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16:06.7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1377 1761 184 0,'0'0'266'16,"0"0"-7"-16,0 0 3 0,0 0-11 0,-3-4-3 15,3 4-2-15,0 0-8 0,0 0 0 0,-2-4-5 16,2 4-15-16,0 0-17 0,0 0-10 0,-5-2-19 15,5 2-15-15,0 0-15 0,0 0-11 0,0 0-13 16,0 0-10-16,0 0-10 0,0 0-14 0,0 0-8 16,0 0-13-16,0 0-6 0,0 0-3 0,0 0-10 15,0 0-3-15,0 0-12 0,0 0 1 0,0 0-8 16,0 0-8-16,0 0-1 0,13 0 0 0,-3-2 0 16,-2 1-6-16,8 1-18 0,3-4-3 0,3 1-9 15,-2 0-10-15,2 0-9 0,-4 1-5 0,2-1 17 16,-2 4-11-16,-2-2 37 0,-2 0-4 0,-1-2 3 15,-2 3 13-15,0 0-19 0,-4-1-1 0,-3 1 1 16,-4 0 0-16,10 0 3 0,-10 0 4 0,0 0 1 16,0 0-4-16,6 1 5 0,-6-1 0 0,0 0 0 15,0 0-5-15,0 0 7 0,0 0 1 0,0 0-4 16,0 0 5-16,0 0-6 0,-23-1 4 0,23 1-3 16,0 0 3-16,-8 1-11 0,8-1-35 0,0 0-41 15,0 0-48-15,0 0-52 0,0 0-63 0,0 0-68 16,0 0-207-16,0 0-569 0,0 0 251 0</inkml:trace>
  <inkml:trace contextRef="#ctx0" brushRef="#br0" timeOffset="1580.04">2128 1527 14 0,'3'-3'216'0,"-3"3"-7"0,0-4-9 16,0 4-13-16,3-3-14 0,-3 3-13 0,0 0-14 15,0 0-13-15,1-3-10 0,-1 3-17 0,0 0-8 16,0 0-11-16,0 0-13 0,0 0-6 0,0 0-10 15,0 0-7-15,0 0-8 0,0 0-3 0,0 0-5 16,0 0-3-16,0 0-3 0,0 0-2 0,0 0 1 16,3 14-5-16,-2-9-1 0,-1 0-3 0,0 2-2 15,0 1-1-15,0 0-1 0,4 2-4 0,-1 2 2 16,-1-1-5-16,1 1 3 0,-1 2 0 0,2 3-4 16,0-1 3-16,0 4-4 0,-1-3 6 0,2 1-5 15,-1 0-4-15,-1 2 3 0,1-1 5 0,-1-1-3 16,-2-1-4-16,3-5 1 0,-3 2 1 0,5 2 0 15,-6-5-4-15,4 1 3 0,-4-1-5 0,0-1 6 16,0-1 0-16,0-2-4 0,0 0-2 0,0-2-32 16,0 1-19-16,0-2-18 0,0-1-25 0,1 1-16 15,-1-4-26-15,0 0-55 0,0 0-131 0,0 0-350 16,0 0 155-16</inkml:trace>
  <inkml:trace contextRef="#ctx0" brushRef="#br0" timeOffset="1923.76">2131 1551 126 0,'0'0'283'0,"0"-4"-11"0,0 4-8 0,0-3-6 15,0 3-12-15,0 0-10 0,0 0-4 0,3-5-16 16,-3 5-22-16,0 0-13 0,0 0-4 0,0-4-22 16,0 4-17-16,1-3-16 0,3 0-9 0,3 0-11 15,-3 1-8-15,3-1-16 0,0-2-6 0,3 2-12 16,0-2 3-16,2 1-7 0,0-2-7 0,-1 3-10 16,2-1-1-16,0-1 1 0,-2-1-31 0,1 4-23 15,-1-2-15-15,0-1-14 0,1 3-14 0,-5-1-18 16,0 2-16-16,4 1-12 0,-6 0-17 0,-5 0-10 15,12 1-15-15,-6 0-12 0,-1 1-8 0,-5-2-20 16,6 6-8-16,-6-1-2 0,0 2-13 0,-2-1-123 16,1 1-357-16,-6 5 158 0</inkml:trace>
  <inkml:trace contextRef="#ctx0" brushRef="#br0" timeOffset="2158.11">2204 1705 128 0,'0'0'280'0,"0"0"-12"0,0 0-19 15,0 0-11-15,0 0-14 0,0 0-19 0,0 0-15 16,0 0-22-16,0 0-5 0,0 0-24 0,0 0-12 16,0 0-11-16,0 0-18 0,0 0-6 0,0 0-18 15,0 0-4-15,0 0-7 0,0 0-11 0,15-3-18 16,-15 3-27-16,15-1-25 0,-4 2-16 0,-1-4-22 15,2 2-28-15,0 1-30 0,2-1-34 0,1-2-27 16,-4 2-35-16,2 0-148 0,-1 1-387 0,-1-2 170 16</inkml:trace>
  <inkml:trace contextRef="#ctx0" brushRef="#br0" timeOffset="3111.15">2369 1826 42 0,'1'3'123'0,"-1"-3"-4"0,0 0-5 16,6 4-8-16,-6-4-9 0,5 1 5 0,-5-1 2 15,0 0-5-15,0 0-7 0,15-3-5 0,-15 3-7 16,8 0-12-16,-2-2-3 0,-2-1-6 0,-4 3-6 15,16 0-7-15,-9-1 6 0,1 0-15 0,3-2-2 16,-3 2-1-16,4-3-7 0,3 0-1 0,-5-1-4 16,2 4-3-16,-1-4-3 0,-1 1-1 0,3-3-2 15,-2 4 1-15,0 0 1 0,-2 1-5 0,4-4 3 16,-5 1-1-16,0 3-5 0,-1-1-2 0,-2-1 6 16,1-1-2-16,-1 1 2 0,3 0-6 0,-4-1 6 15,-2 2-3-15,-1-2 4 0,2 0-2 0,-1-2 5 16,-2 4 9-16,0-1-4 0,3-1 7 0,-3 1 0 15,0 4-1-15,-4-7 8 0,3 4-3 0,-2 0 4 16,3 3-1-16,-4-3 3 0,4 3-8 0,-6-3-1 16,6 3-8-16,-9-2-1 0,5 1-1 0,4 1-5 15,-13 1 4-15,7 0-6 0,-2 0-3 0,-1 2 4 16,0 2-4-16,-2-1 3 0,2 1 4 0,-4 2 19 16,1 0-6-16,1-2 3 0,-1 3-3 0,2 0-1 15,2-2-2-15,0-1-3 0,5 1-5 0,-5 1 0 16,3-3-4-16,1 2 0 0,1 1-4 0,0-1 0 15,3-2-1-15,0 5 1 0,0-4 3 0,4-1-3 16,2 2 0-16,7 2 0 0,-2-3-1 0,7-1-2 16,1-1 1-16,0-2-9 0,4 3-14 0,6-6-12 15,1 4-17-15,0-7-6 0,-7 4-9 0,1-3-9 16,6-1-6-16,-11 0-3 0,3 0 8 0,1-1 6 16,-3 1 6-16,0-2 6 0,-2-1 3 0,-7 5 10 15,4-7 15-15,-5 4-8 0,-1 1 9 0,2-4 21 16,-7 3 26-16,0 2 16 0,1-2 6 0,-3-2 7 15,1 3 3-15,-3 0 2 0,1-2-2 0,-2 2 2 16,-2 0 0-16,-1 0-9 0,0-1-1 0,-2 3-2 16,-1-1-8-16,1 2-1 0,-2 0-3 0,0 2-2 15,-3 0-6-15,0-1 0 0,0 2-3 0,-1 2-2 16,-2-1-3-16,2 3 3 0,1 0-3 0,0 1-6 16,2-3 2-16,-1 6-3 0,2-3-2 0,-3 2 0 15,7 0-3-15,-1 0 3 0,-1-1-2 0,5 5-2 16,1-7 1-16,0 1-3 0,1 2-6 0,1-1 0 15,2-1-10-15,4 2-8 0,-2-6-5 0,7 3-11 16,2-2-10-16,-4-2-14 0,1 0-2 0,4-2-7 16,-2-1 4-16,1-1-2 0,-3-3 7 0,1 2 11 15,-2-5 1-15,0 3 8 0,1-1 5 0,-2-3 8 16,1 1 27-16,-3 1 12 0,0-1 25 0,-1 1 18 16,-1 2 14-16,-1-1 10 0,-5 0 6 0,5 2 11 15,-3 1 1-15,2-1 8 0,-3 1 0 0,2 3 0 16,-3 1-28-16,0-5-3 0,0 5-9 0,1-4-7 15,-1 4-11-15,0 0-5 0,0 0-7 0,0 0-4 16,0 0 4-16,10 7-6 0,-7-4-3 0,-2 3-4 16,4-2-3-16,-1 3 2 0,2-1-4 0,-2 1-5 0,4 0 4 15,-4-1-4-15,3 0-9 0,3-1-16 16,-2 0-19-16,4 0-16 0,-4 2-22 0,-2-5-16 16,3 2-28-16,0-3-23 0,1 0-23 0,-10-1-26 15,20-5-22-15,-7 0-16 0,-8 4-165 0,5-5-422 16,1-1 187-16</inkml:trace>
  <inkml:trace contextRef="#ctx0" brushRef="#br0" timeOffset="3868.38">3254 1390 197 0,'-4'-11'236'0,"4"5"3"0,0-1 0 0,-5 0 3 15,5 3-10-15,0-1-16 0,-1 0-15 16,1 5-25-16,-2-8-20 0,2 8-19 0,2-2-20 15,-2 2-13-15,0 0-12 0,0 0-7 0,0 0-8 16,4 13-6-16,-2-6-4 0,1 2-12 0,0 1-4 0,3 3-4 16,0 4-5-16,-1-1-7 0,1 3-1 0,2 1-2 31,0-2-4-31,-1 8 0 0,1-9-8 0,3 2 2 0,-3 0-3 16,-1-1 0-16,2-1-5 0,-3 1-3 0,2 0-20 15,-1-1-12-15,1-2-14 0,-4 1-9 0,0-4-14 0,-1-4-15 16,1 0-12-16,-3-3-9 0,2 1 2 15,-3-2 8-15,0-4 9 0,0 8-8 0,0-8-25 16,0 0 4-16,0 0-14 0,0 0-5 0,0 0 9 16,-11-15 10-16,6 9 11 0,-3-2 11 0,1 1 7 15,1 1 5-15,-1-3 12 0,2 2 30 0,-3-2 9 0,0 1 26 16,1 0 20-16,-1 1 11 0,1 1 18 16,0-1 8-16,3 4 10 0,-3-4 9 0,3 3 6 15,3 0 4-15,-3 3 3 0,4 1-2 0,-3-7-5 16,0 5-10-16,3 2-8 0,-4-5-9 0,4 5-3 0,0 0-9 15,0 0-7-15,10-4 1 0,-2 3-9 0,0 0-3 16,3-2 1-16,1 3-4 0,-1-1-5 16,4 1-2-16,-3 0-2 0,2-2-3 0,6 4-1 15,-5-2-1-15,6-2-4 0,-6 4 1 0,0-2-4 16,-2 1-2-16,2 2 8 0,-3-3-6 0,2 2-2 0,-3 1-3 16,1 0 0-16,-2 0-5 0,-2 2 2 0,1 0 3 15,-2 2-3-15,-1-2-1 0,-1 3 3 0,1-5-4 16,0 6 2-16,-2-1 1 0,-1 1-2 15,1 1 1-15,0 0 2 0,-2 2-2 0,0-3 1 0,2 0-1 16,-2 0 2-16,4-4 3 0,-3 1-5 0,0-2 0 16,0 0 3-16,-1-2 4 0,4 3 1 0,-6-5 0 15,8 1 5-15,0-1-3 0,-8 0 1 0,14-6 0 16,-9 1-3-16,7-1 5 0,-5-1-2 16,3-1 0-16,-3 2-2 0,2-4-2 0,-2-1 3 0,-2 3 0 15,2-2-5-15,0 0 0 0,-3 1 1 0,3-2 0 16,-4 0 2-16,-2 1 14 0,3 2-2 0,-4-1-2 15,3 4 6-15,-3-1 1 0,0-2 6 0,1 3 3 16,-2 0 1-16,1 0 2 0,0 5-5 16,0-7-3-16,0 7-11 0,0-4-2 0,0 4-3 0,0 0-6 15,0 0 0-15,0 0-2 0,0 0-2 0,0 0-18 16,0 0-20-16,4 17-14 0,-3-11-27 0,3-1-22 16,0 2-15-16,-1 3-27 0,0-2-19 0,2-1-27 15,1 4-28-15,2-4-16 0,-4 0-150 0,4 2-411 16,-4-4 183-16</inkml:trace>
  <inkml:trace contextRef="#ctx0" brushRef="#br0" timeOffset="4321.46">3911 1623 165 0,'3'-7'191'16,"0"1"-2"-16,-2 2 2 0,2 2-14 0,1-5-11 16,-3 4-9-16,6-2-10 0,-4 4-26 0,1-1-6 15,-4 2-17-15,9-3-8 0,-9 3-11 0,12 3-6 16,-3-2-8-16,-4 3-8 0,3 1-4 0,-1-2-5 15,4 5-4-15,-6-3-3 0,4 6-8 0,-1-2 1 16,-2 1-6-16,0-1-5 0,-2 1 3 0,-1 0-6 16,1-2-2-16,-4 3 0 0,1-4-5 0,-1 0 7 15,0-7-6-15,-1 9 3 0,1-5 0 0,0 2 8 16,0-6 11-16,-8 3 16 0,8-3 14 0,0 0 10 16,0 0 4-16,0 0-6 0,-17-10-4 0,13 6 0 15,3-2-14-15,1 1-8 0,-1-6-5 0,-1 5-3 16,6-3-8-16,2-1 3 0,-1 1-10 0,2-1-3 15,0 1-4-15,4-1 1 0,-2 2-5 0,-1-2 0 16,9-2-6-16,-5 4-4 0,4-2-9 0,-6 5-13 16,2-1-6-16,3-2-2 0,-4 3 1 0,0 0-2 15,1 1 4-15,-5 0 3 0,0 1 3 0,-1 2 3 16,0-2 4-16,-4 2 0 0,3-1-3 0,-5 2 4 16,4-3-1-16,-4 3 1 0,0 0-1 0,0 0 3 15,0 0-1-15,0 0 5 0,0 0 9 0,-23 1 5 16,16 2 0-16,-1 2 0 0,-1-1-2 0,4 1-1 15,0-1 0-15,-4 2-2 0,4 1 1 0,2-1-5 16,-1 3 6-16,4 0-1 0,3-1-1 0,-2 3 0 16,2 2 3-16,2-5-3 0,5 4-29 0,-1-1-30 15,2-3-37-15,7 2-41 0,0-3-53 0,5 1-54 16,-3 0-194-16,8 1-467 0,-4-8 206 0</inkml:trace>
  <inkml:trace contextRef="#ctx0" brushRef="#br0" timeOffset="4743.29">4774 1420 72 0,'0'0'311'0,"0"0"-16"15,0 0-29-15,0 0-29 0,-2-5-23 0,2 5-25 16,0 0-24-16,0 0-16 0,0 0-15 0,7 12-14 15,-4-6-8-15,2 3-10 0,2-2-10 0,0 3-8 16,-2 0-7-16,6 3-10 0,1 2-7 0,-1 1-5 0,4 0-7 16,-4 0-5-16,1 0 1 0,2-1-7 15,0 0 0-15,-1 0-4 0,-2 1-7 0,0-4-1 16,0-3 2-16,-3 1-5 0,0-2 2 0,-1-1-7 16,-3-2 0-16,1-2 3 0,-1 0 2 0,-4-3-2 0,0 0-2 15,10 0 1-15,-10 0 0 0,8-6-3 0,-7-1-4 16,-1 0 12-16,3-4 12 0,-2 0 4 15,2-2 6-15,0-2 11 0,-2-3-6 0,2 1 0 16,0-2 2-16,-2-1-6 0,5 4-2 0,-1-2-19 16,-5-1 9-16,3 0 2 0,-1 5-9 0,4-1-4 0,-2 0 2 15,0 4-7-15,-2 0-17 0,0 2 14 0,0 3-28 16,-1-1-46-16,4 3-44 0,-5 1-48 16,3 1-18-16,-3 2-24 0,0 0-24 0,0 0-22 15,0 0-26-15,10 11-171 0,-6-5-472 0,-3 2 209 0</inkml:trace>
  <inkml:trace contextRef="#ctx0" brushRef="#br0" timeOffset="5024.52">5217 1530 132 0,'0'0'219'0,"7"-3"2"0,-7 3-11 0,6-7-13 16,-3 3-6-16,-1-2-12 0,0 2-9 0,0-3-9 15,-1 1-13-15,2-1-10 0,-3 1-7 0,1-4-6 16,-1 5-7-16,3 0-10 0,-6-3-12 15,2 2-2-15,1 2-4 0,-3-2-11 0,2 2-6 0,1 4-13 16,-2-5-7-16,0 4-8 0,2 1-5 0,0 0-4 16,-11 0-8-16,11 0 0 0,-12 6-3 0,5-4-2 15,0 8-3-15,0-5-4 0,-2 5-2 0,-1-2 2 16,5 3-6-16,-5-3 1 0,8 3-2 0,-1 0 0 16,0-2-1-16,3 2 0 0,0 0 3 0,1 0-5 15,4-3-3-15,1 2-19 0,2-2-17 0,3 2-21 16,0-4-34-16,3-1-34 0,5 3-35 0,0-7-38 15,5 0-31-15,-1-2-186 0,7 1-445 0,3-4 196 16</inkml:trace>
  <inkml:trace contextRef="#ctx0" brushRef="#br0" timeOffset="5274.49">5643 1515 33 0,'4'-2'214'16,"-1"-1"0"-16,-3 3 6 0,2-4-4 0,-2 1-7 15,0 3-3-15,0 0-11 0,-9-4-6 0,3 2-2 16,6 2 1-16,-21 1 3 0,8 0 3 0,1 3-9 15,-3-1-8-15,1 1-25 0,-2 1 9 0,1 0-18 16,-3 3-12-16,1-1-14 0,6 2-4 0,0-1-18 16,-2-2-4-16,4 4-13 0,0-3-11 0,1 4-5 15,1-1-2-15,4-1-9 0,-1-3-9 0,3 3 3 16,1 0-7-16,1 2-2 0,4-3-2 0,2 2-10 16,3-2-12-16,2-3-37 0,1-1-34 0,5 0-29 15,3 0-30-15,-2-3-18 0,4-1-22 0,1-2-22 16,5-4-8-16,-6 1-13 0,-1 0-4 0,5-6-3 15,-7 1 0-15,1-3 2 0,2-7-1 0,-3 2 0 16,-1-1-123-16,-1-3-357 0,-6 4 158 0</inkml:trace>
  <inkml:trace contextRef="#ctx0" brushRef="#br0" timeOffset="5461.97">5842 1454 830 0,'3'-21'-23'15,"0"2"61"-15,0 0 29 0,-2 2 51 0,-2-1 24 16,-2 1 15-16,0 5 20 0,3-1 18 0,-4 0 8 16,0 3 11-16,0-2-4 0,0 1 2 0,0 5-7 15,3-1-8-15,-1 1-17 0,-1 1-17 0,2 0-44 16,-3 3-4-16,4 2-11 0,0 0-10 0,0 0-10 15,-3 10-11-15,3 0 2 0,0 0-9 0,0 6-14 16,3 2-4-16,2 2 0 0,1-2-8 0,1 1 1 16,2 7-23-16,1 1-31 0,-3-6-16 0,3 6-42 15,-4-5-27-15,1-3-26 0,0 5-28 0,-1-5-24 0,1-2-36 16,-2 1-25-16,1-6-19 0,-2 0-25 16,0 1-155-16,-1-4-472 0,-2-2 209 0</inkml:trace>
  <inkml:trace contextRef="#ctx0" brushRef="#br0" timeOffset="6040.05">5819 1558 219 0,'-5'-6'237'0,"2"1"12"15,-1 0-2-15,3-2-3 0,-2 4-10 0,2-1-17 16,1 4-9-16,-1-7-25 0,-1 3-18 0,2 4-17 16,3-4-13-16,-3 4-16 0,9-3-15 0,-1 3-5 0,2 0-15 15,5 0-3-15,3 1-11 0,2 3-8 0,-1 0-5 16,0 1-10-16,1 0-4 0,-2 0-24 15,5 0-5-15,-2 1-11 0,-5-1-11 0,3 0-9 16,-6 0-5-16,-3-2-1 0,3-1 2 0,-7 2 2 0,4-2-6 16,-5 2 2-16,3-3 1 0,-5 2 2 0,0 0 0 15,1 1 4-15,-4-4 1 0,0 3 6 0,0-3 6 16,0 0 9-16,-8 5 11 0,4-2 5 16,-2-1 4-16,1 1 0 0,-5 1 5 0,4-3-3 15,0 1 0-15,-1 0-6 0,3-1 1 0,4-1 2 0,-6 7-7 16,6-7-4-16,-6 1 1 0,6-1-4 0,0 0-3 15,0 0 3-15,0 0 0 0,0 0-1 0,0 0 7 16,0 0-4-16,22 2-5 0,-13-4 3 16,5-2-2-16,-2 3-2 0,4-2 0 0,-2 0 1 0,-3 0-3 15,5 1 1-15,-2-3-3 0,5 0 3 0,-2 0-3 16,-3 2 2-16,1-1-4 0,-1 0 1 0,-2 1-2 16,1-1 3-16,0 2-1 0,-1-1-3 0,-1 1 1 15,0 1-1-15,-2-1-3 0,2 4 9 16,2-1-9-16,-4 0-1 0,-1 0 1 0,6 3-4 0,-4 0 5 15,0 0-2-15,0 4 1 0,0-2 0 0,-1 1 10 16,0 1-7-16,2 4-1 0,0-3 4 0,-4 2 1 16,0-4 0-16,-1 2-3 0,1 0 1 0,-4-2 3 15,-2 1 2-15,2-3 2 0,-2 0 4 0,-1 0 21 16,0-5 32-16,3 4 34 0,-3-4 36 0,0 0-1 16,0 0 5-16,0 0-5 0,0 0-16 0,0 0 4 15,0-12-16-15,1 3-10 0,2 0-7 0,-1-1-12 16,-1-2-6-16,4-5-5 0,-1 4-12 0,2 2-7 15,-2-5-6-15,0 0-21 0,3 0-41 0,1-1-42 16,-4 6-60-16,1-1-74 0,-3 1-90 0,1 0-107 16,-5 1-283-16,-5 0-732 0,-9 0 324 0</inkml:trace>
  <inkml:trace contextRef="#ctx0" brushRef="#br0" timeOffset="6863.57">1440 2841 32 0,'0'0'359'0,"0"0"-13"16,-11 2-8-16,11-2-22 0,0 0-11 0,0 0-29 16,0 0-20-16,0 0-28 0,-5 0-15 0,5 0-25 15,0 0-29-15,0 0-17 0,0 0-15 0,0 0-11 16,0 0-9-16,0 0-9 0,32-5-5 0,-17 2-28 16,3 1-35-16,5-4-49 0,0 5-9 0,-4-2-48 15,3 0-42-15,0 0-28 0,-2 0-58 0,1 1-67 16,-5 2-218-16,-4 2-530 0,0-2 235 0</inkml:trace>
  <inkml:trace contextRef="#ctx0" brushRef="#br0" timeOffset="7990.08">2177 2543 267 0,'0'0'270'0,"0"0"-19"0,3-6-27 0,-3 6-27 15,0 0-21-15,0 0-23 0,0 0-16 0,0 0-12 16,0 12-14-16,0-4-9 0,1 0-8 16,0 1-8-16,2 1-2 0,-1 2-5 0,-1 0-3 15,3-1-8-15,0 2-5 0,0-1-8 0,4 4-7 0,-5-4-1 16,2 0-5-16,0 0-3 0,0-1 0 0,3 1-6 16,-5-4-2-16,2 3-4 0,-1-2-5 0,1-1-34 15,0 0-30-15,-1-1-30 0,-1-2-37 16,1 1-43-16,-2-1-34 0,3 1-51 0,-1-1-119 0,-3-1-386 15,-1-2 170-15</inkml:trace>
  <inkml:trace contextRef="#ctx0" brushRef="#br0" timeOffset="8550.29">2411 2580 7 0,'0'0'257'15,"0"0"-23"-15,0 0-28 0,3-2-24 0,-3 2-18 16,0 0-16-16,0 0-15 0,0 0-9 16,-6 17-9-16,4-11-9 0,-1 3-5 0,-1 4-6 0,0-4-7 15,1 3-6-15,0 1-9 0,-3-2-1 0,1 2-13 16,0 2-6-16,-2-3-2 0,3 0-8 0,0 1-1 16,-4-2-3-16,4 1-5 0,-6-3-3 15,6-1 0-15,0-2-3 0,-1 0-5 0,-1-2 2 16,2 0-2-16,3 0-2 0,-3-3 0 0,4-1-7 15,0 0-3-15,-10 0-3 0,10 0-4 0,-3-7-2 16,1 2-4-16,2-2-1 0,5 1 0 0,-5-2 0 16,5-2-1-16,4 0 1 0,-5 0-1 0,3 1 1 15,-2 0 0-15,0 2 1 0,4-2 0 0,-1 2 0 16,0 4-3-16,0-3 2 0,0 2 0 0,-2 2 0 16,3 1 1-16,-1 0 2 0,1 1 0 0,2 2 6 15,2 2-4-15,-2 2 3 0,7 3-1 0,-5 1-1 16,5 1-1-16,-3-1 2 0,0 3-1 0,-3-2-1 15,4 1 1-15,-2 1 0 0,2-3-2 0,-5-1 2 16,5 3 0-16,-6-6 1 0,1 1-2 0,-2-3 4 16,-2-1 0-16,-1 2 6 0,1-2 38 0,-2-3 7 15,-5 0 1-15,9-4-7 0,-6-3 2 0,-2 2 9 16,-1-4-3-16,0-1 1 0,-1-6 4 0,-2 0-5 0,2 1 9 16,-2-3-11-16,-2-2 3 0,2 0-7 15,-1 1-6-15,-1-10-3 0,1 11-4 0,-1-5-7 16,3 6-3-16,-5-4-4 0,6 5-3 0,1 3-3 15,-2 1-5-15,2 2-7 0,-2 4-27 0,2-1-32 16,-3 3-48-16,3 4-44 0,-1-2-12 0,1 2-14 0,0 0-25 16,0 0-23-16,0 0-12 0,6 19-18 0,-4-13-145 15,-1 6-423-15,3 0 187 0</inkml:trace>
  <inkml:trace contextRef="#ctx0" brushRef="#br0" timeOffset="9456.45">2797 2706 79 0,'0'0'185'0,"10"0"-8"0,-10 0-10 15,0 0-18-15,9 0-13 0,-9 0-5 0,11 1 1 0,-5 0-9 16,-1 1-9-16,1-1-16 0,2 0-5 0,-2 1-13 16,1-1-4-16,0 1-7 0,2-2-7 15,0 3-4-15,2-2-2 0,-1 0-9 0,1-2 0 16,0 1-7-16,-1 0-4 0,-2-2-1 0,0-1-5 15,0 2 0-15,0-4 1 0,-1 1-7 0,0-1-2 0,0-2-3 16,1-1 2-16,-4 3-6 0,3-3 3 0,-3-2-7 16,-1 3 0-16,-2-2-2 0,3 1-1 0,-2 0 3 15,-4-3-6-15,0-1 1 0,0 4 2 16,1 0 6-16,-2 0 3 0,2 2 7 0,-2 1 3 0,0 1-1 16,-1 0-5-16,0 1 1 0,-1 1-7 0,-4 1-2 15,9 1-1-15,-11 2 1 0,-1 3-4 0,4 2-1 16,0-2 0-16,-3 4-1 0,3 1-2 0,0-1 5 15,2-1-5-15,-3 3 2 0,3-2-1 16,1 4 0-16,1-3-3 0,1-1 1 0,2 3 1 0,1-2 1 16,1 0 0-16,2-1 1 0,1-1-1 0,3 1-3 15,2-3 3-15,-2 1-1 0,4-1-1 0,0-2 2 16,2 0 0-16,1-2-5 0,1 0-2 0,-1-2 2 16,0 1-6-16,4-5-5 0,-3 3 7 0,-1-3-7 15,1 1 3-15,-3-1 2 0,1-1-2 0,0-1 1 16,-1-1 3-16,-2 0-3 0,1-1 2 0,-3-1 0 15,-2 3 1-15,1-2 12 0,0 1 15 0,0-4 15 16,1 2 7-16,-4 0-1 0,0 3 9 0,-4-2 8 16,4 2 3-16,-2 1 10 0,0-3-9 0,2 4 10 15,-2 0 0-15,-1 3-8 0,2-4-7 0,-3 5-8 16,0-5-11-16,1 1-6 0,-1 4-14 0,0 0-5 16,0 0-1-16,0 0-4 0,0 0 4 0,0 0-4 15,11 8-20-15,-7-5-18 0,3 2-1 0,-1 1-5 16,3-1-8-16,-1 2-6 0,3 0-15 0,1-3-7 15,3 3-16-15,4 0-21 0,-1-1-25 0,5-2-21 16,-3-2-19-16,2 0-23 0,8-2-3 0,-5 0-13 16,3-5 8-16,-5 2 10 0,-1-2-109 0,0 0 262 15,-6 1-205-15,3-3 216 0,0-3-86 0,-9 7 15 16,2-5 25-16,-1 0 23 0,-6-2 20 0,0 4 25 16,0-3 23-16,-4-1 16 0,-2 2 16 0,-4 0 17 15,0 1 13-15,1 2 7 0,-4-3 14 0,1 2 6 16,-5 1 8-16,4 0-5 0,-5 2 10 0,1 0-9 15,0-1-3-15,-1 2 0 0,0 2-6 0,1 2-12 16,-3 0-4-16,8-1-12 0,-4 3-4 0,-1-1-7 16,4 3-4-16,-2 2-8 0,1 2-2 0,2 2-3 15,3-1-6-15,0 2 2 0,3 3 14 0,2 1 18 16,3-1-2-16,2 3-7 0,3-1-4 0,3 1-7 16,-1 6-4-16,5-2-6 0,1-1-9 0,-1 1 0 15,-1 1-4-15,3-1-2 0,-6-5-1 0,4 3-4 16,-5-1-1-16,-1-4-3 0,3 1-2 0,-3 0 1 15,-2-3 1-15,0-1-7 0,-1-3 0 0,0 1-5 16,-4-3-12-16,-1 1-9 0,1-4 1 0,-2-1-2 16,3 2-1-16,-4-3 0 0,0-3-34 0,0 5-25 15,0-5-28-15,0 0-33 0,0 0-40 0,0 0-48 16,-9-11-48-16,6 7-145 0,-2-7-451 0,3 3 200 16</inkml:trace>
  <inkml:trace contextRef="#ctx0" brushRef="#br0" timeOffset="9940.79">3786 2270 72 0,'0'0'201'0,"0"0"-21"0,0 0-17 0,0 0-19 16,0 0-13-16,3 16-10 0,0-7-12 0,-3 2-12 16,1 2-12-16,3 5-5 0,-3-1-12 0,5 0-1 15,-2 4-10-15,1 0-8 0,-2-2-1 0,1 2-6 16,0-1-3-16,-1 2-4 0,1-2-4 0,0-1-3 16,0 1-1-16,-1-8 0 0,0 1-6 0,-2-3-2 15,3 1 5-15,-4-3-4 0,1 0-3 0,2-1 8 16,-3-4 44-16,2 3 29 0,-1-5 11 0,-1-1-9 15,0 0-11-15,0 0-5 0,0 0-10 0,9-9-4 16,-6 3-9-16,-2-1-7 0,2 2-3 0,0-3-5 16,1-1-4-16,3 0-1 0,-4-1-2 0,1 4 0 15,2-1 3-15,-3 2-7 0,1 0-4 0,0 1-8 16,-1 0-5-16,1 1-3 0,3 3 2 0,0-2-6 16,-7 2 4-16,11 2-4 0,-5 1-2 0,0 2 3 15,3 2-5-15,-2-1 0 0,1 3 0 0,-1 2-1 16,1-3-1-16,-1 2 1 0,1 1 0 0,0-3-1 15,2 4-2-15,-2-2 3 0,-1 0-17 0,0-4-21 16,-1 2-8-16,1-2-21 0,-4 1-16 0,0-2-23 16,1-2-12-16,-1 1-7 0,2-1-11 0,-5-3-44 15,5 1-29-15,-5-1-18 0,0 0-131 0,11-6-381 16,-7 1 169-16</inkml:trace>
  <inkml:trace contextRef="#ctx0" brushRef="#br0" timeOffset="10190.77">4127 2334 198 0,'-2'-7'241'0,"0"3"9"0,1-1-1 15,0 1-5-15,-1 0-18 0,-2 2-24 16,4 2-19-16,-5-3-21 0,5 3-21 0,-1-5-14 16,1 5-16-16,0 0-15 0,0 0-6 0,0 0-10 15,0 0-11-15,6 16-4 0,-2-10-6 0,-2-1-6 0,0 4-2 16,4 1-9-16,-2 2-2 0,2-1-1 0,4 4-8 15,-6-3-2-15,5 5-4 0,-4-1 1 16,-1 3-5-16,7 1-1 0,-6 0-2 0,1 0-5 16,-2-2-33-16,0 0-5 0,1-5-31 0,-2 2-24 15,-2 0-32-15,-1-2-48 0,2-5-37 0,-4 4-40 0,2-3-149 16,-1-2-418-16,-2 0 185 0</inkml:trace>
  <inkml:trace contextRef="#ctx0" brushRef="#br0" timeOffset="10409.5">4076 2479 246 0,'-3'-6'280'0,"2"2"10"0,-2 1-3 0,0-2-16 16,3 0-18-16,-2 3-28 0,2 2-16 0,0 0-29 16,-2-8-16-16,2 8-19 0,0 0-14 0,0-4-7 0,0 4-21 15,8-1-11-15,-1 0-9 0,3 1-9 0,3-2-24 16,2 4-26-16,-3-4-29 0,1 2-29 15,9 2-32-15,-4-4-51 0,-1 2-47 0,3 0-44 16,-1-1-54-16,-5 1-135 0,-4-1-428 0,2-2 190 16</inkml:trace>
  <inkml:trace contextRef="#ctx0" brushRef="#br0" timeOffset="10565.73">3431 2351 4 0,'-8'-3'-1'16,"8"3"-1"-16</inkml:trace>
  <inkml:trace contextRef="#ctx0" brushRef="#br0" timeOffset="11300.04">4711 2305 95 0,'0'0'191'0,"4"-1"-21"0,-4 1-20 0,0 0-22 15,18 6-5-15,-10 3-10 0,3-1-9 0,1 5-8 16,2-1-13-16,2 4-5 0,-2-1-2 0,7 4 3 16,-1 3-1-16,-7-6-8 0,-2 0-7 0,5-1-2 15,-4 2-10-15,-2 0-6 0,6-2-8 0,-6-1 4 16,3 0-3-16,-7-2-6 0,2-2-1 0,-2 0-3 15,-1-3-3-15,-1 1-3 0,-3-3 0 0,2-2-3 16,0 2-6-16,1 0 10 0,-3-2 9 0,1 0 27 16,-2-3 26-16,5 6 24 0,-5-6 18 0,0 0 12 15,1 1-15-15,-1-1-11 0,0 0-11 0,0 0-8 16,-1-16-8-16,-3 9 1 0,1-1-17 0,2-3-10 0,1 0-4 16,-2-1-4-16,2-1-4 0,0-5-6 15,2 1-7-15,-4-1-4 0,4-4-5 0,-2 4 1 16,1 0-15-16,-1 0 2 0,3 1-12 0,1 4-19 15,-4 1-19-15,1 0-8 0,2 2-23 0,-1 0-25 0,0 4-24 16,-1-1-34-16,-2 2-56 0,2 0-38 0,1 2-36 16,-2 3-148-16,0 0-463 0,0 0 205 15</inkml:trace>
  <inkml:trace contextRef="#ctx0" brushRef="#br0" timeOffset="11643.76">5179 2596 139 0,'7'-1'161'0,"-2"-2"-11"0,5-2-5 16,-2 2-18-16,1-2-2 0,2 1-15 0,0-1-1 16,-4 0-4-16,4-3-10 0,-2 2-2 15,1 1-11-15,-1-3-1 0,1 2-11 0,-2-2 6 0,-2 1-2 16,0 0-1-16,-2-2-8 0,-1 3-9 0,1-2-6 15,-3 2-3-15,2-4 4 0,-3 4 4 0,0-1-5 16,-1 0 2-16,-2 2 1 0,-2-1 2 0,3-1-6 16,-2 4-9-16,-1 1-3 0,-2-2-4 0,3 2-4 15,-3 2-3-15,0-2-5 0,-2 2-1 0,-1 2-3 16,2 0-4-16,-3 2-1 0,3 1-1 0,-2 2-2 16,4-1-1-16,-1 3 2 0,4 2-5 0,1-3 0 15,0 5-1-15,1-1 1 0,2-3-3 0,3 3-13 16,3-4-19-16,2 1-22 0,5 3-29 0,4-2-21 15,1-3-41-15,10 1-29 0,-1-2-181 0,2-1-381 16,1-3 168-16</inkml:trace>
  <inkml:trace contextRef="#ctx0" brushRef="#br0" timeOffset="12090.24">5828 2424 75 0,'-7'-2'224'0,"-3"0"-3"0,1 1-4 15,-3-1-4-15,1 3-7 0,-3-1-11 0,3 1-8 16,-5 0-13-16,2 2-15 0,-1-1-8 0,3 2-20 16,-5 2-17-16,4-1-9 0,2 1-11 0,1-1-11 15,1 4-8-15,0-3-10 0,2 2-6 0,2 1-3 16,0 2-11-16,3-3 0 0,0 3-1 0,4 0-4 16,0 1-5-16,3-1-1 0,1 1-2 0,1-5-5 15,5 6 0-15,0-4-6 0,1-2 1 0,4 0-13 16,0 1-16-16,0-4-13 0,4 0-21 0,-2-3-18 15,1-4-15-15,4 5-16 0,-6-5-24 0,3-2 6 16,-2-2-10-16,-3-1-9 0,-1-3-6 0,1-1 1 16,-2 0 2-16,-3-4 7 0,0 0 4 0,-3 0 0 0,-2-2 8 0,0-5 0 15,1 3 7-15,0-7 4 0,-4 7 10 0,2-7 8 16,-2 7 16-16,-3-1 25 0,1 1 38 0,3 0 36 0,-8 0 29 16,4 7 20-16,-1-4 31 0,-2 4 11 0,2 2 13 15,2-1 15-15,-2 5 8 0,-1 1 3 0,0-1-1 16,2 2-5-16,-3 1-21 0,2 0-11 15,1 4-5-15,-2-5-27 0,2 5-9 0,0 0-12 0,0 0-6 16,0 0-7-16,-11 9-4 0,11-2-8 0,-4 3-8 16,4 2-4-16,-1 5-3 0,2-4-2 0,3 6-2 15,-1-1-7-15,1 1-18 0,0 3-19 0,-1-1-19 16,5 3-24-16,-5-3-29 0,6 4-35 16,-6-6-46-16,4 0-41 0,-3-1-54 0,1 1-135 0,0-1-431 15,-3-5 192-15</inkml:trace>
  <inkml:trace contextRef="#ctx0" brushRef="#br0" timeOffset="12793.4">5897 2478 67 0,'-1'-7'231'0,"-2"2"-5"0,3 2-16 0,-1-2-19 15,1 5-24-15,-2-11-15 0,4 10-16 0,-2 1-18 16,9-8-9-16,-4 6-7 0,5-1-16 0,0 0-9 15,4 2-8-15,-1 0-21 0,3 0-31 0,7 1-21 16,-6-2-18-16,6 2-17 0,-4 0-19 0,4 4-4 16,-3-3 5-16,5-1-15 0,-8 0-3 0,0 2 0 15,-5-1 10-15,4-1 7 0,-5 0-2 0,-3 0 12 16,0 2 6-16,-1-1 11 0,-7-1 20 0,8-3 2 16,-8 3 10-16,6-1 13 0,-6 1 16 0,0 0 5 15,0 0 12-15,0 0-5 0,0 0-3 0,0 0-10 16,0 0 4-16,-19 6-6 0,14-3 13 0,0 1-9 15,4-3-4-15,-3 3-1 0,0 0-6 0,1 3-1 16,0-2 3-16,2-1-9 0,-2 4 0 0,3-3 5 16,0 1-1-16,0 2-2 0,0 0-4 0,0 1 6 15,3-2-3-15,1 2-5 0,3 0 0 0,-3 1 2 16,5-3-3-16,1 1 6 0,0 0-3 0,0-1-1 16,1-2 1-16,0-1-2 0,0 1 2 0,0-3-4 15,1-1 7-15,0-1-6 0,-1-3 3 0,0 2-1 16,-1 0 1-16,-4-2 25 0,1-2 9 0,-1 0 7 15,-1 0 1-15,1-4 0 0,-4 2-3 0,0-1 6 16,-1 0-8-16,-2-3 12 0,1 2-2 0,-2 1 11 16,1 0 0-16,-2 0 0 0,0-2-7 0,1 4-3 15,-1-2 3-15,1 1 1 0,-1 2-6 0,0-2-1 0,4 1-7 16,-2 4-1-16,0-3-9 0,-1 1-1 0,2 4-8 16,-3-4-8-16,3 4-2 0,0 0-13 15,0 0 3-15,0 0-7 0,0 0 3 0,0 0-6 16,0 0 2-16,19 5-3 0,-12-2-2 0,0 2 3 15,1-4-3-15,3 5 2 0,-1 1-1 0,-1-3 0 0,2 0 0 16,-1 2 0-16,2 1-1 0,-5-4 3 0,2 1-2 16,-3 3-2-16,1-5-2 0,-2 2 4 15,0 0 0-15,-1-3-4 0,-1 1 5 0,1 2-3 16,-4-4 4-16,4 2 0 0,-4-2 3 0,3 3 18 0,-3-3 19 16,0 0 16-16,6 2 12 0,-6-2 14 0,0 0 13 15,0 0 11-15,0 0 7 0,0 0-3 0,0 0-7 16,13-6-11-16,-9 3-16 0,2-1-14 15,0 1 4-15,1-1-9 0,-3-1-1 0,4-2-21 0,2 1-27 16,-2-4-48-16,0 5-40 0,-2-1-57 0,1-1-69 16,-3 1-62-16,4-3-92 0,-6 3-215 0,1-1-622 15,-2 2 276-15</inkml:trace>
  <inkml:trace contextRef="#ctx0" brushRef="#br0" timeOffset="13621.44">1730 4186 120 0,'0'0'348'0,"0"0"-13"0,-6 1-23 16,6-1-20-16,0 0-16 0,0 0-17 0,0 0-14 16,0 0-19-16,0 0-16 0,0 0-26 0,0 0-13 0,-7 0-25 15,7 0-10-15,0 0-15 0,0 0-13 0,0 0-20 16,0 0 10-16,0 0-29 0,0 0-32 16,0 0-26-16,21-5-46 0,-12 3-40 0,2-1-43 15,3-1-46-15,2 0-49 0,3-1-44 0,-1 0-232 0,2 3-529 16,-5-4 234-16</inkml:trace>
  <inkml:trace contextRef="#ctx0" brushRef="#br0" timeOffset="17148.24">1632 4206 33 0,'0'0'290'16,"0"0"-9"-16,0 0-18 0,0 0-10 0,0 0-17 0,0 0-13 15,0 0-15-15,0 0-11 0,0 0-16 16,0 0-12-16,-3 4-19 0,3-4-13 0,0 0-13 16,0 0-13-16,0 0-11 0,0 0-13 0,0 0-6 15,0 0-10-15,0 0-8 0,0 0-8 0,0 0-8 0,0 0 0 16,16-7 1-16,-6 5-9 0,-2 2-60 0,3-2-50 15,4 2-54-15,-2-1-66 0,9-1-63 16,-2 2-218-16,1-2-512 0,-2-1 227 0</inkml:trace>
  <inkml:trace contextRef="#ctx0" brushRef="#br0" timeOffset="17507.58">2256 3927 275 0,'3'-5'349'0,"-3"5"-11"16,0 0-7-16,0 0-18 0,-3-5-18 0,3 5-32 16,0 0-28-16,0 0-21 0,3-4-33 0,-3 4-18 15,0 0-21-15,0 0-17 0,0 0-16 0,0 0-9 16,0 0-11-16,0 0-7 0,4 14-15 0,-2-9 1 16,1 2-28-16,-2-1-35 0,4 2-12 0,0 1-28 15,-5 2-8-15,4 1-18 0,0 0-16 0,2-1-21 16,-6 3-32-16,5-1-47 0,-5-2-48 0,1 2-46 15,2-1-173-15,-3-1-480 0,0-3 213 0</inkml:trace>
  <inkml:trace contextRef="#ctx0" brushRef="#br0" timeOffset="18101.28">2203 3841 17 0,'1'-6'244'0,"0"2"-33"0,1 0-19 0,2 1-18 15,-1-2-16-15,4 0-18 0,2 0-15 0,2 3-9 16,-1 1-17-16,2-3-7 0,3 3-13 0,-3 0-7 16,0-1-5-16,2 2-8 0,2 0-10 0,-4 0-1 15,3 2-1-15,-2-1-9 0,-2 3-6 0,2-2 0 16,-2 3-4-16,1-3-5 0,-5 3 0 0,4 1-5 15,-4-1 0-15,1 0-1 0,-3 3-5 0,-1-3-2 16,-1 2 2-16,-2 1 0 0,1-1-1 0,-1-1-1 16,-4 2-3-16,1-1 0 0,-4 3-3 0,2-3 4 15,-2 1-4-15,1-2-2 0,-1 1 3 0,0-2-2 16,1 0 3-16,3 0 0 0,-4-2-6 0,3 0 0 16,0 1 1-16,2-1 2 0,1-3-4 0,-3 5 1 15,2-2 0-15,1-3 2 0,0 0-1 0,4 4-2 0,0-2 4 16,5 0 4-16,-2-1-5 0,4 3 1 0,0-3-1 15,1 0 0-15,4 3-1 0,-1-2 1 16,1-1-1-16,-3 3 1 0,6 1-1 0,-4 1 4 16,1-3-5-16,-2 0-2 0,-2 2 1 0,3 2 5 15,-3-2-2-15,-1-2-4 0,-1 5 1 0,-3-3-2 0,-1 2 2 16,5-1 2-16,-8-1-3 0,2 2-1 0,-3-2 3 16,0 1-3-16,1-1 6 0,-7 3 0 15,1-1 18-15,-1 0 19 0,-4 2 25 0,-1-2 4 16,-1-2 14-16,-4 1 5 0,-3-2 4 0,-2 4 2 0,-2-2 4 15,4-3 3-15,-5 1 9 0,4-2-1 0,-2 2 0 16,6-4 3-16,-1 1 5 0,6-2-15 0,-2 1-8 16,0 0-10-16,1-4-7 0,4 3-8 0,-2-2-2 15,3 0-14-15,5 3-15 0,-9-2-25 16,6-1-49-16,3 3-42 0,3-6-44 0,-3 6-43 0,9-5-50 16,2-2-62-16,-1 4-40 0,1-1-194 0,2 1-553 15,1 0 245-15</inkml:trace>
  <inkml:trace contextRef="#ctx0" brushRef="#br0" timeOffset="18366.88">2826 3937 280 0,'1'-3'285'16,"2"0"-12"-16,-3 3-30 0,0 0-21 0,4-4-26 15,-4 4-21-15,0 0-22 0,0 0-19 0,0 0-15 16,0 0-11-16,0 0-13 0,6 11-9 0,-5-6-7 16,2 2-12-16,-1 0 6 0,0 3-14 0,2-3-7 15,0 6-4-15,0 2-8 0,0-5-6 0,1 3 0 16,0 0-3-16,2 2-1 0,-1-4 4 0,-3 2-10 16,5-3-3-16,-4 1-1 0,2 0-37 0,0 0-32 15,0-4-41-15,-4-1-35 0,5 2-44 0,0-3-51 16,-4-2-172-16,-3-3-422 0,9 1 186 0</inkml:trace>
  <inkml:trace contextRef="#ctx0" brushRef="#br0" timeOffset="19226.16">2985 3938 10 0,'0'0'152'15,"0"0"-10"-15,0 0-24 0,0 0-20 0,0 0-1 16,0 0-11-16,0 0-8 0,1 15-8 0,2-10-7 16,-3 2 0-16,4-1-12 0,-2 2-6 0,-1 2 2 15,3 0-8-15,0-2-5 0,0 1-8 0,0 0 2 16,-1-3-8-16,0 2 8 0,1-3-8 0,-3 1-1 16,1 0 8-16,2-1-3 0,-3-2-7 0,0 1-6 15,3-1 11-15,-1-1 1 0,-3-2 47 0,1 4 33 16,-1-4 27-16,0 0 10 0,0 0-9 0,0 0-18 15,10-6 0-15,-10 6-5 0,4-8-1 0,-4 3 3 16,4 0 4-16,-4 0-8 0,4-2-6 0,0 1-2 16,-1-2-8-16,1 2-11 0,3-6-6 0,-4 7-3 15,-1-2-12-15,4-3 1 0,0 7-9 0,-2-3-6 16,1 0-9-16,0 2 0 0,1 1-11 0,-1-1 1 16,3 1-3-16,-4 3-8 0,6-1 4 0,-10 1-7 15,16 3 2-15,-5-1-6 0,0 3 3 0,1-3-2 16,-1 3-1-16,0 2-1 0,4 1-4 0,0 2-1 15,-4-2 1-15,1-2-17 0,-1 3-15 0,1-3-7 16,-1 4-5-16,1-2-4 0,-2-1-8 0,-2 1-6 16,4-3-2-16,-5-2-1 0,1 3 1 0,-1-4-5 15,2 2 3-15,-5-1-6 0,3-2 1 0,-3 0-13 16,-4-1-4-16,15-2 2 0,-8-1 0 0,0-1 3 16,0 0 10-16,-3 0 0 0,5-1 5 0,-5 0 7 15,0-1 5-15,3 1 4 0,-4-3 6 0,1 0 7 16,4-2 8-16,-5 4 1 0,-2-5 5 0,2 5 20 15,0-3 18-15,-2 4 19 0,-1-2 14 0,1 0 18 16,-1 3 14-16,0-1 6 0,0-2 2 0,-1 2-3 16,1 2-3-16,0 3-14 0,-4-7-4 0,0 5-8 15,-2-1-6-15,4 0-7 0,-5 2 0 0,7 1-10 16,-14-1-2-16,14 1-4 0,-16 1-4 0,11 0 0 16,-4 1-6-16,4-1-3 0,-3 1 6 0,2 0-12 15,1 2 0-15,-1-2-2 0,4 3-3 0,-1-1 1 16,2 0-2-16,1-4 1 0,1 9 1 0,3-4-2 15,-1 1 3-15,2 0 4 0,2-3-7 0,1 1-1 16,2 4 4-16,-2-2-3 0,0-4-4 0,4 1 4 0,-1 0-1 16,-4 1 1-16,5-3-1 0,-5 1 0 15,3-1 10-15,0-1-8 0,-3 0 2 0,0 0-3 16,-7 0 3-16,11-4-4 0,-4-1 6 0,-2 2 0 16,-2 1 1-16,1-2 26 0,-1 0 9 0,1-3 12 0,-1 4 10 15,-1 0-4-15,1-3-2 0,-2 2 2 0,-1 4 10 16,6-7 8-16,-5 5-5 0,-1 2-20 0,0-5-3 15,0 5-10-15,4-2-3 0,-4 2-8 16,0 0-14-16,0 0-6 0,2-6-29 0,-2 6-27 16,0 0 2-16,0 0 8 0,0 0-16 0,6 9-15 0,-3-5-3 15,-1 1-12-15,4 1-14 0,-3 0-12 0,0-3-23 16,1 2-22-16,0 3-20 0,-3-1-20 0,5-2-21 16,-2 1-18-16,2 1-171 0,-2-4-434 15,2 2 192-15</inkml:trace>
  <inkml:trace contextRef="#ctx0" brushRef="#br0" timeOffset="19866.74">3672 3987 11 0,'0'-3'149'0,"1"-5"11"0,2 1-4 15,-3 1-11-15,5 0-1 0,-3 1 0 16,0 0 2-16,0-2-13 0,2 2-10 0,-3 1-9 0,2-1-11 16,0 1-13-16,1 1-9 0,0 0-11 0,0 0-7 15,0 1-10-15,-4 2-1 0,15-2-9 0,-8 2-4 16,2 2-4-16,1-1-5 0,1 1 0 0,1 1 0 15,-4 0-9-15,3 1 1 0,1-1-3 0,-1 2-3 16,-1 2 1-16,2-2-7 0,-3 0 2 0,0 0 2 16,0 1-2-16,-4-3-2 0,1 1-3 0,1 1 0 15,-4-1-1-15,1 0-1 0,2 1-3 0,-3-3-1 16,-2 1-6-16,2-1 11 0,-3-2 3 0,0 0-7 16,-4 8 4-16,4-8 2 0,-3 3-2 0,3-3 13 15,-8 4 9-15,4-4 12 0,4 0 9 0,0 0 6 16,0 0 14-16,-8 0 0 0,8 0 8 0,0 0-2 15,0 0-2-15,0 0 9 0,0 0-16 0,0 0-9 16,0 0-7-16,0 0-5 0,-3-7-7 0,3 7-4 16,0 0-4-16,7-6-9 0,-1 4-9 0,1 1-8 15,-1 0-8-15,2-2-9 0,2 3-5 0,-2 0-11 16,0-1 0-16,4 1-13 0,0 1-3 0,1-1-1 16,-2 0-6-16,2 0-2 0,-2 2-8 0,0-1 0 15,0-1-2-15,-1 1-1 0,2 2 0 0,-3 0 9 16,-3-3 3-16,2 2 4 0,-2-1 5 0,1-2 5 15,-7 1 7-15,14-2-3 0,-8 2 5 0,-6 0 8 16,12-3 0-16,-4-1 5 0,-4 1-1 0,3 2 2 16,1-5 3-16,-3 0 1 0,4 0 2 0,-4 0 4 15,6-2 2-15,-3 1 8 0,2 0 4 0,-1 1 14 16,-1-1 17-16,-2 1 11 0,-1 2 6 0,1-1 2 16,-4 2-2-16,5 0-10 0,-6 0-5 0,2 1 0 15,-3 2-12-15,0 0-5 0,8-2-4 0,-8 2-5 16,0 0-2-16,9 7-5 0,-7-1 2 0,5 3-2 15,-4 1-1-15,2 2 2 0,2 6-2 0,1 0-2 16,-3 2 1-16,-1 6-1 0,3-1-2 0,0 2-1 16,-1 1 2-16,-1 3 1 0,3 0 1 0,-1 2-3 15,-3-2 1-15,0-2 0 0,-1 0 2 0,4-1-1 16,-5 1 2-16,-2-9-3 0,3 0-3 0,-3-1 5 16,0-1 1-16,0-5-3 0,-3-1-1 0,2 0-24 15,-4-3-27-15,1 0-36 0,-2-4-45 0,-1 0-56 16,-1-2-54-16,-4-2-125 0,0-1-392 0,-2-3 174 15</inkml:trace>
  <inkml:trace contextRef="#ctx0" brushRef="#br0" timeOffset="20088.37">3321 3702 201 0,'-7'-5'279'0,"0"-3"-21"15,1 4-25-15,1-2-23 0,0 2-24 0,-2-1-19 16,2 2-26-16,4 2-58 0,1 1-60 0,-5-2-42 0,5 2-48 16,0 0-69-16,0 0-125 0,6 11-281 15,-1-5 126-15</inkml:trace>
  <inkml:trace contextRef="#ctx0" brushRef="#br0" timeOffset="22078.82">4954 3683 236 0,'-1'-7'234'15,"0"0"-14"-15,-1 3-25 0,1 0-5 0,-2-1-18 0,2 1-19 16,1 4-22-16,-5-4-6 0,5 4-19 0,0 0-11 16,-14 5-13-16,7 2-8 0,-1 0-9 15,0 5-5-15,1-3-5 0,-3 8-6 0,-2-2-4 16,4 3-4-16,0-2-7 0,0 2-1 0,1-1-4 0,-1 1 1 16,2-1-7-16,2 0 1 0,0-5 3 0,0 1-13 15,3 1 0-15,1-3 0 0,1 0-1 0,3 0 0 16,-3 0-2-16,6-3 3 0,0 0-6 15,1-1 4-15,6-1-3 0,0-1 1 0,6-2-8 0,-1-1-18 16,4-2-14-16,-3-2-4 0,3 1-13 0,-1-4-14 16,1 0-10-16,-1-1-7 0,5-4-6 0,-7 1-5 15,-2-2 4-15,0 1 9 0,0-1 0 0,-7-2 7 16,5 0 6-16,-4-4 14 0,-1 5-17 0,-3-5 33 16,-1-2-6-16,-3-1 5 0,0 2 6 0,-1 0 3 15,-2 0 13-15,-1 1 24 0,-4-2 19 0,3-1 6 16,-2 2 16-16,-2 2 17 0,1 5 3 0,0-2 6 15,-2 1 3-15,2 2 2 0,-1 0-2 0,1 3-3 16,1 1-8-16,-1 1-4 0,1-1-11 0,2 1-9 16,-1 3-9-16,2 2-4 0,0 0-4 0,-5-1-4 15,5 1-2-15,0 0-5 0,-7 13 3 0,7-6-4 16,0 5-5-16,0-2 1 0,4 7 2 0,-1 2-7 16,0 0 5-16,-2 1-6 0,3 1 2 0,2 1-1 15,0-2-2-15,5 6-2 0,-4 0 2 0,1-6-2 16,0-1-3-16,3 1-5 0,3 4-6 0,-3-8 2 15,1 0-3-15,3-2-6 0,0-3-6 0,-1 2-6 16,-2-8-3-16,4 2-1 0,-1-2-9 0,0-3-1 16,4 1 1-16,-5-3-3 0,5-2-3 0,-7-1 11 15,3-1-2-15,-3 0 0 0,-3-2 9 0,1-2 3 0,1 0 2 16,-5-1 4-16,0-3 1 0,1 1-1 16,-6 1 5-16,2-3 8 0,-2 3 8 0,-1-3 14 15,0 3 8-15,0 1 12 0,-1-3 1 0,-2 6 0 16,2-6 7-16,-3 5-6 0,1 2-1 0,-2-2-5 0,2 3-6 15,-4-1-4-15,3 2-2 0,-3 3-3 0,2-2-2 16,5 2-5-16,-15 2 1 0,5 1-2 16,-2 4-3-16,4-2 0 0,0 3-1 0,0 0-7 15,-2 2 10-15,5-2 0 0,-2 3-4 0,4-4 2 0,-1 4-2 16,3-3 3-16,-1 2-7 0,1-3 2 0,2-1-2 16,1 1-7-16,-1-2 16 0,2 0-7 0,0-1 1 15,-1-1-3-15,7-1 5 0,-4-2-4 0,-5 0 1 16,16-2 2-16,-5-1 0 0,1-2 3 15,-3 1-7-15,0-1 4 0,2-2-3 0,-2 1 3 0,1-1 2 16,-3-4-4-16,4 4-1 0,-6-1-1 0,1 0 21 16,-1 0 7-16,-1 1 4 0,1 1 0 0,-2-1 4 15,1 1-2-15,-2 2 1 0,-1 1 1 0,2 0-11 16,-3 3-4-16,1-6-6 0,-1 6-3 0,0 0-2 16,3-1-4-16,-3 1 0 0,0 0-3 0,0 0 3 15,0 14 7-15,1-8-10 0,1 4-2 0,0-4-6 16,0 4 3-16,2-2-5 0,-3 4-3 0,0-4-1 15,3 4-10-15,2-2-2 0,-2-1-6 0,0 1-4 16,0-2-8-16,0 0-3 0,0-2-14 0,-1-1-8 16,1-1 8-16,0 1-4 0,2-2 2 0,-2-1 3 15,0-2-8-15,-4 0-5 0,12-4-9 0,-9 2 6 16,2-3 20-16,1-1-7 0,-2 0 12 0,1 1 7 16,-1-5-5-16,-1 2 9 0,0-2 3 0,1-2 5 15,0-1 3-15,-4 5 19 0,1-5 22 0,2-2 12 16,-2 3 0-16,2 0 12 0,-1 1 3 0,-2 1 10 15,1 0 0-15,-1 0-3 0,2 3 2 0,-2 0-2 16,2 1-5-16,-1 2-8 0,-1-1-6 0,0 5 1 16,4-7-5-16,-2 6-8 0,-2 1 0 0,0 0-4 15,0 0-4-15,12 1 3 0,-12-1-2 0,8 4-3 16,0-1-1-16,-4 1 3 0,4 2-3 0,-1-1-2 16,3 2 2-16,-5-3 1 0,3 4-3 0,1 0-3 15,-3-3 2-15,0 3-2 0,1-1 1 0,-5-1 2 16,7 1-3-16,-7-1 2 0,2 0-4 0,0 0 0 15,-4 4 1-15,0-6 2 0,3 1-6 0,-6 2 7 0,3-1 2 16,-4-3-5-16,3 3-1 0,-3-2 5 16,-2-1-5-16,2 1 4 0,0-2 2 0,-1 2-3 15,2-2 2-15,3-2 2 0,-4 5-4 0,4-5 4 16,0 0 8-16,-8 0 3 0,8 0 0 0,0 0-2 0,0 0-4 16,0 0 1-16,-3-11-4 0,3 11 0 0,7-7-6 15,-2 1-3-15,1-1-3 0,2 1-5 0,0-4-5 16,3 2-8-16,3-6-7 0,2 3-10 15,-4 0 8-15,2-1-12 0,1 1-6 0,0-1 0 0,-2 1 4 16,-2 3 3-16,1-1 0 0,-4 1 4 0,5 0 17 16,-8 1-8-16,5 1 3 0,-5 3 7 0,-2-2 1 15,5 1 8-15,-5 2 5 0,2-2-4 0,-4 2 2 16,-1 2 2-16,3-5-4 0,-3 5 3 16,6-1-2-16,-6 1-2 0,0 0 2 0,0 0-3 0,0 0 5 15,0 0 3-15,0 0-3 0,1 12-3 0,-1-12 1 16,0 6 8-16,0-1-5 0,0 0 2 0,3 0-6 15,-2 0 7-15,1 1 6 0,3 1-3 0,1-2-1 16,0 3-2-16,2 1-6 0,-1-2 13 0,0 3-2 16,1-3 1-16,2-1 1 0,-3 2-8 0,-2-1 7 15,3 1 1-15,-1 2-3 0,-3-7 0 0,0 1-3 16,-1 2 1-16,0 0 0 0,-2-3 1 0,-2 1 6 16,-1 0-6-16,-1 2 5 0,-1-3 6 0,0 0 7 15,-1-2 7-15,-1 1 5 0,-3 2 4 0,3-1 0 16,-2-3 1-16,-1 1 4 0,5 1 1 0,4-2-3 15,-11 1-2-15,5-1 6 0,6 0 5 0,-10 0 5 16,10 0-4-16,-9-3-8 0,9 3-4 0,0-5-5 16,0 5-5-16,4-9-2 0,1 4-7 0,2-3-10 15,3 2-8-15,-3-3-12 0,5 1-6 0,3-2-8 16,1 0-3-16,1 1-10 0,0-1 1 0,0 1 2 0,0 1 1 0,-3 2 6 16,-2-1-1-16,2 1 5 0,-4 2 0 0,0-2 2 15,-3 3-3-15,0 2 7 0,2-2 3 0,-6 3-4 16,4-1 6-16,-7 1 3 0,0 0-8 15,8 4 6-15,-4 0 2 0,-2-1-1 0,0 1 2 0,0 2 1 16,0 1 6-16,-2-1-3 0,3 2 4 0,1 1-1 16,-1 1 1-16,1 1 0 0,0-2 1 0,3 2 2 15,-1-4 2-15,0 3-35 0,-1-4-32 0,1-1-34 16,1 2-33-16,-3-5-138 0,2 1-292 0,0-3 130 16</inkml:trace>
  <inkml:trace contextRef="#ctx0" brushRef="#br0" timeOffset="22421.16">6505 3527 20 0,'-4'-5'275'0,"4"-2"-10"16,0 2-15-16,-3 2-21 0,3 3-24 0,0-6-25 0,0 6-22 15,0 0-16-15,0 0-16 0,0 0-13 0,0 0-13 16,-11 13-9-16,8-3-12 0,3 3-7 0,3 5-7 15,-1 1-4-15,2 3-11 0,1 9-3 0,2-2-5 16,0 2 0-16,2 2-11 0,-1-1 0 0,-1 3-4 16,5 1 6-16,-3-4-9 0,2 3-4 0,-2 1 1 15,-1-1-2-15,0 1-3 0,-1-1-1 0,3-1 0 16,-1-1-1-16,-6-4-1 0,2-1-2 0,-2-1-3 16,-3-7 4-16,0-2-1 0,0-4-2 0,-4-3 2 15,1 0 0-15,2-4-2 0,-3-1 2 0,0-3 3 16,-2 1-1-16,-2-3-1 0,8-1-3 0,-16-5-1 15,5-1-27-15,2-4-32 0,-7-3-31 0,2 1-43 16,1-6-53-16,-7-2-48 0,1-5-168 0,4 2-425 16,-3-5 188-16</inkml:trace>
  <inkml:trace contextRef="#ctx0" brushRef="#br0" timeOffset="22686.76">6491 3807 40 0,'7'-5'168'0,"1"3"-5"0,3-3-3 15,0 3-10-15,0-1-6 0,1 1-16 0,1-1 3 16,-1 1-4-16,-1-1-8 0,0 2-5 0,2-2-15 16,-2 2-9-16,0 1-9 0,2-3 1 0,-2 3-17 15,-2 0-6-15,0-1-6 0,1 1-2 0,-2 1-11 16,0-1-1-16,0 3-5 0,0 1-3 0,-1-3-8 16,1 4-1-16,3 3 1 0,-3 0-6 0,-1 2 1 15,1 0-3-15,-1-1 0 0,-2 3-5 0,1-4 1 16,-1 5 1-16,2-3-3 0,-2 3-1 0,1-2-3 15,-1 0-1-15,1 1 6 0,0-3-5 0,0 0 2 16,-2 0 4-16,0-3-5 0,-1 1-1 0,0-2 3 16,1-1-19-16,1 0-25 0,-1 1-28 0,-4-5-46 0,7-2-63 15,-7 2-164-15,0 0-364 0,8-9 162 16</inkml:trace>
  <inkml:trace contextRef="#ctx0" brushRef="#br0" timeOffset="22905.49">6812 3583 67 0,'-1'-2'307'0,"-2"-3"-9"0,3 5-12 0,-2-3-17 16,2 3-11-16,-2-4-34 0,2 4-24 0,-4-4-20 16,4 4-18-16,0 0-19 0,0 0-15 0,-4-4-30 15,4 4-35-15,0 0-25 0,0 0-12 16,0 0-31-16,0 0-36 0,0 0-37 0,-4 13-44 0,4-9-52 15,-3 2-52-15,6 1-125 0,-2-2-379 0,-1 1 169 16</inkml:trace>
  <inkml:trace contextRef="#ctx0" brushRef="#br0" timeOffset="23530.43">6985 3650 121 0,'0'0'205'0,"0"0"-23"0,0 0-18 15,0 0-17-15,-13 8-14 0,9-2-14 0,-2-1-14 16,3 2-8-16,-1 2-11 0,1 0-5 0,-1 3-9 16,-1-2-8-16,5 2-8 0,0 1 0 0,0-2-11 15,5 1 0-15,-2 0-2 0,1 1-6 0,3-1-2 16,0-2 1-16,2 2-6 0,2-4-4 0,3 3 0 15,2-4 4-15,1 2-6 0,1-4-4 0,4-1-2 16,-1-1-6-16,-1-2-7 0,0-1-12 0,1-1-8 16,2-3-5-16,-1 0-3 0,-2 0-7 0,-1-4-1 15,-4 2 7-15,2-4-2 0,-8 2 5 0,3-4 3 16,-5 5 2-16,0-5-5 0,-1 1 11 0,-3 1 5 16,-1-2 12-16,-2 2 16 0,0 0 17 0,-2 1-4 15,-3 1 5-15,1-1 1 0,0 1-4 0,0 2-3 16,-2 1-4-16,-2 1 0 0,-4-1-6 0,4 4-8 15,-3 1 4-15,-3 0-3 0,3 0-7 0,-2 2 4 16,-1 3-2-16,3-1-4 0,-1 1-1 0,1 2-1 16,0-2 3-16,3 3-2 0,0-2-2 0,2 0 2 15,2 2-4-15,-2-2 1 0,2 1 1 0,2-2 0 16,-1 0-4-16,3 0 6 0,0-1-1 0,3 0 1 0,-1 0-2 16,2-2 0-16,-4-2 1 0,13 2 2 0,-6-4-4 15,1 1 2-15,6-1 2 0,-3-5-5 16,2 2 2-16,-2 0-1 0,4-1-1 0,-3-1 0 15,-1 1 22-15,1-1 11 0,-1-1 13 0,-2 2 4 0,-1 0 1 16,-2 2 4-16,1-1-1 0,-4 2-5 0,1-1-7 16,0 2-3-16,-4 2-10 0,7-3-3 0,-2 2-7 15,-5 1 0-15,0 0-7 0,0 0 1 16,11 3-3-16,-8 0 0 0,-2 0-2 0,3 2-1 0,2 0 1 16,-1 0-4-16,-1 0-2 0,-1 2-12 0,4-2-14 15,-3 0-6-15,2-1-11 0,4 1-16 0,-4-1-17 16,5 0-18-16,1 0-22 0,-3-2-19 0,4-2-24 15,-3-1-18-15,0-2-10 0,1 1-7 0,0-4-136 16,-3-1-350-16,4-1 156 0</inkml:trace>
  <inkml:trace contextRef="#ctx0" brushRef="#br0" timeOffset="24281.89">7615 3401 118 0,'0'-10'198'0,"0"-1"16"16,-3 4-4-16,3 2-7 0,0 0-20 0,0 1-20 15,-1-1-18-15,1 5-22 0,-3-5-11 0,3 5-10 16,0 0-12-16,0 0-13 0,-11 14-4 0,11-4-10 16,-4 2-4-16,4-1-7 0,0 2-3 0,-4 6-11 15,4 3-1-15,4 3-3 0,-8 5-5 0,8-3 0 16,-3-2-5-16,-1 4 0 0,3-1-2 0,-3-1-2 16,4-1 0-16,-4 2-4 0,2-8 0 0,2-1 1 0,-3-1-1 15,2-4-2-15,-2-1-15 0,2 0-23 0,-3 0-21 16,1-7-18-16,1 1-12 0,-1-1-4 15,-1-3 10-15,0 1-19 0,0-4-19 0,0 0-17 16,0 0-1-16,0 0-5 0,0 0-10 0,0 0 1 0,-4-15 2 16,1 8 17-16,-1 3-68 0,3-8 168 0,-5 1-60 15,2 0 21-15,0 2 16 0,0-2 28 0,-1 2 22 16,2-3 31-16,0 2 21 0,0-2 19 16,2 1 17-16,-2 1 14 0,1-2 5 0,0 2 5 15,4 1-6-15,-2 0-14 0,2-2-3 0,1 5-12 0,3-1-7 16,-1 0-9-16,7 1-6 0,-1 1-8 0,-1 0-7 15,4-1-5-15,0 4-4 0,1-1-4 0,-1 1-3 16,5 2-7-16,-6-1 1 0,2 3-3 16,0-1-3-16,-1 2-3 0,0-1-1 0,0 4-3 0,0-2-3 15,-3 1 3-15,1 0-2 0,0 1-1 0,-1 1-4 16,-1-2 4-16,-2 4-3 0,0-2-3 0,-1 1-1 16,-2 2 1-16,-2-1-1 0,-3-1 1 0,1 2 1 15,-1 0 2-15,0-2-3 0,-1 0 0 0,1 1 2 16,0-2-5-16,-3 1 5 0,3-2 0 0,-1-1-4 15,-2 1-1-15,3-2 2 0,0-1 2 0,0-3 0 16,0 7 3-16,0-7-2 0,3 4 1 0,-3-4 3 16,0 0-5-16,0 0 0 0,15-7-1 0,-8 3-1 15,2 1 0-15,-2-4 3 0,3 1-3 0,-1-2 5 16,-1 1-5-16,-1-1-4 0,0 0 4 0,2 0 0 16,-3-1-2-16,-1 0 1 0,-1 2 3 0,-1 1-1 15,0-3 1-15,1 4-2 0,-3 2-2 0,2-3 3 16,-2 0 0-16,1 2 3 0,-2 2-4 0,0 2-6 15,1-5 0-15,-1 5-2 0,0 0-1 0,4-5 2 16,-4 5 1-16,0 0-2 0,0 0 3 0,6 12-2 16,-4-7 2-16,5 0-3 0,-4 2 3 0,2-2 2 15,2 4 1-15,1-1-2 0,-1 0 0 0,2 0 2 16,0 1-3-16,3-1 2 0,0 0 2 0,-1-1-1 16,-3 0-4-16,3-3 6 0,-3-1-3 0,0 1 1 15,-2 0 3-15,5-1-3 0,-3-2 7 0,-3 0-4 0,-5-1 3 16,17-3 0-16,-11 1 1 0,0-1-5 15,2 1 2-15,0-2-2 0,-1 0-30 0,-2-1-46 16,5-1-55-16,-4 1-57 0,0 0-161 0,4-2-373 16,-3-1 165-16</inkml:trace>
  <inkml:trace contextRef="#ctx0" brushRef="#br0" timeOffset="24457.07">8062 3338 25 0,'-8'3'-5'0,"-3"1"-4"0,2 0 2 0</inkml:trace>
  <inkml:trace contextRef="#ctx0" brushRef="#br0" timeOffset="25311.59">4196 4893 101 0,'5'-12'245'0,"3"-2"-14"0,-3-1-3 0,-2 4-11 16,0-1-9-16,1-1-11 0,-4 1-11 16,1 1 2-16,-1 0-2 0,-1 0-3 0,0 5-17 15,-2-4-9-15,-1 3-15 0,1 1-15 0,-4-1-7 0,2 2-20 16,1 1-8-16,-3 0-18 0,-1 3-3 0,-3 0-8 16,0 2-6-16,0 3-6 0,-4 0-6 0,4 2-10 15,2 2 0-15,-2 0-7 0,-3 4-2 16,5 0-8-16,2-1 0 0,2 5 1 0,-1 0-7 0,2 1 2 15,4 2-4-15,0-2-2 0,0 11 0 0,0-9 8 16,4 2-10-16,-1-1 0 0,2 9 4 0,2-3-6 16,1 4-1-16,2 1 1 0,-2-5 3 0,-2 4-4 15,0-1 2-15,0 2 0 0,0 0 0 0,0 1-5 16,-2-2 8-16,4 0-6 0,-8 1 3 0,4 1-1 16,0-5 0-16,-1-2-2 0,1-3 2 0,-2-4 2 15,-1-1-4-15,-1 1 1 0,0-5-1 0,4 0 0 16,-4 0 7-16,0-1-7 0,3-1-2 0,-3-4-8 15,1-1-15-15,-2 2-16 0,2-2-12 0,-1-2-22 16,0 1-9-16,3-2-19 0,-3-3-46 0,0 0-64 16,0 0-59-16,0 0-195 0,0 0-504 0,0 0 223 15</inkml:trace>
  <inkml:trace contextRef="#ctx0" brushRef="#br0" timeOffset="25510.49">4049 5304 112 0,'2'-6'313'0,"1"1"-2"0,0 1-3 15,-3 0-4-15,2-3-12 0,1 3-16 16,-1 1-25-16,-1-1-19 0,2-1-24 0,-2 1-19 16,2 1-22-16,-2-2-12 0,3 1-22 0,1 1-12 15,1-2-13-15,2 0-13 0,2-1-34 0,3 2-58 0,1-2-47 16,5-2-46-16,-1 4-56 0,5 0-65 0,4-6-51 15,-4 6-219-15,0 4-522 0,-4-5 231 16</inkml:trace>
  <inkml:trace contextRef="#ctx0" brushRef="#br0" timeOffset="26166.68">4424 5373 114 0,'0'-5'268'0,"0"5"-12"0,0 0-34 0,0 0-24 16,0 0-22-16,0 0-20 0,0 0-18 0,0 0-12 15,0 0-9-15,-3 15-15 0,3-8-8 0,0 3-14 16,0 1-10-16,0 2-3 0,1-3-3 0,2 3-12 16,-1-3-2-16,-1 2-6 0,3-1-2 0,-1 0-5 15,-2-2-5-15,5 2 1 0,-2-3-4 0,1 1 2 16,2 1-8-16,-3-5-2 0,0-1-2 0,-1-3 2 15,1 4-6-15,0-2 2 0,-1-2 0 0,-3-1-4 16,0 0 4-16,15-4-6 0,-13 1 0 0,1-2-2 16,0 0 1-16,1-3-3 0,-4 1 1 0,3-3-3 15,1 1 0-15,0-3-1 0,-3 2 3 0,3 1 1 16,-2-1 18-16,0 3 10 0,0 0 1 0,0 1-3 16,1 2-3-16,-1-3-3 0,-1 2-5 0,0 2-1 0,2-1-5 15,1 3-5-15,-4 1-1 0,8-2-4 0,-8 2-2 16,10 3-1-16,-2 1 5 0,3 1-6 0,-2 1 2 15,2 1 1-15,0-1-3 0,0 1-1 16,2 1 3-16,1 2-4 0,-3-2 4 0,4 2 4 0,-3-3-8 16,0 2 4-16,-2-3-4 0,1 1 2 0,-3-5 1 15,0 2 2-15,-1-2-1 0,0 1 5 0,-4-2 2 16,2 0-3-16,-5-1-3 0,8-3 0 0,-7-1 2 16,2 0-1-16,-3-4-3 0,2 1 0 0,-2-1 1 15,0-4-1-15,-2 3 0 0,-1-4 3 0,2-1 0 16,-4-2-1-16,3 3 2 0,-2 0-5 0,3-5 0 15,-2 6 0-15,2-2-3 0,1-1-17 0,-3 2-47 16,2 2-41-16,-1-2-44 0,5 2-51 0,-3 0-48 16,3 4-177-16,-2-1-459 0,1 2 204 0</inkml:trace>
  <inkml:trace contextRef="#ctx0" brushRef="#br0" timeOffset="26510.4">4960 5008 223 0,'0'0'333'15,"0"0"-19"-15,0-4-25 0,0 4-31 0,0 0-25 16,0 0-23-16,0 0-24 0,0 0-22 0,0 0-15 15,-14 7-17-15,9-2-13 0,-1 1-11 0,-2 2-8 0,3 2-13 16,-4-1-5-16,3 1-13 0,0 1-6 0,1-1-5 16,-2 0-8-16,2 1-6 0,-2 1-1 15,3 1-4-15,3 5-4 0,1-2-7 0,-2 1 1 16,2 0-4-16,2-3 2 0,0 3-2 0,2-2-2 0,6 0-6 16,-5-2 0-16,6 1-3 0,-4-3-1 0,6 3-10 15,-2-6-13-15,0 0-20 0,7 0-25 0,-5-3-29 16,1-2-35-16,4 3-47 0,-5-4-35 15,4-3-42-15,-4 0-208 0,2-3-487 0,-2 0 216 0</inkml:trace>
  <inkml:trace contextRef="#ctx0" brushRef="#br0" timeOffset="26807.24">5328 4990 177 0,'2'-2'279'0,"-2"2"-12"0,3-6-17 0,-3 6-17 16,0 0-23-16,0 0-18 0,0 0-18 0,1-2-16 15,-1 2-18-15,0 0-15 0,0 0-16 0,0 0-10 16,0 0-9-16,-7 9-11 0,3-5-5 0,0 2-6 16,0 2-10-16,-4-1-2 0,2 2-7 0,2 0-5 15,-3 4-5-15,-2 2-3 0,1 1-2 0,1-1-3 16,-3 0-5-16,1-1-3 0,1 2 0 0,2-1-3 0,-2 2-2 15,1-3-1-15,1 1-1 0,-3 0-1 16,4-2-32-16,2-3-18 0,-6 0-31 0,5-1-33 16,0-3-38-16,-2 1-36 0,6-2-32 0,-3-2-40 15,-1 0-131-15,4-3-406 0,-4 1 179 0</inkml:trace>
  <inkml:trace contextRef="#ctx0" brushRef="#br0" timeOffset="27028.38">5138 5094 92 0,'0'0'167'0,"0"0"-9"0,0 0-19 0,0 0-20 15,0 0-10-15,0 0-13 0,0 0-10 0,10 8-5 16,-6-3-8-16,0 1-5 0,2 0-5 0,0 0-7 16,2 1-6-16,2 2-1 0,2-1-5 0,-3 1 21 15,6 2-3-15,0-1-6 0,-4-2-6 0,4-1-4 16,0 3-2-16,4-2-3 0,-5 3-6 0,2-4-6 0,-4-4-52 15,3 1-53-15,-1-1-59 0,1 1-139 0,-4-2-298 16,2 0 132-16</inkml:trace>
  <inkml:trace contextRef="#ctx0" brushRef="#br0" timeOffset="27372.09">5459 4904 172 0,'-3'-4'265'0,"3"4"-21"0,0 0-24 0,0 0-26 16,0 0-17-16,6-2-19 0,-6 2-18 0,12 1-13 15,-12-1-9-15,11 4-15 0,-3 0-14 0,6-1-10 16,-5 0-6-16,2 2-7 0,3 2-9 0,-3-1-8 15,9 2 4-15,-5 1-6 0,3 1-12 0,-6 1-1 16,4 0-5-16,-2 0-2 0,1 2-2 0,-6-4 1 16,5 5-4-16,-6-2-3 0,-3-2-1 0,5 9-3 15,-7-7-2-15,1-1 4 0,-2 2-3 0,1 0-3 16,-6 0 3-16,1 1-3 0,-4 1 4 0,1-2-2 16,-3 2-3-16,2-1-2 0,-6-1-2 0,1 0-31 15,0 1-34-15,-1 0-43 0,1-5-52 0,4 0-58 16,-2 0-166-16,1-1-408 0,2-2 182 0</inkml:trace>
  <inkml:trace contextRef="#ctx0" brushRef="#br0" timeOffset="27715.81">5953 5067 8 0,'0'0'347'0,"0"0"-7"0,0 0-17 0,0 0-10 0,0 0-18 16,1-5-27-16,-1 5-20 0,0 0-29 0,0 0-25 15,7-4-17-15,-7 4-18 0,8-4-18 0,-4 4-12 16,-4 0-16-16,11-5-8 0,-3 5-16 0,2-1-8 16,-3 0-7-16,6-2-7 0,-1 1-12 0,1 0-19 15,0 1-16-15,1-1-28 0,1 1-24 0,-2-1-24 16,2-1-31-16,-4 1-31 0,0 2-32 0,1 1-37 16,-2-2-30-16,1-1-34 0,-2 2-199 0,-3 0-486 15,-1 0 215-15</inkml:trace>
  <inkml:trace contextRef="#ctx0" brushRef="#br0" timeOffset="27934.54">6011 5209 160 0,'0'0'215'0,"0"0"3"0,0 0 10 0,0 0-11 16,6 6-8-16,-6-6-16 0,10-1-15 0,-10 1-11 15,17-4-21-15,-5 2-14 0,0 2-14 0,3-1-12 16,3-1-11-16,1-2-9 0,-3 2-10 0,5-5-14 16,-2 5-53-16,-7-1-55 0,3 3-60 0,4-5-84 15,-4 1-190-15,-4 2-409 0,-3-2 181 0</inkml:trace>
  <inkml:trace contextRef="#ctx0" brushRef="#br0" timeOffset="48733.73">6679 4977 166 0,'1'-5'300'0,"2"-1"-6"16,-3-2-7-16,2 3-8 0,-1-1-6 0,-1 0-8 15,3 1-9-15,-3 2-8 0,1-1-8 0,-1-2-10 16,0 6-20-16,0-5-19 0,0 5-18 0,0-3-26 16,0 3-18-16,0 0-16 0,0 0-9 0,0 0-8 15,0 0-19-15,-5 11-5 0,3-4-7 0,2 1-3 16,-4 3-11-16,1-1 4 0,2 6-25 0,-2 1 12 15,2-1-1-15,-4 2-8 0,3 0-1 0,1-2-2 0,1 1-3 16,3-2-8-16,-3 3 2 0,0-5-7 0,5-1-8 16,-4 1-4-16,2 2 3 0,-2-5-10 15,2 1-11-15,-3 1 4 0,4-6-20 0,-1-1-2 0,1 3-2 16,0-4 6-16,1-1 3 0,-1-1-2 0,2-2 10 16,-6 0-2-16,12-2 2 0,-5-3 8 0,-2 0-5 15,5-2 3-15,0-1 10 0,-1-2-7 0,-4-1-3 16,6 1 4-16,-2 0-4 0,0-1 9 0,-1 0-6 15,3-1 3-15,-2 3-1 0,0 0 2 0,-4 1 3 16,1 0-1-16,-2 3 3 0,1 1-6 0,-1 2 0 0,-1 0 0 16,2 1-3-16,-5 1 4 0,10 3-3 0,-6-1 5 15,4 2-3-15,-2 4 4 0,3-2-2 0,-2 3 2 16,1 0 4-16,0 2-5 0,2-2 2 0,-2 1-1 0,3-2 1 16,1 5 4-16,-5-5 2 0,5 1-7 15,-1-4 8-15,1 1-5 0,-4-2 3 0,2 0 1 16,2-1-2-16,-1-3 2 0,0-1-3 0,1-2 4 15,-1-1-2-15,-1-4 2 0,-1 3 1 0,-1-4 2 0,-1 2-5 16,0-5 18-16,1 2-18 0,-4-2 2 0,1 1 6 16,1-2-11-16,-3-5 2 0,-2 1 12 0,-1 1-11 15,0 2-4-15,-1 2 4 0,-2-2 4 0,-1 1-16 16,1 2 9-16,-4 1 3 0,1-1-5 0,2 3-25 16,2 2-37-16,-2 1-41 0,0 1-56 0,1 2-65 15,-1-1-46-15,4 3-42 0,0 0-210 0,0 0-567 16,-8 8 252-16</inkml:trace>
  <inkml:trace contextRef="#ctx0" brushRef="#br0" timeOffset="49110.5">7396 5088 100 0,'-3'-4'316'0,"3"4"-10"0,0 0-20 0,-4-3-27 16,4 3-34-16,0 0-14 0,0 0-23 0,0 0-23 15,0 0-18-15,0 0-16 0,0 0-9 16,0 0-11-16,-3 9-12 0,3-9-9 0,4 8-8 0,1-5-11 16,-4 3-6-16,3-1-10 0,2 0 0 0,3 0-4 15,-4-1-6-15,5 1-2 0,-3-1-6 0,1-2-5 16,-1-1 0-16,1 2-4 0,-3 0 0 0,2-2-8 15,-2 1 5-15,0-1 0 0,-5-1-6 0,0 0-2 16,9-4 4-16,-9 0 12 0,0 4-18 0,0-7-1 16,-5 4-3-16,2-2-4 0,-3-1 0 0,2 0 2 0,-4 1-4 15,3 1-6-15,-3-2 1 0,2 1-12 0,-1 0-14 16,-2-1-25-16,2 4-29 0,3-1-27 0,-2 1-30 16,2-1-39-16,4 3-29 0,-8-2-41 0,8 2-183 15,0 0-463-15,0 0 206 0</inkml:trace>
  <inkml:trace contextRef="#ctx0" brushRef="#br0" timeOffset="49597.76">7909 4947 200 0,'0'0'295'0,"0"0"-11"16,-11-6-24-16,11 6-15 0,0 0-12 16,-14 0-16-16,6 3-22 0,-7 1-18 0,-3 1-14 15,2-2-11-15,2-1-22 0,0 0-12 0,-3 4-12 0,2-2-7 16,-3 1-16-16,4 0-10 0,-4 0 4 0,3 0-17 16,3-1-7-16,-3 1-4 0,1 2-5 0,2-4-7 15,4 2-9-15,-2 4-5 0,6-5-10 0,-4 1-5 16,7 3-9-16,-1 0 1 0,4-2-3 0,7 2-1 15,-1 0-3-15,11 0 5 0,9 4-6 0,0-3-5 16,6 0-6-16,4-3-22 0,0 2-9 0,2-3-9 16,-2-1-10-16,-2 0-3 0,1-3-1 0,-1-1-3 15,-4 1 3-15,1-1 5 0,-3-2-2 0,-10 0 5 16,-2 0 10-16,-3-2 7 0,-4 1 6 0,1-3 7 16,-4 1 13-16,-4-1 12 0,-1-1 14 0,-3 0 1 15,0-2 10-15,-4 0 12 0,-2-1 6 0,-6-3 5 16,1 2 9-16,-5-3 5 0,1 1 6 0,-4 3-1 15,1-3-6-15,-1 3 0 0,0 1-5 0,0 1-11 16,0 2 11-16,4-1-7 0,-4 2-4 0,7 0-4 16,-6 2-4-16,3 0-6 15,2 2-15-15,2 1-14 0,-4 1-20 0,4 0-22 16,1 2-29-16,-2 0-37 0,4 2-29 0,0-1-44 16,2-1-46-16,0 1-151 0,0 0-417 0,2 1 185 15</inkml:trace>
  <inkml:trace contextRef="#ctx0" brushRef="#br0" timeOffset="49875.45">7865 4829 64 0,'-2'-7'366'0,"2"7"-14"0,-2-2-15 0,2 2-24 16,0 0-25-16,0 0-30 0,0 0-29 0,0-5-18 0,0 5-31 15,0 0-22-15,0 0-20 0,0 0-19 0,0 0-8 16,-4 13-11-16,4-8-14 0,3 7-4 0,-3 1 0 16,1 4-18-16,1 5-6 0,0 4-3 0,-2 7-2 15,5-4-4-15,-2 5-10 0,1 2-22 0,-1-1-11 16,-3 0-18-16,4-1-10 0,-1 2-17 0,1 0-15 16,-4-1-19-16,4-3-16 0,-1-1-24 0,1 0-25 15,-3-5-40-15,3-6-40 0,-1-3-49 0,1-1-169 16,0-4-471-16,2-3 208 0</inkml:trace>
  <inkml:trace contextRef="#ctx0" brushRef="#br0" timeOffset="50246.73">8386 4800 137 0,'0'-3'330'16,"0"3"-15"-16,0-6-12 0,0 3-9 0,0 3-18 15,0 0-14-15,3-4-24 0,-3 4-29 0,0 0-26 16,0 0-18-16,0 0-20 0,0 0-21 0,0 0-11 15,-18 7-9-15,12 0-16 0,-4 2 2 0,-3 2-17 16,5 4-6-16,-4 1-7 0,0 1-7 0,1 2-7 0,7 2 1 16,-7 6-8-16,1-1 5 0,1 0-13 0,2 2-1 0,4-7 3 15,1-1-6-15,2 7-6 0,1-7 5 0,0-2-12 16,5 3 6-16,0-3-7 0,6 0-4 0,-3-2-5 16,6 0-1-16,0-4-10 0,4 1-28 0,-1-3-30 15,5-4-36-15,-1-2-45 0,0-2-37 0,1-2-58 16,1-1-51-16,-2-2-203 0,-3 0-536 0,8-8 239 15</inkml:trace>
  <inkml:trace contextRef="#ctx0" brushRef="#br0" timeOffset="50533.27">8755 4890 284 0,'1'-5'317'15,"-1"5"-21"-15,-4-4-19 0,4 4-27 0,0 0-24 16,0 0-27-16,0 0-24 0,-1-4-22 0,1 4-11 16,0 0-19-16,0 0-12 0,-9 10-10 0,5-9-11 15,1 5-9-15,-3 2-8 0,-1 0-7 0,2 0-6 0,-4 4-7 16,-3 0-2-16,4 0-8 0,-3 4 0 0,-2-1-5 16,0 0-7-16,2 1 0 0,-1 2-3 0,0 0-3 15,-3-3-5-15,5 2-22 0,-2-2-22 0,0-1-25 0,4-1-24 16,-2-2-33-16,2 1-43 0,1-3-39 0,3-1-37 15,-1-1-23-15,-1-2-140 0,3 2-419 0,1-5 186 16</inkml:trace>
  <inkml:trace contextRef="#ctx0" brushRef="#br0" timeOffset="50755.2">8534 4949 50 0,'-1'-7'266'0,"1"7"-27"0,0-3-25 0,0 3-26 16,0 0-19-16,0 0-16 0,0 0-15 0,0 0-13 16,0 0-9-16,5 14-9 0,1-10-5 0,-1 1-18 15,-1 0-8-15,6 3-7 0,-2 0-5 0,3 0-4 16,4 4-8-16,1-3-1 0,1 2-7 0,3 0-9 16,-2-1-22-16,1-1-42 0,-2 1-49 0,1-5-59 15,1 3-78-15,-8-2-111 0,4-2-354 0,3 0 157 16</inkml:trace>
  <inkml:trace contextRef="#ctx0" brushRef="#br0" timeOffset="51037.44">8880 4851 329 0,'0'0'331'0,"0"0"-26"0,0-4-29 16,0 4-21-16,0 0-28 0,0 0-27 16,0 0-25-16,0 0-18 0,6-3-13 0,-6 3-11 15,9 8-15-15,-1-1-16 0,0 1-5 0,4 0-12 0,-2 5-9 16,2-1-10-16,2 1-7 0,-2 2-4 0,3-2-7 16,-4 5-3-16,2 0-2 0,-3 0-7 0,-2 0-6 15,2 0-5-15,-1 3-5 0,-5-3-19 0,0 1-10 16,-1 0-11-16,-3 0-16 0,-1-1-12 0,-5 0-22 15,-1-2-34-15,-2 5-41 0,-1-4-49 0,-2 1-44 16,-7 1-191-16,0 0-465 0,3-3 205 0</inkml:trace>
  <inkml:trace contextRef="#ctx0" brushRef="#br0" timeOffset="63901.29">6097 4518 22 0,'3'-4'246'0,"-3"4"-2"0,1-7-13 0,0 6-9 15,-1 1-10-15,3-4-15 0,-3 4-6 0,2-6-6 16,-2 6-10-16,1-4-9 0,-1-1-8 0,0 5-8 15,0 0-1-15,0-4-11 0,0 4-9 0,0 0-6 16,0-5-11-16,0 5-8 0,0 0-12 0,-4-4-12 16,4 4-6-16,0 0-13 0,-6-3-3 0,6 3-11 15,-8 0-5-15,3-4-4 0,5 4-4 0,-14 0 0 0,7 2-9 16,-1-2-4-16,8 0-6 0,-9 2 3 16,3-1-1-16,6-1-7 0,-7 2 1 0,7-2-2 0,-11 2-4 15,11-2-6-15,-3 1 7 0,3-1-7 0,0 0 2 16,-3 2 0-16,3-2-7 0,0 0 1 0,0 0 2 15,0 0-1-15,5 9 6 0,-1-6-8 0,-3 0 3 16,5-1 3-16,-2 3-3 0,0-1-1 0,2-2 5 16,-2 4 0-16,4-1-4 0,-3 0 1 0,4 1 6 15,-4 2-5-15,0-3-3 0,-1 0 1 0,-1 3 2 16,5-1-5-16,-4 0-6 0,1-1 4 16,-1 2-2-16,-1 0-2 0,0-1 0 0,-1 0-1 0,-2 1 0 15,1-1 4-15,0 0-6 0,-2 0 5 0,1 1 0 16,-3-1 2-16,0-1-2 0,0 0 4 0,0 2 1 15,0-3 0-15,-2 2 0 0,-1-4 2 0,2 1 7 16,-1 0-4-16,-5 0 3 0,6-1-1 0,-5 0 0 0,3-1-3 16,1 0 5-16,-2-1-5 0,0-1 2 0,7 0 7 15,-7 0-3-15,7 0 2 0,0 0-3 16,-13 0 3-16,13 0-4 0,-7 0 4 0,7 0-6 16,0 0 1-16,0 0-6 0,-3-3-9 0,3 3-18 0,0-5-18 15,0 5-21-15,4-6-28 0,-4 6-32 0,9-5-29 16,-6 3-27-16,6-1-24 0,-4 0-31 0,2-2-177 15,0 4-452-15,2-3 199 16</inkml:trace>
  <inkml:trace contextRef="#ctx0" brushRef="#br0" timeOffset="64152.19">6229 4526 157 0,'0'0'155'0,"3"-1"-20"0,-3 1-8 0,0 0-16 16,0 0-5-16,0 0-16 0,0 0-9 0,0 0-4 0,6 9-13 16,-6-5-6-16,0 0-2 0,0 1-4 0,2 0-7 15,-2 0-5 1,1 0-3-16,0 2-1 0,-1-1-6 0,3 1 2 16,-2-1-7-16,1 1-3 0,-1 0 2 0,1-2-2 15,-1 2-7-15,0-1 4 0,2 1 2 0,1-1-11 0,0-1 3 16,0 1-10-16,0 1-20 0,3-3-33 0,-1-1-26 15,-1 0-28-15,4 1-29 0,-3-2-82 0,2 1-230 16,-1 0 101-16</inkml:trace>
  <inkml:trace contextRef="#ctx0" brushRef="#br0" timeOffset="64804.56">6403 4561 135 0,'-3'-4'209'0,"3"4"-2"0,-4-5-14 15,1 3-14-15,3 2-16 0,0 0-16 0,-5-4-14 16,5 4-16-16,-3-3-11 0,3 3-14 0,0 0-11 16,0 0-11-1,0 0-7-15,0 0-4 0,-6 8-8 0,6-8-5 16,-2 6-4-16,2-1-2 0,0 0-7 0,-4 1-4 16,4 0-3-16,0 0-2 0,0 1-3 0,4 3 3 0,-4-1-7 15,0 0-2-15,4 2 4 0,-2-2-4 0,2 2-3 16,1-1-1-16,0 2-3 0,2-1 3 0,0-2-2 15,0 4-1-15,1-3-2 0,0 2 0 0,-4-2-1 16,3-1 3-16,1 1-2 0,-2-1-1 0,-2-2-3 0,0 1-6 16,0 2 15-16,2-4-6 0,-5-1-1 0,2 2 0 0,-2-4 0 15,1 2-2-15,-2-2 2 0,3 4 13 0,-3-7 21 16,-5 3 14-16,4 1 14 0,1-4 5 16,-7 2 4-16,1 0 6 0,6-2 3 0,-9 1 1 0,9-1 5 15,-14-3-3-15,10 2 6 0,-1-1-11 0,0-2-5 16,1 2-5-16,2-5-3 0,-4 2-10 0,4 0-4 15,0-3-16-15,2 2 1 0,0-5-5 0,4 1-7 16,3 1-12-16,-3-2-2 0,4 0-12 0,-1 1-7 16,1 1-6-16,2 0-4 0,-3 0 2 0,4 0-9 15,-3 0-1-15,1 3 0 0,-1-2-8 0,-2 4 3 16,2-1-4-16,0-1 2 0,-2 3-4 0,0 0-5 16,1 0-6-16,-3 2 1 0,2 0-3 0,-6 1 2 15,12 0-3-15,-12 0 5 0,11 3-1 0,-7-1 1 16,0 0 3-16,0 2 4 0,-1-1-2 0,2 1 9 15,-2-1 0-15,2 1 2 0,-2 1 5 0,-2-1 2 16,2-2 4-16,0 1-1 0,-3-3 2 0,4 3 3 16,-4-3-1-16,4 5 4 0,-3-4 10 0,-1-1-3 15,3 2 3-15,-3-2 5 0,0 0-2 0,0 0 3 16,0 0 18-16,0 0 23 0,8-8-9 0,-8 8-3 16,3-5 6-16,-2 2-1 0,-1 3-2 0,2-8-1 15,-1 4-2-15,-1 4-5 0,0-5 0 0,1 0-4 16,-1 5-4-16,2-5-3 0,-1 1-6 0,-1 4 3 15,0 0-5-15,1-5-10 0,-1 5-24 0,2-3-35 16,-2 3-44-16,0 0-34 16,0 0-43-16,0 0-37 0,0 0-48 0,0 0-153 0,0 0-448 15,10 7 198-15</inkml:trace>
  <inkml:trace contextRef="#ctx0" brushRef="#br0" timeOffset="65006.27">6699 4395 112 0,'0'0'225'0,"0"0"-26"16,-2-4-23-16,2 4-23 0,0 0-23 0,0 0-35 15,-4 9-33-15,1-4-44 0,3 0-44 0,0 3-53 16,0 3-99-16,0 1-193 0,-1 1 87 0</inkml:trace>
  <inkml:trace contextRef="#ctx0" brushRef="#br0" timeOffset="65636.3">6821 4709 70 0,'0'0'259'0,"0"0"-15"15,0 0-18-15,0 0-22 0,0 0-20 0,0 0-19 16,0 0-19-16,0 0-15 0,0 0-15 16,-14 0-12-16,14 0-12 0,-11 8-9 0,7-5-7 15,-4 2-5-15,0 2-10 0,-2 0-1 0,1 1-11 0,-1 0-4 32,-5 3-2-32,0 2-5 0,4 0-6 0,-5-2-2 15,2 3 2-15,-2 2-3 0,1-1-1 0,2 0 3 16,-5 6 0-16,2-7-3 0,-1 8-5 0,1-6-1 15,5 0-3-15,-1 3 0 0,1-2 1 0,1 2 7 0,1-1-13 16,3 1 1-16,1-1-2 0,-2 1 0 0,6 0-1 16,1-1 2-16,1 2-2 0,-1-2 2 0,4 2-3 15,0-2-4-15,3 3 4 0,1-1 2 0,0-4-4 16,2 4 0-16,1-2-2 0,1 0 2 0,-1-2 2 0,4 2-2 16,-4-3 0-16,2-1-1 0,2 3-1 0,4-4 2 15,-5-2 0-15,2 1 2 0,2-3-5 0,1 0 2 16,-1-1-27-16,2-4-49 0,5 0-70 0,4-1-83 15,-6-3-223-15,-1 0-481 0,0-2 213 0</inkml:trace>
  <inkml:trace contextRef="#ctx0" brushRef="#br0" timeOffset="66434.14">8828 4640 142 0,'0'0'220'0,"0"0"-20"0,4-2-20 0,-4 2-16 16,12 2-6-16,-6 0-1 0,9 3-12 0,-3-1-13 16,4 5-10-16,1-2-11 0,3 0-7 0,-1 3-8 15,0-1-7-15,7 5-8 0,-7-1-9 0,3 2-5 16,4 3-9-16,-9-3-4 0,5 3-6 0,-3 3-5 16,0 1-3-16,-4 3-5 0,0 3-5 0,-4 3-1 0,-3-2-2 15,3 4 2-15,-7 0-6 0,0 0-2 0,-4 2-1 16,4 0-4-16,-5-4-1 0,-2 1 1 0,-1 1 2 0,4-5-3 15,-4 1-3 1,0 0 3-16,0-2-2 0,1 2-2 16,-1-3-5-16,3-6-25 0,-3-1-35 0,1-1-47 0,2-1-63 15,-2-3-252-15,1-2-451 0,1-3 199 0</inkml:trace>
  <inkml:trace contextRef="#ctx0" brushRef="#br0" timeOffset="76111.97">9598 4874 199 0,'0'0'359'0,"0"0"-12"0,0 0 6 0,-7-4-8 15,7 4-8-15,0 0-16 0,0 0-10 0,0 0-18 16,0 0-22-16,-4-3-28 0,4 3-23 0,0 0-24 15,0 0-20-15,0 0-14 0,0 0-19 0,-3-3-17 16,3 3-13-16,0 0-11 0,0 0-12 0,0 0-11 16,0 0-8-16,0 0-12 0,0 0-2 0,0 0-9 15,0 0-5-15,26 3-8 0,-15-3-27 0,0 0-30 16,3 0-24-16,7 2-40 0,-4-2-31 0,2 0-28 16,1 2-24-16,-1-2-58 0,0 3-53 0,0-2-66 0,-5 0-266 15,-2 2-662-15,-1-2 292 0</inkml:trace>
  <inkml:trace contextRef="#ctx0" brushRef="#br0" timeOffset="76310.45">9670 5037 151 0,'0'0'295'0,"-6"2"-10"0,6-2-15 16,0 0-18-16,0 0-22 0,0 0-18 0,0 0-26 15,0 0-15-15,0 0-16 0,0 0-17 0,17-7-13 16,-5 6-11-16,3-3-14 0,4 3-17 0,-2 0-32 16,4-2-45-16,2 0-51 0,7-2-62 0,1 2-58 0,1-1-59 15,-1 0-157-15,-9 0-412 0,9-1 182 0</inkml:trace>
  <inkml:trace contextRef="#ctx0" brushRef="#br0" timeOffset="77132.24">10421 4310 168 0,'-3'-6'277'15,"-1"1"-20"-15,-3-5-20 0,3 2-16 0,-1-2-20 0,-5 3-19 16,2-2-11-16,-3 1-20 0,2 1-9 16,-4 1-15-16,4-2-12 0,-6 4-8 0,3-2-12 0,-2 1-15 0,-1 0-6 15,-3 4-8-15,3 0-9 0,1 1-7 0,-4 1-6 16,-3 0-4-16,6 7-6 0,2-4-7 0,-1 1-2 15,-1 1-3-15,6 5-1 0,-5 0-3 0,5 1-5 16,3 3 7 0,-3 1-10-16,2 0 1 0,3 2-3 0,1 1 1 15,3 0 1-15,3 9 0 0,1-3-3 0,5 2 3 0,2 0-3 16,-4-2 2-16,9 3 0 0,-2 1-1 0,2-1-1 16,-2-2 0-16,2 1 0 0,6 2 0 0,-7-2-1 15,1 0-2-15,2-2 1 0,-3 2-1 0,-1-2 3 0,-1 0-3 16,-1 1 0-16,-1-4-1 0,-4-3 0 0,0 1 1 15,-2 0-2-15,-2-1 3 0,1 1-2 0,-7-2-3 16,2 1 3-16,-3-1-1 0,-3-3 5 0,-2 0-5 16,0 0 1-16,-3-2 0 0,-3-2-2 0,1-1 4 15,-4 1-3-15,-1-4 6 0,-1 0-3 0,-3-2 3 16,0 0-3-16,3-1 2 0,-5-2-3 0,2-2 1 0,3 2 7 16,2-2 21-16,3 1 10 0,4-1 10 0,-1-1 9 0,5 1 12 31,2-2-2-31,-2 1-4 0,7 1-3 0,-5-4-13 15,5 4-6-15,0 0-3 0,0 0-6 0,0 0-7 16,24-2 0-16,-9 3-9 0,4 1 2 0,3 1 0 16,0 1-3-16,-1 1-7 0,9 4-2 0,-4 1 11 0,1 6-13 15,-2-2-5-15,1 1-1 0,-2 6 2 0,-2 0-4 16,-3 5 0-16,0 2-7 0,-4 3 4 0,4 5-2 16,-8 0 2-16,5 9 1 0,-10-6-5 0,-2 11 2 0,0-2-2 15,-4-9 2-15,-4 15 0 0,1-1 0 0,-4-1 2 16,-1 0 0-16,-3-3 12 0,3 3-11 0,-6-3-1 15,-1 1 23-15,3-1-22 0,3-14 0 0,-2 1 0 0,0 12 4 16,2-14-6-16,0 2 5 0,1-2-1 0,4-4-2 16,1 0-1-16,4 0 7 0,1-1-3 0,5-3 5 15,5 0 7-15,3-3-6 0,4-1 3 0,8-1 3 16,3 0-2-16,4-4 2 0,8-6-3 0,14 1-2 0,0-2-15 16,2-2-36-16,1-6-40 0,-2 1-56 0,1-6-84 15,4-7-108-15,-7-2-245 0,1-4-620 0,-7-3 274 16</inkml:trace>
  <inkml:trace contextRef="#ctx0" brushRef="#br0" timeOffset="78174.92">13243 4298 208 0,'3'-5'283'0,"-3"0"-19"16,1 2-21-16,-1 3-11 0,0-8-26 0,4 6-23 15,-4 2-19-15,0-5-19 0,0 5-19 0,0 0-12 16,0 0-10-16,0 0-14 0,0 0-9 0,-4 15-8 16,4-9-7-16,4 2-5 0,-2 3-7 0,-1 2-6 15,0-1-4-15,-1 1-6 0,2 5-1 0,0 0-2 16,0-1-5-16,-1 0-2 0,0-4-7 0,-1-1-6 15,3 1-1-15,-2 0-5 0,4-2-2 0,-3 1 5 16,-2-1-4-16,2-4-2 0,-1 1-3 0,-1-3-2 16,4 0 2-16,-2 0-2 0,0-2 7 0,3-2 3 0,-5-1-6 15,10-1 0-15,-10 1 1 0,7-8-1 0,-1 4 0 16,3-5 9-16,-2 2 1 0,2 0-1 0,-2-2 1 16,2 2-2-16,-2-1 1 0,0 0 3 0,-1 3-5 0,-1 0 1 15,3 0 4-15,-4-1-5 0,3 4-4 0,-3-1 0 16,3 1-4-16,1-1-1 0,-8 3-1 0,10 2 1 15,-1 0-2-15,-1 1 1 0,0 0 0 0,3 3 1 16,-1-2-2-16,3 3 1 0,-2 0-2 0,0-2 2 0,3 1 0 16,-2 0 1-16,0 0-3 0,-1 0 4 0,1-2-2 15,-2-2 4-15,-2-1 1 0,-1 1 8 0,2-2 17 16,1 0 17-16,-2-3 8 0,0 1 9 0,-1-2 1 16,0-1 8-16,1-4 13 0,-2 0-11 0,2-2-4 15,-4 2-7-15,-2-4 0 0,1 0 0 0,0 0-11 16,0-5-8-16,-3 1-3 0,-2 5-1 0,1-1-8 15,2 0-7-15,-5-1-18 0,4 2-29 0,-4 2-36 0,4-1-35 16,-1 5-43-16,-2-1-45 0,2 3-63 16,1 0-75-16,0 4-243 0,-5-3-605 0,5 3 268 15</inkml:trace>
  <inkml:trace contextRef="#ctx0" brushRef="#br0" timeOffset="78380">13986 4388 143 0,'0'0'308'0,"5"-5"-25"0,-5 3-23 16,0 2-30-16,2-4-20 0,-2 4-23 0,0-5-14 0,0 5-27 15,0 0-40-15,0 0-52 0,1-6-65 16,-1 6-82-16,0 0-93 0,0 0-116 0,5-2-327 15,2 2 144-15</inkml:trace>
  <inkml:trace contextRef="#ctx0" brushRef="#br0" timeOffset="78777.03">14277 4295 161 0,'-7'-1'237'15,"-3"-2"-16"-15,4 1-18 0,-8 4-18 0,2 0-19 16,-2-1-17-16,-6 0-11 0,-2 4-10 0,0 0-12 16,3 1-4-16,0 1-5 0,-4 2-5 0,7-4-16 15,-3 4-4-15,1-3-12 16,5 0-5-16,-3 4-7 0,4-5-2 0,1 1-9 16,4-1-6-16,3 0-4 0,0 0 0 0,0 1-2 15,3-1 2-15,2 1-4 0,3-2 4 0,6 1 0 0,2 2-8 16,10-2 1-16,1 0-5 0,14 0-2 0,-2-1-3 15,2 0-3-15,2-2-1 0,-1-1 0 0,0 2-2 0,-1-3-1 16,0 0-3-16,-3-2 6 0,-3 4-6 0,-1-4 1 16,-7 1-4-16,-5 0 2 0,0 0-2 0,-4 0 11 15,0-1-7-15,-4 0 18 0,-2 1 21 16,-3-1 21-16,1-1-4 0,-1-1-1 0,-1-2-2 0,-4 3-11 16,0-4-11-16,-5-1-3 0,-5 0 1 0,2 0-5 15,-7-2-5-15,-3-2-4 0,1 3-4 0,-4-4-3 16,1 3-6-16,2 1-10 0,0 0-32 0,2 1-28 15,5 4-30-15,-3-3-34 0,7 2-39 0,-3 3-56 16,6-2-56-16,0 3-197 0,4 1-508 0,-5-3 225 16</inkml:trace>
  <inkml:trace contextRef="#ctx0" brushRef="#br0" timeOffset="79036.71">14377 4164 67 0,'-5'11'166'0,"5"-3"-4"15,-2 0 3-15,2 5-8 0,0 4-10 0,0-1 0 16,0 2-13-16,0 0-8 0,0 8-12 0,2 2-11 16,-2-2-9-16,0 2-7 0,1-8-8 0,2 10-7 15,-2-3-9-15,2 0-2 0,0-2-6 0,-2-4-2 16,1-1-8-16,-1 1 0 0,3-3-6 0,-4-2-13 15,4 0-37-15,0-4-52 16,0-3-51-16,2-2-72 0,-4-1-120 0,5-4-331 16,0 0 147-16</inkml:trace>
  <inkml:trace contextRef="#ctx0" brushRef="#br0" timeOffset="79336.64">14788 4194 48 0,'-3'-7'362'0,"3"3"-4"0,-1-1-13 15,1-1-11-15,-3 2-18 0,3 1-30 0,-4 0-29 0,4 3-22 16,-7-4-37-16,7 4-19 0,-10 1-17 0,3 3-21 16,1 0-15-16,-3 2-16 0,2 7-6 0,-4-1-13 15,1 3-8-15,0 0-12 0,0 2-9 16,1 2 2-16,-1-1-9 0,3 1-10 0,-1 0-3 0,3 2-3 15,2-1 1-15,0 1-7 0,-1-3-2 0,4 4-4 16,7 4 3-16,-3-8-1 0,0 1 0 0,2-3-9 16,1-6 1-16,5 7-16 15,-6-8-16-15,5 1-20 0,7-1-36 0,-1-3-50 16,1-1-57-16,1-2-71 0,1-4-70 0,0-1-255 16,-2-1-617-16,1-4 273 0</inkml:trace>
  <inkml:trace contextRef="#ctx0" brushRef="#br0" timeOffset="79557.45">15135 4262 193 0,'0'0'254'0,"0"0"-24"16,-4-4-23-16,4 4-22 0,0 0-20 0,0 0-13 16,-14 10-15-16,7-5-13 0,-2 3-14 0,-1 0-11 15,1 2-7-15,-6 1-10 0,5 3-5 16,-4-1-9-16,0 1-5 15,0 1-7-15,-1 2 1 0,3-1-9 0,-3-1-16 16,4 0-26-16,-2 1-37 0,0 0-39 0,5-5-53 16,0-1-66-16,0 2-149 0,1-3-365 0,3-4 161 0</inkml:trace>
  <inkml:trace contextRef="#ctx0" brushRef="#br0" timeOffset="79749.67">14949 4276 244 0,'0'0'285'0,"-2"-7"-30"16,2 7-29-16,2-4-24 0,-2 4-24 0,0 0-18 0,0 0-15 15,0 0-16-15,4 16-11 0,-3-11-11 0,0 3-4 16,3 2-17-16,3 3-4 0,-3-2-6 0,6 4-9 16,2 2-9-16,-4-1-3 0,3 0-2 0,7-2-7 15,-2 0-8-15,-1 1-27 0,1-3-50 0,2 1-59 16,2-4-79-16,0 0-225 0,0 0-435 0,-4-7 192 15</inkml:trace>
  <inkml:trace contextRef="#ctx0" brushRef="#br0" timeOffset="80024.71">15347 4237 100 0,'0'0'376'0,"-2"-5"-10"0,0 2-17 0,2 3-39 15,0 0-31-15,-1-5-27 0,1 5-31 0,0 0-23 16,0 0-26-16,0 0-15 0,0 0-14 0,8 15-17 16,-3-9-9-16,-1 3-15 0,2 0 0 0,-1 3-22 15,2 2-5-15,4 1-4 0,-4 1-7 0,0 4-8 0,-1-4-2 16,1 2-4-16,-3 2-13 0,3-2-5 0,-3 1-20 16,0-3-21-16,-4 1-23 0,0 2-19 0,-1-1-17 15,-6-1-19 1,0-2-17-16,-2-1-24 0,1-2-25 0,-2-2-35 15,3-2-37-15,-5 0-60 0,1 0-144 0,-1-3-464 16,4-2 205-16</inkml:trace>
  <inkml:trace contextRef="#ctx0" brushRef="#br0" timeOffset="80826.31">15800 4129 40 0,'0'0'268'0,"-1"-4"-28"0,1 4-20 15,0 0-16-15,-3-4-31 0,3 4-15 0,0 0-20 16,0 0-14-16,0 0-12 0,0 0-11 0,0 0-7 0,5 12-9 16,-2-5-8-16,8 0-8 0,-4 2-7 15,7 3-6-15,3 2-5 0,0-2-1 0,8 0-8 0,-6 1-2 0,3-4-5 16,3 5-3-16,-1-1-5 0,-4-4 0 0,1-2-4 15,-2 4 1-15,-2-5-5 0,-6 1 0 0,-1-2-5 0,-1 0 0 32,-2-3-3-32,0 2-4 0,-1-1-1 0,-2 0-2 15,-3-1-2-15,0 2 2 0,-1-4 1 0,-4 6 0 16,-4-1 11-16,1-2 3 0,-5 3 6 0,1-2 5 16,-6 5 16-16,-1-1 3 0,0-3 3 0,0 5 5 0,-2-1 0 15,1 2-2-15,1-3-4 0,-2 3-2 0,2-2-2 16,-1 1-5-16,0-1 11 0,4 1-7 0,-2 0-4 15,6-3-4-15,0 0-2 0,0 1-3 0,3 0-7 0,-2-1 1 16,6 0-13-16,-4-2-28 0,1 3-11 0,6-3-14 16,-2 0-8-16,3 0-24 0,3-1-41 0,-2 1-58 15,7-5-72-15,2 4-237 0,-1-5-519 0,5 1 230 0</inkml:trace>
  <inkml:trace contextRef="#ctx0" brushRef="#br0" timeOffset="81276.82">16427 4310 78 0,'0'0'326'0,"0"0"2"0,-4-5-11 0,1 3 2 16,-2-1 3-16,5 3-15 0,-10-4-17 0,6 4-25 15,4 0-9-15,-12-2-32 0,4 1-21 0,8 1-25 16,-16 1-20-16,9 1-14 0,-1 0-16 0,-1 3-15 0,0-1-10 16,2-1-15-16,0 4-3 0,-1 0-10 0,1 1-7 15,3-3-5-15,2 3-8 0,-1-2-7 0,3 2 2 0,0-1-1 16,1 1-2-16,2-1-1 0,4 1-7 0,2-1 0 15,1 1 1-15,2-2 3 0,7 2-12 0,-4-4-2 16,0-2-9-16,4 1 4 0,0-2-2 0,-4-2-5 16,-1-1 10-16,0 0-10 0,-1-2-5 0,-1 0-3 15,-1-2 1-15,-3-2 0 0,3 1-5 0,-3-4-4 16,-2 2-1-16,-2-2-15 0,-2-2 4 0,-2 3-1 16,0-3-5-16,-2 2-11 15,-2-1-8-15,-2 1-24 0,-1 0-24 0,-1 0-22 16,-3 4-30-16,-1 0-32 0,-4-1-31 0,-3 6-49 15,0 0-72-15,0 2-295 0,-2 5-666 0,-3-1 295 16</inkml:trace>
  <inkml:trace contextRef="#ctx0" brushRef="#br0" timeOffset="82349.58">13425 5127 67 0,'2'-3'175'0,"-1"-2"-17"0,-1 5-20 16,0 0-15-16,0 0-11 0,0 0-13 0,0 0-10 15,0 13 0-15,3-7-17 0,-3 3-4 0,1 2-6 16,-1-1-5-16,-1 1-9 0,-2 1-2 0,6 2-5 16,-3-2-4-16,0 1-4 0,-3 0-4 0,2-2-1 15,-1 2-3-15,2-2 0 0,-4 1-8 0,4-2-1 16,-1-1 2-16,-2-2-1 0,3 1-3 0,0-1 5 16,0-2-7-16,0 0-7 0,0 1-3 0,0-3 7 15,0-3-3-15,3 5-1 0,-3-5 4 0,5 2-3 16,-5-2 3-16,10-1-4 0,-10 1-1 0,11-2 3 0,-3-1-3 15,-3 1-3-15,5 0 2 0,-1 2-1 16,-1 0 1-16,-2 0-4 0,-6 0 4 0,16 0-7 16,-6 0 2-16,-2 2 7 0,0 1-2 0,-1 0-5 0,4 4 3 15,-3-1 3-15,1-4-4 0,1 5-11 16,-5-2 17-16,5 0-1 0,-2 0-2 0,-1-2-5 16,1 0 4-16,-2 0 0 0,0 0 6 0,-2-2 27 0,0 0 32 15,-4-1 22-15,10 0 5 0,-10 0 5 0,7-8-8 16,-4 5 1-16,2-5-2 0,-2 3 6 0,2-7-1 15,-5 2 1-15,4-3-2 0,-4 0-8 0,0 1-6 16,4-6 7-16,-1 1-11 0,-2 4-6 0,-2-1-5 16,2 2-5-16,1-1-10 0,-4 1-5 0,2-1-5 15,-1 7-4-15,2-3-21 0,-1 4-38 0,0 1-48 0,-1 0-62 0,1 4-55 16,0 0-25-16,0 0-44 0,0 0-193 0,0 0-487 16,-1 13 216-16</inkml:trace>
  <inkml:trace contextRef="#ctx0" brushRef="#br0" timeOffset="82551.57">14073 5356 1 0,'5'-4'390'0,"-3"-1"-20"15,4 2-25-15,-3-4-18 0,-3 2-23 0,0 1-40 16,4 0-19-16,-4-1-22 0,0 1-22 0,0 4-25 15,1-6-19-15,-1 6-28 0,3-4-54 0,-3 4-63 16,0 0-66-16,0-5-70 0,0 5-68 0,0 0-83 0,0 0-154 16,0 0-465-16,19 2 205 0</inkml:trace>
  <inkml:trace contextRef="#ctx0" brushRef="#br0" timeOffset="83185.84">14315 5149 143 0,'0'0'260'0,"-11"-2"-27"16,11 2-25-16,-10 0-16 0,10 0-18 0,-13 2-24 16,3 0-14-16,2 2-14 0,1 0-14 0,0 0-10 15,0 4-2-15,1-2-17 0,-1 4-3 0,0-2-11 0,2 2-2 16,0 0-8-16,2 0-5 0,1 0 1 0,2 1-9 15,3-1-2-15,1 2-3 0,4-2-1 0,1 1 0 0,5 0-7 16,1-3-1-16,7 0-2 0,7 0-2 16,2-1-4-1,0-4 3-15,0 0-6 0,4 4 1 0,-3-6-3 16,-1-5-2-16,2 2 1 0,-3-1-3 0,-8 0-1 16,-3-2 0-16,1 1 3 0,-5-1-2 0,0 0 6 0,-1 0 20 15,-3 0 9-15,-3-2 16 0,-3 2 1 0,1-3-3 16,-3 1-4-16,-5-1-8 0,2 1 0 0,-4-2-13 15,-7-1-3-15,-4-2-4 0,-3 0-2 0,-6-2-4 0,-5 0 2 16,1 5-4-16,-3-4-8 0,1 4 8 0,3-2-11 16,6 4-3-16,1 1-1 0,1 1-5 0,5 1-8 15,6-1 2-15,-3 3-8 0,7 0-6 0,-3-2-4 16,3 2-5-16,1-2-1 0,3 4-1 0,4-7 1 0,3 4-3 16,0 0 1-16,1-1 2 0,3 2 4 0,-1-3 4 15,0 1 2-15,1 0 4 0,0 0-1 0,-3 0 0 16,2 1 4-16,-5-2 3 0,2 3 5 0,-3-3-1 0,1 0 6 15,1 4 9-15,-2-5 13 0,-4 2 6 0,4-2 20 16,-4 2 4 0,0 0 11-16,2 0 7 0,-2 4 1 15,1-6 9-15,-1 6-14 0,1-5-9 0,-1 5-10 16,2-2-6-16,-2 2-11 0,0 0 0 0,0 0-12 0,0 0 3 16,0 11-7-16,1-2-1 0,3 1 1 0,-1 2 0 15,1 7 0-15,-1 7-3 0,-2 0 0 0,6 2-5 0,-6-2 5 16,5 6-2-16,-4-2-2 0,5 2 0 0,-3-1 3 15,0 0-10-15,3 3-11 0,-3-4-11 0,2-2-12 16,2-2-23-16,-3-5-18 0,-1-1-18 0,3-1-33 0,-3-2-43 16,0-7-63-16,7 3-57 0,-4-5-188 0,1 0-515 15,0-5 229-15</inkml:trace>
  <inkml:trace contextRef="#ctx0" brushRef="#br0" timeOffset="83486.89">14962 5040 177 0,'-4'-8'388'0,"1"3"-10"0,1 0-5 0,-2-4-25 0,1 5-22 16,0 2-30-16,3-2-33 0,-4 0-34 0,4 4-26 15,0 0-27-15,0 0 8 0,-8 8-44 0,4-4-15 16,0 1-9-16,0 6-17 0,1 2-9 0,0 4-3 0,1-1-14 15,-4 2-7-15,6 3 0 0,-1-1-15 0,-2-1 0 16,3 3-13-16,3-1 7 0,2 0-4 0,-3-1-2 16,3 0-7-16,3-1-6 0,0-2-19 0,1 1-21 0,0-4-17 15,0-3-11-15,5 2-20 0,-2-5-23 0,5 1-33 16,2-5-30-16,0-2-34 0,1 0-26 0,3-4-23 16,-1 0-31-16,1-4-16 0,-1-2-5 0,2 1-149 0,1-7-467 15,-3 5 206-15</inkml:trace>
  <inkml:trace contextRef="#ctx0" brushRef="#br0" timeOffset="83687.61">15392 5182 26 0,'8'-13'80'0,"-1"4"36"0,-1 0 33 16,-3 3 31-16,0-2 9 0,1 3 8 16,-2 2-18-16,-1-2-14 0,0 1-19 0,-1 4-19 0,0 0-12 15,0 0-12 1,-7-2-9-16,7 2-10 0,-13 7-7 0,6-1-5 16,-4 1-3-16,-1 2-6 0,0 2-4 0,-3 0-8 15,1 4-1-15,1-2-6 0,-2 0-4 0,-3 3-4 0,4-1 2 16,-1-1-9-16,-1 2-1 0,4-1-1 0,0-3-2 15,-2 1-3-15,3-2-28 0,0-2-25 0,2-2-30 16,-2 2-34-16,1-5-27 0,4 0-28 0,1-3-22 0,1 0-19 16,4-1-118-16,0 0-335 0,0 0 148 0</inkml:trace>
  <inkml:trace contextRef="#ctx0" brushRef="#br0" timeOffset="83854.99">15164 5277 18 0,'2'-11'37'16,"4"-1"37"-16,-2 2 29 0,-2-2 35 0,1 2 27 0,-1 2 24 15,-1 1 16-15,3 0 7 0,-4-1 1 0,1 3 1 16,2 2-15-16,-3-3-21 0,0 2-14 15,0 4-25 1,2-6-22-16,-2 6-10 0,0 0-12 0,0 0-7 16,0 0-8-16,10 11-10 0,-6-3-7 0,3-3-4 0,2 6-7 15,1-2-3-15,3 5-6 0,4-2-3 0,-5 3-8 16,7-4-12-16,-1 3-30 0,1-2-20 0,0-2-62 16,7 5-56-16,-3-7-65 0,-3-2-232 0,0 1-483 0,0-2 214 15</inkml:trace>
  <inkml:trace contextRef="#ctx0" brushRef="#br0" timeOffset="84105.7">15557 5065 84 0,'-2'-3'328'16,"2"3"-22"-16,-2-5-28 0,2 5-29 0,0 0-27 15,0 0-22-15,0 0-23 0,0 0-16 0,0 0-21 16,5 13-8-16,-1-8-13 0,4 4-16 0,-1 0-10 15,1 0-7-15,3 6-5 0,-3-3-13 0,3 3-1 16,-1 1-12-16,2 0-6 16,-3 0-1-16,0 0-9 0,1 3-2 0,-6-2 1 15,2-2-8-15,-2 1-16 0,-4-2-17 0,3-1-17 16,-3-1-14-16,-3 2-22 0,-2-4-24 0,0 1-34 16,1 0-43-16,-4-4-34 0,4-2-38 0,-3 1-158 0,1-2-419 15,0 0 185-15</inkml:trace>
  <inkml:trace contextRef="#ctx0" brushRef="#br0" timeOffset="84523.94">16173 5031 230 0,'0'0'239'16,"0"0"-21"-16,1-4-27 0,-1 4-18 0,0 0-21 16,0 0-17-16,0 0-13 0,0 0-13 0,-11 14 0 15,8-10-24-15,-1 3-5 0,-4 0-10 0,0 0-7 16,-1 2-4-16,-2 1-3 0,-3 0-8 0,0 1-5 0,-3 0-2 16,-1-1-3-16,-1-1-5 0,-7 5 1 0,6-4-6 0,1-1-2 15,1 0-1-15,2 0-5 0,-1-1-1 0,8 0-3 16,-5-4-1-16,9-1-3 0,-3 1 4 0,2 0-2 15,3 0-2-15,-2-1 9 0,4-1 14 0,1-2 18 16,4 6 4-16,1-2 2 0,3 0-1 0,3 1-3 0,3-1-2 16,2 1-11-16,6 2-5 0,0-2-3 0,0 0-4 15,6 2 2-15,-6 0-6 0,1-1 1 0,-2-1-5 16,2 1-7-16,0 0 6 0,-2 0-5 0,0 1-2 0,-2-1-4 16,-3-1 7-16,-1 0-8 0,-1-2-11 0,-3 2-26 31,1-4-32-31,-5 2-32 0,2-1-44 0,-1-2-50 15,-1 0-67-15,0 0-167 0,-7 0-454 0,11-3 200 16</inkml:trace>
  <inkml:trace contextRef="#ctx0" brushRef="#br0" timeOffset="84841.57">16533 5124 206 0,'-11'-2'314'0,"2"2"-9"15,-4 0-13-15,0 2-20 0,2 0-20 0,-3 1-26 16,2 1-21-16,1-1-19 0,-1 2-19 0,0 2-14 16,2-1-15-16,0 0-19 0,4 2-9 0,-1 0-12 15,3 0-11-15,1-1-6 0,3 2-4 0,0 0-1 0,4 2-4 16,2-1-6-16,2-2 2 0,4 2-1 0,3 0-8 16,3-1 2-1,1-1-14-15,0-1 1 0,1-3-9 0,2-1-1 16,-4-2-3-16,4 0-2 0,-9-1-5 0,3-1 0 15,-2-2-1-15,-1 0-1 0,-3-1-2 0,1-1 9 0,-2-2-9 16,-3 2-5-16,0-3-5 0,-4-1-2 0,1 0-12 16,-4-1-8-16,1 0-17 0,-6-3-20 0,-4 1-24 15,-6-1-35-15,-3 2-34 0,-8-2-42 0,0 5-56 16,-3-2-63-16,-4 4-223 0,0 2-565 0,3 2 250 16</inkml:trace>
  <inkml:trace contextRef="#ctx0" brushRef="#br0" timeOffset="86331.26">14334 6128 62 0,'-10'5'154'0,"6"-2"-16"0,2 2-12 16,-4 1-15-16,-2 2-8 0,1 2-12 0,0 0-7 15,3 1-7-15,-3-1-1 0,3 2-14 0,-1 1-3 16,2-3-3-16,3 4-5 0,0-4-1 0,3 1-6 15,2 0-3-15,2-1 5 0,0-1 12 0,3-3-10 16,3 1-8-16,2-2 4 0,4 0-12 0,4-2 5 0,-2-2-4 16,0-2-4-16,2-3 3 0,-2 0-3 15,-2-3 3-15,-2-1 1 0,0-2 4 0,-2 2 5 16,-3-1 4-16,-2-5 3 0,-1 2 7 0,-5-2-3 16,2-2-4-16,-5 4 3 0,-1-1-4 0,0-1-3 0,-4-3-4 15,-2 6 1-15,1-2-4 0,-3 3-8 16,1 0 2-16,-2 0-7 0,-2 4-1 0,-2 0-4 15,2 2-3-15,-2-1-3 0,2 4 0 0,-4 1-6 0,2 1-2 16,-1 0 2-16,5 1-12 0,-3 3-25 0,3 0-11 16,4 1-20-16,-1-1-40 0,5 1-19 0,-2 0-33 15,6-1-33-15,0 2-147 0,1-3-357 0,1 0 158 0</inkml:trace>
  <inkml:trace contextRef="#ctx0" brushRef="#br0" timeOffset="86614.55">14814 5916 42 0,'3'-5'341'16,"-3"0"7"-16,1 0-13 0,1 2-9 0,0-1-32 16,-2 4-28-16,0-6-29 0,0 6-26 0,0 0-29 15,0 0-5-15,0 0-32 0,0 0-13 0,-8 13-15 0,5-6-10 16,-2 5-14-16,-1 3-10 0,-3 3 5 0,2 8-18 15,-5 3-7-15,1-3-10 0,0 4-4 0,0 3-2 0,-1-2-9 16,0 4 1-16,0 0-6 0,1-1-5 0,2 0 13 16,0 0-12-16,2-3-11 0,2-2-8 0,-1 1-8 15,5-2-6-15,-1-8-15 16,0-1-9-16,2 1-11 0,0-7-14 16,0 0-9-16,1-1-13 0,0 1-7 0,2-5-25 0,0-2-22 15,0 1-26-15,1-5-45 0,3-1-44 0,3-2-231 0,-10 1-514 16,14-2 227-16</inkml:trace>
  <inkml:trace contextRef="#ctx0" brushRef="#br0" timeOffset="87351.47">14943 6003 3 0,'0'0'216'0,"0"0"-15"16,0 0-21-16,3-3-19 0,-3 3-14 0,0 0-18 16,7 8-16-16,-6-3-9 0,-1 2-13 0,1 0-1 15,2 0-11-15,-3 4-14 0,0 1-2 0,0 0-4 16,0 6-13-16,0-5 3 0,0 4-6 0,0-5-4 0,0 4-4 31,1 2-8-31,-2-6-5 0,5 1 4 0,-7 2-4 0,3-6-1 16,0 3 3-16,3-4-1 0,-3 1-7 0,2 2-1 15,0-5-1-15,0 0-3 0,-2-1-4 0,2-1 2 16,0 1-5-16,2-2 1 0,0-1-4 0,1 2-1 0,2-3 3 16,-7-1-1-16,14 1-2 0,-9-1 3 15,6-1-1-15,-3 1-2 0,7-1 0 0,-4 0 3 0,0-1-3 16,0 0 0-16,0-1 1 0,0 2 0 0,-2 1 3 0,-2-1 2 16,0 1-1-16,-7 0 1 0,12-1-1 0,-4 1 4 15,-2-1-4-15,-6 1 19 0,12 1 4 0,-7-2 2 16,-5 1 8-16,0 0 10 0,12 0 12 0,-12 0 15 15,0 0 19-15,10-2 11 0,-6-1-5 0,0 1-1 0,-4 2 4 16,8-6 6-16,-5 1-3 0,0-2-5 0,-1 1 10 16,0-2-12-16,1-2-8 0,2 0-3 0,-5 0-8 15,4-1-7-15,-2 2-6 0,-2-2-2 0,3-1-6 0,-3 4-8 16,2 0-10-16,-1 1 4 0,-1 1-5 0,0-1-2 31,3 0-8-31,-3 2-2 0,0 5-14 0,1-9-5 0,-1 7-30 16,0 2-35-16,0 0-8 0,0 0 5 0,0 0-3 15,0 0-3-15,7 9-5 0,-5-4-1 0,3 0-2 16,2 5 0-16,-2-4 3 0,5 2 5 0,-1 2 4 16,3-3-2-16,1 2 2 0,3 1 5 0,0-2 2 0,1 1 7 15,-1-1 9-15,-3-2-2 0,1 1 2 0,-4-2 6 16,3-3 4-16,-3 2 2 0,-5 0 4 0,1-3 11 0,2 1 16 16,-5 0 26-16,-3-2 21 0,6 0 12 0,-6 0 14 15,0 0 7-15,10-2 3 0,-6-1 7 0,-4-2-6 16,5 2 10-16,-5 1 2 0,0-3-3 0,0-2 4 15,0 2 7-15,0 0 3 0,0-1-1 0,0-2-14 16,0 1-1-16,0-1-20 0,-2 1 0 0,-1-3-11 16,3-1-6-16,-4 3-9 0,1-2-7 0,-2 2-7 15,-1-3-28-15,2 3-39 0,-3-1-42 0,1 0-39 16,3 2-39-16,-5-3-38 0,-1 2-62 0,-1-2-84 16,0 2-303-16,1-2-689 0,-2 4 306 0</inkml:trace>
  <inkml:trace contextRef="#ctx0" brushRef="#br0" timeOffset="88688.58">11067 6046 160 0,'-1'-3'267'0,"-1"-2"-21"0,2 5-3 16,0-7-14-16,0 7-17 0,-1-4-14 0,1 4-17 16,1-6-15-16,2 3-17 0,-3 3-14 0,4-5-18 0,1 4-10 15,-2-3-10-15,2 4-8 0,-5 0-11 0,10-4-6 16,-10 4-11-16,11 1-4 0,-6-2-5 0,-5 1-12 16,13 1 1-16,-6 2-4 0,2-3-5 0,-1 2-4 15,0 1-2-15,-1 1-2 0,4 0-2 0,-3 1-2 16,2-3-4-16,-4 4-3 0,4-2 1 0,-6 1-4 15,4 0-2-15,0-2 5 0,-5 4-10 0,2-2 3 16,0-1-4-16,-3 1 4 0,0 0-4 0,0-1 1 16,1 1-1-16,-3 0-2 0,0 2 1 0,0-2 0 15,-3 2 1-15,-1 0 1 0,2 0 1 16,-4 2-1-16,3 0 0 0,-5 0-4 0,2 0 0 0,-1 1 10 16,0 1 2-16,0-2-3 0,0 1-1 0,0 0-2 15,1 2 4-15,1-3-4 0,0 2-2 0,1-1 2 16,0-2-2-16,0 1 0 0,1 1-1 0,2-1-1 0,-2-1 2 15,3-2 5-15,0 3-8 0,3-3 3 0,-2 0-1 16,2 0 2-16,0 1 3 0,1-1-12 0,1-1-12 16,-1 1-33-16,2 0-40 0,-2-1-53 0,5-1-66 15,-2-1-272-15,-2-1-521 0,2-1 232 0</inkml:trace>
  <inkml:trace contextRef="#ctx0" brushRef="#br0" timeOffset="89074.32">11322 6575 179 0,'0'0'208'0,"0"0"-14"0,-1 5-17 0,1-5-17 15,-4 3-17-15,4-3-13 0,0 0-12 16,-5 5-9-16,5-5-14 0,-4 0-10 0,4 0-9 16,-2 7-5-16,2-7-8 0,0 3-4 0,0-3-4 0,0 0-6 0,-1 4-3 15,1-4 0-15,0 0 3 0,0 0 5 0,4 2 4 16,-4-2-1-16,0 0 1 0,0 0-1 0,16-3 3 31,-16 3 6-31,7-3 3 0,-7 3-5 0,4-5 6 0,-1 3 1 16,1-3 2-16,-4 5-2 0,1-7 6 0,5 3 10 15,-6-1-3-15,0 1-6 0,1 0-5 0,-1-2 6 16,0 6-20-16,-7-7-5 0,6 4-8 0,-2 0-5 0,2-2-4 16,-3 1-19-16,0 2-26 0,-2 1-32 0,-2-1-29 15,1 1-35-15,7 1-50 0,-12 3-71 0,2-1-288 16,-2-2-554-16,4 1 245 0</inkml:trace>
  <inkml:trace contextRef="#ctx0" brushRef="#br0" timeOffset="90479.11">10882 4453 88 0,'0'0'311'0,"0"0"-17"16,0 0-4-16,0 0-9 0,0 0-4 0,0 0-5 16,0 0-6-16,0 0 2 0,0 0-28 15,0 0-13-15,0 0-24 0,0 0-16 0,0 0-18 0,11-13-27 16,-6 9-17-16,8-1-1 0,-1 1-14 0,1-1-13 15,6 0-11-15,-1 0-10 0,1 2-8 0,1-1-5 16,0-1-8-16,0 4-17 0,-2-3-31 0,2 4-28 16,-9-1-26-16,4-1-24 0,-3 1-19 0,-3 2-21 15,-3-1-22-15,2 3-28 0,-4-2-23 0,-1 2-27 16,5 0-21-16,-7-1-21 0,1 1-21 0,-2-3-156 16,-3 7-465-16,-2-3 206 0</inkml:trace>
  <inkml:trace contextRef="#ctx0" brushRef="#br0" timeOffset="90728.92">11026 4328 129 0,'0'-3'274'0,"0"-3"3"0,0 3-3 0,0 3-8 15,0 0-17-15,3-5-17 0,-3 5-27 0,1-4-21 16,-1 4-22-16,0 0-20 0,0 0-16 0,0 0-13 15,0 0-11-15,0 0-10 0,0 0-10 0,0 0-9 16,0 20-7-16,0-11-6 0,-1 2-6 0,2 0-4 16,2-1-6-16,-3 3-6 0,1 1 1 15,2 0-2-15,2 1-7 0,-3-1-4 0,6 3 0 16,-4 0-18-16,0-4-12 0,-1-1-18 0,1 1-22 16,0 0-24-16,3-2-43 0,-3 1-56 0,3-2-54 0,-2-1-250 15,-1-1-509-15,-1-3 225 0</inkml:trace>
  <inkml:trace contextRef="#ctx0" brushRef="#br0" timeOffset="91046.82">11278 4228 337 0,'4'-4'357'16,"-3"1"-16"-16,2-1-15 0,2 0-26 0,-5 4-24 16,0 0-33-16,0-4-24 0,0 4-27 0,0 0-27 15,0 0-16-15,0 0-12 0,0 0-15 0,0 0-16 16,3 12-8-16,-2-7-10 0,2 0-8 0,-3 6-7 16,3 1-8-16,-2-1-6 0,3 2-7 0,-2 2 0 15,-2-1-12-15,4 3-3 0,1-1-1 0,-5-3-5 0,4 2-6 0,0 3 1 16,0-4-5-16,-1-1 1 0,-3-1-6 0,4 3-44 15,-1-2-29-15,-2-1-28 0,2 1-26 0,-2 0-50 16,5 1-81-16,-5-5-76 0,2 2-198 0,1-2-557 0,-1-2 248 16</inkml:trace>
  <inkml:trace contextRef="#ctx0" brushRef="#br0" timeOffset="91716.04">11086 5241 224 0,'0'0'346'0,"0"0"-7"15,0 0-4-15,0 0-5 0,0 0-14 0,-4 3-21 16,4-3-19-16,0 0-12 0,0 0-22 0,0 0-11 0,0 0-12 16,0 0-21-16,0 0-15 0,0 0-15 0,0 0-21 31,0 0-10-31,0 0-12 0,0 0-15 0,0 0-7 15,0 0-14-15,0 0-6 0,0 0-12 0,24-4-3 16,-14 4-16-16,2-3-1 0,3 2-13 0,-1-2-13 0,0 2-17 0,0-1-18 16,1-1-21-16,4 2-20 0,-7 0-27 0,1-1-18 15,0 1-15-15,-5-1-19 0,-1 2-21 0,0-2-27 0,0 2-25 16,-2-1-38-16,2-1-39 0,-7 2-39 0,8-1-214 16,-8 1-576-16,0 0 255 0</inkml:trace>
  <inkml:trace contextRef="#ctx0" brushRef="#br0" timeOffset="92016.73">11480 5067 394 0,'0'0'422'0,"2"-2"3"0,-2 2-15 16,1-5-27-16,-1 5-26 0,0 0-45 0,0 0-24 16,0 0-41-16,0 0-18 0,0 0-36 15,0 0-25-15,0 0-16 0,0 0-16 0,3 15-13 0,-5-5-12 16,4 0-12-16,-2 2-7 0,0 1-9 0,2 4-9 0,0 0-8 16,1 2 6-16,2-1-18 0,-1 1-21 0,1 3-26 15,5 4-38-15,-4-2-61 0,2-3-41 0,1 4-42 0,-2-6-71 16,1 1-114-16,-1-2-290 0,1-2-702 0,-7-3 311 15</inkml:trace>
  <inkml:trace contextRef="#ctx0" brushRef="#br0" timeOffset="97803.81">2178 7246 31 0,'4'-13'345'16,"-1"6"13"-16,-1-5 3 0,-1 5 22 0,3-3-3 16,-3 5-8-16,1-1-18 0,-1 1-21 0,2 1-29 15,-3 0-30-15,1 0-30 0,-1 4-27 0,0 0-26 0,0-5-24 16,0 5-29-16,0 0-15 0,0 0-10 0,0 15-14 16,-2-3-8-16,0 1-6 0,1 5-12 15,1-1-7-15,-3 5-29 0,3-4-18 0,1 3-4 16,-1-2-22-16,2 2-21 0,-2-1-8 0,3 0-24 0,-1-3-7 15,2 2-9-15,-1-2-3 0,1 0-5 0,-1-7-1 16,-1 0 1-16,0-4 8 0,-1 1 4 0,2-2 6 16,0-1 14-16,-2-2 2 0,-1-2 5 0,9-1 5 15,-3-4 3-15,-1 0 7 0,2-3 2 16,3 1 3-16,-4-2 11 0,4-2 0 0,-3 2 5 16,0-2 3-16,2 0 6 0,1 2-2 0,-3-2 3 15,5 2-5-15,-3-1 4 0,-2 2 8 0,4 1-9 0,-3 0-2 16,3 2 2-16,1 1-1 0,-2 1-5 0,1 0 2 15,2 2-1-15,0-1 4 0,0 2-2 0,1 2 2 16,-2 0-1-16,4 1 6 0,-2-1-6 0,1 2 2 16,-3 1-1-16,3-2-2 0,-1 1 2 0,-1 1 5 0,-2-1-3 15,0-1-3-15,-2 0 3 0,-3 0 2 0,2 1 1 16,-1-2 1-16,-3-1 1 0,-4-1 35 0,11-1 12 0,-11 1 8 16,8-5-3-16,-4 0 1 0,-2 0 7 0,-1 1 2 15,-1-5-12-15,0 1-5 0,1-2 1 0,-2 0-5 16,1-2-8-16,-3 1-2 0,3 0-6 0,-3 0 1 0,1-1-15 15,2 2-31-15,0-2-44 0,-3 4-41 16,3 0-40-16,0 0-48 0,0-2-53 0,3 4-52 0,-2 1-56 31,3-2-208-31,-2 2-604 0,-1 1 267 0</inkml:trace>
  <inkml:trace contextRef="#ctx0" brushRef="#br0" timeOffset="98957.9">2860 7040 148 0,'1'-3'260'0,"-1"3"-24"0,6-5-30 15,-6 5-23-15,0 0-17 0,0 0-20 0,4 9-10 16,-1-2-19-16,-2-1-12 0,2 6-9 0,0 0-12 16,2 6-8-16,-1-1-5 0,-2 1-7 0,4 2-8 0,-5 1 0 15,3-1-12-15,-2 2-2 0,1 5-3 0,0-5-3 31,-3-3-5-31,3 2-3 0,-3-3-2 0,0-2-1 16,0-2-4-16,0-1-1 0,-3-2 1 0,3 0-6 0,-2-5 1 16,2-1 2-16,0 2 4 0,0-5 26 0,0-2 16 15,2 3-5-15,-2-3-1 0,0 0-4 0,0 0-6 16,4-17-1-16,-1 11-2 0,3-5-4 0,-2 0-1 16,0-1-1-16,0 1 3 0,4 1-10 0,-1 0-2 0,-2-1 0 15,1 1 2-15,-2 0-2 0,3 1-1 0,-3 2-3 16,1 0-7-16,-2 3 5 0,1-2-12 0,2 5-1 0,-5-3-1 15,3 2-2-15,-4 2-2 0,12 0-3 0,-12 0 1 16,10 7 0-16,-5-3-1 0,3-1-2 0,-1 1 2 16,0 2-1-16,1 1 0 0,3-1 1 0,-3 0 2 15,2 1 3-15,3-1-7 0,-2-1 3 0,1 0 2 16,2 1-1-16,-3-2-1 0,1-1 3 0,0-1-4 0,-1 0 4 16,4-2-3-16,-1 0 0 0,2-1 0 0,-5-2-2 15,4-2 5 1,-3 2-2-16,1-2 1 0,-3 0 1 0,1 0-1 15,-1-1 1-15,-1-2 4 0,-2-2-5 0,-1 2 3 16,-1-2 10-16,2 1 3 0,-3-1 3 0,-3 1 7 0,0 3 1 16,1-1 4-16,-2-1 2 0,-2 2 3 0,1 0-8 15,0 0-3-15,-1 1-4 0,-3 2-4 0,5 0-8 16,-5 1-3-16,5 2-4 0,-10-2-2 0,10 2-4 0,-10 4 3 16,2 0-4-16,3 0-1 0,-1 1-13 0,2 3-22 15,-1-2-2-15,-3 4-2 0,7-2-4 0,-4 0-4 16,0 1 3-16,5 0-3 0,-3 1 3 0,3-3-1 15,0 1 3-15,3-2 3 0,-3 1 1 0,4-1 3 0,0-2 3 16,-1-1 2-16,5 0 3 0,-3-1 4 0,4-2-1 16,-9 0 5-16,16-4 3 0,-7-1 0 0,1-2 7 0,3 1-4 15,-2-2 0-15,6-2 9 0,-8 1 4 0,2 0-9 16,0 0 4-16,3-4 9 0,-3 3 0 0,-1 0 0 31,1 1 5-31,-4 1-2 0,1 2 4 0,2-2-4 16,-5 2-1-16,2 2-3 0,-2 1-6 0,2 1-1 0,-3 2 4 15,-4 0-4-15,10 2 1 0,-3 2-1 0,-2 0 2 16,-1 1 0-16,3 0-2 0,-2 3 3 0,1 4-2 16,-2-5-2-16,0 4 0 0,-1-3 3 0,-2 3 1 15,2-3-1-15,-3 3-3 0,1-1 2 0,-1-2 3 0,0-2 0 16,0-2 1-16,-1 1 0 0,1 0 4 0,-3-1 11 16,3-4 30-16,0 5 35 0,0-5 28 0,0 0-6 0,0 0 3 15,0 0-5-15,0 0-6 0,0 0-3 0,-4-13-6 16,4 13-15-16,1-11-4 0,2 4-17 0,-3 0-4 15,4-1-3-15,2-1-7 0,2 2-7 0,-4 0-13 0,7-2-18 16,-2 4-19-16,-2-4-15 0,5 3-9 0,-1 2-6 16,0-1-8-16,1 1-9 0,2 2-1 0,-1 0 0 15,-3 2-1-15,1-1 6 0,4 1-5 0,-6 1 0 0,6 0 9 16,-4-1-1-16,-1 1 4 0,-1 1 6 0,2 1 4 16,-4-3 5-16,4 0 5 0,-3 0 2 0,0 1 4 15,-2-1 3 1,-6 0 3-16,13-3 3 0,-6 2 5 0,-7 1 3 15,12-4 2-15,-4 1 1 0,-4 0 6 0,0-1 3 16,1 0 11-16,0-1 12 0,-1-2 13 0,-1 2 12 0,0-1-1 16,2-1 10-16,-2 1-2 0,-2-1 20 0,0 2 6 15,2-1 0-15,-3 1 14 0,0 0-3 0,0 1-3 16,0 4 11-16,-3-6-3 0,2 2-7 0,1 4-14 16,0-6-5-16,0 6-11 0,0 0-16 0,-3-2 0 0,3 2-3 15,0 0 4-15,-12 6-19 0,8-1-2 0,-1-1-2 16,0 5-5-16,1-2-3 0,0 2-1 0,-2 0 1 15,3 0-4-15,0 0 5 0,3 0-6 0,-3 1 12 0,6 0-9 16,-3-1-14-16,4 1-9 0,4-2-18 0,2 1-20 16,1-3-30-16,2 2-45 0,5-1-59 0,1-4-85 15,14 2-89-15,-13-4-256 0,14 3-667 0,0-4 295 0</inkml:trace>
  <inkml:trace contextRef="#ctx0" brushRef="#br0" timeOffset="103222.81">5425 7024 222 0,'0'-5'239'16,"0"5"-14"-16,0 0-18 0,-10-5-11 0,10 5-10 16,-8-1-14-16,0 1-14 0,-4 1-4 15,4 2-7-15,-8-1-6 0,-5 3-3 0,1 0-9 0,-2 1-12 16,-1 3-6-16,-7-3-4 0,0 5-7 0,0-2-8 16,-2 2-5-16,0 0-5 0,4 0-7 0,0-2-6 15,5-2-8-15,1 1-2 0,6-2-16 0,3-1 1 16,2 0-1-16,0 0-11 0,5-2-1 0,1 0-5 15,1 1 1-15,4 0-5 0,0-4 3 0,9 5-7 16,10-4 5-16,14 3-2 0,1-2-4 0,3 0 0 16,5-1-1-16,10 1-6 0,2-2 1 0,-13 2-3 15,2 1 1-15,-2-2-2 0,-4-1 1 0,0 1-2 16,-1-2 2-16,-5 2-3 0,-7-2 2 0,-4 1-1 16,-1 0 1-16,-4-1-3 0,-4 1 2 0,-3 1 9 15,-1-1 21-15,0 0 40 0,-3-3 25 0,-4 3-11 0,5-4-6 16,-5 4-10-16,-5-7-3 0,-1 2-4 0,-2-2 6 15,-1 1 6-15,-5-2-3 0,3 1-9 0,-6-1-3 16,0-3-6-16,0 2-9 0,-1-1-3 0,0 0-3 0,3 3-8 16,-2-3-7-16,2 3-8 0,1-2-25 0,6 4-37 15,-3 0-47-15,4-1-33 0,0 2-37 0,3 2-44 16,-3-1-54-16,7 3-49 0,-9-1-29 0,9 1-252 0,0 0-633 31,-8 3 280-31</inkml:trace>
  <inkml:trace contextRef="#ctx0" brushRef="#br0" timeOffset="103474.83">5349 6921 45 0,'-3'-5'310'0,"3"-3"-4"0,-4 6 1 16,4-4-9-16,0 6-38 0,-4-5-29 0,4 5-30 15,0 0-26-15,0 0-12 0,0 0-20 0,0 0-15 16,0 17-15-16,1-4-10 0,5 4-12 0,-5 1-7 15,-1 3-13-15,4 7-1 0,-1 2-8 0,-2 1-5 0,5-1-9 0,-2 0 0 16,-1 0-9-16,-2 0-2 0,-1-1-4 0,4 0 2 16,-1-3-6-16,-1-5-1 0,1-2-1 15,1 0-5-15,-1 0 2 0,-2-1-20 0,3-3-23 0,-1-5-18 0,1 3-23 32,-1-7-31-32,2 1-51 0,-1-1-63 0,3-5-68 15,0-1-189-15,-7 0-499 0,16-7 222 0</inkml:trace>
  <inkml:trace contextRef="#ctx0" brushRef="#br0" timeOffset="103825.12">5776 6970 15 0,'1'-4'322'0,"2"2"5"0,-2-3-5 0,1 1 1 16,-2 4-1-16,2-3-6 0,-2 3-13 0,0-5 3 16,0 5-34-16,0 0-24 0,0-5-24 0,0 5-24 0,0 0-25 15,0 0-18-15,0 0-16 0,0 0-18 0,0 0-15 16,-9 15-13-16,5-8-8 0,-3 1-6 0,3 4-9 16,-3 0-11-16,-1 4-2 0,4-3-10 0,-1 3-5 15,-2 1-4 1,3 1-2-16,2-2-7 0,-2 2 2 0,4-1-1 15,0-3-4-15,3-1-7 0,-2 0 1 0,2-1 1 0,7 4-4 16,-5-4 3-16,7-4-8 0,-4 2-16 0,9-2-26 16,0 0-29-16,2-3-43 0,1-2-30 0,1-3-37 15,1 1-46-15,1-2-52 0,-2 0-41 0,-1-3-44 0,2-2-227 16,-3-2-623-16,-3 0 276 0</inkml:trace>
  <inkml:trace contextRef="#ctx0" brushRef="#br0" timeOffset="104059.14">6128 7012 109 0,'-1'-5'253'0,"1"-1"19"0,0 3 9 0,0 3 15 0,0-7-1 16,0 7-6-16,-2-5-3 0,2 5-28 15,0 0-31-15,-1-5-23 0,1 5-20 0,0 0-30 16,0 0-18 0,0 0-18-16,0 0-6 0,0 0-7 0,-7 13-14 0,2-7-5 15,1 2-16-15,-2 2-3 0,1 2-10 0,-3 5-4 16,-2-4-3-16,4 4-7 0,-5-2-6 0,0 2 13 15,0 0-26-15,-2-2 7 0,4 2-18 0,-2-2-35 0,0-1-26 16,2 1-23-16,-3-3-27 0,6 0-20 0,-2-3-29 16,1 0-30-16,3-4-40 0,0 1-31 0,0-2-28 15,2 0-196-15,2-4-511 0,-5 0 226 0</inkml:trace>
  <inkml:trace contextRef="#ctx0" brushRef="#br0" timeOffset="104276.75">5968 7079 112 0,'0'-7'253'0,"0"3"5"0,0 1-6 0,0 3-16 16,1-8-18-16,-1 8-29 0,0-4-24 0,0 4-17 16,0 0-21-16,0 0-5 0,0 0-15 0,0 0-14 15,1 17-9-15,2-9-9 0,1 2-6 0,2 1-2 16,-2 0-9-16,4 1-5 0,4 2-5 0,1-1 1 16,0 1-8-16,1-3 1 15,-1 4-7-15,2-4 6 0,4-2-14 0,-2 1-3 16,0-1-19-16,2-2-37 0,-1 1-51 0,2-5-52 15,2-1-57-15,-1-1-234 0,-3-1-462 0,-1-3 204 0</inkml:trace>
  <inkml:trace contextRef="#ctx0" brushRef="#br0" timeOffset="104527.5">6262 6955 218 0,'-2'-3'318'0,"2"3"-18"0,-2-4-24 15,2 4-24-15,0 0-31 0,0 0-21 0,5-4-19 16,-5 4-19-16,0 0-15 0,13 4-18 16,-7 0-12-16,-2-1-15 0,6 2-8 0,0 2-12 0,1 3-6 15,-1-1-9 1,2 4-3-16,2 0-10 0,-2 0-1 0,0 2-7 16,-2-1-4-16,3 3-6 0,-3 0-2 0,-3 1-2 15,2-4-2-15,-5 3-1 0,0 1-4 0,-4 0-1 0,2 0-4 16,-4 0-6-16,-1 0-24 0,2-6-28 0,-3 1-23 15,-3 2-40-15,2 1-43 0,2-4-73 0,-2-2-262 16,1 0-520-16,2-3 231 0</inkml:trace>
  <inkml:trace contextRef="#ctx0" brushRef="#br0" timeOffset="105046.09">6933 6947 274 0,'-2'-6'324'0,"2"2"-24"15,0 4-28-15,0 0-28 0,-3-3-25 16,3 3-28-16,0 0-22 0,0 0-18 0,0 0-17 15,5 15-12-15,-2-9-11 0,0 6-8 0,1-1-14 0,-3 6-8 16,5 0-10-16,-1 1-7 0,-1 0-6 0,0 1-6 0,2-1-4 16,-2-2-5-16,1 1-4 0,-1-3-3 0,2 2-2 15,-2-5-3-15,-1 1-6 0,-2-5 2 0,3 1-3 0,-2-3-1 16,-1 0 0-16,3-2 0 0,-3 1 16 0,2 0 1 16,-3-4-8-16,0 0 3 0,11-7-4 0,-7 2-3 15,4-1-1-15,-1-5-3 0,1 0 6 0,2-3-11 16,0-1-4-16,1 2-1 0,-1-3-3 0,2 2 0 0,-2-2 6 31,1 3 12-31,-1 1 10 0,-3 5-3 0,3-4-4 16,-5 4-2-16,5-1 6 0,-5 3-14 0,2 2 10 0,0-1-18 15,-3 4-8-15,-4 0 3 0,12 3-4 0,-4-1 1 16,-1 5 2-16,1 1-8 0,2 0 3 0,-5 3-1 16,3 1 0-16,2 4 5 0,-1-3-7 0,-2 4 4 0,0-6-1 15,-3 3-3-15,1-2 2 0,-2 0 0 0,3-1-21 16,-4 0-15-16,1-2-15 0,0 1-23 0,-3-3-13 15,-2 0-19-15,1-2-28 0,-3 2-42 0,1-4-54 16,-2-2-54-16,-3 0-206 0,8-1-529 0,-15-4 233 0</inkml:trace>
  <inkml:trace contextRef="#ctx0" brushRef="#br0" timeOffset="105214.34">7004 6743 61 0,'0'0'302'0,"0"-6"-26"0,0 6-29 15,3-7-25-15,-3 7-27 0,0 0-22 0,0 0-30 16,-3-2-35-16,3 2-55 0,0 0-59 0,0 0-63 0,7 12-85 16,-6-8-105-16,-1 0-280 0,4 5 124 0</inkml:trace>
  <inkml:trace contextRef="#ctx0" brushRef="#br0" timeOffset="105765.25">8092 7047 243 0,'8'-13'255'0,"-2"-3"-11"0,2 1-12 15,-4-2-1-15,3 1-12 0,-3 0-5 0,-1-2-10 16,-2 1-10-16,-1-2-19 0,-1 3-9 16,-2-2-19-16,-4 0-9 0,3 1-10 0,-4 6 7 0,4-2-14 15,-2 1 2-15,-2 4-16 0,3-2-16 0,-6 3-4 0,4-1-14 16,-3 5-6-16,5 1-7 0,-6 2-12 0,2 4-6 31,-5 1-3-31,5 3-4 0,0 2-11 0,0 8 0 16,1 0-9-16,-2 6 7 0,3 2-3 0,2 3 1 0,0 1-11 15,3 3 16-15,4 0-12 0,0 2-2 0,4 3-5 16,-1-2-1-16,3 0 13 0,-1 0-13 0,4 14 0 16,0-17-3-16,0 1 4 0,1 1 5 0,0 1-4 0,4 10 8 15,-2-13-9-15,0-2-2 0,-5 0-1 0,2-6 0 16,0 1 3-16,-3-8 15 0,2 0-23 0,-6-2 9 16,4-3-5-16,-3-3 0 0,-2 1-13 0,1-5-14 0,0 0-8 15,-1 0-9-15,0-1 0 0,0-4-10 0,-3-1-54 16,0 0-46-16,0 0-42 0,13-6-52 0,-10-1-66 15,1-2-175-15,1-1-526 0,-2-3 233 0</inkml:trace>
  <inkml:trace contextRef="#ctx0" brushRef="#br0" timeOffset="106601.43">7948 7266 75 0,'-4'-2'291'0,"4"2"-12"0,-7-3-10 16,7 3-21-16,-1-4-19 0,1 4-24 0,0 0-20 16,2-8-10-16,-2 8-23 0,6-4-15 0,2 3-18 15,-4-2-11-15,4 0-15 0,-1 1-10 0,4-1-3 0,1 2-10 16,-1-1-6-16,3 2-7 0,-2-2-4 0,3 2-10 16,4 0-7-16,3 0-4 0,-3 0-7 0,1 0-16 0,-2 2-18 15,5-2-16-15,-3 0-12 0,2 0-10 0,0 1-7 16,0 0-7-16,1-2 1 0,-4 1-5 0,4-1 9 15,-3-1-1-15,-2 0 5 0,1-1 6 0,-5-1 4 0,-2 2-1 16,2-2 12-16,-1 0 1 0,-3 2 12 0,-1-6-1 16,-5 4 5-16,3-1 14 0,-3 0 7 0,0-1 6 15,-4 0 6-15,0 1 5 0,0-1 0 0,-3-1 1 0,-1 2 2 32,0 0 6-32,-2 0-1 0,0 0 0 0,-1 1-1 15,2 0-8-15,-6-1 2 0,6 3-4 0,-6 1-2 0,-3 0 1 16,5 1-7-16,-1 1-1 0,-1 2-1 0,-1 2-3 15,5 0-2-15,-4 0-1 0,3 2-2 0,0 0 4 16,0 4-2-16,1-1 0 0,3 0-1 0,0 2 2 16,4 2 4-16,1-3-3 0,5 2-1 0,-1 1 2 0,2 2 2 15,1-3-1-15,3-2-2 0,-2-1-3 0,8 0 5 16,-1-2-3-16,2 0-1 0,1-1 2 0,1-2-4 16,-2-2-2-16,2-2-1 0,1 1 0 0,1-5-1 0,-5 2 2 15,5-3-1-15,-9 0 0 0,1 0 0 0,4-4 4 16,-6 2-4-16,0-1-2 0,-1-1 4 0,1-1 2 0,-4-2 1 15,-2 2-1-15,1-5 5 0,-2 7 4 0,-1-6 7 16,0 4 6-16,-4 0-4 0,0 2-3 0,0-3 1 0,0 3-5 16,0-1 2-16,-4 3-7 0,2 1-2 0,-4 0-4 31,2 2-2-31,-1 1 1 0,5 1 0 0,-13 0-3 16,4 1 2-16,2 3-4 0,-3 1 2 0,1 0 0 0,1 3-4 15,0-2-5-15,1 1-7 0,-1 0-1 0,-2 2-2 16,5 0-2-16,-1-1-3 0,3 0-4 0,2-2-1 15,0-3-1-15,-3 4-2 0,4-3 1 0,0 0 2 0,0-4 0 16,0 5 7-16,0-5 4 0,6 1-3 0,-6-1 6 16,0 0 1-16,14-6 5 0,-10 2 5 0,6 0 4 15,-5-4 18-15,-1 5 9 0,5-2 11 0,-3-6 14 16,5 6 6-16,-7-3 18 0,-1 2 6 0,2 1 9 0,0-1-2 16,-1 1 1-16,0 0 6 0,0 2-3 0,-2-1 0 15,1 1-13-15,0 0-14 0,-3 3-14 0,3-3-13 16,-3 3-3-16,0 0-3 0,0 0-7 0,0 0 0 0,8 6-1 15,-4-1-4-15,-1 2-3 0,3-1 1 0,-2 2-12 16,3 1 7-16,2 1-3 0,-2 1-4 0,3-1-17 16,-2-2-4-1,1 0-16-15,4 1-9 0,-3-1-13 0,-1-1-18 16,3-2-26-16,-1 0-39 0,0-2-41 0,0-1-34 16,0-1-44-16,1-2-245 0,2-4-538 0,-6 2 238 15</inkml:trace>
  <inkml:trace contextRef="#ctx0" brushRef="#br0" timeOffset="107287.25">8944 6846 80 0,'-3'-11'315'0,"0"4"2"16,2-3 2-16,-2 4-3 0,2 1-14 0,-1 0-23 15,1 1-14-15,-2 0-40 0,3 4-25 0,0 0-24 0,-2-4-28 16,2 4-12-16,0 0-15 0,0 0-12 0,-2 10-12 15,-1 2-8-15,2-2-10 0,1 3-9 0,0 4-5 16,1 2-10-16,-1 0-7 0,3 3 0 0,-3 6-2 16,0 0-4-16,3-1-8 0,0 2-4 0,1-1 2 15,0-1-5-15,1 0-6 0,-2-7-3 0,1 0 1 16,0 0-20-16,0-2-11 0,-2 0-15 0,2-5-9 16,1 0-16-16,-2-3-11 0,-3 1-10 0,4-5-5 0,-1 2-3 15,-1-3 1-15,0 0 8 0,-1-3-24 0,-1-2-28 16,0 0-13-16,0 0-7 0,0 0-7 0,0 0 6 15,4-11 7-15,-5 6 19 0,-2-2 10 0,2 4 12 16,-1-5 15-16,2 0 22 0,-2 3 29 0,-1-4 18 0,-1 3 29 16,1 1 12-16,3-1 15 0,-4 0 13 0,3 2 15 15,-1-1 12-15,2 5 2 0,-1-6-2 0,0 3-8 0,1 3-6 16,-2-5-11-16,2 5-5 0,0 0-11 0,0 0-6 16,0 0-3-16,0 0-3 0,0 0-2 0,0 0-3 15,0 0-4-15,2 17-1 0,0-12-2 0,0 2-1 16,3 0 1-16,-2-1-5 0,4 4 1 0,1-4-1 0,-3 2 0 31,2 1-1-31,4-2-3 0,0 1 0 0,-3-3-1 16,4 0 1-16,-1 0-6 0,0-2 3 0,3-1-4 0,-3-2-2 15,-2-1 1-15,3 0 1 0,-5-2 2 0,4 0-5 16,0-4-2-16,-3 3 4 0,2-1 0 0,-1-4 2 16,-2 2 0-16,-2-3 1 0,4 2-1 0,-4-2 4 0,3 2-2 15,-4-4 13-15,-3 3 14 0,2 1 6 0,0-1 22 16,-2 3-1-16,1-1 0 0,-1 2 0 0,-1 0 9 15,3 3-6-15,-3 2-8 0,0-7-11 0,0 7-7 0,0-4-6 16,0 4-5-16,1-3-5 0,-1 3-5 0,0 0-2 16,0 0 2-16,0 0-3 0,0 0-3 0,0 14-4 15,0-10-1-15,0 2 4 0,3-2-1 0,-3 2-2 16,0-1-3-16,1 0 4 0,3 2 0 0,-4-2-2 0,0 0-4 16,1-1-5-16,1 0-5 0,1 0-4 0,-2 0-7 15,2-3-7-15,-3-1-13 0,1 4-5 0,-1-4-10 16,0 0-12-16,4 3-28 0,-4-3-53 0,0 0-62 0,0 0-39 31,0 0-47-31,14-7-160 0,-8 3-494 0,0 0 219 16</inkml:trace>
  <inkml:trace contextRef="#ctx0" brushRef="#br0" timeOffset="107755.55">9352 7132 213 0,'2'-4'219'0,"-2"4"-1"0,3-3-1 16,-3 3-8-16,1-3-8 0,-1 3-17 0,0 0-18 15,0 0-20-15,0 0-17 0,0 0-12 0,0 0-14 16,0 0-9-16,0 0-10 0,0 0-11 0,11 6-4 16,-6-3-7-16,-4 1-7 0,6-1-6 0,-2 3-4 15,-1 0-4-15,3-1-4 0,-4 2-4 0,4 0-4 0,-1 0-2 0,-2 1-4 0,2 0-1 16,-2 0-4-16,0 0-3 0,-3-2 0 0,4 2-2 16,-3-2-3-16,2-1 2 0,-4 1-4 0,0 0-2 15,0-2 4-15,-3 2-5 0,0 0 3 0,1-4 0 0,-2 1 0 16,0-1-1-16,-2 0-1 0,6-2 1 0,-8 3 1 31,2-3 7-31,6 0 16 0,-6 1 4 0,6-1 7 16,0 0 1-16,-7-4 0 0,7 4-4 0,0-4-5 0,0 4 0 15,3-7-8-15,1 3-4 0,2-2-2 0,4 2-4 16,1-3-2-16,1-1 0 0,1 1 5 0,4-1-10 0,3 1-1 16,1-4-2-16,-2 3-1 0,2-3 1 0,-1 4-2 15,-1-4 1-15,0 4-2 0,0-1-2 0,-9 1 1 16,1 2 1-16,-1-1 5 0,-3 3 1 0,0-3 10 15,-3 3 7-15,0 0 10 0,2 0-4 0,-2 1 7 0,-4 2-17 16,1-3-7-16,-1 3-2 0,0 0-3 0,0 0 8 16,0 0-12-16,-15 6 2 0,11-2-3 0,-1 0-3 15,-1 2 6-15,2-2-7 0,-4 4 6 0,4-1-7 0,-3 0 11 16,3 2-12-16,-2-1-3 0,2 1 4 0,3 0 2 16,1-2-4-16,-4 1-7 0,3 0-18 0,1 2-25 15,1-1-26-15,3-3-52 0,0 2-81 0,4-1-85 0,2-4-207 31,2 2-544-31,3-4 241 0</inkml:trace>
  <inkml:trace contextRef="#ctx0" brushRef="#br0" timeOffset="108324.12">10121 7085 181 0,'5'-4'318'15,"-1"1"-14"-15,-3 1-17 0,3-2-25 0,-4 4-23 16,3-4-25-16,-3 4-25 0,0 0-26 0,0 0-17 16,0 0-11-16,12 9-13 0,-9-3-13 0,1 0-13 15,-1 5-7-15,3 1-9 0,0 0-10 0,-2 0-11 0,4 5 2 16,0 1-12-16,2 0 2 0,-1 0-7 0,1-2-1 15,-2 0 4-15,-1 0-16 0,5-1-5 0,-2 0 2 0,-2-4-3 16,0-2-5-16,-1-1-1 0,-3-2 0 0,0 1-3 16,0-2 0-16,0-2 2 0,-2 0 1 0,0-2-3 0,-2-1 0 15,0 0 0-15,12-6 1 0,-8 1-3 0,-1 0 0 32,1-4-3-32,3-1-5 0,-3-2 0 0,0-1 2 15,3-2-1-15,1-2 1 0,-2-1 0 0,0-1-2 16,2-5 3-16,-2 5-5 0,2-7 1 0,0 6 1 0,-4 1-2 15,-1 3 0-15,1 2 0 0,-2 0 2 0,2 4-5 16,-3-1-3-16,3 5-11 0,-4 0-25 0,0 0-37 0,3 1-35 16,-2 3-9-16,-1 2-14 0,0 0-21 0,0 0-26 15,0 0-11-15,0 11-20 0,0-4-12 0,4 0-168 16,-4 5-423-16,3-6 188 0</inkml:trace>
  <inkml:trace contextRef="#ctx0" brushRef="#br0" timeOffset="108591.98">10611 7159 7 0,'3'-5'201'0,"-2"0"2"16,-1-1-9-16,0-1-5 0,-1 1 8 0,-4 0-5 15,2-3-4-15,-1 2-11 0,1 0-11 16,-4 2-14 0,2-1-15-16,-1 4-15 0,-3-1-12 0,2 1-16 0,0 0-10 15,-4 2-8-15,2 2-7 0,2 0-7 0,-3 1-8 16,0 3-7-16,1-1-4 0,3 3-3 0,-5-1-4 15,7 3-3-15,-2-2-3 0,2 3-2 0,0-1-5 0,4 0-1 16,0 0-3-16,3 1 5 0,-2-3-5 0,6 2-2 16,2-2-1-16,2 1 2 0,0 0-5 0,11-1-12 15,-2-1-28-15,2-2-36 0,8-4-31 0,0 1-43 0,-4-1-26 16,5-3-29-16,-1 1-27 0,4-2-149 0,-11-2-399 16,8 0 176-16</inkml:trace>
  <inkml:trace contextRef="#ctx0" brushRef="#br0" timeOffset="109528.42">11000 7110 149 0,'-4'-4'183'0,"0"-1"8"0,1 1 2 0,-5-1 1 0,-1 2 2 16,-1-1-10-16,-1 3 0 0,-1 0-3 0,0-1-6 15,-2 5-5 1,1-2-11-16,2 3-9 0,-4-1-14 0,1 1-13 16,2 1-19-16,1 2-6 0,1-1-9 0,0 0-14 0,0 2 0 15,3 0-6-15,2 0-8 0,-2 1 3 0,3 1-17 16,1-4 1-16,2 4-7 0,1 0-3 0,3-3-4 15,1 4 0-15,4-4-5 0,3 4-1 0,-2-6-9 0,6 1-2 16,2 2-19-16,4-3-19 0,-4-3-20 0,6 2-18 16,-3-3-17-16,3-1-23 0,-4-1-18 0,3-5-14 15,-2 2-14-15,0-2-10 0,1-3-6 0,1-3 4 0,-6 2 2 16,3-6-9-16,3-2 7 0,-1-2 3 0,-3-3 2 16,-1 0 4-16,-1-2 15 0,-1-4 11 0,-5 4 23 15,-1-1 38-15,-2 5 50 0,-1 3 27 0,4-9 20 0,-6 9 54 16,-1 0 18-16,1-1 22 0,-2 6 15 0,-2 0 14 15,1 1 13-15,-2 1 0 0,1 1-2 0,0 3-10 16,-2-1-8-16,2 4-16 0,0-1-22 0,0 5-12 0,-4-2-15 16,4 2-5-16,0 0-12 0,-13 11-5 0,9-3-8 31,-1 4-4-31,3-1-6 0,-2 2-6 0,-1 5-5 16,4 1-1-16,-3 0-3 0,3 3-5 0,-1-2-4 0,4 1-6 15,-1-1-7-15,3 1-19 0,-3-1-1 0,4-2-10 16,0 0-11-16,2-1-14 0,-2-5-18 0,-1 0-16 15,3-1-18-15,-1-1-29 0,-1-2-17 0,-1-1-28 0,1-2-10 16,0-2-15-16,-3-1-13 0,-2-2-3 0,7 1 7 16,-7-1 12-16,0 0 19 0,0-8 14 0,0 8 19 15,-4-10 18-15,1 4 37 0,-1 0 31 0,-4 0 26 0,3-1 28 16,-1-3 32-16,-2 2 19 0,1 1 20 0,-1-2 13 16,3 3 19-16,-1 1 16 0,3 0 15 0,-1 0 2 0,2 1 4 15,-2 0 4-15,2 2-9 0,2 2-6 0,-2-7-13 16,2 7-12-16,1-5-12 0,-1 5-8 0,8-2-10 15,-8 2-7-15,14 1-3 0,-5 0-11 0,6 0-4 16,-4 2-5 0,4 1-8-16,-1-1 0 0,5-2-7 0,-2 4-1 15,4-1-1-15,-9-1-5 0,10 3-4 0,-9-4 0 16,1 1-4-16,-2 2 1 0,0-3 0 0,-1 3-3 0,-4-3-5 16,0-1-2-16,-2 2-6 0,-2-3 3 0,-3 0-1 15,4 6-4-15,-3-4 4 0,-1-2-3 0,2 7 2 16,-2-3-3-16,0-4 3 0,-3 6-2 0,2-2 2 15,-3-2 0-15,2 3 1 0,2-5-3 0,-5 5 3 0,5-3 0 16,0-2-1-16,0 0-5 0,-4 5 4 0,4-5 1 16,0 0 3-16,0 0 0 0,0 0 4 0,5 4-3 0,-5-4-1 15,8 2-3-15,-1-1 6 0,2 0-3 0,-2-1-1 16,4 1 0-16,2 1-1 0,-3 0 1 0,0-1-5 16,5 2 6-16,-7-1-1 0,3 2-6 0,0-1 5 0,-4 1-3 15,0 0 1-15,2 1-6 0,-5-2 6 0,7 4 1 16,-7-1 1-16,3 2-4 0,-2-1 0 0,0-2-1 0,0 2-1 15,0 0 1-15,2-1 0 0,-3 1 2 0,-1-1-1 32,1-2-3-32,-1-1 6 0,-1 1 4 0,0-1 3 15,-1 1 17-15,-1-4 41 0,4 3 36 0,-4-3 40 0,0 0-15 16,0 0-12-16,8-5-3 0,-5 0-21 16,1-1-6-16,0 1-15 0,3-5-3 0,1 2-7 0,-2-5-8 15,2 3-2-15,3-4-4 0,-3 2-5 0,0 0-5 16,-1-1-11-16,2 1-44 0,-2-3-51 0,0 1-49 0,-3 2-58 15,0 1-77-15,0 0-92 0,-4 0-276 0,-8-1-673 16,1 4 298-16</inkml:trace>
  <inkml:trace contextRef="#ctx0" brushRef="#br0" timeOffset="110598.74">5371 8397 6 0,'5'-3'228'0,"-1"-1"-9"0,0-1-7 0,-1 2-9 16,-2 0-9-16,3 1-13 0,-4 2-14 0,3-4-17 15,-3 4-13-15,3-2-13 0,-3 2-11 0,0 0-11 16,0 0-12-16,0 0-9 0,0 0-8 0,0 0-5 16,-15 5-7-16,3 0-6 0,-5 3-4 0,-3-2-1 15,1 1-5-15,-3 3-4 0,-5 2-1 0,-3-4 0 0,4 4 3 0,6-5-1 16,-1 2 0-16,-6 3 0 0,7-6-2 0,2 0-4 31,-1 1 2-31,4-1-5 0,3-3 0 0,5-1-6 0,0 1-4 16,3 0-4-16,0-2-1 0,-1 0-3 0,-1 2 0 15,3-1 1-15,3-2-1 0,0 0 0 0,10 5 0 16,1-5-2-16,8 1 1 0,4 1-2 0,11 0 0 0,4-4 0 16,4 2-3-16,13-3-1 0,-12 2 1 0,10 0-5 15,4-2-5-15,-16 2 4 0,0-2-4 0,1 2-2 16,-7-3-7-16,4-1-3 0,-7 2-6 0,-2 0 3 0,-7 0-1 16,-5 1 4-16,-2-3 1 0,-3 2 3 0,-1-2 1 15,-4 2 5-15,-4-2-2 0,0 0 6 0,-1 1-2 16,0-2 3-16,-9-1-3 0,2-2-1 0,-4 1 3 0,-6 1 1 15,2-2 2-15,-6 0 1 0,-1-1 1 0,-1-1-1 16,-3 4 2-16,5 1-5 0,-12-2 5 0,3 1-2 16,4 4 2-16,0-3-2 0,1 2-4 0,2 2 3 0,3-2-7 15,2 3-21-15,1 0-29 0,2-1-30 0,4 2-49 32,1 2-45-32,-2-4-45 0,9 2-210 0,0 0-468 15,-5-1 207-15</inkml:trace>
  <inkml:trace contextRef="#ctx0" brushRef="#br0" timeOffset="110849.79">5513 8119 17 0,'0'0'186'0,"0"0"-15"0,3 10-16 0,-3-3 19 16,2 4-13-16,-1 6-1 0,2 0 13 0,-2 1-13 15,2 2-12-15,-3 9-14 0,1 1-10 0,-1 1-12 16,0 0-13-16,4 1-8 0,0-2-11 0,-4 1-5 0,4 2-5 16,-1-2-4-16,4-1-9 0,-4-1-1 0,5 1-5 15,-6-10-6-15,5 1 0 0,0-2-17 0,1-3-31 0,3 1-48 32,-4-7-63-32,4-2-78 0,-1-2-188 0,0-2-412 15,4-2 183-15</inkml:trace>
  <inkml:trace contextRef="#ctx0" brushRef="#br0" timeOffset="111334.86">6331 8217 296 0,'2'-3'324'0,"-2"3"-27"16,5-3-26-16,-5 3-34 0,0 0-24 0,0 0-24 16,0 0-19-16,0 0-17 0,0 0-20 0,6 10-11 15,-3-3-13-15,-1 0-9 0,-1 3-9 0,2-1-9 16,0 7-11 0,2-4-8-16,-1 6-5 0,0-3 2 0,0 2-10 0,0-2-6 15,0-2-4-15,-1 0-6 0,0-2 3 0,2 0-8 16,-4 0-5-16,2-5-2 0,-3 0 1 0,4 0 9 15,-4-2-11-15,2-1 0 0,-1 0 25 0,0 2 22 0,-1-5 28 16,0 0-11-16,0 0-9 0,11-8-6 0,0 1 1 16,-6-3-19-16,5-2 1 0,4 0-9 0,-1-5-5 15,1 3-2-15,2 1-6 0,3-1-5 0,-2 1 1 0,0 0-2 16,1 2-8-16,8-5-5 0,-9 7 4 0,1-1-5 16,-3 3 1-16,-3 2-6 0,3 2 1 0,-4-2-12 15,-4 7 9-15,0-2 5 0,4 0-14 0,-5 3-2 0,1 0 15 16,-1 2-12-16,-1 3 1 0,-4 1-1 0,5 3 3 15,-6 0 3-15,0-1-2 0,-2 6 18 0,-3-1-15 16,0 0 0-16,-2-1-1 0,0-2-2 0,-1 1-19 0,-3-1-17 31,0-6-29-31,3 3-26 0,-5-3-35 0,0 2-37 16,0-4-65-16,-1-3-68 0,-4-2-261 0,3 0-603 16,2 0 267-16</inkml:trace>
  <inkml:trace contextRef="#ctx0" brushRef="#br0" timeOffset="111503.03">6448 7862 199 0,'-3'-4'224'0,"3"4"-28"0,0 0-19 0,0 0-18 16,0 0-15-16,0 0-13 0,-4 12-16 0,0-7-25 15,3 1-50-15,1 2-60 0,0 0-66 0,1 2-143 16,0-1-246-16,5 2 109 0</inkml:trace>
  <inkml:trace contextRef="#ctx0" brushRef="#br0" timeOffset="112053.97">7445 8286 195 0,'9'-7'215'0,"2"0"-4"15,1 1-2-15,-2 1-5 0,0-3-14 0,0 2-15 16,0-1-3-16,-2 1-10 0,3-4-10 0,-3 3-10 16,2-2-18-1,-1 0-10-15,-2-2-10 0,1 1-10 0,-4-1-9 16,3-2-7-16,1 1-9 0,-2-4-8 0,-1-1-4 0,-2 4-3 16,1-2-5-16,-3-2-4 0,-1 2-8 0,2 2 3 15,-2 0-7-15,-3 0 0 0,3 2-3 0,-3-1 8 16,3 5-7-16,-4-1 1 0,0 3 5 0,1-1-14 0,-1 1 6 15,-4 2-14-15,1 1-2 0,7 2-3 0,-13 5-1 16,7 1-2-16,-6 3 1 0,5 2-4 0,-3 6 0 16,4 4 0-16,-2 4-2 0,2 4 1 0,1 2-2 0,1 4 0 15,2 0 3-15,1 12 4 0,2 2-5 0,3 3 1 16,-1-15-1-16,4 2 4 0,4 12-3 0,2 0 1 16,-3-14-7-16,5-1 11 0,-1 0 3 0,7 10-6 0,-3-15 14 15,0-1-15-15,6-4 7 0,-6-2-6 0,1-2-4 16,-4-6-1-16,1-3 4 0,-2-2 0 0,-1-4 9 15,-2 0-25 1,1-2-17-16,-2-4-47 0,-3-1-55 0,1-2-45 16,0-4-38-16,0 1-44 0,-4-3-185 0,-1-4-479 15,-3-2 213-15</inkml:trace>
  <inkml:trace contextRef="#ctx0" brushRef="#br0" timeOffset="112238.06">7486 8408 236 0,'-3'-3'264'0,"0"-1"-7"16,3 4-9-16,0 0-14 0,-4-6-12 0,3 3-31 0,1 3-18 15,0-3-18-15,1-4-17 0,-1 7-18 0,7-6-21 16,1 2-46-16,3-4-54 0,-2 4-55 16,1-1-53-16,5 0-60 0,-3-2-174 0,3 2-371 0,0 2 164 0</inkml:trace>
  <inkml:trace contextRef="#ctx0" brushRef="#br0" timeOffset="113107.61">7676 8389 189 0,'0'0'276'15,"-4"1"-13"-15,4-1-16 0,0 0-13 0,0 0-12 16,0 0-9-16,0 0-29 0,0 0-16 0,0 0-15 15,0 0-13-15,19-6-19 0,-14 6-11 0,1-1-12 16,5-1-7-16,1 2-9 0,2-3-12 0,-1 2-8 0,5-2 0 16,-3 1-9-16,0-1-6 0,-2 0-10 0,2 2-8 0,6-1-16 15,-2-2-20-15,-1 0-9 0,0 0-19 0,-7 2-10 16,2-4-11-16,0 3-7 0,0-1-7 0,-3 0-6 16,-1-1 1-16,0 0 0 0,-2 0 12 0,1 1 10 0,-3-2 3 31,2 4 7-31,-4-3 7 0,4 2 0 0,-6 0 8 15,4-3 16-15,-3 5 6 0,-2 1 7 0,3-4 10 16,-2 0 9-16,-1 4 11 0,0 0 7 0,4-6 2 16,-4 6 3-16,0-3 2 0,0 3 0 0,0 0 3 0,0 0 0 15,0 0-3-15,-4-6 5 0,4 6-5 0,-4-3 1 16,4 3-4-16,0 0-5 0,-8-1-1 0,8 1-4 16,-7-4-3-16,7 4-1 0,-10-1 2 0,5 0-8 0,-2 0-1 15,7 1 0-15,-11 0-2 0,6-1-4 0,5 1-5 16,-14 1-1-16,8 0 2 0,0 0-3 0,-2 3-1 15,2-2-1-15,-3 0-1 0,2 1-2 0,2 1 2 0,-2-3-1 16,-1 4-2-16,1-2 1 0,3 0-1 0,-2 2-3 0,2-1 3 16,3 1 4-16,-2 1-6 0,2 4 0 0,-1-3 2 15,4 1-1-15,-1 2 3 0,2-1 2 0,1 0-3 16,6-1 4-16,-2 1 2 0,8 0-1 0,-1-1 2 0,4-1-2 31,6-1 0-31,3 2-2 0,2-4 7 0,3-2-9 16,-1-2 0-16,5 0 1 0,-3-2 6 0,2 0-6 0,-2-1-9 15,1-6 8-15,-4 3-7 0,3-4 4 0,-6 2 0 16,1-3 2-16,-3 0-2 0,-7 0 1 0,1 1 2 16,-2 0-1-16,-3 0-2 0,-1-2 4 0,-6 2 3 0,0 1 19 15,-1 0 1-15,-6 4 10 0,2 0-7 0,-3-3-4 16,0 3-1-16,-4 1-7 0,0-2-5 0,-2 3-1 16,-3 0-4-16,-2 1 1 0,0 2-6 0,0 0 4 15,-4 2 1-15,0 0-3 0,0 2-5 0,2 2 2 0,-5 1 2 16,3-1-2-16,4 0-2 0,1 0-1 0,0 2-3 15,3-1 9-15,0 1-17 0,0-2-4 0,6 1 1 16,-2 0 0-16,2-1 0 0,1-2 0 0,1 3 3 0,3-3 2 16,-1 1 1-16,2-3-3 0,4 2 4 0,-4-1-4 15,6-2 8-15,-3-1-2 0,3 0-1 0,1-3 4 0,1-1-1 16,-2-1 0-16,1 2-3 0,-3-1 12 0,3-3-8 31,-4 5 4-31,-1-2 8 0,3-2-3 0,-3 1 9 16,1 2-2-16,-5 0 4 0,1 1-1 0,0-1-3 0,0 1-1 15,0-1-2-15,-4 3-6 0,11 0 1 0,-11 0-1 16,11 1 0-16,-3 2 0 0,-2-2 1 0,4 3-7 16,1-2 8-16,0 2-6 0,-2-1 3 0,1 1-1 0,3-2 0 15,-2 0 0-15,6-1-6 0,-5 3 3 0,2-3-21 16,-1-1-29-16,0 0-26 0,1 1-38 0,0-3-22 16,-2-1-34-16,-1-2-18 0,0 0-28 0,1-2-30 0,-2 1-172 15,-1-2-453-15,-1 1 202 0</inkml:trace>
  <inkml:trace contextRef="#ctx0" brushRef="#br0" timeOffset="113844.62">8836 8005 173 0,'-4'-16'219'0,"0"4"6"0,4-1 11 0,-3 3 6 16,-1 1-2-16,3 3 2 0,-3-2-5 0,4 4-19 0,-3-1-20 16,3 2-19-1,0 3-31-15,0-9-14 0,0 9-20 0,0 0-9 16,0 0-10-16,0 0-12 0,0 0-9 0,-5 16-7 15,6-7-10-15,2 2-2 0,-2 2-1 0,2 4-9 0,2 0-1 16,5 0-12-16,-5 4 3 0,2-2-7 16,5 6 2-16,-5-4-6 0,3-1-2 0,2 3-7 0,-1-5-7 15,-2-2-9-15,1 1-14 0,1-1-11 0,-5-4-7 0,4 4-17 16,-3-5-9-16,-2-6-14 0,-1 4-12 0,-1-4-5 16,0 1 0-16,-1-3 0 0,1 0-17 0,-3-3-24 0,0 0 7 15,0 0 13-15,0 0 9 0,0 0 12 0,0 0 8 16,-16-12 14-16,6 3 0 0,5 2 8 0,-6 1 12 15,4-1 22-15,-5 0 10 0,4 0 18 0,1 3 13 0,-2-4 17 16,2 4 9-16,-3 0 6 0,6 1-1 0,-2-1 7 16,-3 3-5-16,5-2-4 0,0 1-6 0,4 2-6 15,0 0-5 1,-7-1-2-16,7 1 1 0,0 0-3 0,0 0 1 16,-4 7 2-16,4-7 7 0,10 5 1 0,-4-3 0 15,3 3 4-15,3 0-10 0,0-2-1 0,2 1-1 16,3 0-4-16,0-3-2 0,0 3-1 0,5-3-2 15,0-1-2-15,-3 0-1 0,0 0 1 0,1-4-1 0,-1 2-2 16,3-2 1-16,-4-1-4 0,0-2 0 0,-6 2-1 16,0-2-1-16,-1-1-1 0,1 0 1 0,-5-1-1 0,1 0 0 15,-1 1 0-15,1 0 5 0,-4-1 8 0,0 2 7 16,-1 1 10-16,0 0 2 0,1 0 1 0,-3 4-3 0,-1-2-6 16,3 0-4-16,-3 4-11 0,0-4-3 0,0 4 0 15,0 0-4-15,0 0-1 0,0 0 3 0,0 0-6 16,-3 14 4-16,2-6-6 0,-2 0-3 0,3 0 5 15,-1 3-1-15,2-1-2 0,2 0 3 0,-2 2-2 0,2-2 0 16,-3 3-1-16,5-2 7 0,1-1-4 0,-2-3 2 16,1 1-1-1,-2-2-1-15,2-1 3 0,-2 0 0 0,0-2 10 16,2 3 12-16,-1-4 13 0,2-1-1 0,-2 0-5 16,-4-1 4-16,8-4-1 0,-3 2-6 0,1-3 11 15,-1-1-14-15,1 1 8 0,-2-3-13 0,4 0-3 0,-1-2-1 16,-2-1 0-16,1 1-2 0,-1 0 24 0,2 1-16 15,-3-1 2-15,0 0-2 0,-1-1 10 0,-1 2-15 0,0 1-5 16,1 2-3-16,-2 1-3 0,0-3 2 0,1 6-6 16,-1-2-9-16,0 0-23 0,1 0-40 0,-2 4-30 15,0 0 0-15,0 0-19 0,0 0-22 0,0 0-44 0,0 0-39 16,0 0-27-16,-4 14-48 0,2-6-156 0,2-2-487 16,0 1 216-16</inkml:trace>
  <inkml:trace contextRef="#ctx0" brushRef="#br0" timeOffset="114379.79">9518 8144 112 0,'1'-4'242'16,"3"1"-4"-16,0 0-21 0,0 1-18 0,-4 2-22 15,0 0-24-15,11 0-12 0,-11 0-12 0,7 3-13 0,-4-1-16 16,1 1-9-16,0 2-10 0,1 0-8 0,1 2-7 15,1 1-5-15,-2 0-7 0,-1 1-6 0,3 0-3 16,-2 0-8-16,-1 2-3 0,-1 0-2 0,1-1-3 0,-1 1-1 16,-3-1-3-16,0-3 0 0,0 1-2 0,-1-3-2 15,1 3 0-15,0-3-4 0,-2 1 1 0,-1-2 1 16,2 0 0-16,-2-2 10 0,3-2 20 0,-4 3 14 0,4-3 5 16,0 0-9-16,0 0 8 0,-12-9 0 0,12 5-1 15,0-1-3-15,4-1-6 0,-4-2-4 0,0 1-4 16,3 0 3-16,-1-2-8 0,3-1-7 0,-1 1-1 0,3 1-5 31,-2-1-6-31,4 1-1 0,0 1-1 0,0 1-2 16,-1-2-7-16,4 1 4 0,2 4-3 0,0-3-5 15,-3 4-4-15,1-2 1 0,4 3 5 0,-2-3-4 0,5 3-5 16,0-1-3-16,-5 1-3 0,0-3 3 0,0 3 0 16,2-2 0-16,-2 1-4 0,-2-2 5 0,3 1 2 15,-4 0-2-15,1-2-5 0,-1 3 4 0,-4-1 5 0,0 0-3 16,1-1-3-16,-4 0 1 0,0 0 13 0,-3 1-9 15,2 0-4-15,0-1 3 0,-3 4 2 0,-3-7 3 0,3 7-2 16,-4-4 8-16,4 4-8 0,-8-1 5 0,8 1-1 16,-12 0-3-16,2 1-1 0,3 3 5 0,-2 0-2 15,-2 1 1-15,0 0 13 0,0 3-17 0,0 0-1 0,0 1-2 16,-2 0 0-16,6 1 0 0,-1 0 1 0,1 1-11 16,-1-2-30-16,3 1-25 0,0 0-18 0,4 1-36 15,2-1-51-15,2-3-61 0,4 1-78 0,9-2-183 0,3-3-530 16,10-3 234-16</inkml:trace>
  <inkml:trace contextRef="#ctx0" brushRef="#br0" timeOffset="115315.28">10686 7954 187 0,'8'-5'301'0,"-1"0"-1"0,1-1 3 0,-2-1-6 16,-1 3-7-16,-1-1-10 0,-1-1 4 0,0-1-32 15,-2 3-10-15,0-2-10 0,2 3-24 0,-3-2-28 16,0 5-22-16,-7-7-14 0,3 4-15 0,-4 3-15 0,-2-1-9 16,-3 1-15-16,-1 3-16 0,-6 0 1 0,-2 0-10 31,6 4-7-31,-5 1-5 0,2 0-11 0,0 0 0 0,3 0-6 15,4-1-5-15,2 1-5 0,2-2-10 0,3 1-9 16,1-2 0-16,2 2-7 0,1-1 6 0,2 1-6 16,5-1-8-16,2 1 8 0,3-1-2 0,2-1 1 0,6 0 1 15,0 0-8-15,-1-2-1 0,2 1 7 0,-2-1-6 16,-2-1 4-16,-2-1-5 0,2 1 12 0,-5-2-11 16,3 1 5-16,-6-1 12 0,0 2-15 0,-2-1 0 0,-1 0 1 15,-5-1-7-15,8 1 1 0,-4 1 3 0,-4-2-9 16,3 2-1-16,-3-2 2 0,0 6-1 0,0-6 1 15,-4 7 6-15,0-3-3 0,0 1 0 0,-3 1 6 16,0 1-1-16,2 1-4 0,-1-3 1 0,2 5-2 0,0-5 4 16,-1 1 17-16,2 3-14 0,2-3 6 0,1 1-3 15,1 1 4-15,-1-1-9 0,4-1 8 0,7 2-1 0,-3-3 4 16,3 2 1-16,4-2-11 0,6-2-21 0,4 0-19 31,5 0-22-31,3-2-28 0,1-1-25 0,0-1-19 16,-2-4-17-16,2 1-11 0,-4-1-11 0,3-2 0 0,-5 1-4 15,2 0 4-15,-3-5 18 0,-7 5 15 0,0-3 17 16,-1 0 14-16,-4-1 15 0,3 0 25 0,-7 0 35 16,-2 3 36-16,0 0 33 0,-4 1 26 0,0 2 22 0,-1-1 15 15,0 2 9-15,2-1 4 0,-5 1-9 0,2-1-11 16,-3 4-11-16,0 0-7 0,0 0-8 0,0 0-4 16,0 0-9-16,-17 1-3 0,11 3-2 0,-4 2-7 0,-2 0 0 15,2 0-4-15,-2 2-3 0,-1-1-1 0,-4 3-4 16,1 1 0-16,4-2-4 0,-5 0 1 0,3 1-2 15,4-2-3-15,-1-1 0 0,-4 1-2 0,5-1-5 0,-3 0-21 16,3-3-18-16,2 1-21 0,-1-2-23 0,-1-1-29 16,5 1-32-16,-2-2-33 0,-1-1-24 0,8 0-29 15,-15-4-159-15,9 2-414 0,0-2 184 0</inkml:trace>
  <inkml:trace contextRef="#ctx0" brushRef="#br0" timeOffset="115499.37">10973 8134 634 0,'0'-8'-13'0,"1"1"32"0,5 1 34 0,-2-3 25 15,1-1 32-15,-3 3 17 0,0 1 18 0,1-1 11 16,0 1 4-16,1 2 15 0,-3-2-6 0,2 2-8 15,1 0-15 1,-1 3-16-16,-3 1-15 0,5-5-12 0,-5 5-15 16,8 0-5-16,-8 0-11 0,11 2-5 0,0 4-5 15,0-1-11-15,4 0-2 0,-3 2-2 0,2 6-5 0,6-2-8 16,-1 1 5-16,-1-1-6 0,1 0-6 0,7 3-2 16,-7-2-5-16,8 0-12 0,-7-1-22 0,2-2-33 0,-4 0-39 15,4-3-33-15,-2 0-39 0,-2 1-46 0,-2-3-51 16,-4-3-134-16,5-1-422 0,-5-1 188 0</inkml:trace>
  <inkml:trace contextRef="#ctx0" brushRef="#br0" timeOffset="115749.25">11495 7832 115 0,'-2'-6'267'0,"-1"1"-10"0,1 1-14 0,1 0-25 0,0 0-26 15,1 4-25-15,-6-1-16 0,6 1-15 0,0 0-16 16,-9 9-12-16,8-2-8 0,-4 3-12 0,5 0-11 16,-1 3-8-16,1 4-2 0,3 0-9 0,0 1-4 0,3 1-7 15,-3 3-2-15,0-3-7 0,5 7 0 0,-4-6-4 16,2-2 1-16,1-1-3 0,0 1-4 0,0-1-13 0,0-1-16 16,2-3-27-16,-5-3-32 0,2 1-29 0,-1-1-29 15,-2-5-34-15,1 0-29 0,3-2-33 0,-3 1-112 0,0-3-354 16,-4-1 157-16</inkml:trace>
  <inkml:trace contextRef="#ctx0" brushRef="#br0" timeOffset="116419.31">11631 8070 119 0,'3'-8'170'0,"1"-1"-1"15,-1 2 9-15,0 0-9 0,1 1 2 0,0-1-1 16,0 2-5 0,2 0-12-16,-1-1-13 0,0 4-12 0,1-1-14 15,0 1-16-15,1 2-7 0,4 0-8 0,-3 1-11 0,2 0-6 16,1 2-9-16,1 2-5 0,0 2-4 0,4 1-5 15,-1 0-5-15,-1 1-6 0,-4-1-2 0,0 0-2 16,1 0-6-16,0 2 2 0,-3-1-5 0,2-1 0 0,-6-1-1 16,0-1 0-16,1 2-1 0,-5-2 0 0,0 0 0 15,-5 0 2-15,1-1 5 0,-2 0 11 0,-2-3-4 16,-2 1-3-16,-1 0 5 0,-2-2-8 0,4 0 1 0,2-1 2 16,0 2 9-16,7-2 7 0,-11-3 0 0,6 1-6 15,5 2-3-15,0-7-6 0,0 7-3 0,11-10-3 16,1 2-8-16,4 2-3 0,2-6-3 0,11 3-6 0,0-3-5 15,1 1-5-15,3 1-1 0,-3-1-1 0,3 0-1 16,-1 2-1-16,1 0 4 0,-3 0-3 0,-8 1 4 31,-1 3 1-31,-3-1-1 0,-2 1 0 0,-2 2 3 0,-2-1 0 16,-2 1 9-16,-3 0 8 0,-2 1 4 0,0 0 1 16,-5 2-4-16,4-2-2 0,-4 2-2 0,0 0-1 15,0 0-3-15,-20-3-1 0,20 3-3 0,-17 5 3 0,8-2-4 16,-5 1 1-16,2 1 0 0,0-1-1 0,2 1-2 15,-2 1 4-15,3 0-6 0,1 1 3 0,-3-1-1 16,5-1-1-16,-2 1 0 0,4 0 3 0,1-1 1 0,-2-1-1 16,2 1-3-16,2-1 1 0,1 0 1 0,-3 1 2 15,3-5 0-15,4 7 2 0,-1-5-3 0,-3-2 3 16,8 3-2-16,0 0 1 0,-4-2-2 0,3-1-2 0,-7 0 4 16,21-2-1-16,-12 2-2 0,3-4-2 0,-1 2 5 15,3 1 1-15,-3-4-2 0,1 4 0 0,-3-3-1 16,4-1 1-16,-5 3 3 0,1-3 7 0,1-1-1 0,-2 4 5 15,-1-2 12-15,2 2 9 0,-2 0 11 0,-1 0-3 16,-1-1 2-16,-5 3-7 0,6-3-2 0,-1 2 10 31,-5 1-24-31,0 0-4 0,5-1-6 0,-5 1-3 0,0 0-1 16,0 0 1-16,9 4-1 0,-7-1-5 0,0 0 4 16,-1 1-2-16,3 1-2 0,0 0 2 0,3 2 1 15,-2 0-2-15,5-2-8 0,2 2 4 0,-2 0-10 0,2-2-7 16,6 3-11-16,-5-4-18 0,6 0-26 0,0 0-22 15,2-3-23-15,-1-1-18 0,-2 0-24 0,2 0-25 0,-1-3-28 16,-1-2-27-16,-3 0-215 0,-1-1-486 0,-1-1 215 16</inkml:trace>
  <inkml:trace contextRef="#ctx0" brushRef="#br0" timeOffset="116653.41">12623 7729 199 0,'-3'-8'256'0,"0"1"-3"0,2 3-10 15,0 2-23-15,-1-3-20 0,2 2-23 0,0 3-23 16,-6-4-17-16,6 4-15 0,0 0-12 0,-6 10-13 16,5-4-8-16,-1 5-9 0,0 2-6 0,-1 3-9 15,3 0-6 1,0 5-3-16,0-2-7 0,1 2-5 0,3 5-5 0,-1-6-3 16,0 1-5-16,1 5 0 0,3-5-2 0,-5-1-4 15,4 1 4-15,-1-2-5 0,-1-1-19 0,1-3-28 16,-3-2-25-16,3-3-37 0,-2 0-43 0,-1-3-14 0,0-1-19 15,-2-2-26-15,0-2-174 0,0-2-389 0,0 0 173 16</inkml:trace>
  <inkml:trace contextRef="#ctx0" brushRef="#br0" timeOffset="117189.75">12607 8018 55 0,'0'-6'142'0,"-2"-2"9"0,2 2 7 0,0-3 6 16,0 2-2-16,2 0-8 0,-1 0-7 0,4 2-11 0,-2-1-11 15,2 0-8-15,2 3-13 0,0-2-10 0,5 1-8 0,-2 2-8 31,2-3-9-31,0 4-6 0,2 0-9 0,2 1-3 16,2 1-7-16,1 3-4 0,0 0-2 0,-7 0-4 0,2 1-3 16,-2-2-6-16,3 2 0 0,-1 1-1 0,-3-1-1 15,-2 0-8-15,0 0-1 0,-3-1-2 0,-1 0-1 16,1 1-5-16,-2-1 7 0,0 1-6 0,0-1 1 0,-4 0-2 16,0-1 0-16,0-3-5 0,-4 10 3 0,3-5 0 15,-3 0 1-15,1-1-5 0,0 0 2 0,-4-1-1 16,3 0 0-16,0 2 3 0,1-4-1 0,-2 1-2 0,5-2 3 15,-4 4-1-15,4-4 3 0,-4 2 17 0,4-2 15 16,0 0 11-16,0 0 15 0,0 0 6 0,0 0-5 16,0 0-9-16,0 0-7 0,0 0-1 0,19-4-3 15,-11 2-6-15,2-1-6 0,3 0-2 0,-2 1-5 16,0-2 1-16,1 2-1 0,3-1-8 0,-3-1 1 0,1 1-4 0,0 3 1 16,-2-1-3-16,3 1-3 0,-1 0-1 0,1 1-3 15,1 4-1-15,-3-2-1 0,6 2-3 0,-6 0 4 31,2 1-1-31,-2 0-2 0,-2 4 2 0,4-1-3 0,0 1-1 16,-1-1 1-16,-3 0 1 0,0 0-1 0,-3-1-5 16,2-1 4-16,-5 0 1 0,0 1-5 0,3-5 5 15,-3 3 3-15,-4-4 9 0,5 2 20 0,-5-1 32 0,0-3 31 16,0 0 23-16,0 0 18 0,0 0 14 0,0 0 19 16,0 0 6-16,0 0-2 0,-16-7-5 0,13 4-9 15,3-4-8-15,-1 2-8 0,0-3-14 0,1 0-11 0,0-2-13 16,2 0-11-16,1-2-12 0,-1-1-10 0,4 2-12 15,1-1-10-15,0-1-14 0,1-2-21 0,0 0-35 16,-2 4-45-16,3-6-43 0,-1 6-48 0,-1-1-54 0,-1 1-59 16,-1 1-71-16,-1-3-93 0,-4 5-284 0,0-4-775 15,-6 2 344-15</inkml:trace>
  <inkml:trace contextRef="#ctx0" brushRef="#br0" timeOffset="149235.7">3846 10418 38 0,'4'-10'322'0,"-4"-2"-1"0,0 0-1 0,1 1-12 16,2-1-7-16,-3 5-12 0,0-3 0 16,0 1-10-16,0 2-12 0,0 1-5 0,0-1-11 15,0 1-17-15,0 3-8 0,0 3-25 0,0-9-21 0,0 9-14 16,0-5-22-16,0 5-15 0,-3-2-20 0,3 2-21 16,0 0-44-16,0 0-18 0,0 0-3 0,0 0-6 15,0 16 0 1,3-7-4-16,-6 4 0 0,3 0 0 0,0 4-3 15,-1 0-4-15,1 1-17 0,0-1-8 0,4 2 7 16,-4-1-4-16,-3-1 5 0,6-1-4 0,-3-3 5 0,0-3-4 16,0 3 6-16,2-2-5 0,-2-1-9 0,1-2 3 0,-1-3 2 15,1 0-12-15,-1 0 10 0,2-2 0 0,-2-3 12 16,1 7-6-16,0-4 6 0,3-1 4 16,-4-2 3-16,0 0 1 0,0 0-1 0,0 0 0 0,10-7 3 0,-7 2-4 15,2 2 4-15,-1-1-2 0,-2 0-5 0,2 1 6 16,4-1-9-16,-3-1 18 0,2 3-12 0,0 1-6 15,1-1-3-15,4 2 5 0,-2 0-5 0,0 3 4 0,4-1 2 16,1 1-11-16,-3 1-19 0,2 2 1 0,4 1 4 16,-6 0-1-16,0-1 6 0,3 2-4 0,3 0 4 31,-5 0 1-31,2-2 1 0,-5 0 1 0,0-1 8 0,0 0-6 16,-6 0 5-16,5-2 3 0,-5-1 3 0,1-2 8 15,0 1 2-15,-5-1 2 0,0 0-6 0,10-6 16 16,-6-1 17-16,-4 0 4 0,3-2 11 0,-3-3 1 0,0-1-2 15,-3-3 6-15,3-1 2 0,0 1-4 0,0-3-1 16,0 1 4-16,-3-3-15 0,2 2-3 0,1 1-3 16,0 0-4-16,1 0-1 0,-1 5-4 0,3 1-5 0,-3-3-10 15,0 5-16-15,0 2-29 0,3 0-42 0,-2 1-52 16,2 2-46-16,1 0-54 0,0 2-49 0,1 2-36 16,-5 1-46-16,10 0-185 0,-5 4-594 0,0 1 264 0</inkml:trace>
  <inkml:trace contextRef="#ctx0" brushRef="#br0" timeOffset="149586.04">4507 10408 90 0,'0'0'274'15,"-4"-7"-15"-15,4 7-18 0,0 0-20 0,0 0-20 16,0 0-21-16,0 0-17 0,0 0-18 0,0 0-14 16,0 0-17-16,0 0-12 0,0 0-10 0,0 0-8 15,0 0-8-15,0 0-6 0,0 0-9 0,0 0-4 16,15 10-4-16,-10-7-4 0,1-1-6 0,-1 1-4 16,2-2 1-16,0 0-7 0,1 1-5 0,-3 0-2 0,1 0-2 0,3-2-4 15,-9 0 1-15,8 2 0 0,-2-2-1 0,-6 0 9 16,0 0 13-16,8 0-3 0,-8 0-1 0,0 0-3 0,-3-8-4 15,3 8-7-15,0 0-2 0,-8-5-3 0,0 3-5 16,4-1 3-16,-5 1-3 0,3 1-5 0,-4 1-6 16,1-1-16-16,1 1-28 0,8 0-30 0,-14 2-24 15,5-2-42 1,3 1-42-16,2 0-50 0,4-1-197 0,-7 3-460 16,7-3 205-16</inkml:trace>
  <inkml:trace contextRef="#ctx0" brushRef="#br0" timeOffset="150071.25">4987 10312 42 0,'0'0'305'0,"0"-4"-2"0,0 4-8 0,0 0-10 16,0 0-13-16,0 0-19 0,-5-6-13 0,5 6-28 15,-10-2-16-15,10 2-20 0,-7 0-14 0,7 0-14 16,-15 2-13-16,5-2-9 0,-3 4-15 0,2-1-17 16,-4 1-3-1,-1 3-8-15,-2 1-12 0,1 1-3 0,3-3-8 16,3 2-9-16,-2-1-3 0,3 0-11 0,0 0-1 0,1 0-13 16,4 1 1-16,1-2-4 0,2 2-9 0,-1 0 4 15,6-2-2-15,4 3-4 0,5-2 2 0,3 0-5 16,15 1 2-16,1-3-8 0,6-1 5 0,0-5-1 0,4-1-4 15,-2 1-6-15,2 0-8 0,0-3-2 0,-3-1-3 16,-1 0-2-16,-3-2 0 0,-3 3-1 0,-1-2 5 16,-7 2 3-16,-3-1 0 0,-2 0 4 0,-6 1 1 0,-4-1 7 15,-1 1 1-15,-1-1 11 0,-5 0 8 0,2 0-1 16,-6 0 1-16,-1-2-1 0,-2 0-4 0,-6-1 9 16,0 0 3-16,-6-1 4 0,-5 1-4 0,0 5 0 0,-4-7 2 15,-6 4-10-15,3 2 1 0,6-1-1 0,3 4 2 16,-10-3-1-16,12 2-8 0,-5 2-3 0,10 0-16 0,3 0-27 31,-4 0-27-31,8 0-33 0,-1 0-30 0,1 0-28 16,7 0-18-16,-12 2-26 0,9 0-18 0,3-2-25 15,-2 2-39-15,2-2-158 0,0 0-474 0,0 0 210 0</inkml:trace>
  <inkml:trace contextRef="#ctx0" brushRef="#br0" timeOffset="150288.39">5037 10117 33 0,'-1'-5'280'16,"-3"-1"2"-16,0 0-5 0,3 2-20 0,1 4-24 0,-3-5-27 16,3 5-27-16,0 0-19 0,0 0-14 15,0 0-14-15,0 0-9 0,4 18-12 0,0-5-11 16,1 4-8-16,2 1-4 0,1 7-9 0,1 2-11 0,0 4-3 0,1-2-10 16,-1 3-1-16,2 0-8 0,-2-1-3 0,1 1-4 15,2-3-3-15,-2 1-2 0,-1-1-9 0,-3-2 6 16,3-7-16-16,-3-2-10 0,1 0-21 0,-1-2-27 15,1-5-30 1,-2-2-43-16,0-2-47 0,-1-2-46 0,1-1-237 16,-1-4-483-16,-4 0 213 0</inkml:trace>
  <inkml:trace contextRef="#ctx0" brushRef="#br0" timeOffset="150673.28">5647 10058 295 0,'-3'-2'302'16,"3"2"-23"-16,0 0-24 0,0 0-28 0,0 0-16 16,-18 7-21-16,13-2-4 0,-5 4-12 0,2 1-14 15,0 2-8-15,-3 2-8 0,2 3-4 0,-1 2-13 16,5-1-8-16,-5 2-11 0,6-1-10 0,-1 2-2 0,3-1-6 16,-2 9-11-16,4-10 1 0,4 3-12 0,-1-4-3 15,4-2 8-15,-2 1-16 0,3-1-6 0,3-2-3 0,-1 1-3 16,2-5-6-16,0-2-6 0,4 2-9 0,1-2-19 15,2-5-23-15,-1 0-34 0,1-3-36 0,-6 0-52 16,2-1-55-16,3-3-66 0,1-4-284 0,-8 2-589 0,5-5 260 16</inkml:trace>
  <inkml:trace contextRef="#ctx0" brushRef="#br0" timeOffset="150941.94">6037 10142 70 0,'3'-3'348'0,"-2"-2"19"0,2 1 10 0,1 1 9 0,-2 0-9 16,-2 3-5-16,1-6-12 0,-1 6-16 0,5-4-23 15,-5 4-28-15,0 0-31 0,0 0-23 0,0 0-32 16,0 0-22-16,0 0-22 0,0 0-14 0,-12 12-17 16,5-7-13-16,0 5-12 0,-1-1-10 0,-5 5-5 15,3 0-11-15,-5 3-9 0,1 1-9 0,-3 6-5 16,-1-2-5-16,3 0-6 0,3-2-13 0,-2 3-15 0,2-5-31 0,1-2-36 15,-1 0-44-15,5 0-37 0,-1-1-35 0,2-5-29 16,1 2-22-16,0-3-30 0,-1-2-31 0,3 0-29 16,2-3-27-16,2-1-299 0,-1-3-683 0,0 0 302 0</inkml:trace>
  <inkml:trace contextRef="#ctx0" brushRef="#br0" timeOffset="151141.62">5829 10163 191 0,'0'0'230'16,"-7"-3"-24"-16,7 3-22 0,0 0-4 0,0 0-6 15,-3 8-1-15,5-3-5 0,1 0-9 0,-2 1-4 16,6 4-7-16,1-3-13 0,0 4-14 0,3-3-11 0,0 2-10 16,5 2-9-16,-1 1-7 0,0 1-12 0,0-4-2 15,3 2-9-15,-2 1-23 0,0-4-33 0,-1 2-52 0,3 0-58 16,0-4-57-16,-6 0-88 0,0-2-133 0,3-1-412 15,-3-1 182-15</inkml:trace>
  <inkml:trace contextRef="#ctx0" brushRef="#br0" timeOffset="151392.37">6268 10145 152 0,'0'-4'407'0,"0"4"-9"0,3-6-7 0,-3 6-28 0,0-4-16 16,0 4-50-16,4-1-13 0,-4 1-43 0,7-2-20 16,-7 2-25-16,17 3-10 0,-7 0-28 0,1 4-17 15,4-1-13-15,-3 1-13 0,3 4-15 0,0 0-9 0,1 2-4 16,-2-1-15-16,1 4-11 0,-3 2-3 0,-1-3-5 16,-1 4-9-16,-2 2-20 0,-4-2-33 0,-3 2-32 15,1 2-20-15,-4 2-26 0,-6-1-29 0,-7 1-30 0,0-2-39 16,-8 0-49-16,0 0-63 0,-7-3-277 0,-1-4-620 15,-3 2 274-15</inkml:trace>
  <inkml:trace contextRef="#ctx0" brushRef="#br0" timeOffset="152362.42">1285 10451 129 0,'0'-8'263'0,"-3"1"-4"0,2 0-4 15,-3 1-7-15,2-2-7 0,-2 2-15 0,0-1-12 16,-1 1-14-16,1 1-17 0,-2-1-20 0,-3 1-16 16,2 2-20-16,-1 0-14 0,-3 3-13 0,-4 0-11 0,5 0-24 0,-3 3-8 0,-1-1-6 15,2 3-10-15,2 2-5 0,-1-1 0 0,1 4-2 16,0-3-8-16,2 0-2 0,1 3-7 0,2 0 1 0,-1-1 2 31,2 0-5-31,3 1 0 0,2-1-4 0,-1 1 0 16,4-1 1-16,2 0-4 0,0 1 1 0,1 2-3 15,3-3 5-15,6 1-3 0,-1 0 2 0,0 1-1 16,3-3 0-16,-1 2-4 0,0-2 2 0,2 1-3 0,-3 0 2 16,3 0-2-16,-1-1 1 0,-6-2-2 0,4 5 0 15,-5-5-3-15,-2 2-1 0,1-2-2 0,-3 1 12 16,-1-1-10-16,-2-1-3 0,-3 0 1 0,-1 3 7 15,-4 0-2-15,-2-2 1 0,1 1 7 0,-8 1 9 0,3 1 5 16,-9-1 1-16,1 0 3 0,-1-1-2 0,-2 0 1 16,1-1 0-16,1-2-2 0,0 2-8 0,-1 0 4 15,2-5-9-15,3 1 11 0,0 0-9 0,7-1 0 0,1-1-4 16,0-1-20-16,7 1-26 0,-9-3-38 0,9 3-33 16,5-8-39-16,2 3-45 0,4 0-33 0,8-4-51 15,-1 0-195-15,2 2-509 0,9-4 225 0</inkml:trace>
  <inkml:trace contextRef="#ctx0" brushRef="#br0" timeOffset="153333.42">1659 10535 194 0,'-2'-3'262'15,"2"-2"7"-15,-1 0 6 0,0 1-14 0,1 4-5 16,-2-8 1-16,0 6-16 0,2 2-10 0,-6-6-19 16,6 6-23-16,-2-6-18 0,-1 5-21 0,3 1-8 0,-6-5-25 15,6 5-11-15,-8 0-13 0,8 0-11 0,-15 5-9 16,10-2-9 0,-3 1-10-16,1 2-6 0,-4 1-2 0,0 0-7 15,4 2-2-15,-5-1-4 0,1 3-8 0,3-1 1 16,-3-1-1-16,3 1-5 0,1 2-12 0,-1-2 9 15,4 0-6-15,-1 3 2 0,2-3-2 0,3 3-4 16,1-3-2-16,2 1-4 0,0-3 0 0,5 2-2 16,0-1 1-16,4-2-4 0,3-3 1 0,3 1 0 15,-3-3-1-15,5 1-1 0,2-2 7 0,-2 0-17 0,5-2-3 16,-6-1-9-16,4-3 5 0,-3 1 2 0,-2 0-5 16,2-3 8-16,-6 3-7 0,-2-1 5 0,-1-2 1 15,0 3 8-15,-3-2-3 0,-1 1 2 0,-3-1 5 0,-1 0 2 16,2 4 3-16,-2-5 9 0,-2 3 6 0,-1-2 8 15,3 2 9-15,-3-1 0 0,0 0 19 0,0 5 2 16,0-7 4-16,0 7-4 0,0-2-8 0,0 2 0 0,0-7-6 16,0 7 7-16,0 0-24 0,-3-4-2 0,3 4-14 15,0 0-10-15,0 0-11 0,0 0-3 0,0 0 3 16,0 0-1-16,0 0 0 0,7 11 5 0,-7-7-1 16,7-1 18-16,-7 4-13 0,4-3-5 0,-1 1 3 0,1 1-1 31,2 1 1-31,-1-3 1 0,0 3-9 0,3-2 14 0,-2 1-3 15,4-4 0-15,0 4-3 0,-3-3 4 0,0-1 1 16,5 1 0-16,-5-3 2 0,1 2 0 0,0-2-1 16,-8 0 0-16,15-3 3 0,-8-1-2 0,-2 1 0 0,2 0-2 15,-2-1 5-15,0-1 1 0,-3-1 3 0,1-1-3 16,0 3 3-16,1-3-2 0,-4-1 1 0,0 1 4 16,-4 1-2-16,2-2 3 0,-2 2 3 0,0-5 2 15,-1 4-2-15,-2 0 3 0,-1 0 6 0,1 1 0 0,2 0-5 16,-1 2-2-16,-2-1 2 0,3 2-1 0,-2-1-2 15,1 1 0-15,1-1-9 0,-3 1 8 0,7 1 1 16,1 2-17-16,-6-5 10 0,6 5-2 0,-4-2 0 16,4 2-8-16,-4-4 1 0,4 4-5 0,0 0-5 0,-3-3 2 15,3 3-5-15,0 0-2 0,0 0 8 0,7-4-3 16,-7 4 7-16,5-2-4 0,-5 2 4 0,14 0 1 16,-9 0-2-16,4 1 9 0,3-1-8 0,-3 1 2 0,5 2 2 31,-3-2-2-31,2 2 0 0,2 1-2 0,-4-1-4 15,3 1 3-15,-2 2 1 0,0-2-6 0,3 3-1 16,-4-1-6-16,0 3-1 0,-2-3-1 0,1 1 2 0,-3 1-1 16,1 0 1-16,-3 0-1 0,-1-1 5 0,1-2 2 15,-4 0 2-15,-1 1-2 0,0-1 5 0,0 0-1 0,-1 0 6 16,-1 0 10-16,-2-3 13 0,4-2 13 0,-9 5 22 16,5-1 11-16,1-3 12 0,3-1 20 0,-10 0 7 15,10 0 5-15,0 0-1 0,-8-7-11 0,7 4-8 0,-2-2-13 16,0-3-12-16,6 3-13 0,1-5-11 0,-1 1-13 15,1-3-15-15,3 3-18 0,1-1-27 0,0 1-17 16,3 0-15-16,-3 0-42 0,4 2-21 0,-2 0-21 0,2 2-24 16,3 0-21-16,-4 1-24 0,4 1-25 0,-3 2-16 15,2 1-19-15,-2 1 2 0,-1 0 4 0,1 3-151 32,-1-1-459-32,-4 1 203 0</inkml:trace>
  <inkml:trace contextRef="#ctx0" brushRef="#br0" timeOffset="153650.31">2389 10589 283 0,'4'3'-2'15,"-1"-2"25"-15,-3-1 19 0,8 1 6 0,-4 1 32 16,-4-2 10-16,15-3 7 0,-11 1 10 0,3-2 0 16,0 1-3-16,2-1-1 0,0-1 10 0,0 0-3 0,3-2-3 15,-2 0-1-15,-3 0 0 0,4-3 3 0,-3 3 3 16,-1-1 12-16,-2 0-7 0,-1 2 1 0,-1-2-2 16,1 2 2-16,-4 0-1 0,4-2-1 0,-4 0 3 0,-4 3-4 15,3 0-2-15,-3-2-5 0,-1 2-6 0,0 2-12 16,1 0-7-16,-5-1-7 0,3 3-14 0,-5 2-2 15,4-1-7-15,-5 5-3 0,1-2-6 0,-1-1-5 0,1 3 8 16,-1 3-11-16,2-3-11 0,-2 4 1 0,2 0-3 16,2 1 0-16,-1 1-6 0,3-1 0 0,1 2-3 0,2-1 2 15,-1 2 0-15,3-1-1 0,1-1-3 0,1 0 2 32,3 2 2-32,2-1-2 0,0-1-3 0,8-1 1 15,0 2 8-15,3-2 2 0,1-3-6 0,0 2-2 0,3-6-6 16,4 1-12-16,4-4-16 0,0 1-27 0,0-2-30 15,-3 0-59-15,-3-2-47 0,-1 0-61 0,2-2-70 16,-5-2-219-16,0-1-576 0,2 1 255 0</inkml:trace>
  <inkml:trace contextRef="#ctx0" brushRef="#br0" timeOffset="153902.15">2886 10478 157 0,'0'0'317'0,"0"0"-12"0,0 0-17 16,0 0-12-16,0 0-15 0,0 0-20 0,0 0-8 15,0 0-14-15,0 0-25 0,20-4-17 0,-11 3-18 32,-2 0-13-32,4-1-14 0,0 1-22 0,1-1-3 0,2 0-10 15,1-1-9-15,-4 0-8 0,11 1-14 0,-9 0-17 16,5-2-28-16,-2 4-42 0,-1-1-29 0,4 0-33 15,-7-1-41-15,1 2-61 0,-1 0-43 0,-2 0-58 0,-4 2-172 16,1-1-496-16,-3 0 219 0</inkml:trace>
  <inkml:trace contextRef="#ctx0" brushRef="#br0" timeOffset="154086.22">2955 10640 219 0,'-3'3'269'16,"-1"0"4"-16,4-1 1 0,0-2 0 0,-4 3-2 15,4-3-11-15,0 0-6 0,0 0-14 0,0 0-12 16,0 0-31-16,12 1-7 0,-12-1-18 0,23-4-22 16,-13 1-9-16,9-3-17 0,3 0-42 0,-3 2-36 15,4 0-66 1,-4 0-63-16,11 0-89 0,-1-1-101 0,-9 3-251 16,3 2-565-16,-1-3 250 0</inkml:trace>
  <inkml:trace contextRef="#ctx0" brushRef="#br0" timeOffset="166075.01">5552 9237 19 0,'-3'-6'239'0,"-4"-4"-7"15,1 2-7-15,1 0-4 0,-3 1-11 0,1 1-5 0,3 1-14 16,0 0-8-16,-2-1-13 0,4 3-21 0,-2 1-12 16,4 2-14-16,-7-3-17 0,7 3-14 0,0 0-10 15,0 0-9-15,-10 5-5 0,6-1-7 0,3 0-6 16,-6 5-9-16,2-1-2 0,2 3-8 0,-4 1 1 15,3 0-9-15,1 0-1 0,-1 6-7 0,0-1 3 16,2-1-2-16,-1 2-5 0,0 1-2 0,3 0 2 16,0 0-7-16,0-1 3 0,2 2 9 0,-2-1 0 15,1 0-1-15,0-1-5 0,1 0 1 0,1 1 1 16,0-1-2-16,0-1 1 0,-2-5-3 0,4 5-1 16,-4-4-3-16,2 0 4 0,-2 1-3 0,3 0 0 15,-2-4 0-15,-1 2-6 16,2-2 3-16,-3 0 0 0,2-2 0 0,-1-1 5 15,-1 0-6-15,2-2-1 0,-1 1 1 0,2-1 1 16,-3-2-5-16,0 1-7 0,0-4-15 0,0 7-18 0,1-5-18 16,-1-2-14-16,0 0-14 0,3 5-19 0,-3-5-31 15,0 0-32-15,0 0-45 0,0 0-44 0,0 0-134 16,0 0-420-16,0 0 186 0</inkml:trace>
  <inkml:trace contextRef="#ctx0" brushRef="#br0" timeOffset="166361.75">5625 9601 39 0,'3'-3'226'0,"-3"3"-7"0,1-4-3 16,-1 4-10-16,0 0-13 0,4-2-14 0,-4 2-13 15,0 0-14-15,0 0-17 0,0 0-15 0,0 0-15 16,0 0-9-16,0 0-9 0,0 0-11 0,-10 9-8 15,4-3-6-15,3-2-6 0,-1 3-5 0,-3 3-8 16,-1-1-1-16,1 1-5 0,-1-1-3 0,1 0-4 16,-1 0-3-16,0 0-1 0,0-1-3 0,1 2 0 0,-3-2-4 0,1 2-2 15,2-2 0-15,0 1-3 0,2-5-2 0,1 3-13 16,-3 0-38-16,3-3-41 0,0 0-38 0,3 0-47 0,-1-2-44 16,2-2-159-16,-7 2-397 0,7-2 175 0</inkml:trace>
  <inkml:trace contextRef="#ctx0" brushRef="#br0" timeOffset="166563.42">5333 9706 233 0,'0'0'223'0,"-5"1"-22"16,5-1-22-16,0 0-16 0,0 0-19 0,0 0-15 15,0 0-10-15,0 5-13 0,0-5-8 0,5 6-8 0,-3-3-10 16,1 1-4-16,5 0-10 0,-1-1-3 0,3 4-6 16,-2-2-5-16,5 1-20 0,-2 2-45 0,0 1-57 15,1-2-72-15,1 2-173 0,-3-3-341 0,0 3 152 0</inkml:trace>
  <inkml:trace contextRef="#ctx0" brushRef="#br0" timeOffset="208947.18">14323 555 254 0,'0'0'261'0,"-3"-6"-23"0,3 4-24 16,0 2-23-16,0 0-19 0,0 0-15 0,0 0-17 16,0 0-17-16,0 0 7 0,7 14-7 0,-1-4-5 15,-5 3-12-15,4-2-9 0,-1 1-10 0,3 6-8 16,-3 1-8-16,-2 1-8 0,-1-1-4 0,3 0-5 15,-2 0-4-15,0 0-5 0,1 1-10 0,-2 0 3 0,-1-1-9 0,1 2 5 0,2-1-7 16,-4-2-11-16,1 3-30 0,0-5-28 0,0 1-30 16,0-2-47-16,0 1-69 0,0-7-62 0,-2 5-138 15,4-5-420-15,-1 1 186 0</inkml:trace>
  <inkml:trace contextRef="#ctx0" brushRef="#br0" timeOffset="209465.03">14373 657 234 0,'-1'-10'260'0,"2"-9"-8"15,-1 7-14-15,0-4-13 0,0-2-15 0,4 0-19 16,-1 0-14-16,1 2-8 0,0-2-18 0,2 2-4 15,0-1-14 1,0 3-9-16,2 1-13 0,-1 1-12 0,-3 0-13 16,7 4-2-16,-4-2-5 0,2 4-24 0,2-2-2 15,0 3-7-15,1 2-4 0,3 2-4 0,-1 2-11 0,6-1-3 16,-1 4-1-16,-4 4-3 0,4-1-2 0,-4 6-5 16,0-1 5-16,-1 2-6 0,-5 3-1 0,5-1-3 0,-7 1-3 15,1 1 2-15,-4-1 4 0,1 3-7 0,-5-2-4 16,-5 1 1-16,4-1-3 0,-6 0 2 0,-3-1 2 15,1-2-1-15,-6 1-1 0,0-2 0 0,-8 4-1 0,2-1 2 16,-3-1 0-16,3-6 5 0,1 0 12 0,-6 3-4 16,-1 2 3-16,8-7-1 0,-1 0 0 0,8-3 8 15,-1-2-4-15,8 2-7 0,-4-3-9 0,5 1 5 16,0-1-5-16,-2-1 4 0,4 2-3 0,2-3-3 16,-4 4-1-16,4-4-2 0,0 0 1 0,8 6 1 0,-1-3-3 15,1-1 3-15,3 1-1 0,2 0 4 0,1 3-3 16,2 2-4-16,2-1 1 0,-3 1-1 0,2 2 3 31,-4-3-6-31,2 1-8 0,1 3-11 0,-1 1-8 0,0-1-6 16,-4-2-18-16,3-1-11 0,-5 2-16 0,-1-1-18 15,2 0-20-15,-2-1-35 0,0 2-31 0,-1-3-21 16,-1-1-36-16,-4 0-127 0,5 0-403 0,-2-4 178 0</inkml:trace>
  <inkml:trace contextRef="#ctx0" brushRef="#br0" timeOffset="209829.79">14761 910 187 0,'0'0'195'16,"0"-5"-15"-16,0 5-5 0,0 0-20 0,4-5-12 15,1 4-16-15,-5 1-14 0,11-1-6 0,-7-3-12 16,5 3-3-1,0-3-13-15,1 1-8 0,-3 1-8 0,5-3-11 16,-3 0 0-16,1-1-12 0,2 1 3 0,-4-1-4 0,3 1-4 16,0-2-1-16,-3 0-11 0,0 2 7 0,-5-2-6 15,1 2 8-15,0-1 3 0,-1 0 10 0,-2 0 2 16,-1 1 2-16,1 0-1 0,-1-2-6 0,-2 4-3 16,-2 0-4-16,-2-1-8 0,-2 2-1 0,3 1-8 15,5 1 2-15,-18 3-7 0,7 1-3 0,4 1 1 0,-5-1-3 16,4 4 1-16,-2-1-3 0,2 3 2 0,0-3-3 15,3 4-1-15,-2 0 3 0,4-1-1 16,0 1 1-16,3 0-2 0,3 1 3 0,0 1 2 0,4-2-1 0,2 0 0 16,2-2-6-16,3 3-3 0,3-4-30 0,0-1-40 15,3-2-57-15,4-2-55 0,-2-2-209 0,1-1-425 16,0-1 188-16</inkml:trace>
  <inkml:trace contextRef="#ctx0" brushRef="#br0" timeOffset="210167.6">15192 719 83 0,'0'0'233'0,"0"0"-30"0,0 0-23 16,0 0-17-16,0 0-17 0,0 0-20 0,0 0-8 16,4 15-13-16,-1-10-9 0,-2 7-9 0,0-2-12 15,5-1-4-15,-3 5-6 0,1-1-9 0,0 4-3 0,2 1-4 16,-2-6-1-16,5 6-10 0,-5-1-3 0,0-4 1 0,3 0-6 15,-3-2 0-15,4 0-7 0,-1-3 6 0,-3 2-8 16,0-6-4-16,-2 3 10 0,3-4-8 0,-2 0 5 16,3-2-8-16,-6-1 6 0,9-6-4 0,-4 0 7 15,-1 0 12-15,6-5 13 0,-5 3 4 0,-1-5 5 16,2 2 8-16,-1-7 4 0,-1 2 6 0,3 0 10 0,-3-2 0 16,0 6-2-16,-1-4-12 0,0 4-4 15,-1-1-12-15,1 2-5 0,-2 2-4 0,-1 1-7 16,2 0-15-1,-4 1-25-15,4 3-31 0,-1-1-52 0,-1 1-54 16,0 4-43-16,0 0-49 0,0 0-232 0,0 0-496 16,0 0 220-16</inkml:trace>
  <inkml:trace contextRef="#ctx0" brushRef="#br0" timeOffset="210401.8">15525 730 160 0,'0'0'262'0,"0"0"-38"16,0 0-23-16,0 0-20 0,0 0-27 0,0 0-12 15,3 12-16-15,-6-7-10 0,3 3-15 0,-1-1-10 16,1 1-5-16,0 3-11 16,-3 2-4-16,3-1-10 0,0 6-4 0,0-5-2 15,3 3-5-15,-3 1-2 0,4-5-8 0,-1 3-1 16,-2-4-20-16,2-1-27 0,2 3-21 0,-1-1-40 0,-1-4-38 15,1-1-49-15,2-1-176 0,-1 0-360 16,2-4 160-16</inkml:trace>
  <inkml:trace contextRef="#ctx0" brushRef="#br0" timeOffset="211238.06">15781 785 39 0,'4'3'166'0,"-4"-3"-7"16,3 6-9-16,-1-3 0 0,4-2 6 0,-3 3-4 15,1-3-7-15,-4-1 3 0,7 3-6 16,-2-1-6-16,2 1-15 16,-7-3-9-16,12-2-12 0,-4 2-7 0,2-1-5 15,1-1-14-15,-2-1-6 0,-1-1-1 0,-1-1-13 16,4-1-4-16,-7 2-3 0,4 0-3 0,-2-6-7 15,-2 5-7-15,1-4-2 0,-2 2-8 0,1 2 0 16,-4-6-4-16,0 3-7 0,0 2 2 0,-4 0-5 0,1-3 2 16,-1 5-2-16,-3-4-4 0,3 4 2 0,-4-1-4 15,1 2 5-15,-1 2-6 0,-2 0 2 0,-2 0-6 0,1 2 3 16,-1 1-3-16,3 2 0 0,-2 1 1 16,0 2-3-16,3-1 6 0,2 5-4 0,-1-3 3 15,2 8 4-15,1-6-3 0,3 3 0 0,-1-3 1 0,5 4 3 0,2-1-2 16,2 2 1-16,1 2 3 0,2-2-2 15,2-1 3-15,3 1-1 0,0-6-2 0,2 4 4 0,-5-3-4 16,0-3 3-16,4-1-8 0,-1 2 1 0,4-5-2 16,-1-1 3-16,-5 0-6 0,-2-2 3 0,4-3-1 31,-4-1 0-31,-3-2 1 0,5-2-1 0,-5 1 1 16,0 1 1-16,0-2 1 0,-5-1 10 0,4 0 4 0,-5-1 10 15,2 2 5-15,-2-1 5 0,-1 2 10 0,2-3 5 16,-3 3 1-16,1 1 10 0,-1-1-6 0,0 2-5 15,0 5-6-15,2-5-8 0,-2 2-10 0,0 3-5 0,2-7-17 16,-2 7-20-16,0 0 2 0,0 0-7 0,0 0 4 16,0 0-1-16,0 0 0 0,3 13-4 0,2-9-6 15,-5 2 2-15,4 1 0 0,-1-1 1 0,4 2-5 16,-3-1-5-16,0-1 4 0,0 1-5 0,3 0 5 0,-1-3 2 16,-1 2-1-16,-1 0 3 0,2-2 8 0,-1-2 2 15,0 2 7-15,-1-3 1 0,-4-1-5 0,9-1 1 16,-9 1 7-16,12-2-3 0,-8-2 7 0,3 0-3 0,-2-1 3 15,-1 1 0-15,2-2 1 0,-2 1 2 0,1 0-2 16,-1 0 2-16,-1 1 6 0,1 1-1 0,-1-1-3 16,-3 4-2-16,4-2 2 0,2 1-4 0,-6 1 3 15,9-2-5 1,-9 2 2-16,8 4-3 0,-2-3 3 0,0 3 4 16,2 0-5-16,3 4 2 0,-1-1 3 0,3-2-2 15,1 0 5-15,4 3-3 0,-2-3 0 0,3 0 1 16,0 1-1-16,-1-4 0 0,1 1 4 0,-1-1-1 0,-4-2-1 15,-1 0 12-15,-1-1 12 0,0-3 10 0,-2 2 8 16,-1-4 8-16,2 1 4 0,-7 0 4 0,2 0 1 16,-3-3-6-16,-1 2-1 0,-2-5-9 0,0 0-7 0,-2 2-3 15,-4-1-8-15,-1-3 0 0,-6-1-8 0,-1 1-20 16,-2 2-17-16,-2-3-35 0,-2 1-34 0,-3 4-44 16,3-3-68-16,-7 2-252 0,0 0-486 0,3 2 216 15</inkml:trace>
  <inkml:trace contextRef="#ctx0" brushRef="#br0" timeOffset="211706.38">15491 433 56 0,'-4'7'85'15,"0"-2"-2"-15,1-3-12 0,3 5-4 0,0-7-7 16,0 7-3-16,0-3-1 0,3 1-11 0,-3 1 0 16,3-4 0-16,-3-2-10 0,4 6 24 0,-3-4-5 0,3-1 26 15,-4-1 10-15,0 0 3 0,10 0 11 0,-10 0-2 16,0 0 0-16,9-5-10 0,-9 5-5 0,6-6-3 15,-5 1-2-15,-1-1-12 0,3 2-4 0,-6-1-8 16,3-1-3-16,0 2-9 0,0-1-3 0,-3 0-7 0,1-2-11 16,-4 3-18-16,1 2-24 0,0-1-31 0,-4 0-14 15,4 3-60-15,5 0-39 0,-15 3-128 0,1 2-312 16,0 0 139-16</inkml:trace>
  <inkml:trace contextRef="#ctx0" brushRef="#br0" timeOffset="212208.12">14541 1396 195 0,'-6'1'266'0,"2"0"-23"15,4-1-20-15,-5 3-17 0,5-3-16 0,0 0 21 16,0 0 23-16,22 3-3 0,10-3-18 0,23-2-15 0,11-2-19 16,32 2-16-16,4-4-12 0,7 2 14 15,-2-2-2-15,7 0 4 0,2 1-15 0,3-3 9 0,-8 6-6 16,-5-6 1-16,-1 6 0 0,-36-5-4 0,2 4-5 0,26-1-7 15,-35-3-13-15,-5 5-8 0,-2-1-13 0,-17-1-13 16,-3 2-6-16,2-2-8 0,-10 4-11 0,-5-3-9 16,-7 3-31-16,-2-2-31 0,-2 2-50 0,-3 0-66 15,-1 0-87-15,-7 0-41 0,3 4-46 0,-3-4-93 16,0 0-294-16,-22 6-735 0,4-6 325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20:03.56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13263 662 183 0,'0'-7'268'0,"3"0"-3"15,-3 0-2-15,1 2 2 0,1-5-2 0,-1 5 3 16,1-1-2-16,-1-2-4 0,0 3-14 0,1-1-20 16,-1-1-10-16,2 3-17 0,-2 2-16 0,-1-3-12 15,0 5-24-15,0 0-20 0,0 0-8 0,2-5-23 16,-2 5-17-16,0 0-7 0,0 0 4 0,4 17-11 15,-1-4-6-15,2 3-3 0,-4 3-8 16,3 0 0-16,-4 3-9 0,1-1-7 0,2 9 10 16,0 0-14-16,-2-2 2 0,6 1-4 0,-4-3-1 15,1-5-7-15,-1 7 2 0,-2-9-1 0,2 0 1 0,1-3-1 16,-3 4 0-16,-1-2-11 0,2-7-16 0,0 2 6 16,-2-1 2-16,0-6 14 0,0 3-4 0,0-4 0 15,3 1 4-15,-4 0-8 0,1-1 1 0,-2 0 8 16,2-2 2-16,0-3 10 0,0 6 5 0,0-6 14 15,0 0 8-15,-2 2-2 0,2-2 5 0,0 0-5 16,0 0 1-16,0 0-3 0,0 0-2 0,0 0 2 16,0 0-2-16,0 0-9 0,0 0-8 0,0 0-3 15,0 0-6-15,0 0-1 0,17-3-3 0,-10 1-5 16,-7 2 1-16,27-1 0 16,-5-1-2-16,1 2-2 0,8-1-13 0,-1 0-23 0,3 1-37 15,1 0-34-15,-5-1-4 0,-5-2-37 0,5 4-34 16,0-2-36-16,-7 1-34 0,-1 1-43 15,-1-1-48-15,-2-3-55 0,-5 1-228 0,-2 0-667 0,-3 2 295 16</inkml:trace>
  <inkml:trace contextRef="#ctx0" brushRef="#br0" timeOffset="1005.12">13803 923 187 0,'0'0'238'15,"0"0"-27"-15,0 0-26 0,0 0-16 0,0 0-19 16,0 0 2-16,-5 12 2 0,4-3-15 0,-1-5-11 16,2 4-15-16,-3-1-8 0,3 2-8 0,0-1-10 15,3 2-8-15,-1 0-5 0,2 1-8 0,0-1-7 16,1-1-3 0,3 0-6-16,2 0-6 0,-3 0-2 0,3-3-3 15,3 1-2-15,-4 0-4 0,5-1-4 0,-5 0-2 0,0-4 0 16,-4 0-1-16,3-1 4 0,-1-1-4 0,-7 0 25 15,10-1 5-15,-9-3 4 0,3 1 5 0,-4-2 3 16,0 0-8-16,-1-3-5 0,-2 0-6 0,-4 0-3 0,-4-7-8 16,0 7-4-16,0-5-15 0,-2 0 10 0,-5 2-6 15,4-2 1-15,-2 0 2 0,3 1-4 0,0 3 4 16,5-1-8-16,0 2-2 0,0 1-5 0,5 2 1 16,-2-2 0-16,3 1-12 0,5 2-10 0,1-1-13 15,8 1-15-15,1 1-15 0,7-3-17 0,4 3-11 16,9 0-9-16,1-3-10 0,-1 5 2 0,-1 2-5 0,4-5-5 0,-1 3 7 15,-5-2 7-15,3-1 6 0,-9 3 10 0,-1 1 9 16,-5-4 6-16,1 1 10 0,-7-1 7 0,-1 2 39 16,-3 0 21-16,-2 1 22 0,-1 0 12 0,0-3 9 31,-2 2-3-31,-3 2-6 0,0-6-7 0,0 6 1 0,-6-7-2 16,3 4 5-16,-7-2 3 0,4 2-3 0,-2 1-6 15,1 2-2-15,-2-3-1 0,1 2-2 0,-1 1-7 16,1 2 2-16,-2 0-11 0,5-2 1 0,-2 3-8 15,0 0 3-15,3 1-2 0,1 0 0 0,-1 2-1 0,4 2 1 16,0-3-5-16,2 2 0 0,2 2 4 0,0-2 0 16,1 4-1-16,3-3-1 0,2 4 4 0,1 0-7 15,1-4-3-15,3 5 3 0,-7-4 0 0,4 1 2 0,-5 1-1 16,4-4-4-16,-2 2 1 0,-2-4 2 0,-1 0-1 16,-1 3-5-16,-2-3 0 0,2 0 6 15,-3 0-2-15,-4 0 1 0,-2 0 2 0,0 0-1 0,-1-3 4 0,-8 3-3 16,1-2-1-16,-3 0 2 0,-5-2 1 0,2-1-1 15,-1 3 0-15,3-1-3 0,2-1 0 0,1-2 0 16,-1-1 1-16,3 2 1 0,3 0 1 0,8 0 7 16,-9 0 0-16,9 0 1 0,0 0-4 0,-5-3-4 15,5 3 1-15,9-7-4 0,4 0-2 0,5 0-3 16,9-4-7 0,-4 4-5-16,10-2-2 0,0-3-4 0,-2 0 0 15,1-1 1-15,-2 2 4 0,3-4 3 0,-4 5-3 16,-4 2 0-16,4-4 3 0,-9 3 1 0,-3 1-2 15,0-1 4-15,-6 4 3 0,-1-2 2 0,-2 0 9 16,-3 1 8-16,1 2 12 0,-5-2-2 0,1 0-6 16,-4 2-4-16,1-1-4 0,-5 2 6 0,2 0-6 15,-4 0-4-15,0 1 0 0,-2 0-3 0,-2 2 2 16,4 2 1-16,-3-2-5 0,-2 5-1 0,3-2-1 16,5-1 0-16,-4 3-1 0,4 0-1 0,0 2 2 0,2-1-2 0,2-1 5 15,2 8-1-15,3-6 3 0,0 4 2 0,11 1-6 0,0 0 7 16,1 1-1-16,4-2 3 0,-2 0-4 0,8 1 1 31,-7 0 0-31,0-4-1 0,-3 1-1 0,1-2 0 0,-1 3-6 16,-5-5 4-16,-3 1 2 0,2-1-4 0,-6-2-2 15,1 1 4-15,-2-2-3 0,-2 1 6 0,-1-3 4 0,-5 7 0 16,-3-4 6-16,-4 0 6 0,-9-1 2 0,-1-1 4 16,-1 2-10-16,-1-1 2 0,1-1-2 0,-1-2 2 15,0 1-5-15,2 0 1 0,5-1-3 0,-2-2-2 16,8 2-6-16,2 1-40 0,0-1-34 0,4 1-31 15,5 0-47-15,0 0-70 0,-6-4-56 0,6 4-220 16,0 0-535-16,29-2 237 0</inkml:trace>
  <inkml:trace contextRef="#ctx0" brushRef="#br0" timeOffset="1519.74">15261 706 157 0,'3'-4'308'0,"-2"-1"-10"16,1 3-11-16,-2-3-18 0,0 5-25 0,5-5-33 15,-5 5-25-15,2-2-22 0,-2 2-18 0,0 0-10 0,5 7-17 16,-1 0-10-16,0 4-13 0,-1 0-10 16,5 4-6-16,-4 3-6 0,2 3-10 0,-1 7-7 15,1-8 0-15,3 9-3 0,-5-2-10 0,4 1 0 16,-2-2-7-16,-1-5-7 0,1 1-19 0,-4-4-18 0,1 0-21 0,0 1-34 15,0-8-21-15,-1 1-35 0,-2-2-36 0,0-2-10 16,0-5-20-16,0 2-10 0,0-5-40 0,0 0-123 16,0 0-387-16,0 0 171 0</inkml:trace>
  <inkml:trace contextRef="#ctx0" brushRef="#br0" timeOffset="1722.83">15340 711 31 0,'0'-7'258'0,"-1"0"-1"0,1 0-7 15,-1 2-22-15,1 0-23 0,0 5-22 0,-2-6-28 16,1 4-16-16,1 2-15 0,0 0-10 16,0 0-14-16,0 13-6 0,3-6-11 0,1 2-9 15,0 1-4-15,4 5-6 0,0 4-7 0,2 1-2 16,3-5-9-16,4 8-1 0,0 0-6 0,1-3-7 16,2 1-37-16,-5-7-27 0,3 0-21 0,-3 1-36 15,1-2-18-15,3-2-40 0,-2 0-27 0,0-2-5 0,0-1-141 16,-3-4-346-16,-1 1 153 0</inkml:trace>
  <inkml:trace contextRef="#ctx0" brushRef="#br0" timeOffset="2078.73">15679 967 614 0,'4'-1'-19'0,"-4"1"25"0,7-8 23 0,-3 1 20 0,-1 1 16 16,-3 4 21-16,1-3 1 0,-1-2-1 0,0 2-1 15,0 5-2-15,-6-8-13 0,6 8-1 0,-5-3-15 16,5 3 1-16,-8-2-13 0,8 2-1 0,-14 2-14 16,6 0 9-1,0 6-8-15,-1-4-2 0,0 1 3 0,-3 1-8 16,3 0 1-16,-3 0-6 0,2 1 2 0,0-2-6 15,3 1 0-15,0-1 1 0,1-1-2 0,-1-3 10 0,0 1 0 16,3 0 21-16,4-2 23 0,0 0-5 0,-12-2-6 16,12 2-4-16,-4-8 1 0,4 0-5 0,0 0-4 15,0-2-2-15,4 0 3 0,3-8 0 0,2 1 3 16,0 1 2-16,0-1-1 0,6-7 8 0,-4 8 8 16,-1-2 8-16,3 2 9 0,-2 0 0 0,1 2 5 15,-4 3 7-15,-1 1 9 0,-1 5-5 0,0-1-10 16,-2 2-10-16,0-1-11 0,1 2-13 0,0 1-1 15,-5 2-8-15,8 1-9 0,-3 3 0 0,2 1 4 16,-3 5-8-16,5 3-3 0,-4 0-2 0,2 5 0 16,1 2-4-16,0 5 0 0,2 3-1 0,-1-3 1 15,1 3-5-15,-2-4-25 0,-2-2-16 0,6 2-26 16,-4-7-23-16,-1-1-28 0,1-5-23 0,-3 1-32 16,3-3-16-16,-2 1-27 0,-1-6-25 0,5 0-23 15,-5-3-171-15,3-1-453 0,-8 0 201 0</inkml:trace>
  <inkml:trace contextRef="#ctx0" brushRef="#br0" timeOffset="2259.19">15951 982 31 0,'7'-11'136'0,"0"4"34"0,-3-1 25 0,0-2 19 16,0 5 9-16,-3-1 10 0,2 1 2 0,-3 5-2 15,4-5-18-15,0 0-16 0,-4 5-26 0,0 0-23 16,3-5-18-16,-3 5-13 0,0 0-11 0,0 0-11 16,0 0-5-16,9 15-11 0,-9-10-8 15,4 5-8-15,-1 1-9 0,0-1-2 0,0 1-6 0,2 1-2 0,-1-1-12 16,2 2-47-16,-1 0-38 0,-1-3-39 0,2-1-40 0,-1 1-56 15,-1-2-48-15,2-3-218 0,-3 0-488 16,4-2 216-16</inkml:trace>
  <inkml:trace contextRef="#ctx0" brushRef="#br0" timeOffset="2644.03">16268 908 169 0,'0'0'237'0,"3"-3"-24"0,-3 3-28 0,0 0-18 16,0 0-18-16,0 0-10 0,0 0-16 0,-2 12-12 16,1-4-7-16,1-2-13 0,1 7-5 0,-1-1-5 0,2-2-10 15,-1 1-7-15,2 2-7 0,-3-3-4 0,4 7-5 0,-3-4-6 16,2-1-4-16,-2 0-6 0,3-2-1 0,-2-2-38 16,0-2-14-16,0 2-14 0,1-1-6 0,-2-2 1 15,3-2-3-15,-3-1-3 0,-1-2 1 0,0 0 5 16,12-5 7-16,-7 1-3 0,-1 0 18 0,0-3 19 15,0 1 29-15,3-4 22 0,-3 2 20 0,1-2 15 16,2 0 21-16,-4 1 9 0,4 0 21 0,-1 3 3 16,-2-3 11-16,-2 3 17 0,0-1 0 0,4 1-8 15,-2 3-12-15,-3 0-27 16,2-2-14-16,1 4 0 0,-4 1-18 16,7-4-8-16,-7 4-10 0,0 0-12 0,14 5-5 15,-9 0-5-15,1 0 0 0,4 3-4 0,-3 0-5 0,0 2-7 16,2-1-25-16,0 1-25 0,0 1-24 0,-2 0-29 15,1-2-27-15,-1 1-30 0,1-2-34 0,0 1-26 0,-5-3-45 16,4 0-31-16,-2-2-25 0,2-1-194 0,-3 0-522 16,-4-3 231-16</inkml:trace>
  <inkml:trace contextRef="#ctx0" brushRef="#br0" timeOffset="2844.5">16654 949 290 0,'0'-3'296'0,"0"3"-3"15,2-3-19-15,-2 3-19 0,0 0-24 0,2-4-26 16,-2 4-28-16,0 0-13 0,0 0-21 0,0 0-11 16,0 0-18-16,0 13-6 0,2-6-15 0,-1 0-6 15,-1 1-8-15,4 0-8 16,-2 4-9-16,0-2-4 0,1 4-6 0,-2-5-38 16,5 3-39-16,-1 0-39 0,-1-4-42 0,3 4-51 15,-1-2-51-15,-1-2-47 0,2-3-143 16,-2 1-430-16,2-3 191 0</inkml:trace>
  <inkml:trace contextRef="#ctx0" brushRef="#br0" timeOffset="3412.22">16866 948 67 0,'0'-4'310'0,"3"0"3"0,-3 4 4 0,0-10-4 0,0 10-7 15,-3-5-21-15,3 5-13 0,0 0-39 0,0 0-30 16,0 0-26-16,0 0-23 0,0 0-9 0,0 0-19 15,0 0-18-15,0 0-4 0,0 0-10 0,14 19-10 16,-10-11-1-16,0 3-4 0,3 0-20 0,-3-1-30 16,0 1-24-16,0-2-20 15,2 3-15-15,-2-2-17 0,1 0-13 0,0 0-15 16,-2-3-10-16,1-1-5 0,-1 0-1 0,1-1 11 0,-2 0 13 16,0-3 7-16,0 1 5 0,-2-3 6 0,0 0 6 15,0 0 3-15,13-8 10 0,-10 4 5 0,0-1 15 16,1-1 22-16,1 0 21 0,-2-1 6 0,3-3 14 15,0-1 19-15,-2 4 0 0,0-4 2 0,0 3 8 0,3 0-1 16,-4 1 1-16,4 0-4 0,-5-1-3 0,1 5-5 16,1 0-9-16,-4-2 1 0,4 0-14 0,-2 2-6 15,-2 3-11-15,0 0-2 0,0 0-2 0,9 1 1 16,-9-1-9-16,6 7 3 0,-2-4-1 0,1 2-9 16,-1 2 1-16,-2-1-1 0,0 2-4 0,1-1-3 15,3 0-9-15,-5-2 1 0,4 3-6 0,-1-3-3 0,-4 0 0 0,3 0 2 16,1-1-1-16,-4 0 8 0,3 0 0 0,-3-4 1 15,1 3 5-15,-1-3 5 0,0 0-8 0,0 0 1 16,0 0 6-16,15-9 10 0,-11 5 6 16,0-3 21-16,0 2 0 0,1-1-9 0,-3 0 14 15,5 1 13 1,0-2-3-16,-2 0 5 0,-2 2 3 0,3 0-4 0,-1 1-3 16,-1-2-3-16,3 2-7 0,-3 1 0 0,0 1-3 15,-3-3-7-15,5 4-16 0,-6 1-5 0,5-2 2 16,-5 2-6-16,12 3-6 0,-9 1-1 0,1-1-19 0,2 1-14 15,-1-1-25-15,3 5-22 0,-1-1-18 0,1 2-23 16,1 0-24-16,0-2-23 0,-1 4-22 0,0-6-29 16,2 2-40-16,-2-1-29 0,1-1-22 0,1-1-227 0,-1-2-572 15,2 0 254-15</inkml:trace>
  <inkml:trace contextRef="#ctx0" brushRef="#br0" timeOffset="3612.79">17481 903 99 0,'0'-4'264'0,"4"2"3"0,-4-3-16 16,0 5-13-16,0 0-26 0,2-5-23 0,-2 5-22 16,0 0-19-16,0 0-15 0,0 0-12 0,0 0-6 15,-2 18-19-15,2-11 0 0,2-1-18 0,0 5-5 16,-2 0-8-16,3 0-6 0,-3 4-5 0,1-2-6 16,2 0 1-16,1 5-10 0,0-2-49 0,2-3-37 15,-5 0-37-15,3-3-49 0,0-1-45 16,-2 1-56-16,0-2-129 0,0-3-392 0,-1-3 173 15</inkml:trace>
  <inkml:trace contextRef="#ctx0" brushRef="#br0" timeOffset="4430.32">17617 903 124 0,'3'-4'188'0,"1"0"-17"0,-4 2-15 15,4 0-19-15,-4 2-12 0,9-2-17 0,-4-1-7 16,-5 3-10 0,7 0-11-16,-7 0-7 0,8 3-10 0,-8-3-2 0,9 3-8 15,-5-2-5-15,-1 1-6 0,1 1-3 0,0-1-4 16,-4-2-3-16,3 5-2 0,0 1-8 0,-2-2 1 16,-1 1 1-16,0-2-1 0,0-3-3 0,-3 7-1 15,2-3-3-15,0 3-4 0,-1-3-2 0,-2 5 4 16,1-4-3-16,2 2 3 0,0 2 0 0,1-2 0 15,-2 4 13-15,4-1 17 0,0 0 0 0,1 3 2 0,3 0 1 16,0 2-2-16,4 1-2 0,1 2-1 0,-2-1-5 0,6 8-1 16,0-1-3-16,1 0 15 0,2 0-3 0,1 2 1 15,0 0-9-15,-4 1 2 0,3-3 0 0,-6 1-10 16,4-2-1-16,-9 1-3 0,3-5-2 0,-2-5-2 16,-1 3 0-16,-5-3 7 0,-2-5 13 0,2 5 14 15,-6-5 12-15,-3 0 19 0,2-1 15 0,-5-3 10 16,-2-1 5-16,-9 0 3 0,2-3-8 0,-3-4-5 15,1 0-12 1,-8-3-14-16,6 0-2 0,-3-3-10 0,6 0-6 16,2 0 0-16,0-3-6 0,2 2-4 0,2-1-6 0,4-4-5 0,3 4-6 15,1-2-8-15,5-3-11 0,1-1-16 16,5-2-19-16,5-1-24 0,6-6-33 0,2 3-28 16,9-3-24-16,5 0-25 0,0 2-14 0,12-6-7 15,-12 7-2-15,5 2 5 0,-4-2 3 0,-1 7 13 16,-2-3 16-16,-3 2 13 0,-1 2 17 0,-3-1 12 15,-8 5 12-15,-1-3 10 0,-2 4 20 0,-5-1 17 0,1 1 18 16,-3 0 9-16,0-3 15 0,-4 7 5 0,-1-4 3 16,-1 3 0-16,-2-1-1 0,-4 3-2 0,-1-3-2 15,4 5 5-15,-6-1-4 0,-2 1-3 0,3 3-1 16,-4 0-2-16,0 2 7 0,3 1-9 0,-2 1 3 0,3 4 0 0,0-2-3 16,0 1 4-16,-1 1 0 0,4 0-4 0,1-2 3 31,1 4-2-31,2-4 4 0,-1 1-3 0,3 0 0 15,0 0 6-15,1 1-3 0,1-2-3 0,2-1 10 16,-2-3-9-16,3 0 4 0,0 1-5 0,2-3 5 16,1 0-1-16,0-2 0 0,3-1-2 0,-2-2 1 0,2 0 3 15,0 2-4-15,-3-1 9 0,-2-2 7 0,3 1 11 16,-4 0 8-16,1-1 6 0,-3 3 11 0,2-1 8 16,-2 2-10-16,-2-2-9 0,5 0-8 0,-6 4-9 15,0 0 0-15,0 0-5 0,0 0-3 0,7 10 1 16,-6-5-4-16,-1 3-5 0,4 1 2 0,-1-1-2 15,2 2 4-15,-1 1-12 0,3-1 9 0,-1 0-2 16,2 1 1-16,0 0-6 0,0-4 0 0,2 4-25 0,0-4-15 0,-1-1-16 16,2 0-28-16,2-5-22 0,-3 0-27 0,2-2-38 15,0-3-36-15,3-1-18 0,-3 0-127 0,2-4-373 16,2-4 165-16</inkml:trace>
  <inkml:trace contextRef="#ctx0" brushRef="#br0" timeOffset="4683.35">18407 582 255 0,'0'-11'285'0,"-2"4"-3"15,0 2-5-15,1-2-9 0,-3 3-16 0,4 0-27 16,0 4-28-16,0-6-23 0,0 6-26 0,0 0-13 0,0 0-15 16,0 0-8-16,0 0-10 0,5 21-12 15,-1-10-10-15,-4 3-9 0,3 3-7 0,-2 3-7 16,-1 2-1-16,2 4-4 0,1 2-6 0,-1 0-2 15,-2-2-5-15,3 7-3 0,-3-3-2 0,1-4-1 16,2 2-20-16,-6 1-31 0,3-9-13 0,3 2-27 16,-3-3-25-16,0-1-26 0,2-5-29 0,-2 0-23 15,1-3-40-15,2 0-28 0,-3-2-18 16,2-3-132-16,1 0-410 0,1-1 181 16</inkml:trace>
  <inkml:trace contextRef="#ctx0" brushRef="#br0" timeOffset="4934.22">18437 857 132 0,'-4'-7'217'16,"2"1"8"-16,0 0-5 0,1 0-1 0,0-1-3 15,-1 3-2-15,2-1-17 0,0 5-13 0,0-7-23 16,2 4-18-16,-2 3-13 0,9-2-16 0,-9 2-5 16,12 2-16-16,-3 0-7 0,4 1-9 0,-3 1-11 15,3 1 0-15,2-1-9 0,0 5-3 0,4-3-6 0,-4 0-5 0,1 5 4 16,2-3-12-16,-4 2-6 0,2 0-1 0,-8-3-5 0,7 4-1 15,-5-2-6-15,-2-2-6 0,1 4-16 0,-1 0-4 16,-1-2-15-16,0 0-11 0,-4-1-15 0,-2 1-19 16,-1-2-18-16,0 0-19 0,-1 1-17 15,-1-2-23-15,1 1-28 16,1-7-20-16,-1 11-15 0,1-8-130 0,0 4-368 16,0-7 163-16</inkml:trace>
  <inkml:trace contextRef="#ctx0" brushRef="#br0" timeOffset="5532.01">18918 907 108 0,'2'-4'256'0,"-2"4"-12"0,0-4-19 16,0 4-22-16,0 0-23 0,0 0-20 16,0 0-19-16,0 0-17 0,0 0-8 0,0 0-15 15,0 0-8-15,0 0-3 0,0 0-17 0,-2 14-3 16,0-9-5-16,2 0-3 0,0 1-9 0,4-1-7 0,-4 1 2 15,3 0-11-15,2-1 0 0,-1 5-2 0,3-5-4 0,-4 0 0 16,5-1-6-16,-1 1 3 0,1-1-3 0,-2-1-3 16,2 2 0-16,-3-3-4 0,7-1-3 0,-5 1 4 15,0-2 2-15,1 0 13 0,-8 0 11 0,11-4 2 32,-7 3-4-32,0-2-2 0,3-1 2 0,-2-1 3 0,-2 1-1 15,0-1-4-15,-2 0-4 0,3-2-3 0,0-1-3 16,-2 0-1-16,1-4-2 0,-3 6-6 0,1-3 5 15,0-2-2-15,1 4 4 0,-2 0 5 0,1-2 1 16,0 3 3-16,-1-2-5 0,2 1-4 0,-2 3-4 0,1-1 0 16,2-1-5-16,-3 3-6 15,0 3-5-15,1-6-4 0,-1 6-4 0,1-3 2 16,-1 3-4-16,0 0 0 0,0 0-8 0,11 10 0 16,-9-2-3-16,0-3 0 0,1 1 0 0,1 4-9 0,-1 1-4 15,2 0-1-15,-3-1-1 0,2 2 0 0,0 0-5 16,1-1 2-16,-3-2-1 0,0 0 5 15,0-1 6-15,2-3-1 0,0 1 1 0,-3-2 2 0,3 1 6 16,-4-1 0-16,4-2 15 0,-1 0-9 0,-3-2 2 16,8 0 12-16,-8 0 2 0,14-7 6 0,-9 4 8 15,1-1 6-15,2-4 4 0,1 2 6 0,2 1 4 16,-1-7 6-16,-1 4 8 0,2-2 4 0,-2 5 3 16,4-5 3-16,-2 2-7 0,1 3-5 0,0-3-7 15,-1 4 4-15,-2-2 1 0,1 1 4 0,-3 1-13 0,-1 1 6 16,-1 0-20-16,-1-1-8 0,1 2-9 15,-5 2-4-15,0 0 7 0,10 4-10 0,-6 1-10 16,-4-3-15-16,2 4-21 0,-4 0-27 0,2 1-21 16,-1 1-18-16,-5 1-36 0,1 0-32 0,-4 0-43 15,0-3-60-15,-3 2-265 0,-7-5-587 0,-3-1 260 0</inkml:trace>
  <inkml:trace contextRef="#ctx0" brushRef="#br0" timeOffset="5939.37">17540 391 323 0,'-6'-3'345'0,"6"3"-25"0,0 0-32 16,-4-2-30-16,4 2-30 0,0 0-27 0,0 0-19 16,0 0-21-16,0 0-20 0,0 0-11 0,0 0-27 15,0 0-44-15,0 10-46 0,0-10-48 0,3 9-49 0,-3-5-56 16,1-1-47-16,-2 3-198 0,-2-1-416 0,3-5 185 16</inkml:trace>
  <inkml:trace contextRef="#ctx0" brushRef="#br0" timeOffset="6254.62">16722 546 228 0,'0'0'411'0,"0"0"-13"0,0-8-25 16,0 5-26-16,0 3-26 0,0-7-34 0,0 3-28 15,0 4-35-15,-1-7-15 0,1 7-23 16,0-6-25-16,0 6-32 0,-2-5-57 0,2 5-72 15,-2-4-70-15,2 4-88 0,0 0-90 0,0 0-274 16,-11-1-565-16,11 1 251 0</inkml:trace>
  <inkml:trace contextRef="#ctx0" brushRef="#br0" timeOffset="6437.46">16169 497 130 0,'-2'-2'323'0,"2"2"-23"0,-4-8-20 0,4 5-28 0,0 0-21 15,0 3-24-15,0-5-22 0,0 5-31 0,0 0-56 16,-3-7-68-16,3 7-67 0,0 0-69 0,0 0-57 16,0 0-151-16,0 0-341 0,0 0 151 0</inkml:trace>
  <inkml:trace contextRef="#ctx0" brushRef="#br0" timeOffset="7742.23">13247 1670 31 0,'0'0'163'16,"0"0"14"-16,0 0 4 0,10 7 9 0,-4-5-3 0,7 0-7 16,-2-1-11-16,6 3-17 0,2-3-14 0,2 2-2 15,3-1-6-15,-1-1-11 0,3 1-10 0,5-3-11 16,2 1-5-16,1 1-4 0,1-1-6 0,2 0 1 16,-1-2-5-16,3 3-6 0,-2-2-12 0,-1 1-2 15,1 1-5-15,5 0-9 0,-6-1-3 0,2 0 1 16,4 2-7-16,-3-4-5 15,4 2-3-15,-4-1-3 0,4 1 9 0,-2-2-17 16,15 3 5-16,-16-2-3 0,0 1-1 0,2-2 19 16,14 0 4-16,-18 0-5 0,3-1-3 0,-1 2-3 15,3-2-1-15,-5-1 1 0,-1 3-7 0,5-2 3 16,-5 1 4-16,-2-1-13 0,2-2-1 0,0 3-8 16,-3 1 4-16,1-1 3 0,-4-1-4 0,2 2 0 15,-11-3 2-15,10 2-1 0,2-1 1 0,-1 2-3 16,-3-2-1-16,2 2 2 0,-2 1-1 0,2-1-3 15,0 1 0-15,2-2 0 0,0 1-1 0,-1-1 0 16,0 2 1-16,2-2-3 0,0 2-2 0,0 2 3 16,2-2-4-16,-1 0 6 0,-2 5-2 0,3-4-5 0,-1-1 6 15,-2 1-7-15,6-1 5 0,-5-1-2 16,-1 3 1-16,3-2-4 0,0-1 0 0,-3 1 1 16,2-2 10-16,-2 0-5 0,2-1-4 0,-1-1-1 15,-2 3 0-15,2-2 9 0,0 2-4 0,-5-3-5 0,3 0 3 16,-2 1-6-16,3 0 3 0,4 0 8 0,-4 2-10 15,0 0 0-15,0-4 3 0,-1 5-3 0,0-2 11 16,-2-1-10-16,0 1-1 0,2-1 0 0,-5 1 0 16,2 1 0-16,-4 1-4 0,-3 0 5 0,-1 0 2 0,3 0-3 15,3-3 1-15,2 3-4 0,3 0 2 0,-1 3 2 16,1-3 0-16,-10 0 3 0,11 1-5 0,2 0 2 16,0-1 2-16,-2 3-4 0,0-3 4 0,-1 2-1 15,6-1-2-15,1-1 0 0,2 3 0 0,-1-1 12 16,1-2-12-16,-2 6 0 0,18-5-1 0,-19-1 5 15,18 0 1-15,-19 1-6 0,-1 1 0 0,5-1 7 16,-1 0-1-16,-3-1-2 0,0 0-1 0,2 0 2 16,-5 1-6-1,2-2 4-15,-2 1 1 0,2-2 1 0,-2 4 2 0,0-2-6 16,-3 3 14-16,0-3-16 0,-2 1 30 0,4-2 8 16,0-1-6-16,-1 5-3 0,-2-4-2 0,-1 1-2 15,4 1 0-15,3 3-6 0,-3-4 1 0,2 1 1 16,1 3-5-16,0-3-2 0,0 1 2 0,1 1-3 0,4 2 13 15,-1-2-17-15,-2 2 1 0,2-2 2 0,1-1 1 0,-2 3-5 16,2-1 3-16,-1 2-1 0,-2-1-3 0,2 0 0 16,1-2 0-16,-1 0 1 0,15 1 0 0,-19 0-4 15,2 1 2-15,-4-4 2 0,-1 0-10 0,0 3 14 0,-4-1 0 16,-8-2-5-16,-3 1 3 0,-3-2 0 0,-3 1 5 16,0 0 15-16,-7-1 7 0,2 0 0 0,-3 1 5 15,-5-1-13-15,0 0 12 0,12-2-32 0,-12 2-57 16,0-4-60-16,0 4-67 0,0 0-72 0,-16-8-83 15,2 3-240-15,-6-1-623 0,-3 0 276 0</inkml:trace>
  <inkml:trace contextRef="#ctx0" brushRef="#br0" timeOffset="9669.62">2645 2989 146 0,'-6'1'232'0,"-4"4"-8"0,3-2-10 16,0-3-15-16,3 2-16 0,4-2-21 0,-4 3-13 16,4-3-17-16,0 0-11 0,0 0 8 0,0 0 8 15,0 0-2-15,20 2 9 0,-5-3-14 0,4-2-14 16,0 2-11-16,3-3-12 0,-3 0-5 0,2 1-9 16,-3 2-10-16,-1 0-7 0,-2 1-6 0,-4-2-8 0,1 0-4 0,-4 2-5 0,-1-1-1 15,-2 1-3-15,-5 0-5 0,10 0-3 0,-10 0 0 16,0 0-4-16,0 0-1 0,11 0-2 0,-11 0-1 15,0 0-5-15,0 0 3 0,0 0-3 0,0 0 0 0,0 0 2 16,-25 3-11-16,25-3-34 0,-9 2-55 16,2-2-68-16,7 0-86 0,-10-2-271 0,6-1-552 15,0 1 244 1</inkml:trace>
  <inkml:trace contextRef="#ctx0" brushRef="#br0" timeOffset="16456.18">2736 3060 101 0,'3'-2'303'0,"-3"2"-3"0,0 0-17 0,0 0-27 0,1-5-21 15,-1 5-21-15,0 0-21 0,0 0-29 16,0 0-20-16,0 0-17 0,0 0-13 0,0 0-12 16,3 9-6-16,-3-4-12 0,1 0-7 0,-1 3-5 15,0 0-9-15,-1 2-10 0,1 0 1 0,-1 1-8 16,1 4-5-16,-2-2-2 15,1 0-4-15,-2 0-4 0,-1 5 1 0,1-1-6 0,2-5-1 16,-3 6-2-16,1 0-1 0,2-1 1 0,-2-3-6 16,2 4-2-16,-3-7-3 0,2 3 0 0,1 1 0 15,-1-4-4-15,2 0-22 0,2-3-25 0,-1 3-30 0,1-5-16 16,-2-1-32-16,1 2-31 0,2-2-29 0,-2-1-33 16,2-2-36-16,1 2-146 0,-4-4-424 15,0 0 188-15</inkml:trace>
  <inkml:trace contextRef="#ctx0" brushRef="#br0" timeOffset="16994.31">2679 3100 80 0,'0'-5'268'0,"0"1"-4"0,-1 1-11 0,1-3 2 0,0 6-2 16,0-7-10-16,0 2-16 0,1 1-20 0,-1 4-11 15,-1-7-19-15,3 5-20 0,1-2-14 0,-2 0-14 16,5 2-17-16,0-3-10 0,1 3-12 0,2-1-6 0,3 1-7 16,4 1-13-16,-2-1-1 0,6 1-7 0,-1 0-7 0,-1 0-6 15,1 2-6-15,-1-1-5 0,1 1 0 0,-2 2-3 16,-6-2-4-16,3 0-2 0,2 2 1 0,-3-1-7 15,0 1 4-15,-2 0-10 0,0-1 1 0,-2 2-4 16,2 0 2-16,-4-1-3 0,-2 3-1 0,2-1 2 0,-4 0-1 16,4 1-1-16,-4 3-2 0,-1 0 0 0,0 2 0 15,-1-1-1-15,-2-1-2 0,-1 3 3 16,0-2-4-16,0-1 5 0,-2 3-6 0,-2 1 7 16,-2 2-1-16,-1-1-2 0,2-1 0 0,-1 1 2 15,-3 0 1-15,-1 1-3 0,5-4 5 0,-5-1 3 0,-3 5-3 16,2-3 0-16,-3 1 4 0,2-1 5 0,-2-1 4 15,3 1 5-15,-5-4 0 16,0 3 8-16,1-2 3 0,-2-4 2 0,2 4 0 16,-2-3-10-16,7 1 22 0,0-3-23 0,-2-1 2 0,1 0-7 15,2-1 2-15,1 2 1 0,1-1 0 0,2-2-4 16,1 1 3-16,6-2-2 0,-8 0-4 0,8 0-5 0,-5 1 3 16,5-1-16-16,0 0-36 0,0 0-43 0,0 0-45 15,0 0-32-15,0 0-42 0,0 0-38 0,16-13-50 16,-9 8-37-16,5 2-208 0,-4 1-574 0,3 0 254 15</inkml:trace>
  <inkml:trace contextRef="#ctx0" brushRef="#br0" timeOffset="17426.63">3096 3413 252 0,'0'0'271'0,"0"0"6"15,3-5 12-15,-3 5-9 0,1-4-2 0,-1 4-6 16,3-3-10-16,-3 3-15 0,0 0-3 0,0 0-2 15,2-5-11-15,-2 5-24 0,0 0-20 0,0 0-24 16,0 0-20-16,0 0-18 0,0 0-17 0,0 0-9 16,0 0-9-16,1 15-9 0,-4-7-7 0,2-1-9 15,-1 3-8-15,1 1-1 0,0 0-4 0,-3 3-8 16,4 0-3-16,-3-2 0 0,2 5-11 0,-1-5 2 16,1 3 7-16,0 0-13 0,-1-1-2 0,2-1-3 0,0 0-5 15,3 1 8-15,0-2-7 0,-2-1 0 0,2 1-7 16,1-2-5-16,0 1-2 0,0-2-27 0,6-2-18 15,-4-3-19-15,1 1-14 0,-1-2-18 0,-1 0-20 0,3-3-19 16,-1 0-13-16,5 0-16 0,-6-3-20 0,2 1-12 16,1-3-23-16,-2 2-6 0,1-3-28 0,-1-2-18 15,1 2-8-15,-2-6-156 0,-1 5-468 0,-5-4 207 16</inkml:trace>
  <inkml:trace contextRef="#ctx0" brushRef="#br0" timeOffset="17616.34">3186 3570 243 0,'-8'-4'16'0,"-3"1"20"0,-1 0 30 16,0 1 15-16,-2 1 9 0,1 0 25 0,2 0 17 15,0-2 12-15,0 3 9 0,3 0 11 0,1 0-1 16,7 0 0-16,-12 1-9 16,12-1 1-16,-7 0-9 0,7 0-11 0,0 0-6 15,0 0 1-15,0 0-3 0,-7-2 25 0,7 2-1 0,0 0-11 16,11-8-21-16,-3 4-7 0,3 0 6 0,1 1-23 16,0-2-38-16,-2 3-26 0,4 0-38 0,-2 1-30 15,2-1-34-15,-2-1-28 0,-1 2-38 16,-2 1-47-16,3 1-40 0,-1-3-29 0,-5 3-165 0,-1 0-453 0,-5-1 202 15</inkml:trace>
  <inkml:trace contextRef="#ctx0" brushRef="#br0" timeOffset="18499.45">3253 3516 162 0,'0'0'192'0,"0"0"-3"16,0 0-7-16,0 0-18 0,0 0-11 0,0 0-20 16,0 0-14-16,0 0-17 0,8-1-6 0,-8 1-12 15,4 7-5-15,-1-6-9 0,-2 3-8 0,3-1-5 16,2 1-2-16,-1 1-7 0,-1-2-8 0,2 2-4 15,2 1 2-15,-1 1-7 0,1 1 11 0,0-2 0 16,-1 2-7-16,4 1-2 16,-5 0-5-16,1 0 3 0,0-2-4 0,-1 4-4 15,2-4-6-15,-4 0 1 0,-3 0-3 0,2-1-2 16,-2 3-3-16,2-5-1 0,-3 0 1 0,0 1-3 16,-3 0 0-16,3-5 2 0,-1 6 1 0,-2-5 3 15,3-1-1-15,-5 4 13 0,5-4 6 0,0 0 3 16,-11-3 1-16,11 3 4 0,0 0-1 0,-6-7 1 15,5 2-3-15,1-1 2 0,-4 1-1 0,3-3-9 16,1 2 0-16,1 0-5 0,0-4-4 0,3 2-1 16,2-2-2-16,3 2 5 0,-3-1-7 0,3 1-1 15,1-2-2-15,2 2-2 0,2 2-4 0,-1-2 0 16,4 2-1-16,0-3 1 0,-6 4-2 0,4-1 1 16,-4 1-2-16,3 0-2 0,-1 2-3 0,-2 0-4 15,-3 1 1-15,2 1 0 0,-2-1-4 0,-3 0-3 16,1 0 2-16,-6 2 0 0,9-1-4 0,-9 1 3 15,6-2 7-15,-6 2-3 0,0 0-1 0,5 0 6 16,-5 0 3-16,0 0 3 0,0 0 5 0,0 0 1 0,0 0 4 16,0 0 0-16,0 0 1 0,-24 3-1 15,18 1 0-15,-2-3-1 0,3 1-2 0,-6 1 1 16,3 0-3-16,-3 1-2 0,0 3 1 0,0 0 0 16,0-1-3-16,3 2 1 0,-3-2-2 0,3 3 2 15,0 0-3-15,1 1-1 0,0-2 1 0,0 2-2 0,5-1-1 16,-3-1 2-16,4-2-3 0,1 2-10 15,0-1-1-15,4-2 1 0,-1-2 2 0,1 2 0 0,2 0 2 0,3-5 2 0,3 0 1 16,-1 1 0-16,1-4-1 0,1-2 5 0,0 1-3 16,-2 0 0-16,4 2 1 0,-3-6 2 0,-1 2-1 15,0-2 0-15,0 2 10 0,-3-1 17 0,-2 1 17 16,0 1 4-16,1-1 14 0,-3 1 6 0,0 0 21 16,-1 0-9-16,1 1-3 0,-4 0-3 0,3 1-4 15,-3 3-6 1,4-5-13-16,-4 5-3 0,1-3-6 0,-1 3-14 0,0 0-4 15,0 0-8-15,0 0 1 0,0 0 4 0,0 0-5 16,7 10-3-16,-4-5 1 0,-2 1 1 0,-1 0-2 16,4 0-1-16,-2 2-23 0,0-2-14 0,4 2 0 15,-5-1 5-15,2-1-2 0,1 0-10 0,1 3-1 16,1-5 5-16,-5 0 1 0,3-1 2 0,-1 1 13 0,0-2-5 16,2-1 3-16,-5-1 2 0,11 0 4 0,-3-3 4 15,-4 1-3-15,3-2-1 0,-3 0 4 0,4 3 4 16,-2-3 9-16,1-3 18 0,-2 3 1 0,1-1 11 15,0-2 6-15,-2 2 10 0,3 1 3 0,-3-1 1 16,-1 1 9-16,1 2-9 0,0-2-1 0,0-1-3 0,-1 3-9 16,-3 2-8-16,4-3 7 0,-4 3-7 0,4-3-4 15,-4 3-4-15,0 0 2 0,10 0-16 0,-10 0 15 0,9 4-8 16,-4-2-2-16,1 1-2 0,2-1 7 0,-2 2-16 16,3 0 0-1,-2-1-19-15,1 2-25 0,-1 0-24 0,2-4-12 16,-5 1-18-16,3 2-19 0,-1-2-20 0,-2 1-26 15,-4-3-46-15,4 2-48 0,-4-2-41 0,0 0-239 16,0 0-571-16,7-6 253 0</inkml:trace>
  <inkml:trace contextRef="#ctx0" brushRef="#br0" timeOffset="18668.31">3828 3403 291 0,'0'-5'279'0,"0"5"-24"0,0-5-27 0,0 5-20 15,-1-3-24-15,1 3-20 0,0 0-24 0,0 0-43 16,-1-5-10-16,1 5-22 0,0 0-62 0,-3-5-91 16,3 5-57-16,0 0-150 0,0 0-319 0,0 0 140 15</inkml:trace>
  <inkml:trace contextRef="#ctx0" brushRef="#br0" timeOffset="19164.18">4125 3154 2 0,'0'0'293'0,"-6"-4"-2"0,6 4 3 0,-10-2-11 16,5 1-7-16,5 1 1 0,-5-5 6 0,1 4-27 16,4 1-11-16,-8-4-2 0,6 2-14 0,2 2-13 15,-8-3-11-15,8 3-15 0,0 0-15 16,-4-2-17-16,4 2-17 0,0 0-14 0,0 0-17 15,0 0-11-15,0 0-10 0,0 0-10 0,-1-3-9 16,1 3-11-16,0 0-4 0,0 0-3 0,13 0-5 16,-13 0-6-16,21-1-7 0,-6-1-1 0,4 0-3 15,7 2-3-15,4-3-1 0,1 1-3 0,3 1-2 16,2-1-4-16,0 1-5 0,1 1 5 0,1-2-5 0,-1 0 0 0,-3 2-13 16,1 0-11-16,-4-1-17 0,4 1-2 0,-5 0-11 15,-6-1-18-15,-1 2-10 0,-3-2-14 0,-1 1-7 16,-4 0 1-16,0 0-3 0,-3 0-4 0,-4 0-3 15,1-1 2-15,-1 2-4 0,-2-2 0 0,-6 1-20 16,6-3-29-16,-6 3-21 0,0 0-27 0,0 0-9 0,0 0-17 16,0-5-10-16,0 5-7 0,0 0-174 15,-12-5-450-15,5 2 199 0</inkml:trace>
  <inkml:trace contextRef="#ctx0" brushRef="#br0" timeOffset="19473">4665 3041 39 0,'0'0'225'0,"0"0"2"0,0 0 5 15,0 0-6-15,0 0-11 0,0 0-11 0,0 0-15 0,0 0-17 16,0 0-2-16,0 0-8 0,0 0-14 16,0 0-14-16,0 0-17 0,0 0-10 0,0 0-5 15,0 0-11-15,0 0-5 0,23 1-6 0,-15 1-5 16,6-2-10-16,-3 1-3 0,3 1-6 0,-1-1-7 0,2 0-8 15,-2 2 1-15,2 0-7 0,-4 0-2 0,3-1-7 16,-1 2 5-16,-6-1-10 0,0 1-3 16,4 1-1-16,-6-1-2 0,3 2-4 0,-5-1 2 15,0 2 1-15,1 1 0 0,-4-1-3 0,0 4-2 16,-3-1 16-16,1 3-21 0,-3-1 4 0,-4 3-4 0,-3 0-18 16,2-2-25-16,-4 2-35 0,-2-1-31 0,1-1-44 15,-1-2-70-15,2 1-54 0,-5-3-186 0,2-1-497 16,6-5 220-16</inkml:trace>
  <inkml:trace contextRef="#ctx0" brushRef="#br0" timeOffset="22581.74">5451 2875 44 0,'1'-12'305'0,"1"1"-6"0,-1-1-7 0,0 1-13 16,2 5-24-16,-1 0-26 0,-2 0-23 0,1 4-24 0,-1-2-21 15,0 4-8-15,5-3-28 0,-5 3-12 0,0 0-14 16,11 10-11-16,-5 1-9 0,3 4-8 0,-2 1-3 0,0 5-6 16,-2-2-1-16,5 8-11 0,-5 3-3 0,0-5-7 15,-2-3-4-15,3 4-4 0,-5-3 0 0,2-3-2 0,-3 2-4 16,-3-3-3-16,3 0-2 0,-3 1 0 0,-1-8-8 15,0 0 4-15,-4 0-1 0,3-1-3 0,-1 0-3 0,-4-2 1 16,1 0 1-16,1-2 1 0,-2-4-4 16,0 2 6-16,-3-2-4 0,2-2 8 0,-5-1-13 0,5 0 9 15,-2-2 6-15,-1 0 7 0,6 0-4 0,0 1 10 32,1-2 24-32,3 2-7 0,-3-2 2 0,7 3-4 0,-7-3 1 15,3 0-5-15,4 3-3 0,-7-2-5 0,7 2-12 16,0 0-2-16,10-6-6 0,-5 5 2 0,3 0-4 15,5-1-2-15,2 1-6 0,-2 1 1 0,8 0 3 0,0 1-6 16,-1 1 2-16,1-1 1 0,4 0 6 0,-5 0-12 16,2-1 4-16,1 2-8 0,0-1 6 0,-4 0 3 15,0-1-15-15,4 1 9 0,-5-1-6 16,4 0-1-16,-9 0-5 0,4-1-1 0,-4-1 1 0,2-1 0 0,-1 1-3 16,1-1 2-16,-3-2 1 0,3 1-3 0,-6 0 6 15,1-2 1-15,2 2 2 0,-5-1 6 0,-3 0-6 16,2-1-1-16,-2 2 5 0,-3-3-1 0,6 1 2 0,-3 1 10 15,-3-1-9-15,1 0-2 0,-2 2 6 0,0-1 0 16,0 5 1-16,-3-6 3 0,1 2 3 0,2 4-6 16,-4-4-2-16,4 4 1 0,-6-1-5 15,6 1-3-15,0 0 4 0,-14 5-1 0,8-1-2 16,1 1-6-16,-3 1 8 0,4 1-2 0,-2-1-7 0,1 1 9 16,2 0-6-16,2 1 4 0,-2-1 0 0,3 1 4 15,4 0-8-15,-1 1 3 16,2 1 3-16,5-2-2 0,2 0 0 0,5-2 4 15,3 1 1-15,10 1-5 0,1-3-1 0,-1-3-2 16,3-1-5-16,1-2-13 0,0-1-6 0,1 1-4 16,-1-1-6-16,-1-2-6 0,-5-2 3 0,1 1 0 15,-6 0 5-15,1 0 3 0,-10 1 0 0,2-2 9 0,-3 2 2 16,-1-3-1-16,-4 1 5 0,0-1 6 0,-2 1-2 16,-2 0 2-16,-3 0 3 0,-1 1 5 0,-1-2 8 0,-3 1 5 15,0 0 3-15,-2 1-1 0,-2-2 7 0,0 2 2 16,-2 2 4-16,-2 0-10 0,0-2 1 0,0 3 1 15,-1 1-4-15,-2-1 3 0,3 1-2 0,0 2 0 16,-2 1-4 0,2-1 2-16,1 4-4 0,3 0-3 0,-3-3-1 0,3 3 2 15,3 0-4-15,-2 3-2 0,1-3 6 16,1 2-4-16,1 0 0 0,1 0 0 0,-1 1 1 16,4-2-2-16,0 1 1 0,-3-1 2 0,6 1-1 15,-3-2 3-15,1 0 1 0,-1-3-4 0,2 2 1 0,0 0 2 0,-2-4 4 16,6 4 3-16,-6-4-6 0,11-1 2 0,-4 1 20 15,-7 0-2-15,9-7 6 0,-1 3 11 0,-1-1 10 16,-3 0-3-16,-1 0 13 0,5-2 4 0,-4 0 21 16,3-1-6-16,1 0 6 0,-4 1-8 0,2 1 10 15,-5-2-3-15,3 3-7 0,0-1-4 0,-1 1-3 16,-1 0-5-16,1 3-8 0,0-1-5 0,0 2-11 0,-3 1-8 0,1-7-9 16,-1 7-13-16,0 0 4 0,4-1-1 0,-4 1-6 15,0 0 0-15,12 8-38 0,-8-5-22 0,2 0-25 16,1 6-21-16,-2-3-23 0,4-1 0 0,-3 2-9 15,2-1-8-15,-1 0-13 0,4 1-20 0,-4 1-14 32,2-3-23-32,-3 0-16 0,2-1-19 0,-1 0-10 0,-2-3-9 15,3-1 9-15,-2 2 18 0,0-1 8 0,-6-1 27 0,0 0 24 16,10-4 22-16,-7 1 28 0,1-1 21 16,-3 1 39-16,2-2 21 0,-3-1 31 0,3 0 23 0,-2 0 27 15,0 2 0-15,2-2 18 0,1-1 21 0,-3 2 12 16,2-1 4-16,1 0 4 0,0 3 1 0,-1-2-4 15,0 2-10-15,-2-1-7 0,-1 4-12 0,4-5-3 16,0 2-10-16,-4 3-4 0,0 0-6 0,7 0-6 16,-7 0-4-16,0 0 0 0,10 4-6 0,-5 0-3 0,-2 0-3 15,1-1-1-15,-2 2-4 0,1 2-1 0,1-1 3 16,-1-3-7-16,0 5 1 0,-2-1 3 0,2-4-5 16,-3 5 2-16,1-3-2 0,-1 0 0 15,0-1 3-15,0 0 11 0,0-4 12 0,-1 6 24 16,-2-2 27-16,3-1 22 0,0-3 26 15,0 0 13-15,0 0-4 0,0 0-6 0,0 0-5 16,-9-8-11-16,9 8-9 0,-2-9-11 16,2 2-19-16,0 1-17 0,0-3-12 0,2 0-32 0,2-2-32 15,0-1-29-15,0 3-36 0,3-2-30 0,1 2-29 16,-3 2-27-16,1 0-32 0,-1-1-29 0,3 1-39 16,-1 1-20-16,-3 4-11 0,4-2-150 0,-2 1-477 15,-3-1 211-15</inkml:trace>
  <inkml:trace contextRef="#ctx0" brushRef="#br0" timeOffset="23401.53">6645 3077 16 0,'5'1'141'0,"-5"-1"0"0,0 0-6 0,0 0-3 15,12 0 12-15,-12 0 19 0,0 0-18 0,9 0-12 16,-9 0-11-16,4 2-15 0,-4-2-14 0,1 3-8 0,2 2-8 16,-2-2-9-16,2 2-5 0,-1 2-5 15,-1-1-6-15,3 3-4 0,-1 2-8 0,-2 1-1 16,2-3-3-16,-1 4 0 15,-4-2-7-15,4 1-3 0,-2-3 2 0,2 1 1 16,-4-2-9-16,2-1 4 0,-2 4-5 0,2-5 1 16,-3 1-2-16,3-2-3 0,-1-1 2 0,1-4 22 0,-3 3 7 15,3-3-6-15,0 0-4 0,0 0 8 0,0 0 0 16,4-12 1-16,-1 6 2 0,1 1 1 0,0-5 3 16,-1 4 14-16,-1-4 0 0,5 0 2 0,0 0 2 15,-3-1-6-15,5 2-3 0,-3 0 4 0,-2 0 8 16,2 2-6-16,-2 1-5 0,1 0-5 0,-1 3-4 15,0-3-11-15,-1 3-2 0,0 1-6 0,-1-1-11 16,-2 3 2-16,10-1 6 0,-10 1-14 0,7 4-3 16,-3-1 0-16,1 2-1 0,-1 0-7 0,0 0 6 15,5 2-3-15,0-1 1 0,-1 1 0 0,0 0-1 16,5 0-3-16,-4 1 1 0,2-3 2 0,3 0-9 16,-2-1 5-16,3 0-20 0,0-3-7 0,0 1-1 15,-3-2-4-15,4-1 10 0,2 0-9 0,-6-2 4 16,2 0 0-16,-2-3 0 0,-1 1 5 15,-2 0 0-15,3-2 7 0,-5 0-1 0,0 0 2 0,-3 0 0 16,1-1 1-16,-4 2-4 0,0 1 9 16,1-3-4-16,-2 3 3 0,-2 0 2 0,1 0 0 0,-2 1-1 0,0-1 3 15,-1 2-2-15,0 1 0 0,4 2 1 16,-12 1 9-16,5 2-11 0,0-2 0 0,0 3-2 16,2-1 0-16,-2 2 3 0,2 1 0 0,1-1 0 15,1 2 0-15,0-2 1 0,-1 0 0 0,4 0 0 0,0 1-3 16,0-3 3-16,0 2 0 0,3 1 2 0,-2-2 9 15,2-1-6-15,3-1-1 0,-6-2 3 16,11 2-2-16,-2-1-3 0,-1-1 1 0,-1 0 0 16,5-1 4-16,0-2-2 0,1 3 0 0,-3-1 2 0,4-2-6 15,-2 0 3-15,-2 2-2 0,2-4 2 0,2 3-3 16,-6 0 6-16,3 0-6 0,1 2 0 0,-4 0-2 16,0-1-4-16,0 2 4 0,1-1-3 15,-4 0 3-15,3 2-2 0,0 1 3 0,-1 2 0 16,3-2-2-16,-2 2 2 0,-4-3 0 0,3 4-3 0,-2 1 0 15,1-2 1-15,-2 0 5 0,-1 0-2 0,2-1 0 16,-3 1-2-16,1-2 2 0,0 1 3 0,-2-2 3 16,-1-2 13-16,0 4 20 0,0-4 30 0,0 0 26 15,3 4 35-15,-3-4 26 0,0 0 16 0,0 0-2 0,0 0-10 16,0 0 7-16,0 0-1 0,0 0-8 0,0 0-11 16,-4-14-13-16,4 10-11 0,0-3-10 0,0 2-16 15,1-1-9-15,2-1-9 0,0-1-22 16,1 3-22-16,0-7-33 0,0 5-44 0,3-5-52 0,0 4-50 15,2-1-49-15,-2 2-40 0,5-1-52 0,-5 1-71 16,4 0-73-16,1-2-240 0,-4 2-725 0,2 0 321 16</inkml:trace>
  <inkml:trace contextRef="#ctx0" brushRef="#br0" timeOffset="26494.03">5224 2624 227 0,'-7'-6'220'0,"4"4"-4"16,3 2-12-16,-4-2-6 0,4 2-5 0,-4-6-10 16,4 6-11-16,0 0-15 0,-4-1-14 15,4 1-16-15,-4-1-11 0,4 1-14 0,0 0-15 0,0 0-8 0,0 0-11 0,0 0-4 16,0 0-6-16,0 0-8 0,0 0-6 0,0 0-2 16,0 0-5-16,16 4-6 0,-5-4-2 0,4 1-2 15,8 2-2-15,7-2 0 0,0 0-4 0,8-1-4 16,0 2 2-16,4 0-2 0,19-3-1 0,-3 0 0 0,-1-3-3 0,6 4-6 15,-1 0 3-15,2 0 1 0,-4 0-2 16,3-1-4-16,1-1 1 0,-2 4-1 0,-3-7 1 16,-1 4 7-1,2 2-9-15,-3-3-1 0,-2 2 3 0,-12 0-5 16,14 0 15-16,-20-3-13 0,3 2-3 0,1 1-2 16,-4-1 4-16,5 0-3 0,-4 3 1 0,-4-1-2 15,3 2 10-15,-3-3-9 0,1 0 2 0,-1 2 1 16,0 1-2-16,-1-1 3 0,1 0-3 0,-3-1 1 15,-1 3-1-15,0 0 9 0,0-3-10 0,1 0 1 0,-1 1 0 0,-9 1-1 16,7-2 1-16,5 1 1 0,-13 0-2 0,-2-1 0 16,1-1 3-16,1 2-4 0,3 0 4 0,-5 0-4 15,2-2 2-15,-6 0 3 0,1 1-1 0,-4 1-1 16,2-1 8-16,-3-1-11 0,0 0 2 0,0 1 0 0,-3-1 0 0,0 0-2 16,-7 0 3-16,10-1-2 0,-10 1-3 0,6 0 7 15,-6 0-3-15,6 1-1 0,-6-1-1 16,0 0 0-16,7 0-1 0,-7 0-1 0,0 0 8 15,0 0-9-15,0 0-1 0,4 3 0 0,-4-3 3 0,0 0 0 16,1 4 1-16,-1-4-3 0,0 0 2 0,0 0 2 16,6 2 0-16,-6-2 0 0,0 0-1 0,0 0 4 15,0 0 3-15,0 0-7 0,5 2-2 0,-5-2 1 16,0 0 1-16,0 0 1 0,0 0-3 16,7 1 6-16,-7-1-3 0,0 0 1 15,2 2 1-15,-2-2 0 0,0 0-2 0,0 0 3 16,0 0-5-16,0 0 4 0,0 0 7 0,3 3-10 15,-3-3 2-15,0 0-1 0,0 0-1 0,0 0 3 16,0 0 2-16,0 0-6 0,0 0 5 0,0 0-3 16,8 0 2-16,-8 0 1 0,0 0-6 0,0 0 6 15,7 1-4-15,-7-1 4 0,0 0-2 16,7 0-1-16,-7 0 0 0,0 0 6 16,0 0-3-16,5 2-7 0,-5-2 2 0,2 5-2 15,-2-5 2-15,0 0-2 0,2 4 0 0,-2-4 3 0,4 3-2 16,-1 1 1-16,-3-4 2 0,0 9-3 0,0-5-1 15,2 1 5-15,-2 1-1 0,1 2-4 0,0-2-1 16,2 4 7-16,1 0-4 0,-4 0 3 16,4 3-3-16,-4-2 2 0,3 6 3 0,0-3-5 15,-2 4 2-15,3 0-1 0,-4 0 3 0,1 1-2 0,2 0 1 16,0 0 3-16,-2 1-1 0,2-2-2 0,-3 1 11 0,4 1-10 16,-4-1 0-16,4-1-2 0,-4 2 1 0,4-1-1 15,-3 0 2-15,2-1-2 0,-3 1 1 0,2 1 0 0,-1-1 3 16,2-3-1-16,-2 2-1 0,-1 0-2 0,4-5 0 15,-4 1 3-15,3-3-2 0,-3 1-1 0,0-1-2 16,0 2 5-16,0 0-2 0,1-4 0 0,-2 2-1 16,1-5 3-16,1 1-1 0,-1 0-1 0,2-3 5 15,-1 3-5-15,-2 0 1 0,1-2 2 0,0-1-1 0,1 2 1 16,3-1 3-16,-4 0-6 0,0-1 0 0,-4 1 2 16,4 1-3-16,0-3 3 0,-1 1-2 0,1-4 0 15,1 6-1 1,3-2 2-16,-4-4 2 0,0 6-3 15,0-6 2-15,0 0-1 0,0 5-1 0,0-2 1 0,0-3 0 16,0 0 0-16,0 5-2 0,0-5 1 0,0 0 1 16,-5 6 1-16,5-6 0 0,0 0-4 0,1 4 1 15,-1-4 0-15,0 0 3 0,4 3-2 0,-4-3 0 16,1 5 0-16,-1-5 2 0,2 5-2 0,-2-5-2 0,-2 6 4 16,2-2-1-16,0-4 0 0,0 4 1 0,2 2 7 0,-2-6-12 15,-2 5 5-15,2-5-4 0,2 5 0 16,-2 0 4-16,0-5-3 0,0 6 0 0,1-3-1 15,2 0 8-15,-3-3-6 0,-4 6 2 0,4-6-1 0,1 5-3 16,-1-5 1-16,0 5 2 0,0-5-1 0,0 4-1 16,0-4 1-16,0 0 3 0,3 5 1 0,-3-5-2 15,0 0 1-15,0 0 0 0,0 0 2 0,0 0-2 16,0 0 2-16,1 3 9 0,-1-3-8 16,0 0 1-16,0 0 7 0,0 0 10 0,0 0 5 0,0 0 3 15,0 0-4-15,0 0-5 0,0 0 6 0,-5 4-5 16,5-4-4-16,0 0-2 0,0 0-1 0,0 0-4 15,-14-2-1-15,14 2 2 0,-11-1-3 16,11 1-5-16,-12-1 2 0,4 1-2 0,1-2 0 0,-4 2 2 16,-1-1-1-16,1 1-4 0,-2 1 2 0,2-1-3 15,0 0-2-15,-7-1 2 0,0 0-2 16,1 0 2-16,-2 1 1 0,2 1 1 0,-3-1-1 0,-3-3 2 16,4 3-7-16,-2 2 3 0,1-2 0 0,-3-2-1 15,1 2 1-15,0-3-3 0,0 3 4 0,2 0 8 0,-2-2-9 16,2 2 1-16,-2-1 0 0,0 0 0 0,6 1-2 15,-6 0 0-15,3-1 1 0,7 1-3 0,-3-2 0 16,-4 1 2-16,0 1 0 0,5 0 0 0,0-2 0 16,0 4 0-16,-1-4 5 0,-3 2-7 0,-2 2 2 15,0-2-3-15,2 0 3 0,-1 1 0 0,4-1 0 16,-3 0 4-16,3 0-6 0,-4 3-1 0,0-4 5 16,4 2 0-16,0 0 0 0,-4-1-1 0,0 0-4 15,4 0 5 1,0 1-3-16,-1-1 2 0,-2 0 0 0,-4 0-2 0,5 0-1 15,3 2 2-15,0-2 0 0,-6 0 0 0,5 0 2 16,-1 0-2-16,-1 2-2 0,-3-4 5 0,8 2-1 16,-9 2-2-16,2-2 0 0,2-2 2 0,-4 2-2 15,1 0-2-15,-2 0 2 0,3-2-2 0,0 2 2 16,-1 0 4-16,-1 0-3 0,-1 2-5 0,-8-2 5 16,10 0 1-16,1 0-1 0,1 0 2 0,-2 0-5 15,0 0 3-15,3 0 7 0,-2 2-10 0,8-2 3 0,-9 0 0 0,8 0-2 16,-3 3 3-16,-3-5-3 0,3 4 2 0,1-2-3 15,1 0 2-15,-4 1 1 0,4 0-5 0,2-1 6 16,-1 0 1-16,0 0-3 0,-2 0-2 0,-1 1 3 16,6-1 1-16,-4 0-3 0,0 2 1 0,-1-1-2 15,3 0-2-15,-1 1 2 0,-2-1 2 0,-1 2 0 0,2-1-4 16,-2-1 1-16,1 2 5 0,-2-1-2 16,2 0 0-16,-5-1 11 0,6 3-11 0,-5-3 0 15,0 3-1-15,2-1-1 0,2-2-5 0,-2 1 17 16,-4 2-11-16,3-1 1 0,-3-2 3 0,2 3-5 15,1-1 0-15,1-2 2 0,2 0 8 0,-2 0-10 0,3 1 0 16,-5-2-6-16,3 0 8 16,2 0 1-16,-2 1 1 0,4-1-5 0,-4-1 4 0,4 1 3 15,0 0 4-15,-1-2-10 0,1 1 3 16,-4 0-3-16,6 0 1 0,2 1 2 0,-3 0-3 0,-3 0 11 16,13 0-9-16,-14 0 1 0,5 0-2 0,2 0-2 15,7 0 1-15,-14 0-2 0,9 0 10 0,5 0-8 16,-11-2-1-16,7 1 4 0,4 1-3 0,-10 1 0 15,10-1 0-15,-9-1 1 0,9 1 1 0,0 0 1 16,-8 0 2-16,8 0-2 0,0 0-2 0,0 0 2 16,0 0-3-16,-10-1 3 0,10 1 10 0,0 0-10 15,0 0 1-15,-4-1-1 0,4 1 2 0,0 0-3 16,0 0 3-16,0 0 0 0,0 0-2 0,0 0 5 16,0 0 10-16,0 0-2 0,0 0 11 0,-8-3 6 15,8 3-2-15,0 0-3 0,0 0 1 0,-3-5-3 16,3 5 4-16,0-4-2 0,0 4-2 0,0-6 6 15,-1 1-10-15,1 5 4 0,-3-8-2 0,3 3-4 16,0-2-4-16,0 1 3 0,0-1 5 0,0-3-4 16,-1 0-1-16,1-2 8 0,-2 5 12 0,4-7-15 15,-4 2-8-15,4-1 0 0,-2 0 0 0,1 2-1 16,2-6 0-16,-3 3 2 0,1 0-2 0,-1-3-8 0,0 1 4 16,3-2-4-16,-3 5 5 0,0-4-6 0,0 4-1 15,0-4 8-15,0 0-7 0,0 0 0 0,1 4-1 16,-1 0 0-16,0-3 3 0,-4-1-6 0,7 3 3 15,-3 1 3-15,1 0-5 0,-1 0 4 0,3 0 3 16,-3 0-2-16,0 0 5 0,0 1-5 0,1-1-1 16,0 0 1-16,-1 0 1 0,0 0-2 0,0 0 1 15,-1 0 1-15,1 1-7 0,1-1 3 0,-1 0 1 16,0-3 2-16,0 4 1 0,-1 1-7 0,1-1 4 16,1 1-3-16,-1-1 5 0,0 1-4 0,0-1 0 15,0-1-6-15,0 3 14 16,0-3-6-16,0 1-1 0,0 1-3 0,0-1 2 0,0 2-4 15,0 0 2-15,2-1 2 0,-4-1-5 0,1 1 1 16,1-1 7-16,-1 2-10 0,1-3 7 0,-3 2-1 16,2 0-2-16,-2-1-1 0,2 0 3 0,-2 3-2 0,2 0 5 15,-2 0-6-15,2 0 3 0,-4-3 7 0,4 6-2 16,1 0-9-16,-4 0 0 0,4 3 2 0,0-2-4 16,-1 1-9-16,1 4-36 0,-2-7-34 0,2 7-46 15,0 0-39-15,0 0-29 0,0 0-26 0,0 0-55 16,0 0-47-16,0 0-177 0,4 14-544 0,0-9 241 0</inkml:trace>
  <inkml:trace contextRef="#ctx0" brushRef="#br0" timeOffset="27516.5">7601 3066 260 0,'0'0'259'0,"0"0"-12"0,0 0-13 0,0 0-15 15,0 0-19-15,0 0-19 0,0 0-17 0,0 0-17 16,0 0-16-16,0 0-10 0,0 0-16 0,0 0-6 15,0 0-10-15,26-2-8 0,-14 1-9 0,3 0-7 16,7 1-5-16,8-4-6 0,-6 1-4 0,8 2-5 16,2-3-7-16,-2 2 0 0,5 1-2 0,0-4-8 0,-3 2 0 0,0 0-3 0,-2 3-8 15,2-4 1-15,-1 0 1 0,-3 2-4 16,0-1-1-16,-8 2 2 0,-3-2-1 0,1 2-4 0,-5 0-1 16,0-2-6-16,-3 2 5 0,3 0-3 0,-8 0 3 15,0 1-6 1,2-3 1-16,-3 2-19 0,-1 1-12 0,-5 0-24 15,9 0-19-15,-9 0-37 0,0 0-28 0,8-2-32 16,-3 0-27-16,-5 2-37 0,0 0-145 0,5-3-405 16,-5 3 180-16</inkml:trace>
  <inkml:trace contextRef="#ctx0" brushRef="#br0" timeOffset="27845.53">8237 2898 250 0,'0'0'276'15,"0"0"-20"-15,0 0-22 0,0 0-23 0,0 0-21 16,0 0-22-16,0 0-21 0,0 0-11 0,13 1-14 0,-13-1-12 16,14 4-10-16,-6-3-11 0,1 3-7 0,2 0-11 15,3 1-3 1,-1-2-13-16,2 0-2 0,-2 2-3 0,0 0-8 15,-1-2-4-15,2 2-3 0,0 1-3 0,-5-1-3 16,1 0-2-16,0 2-6 0,-3-1 1 0,0-1-4 16,-3 1 0-16,0 0 3 0,-2 0-8 0,0 2 4 0,-2-2-2 15,-5 5 12-15,1-1-13 0,-3-1 3 0,-1 1-4 16,-1 0 0-16,-5 3-3 0,1-2 3 0,3-2-8 16,-4-1-24-16,2 0-24 0,1-1-32 0,0 1-39 15,2-2-60-15,0-1-42 0,4-1-199 0,-1 1-449 16,5 1 199-16</inkml:trace>
  <inkml:trace contextRef="#ctx0" brushRef="#br0" timeOffset="28549.14">9105 2979 56 0,'3'-5'198'15,"0"-2"-7"-15,-3 1-14 0,4-1-8 0,0 0-13 16,-2-2-3-16,0-1-11 0,1-2-9 0,0 0-10 15,-2 3-11-15,3-4-7 0,-3 2-12 0,1-3-7 16,-2-3-6-16,1 4-10 0,0 1-4 0,2 1-2 16,-3-2 1-16,0 0-1 0,-1 2 6 0,-1 1-3 15,0 3-4-15,0-4-3 0,0 4 12 0,-2-1-12 16,1-1-5-16,0 2-5 16,1 2-1-16,-3-1-6 0,4 2 5 15,-4 0-12-15,0-1-3 0,0 2-7 0,1 1-3 0,0 0-3 16,4 2-5-16,-7-2-3 0,7 2-2 0,-9 0 1 15,9 0-4-15,-14 4 0 0,10-2-4 0,0 2 3 16,-3 2 1-16,3 0-1 0,-4-1-2 0,1 1-4 16,3 1 1-16,-2 2 0 0,0 0-2 0,3 0 1 15,-2 1 2-15,-1 0 1 0,3 1-2 0,2 1-2 16,1-1 4-16,-3 0-2 0,3 2 3 0,3 0-4 0,-3-1-1 0,4 5 0 16,-1 0 3-16,6-1 5 0,-6 1-4 0,4 0-3 15,-2 1 1-15,4-4 0 0,-3 4 1 0,1-4 1 0,3 4-5 16,-5-3 5-16,4 1-5 0,-2 0 3 15,-3-1-2-15,1-2 4 0,0 2 1 0,-1-2-2 16,3 0 0-16,-3-1 0 0,0-1-2 0,-1 2 3 0,1-2-2 16,-3 1 1-16,2-1-4 0,0 0 4 0,-2 0 7 15,0 0-7-15,1-3 1 0,-1 0-2 0,2 2 1 16,-3-2 0-16,2 0 2 0,-2-2-3 0,0 3 0 16,0-5 2-1,3 2 0-15,-3 2-4 0,0-4 4 0,1 0-2 16,-1-1-3-16,2 4 12 0,-2-3-7 0,0-4-1 15,0 7 2-15,1-5-2 0,-1-2 0 0,2 3 1 0,-2-3 0 16,0 0-10-16,0 0-5 0,0 0-4 0,0 0-6 16,0 0-12-16,0 0-22 0,0 0-27 0,0 0-27 15,0 0-31-15,0 0-25 0,0 0-31 0,0 0-28 16,-6-12-144-16,6 12-398 0,-3-8 177 0</inkml:trace>
  <inkml:trace contextRef="#ctx0" brushRef="#br0" timeOffset="28857.74">8926 3167 267 0,'-6'-2'301'0,"6"2"6"0,-1-5-17 16,-4 3-3-16,5 2-2 0,0 0-13 0,-3-6-23 15,3 6-8-15,0 0-21 0,-3-4-19 0,3 4-20 16,0 0-15-16,0 0-22 0,0 0-13 0,0 0-13 16,15-1-17-16,-8 1 0 0,4 0-12 0,5 0-11 15,2 0-6-15,1-4-10 0,1 2 1 0,4 0-11 16,9 0-5-16,-12 1-4 0,8-1-13 0,-6 0-16 16,1 1-27-16,-3 0-22 0,-1-2-18 0,-1 3-13 0,0-3-23 0,-7 1-25 15,-1 1-26-15,-1 1-22 0,-1 0-39 0,-3-3-44 16,0 2-42-16,-6 1-215 0,3-4-542 0,-3 4 240 15</inkml:trace>
  <inkml:trace contextRef="#ctx0" brushRef="#br0" timeOffset="53190.86">8647 2481 132 0,'0'0'273'0,"-9"-2"-4"0,9 2-13 16,-7-5-16-16,7 5-24 0,0 0-17 15,-6 0-26-15,6 0-17 0,0 0-18 0,0 0-14 0,0 0-14 16,0 0-11-16,0 0-9 0,23 7-6 0,-1-6-5 16,7 3-6-16,6-2-3 0,3 0-2 0,3 3-3 15,16-4-9-15,-4 4-4 0,4-5-2 0,-17 2-9 16,1 0-1-16,1-1-3 0,0-1 5 0,-4 0-14 15,0 2-5-15,-3 4 0 0,1-3 0 0,-6-2-4 32,-11 1-2-32,4-2 0 0,-3 4-8 0,-6-2 2 0,-4 0-13 15,0 2-33-15,0-3-24 0,-5 0-16 0,0 2-19 16,1-1-19-16,-3 1-33 0,-3-3-37 0,0 0-51 0,-3 5-177 16,3-5-444-16,-15 2 197 0</inkml:trace>
  <inkml:trace contextRef="#ctx0" brushRef="#br0" timeOffset="54078.18">8666 2460 120 0,'0'0'291'0,"-1"-6"-6"0,1 6-10 0,0-3-19 16,0 3-20-16,0 0-31 0,0 0-21 0,-3-4-19 16,3 4-22-16,0 0-18 0,0 0-13 0,0 0-10 0,0 0-11 15,2 16-9-15,-1-11-10 0,0 6-7 0,3-1-6 16,0 7-4-16,-2 2-5 0,0 2-7 0,3 6-2 15,-5-2-4-15,0 5-2 0,0-1-7 0,-2 0-1 0,1 0-1 16,-1 0-4-16,-2 3 2 0,-4 3-2 0,0 0-3 0,0-1 0 16,-4-1-3-16,2 1 0 0,-2-1 0 0,-3-1-2 15,1 0 2-15,-2-3-3 0,0 1-3 0,-1 1 1 16,4 0 2-16,-8-5 0 0,6 2 0 0,-2 2 0 0,2-3-4 16,-3-6 2-16,8-2-3 0,-3 9 2 0,-2-5-2 15,4-5 4-15,4 0-5 0,-1-2 1 0,0 1-1 31,0-6 2-31,1-1-5 0,3 3-2 0,1-1 1 16,-1-4-1-16,0-1 2 0,4 0 4 0,-3-2-3 0,3 2-3 16,-1-3 2-16,1 3 0 0,0-4 1 0,0 1 0 15,1 0-2-15,-1-4 3 0,3 5 0 0,1-2-1 16,2-1 6-16,-2 0-9 0,1 0 2 0,4-2 0 16,-2 1 1-16,4 1 3 0,1-2 2 0,2 1-11 0,1-1 3 15,4 0-1-15,4 1 1 0,-2-1-2 0,2 1 0 16,5-2 7-16,2 2-5 0,-1 1-2 0,2-2-2 15,2 1 4-15,-2 3-4 0,3-4 4 0,0 4-2 0,0-2 0 16,0 1-3-16,-1-1 4 0,1 3 0 0,0-3-3 16,0-2 3-16,-2 3-2 0,1 0 0 0,-3 0 0 15,-7-2 1-15,1 0 0 0,-2 1 8 0,4-2-9 0,-4 1-3 16,2 0-1-16,-6-1 7 0,2-1-5 0,-1 1 5 16,-2 0-2-16,2-4 3 0,-3 4-2 0,-1-1-2 15,-1 0 2 1,1-2-1-16,-3 2 3 0,-1 0-3 0,-2 1 0 15,2-3 0-15,-4 1-2 0,4 0 3 0,-6-1-1 16,2 0 3-16,0 1-1 0,-3 0 2 0,0-2 1 0,0 2-3 16,0-1 14-16,-1 0 10 0,0-1 0 0,-2 1 1 15,0-1 0-15,1 0 14 0,-2-1-9 0,-2 0-2 16,2 0 7-16,0 0 14 0,-1-1-1 0,0 0 3 16,1 0 15-16,-3-6-11 0,3 2 13 0,-3-3 4 0,2-1 3 15,-2-3 1-15,0-1 1 0,3-1-3 0,0-3-4 16,3-5-5-16,1 0-9 0,-1-4-6 0,2 1-7 15,1-1-1-15,-1-2-13 0,6 0 0 0,-4-2-1 16,3 3-3-16,-5-1-5 0,6 1-3 0,-4 0-5 0,1 1-7 16,-3 3-13-16,2 1-17 0,-2 2-32 0,-3 4-37 15,-1 2-35-15,2 0-32 0,-4 0-36 0,1 2-31 16,0 5-35-16,-2-2-47 0,1 1-55 0,-5 2-206 16,2 1-615-16,-1 0 273 0</inkml:trace>
  <inkml:trace contextRef="#ctx0" brushRef="#br0" timeOffset="54680.44">9198 1385 216 0,'1'-13'300'0,"-1"2"-8"0,3 4-9 0,-3-4-14 15,0 5-22-15,1 1-15 0,-1 1-24 0,3-1-27 16,-3 5-20-16,0-5-24 0,0 5-15 0,0 0-5 16,0 0-19-16,0 20-10 0,0-7-4 0,2 4-12 15,-1 2-6-15,0 8-3 0,-2 5-7 0,0-1-7 0,3 3-3 16,0 1-13-16,-4 2 3 0,4 12-1 0,-2-10-3 15,-2 10-5-15,1-12 1 0,-2 12-2 0,3-11 0 16,0-2-5-16,-4-2 0 0,1 4 1 0,3-4-6 16,-5 1-4-16,1-3 3 0,1 0-2 0,3-4 1 0,-4 2-3 31,-1-5 1-31,3-3-1 0,0-2 0 0,-1-2-6 16,1 1 4-16,-2 1-3 0,3-7-5 0,-2 0 4 15,2 0 0-15,-2 2 2 0,2-2 0 0,0-2-1 0,-1-2-3 16,-1 2 4-16,2-1-4 0,-3-3 12 0,4 0-1 15,-1-1-15-15,1-1 3 0,0-5 0 0,0 7-11 16,0-7-17-16,-2 7-7 0,2-7-15 0,0 0-15 0,0 0-15 16,2 6-29-16,-2-6-56 0,0 0-54 0,0 0-62 15,0 0-202-15,0 0-520 0,16-10 231 0</inkml:trace>
  <inkml:trace contextRef="#ctx0" brushRef="#br0" timeOffset="54915.45">9354 2285 152 0,'3'-7'272'0,"-2"5"-4"0,-1 2-11 0,5-4-10 16,-5 4-16-16,0 0-19 0,1-4-18 0,-1 4-23 0,0 0-15 16,0 0-19-16,0 0-14 0,0 0-18 15,0 0-9-15,0 0-11 0,0 0-7 0,0 0-3 16,0 0-11-16,-7 18-1 0,3-14-10 0,0-1-4 15,0 5-6-15,-3-3-4 0,-1 5-4 0,1-4-19 16,-4 0-23-16,2 3-23 0,-2-4-26 0,-1 3-34 0,-2-3-42 0,2 0-59 16,-2 1-51-16,-1-1-171 0,-1-1-446 0,2-2 198 15</inkml:trace>
  <inkml:trace contextRef="#ctx0" brushRef="#br0" timeOffset="55115.15">9044 2280 29 0,'-1'-3'280'0,"1"3"-18"0,0 0-17 0,0 0-31 16,0 0-19-16,0 0-16 0,0 0-26 0,0 0-18 15,0 0-9-15,9 9-10 0,-4-5-12 0,-1-1-10 16,1 4-13-16,-2-2-3 0,4 0-7 0,-1 4-9 16,3-1-3-16,0 1-5 0,2 0-14 0,0-2-58 15,1 1-69 1,3-4-79-16,1 1-219 0,2 1-416 0,-3-5 185 15</inkml:trace>
  <inkml:trace contextRef="#ctx0" brushRef="#br0" timeOffset="55650.67">9855 1112 254 0,'4'-4'258'15,"-1"-1"0"-15,1-2-1 0,1 2-5 0,-1 0-12 16,-2 0-5-16,0-3-6 0,0 5-19 0,-1-3-10 15,1 2-9 1,0 1-13-16,1-1-12 0,-3 0-7 0,0 4-17 16,0-5-15-16,0 5-16 0,0 0-12 0,0-5-13 15,0 5-16-15,0 0-10 0,0 0-9 0,0 0-4 0,0 0-4 16,-10 15-5-16,2-6-7 0,0 1 1 16,0 2-4-16,-4 3-3 0,0 2-3 0,-1-2 1 15,1 2 0-15,0-1-3 0,-3 7 0 0,1-7-19 0,0-2-21 0,4 0-19 16,-4 0-19-16,2-1-16 0,2 1-19 0,1-2-24 15,-2-2-15-15,7-1-29 0,-3-1-32 0,2-2-26 16,0-1-39-16,4 0-16 0,-3-2-151 0,3 1-461 16,1-4 205-16</inkml:trace>
  <inkml:trace contextRef="#ctx0" brushRef="#br0" timeOffset="55885.5">9587 1112 92 0,'-3'-4'280'16,"3"4"-25"-16,0 0-21 0,0 0-24 0,0 0-23 15,0 0-16-15,0 0-15 0,0 0 4 0,0 0-11 16,22 11-10-16,-12-4-16 0,3-1-13 0,-5 2 2 16,6 4-21-16,-1 0-9 0,1 1-9 0,1 1-5 15,0 0-6-15,1 1-6 0,1 0-6 0,-2 0-1 16,4 7-6-16,-3-5-5 0,1 7 0 0,-3-7-3 0,-1-1-27 0,0 4-46 15,-2-4-61-15,1-1-69 0,-2 1-81 0,-2-1-171 16,-4-2-454-16,2-4 200 0</inkml:trace>
  <inkml:trace contextRef="#ctx0" brushRef="#br0" timeOffset="56721.05">8903 3688 100 0,'0'0'305'0,"-3"-4"-9"15,3 4-12-15,0 0-15 0,0-5-23 16,0 5-26-16,0 0-28 0,0 0-21 0,0 0-20 16,0 0-16-16,0 0-14 0,7 10-12 0,-6-1-11 15,4 3-11-15,-4 4 1 0,4 4-18 0,-1 6-5 0,-4 3-5 16,0 0-5-16,0 3-7 0,-3 1-7 0,2 1 0 0,-5 4-3 16,1 0 5-16,-3 13 1 0,3-3 8 0,-2-12 6 15,0 14 1-15,-1-12-11 0,1-1 4 0,-4 12-8 16,3-13-5-16,5 1 2 0,-1-2-9 0,-4 1 5 0,4-3-8 15,3-1-1-15,-5-3 3 0,1-3-10 0,5-6 9 16,-3-2-13-16,3 0 2 0,-1-1-3 0,-2-3 3 16,3-5-2-16,0 0 3 0,0-3-9 0,0 2 0 15,0-4 1-15,0-1-1 0,0-3-17 0,0 6-18 0,0-2-16 32,0-4-25-32,0 0-44 0,0 0-53 0,0 0-65 15,0 0-64-15,0 0-244 0,0 0-579 0,12-12 256 16</inkml:trace>
  <inkml:trace contextRef="#ctx0" brushRef="#br0" timeOffset="56989.53">9108 4521 116 0,'0'0'210'15,"0"0"7"-15,0 0-1 0,0 0-23 0,0 0-14 0,-17 13 2 16,10-6-7-16,-3-1-8 0,-2 3-10 0,-3 0-9 16,0 3-12-16,1-1-12 0,-3 2-10 0,2 0-14 0,-3-1-8 15,3 1-11-15,-1 0-4 0,-2 1-9 0,-1-1-5 16,5-3-7 0,1 3-5-16,2-6-8 0,-1 3-35 0,2-3-42 15,1 2-50-15,-1-1-68 0,2-3-66 0,4-1-192 16,-1 0-444-16,-1-3 196 0</inkml:trace>
  <inkml:trace contextRef="#ctx0" brushRef="#br0" timeOffset="57172.65">8662 4658 92 0,'0'0'210'16,"0"0"18"-16,0 0-4 0,0 0-6 0,0 0-11 15,0 0-9-15,19 11-21 0,-8-9-15 0,-4 1-16 16,5 2-11-16,-1 0-16 0,2-1-11 0,1 1-12 16,-3 3-17-16,7-2-57 15,-6 2-66-15,3 3-66 0,1 0-64 0,-6-1-176 16,-1 0-377-16,-2 2 168 0</inkml:trace>
  <inkml:trace contextRef="#ctx0" brushRef="#br0" timeOffset="57942.05">8752 5094 94 0,'0'0'328'0,"0"-5"-10"0,0 5 1 0,0 0-4 0,-1-8-12 15,1 8-5-15,0 0-25 0,0-4-24 16,0 4-25-16,0 0-35 0,0 0-17 0,0 0-28 0,0 0-7 16,0 0-8-16,0 0-21 0,0 0-9 0,0 16-11 15,1-11-7-15,2 1-11 0,-2 2-5 0,3 0-7 16,0 1-3-16,0-1-9 0,3 2-7 0,1-3-6 0,-1 0-9 16,1 0-12-16,2-1 0 0,-2 2-8 0,4-4-1 0,2-3-8 15,-3 1-5-15,2-2-4 0,0 0 7 0,0-2-3 16,-5 1 7-16,6-3 3 0,-2-1-4 0,-1-1 2 15,1 1-3-15,-1-5-3 0,-3 4 0 0,4 0 8 0,-5-3 0 16,0 4 3-16,0 0 3 0,-3-1 11 0,3 1 12 31,-3 0 5-31,1 3-1 0,-1-5 9 0,-1 5-11 16,1-1-13-16,-4 3-1 0,6-5-5 0,-6 5-6 16,0 0-1-16,0 0 0 0,9 6 2 0,-4 0-2 0,-2 3 2 15,0 0-1-15,2 3-2 0,5 3 1 0,-5 4 1 16,5-1-9-16,-3-1 9 0,3 9-4 0,-1 0 1 15,-1-1-6-15,0 1 9 0,3 1-5 0,-3-1 0 16,0 4 5-16,0-4-5 0,-1-1 1 0,-3-5 2 0,-1 9-4 16,0-9 1-16,-2 1-1 0,-1-2-1 0,0 2 6 15,-1-2 0-15,-3-1-10 0,0-3 28 0,-2-4 12 16,-1 1 14-16,1-1 25 0,-4 2 15 0,3-4 15 0,-4 0 13 16,0-4 10-16,-5 0 12 0,4 1-1 0,-2-4 2 15,-2-2-10-15,2 0 5 0,-2-1 6 0,2-1 8 16,-5-4-2-16,7 1-6 0,-3 0-5 0,4-5-5 0,-1 1-17 31,0-5 0-31,2-3-7 0,-2 2-12 0,5-5-14 16,0-6-9-16,2-2-13 0,2-2-28 0,5-1-39 0,-2-1-46 15,5 2-47-15,3 0-45 0,-2 5-58 0,7-4-75 16,-5 10-71-16,2 2-96 0,2 0-125 0,-1 1-297 16,0 1-938-16,1 1 415 0</inkml:trace>
  <inkml:trace contextRef="#ctx0" brushRef="#br0" timeOffset="61755.72">10542 2382 252 0,'4'-6'263'0,"1"0"-10"0,-1 0-16 16,-1 2-12-16,1 1-13 0,-4-2-10 0,2 1-2 16,-1 2-29-16,-1 2-11 0,3-4-14 0,-3 4-21 15,0 0-17-15,0 0-10 0,0 0-12 0,0 0-9 16,-26 6-10-16,8 3 2 0,2-1-13 0,-8 6-3 15,-3 1-4-15,3 1 6 0,-6 2 0 0,-3 0 0 0,-2 2-2 16,-1 2-1-16,-8 7-2 0,-5-4-2 0,12-5-6 16,-11 5-1-16,12-6-5 0,-1 0-7 0,3 0 3 0,0-2-9 15,0-1 2-15,3-1-2 0,2-3-4 16,2-1-2 0,9 0 0-16,-2-3-4 0,4 0-1 0,5-3 2 15,4-1-26-15,0 0-16 0,0-3-14 0,2 1-6 16,2 1-1-16,3-3-15 0,0 0-41 0,0 0-42 15,0 0-68-15,25-4-50 0,-16 2-210 0,5-1-513 16,-3-2 227-16</inkml:trace>
  <inkml:trace contextRef="#ctx0" brushRef="#br0" timeOffset="62324.32">9912 2518 189 0,'0'0'203'0,"0"0"-23"15,0 0-18-15,0 0-18 0,0 0-18 0,0 0-14 16,0 0-9-16,-12 8-12 0,9-2-9 0,-5 0-5 15,0 3-9-15,2 0-7 0,-6 1-5 0,4 2-7 16,-2-2-1-16,-3 3-8 0,2 0-1 0,0 1 3 16,-2 0 18-16,0 0-5 0,-3-4-5 0,6 4-6 15,-3 0-1-15,2-1-4 0,1-3-2 0,1-1-4 0,1 0-3 0,2-1-5 0,2-1-2 16,-1-4 0-16,1 4-1 0,-2-5 0 0,5 2-3 16,-2 0 2-16,3 0 3 0,0-4 20 0,0 6 6 15,0-6 12-15,6 5 6 0,3-4-6 0,-3 1-3 16,6 1-3-16,0-1-9 0,-1 2-4 0,-1 0-5 15,3-2-7-15,-2 0-2 0,1 2-3 0,3-1-4 16,-2 2-1-16,1 0-1 0,0-1-7 0,-1 3 4 0,-2-2-1 31,3 1-4-31,-4 0 1 0,-1 0-3 0,2-1 1 16,-3 0-4-16,-1 0-2 0,0-2-1 0,-2-2 3 0,2 3 1 16,-3-2-4-16,-3-1 3 0,2 2 4 0,-3-3 28 15,4 3 39-15,-4-3 40 0,7 1 40 0,-7-1 30 16,0 0 16-16,0 0-17 0,3-7-4 0,-3 7-4 15,-3-8 3-15,3 1-4 0,-4-1-2 0,1-1-4 16,-1-3-14-16,-1-1-9 0,-5-3-12 0,6-1-13 16,-4 0-13-16,1 0-13 0,3-1-8 0,-4 2-12 0,3 0-10 0,-1-1-8 15,1 4-21-15,0-3-34 0,3 5-55 0,0 3-45 16,1-4-72-16,-2 6-80 0,3 1-68 0,-4 1-128 16,4 4-409-16,7-5-922 0,-4 2 409 0</inkml:trace>
  <inkml:trace contextRef="#ctx0" brushRef="#br0" timeOffset="68128.49">3086 7041 188 0,'-2'-12'303'0,"5"0"-19"15,-3 3-9-15,0 1-8 0,1 2-25 0,-2 0-24 16,1-1-24-16,3 3-20 0,-3 4-28 0,0-4-16 16,0 4-14-16,0 0-13 0,0 0-9 0,4 20-4 0,0-7-14 15,0 3-12-15,0 3-2 0,1 10-8 16,1 0-5-16,-2 2-7 0,4-1-5 0,-7 1-3 16,-1 0 1-16,3 2-4 0,-3-1-6 0,0 0 0 15,-3-1 1-15,-2-3-9 0,2 3 2 0,1-5-3 0,-1 2-2 16,0-2 2-16,-1-6-1 0,0-2-3 0,0-2 1 15,1-5-2-15,-2 3 2 0,2-8-6 0,3 2 9 16,-3-2 1-16,2-2 27 0,-2 3 33 0,2-4 34 0,1-3 17 16,-4 4-2-16,4-4-14 0,-4 2-10 0,4-2-2 15,0 0-16-15,0 0-9 0,-15-7-9 0,11 5-10 16,0-3-3-16,-2 1-5 0,2 2-1 0,-1 0-10 16,-1-2-6-16,0-1 0 0,3 0 5 0,-4 2-12 15,5 2 1-15,2 1-2 0,-8-4 1 0,7-1-6 0,1 5-7 16,-8-3-2-16,8 3-8 0,-1-3-7 0,1 3-15 0,0 0-4 15,4-6 5-15,1 4 1 0,3 0 3 0,3 1-11 32,4 0 13-32,3 0-12 0,2 1 9 0,2 0 7 15,0-3-1-15,2 3-10 0,-1 3 13 0,7-2-2 0,0-1 0 16,-7 2-4-16,-4 2 3 0,6-3 1 0,-4 3-14 16,0-2-6-16,2 4-10 0,-3-2 4 0,1 0 5 15,-2-3 0-15,1 2 7 0,-7 0-1 0,4-3-1 0,-5 2 2 16,3-2 4-16,-2 0 4 0,-1-2 0 0,0 1 5 15,-1-1 3-15,-3 1 2 0,3-1 2 0,-3-2-1 16,-2-1 1-16,2-2 5 0,-2 2 8 0,0 0 9 0,2-4-2 16,-5 0 5-16,0 0 4 0,1-1-2 0,1 0-4 15,-5 0 6-15,0 2-7 0,0-4 0 0,0 2 3 16,0 2-1-16,-5-1-8 0,5 0 0 0,-3 5-5 0,-1-3-3 16,1 0-3-16,-4 4-6 0,2-1 10 0,-4 0-8 15,-1-2 6-15,-2 3-6 0,-2 4 2 0,5-1 0 0,-6 0-5 16,1 3-3-16,0-2 3 0,-3 6 4 0,2-2-1 31,1-2-3-31,3 6 2 0,-2-3-6 0,3 1-3 16,2 5-6-16,0-5-7 0,1 1 5 0,4 1-9 0,2 2 0 15,2 0 3-15,6-2 2 0,4 0 5 0,4 4 3 16,12-1 3-16,7 0 2 0,2-3-12 0,4 0-10 16,13-2-10-16,-9 0 0 0,11-3 3 0,-12-1 6 0,-2-2 2 15,2-1 2-15,1 0 4 0,-5 0 6 0,-1-4 1 16,-1-2 1-16,-3 0-2 0,-3 0 11 0,-8 0 2 15,-4-2 13-15,0 2 15 0,-2-2 25 0,-4 3 16 0,0-3 7 16,-5 0 11-16,1 1 3 0,-6 0 11 0,1 1-16 16,-4-2-9-16,-3 1-7 0,2-1-8 0,-5-1-8 15,-3 1-2-15,-2 2-10 0,-1 1-1 0,-7-1-5 0,0-3-5 16,5 8-2-16,-5 0-9 0,1 1-8 0,0 1-16 16,-2 4-6-16,1 1-14 0,0-1-9 0,3 1-6 0,0-1-8 15,1 4-9-15,4-3-8 0,0 2 0 16,4 1 2-1,-1 2 1-15,1-3 3 0,5 3 5 0,0-2-2 16,2 1 9-16,2 1 7 0,0-1 0 0,8-2 1 0,-5-3 10 16,2 1 3-16,1 0 3 0,6-3 2 0,-2-1 4 15,0-2 3-15,-1-2 4 0,1-1 2 0,2-5 6 16,-2 4 18-16,2-2 21 0,1-6 15 0,0 0 17 0,-4 0 38 16,-3 2 11-16,0 0 17 0,1-6 25 0,1 1 7 15,-6 5 3-15,2-2 7 0,-1 2 0 0,-3 1-3 16,1 0-11-16,-1 2-14 0,0 0-15 0,2 2-14 0,-4 2-16 15,2 1-19-15,-2 2-21 0,1-7-39 0,-1 7-9 16,0 0-21-16,0 0-28 0,0 0-47 0,3 14-16 16,-2-4-4-16,2-2-28 0,0 6-3 0,2-1 3 0,-1 2 4 15,0-2 10-15,5 3 10 0,-4-6 8 0,6 3 9 16,-4-2 9-16,2 5-3 0,-2-7 9 0,4 0-1 16,-3-2 7-16,0 1-5 0,0-4 6 0,0-3 11 0,1-1 6 15,-2 0 6-15,2-1 1 0,-1-3 4 0,-1-5 7 31,1 3 6-31,3-6 1 0,-2-2 8 0,-3 2 11 16,6-3 20-16,-5 0 16 0,3 1 6 0,-5 3 17 16,4-3 15-16,-2 3 4 0,-4 0 11 0,4-1 8 0,-3 1 2 15,0 4-3-15,1 1 4 0,-2-2-10 0,-3 3-7 16,4 2-20-16,-1-2-7 0,-2 3-1 0,-1 2-10 16,0 0-2-16,0 0-12 0,15 6-25 0,-7-4-11 0,-2 3-19 15,-1 3-10-15,4 0-5 0,-3 2-6 0,4-1-8 16,-3 4-6-16,4-1 4 0,-5-1-8 0,2 4 6 15,-4-3 8-15,2 1 2 0,-1-3 11 0,-2 3 0 0,1-5-2 16,-1-1 12-16,-2-1 2 0,-1 0 7 0,3-1 29 16,-3-5 22-16,-3 5 17 0,3-5 19 0,-3 4 33 15,3-4 13-15,0 0 19 0,0 0 12 0,-9-15 2 0,5 9-6 16,1-6-8-16,2 2-12 0,-2 0-14 0,3-3-11 16,1 0-10-1,1 2-20-15,2-2-23 0,0 1-52 0,0 0-51 16,8-2-55-16,-4-3-43 0,2 8-54 0,-1-2-55 15,4-2-62-15,0 5-324 0,-6 2-716 0,4-1 317 16</inkml:trace>
  <inkml:trace contextRef="#ctx0" brushRef="#br0" timeOffset="69065.02">4756 7382 287 0,'4'-4'295'15,"-3"0"-10"-15,-1-1-18 0,0 1-11 0,2 1-14 16,-2 3-13-16,0-7-23 0,0 3-18 0,0 4-27 16,1-4-11-16,-1 4-16 0,0 0-19 0,0 0-15 15,0 0-7-15,0 0-31 0,0 0-20 0,0 0-17 16,0 16-27-16,0-6-5 0,0 2-1 0,4-4 0 0,-4 5-2 16,1-3-1-16,2 2 0 0,-3-1 3 0,2 1 2 15,0-2 1-15,1 2-1 16,0-1 0-16,1-1-2 0,-3-2 2 0,3 0 0 15,-3-2 2-15,1 0-2 0,-1-1 1 0,-1-2 6 16,0 1 5-16,2 2 22 0,-2-6 28 0,1 3 23 0,-1-3-3 16,0 0-10-16,0 0-1 0,0 0-7 0,0 0-7 15,4-14-3-15,-1 7-6 0,-3-4-3 0,1 1 13 16,1 0-22-16,2-3 6 0,1 4-13 0,-1-3-4 0,1 0 2 16,0 1-3-16,0 0-2 0,2-1-6 0,-1 4-1 15,0-3 2-15,-2 4 9 0,0 0-10 0,5-1-3 16,-7 3-1-16,1 2 4 0,4-3-1 0,-3 2-1 0,-3 2-8 15,3-1 2-15,-4 3 8 0,7-2-12 0,-7 2 1 16,0 0-1-16,13 5-1 0,-8-3-3 0,0 3 3 16,-1 0 0-16,2 1 3 0,1 3 1 0,-1 1-3 0,0-2 2 15,1 3-2-15,-1-3-5 0,1 4 4 0,0-4 3 32,0 3-2-32,-2-1 3 0,2 1-4 0,-1-2 0 15,1-1-5-15,0 1-5 0,-1-1 1 0,1-2-5 0,-2-1 2 16,2-1 1-16,1-1-7 0,2-2 3 0,0 0 3 15,3 1-4-15,1-4 0 0,-4-2 3 0,5 0 1 16,-4 1 2-16,3-2 1 0,-5-2-2 0,5-1-8 0,1-2-6 16,-3 1-2-16,-3-1 3 0,-2 0 4 0,1 1 2 15,-1-3 2-15,-3 5 5 0,0-4 0 0,-1 6 1 16,-4-4 7-16,2 4 2 0,-2 1-6 0,-1-3 3 0,1 3-1 16,-2 0-3-16,-1 3 3 0,-1-2 0 0,-3 2-2 15,8 1 1-15,-14 2 4 0,3 2-4 0,3-1 1 16,1 0 3-16,-2 3-1 0,-1-4 1 0,5 3-2 0,-1 1 2 15,1 1-4-15,2-2 2 0,0 3 4 0,0-3-4 16,3-1 5-16,0 3 0 0,3 0 2 0,0-3 0 16,1 0-1-16,4-1 1 0,-2 0 4 0,3 1-2 0,-2-3-1 15,4-1 1-15,-3 2 0 0,6-4 0 0,-2 4 1 16,1-4 1-16,0 1-1 0,2-2 0 0,-2 1-2 31,4 0 1-31,-5 1-4 0,8 0 3 0,-6-3-2 0,1 3-2 16,-1 0 2-16,0 1 1 0,1 1-4 0,0 0 2 15,-1 0 3-15,0 1-4 0,1 0 2 0,-2 3-1 16,2 2 0-16,-4-3 0 0,2 2 6 0,-2 2-6 0,2-1-2 16,-4 3 2-16,1-2 1 0,-3 1-2 0,2 2 2 15,-5-3 0-15,3 4-1 0,-3-5-2 0,-1 2 2 0,-2-4 1 16,2-1 6-16,-3 3 25 0,0-2 29 0,0-1 29 16,0-4 37-16,-3 6 29 0,3-6 23 0,-4 1 15 15,4-1 3-15,0 0-3 0,0 0 0 0,-11-6 1 0,8 4-7 16,2-4-17-16,0-3-9 0,1 1-14 0,1-2-20 15,-1-1-14-15,4-2-10 0,0 2-16 0,6-6-21 16,-5 1-32-16,6 1-32 0,0-1-39 0,0 1-38 0,4-1-57 16,0 1-60-16,2 2-35 0,0-2-52 0,-1 6-60 15,2-1-72-15,-7 0-319 0,1 5-789 16,-3 0 349 0</inkml:trace>
  <inkml:trace contextRef="#ctx0" brushRef="#br0" timeOffset="75036.45">4156 8575 156 0,'0'0'239'0,"0"0"-17"0,-7 1-9 0,7-1-10 15,0 0-16-15,0 0-11 0,-4 2-12 0,4-2-10 16,0 0-11-16,0 0-13 0,0 0-13 15,-8 1-11-15,8-1-10 0,0 0-10 0,0 0-8 0,0 0-12 16,0 0-7-16,0 0-2 0,0 0-9 0,0 0 0 0,0 0-4 0,0 0-4 16,19 5-1-16,-12-5-5 0,6 0-1 0,1 0-5 15,-3-1-4-15,5 1 1 0,-2 0-5 0,1 1-3 0,-3-1 0 16,2-1-2-16,-3 1-2 0,0 0-1 0,-2 0 6 16,-1 0-9-16,-4-3 1 0,-4 3-1 0,10 0 1 0,-10 0 1 15,0 0-2-15,9 0 2 0,-9 0-1 0,0 0-5 16,0 0 1-16,0 0-2 0,0 0-1 15,0 0-19-15,0 0-18 0,0 0-29 0,0 0-35 16,-22 4-55-16,22-4-38 0,-4 3-47 0,4-3-168 0,0 0-438 16,0 0 194-1</inkml:trace>
  <inkml:trace contextRef="#ctx0" brushRef="#br0" timeOffset="75571.81">5122 8442 164 0,'1'-9'251'0,"2"1"-16"16,-3 1-16-16,-3-1-14 0,2 3-15 0,-3-3-12 16,0 5-13-16,-5-2-22 0,2 1-11 0,-2 2-13 0,-5 2-6 0,-6 0-9 15,2 6-11-15,-2-1-9 0,-3 2-10 0,1 4-5 16,3-2-7-16,-1 2-4 0,0 3-9 0,3-1-4 15,5 1-5-15,-5 1-4 0,8-1-4 0,-3 0-4 0,6-1 1 16,2 0-3-16,4-1-5 0,0-1 2 0,4 0-2 16,5 0 0-16,1-4-3 0,8 3 0 0,5-3-4 15,0-2 1-15,8-2 2 0,1-2-5 0,0-1 2 0,1-4 0 16,-3-2-3-16,-2-1 0 0,-5 0-3 0,-5 1 5 16,1-4 17-1,-1 0 10-15,-3 0 10 0,-5 0-5 16,0-4 3-16,-3 1 1 0,-3-4-6 0,-2 1-1 0,-2-2-4 15,-5 1-2-15,0 0-7 0,-6 0-2 0,2 4 6 16,-5-3-5-16,-2 3-6 0,-3-1-1 0,4 3-6 16,-7 0-1-16,6 5-3 0,-6 0 3 0,-1 5-23 0,4-2-14 15,-2 3-23-15,2 3-20 0,6 0-29 0,-1 4-41 16,2 0-35-16,6 1-49 0,2 2-46 0,3 1-201 0,2-2-505 16,6 2 224-16</inkml:trace>
  <inkml:trace contextRef="#ctx0" brushRef="#br0" timeOffset="75856.16">5527 8487 219 0,'0'0'293'0,"0"-7"-25"0,0 4-21 16,0 3-15-16,-4-7-10 0,4 5-14 0,0 2-21 16,-5-6-24-16,5 6-20 0,0 0-14 0,0 0-17 15,0 0-13-15,-5 12-4 0,5-6-12 0,0 5-7 16,0 1-14-1,0 5-3-15,3 2-6 0,0 7-3 0,1 1-5 16,0 5-1-16,1-1-5 0,-1 0-3 0,2 1-4 0,-2 0-3 16,-1 0-1-16,2-1-7 0,-2-1 7 0,1-2-8 15,0-1-4-15,-3-8 1 0,2 3-5 0,-3-3-21 16,0-1-12-16,0-4-23 0,0-2-20 0,0-1-20 0,0-2-23 16,-3-4-42-16,2 0-20 0,-3-3-39 0,4-2-39 15,0 0-131-15,0 0-409 0,-12-9 182 0</inkml:trace>
  <inkml:trace contextRef="#ctx0" brushRef="#br0" timeOffset="76190.52">5509 8459 261 0,'-1'-12'289'0,"0"-2"-8"0,1 5-18 0,-3-3-17 16,1 1-18-16,2 1-18 0,0 1-18 0,0 1-18 15,2 0-18-15,2 2-17 0,-4-3-16 0,4 1-11 16,0 2-11-16,6-1-16 0,-5 2-7 0,5 0-12 0,-2 2-4 16,4 0-8-16,-1 1-6 0,0 4-8 0,5 1-1 0,-2 2-2 15,2 4-7-15,1 0 3 0,0 1-9 0,-3 1-2 16,1 2-4-16,-3 2 0 0,-4-4-2 0,4 4-1 0,-8 0-5 16,-1-3-6-16,0 0 7 0,-3-1 1 0,-3 2-4 15,-1-3 0-15,-3 2 1 0,-4-2-1 0,-1-2 0 16,-5 2-1-16,1-1-1 0,-4-2-4 0,1 1 2 0,0-3 12 15,-4-2-13-15,5 0 3 0,2-1 1 0,3 1-7 16,0-3-14-16,2-3-18 0,3 0-23 0,0-2-19 16,5 2-29-1,-1-2-35-15,4-3-27 0,3-1-27 0,1-2-27 16,7 1-20-16,-5 0-154 0,7-6-426 0,2 3 188 16</inkml:trace>
  <inkml:trace contextRef="#ctx0" brushRef="#br0" timeOffset="76474.89">5781 8177 227 0,'0'-5'236'0,"4"-2"1"0,-2 2 3 15,-2 0-3-15,3 2-4 0,-2-2-16 0,3 2-12 16,-4-2-19-16,1 2-16 0,-1 3-21 0,0 0-13 16,3-5-18-16,-3 5-15 0,0 0-7 0,0 0-11 0,0 0-12 15,0 0-7-15,12 11-8 0,-8-1-2 0,2 0-8 16,-3 3-3-16,-2 3-10 0,3 2 2 0,4 1-3 0,-4 8-2 15,0 2-5-15,2-1-1 0,-1 1-3 0,-2-3-1 16,-4 2 1-16,2-2-4 0,-1-5-2 0,0-1-4 0,0 1-22 31,0-1-8-31,-1-3-22 0,-2 1-2 0,2-5-23 16,-1-1-22-16,2 0-21 0,-4 0-24 0,4-6-22 16,-3 0-4-16,3-1 2 0,0 0-14 0,0-5-28 0,-1 2-11 15,1-2-125-15,0 0-361 0,0 0 160 0</inkml:trace>
  <inkml:trace contextRef="#ctx0" brushRef="#br0" timeOffset="77277.81">5807 8455 101 0,'-1'-8'164'0,"1"-1"8"0,0 3 11 0,0-1 5 15,1 0-8-15,-1 1-1 0,-1-1-3 0,1 2-13 16,1 1-11-16,-1-1-17 0,4 3-12 0,0-5-13 16,2 2-11-16,-2 1-6 0,8-2-16 0,-5 5-4 0,1 1-12 15,3-2-1-15,3 1-7 0,-3-1-5 0,5 4-8 16,-3-1-4-16,2 2-2 0,-1 1-3 0,-2-1-6 15,3 0-4-15,-1 2-1 0,-2 2-5 0,-2 0 2 0,4 5-4 16,-1-5 0-16,1 4-2 0,-4-3-1 0,0 4 0 31,-5-2-2-31,6 2-2 0,-3-1 1 0,-2 1-1 0,-2-1 0 16,0 1 0-16,2-1 0 0,-1 1-1 0,-3 0 1 16,1-3-3-16,-2 1 2 0,2-4 1 0,0 0-3 15,-3 1 1-15,1-3 0 0,1-1 5 0,-1 2 2 0,0-1 20 16,-1-4 17-16,0 0-3 0,0 0-2 0,0 0-6 15,13-7-2-15,-11 3-4 0,4-1-5 0,-2-3 1 16,4 1-4-16,-1-3-1 0,1 0-3 0,-1 1-3 0,1-2-5 16,0 0 3-16,0 1 0 0,-1 0 0 0,0 1-4 15,2 0-3-15,-5 1 4 0,3 3 1 0,-4 0-5 16,1 0 1-16,0 1 5 0,-1-1-8 0,0 3-5 0,-3 2-2 16,5-2 6-16,-5 2-8 0,0 0 1 0,0 0 0 15,0 0-5-15,11 4 6 0,-7 1 0 0,0 0-1 16,-1-1 1-16,1 3 2 0,1-2 6 0,-2 2-6 0,2 1 0 31,0 0 0-31,0-3-2 0,-1 1 1 0,3 2 3 16,-2 0-6-16,-2-3 1 0,2 0 0 0,0 0 4 0,-3-2-1 15,1 2 1-15,0-3 4 0,-3-2 0 0,5 5 0 16,-5-5 5-16,3 1-1 0,-3-1-1 0,0 0-8 16,0 0 6-16,8-4-1 0,-4 0-1 0,-4-2 1 0,3 3-2 15,0-2 3-15,1-2-4 0,0 2 4 0,-2-1 0 16,1 1-3-16,1 0-2 0,-2 0 4 0,0 2-3 15,1-1 0-15,0 0-7 0,-2 0 4 0,-1 4-3 0,4-3-3 16,-1 2 0-16,-3 1 3 0,0 0-1 0,12 7 3 16,-11-5 0-16,4 2-4 0,-3 1 4 0,4 1-3 15,-2 0 3-15,1 0 0 0,2-1 0 0,-3 2 0 16,2-2 7-16,-1 1-9 0,-2-2 4 0,1 0 3 0,1 0-3 16,1-2 9-16,-2 1-5 0,-4-3 1 0,8 0 1 15,-8 0 3-15,11-3 14 0,-6 1 16 0,-1-1 3 0,0-2-2 16,1 0 15-16,0 0-9 0,2-3 4 0,-2 2 4 31,1-2-1-31,-1 1-7 0,1-1 3 0,-1 1-2 0,0 1-8 16,2-1 2-16,-3 2-8 0,-1 2-10 0,0-1 4 15,-2 1-2-15,2-1-12 0,0 2-11 0,-3 2 5 16,0 0 1-16,9 0 0 0,-9 0-5 0,4 6 2 0,0-1-6 16,-1 2 4-16,2 3-4 0,-2 0 1 15,3 2 2-15,2 3 12 0,-3-2-13 0,1-1-25 0,-1 4-9 0,1-5-17 16,0 3-4-16,1-2-19 0,-1-2-3 0,-1 0-23 15,2 1-21-15,-3-4-15 0,3 0-29 0,-5-2-22 16,5-1-34-16,-1-3-23 0,-2 0-25 0,-4-1-168 0,0 0-473 16,15-5 209-16</inkml:trace>
  <inkml:trace contextRef="#ctx0" brushRef="#br0" timeOffset="77461.7">6833 8478 65 0,'0'0'211'15,"0"-6"-12"-15,0 6-28 0,0-4-9 0,0 4-19 16,0 0-12-16,0 0-19 0,0 0-8 0,0 0-11 16,0 0-15-16,-7 10-1 0,5-4-9 0,1 1-9 15,-1 0-3-15,0 3-5 0,2 0-3 0,2 1-4 0,0 1-9 16,-1 2 3-16,1 0 2 0,1-3-9 0,-2 3-23 0,2 1-39 16,2-3-41-16,-2 0-32 0,1-2-48 0,4 0-126 15,-7-3-301-15,4-2 134 0</inkml:trace>
  <inkml:trace contextRef="#ctx0" brushRef="#br0" timeOffset="78281.3">6959 8437 126 0,'-1'-9'225'16,"-2"2"-14"-16,2 0-19 0,-2 1-16 0,0-2-20 15,-1 2-12-15,3 2-17 0,-3-2-12 0,4 3-9 0,0 3-12 31,-3-8-9-31,2 4-7 0,1 4-7 0,0-4-10 16,0 4-6-16,4-4-5 0,-4 4-7 0,0 0-4 0,15 3-6 16,-10-1-3-16,2-1-3 0,0 4-5 0,-2 0 1 15,6 0-4-15,-4 3-4 0,1 2-1 0,0-1-3 16,-2 0-2-16,-2 1 2 0,0 0-3 0,-4 1 0 0,3 0-3 16,-2 2 1-16,0-2 1 0,-1 2 0 0,0 0-1 15,-1 0 3-15,1 3-6 0,-4 1-2 0,4 0 4 16,-1 1-3-16,-2 0 0 0,3-2 2 0,-2 3-5 0,4-1 5 15,1 1 1-15,-2 2-2 0,4-2 11 0,0 1 3 16,5 6 1-16,-3-6 1 0,1-1-1 0,2 0 3 16,-1 7 4-16,0-7-1 0,-1-2 0 0,0 1-2 0,-3-2 1 15,2 2 0-15,-3-7 19 0,-1 4 2 0,0-4 0 16,2 1 17-16,-5-1 14 0,-3-1 16 0,1-2 22 16,-2-1 31-1,-1-1 33-15,0-2 18 0,-5-1-1 0,-3 2-3 16,1-4-5-16,-2-1-14 0,-1-3-11 0,-4-2-7 15,0-3-6-15,-1-1-7 0,-2-1-5 0,7-2-5 0,0 1-3 16,1-2-10-16,-1-1-8 0,7-3-11 0,0 2-10 16,5-4-12-16,0 0-16 0,6-3-21 0,1-4-24 15,10-3-32-15,6 0-25 0,5-1-34 0,3 1-17 0,2 3-17 16,14-5-1-16,2 2 5 0,-15 7 4 0,5 1 8 16,-2 5 4-16,-2-2 8 0,1 0 2 0,-2 4-14 15,2-1 6-15,-2 0 10 0,-6 2 1 0,-9 3 15 16,3 0 5-16,-8 1 7 0,1 2 3 0,-5-1 13 0,3-2 2 15,-6 5 1-15,1-2 1 0,-4 2 5 0,-1 0-4 16,0-3-3-16,-4 3-3 0,0 1 12 0,-2 2-3 0,-1 1 4 16,-6 1 4-16,3-4-2 0,0 8 5 0,-3-4 1 15,3 3 1-15,-1 2-5 0,-2 0 6 0,4 2-1 0,-2-2-2 32,6 4-3-32,-6-2 6 0,4 1-5 0,3 3-2 15,1-3 1-15,1 3-2 0,0-5-2 0,2 2 5 16,2 0-3-16,-2-2 2 0,1 0-3 0,2 0 0 15,2-3 4-15,-2 2 1 0,-2-2 5 0,5-2 7 0,-2 0-7 16,-4-1 2-16,11-1 4 0,-7-3 0 0,1 2-1 16,2-3 1-16,0-1-1 0,-3 1 3 0,0-1 5 0,0-1 4 15,3 2 13-15,-3-1 3 0,0 1-1 0,-2 0-2 16,4 1 4-16,-3 1-9 0,-2 0 0 0,2-1-3 16,-3 4-7-16,4-1 6 0,-4 1-9 0,0 0-1 0,0 0-3 15,11 7 2-15,-6-3 2 0,-1 1-4 0,0 0 6 16,2 4-5-16,1-1 2 0,-2 0-21 0,3-1 1 15,1 1-15-15,-4 0-15 0,5-2-24 0,0-1-26 0,1-1-32 16,-1 0-39-16,-1-2-49 0,2-3-35 0,4 0-227 16,-4-2-520-16,4-2 231 0</inkml:trace>
  <inkml:trace contextRef="#ctx0" brushRef="#br0" timeOffset="78799.97">7804 8013 168 0,'-4'-3'184'0,"4"3"-16"0,0 0-21 0,0 0-15 0,-3 16-10 16,3-8-15-16,2 2-9 0,-1 3-11 16,3-1-5-16,-4 9-14 0,5-2-4 0,-1 8-2 15,-2 0-8-15,0 0-4 0,4-1-5 0,-5 4-8 0,6-3 4 0,-4 5-3 16,2-12-6-16,-1 8-7 0,-1-8 5 0,-3-1-7 15,0 2 1-15,1-3-4 0,1-6 1 0,-4 1-5 0,2-4-2 16,-1-1 0-16,1-1 0 0,0-2-2 0,-3 0-7 31,2-3-13-31,1-2-5 0,-9 0-1 0,9 0-2 16,-9-7-9-16,8 1 8 0,-2 0-1 0,-1-1 4 0,0-3 9 16,1-2-5-16,-2 1 4 0,0 1 2 0,0-4-8 15,1 0-2-15,3 1 10 0,-3 2 0 0,1-2 9 16,2 2 4-16,-1 4 12 0,0-3 7 0,-1 0 19 15,3 3 5-15,0 0 0 0,0 1 0 0,3 0-1 0,-1 0-5 16,2 1-5-16,2 1-4 0,-1 1-3 0,4-2-5 16,-3 4-2-16,2-3-5 0,2 3-2 0,2-1-1 0,0 0-6 15,0 2 2-15,1 2 1 0,-2-1-1 0,0 1-2 16,1 2-5-16,0-2 0 0,0 3-2 0,-2 1 1 16,1-1-3-16,-2 1-4 0,0 1 4 0,-3 1 0 0,0-2 0 15,2 3-2-15,-4 3 1 0,0-1-1 0,0 0 1 16,-4 2 1-16,0-2 0 0,0 2-1 0,-4 1-4 0,0 1 5 15,1 2-9-15,-1-7-22 0,0 4-14 0,2-4-3 16,-1 2-20-16,0-1-14 0,-1-1-21 0,4 0-4 16,0-4-10-1,3-1-19-15,-2 0-13 0,5 0-19 0,0-2-93 16,1-2-277-16,5 0 122 0</inkml:trace>
  <inkml:trace contextRef="#ctx0" brushRef="#br0" timeOffset="79418.73">8247 8413 165 0,'3'-4'212'0,"-3"1"-15"0,0-2 3 0,0 5-6 16,0 0-19-16,3-6-18 0,-3 6-20 0,0 0-14 15,0 0-13-15,0 0-10 0,0 0-10 0,0 0-15 16,0 0-3-16,0 0-7 0,2 18-8 0,0-12-1 16,1 1-6-16,1-1-8 0,2 4-3 0,0-2 0 0,2 2-5 0,-1-2-2 15,1 1-2-15,3-1-1 0,1 2-3 0,-4-3-1 16,3 1-4-16,0-3 0 0,0 0-1 0,-3 0 0 0,0-1 1 15,-2-1 22-15,-1-2 19 0,2 0 10 0,-3 1 1 32,-4-2 5-32,0 0-5 0,10-5-6 0,-9-1-2 15,0 0-1-15,-1 0-6 0,-1-2 2 0,0 0-5 0,-5-2-4 16,5-2-9-16,-5-1 1 0,2 1-3 0,-4 1-6 16,5-2-5-16,-2 0-1 0,-2 0-5 0,4 2-1 15,-1-2-4-15,-1 2 0 0,1 1 0 0,1 2-4 0,-1 4-3 16,4-2-12-16,0 2-6 0,0 1-6 0,0 3-1 15,4-6-5-15,-4 6 0 0,12 3-5 0,-12-3 0 16,11 5 1-16,0 1 2 0,1 1 4 0,-2-1-1 0,-1 3-1 16,3-2 2-16,-2 3-4 0,1-3 2 0,1 1 4 15,-2 2-1-15,-1 0-2 0,2-3 3 0,-3 0 3 16,1-2-1-16,-4-2 4 0,0 4 3 0,1-2 0 0,-2-2 6 16,0-2 9-16,-4-1 18 0,5 1 2 0,-5-1 14 15,10-1-8-15,-10 1 2 0,5-3 6 0,1-1-3 16,-2 0 1-16,0-2-3 0,0 3 0 0,0-6 18 0,0 3-27 31,4 0 4-31,-1-2-9 0,-4 3 0 0,7-2-4 16,-3-1 3-16,0 3-6 0,2 1-1 0,-4-2-4 15,3 4-1-15,-1-2-1 0,0 2-3 0,0-1 2 0,-1 2-7 16,2 1-1-16,-8 0-2 0,14 1 1 0,-7 2 1 16,1-1 1-16,-4 2-2 0,3 1-7 0,1 3 5 15,-5-2 0-15,2 1-1 0,2-1 4 0,-3 4 2 0,0-1-1 16,-1 4-1-16,1-3-4 0,-1-4-9 0,-3 1-19 15,1 1-6-15,-1-2-14 0,0 2-8 0,0-4-14 16,-4 2-12-16,3-2-21 0,-3 0-33 0,-2-3-37 0,-1 0-36 16,-5-2-52-16,0 0-208 0,-1-3-511 0,-5-4 226 15</inkml:trace>
  <inkml:trace contextRef="#ctx0" brushRef="#br0" timeOffset="79719.74">8139 8025 19 0,'-5'-3'225'0,"5"3"-16"15,0 0-28-15,0 0-12 0,0 0-21 0,0 0-15 16,0 0-10-16,9 13-13 0,-3-9-14 0,1 0-6 15,0-1-5-15,0 1-9 0,4 0-2 0,-2 0-2 16,-1-1-4-16,-1 1-5 0,3-2-5 0,-5-1-5 0,1 0-2 0,-1 2-3 16,-5-3 15-16,8 2 8 0,-8-2 3 0,5 0-6 15,-5 0-7-15,0 0-9 0,0 0-9 0,0 0-11 16,0 0-27-16,-4-12-35 0,-1 7-31 0,1 1-50 0,-1-3-32 16,-1 2-60-16,-1-2-143 0,-2 0-374 0,2 0 166 0</inkml:trace>
  <inkml:trace contextRef="#ctx0" brushRef="#br0" timeOffset="80221.63">9617 8049 196 0,'0'-9'313'0,"1"3"-7"15,-2-1-9-15,2 2-5 0,-1 0-16 0,-1 1-19 16,1 4-36-16,3-6-28 0,-3 6-24 0,0 0-18 15,0 0-15-15,0 0-15 0,6 13-14 0,-3-2-9 0,-3 2-14 0,4 4-1 16,-1 3-6-16,0 0-11 0,1 7-6 0,-1 0-6 0,-2 0-7 16,0 0-5-16,1-1-7 0,-2 3 0 0,2-2-4 15,-2-6 0-15,-1 0-10 0,1-1-28 0,0-2-18 16,0 0-24-16,0-7-32 0,1 3-38 0,-3-3-45 0,2-2-51 31,0-2-36-31,0-2-231 0,0-2-521 0,0-3 230 16</inkml:trace>
  <inkml:trace contextRef="#ctx0" brushRef="#br0" timeOffset="80507">9601 7986 63 0,'0'-10'263'0,"0"1"-21"0,0-1-16 0,2 2-3 16,0 0-7-16,3-1-16 0,1 3-25 0,3-1-21 15,-1 0-14-15,3 3-16 0,4-1-11 0,-3 0-11 16,9 3-11-16,-8 0-9 0,8 2-8 0,-3 2-11 0,0-1-4 16,-4 1-9-1,1 3-7-15,-4-1-6 0,4-2-2 0,-4 7 0 16,2-3-2-16,-6 0-9 0,1 3-3 0,-2-1-4 16,-1 2 0-16,-1-1 2 0,-1 3-4 0,-3-2 0 0,-3 1-3 0,-3 1 2 15,0 1-2-15,-1-2-1 16,-2 3-15-16,-3 1-25 0,-2-1-30 0,-1-1-43 15,-3 0-44-15,3 0-51 0,0-2-218 0,-5 1-447 0,1-1 198 16</inkml:trace>
  <inkml:trace contextRef="#ctx0" brushRef="#br0" timeOffset="81058">9730 8313 28 0,'5'-3'227'0,"2"0"-8"0,1 1-18 0,-1 1-15 0,0-2-17 16,1 3-14-16,3-4 9 0,0 4-3 0,-3-1-10 15,1 1-16 1,-2 0-11-16,6 0-17 0,-1 0-9 0,0 0-6 16,-1 3-14-16,1-1-6 0,-1 3-7 0,0 1-6 15,1 0-7-15,-1-1-5 0,-4 3-3 0,4-1-6 16,-5 4-2-16,3-4-5 0,-4 6-4 0,-1-3-5 0,0 2 4 15,-3 2-5-15,-1-4-1 0,-1 3-5 0,-2 0-1 16,2-3 1-16,-3 1-3 0,0-1-1 0,0-2 0 16,-3 2 1-16,4-4-3 0,2-1-1 0,-3-1 1 0,2-1 4 15,2-3 2-15,-7 2 0 0,7-2 3 0,0 0 6 16,0 0 5-16,0 0 3 0,1-12-3 0,3 6 0 16,0-2-1-16,0 2-4 0,1-3 2 0,1 1 4 15,2 1-1-15,3-1 1 0,-3 0 2 0,-2 1-4 0,1 2-2 16,-4 2-1-16,7-2-6 0,-6 1-3 0,6 0-3 0,-4 3 0 15,2-2-2-15,-1 3-2 0,0 0-3 16,2 2-1-16,1-1 1 0,3 2 2 0,-1 0-3 0,1 3-2 16,2-1 1-16,0 0 1 0,3 1-2 0,-2 0-1 0,3 0 1 31,-1 1 3-31,1-2-1 0,-3-1-1 0,-2-1 1 16,-2 1-1-16,2-3 6 0,-6 0-5 0,0-2-2 15,1 2 8-15,1-2 1 0,-4-2 16 0,-1-1 6 0,-1 0-1 16,0-1 2-16,-3-2-8 0,-1 1 7 0,-1 0-13 15,-3-2 0-15,-1-1-8 0,-4 2 0 0,3-2-4 16,-6 3-5-16,2-3-13 0,-1 2-14 0,-3 1-17 0,-1 0-12 16,1-1-23-16,0 3-26 0,-1 2-32 0,4 0-36 15,0 2-38-15,-1 0-36 0,4 0-236 0,-2 0-518 0,2-1 230 16</inkml:trace>
  <inkml:trace contextRef="#ctx0" brushRef="#br0" timeOffset="82429.42">10528 7966 258 0,'0'-3'234'0,"0"3"-30"0,2-5-22 0,-2 5-16 15,0 0-18-15,0 0-16 0,0 0-9 0,0 0-18 16,0 0-12-16,0 17-5 0,-2-11-9 0,-2 4-8 15,1 1-6-15,2 0-9 0,0 2-3 0,-2 0-4 16,0 0-6-16,2 2-3 0,0-3-2 0,1 1-4 0,-2-1-1 0,0 1-5 16,0-3-1-16,1 0-3 0,1-1-5 0,0-2 1 15,0-1-1-15,0 0-1 0,0-2 0 0,1 2-2 16,1-3 1-16,0 0-2 0,2-1 0 0,2 1-3 0,-1-2-2 16,-5-1-2-16,12 0-1 0,-5 1 0 0,1 1 2 15,2-1-6-15,-1 1 2 0,2-1-3 0,0 1 1 16,2 2 2-16,-1 0-2 0,-1 1 0 0,-2 0-1 0,3 2-1 15,-2 0 2-15,-2-1-1 0,4 3 1 0,-5 1 0 32,4 0-3-32,-2 0 0 0,-3 3 3 0,-1-3-2 15,-2 3 0-15,1-4 0 0,0 3 2 0,-4-5 2 0,0 2 11 16,-2 1 15-16,0-5 12 0,-5 1 11 0,0 0 5 16,-2-2 5-16,0 1-2 0,-4-4 0 0,-3-1-4 15,1-1-5-15,-7-3-5 0,-1 2-6 0,5-3-5 0,-5-3 3 16,7-1-2-16,-2 0-7 0,3-4 8 0,4 4-8 15,-1-4 0-15,4 3-7 0,1-3-1 0,7-2 1 16,0-2-9-16,4 1 1 0,7 0-2 0,1-1-4 0,9-4-1 16,2 0 1-16,4 1-5 0,3-2-8 0,4 1 3 15,1 1-8-15,1-2-1 0,-1 4-3 0,0 2 1 16,-2-1 3-16,-3 3-2 0,-1 1 1 0,-6 4 5 0,-4 1-1 16,-3 1 0-16,-4 1 7 0,-1 3-4 0,-3-1 1 15,-2 3-3-15,-1-2-2 0,-1 1-5 0,-4 2 4 16,0 0-1-16,0 0-1 0,0 0 2 0,-2 11 2 0,-5-3-1 15,1 2-2-15,-7 4 1 0,5 2 1 0,-3 0 3 32,-3 2 0-32,6 0-6 0,0 1 5 0,-4 1 3 0,5 6-2 15,1-6 1-15,2 0-4 0,0 2 6 0,4-3 1 16,1 8-4-16,4-7 2 0,4 6 5 0,3 0 0 16,-3-8-2-16,7 5 5 0,0-8-2 0,-2 1 2 0,6-3 5 15,1-1-6-15,-1-2 3 0,7-1-4 0,-4-3 3 16,-1-3-1-16,0 1-2 0,0-4-1 0,-2-2 5 15,3-3 1-15,-5 2-5 0,1-2 1 0,-5-6 0 16,-2 4-1-16,0-6-4 0,-2-1 6 0,-1-3-1 0,-4 2-3 16,2 2 0-16,-4-4 0 0,-2 4 0 0,1-4-1 15,-2 5-2-15,-4 0 0 0,2-1-1 0,-6 2 0 0,-1 2-1 16,0 0 1-16,-2 3-4 0,1 1 1 0,-4 1-1 16,3 1 0-16,-2 3 0 0,-1 0-1 0,2 3-4 0,-2 1 5 15,4 2 1-15,-3 0-1 0,5 2 2 0,2 2-1 31,1 1-1-31,1 1 4 0,1 1 0 0,3 4 1 16,3-3-5-16,1 2 2 0,1 1 3 0,4 0 1 0,-4-2 1 16,8 0 0-16,0-3 1 0,-2-3 0 0,5 1 1 15,-4-3 1-15,6 0-3 0,0 0 2 0,1-5 2 16,0 1-4-16,-6-3 2 0,6-2 0 0,-5 0-1 0,4-4 0 16,-2 2 1-16,-4-1-1 0,5-4-1 0,-5 0 0 15,-3 0 2-15,2-1 0 0,-1-1 2 0,-2 0-4 16,-3 1 2-16,1-3-1 0,-2 1 0 0,1 2-1 0,-1 1 12 15,-2 1-11-15,-1 1 1 0,2 2-1 0,-3-1-1 16,1 1-2-16,-1 1 0 0,0 4-4 0,1-6-4 0,-1 6 3 16,0 0 2-16,0 0-3 0,0 0 3 0,0 0-4 15,0 0 3-15,-6 16-3 0,4-8 3 0,2-1 1 16,0 1 4-16,0 2-4 0,2 1-1 0,-1 1 4 0,2-2-1 16,-1 0 1-16,4 2 0 0,-1-2-2 15,1 0 2-15,3 0 1 0,-6-5 3 0,4 0 1 0,1-2 2 16,0 3-1-16,0-5-3 0,2-1 0 0,-2 0-1 15,0 0 1 1,0-3 3-16,-1-1-2 0,5-1 3 0,-2-1-2 16,-6-1-4-16,3 0 7 0,-2 1 3 0,2-4 4 15,-3 2 6-15,3 1-4 0,-3-1-1 0,-1 1-5 0,-2 1 2 16,3 1 0-16,-4 2-3 0,5-1-2 0,-2 1-5 16,-3 3 0-16,3-5-11 0,-3 5-1 0,0 0 7 0,0 0-4 15,0 0 0-15,0 0-1 0,8 10 4 16,-6-5 2-16,0-1-1 0,1 2-2 0,0-1 1 15,0 0 6-15,-2 0-7 0,5 0 3 0,-3 0 0 0,0-1 2 0,0 0 2 16,-2-2 2-16,3 2 9 0,-4-4 13 0,7 2 5 16,-2-1-1-16,-5-1 9 0,9-5 0 0,-5 3 7 15,1-2 23-15,-1-1 5 0,6-2 14 0,-5-1-10 0,3 0-4 16,-1-1 2-16,0 2-2 0,0 2 3 0,1-5 6 16,-4 7 0-16,1-2-8 0,1-1-3 0,-1 4-3 31,-1-2-9-31,2 1-12 0,-2 1-8 0,-4 2-8 0,5-1-6 15,-2-2-4-15,-3 3-3 0,12 6-2 0,-8-2-7 16,0 1-16-16,1 1-27 0,0 1-37 0,-1 1-33 16,4 2-29-16,-4 2-40 0,3 0-55 0,0 4-76 0,2-4-91 15,-6-2-240-15,0 0-684 0,1 0 302 0</inkml:trace>
  <inkml:trace contextRef="#ctx0" brushRef="#br0" timeOffset="96062.09">6792 8100 168 0,'-8'1'234'0,"1"1"-17"0,2 0-19 0,-4 1-19 16,3-2-19-16,2 0-12 0,-2 2-16 0,2 1-17 16,0-2-5-16,1 2-14 0,-1 1-4 0,0-1-9 15,0-1-8-15,4 1-7 0,-1-1-6 0,-1 1-3 16,2-4-9-16,0 7-2 0,0-7-5 0,3 5-8 0,-3-5 1 15,4 4-1-15,0-3-4 0,1 0-4 0,-5-1 0 16,6 3-23-16,-2-2-27 0,-4-1-31 0,0 0-34 0,0 0-48 16,14-3-45-16,-14 3-161 0,0 0-370 0,-6-6 164 15</inkml:trace>
  <inkml:trace contextRef="#ctx0" brushRef="#br0" timeOffset="96396.12">6242 8028 160 0,'-9'0'231'0,"9"0"-15"0,-10 2-13 0,5-1-14 0,1 3-16 15,-2-3-16-15,1 3-16 0,1-1-13 0,0 0-14 16,0 1-10-16,1 0-9 0,-1 0-11 0,4 0-6 16,-3 1-8-16,3-5-6 0,3 7-3 0,-2-4-2 0,5-1 4 0,-2 1 0 15,4-2-6-15,-1-1-4 0,1 0-2 0,2-1-4 16,-1-2-4-16,-1 0-4 0,-1 1 8 0,3-3 6 0,-4 1-5 16,1-2 0-16,-3 0-6 0,-1 2-2 0,0-4-6 15,-3 2-4-15,0-1-4 0,-3 2-1 0,0 0-16 16,-4 0-26-16,3 1-28 0,-4 2-34 0,0 0-40 0,-4 1-55 15,1 1-55-15,-3 3-185 0,-1-1-448 0,-1 4 198 32</inkml:trace>
  <inkml:trace contextRef="#ctx0" brushRef="#br0" timeOffset="97281.53">4359 9918 31 0,'-10'0'281'0,"2"-1"-17"16,-2 0-17-16,10 1-14 0,-13 0-14 0,10 2-11 15,3-2-10-15,0 0-19 0,-14-1-13 0,14 1-20 16,-6-1-9-16,6 1-17 0,0 0-10 0,0 0-14 15,0 0-4-15,0 0-17 0,0 0-2 0,23-6-3 16,-8 4-17-16,3 3 1 0,-4-3 0 0,7-1-13 16,-3 2 0-16,-5 0-8 0,2-1-5 0,-1 4 2 15,-1-4-5-15,-3 2-2 0,-2 0-2 0,0-1-1 0,-8 1-2 16,11 1-5-16,-11-1 3 0,0 0 0 0,0 0-5 0,0 0 1 16,0 0-3-16,0 0 2 0,-27 2-1 0,9-1 2 15,2 0-4-15,-6 0-2 0,3 1-1 0,-5-2 2 16,2-2-1-16,4 4-2 0,-4-5 3 0,8 3-2 15,0 0-16-15,3-1-21 0,2 1-27 0,2-1-45 0,1-2-64 0,6 3-63 16,0 0-260-16,0-5-529 0,0 5 234 0</inkml:trace>
  <inkml:trace contextRef="#ctx0" brushRef="#br0" timeOffset="98803.71">5320 9726 154 0,'0'-6'280'16,"0"-2"-13"-16,0 2-9 0,0 0-18 0,-1-1-16 0,-2 1-21 15,3 2-9-15,-5-1-13 0,1 1-9 0,1 0-24 16,0 1-8-16,3 3-22 0,-13 0-13 0,2 3-5 16,0 1-10-16,-3 1-7 0,-2 4-9 15,2 1-11-15,-2 1-4 0,1 1-5 0,0-1-6 0,4 4-5 0,-1-1-3 16,1-4-10-16,6 3 3 0,-2-4-5 0,0 4-4 15,6-2 1-15,1-2 1 0,1 2-2 0,2-1-6 0,5 0 0 16,0-2-2-16,5-2 9 0,4 2-9 0,6-5-9 16,-1-1 3-16,4-1 4 0,1-4-3 0,4 0 3 0,-6-2-3 15,2-6-5-15,-8 5 2 0,-3-4-8 0,3 1 11 16,-5-3-4-16,-2-3 1 0,-4 5 0 0,-2-3 7 16,-2 0 8-16,-1-1-2 0,-5 2-1 0,-2-6 1 15,-6 3-1-15,0 1 5 0,-4 0-4 0,-2 3-5 16,-2 0-4-1,1 2 2-15,-1 1-2 0,-5 5-1 0,1-1-5 16,3 0-21-16,4 4-7 0,-4 0-26 0,5 1-14 0,2 3-12 16,0 0-23-16,2 1-29 0,2 2-27 15,3-2-30-15,5 2-17 0,4 0-27 0,2 2-36 0,4 0-155 16,5 2-451-16,1-2 200 0</inkml:trace>
  <inkml:trace contextRef="#ctx0" brushRef="#br0" timeOffset="99122.71">5670 9712 107 0,'1'-4'285'15,"-1"1"-3"-15,0 3-14 0,3-5-22 0,-3 5-24 0,1-5-25 16,-1 5-22-16,0 0-18 0,0 0-18 0,0 0-14 16,2 14-13-16,-1-4-11 0,1 1-8 0,-2 6-13 15,1 2-4-15,1 6-6 0,0 4-7 0,-1 1-1 16,0 4-11-16,2 2-2 0,-6 13-8 0,6-11-3 15,-3 0 0-15,2 10-7 0,-1-11-3 0,2 0-2 16,-2-2-1-16,-2 0-2 0,2-3-1 0,-2 0-3 16,-2-1-1-16,4-5 2 15,-3-6-6-15,2-3-1 0,-2-4-1 0,-1-2-1 0,2-3 2 16,0-2 2-16,-1-1-3 0,0-1-1 0,2-4-14 16,0 0-17-16,0 0-11 0,0 0-12 0,-10-17-12 15,9 5-19-15,-3-5-30 0,1-4-28 0,0-5-35 16,1-4-29-16,2 0-47 0,-2-5-144 0,-1-2-420 0,2-2 186 15</inkml:trace>
  <inkml:trace contextRef="#ctx0" brushRef="#br0" timeOffset="99390.1">5658 9944 10 0,'-2'-28'73'16,"-1"2"30"-16,0 5 21 0,0 2 22 0,-1 2 14 15,-2-1 4-15,6-1 8 0,-5 2-4 0,2 5-2 0,3 0 0 16,-3 0 6-16,3 0-16 0,0 3-8 0,0 2-9 16,3-1-17-16,0 1-13 0,-2 0-11 0,5 1-11 0,-1-3-5 15,4 2-6-15,1 1-12 0,1 1-3 0,2 0-5 16,1-1-6-16,5 3-5 0,-7 0-3 0,9 2-5 15,-6 2-2-15,4 0-4 0,-5 3-7 0,4 1 1 16,0 3-1-16,-3 1-4 0,1 1-5 0,-3 3-4 16,-2 0 3-16,-2-1 2 0,-1 1-5 0,-4 0-1 15,-1 0 3 1,-2 1 3-16,-2 0 6 0,-4-3 0 0,-4 4 4 0,-3 1-1 16,0-3 1-16,-3-1-1 0,0-1 0 0,0-1-11 15,-3-3 2-15,2-1 3 0,-2 1-1 0,5-2-3 16,-6-3-10-16,7 1-24 0,-1-2-24 0,5-2-36 0,0 1-45 15,0-4-48-15,6-1-44 0,1-2-51 0,0 1-167 16,5-4-469-16,1-1 208 0</inkml:trace>
  <inkml:trace contextRef="#ctx0" brushRef="#br0" timeOffset="99708.02">6026 9327 323 0,'0'-5'321'16,"0"-1"-14"-16,0 6-20 0,1-5-25 0,-1 5-31 15,0-5-25-15,0 5-23 0,0 0-21 0,0 0-14 16,0 0-15-16,0 0-17 0,5 12-7 0,-4-4-14 16,-1 2-9-16,1 1-5 0,-2 6-9 0,0 2 0 0,1 1-12 15,-2 6-8-15,-1 4 2 0,2-1-7 0,-2 0 1 16,2-3-4-16,-1 2-3 0,-1 1-6 15,-3-1-5-15,4-3 0 0,0-4 0 0,2 5-7 0,2-7 1 16,-1 0-1-16,4-1-10 0,2 1 5 0,-3-1 3 0,4-2-4 0,2 0-1 16,2-2-1-16,3-5 2 0,1-1-15 0,2-3-17 15,4 0-37-15,0-3-31 0,-2-3-33 0,0 1-37 16,1-2-37 0,1-5-45-16,-2 1-51 0,-4-2-168 0,-2-1-493 15,0-4 218-15</inkml:trace>
  <inkml:trace contextRef="#ctx0" brushRef="#br0" timeOffset="99908.69">6003 9601 233 0,'-10'-3'296'0,"10"3"-23"0,-5-2-27 0,5 2-25 15,0 0-22-15,0 0-17 0,11-6-20 0,-3 5-18 16,-1 0-14-16,5 0-12 0,2-2-9 0,1 2-15 0,-3 1-9 15,2-1-15-15,-1-1-45 0,4 2-36 0,3 2-37 16,-2-1-45-16,-1 3-39 0,-2-3-39 0,-1 0-185 16,-1 2-384-1,1-1 170-15</inkml:trace>
  <inkml:trace contextRef="#ctx0" brushRef="#br0" timeOffset="100293.54">6366 9757 56 0,'0'0'292'0,"-3"-3"-23"0,1-1-19 0,2 4-19 0,-4-3-18 16,4 3-21-16,0 0-20 0,-3-4-17 0,3 4-20 15,0 0-12-15,0 0-13 0,0 0-12 0,0 0-12 16,-5 9-3-16,5-9-12 0,0 0-4 0,2 6-8 16,-2-6-6-16,3 8-3 0,-1-6-5 15,0 0-4-15,3 0-4 0,-5-2 1 0,5 6-8 16,-3-5 4-16,-2-1-4 0,7 2 16 0,-7-2 12 16,0 0 18-16,4 2 9 0,-4-2 9 0,0 0 0 15,0 0-8-15,7-5 5 0,-7 5-1 0,3-4-7 16,-3 4-6-16,-4-6 1 0,4 6-11 0,-4-8-8 15,2 5-6-15,0-2-1 0,-4 2-7 0,5 1 6 16,-2-2-34-16,-3 1-23 0,6 3-28 0,-9-3-26 0,5 2-29 0,4 1-30 16,-11 0-38-16,11 0-37 0,-7 2-57 0,7-2-56 15,-8 4-211-15,7-2-561 0,1-2 249 0</inkml:trace>
  <inkml:trace contextRef="#ctx0" brushRef="#br0" timeOffset="100809.63">6388 9698 249 0,'3'-3'300'31,"-3"3"-10"-31,0 0-15 0,0 0-13 0,0 0-22 0,0 0-21 16,0 0-22-16,0 0-19 0,-6-5-16 16,6 5-23-16,0 0-15 0,0 0-10 0,0 0-11 0,0 0-16 15,2 15-6-15,-4-11-8 0,1 2-5 0,1 0-10 0,-3 2-5 16,3 0-5-16,0 0-4 0,-2 4 0 0,2-1-9 15,-2 0 2-15,2 1-6 0,0 1-3 0,0-2-6 0,0-1-4 16,2 0 1-16,-1-2-22 0,0 4-19 0,1-5-26 16,2-1-31-16,0 2-36 0,1-2-42 0,-1-1-41 0,3-2-49 15,0 0-22-15,4-2-141 0,-2-1-445 16,-2 0 197-16</inkml:trace>
  <inkml:trace contextRef="#ctx0" brushRef="#br0" timeOffset="101415.32">6588 9732 171 0,'-1'-6'251'0,"-1"4"-9"0,2 2-17 16,0 0-25-16,0 0-22 0,-1-5-18 0,1 5-18 0,0 0-13 16,0 0-11-16,0 0-15 0,0 0-6 0,3 18-13 15,-3-13-9-15,1 2-4 0,-1 0-9 0,1 0-5 16,1 1-6-16,0 4-2 0,0-5-5 0,1 5-6 15,-2-3 1-15,2 1-7 0,-1 0-3 0,2-1-1 16,-2-2-3-16,-1-1-3 0,0-1-1 0,-1-1-3 0,2 1-2 0,-1-1 4 16,0-1 1-16,-1-3-5 0,0 0 0 0,0 0-1 15,0 0-3-15,0 0-3 0,0 0 3 0,7-11-2 16,-4 4 1-16,-2 0 14 0,2 1 15 0,3-4 5 16,0 1 3-16,-2 0 7 0,2-2 0 0,-1 1-1 0,1 1 4 15,2 0 3-15,-4 1-1 0,0 1-6 0,0 0-3 16,3 2-9-1,-3-1-1-15,-1 2-6 0,1-1-7 0,1 2-2 16,-2 1-5-16,1 0-4 0,-4 2-5 0,7-1 1 0,-7 1 0 16,8 4-1-16,-4 2-5 0,-3-3 3 0,6 5 0 15,-4-1-5-15,1 1 1 0,-1 2-3 0,1 1-3 16,-1-3 7-16,1 4 0 0,0 1-1 0,-3-4-1 16,0 1 0-16,2-3-2 0,-1-2 1 0,-1 1 1 15,2-1 0-15,-1-1-4 0,-2 1 4 0,0-3 1 0,0-2 3 16,0 0-1-16,0 0 1 0,0 0-3 0,0 0-2 0,6-9 1 15,-6 4 3-15,4-3 17 0,0-1 8 0,0 0 7 16,1 0 7-16,1-2 10 0,1 1-10 0,-3 0 14 16,5 0 6-16,-3 3-6 0,-1-2-1 0,1 3-10 0,-1-2-6 15,3 2 2-15,-5 1-5 0,1 3-6 0,3-2-4 16,-4 2-22-16,-3 2 10 0,7 0 2 0,-7 0-8 16,7 4 5-16,-2-1-2 0,-1 2-8 0,1 2 3 0,-1 0-1 15,0 0 0-15,2 2-1 0,-1 3-9 0,1-3 2 31,0 2-27-31,0 0-21 0,-2-1-15 0,4 2-16 0,-1-4-12 16,-3 2-15-16,2-5-23 0,-1 0-35 0,3-1-38 16,-1 0-39-16,0-3-30 0,0 0-22 0,2-1-17 15,-9 0-164-15,11-4-510 0,-7 1 226 0</inkml:trace>
  <inkml:trace contextRef="#ctx0" brushRef="#br0" timeOffset="101614.83">7106 9752 57 0,'0'-5'190'0,"1"1"19"0,1-1 5 0,-2 5 6 0,1-6-8 15,-1 4-13-15,0 2-16 0,2-5-17 0,-2 5-19 16,0 0-13-16,0 0-13 0,0 0-12 0,0 0-9 0,0 0-6 16,-5 12-11-16,5-5-2 0,-1-1-10 15,0 1-3-15,1 4-13 0,-2-4-4 0,1 4-3 16,1-1-6-16,-4 3 2 0,4 0-4 0,0-1-8 0,0 1-12 16,4-2-36-16,-4 0-35 0,0-2-34 0,0-2-40 15,1 1-54-15,1-2-27 0,0-1-182 0,1-1-421 16,4-2 186-16</inkml:trace>
  <inkml:trace contextRef="#ctx0" brushRef="#br0" timeOffset="102467.81">7261 9712 28 0,'-4'-5'231'15,"3"-1"-10"-15,-5 1-14 0,2 0-16 0,0 2-9 0,0-1-15 16,1 0-11-16,2 2-15 0,-2-2-12 0,3 4-12 15,-4-4-15-15,4 4-11 0,-3-4-10 0,3 4-8 16,0 0-3-16,0 0-8 0,11-1-10 0,-11 1-2 16,13 1-5-16,-5 0-7 0,3 2-3 0,-3-1-1 15,3 1-6-15,0 1-4 0,0 0-6 0,1 1 3 16,-3 0-1-16,1 3-2 16,-1-2-1-16,-2 2-3 0,1 1-3 0,-4-1 0 15,2 2 0-15,-1 0-2 0,-2 0-5 0,-2 4 6 16,-1-1 0-16,3 0 2 0,-3 0 10 0,0-2-4 0,0 3 5 15,-3 6-6-15,3-4 2 0,0 2-3 0,3 0 3 16,-3-5-6-16,3 6-2 0,-1 0 2 0,7 7-2 16,-8-6 2-16,5-2-3 0,0 1 1 0,-2-1-4 0,3 0 2 15,0 1-1-15,-3-1-2 0,5 3-2 0,-6-4 0 16,3-1 5-16,-5 1-4 0,3-5-1 0,-1 6 35 16,0-5 11-16,-5 0-6 0,2 1 0 0,-1-2 6 0,-5 2 12 15,4-3 14-15,-3 2 6 0,-3-1 1 0,2-2 1 16,-4-1 11-16,2 0 5 0,-6-3-8 0,-2 2-7 0,-2-1-5 15,3-3-3-15,-5 1-7 0,-2-3-7 16,9 0 2-16,-5-1 1 0,4-3 14 0,1-2 1 0,-1-2 3 16,6-2-13-16,-1 2-6 0,3-5-7 0,-1-2-6 15,7 0-3 1,3-4-12-16,1-4-1 0,4 2-8 0,7-10-21 16,4-1-24-16,3 0-34 0,14-16-36 0,1 6-26 15,-1-3-13-15,-1 7-4 0,-5 7 1 0,10-4 2 16,-12 5 9-16,6 4 11 0,-7 1 9 0,2 2 14 0,-5 3 4 15,-1 0 8-15,-5 5 7 0,0-1 8 16,-2 5 5-16,-1-2 6 0,-4 1 8 0,-3 2 2 0,0-1 4 0,-4 3 3 0,0-1 3 0,-2-1 6 16,-1 5 1-16,-1-4 1 15,-1 3-1-15,1 4 1 0,-6-5 2 0,-1 4 2 16,-2 0 2-16,1 1-1 0,0 2 2 0,-4 1 0 16,2-1 3-16,-1 2 0 0,-2 2 0 0,0 0 1 0,3 0 0 15,0 2 1-15,0-1 1 0,2 0 4 0,-3 3-4 0,6-2 5 16,-2 1-3-16,4 1 1 0,-1-3-1 15,1 0 3-15,2-1-3 0,1 1 1 0,0-1 0 0,0 1 3 16,4-3-2-16,-3 1 0 0,2-1 3 0,3-2 2 0,-1 1 0 16,1-2-2-16,3-1-1 0,-4 0-1 15,5-1 3 1,-3-2-2-16,1 1 1 0,0-3 0 0,3-2 2 0,-4 1 5 16,5 1 17-16,-5-3 9 0,1 3 2 15,0-5 7-15,-1 3 13 0,-2-3 10 0,-2 3 3 16,1 1 8-16,0 0 17 0,-2 0-16 0,2 1-2 0,-4 0-3 0,2 1-17 15,1 2-8-15,-3 2-6 0,1-4-6 0,-1 4 0 16,0 0-10-16,0 0 1 0,0 0 0 0,9 6-13 16,-8-2 4-16,2 2-18 0,1 1-19 0,-3-1-9 15,7 2-14-15,-4 2-7 0,3-2-14 0,0 4-15 16,1-5-18-16,3 4-21 0,-3-4-22 0,2 1-23 0,3-2-20 16,0-1-21-16,0-1-30 0,0-1-19 0,-1-3-178 15,0-2-464-15,0 1 205 0</inkml:trace>
  <inkml:trace contextRef="#ctx0" brushRef="#br0" timeOffset="102951.9">8106 9249 132 0,'0'0'149'0,"0"0"-4"0,-6 11-11 0,5 1-7 15,-3 4 7-15,1 2-14 0,-1 4-11 0,4-1-11 0,-1 8-6 16,-1 2-11-16,4-5-5 0,-1 5 8 0,-1 0-5 16,4-3-8-16,-2 0-7 0,3-1-8 0,-1 0-2 15,0-6-2-15,0-2-6 0,3 0-7 0,-3 0-3 0,3-3-3 16,-4-3-7-16,4-3 0 0,-3 2 2 0,-3-6-4 16,3-1-1-16,-1 0 36 0,-2-1 7 0,2-2-1 0,-3-2-5 15,0 0-10-15,0 0-2 0,0 0-5 0,1-11-5 16,-2 6-2-16,-1-3-7 0,1-1-3 15,-3-1-3-15,0 0-1 0,0 0-3 0,3-2 0 0,-4 0-1 0,3 2 5 32,-1-2 11-32,0 2-1 0,2 0 1 0,-2 4 9 15,3-4 1-15,0 5-1 0,0 0-9 0,3-2 0 16,-2 1-6-16,3 3-2 0,-1-2-5 0,3 2 0 16,-1 1-5-16,4 1-1 0,-2 1 1 0,4-2-4 15,3 4-1-15,-2 0 4 0,0 2-6 0,0 1-2 16,2-2-4-16,-2 1 1 0,1 5 2 0,0-2-1 0,2 1 0 15,-4 0 0-15,3-3 2 0,-5 5-5 16,-1-3 5-16,0 2-7 0,1-1 0 0,-4 1 1 16,-1-1 0-16,-1 3-11 0,-2-3-13 0,-1-2-2 0,0 3-3 0,-1-3-14 0,-2 4-18 15,-1-2-21-15,0 1-21 0,-2-2-19 0,5-1-26 16,-3 0-13-16,0-4-9 0,-1 3-25 0,1-1-9 0,2 1-124 16,-1-3-353-16,3-2 156 0</inkml:trace>
  <inkml:trace contextRef="#ctx0" brushRef="#br0" timeOffset="103538.52">8481 9693 73 0,'3'-4'215'0,"1"2"-4"0,-1-1-11 0,-3 3-12 0,4-5-17 16,-4 5-14-16,0 0-21 0,1-2-15 0,-1 2-15 16,0 0-10-16,0 0-7 0,0 0-9 0,0 0-9 15,10 6-6-15,-6-2-8 0,2-1-10 0,-1 3 1 16,0-1-5-16,2-1-4 0,1 2-4 0,0 1 1 15,4-3-9-15,-2 3 3 0,-2-2-7 0,0-3 1 16,5 2-11-16,-6 0 6 0,0-3 4 0,-1 3 15 16,1-4 15-16,-3 1 13 0,-4-1-6 0,11-1 1 0,-11 1-6 15,5-4-5-15,-5 4-2 0,0-7-6 16,0 3-7-16,-4-1-1 0,-1 0-1 0,1-3-3 16,-2-1-4-16,-1 2-1 0,3-2-4 0,1 1-2 0,1-4-2 15,-3 2-4-15,-1-2 0 0,2 5 2 0,4-2-5 16,-1 2 1-16,2 1-3 0,-1-1 1 0,0 4-4 15,3-2-1-15,-2 1-2 0,-1 4 2 0,11-3-3 16,-11 3 0-16,12 5-1 0,-2-1 0 16,-1 0-2-16,1 3 2 0,1 1 0 0,3 2-1 0,-4-2 2 15,-2 1-2-15,3 2 1 0,-4-1-1 0,4 0-3 16,-3 1 2-16,0-3-2 0,-4 3 1 0,6-4 2 16,-5-1 2-16,-1-1-2 0,0 1 1 0,0-1 2 15,-1-3 0-15,0 0 6 0,-3-2-2 0,3 2 2 16,-3-2 12-16,0 0 14 0,11-5 5 0,-8 1 6 0,0-2 3 15,1-1-3-15,2 1 1 0,-2 0-3 0,0-3-2 16,5-1 11-16,-2 1-15 0,0 0 4 0,0 0 1 0,0-1 0 16,2 0 2-16,-1 4-5 0,-2 1-7 0,2-3-1 15,0 4-6-15,-3 2 1 0,4-1-8 0,-2 2 1 0,0-1-8 16,-1 2 1-16,-6 0-1 0,11 5-2 0,-4 0-2 16,-2-2 5-16,0 4-6 0,2 1-2 0,0 1 6 15,-4 0-10-15,1-1 6 0,1 2 0 0,-2-1-6 16,1 1-3-16,-1 0-21 0,-2-1-16 0,2-2-13 0,0 0-28 15,1-2-22-15,-4 0-27 0,0 0-27 0,3 0-17 16,-3-5-33-16,1 3-42 0,-1-3-37 0,0 0-157 16,0 0-480-1,0 0 213-15</inkml:trace>
  <inkml:trace contextRef="#ctx0" brushRef="#br0" timeOffset="103688.91">8789 9309 86 0,'-14'-10'267'0,"-1"1"-29"0,4 4-19 0,-1 0-23 16,1-1-20-16,0 1-31 0,3 4-61 0,0 0-79 0,4-1-67 15,4 2-164-15,-10 0-244 0,10 0 107 0</inkml:trace>
  <inkml:trace contextRef="#ctx0" brushRef="#br0" timeOffset="105395.06">9787 9316 206 0,'3'-7'281'0,"-1"2"-20"0,0-2-24 0,-1 2-21 16,1 3-27-16,-2 2-22 0,0 0-15 0,0 0-17 16,0 0-13-16,-5 19-13 0,1-6-11 0,0 6-8 0,0 0-11 15,-4 8-9-15,1 0-9 0,2 1-5 0,-5-1-3 16,2-2-5-16,0 3-4 0,4-9-5 0,-2-1-4 16,2 1-4-16,-1-1-2 0,0-2-5 0,0-2 1 15,1-3-2-15,4-4-6 0,-4 1 1 0,4-3 1 0,-1 0 1 16,-2-2 1-16,3-3-6 0,0 0 2 0,0 0 0 15,0 0-5-15,4-17 0 0,-2 5-3 0,2 0 3 0,1-6-4 16,2-9 3-16,5 1-8 0,-4 1 2 0,6-3 4 16,-3-2 8-16,-3 3 6 0,4-6-4 0,-4 3 4 15,2-3 8-15,-2 4 14 0,1-1 11 0,-2 11 14 16,-1-1 12-16,-2-1 8 0,5 5-2 0,-7 4-6 16,0 2 5-16,0 2-10 0,0 0-11 0,0 3-9 15,2 2-12-15,-3 0-1 16,-1 3-10-16,0 0 3 0,10 10-10 0,-5-1 0 15,1 3-6-15,1 4 1 0,2 2-3 0,-2 3 7 0,5 2-8 16,-2 5-1-16,-2-1-1 0,4 0-7 0,-1 1 3 16,1-1-3-16,-2 1-1 0,-3 1-9 0,2-3 13 15,-1 1-1-15,-1-1-5 0,-3-9-7 0,-1 3-9 16,-2-2-27-16,-1-3-5 0,0-1 3 0,-1 0-6 0,-2-2-9 16,0-1-16-16,-1-2-9 0,-3-1-8 0,-1 0-10 15,2-3-12-15,0-1-15 0,-4-2-19 0,4-1-13 16,-7 1-24-16,5-4 3 0,-4-1 3 0,0-1-5 0,5-1 22 15,-4-2 8-15,0 0 7 0,3-1 12 0,1 0 14 16,-2-4 11-16,2 4 15 0,-1-4 13 0,2 3 22 0,-3-1 33 16,1 0 23-16,-2 2 16 0,-2-1 21 0,7 2 11 15,-4 0 14 1,0 0 2-16,-2 1-1 0,4 3-1 0,2-1 0 16,-1 2-5-16,1 0-6 0,-1-1-6 0,1 1-6 15,5 2 2-15,0 0 8 0,0 0 21 0,0 0 9 16,0 0-2-16,0 0-4 0,26 1-10 0,-13 0-2 0,9 2-9 15,1-3-5-15,7 1-2 0,1-1-2 16,2 0-6-16,2-1-7 0,0-1-1 0,0 0-4 0,-1-1-2 16,-4-1-9-16,1-1-12 0,-4-1-12 0,-5 0-14 15,1 0-10-15,-6-1-10 0,0-3-13 0,-3-2-6 16,-5 0 6-16,3 0 2 0,-2-3 5 0,-4-3-3 0,0-1 15 16,-2 4 0-16,-2-3 4 0,-1 0 7 0,-1 2-4 0,0-1 7 15,0 0 8-15,-1 3 25 0,-2 3 3 0,0-1 4 16,2-1 12-16,-3 7 2 0,1-2-3 0,2 3-2 0,1 0-3 15,-3 0-6-15,-1 2-3 0,1 1-4 16,0-3 1-16,3 5-2 0,0 0 0 0,0 0-7 16,-8 13 6-16,4-2 1 0,4-2-3 0,0 6 3 0,0 2-1 15,3-1 0 1,-3 2 1-16,1 3 1 0,3 6 2 0,0-1-4 16,-1-5 2-16,3 7 0 0,-4-6 0 0,4 4-1 15,2 0 1-15,2-7 0 0,-1 1-1 0,5-2-2 0,-3 1 5 16,7 1-5-16,3-3 3 0,-2-4-2 15,8 1-2-15,2-2 3 0,-10-6-5 0,15-2 6 16,-7 0-6-16,3-3-3 0,-6-2 0 0,1-3 4 0,-3 0 0 16,-2-1-3-16,0-4 2 0,-1 0-1 0,-2-1-4 0,-2-2 2 15,-4-3 2-15,-4-2-4 0,-3 1 3 0,1-2-2 16,-5 4-5-16,-4 0 4 0,1-2 0 0,-5 1 1 16,0 1 0-16,-3 3-1 0,2 2 1 0,-4 3-2 0,0-2-1 15,-1 3-1-15,-5 1 4 0,1-1-3 0,2 4 1 0,-2-1 0 16,2 5 1-16,2-3-5 0,2 4 3 0,1 0 0 15,-1 0 0-15,5-1 1 0,2 4 1 0,-1-1 1 16,5-1 1-16,2 5-1 0,2 0 3 0,1 0 10 0,2 1 6 31,6 4 0-31,-3 0-1 0,2-1-2 0,1 1 0 16,-1 1 1-16,4 0-5 0,-1 1-1 0,-3-1-1 16,4-3 5-16,3 12-4 0,-4-9-1 0,0 1 0 15,-1-2-1-15,0 3-2 0,-1 0 3 0,-4 0-3 16,3-1 0-16,-7 4 0 0,4-5-2 0,-2 2 1 15,-2 0 1-15,-3-2 3 0,1 2 1 0,-2 2 8 0,-2-7 2 0,2 3 1 16,-3 3 3-16,1-7 5 0,-1-3 3 0,0 1 8 16,-1 0 5-16,2-2 21 0,-1-3 3 0,-4 1 9 15,4-1 12-15,-1-2-3 0,1-1-4 0,-2 0 1 16,5-2-13-16,-13-2 10 0,4 0-21 0,4-3-6 16,-1 1-8-16,-3-3-2 0,5-2-6 0,-3 1 4 15,0-2-10-15,4-3 4 0,-2 0-9 0,5-2-3 0,-3-4-2 16,6-2-6-16,4-6 1 0,1 0-11 0,6 0-6 15,0 0-18-15,3-2-13 0,5 1-10 0,-1-1 2 0,1 1 5 0,0 3 8 32,2 2-4-32,-1 2 2 0,-2 1 6 0,-5 7-1 15,-1 1 9-15,2 2-6 0,-6 3 0 0,-5 1 5 16,4 2-1-16,-2 2-3 0,-3 0 0 0,1 2 4 0,-6 0 0 16,13 4 5-16,-9 3-6 0,-1-1 2 0,1 4 4 15,0 5 4-15,2-4-1 0,-1 6-2 0,-1-1 5 16,3 2-1-16,-3-2 2 0,3 1-1 0,0-1 1 0,2 0 0 15,-3-5-1-15,2 0 5 0,1-2-4 0,1 0 4 16,0-3 4-16,0 0 0 0,1-2-3 0,0-2 5 16,1-2 17-16,1-1-16 0,-1-2-1 0,0-3 5 15,-1 0 6-15,0-3 15 0,0 0-13 0,-3-3 6 0,0 2-6 16,0-6 5-16,-1-1-3 0,-4 0-4 0,-2-1 1 16,-1-1 1-16,-4 0-6 0,0 1 4 0,-6 2-4 0,2-2 0 15,-1 3-3-15,-2 1-3 0,-4 2-6 0,1 1-25 16,-2 1-25-16,2 5-26 0,0 1-22 0,-6 3-31 15,0-1-48-15,1 4-69 0,1 0-84 0,-2 4-243 0,2 2-617 16,-2 1 274-16</inkml:trace>
  <inkml:trace contextRef="#ctx0" brushRef="#br0" timeOffset="113433.75">5039 8943 155 0,'0'0'182'0,"0"0"-2"0,-14-2-4 16,10 1 5-16,4 1-6 0,-10-1-8 0,10 1-5 16,-9-3 3-16,9 3-9 0,0 0-6 0,-8-1-4 15,8 1-12-15,0 0-12 0,0 0-7 0,-8 0-11 16,8 0-10-16,0 0-11 0,0 0-7 0,0 0-8 16,0 0-4-16,0 0-5 0,0 0-6 0,-3-3-12 15,3 3 0-15,0 0-1 0,0 0-3 0,0 0-6 16,0 0 0-16,0 0-6 0,0 0 2 0,0 0-2 15,0 0-2-15,23 3-1 0,-15-3-1 0,-1 1-3 16,8-1-4-16,-4 3 3 0,1-3-2 0,9 0 4 16,-9 1-8-16,8-1 1 0,-1 0-3 0,3 0 2 15,0 1-7-15,1-1 4 0,-3 0 0 0,2 0-1 16,1 0-3-16,-3-1 0 0,2 1 1 0,1-1 1 16,-1 2 2-16,-4-1-4 0,2 0-3 0,2 1 2 15,-7-2 0-15,3 0 0 0,-2 1-3 0,-1 0 1 16,-3 0 3-16,0 0-1 0,-1 0-6 0,-2 0 6 15,-1 1 6-15,1-1-9 0,-2 0 1 0,0 0-2 16,1 0 1-16,-8 0-5 0,12 1 12 0,-5 1-6 0,0-1-2 16,1 0 2-16,0-1-1 0,-1 0 0 0,0 2 0 0,2-1 2 15,-2 0-8-15,3-1 5 0,-2 0 4 0,4 0-2 16,-1 0 2-16,-4 0-4 0,6 0 1 0,-5 0 4 0,3 0-2 16,3 0 0-16,-5-1 1 0,2 2-4 15,4-2 4-15,-1 1 0 0,1 0-4 0,-3-1 2 16,3 1-1-16,-1-2-1 0,0 2-1 0,6-1 3 0,0 1-3 0,2 0 4 15,-3 0 0-15,3 0 11 0,-2 0-17 0,2 1 5 16,1-1-2-16,8 2 0 0,-10-1 1 0,2 0 1 16,-1 0 0-1,2-1 0-15,3 3-2 0,-4 1 1 0,-1-3-5 16,0-1 8-16,1 1-4 0,-3 0 2 0,2 1-3 16,0 1-1-16,-2-2 3 0,1 0-1 0,-1 0 1 15,4-1 0-15,-2 3 0 0,0-3 3 0,1 1-3 0,0 0 10 16,1-2-9-16,-1 1-2 0,5 1 0 0,-3-1-3 15,-2 2 5-15,8-1-5 0,-1 0 5 0,-2-2-2 16,1 1-1-16,4 0 5 0,-6 1-2 0,-3-1 2 0,6 0 2 16,2 0-4-16,-11 1-3 0,4-1 0 15,3 2 3-15,2 1-3 0,0-2-2 0,0 0 8 16,-7 0-1-16,0 1-3 0,9-1 0 0,-11-1 1 0,11 0-1 0,-12 1 1 16,5 2 3-16,-1-3-2 0,-1 2-1 0,-1-1 2 0,1-1-5 15,0 2 5-15,-3 0-3 0,1 1 7 16,2-3-13-16,-3 1 3 0,-3 1 0 0,0-2 3 0,1 1-2 15,-1-1 3-15,3 2-1 0,-2 0-3 0,-1-1 4 16,4 0-1 0,-8 0 0-16,0 1-2 0,4-1 2 0,0 0 5 15,0 0-7-15,2 1 10 0,-1-1-8 0,-5-1-2 16,7 0 4-16,-3 2-2 0,-2-2-2 0,1 0 2 0,-2 0 0 16,1 1 1-16,-3-1 0 0,3 0-1 0,-1 1 3 15,-3 0-3-15,1 1 10 0,-2-2-12 0,2-2 3 16,0 2-3-16,-5 0 4 0,4 0 0 0,1-1-4 15,-4 1 4-15,0 0-3 0,4 0 2 0,-3 0-1 0,-2-1 0 16,-1 1-6-16,4-1 6 0,-1-1-4 0,-2 1 5 0,1-1 6 16,-1 2-5-16,-7 0 1 0,11-1-5 15,-4 0 0-15,-7 1 1 0,11-1 3 0,-6 1 1 16,-5 0-4-16,10 0-3 0,-10 0 4 0,9-2 0 0,-9 2 1 16,10-1 0-16,-5 0 0 0,-5 1 5 0,8-1-9 15,-8 1 2-15,11 0 1 0,-11 0-2 0,8 0 2 0,-8 0 0 16,10-2 0-16,-6 1-2 0,-4 1-2 0,12 0 4 15,-5 0 0-15,-7 0-3 0,11-1 3 0,-3 1 0 16,-3-1 1 0,-5 1 2-16,14 0-4 0,-7-2 1 0,2 2-1 15,-3-1 2-15,2 1 0 0,-8 0 2 0,16 0-4 0,-6 0 3 16,2 0 1-16,0-3-6 0,1 3 1 0,1-1 1 16,0 0-1-16,5 1 4 0,-1 0-1 0,4 0 0 15,-4-2 1-15,0 2-2 0,3-1-5 0,-1 2 4 16,1-2-1-16,0 1 4 0,1 1-2 0,0-2-3 15,-2 1 0-15,-1 0 0 0,3 1 6 0,3-2-1 0,4 1-1 16,-7 0 3-16,8 0-5 0,-6 1 1 0,0-2 1 0,3 2-2 16,4-1 1-16,-1 2 3 0,-4-2-2 15,5 0 2-15,-1 1-2 0,0-1-4 0,1 3 4 16,3-2 0-16,0 0-7 0,-1 1 7 0,1-2-3 16,3 1 2-16,-2 0 1 0,3 0 3 0,-2 1-4 0,-1-2-1 15,3 1 1-15,1-1 1 0,-3 1-3 0,-1-1 2 16,2 1-2-1,0-1-2-15,-2 3 5 0,2-2 7 0,-2-1-7 0,3 1 9 16,-4 2-10-16,0-1-2 0,-1-2 0 0,2 1 3 16,-4-1-2-16,-1 0 2 0,0 0-2 0,-8 1-3 15,8-2 2-15,-7 2 5 0,1 0-2 0,5-2 0 0,1 4 0 16,0-2-2-16,-8 0 0 0,2-1 1 0,6 3-1 16,-7-3 1-16,3 1 2 0,1-1-2 0,3 2-1 15,1-1 3-15,-10 1-6 0,3 1 6 0,6-3 2 16,-7 2-2-16,10 0-2 0,-3 1 0 0,0-1 9 15,-3 1-7-15,-2-3 0 0,3 1-3 0,2 4 0 16,-4-4-1-16,4 2 13 0,0-2-17 0,-9 0 8 0,4 1-3 16,-3-2 4-16,6 2-2 0,-3-4 1 0,3 4-3 0,-5-2 1 15,-2-2 0-15,2 2 1 0,6 0-1 0,-6-2 0 16,-4 0 0-16,5 0-4 0,-1 1 2 0,-1 0 3 16,0-1-4-16,-2 1 6 0,2-2-2 0,0 1 0 0,-2 2-6 15,1-1 5-15,-1-1 1 0,-1 2-1 0,1-1 0 31,-4 0-1-31,2 0 2 0,0-1-1 0,-3 0-4 0,0 1 4 16,0-1-2-16,-3 0 2 0,3 2 0 0,-1 0 4 16,1-1-9-16,-3 1 7 0,-1 0 0 0,1-1 0 15,3 0 5-15,-1 2-6 0,-3-2-1 0,0 1-1 16,1-1 3-16,0 1-3 0,0 0 11 0,0 1-12 0,0-1-6 16,2-1 10-16,-4 1-4 0,3 0 3 0,1-2-1 15,-3 2 0-15,1-1 2 0,-1 0-1 0,3 2-2 0,-3-1 1 16,-2-1-4-16,2 1 6 0,0 0 0 0,-4-1-1 15,-2 1 0-15,3-2 0 0,-8 2-3 0,11-1-2 16,-7 0 9-16,-4 1 0 0,0 0-3 0,12 0-1 16,-8-1 1-16,-4 1-2 0,0 0 3 0,6-5-22 15,-6 5-50-15,0 0-59 0,5-1-81 0,-2-1-88 16,-3 2-193-16,6-7-529 0,-2 2 234 0</inkml:trace>
  <inkml:trace contextRef="#ctx0" brushRef="#br0" timeOffset="120413.26">12809 8305 251 0,'-10'-4'268'0,"1"3"-6"0,1 0-5 0,4-2 0 16,-3 1-2-16,7 2-15 0,-9-2-11 0,5-2-9 0,4 4-14 16,-7 0-15-16,7 0-20 0,0 0-5 0,0 0-31 15,-4-2-11-15,4 2-17 0,0 0-9 0,0 0-13 16,0 0-10-16,0 0 5 0,0 0-17 0,0 0-5 15,34 2-3-15,-4-2-7 0,6 3-2 0,9 0-9 16,16 2 8-16,-1-2-23 0,3 5 7 0,3-3-4 16,-5-3-6-16,-1 3-1 0,0 0 2 0,-4 1 13 0,4-1-16 0,-7 0-2 15,4 2-8-15,-16-3 5 0,2 0 0 0,-5 1 12 16,2-2-20-16,-6-2 8 0,-1-1-10 0,-2 4 3 0,-11-2 3 16,3-1 9-16,-5-1-22 0,0 2 1 0,-6-1 17 31,0-1-14-31,-4 0-2 0,1 0 4 0,-4 0 4 15,-5 0-5-15,12 0 3 0,-12 0-30 0,7-3-21 16,-7 3-20-16,0-3-23 0,0 3-24 0,-1-6-38 0,1 6-40 16,-11-4-44-16,3 2-52 0,-6-1-231 0,-1 1-563 15,-4 1 249-15</inkml:trace>
  <inkml:trace contextRef="#ctx0" brushRef="#br0" timeOffset="121250.49">12880 8137 180 0,'0'0'217'15,"0"0"-16"-15,0 0-17 0,0 0-23 0,0 0-17 0,0 0-20 16,0 0-9-16,0 0-22 0,0 0-6 0,0 0-11 15,0 0-9-15,0 0-8 0,0 0-5 0,-7 9-6 16,2-5-5-16,0 1 0 0,1-1-5 0,-4 1-3 16,2-1-3-16,-4 3-1 0,-1-1-5 0,0 0 7 15,-3 1 7-15,-3 2 9 0,3-1 8 0,-3-3-6 16,-2 0 1-16,2 2-1 0,1-4-5 0,4 1-2 0,-1 0 0 0,1 2-7 16,3-4-4-16,0 1-4 0,2 1-4 0,1-3-2 15,2 0-4-15,4-1-3 0,-10 4 1 0,8-3-2 16,2-1-1-16,-2 7-2 0,2-7-1 0,0 5-1 0,2-1-1 15,0 1 1-15,4 0 0 0,2 3-1 0,4-1-1 16,0 4 2-16,-1-2-5 0,3 0 5 0,0 2-1 16,-1 1-2-16,-1 0 0 0,2 1-4 0,0-3 1 15,-3 0-3-15,2 0 2 0,-5 0 0 0,2 1 0 16,-1-2-3 0,-2 1 3-16,1-3-3 0,-2-1 1 0,-1 1 2 0,-3-2-3 15,1-1 1-15,2 0 2 0,-3-2 3 0,0 2 5 16,0-1 31-16,-2-3 29 0,3 4 25 0,-3-4 36 15,3 3 39-15,-3-3 37 0,0 0 22 0,0 0-17 0,0 0-12 16,4-10-5-16,-3 4-4 0,-1-1-7 0,0 1-7 16,0-6-5-16,-1 1-13 0,2-3-2 0,-2 1-4 15,1-5-5-15,-3-4-11 0,1 3-13 0,0 1-11 16,2 0-17-16,-3 1-10 0,1 5-5 0,-1-1-2 16,0 1-19-16,2 1-17 0,-2 0-31 0,1 0-50 15,0 5-58-15,-2-1-76 0,4 2-80 0,-1 0-77 0,-1 2-99 0,2 3-95 16,3-5-286-16,-3 5-874 0,9 0 386 0</inkml:trace>
  <inkml:trace contextRef="#ctx0" brushRef="#br0" timeOffset="128825.61">16078 7694 140 0,'2'-10'332'0,"1"0"-1"0,1 0-19 16,1 0-9-16,-2 0-7 0,0 0-10 0,-2 2-11 15,1 2-14-15,-1-1-13 0,0 2-15 0,2 0-21 0,-3 2-27 16,0-2-20-16,0 5-25 0,4-6-19 0,-4 6-19 15,0 0-8-15,0 0-15 0,0 0-7 0,0 0-9 16,6 17-9-16,-5-6-5 0,2 1-7 0,2 6 3 16,-1 1-9-16,-2 0 0 0,2 8-3 0,0-5-6 0,-1 9-13 15,-1-3 15-15,2 1-5 0,-1-1-9 0,2 1 6 16,-5-9 0-16,4 8-5 0,-1-7-4 0,-3-2 2 0,0 1-2 16,2-2 17-16,-2 0-18 0,0-1-3 0,-2 0-5 15,2-5 15-15,-3 1-16 0,3-3 6 0,-1-2-7 16,-2 0-3-16,1 0 5 0,-2-2-3 0,1 0 7 15,0 0-2-15,1 0-3 0,-4-1 1 0,1-1 0 16,-1 0 0-16,-3 1 8 0,0-4-9 0,0 3 14 0,-2-3-11 16,2 0-2-16,-2 1 4 0,-3-2-6 0,6 1 2 15,-4 0 0-15,-1-2-1 0,7 2-5 16,0-1 11-16,6 0 10 0,-13-1 5 0,13 1-1 0,-9 0 4 16,9 0-3-16,0 0 0 0,-6 0 1 0,6 0 3 15,0 0 7-15,0 0-18 0,16-4 0 0,0 3 0 16,7 0-4-16,7-2-6 0,3 1 5 0,-2 0-1 15,3 2-3-15,0-2-2 0,3 3 4 0,-2-2-2 16,1 0-1-16,2-1 0 0,-4 2-5 16,-2 0 7-16,2 2-8 0,-4-2 0 0,-7-2-28 0,-1 4-29 15,-3-1-24-15,0 0-35 0,-6 0-30 16,-4 2-37-16,0-2-51 0,-3 0-60 0,1 2-39 0,-7-3-45 16,3 2-192-16,-3-2-617 0,-2 6 273 0</inkml:trace>
  <inkml:trace contextRef="#ctx0" brushRef="#br0" timeOffset="129888.4">16717 8013 292 0,'0'-4'332'15,"0"4"-30"-15,-3-5-26 0,3 5-27 0,-3-4-31 16,3 4-24-16,0 0-19 0,0 0-19 0,-12 9-15 16,9-5-13-16,-1 3-17 0,3 0-8 0,-2 2-13 15,2 1-7-15,-2 1-11 0,6 1-5 0,-3 1-7 16,1-1-4-16,3 0-5 0,3 1-4 0,0 2-5 0,2-4-4 16,-2-1-5-16,4-1 4 0,0 2-6 0,3 0 1 15,-2-3-4-15,0-3-3 0,0 0-3 16,2-1-1-16,-5-1 0 0,4-3-2 0,-2 0 2 0,-2-2 7 15,-2-1-13-15,2-2-2 0,-5 0-4 0,1-1 3 16,0-3-3-16,-6-1-4 0,-5-2-1 0,2 2 1 16,-3-5 2-16,-1 3-3 0,-1-4 12 0,-4 2 6 15,-2-1 9-15,2 2 3 0,-2-2 3 16,1 5-1-16,2 1 9 0,3 1 2 0,0-1 3 16,0 3 3-16,5 1-6 0,-2 0 1 0,2 1 15 15,0 0-19-15,1 0-1 0,2 1-8 0,1 3-8 16,4-5-6-16,0 2-6 0,9 0-4 0,6 1-8 15,2 1-6-15,1 0 5 0,8 0 4 0,3-1-21 0,-5 2 2 16,6-1-6-16,-4 0-2 0,2 0 2 0,-3-1 2 0,-5 1-2 16,0 0-1-16,-4 0 3 0,-2-2 0 0,2 1 1 15,-6 1 4-15,-2-1-1 0,2 0-2 0,-6 0 16 16,1-1-7-16,-3 1 3 0,-2 1 8 0,2-2 3 0,-2-2-1 16,-3 3 0-16,-1 2-5 0,5-5 0 0,-5 5-7 15,-1-3 4-15,1 3-6 0,-5-5-3 0,5 5 5 16,-10-1 2-16,10 1-6 0,-7 0 3 0,7 0-2 15,-12 2 4-15,7 2 2 0,1-1-6 0,-1 1 4 16,1-1-11-16,3 5 11 0,-2-3 13 0,3 1-15 16,-1 6 0-16,2-6 2 15,2 4 7-15,1 0-7 0,0 1 1 0,3 1 1 16,0-2 9-16,2 1-12 0,-2-1 1 0,3 1 5 16,-4-2-5-16,2 0-1 0,-1 2 3 0,0-4 2 15,-1 5-12-15,0-7 9 0,-3 0-1 0,0 1-8 0,0 0 11 16,-2-2-8-16,-2 1 5 0,1-5 7 0,-6 5 1 15,0-2-5-15,-1-1 9 0,-2-1-2 16,-2-1-1-16,-2 2-1 0,-1-2 1 0,-2-2 2 0,2 1 2 16,0 0 0-16,4-2-1 0,-1 1 1 0,-1-1 0 0,5 0 4 0,0 1 12 15,2 1 2-15,5 1 0 0,-7-3-7 0,7 3-6 16,0-6-16-16,7 2-24 0,1 0 0 0,3 0-10 16,6-1-18-16,5-2-2 0,0 2-6 0,7-1-8 15,-1 0-1-15,1-1-1 0,1 3 5 0,-2-2 6 0,-5 1-2 16,3 1 8-16,-4-1-4 0,0 1 8 0,1 1 1 15,-5-2 5-15,-4 2 8 0,-3-1 5 0,1 0 5 16,-1 0 4 0,-5 2 18-16,-1-2 12 0,2 0 3 0,-4 1-2 15,-1 0 3-15,-2 3-2 0,0-7-1 0,0 7 3 16,-2-6 1-16,-4 2-3 0,5 0 1 0,-6 2-4 16,2-1 2-16,-1 2 2 0,1-2-6 0,5 3 0 15,-12-1 1-15,12 1-2 0,-11 1-2 0,11-1-2 0,-11 4 0 16,8-1 2-16,1 0 0 0,0 1-3 0,2 1 3 0,2 2 2 15,0-1 2-15,1 3-1 0,5 0 1 0,-1 0-3 16,1 1-3-16,4 2 4 0,-2-1-5 0,2 1 9 16,3 0-4-16,-3 1-1 0,0-1-2 0,-2-2 2 15,-2 1-3-15,-1-4 0 0,-2 2 0 0,-1-1-2 16,-1-2 4-16,-2 1-3 0,2 0 17 0,-7 0 27 16,1 1 14-16,-1-3 7 0,-6 0-5 0,0 0 6 15,-2-2-7-15,-2-1-2 0,-1-1-7 0,-4 2 1 16,3-3-10-16,2 0 7 0,-2-1-47 0,2-1-40 0,2 1-39 15,0-1-42-15,4 0-71 0,5-2-83 0,0-1-266 16,3 5-586-16,8-9 260 0</inkml:trace>
  <inkml:trace contextRef="#ctx0" brushRef="#br0" timeOffset="130389.35">18256 7714 347 0,'3'-3'354'16,"0"-2"-9"-16,-2 2-6 0,1 0-10 0,-1 0-11 0,-1 3-18 15,3-5-34-15,-3 5-25 0,3-3-30 0,-3 3-39 16,0 0-10-16,0 0-18 0,0 0-18 0,2 13-10 16,0-3-3-16,-2 3-25 0,0 0-8 0,0-1-3 15,1 6-13-15,-1 3-2 0,2-1-11 0,1 1-1 16,-1 1-2-16,2-2-6 0,-2 6-8 0,0-4-2 16,-1-2 4-16,3 1-7 0,-1-2-12 0,-2-1 3 15,2 1-2-15,0-2-34 0,-2-2-31 0,3-5-13 16,-4 1-23-16,3 1-23 0,-3-6-28 0,1 2-30 15,-1-3-25-15,0 0-26 0,2-2-52 0,-2-3-292 16,0 0-605-16,0 0 268 0</inkml:trace>
  <inkml:trace contextRef="#ctx0" brushRef="#br0" timeOffset="130629">18266 7708 75 0,'-3'-10'322'0,"3"0"-8"0,-1 0-17 0,1-1-22 16,0 4-10-16,1-2-23 0,-1 1-24 0,4-2-18 0,2 2-18 15,-2 0-21-15,5 2-21 0,-2 1-10 0,6-1-15 0,-3 3-14 16,5-2-10-16,4 5-10 0,1-3-5 0,0 4-9 16,1 4-8-16,-1-1-10 0,1 0-41 15,-2 4-24-15,-1-1-23 0,0 0-18 0,-2 1-30 0,-2 0-29 16,-5-1-35-16,6 4-21 0,-4-3-29 0,-4 2-24 15,1-2-176-15,-4 1-435 0,-1-1 193 0</inkml:trace>
  <inkml:trace contextRef="#ctx0" brushRef="#br0" timeOffset="130831.87">18259 7903 47 0,'-1'4'182'0,"1"-4"12"0,1 5 11 16,2-2 5-16,0 2-1 0,4-3-11 0,3 1-15 0,1 0-14 0,2-3-17 16,5 3-15-16,3-2-10 0,-2 5-19 0,4-4-9 15,1-1-5-15,6 1-12 0,-9-1-19 0,-1-1-47 16,5 2-48-16,-5-2-50 0,-1-1-40 0,3 1-56 16,-10 0-166-16,3-1-372 0,0 0 165 0</inkml:trace>
  <inkml:trace contextRef="#ctx0" brushRef="#br0" timeOffset="131187.42">18704 7894 69 0,'0'0'122'16,"0"0"7"-16,0 0 5 0,-12 10-28 0,10-6 5 16,0 0 0-16,2 5 12 0,-2-3-14 15,-2 2-3-15,4 1-13 0,-5 1-12 0,4 0-4 0,-1 2-5 16,1-1-9-16,-1 1-1 0,5 2-9 0,0-4-2 15,2 2-5-15,-1-1-2 0,2 0-5 0,-1 0 7 16,2-2 13-16,4 1 0 0,-3-1-4 0,0-1-3 16,0-3-6-16,6 2 1 0,-2-4-6 0,0-1-6 15,1-2-1-15,-2 0-2 0,1-2 0 0,0 0-7 16,0-5-1-16,-1 2-1 0,0-2 5 0,0-3 2 16,-2 1 5-16,0-2 0 0,1 1 11 0,-3-5 10 15,0 3 10-15,-3 1 17 0,0-1 9 0,0 2-2 16,3-2 15-16,-6 2 7 0,2 1 4 0,1 3 3 15,-2-2-4-15,-2 1-11 0,1 2-8 0,-1 1-12 16,3-5-16-16,-3 7-6 0,0 2-21 0,1-6-35 16,-1 6-46-16,0 0-2 0,0 0-10 0,0 0-21 15,0 0-26-15,4 10-38 0,-4-3-35 0,4 0-38 0,0 0-37 16,3 3-241-16,-3-2-529 0,0 2 233 16</inkml:trace>
  <inkml:trace contextRef="#ctx0" brushRef="#br0" timeOffset="131616.7">19128 7908 101 0,'0'0'298'16,"0"-5"-25"-16,0 5-32 0,0-4-31 0,0 4-21 15,0 0-20-15,0 0-20 0,0 0-15 0,0 0-15 0,3 15-9 16,0-8-13-16,-2 0-8 0,2 5-9 0,1-1-9 15,-3 0-8-15,3 2-4 0,-4-2-6 16,2 2-6-16,0 0-3 0,1-2-5 0,-1 1-2 0,0-2-4 0,-2-2-5 16,3-2 0-16,-2 2-2 0,-1-5-2 0,0 3-4 15,0 0 3-15,0-2 2 0,3-2 24 0,-3-2 32 16,0 0 1-16,3 2-3 0,-3-2-2 0,0 0 6 16,4-8-5-16,1 2-5 0,-2-1 2 0,1-1-1 15,4 0 1-15,-4-2 6 0,4-2 7 0,3-1 9 16,-1 3 3-16,3-3 1 0,-4 3 8 0,-2 0 5 15,1 1-2-15,1 0 4 0,-2 1-6 0,-3 3-9 16,4-1-10-16,-3 0-9 0,0 2-9 0,-1 2-14 16,-2-2-6-16,3 3-15 0,-5 1-6 15,0 0 0-15,9 1-7 0,-5 3-5 0,0 0-7 16,0 4-7-16,-1-1-25 0,1 2-21 0,0 1-25 16,2 2-14-16,-1 1-17 0,0-2-9 0,-2 4-11 15,3 0-13-15,1 0-20 0,-2-2-31 0,4-2-22 16,0 5-32-16,0-2-33 0,-1-5-32 0,3 1-264 15,0-2-611-15,1-2 271 0</inkml:trace>
  <inkml:trace contextRef="#ctx0" brushRef="#br0" timeOffset="131938.76">19804 7954 326 0,'-2'-5'326'0,"0"0"-4"0,-2-1-15 15,0-1-12 1,1 3-20-16,-2-1-15 0,2 2-23 0,-2-2-23 16,-1 0-18-16,-1 4-22 0,-2 0-26 0,2 1-9 15,0 0-18-15,-4 0-16 0,2 1-7 0,-2 3-7 0,4 3-14 16,-5-3-10-16,5 3 12 0,-1 2-30 0,0 0 4 16,1 0-7-16,2 0 3 0,1 1-16 0,-1 0-2 15,3 1-2-15,2 0-1 0,2-1-8 0,3 0 7 16,0 1 0-16,-1-1-4 0,7 0-7 0,-3-1 3 15,2-1-1-15,2-1-9 0,3 0-16 0,-2-1-13 16,5-3-13-16,1-1-9 0,-1 0-15 0,2-2-14 16,-1-2-15-16,0 0-19 0,2-4-17 0,-1 1-20 15,2-2-38-15,-2-4-14 0,10-1-26 0,-5-5-28 0,-3-2-221 0,1-3-506 0,0-2 224 16</inkml:trace>
  <inkml:trace contextRef="#ctx0" brushRef="#br0" timeOffset="132196.82">20113 7474 116 0,'-7'-18'244'0,"0"2"4"0,1-1-1 16,0 4-4-16,-1 2-3 0,3 0-7 0,-1 3-9 0,3 1-18 15,-2 2-24-15,1 1-18 0,1 0-25 0,-1 0-18 16,3 4-15-16,0 0-15 0,0 0-9 0,-4 12-8 16,4-5-8-16,0 6-9 0,4 7-2 0,1 6-5 15,2 3-4-15,-2 0-8 0,1 3 1 0,1 0-7 0,0 0-2 16,1 3-8-16,0-4 2 0,-1 4-4 0,1-1 4 15,-1-2-4-15,-3 1-3 0,3-1-2 16,-3-4-4-16,0-1-18 0,0-1-3 0,0-5-11 0,-4-3-19 16,2-4-19-16,-1-1-19 0,-2-1-14 0,1-1-15 15,-2-3-11-15,-2-1-6 0,4-2 4 0,0 2 8 16,0-3-17-16,-1 0-6 0,1-4-21 0,0 0-26 16,0 0-14-16,0 0-111 0,0 0-332 0,0 0 146 15</inkml:trace>
  <inkml:trace contextRef="#ctx0" brushRef="#br0" timeOffset="132479.01">20166 7796 139 0,'-3'-6'273'0,"2"1"-5"16,0 1 9-16,-1 1-2 0,-2-3-16 0,4 6-2 0,4-6-19 16,-4 6-17-16,0-4-19 0,0 4-24 0,2-5-17 15,-2 5-22-15,8-4-8 0,-8 4-19 0,12 2-10 16,0 2-9-16,-1-2-11 0,2 3-9 0,0 1-6 15,3 0-1-15,3 2-16 0,-1 0-8 0,-2 1-9 16,2 0-8-16,-4 1-1 0,0 0-10 0,0 3 9 16,-5-3-14-16,1-2-6 0,0 3-4 0,-3-2-5 15,-2 0-5-15,0 3-3 0,-1-2 1 0,-2 2-3 16,-1-1-1-16,-1-4-3 0,0 3-9 0,0 0-6 16,-1 1-5-16,1-4-5 0,-2 1-5 0,1 0-12 15,1-1-8-15,-1 0-18 0,3 1-18 0,-2-3-31 16,2 1-18-16,2-1-27 0,1 0-43 0,1-1-194 0,1 0-455 15,5-3 202-15</inkml:trace>
  <inkml:trace contextRef="#ctx0" brushRef="#br0" timeOffset="133237.09">20702 7852 185 0,'-4'-3'268'16,"4"3"-20"-16,0 0-26 0,-4-2-25 0,4 2-20 0,0 0-18 0,0 0-13 16,0 0-23-16,-8 9-7 0,3-4-11 0,3 1-9 15,1 2-10-15,-1 1-6 0,4 1-11 0,-1 4-4 16,1-2-8-16,-2-1-3 0,5 3-5 0,0 3-3 16,-2-5-3-16,1 0-4 0,1 0-5 0,0 0-2 15,0 0-7-15,2-1 3 0,-2-3-4 0,3 1-4 16,-4-1 1-16,2 1-15 0,-1-6-2 0,-1 2-3 15,0-1 0-15,-1-2 0 0,1 0-1 0,0 0 2 0,-4-2-4 16,0 0 4-16,11-4 4 0,-7 0-6 16,-4 1 0-16,3-2 4 0,-2 0 0 0,-1-2-1 15,0-1 7-15,0-1 9 0,-1-3 15 0,-2 2 8 0,0-1 8 16,1-2 0-16,0 0 3 0,-1 0 8 0,1 1 6 16,-1-6 12-16,2 5-12 0,-2-2 9 0,2 3 4 15,2 2-2-15,-1-4 1 0,3 3-6 0,-2 4-9 16,-1-1-1-16,3 0-10 0,-1 2-2 0,1-1-9 15,1 2-2-15,2 2-13 0,-2-1 2 0,0 1-5 16,3 0-8-16,-7 3-9 0,15 0-11 0,-10 2-5 16,8 2-10-16,-3 1-2 0,1-1-7 0,-1 2-7 15,2 2-1-15,-2-1-3 0,-1 3 8 0,2-2-8 16,-3 3-9-16,2-1-4 0,-1 0 4 0,-1 3 5 16,1-4-8-16,0 6 0 0,-4-3-2 0,2-1-1 15,-3 1-5-15,3-1-3 0,-3 1 4 0,0-2 7 16,-1 1 5-16,1-1 2 0,-3-2 4 0,-1-1 6 0,0-1 0 15,0-2 8-15,0 3 2 0,0-5 7 16,0-2 27-16,0 5 25 0,0-5 21 0,0 0 6 16,0 0 11-16,0 0 20 0,0 0 0 0,0 0 7 0,0 0 2 15,5-15 4-15,-3 9 17 0,1-5-6 0,1 2 2 16,4-1-13-16,-5 0 5 0,4-2-3 0,0 1-9 16,1-2-8-16,1 1-9 0,1-1-9 0,-1-1-8 15,6 0-4-15,-1 3-8 0,-1 1-6 0,-2 1-4 16,0 1-5-16,3 0-1 0,-5 2-10 0,2 1 2 15,0 0 1-15,0 2-15 0,-4 1-3 0,2 0-4 16,-3 2 0-16,1 2-4 0,-1-1-2 0,2 3-4 16,-1-1 0-16,0 5-2 0,-1 0-2 0,-1 1 2 15,0 2-1-15,1 0-9 0,-1 0-19 0,2 2-23 16,-3-4-18-16,0 5-17 0,-2-2-8 0,-1-1-11 16,-1 1-10-16,0-2-19 0,4 0-24 0,-8 0-21 15,4-1-30-15,-3-1-25 0,2-1-35 0,-4-2-38 16,0 0-208-16,1-3-563 0,-1 2 249 0</inkml:trace>
  <inkml:trace contextRef="#ctx0" brushRef="#br0" timeOffset="133458.01">20672 7486 80 0,'-5'-4'370'0,"-2"-2"-25"0,3 1-35 0,-1 2-28 0,0-2-34 16,1 3-22-1,0-2-31-15,4 4-41 0,-7-2-44 0,7 2-35 16,0 0-24-16,0 0-50 0,-7 6-54 0,5 1-58 16,0-2-60-16,-4 1-181 0,3 2-382 0,-4 1 169 15</inkml:trace>
  <inkml:trace contextRef="#ctx0" brushRef="#br0" timeOffset="135116.34">16620 8586 2 0,'0'0'182'0,"-9"-6"-10"0,5 5-5 0,4 1-3 16,-7-1-7-16,1-2-7 0,6 3-12 15,-8-1-9-15,8 1-14 0,-11-2-10 0,11 2-14 0,-8-2-6 16,8 2-11-16,-5-1-6 0,5 1-10 0,0 0-1 0,-6 0-6 0,6 0-9 0,0 0-3 16,0 0-9-16,0 0 0 0,0 0-2 0,0 0-1 15,0 0-5-15,0 0-1 0,0 0 1 0,11 7-2 16,-5-4-5-16,7 1 2 0,2-1-1 0,4 1 1 15,0-2-3 1,6 0 0-16,7 5 0 0,-2-5 1 0,2 4-5 16,0-5-3-16,8 0 0 0,-1 3 2 0,-4-3 1 15,6 0-3-15,0 1 0 0,-3-1-3 0,2-2 2 0,-2 2-2 16,2 0 4-16,1-2 9 0,0 1 18 0,-2 0-6 16,0 0 2-16,0 1-6 0,2 0-1 0,-3 1-2 15,-4-1-2-15,1 1-1 0,-3-5-2 0,0 4-3 16,0 2-1-16,-1-2 2 0,-8 2-4 0,1-2 0 15,-2 0-1-15,10 0-3 0,0-1-1 0,-2 3 2 16,-7-2-1-16,0 0 1 0,0-1 1 0,-1 2-4 16,0-1 0-16,-2-1 1 0,1 3-3 0,-1-3 2 15,2 1 2-15,-3-1 14 0,4 0 5 0,-5 0 4 16,0-1-4-16,0 1 1 0,5 0-2 0,-5 0-4 0,3 0-1 16,-2 1-1-16,5-1-2 0,-1-1 0 0,2 1-4 15,2-4-1-15,-2 4-3 0,5 1 3 0,1-2-1 16,-7 1-4-16,6 0-2 0,1-2 0 0,-1 1 3 15,0 1 1-15,2-1-1 0,0 0 0 0,1 1 1 16,0 0-1-16,1-2-1 0,2 5-2 0,-2-4 5 16,0 1-3-16,0 0-2 0,2 1 0 0,-2 0 0 15,0-1-1-15,1 1 2 0,3-1-2 0,-4 2-2 16,3-1 2-16,-3-1-1 0,0 0-3 0,3 1 1 16,-1 2-1-16,-1-2 0 0,1 2 0 0,-3-3 2 0,2 5-1 15,-1-4-2-15,-3-1 2 0,2 1 0 0,-2 1-1 16,2 0 4-16,-5-2-6 0,2 1 6 0,2 1-2 15,-8-2 1-15,6-2-4 0,-7 2 3 0,-2-1-2 16,11 1 1-16,-9 0 0 0,7-1-1 0,-7 0 2 0,0-1-1 16,7 1 1-16,0 0 0 0,-8 1-6 0,1-3 5 15,0 3 1-15,8-2 0 0,-9-1 0 0,9 3-2 0,-6-1-1 16,5 0 0-16,-7-1 3 0,7 1-5 0,0 1 4 16,-7-1 1-16,0 1-4 0,-1 1 4 0,1-2-2 15,7-1-3 1,-7 2 3-16,7 0 3 0,-7 2-2 0,-4-4 2 15,4 2-5-15,2 0 1 0,-5 0 4 0,3 0-2 16,0 0 0-16,-2 2 2 0,2-2-5 0,0 1 2 16,2-1-1-16,-3 0 4 0,-1 0-4 0,2 0 3 0,0 1-1 15,-2-1-3-15,-2 2 2 0,-4-2 2 0,5 0-2 16,-2 0 0-16,-3-2 0 0,0 4 1 16,-2-2 1-16,2 0-5 0,0 0 3 0,0 0 0 0,-1 1 3 15,-2-2 1-15,3 1-4 0,-1-2 2 0,-1 2 3 16,0-1 21-16,-4 1 4 0,6-1 6 0,-3 1-4 15,-1 0 6-15,-1-3 3 0,1 2-1 0,-1-2-5 16,1 2-6-16,0-1 0 0,-3 2-4 0,2 0 6 16,-5-3 18-16,2 3-11 0,1-4 11 0,-1 3-3 15,0-1-3-15,-3 1-6 0,-4 1 0 0,8 0 2 16,-8 0-5-16,7-2-3 0,-7 2-6 0,7-2-4 16,-7 2-1-16,4-1-2 0,-4 1-4 0,0 0-11 15,0 0-25-15,3-4-18 0,-3 4-25 0,0 0-31 0,0 0-52 16,0 0-79-16,0 0-85 0,0 0-241 15,0 0-599-15,0 0 265 0</inkml:trace>
  <inkml:trace contextRef="#ctx0" brushRef="#br0" timeOffset="148748.87">19013 9209 121 0,'1'-6'322'0,"3"-5"-21"0,-3 5-12 16,1 1-8-16,-2 0-18 0,1 0-27 0,-1 1-25 16,0 4-28-16,0 0-17 0,0 0 15 0,0 0-1 15,10 14-17-15,-9-3-17 0,3 2-18 0,0 5-7 16,2 2-12-16,-1 0-13 0,-1 5-5 0,4 2-12 15,-3 2-5-15,0-4-7 0,2 5-12 0,-2 0 3 0,-1-4-4 0,2 3-11 0,-5-8-5 16,2 7-6-16,-2-9 5 0,1 0-8 0,-1 2 4 16,0-3-11-16,-1 0 4 0,3-2-3 0,-3-3-10 15,0-1 0-15,0-1 1 0,0-1 1 0,-3-2-5 16,3 0 3-16,-1 0 1 0,0-2 0 0,-2 0-6 0,1 0-5 16,1 0 6-16,0-1 0 0,-1 1-3 0,0-1 5 15,-3-3 2-15,3 0 14 0,-2 1 12 0,-3-2 16 16,7-1 6-16,-8 4 10 0,2-4 18 0,6 0 12 15,-7 0 14-15,7 0 13 0,-8 1 8 0,8-1-1 16,0 0 3-16,-8 0 9 0,8 0 2 0,0 0 3 16,0 0-9-16,0 0-14 0,0-6-15 0,0 6-15 15,0 0-10-15,14-9-16 0,-3 6-13 0,8-2-4 16,0 1-11-16,11 2-19 0,1-2-27 0,0 0-30 0,1 3-30 16,-2-1-44-16,1 2-44 0,0 0-54 0,2 0-49 15,-3 2-39-15,-7 0-49 16,1-1-61-16,6 1-60 0,-9 0-291 0,-1 0-812 0,0 0 359 15</inkml:trace>
  <inkml:trace contextRef="#ctx0" brushRef="#br0" timeOffset="149736.82">19622 9664 166 0,'-4'-4'312'0,"-2"3"-21"0,4-2-27 15,2 3-31-15,0 0-25 16,0 0-22-16,-6-3-13 0,6 3-30 0,0 0-14 16,0 0-10-16,-8 9-14 0,7-4-11 0,0 0-7 15,-1 2-13-15,-1-2 0 0,2 1-8 0,1 4-7 16,1-3 0-16,1 2-9 0,2 0-3 0,-1 2-2 16,3-4-5-16,1 4 2 0,0-4-8 0,3 2 4 15,0-4-3-15,3 1-7 0,-2-1 1 0,3-2-2 16,0 1-6-16,-2-4-6 0,-1 1 3 0,0-2-4 15,-2 1 1-15,0-3 4 0,2 2-5 0,-3-4 0 16,-1-4 2-16,-1 4 10 0,-3-3-4 0,1 1 1 0,-4-4 5 16,0 1-11-16,0 0 20 0,-4 1-9 15,-1-3-2-15,-2 2 4 0,-4-1-4 0,3 0-7 16,-6 0 15-16,2 0-19 0,-3 1 1 0,-4 0-2 0,5 1-2 16,-2 4-3-16,4 0 4 0,2 0-3 0,-2-2-1 15,4 5-6-15,2-2 5 0,2 1-4 0,-5 1-11 16,6-1-10-16,3 3-4 0,0 0-7 0,0 0 1 15,0 0 6-15,0 0 1 0,0 0 0 0,27-1 1 16,-8 1 6-16,3 0-2 0,4-1-5 0,-3 1-3 16,10-2 1-16,-2-1 6 0,0 2-1 0,-9-3 2 15,2 1 1-15,5 1 7 0,-7 0-6 0,-2-2 1 16,-2 1 0-16,-5-2 5 0,0 3-1 0,-1-1 5 0,-4 2 11 16,-2-1 13-16,-1-1 8 0,1 2 6 0,-6 1 4 0,10-3 0 15,-10 1-6-15,0 2-6 0,0 0 0 0,2-5-7 16,-2 5-7-16,0 0 1 0,0 0-1 0,0 0-7 0,-15 0-1 15,15 0-3-15,-8 5 1 0,2-3 1 0,3 3-4 16,1 0 0-16,-1 1-1 0,0 1 0 16,3 1-2-16,0 2 0 0,4 0 4 0,-1 1 0 0,3 0 4 15,0 2-5-15,5-4-2 0,-1 6 3 0,1-1 2 16,2-2-4-16,-1 1 7 0,-2-3-5 0,-1 0-1 16,1 1 1-16,-2-3 2 0,-1-2 9 0,0 2-17 15,-5-1-1-15,1 0 1 0,-1-1-1 0,-4-3 4 16,1 4 1-16,-5-5 1 15,1 2-2-15,-6-1 2 0,-3 2 7 0,1-3-4 16,-2 0 1-16,-4-4 2 0,4 2 0 0,1 0 2 16,2-1 4-16,-1 0 3 0,0-4 8 0,6 4 6 0,-2-2 14 15,5 0 11-15,0 1 2 0,0 0-4 0,4 2-11 16,2-7-12-16,4 1-3 0,3 0-9 0,2-1-9 16,8-1-4-16,2 0-12 0,7-2-8 0,1 0-5 0,-1 0-6 15,5-1 1-15,-3 3-3 0,-3 0-1 0,2 0 3 16,-8 0 5-16,-3 2-3 0,5 0 4 0,-8-2 2 15,0 4 0-15,-4 0 10 0,1 0 4 0,-2-1-2 16,-5 1 14-16,-1 3 5 0,3-2 4 0,-3 1-3 16,-4 2 0-16,1-6-11 0,-1 6 9 0,-1-7-8 15,1 7 3-15,-4-4-3 16,4 4-5-16,-8-1 2 0,7-3-3 0,1 4 5 0,0 0-10 16,0 0 20-16,-17 5-19 0,17-2 2 0,-5 1-4 15,2 0 3-15,3 2 1 0,-2-1 1 0,2 4 1 16,2-1 3-16,1 2 1 0,2 1 3 0,-1 1-4 15,7 4 2-15,-4-3-2 0,5 0 1 0,-1 2-2 16,-4-4 2-16,2-1 4 0,-2 0-5 0,0 1 0 16,-1-1-1-16,-4-2 0 0,1 0-2 0,2-4-1 15,-3 4 5-15,-4-3-6 0,-3-1 6 0,1-2 2 16,-1 3-3-16,-5-3 4 0,-5-2 3 0,1 1-7 0,-2-2 4 16,4 1-11-16,-3-1-18 0,1-3-37 15,1 2-34-15,1 0-36 0,3-2-74 0,2 0-67 16,1-1-256-16,4 0-571 0,4 1 253 0</inkml:trace>
  <inkml:trace contextRef="#ctx0" brushRef="#br0" timeOffset="150085.85">20934 9386 180 0,'6'-11'347'0,"-2"-1"-7"16,0 5 9-16,0 0 5 16,-2 2-2-16,-1 0-16 0,0-1-27 0,2 2-41 15,-3 1-34-15,0 3-22 0,0 0-29 0,-9-2-19 0,9 2-13 16,-16 8-19-16,4-1-13 0,-3 3-23 16,-1 4-2-16,1-1-10 0,-5 7-11 0,6-4-11 15,-5 5 1-15,3 4-4 0,2-8-11 0,0 7-1 0,5-5-4 16,-1 0-2-16,6-2-6 0,0 5 7 0,-1-4-2 15,7 1 0-15,1 1-3 0,3 0 5 0,3-1-16 16,6-2 9-16,3 3-4 0,5-2-1 0,-1-1 6 16,6-3-19-16,-1-2-18 0,3-1-32 0,-1-4-31 15,1-5-34-15,1 6-34 16,-10-7-29-16,10 2-47 0,-8-2-54 0,0-3-61 0,-1-3-59 16,1-2-200-16,-3 3-629 0,3-5 278 0</inkml:trace>
  <inkml:trace contextRef="#ctx0" brushRef="#br0" timeOffset="150334.7">21491 9500 135 0,'1'-4'306'0,"3"-1"2"0,-2 1 4 0,0 0-9 0,0 0-9 16,1 0-16-16,-1 0-19 0,-2 4-31 0,0 0-24 0,3-2-27 16,-3 2-23-16,0 0-17 0,0 0-20 15,0 0 6-15,0 0-26 0,-10 13-14 0,6-6-4 16,-8 3-12-16,1 0 14 0,-3 1-25 0,-2 2-7 0,0 1-2 15,1 0-10-15,-1-1 5 0,-6 5-16 0,0 1 11 16,4-4-8 0,2 1-5-16,2-2-4 0,-2 0 1 0,0 1 1 15,4 0-4-15,-1-3-13 0,-1 1-21 0,8-4-21 16,-4 0-17-16,6-3-16 0,0 2-17 0,0-3-8 16,0 3-19-16,2-7-24 0,2 3-50 0,0-4-66 15,0 0-267-15,0 0-563 0,12-8 249 0</inkml:trace>
  <inkml:trace contextRef="#ctx0" brushRef="#br0" timeOffset="150546.6">21272 9437 27 0,'-2'-3'277'16,"2"3"-21"-16,-4-4-24 0,4 2-25 0,0 2-16 16,0 0-15-16,0 0-5 0,0 0-5 0,0 14 5 15,2-8-11-15,2 4-3 0,1 0-11 0,-1 1-11 16,3 1-18-16,5 2-9 0,1 0-9 0,-1 1-5 0,0-1-5 15,-1 0-16-15,7 3-5 0,-3-3-3 16,0 3-10-16,0-3-4 0,8 3-17 0,-6-3-45 16,-2-2-55-16,2 1-73 0,0-3-70 0,0 1-275 0,-5-4-523 15,8 4 231-15</inkml:trace>
  <inkml:trace contextRef="#ctx0" brushRef="#br0" timeOffset="150716.45">21745 9786 62 0,'0'0'243'15,"0"0"-4"-15,2 3-12 0,-2-3-13 0,0 0-17 0,2 2-9 16,-2-2-7-16,0 0-10 0,-4 8-11 0,4-4-12 16,-4 0-10-16,1 0-14 0,1 2-12 0,-5 1-10 15,0 0-12-15,-1 0-7 0,-2 2-9 0,-4 2 0 16,0 2-8-16,-1-2-6 0,1 1-8 0,-3-1-16 16,3 0-40-16,1-4-46 0,-1 4-75 0,4-4-58 15,2 1-78-15,1-4-142 0,3 2-438 0,3-3 194 16</inkml:trace>
  <inkml:trace contextRef="#ctx0" brushRef="#br0" timeOffset="151274.57">22014 9507 180 0,'0'0'281'0,"0"0"-25"16,0 0-25-16,0 0-26 0,0 0-21 0,0 0-17 16,0 0-19-16,6 12-15 0,-5-7-12 0,2 1-9 15,3 1-11-15,-2 1-13 0,2-1-4 0,1 3-12 16,1-1-3-16,1 2-8 0,-2-3-1 0,3 0-9 16,-3 2-3-16,1-5-8 0,0 0-7 0,0 1-8 15,-2-2-3-15,1-3-8 0,3 0-5 0,-3 0-2 16,0-1-2-16,-7 0 2 0,16-2-3 0,-12-2 2 15,5 0 0-15,-4-4 7 0,2 5 4 0,1-6 15 16,-4 0 18-16,4 1 16 0,-2 1 14 0,0-3 18 16,-1 4 16-16,-3 1 4 0,1-2 20 0,1 3 11 15,-4 0-6-15,4 0-2 0,-1 1-14 0,-2-1-14 0,-1 4-11 16,3-5-16-16,-3 5-14 0,0 0-12 0,3-2-11 16,-3 2-7-16,0 0-7 0,2 10-2 0,-2-10-1 15,0 12-9-15,0-5 3 0,0 3-5 0,0 0-2 16,3 2-3-16,-3 2-4 0,0 1-1 0,0 3 3 15,1 3-1-15,-1-1-4 0,-1-1 3 0,1 2-6 16,0 6 2-16,0 1 2 0,0-4-6 0,-3 5 3 16,3-9-5-16,-3 1 3 0,0-2-6 0,-1 6 5 15,0-3 2-15,1-3-12 0,-3-1 8 0,-1-1 4 16,2-4-3-16,1-3 2 0,-1 1-1 0,-1-4 10 16,-1-1 18-16,-1 0 24 0,-1-2 28 0,-1-3 17 15,-3-4 2-15,0 2-3 0,-6-6-8 0,2-1-8 0,-4-4-9 16,-5-3-7-16,3-1-10 0,-3-4-6 0,7 8-20 15,-4-6-42-15,10 1-60 0,2 3-67 16,0-3-64-16,1 0-57 0,6 5-74 0,4 0-89 0,0 1-330 16,4 1-813-16,7 2 360 0</inkml:trace>
  <inkml:trace contextRef="#ctx0" brushRef="#br0" timeOffset="151587.06">22518 9770 104 0,'0'0'236'0,"0"0"-2"0,3 2-13 16,-3-2-17-16,2 4-19 0,1 1-17 15,-2-1-16-15,3 0-14 0,-2 1-17 0,-1 2-12 16,0-1-11-16,-1 1-8 0,0 0-9 0,3 1-6 0,-6 2-6 16,3 0-6-16,-4 1-10 0,0 0 1 0,-2-1-9 15,-1 1-6-15,-2-1 1 0,-4-2-6 0,-1 0-8 16,-2 4-27-16,-2-1-33 0,-1 0-51 0,3-4-50 16,-2 1-71-16,3-4-157 0,3 1-394 0,5-1 174 15</inkml:trace>
  <inkml:trace contextRef="#ctx0" brushRef="#br0" timeOffset="152167.37">22871 9429 46 0,'0'0'320'0,"0"0"-21"16,4-4-30-16,-4 4-27 0,0-5-29 0,0 5-20 16,0 0-20-16,0 0-21 0,0 0-12 0,0 0-19 15,3 14-11-15,-3-6-7 0,0 0-12 0,0 3-10 0,-1-1-7 16,-1 5-12-16,2-2-3 0,-2 0-5 0,0 4-9 16,1 1-3-16,-3-3 1 0,0 2-9 15,1 1 4-15,0-2-8 0,2 1-8 0,-2-1 4 0,3-3-6 16,-1-1 0-16,1 0-8 0,-3 0-3 0,6-4-4 15,-3 0-2-15,0-1-2 0,0-4 0 0,1 2 3 16,-1-2-1-16,3-1 1 0,-3-2-1 0,8 0 3 16,-8 0-1-16,14-5-5 0,-5 0 7 0,5-1-1 15,-5-2 7-15,7-3-6 0,-2-1 6 0,0-2 3 16,4 1 8-16,-3 0 9 0,-2-1 12 0,2 2 14 16,-1 1 12-16,-5 1 18 0,2 1 11 0,-3 0 4 15,-1 4-3-15,-1 0-6 0,-1 0-12 0,-1 1-2 0,1 0-14 16,-2 2-8-16,0 0-14 0,-3 2-4 15,0 0-6-15,0 0-4 0,14 7-5 0,-10-1-10 16,4 1 4-16,-6 3-1 0,5 0 12 0,-1 3-25 0,-1-5 11 16,1 5-6-16,3-2 2 0,-3 0-12 0,2 0 10 15,-3 0 3-15,3-3-2 0,-1-1-2 0,0-2-5 16,-1 1 13-16,-1-2-4 0,0-2-1 0,3-1 11 16,-1-1-12-16,0-1-2 0,1-1 4 0,-4-3-8 15,6-2 14-15,-2-1 1 0,-1-2-2 0,-1 0-4 16,1-2 0-16,-1 0 1 0,-1-6 5 0,2 1-7 15,-2-1 7-15,-3 0-3 0,-1-1-4 0,1 1-4 16,0 1-10-16,2 3-6 0,-1 3-22 0,-3-4-10 16,2 4-46-16,-1-1-30 0,0 5-29 0,1-2-48 15,-1 5-62-15,3-4-67 0,-4 4-306 0,0 0-678 16,0 4 300-16</inkml:trace>
  <inkml:trace contextRef="#ctx0" brushRef="#br0" timeOffset="152534.1">23517 9191 114 0,'-1'-2'406'0,"0"-3"-3"0,1 5-28 0,-4-4-23 0,4 4-29 0,-2-4-24 15,2 4-48-15,0 0-12 0,0 0-24 0,0 0-26 0,0 0-15 16,0 0-15-16,19 11-21 0,-8-3-12 16,1 4-10-16,2 1-11 0,2 1-18 0,2 7-3 15,-3-6-12-15,1 11-14 0,2-3 0 0,-3 3-6 0,0-1-5 16,-3 1-5-16,0 3-2 0,-2-2-11 0,-2 5 7 16,-1-4-11-16,2 1 4 0,-7-1-7 15,-2 1-3-15,0-1 0 0,-2 1 7 0,-2-1-13 0,-4 0-3 16,0 3-7-16,-2-5 6 0,-4-1-5 0,-2 4-3 15,-1-4 2-15,-4-1-3 0,-2-1-26 0,0 0-37 16,-3 0-28-16,2 0-30 0,-3-1-23 0,-2-2-43 16,0-2-73-16,1-5-78 0,-1-2-253 0,1 0-640 15,6-5 285-15</inkml:trace>
  <inkml:trace contextRef="#ctx0" brushRef="#br0" timeOffset="158731.79">21400 8793 50 0,'2'-5'291'0,"0"1"-7"0,1-1 4 0,-1-2 2 16,1 2-21-16,0 1 0 0,-2-1-10 0,4 0-5 16,-5 2-5-16,3 0-2 0,-2-1-9 0,-1 4-4 15,2-5-11-15,-1 1-11 0,-1 4-15 0,3-5-19 0,-3 5-19 16,1-2-12-16,-1 2-14 0,0 0-18 16,0 0-10-16,0 0-13 0,0 0-10 0,0 0-13 15,0 0-10-15,0-7-11 0,0 7-5 0,0 0-6 0,0 0-11 16,0 0 0-1,0 0-3-15,-4 13 2 0,4-13-7 0,-1 10-5 16,-1-3 10-16,1 0-8 0,1 5 1 0,0-2-6 16,-3 0 4-16,2 3-2 0,1 0-4 0,0-2-1 0,0 3 1 15,0-1 1-15,0 0-3 0,0-1 1 0,0 3-2 16,0-1-7-16,0-3 7 0,-4 6 1 0,4-3 2 0,2-1-5 16,-2-2 1-16,0 0 0 0,-2 0-1 0,4-2-3 15,-4 3 2-15,1-6 4 0,1 2 4 16,0-1-11-16,-2 3 4 0,1-4-3 0,1-1-11 0,-1 0 2 15,1 1 1-15,-2-2-9 0,2-4-7 0,0 6 3 16,0-6 0-16,0 6-4 0,0-6-3 0,0 4 3 16,0-4-5-16,-2 3 2 0,2-3-10 0,0 0-1 15,0 0 0-15,0 4 3 0,0-4 0 0,0 0-3 16,0 0 19-16,2 6-27 0,-2-6 9 0,0 0 4 16,0 3 5-16,0-3 0 0,0 0 4 0,0 0 0 15,0 0 2-15,4 3 17 0,-4-3-13 0,0 0 2 16,0 0 6-16,0 0 1 0,5 1-1 0,-5-1 1 0,0 0 0 15,0 0 0-15,0 0 4 0,0 0-8 16,0 0 10-16,0 0 15 0,0 0-18 0,0 0 1 16,0 0 17-16,0 0-17 0,3 3-3 0,-3-3 1 15,0 0-5-15,0 0-1 0,0 0-11 0,6 1-9 0,-6-1-7 16,0 0-17-16,0 0-11 0,5 1-13 0,-5-1-12 16,0 0-17-16,4 3-31 0,-4-3-27 15,7 1-25-15,-7-1-27 0,0 0-23 0,12-1-25 0,-5 1-195 16,-7 0-500-16,10-4 221 0</inkml:trace>
  <inkml:trace contextRef="#ctx0" brushRef="#br0" timeOffset="159122.12">21603 9042 14 0,'0'0'208'0,"0"0"-5"0,2-5-2 0,-2 5-14 16,0 0-7-16,0 0-18 0,0 0-5 15,0 0-17-15,0 0-12 0,0 0-12 0,0 0-14 16,0 0-8-16,0 0-12 0,0 0-10 0,0 0-6 16,0 0-11-16,0 0-4 0,0 0-6 0,0 0-6 15,0 0-7-15,0 0-6 0,0 0 2 0,0 0-1 16,-13 8-11-16,13-8 5 0,-5 7-7 0,1-5 6 15,0 2-4-15,0 0-6 0,0 1 3 0,0 0-1 16,0 0-4-16,-2 3-2 0,2-4 1 0,0 1 3 16,-1 3-1-16,-2-3-2 0,0-2-1 0,3 8-3 15,0-5 3-15,-3-2-1 0,2 1 0 0,1 0-1 16,-6 0 1-16,5 2 1 0,-2-2 1 0,3 1-4 16,-3-2 1-16,3 1 1 0,1-1-1 0,-1 0-1 15,1 0 3-15,2 0-1 0,-2-2-3 0,3-2-17 0,-4 6-23 16,2-5-25-16,2-1-20 0,-3 5-16 15,3-5-27-15,0 0-32 0,0 0-190 0,0 0-375 16,0 0 167-16</inkml:trace>
  <inkml:trace contextRef="#ctx0" brushRef="#br0" timeOffset="159546.35">21284 9058 152 0,'0'0'210'0,"-3"-4"-6"16,3 4 1-16,0 0-7 0,0 0-4 0,-4-4-11 15,4 4-9-15,0 0-10 0,0 0-10 0,0 0-10 16,0 0-14-16,3-6-11 0,-3 6-12 0,0 0-12 16,0 0-11-16,0 0-2 0,0 0-15 0,0 0-6 15,0 0-8-15,0 0-3 0,0 0-5 0,0 0-6 16,15 8-1-16,-10-7-5 0,-5-1-3 0,4 5-4 0,1-2-4 16,-1 1-2-16,0 0 2 0,-1-1-7 0,2 1 1 15,-1-1-2-15,1 3-2 0,1-2-1 16,-2-1-1-16,0 2 0 0,4 7-2 0,-3-9-2 0,1 3 2 15,0-2 1-15,-1 2-4 0,2 2 1 0,-1-3 2 16,1 3 1-16,2-2-1 0,0 2-22 0,-1-2-31 16,0 1-35-16,3-1-41 0,-3-1-40 0,-1 0-49 15,1-1-49-15,-2-2-136 0,-5 2-429 0,3-2 190 16</inkml:trace>
  <inkml:trace contextRef="#ctx0" brushRef="#br0" timeOffset="162359.49">22228 8798 24 0,'-1'-5'273'0,"1"-1"-7"0,0 0 0 16,0 0-3-16,0 1-11 0,0 1-4 0,0 4-19 15,0-9-7-15,0 9-16 0,1-4-11 0,-1 4-14 16,1-3-15-16,-1 3-16 0,0 0-11 0,2-4-17 16,-2 4-9-16,0-6-14 0,0 6-17 0,0 0-8 15,0 0-12-15,0 0-6 0,0 0-10 0,0 0-5 0,0 0-4 16,0 0 0-16,-2 13-12 0,1-8-3 0,1 4-1 16,-1-5 2-16,-2 7-1 0,1 1-12 15,-3 1 4-15,4-2 2 0,-3 2-3 0,0 4-2 0,2 0 3 16,0 1-8-16,0-3 7 0,-1 3-5 0,3 0-4 15,0 0 21-15,-1-2-22 0,1 4 3 0,-3-6-1 0,3 0-1 0,0-1 3 16,0 1-3-16,3-3 4 0,-3 1-1 16,0-2-5-16,0 1 1 0,1-4-1 0,-1 2-10 15,0-3-1-15,3 3-8 0,-3-2-11 0,0-4-8 0,0 2-1 16,0-1-11-16,0-4-3 0,0 0-5 16,0 8-6-16,0-5-8 0,0-3-4 0,0 0-21 15,0 0-39-15,0 3-48 0,0-3-24 0,0 0-24 0,0 0-34 16,2-13-160-16,0 10-458 0,-2-4 202 0</inkml:trace>
  <inkml:trace contextRef="#ctx0" brushRef="#br0" timeOffset="162649.4">22341 9049 48 0,'1'-2'222'0,"-1"2"-6"0,0 0-9 15,0 0-10-15,0 0-8 0,4-3-14 0,-4 3-13 0,0 0-21 16,0 0-10-16,0 0-17 0,0 0-12 0,0 0-13 16,0 0-7-16,0 0-17 0,0 0-5 15,0 0-4-15,0 0-7 0,0 0-3 0,-12 10-4 0,8-8-4 16,1 4-4-16,-2-1-5 0,-1 0-5 0,0 1 3 16,-2 2-6-16,2-4-1 0,-1 2 4 0,-2 5-7 15,2-6-1-15,-1 4-1 0,-1-3-3 0,3 0 1 16,-1-1-3-16,0 2 0 0,2-3-17 0,-2 1-23 15,0 3-28-15,3-4-30 0,-1-1-22 0,3 0-28 16,-2-1-27-16,4-2-35 0,-7 4-119 0,2-4-343 16,5 0 152-16</inkml:trace>
  <inkml:trace contextRef="#ctx0" brushRef="#br0" timeOffset="162855.63">22017 9042 24 0,'0'0'187'0,"0"0"2"0,0 0-3 0,3 10-5 15,-3-10 2-15,10 6-6 0,-6-2-15 0,2 1-15 16,0 0-15-16,-1-1-16 0,2 3-7 16,4-1-11-16,-3-3-10 0,0 4-6 0,-1 2-12 0,7-3-5 15,-5 5-12-15,1-5-70 0,2 4-89 0,0-2-105 16,0-2-109-16,1 5-346 0,-4-4 154 0</inkml:trace>
  <inkml:trace contextRef="#ctx0" brushRef="#br0" timeOffset="178963.62">23003 8578 221 0,'-2'-6'268'15,"2"-3"1"-15,0 3-6 0,0-1 2 0,1 1-9 0,-1 0-6 16,0 0-12-16,1 1-10 0,-1-1-5 0,3 3-12 16,-3-2-4-16,0 0-20 0,0 5-7 0,1-6-11 15,-1 2-17-15,0 4-11 0,0-5-15 16,0 5-15-16,0 0-11 0,-1-5-12 0,1 5-12 0,0 0-8 16,0 0-8-16,0 0-3 0,0 0-3 0,-4 15 29 15,3-8-1-15,-1 3-4 0,-1 2-7 0,2 0-8 16,-5 4-9-16,4 2-1 0,1 1-19 0,-2 1-2 15,2 0 0 1,-1-1-4-16,2 3 1 0,-1-2-4 0,2 2 1 0,1 6-6 16,-1-7-1-16,2-2 1 0,0 1-3 0,0 1 0 15,0-3-4-15,0 1-1 0,0-2 1 0,-2-1-3 16,0 1 1-16,-1-3 0 0,0 0-2 0,0-1-2 16,2-2 0-16,-2 2-1 0,0-3 2 0,-2 2-1 15,2-3-3-15,0-2 5 0,-1 0 6 0,1 1-11 0,-1 1-2 16,-1-4 5-16,2 1-6 0,-1-1 4 0,-1 1-6 15,2-2 3-15,0-4-1 0,0 7-1 16,0-7 5-16,-1 3-1 0,1-3 1 0,0 6-5 0,0-6 3 16,0 0 0-16,0 0-8 0,-3 4-1 0,3-4-13 15,0 0-12-15,0 0-26 0,4 3-21 0,-4-3-44 16,0 0-30-16,0 0-23 0,0 0-29 0,0 0-28 16,0 0-31-16,0 0-32 0,11-7-26 0,-8 5-15 15,1-2-187-15,-4 4-568 0,4-3 252 0</inkml:trace>
  <inkml:trace contextRef="#ctx0" brushRef="#br0" timeOffset="179264.31">23207 8976 47 0,'0'0'220'0,"0"0"-6"0,0-5 0 0,0 5-1 0,0 0-15 0,0 0-10 15,0 0-12-15,0 0-12 0,0 0-8 0,-4-4-6 16,4 4-7-16,0 0-9 0,0 0-20 0,-15 8-19 16,11-7-10-16,0 4-8 0,-4-1-5 0,5-1-13 15,-2 2-5-15,-3 0-2 0,2-1-7 0,3 2-3 16,-6-1-4-16,2 1-2 0,0 2-5 0,-1 0-5 16,-1 0-2-16,2-2 2 0,-1 0-7 0,2 2 2 15,-3-4-1-15,3 2-7 0,2-1-10 0,0 0-13 16,-1-1-10-16,2 0-19 0,-1 0-17 0,1-2-19 15,3 4-29-15,0-6-24 0,-7 4-26 0,7-4-46 16,-1 2-198-16,1-2-430 0,0 0 191 0</inkml:trace>
  <inkml:trace contextRef="#ctx0" brushRef="#br0" timeOffset="179566.52">22841 8993 173 0,'0'0'303'15,"0"0"-8"-15,-4-3-13 0,4 3-16 0,0 0-22 0,0 0-17 0,0 0-12 16,0 0-29-16,0 0-21 0,0 0-15 0,0 0-23 16,0 0-13-16,0 0-12 0,0 0-9 0,0 0-9 15,0 0-12-15,0 0-4 0,4 13-3 0,-1-9-8 16,1 0-7-16,3 2-10 0,-4 1 3 0,1-1-2 15,5 2-6-15,-3 1-2 0,2-1-7 0,-4 2-1 16,7-4-7-16,-6 2-2 0,2 2-15 0,0-5-22 16,-3 0-24-16,0 3-24 0,4-5-25 0,-5 4-39 15,-2-2-45-15,3-1-37 0,1-2-51 0,-5-2-167 16,1 5-469-16,-1-2 209 0</inkml:trace>
  <inkml:trace contextRef="#ctx0" brushRef="#br0" timeOffset="179820.61">22870 8971 123 0,'0'0'298'0,"-4"-4"-10"15,4 4-12-15,0 0-11 16,-4-4-16-16,4 4-20 0,0 0-13 0,0 0-18 15,0 0-26-15,0 0-11 0,0 0-4 0,4-5-30 16,-4 5-10-16,9 1-14 0,-9-1-8 0,16 4-12 16,-3-4-7-16,-2 4-10 0,4-3-9 0,4 2-1 15,0 2-1-15,2-1-11 0,0 0-9 0,2 0-16 16,0 1-35-16,-2-2-45 0,2 3-50 0,-3-2-71 16,2-3-74-16,0 3-235 0,-3-2-529 0,-1 1 234 0</inkml:trace>
  <inkml:trace contextRef="#ctx0" brushRef="#br0" timeOffset="189055.03">22813 10020 177 0,'-4'-3'251'16,"4"3"-4"-16,-11-4-10 0,8 3-3 0,3 1-9 16,0 0-10-16,-7-4-14 0,7 4-7 0,0 0-10 15,-2-3-13-15,2 3-15 0,0 0-13 0,0 0-8 16,0 0-17-16,0 0 1 0,0 0-15 0,0 0-12 0,0 0-10 15,13-2-13-15,-1 1-3 0,2-1-7 16,6 4-7-16,1-2-5 0,4 0-2 0,-1 0-4 0,-1 0-9 0,1 1 0 0,-3-1-6 16,1 0-2-16,-3 0 0 0,1 2-3 15,-5-3 0-15,-1 0-5 0,1 1 0 0,-2 0-3 0,-6 0 0 0,2 0-2 16,-2 0-2-16,-7 0-1 0,11-3 1 16,-7 3-3-16,-4 0 3 0,10 0-5 0,-10 0 0 0,0 0-7 15,0 0 3-15,0 0 2 0,0 0-6 0,0 0-1 16,0 0 0-16,0 0 2 0,0 0-3 0,0 0 5 15,-27-2 2-15,20 3-6 0,-3-1 2 0,2-1 3 16,-1 1-3-16,-2 0 2 0,5 1-12 0,-2-1-21 16,1 1-28-16,-1-1-30 0,8 0-38 0,-9 3-50 15,9-3-57-15,-6 1-293 0,6-1-574 0,0 0 254 16</inkml:trace>
  <inkml:trace contextRef="#ctx0" brushRef="#br0" timeOffset="189956.07">21164 9944 47 0,'0'0'223'0,"0"0"-17"0,0 0-18 0,0 0-16 16,0 0-17-16,0 0-12 0,0 0-13 0,0 0-16 16,19-4-9-16,-19 4-9 0,11 1-10 0,-2-2-10 15,1 1-4-15,0 0-9 0,3 0-7 0,-2-1-2 16,0 2-9-16,-1 3-3 0,2-3-6 0,-1 0-3 16,1-1-2-16,-1 0-3 0,0 0-5 0,-2 2 0 15,4-2-1-15,-4 1-5 0,-2-1-1 0,1 0-1 16,-1 0 2-16,0-1-6 0,-7 1-2 0,11 1 0 15,-11-1 1-15,8-1-1 0,-8 1 0 0,7 1 10 16,-7-1 6-16,0 0 7 0,0 0 4 0,9 0 6 0,-9 0 0 16,0 0 0-16,0 0 1 0,0 0-3 0,0 0-4 15,0 0-6-15,0 0-2 0,0 0-3 0,0 0 0 16,0 0-4-16,-27-3-5 0,19 3-33 0,0-1-60 16,-1-3-106-16,-3 3-253 0,3-1-473 0,-1-2 209 15</inkml:trace>
  <inkml:trace contextRef="#ctx0" brushRef="#br0" timeOffset="193550.25">13640 2712 282 0,'11'-9'314'0,"0"0"-4"0,-3 1-11 16,-1-1 10-16,1-3-9 0,0-1 11 0,-1 4-12 15,-3-5-2-15,3 3-2 0,-3-1-11 0,0-1-13 16,0 0-22-16,-3 0-17 0,2 1-16 0,-1-1-17 16,-2 0-17-16,0 2-5 0,-2-1-17 0,-1 0-15 0,2 1-15 15,-4-2-13-15,-1 6-14 0,1-3-12 0,-2 2-12 16,0 0-10-16,-2 1-10 0,2 4-9 0,-1 0-6 15,-4-1-10-15,2 4-2 0,-1 0-6 0,-2 3-7 0,3 1-2 0,-1 2-7 16,-2 2-4-16,3-1-1 0,0 6-2 16,1 0-3-16,1 3 1 0,2 13 0 0,2-10 1 15,3 8-1-15,-1 0 0 0,2 1 0 0,3 0 1 16,4 5 0-16,0-2 2 0,4 1-1 0,-2 2 1 16,2-2-1-16,1 2-1 0,-3-1 1 0,0 1-2 15,-1-1 1-15,3-1-6 0,-4 0-8 0,0 0-16 16,-6-2-14-16,3 0 0 0,-4-1-4 0,2-2-10 0,-2-7-10 15,-2-1-8-15,2 1-16 0,-4-3-6 0,3-1-13 16,-2-5-15-16,-1-1-13 0,1-2-14 0,3 0 1 16,-3-2-16-16,2 2 3 0,1-2-3 15,-3-4-39-15,3-2-49 0,0 0-53 0,0 0-288 0,0 0-646 16,-1-16 286-16</inkml:trace>
  <inkml:trace contextRef="#ctx0" brushRef="#br0" timeOffset="193773.87">13359 2976 301 0,'-2'-2'316'0,"2"2"-23"0,0-5-24 0,0 5-32 16,10-5-12-16,-3-1-31 0,7 5-20 0,7-2-20 0,9 0-13 15,1 0-10-15,6 2-16 0,0 1-12 0,2 0 4 16,2 0-26-16,16 0-5 0,-16 1-10 0,2 0-20 15,-3 2-49-15,0-1-63 0,-3 1-69 0,0-2-66 16,-4 4-237-16,-3-1-474 0,-9-4 210 0</inkml:trace>
  <inkml:trace contextRef="#ctx0" brushRef="#br0" timeOffset="194373.94">13848 3137 287 0,'0'0'274'0,"0"-3"-25"0,0 3-27 16,0 0-26-16,4-3-22 0,-4 3-14 0,0 0-17 0,7 11-15 15,-3-5-12-15,-1 0-16 0,1 6-8 0,1-2-7 16,-2 3-8-16,1 3-9 0,0-4-7 0,2 7-7 16,-2-1-1-16,0 0-2 0,0 0-10 0,0-1-3 15,-1 2-5-15,-2-7-4 0,2-3-1 0,-2 4-1 16,-1-4-4-16,3-1-2 0,-3-2 1 0,0-1 1 15,0-2 21-15,0 1 39 0,0-4 30 0,4 2-7 16,-4-2-11-16,0 0-11 0,6-12-5 0,-2 5-11 16,-3-1-2-16,4 3 15 0,2-5-13 0,-3 1-5 0,-1 0 1 15,4 2-11-15,-3 2 3 0,1-1-8 0,-1 0-4 16,0 1-6-16,1 2-4 0,-1-2-7 16,1 4-7-16,-1-1 0 0,-4 2-11 0,14 2 18 15,-7 1-21-15,0-1 6 0,2 1-4 0,-1 3-6 0,0 1 7 16,4-1 2-16,-5-1-7 0,1 2 1 0,3 1 0 15,-3 0 1-15,2-2-1 0,-3-2 1 16,-3 0-1-16,4-2 4 0,-4 1 1 0,2 1 10 16,0-4 6-16,-6 0 20 0,0 0 14 0,10-5 9 0,-3 0 10 15,-6-2 2-15,0-6-10 0,-1 4-6 0,2-3-3 16,-5-4-5-16,2-2-8 0,-5 2-4 0,5-1-7 16,-2-1-3-16,-1 2 0 0,3 3-13 0,-1-2-11 15,2 4-23-15,-2-2-31 0,0 1-43 0,-2 1-30 16,4 2-40-16,0 2-64 0,0 0-63 0,4 1-62 15,0 1-318-15,-1 1-719 0,4 1 318 0</inkml:trace>
  <inkml:trace contextRef="#ctx0" brushRef="#br0" timeOffset="194719.61">14489 2769 326 0,'-1'-6'365'0,"2"0"-5"16,-1 1-12-16,0 1-10 0,0 0-21 0,0 4-27 0,0-5-39 0,0 5-19 16,0 0-27-16,-3-4-29 0,3 4-19 0,0 0-17 15,0 0-13-15,-8 9-17 0,4-2-11 0,-3 0-13 16,2 4-7-16,-5 5-9 0,2 0-6 0,1 0-9 15,-5 4-7-15,7 0 5 0,-4-1-6 0,2 7-6 16,5-5-7-16,-5-1-4 0,7 6 3 0,0-6-6 16,0-1 0-16,5 2-3 0,-1-1 0 0,2-2-3 15,4 1-10-15,0-2-7 0,4-2-6 0,-2 1-21 16,3-3-10-16,0 0-37 0,4-3-33 0,-1-1-27 16,0-2-41-16,1-2-48 0,4-1-48 0,-3-4-48 15,-1-1-233-15,-1-2-594 0,2-3 264 0</inkml:trace>
  <inkml:trace contextRef="#ctx0" brushRef="#br0" timeOffset="194956.04">14941 2839 79 0,'2'-2'333'0,"-2"-2"-11"16,0 4-24-16,2-7-21 0,-2 7-35 0,2-1-25 0,-2 1-23 15,0 0-25-15,0 0-17 0,0 0-14 0,-8 9-14 16,5-2-17-16,-2 3-5 0,-1 0-10 0,-3 4-12 15,-2 0-4-15,1 2-11 0,0 1-6 0,-3 0-5 16,4 1-3-16,-7 6-4 0,3-5-8 0,1-2 0 16,-4 6-7-16,4-5 1 0,-1-1-24 0,2-1-24 15,-2 1-24-15,3-1-21 0,3-5-28 0,0 1-38 16,1-6-48-16,3 1-30 0,1-2-40 0,0-3-170 16,2-2-448-16,0 0 199 0</inkml:trace>
  <inkml:trace contextRef="#ctx0" brushRef="#br0" timeOffset="195158.91">14781 2900 47 0,'0'0'304'0,"0"-5"-20"16,0 5-24-16,0-3-30 0,0 3-25 0,0 0-23 0,0 0-17 16,0 0-21-16,0 0-6 0,7 13-19 0,-1-6-5 15,3 2-10-15,-2 0-10 0,3 4-9 0,3-2-8 16,-2 4-7-16,1 1-4 0,3-2-6 0,0-1-7 15,0 3-3-15,3-4-11 0,-2 2-24 0,-2-1-37 16,5-2-52-16,-2 0-70 0,1-2-72 0,4-1-193 16,-6-2-441-16,3-2 195 0</inkml:trace>
  <inkml:trace contextRef="#ctx0" brushRef="#br0" timeOffset="195423.25">15131 2779 272 0,'0'0'347'16,"0"-5"-34"-16,0 5-29 0,-1-4-31 0,1 4-24 0,0 0-27 15,0 0-16-15,0 0-22 0,0 0-12 0,14 13-13 16,-7-5-10-16,0 3-15 0,4-2-6 0,1 6-11 16,3 0-14-16,-3 1-6 0,1-1-8 0,-1 2-8 15,0 1-7-15,-2 0 13 0,-1 1-25 0,1 1 1 16,-5 1-8-16,2-2-2 0,-4 1-3 0,-3 0-3 15,1-1 7-15,-2 0-12 0,-5 0-6 0,2 1-18 16,-1-2-21-16,-5-1-29 0,1 3-27 0,-1-5-29 16,-1-5-47-16,3-1-68 0,0-1-78 0,0-1-156 15,5-4-495-15,0 0 220 0</inkml:trace>
  <inkml:trace contextRef="#ctx0" brushRef="#br0" timeOffset="195662.84">15773 2823 275 0,'0'0'454'16,"0"0"-12"-16,-3-3-17 0,3 3-24 0,-1-5-30 0,1 5-35 0,0 0-35 15,0 0-34-15,5-6-26 0,-2 4-26 0,3 0-28 16,0 0-26-16,2 1-38 0,5 1-48 0,0-1-54 15,5 1-55-15,2 1-47 0,-1 0-42 0,-4 1-46 16,4 0-56-16,3 0-59 0,0 1-46 0,-2 4-179 16,-7-4-550-16,1 1 244 0</inkml:trace>
  <inkml:trace contextRef="#ctx0" brushRef="#br0" timeOffset="195830.23">15882 2976 101 0,'-12'7'222'0,"3"-2"-16"0,2-1-22 0,1 0-11 0,0-2-6 16,4 1-1-16,2-3 8 0,-4 4-7 0,2-1 18 16,2-3-5-16,4 5-8 0,7-2-13 0,1-2-19 15,7-1-14-15,11 0-6 0,0-3-23 0,1 1-42 16,3 2-66-16,-1-5-74 0,5 2-78 0,0-2-86 16,-1-2-132-16,4-2-413 0,-2-3 182 0</inkml:trace>
  <inkml:trace contextRef="#ctx0" brushRef="#br0" timeOffset="196416.8">16846 2647 276 0,'1'-10'298'0,"2"1"-9"15,-6 1-22-15,3 2-16 0,-1-2-19 0,-4-5-21 16,0 7-21-16,1-1-20 0,-5 0-17 0,-1 0-17 16,-1 3-16-16,-1 1-11 0,-1 1-13 0,-1 0-11 0,-1 3-9 15,0 0-10-15,3 3-5 0,-3 0-11 16,1 1 4-16,1 0-12 0,2 2-3 0,1 0-20 16,2 1-2-16,0 2-2 0,1-1-5 0,3 3 1 15,1-3 2-15,3 2 0 0,0 2 1 0,6 0 1 0,-2-1-5 16,7 3 1-16,-2-2-4 0,2 0 2 0,7 3 1 15,-6-3-1-15,3 1-4 0,0-1 5 16,0 0-2-16,-5-2 1 0,3 1 4 0,-3-4-10 16,-1 3 3-16,-1-3-3 0,0 2-1 0,-1-3 2 0,0 0-2 15,0 0 9-15,0 0-14 0,-5-1 0 0,2-1 2 16,-2-1-1-16,-2 1 2 0,0 1-2 0,-2-1 2 16,-2-2 1-16,-1 1 4 0,-2 0-2 15,0 0-2-15,-4 1 3 0,-3-2-3 0,0-1 3 0,-1 2 5 16,-3-1-11-16,-1 1 5 0,3-3-4 0,2 1-10 15,3-2-15-15,-2 0-7 0,5 2-9 0,2-1-9 16,-3-1-9-16,9 0-24 0,-7-3-31 0,7 3-29 16,0 0-15-16,11-7-37 0,-2-1-29 0,9 0-176 15,1-1-433-15,3 0 192 0</inkml:trace>
  <inkml:trace contextRef="#ctx0" brushRef="#br0" timeOffset="196660.86">17049 2802 159 0,'6'-5'236'0,"1"4"9"16,-4-3 14-16,1 0 7 0,2 2-6 0,-5-1-2 15,4 0-6-15,-5 3-5 0,4-2-20 0,-4 2-27 16,0 0-19-16,6-3-16 0,-6 3-18 0,0 0-15 0,0 0-24 16,0 0-11-16,0 0-14 0,0 0-6 0,0 0-5 15,1 11-11-15,-1-8-4 0,0 4 0 0,0-1-11 16,-1 1-6-16,1 1-3 0,0 0 1 0,-3 0-4 16,3 2-10-16,0 1 1 0,0 1-19 0,0-3-12 15,0 2-21-15,0 0-10 0,0-4-9 0,4 2-6 16,-1 0-9-16,1-1-13 0,-1-3-16 0,5 0-18 15,-3-1-25-15,3-1-24 0,2 1-20 0,5-2-14 16,-3-2-21-16,3 0 4 0,3-2 0 0,-1-2 1 16,3-4 2-16,0 3-112 0,0-6-342 0,7 0 152 15</inkml:trace>
  <inkml:trace contextRef="#ctx0" brushRef="#br0" timeOffset="197378.36">17428 2830 487 0,'14'-10'-6'16,"-3"0"34"-16,-3 1 29 0,-1-4 46 0,-2 3 10 15,2 1 26-15,-2-3 18 0,-5 0 20 0,2 2-1 0,-2 1 7 16,-2-1 0-16,2 1-14 0,-5 0-12 0,0 3-5 15,-1-3-19-15,-1 1-6 0,-1 0-12 0,0 3-12 16,0 3-10-16,-2-3-1 0,0 2-23 0,1 3-6 16,0 0-11-16,2 3-5 0,-7 2-8 0,6-2-3 15,-3 6-2-15,6-2-4 0,-3 2-7 0,2 1 0 16,3 2-1-16,-1 0 4 0,3 5-9 0,2 2 11 16,3-1-12-16,-1 9 1 0,4-3-9 0,4 2 4 15,-2-5 2-15,2 7 0 0,1-4-3 0,1 2 0 16,1-2-2-16,0 1-1 0,0 0 2 0,1-1-3 15,-3-1-1-15,-4-3-4 0,3-1 4 0,-3 0 0 16,-1-1-3-16,-3 0 2 0,-1-2-5 0,-2-4 0 16,2 1 3-16,-6-3-1 0,2 0 0 0,-1 0 7 15,-3-3 0-15,-2-1 35 0,0-2 14 0,-1-1 28 16,-4-1 5-16,0-2 4 0,1 0 4 0,-7-2 3 16,7-1-1-16,-2-2-3 0,2 0-7 0,0-3-1 15,0 1-5-15,0-3-12 0,6 3-5 0,-2-4-4 16,2 0-10-16,2-2-4 0,0 0-5 0,6-5-11 15,-2-3-11-15,3-1-9 0,7-5-15 0,0-2-22 0,5-2-33 16,-1 1-16-16,6 1-5 0,-2 4 4 16,-2-3 4-16,5 7 6 0,-7 4 3 0,-1 1 9 15,2 2 0-15,0 2 10 0,-2-2-1 0,2 5 6 16,-5 0 4-16,0 2 4 0,0 2 9 0,-2 2-7 0,0 0 3 16,1 2-1-16,1 1-2 0,-1 1 3 0,3 2 4 15,-3 0 2-15,0 2-1 0,0 3 14 16,0 0-11-16,0 1 2 0,-1 2-3 0,-1 0 3 15,-1 0 13-15,4 3-11 0,0 0 2 0,-6-2-4 0,1-1 2 16,-1 2 10-16,-1-1-11 0,1-3 1 0,-2 1-1 16,3-1-2-16,-5-1 4 0,2-1-1 0,-2-3-1 15,-1 1 4-15,2 2 1 0,0-4 4 0,-2-3 10 16,0 5 21-16,0-5 5 0,0 0-8 0,0 0 14 16,0 0 4-16,0 0 2 0,0 0 7 0,0-20-2 15,0 12-4-15,3-2 15 0,1 0-19 0,-2-1-2 16,1 0 4-16,4-1-6 0,-5 1 0 0,3-1 0 15,3 2-4-15,-3 0 2 0,1 1-2 0,-2 0-5 16,0 3-3-16,-1-2-9 0,3 4 10 0,-4-1-5 16,2 1-3-16,-1 1-3 0,2 0-9 0,-5 3 2 15,0 0-5-15,10 1 2 0,-10-1-5 0,7 8 2 16,-2-3-1-16,-2 0-1 0,5 4-1 0,-1-2-4 16,-2 4-11-16,2-1-16 0,0 2-21 0,-2-3-12 15,1 1-18-15,2-1-19 0,-4 0-22 0,3 0-19 16,-3-4-23-16,0 0-35 0,-3 0-30 0,3-2-44 15,-1-2-65-15,-3-1-172 0,7 0-555 0,-7 0 246 16</inkml:trace>
  <inkml:trace contextRef="#ctx0" brushRef="#br0" timeOffset="197556.26">17576 2422 149 0,'-10'-8'307'0,"0"1"-34"0,0 1-26 0,4 1-24 0,-1 3-31 0,1-3-40 16,2 3-69-16,0-1-76 0,4 3-69 0,0 0-75 31,0 0-102-31,0 0-260 0,0 0 116 0</inkml:trace>
  <inkml:trace contextRef="#ctx0" brushRef="#br0" timeOffset="197933.31">18652 2542 122 0,'2'-12'323'16,"0"6"3"-16,1-1-7 0,-2-2-16 15,-1 4-28-15,2 1-34 0,-4 0-31 0,1-2-20 16,1 6-24-16,-7-1-18 0,-4 1-17 0,-1 8-13 16,-1 2 0-16,-4 2-23 0,-2 3-7 0,-1 4-11 15,-3 3-11-15,0 2-1 0,2 3-8 0,2 0-4 16,0 2-1-16,5 1-8 0,1-1-4 0,6 1 1 15,4 1-3-15,2-3-2 0,5 4-3 0,4-5-7 16,4-3 2-16,4 0-3 0,1-2 1 0,5 0 7 16,1-3-11-16,3-2-5 0,0-4-12 0,2-3-16 15,1 0-36-15,1-5-50 0,0-2-61 0,-2-5-68 16,-6 0-70-16,1-3-225 0,-1-3-563 0,-1-1 249 16</inkml:trace>
  <inkml:trace contextRef="#ctx0" brushRef="#br0" timeOffset="198405.02">18958 2642 52 0,'-1'-5'252'0,"1"5"-31"0,-3-6-23 0,3 6-22 31,0 0-16-31,0 0-17 0,-12 8-13 0,11 0-9 0,-1 1-11 16,-2 1-13-16,4 8-9 0,0-1-5 0,-3-1-10 15,3 2-5-15,0 0-8 0,0 0-4 0,0 0-7 16,3 0-5-16,-3 1-3 0,4-5 0 0,2-1-4 15,-5 0-3-15,3 0-4 0,0-3-1 0,0-2-1 16,0 0-4-16,0-2-2 0,1-4 3 0,1 1-3 16,1-2-2-16,1-2-4 0,-8 1 3 0,18-6 0 15,-7 0-4-15,-2-3 0 0,5-2 5 0,-2 2 5 16,-1-5 12-16,4-1 20 0,-1 4 3 0,-6 2 13 16,1-2 7-16,1 3-6 0,-2-2 2 0,-1 2-3 15,-1 4-3-15,-1-1-15 0,0 0 3 0,-1 1-11 0,0 4-7 16,-4 0-6-16,14 3-6 0,-9-1 0 15,1 3-5-15,2 5-2 0,5 0-3 0,-6 0 2 16,7 4-6-16,-1 2 0 0,-3-1 0 0,6-1 0 16,-3-2-4-16,-1 3-1 0,1-4 0 0,-3-3 2 0,5 1 3 15,-6-4-5-15,1 0 3 0,-1-1-2 0,0-3-1 16,0 0 13-16,-3-3-10 0,3 1 4 16,-5-4-4-16,2 0 18 0,-1-5-9 0,-1 0 2 15,-4-3-11-15,0 0 1 0,0-6 0 0,-4 1-1 0,-1-2 0 16,-1-1 1-16,-1-7-2 0,1 9-8 0,-4-5-3 15,5 5-12-15,-1 1-12 0,2-1-11 0,0 7-18 16,-1-1-22-16,2 4-33 0,0-2-40 0,0 4-61 16,2 0-74-16,-2 0-228 0,2 4-553 0,1 3 245 15</inkml:trace>
  <inkml:trace contextRef="#ctx0" brushRef="#br0" timeOffset="198616.84">19757 2789 152 0,'0'0'493'0,"0"0"-27"15,8 0-22-15,-8 0-34 0,0 0-36 0,0 0-35 16,0 0-39-16,0 0-26 0,0 0-30 0,0-8-42 16,0 8-50-16,0 0-68 0,0 0-75 0,0 0-74 15,0 0-69-15,-14-2-63 0,14 2-94 0,-11 1-252 16,9 4-588-16,2-5 260 0</inkml:trace>
  <inkml:trace contextRef="#ctx0" brushRef="#br0" timeOffset="199108.66">20340 2708 208 0,'8'-7'333'16,"-4"-1"-6"-16,2 0-19 15,-2 3-22-15,0-2-20 0,-2 0-14 0,3 1-33 0,-5-3-14 16,0 4-27-16,-3-4-20 0,-1 4-21 0,0 1-12 16,-4 0-16-16,-2-1-11 0,-3 2-15 0,-2 2-4 15,-4 1-10-15,-2 3-10 0,-1-2-3 16,-1 4-10-16,0-3-4 0,-1 5-1 0,3-1-8 0,0 1-3 15,0-2-2-15,3 4-8 0,0-3 1 0,4 1-3 16,3-1-5-16,0 1 0 0,3 0 4 0,2-2-6 16,1 1 6-16,5 2-6 0,2-1 5 0,4 1 10 15,4 0-15-15,7 2 4 0,8 3 0 0,8-4-3 16,6 0-5-16,-2 0 3 0,2-1-4 0,2-3 1 16,0 1-2-16,-3-3-2 0,-1 0 3 0,-2-1-5 15,-1 0 0-15,1-2-2 0,-6-2-2 0,-9 0 1 16,1-1 1-16,-3-1 0 0,-8-2-6 0,1 1-3 15,-4-1 1-15,2-2 3 0,-6 0-8 0,-2-2 2 16,2 0-1-16,-6-3 2 0,-1 1 0 0,-8-5 1 16,1 5-4-16,-3-3 1 0,-10-1 3 0,-2-2-3 15,1 4 5-15,0 1 0 0,-5 3 0 0,8 1 3 16,3 1-14-16,-1 2-24 0,2 1-23 0,3 1-22 16,2 3-25-16,2-3-24 0,1 4-32 0,2 2-31 15,3 0-22-15,-1 0-32 0,6-2-172 0,-1 6-462 16,1-6 204-16</inkml:trace>
  <inkml:trace contextRef="#ctx0" brushRef="#br0" timeOffset="199342.6">20370 2425 43 0,'-4'-5'267'0,"4"5"-30"16,0 0-27-1,0 0-23-15,-7 7-18 0,4-4-22 0,-1 4-11 16,0 3-15-16,0 8-7 0,-1 0-11 0,1 2-6 0,2 9-6 16,0 1-9-16,2 1-6 0,1 2-5 0,3 3-7 15,0-4-5-15,-1 4-5 0,2-3-5 0,-1 1-2 16,2 2-4-16,-1-2-4 0,0-3-4 0,0 0 0 0,-1-4-9 16,0 0-32-16,-3-9-49 0,2-3-57 15,0-2-76-15,1-3-186 0,0-1-405 0,2-2 180 16</inkml:trace>
  <inkml:trace contextRef="#ctx0" brushRef="#br0" timeOffset="199687.29">20967 2495 56 0,'3'-7'327'16,"-2"3"2"-16,2-1-8 0,0 0-19 0,-3 1-20 16,3 0-16-16,-1 2-23 0,-2 2-30 0,0-4-22 0,0 4-21 15,0 0-23-15,0 0-18 0,-5-5-23 0,5 5-5 16,0 0-4-16,-18 8-17 0,7-2-9 0,0 2-11 16,-5 2-2-16,2 2-9 0,-2 2-1 0,2-1-5 15,1 3-6-15,1-1 1 0,-1 8-4 0,1-5-6 16,4 0-3-16,0 2-2 0,2-1-1 0,1 0-1 15,5-1 5-15,-1 1 5 0,2-1-14 0,4 0 3 16,1 1-2-16,3-2 10 0,4 1-11 0,-1-2-3 16,11 2-11-16,-7-3-2 0,5-4-22 0,-1-1-41 15,7-1-40-15,-5-1-52 0,9-2-57 0,-9-6-61 16,0 1-273-16,-2-3-591 0,3-1 261 0</inkml:trace>
  <inkml:trace contextRef="#ctx0" brushRef="#br0" timeOffset="199904.79">21371 2592 92 0,'0'0'238'0,"-3"-4"-20"16,3 4-26-16,0 0-21 0,-7-1-13 0,7 1-19 16,-9 5-13-16,5 0-10 0,-1 0-11 0,-1 4-14 15,-2-1-6-15,-3 6-6 0,2 1-10 0,-1-1-3 16,-3 1-4-16,3 0-8 0,-4-1-4 0,5 2-10 15,-2 1 1-15,-4 1-4 0,5-1-3 0,2-2-13 16,-5 0-22-16,5 1-41 0,-1-6-49 0,0 0-59 16,2-4-184-16,-1 2-361 0,4-1 160 0</inkml:trace>
  <inkml:trace contextRef="#ctx0" brushRef="#br0" timeOffset="200127.67">21181 2606 74 0,'0'-4'331'16,"-2"2"-30"-16,2 2-28 0,0-5-30 0,0 5-32 0,0 0-17 15,0 0-22-15,0 0-17 0,0 0-17 0,4 19-6 16,1-8-12-16,1 1-15 0,1 3-10 0,5 5-11 16,-1-3-9-16,8 6 1 0,-8-5-12 0,10 3-7 15,-2 1-9-15,1-2-22 0,0-2-36 0,-2-4-40 16,0 0-68-16,3-3-77 0,-3-3-239 0,1 1-470 15,2-2 208-15</inkml:trace>
  <inkml:trace contextRef="#ctx0" brushRef="#br0" timeOffset="200394.24">21619 2466 54 0,'-6'-1'414'0,"2"-3"-15"0,1 3-15 16,3 1-30-16,-6-5-28 0,6 5-24 0,-4-2-31 0,4 2-21 0,0 0-24 15,0 0-30-15,0 0-11 0,0 0-15 0,13 10-19 16,-5-4-15-16,3 3-13 0,5 1-12 0,2 2-14 16,5 6-8-16,-1 0-6 0,0 1-9 0,1 1-4 15,0 2-10-15,-4 5-5 0,0-5-11 0,-4-1-3 16,-3 5-15-16,-3-7-37 0,-1 7-45 0,-8 1-41 15,-8-1-32-15,-2 2-30 0,-5-2-38 0,-7 3-59 16,-5-1-69-16,-17 6-253 0,3 0-624 0,-3 0 277 16</inkml:trace>
  <inkml:trace contextRef="#ctx0" brushRef="#br0" timeOffset="201789.66">21360 3067 236 0,'1'-4'282'0,"1"0"-9"0,-1 0-11 0,1 2-3 15,-2 2-30-15,2-6-17 0,-2 6-24 0,0 0-17 16,2-5-22-16,-2 5-20 0,0 0-11 0,0 0-16 15,0 0-10-15,0 0-12 0,0 0-5 0,-2 18-9 0,2-7-5 16,-1 0-10 0,-2 7 8-16,-1 1-19 0,0 10 6 0,-4 1-11 0,1 1-7 15,0 2 3-15,-1 3 1 0,0 13-5 0,4-12-4 16,0 2-2-16,3 10 1 0,-1 2-1 0,5-3-6 0,0-10 7 0,4 9-3 16,3-8-4-16,0-3-2 0,2-1 2 15,-1-2 1-15,3-1-6 0,-5-1 0 0,3-6 1 16,-1 2-4-16,-4-10-7 0,1-2-11 0,-1-3-21 15,-3-1-14-15,0 0-24 0,0-4-18 0,-4-3-12 0,0 1-32 16,0-2-65-16,0-3-62 0,0 0-181 0,-16-5-477 16,7-1 212-16</inkml:trace>
  <inkml:trace contextRef="#ctx0" brushRef="#br0" timeOffset="202729.97">21371 3035 161 0,'0'0'163'16,"-3"-5"-31"-16,3 5-9 0,0 0-10 0,0 0-10 15,0 0-9-15,-9 11-12 0,2-5-6 0,3 0-9 16,1 0-2-16,-2 6-11 0,-2-2-11 0,-2 0 2 15,3 0-4-15,1 2-2 0,-1-3-6 0,-1 1-5 16,1 1 2-16,0-1-5 0,2-2-5 0,0-2 4 16,1 0 2-16,-2 0-4 0,3 0-3 0,-2-1 2 15,0-3 5-15,4 2 25 0,0-4 17 0,-2 5 27 16,2-5 19-16,0 0-11 0,0 0-11 0,0 0-8 16,0 0-7-16,2-14-8 0,2 6-10 0,0 2-4 15,2-4-7-15,-2-1-5 0,0 1-1 0,0-1-6 16,3-1-4-16,-2 0-5 0,-1-1 10 0,1 2 5 15,-1 0-3-15,0 1 11 0,-1 0-12 0,1 3 2 16,1 1-3-16,-4 1-8 0,3 0 0 0,-1 0-4 16,-3 2-3-16,4 0-4 0,-4 3-2 0,0 0-2 15,10 0 5-15,-10 0-9 0,13 4 0 0,-7 0-2 16,2 2-1-16,0 1 1 0,4-1-2 0,-1 4 0 16,0-1-3-16,0 0 1 0,3 3 2 0,-1-3-2 0,-2 1-1 15,4 2-2-15,-5-1 4 0,3-1-1 16,-1 1-3-16,-2-1 1 0,0-1 2 0,0 0-3 15,0-4 1-15,-2 3 3 0,1-2-4 0,-6-2-1 16,1-1 6-16,2 2-2 0,-2-3 1 0,-1 1 4 0,-3-3 0 16,2 3 10-16,-2-3 7 0,0 0 1 0,0 0-6 15,0 0-3-15,0 0 0 0,-16-1-4 16,1-1-2-16,1-1 1 0,-5 2-4 0,0-2 2 0,-4 0-2 16,-1 1-4-16,2-2-4 0,0 3-22 0,2 0-32 15,0 1-34-15,2-2-34 0,0 5-42 0,4-3-63 16,4 1-257-16,0 2-521 0,6-2 231 0</inkml:trace>
  <inkml:trace contextRef="#ctx0" brushRef="#br0" timeOffset="204231.87">19252 3260 5 0,'0'-6'379'0,"2"1"-13"16,-2 1-20-16,2 0-31 0,-2 0-26 0,0 4-34 16,2-4-32-16,-2 4-31 0,0 0-25 0,0 0-17 15,0 0-15-15,0 0-18 0,-6 16-10 0,3-5-11 16,3 8-10-16,-1 10-4 0,0 1-10 0,1 4-7 15,0 2-5-15,1 0-7 0,3 13-3 0,0 1 0 16,3-1-7 0,1 0-2-16,-5-14-7 0,2 2-3 0,-2 1-2 15,1-2 1-15,2 0-7 0,0-5-15 0,-3 1-15 0,-2-2-17 16,-2-4-9-16,0 0-24 0,-2-7-14 0,-1 1-18 16,1-4-22-16,-5 1-21 0,4-7-52 0,0 1-52 15,-2-6-59-15,-2 2-149 0,2-3-480 0,1-1 213 0</inkml:trace>
  <inkml:trace contextRef="#ctx0" brushRef="#br0" timeOffset="204906.32">19327 3186 205 0,'-3'-7'253'0,"3"7"-19"0,0-6-17 16,0 6-14-16,-2-5-9 0,2 5-25 0,-2-2-17 0,2 2-21 16,-5-1-14-16,5 1-13 0,-9-2-13 0,9 2-7 15,-11 4-9-15,2-1-9 0,-2 1-5 0,-1 1-9 16,1 3-4-16,0-1-4 0,-4 3-4 0,3-2-5 16,-6 2-1-16,6-2-4 0,1-2-4 0,-1 3-4 15,2-3-1-15,1 1-5 0,-2-1-5 0,4-1-1 16,2 0-5-16,1-2-2 0,-2-1-1 0,5 3 2 15,-3-2 6-15,4-3-4 0,-3 2 6 0,3-2 1 16,0 0-3-16,0 0 0 0,15-8-4 0,-8 1-2 16,1 2 2-16,4-3 0 0,-1 1-2 0,0-1 1 15,4 0-3-15,-4 0 1 0,-3 1 0 0,3 1-2 16,-3-1 2-16,-1 2 3 0,-3 2-3 0,1-2 0 16,2 3 0-16,-4-2-2 0,0 3-5 0,-3 1 1 15,7-1 1-15,-7 1 3 0,9 3-3 0,-1 0 1 16,-1 1-2-16,-3 2 0 0,6 2 1 0,0-1 2 15,-1 3-5-15,0 0 5 0,6 1-2 0,-5-2 1 16,4 0-1-16,0 0 4 0,-3 0 0 0,1 0-1 16,3 0-2-16,0-2 2 0,-4-3 1 0,1 1-1 15,2-1 1-15,-6-2 2 0,-1 2-1 0,4-1 2 16,-6-3-3-16,3 2 4 0,-1-1 17 0,0-1 26 16,-2 1 28-16,-5-1 11 0,0 0-2 0,6-4-12 0,-3 0-6 15,-3 4-5-15,0 0-13 0,-9-7-4 0,0 5-7 16,-2 0-5-16,0-2-7 0,-5 3-3 15,-2 0-1-15,-4 1 0 0,-1-1-4 0,1 1-8 16,-2 1-20-16,2 0-24 0,-1 4-29 0,4-3-31 0,-1 3-29 16,1-4-60-16,6 2-79 0,4 1-230 0,3-1-531 15,1 1 235-15</inkml:trace>
  <inkml:trace contextRef="#ctx0" brushRef="#br0" timeOffset="-212571.35">13850 3716 81 0,'-6'1'295'16,"6"-1"-21"-16,0 0-20 0,0 0-13 0,-8 2-20 15,8-2-16-15,0 0-10 0,0 0-11 0,0 0-20 16,0 0-9-16,19 2-20 0,-4-3-9 16,7 0-13-16,11 1-9 0,3 0-16 0,3-2-11 0,16 1-5 15,6 2-6-15,-1 1-9 0,0 0-4 0,1 1-6 16,3-1-6-16,-5 3-4 0,2-2-3 0,-5 1 0 0,-1 0-8 15,-14-2-1-15,-1 2-1 0,0-3-2 16,-6 1-4-16,0 0-3 0,-1-3 0 0,-10 1 0 0,-4 0-3 16,-4 0-3-16,-1-1 2 0,-2-1-3 0,-4 1 2 15,0 1 0-15,-1-2 1 0,-2 0 1 0,-2 0 1 16,-3 2-5-16,4-3 1 0,-4 3 0 0,0 0-9 16,-7-6-16-16,1 3 2 0,-4 1 1 0,-4-1-2 0,0 1 2 15,-8-2 2-15,0 2-1 0,-11-2 4 16,1 2-3-16,-2 1 3 0,-3 1-1 0,-1-2 3 15,1 2-1-15,0 0 2 0,-2 2-2 0,5 0-1 0,-1-1 6 16,2 1 0-16,-4 0-2 0,6 1 2 0,1-2-3 16,4 1 1-16,6 0 2 0,2 1-4 0,3-2 2 15,6 0 1-15,3-1-2 0,-3 1 4 16,4 2-8-16,5-3 4 0,-6 0 0 0,6 0-1 0,0 0 6 16,0 0-6-16,22-3 4 0,-1 3-4 0,9-2 0 15,6 2 1-15,2-3 1 0,0 2-4 0,-1 1 6 16,6-1-6-16,-9-4-4 0,0 5-7 0,-3-2-6 15,-2 2-19-15,-6-1-5 0,-5 0-10 0,-2 1-4 16,-4 0-6-16,-2 0-12 0,-3-2-16 0,-7 2-28 16,7-1-43-16,-7 1-39 0,0 0-184 0,0 0-423 15,-37-2 188-15</inkml:trace>
  <inkml:trace contextRef="#ctx0" brushRef="#br0" timeOffset="-207397.75">12801 2904 275 0,'-3'3'265'0,"3"-3"-13"0,0 0-21 15,0 0-11-15,0 0-8 0,0 0-29 0,0 0-14 16,0 0-8-16,0 0-21 0,0 0-13 0,0 0-11 15,0 0-12-15,7 5-12 0,-1-4-7 16,0-1-9-16,5 2-8 0,1 0-7 0,2-1-3 0,5 2-4 16,0 2-7-16,0-2-5 0,2-1-4 0,0 2 5 15,-2-1-14 1,3-1-29-16,-3 2-40 0,0 0-53 0,-4 0-57 0,-1 0-64 16,-1-1-229-16,-3 2-477 0,-2-2 211 0</inkml:trace>
  <inkml:trace contextRef="#ctx0" brushRef="#br0" timeOffset="-207222.84">12828 3127 201 0,'-4'3'293'0,"4"-3"-8"16,0 0-12-16,0 0-5 0,0 0-27 0,-4 2-24 15,4-2-24-15,0 0-20 0,0 0-20 0,25-5-13 16,-13 4-12-16,0-1-20 0,3 0-16 0,4-1-31 15,3 2-60-15,-3 0-65 0,-4 0-70 0,4-1-63 16,0 1-209-16,-5 0-439 0,-1 0 195 0</inkml:trace>
  <inkml:trace contextRef="#ctx0" brushRef="#br0" timeOffset="-206300.57">12128 2852 56 0,'4'-6'376'0,"-4"6"-15"0,5-2-16 0,-5 2-31 15,0-3-22-15,0 3-32 0,0 0-20 0,3-3-37 0,-3 3-26 0,0 0-22 16,0 0-23-16,0 0-11 0,0 0-15 0,0 0-11 16,1 8-12-16,-1-2-12 0,0 0-7 0,2 0-13 15,-2 1-6-15,1-1-7 0,-1 3-4 0,4-2-6 16,1 3-5-16,-2-2-4 0,3-1 1 0,2 1-5 15,-4-1-2-15,0-2-1 0,5 1-4 0,-2-1 16 16,0-1-19-16,0-3 2 0,0 2 11 0,2-2-17 16,0-2 2-16,-3 1 17 0,2-4-15 0,-1 2-2 15,6-5 3-15,-8 2-3 0,6-3-2 0,-2 2 2 16,-4-3 6-16,0 0 4 0,3 1 10 0,-3-2 9 16,0 5 5-16,-1-3 13 0,1 3 7 0,-2-2-3 15,2 2-1-15,-2 2-2 0,0-2-8 0,-1 0-15 16,1 3-2-16,-3 2 3 0,4-5-8 0,-4 5-8 15,0 0-5-15,6 0 6 0,-6 0-6 0,5 6 0 16,-1 1-4-16,3 3 10 0,-4 4-14 0,2 3 0 0,2 2 3 16,-3 9-4-16,1 2 5 0,-1 0 8 15,1 0-14-15,-1 3-3 0,3 0 5 0,-7 2 0 16,4 1 3-16,-2 1-1 0,2 1 1 0,3 11-1 16,-6 1 2-16,2-13 7 0,0 0-10 0,0-1 4 0,1 0-3 15,0 1-3-15,-4-4 3 0,1-2 7 0,-1-2-7 16,0-1 1-16,0-8-2 0,0-1 3 0,-4-2-3 15,4 1 1-15,-1-7 2 0,-2 1 2 16,0-2-3-16,1-2 8 0,0-1 34 0,-2-2 33 0,4-1 41 16,-3 2 40-16,2-4 35 0,-6 1 23 0,7-3 11 15,-6 0 1-15,6 0 8 0,-11-3-5 0,2-1-3 16,0-2-3-16,-2-2-6 0,-1-5-12 0,-6-1-14 16,3-1-14-16,-7-6-12 0,6-1-15 0,-2-5-12 15,-1 1-16-15,4-1-58 0,0-5-67 0,6 2 0 16,-2-5 0-16,2 0 0 0,2-1 0 0,5 3 0 15,-1-2 0-15,3 1 0 0,5 0 0 0,0 1 0 16,2 0 0-16,5 2 0 0,-1-1-142 0,1 5-115 16,3-3-50-16,2 2-41 0,0 3-50 0,1-1-51 15,1-1-74-15,-3 3-439 0,-2-4-1041 0,1 4 461 16</inkml:trace>
  <inkml:trace contextRef="#ctx0" brushRef="#br0" timeOffset="-205127.62">12322 2490 2 0,'0'0'236'0,"0"0"-24"16,0-3-23-16,0 3-21 0,0 0-22 0,0 0-14 15,0 0-15-15,0 0-10 0,0 0-13 0,-8 12-13 16,5-8-3-16,-1 3 1 0,3 0-4 0,-3 2-2 15,1-1-8-15,-4 2-3 0,5 1-2 0,-5-1-10 16,1-1 1-16,1 2 0 0,1-1-1 0,-2 1-4 16,1-3-4-16,-1 2-2 0,2-2-5 0,0-1-7 15,0 0 2-15,2-4-5 0,-1 4 1 0,2-2-1 16,-4-3 0-16,3 1 22 0,2-3 18 0,-3 1 6 16,3-1 25-16,-3 6 19 0,3-6 41 0,0 0 4 15,0 0 0-15,0 0-17 0,0 0-13 0,0 0-14 16,3-14-7-16,-3 4-17 0,1 5-10 0,1-6-4 0,0 3-11 15,0-2-5-15,2 1-9 0,-1-1-2 16,-1-1-9-16,2 5-12 0,-4 0 11 0,2 0-4 16,0 1-13-16,-2 2 7 0,3 0-5 0,0-2 3 15,-2 1-8-15,-1 4-4 0,0-4-8 0,3 0 5 0,-3 4-9 16,0 0-1-16,1-3-6 0,-1 3 12 0,0 0-9 16,0 0 2-16,14 3 0 0,-9 0-1 15,2 1-6-15,-1-2 4 0,1 1 2 0,3 2-2 16,-2-1 4-16,1 1-4 0,-1 2 3 0,3-2-5 0,0 1 2 15,-6-1-2-15,3 0-3 0,-1 2 0 0,1-1-4 16,-1-1 18-16,-3 0-7 0,3 2 6 0,-2-4-12 16,-1 2 3-16,0-2 0 0,-1 0-5 0,1 1-4 15,-1 1-12-15,0-4-4 0,-1 3-19 0,2 0-5 16,-1-2-12-16,-3-2-9 0,1 4-10 0,2-2-11 16,-3-2-17-16,3 4-14 0,0 2-21 0,-2-4-42 15,3 1-64-15,2-2-74 0,2 0-192 0,-3 2-559 16,5-5 247-16</inkml:trace>
  <inkml:trace contextRef="#ctx0" brushRef="#br0" timeOffset="-195978.19">26158 1788 261 0,'-2'-6'255'0,"2"0"-13"16,2 0-17-16,0 2-12 0,-2-1-19 0,0 1-12 15,3 0-12-15,1-1-3 0,-3 3-16 0,3-2-14 16,0 0-14-16,3 1-13 0,-3 2-7 0,4-2-14 0,-1 1-9 16,0 2-7-16,1-1-11 0,0-1-2 0,1 2-10 15,0 4-5-15,1-1-6 16,2 0 11-16,-3 3-17 0,3-1-8 0,-1 1-1 0,-2 2 0 16,0 0-3-16,2 3-2 0,-1-2-3 0,-1 7 1 15,1-6-3-15,-2 0-4 0,-3 6-15 0,1-4-9 16,2-1-11-16,-6 1 1 0,3 5 1 0,-7-4-23 15,-1-2-18-15,3 2 5 0,-4-3 4 0,-2 0 7 0,0 1 8 16,2-2 6-16,-5-1 9 0,-1-1 13 0,3 0 6 16,-1 0 9-16,1-3 11 0,-1-1 12 0,3-1 17 15,1 0 23-15,-2 0 34 0,6-2 34 0,-7 1 23 16,7-1-6-16,0 0-20 0,-2-7-6 0,3 0-15 16,3 0-11-16,4-2-11 0,3-3-10 0,4-1-5 15,4-1-10-15,6-4-11 0,-1 0-2 0,5 1-12 16,-2 2 2-16,0 0-3 0,-3 1-3 0,-3 3-1 15,-5 0-8-15,2 1 1 0,-6 1 5 0,-1 5 3 0,0-4 8 16,-3 4 2-16,-1 1-7 0,-3-1-2 16,0 3-8-16,-4 1-6 0,6-5-13 0,-6 5-10 15,0 0 4-15,0 0-1 0,0 0 3 0,0 10-2 16,-2-3 0-16,-4 4-3 0,3-3 4 0,0 4-2 0,-4-1 1 16,0 5-3-16,3 0 2 0,-1 1 2 0,4 0-22 15,1 1-21-15,2-2-22 0,2 2-26 0,4 0-13 16,1 1-25-16,2 4-40 0,2-4-77 15,6 1-81-15,-3-4-298 0,7 2-672 0,-2 0 297 0</inkml:trace>
  <inkml:trace contextRef="#ctx0" brushRef="#br0" timeOffset="-195465.31">25182 2636 353 0,'0'-5'395'0,"0"0"-16"16,0 2-24-16,-1-2-25 0,1 5-36 0,0-7-32 0,0 7-26 16,0-5-33-16,0 5-24 0,-3-3-24 15,3 3-19-15,0 0-15 0,0 0 2 0,-9 12-32 16,6-7-21-16,0 1-23 0,-4 4-28 0,0 0-24 15,1-4-18-15,0 5-17 0,0-1-22 0,0 0-23 0,1 1-27 16,-3-2-36-16,2 0-55 0,3-2-57 0,1-1-209 16,-4 1-507-16,6-4 225 0</inkml:trace>
  <inkml:trace contextRef="#ctx0" brushRef="#br0" timeOffset="-195314.71">25306 2666 81 0,'1'7'137'0,"-1"-7"-22"16,-5 7-8-16,-2 2-15 0,3 0-11 0,-1 3 1 16,-5 2-5-16,2 4-11 0,-2 2-29 0,2 4-74 15,-3 2-103-15,2 1-152 0,-1-2 68 0</inkml:trace>
  <inkml:trace contextRef="#ctx0" brushRef="#br0" timeOffset="-194740.41">25690 3207 122 0,'0'-11'260'0,"0"1"-1"0,-2 1-5 16,-1-1-18-16,2 1-17 0,-2-1-16 0,-1 4-21 15,0-2-17-15,-4 1-16 0,0-1-16 0,-2 3-16 0,0 0-10 16,0 3-15-16,-2 1-11 0,-2-1-8 0,3 2-8 15,-4 3-6-15,0-1-8 0,-4 3-4 0,6 2-2 16,-3 1-8-16,-1 0-6 0,5 2 11 0,-5 2-16 16,8-3-4-16,-2 5 2 0,3-2-6 0,2-2 0 0,2 3-2 15,3-3 0-15,0 0-1 0,-3-2 1 16,4-2-4-16,5 2 2 0,-4-1 2 0,3-2 1 16,2-3 1-16,2 2-1 0,1-4-3 0,2 1-1 15,2-1 0-15,3-2 9 0,-2-2-12 0,3-2 7 0,-2-1 18 16,2 1 7-16,-5-1 12 0,1-1 22 15,1-2 11-15,-2 2 20 0,-4 1 22 0,3 1 12 16,-5 0 11-16,0 1-6 0,-1 1-1 0,-3 1-13 16,2 0-15-16,-1 0-14 0,-3 3-19 0,7-2-10 0,-7 2-17 15,4-3-24-15,-4 3-17 0,0 0-6 0,0 0-17 16,9 9-15-16,-6-4-21 0,1-1-24 0,-1 2-17 16,4 5-10-16,-3-4-19 0,8 3-5 0,-4-2-33 15,6 5-39-15,-2-4-36 0,2 3-70 0,-1-6-52 16,1 3-213-16,2-4-608 0,-3-1 269 0</inkml:trace>
  <inkml:trace contextRef="#ctx0" brushRef="#br0" timeOffset="-194361.04">25951 2996 130 0,'-2'-6'325'0,"-2"3"-23"0,4-1-34 0,0 4-28 16,-1-3-30-16,1 3-24 0,0 0-23 0,0 0-5 15,0 0-23-15,-4 10-13 0,1-1-17 0,2 0-6 16,1 4-14-16,-4 0-6 0,2 1-7 0,0 2-3 16,0 2-10-16,2 0-3 0,-3-1-5 0,2 0-5 15,0-1-5-15,-1 0-2 0,-3-5-6 0,4 2-2 16,-1-3-2-16,2-2 0 0,-1-2-2 0,-2-1-4 16,3 1 5-16,0-3 8 0,0-3 34 0,0 5 13 15,0-5-4-15,0 0-10 0,0 0-6 0,0 0-5 16,14-11-9-16,-9 6-4 0,-1 0-9 0,3-3-1 15,-3 3-6-15,4 0-5 0,2-2 4 0,-5 3-10 16,2 0-2-16,1 1-3 0,-2-2 0 0,-2 4-8 16,0-1-1-16,-4 2-5 0,11 0-10 0,-11 0-7 0,9 6 5 15,-5-2-2-15,-1 1-1 0,-2 2-1 16,1 0 12-16,-1 3-10 0,-1 1 1 0,-3-1-3 16,2 0-2-16,-2 2-8 0,-2-1-11 0,0-1-5 15,-1 1-9-15,-1-1-12 0,4 0-5 0,-5-3-13 0,3 3-17 16,-2-4-22-16,3-1-29 0,0-1-32 0,1-1-43 15,0-2-225-15,3-1-488 0,0 0 216 16</inkml:trace>
  <inkml:trace contextRef="#ctx0" brushRef="#br0" timeOffset="-194124.99">26277 3158 16 0,'-9'-4'288'0,"0"4"2"16,-1 0 0-16,-3 0-13 0,0 0 4 0,1 2-33 0,2-2-23 0,-1 3-23 16,0-1-16-16,3 0-30 0,0 1-11 0,1-2-16 31,3 3-9-31,0 2-13 0,-2-1-10 0,5 0-7 16,-2 2-10-16,6-1-10 0,-2 4-14 0,5-1-16 15,-1 2-21-15,7-1-39 0,-1 1-50 0,7 1-63 16,-6-4-81-16,7 0-77 0,-2 2-157 0,4-4-484 0,-1 1 214 15</inkml:trace>
  <inkml:trace contextRef="#ctx0" brushRef="#br0" timeOffset="-193410.74">26838 3171 90 0,'5'-5'357'16,"-4"-1"9"-16,1 0-3 0,0 0-9 0,0 0-12 0,0 0-30 16,0 0-28-1,-4 0-30-15,2-1-17 0,-4 2-34 16,4 1-19-16,-5-3-23 0,-3 5-20 0,2-2-16 0,-2 2-10 16,-3 0-16-16,0 2-11 0,-2 3-5 0,-1-1-23 15,1 3-20-15,-1 1-24 0,-2 1-17 0,0 3-23 16,2 0-10-16,0-2-7 0,6 0-8 0,-2 2 1 15,2 0-3-15,0-1 1 0,1 2 3 0,3-4 4 16,0 0 3-16,4-1 4 0,0-1 5 0,0 2 5 16,4-2 2-16,-1-2 4 0,1 0 4 0,7-1 3 15,-4-2 0-15,4 1 2 0,-2-2 3 0,5-3 2 16,-3-1-1-16,2-1 6 0,-2 1 17 0,3 0 14 16,-3 0 9-16,-2 0 6 0,-2 0 3 0,2 0 11 15,-2 1 9-15,-3 0 6 0,2 1-8 0,-1 1-13 16,-1-1-4-16,-4 3-16 0,4-3-10 0,-1 0-10 15,-3 3-4-15,0 0-1 0,0 0 10 0,7 11-16 16,-6-7-8-16,3 2-1 0,-1-3-6 0,3 4 2 16,-1-1-2-16,0-1 0 0,2 3 1 0,1-1 1 15,2-1 1-15,-1-1 3 0,2 0-18 0,1-1-1 16,2-1-4-16,1-2 1 0,-3 0 1 0,1-1 1 0,-1-1 2 16,1-2 0-16,-2-1 0 0,0 0-2 15,0-3-8-15,-2-1 1 0,5-1-12 0,-8-1-10 16,4-5-4-16,-6-1 6 0,1-4-15 0,0-1-4 15,-4 1-7-15,-1-6 12 0,3-2 2 0,-3 9 7 0,0-2 10 16,-4-5 16-16,-3 8 15 0,0-2 13 0,-2 5 17 16,-1 1 7-16,-1 0 2 0,-3 2 1 15,1 5-2-15,-4-4-2 0,0 5-1 0,-4 1-2 16,-1 1 7-16,0 2 0 0,0 7 3 0,-1-2 0 0,-4 6 6 16,-2 3-5-16,5-1-1 0,-1 5 0 0,6-2-3 15,-1 5 0-15,1 2 1 0,4-3 6 0,4 1 5 16,-4 6 1-16,6-1-1 0,0-4-1 0,5 0-3 15,0 7 4-15,2-7 5 0,4 7 0 0,1-7-3 16,1-1 13-16,0 0-10 0,6-1-6 0,-3 0 0 16,6 1-5-16,1-2 2 0,6 2-5 0,-1-6-13 15,0-2-34-15,7 2-44 0,-7-3-59 16,12 0-73-16,-7-4-89 0,4 0-283 0,-5-3-617 0,4-1 273 16</inkml:trace>
  <inkml:trace contextRef="#ctx0" brushRef="#br0" timeOffset="-192601.2">27361 3177 91 0,'0'0'280'15,"0"0"2"-15,0 0-3 0,0 0-10 0,0 0-6 0,0 0-15 16,0 0-8-16,-8 0-6 0,8 0-11 0,0 0-8 16,0 0-15-16,0 0 7 0,0 0-21 0,0 0-9 15,0 0-9-15,0 0-14 0,20 5-6 16,-5-5-4-16,7 3-18 0,8-2-20 0,8 2 4 0,3-1-21 15,18 4-9-15,-2-1-8 0,2-2-12 0,4 1-4 16,6 1-5-16,-1-2-3 0,0 0-13 0,2 0 3 16,3-1-1-16,26 1-6 0,-36 1-6 0,0-3-1 15,-4-1-4-15,-2 0-2 0,-17 3-1 0,0-4-3 16,-6-1-5-16,-2 1-4 0,-9 0 1 0,-2 0-8 16,-8-1 5-16,-1 1 1 0,-3 0-2 0,0 1-9 15,-1 0-30-15,0-1-24 0,-4-2-50 0,-4 3-32 16,0 0-29-16,0 0-24 0,-14-4-28 0,14 4-41 15,-13-4-61-15,2 3-266 0,-1-2-641 0,0 3 284 16</inkml:trace>
  <inkml:trace contextRef="#ctx0" brushRef="#br0" timeOffset="-192174.52">28898 3145 190 0,'-3'-3'305'15,"2"-2"-34"-15,1 5-22 0,-8-3-25 16,2 1-21-16,6 2-26 0,-7 0-17 0,7 0-16 16,-14 2-15-16,8 0-16 0,-1 3-2 0,3-3-17 0,-4 3-14 15,3-1-6-15,3 2-7 0,-2 1-3 0,4-4-5 16,0 3-10-16,0 1-3 0,4-2-1 0,-1 1-6 16,1 1-1-16,0-5-3 0,3 4-6 0,0-3 0 15,-2 0-3-15,1-2-2 0,-1 0-2 0,-5-1-1 16,12 0 0-16,-12 0 0 0,10-2-4 0,-6-2-5 15,-3 0-3-15,4-1 2 0,0-1 2 0,-5-1-2 16,0 2 0-16,1-3-3 0,-2 1-1 0,-4 1-2 16,5-1-5-16,-2 1-1 0,-1 0-10 0,2 0-21 15,-2 1-29-15,-1 1-29 0,4 4-39 0,-5-5-40 16,5 5-42-16,-2-3-37 0,2 3-138 0,0 0-417 16,0 0 185-16</inkml:trace>
  <inkml:trace contextRef="#ctx0" brushRef="#br0" timeOffset="-191084.31">29299 3082 259 0,'0'-4'369'16,"0"-1"-15"-16,-1 0-25 0,-2-1-10 0,2 1-29 16,0-2-20-16,-1 2-27 0,-1 0-30 0,1-1-19 15,-4 0-17-15,2 0-21 0,-2 1-32 0,-4 1 1 0,2-2-15 16,-1 4-16-16,-3 1-7 0,1 0-11 0,-2 1-10 16,1 2-6-16,1 0-11 0,-3 4-1 0,3-1-8 15,-1 1-4-15,4 2-10 0,-3 1-20 0,4 0-9 16,-4 4-9-16,4-1-9 0,5-1-3 0,-4 2-3 15,6 0 3-15,2 1-7 0,2-4 6 0,1 3 0 16,1-1-7-16,3 0-1 0,2 1-1 0,3-2-7 16,3-1-8-16,-2-2-4 0,0-3-7 0,4 2-9 15,-1-3 6-15,-3-3 4 0,5 0 2 0,-5-1 7 16,-2-2 4-16,0 1 16 0,-1-3-6 0,-1 0 5 0,1-1 4 16,-1 0 8-16,-2-2 19 0,1 1 27 15,-4 1 6-15,-1 0 15 0,-1-1 7 0,-1 1 7 16,1 1-6-16,0 1 1 0,-3-1-10 0,-1 4-7 15,3-4-4-15,-3 4-8 0,0 0-4 0,-1-4-8 0,1 4-2 16,0 0-8-16,0 0-9 0,0 0-2 0,0 0-2 16,-7 11-3-16,7-5 3 0,0-1 0 15,4 0-5-15,-1 1 4 0,-2-1-2 0,3 2-3 16,0-1-2-16,3-1 8 0,0 3-11 0,4-1 2 0,-6-2-4 16,4-2 1-16,-4 0-9 0,6 0 4 0,-6-2 2 15,2 0-6-15,0-1 0 0,-7 0 2 0,13-2 4 16,-7-2-6-16,-2 0-4 0,0-2 7 0,0 1-2 15,-4-2 4-15,2 1 1 0,0-1 5 0,-2-2 1 16,0 0 9-16,0-1 9 0,0 1 5 0,0-1 5 16,0-1 15-16,0 1-2 0,0 0 16 0,0 2 14 15,0 1 0-15,0-1-5 0,0 2 4 0,0-1-4 16,0 1-6-16,4-1-4 0,-1 2 0 0,2 2-6 16,-5-3-4-16,5 2-2 0,-1 3-11 0,1-1-2 15,3 2-4-15,-8 0-6 0,15 0-4 0,-4 2-5 16,-1 2-5-16,-1-1-4 0,-1 3-4 0,3-1-1 15,-3 1-8-15,-1 4-3 0,5-2 2 0,-5 2-1 16,1 0-2-16,-2-1-1 0,-1 0-4 0,5 0-3 16,-5 2 3-16,3-2 0 0,-6 1 1 0,1-2 0 15,-3-2 6-15,4-1 9 0,-3 2-4 0,0-2 3 16,2-2 9-16,-3-3 5 0,0 5 21 0,0-5 21 16,0 0-1-16,0 0 0 0,0 0 19 0,0 0-2 15,0 0 4-15,0 0 10 0,4-13-3 0,0 6 6 16,-1 2-6-16,1-1-4 0,1-1-3 0,-3-1-6 15,7 3-1-15,-1-3 7 0,-2-1-20 0,2 2-5 16,0-1-5-16,0 1-1 0,-1 2 14 0,1 1-23 16,-3 0-6-16,2 1-1 0,-1 1-2 0,-1 0-3 15,-2 1-6-15,-3 1-14 0,0 0 0 0,12 3-4 16,-8-1-6-16,-2 1 1 0,1 1-1 0,-2 2-3 0,3 0 0 16,-3-1-1-16,-1 1 1 0,3 0-4 15,-3 0 1-15,0 1 3 0,2-1-1 0,-2-1 9 16,0 1 0-16,0-2 4 0,2 0 3 0,-2 0 0 15,0-4 10-15,0 3 12 0,0-3 5 0,4 3-2 16,-4-3 6-16,0 0 11 0,0 0 11 0,15-6 12 0,-11 2-3 16,2 1 8-16,-1-2-2 0,3-1 25 15,-4 2-2-15,5-3 8 0,-1 0 3 0,-3 2-5 0,3 2 2 16,0-5-2-16,-1 5-8 0,-2-2-5 0,2 2-3 16,-1-1-9-16,-2 1-8 0,0 1-4 0,0 1-12 15,-4 1-13-15,6-2-21 0,-6 2-17 0,0 0-21 16,13 5-21-16,-10 0-27 0,0 0-9 0,1 0-19 15,1 0-8-15,-1 3-18 0,2-1-28 0,-1 5-39 16,-1-2-52-16,2-3-53 0,-1 2-270 0,5-1-631 16,-8-1 279-16</inkml:trace>
  <inkml:trace contextRef="#ctx0" brushRef="#br0" timeOffset="-190324.29">30419 2565 311 0,'0'0'342'0,"0"0"-30"15,2-5-30-15,-2 5-37 0,0 0-26 0,0 0-31 16,0 0-8-16,0 0-24 0,0 0-18 0,0 0-13 15,0 0-11-15,-7 13-16 0,2-7-28 0,5 0-15 16,-1 2-10-16,0 1-36 0,-2-1-24 0,1 2-25 16,1 1-42-16,1-1-54 0,0-2-51 0,0 0-42 15,1-2-138-15,1 3-397 0,1-4 175 0</inkml:trace>
  <inkml:trace contextRef="#ctx0" brushRef="#br0" timeOffset="-190159.66">30598 2681 73 0,'0'0'256'0,"4"-2"-24"0,-4 2-26 0,0 0-25 16,0 0-23-16,0 0-22 0,0 0-5 0,0 0-17 0,-1 13-7 0,-1-8-9 15,1 2-9-15,-5 3-6 0,1-2-6 16,3 5-45-16,-4 3-69 0,5-4-84 0,-1 3-182 0,-2-2-327 16,0-1 144-16</inkml:trace>
  <inkml:trace contextRef="#ctx0" brushRef="#br0" timeOffset="-189127.41">32092 1606 312 0,'2'-2'310'0,"-2"2"-36"15,0 0-29-15,0 0-29 0,0 0-27 0,0 0-21 16,0 0-16-16,0 0-13 0,0 0-14 0,-6 12-14 16,6-5-9-16,-3-2-14 0,3 4-3 0,0-1-14 15,1-1-1-15,1 5-7 0,0-2-7 0,2 2-2 16,3-1-4-16,1-1-2 0,3 3-3 0,0 0-7 15,1-5-3-15,-1-1-4 0,0-2-8 0,1 0-2 16,3-2-1-16,0 1-7 0,-2-4 0 0,7-4-1 16,-6 3-2-16,-4-5-1 0,3 0 0 0,-4-1 2 15,3-4-2-15,-1-2 4 0,0 4 9 0,-3-1 19 16,0 1 19-16,-1 1 19 0,0-2 4 0,0 2 13 0,0-2 16 16,-2 4-2-16,-1 1 0 0,-4 2-9 15,4-1-11-15,-2 1-19 0,1-1-7 0,-3 4-19 16,0 0-31-16,0 0-8 0,0 0 0 0,0 0-5 15,7 11 1-15,-7-3-9 0,5 10 8 0,-3 0 1 0,5 9 2 16,-3 2 3-16,0 1 5 0,3 3-7 0,1 0-5 16,2 0 5-16,3 15-1 0,-3-15-4 0,0 4 9 15,4 12-5-15,-7-12-5 0,4-2 6 16,-3-1-2-16,0-1 0 0,-1-1 5 0,0-2-2 0,-3-4 5 16,0-5-5-16,-3-3 0 0,-1 0-4 0,0-5-4 15,-2 0 6-15,-2-4 13 0,2-3 17 0,-4 0 30 16,-1-1 19-16,-4-1 22 0,-4-4 13 0,-4-4 11 15,-2-1 12-15,-6-4 8 0,-3-5-4 0,3-2-13 16,-3-2 11-16,2-1 12 0,3-1 17 0,2 1 12 16,4-1-5-16,0-1 7 0,8 3-21 0,1-1-18 15,1 0-12-15,5-3-17 0,5-3-36 0,4-5-25 16,9 3-37-16,1 2-41 0,6 2-45 0,6-1-46 16,1 1-45-16,5 3-39 0,0 2-81 0,1 5-77 15,0 3-90-15,0 2-106 0,-3-1-306 0,0 4-927 16,-3 1 410-16</inkml:trace>
  <inkml:trace contextRef="#ctx0" brushRef="#br0" timeOffset="-188048.3">32111 3114 116 0,'0'0'282'0,"0"0"-9"0,0 0-12 0,0 0-14 15,0 0-21-15,0 0-28 0,13 2-12 0,-4-2-18 16,5 0-19-16,0-2-17 0,6 2-13 0,2 0-11 16,0 2 0-16,1-1-15 0,2-1-15 0,-4 0-8 15,0 0-9-15,0 1-5 0,-2 0-7 16,-3-1-3-16,-2 2-8 0,-3-1-12 0,0-1-16 15,0 2-17-15,-6-2-21 0,0 2-26 0,-5-2-25 16,0 0-28-16,0 0-38 0,0 0-22 0,0 0-25 0,0 0-22 16,0 0-138-16,-17-9-380 0,9 6 168 0</inkml:trace>
  <inkml:trace contextRef="#ctx0" brushRef="#br0" timeOffset="-187795.61">32282 2967 22 0,'0'0'222'0,"0"0"-22"0,0 0-21 16,0 0-22-16,0 0-20 0,0 0-12 0,0 0-10 15,0 0-15-15,0 0 22 0,-1 15-1 0,1-9-11 16,1 1-5-16,1 3-8 0,-2-1-4 0,2 5-10 15,-2-3-12-15,0 0-4 0,0 1-3 0,0 4-12 16,0 1-4-16,0 0-2 0,0-3-4 0,-2 2 0 16,2 1-4-16,0 0-2 0,0-1-4 0,-2-3 0 15,2-1-6-15,4 4 4 0,-4-3-2 0,0-3-9 16,0 1-20-16,0 0-39 0,0-2-50 0,3-4-61 16,1 2-41-16,-1-1-173 0,-1-3-395 0,2-1 175 15</inkml:trace>
  <inkml:trace contextRef="#ctx0" brushRef="#br0" timeOffset="-187416.09">32649 2941 211 0,'2'-2'446'0,"-2"2"-21"16,0-5-15-16,0 5-66 0,0 0-29 0,0 0-38 15,0 0-37-15,0 0-23 0,0 0-31 0,0 0-14 16,-3 13-9-16,2-6-26 0,1 6-10 0,-5-1-16 15,3 5-4-15,0 0-14 0,1 1-6 0,-2 1-12 16,3-1-4-16,0 2-4 0,3-1-7 0,-2 1-2 0,3 1-3 16,1-2-7-16,-1 0-8 0,1 0-7 15,-3-1-4-15,6-1-43 0,-3 1-51 0,1-5-50 16,-1-2-76-16,1-1-129 0,-4 5-331 0,3-10-703 16,-3-1 311-16</inkml:trace>
  <inkml:trace contextRef="#ctx0" brushRef="#br0" timeOffset="-180962.34">24974 1339 27 0,'-7'-1'137'0,"7"1"-11"0,0 0-11 16,0 0-6-16,0 0 5 0,0 0-25 0,0 0 3 16,0 0-3-16,0 0-10 0,0 0 3 0,0 0-11 0,0 0-6 15,0 0 1-15,0 0 1 0,0 0 2 16,0 0 2-16,0 0 12 0,0 0-2 0,0 0-5 16,0 0 4-16,0 0 10 0,22 5 11 0,-6-2 3 15,3-1-14-15,3 0-7 0,8 1-8 0,2-2-5 0,2 4-8 16,6-5-6-16,-2 2-5 0,5 1-8 15,12-3-4-15,2 7-3 0,0-4-4 0,3-2-1 0,0 4-3 16,-3-3-3-16,1 1-1 0,4 0-2 0,-6 0-4 16,0-2-2-16,1 3 0 0,-2-4-3 0,-1 2 1 15,-14 2-3-15,17-2 2 0,-17 0-5 0,3 1 0 16,13-3-6-16,-2 4 8 0,-13-2-3 0,1-1 0 16,12 3 0-16,-12 0-3 0,12 0 0 0,-13 0 0 15,1-3 2-15,12 2-4 0,-13 0 2 0,3 2-2 16,10-4-1-16,-1 1 2 0,-9 0-1 0,12 0 0 15,-3 3 10-15,5-1-13 0,-4-1-1 0,2 1 4 16,0-3-3-16,1-1 3 0,2 2 0 0,-4 2-3 16,2-3 3-16,-2 3-4 0,-1-4 5 0,-12 3 0 15,13-3-4-15,-1 1 1 0,-12 1-1 0,1-1 0 16,-4-1 3-16,18 2 2 0,-19-2-3 0,6 0-1 16,11 2 3-16,-14-1-4 0,14 0 1 0,-14 0 1 15,14 1-2-15,-14 0 2 0,16-1-2 0,-16 0-1 16,19 4 2-16,-22-3-2 0,18 1 2 0,-13-1 4 15,14 1-4-15,-5 2 0 0,-9-3 0 0,11 1 1 16,0 3 2-16,0 1-2 0,2-6-3 0,-14 3 3 16,17 1 2-16,-5 1-3 0,5 1 0 0,-5-3 0 15,6 0 0-15,-1 4 4 0,0-2-8 0,-6-2 6 16,7 2 1-16,-1 0-3 0,-1 1-2 0,-16-3 3 16,14-1 0-16,-2 5-1 0,2-1 0 0,-1-5 3 15,-1 3 0-15,0 0-5 0,1-1 1 0,-1 0 2 16,6 0 1-16,-20 0-4 0,5-3 2 0,9 2 1 15,-12 1-1-15,15-1-2 0,-15-1 3 0,0-1 0 16,1-1-4-16,-1 1 4 0,1-3-3 0,-3 2 4 16,1 0 3-16,2-3-6 0,-1 3 3 0,0 0-2 15,12-1 2-15,-12-2-2 0,-1 0 1 0,-1 1-2 16,4 2 2-16,-2-3-1 0,-4-2-2 0,6 8 5 16,7-7-4-16,-13 3 1 0,-1 1 2 0,3-3-4 15,-5 2 1-15,-1 1 2 0,5-2-3 0,-5 4 11 0,3-2-11 16,-6-3 0-16,2 2 4 0,-2 1-4 0,1-1 0 15,0 1 4-15,-2 0-6 0,4-3 4 16,-1 1-3-16,-2 0 1 0,3 1 2 0,-4 0-2 16,1 1 1-16,1-1 0 0,-1-1 1 0,0 2-3 15,2-2 0-15,-13 1 3 0,12-1 2 0,-9-2-5 0,8 3 1 16,-1 1 3-16,-6-4-4 0,-3 3 1 0,0 0-2 16,1-3 3-16,-1 1 0 0,-2-2-1 15,-6 2 3-15,5 0 0 0,-3 1-3 0,-2 1 1 16,-3-1-1-16,4 2 3 0,-3-4-3 0,-3 2 2 15,2 0 1-15,-5-1-3 0,7 2 4 0,-7 1 0 0,2-3-5 16,-2 2 4-16,-5 1-3 0,5-2-2 0,-5 2 2 16,9 0 1-16,-2-2-1 0,-7 2 1 15,11-1-1-15,-11 1-1 0,11-1 0 0,-4 1-2 16,-7 0 1-16,19-1-5 0,-11 2 0 0,4-1-1 16,0-1-4-16,-1 1 6 0,5 1-8 0,-2-1 3 0,1 1 6 15,5-1-8-15,-2 0-1 0,1 0 2 0,-5 1-1 16,1-1 2-16,0 2 3 0,-1-2-22 15,0 0 6-15,1-2-2 0,-3 2 6 0,1 0 7 16,0-1-3-16,-7 1 0 0,3 0 6 0,-2-2-1 16,-2 2 6-16,-5 0-4 0,13-2 5 0,-9 2 4 0,1-3 1 15,-5 3 0-15,7-1-3 0,-4-1 5 0,-3 2 1 16,0 0-6-16,9-3 3 0,-9 1-3 16,0 2 5-16,8-2-6 0,-8 2 0 0,8-2 3 15,-1 2 2-15,-7 0 0 0,11-1-3 0,-2 1 1 16,1 0-2-16,-4-1 1 0,7 2 7 0,-1-2-2 0,-1 2-3 15,0 0 3-15,3-2-7 0,-3 2-3 0,0 0 6 16,-3 0 4-16,1 1-6 0,-2-2 2 0,0 2 6 16,-7-2-6-16,9-1 0 0,-3 2 1 15,-6-1-2-15,8 1-3 0,-8-1 1 0,5 2-2 16,-5-2-1-16,0 0 0 0,0 0-4 0,3 3 8 16,-3-3-4-16,1 5 3 0,-1-5-2 0,0 6 1 0,0-1 2 15,0-1-2-15,0 5 2 0,2-2-2 0,-4 1 1 16,2 1 5-16,-1 5-3 0,2-1 2 0,-2 6-4 15,4 8 8-15,-5-7-6 0,5 7 4 16,1 0 2-16,-1 4-7 0,-2 0 5 0,1-1 1 16,1-1 0-16,1 3 4 0,-2 0-14 0,1-4 11 0,-3 7-1 15,5-5-4-15,-3 2 7 0,1 0-3 0,-3-2-4 16,2 3 6-16,-2-4 12 0,3 2 4 0,-3-2 1 16,-3 4-5-16,6-4 1 0,-3-2-4 15,1 1 2-15,-5 0-4 0,4-1 3 0,0 2-6 16,-2-1 5-16,4-1-4 0,-4-1 0 0,-1 2 4 0,1-1-10 15,2-5 4-15,0-1-1 0,0-1 1 0,0 1 3 16,0 0-2-16,0-1-2 0,0 0 2 0,-2-1 0 16,2 2 1-16,-3-2-5 0,2 2 2 15,-1-1-3-15,1 0 2 0,1-2-2 0,-1 0 1 16,1-1 2-16,-4 1-3 0,2 1 2 0,2-2-4 0,-3 2 4 16,3-3-2-16,0 1-3 0,-1-1 6 0,1-3-8 15,0 3 5-15,1 1 0 0,-2-1-2 0,-2-3-1 16,3 4 2-16,-1-1 4 0,-2-4-6 15,3 6 2-15,-1-4-3 0,-1-1 2 0,2 1 1 16,0 3 0-16,-1-5 1 0,1 2 0 0,-3 3-2 16,3-4 7-16,-3 1-8 0,3 1 2 0,-2 3-2 0,2-4 0 15,0 4 2-15,-3-3-2 0,3-2-1 0,0 0 4 16,0 0 0-16,0 0-3 0,-2-1 1 0,0 1 0 16,2 2-2-16,0-6 5 0,-1 3-4 15,1 3 2-15,0-4-3 0,0-3-1 0,-1 2 5 16,-2-3-4-16,1 4 2 0,2-4-1 0,-2 0 3 0,0 0 0 15,2 0-3-15,-4-1 0 0,4 2 1 0,-1-2-3 16,1 1 3-16,-2-2 1 0,2 0 1 0,0 0-1 16,0 2-1-16,0-5 2 0,-1 3-5 15,2 1 4-15,-1-1-1 0,0-2 2 0,0 1 0 16,0-4 0-16,-1 8-2 0,1-4 2 0,0-4 0 16,-2 3-4-16,2-3 3 0,0 0-3 0,-2 4 1 0,2-4-1 15,0 0-1-15,0 0 1 0,-1 5 1 0,1-5 2 16,0 0 3-16,0 0 3 0,0 0-6 15,0 0-3-15,-4 1 0 0,4-1 3 0,0 0-2 16,0 0 2-16,-13 0 1 0,7 0-1 0,-4-2 0 16,-1 3 3-16,0-2 2 0,-4 1-2 0,2-3-1 0,-5 3 3 15,-3-1-2-15,-2 2-2 0,2-2 1 0,-4 1-3 16,2-1 1-16,-11 1 0 0,3 1 2 0,0 0-5 16,-2-1 4-16,-1 4-3 0,-3-1 5 15,0-1-2-15,-3 0 2 0,3 0-4 0,-7-2 1 0,5 3-2 16,-4 1 0-16,0-1 3 0,-12 3-6 0,-1-5 5 15,14-1 1-15,-13 3-2 0,13-1 3 0,0-1-2 16,-14 2 1-16,15-2-1 0,1-1 1 0,-15 1-4 16,0-1 3-16,16 2 3 0,-3-4-8 0,-14 4 3 15,14-2 12-15,1-2-11 0,-1 1 1 0,-14 1-2 16,14 0 1-16,0-1 0 0,0 0-2 0,-1 1 8 16,-11-2-8-16,12 2-1 0,-12-1 4 15,12 1 0-15,2-1 0 0,-4 1-2 0,4 0-1 0,-1-3 1 16,-1 2-1-16,1 2 0 0,2-1 1 0,-16-1 3 15,14 1-1-15,-2 3-2 0,1-3 2 0,2 2 5 16,-3-1-7-16,1 1 0 0,2-2 0 0,-16 1-1 16,17 0 4-16,-2 0-4 0,0 2 0 0,2-2 2 15,-3 2-1-15,2-4 2 0,2 2-5 16,-2 0 5-16,1-1-2 0,3 2 1 0,-2-1 4 0,-2 0 1 16,5 0-6-16,0-1-3 0,-4 2 3 0,4-1-1 15,-6-1 2-15,3 1-3 0,-1 0 1 0,3 1 1 16,-2 1 3-16,-4-4-2 0,4 2-1 0,-6-1 0 15,4 0 2-15,-3 0-2 0,0 0 3 16,1 2-5-16,1-1 5 0,-1 1 4 0,-11-4-7 0,12 4 1 16,0-1-5-16,0 0 7 0,-13-2-6 0,14 1 3 15,-17 1 0-15,15 0-1 0,-11-3-2 0,-3 1 8 16,2 1-6-16,10-2 1 0,-11 1 4 0,-2 4-5 16,1-1-3-16,-1-4 1 0,15 0 2 0,-16 1 1 15,3-3-2-15,0 4 1 0,-1-1-2 16,-1 1 3-16,0 0-3 0,-3 1 7 0,6-1 1 0,-4 1-5 15,0-1-3-15,1-1 0 0,0 2 3 0,-3-2 0 16,2 1 0-16,-5 1-2 0,6 0 9 0,-3-1-8 16,-1-2 2-16,4-1-3 0,-1 3 2 0,-1 2-3 15,0-1 2-15,0 0 3 0,1-1-5 16,-3 1 5-16,6-1-2 0,-7 0 3 0,5 3-5 0,-3-1 3 16,1-1-4-16,2-1 4 0,-1 1-1 0,0-1 0 15,1 1 4-15,0 2-4 0,16-1-1 0,-14-3 1 16,1 1-1-16,-2 1 1 0,15-2-2 0,-14 2 3 15,12 1 1-15,0-1-3 0,-17-1-1 0,7 1 2 16,10 0 9-16,-11-2-7 0,11 1 1 16,-13 0-3-16,15 1 0 0,0-1 1 0,-2 0-3 0,2 0-1 15,0 0 2-15,-2-1-2 0,3 2 3 0,-17-1-1 16,19 0-2-16,1 2 5 0,-3-4-1 0,2 4-3 16,-2-2 0-16,3 0 1 0,-2 0 1 0,1 0-3 15,3 1 3-15,-2-2 3 0,1 2-3 16,2-2 1-16,-2 2 7 0,5-2-9 0,-2 2 3 0,0-1-4 15,10 0 1-15,-6 2 0 0,6-2-2 0,0 1 3 16,0-1 3-16,4-1-4 0,0-1-1 0,4 2 3 16,2 0 0-16,13 0 0 0,-21 0 4 0,21 0-1 15,-14-1 6-15,14 1 18 0,0 0 5 16,-15 0 9-16,15 0 14 0,0 0 11 0,-9-2 14 16,9 2 6-16,0 0 2 0,0 0 11 0,0 0-1 0,0 0 8 15,0 0-5-15,-10-2 3 0,10 2-5 0,0 0-8 16,0 0-8-16,0 0-8 0,0 0-11 0,-2-6-1 15,2 6-4-15,0-8-3 0,0 8 0 16,0 0-8-16,0-12-3 0,0 12 0 0,2-11-8 16,-2 4 2-16,2 1 5 0,-2-4-8 0,1 0-2 0,-1-3-1 15,2 0-3-15,-1-2-2 0,-1-3-5 0,0 0-3 16,0 0-3-16,1-3 2 0,-1 1-2 0,3-2-4 16,-3 2 1-16,1-11 2 0,-1 5 0 0,3-2 8 15,-1 1 2-15,-2 0-6 0,0-1-1 16,0 0-4-16,1 1-4 0,-1 0 2 0,0-1-3 0,0 0 0 15,0-3-2-15,0 2 2 0,-3-3-5 0,3-2 3 16,0 1-4-16,-3-2 2 0,2-1-3 0,1-2-3 16,-3 0 1-16,-2 1-1 0,1-14-3 0,2 12 3 15,-2 0-4-15,0-9 3 0,-1-2-3 16,2 17 0-16,2-3 3 0,-1 1-2 0,0-2-3 0,0 4 3 16,1-2-4-16,-2 2 0 0,2-2 5 0,-2 2-4 15,0 0 9-15,3-2-10 0,-2 2 6 0,0 0-5 16,0 0 2-16,0 2 0 0,2-1 6 0,0 0-8 15,0 3 2-15,0 0 1 0,2-2-4 16,2 2 4-16,-2 2-1 0,0-1 0 0,0 2-3 0,1 4 13 16,1-4-9-16,0 6-1 0,-1 0 1 0,-1 1 1 15,0-1 0-15,2 2-5 0,0-1 6 0,0 2-7 16,0-1 5-16,-2 2-1 0,1 0 4 0,-2 1-3 16,3 2-2-16,-4-6 9 0,4 7-10 0,-2-5 2 15,-1 4 0 1,-1-4-8-16,2 6 10 0,0-2 2 0,-2 2-3 15,1 0-1-15,-1 4 2 0,3-2-2 0,-3 0-4 16,0 4 12-16,0-3-8 0,0 3 0 0,0 0-4 0,0 5 6 16,0-7-4-16,0 7-2 0,0-5 0 0,0 5 3 0,1-4-4 15,-1 4 4-15,0-5-7 0,0 5-1 0,0 0-4 16,0-4 3-16,0 4 1 0,0 0 6 16,4-2-5-16,-4 2-1 0,13-2-4 0,-3 2-4 15,4 2-8-15,6-1-12 0,10-1-12 0,4 4-16 0,7-1-12 16,19-2-13-16,1 4-11 0,3 0-14 0,6 2-13 15,0-2-14-15,2 0-23 0,-3 3-33 0,1-5-48 16,-1 0-45-16,-3 1-40 0,-5-1-188 0,0-1-565 16,-4-4 251-16</inkml:trace>
  <inkml:trace contextRef="#ctx0" brushRef="#br0" timeOffset="-180477.51">25091 744 112 0,'3'-11'411'16,"-3"0"-16"-16,5 3-9 0,-5 1-18 0,0 1-10 0,2 0-22 16,-2 0-22-16,1 0-25 0,0 3-35 0,-1 3-31 15,3-5-20-15,-3 5-31 0,2-2-20 0,-2 2-22 16,0 0-7-16,0 0-16 0,1 15-11 0,-1-3-6 16,5 1-11-16,-5 3-9 0,6 3-9 0,-5-1-10 0,0 4-53 15,2-2 9-15,5 1-29 0,-4 5-27 16,3-8-21-16,4 7-23 0,-7-7-21 0,0-4-15 15,0 0-21-15,0 3-27 0,6-2-44 0,-5-5-54 16,1-1-49-16,-1-2-204 0,2-3-570 0,-2 1 253 0</inkml:trace>
  <inkml:trace contextRef="#ctx0" brushRef="#br0" timeOffset="-180139.53">25329 822 151 0,'0'0'157'16,"0"0"-17"-16,0 0-14 0,0 0-14 0,0 0-11 16,0 16-10-16,0-10-5 0,0 2-14 0,-2 1-5 15,0 1-5-15,2 3-3 0,0-2-9 0,0-3-7 16,0 4 0-16,2-1-4 0,-2-4-2 0,2 1-2 16,-2-1-7-16,3-1 4 0,-2-1 1 0,0 0 40 15,-1-5 32-15,5 3 21 0,-4 0-2 0,-1-3-10 0,11-6-5 16,-4 3-2-16,-1-1 10 0,4-5 8 15,-2 5 10-15,-1-6 4 0,5 3 10 0,-2 0 1 16,-1-3 5-16,-1 3 2 0,1-1-5 0,-3 4-8 16,0-1-6-16,0 0-12 0,0 3-17 0,-2 2-17 15,-3-4-24-15,-1 4-2 0,7-2-5 0,-7 2-17 0,0 0-11 16,0 0 1-16,7 8-20 0,-3-2-23 16,1 0-21-16,1 3-18 0,1 1-18 0,-2 1-17 15,1 0-18-15,0 0-21 0,4 5-46 0,-3-5-59 16,5-1-63-16,-2 1-275 0,-2-4-611 0,1 1 271 0</inkml:trace>
  <inkml:trace contextRef="#ctx0" brushRef="#br0" timeOffset="-179908.8">25695 905 60 0,'0'0'155'0,"0"0"-24"16,0 21-10-16,0-12 11 0,1 2 13 0,2 7-14 15,-3 0 0-15,0 2-22 0,3 5-11 0,1 5-11 0,-1-1-7 0,-2 1-6 16,4-1-6-16,-5-1-7 0,6 1-3 0,-2 1-4 16,0-3-2-16,1-5-5 0,-3 4-3 0,2-5-6 15,0-1-3-15,-3-6-6 0,1-1-50 0,-1-1-57 16,0-4-60-16,-1-2-147 0,0 1-307 0,0-4 137 16</inkml:trace>
  <inkml:trace contextRef="#ctx0" brushRef="#br0" timeOffset="-179220.35">25725 838 101 0,'-7'-12'310'0,"0"1"-9"0,2 0 5 16,-2 5-5-16,3-4-9 0,3 5-13 0,-2-2-27 0,0 1-22 0,0 2-23 15,2 1-25-15,1 3-21 0,0-6-17 0,0 6-30 16,10-1-4-16,-10 1-5 0,17 4-13 0,-3 1-11 16,1-2-14-16,1 7-12 0,3-4-9 0,0 2-26 15,-4 2 6-15,4 0-5 0,-4 0-5 0,1 0-9 16,-2 2-3-16,-6 0-11 0,0-4-4 0,-1 2 0 16,-4-2-1-16,1 3-16 0,-4-1 11 0,0-3 3 0,0 3-2 15,-5-4 1-15,0 1 5 0,1 1 0 16,-6-3 1-16,1 1 3 0,0 0 4 0,1-3-6 15,-2-2 4-15,1 1 3 0,2 0-5 0,0-1 1 16,0-1-7-16,7 0-13 0,-9-1-14 0,9 1-8 0,-3-4-15 16,3 4-17-16,0-6-14 0,6-1-9 0,-1 3-5 15,8-1-11-15,-2-5-4 0,0 5 7 0,6-5 7 16,-2 2 13-16,5 3 10 0,-8 0 5 16,3 0 9-16,-4 0 12 0,1 2 12 0,-5 0 6 15,1-2 13-15,-1 5 8 0,0-1 3 0,-7 1-4 0,7-2-1 16,-7 2 6-16,0 0-2 0,0 0 0 0,9 4 9 15,-9-4-5-15,0 4 4 0,0-4 5 0,3 10 0 16,-2-6-2-16,-1 1 2 0,2 2-2 16,-2-2 4-16,2-1 2 0,1-2 3 0,-1 5 2 0,3-3 8 15,0 0 14-15,-2-2 11 0,1 2 3 0,2-4 4 16,-1 2 1-16,6 0-2 0,-4-2 3 0,1 0 6 16,0-2-2-16,0-1 0 0,-1 0 7 0,0-2-4 15,2 0-2-15,-1 0 2 0,-1-4 11 0,0 3 10 16,-3 1 22-16,3-1-3 0,-3 1 14 0,0 0 6 15,-1 0 5-15,2 1-6 0,-3 2-5 0,0-3-17 16,-2 1-11-16,0 4-17 0,5-3-10 0,-5 3-12 16,2-3-11-16,-2 3-4 0,0 0-7 0,0 0 2 15,0 0 4-15,7 13-18 0,-7-8-17 0,1 1-3 16,2 1-6-16,-2-1 0 0,3 1-5 0,2 3-8 16,-1 0-7-16,2-5-9 0,0 1-12 0,1 1-23 15,3-2-23-15,1-2-31 0,-1-2-23 0,4 4-19 16,-1-7-19-16,0 1-6 0,0-2-5 0,1 0 8 15,2-3 18-15,-4-4 1 0,5-1 9 0,-9 4-93 16,6-6-288-16,-4 2 127 0</inkml:trace>
  <inkml:trace contextRef="#ctx0" brushRef="#br0" timeOffset="-179026.8">26431 840 836 0,'5'-18'-68'0,"6"-1"5"0,-3-6 31 15,-1-2 12 1,-4 6 25-16,-2 0 26 0,4 1 34 0,-3-2 44 0,-1 3 33 16,-1 1 21-16,2 2 7 0,0 3 22 0,-2 0 4 15,0 7 14-15,0-3 13 0,0 2-7 0,0 1-10 16,0 2-28-16,0-1-25 0,0 1-16 0,0 4-24 15,-2-4-18-15,2 4-8 0,0 0-16 0,-3 12-3 16,3-5 4-16,1 5-16 0,-1 1-4 0,2 6-7 16,0 0-4-16,1 4-5 0,1 6-6 0,0-2 5 15,2 1-33-15,-2 2-15 0,2-3-22 0,-1 4-16 16,0-3-14-16,2 1-20 0,1-3-27 0,-4-6-30 16,4 6-49-16,-4-9-59 0,1-3-235 0,-3-2-526 15,4-4 234-15</inkml:trace>
  <inkml:trace contextRef="#ctx0" brushRef="#br0" timeOffset="-178833.97">26505 755 147 0,'3'-7'303'16,"-3"3"-10"-16,4-5-16 0,-2 4-22 0,1 0-30 15,-1 0-22-15,1 2-20 0,1 1-20 0,3 1-17 0,2 1-16 0,-2 0-7 16,4 2-23-16,0 1-29 0,1 0-30 0,0 1-30 15,2 2-26-15,-2-1-42 0,0 0-42 0,2 0-43 16,0 3-50-16,-2-1-169 0,-1-2-392 0,-2 1 174 16</inkml:trace>
  <inkml:trace contextRef="#ctx0" brushRef="#br0" timeOffset="-177945.97">27297 683 38 0,'2'-5'256'0,"-1"-1"-2"15,-1-1-14-15,0 2 5 0,0-1-25 0,0-1-21 0,0 2-18 16,-1 0-21-16,-1 1-19 0,-3-1-14 0,3 2-16 16,-2 1-13-16,-1-1-11 0,-3 2-12 0,-2 0-8 15,-1-1-7-15,-2 4-4 0,1-1-8 0,-4 1-4 16,0 2 2-16,4-1-12 0,-2 3-4 0,2 1-4 15,-3-4-6-15,7 4 0 0,0-2-3 0,1 3-2 16,3-2 3-16,1 1-6 0,3 0 5 0,0 1 0 0,7-3-2 16,1 4 1-16,5 2 1 0,0-4-8 15,5 2 4-15,-1 0-2 0,1-3-5 0,0 2 3 16,-4-2-2-16,0-2 7 0,-3 1-5 0,-4-2-6 16,1-1 1-16,0 1 0 0,-4-2-1 0,2 0 1 0,-2 2-3 15,-4-3-4-15,5 1 0 0,-5-1 2 0,2 3 1 16,-2-3-6-16,0 0 12 0,0 0-13 15,-11 8 2-15,5-5-3 0,1 0 3 0,-2 1 3 16,-1-1-4-16,4 3 3 0,-4 1-1 0,2-2-4 16,1 2 11-16,1-1-1 0,-1 0-7 0,0 4 5 0,4 0-3 15,-2-2 3-15,6 0 4 0,-2 3 0 16,2-1 4-16,4 0 1 0,2 0-6 0,2-3 5 16,7 3-2-16,0-4-3 0,10 4-17 0,1-5-19 15,2-2-28-15,0-5-17 0,1 2-13 0,0 1-17 16,-2-6-18-16,3-2 6 0,-5 2-4 0,-6-2 0 0,0-2 12 15,5-3 5-15,-8 4 3 0,-1-4 19 0,0 1 6 16,-2 0 22-16,-7 1 19 0,1 1 29 16,-1 0 23-16,-5-1 23 0,1 4 25 0,1-1 9 15,-4 1 5-15,-1 2-1 0,-1 0-14 0,0-1-4 0,0 1-9 16,0 4-8-16,-5-4-1 0,5 4-8 0,-10 0 0 16,10 0-2-16,-15 5-3 0,7 1-7 0,-2 0-2 15,1 3 2-15,-5-1-9 0,6 2 2 16,-5 3 3-16,2 0-4 0,-2 1 6 0,0 2-4 15,-1 2-4-15,2-3 1 0,2 2-8 0,1-1-19 0,0-1-23 16,0 0-27-16,1-1-33 0,1-4-48 0,3-1-61 16,-2-1-110-16,1-2-345 0,1-2 153 0</inkml:trace>
  <inkml:trace contextRef="#ctx0" brushRef="#br0" timeOffset="-177767.74">27590 855 5 0,'0'0'295'0,"0"-4"-31"16,0 4-26-16,2-5-26 0,-2 5-26 0,2-3-23 0,-2 3-18 16,0 0-12-16,0 0-9 0,5 13-14 0,-1-8-6 0,4 4-15 15,-1 2-5-15,3 0-12 0,3 4-4 16,-2 1-32-16,3-4-30 0,2 2-38 0,-1 3-52 16,7 1-62-16,-3-5-60 0,0-2-105 0,-1-1-338 15,2 1 150-15</inkml:trace>
  <inkml:trace contextRef="#ctx0" brushRef="#br0" timeOffset="-176245.11">28087 887 11 0,'6'-6'304'0,"-2"1"-3"0,0 0-16 0,1-4-15 0,-2 3-18 16,-2 0-17-16,1-2-24 0,-1 3-18 0,-1-3-29 0,-1 0-19 15,-3 3-10-15,0 0-17 0,-6-2-15 0,1 4-14 16,-5 0-12-16,1-1-8 0,-1 4-7 0,-4 0-15 15,-2 3-11-15,1 1-6 0,-2 1-9 0,9-2-5 16,-3 4-10-16,0-1-9 0,2 2 2 0,3 1-3 16,3-2-3-16,-1 3 4 0,4-2-3 0,1-2 4 15,2 4 1-15,5-1 2 0,-1-3 1 0,6 2 0 16,2-4 0-16,0 1 2 0,5 3-5 0,7-3 2 16,-2-4 4-16,-1 0-4 0,3-1 2 0,0 0 1 15,-1 2-1-15,1-5-3 0,0 0 5 0,1-2-6 16,-2 2 1-16,1 1 3 0,6-1-3 0,-8-2-3 15,2 2 3-15,6-1-2 0,-5 3 0 0,-1-2-2 16,7 1 1-16,0 1 2 0,1 3 0 0,-8 0-3 16,6 0 5-16,6 0-3 0,-2 2 3 0,1 0-5 15,0 2 5-15,4-2-2 0,0 2 0 0,0 1 1 16,-2-3-3-16,-1 2 5 0,-2-1-7 0,1-4 0 16,-2 2-1-16,0 0-2 0,-11-3 6 0,2 0-5 15,-3-3 3-15,-6 3 0 0,-1-3 1 0,-2 2 0 16,-1-3-3-16,-3 1-2 0,-3-5-2 0,-1 4 3 15,1-2-1-15,-4-1-3 0,0 2 2 0,0 0-1 16,0-3-1-16,-4 4 3 0,4 0 0 0,-3-1-5 16,1 3 5-16,2 2-2 0,-4-5 3 0,4 5-2 15,-5-2-3-15,5 2 3 0,-6-2 0 0,6 2 0 16,0 0 0-16,-10 6 2 0,7-3-3 0,-1 1 2 16,2 3 1-16,-3 0-2 0,1 2 0 0,0 4 2 15,0-2 4-15,2 3 6 0,-1 2-8 0,2 2 4 16,-1 2-1-16,2-2 1 0,3 2 3 0,-2 1 2 15,1-1-3-15,3 2-2 0,-4-3 4 0,5 1 0 16,-2-2 1-16,1 0-1 0,-1-2 5 0,2 0-3 16,-3-5-6-16,2-1 6 0,-4-1-6 0,2-3 3 15,0 0 6-15,-2-1-2 0,1-1 5 0,-1 1 20 16,-1-5 17-16,0 0-1 0,1 3-10 0,-1-3-3 16,0 0-4-16,0 0 1 0,-4-17-4 0,4 10-2 0,-3-3-5 15,2 0 0-15,1 0 1 0,-3-3 1 16,3 0-1-16,-1 0-1 0,0-1 17 0,1-5-12 15,-2 1 6-15,4-3-1 0,-1 1-7 0,0-1-1 16,3 1-3-16,-1-7-1 0,0 8-2 0,0 0-2 16,-1-2-4-16,1 1 8 0,3-1-10 0,-3 2 0 0,2 1 0 15,1 0-5-15,-3 0 4 0,-1 5-8 16,0 1-2-16,2 0 4 16,-1 2 0-16,1 0-2 0,1 3 1 0,-5-1-5 0,3 3-5 15,0-1 1-15,1 1-9 0,-3 2-3 16,-1 3-16-16,9 0-8 0,-9 0-1 0,14 4-4 0,-8-1-3 15,2 2-9-15,-2-1 9 0,2 1-4 0,-1 4 1 16,-1-2 0-16,1 5 4 0,0-1 5 0,-2 2 5 16,-1-1-3-16,-1-2 6 0,1 3 2 0,-4-3 3 15,3 0 3-15,-3 0 3 0,-3-2 0 0,3 0 5 16,-4 0-3-16,3-3 2 0,-3 2 2 0,0-1 4 16,-3-1 0-16,0-1 2 0,0-2 3 0,0-1 3 15,2-1 2-15,5 0 0 0,-12-2 2 0,8-2 2 16,-3 2-1-16,5-1-2 0,-2-1 6 0,3-5-8 15,1 2 1-15,-4-1 6 0,9-2-10 0,-1-2 5 16,-1 2 3-16,7-2-4 0,-2-2 0 0,4 4 2 16,-2-4-3-16,2-3 10 0,2-1-5 0,-1 1-3 15,9-4 6-15,-3-1 1 0,-7 4 1 0,2 1 9 16,-1 1 6-16,-3-1 16 0,-1 2-1 0,2 1 11 16,-7 2 8-16,2 2 3 0,3 0 2 0,-5 2-4 15,-1 3-6-15,1-1-14 0,0 3-9 0,-4 3-12 16,3-1-2-16,-3 1 1 0,6 9 2 0,-4-3-7 15,1 4 5-15,-2 0-3 0,3 6-4 0,-4 3 4 16,4 2-4-16,1 4 5 0,0 2 0 0,1 1-4 16,1-2 2-16,0 5 1 0,3-3-2 0,-2-2-1 15,4 0 1-15,-3-2 0 0,3 2 10 0,0-8-9 16,-4-1 8-16,6 2-8 0,-6-9-3 0,3-1 4 16,-2 0-1-16,3-1 4 0,2-3 8 0,-4-2-7 15,3-2 5-15,2 0-9 0,-3-3 7 0,-1-4 4 16,0 1 1-16,-1-3 2 0,4-3 11 0,-5 1-1 15,2 1 1-15,-4-4 9 0,-2 3 16 0,4-3 11 16,-6 0 17-16,1 2 11 0,2-1 8 0,-3 2-2 16,-1 4 1-16,0-1 5 0,0 1-23 0,1 1-16 15,-3 5-6-15,0-8-15 0,0 8-12 0,1-5-7 16,-1 5-2-16,0 0-18 0,0 0 6 0,0 0 7 16,0 0-17-16,-10 21-13 0,10-10-24 0,0-1-14 15,-3 3-13-15,6 4-19 0,-2 1-22 0,4-2-40 16,1 4-61-16,3-1-87 0,2 6-278 0,3-7-614 15,-2-3 272-15</inkml:trace>
  <inkml:trace contextRef="#ctx0" brushRef="#br0" timeOffset="-173727.69">25495 3491 98 0,'0'0'140'15,"0"0"-17"-15,0 0-9 0,0 0-15 0,0 0-9 16,-7 7-10-16,7-7-8 0,1 6-4 0,-1-6-2 0,5 5-1 16,-4-2 1-16,0 2-1 15,1 0-11-15,-1-2-1 0,2 4 1 0,-2-4 1 0,1 1 18 16,2 2-3-16,-1-1-4 0,-2 0-10 0,3 1-3 15,-2-2 15-15,1 1 9 0,3 0-5 0,-2 2 4 16,5-2 0-16,1 1 3 0,-1-1-7 0,4 1-5 16,8 0-8-16,2-1-1 0,7 2-5 0,3-2-4 0,1 0-7 15,-1-1-5-15,5 3-1 0,2-2-2 0,-1 0-3 16,3-2-7-16,-7 2-3 0,9-1-1 0,-2-2 1 16,0 1-5-16,-1 2 1 0,2 1-3 0,13-3-1 15,-15 0-1-15,0-2-1 0,-2 0 0 0,-1-1-2 0,6 4-1 16,-5-3-2-16,3-1-1 0,14 1 1 0,-18-1-1 15,4-1 4-15,-6 1-6 0,-1 1 0 16,3-1-1-16,-4-1 0 0,-1 1 8 0,0-2-9 16,-1 2-2-1,-2-3 1-15,-5 3-2 0,-2-2 0 0,-2 2-2 0,3-2-2 16,-4 1 1-16,3 2-4 0,-3-2-4 0,-2 0 1 16,2 1 0-16,-2-1 2 0,-3 0 0 0,-1 1 2 0,1 0-1 15,-3-4 1-15,1 3 2 0,1-3 1 0,-1 3 2 0,1 0-4 16,-3-2 0-16,0 1 4 0,1 0 1 0,-5 0 2 15,5-3-4-15,-2 0 3 0,-5 2 0 16,5 2-2-16,-3-3 9 0,2 1-4 0,-5-2-2 16,1 2 0-16,0-1-3 0,0 0 3 0,-1 0 3 0,0 1-4 15,2 0 1-15,-2-1-1 0,-4 4 4 0,4-4-6 16,-4 4 0-16,4-1-4 0,-4 1-1 0,0 0-2 16,0 0 0-16,0 0 1 0,0 0 2 15,10 4 0-15,-10-4-3 0,5 5 0 0,-4-3 7 0,2 2-1 16,1 3-2-16,-1-5 1 0,0 3-1 0,3 1 3 15,-3 0 0-15,0-4 0 0,2 4-4 0,1 0 5 16,-1 0-2-16,0-2-2 0,2 1 0 0,-1 1 1 16,2-2 2-16,-2 0-9 0,2 1 2 0,-2-1 1 15,0-1 3-15,1-1-4 0,-2 1 6 0,3-2 1 16,0-1 0-16,-1-1 4 0,-7 1-4 0,11-3 3 16,-1 2 0-16,-5-1-1 0,1-3-1 0,2 2 4 15,-2-5 0-15,4 1 5 0,-3 0-6 0,1 1 4 16,-1 0 1-16,-2-4-1 0,2 7 2 0,-3-8-2 15,3 6-2-15,1 0 5 0,-4 3 1 0,0-4-3 16,0 1-1-16,-2 1-1 0,1 3-1 0,-3 1-4 16,6-2 1-16,-6 2-1 0,12-2-3 0,-12 2 5 15,13 5-1-15,-6-2-2 0,5-1 3 0,0 2-3 16,0 0 3-16,0 3-4 0,7-1 5 0,-5-4 0 16,2 3-1-16,2 2-2 0,1-3 1 0,-1-1 5 15,1 4-5-15,0-4 3 0,0-2 4 0,-1 0-4 16,-3 0-3-16,0-1 0 0,-2 0-1 0,3 0 2 15,2 0 2-15,-3 0-4 0,-1-1 4 0,-1 0-2 16,1 0 1-16,4 0-1 0,2 1-1 0,-5-2-1 0,3 2 2 16,4 0-2-16,-2-1-1 0,0 1 0 15,10 1 1-15,2 1 1 0,-1 0 0 0,0 2 0 16,-1-2-1-16,4-1 5 0,1 4-7 0,-1 1 0 16,2-2 5-16,0-3-2 0,0 5-2 0,-1-2 4 0,4 0-2 15,2 0 0-15,-2 0 0 0,1-1 0 0,0 0 0 16,-1-2-1-16,-1 3 4 0,2-4-4 15,0 2 2-15,-4-5-4 0,1 0 4 0,-3-2 0 16,1 3-3-16,-3-6 3 0,2 0 0 0,-1 1-1 0,-3-4 1 16,-1 1-2-16,-4-4 0 0,-3 5 0 0,-3-2 3 15,-1-1-2-15,2 3-3 0,4-6 0 0,-7 2 3 16,0 0 0-16,0 0 0 0,-5 3-1 0,2-3-1 16,2 2 3-16,-3 3 0 0,3 0-3 0,-5 0 1 15,2 2 0-15,-2 1 1 0,0 0 1 0,4-2-5 16,-5 5-7-16,2 0-23 0,0-1-17 0,-4 1-31 15,3 2-29-15,-5-2-30 0,-6 2-43 0,13 2-154 16,-11-1-365-16,-2-1 161 0</inkml:trace>
  <inkml:trace contextRef="#ctx0" brushRef="#br0" timeOffset="-173180.2">28012 3711 31 0,'0'0'259'0,"0"0"-29"0,0 0-30 0,0 0-24 16,0 0-19-16,-9 5-14 0,6-1-13 0,1 4-15 15,2-1-13-15,-2 4-8 0,0 2-3 0,0 3 9 16,-1 1-5-16,2 2-5 0,0 1-6 0,-2 2-2 16,2 0-2-16,1 4-13 0,-6-1-1 0,6-6-9 15,-1 1-3-15,-2 0-4 0,2-1-4 0,-2-6-3 0,3 5-5 16,-4-2 4-16,4 2-11 0,-3-6-2 15,3-1-1-15,0 1 0 0,-2-4-2 0,2 1-2 16,0-3 1-16,0-1-4 0,0 1 1 0,0-1-2 16,2-1-1-16,-2 0-22 0,0-4-34 0,4 5-50 0,3-4-69 15,-7-1-65-15,16-1-195 0,-7-3-450 0,0-1 200 16</inkml:trace>
  <inkml:trace contextRef="#ctx0" brushRef="#br0" timeOffset="-172989.95">28241 4068 30 0,'0'0'289'0,"0"0"-17"0,0 0-25 0,0 0-24 0,0 0-21 15,0 0-24-15,0 0-13 0,0 0-14 0,0 0-15 16,-23 5-10-16,13 1-13 0,2-3-7 16,-4 2-13-16,0 2-9 0,-2-2-8 0,2 1-6 15,-2 1-6-15,1 1-9 0,2-2-10 0,-3 0-28 0,3 2-30 16,0-1-38-16,-1 2-43 0,6-2-68 0,-1-3-67 15,0-1-137-15,0 4-396 0,-1-6 176 0</inkml:trace>
  <inkml:trace contextRef="#ctx0" brushRef="#br0" timeOffset="-172798.15">27863 4061 209 0,'-4'-3'244'0,"4"3"-5"0,0 0-8 15,0 0-14-15,20 10-19 0,-8-5-17 16,6 3-17-16,-1-2-15 0,0 2-16 0,5 1-11 0,1 2-11 0,1 1-14 16,3 2-13-16,-8-3-52 0,-1 2-70 0,6 3-87 15,-7-3-81-15,-4-1-135 0,-1-1-368 0,-3-2 163 16</inkml:trace>
  <inkml:trace contextRef="#ctx0" brushRef="#br0" timeOffset="-172146.33">27430 4670 135 0,'0'0'371'0,"6"-3"-19"16,-6 3-19-16,0 0-18 0,1-4-17 0,-1 4-19 0,0-5-30 15,0 5-25-15,-7-4-26 0,3 1-18 0,-2 1-21 16,0 0-20-16,-2 2-12 0,-2 0-11 0,-4-3-15 16,-4 6-14-16,-3-1-9 0,-2 0-10 0,3 3-3 0,-2-3-7 15,0 5-7-15,-1-3 20 0,1 1-32 16,2 2-4-16,0 0 2 0,2 1-15 0,0-2 2 15,6-1-5-15,1 2-3 0,3-2 0 0,1 0-1 16,4 0-2-16,-1 1 7 0,7-1 10 0,1 0-16 0,7 3 7 16,8 0-7-16,11 2-7 0,4-1 9 0,4-1-6 15,3-3 1-15,14 4 1 0,-1-2-1 16,-13-4-5-16,2 0-1 0,-5 0-2 0,0-3 1 0,-4-1 0 16,-1-1 1-16,-4-2 1 0,-8 0 4 0,-7 1-7 15,1 1-3-15,-3-3 11 0,2 0-6 0,-9-1 1 16,-1 0 0-16,0-1-6 0,-5-4 3 0,-6 2-9 15,0 0 6-15,-8 0-2 0,0-2-1 0,-6 1 0 16,-5-3 3-16,-4 0-1 0,-3 1-5 0,6 3 2 16,-4 2 2-16,2-1-2 0,6 3-1 0,3 1-10 15,1-1-21-15,-1 1-22 0,6 2-17 0,0 1-20 16,1-3-24-16,6 3-33 0,-2 1-24 0,4 1-30 16,5-1-20-16,-9-1-15 0,9 1-33 0,0 0-197 15,0 0-510-15,0 0 226 0</inkml:trace>
  <inkml:trace contextRef="#ctx0" brushRef="#br0" timeOffset="-171920.49">27480 4472 123 0,'0'0'203'0,"0"0"-18"0,0 0-6 0,0 0 12 16,0 0-6-16,2 19-2 0,3-8-9 0,2 6-14 15,-3 1-6-15,3 1-2 0,0 0-8 0,1 6-15 16,2 1-5-16,-1 2-17 0,-2-1-12 0,3 1-6 16,-1 2-8-16,-1-3-8 0,0 1-5 0,-2 0-8 15,1 1-4-15,-3 0-7 0,1-9-1 0,5 9-22 16,-5-9-32-16,-1 6-44 0,2-7-49 0,-2-1-49 16,1-4-42-16,3-3-57 0,-2 0-136 0,3-2-416 15,-3-1 185-15</inkml:trace>
  <inkml:trace contextRef="#ctx0" brushRef="#br0" timeOffset="-171599.36">28012 4577 300 0,'0'-4'325'0,"-1"0"-4"15,-3 0-14-15,4 0-23 0,0 4-24 0,0 0-33 0,-2-5-24 0,2 5-26 0,0 0-14 16,0 0-19-16,-14 6-17 0,7-1-11 0,-1 2-16 16,1 2-6-16,-2 1-13 0,0 2-5 0,-1 2-7 15,3 3-10-15,0-3 0 0,0 3-3 0,0 1-6 16,1 0-8-16,1 0 9 0,0-1-15 0,2-3-3 16,2-1-2-16,-1 3 0 0,7 1-2 0,-5-5-1 15,4-1 1-15,3 1-4 0,-2 0-3 0,4-4-19 16,1 2-26-16,0-4-35 0,4 1-45 0,0-2-54 15,5-1-62-15,0-4-57 0,4 0-245 0,0-1-563 16,6-4 249-16</inkml:trace>
  <inkml:trace contextRef="#ctx0" brushRef="#br0" timeOffset="-171397.76">28396 4674 26 0,'2'-4'234'0,"-4"0"-7"16,-1-1-11-16,3 5-17 0,-4-5-19 0,0 4-17 0,4 1-15 15,-10 0-7-15,3 2-9 0,0 1-8 0,-4 3-10 16,-1-1-8-16,1 5-12 0,-3-3-8 0,-1 4-8 16,0 2-5-16,2 0-7 0,-5 1-9 0,4-1-2 15,-2 1-7-15,1 1-1 0,-2 1-8 0,4-3-6 16,-3-1-28-16,9-1-24 0,-5 3-30 0,1-5-37 16,4 2-42-16,0-3-47 0,3-3-38 0,1-1-125 15,1 0-364-15,2-4 162 0</inkml:trace>
  <inkml:trace contextRef="#ctx0" brushRef="#br0" timeOffset="-171210.27">28218 4720 129 0,'1'-5'290'16,"1"-1"3"-16,-2 3-3 0,1-1-20 0,-1 4-30 16,0-6-32-16,0 6-23 0,0 0-19 0,0 0-16 0,0 0-15 15,0 0-11-15,0 0-14 0,10 16-14 0,-8-6-9 16,2 1-5-16,3-1-5 0,5 4-8 0,-2-1-10 0,0 2 0 15,3 0-16-15,1 1-25 0,5 4-25 0,-6-5-40 16,4-2-50-16,0 2-61 0,1-6-67 16,-2 2-216-16,-1-6-478 0,-1 1 211 0</inkml:trace>
  <inkml:trace contextRef="#ctx0" brushRef="#br0" timeOffset="-170944.98">28562 4609 3 0,'0'-4'369'0,"0"4"-10"0,0-5-34 16,0 5-35-1,-1-3-34-15,1 3-28 0,0 0-23 0,0 0-24 0,0 0-15 16,0 0-15-16,8 17-18 0,-7-11-16 0,1 6-6 16,2 0-13-16,-2 1-7 0,3 4-10 0,-1 0-7 15,1 2-6-15,0 1-9 0,-1-2-6 0,1 2-7 16,0-2-4-16,-4-1 2 0,2 2-5 0,-1-2-9 15,-2 0-11-15,1-4-20 0,-2 0-20 0,-1 0-17 16,-1 0-21-16,2-3-27 0,-4 1-21 0,2-2-29 16,-3 0-34-16,1-5-32 0,2-1-63 0,-2 2-161 15,1-5-461-15,4 0 205 0</inkml:trace>
  <inkml:trace contextRef="#ctx0" brushRef="#br0" timeOffset="-170731.93">28897 4743 92 0,'0'0'397'16,"1"-1"6"-16,-1 1-17 0,2-4-23 0,-2 4-37 16,7-3-31-16,-4 1-33 0,3 1-24 0,2-1-21 15,-2 1-33-15,4 0-19 0,1 1-14 0,0 0-60 16,4 1-49-16,-1 0-49 0,0 1-51 0,2 0-60 15,-3 1-56-15,2-2-59 0,0 1-50 0,-4 2-174 16,0-1-495-16,-3 0 220 0</inkml:trace>
  <inkml:trace contextRef="#ctx0" brushRef="#br0" timeOffset="-170571.39">28886 4839 131 0,'-4'2'216'0,"2"1"2"0,2-3 12 0,-4 4 14 0,4-4-7 0,0 0-19 0,8 4-19 15,2-3-17-15,3-1-20 16,5 0-17-16,1 3-16 0,4-1-35 0,-2-1-62 16,7-2-77-16,2-3-100 0,-4 3-230 0,-4-3-405 0,1 2 179 15</inkml:trace>
  <inkml:trace contextRef="#ctx0" brushRef="#br0" timeOffset="-169463.54">29596 4329 33 0,'-4'-5'214'0,"0"-5"-8"16,-1 1-18-16,-4 2-4 0,2-4-13 16,-1 5-18-16,0-2-14 15,1 3-14-15,-1-4-10 0,1 4-13 0,-4 0-9 0,3 1-12 16,1 0-9-16,0 0-8 0,2 2-5 0,-2 1-8 15,7 1-4-15,-11-2-7 0,6 2-5 0,5 0 0 16,-7-1-9-16,7 1-3 0,-9 3 1 0,5-1-6 16,4-2 0-16,-9 5-3 0,7-1-2 0,-2-2 2 15,1 2-3-15,-4 0 4 0,4 1-10 0,1-1 2 16,-1 2 9-16,-1 0 17 0,2 1-3 0,1-1 0 16,-2 4 0-16,-1-2 1 0,4 2-2 0,0 0 0 15,-1 0 1-15,-1 0 1 0,1 3 2 0,1-1-2 16,-4-1 3-16,4 2-3 0,0 1 4 0,0 3 0 15,0-1 1-15,0 2 1 0,0-1-6 0,0 2-1 16,4-1 0-16,-3 3-5 0,-1-2 0 0,0-1-1 0,0 0-2 16,2 1 1-16,-1-3 4 0,-1 5-1 0,0-2 4 15,0-1 4-15,0-1-5 0,0 1-1 16,0-2 2-16,-1 4 6 0,1-1 0 0,-2-1-1 16,1 0-2-16,2 0-1 0,-2 1 1 0,1-2-6 0,-4 1 2 15,4 3 2-15,-4-3-6 0,6 1-1 0,0 0-3 16,-4 0-2-16,4 1 2 0,-2 1-5 0,0-1 2 15,4-1-3-15,-3-1-3 0,-1 1-2 16,2 0 8-16,-1 0-6 0,2-2-2 0,-3 1 3 0,0 0-2 16,1-5 2-16,2 3-3 0,-2-1 2 0,-1-2-1 15,0-2-2-15,2 2 9 0,-2-1 3 0,0 0 2 16,0 1 3-16,0-1-2 0,0 0 0 0,0-1-2 16,-2 2-3-16,2 0-1 0,0-1-2 0,0-2 7 15,-4 3-12-15,7-2 1 0,-6 2-2 0,6 0 2 16,-3 0 0-16,-3 0-2 0,3 0 2 0,-4 0-3 15,3 5-4-15,-1-3 2 0,1 1-1 0,1-4 2 16,-4 6-2-16,4 1 5 0,0-2-3 0,-2-4 2 16,2 4 0-16,2 1 7 0,-4-1 6 0,0-4-2 15,2 0-2-15,2 4 6 0,-2-3 1 0,0 3 8 16,0-5 7-16,2 5 0 0,-2-3 3 0,5 3-6 16,-5-4-7-16,0 1-7 0,0-1 9 0,2 0-8 15,-2-2-1-15,1 3 0 0,-1-4-2 0,0 5-2 16,3-5-1-16,-2 0-2 0,-1 2-4 0,0-5-9 0,4 3 11 15,-4-3-4-15,0-1 0 0,0 1 5 16,2-1-4-16,1 2-1 0,-1-3 13 0,0 3-13 16,-1-2-5-16,0 2-3 0,1 1 2 0,-1-6-7 15,1 3 7-15,3 1-4 0,-4-2 5 0,1-1-2 0,-1 3 2 16,0-1-3-16,1-1-1 0,-1-4 0 0,0 6-1 16,-1-2 2-16,3 0 3 0,-1-1-7 0,-2 1 2 15,4 0-1-15,-3 0 2 0,2-1 3 0,-2 0 1 16,4 3 2-16,1-4-12 0,-2 2 5 0,0 0 1 15,3-1-39-15,0-1-30 0,3-1-36 0,0 2-33 16,0-1-31-16,-1-2-49 0,3-2-69 0,5 1-81 16,-4-3-287-16,6-3-704 0,0-3 312 0</inkml:trace>
  <inkml:trace contextRef="#ctx0" brushRef="#br0" timeOffset="-168351.05">30021 4314 3 0,'0'0'290'0,"-4"-7"-12"0,4 7-13 15,4-6-22-15,-1 4-24 0,1-2-24 0,0 0-18 16,3 1-17-16,3-2-15 0,1 3-9 0,3-1-15 16,-5 2-11-16,3 1-12 0,0 0-10 0,-4 1-4 15,2-1-14-15,2 3-8 0,-4-2-8 0,2 2-8 0,-2 0-4 16,0-2-6-16,-2 5-5 0,0-1-1 16,0-1-6-16,-2 3-5 0,1 1 2 0,1 2-2 15,-1 2-8-15,-2-2 0 0,0 4 1 0,-1-1 1 0,3 3-16 16,-3 2-1-16,0-1 0 0,1 2-2 0,0 0 4 15,1 2-4-15,1-1 6 0,-1 1-1 0,1 7-1 16,-1-2 0-16,1-6 1 0,1 6 0 16,-1 1 0-16,0-7-2 0,0 7 3 0,-1 0 1 0,0-6-1 15,1-1-1-15,2 8 4 0,-3 0-4 0,-1-7-4 16,1-2 5-16,0 2-1 0,-1 1 0 0,2 7 3 16,-1-2-1-16,-2-2 2 0,3-3 2 0,-2 6 1 15,1-1 2-15,-2 0 2 0,3 0 11 0,2-1 1 16,-5 0 1-16,3 1-6 0,-1-6 4 0,0 0-2 15,0 5 0-15,0 0-2 0,0 1 0 0,-1 0-5 16,-1-8-2-16,2 1 4 0,-1 2-3 0,-1-1 1 16,3-2-3-16,-4 0 4 0,1 1-4 0,-2-2-2 15,1-3 2-15,-1-3-3 0,0 2 0 0,0 1-3 16,2-4 1-16,-2 1 2 0,2 1-1 0,-3-2-1 16,0-1 3-16,1 1-1 0,-2 2-1 0,1-3-3 15,1 1 1-15,0-1 0 0,0 2 2 0,-2-5-6 16,1 4 5-16,1-3-2 0,-1 2 1 0,1-2-2 15,-4 3 3-15,4-2-3 0,0 0-1 0,0 1 2 16,2 0 2-16,-4 1-4 0,0 1 5 0,2-3-4 16,0 1-1-16,0 2 3 0,0-3-3 0,-1 2 0 15,2 1 4-15,-1 0-1 0,0-2-1 0,0 1-1 16,0 1-2-16,2-2 4 0,-2 0-1 0,2-2 0 16,0-2 2-16,-2-1-1 0,0 1-1 0,1-1 2 15,-1-2-1-15,1 1 5 0,-1 0 2 0,0-4-1 16,2 4 2-16,-2-4-8 0,0 0-26 0,0 0-54 15,0 0-62-15,-22-12-76 0,8 3-68 0,-13-8-188 16,1-2-508-16,-1-10 225 0</inkml:trace>
  <inkml:trace contextRef="#ctx0" brushRef="#br0" timeOffset="-167829.41">29622 4587 76 0,'0'-5'217'15,"0"5"-24"-15,13-2-15 0,-1 2-18 0,2 2-14 16,6-1-18-16,-2 0-13 0,4 2-10 0,0 0-14 15,-2 0-33-15,2 0-54 0,-2-2-41 0,-1 2-46 16,0-1-44-16,-6 1-77 0,-3-2-221 0,-1 0 97 16</inkml:trace>
  <inkml:trace contextRef="#ctx0" brushRef="#br0" timeOffset="-167540.7">29740 4917 91 0,'0'0'272'0,"0"0"-3"0,0 0-11 0,0 0-6 15,0 0-10-15,0 0-14 0,0 0-13 0,0 0-15 16,3 5-4-16,-3-5 2 0,0 0-9 0,11 4-13 0,-3-2-17 16,5 0-10-16,0 2-19 0,7-2-14 0,-2 2-14 15,2 0-8-15,-1 0-12 0,0 1-31 16,3-1-42-16,0-1-45 0,-4 3-46 0,0 0-71 16,4-1-87-16,-8-2-71 0,-3-1-165 0,2 4-516 0,-7-6 228 15</inkml:trace>
  <inkml:trace contextRef="#ctx0" brushRef="#br0" timeOffset="-167212.6">29664 5424 37 0,'0'0'390'0,"0"0"15"16,0 0 10-16,0 0-4 0,0 0-18 0,0 0-20 16,0 0-24-16,0 0-30 0,0 0-34 0,0 0-27 15,17-1-30-15,-10 1-25 0,8 1-20 0,0-1-21 16,7 2-38-16,-3-1-56 0,1 1-37 0,5 0-38 0,3-1-72 15,-4 1-54-15,-3 2-59 0,1 0-62 16,2-1-67-16,-6 1-287 0,-3-1-659 0,0-2 291 16</inkml:trace>
  <inkml:trace contextRef="#ctx0" brushRef="#br0" timeOffset="-166951.99">29714 5770 148 0,'-3'3'206'0,"3"-3"-16"16,0 0-12-16,-2 6-8 0,0-2-4 0,2-1-12 15,3 1-6-15,0 0 6 0,-1 3-6 16,4-2-10-16,2 1-12 0,2 1-9 0,2-2-5 0,5 2-15 15,1 1-9-15,0 0-9 0,4-2-8 0,6 3-8 16,-5-4-3-16,6-1-8 0,-1 5-3 0,-4-5-5 16,0 0-40-16,-1-3-50 0,0 0-58 0,-1-2-82 15,0 0-219-15,-2-2-438 0,-1-2 194 0</inkml:trace>
  <inkml:trace contextRef="#ctx0" brushRef="#br0" timeOffset="-164267.46">31174 5101 8 0,'-4'-1'422'0,"4"1"-16"0,-7-1-18 15,7 1-36-15,0 0-26 0,-4-3-35 0,4 3-31 16,0 0-28-16,-5-2-29 0,5 2-22 0,0 0-18 15,0 0-18-15,0 0-10 0,0 0-5 0,10 8-25 0,-4-3-9 16,-4 0-12-16,4-1-10 0,-1 2-10 16,0-1-7-16,-2 0-7 0,0 0-8 0,0 0 0 0,-1 2-10 0,1-2 0 15,-3 0-8-15,0-1-3 0,-3 1-8 0,1 1-19 0,-2-3-21 16,-2 2-39-16,-3-3-29 0,1 1-44 0,-3-3-44 16,-4 3-58-16,4-2-83 0,-3-1-226 0,6 0-596 15,1-1 265-15</inkml:trace>
  <inkml:trace contextRef="#ctx0" brushRef="#br0" timeOffset="-163558.35">31471 4627 3 0,'0'0'371'0,"0"-3"1"0,0 3 1 15,0-5-11-15,0 5-2 0,0 0-14 0,3-4-25 16,-3 4-31-16,0 0-28 0,0-4-29 0,0 4-29 16,0 0-27-16,0 0-22 0,0 0-22 0,0 0-3 15,0 0-24-15,-4 11-9 0,4-2-6 0,-3 0-9 16,3 2-10-16,-5 1-9 0,3 0-8 0,-1 2-28 16,3 4-22-16,-2-1-21 0,2-1-13 0,2 2-10 0,1-5-11 15,-3 1-9-15,0 3-6 0,5-1-9 16,-3-3 2-16,2 0-2 0,2-5 1 0,-1 1 2 15,2-3 4-15,3 2-1 0,-4-3 1 0,4-1 7 16,-1-1 5-16,4-3 6 0,-1 0 4 0,0-5 5 0,-1 2 4 16,3-2 6-16,-5-2 4 0,1-1-1 0,2-3 6 15,-3 2 4-15,0 0 15 0,1-1 7 16,1-3 22-16,-4 2 10 0,-1 0 11 0,3 2 23 16,-5 2-1-16,0 0 9 0,0 0-9 0,-1 0 9 0,0 2-10 15,-2 0-2-15,3 2-11 0,-4 3-13 0,0-6-4 16,0 6-18-16,3-3-28 0,-3 3 11 0,0 0-20 15,0 0 3-15,0 0 6 0,7 13-7 16,-7-8 3-16,0 2 1 0,2 0-7 0,0 4 1 0,-1-1 3 16,3 2-7-16,0-3-2 0,1 4 4 0,-1 1-7 15,2-7 0-15,0 6 1 0,-1-4 3 0,4 1-1 16,-4-6 1-16,2 3 4 0,-1-2 4 0,1 0 1 16,2-2 3-16,-2-1 2 0,0-1 1 0,-7-1 1 15,15-5-2-15,-4-1 6 0,-4 1 0 0,1-2 1 16,-1-1 10-16,2-3 1 0,-4 1 10 0,0-2 3 15,-4 0 4-15,4-2-2 0,-3-1-5 0,0 1-1 16,-2-3 0-16,0 3 3 0,0 3-7 0,0-2-8 16,0 0 1-16,0 0-18 0,0 4-24 0,-2 1-38 15,2 1-42-15,0 3-52 0,0 0-77 0,0 4-64 16,-2-5-218-16,2 5-567 0,0 0 251 0</inkml:trace>
  <inkml:trace contextRef="#ctx0" brushRef="#br0" timeOffset="-163290.58">32078 4703 231 0,'0'0'300'0,"0"0"-23"0,0 0-28 0,0 0-26 16,0 0-20-16,0 0-24 0,0 0-15 0,23 0-19 15,-15 0-13-15,6 1-9 0,1 1-10 0,-4-1-17 16,5-1-21-16,2 2-32 0,-4-1-37 0,0 1-44 16,1-2-53-16,-1 0-56 0,0 2-47 0,-4-2-155 15,1 0-376-15,-2-2 166 0</inkml:trace>
  <inkml:trace contextRef="#ctx0" brushRef="#br0" timeOffset="-163087.02">32085 4854 148 0,'0'0'272'15,"0"0"5"-15,5 8-8 0,-1-7-21 0,3 0-21 16,5-1-23-16,-1 3-9 0,5-3-29 0,5 0-18 15,-2 0-18-15,1-1-1 0,2 1-48 0,1-2-58 16,0 1-68-16,-1-1-81 0,11-5-70 0,-14 6-163 16,3-4-388-16,-1 1 172 0</inkml:trace>
  <inkml:trace contextRef="#ctx0" brushRef="#br0" timeOffset="-162479.99">32626 4325 125 0,'-4'-5'254'0,"1"3"-20"0,3 2-12 0,-4-4-21 0,4 4-20 16,-9-7-13-16,3 4-13 0,-3-2-17 15,2 1-15-15,-3-4-10 0,1 6-11 0,-1-5-3 16,-2 4-14-16,1-4-5 0,3 1-2 0,-3 2-6 16,-2-1-4-16,3-1-7 0,2 4-2 0,0-1-8 0,3 2-6 15,-4-1-6-15,9 2-8 0,-5-3-4 16,5 3 5-16,-9 0-11 0,9 0-5 0,-6 4 0 16,3-2-1-16,0 3-3 0,2 2-1 0,0-1 0 15,-3 1 6-15,2 3-7 0,2-1-5 0,0 3 1 0,-3 4 1 16,6 0-2-16,-3 4 1 0,0-2 0 0,0 3 2 15,2 5 8-15,0 1 9 0,-2 2 2 0,3 1-3 16,-4-2 2-16,1 7 3 0,0-4-4 16,1 1 1-16,-4 1-6 0,1 4-1 0,2-1-2 0,-2-1-5 15,-1-1 4-15,-1 5-2 0,-4-1-5 0,4 12 3 16,-1-12 0-16,-1 1-3 0,2-3-2 0,-3 3 19 16,-1-3 5-16,4-2-2 0,-1 2 8 0,-1 0 2 15,4-1-1-15,-1-4 3 0,1 3 4 0,-3-2 4 16,5 0-1-16,-4 0 5 0,-1-1 5 0,5-1-6 15,-2-1 3-15,4-8-2 0,-1 6 1 0,-1 0 4 16,0-5 0-16,0 3 1 0,0-5-2 0,0 0-4 16,1-4 3-16,-1-3-9 0,2 7-2 0,-1-3-2 15,3 0-5-15,0-4-8 0,-3 0 6 0,4 0-6 16,-5 1 4-16,2-4-4 0,1 2-3 0,5-1 3 16,-4-1-4-16,4 0-3 0,-4-2 5 0,6-1-2 15,1 2-4-15,2-5 1 0,1-1-6 0,7 5-21 16,2-6-29-16,0 0-44 0,5-2-37 0,2-2-44 15,-7-1-42-15,7-5-56 0,2 1-82 0,-4-8-293 16,2-1-683-16,-1-1 301 0</inkml:trace>
  <inkml:trace contextRef="#ctx0" brushRef="#br0" timeOffset="-162031.15">32750 4564 54 0,'0'0'399'0,"4"-5"-17"0,-3 1-18 15,1 0-24-15,3 0-28 0,-3 1-28 0,2 0-26 16,0-2-30-16,1 0-22 0,5 2-27 0,-1-2-16 16,-2 2-19-16,6 1-13 0,-2-2-20 0,0 3-36 15,4-1-39-15,0 2-39 0,-1 0-39 0,-3 2-46 16,1-2-58-16,0 1-45 0,-2 3-69 0,-1-2-230 16,-1 2-530-16,-2 0 235 0</inkml:trace>
  <inkml:trace contextRef="#ctx0" brushRef="#br0" timeOffset="-161801.27">32781 4888 233 0,'6'2'332'0,"-6"-2"-13"0,6 2-23 15,1-2-26-15,-7 0-29 0,16-2-22 0,-6 0-23 16,0 2-17-16,3-1-18 0,-2-2-16 16,2 1-9-16,1 0-24 0,-3 1-23 0,5-2-36 15,-3 2-38-15,-4 0-47 0,6 1-52 0,-4-3-65 0,3 2-66 16,-3 1-205-16,-3 0-454 0,1-1 201 0</inkml:trace>
  <inkml:trace contextRef="#ctx0" brushRef="#br0" timeOffset="-161551.56">32765 5185 50 0,'-1'2'337'0,"1"-2"-18"0,0 0-25 15,0 0-29-15,8 2-24 0,-8-2-22 0,15 0-25 16,-6 0-19-16,1 0-16 0,6 0-13 0,2 1-22 16,4 0-9-16,-2 0-18 0,0 2-34 0,-1-1-43 15,4 1-46-15,-5-2-60 0,3 2-79 0,-1 1-53 16,-2-3-170-16,-4 4-419 0,0-1 186 0</inkml:trace>
  <inkml:trace contextRef="#ctx0" brushRef="#br0" timeOffset="-161290.61">32640 5649 143 0,'0'0'279'0,"-2"3"-4"0,2-3-4 0,0 0-20 15,0 0-22 1,11 2-21-16,-4-2-21 0,3 2-17 0,-1-2-21 16,2 2-15-16,4-2-13 0,4 1-13 0,0 0-32 0,4-1-38 15,-1 1-50-15,0 2-42 0,8 0-59 16,1-3-58-16,-2 3-211 0,-8-3-414 0,9 1 184 16</inkml:trace>
  <inkml:trace contextRef="#ctx0" brushRef="#br0" timeOffset="-160501.48">33075 4441 244 0,'-5'-4'324'0,"2"-1"-14"0,1 0-9 16,0 0-24-16,4 1-27 0,-2-1-27 0,2-1-21 15,3 3-22-15,4 0-13 0,-1-2-24 0,2 3-13 16,4 0-14-16,0 2-15 0,-3-1-9 0,1 1-9 15,3 3-11-15,-4 0-2 0,1 0-16 0,-3 1-6 16,1 1-8-16,1 3-7 0,-2-2-2 0,-2 3-4 0,1 1-2 16,0 2-4-16,-1 0-1 0,0 2 2 15,0 7-10-15,-3-3 2 0,0 1-3 0,3 2 0 16,-4 4-3-16,1 2 1 0,-2-6-3 0,3 7 9 16,1 1-10-16,0 1-3 0,0-2 1 0,-3 1 0 0,1 2 5 15,0 0-8-15,2 1 0 0,-2 4 3 0,1 11-3 16,-1-12 1-16,-1 3 2 0,-2-1 0 15,5 12-2-15,-6-14 0 0,0 2-1 0,-3-1 2 0,7 2-4 16,-4-4-6-16,3 2 9 0,-3-2-2 0,2-4 9 16,-4 4-13-16,-1-4 7 0,3 0 1 0,-1-2 5 15,2 0 12-15,-2-2-6 0,-2-6 0 0,2 1 1 16,-2-2 3-16,0 1 1 0,1-1 10 0,-1 2-12 16,0-4-2-16,-1-1 1 0,3 1-1 0,0 0 0 15,-4 0-3-15,1-4 6 0,4 5-5 0,0 1 0 16,0-6 6-1,0 1 0-15,-1 4-2 0,-2-6-5 0,3-2 4 0,-1 2 0 16,1-2 6-16,0 1-8 0,0-4 5 0,0 1 1 16,-2-2 8-16,2-1-8 0,-2 2-4 0,2-2-3 15,0-1 4-15,0-4-1 0,-2 5-4 0,2-1 1 16,-2-1 1-16,2-3 0 0,-2 5-3 0,-2-2 6 0,-2-1-2 16,-1 1-10-16,-3 0-20 0,-2 2-42 0,-5 1-60 15,-7-1-83-15,-4-5-121 0,-6 5-292 0,-5 0-662 16,3 0 293-16</inkml:trace>
  <inkml:trace contextRef="#ctx0" brushRef="#br0" timeOffset="-154752.77">22036 2373 87 0,'0'-5'312'0,"0"5"-6"0,0 0-7 0,0 0-14 16,0-5-8-16,0 5-13 0,0 0-14 0,0 0-19 16,0 0-13-16,0-4-10 0,0 4-22 0,0 0-12 15,0 0-19-15,0 0-15 0,0 0-18 0,0 0-10 16,4-2-13-16,-4 2-9 0,0 0-16 0,0 0-9 16,0 0-1-16,0 0-14 0,0 0-6 0,0 0-6 15,7 9-4-15,-4-5-3 0,2 3 0 0,4 0-3 16,-2 4-7-16,6 1-3 0,-1 5-1 0,0 0-3 15,3 8 2-15,3-4 6 0,-4 9-6 0,0-3-5 16,0 3 0-16,-2 2 3 0,-1 1-2 16,-1 3 7-16,-4-1-5 0,4 13-5 0,-6-12-6 0,0 3 3 15,-6-2 1-15,0-3-5 0,2 0-19 0,-8-1-17 16,-3-3-16-16,0 0-13 0,-5-3-5 0,-2-3-31 16,-5-2-13-16,-3 0-18 0,-5-5-22 0,-2-2-23 15,2-3-47-15,0 0-53 0,-6 0-244 0,2-6-561 16,3-1 249-16</inkml:trace>
  <inkml:trace contextRef="#ctx0" brushRef="#br0" timeOffset="-145304.8">12348 4190 36 0,'1'-7'274'0,"1"1"3"16,-2-3 3-16,1 3-2 0,-1-4 6 0,0 4 3 15,0-2 8-15,-1 1 3 0,1 1-6 0,0-1-3 16,0 2-13-16,0 5-22 0,-2-6-24 0,2 2-33 16,0 4-19-16,0-5-22 0,0 5-24 0,0 0-14 15,0 0-15-15,0 0-8 0,-4 14-11 0,7-4-8 16,-6 3-6-16,7 4-4 0,-1 6-12 0,-1 3-1 0,2 4-6 0,1 1-6 16,2 1-3-16,-2 1-6 0,2 1 1 0,0 0-4 15,2 2 5-15,-3-2-9 0,-1-1-3 0,2 3-2 16,-3-4-1-16,-1-1-2 0,2-2-1 0,-2 0-1 15,-2-9 5-15,-1 3-32 0,-1-4-20 0,1-1-23 16,-5-3-7-16,1 0-9 0,2-4-10 0,-2-1-14 16,0 0-17-16,1-4-8 0,1 1-9 0,-3-4-8 15,3 2-25-15,-4-4-23 0,6-1-27 0,-6 0-35 16,6 0-42-16,-10-6-40 0,9 1-190 0,-1-5-562 16,-1-1 250-16</inkml:trace>
  <inkml:trace contextRef="#ctx0" brushRef="#br0" timeOffset="-144523.18">12302 4123 179 0,'-1'-5'268'0,"1"5"-6"15,-2-6-6-15,2 6-16 0,0-4-13 0,0 4-26 16,0 0-20-16,-2-4-17 0,2 4-21 0,0 0-17 0,0 0-17 16,0 0-11-16,0 0-13 0,0 0-5 0,0 0-9 0,-2 16-8 15,-2-11-6-15,1 5-6 0,-1-4-2 0,-3 4-6 16,2 3-2-16,-5 1-6 0,5 2 5 0,1-4-12 15,-2 1-1-15,2 0-4 0,-4 1-3 0,1 2-4 16,3-5 2-16,0 1-4 0,0-2 3 0,1-2-5 16,0-1 2-16,1 1-3 0,-2-1 0 0,4-4 0 15,-3 3 3-15,3-6 6 0,0 7 17 0,0-7 30 16,0 0 2-16,0 0-3 0,0 0-10 0,0 0-1 16,14-14-6-16,-9 3-3 0,1-1-7 0,5-5 1 15,-1-1 10-15,-3-1-13 0,1 0 30 0,2-1-19 16,-5 5-3-16,5 0 17 0,-2-2-2 0,1 2 4 15,-3 4-11-15,-2 0 0 0,2 2 0 0,-2 3-6 16,-3-1-11-16,3 1 1 0,0 1-10 0,0 1 0 16,-1 0 2-16,0 2-17 0,-3 2-4 0,8-2-1 0,-8 2-7 15,12 4 5-15,-1 0-2 0,-3-2-6 0,2 5 4 16,0 1-4-16,0 1-1 0,4 1-6 16,-4 0-2-16,3-1 4 0,-6 0-8 0,6 4-5 0,-3-3 2 15,-2-1-9-15,-2 1 8 0,4 0-6 0,-6 0-5 16,2-4 6-16,-3 0 3 0,-1 0 3 0,2 0 1 15,-3-2 6-15,2-2 6 0,1 2-5 0,-4-4 3 16,0 4 7-16,0-4 8 0,-1 5 9 0,1-5 17 16,-12 3-16-16,4-5 7 0,-2 4-2 0,-5-4-1 15,4 2 1-15,-3 0-1 0,1-1 8 0,-1 2-23 16,-6-1 18-16,1 2-24 0,1-2-15 0,2 0-50 16,2-2-45-16,1 2-51 0,-1 2-49 0,3 1-49 15,1-1-49-15,0 0-271 0,2 0-626 0,1 2 276 16</inkml:trace>
  <inkml:trace contextRef="#ctx0" brushRef="#br0" timeOffset="-143091.37">12315 5243 291 0,'0'-7'302'0,"3"3"-5"0,-3-1 4 0,-1 0 11 16,1 5-13-16,1-8-2 0,-1 4-18 0,0 4-23 0,0 0-25 15,2-3-25-15,-2 3-28 0,0 0-16 0,0 0-14 16,0 0-28-16,0 0-10 0,0 0-12 0,0 19-8 16,2-8-11-16,1 3 4 0,1 3-4 0,0 5-22 15,1 3 7-15,-2 6-17 0,0-4-8 0,1 5 14 0,0-2-17 16,0 2-10-16,-1-3-2 0,5 3 3 0,-4-3-3 16,0 0-6-16,3-3-25 0,-1 2-38 0,0-1-19 15,-2-6-19-15,-1-1-20 0,0 0-14 0,0 0-14 31,-3-3-20-31,2 0-28 0,0-5-40 0,-2-4-44 0,2 1-41 16,1-3-191-16,-3-2-535 0,0-4 236 0</inkml:trace>
  <inkml:trace contextRef="#ctx0" brushRef="#br0" timeOffset="-142764.8">12314 5201 284 0,'-3'-7'293'0,"2"0"-20"16,1-2-10-16,0 2-18 0,1-3-16 0,2 3-26 0,4-2-19 0,0 0-16 16,2 3-18-16,-1 0-21 0,5 1-9 0,0 2-16 15,2 1-7-15,3 1-12 0,-4 2-5 0,4 4-17 16,-4-2-1-16,5 5-8 0,-8-2-9 0,2 2-4 15,0 1-5-15,2 4-4 0,-6-3-5 0,-2 1 2 0,1 5-6 16,0-1-3-16,-6-2 0 0,-1-1 0 0,-1 0-4 16,-1 1-2-16,-6-1 0 0,-1 4 6 15,-2-2-9-15,-3-1-1 0,-2 0 5 0,-3 0-4 0,3 0-1 16,-4-5 8-16,1 3-14 0,2-5-4 0,-2 2-17 16,-2 0-31-16,9-5-33 0,-2 2-40 0,4-1-56 15,2-1-62-15,-2 0-235 0,5-2-512 0,4 1 226 16</inkml:trace>
  <inkml:trace contextRef="#ctx0" brushRef="#br0" timeOffset="-141363.1">12544 5653 38 0,'0'-2'373'16,"0"2"-10"-16,0-5-14 0,0 5-2 15,3-3-22-15,-3 3-24 0,0 0-35 0,1-3-24 16,-1 3-31-16,0 0-19 0,5-4-23 0,-5 4-9 15,0 0-23-15,0 0-16 0,0 0-22 0,14 6 2 16,-8-4-14-16,-1 2-9 0,3 0-6 0,-1 0-12 16,3 1-3-16,0 1-18 0,-3 1-3 0,1 1-10 15,1-1-20-15,-2 1-13 0,0-2-5 0,-3 2-5 0,3 1-7 16,-4 0 1-16,-2 1 0 0,2-3 1 0,-1-1 7 16,-2-1-3-16,-2 0 4 0,-1 0 5 15,2-1 2-15,-2 0 1 0,-2-1 5 0,5-3 15 16,-10 0 11-16,10 0 16 0,-15 0 17 0,10-3 8 0,-2 0 20 15,2-2 8-15,-1 0-5 0,2-2-9 0,0-1-5 16,1-2-10-16,3-1-20 0,2 1-1 0,2-1-10 16,1-1-11-16,3 1-10 0,3-2-2 0,0 2-27 15,3 2-20-15,-1-2-12 0,5 3-8 0,-7 2-12 16,5-1-5-16,-5 3-14 0,5 1-12 0,-3 0-19 16,-1 2-13-16,1-1-14 0,0 2-17 0,-1 1-12 15,-4 0-8-15,2 0-4 0,-1 2-10 0,-2-2 3 16,1 1 13-16,-1 0 16 0,2-1 3 0,0 0 24 15,-4 1 12-15,3-2 6 0,-1 0 19 0,1 0 4 16,-1-2 14-16,1 0 22 0,-2-1 12 0,2 1 29 16,-3-2 21-16,1-1 26 0,2 1 16 0,-4 0 10 15,1 0 17-15,-1-1 10 0,-1 2 10 0,0-2 11 16,-2 2 12-16,2-2 6 0,-2 2 5 0,1-1 2 16,-2 4-6-16,0-8-16 0,0 8-4 0,-2-6-12 15,2 6-13-15,-4-1-8 0,4 1-6 0,-8 0-7 16,8 0-10-16,-12 1-3 0,2 0-5 0,3 2-2 0,-3 3-5 15,0 1-4-15,-1-3-6 0,2 4 13 0,-1-1-15 16,3 1-3-16,-1 2-3 0,3-2 0 0,-2 0-1 16,3 3-3-16,1-3 2 0,3 2 3 0,0 0-3 15,2 1 7-15,3-3-3 0,4 2-2 0,1-2 1 16,8 1 0-16,2-3 0 0,7 4-5 0,3-5-12 16,0-2-15-16,3 0-14 0,-2 1-18 0,-1-6-12 15,4-1-15-15,0 3-8 0,-1-4-5 0,-1-1-6 16,0-3 2-16,-5 3 8 0,-6-1 10 0,-3-5 10 15,1 6 1-15,-3-4 14 0,-3 3 13 0,-6-1 21 16,2 1 17-16,-5-1 11 0,0 2 4 0,-4-1 15 0,-3 1 11 16,1 0 7-16,-6-1 7 0,2 1 9 0,-5 0 1 15,-1 2 2-15,-1 0 11 0,-4 1 4 16,-1 0 5-16,-2 2-3 0,1 2 10 0,-3-1-7 16,2 1-7-16,2 2-11 0,-1 2 0 0,0 0-9 0,3 0-3 15,5-1-11-15,-4 2-4 0,4 0 0 0,3 1-15 16,-3 0 7-16,4 0-11 0,-1 4 10 0,1-6-4 15,3 5-5-15,0-4-2 0,3 5-1 0,-2-4-5 16,4 1-9-16,1-3 4 0,2-1-6 0,1 1 10 16,3-1-3-16,2 0-2 0,1-3 1 0,1 1-1 15,0-3-3-15,6 0-9 0,-2-2-6 0,2 0 5 16,-7-3 3-16,9-3-3 0,-3 0-6 0,-1-2-2 16,-1 0 0-16,3-4 2 0,-5-2-2 0,2 0-8 15,-4-2 1-15,4-6-7 0,-5 0 4 0,-1-1 2 16,0-1-3-16,-3-1 15 0,1 2-4 0,-6 4 11 15,-1 2 23-15,4 1 16 0,-4-1 14 0,0 1 18 16,-1 1 12-16,1 5 5 0,-3-3 8 0,3 7 7 16,-1-3 4-16,-3 5-3 0,4-1-7 0,-2 1-11 0,4 2-10 15,-2-1-12-15,0 5-14 0,-3-5-12 16,3 5-5-16,0 0-5 0,0 0-4 0,0 0-1 16,0 0-5-16,0 21-4 0,1-9 2 0,2 4-9 0,0 0 5 15,1 1 2-15,0 4-1 0,-1-3-3 0,2 3 0 16,0-1-6-16,0 1-2 0,1 1-19 0,0-2-13 15,0 0-14-15,0-1-6 0,2 0-8 16,-2-3-8-16,2 0-2 0,-3-3 6 0,2-1-11 0,-3-3 2 16,0-1 8-16,3-1 2 0,-3-1 7 0,3 0 16 15,-6 0 2-15,5-4 5 0,-2 1 3 0,0-3 5 16,-4 0 3-16,15-5 8 0,-10-1 2 0,2 1 5 16,0 0 9-16,1-4 17 0,4-1 9 0,-5 1 10 15,1-3 4-15,0 1 7 0,2 1 8 0,-2-2 13 16,-4 0-2-16,4 1 5 0,-2 1 6 0,1 0-4 15,-3 3-9-15,1-4 12 0,-2 7-2 0,2 0-8 16,-2 0-11-16,-2-1-12 0,2 2-11 0,-3 3-10 16,0 0-2-16,0 0-3 0,0 0 0 0,10 8-5 0,-9-1 1 15,3-1-3-15,-1 2 0 0,0 1 1 16,5 2-6-16,-3-1-4 0,-1 2-4 0,4-2-28 16,0 1-14-16,2-2-18 0,-3 1-15 0,3-2-25 15,0 1-1-15,0-2-11 0,-1-1-7 0,1-1-2 0,-1-1-19 16,-2-2-4-16,0 1-16 0,0-4-29 0,-7 1-34 15,11-5-58-15,-6 0-35 0,2 0-284 16,-2-5-649-16,-1-1 288 0</inkml:trace>
  <inkml:trace contextRef="#ctx0" brushRef="#br0" timeOffset="-141153.56">13690 5350 249 0,'0'0'313'0,"0"0"-7"0,0 0 2 16,0 0-9-16,0 0-20 16,-5 1-15-16,5-1-34 0,0 0-29 0,0 0-17 15,0 0-19-15,0 0-34 0,0 0-39 0,0 0-42 16,0 0-45-16,0 0-36 0,0 0-52 0,0 0-62 16,0 0-71-16,0 6-218 0,0-6-470 0,9 7 208 15</inkml:trace>
  <inkml:trace contextRef="#ctx0" brushRef="#br0" timeOffset="-140826.86">13984 5467 122 0,'0'0'303'16,"0"0"-10"-16,0 0-16 0,0 0-28 0,0 0-22 0,-15-5-15 0,15 5-17 15,-12 1-20-15,5 1-15 0,0 1-18 0,-2 0-15 16,1 2-9-16,1 1-10 0,-1-1-15 0,-4 2-7 16,3 1-13-16,1 1 0 0,3 3-9 0,-5-5-2 15,6 5-9-15,0-4-5 0,-1 5-3 0,3-3 1 16,2 0-2-16,2 1-6 0,-1-1-5 0,3-1-1 16,3 2-1-16,-3-5-1 0,8 2 0 0,5 0-1 0,-5-2-5 15,2-2-5-15,4 0-3 0,2 0-17 16,0-3-21-16,0-1-18 0,0-1-22 0,1-2-25 15,-3-2-25-15,2-2-20 0,-1 1-18 0,2-3-15 0,-5-2-11 16,2-3-7-16,-2-1-23 0,-1-1-14 0,-4-2-134 16,5-9-383-16,-8 6 170 0</inkml:trace>
  <inkml:trace contextRef="#ctx0" brushRef="#br0" timeOffset="-139966.74">14252 5393 450 0,'0'-21'6'0,"0"1"33"0,0-6 45 0,-3 8 35 16,3 0 38-16,-1-1 27 0,1 1 20 0,-1 5 31 15,-1 0 4-15,4 0-1 0,-4 2 6 0,0-3 7 0,2 4 0 31,0-1 1-31,-1 4-4 0,2 1-11 0,-1 1-22 16,0 5-25-16,0-6-28 0,0 2-12 0,0 4-22 16,0-4-15-16,0 4-18 0,0 0-12 0,0 0-7 15,0 0-12-15,0 0-9 0,0 0 2 0,-6 15-4 16,6-7-12-16,-1 4-5 0,1 3-3 0,1 2-2 16,2 0 8-16,-1 3-13 0,-2 2 8 0,3 3-16 15,4 3-1-15,-3 1 2 0,-1-4-14 0,0 3 11 16,1-2-7-16,0-7-25 0,-3 3-18 0,6-3-8 0,-3 0 2 15,3-2-11-15,-3-2-11 0,0 2-4 0,2-3 9 16,0-4 0-16,-3 1-2 0,3-4 14 16,-4 1 4-16,5-3 3 0,-1-1 7 0,0-1 16 0,-2 0-10 15,3-3 7-15,0 0 7 0,-7 0-7 0,15-4 6 16,-10 1 1-16,2-1-3 0,-3-1 5 0,2-1 2 16,-1 0 14-16,-1 2 10 0,-1-2 21 0,0 1 6 15,-2-2 5-15,3 4 10 0,-1-3 4 0,-2 2-3 16,1-1-3-16,-2 5-4 0,0-3-14 0,0 3-4 15,1-4-12-15,-1 4-3 0,0 0-8 0,0 0 0 16,0 0-4-16,0 0-6 0,0 0-6 0,0 0-1 16,9 12-17-16,-5-6-1 0,2-1-5 0,2 1-11 15,4 0-2-15,1 2-16 0,3-1 1 0,4 1-10 16,5-3-12-16,-4 0-2 0,12 1-23 0,1-2-4 16,-3 0-5-16,3-1-4 0,-2-1 0 0,-1-4 1 15,0-1 8-15,-9 0 5 0,9-1 4 0,-2-1 7 16,-9-1 11-16,2 0 4 0,1-2 8 0,-6 0 8 15,4-1 5-15,-7 0 10 0,-2 1 18 0,-2-1 22 16,-1 3 24-16,-1-3 22 0,-1 4 12 0,-4-1 13 16,-2-2-14-16,-1 3-3 0,0-2 1 0,-4 2-8 15,-1 1 2-15,-1 0 1 0,1 1 2 0,-5 0-3 0,2 1-1 16,-4-1-5-16,0 3 0 0,2 0-7 0,-3 3-3 16,4-1 2-16,-3 2-10 0,-1 1-1 0,2-1 2 15,-3 1-1-15,5 1-7 0,-5 4-2 0,3 1-1 16,4-4 1-16,-1 5 0 0,1 0 0 0,-3-3-3 15,4 4 4-15,2-3-9 0,0 1 5 0,1 2-1 16,3-3 0-16,0 0 6 0,0 2-15 0,0-6-3 16,3 1-1-16,1 0-2 0,0-2-1 0,0-1-4 15,10 0-3-15,-9-2-5 0,5 0-5 0,1-2 1 16,1-5 0-16,-1 1 2 0,2-1 4 0,-2-3 3 16,-1-1-1-16,2-4 2 0,0-2 0 0,-2 0 3 15,3-3 1-15,-3-6-2 0,-2-3 3 0,3-4 0 16,-6 3 5-16,1-4-2 0,-1 0 2 0,-2 0 5 15,-2-2 6-15,3 2 20 0,-9 4 18 0,2 0 15 16,-1 7 19-16,1-5 21 0,-1 4 8 0,1 4 15 16,1 7 5-16,-4-4-4 0,2 4-9 0,0 1-8 15,0 4-10-15,-1-2-17 0,3 3-12 0,-2 2-12 16,0 1-4-16,4 2-10 0,0 0-7 0,-12 5 0 0,9 1-4 16,-2 3-4-16,1 1-4 0,2 3-2 0,1 5-2 15,1-1-2-15,0 2-3 0,0 0 0 16,4 0-15-16,-1 0-16 0,4 1-6 0,1 2-39 0,3 0-25 15,-3 0-18-15,0-3-24 0,4-1-26 0,-6-1-30 16,3-2-44-16,-1-2-58 0,-1-3-55 0,1-2-268 16,-2-2-661-16,1-2 293 0</inkml:trace>
  <inkml:trace contextRef="#ctx0" brushRef="#br0" timeOffset="-139767.98">14505 5258 381 0,'-16'-3'395'0,"5"3"-13"0,3-1-3 0,1 0 2 16,-1 1-9-16,8 0-13 0,-11-2-24 0,11 2-31 15,-4-2-35-15,4 2-36 0,0 0-37 0,8-6-45 16,2 1-55-16,5 3-66 0,3-1-76 0,7 0-60 16,2-2-69-16,-2 3-82 0,7-2-86 0,-2-1-213 15,2 0-603-15,-2 1 267 0</inkml:trace>
  <inkml:trace contextRef="#ctx0" brushRef="#br0" timeOffset="-137553.3">15625 5304 131 0,'-3'-9'332'0,"-1"1"-7"16,2 1-31-16,1 2-16 0,-6 1-14 0,4 0-24 16,-1 0-24-16,-2 0-21 0,2 1-24 0,4 3-21 15,-13 0-13-15,8 3-9 0,-4 2-24 0,0 2 4 16,1 1-20-16,-4 3-17 0,1 3-2 0,3 1-11 15,-3 2 1-15,3 2-9 0,2-1-4 0,1 2-3 16,2 0-8-16,0 0-1 0,3-2-5 0,6 0-2 0,-2 0-11 16,1 1 0-16,5-3-4 0,3 0 0 0,1-3-9 15,2 0-7-15,2-2-13 0,5-2-15 0,-1-1-12 16,1-5-13-16,-4 1-1 0,3-2-9 0,1-2-3 0,-4-2 1 16,0-4 5-16,0-3 8 0,0 0 3 0,-3-2 7 15,2-5 5-15,-4-2 6 0,2-3 4 0,-1-6 1 16,-3 0 5-16,0-4 1 0,-5 0 2 0,0 1 9 0,-3-2 5 15,-1-1 19-15,-3 3 11 0,0 3 24 0,-3-2 15 16,-1 3 10-16,1 7 13 0,1 1 10 16,-4 0 11-16,3 5 6 0,-2 1 3 0,3-4-1 15,-4 3 6-15,3 2-18 0,-2 3-16 0,3 2-9 0,0-2-12 16,-1 4-10-16,3 1-12 0,-3-2-14 0,3 5 4 16,0 0-6-16,-6 12-4 0,4-4-8 0,2 2-8 15,2 3-9-15,-2 3 5 0,2 2-5 0,2 3 4 16,2 5-2-16,-1 2 0 0,6-4-11 0,1 4 4 15,-2-2-6-15,2 2-1 0,0-3-9 0,2 1-9 16,5 0-5-16,-4-3-10 0,5 1-3 0,-6-7-12 16,5 2-7-16,-7-4-10 0,5 0-19 0,-2-6-11 15,1 2-12-15,1-4-1 0,-2 0 2 0,-1-2 11 16,0-2 10-16,-2-3 8 0,0 0 11 0,-1-6 9 16,-3 4 9-16,4-5 11 0,-5 0 17 0,3-4 12 15,-5 2 12-15,3-4 12 0,-5 1 18 0,1-2 21 16,0-1 14-16,-4 0 12 0,0 2 12 0,0 1 5 0,-1-2 10 15,-2 5-5-15,2-4 0 0,-2 2 5 0,0 4-20 16,0 1-7-16,-2-1-11 0,3 2-3 16,-4 1-8-16,-1 1-8 0,3 0-5 0,-4 3-8 15,8 0 2-15,-15 1-9 0,8 3-1 0,0 0-9 0,-1 1-5 16,4 1-13-16,-4 1-1 0,3-1-3 0,0 3-1 16,4-4-9-16,-4 4-1 0,2-2-1 0,2-2 2 15,-1 4 1-15,2-4 3 0,2 1 2 0,0-1 6 16,1 1-4-16,1-4 0 0,0 1 3 0,2-2 2 15,1-1 1-15,-1 0 1 0,6-4 4 0,-3 2-2 16,0-4 0-16,2-1 2 0,-3 0 3 0,2 1 0 16,-5-3 5-16,6 3 7 0,-7-1 8 0,3 1 21 15,-3 1 8-15,0-1 3 0,0 1 8 0,0 1-1 16,-2 3-6-16,2-3-3 0,-3 0-13 0,-1 4-7 16,3-4-7-16,-3 4-6 0,0 0 0 0,0 0-8 15,0 0 9-15,-2 12-10 0,1-4 3 0,1 1-5 16,0-3-5-16,0 5-7 0,1-1-9 0,-1 3 0 15,2-1-8-15,1 0 0 0,-1 0-5 0,2-1 2 0,1-1 4 16,0 0-19-16,0 0 4 0,1-3-16 16,-1-1-4-16,-1 0 1 0,3-3-11 0,1 1-1 15,0-3-5-15,-1 1-5 0,0-2 2 0,1-3 6 0,-2 1 6 16,0-2 8-16,1-3-2 0,1-1 13 0,-2-1 6 16,2-2 3-16,-4-1 7 0,0 1 5 0,0-2 8 15,0-1 14-15,0 3 16 0,3-2 9 0,-6 2 15 16,4-1 13-16,-3 1 3 0,1 3 10 0,1 0 5 15,-2 3-9-15,0-2-4 0,2 4-8 0,-2-2-2 16,-1 2-8-16,0-1-4 0,-1 4-10 0,3-4 1 16,-3 4-5-16,0 0-4 0,0 0 0 0,10 5-2 15,-6 1-1-15,0-1 1 0,1 1-1 0,2 3-1 16,-3-1 0-16,3 2-4 0,-2-1 1 0,2 3-2 16,-2-2 2-16,1 1 1 0,-2-1-1 0,0 1-4 15,0-2 3-15,-1-1-5 0,-2-1-2 0,2-1-3 16,0 1-4-16,-2-2-2 0,-1 0 2 0,0-1 1 15,4-1 5-15,-4 1 3 0,0-4 2 0,0 0 4 0,0 0 3 16,0 0 3-16,0 0 5 0,0 0 9 16,0 0 7-16,4-13 2 0,-2 6 3 0,0-1 4 15,1 2 6-15,0-1 8 0,2-3 11 0,1 0 5 0,-1-3-7 16,1 3 2-16,-1 0 7 0,3-3-2 0,0 3 1 16,-1-1 3-16,-1 1-6 0,0 2-4 0,2 1-9 15,-1 2-3-15,-3 1-8 0,2-1-9 0,-2 1-13 16,-3 2-3-16,4-2-4 0,-5 4-4 0,9-1 1 15,-9 1 3-15,0 0-11 0,11 6-1 0,-7-3 6 16,0 2-1-16,-3 2-5 0,7 2-41 0,-2-1-23 16,-2 2-18-16,3 2-21 0,-3-2-23 0,0 1-29 15,5 1-47-15,-3-2-54 0,2 3-62 0,-1-3-240 16,1-1-599-16,2-1 266 0</inkml:trace>
  <inkml:trace contextRef="#ctx0" brushRef="#br0" timeOffset="-136617.18">17176 4960 42 0,'-2'-4'293'16,"-2"-1"-6"-16,1 1-10 0,3-1-22 0,0 5-27 16,-1-7-21-16,-2 6-28 0,3 1-22 0,0 0-17 15,0 0-14-15,0 0-14 0,-4 10-11 0,5-2-10 0,-1-1-7 16,2 5-5-16,-1 5-13 0,-1 3-7 0,3-1-7 16,1 8-4-16,0-6-6 0,-4-1 1 0,4 7-5 15,0-1-6-15,-3-5-1 0,5 7 2 0,-1-2-8 16,2-5 1-16,-2 4 2 0,1-4-7 0,3 3-1 15,-2-5-1-15,3-1 2 0,1-1-2 0,0 1-2 16,2-4-1-16,-2-3-5 0,5 0-9 0,-1-2-9 16,4-1-6-16,-1-3-17 0,1-2-6 0,1 0-9 15,0-4-3-15,-3-1-2 0,1-1 1 0,2-3-2 16,1 0 8-16,-5-3 1 0,2 0 7 0,-5-2-1 16,5 0 6-16,-3-3 2 0,-3 1 0 0,-4-3 11 15,-1 5 0-15,-1 1 12 0,-1-2 12 0,-4 3 11 16,-1-2 4-16,3 2 1 0,-6-1 3 0,2 4 1 15,-4-1-8-15,-1 1 2 0,-1 2-4 0,-2-2-3 16,-2 3-3-16,0 1 1 0,-1 2-4 0,-2 1-2 16,3 0-1-16,-1 3 1 0,1 0-5 0,0 2 5 15,1 2-3-15,0-1-1 0,4 1 0 0,1 0 1 0,1-1-1 16,0 3-1-16,3-1 1 0,1 1 3 0,0-3-2 16,0 1-3-16,1-2 6 0,4-1-5 15,1 0 2-15,-1 1 0 0,2-4-1 0,0 0 0 0,2-1 0 16,1-1-5-16,2-1 4 0,-1-1 1 0,-3-1 1 15,3-2-4-15,1 0-2 0,-4 2 4 0,6-2 7 16,-7-2 15-16,2 2 11 0,-5 1 16 0,1-1 9 16,1 1 5-16,-2 1 10 0,0 1-1 0,0-1-9 15,-1 1-12-15,-3 2-5 0,4-4-8 0,-4 4-7 16,0 0-2-16,0 0-5 0,0 0-2 0,14 6-2 16,-9-2-11-16,-1 0-13 0,1 1-8 0,0 0-10 15,2-1-17-15,1 0-21 0,-3 3-17 0,2-4-30 16,3 1-28-16,-1 0-55 0,1 1-19 0,1-1-42 15,2-1-191-15,-6-3-476 0,1-2 210 0</inkml:trace>
  <inkml:trace contextRef="#ctx0" brushRef="#br0" timeOffset="-135621.84">17802 4954 145 0,'0'-5'292'0,"0"2"-16"0,2-3-17 31,-4 2-25-31,2 4-21 0,0-5-27 0,0 5-18 16,0 0-18-16,0 0-17 0,0 0-13 0,0 0-11 15,0 0-12-15,0 0-14 0,-1 13-3 0,-2-5-10 16,3-2-3-16,0 2-8 0,0 2-4 0,3 3-10 16,-3-2-3-16,1 2-4 0,3 3-4 0,-4-3 0 0,2 0-4 15,3 0-3-15,-3 0-5 0,1-1-3 0,0-3-9 16,-3 2-7-16,4-4-3 0,-2 2 2 15,2-3-1-15,-3 0 2 0,2 0-2 0,-2-2 0 16,3 0 2-16,-1-1 2 0,2-1 0 0,-2 1-3 0,4 1 0 16,-2-3-1-16,0 2 1 0,-3-1 1 0,5-1-3 15,1 2-5-15,-1-1 7 0,0 4-3 0,6-4 5 16,-9 2-6-16,3 2-3 0,-1-2 2 0,2 3-1 16,-1 2 0-16,1-1-3 0,-3-1 2 0,2 4 5 15,-3-1 1-15,1 0-3 0,1 1-2 0,-5 1 1 16,2-1-3-16,-3 1 5 0,0-2-5 0,0-1 6 15,0 0-3-15,-1 1 0 0,-1-3-2 0,-3 1 3 16,1-3 4-16,-3-2-1 0,-1 2 0 0,2-2 0 16,-6-2 1-16,4 1 1 0,-2-2 5 0,2 0 6 15,-1-2 8-15,3 1 3 0,-2-2 13 0,4 0 3 16,1-1-3-16,-2 1 8 0,1-2-8 0,1 0-1 16,3 0-10-16,0-1-3 0,0-1-2 0,4-1-8 0,6 2-5 15,1-1-6-15,0 1-6 0,3 0-12 0,4-1-10 16,1 1-9-16,4 1-9 0,-5-1-11 15,5 3-3-15,3-2-7 0,-6 1-4 0,4 0 2 16,-1 2 2-16,-2 0 2 0,-3 1 6 0,1-3 2 0,-6 3 11 16,-1 0 0-16,-3-1 9 0,-3 1 3 0,0-1 5 15,1 2 2-15,-7 0 1 0,8-2 4 0,-8 2-2 16,0 0 3-16,0 0 4 0,0 0 0 0,0 0 6 16,-17 5 1-16,11-3 1 0,-1 0 1 0,1 1 3 15,0-1-3-15,-3 2 0 0,3-1 1 0,-3 1-2 16,3-1 3-16,2 1-2 0,-4 0 1 0,4 0 0 15,1 1 0-15,-2 0 2 0,2-1 3 0,2 3 1 16,2-3 1-16,0 1 1 0,2 2 0 0,1-2 1 16,3 0 0-16,2 1 3 0,4 1-2 0,1-4 2 15,0 2-1-15,5-3-2 0,2 2-1 0,-1-1-8 16,-2-3-11-16,5-1-6 0,-3-4-1 0,-2 2 3 16,0-2-13-16,-1-3-5 0,-6 0-7 0,8-2-2 0,-6 0-20 15,-4 0 4-15,3-6-11 0,-5 1 13 0,1-2-8 16,-5 2 7-16,-1-5 11 0,0 0 1 15,-4-8 6-15,0 1 5 0,-1-2 7 0,1 9 7 0,-2-9 25 16,1 7 22-16,0-4 17 0,-4 0 22 0,1 6 18 16,1 3 13-16,1-1 5 0,0 1 15 0,0 6 5 15,1-1 9-15,-1 2 0 0,3 2-3 0,-3 2 2 16,3-1-17-16,-2 2-17 0,0 1-11 0,2-1-16 16,1 5-8-16,0 0-5 0,0 0-1 0,-11 9-9 15,11-4-2-15,-3 8-4 0,3 0-5 0,-1 4-5 16,1 3-3-16,-2 8-1 0,5 2 0 0,-2-2-2 15,2 4-6-15,-4-3 11 0,2 2-10 0,1-1-1 16,-1 1 7-16,0 0-14 0,2-4 10 0,0 1-9 16,1-3 3-16,4 3-3 0,-1-8 1 0,1-1 2 0,0-1 1 15,3-1-3-15,-3-3 2 0,5-1 4 0,1-3-5 16,4 2 3-16,1-6 0 0,0-2 3 0,0 0-1 16,2-3-2-16,-4-1 0 0,4-2-5 0,-1-3 0 15,-2-1 0-15,1-1-9 0,-2-4-23 0,-2 1-13 16,2-2-22-16,-5 0-33 0,0-1-40 0,-8-1-36 15,6 5-36-15,-5-5-42 0,-2 2-238 0,-2 1-522 16,-1 0 231-16</inkml:trace>
  <inkml:trace contextRef="#ctx0" brushRef="#br0" timeOffset="-134068.72">32610 881 201 0,'4'-2'274'0,"-3"-2"-6"15,3 2 6-15,-4 2-2 0,3-7-14 0,-3 7-15 16,0-4-3-16,0 4-25 0,2-5-14 0,-2 5-16 16,2-5-10-16,-2 5-27 0,0 0-15 0,-4-4-19 15,4 4-11-15,0 0-25 0,-3-3 2 0,3 3-7 16,0 0-7-16,-13 1-9 0,7 3-10 0,0-2-1 16,2 1-2-16,-5 0-6 0,1 2-9 0,0 2 0 15,-2-1-11 1,2 2 9-16,0 0-7 0,-3-1-6 0,3 4 4 15,0-3-7-15,-1 3 5 0,-1 4-5 0,0-1-5 16,0-2 2-16,3 2-1 0,-3 2 9 0,-2 0 3 0,5 2-18 0,2-3 4 16,-4 4 3-16,5-1-8 0,-4-1 0 0,0 2 3 15,7-2-2-15,-5 1-1 0,4 0 2 0,2-2 3 16,0 1-11-16,0-5 10 0,0 6 1 0,0-1-11 16,2-5 10-16,-2 3-1 0,3-3-11 0,-3-1 10 15,1 1 3-15,1-2 1 0,-2-1 0 0,1-2 5 16,-1 1-5-16,0-3-2 0,4 1 9 0,-4 0-16 15,3-1 1-15,-3 0-12 0,1 0-17 0,-1 0-18 16,0-1-16-16,0 1-12 0,0 0-18 0,0-1-14 16,-1 0-15-16,2 1-27 0,-5-1-38 0,4-4-29 15,-1 7-33-15,-2-5-212 0,2 2-503 0,-1 0 223 16</inkml:trace>
  <inkml:trace contextRef="#ctx0" brushRef="#br0" timeOffset="-133835.67">32565 1378 154 0,'0'0'220'0,"0"0"-17"16,0 0-26-16,0 0-16 0,0 0-21 0,0 0-14 15,0 0-9-15,0 0-12 0,0 0-11 0,-18 7-7 0,14-4-13 16,-4 1-7-16,5 1-6 0,-6 3-7 0,1 1 0 15,-2-2-9-15,3 3-3 0,-2-2-5 0,2 0-6 16,-2 4-28-16,2-3-28 0,-1 0-31 16,2 0-53-16,0-3-46 0,-3 1-130 0,0 2-308 15,4-4 136-15</inkml:trace>
  <inkml:trace contextRef="#ctx0" brushRef="#br0" timeOffset="-133631.86">32289 1371 218 0,'0'0'218'0,"0"0"-24"0,0 0-16 0,0 0-20 16,18 7-12-16,-12-3-11 0,6 1-20 16,-1 4-6-16,3 1-12 0,1-1-13 0,2 3-6 15,0 3-8-15,-3-5-10 0,5 5-31 0,-2 0-66 16,5 0-84-16,-3-2-168 0,-4 0-313 0,0-2 140 0</inkml:trace>
  <inkml:trace contextRef="#ctx0" brushRef="#br0" timeOffset="-126866.18">30840 564 147 0,'2'-5'319'0,"-2"0"-9"16,0 0-4-16,0 0 2 0,2 2-12 0,0-1-9 16,-2 4-22-16,0-7-14 0,0 7-10 0,0 0-26 15,1-5-10-15,-1 5-23 0,1-3-10 0,-1 3-30 16,0 0-17-16,0 0-15 0,0 0-11 0,0 0-15 15,0 0-18-15,0 0-2 0,0 0-12 0,0 0-13 16,0 0 3-16,0 0 3 0,-4 16-11 0,2-10-5 16,2 2 4-16,-2 2-13 0,-2-1-15 0,0 4-14 15,3-2-14-15,-1 0-9 0,0 3-11 0,0-2-6 16,-2 0-3-16,1 0-5 0,-3-1-1 0,2 0-1 16,0-1-7-16,1-1-2 0,0-2-4 0,2-2 0 15,-3 3 3-15,4-4 8 0,-3 1 13 0,2-1 10 16,1-4 7-16,-5 5 18 15,5-5 2-15,0 0 3 0,0 0 9 0,0 0 2 16,11-15 12-16,-8 9 11 0,1-5 6 0,0 1 5 16,2-3 4-16,-1-3 1 0,2-2 9 0,-3-3-4 15,3 2 0-15,-2 0 4 0,-1-2 2 0,0 1 4 16,1 0 11-16,-1 1-6 0,0 1 18 0,-3 6-3 16,2-1 3-16,1 1-2 0,-3 2-9 0,2 4 0 15,1-2-11-15,-3 3-9 0,1-1-7 0,-1 0-8 0,0 4-6 16,-1 2-14-16,0 0 9 0,3-3-18 15,-3 3 1-15,11 6 0 0,-7 0-4 0,6 1-1 16,-4 1 6-16,3 4 3 0,-1-1-11 0,1-2 12 16,2 9-5-16,0-2-11 0,1 0-2 0,2 0-12 15,-5 0-14-15,2 3-2 0,-2-3-16 0,1 0-14 0,-2 0-4 16,-1-2-6-16,-2 0-8 0,1-1-11 16,0-2-15-16,-1 5-3 0,-4-5-12 0,5 0-6 15,-5 1-7-15,2-3-11 0,-2-1-6 0,2 1-6 16,-3-3-15-16,3 1-49 0,-3-1-5 0,0-1-14 15,1-3-167-15,-1 3-445 0,0-5 197 0</inkml:trace>
  <inkml:trace contextRef="#ctx0" brushRef="#br0" timeOffset="-126678.7">30912 664 281 0,'-2'-5'287'0,"2"5"-8"15,-2-3-9-15,2 3-11 0,0 0-32 0,0 0-19 16,0 0-22-16,0 0-18 0,0 0-10 0,0 0-26 16,10-4-12-16,-3 4-16 0,-7 0-7 0,19 3-11 15,-6-3-20-15,-2 2-27 0,3 1-36 0,5-2-46 0,-1 3-41 16,2 1-65-16,-1-2-62 0,0 1-204 16,-4-2-447-16,4 1 198 0</inkml:trace>
  <inkml:trace contextRef="#ctx0" brushRef="#br0" timeOffset="-126317.33">31356 590 157 0,'0'0'265'0,"-1"-5"-1"0,1 5-22 15,-5-2-10-15,5 2-16 0,-4-4-12 0,4 4-22 0,0 0-20 16,0 0-17-16,-3-2-22 0,3 2-10 16,0 0-12-16,0 0-6 0,-13 5-8 0,9-4-17 15,-2 1-4-15,2 1-12 0,-1 1-3 0,1 0-6 16,-3 2-2-16,3-2-7 0,-3 1-6 0,4 2 2 16,-3-1-5-16,4 0-2 0,-3 1 2 0,2-2-5 15,2 1-5-15,0 1-1 0,1 0 5 0,0-2-7 0,2 1-1 16,1 0 1-16,2 0-1 0,3 2 3 0,-2-3-7 15,4 0-12-15,4 0-24 0,-1 1-36 0,4 0-31 16,-3-4-49-16,5 2-27 0,1-3-40 0,-1 1-35 16,0-1-138-16,1-1-414 0,-1-3 183 15</inkml:trace>
  <inkml:trace contextRef="#ctx0" brushRef="#br0" timeOffset="-126090.21">31610 383 45 0,'-1'-6'328'0,"0"0"1"0,-2 3-9 15,1-1-8-15,2 4-29 0,-1-7-23 0,1 7-29 0,-1-5-29 16,1 5-23-16,0 0-25 0,-2-2-21 0,2 2-10 16,0 0-15-16,0 0-8 0,-2 12-13 0,2-5-3 15,-2 1-12-15,4 2 4 0,-4 4-11 16,2-3-15-16,4 7-7 0,-4 0-4 0,2 2-1 15,0-1-25-15,0-2-18 0,-2 3-15 0,3-1-18 0,-1 0-23 16,3 1-18-16,-5-1-28 0,3-2-18 0,-1-5-44 16,0 1-46-16,1-4-37 0,-2 3-183 0,-1-2-469 15,3-4 208-15</inkml:trace>
  <inkml:trace contextRef="#ctx0" brushRef="#br0" timeOffset="-125574.62">31548 555 256 0,'0'0'291'0,"0"-7"-13"0,0 7-8 15,1-4-22-15,-1 4-23 0,0 0-22 0,0 0-27 16,0-4-16-16,0 4-18 0,7-2-18 0,-7 2-10 16,11 2-14-16,-3-2-7 0,3 1-12 0,0-1-10 0,1 1-3 15,3 1-19-15,-4 1-8 0,4-1-10 16,-2 0-8-16,-2 2-1 0,3-3-4 0,-1 2-2 15,-1-1-6-15,-1 3 4 0,-2-5-7 0,-3 3 1 16,1-1-4-16,-3 1-4 0,5 1-2 0,-7 0-2 16,1-1 1-16,1 1-1 0,-3 3-1 0,1-1-3 0,-2-1 7 15,1 3-4-15,0 0 11 0,-1-3-12 0,0 4 7 16,0-2-3-16,0 1-3 0,0 2 11 16,0-2-9-16,3 0 4 0,-3-2-1 0,1 2 2 15,2-3-2-15,-1 1 0 0,-1-3 1 0,2 2 7 16,-1-2 0-16,1-1 15 0,1-1 2 0,-4-1 2 15,11 2 3-15,-11-2 0 0,12-3 7 0,-5 1-1 0,0-4-1 16,1 0-2-16,-3 1 6 0,4-2-6 16,-1-1 1-16,-1-1 10 0,-1 0 0 0,-1-1 6 15,0 0 4-15,-1 2-12 0,4-4-1 0,-5 2 5 16,1-1 10-16,0 1 4 0,-3 2-5 0,2 0 1 16,-1 1 2-16,0 3-2 0,-2-3-8 0,0 3-3 15,0 0-14-15,0 4-8 0,2-7-9 0,-2 7-28 16,2-2-31-16,-2 2-10 0,0 0-9 0,0 0-8 15,0 0-5-15,0 0-7 0,-8 14-4 0,8-8-4 16,0 1-2-16,0 2-3 0,2-2-3 0,0 0-3 16,2 4-19-16,0 0-15 0,0-2-18 0,3 0-25 15,1 0-11-15,5-2-22 0,-2 1 0 0,-2-2-144 16,6-1-385-16,-1 1 170 0</inkml:trace>
  <inkml:trace contextRef="#ctx0" brushRef="#br0" timeOffset="-124992.83">32151 657 28 0,'7'-8'36'0,"0"1"8"0,0-1 28 0,-2-2 26 15,-1 2 23-15,-2-2 14 0,-2 2 21 0,0-1-2 16,0 4-7-16,-2-2-8 0,1 0-5 0,-2 3-6 0,1-3-17 16,-6 3-12-16,4-2-10 0,-5 4-9 0,2 1-9 15,0-3-11-15,0 4-3 0,-2-1-11 0,2 1-1 16,7 0-4-16,-13 1-5 0,3 0-5 0,4 2-2 16,1-1-1-16,0 2-4 0,0-1-5 0,1 0 2 15,0 0-9-15,4-3-9 0,-5 5 6 0,5-1-11 16,0-4 7-16,0 5-5 0,0-5-2 0,5 3 1 15,-3 1-6-15,-2-4 3 0,11 3 1 0,-7-3 0 16,-4 0 2-16,12 2 2 0,-9 0 0 0,4-2-2 16,-7 0-1-16,9 1-8 0,-9-1 7 0,6 2-4 15,-6-2 1-15,7 4-4 0,-5-2 8 0,1 1-6 16,-3-3 5-16,8 5-1 0,-7-3-1 0,-1 4 3 16,3-4-7-16,1 2 10 0,-2-1-6 0,2 0 4 15,-3 3 1-15,3-4-2 0,1 2 2 0,-1-1-1 16,4-1 4-16,-3 1 0 0,1-2 5 0,2 0-7 15,-2 2 7-15,5-3 1 0,0-2-5 0,1 2 2 16,-1-1-4-16,2 1-2 0,2-5 5 0,-2 3 3 16,-2-3-8-16,1-3 9 0,2 1-6 0,-5 0 0 15,6-5 4-15,-1-2-2 0,-4 4 2 0,-4-4 4 16,2-2 10-16,3 1 3 0,-7-1 7 0,2-4 1 16,-2-1 14-16,-3 0 8 0,-2-1 13 0,-2 1 0 15,-1 1 11-15,-5-5-3 0,4 7 3 0,0 1-2 16,-2-2 0-16,1 4-1 0,-1-1 0 0,7 16 0 15,-9-22-1-15,9 22-12 0,-10-13-6 0,10 13-13 16,0 0-13-16,-9-14 1 0,9 14-6 0,0 0-10 16,0 0-1-16,0 0-2 0,-16 19 2 0,16-6-6 15,0 0 3-15,0 5 0 0,0 0-1 0,5 2-6 16,-3 8 2-16,3-1 3 0,2-1-6 0,-4 4-12 16,5-4-9-16,4 2-15 0,-1-4-17 0,1 2-22 15,2 0-33-15,-6-8-59 0,7-1-62 0,-3-1-61 16,0 2-169-16,1-3-493 0,1-4 218 0</inkml:trace>
  <inkml:trace contextRef="#ctx0" brushRef="#br0" timeOffset="-123945.78">32855 437 78 0,'0'0'273'0,"0"0"-30"0,0 0-32 16,0 0-20-16,-2-4-19 0,2 4-18 0,0 0-15 16,-19 8-17-16,15-4-8 0,-4-2-19 0,2 5-1 15,-4-1-12-15,4 2-8 0,-1-2-9 16,-5 3-2-16,6-1-9 16,0 1-2-16,1-3-9 0,-1 5 2 0,2-5-9 15,0 1 0-15,3 1-2 0,3 0-1 0,-2-2-3 16,6 3 0-16,-1-3-3 0,2 2 0 0,1 1-4 15,2-8-4-15,-1 6 3 0,1-4-4 0,2 0 4 16,-1 0 0-16,-2-3-4 0,-1-1-6 0,5-3 1 16,-8 1 2-16,6-2-3 0,-3 0-4 0,0-4 0 15,-2 1 2-15,-1 0-1 0,-2-4-4 0,2 1 2 16,-3-2-5-16,-2 2 8 0,-2-1 13 0,-3 1 7 0,2 0-5 16,2-1 0-16,-6 1-7 0,2 3-1 0,-1-1-5 15,-4 1 1-15,5 4-6 0,1-1 0 0,-4 2-4 16,2-2-11-16,0 4-10 0,0-1-16 0,6 2-5 15,-8 0-11-15,8 0-7 0,0 0-23 0,-3 5-12 16,3-5-26-16,3 9-19 0,1-5-28 0,5 2-14 16,-2-1 13-16,3-1-22 0,0 0-100 0,2 0-310 15,-1-2 138-15</inkml:trace>
  <inkml:trace contextRef="#ctx0" brushRef="#br0" timeOffset="-123561.14">32985 455 193 0,'0'0'22'0,"11"-8"46"0,-6 7 12 0,2-2 27 0,-7 3 15 15,4-6 18-15,-4 1 14 0,3 0 13 0,-1 2-7 16,-2 3-7-16,1-6-3 0,-1 6-17 0,1-4-11 15,-1 4-18-15,0 0-8 0,0 0-23 0,0 0 2 16,0 0-9-16,0 0-7 0,0 0-6 0,-15 8-5 16,12-5-8-16,0 2-2 0,0 5-5 0,-3-3 2 15,5 5-4-15,-2-3-5 0,2 0-1 0,1 2-1 16,1 0-5-16,3-1 2 0,-2-2-3 0,2 1-2 16,1-2-1-16,3 1 3 0,-4-3 0 0,3 1-2 15,0-2-6-15,2 0 6 0,1-3-6 0,-3 2 1 16,1-5 0-16,4 2 0 0,-3-2 1 0,-1-2-2 15,1 0-1-15,-1-2-1 0,-1 1 2 0,-1-3-6 16,0 1 9-16,1-2 2 0,-3-2 8 0,0 1 15 16,-1 0 23-16,0-2 4 0,-2 3 9 0,2-1 3 15,-2 2 7-15,3 2-7 0,-4 1 7 0,0-2-17 16,1 3-6-16,1 2-5 0,-2-3-5 0,0 5-13 16,0 0-12-16,0-7-13 0,0 7-18 0,0 0-22 15,-7-2 12-15,7 2-5 0,0 0-3 0,0 0-2 16,-1 16-3-16,2-12 4 0,-1 4-2 0,0-2-2 15,5 1-1-15,-3 2-13 0,2 0 3 0,0-1-8 16,2 0-23-16,-1 0-6 0,-1-1-15 0,1-2-20 16,2 1-22-16,-1-2-15 0,2-1-22 0,-1-1-35 15,1-1-11-15,-8-1-149 0,16-1-394 0,-5-1 175 16</inkml:trace>
  <inkml:trace contextRef="#ctx0" brushRef="#br0" timeOffset="-123326.02">33355 286 62 0,'-1'-24'230'0,"1"24"-7"0,0 0-17 0,0 0-17 15,-10-18-18-15,10 18-25 0,0 0-13 0,0 0-12 0,0 0-16 0,0 0-11 32,0 0-10-32,0 0-8 0,0 0-6 0,0 0-8 15,-34 20-4-15,29-10-7 0,2 2-1 0,1 1-7 16,2 4-2-16,-3-1-7 0,6 2-2 0,-3 0 1 15,2 0-1-15,1 1-4 0,2-1-3 16,-3 0-2-16,6 0 1 0,-4 0-6 0,1-3 1 16,1-2-25-16,-2-1-36 0,0-3-40 0,-3 0-50 15,3-3-54-15,-4-1-154 0,3 0-367 0,-3-5 163 0</inkml:trace>
  <inkml:trace contextRef="#ctx0" brushRef="#br0" timeOffset="-122935.77">33261 384 140 0,'0'0'226'0,"0"0"-27"0,3-3-18 15,-3 3-16-15,14 0-18 0,-14 0-17 0,13 2-8 0,-2 1-18 0,1 0-7 0,2 1-17 0,-1 2-5 16,-2-1-29-16,1-2-15 0,2 1-24 0,-3 3-7 16,1-2-14-16,-1-1-5 0,0-1-3 0,1 4 0 15,-6-4 1-15,-1-1 9 0,2 1-7 0,-7-3 11 16,9 2 2-16,-9-2 4 0,7 5 2 0,-7-5 3 15,2 4-5-15,-2-4 5 0,3 4-7 0,-3-4 4 16,2 5 25-16,0 0 12 0,-4 2-5 0,2 3 31 16,0-2-2-16,0 2-3 0,2 2-2 0,-2 1 10 15,-2 0 0-15,1 6 2 0,1-2-12 0,0 2 1 16,0-2-9-16,1 4-2 0,1-1-1 0,-1-1-5 16,-1 1-5-16,-1-8 0 0,2 6-3 0,3 2-4 15,-2-3 0-15,-2-5-5 0,0 2 0 0,2-3-3 16,0 4 1-16,0-5-3 0,-2-4 1 0,3 2 2 15,-2-2-7-15,1 0-4 0,-2-6-19 16,0 0-10-16,2 10-35 0,-2-10-30 0,0 0-42 0,0 0-26 16,0 0-36-16,0 0-166 0,20-15-384 0,-15 7 170 15</inkml:trace>
  <inkml:trace contextRef="#ctx0" brushRef="#br0" timeOffset="-122692.84">33556 464 50 0,'-1'-8'318'0,"-3"-1"3"0,4 4 3 0,0-1-7 15,-1-2-3-15,1 8-8 0,-2-10-22 0,0 6-26 0,2 4-41 0,0-8-13 16,0 8-17-16,0 0-23 0,2-6-17 0,-2 6-28 16,3-1-12-16,-3 1-20 0,0 0-9 0,15 6-18 15,-11-4-23-15,2 3-16 0,1 1-7 16,0 1-12-16,3 0-8 0,-4 2-10 0,-4-4-13 15,8 7-4-15,-6-2-3 0,-2-1-11 0,0 1-12 16,-1 0 1-16,-4 2-16 0,-2-2 2 0,-3 0-8 0,-4 3-4 16,-4-1-18-16,0 0-12 0,-11 0-30 15,0 0-71-15,5-2-58 0,-10 1-143 0,4 2-451 16,-5-3 200-16</inkml:trace>
  <inkml:trace contextRef="#ctx0" brushRef="#br0" timeOffset="-120948.39">33843 313 228 0,'0'0'335'0,"0"0"-5"0,0 0-13 16,21-20-9-16,-21 20-3 0,0 0-3 0,0 0-7 15,0 0-7-15</inkml:trace>
  <inkml:trace contextRef="#ctx0" brushRef="#br0" timeOffset="-119539.1">33421 995 131 0,'0'0'303'0,"0"0"6"0,0 0-1 15,0 0 9-15,0 0-2 0,0 0 5 0,0 0 11 16,0 0-7-16,0 0-9 0,0 0-16 0,0 0-14 16,0 0-13-16,4-11-16 0,-2 6-17 0,2 2-11 15,0-2-16-15,-1-2-13 0,1 1-16 0,3-4-10 16,-3 2-5-16,3-2 1 0,2-2-5 0,7-1-4 15,-7-1-16-15,2-3-12 0,3 1-12 0,0 0-10 16,4-7-7-16,5 1-14 0,-2-5-9 0,3 2-9 16,-1-1-13-16,3-1 0 0,0 0-7 0,0-1-8 15,1-1-4-15,-3 4-9 0,2-2-1 0,0 1-5 16,-4 0 1-16,-22 26-7 0</inkml:trace>
  <inkml:trace contextRef="#ctx0" brushRef="#br0" timeOffset="-118420.87">30864 1034 191 0,'0'0'254'0,"1"-5"-34"0,-1 5-21 16,0 0-19-16,0 0-27 0,0 0-14 0,4 12-12 0,-4-8-14 16,0 6-11-16,1 2-6 0,-1 1-17 0,0 0 3 15,-2 5-13-15,2 0-7 0,0 0-5 16,0 2-10-16,1-3 0 0,-1 3-6 0,1-1-2 15,-2-2-4-15,1 1-2 0,-1-5-2 0,1 1-1 0,1-2-3 16,0-1-5-16,-1 1 2 0,3-1-1 0,-3-4-4 0,3 1 2 0,-2-3-18 16,0 0-29-16,2 1-39 0,-2-4-67 0,5 0-53 15,-6-2-175-15,8-2-389 0,-8 2 172 16</inkml:trace>
  <inkml:trace contextRef="#ctx0" brushRef="#br0" timeOffset="-118195.95">30743 1090 235 0,'-6'-4'387'16,"6"4"7"-16,0 0-8 0,6-6-18 0,-6 6-42 16,-3-7-21-16,7 5-30 0,1-2-19 0,1 1-35 15,3-2-22-15,2 0-20 0,1 2-16 0,-1-2-18 16,2 0-17-16,-3 0-13 0,5 2-11 0,0-3-14 15,0 5-14-15,4-2-20 0,-5 1-59 0,2-2-12 16,-2 3-36-16,3-2-37 0,-3 1-37 0,1-1-34 16,-4 3-45-16,-1 0-42 0,4-2-40 0,-1 2-253 15,-3 4-583-15,1-2 258 0</inkml:trace>
  <inkml:trace contextRef="#ctx0" brushRef="#br0" timeOffset="-116916.14">31124 1219 67 0,'2'-5'214'0,"-1"3"-6"15,-1 2-5-15,0 0 6 0,6-4-6 0,-6 4-7 16,1-3-4-16,-1 3-17 0,0 0-14 0,0 0-18 15,0 0-22-15,0 0-11 0,-10-6-13 0,10 6-10 16,-12 0-13-16,4 1 0 0,1 1-11 0,-1 0-9 16,0 2-7-16,-3 0-5 0,-1 1-1 0,1 0-8 15,-1 1-4-15,1 1 3 0,1-1-7 0,2 1-6 16,1 0-2-16,-1-1 0 0,6 0-1 0,-5-1-4 16,5-1 3-16,-2 3-7 0,4-4 3 0,-1 0 3 15,1 2-2-15,0-5-2 0,3 5 5 0,1-4-3 16,4 1-2-16,1 0 2 0,1-4-1 0,-2 2-3 15,0 0 3-15,4-1-3 0,0-1-1 0,-3-2 0 16,5 0 1-16,-5 2-1 0,-1-1-1 0,2 0 2 16,-2-4-4-16,-1 4 1 0,1-2 20 0,-4 1 14 15,1-1 8-15,-2 0 11 0,1 1 6 0,0 0 2 16,-2 0 1-16,-2 4-8 0,4-6-6 0,1 2-2 16,-4 2-8-16,-1-2-4 0,0 4-8 0,0 0-6 15,0 0-12-15,0 0-28 0,5-3-23 0,-5 3-26 16,0 0 5-16,0 0-6 0,0 0-5 0,0 0 0 15,1 10-10-15,-1-10-7 0,-1 8-4 0,1-3-16 16,0-1-19-16,0 1-15 0,0-1-27 0,2 0-15 16,-2-4-1-16,3 6 2 0,0-3 13 0,-3-3 22 15,5 2 9-15,-5-2 7 0,6 0 20 0,-6 0 10 16,0 0 12-16,13-5 29 0,-7 4 11 0,-1-1 24 16,3-3 14-16,2 0 36 0,-3-1 13 0,-1 2 22 15,1-2 22-15,1 1 11 0,-2 1-5 0,-1-1-7 16,1-1 0-16,3 3-13 0,1-1 0 0,-5 3-6 15,-1-2-13-15,0 2-2 0,-4 1-10 0,12-1-4 16,-12 1 0-16,0 0-7 0,11 4 0 0,-6-2-4 16,-1 0 2-16,0 2-8 0,0 0-1 0,0 1-1 15,-2 0-1-15,1 0 1 0,1 3-6 0,1-3-5 16,-3 2 7-16,-2 1-20 0,3-5-13 0,-2 1-5 16,1 2-5-16,-2-3-8 0,0-3 4 0,3 4 2 15,-3-4 9-15,0 5 0 0,0-5 4 0,0 0 3 16,0 0-6-16,0 0 13 0,0 0-2 0,0 0-1 15,0 0 8-15,-3-18-9 0,6 12 9 0,-3 2 4 16,3-6-5-16,1 0 16 0,-1 2-2 0,1-4 2 16,0 2 19-16,-1-1 10 0,1 3 21 0,4-2 15 15,-4 1 9-15,0 2 14 0,-2-2 2 0,1 4 10 16,-1-2-6-16,1 4-5 0,-2-1-13 0,2 0-16 16,-3 4-9-16,2-4-12 0,-2 4-4 0,0 0-3 15,0 0-4-15,13 10-3 0,-12-2-5 0,3 1-4 16,3 3 1-16,-2 0-4 0,4 7-5 0,0 1-2 15,4 4 8-15,-3-1-11 0,-1-3 4 0,3 6-2 16,-3 0-1-16,0-7-5 0,-1 7 6 0,0-7-5 16,0 2-2-16,-1-2-6 0,-2 0-8 0,-2-3 2 15,1-3-4-15,0 2 0 0,2-4 2 0,-6 0-4 16,-2-3 3-16,2 0 4 0,2-2-4 0,-2-1 10 16,-2-1 1-16,1 1 6 0,-6-3 2 0,3-1 6 15,0 1 7-15,4-2 8 0,-12-1 3 0,2 0 3 16,3-2 2-16,-1 2 4 0,0-4-7 0,-1-2-2 15,-1 2 6-15,3-3 3 0,-1 1 0 0,3-2-5 16,-2-1-2-16,6 0-6 0,-1-2-7 0,4-1-5 16,2-2-15-16,0-3-10 0,4 0-13 0,3-1-8 15,0 1-7-15,10-5-6 0,-2 0-2 0,-1 4 1 16,2-2 3-16,-6 6 5 0,2 3 2 0,1 0 5 16,-4-3 7-16,-2 6-2 0,-5 0 5 0,4 2 13 15,-7 0 9-15,1-1 24 0,0 5-6 0,-1-3-6 16,1 3-3-16,-4-1-4 0,0 4-3 0,0 0-3 15,0 0-5-15,-7-4 4 0,7 4-2 0,0 0-1 16,-18 9-3-16,12-7-3 0,-2 4 7 0,2-2-5 16,2 1 4-16,-2 2-2 0,1-3 0 0,3 1-3 15,-2 2-3-15,2-1 8 0,2-2-3 0,0 1-1 16,0 3 5-16,0-5-4 0,4 2 7 0,0-2-5 16,-1 1 2-16,2 0-4 0,4-3-4 0,-1 1 2 15,-3-1-3-15,2-1 5 0,3 0 0 0,-2-1-2 16,-8 1 6-16,15-2-8 0,-10 0 4 0,-1 0 3 15,4-1-5-15,-3-1-1 0,0 1-1 0,0 0-8 16,1 3-6-16,-2-7-17 0,0 4-8 0,-3 1-24 16,5-3-17-16,-2 2-14 0,1-2-27 0,-2 0-23 15,1 0-20-15,-1 0-19 0,1-1-1 0,-1 0-8 16,-1-1 5-16,5 0-106 0,-3 2-325 0,0-4 144 16</inkml:trace>
  <inkml:trace contextRef="#ctx0" brushRef="#br0" timeOffset="-116720.58">31862 1024 139 0,'2'-12'24'0,"0"-5"43"15,1 6 18-15,-3-2 44 0,0 4 12 0,0-4 24 16,1 7 4-16,-1-3-1 0,0 4 0 0,0-1-25 0,-1 1-14 16,1 5-18-16,0-6-18 0,0 6-8 0,0 0-7 15,0 0-3-15,-12 13-15 0,10-7-7 0,2 7-3 16,0 0-8-16,-1 0 1 0,2 7-4 0,1-2-3 16,5 1-4-16,-2 7 0 0,-4-7 2 0,9 7-4 15,-6-5-6-15,6 5 1 0,3-1-4 0,-6-6 0 16,3 0 1-16,-2-1-4 0,2-1 2 0,-2 1-34 15,0-7-35-15,-2 2-26 0,-1-3-63 0,-1-4-39 16,1-2-33-16,-3-1-108 0,-2 1-345 0,0-4 152 16</inkml:trace>
  <inkml:trace contextRef="#ctx0" brushRef="#br0" timeOffset="-115766.68">31840 1051 110 0,'5'-2'214'0,"5"-1"-11"0,4 2-15 0,-3-2-21 16,3 3-8-16,1 0-24 0,0 0-11 0,4 3-16 0,-1 0-10 15,1 0-7-15,-4-1-13 0,2 2-25 0,0-1-27 16,-3-1-35-16,-1 1-35 0,0 0-24 0,0-1-29 16,-1-1-18-16,-1 3-4 0,-3-2-2 0,-2-1 3 15,-1 1 12-15,-1 1-54 0,-4-3 137 0,10 0-48 16,-10 0 19-16,5 3 20 0,-5-3 20 0,4 2 24 15,-4-2 21-15,0 0 13 0,0 0 20 0,0 0 9 16,0 0 3-16,0 0 10 0,0 0-11 0,0 0-13 16,0 3-3-16,0-3-14 0,0 0-2 0,-4 7 0 15,4-7-10-15,-3 5 5 0,1-3-5 0,-2 1 0 16,4-3-4-16,-3 10 0 0,3-6-6 0,-1 0 6 16,2 0-3-16,-2 3-7 0,2-2 3 0,-1 0-4 15,0 1 3-15,3-1 2 0,1-1-5 0,-2 1 0 16,1-1-1-16,-3-4 1 0,4 5 0 0,-2-3 8 15,-2-2 9-15,5 1-1 0,-5-1 1 0,0 0-3 16,0 0-3-16,11-2-3 0,-6-2 1 0,-2 1 1 16,-1-3-5-16,0 1-2 0,-2-1 1 0,0 0-4 15,0-2 6-15,0-1 18 0,0 2 12 0,-1 1-8 16,0-3 8-16,1 2 3 0,-3-5 2 0,1 8 1 16,-1-4-3-16,1 3 0 0,0 0 5 0,2 1-5 15,0 4-5-15,-5-6-3 0,5 2-9 0,0 4-7 16,0-4-5-16,0 4-16 0,0 0-14 0,0 0-10 15,0 0 3-15,0 0 0 0,0 0-3 0,0 0-6 16,17 8-9-16,-11-3-7 0,4 1-3 0,-1 1-6 16,2-1 1-16,0 1-9 0,1 0-9 0,1 1 5 15,-2-4-3-15,-1 1 5 0,0 1-2 0,1-1 4 16,2-2 10-16,-8 1 3 0,1 0 4 0,1-3 2 16,-2 1 11-16,0 1 14 0,-5-3 5 0,0 0 21 15,9 0 2-15,-9 0 13 0,0 0 12 0,0 0 5 16,0 0 3-16,3-6 1 0,-3 6 7 0,0 0-4 15,0-5-3-15,0 5-4 0,0 0-11 0,0 0-3 16,0 0-9-16,0 0-8 0,0 0-7 0,0 0-3 16,0 0-2-16,0 0-6 0,0 0 3 0,0 0-2 15,8 6 0-15,-8-6 3 0,5 5-3 0,0-3 1 16,-3 1-2-16,1 1 4 0,5-1-5 0,-4-1 4 16,4 1-5-16,1-2-2 0,0 3-1 0,-2-2-7 15,2-1-3-15,2 1 0 0,-4-2-7 0,2 0-3 16,-2-2-9-16,0 2-7 0,2-3-9 0,1-2-6 15,-3 1-10-15,-1-2-5 0,2 0-2 0,-3 0 2 16,5-3-2-16,-4 1 6 0,-1-5-1 0,1 2 2 16,-3 0 0-16,4-7 9 0,-2 4 3 0,-5-6 5 15,2 2 11-15,-2-3 2 0,2 4 0 0,0-2 9 16,0 1 16-16,-2 0 13 0,0 1 19 0,0 6 26 16,0 0 14-16,0 4 13 0,0 0 15 0,-2 1-3 15,2 1-4-15,-2 0-23 0,2-2-7 0,0 7-10 16,0-5-12-16,0 5-3 0,0 0-6 0,0 0 1 15,0 0-3-15,-4 14-3 0,4-4 4 0,-3 3-9 16,3 0 5-16,0 5-7 0,0 1 0 0,-1 0-1 16,5 2-1-16,-4 0-2 0,0-2 3 0,0 9-1 15,2-3-2-15,0-4 4 0,0 0-5 0,0-1-19 16,3-1-14-16,0 0-26 0,-3-3-24 0,3 2-34 16,-3-9-50-16,1 2-36 0,1-5-31 0,0 2-134 15,-4-3-390-15,2 0 173 0</inkml:trace>
  <inkml:trace contextRef="#ctx0" brushRef="#br0" timeOffset="-114942.99">32576 1060 185 0,'-2'-3'295'0,"1"-1"-6"16,1 4-14-16,-3-5-13 0,3 5-24 0,0-4-30 15,0 4-21-15,0 0-20 0,0 0-26 0,0 0-16 16,0 0-14-16,0 0-7 0,0 0-12 15,0 0-4-15,14 10-12 0,-8-6-7 0,2 0-13 0,2 2-12 16,1-1-21-16,-1 0-21 0,3 3-13 0,-2-3-20 16,3-2-18-16,0 3-20 0,0-2-21 0,0-1-11 15,6 1-9-15,-10-3 0 0,2 0 18 0,1-1 7 16,-5 3 10-16,1-2 1 0,-3-1 25 0,0 1 21 16,-6-1 33-16,0 0 14 0,10-1 17 15,-10 1 8-15,8 1 0 0,-8-1 0 0,0 0-5 0,5 1-9 16,-5-1 1-16,0 0-10 0,0 0-4 0,2 4 0 15,-2-4-5-15,0 6 0 0,-2 0 1 0,2-1-7 16,-1 4 5-16,-3 0-11 0,4 0 12 0,0 2-4 16,0 0 2-16,0 1-2 0,0-1-2 15,0 1 6-15,4 1-4 0,-4 0 2 0,1 3 0 0,-1-3 1 16,2-1 4-16,-1 2-8 0,2-2 1 0,-2 1-1 16,-1-4-10-16,3 0 7 0,-3-3 0 0,1 1 1 15,-1 0-1-15,0-2 6 0,2 0-6 0,-2-1 8 16,1 0 2-16,-1-4 2 0,0 0 23 15,0 6 23-15,0-6 14 0,0 0-9 0,0 0-4 0,0 0-11 16,0 0-7-16,2-14 1 0,0 8-8 0,-2 0 0 16,2-6-9-16,0 0-1 0,-2 1 2 0,2-6-9 15,-2-1 0-15,3-2-6 0,-3 0 11 0,0 0-17 16,-5-8 0-16,5 10-3 0,-4-2-4 16,4 2 5-16,-4-2-8 0,4 0 2 0,-1 2-6 15,-1-1-2-15,4 7-2 0,-2 2-6 0,1-1-2 0,-1 6-6 16,0-1-9-16,4 1-17 0,-4 1-11 0,4 3 0 15,-4 1-9-15,12 0 2 0,-12 0-1 0,13 3 5 16,-3 3 0-16,-1-1-2 0,0 1 10 16,1 1-2-16,-1-2 11 0,1 4 9 0,-2-1-7 15,-1-1 10-15,0 2-3 0,-3-2 6 0,1 1 2 0,-5-2 1 16,4 3 3-16,-4-3 0 0,2-2 5 0,-2 2 0 16,-3-1 2-16,3 0 5 0,-3 0-1 0,0 0 6 15,-1-2 0-15,3 1-1 0,-6-1 0 0,6-1 7 16,1-2-8-16,-4 3 19 0,4-3 13 15,-3 3 11-15,3-3 20 0,0 0 5 0,0 0 2 16,0 0-11-16,0 0 0 0,0 0-9 0,0 0-8 0,0 0 0 16,16-11-4-16,-9 9-2 0,2-2 2 0,1-2-8 15,0 4 0-15,1-3 2 0,1 2-8 0,-3 0-3 16,2-4-2-16,-3 6 2 0,-4-1 0 16,3 2-2-16,-1-2-6 0,-6 2 2 0,8-1-8 15,-8 1 1-15,0 0-4 0,9 2 3 0,-7 1-2 0,-2-3 2 16,5 4 0-16,-2 1-1 0,-2 1-6 0,2 0-10 15,-1-1-11-15,0 0-11 0,-2-2-14 0,2 2-13 16,-1 0-28-16,-1-2-13 0,4 0-13 0,0 0-13 16,-4-3-25-16,7 3-25 0,-2-3-102 15,-5 0-312-15,7-4 138 0</inkml:trace>
  <inkml:trace contextRef="#ctx0" brushRef="#br0" timeOffset="-114712.37">33214 884 194 0,'-4'-7'274'0,"1"0"-16"0,0 3-6 16,-2-1-19-16,1 1-18 0,1 0-30 0,2 2-20 15,1 2-18 1,-6-3-10-16,6 3-21 0,0 0-14 0,-11 7-8 0,10-1-8 16,-2-1-10-16,3 5-9 0,-2 3-6 15,4 5-1-15,1 1-9 0,0 7 1 0,1 2-11 16,2-8 1-16,1 7-8 0,-1-6-5 0,3 8-15 15,-1-1-12-15,-2-7-18 0,-1 5-20 0,1-8-28 0,-1-2-31 16,-1 2-47-16,0-7-51 0,0 0-37 16,0-1-139-16,-4-3-399 0,3 0 176 0</inkml:trace>
  <inkml:trace contextRef="#ctx0" brushRef="#br0" timeOffset="-114538.93">33142 1086 270 0,'-3'-6'309'0,"0"2"-6"15,0 0-21-15,3 4-22 0,0-4-26 0,0 4-23 16,-1-4-26-16,1 4-18 0,0 0-15 0,0 0-16 16,0 0-23-16,19 13-33 0,-4-7-24 0,0 1-34 31,6-1-43-31,-3 3-46 0,0 2-53 0,3-4-58 16,0-1-51-16,1 2-133 0,0 0-390 0,6 0 173 0</inkml:trace>
  <inkml:trace contextRef="#ctx0" brushRef="#br0" timeOffset="-114301.04">33614 1073 290 0,'0'0'366'0,"0"-6"5"0,4 3 11 16,-4 3-1-16,0 0-10 0,1-5-18 0,-1 5-19 16,0-4-34-16,0 4-27 0,0 0-33 15,0 0-29-15,0 0-28 0,0 0-18 0,0 0-21 16,0 0-12-16,0 0-15 0,-13 12-14 0,6-4-8 15,-6 5-7-15,1 2-8 0,-2 1-7 0,-2 9-8 0,-2-1-7 16,0 3-3-16,-5 2-6 0,2 1-3 0,-2 1-5 16,0-1-12-16,3-2-33 0,3 3-49 15,0-3-37-15,4-1-43 0,3 3-29 0,-2-4-30 16,3 3-27-16,-1-1-40 0,2-4-52 0,6-3-351 16,2-3-718-16,0 2 318 0</inkml:trace>
  <inkml:trace contextRef="#ctx0" brushRef="#br0" timeOffset="-110896.59">30236 1818 120 0,'0'0'269'0,"-4"-6"-19"0,1 2-24 16,3 4-24-16,-6-3-22 0,6 3-20 0,-6 1-17 15,6-1-13-15,-11 4-18 0,7 3-11 0,-6 0-5 16,1 0-14-16,3 4-9 0,0 0-9 0,-2 1-5 16,3 3-5-16,1-2-7 0,-1 3-3 0,1 2-2 15,2-1-5-15,0-3 6 0,2 3-10 0,2-1-4 16,-2-4-1-16,2 0 0 0,2-1-7 0,2 1 4 15,-1 0-2-15,5-3 0 0,-2 0 6 0,3 0-9 16,-2-2-5-16,5-1-5 16,-2-2-5-16,0-1-4 0,2-3-4 0,0-2 0 15,-1-2-4-15,3-1 6 0,-5-1-2 0,2-3 0 16,2-3 1-16,-4-2 0 0,3 0 0 0,-3-3 5 0,-1-1-1 16,5-6-1-16,-6 5 8 0,-2-2-1 0,-2 1 8 15,1 1 17-15,-1-1 10 0,-2 1 20 0,5 4 28 16,-8-3 13-16,2 4 10 0,-2 5 5 15,1-2 10-15,-1 0-8 0,0 1-5 0,0 2-11 16,0 1-19-16,0 2-6 0,-1 1-10 0,-1-2-17 0,2 6-8 16,0-6-26-16,-2 4-10 0,2 2-10 0,0 0-11 15,0 0-16-15,-10 10-17 0,7-2-2 0,-1 0-11 16,-4 4 2-16,7-3 1 0,-2 5 0 16,2 0 1-16,-2 6 1 0,0-4 0 0,1-2 0 0,2 5-2 15,2 0-6-15,0-2 0 0,2 4-6 0,1-2-9 16,2-1-16-16,0 2-14 0,0-2-19 0,1-3 0 15,3-1-17-15,-3-1-14 0,1-2-4 0,2-2 2 16,1-2-5-16,-1-1 11 0,0-1 2 0,-1-3 10 16,3-1 14-16,0-1 12 0,-2-2 19 0,-1-1 16 15,3 0 21-15,-4-3 32 0,2 0 34 0,-3-2 9 16,0-1 22-16,-2 0 19 0,2-1 27 0,-4 0 19 16,-1 1 9-16,-1-1 11 0,-2 2 23 0,5 0-3 15,-5 1-1-15,0-2-7 0,0 2-10 0,-5-2 0 16,5 4-10-16,0 0-14 0,0-1-15 0,0 2-7 15,-2 0-11-15,2 4-13 0,-5-4-4 0,5 4-5 16,-9-2-6-16,9 2-6 0,-11 2-7 0,4 1-12 16,3 0-15-16,-2 3-12 0,0-1-7 0,-1-1-5 15,2 1-4-15,-1 3-1 0,2-2-6 0,0 3-3 16,-1-3 1-16,4-1-4 0,1 1 5 0,-5 0-6 16,5-1-3-16,0 0 4 0,0-1 3 0,5-2 6 15,-5-2 3-15,4 5 2 0,-4-5 2 0,10-2 0 16,-10 2 5-16,13-3 0 0,-6 1 2 0,3-3 5 0,-2 0-1 15,2-2 1-15,-6 2 8 0,7-2 5 16,-1 0 10-16,-5-1 6 0,1 3 9 0,1 2 14 16,-1-5-4-16,-3 3 9 0,2 3 3 0,-1-3-2 15,-4 3-4-15,4-1-9 0,2 0-5 0,-6 3-11 0,0 0-6 16,0 0-2-16,0 0 1 0,0 0 0 0,0 0-5 16,0 0 1-16,2 13-1 0,-2-8-5 15,0 0-5-15,-2 2-5 0,4-1 5 0,-2 2 0 16,0-1-6-16,0-2-4 0,0 2-4 0,4 0-2 15,-4-3-5-15,3-1 0 0,0 1 6 0,-2-2 6 0,-1-2-3 16,4 4 3-16,-4-4 3 0,7 0-1 0,-7 0-3 16,11-5 5-16,-6 3 1 0,-2-2 4 15,1-1-3-15,2-2 1 0,-1 1 2 0,1 0 3 16,0-2-2-16,1-2 4 0,-3 5 6 0,2-3 5 0,0 2 9 16,-1 2 2-16,1-8 8 0,0 7 3 0,-5 1 1 15,5-1 13-15,-3 2-4 0,2 0 4 0,-3 0-7 16,1 1-7-16,-3 2-2 0,3-5-2 15,-3 5-4-15,3-3-9 0,-3 3 13 0,0 0-6 16,4-3-13-16,-4 3-4 0,0 0-6 0,0 0 3 0,0 0-4 16,0 0 3-16,0 0 0 0,0 0-3 0,0 0 5 15,5 8-9-15,-1-4-12 0,0-2-15 0,-1 2-16 16,1 2-22-16,-1-3-34 0,1 1-45 0,3 0-54 16,-2 0-45-16,7 2-155 0,-5-2-438 0,4-1 194 15</inkml:trace>
  <inkml:trace contextRef="#ctx0" brushRef="#br0" timeOffset="-110443.83">31122 1682 195 0,'-3'-3'282'0,"-1"0"-33"0,4 3-32 16,0 0-26-16,0 0-19 0,0 0-17 0,0 0-19 0,-8 7-12 15,7 0-14-15,-1 5-10 16,-2 1-10-16,1 3-8 0,1 4-9 0,0 0-5 16,2 7-6-16,0-7-6 0,2-1-2 0,0 9-5 15,1-8-7-15,0 1 3 0,1-1 13 0,0-1-5 16,0-1-2-16,5 0-3 0,-3-3-4 0,2 1 1 16,-2-4-10-16,4-3-8 0,-3 1-9 0,4-3-7 15,0 0-8-15,-1-2-11 0,-1-3-8 0,-1 0-3 16,7-2 0-16,-4-2-3 0,-2 0 5 0,3-2 2 15,-4-3 1-15,1 1 3 0,3 0 3 0,-1-2-1 16,-1 1 11-16,-5-2 16 0,3 0 10 0,-3 4 17 16,0-2 4-16,-4-1 9 0,5 5-3 0,-4-1 1 15,1 0-3-15,0-1-12 0,-3 1-8 0,0 4-1 16,0 0-14-16,0 0 2 0,0 0-3 0,0 0-2 16,-14 0-3-16,14 0 1 0,-8 4-3 0,4-2-1 15,0 4-2-15,-2-1-1 0,1-3-6 0,3 1-3 16,-3 0 0-16,4 1 0 0,-2 0-2 0,3-4 0 15,0 0 2-15,0 5 0 0,0-5-3 0,0 0-14 16,7 4-19-16,0-3-40 0,-7-1-38 0,13-2-49 16,-3 1-41-16,2-1-46 0,1 0-159 0,-2-2-447 15,2 1 198-15</inkml:trace>
  <inkml:trace contextRef="#ctx0" brushRef="#br0" timeOffset="-109657.46">31510 1754 188 0,'0'0'323'0,"0"-5"-15"0,0 5-30 0,0 0-30 15,0 0-27-15,0 0-30 0,0 0-21 0,-5-1-14 0,5 1-15 16,0 0-14-16,-6 8-17 0,4-3-13 0,-1 0-8 16,-2 1-8-16,0 5-8 0,2-5-8 15,-2 5-4-15,0-3-4 0,4 1-16 0,-2-1-9 16,1 0-9-16,-1 0-4 0,1-2-7 0,2 0-6 15,-3 1-6-15,1-2-1 0,2 0 2 0,0 0-7 0,2-1 4 16,-2-4 0-16,3 6-1 0,3-2 4 0,-6-4-2 16,5 2 1-16,0 0-2 0,0-1 2 15,-1 1 1-15,0 0 1 0,4 1-5 0,-1-2 1 16,-1 0-2-16,2 2-1 0,-2-1 4 0,0 1-3 0,-1 0-2 16,1 0 4-16,1 2-5 0,-2-1-1 0,-1 1 2 15,-3-1-2-15,6 0 1 0,-3 4 0 0,-4-5 3 16,3 2-1-16,-3 3 2 0,0-5 2 15,0 1-3-15,-1 4 4 0,-3-5 0 0,1 1 2 16,-3-1-1-16,2 3-2 0,-4-1 5 0,1-1-3 0,1-1 2 16,1-1 0-16,-4 2 1 0,5-3 1 0,-3 1-2 15,3 2-1-15,4-4 4 0,-7 1 2 0,7-1 1 16,-8 1 10-16,8-1 13 0,0 0 7 0,0 0-7 16,0 0-7-16,0 0-4 0,0 0-11 0,16-8-13 15,-7 5-14-15,1 0 0 0,4-2-9 0,4-1-4 16,-7 0-4-16,6-3-5 0,1 0-4 0,-2-1 1 15,-1 0-2-15,2-2 1 0,-1 1 6 0,-1-1-2 16,-4-1 1-16,1-2 3 0,0 1 1 0,-4 3 5 16,-1-1 3-16,-3 3 14 0,4-1 17 0,-4 0 19 15,-1 2 10-15,-3-1 9 0,0 5 4 0,0-5-1 16,0 4-5-16,0 2-7 0,-3-2-6 0,3 5-5 16,-1-6-4-16,-2 3 0 0,3 3-5 0,-9 0 0 15,9 0-2-15,0 0-2 0,0 0-4 0,-14 3 4 16,14 0-6-16,-5 3 2 0,5-6 0 0,-2 6-1 15,0-1-1-15,2 1 4 0,-3 0 0 0,2-4-3 16,2 7 3-16,-1-2-1 0,3-1-2 0,-3 1-1 16,1 2 1-16,0-3 2 0,2 3-1 0,-3-2-7 15,4 1 0-15,0 0-8 0,2-1-5 0,-2 0-2 16,1-2-7-16,-1 0 1 0,-1 0 2 0,0 1 3 16,1-3 8-16,-3-1-4 0,2 1 2 0,-3-3 2 15,7 4 4-15,-7-4 6 0,7 0 17 0,-7 0 12 16,2 3 10-16,-2-3 15 0,6 1 6 0,-6-1 3 15,0 0 1-15,0 0-5 0,0 0 5 0,0 0-15 16,0 0-11-16,4 3-14 0,-4-3 3 0,0 0-8 16,0 0-5-16,0 0-2 0,0 6 0 0,0-3-7 15,3 0-19-15,-2 1-22 0,0 3-17 0,-1-3-20 16,0 1-25-16,5 3-47 0,-3-3-46 0,3 0-49 16,-2 3-234-16,-3-1-510 0,6-1 226 0</inkml:trace>
  <inkml:trace contextRef="#ctx0" brushRef="#br0" timeOffset="-109387.05">30768 2254 222 0,'-2'3'449'0,"2"-3"1"0,-6 1 4 15,6-1-9-15,0 0-25 0,0 0-39 0,0 0-38 16,0 0-36-16,29-1-34 0,-6-1-25 0,9-1-27 0,5 3-24 16,1-1-60-16,19 0-75 0,0-2-104 15,-1 5-104-15,-14-2-122 0,15 3-425 0,0-3-749 16,-2-1 331-16</inkml:trace>
  <inkml:trace contextRef="#ctx0" brushRef="#br0" timeOffset="-92825.62">32898 2763 105 0,'0'0'190'0,"0"0"-5"16,0 0-5-16,0 0-4 0,0-5-4 0,0 5-1 16,0 0 1-16,3-2-4 0,-3 2-3 0,0 0-11 15,0 0-18-15,1-5-10 0,-1 5-11 0,-1-6-5 16,1 6-4-16,-3-6-16 0,3 6-7 0,-2-6-10 16,0 0-8-16,1 4-6 0,-5-2-4 0,6-1-7 15,-2 0-6-15,-1 1-4 0,-1 0-4 0,-1 0-6 16,0-1 1-16,1 0-5 0,0 2-4 0,-1 0 2 15,0-2-3-15,-1 0-1 0,0-1-5 0,2 2 0 16,-1 1 0-16,-2 0-9 0,3-2 3 0,-3 1 3 16,3 3-2-16,0-2-4 0,-1 2-3 0,-2-3 3 15,3 2-4-15,-2-1 4 0,0 1-2 0,6 2-4 16,-11-3-5-16,2 2 8 0,1-1-5 0,1 0 6 16,-4 1-2-16,-1-3-2 0,4 4 0 0,-1-3-1 15,-3 2 2-15,1 1-2 0,1-1 2 0,-4 0 5 16,3 1-6-16,0-2 5 0,-2 1-4 0,-1 1 1 15,1 0 0-15,2-2-1 0,-2 1 9 0,3 1-11 16,-4-1 3-16,3 1 2 0,-1 0-2 0,1 0-1 16,0-4 2-16,3 5 0 0,-4-3-2 0,3 2-1 15,0 1-2-15,0-1 5 0,-1 1 1 0,3 2-5 16,-4-3 1-16,6 0-1 0,-6 0 1 0,6 2 0 16,-5 0 0-16,-3-1 1 0,5 2-3 0,-3-1 3 15,-2 2 4-15,2 0-7 0,2-2 4 0,-5 1 2 16,5 1-3-16,-5-1 1 0,2 3-1 0,-2-2 2 15,4-1 5-15,-3 3-6 0,-2-2-2 0,4 0 1 16,0 0 0-16,1 2 2 0,-3-2-1 0,4-1 1 16,-5 3-2-16,3-1 1 0,3 0 2 0,-3 0-7 15,2 0 3-15,-1 0 2 0,1-1-2 0,-1 1 3 16,2 0-6-16,-1 2 3 0,3-2 1 0,1 0-2 16,-1-3 0-16,1 4 3 0,-1-3 3 0,2 4-5 15,-4-2 3-15,4-1 2 0,0 1-5 0,-2 1 3 16,2 0 1-16,-1 0-2 0,0-1 6 0,-1 2-3 15,1-2-6-15,-1 1 8 0,2 1-4 0,-2 0-1 16,-1 2 2-16,3-2-3 0,-2 1-3 0,1 1 6 16,-5 0-2-16,6-1 1 0,-3-1-4 0,0 2 5 15,3 0 0-15,-4-1 2 0,4 1-3 0,0-1 1 16,-3 1 2-16,4 0 1 0,-1-3 8 0,-2 0 4 16,3 4 2-16,0-4 1 0,-1 1-6 0,0-1 6 15,0 5-3-15,3-5-8 0,-4 0 4 0,3 0-1 16,-3-1-1-16,2 2-2 0,0-4-4 0,0 2 2 15,2 0 0-15,-1 2-3 0,2-1 4 0,-4-1-1 16,3 2 4-16,0-2-6 0,-1 1 3 0,1 1-4 16,-1-1 0-16,0-1 0 0,0 2 1 0,2-3 0 15,-3 2-2-15,1 0 8 0,2 1-2 0,0-2-1 16,0 1-4-16,0 0-7 0,-3 0 8 0,3-1-8 16,0 4 0-16,0-5 11 0,0 3-7 0,-1 0 2 15,2 1 1-15,-1-2-1 0,0 0 1 0,0 0-4 16,0 0 0-16,3 0 5 0,-3 1-2 0,0-1 3 15,2 0-1-15,-2 2 0 0,3-3 5 0,-3 3 1 16,3 0-8-16,-2-3-1 0,1 2-1 0,-1 1 4 16,1-1 6-16,0-1-5 0,0 2 10 0,0-3 18 15,1 3-11-15,0-2 11 0,0-1-21 0,0 2 4 16,2-1 2-16,-3 0-1 0,3 0 9 0,-4 1-8 16,3-1-8-16,-3-1 11 0,4 2-14 0,-3-1 1 15,2 1-2-15,-1-2 3 0,2 1 1 0,-1-1-12 16,-1 2 11-16,3-2 10 0,-4-1-6 0,1 1-5 15,1 0 0-15,0 0 4 0,0 0-4 0,0 0 1 16,0 0 7-16,1 1 3 0,3-2-3 0,-4 1 3 16,3-2-1-16,-2 2-1 0,1 1 12 0,-2-4-4 15,3 3-9-15,0 1-4 0,0 1 3 0,0-4 10 16,3 3-7-16,0 1 4 0,0-4-5 0,0 2 3 16,0 0-5-16,1 1 14 0,0-1-18 0,-1-1-6 15,-3-1 4-15,4 1 2 0,-1 2-5 0,-2-1 5 16,1-3 1-16,3 3-5 0,-3-1-2 0,-2 0 4 15,2-1 0-15,0-1-9 0,-4 1 5 0,4-1 8 16,-3 1 6-16,2-1-6 0,-1 2-19 0,0-1 10 16,1-2-4-16,0 0 17 0,-1 2-17 0,0-2-5 15,1 0 5-15,4 2 1 0,-3-1 4 0,0-2 0 16,3 3-3-16,-2 0-3 0,1-3 3 0,-3 4 1 16,1-4-8-16,-2 1 2 0,4 0 6 0,-1 0-5 15,-10-1 0-15,13 3 3 0,-2-1 0 0,-6-1 11 16,5 1-11-16,-2-2-5 0,-8 0 3 0,15 2 3 15,-15-2-3-15,12 0 3 0,-12 0 4 0,15 0-19 16,-15 0 38-16,11-4 2 0,-1 4-2 0,-10 0 0 16,15-1 5-16,-6 0-3 0,1 0-8 0,-1 0 0 15,-9 1 2-15,19-4 0 0,-8 3-2 0,-3-3-1 16,2 3 5-16,-1-1 6 0,-2-1 0 0,1 2-11 0,-1-1 12 16,1-1-1-16,0-1-4 0,-1 3 4 15,0-3 4-15,4 2 3 0,-6 0-5 0,6-2 6 16,-4 2-9-16,3-1 1 0,-5 1-4 0,2-1 1 15,1 1 0-15,3-2-6 0,-4 0-3 0,0 1 8 0,2-2-1 16,0 2-7-16,-3-2 1 0,1 3 0 0,1-2-4 16,1-1 2-16,-2 3-4 0,-1-2 0 0,1-2-1 15,1 3-2-15,-2-2 0 0,-1 2 1 16,0-2-3-16,2 1 0 0,-1-2-4 0,-1 2 4 0,3-3-5 16,-3 1 0-16,1 1 1 0,0 1 0 0,1-3 1 15,4 4-1-15,-7-1-1 0,6 0-3 0,-3-3 5 16,-1 4-2-16,1-2-2 0,-3 0-6 0,3-1 8 15,0-1-1-15,1 1 3 0,-2-1-2 0,-2 2 1 16,5-1 1-16,-4-1 2 0,-2 2 13 0,6-1-2 16,-5-4-5-16,2 5 3 0,2-2 1 0,-5 0-7 15,4-2 5-15,0 1 0 0,-1 0-11 0,-3-1 7 16,5-2-3-16,-2 4 2 0,2-2-4 0,-6 3-3 16,5-3 3-16,-1 0 0 0,-2 2-1 0,-1 1-3 15,1-1-5-15,1 0 8 0,1-2 3 0,-4 1-1 16,3-1 6-16,0 0 0 0,-1 0-1 0,-2 0 4 15,2 3-1-15,0-2-5 0,0-3 3 0,-2 3 1 16,2-1 1-16,1 2-5 0,-1-4 1 0,-2 2-2 16,1 1-6-16,-1 0 8 0,0 0-5 0,2-1 0 15,-1-2 4-15,-2 1-1 0,2 3 5 0,-2-2 0 16,-1 1-3-16,3 0 4 0,-2 1-5 0,-1-1 3 16,5 1-1-16,-5 1-3 0,1-2 2 0,-1-1-3 15,0 1 3-15,1 2-4 0,-2-2 4 0,2 1-2 16,-1 1-2-16,0-1 1 0,2 0 0 0,-2-1 1 0,1 0-2 15,-4 2 0-15,5-1 0 0,-1 0 1 16,-1-1 1-16,0 0-2 0,0 1-2 0,0 0 3 16,0 0-4-16,0-5 2 0,0 3-2 0,-1 0 0 15,1 0 0-15,0 1 0 0,-2 2-2 0,2-4 1 0,0 3-2 16,-1-1-2-16,1 1 1 0,-1-1 2 0,1 2-4 16,0-2 1-16,-2-2 0 0,-1 4-3 15,3-2 1-15,0 3-11 0,0 0-3 0,-1-2-5 0,-2 1-10 16,3 1-15-16,-1 1-19 0,-2 0-26 0,-1-1-29 15,0 2-47-15,-1 0-48 0,-3-2-30 0,-1 3-28 16,-3-2-33-16,-1 2-29 0,0-1-51 0,-2 3-288 16,-4-2-729-16,0 2 323 0</inkml:trace>
  <inkml:trace contextRef="#ctx0" brushRef="#br0" timeOffset="-71813.87">24528 9541 159 0,'0'0'400'0,"0"0"33"0,-11-1-26 0,11 1 4 16,0 0-12-16,0 0-19 0,0 0-27 0,0 0-20 15,-7-3-20-15,7 3-21 0,0 0-14 0,0 0-17 16,0 0-15-16,0 0-15 0,0 0-14 0,0 0-16 0,0 0-19 16,0 0-14-16,0 0-20 0,0 0-13 0,15-4-13 15,-7 4-11-15,1 0-5 0,4-2-21 0,-1 1-8 16,5 0-7-16,3 0 1 0,0 1-13 0,-2-1-7 16,4-1-3-16,0 1-5 0,0-1-5 0,-1 0-5 15,-2 1-3-15,3-1-4 0,-3 0-3 0,-4 1-8 16,-3-1-13-16,2 2-4 0,-2-1-17 0,0 1-18 15,-2-1-25-15,-2 1-27 0,-8 0-31 0,10 0-31 16,-6-1-30-16,-4 1-32 0,8 1-35 0,-8-1-27 16,0 0-36-16,4 1-40 0,-4-1-10 0,0 0-13 15,-1 7-29-15,1-7-224 0,-10 7-678 0,5-3 299 16</inkml:trace>
  <inkml:trace contextRef="#ctx0" brushRef="#br0" timeOffset="-71576.54">24600 9722 115 0,'-4'3'304'0,"4"-3"5"0,-4 2 7 0,4-2 7 0,0 0 0 16,0 0 2-16,0 0-1 0,0 0-5 0,0 0-9 0,0 0-14 16,0 0-21-16,0 0-20 0,0 0-23 0,0 0-24 15,0 0-21-15,16 0-19 0,-3 2-17 0,4-2-16 16,3-2-10-16,1 4-27 0,5-1-36 0,2 0-42 15,2 0-63-15,3-1-57 0,-2 2-64 0,1 2-64 16,-1-3-71-16,2 0-91 0,1 1-270 0,-6-1-714 16,5 0 316-16</inkml:trace>
  <inkml:trace contextRef="#ctx0" brushRef="#br0" timeOffset="-71112.68">25437 9679 177 0,'0'0'419'0,"0"0"-15"0,0 0 3 0,0 0-12 15,0 0-4-15,-6-2-14 0,6 2-21 0,0 0-28 16,0 0-24-16,24-3-24 0,-4 3-20 15,15 1-11-15,6 2-15 0,19-2-16 0,3 4-3 0,4-2-26 16,4 1-5-16,30 2-19 0,-2-1-4 0,-31-1-12 16,3 1-14-16,25-1-10 0,-28 2-13 0,29 0-4 15,-38-3-10-15,3 1-10 0,-4 1-7 0,-2-2-4 16,-13-1-9-16,0 1-7 0,-1-1-6 0,-5-1-5 16,-1 1-3-16,-2-2-10 0,-4 0-3 0,-8 0-8 15,-1 0-14-15,-3 0-25 0,-7 0-31 0,1 0-31 16,-5 0-38-16,-1 0-37 0,2 0-50 0,-8 0-50 15,9 0-56-15,-9 0-75 0,0 0-75 0,0-5-392 0,0 5-919 16,-17-8 406-16</inkml:trace>
  <inkml:trace contextRef="#ctx0" brushRef="#br0" timeOffset="3151.67">9142 2565 150 0,'-4'-4'148'16,"0"-1"3"-16,-3 1-9 0,5-1-5 0,-4 0-2 16,2 1-8-16,-1-1-6 0,0 2-5 0,0-2-4 0,0 1-4 15,1 1-10-15,-2-1-4 0,-1 0-6 0,2 0-7 16,-2 1-3-16,-1 0-10 0,4-1-3 0,-3 2-5 15,0-3-7-15,-1 3-8 0,0 2-3 0,-2-3-7 16,1 2-2-16,2 0-3 0,-1 2-5 0,-2-1 1 16,-2 4-7-16,1-2-1 0,-1 3-2 0,1 1-4 15,2-3 0-15,-3 4 1 0,-1 1-2 0,2 0-1 16,-2 4 2-16,-1-1 3 0,-1 2-9 0,0 0 2 16,-1 0 3-16,4 2-4 0,-5 1 0 0,2-2 2 15,-1 0 2-15,5 2 0 0,-6 1 0 0,1-1 1 16,0-1 2-16,3 1 0 0,-5-1-2 0,4 0 4 15,1 2-3-15,0 1-12 0,0-1 0 0,-2-1 4 16,5 0 3-16,-2 1-5 0,0-1-2 0,-1-1 1 16,4 3 2-16,-2-2 0 0,0 1 0 0,3 0 0 15,6-2 3-15,-7 1-3 0,4 0-1 0,-2 1-1 16,3-4-1-16,0 0-1 0,1-1 5 0,2 1-4 16,-2 0 5-16,0 0-3 0,1 5-3 0,0-4 1 15,2-2 1-15,0 0-2 0,0 1 1 0,-3-2 0 16,3 1 1-16,3 0-1 0,-1 3 3 0,-1-1 0 0,0-4-1 15,2 2 2-15,1 1-7 0,2-2 4 16,0 1-2-16,1 1 1 0,-3-2 2 0,5 2 2 16,1 0 2-16,1-3 7 0,0 4 2 0,3-2 6 15,2 0-2-15,-4-1-1 0,5 0 3 0,0-2 10 0,1-1-1 16,4 2 2-16,6-2 2 0,-6-2-7 0,0 0 4 16,8 0-2-16,-8 0 7 0,6-2-9 15,-5 0-3-15,7-2 1 0,0 2 7 0,-8-4-7 16,2-2 2-16,6 2-4 0,-7-4 5 0,-1 2-2 0,0 0 5 15,1-2 2-15,0-1 2 0,-1-1-1 0,-3 0 1 16,3-1 1-16,-2-1 2 0,-1 0-2 0,0 0 0 16,-1-2-5-16,-2 3-1 0,2-4 6 15,-2 2 0-15,-3 1-4 0,-1 1-10 0,4-2 10 16,-1-3-6-16,-3 6-3 0,2-7 2 0,-3 5-1 0,1-4 17 16,-1 3 2-16,-2 0 3 0,4-4-2 0,-5 2 19 15,4-2-27-15,-7 1 7 0,9-3-6 0,-10 2-2 16,6-3 0-16,-4 1 8 0,0 0-10 0,-1-3 0 15,-1 0 3-15,-1 0-7 0,-3-4 0 0,0 4-8 16,0-3 7-16,0-5-1 0,-3-1-5 0,-1 0 0 16,-1 7-3-16,-2-6 12 0,-1 5 3 0,2 1 13 15,-8-4-8-15,4 4-7 0,-2-4 7 0,1 5 1 16,1 2-4-16,-5 1-3 0,0-1 6 0,0 2-11 16,-2 1-1-16,-1-1-10 0,-4-1 5 0,-2-4-6 15,2 12 2-15,0-3-2 0,0 3-4 0,-3-4-2 16,3 8 7-16,-5-7-12 0,6 4-3 0,0 3-17 15,0 1-23-15,2-4-47 0,4 6-59 0,1 0-65 16,1-1-84-16,6 1-93 0,-4 1-324 0,10-1-768 16,-2-3 341-16</inkml:trace>
  <inkml:trace contextRef="#ctx0" brushRef="#br0" timeOffset="10881.2">12290 1901 99 0,'5'8'167'0,"-3"3"-11"0,5-1-1 0,0 0 0 16,-1 2-10-16,-1-1-15 0,2 1-11 0,-3-2-8 0,3 1-14 15,-2 0 1-15,-1 1 8 0,-1-1-11 0,0-1-6 16,1 0-8-16,-1 2-11 0,-2-5-9 0,2 1-2 16,-2 1-2-16,0 2-7 0,-2-3-7 0,1 1-1 15,1 3-5-15,-2-6-6 0,1 2-4 0,-1-2-3 16,1 2 1-16,-4-1 0 0,1-2-3 0,3 1-4 16,0-1-2-16,-1 1-2 0,1-1-3 0,0 0-16 15,-2 1-56-15,1 0-38 0,1-2-40 0,1 1-49 16,-1 0-137-16,-1-1-350 0,1 1 155 0</inkml:trace>
  <inkml:trace contextRef="#ctx0" brushRef="#br0" timeOffset="11146.8">12532 2109 73 0,'0'0'194'15,"0"0"-17"-15,0 0-22 0,0 0-17 0,0 0-9 16,0 0-13-16,-10 17-12 0,9-15-8 0,-4 6-5 16,-4 1-13-16,5-2-8 0,-3 3-4 0,-2 1-6 15,2-2-5-15,0 1-7 0,-1 1-6 0,-1-1-4 16,2 0 1-16,-1-1-6 0,-1 0 0 0,0 1-2 0,2-2-8 15,0 1-37-15,0-1-54 0,3-1-45 16,-2-2-45-16,0-1-98 0,2 0-278 0,0 1 123 16</inkml:trace>
  <inkml:trace contextRef="#ctx0" brushRef="#br0" timeOffset="11363.28">12257 2228 146 0,'4'3'218'0,"2"-2"-14"0,-1 2-17 0,0 1-18 15,-2-1-16-15,2 1-11 0,1 2-16 0,-2 1-14 16,3-2-7-16,2 3-9 0,-3 2-10 0,1-2-40 16,-2 1-68-16,7-2-68 0,-4-2-74 0,1 3-89 15,0-3-273-15,1 1 121 0</inkml:trace>
  <inkml:trace contextRef="#ctx0" brushRef="#br0" timeOffset="47307.1">26195 8944 19 0,'0'0'274'0,"-5"-9"-4"16,5 5-13-16,-1 2-4 0,1 2-5 0,-2-10-12 0,1 7-12 16,1 3-12-16,1-7-8 0,-1 7-20 0,3-2-7 15,-3 2-13-15,0-6-12 0,0 6-19 0,4-2-7 16,-4 2-20-16,0 0-11 0,8-3-14 0,-4 2-5 15,3 1-11-15,-7 0-5 0,15 3-5 0,-8-2-10 16,1 1-2-16,0 2-10 0,4-1 0 0,-2 1-2 16,3 0 1-16,-3-1-9 0,1 5-6 0,0-5 2 15,-3 2-2-15,2 1 3 0,-1-2-3 0,-1 0-6 16,0 0-3-16,-1 1 3 0,-1 0-8 0,0-1 6 0,-2 1-3 16,1 0-7-16,-3 1 7 0,4-1-2 15,-5 0-1-15,-1 1 1 0,0-1-4 0,0 0 3 16,0 0 0-16,-3 3-3 0,-1-3 1 0,0 2 3 0,-3 1-3 15,-1-1 0-15,0-1 0 0,-1 1 3 0,-5 0-2 16,3-3 4-16,0 1-9 0,-2 3 7 0,-1-3-5 16,1 0 6-16,0 2-5 0,0-1-1 0,2-2-1 15,1 1 0-15,1-2 4 0,-1 2-3 0,3-1 2 16,0-1-5-16,2 0 4 0,-3-1-4 0,4 0 7 16,1 1-4-16,-1 0-2 0,1 1 0 0,2 1 1 15,1-5 3-15,-3 7 3 0,3-3 0 0,0 1 1 16,0-5-3-16,0 7-1 0,0-3 3 0,4 0 9 0,-4 1-5 15,3-1-11-15,-2-1-2 0,-1 3-27 16,3-2-28-16,-1 1-32 0,0-2-26 0,-2 3-32 16,2-2-31-16,-4 1-27 0,1-2-32 0,1-3-44 0,-6 11-174 15,6-5-497-15,-4 0 220 0</inkml:trace>
  <inkml:trace contextRef="#ctx0" brushRef="#br0" timeOffset="47823.9">26223 9512 13 0,'-3'-3'278'0,"3"3"-8"16,0 0-14-16,-1-5-12 0,1 5-18 0,-3-3-11 15,3 3-22-15,0 0-24 0,-5-4-20 0,5 4-17 16,0 0-8-16,0 0-15 0,0 0-13 0,0 0-8 16,-12 5-8-16,12-5-8 0,-4 5-8 0,4-5-3 15,-5 4-9-15,5 0-4 0,0-4-6 0,0 5-2 0,0-1-3 16,0-4-1-16,0 0-7 0,4 7 1 0,-3-4 1 16,-1-3-3-16,9 4-5 0,-5-2 1 0,-4-2-4 15,7 0 3-15,-7 0-1 0,8-2 17 0,-8 2 7 16,8-4 8-16,-5 3-1 0,-3 1-1 0,4-6-1 15,-4 1-8-15,0 1-1 0,-2-2-8 0,1 1-6 16,-2 0-2-16,-1-1-2 0,-1 1-5 0,-1 0 0 16,-2 0-2-16,4 1-5 0,-4-3-1 0,0 5-31 0,1 0-64 15,0 0-77-15,0 2-84 0,7 0-319 16,-12 1-611-16,9 2 270 0</inkml:trace>
  <inkml:trace contextRef="#ctx0" brushRef="#br0" timeOffset="56899.45">2766 12382 186 0,'-6'-3'274'0,"0"1"-4"0,3-1-2 0,-4 2-8 16,3-2 2-16,0 2-13 0,4 1-7 0,-8-3-7 16,8 3-10-16,-8-2-10 0,8 2-20 0,-4-3-16 15,4 3-13-15,0 0-24 0,-9-1-18 0,9 1-12 16,0 0-14-16,0 0-7 0,0 0-10 0,0 0-12 15,-4 6-1-15,4-6-7 0,0 0-7 0,7 7-1 0,0-3 0 16,0-2-8-16,8 4-1 0,1-4-4 16,17-1-2-16,-2 3-2 0,2-3-3 0,1 1-9 15,1 0-2-15,2-3 7 0,0 0-6 0,-1 1-6 0,2-3 6 16,-2 1-6-16,-2 0-24 0,-4 1-25 0,-6-1-19 16,-6 2-16-16,-6-2-18 0,0 1-11 0,-2 1-11 15,-2 0 0-15,-3-2-5 0,-5 2-19 0,0 0-29 16,0 0-35-16,0 0-34 0,-27 3-14 0,16-1-21 15,-11-2-193-15,2 2-493 0,0-1 218 0</inkml:trace>
  <inkml:trace contextRef="#ctx0" brushRef="#br0" timeOffset="57235.13">3116 12265 194 0,'-2'-4'287'0,"2"4"-3"0,0 0-13 16,-4-2-15-16,4 2-19 0,0 0-26 0,0 0-23 15,0 0-16-15,0 0-23 0,0 0-14 0,0 0-11 16,10-4-16-16,-10 4-7 0,12 3-11 0,-5 0-11 16,4-1-8-16,2 2-7 0,1-2-5 0,-2 2-10 15,4 2-2-15,-1-2-3 0,-4 2-7 0,2 0-5 0,-1-1-2 16,0 2-3-16,-1-1 0 0,-2 1-3 0,1 1-6 15,-3-1-4-15,-2 1 3 0,0-1-2 0,-1 2-2 16,-2 0 0-16,-2 1-3 0,0-5 1 0,-3 8 0 16,-1-1 0-16,-1-2-2 0,-2 1-1 0,0-1-5 15,-4 5 3-15,-4-4-3 0,4 2-23 0,1-4-25 16,-4 1-37-16,3 2-22 0,0-6-32 0,2 3-31 16,3-5-38-16,-2 3-32 0,0-3-191 0,4 2-463 15,-2-3 206-15</inkml:trace>
  <inkml:trace contextRef="#ctx0" brushRef="#br0" timeOffset="57773.88">3796 12265 112 0,'5'-4'254'0,"-1"-2"-4"16,-1 1 0-16,-2 1-5 0,2-1-22 0,-2-1-3 16,2 1-9-16,-3-2-8 0,0 1-9 0,0 1-16 15,-3-2-4-15,2 2-15 0,-2-3-14 0,-1 5-13 16,0-3-9-16,-1 1-16 0,-2-1-4 0,1 4-17 15,-1-1-9-15,-2-1-9 0,0 0-1 0,-4 2-10 16,1-1-8-16,0 2-6 0,-3 1 1 0,4 0-6 16,-3 1-4-16,1 2-6 0,-1-1-8 0,2 3-1 15,1-1-4-15,0 0 0 0,2 2-1 0,-1-1-3 16,3 2 0-16,-1 0-1 0,4-2-1 0,1 2-1 16,1-1-2-16,2 3-1 0,2-1 3 0,4 2-1 15,3 1-1-15,2-3 5 0,-1 4-4 0,10 1 0 16,-1-2-5-16,-1 2 4 0,8-2-2 0,-6 0 1 15,1 1 0-15,3 1-5 0,-4-1 4 0,-2-2-4 0,1 1 5 16,-3-3 0-16,-1 4-8 0,3 1 17 0,-10-4-13 16,3-2 1-16,-2 4-2 0,-3 0 3 15,-2-2-6-15,-3 1 0 0,-1 0 4 0,-1-5-1 0,-3 6 2 16,-2-3 3-16,-4 2-1 0,-3-4-2 0,-3 2 5 16,0-1 1-16,-5-2-1 0,4 1 4 0,-4-1-4 15,0-2-4-15,-1 1 7 0,3-3 1 0,0 0-1 16,5 0 1-16,-1-1-5 0,3-1-3 0,1 1-1 15,3-1 0-15,4 0-35 0,-2-2-46 0,6 3-43 16,-4-4-64-16,6-1-48 0,6 1-55 0,0-2-258 16,4-1-592-16,3-2 262 0</inkml:trace>
  <inkml:trace contextRef="#ctx0" brushRef="#br0" timeOffset="58135.73">4225 12277 124 0,'2'-4'289'0,"-1"2"-8"16,-1 2-13-16,0-8-5 0,0 4-4 0,0 4-26 15,2-5-15-15,-2 5-16 0,-5-4-17 0,5 4-21 16,-6-2-11-16,6 2-14 0,-13 0-10 0,1 1-12 15,3 1-10-15,-2 2 0 0,0 1-13 0,-3 0-1 0,-2 3-10 16,4 0-9-16,-2 1-4 0,3 1-12 16,-5 0-5-16,5 0-6 0,-1 2-6 0,1-2 1 15,1-1-5-15,3 2-3 0,2 1-6 0,-2-1-2 0,2-1 2 16,2 0-6-16,6 1-4 0,-2 0-2 0,2 0-9 16,4 0-25-16,-1-3-10 0,6 0-34 15,1-1-32-15,5-1-34 0,1-4-44 0,4 5-31 0,-4-6-21 16,4-2-23-16,1-1-17 0,-3-2-182 0,3-2-481 15,-3 1 214-15</inkml:trace>
  <inkml:trace contextRef="#ctx0" brushRef="#br0" timeOffset="58971.21">4365 12415 448 0,'10'-6'20'0,"-3"-2"31"0,4 2 35 0,-6 1 38 15,-1-2 30-15,0 3 24 0,-1-1 21 0,1 1 10 0,-4 1 8 0,3 0-2 16,2-2 3-16,-5 5-13 0,3-5-9 0,-3 5-18 16,3-4-25-16,-3 4-11 0,0 0-12 0,0 0-24 15,0 0-5-15,0 0 14 0,0 0 4 0,0 0-12 16,0 0-11-16,-6 17-1 0,2-11-14 0,3 0-6 15,-2 3-8-15,3-1-10 0,0-1 4 0,-1 4-6 16,2-1-9-16,-1 0 0 0,3 2-4 0,2-2-8 16,1 1 3-16,2-3-17 0,0 0 2 0,4 0-11 15,-1-3-31-15,7 3-22 0,-2-3-23 0,3-4-21 0,-1-1-11 16,1 0-18-16,-4-1-15 0,1-2-1 16,-3-4-2-16,0 4 0 0,1-2 7 0,-2-3 9 15,-4 2 9-15,-1-1 12 0,-3-4 7 0,-1 3 9 0,-3 0 4 16,-3-2 22-16,0 0 9 0,-1 0 22 0,-4-2 18 15,-3 3 16-15,3 0 14 0,-3 0 16 0,3 1 8 16,-6-1 9-16,6 1 6 0,1 1 11 16,1 0 5-16,-1 3 12 0,4-1 7 0,-1-2-6 0,0 3 1 15,1-1-7-15,2 2-18 0,1 3 1 0,4-6 4 16,0 2-20-16,1 2-4 0,5-2-5 0,2 2-14 16,0-3 3-16,3 4-6 0,2 1-5 0,-4 0 4 15,2 0-9-15,0 1-1 0,3 2 0 0,1 1-2 16,-5 0-5-16,0-2-2 0,-1 2 3 0,0 0-6 15,-2 3-7-15,3-2-4 0,-6-1-2 0,0 6-5 16,-1-5 6-16,1 5 0 0,-4-6-4 0,0 5 4 16,-4-1-3-16,4-1 3 0,-7 1 5 0,3 0 4 15,-1-2-5-15,-2 0-2 0,2 1 0 0,-3-2 3 0,-1 0-3 16,2 0 4-16,0-2-1 0,2 1 0 16,-3-3 5-16,4-1 0 0,-9 1-4 0,9-1 9 15,0 0-1-15,-9-6 4 0,9 6-6 0,-1-7 1 16,2 0-3-16,2 0 1 0,2-2 1 0,-1 0-2 0,3 0-6 15,1 0 2-15,3 1-4 0,-3-2 3 0,3 4 10 16,-1-3-13-16,3 3-4 0,1 1-16 16,-3-3-10-16,0 3-7 0,0 2-13 0,2 0 2 0,-2 1-11 15,4 1 0-15,-4 1-1 0,0 0 3 0,1 5 1 16,-1-2 0-16,2 2 5 0,-2 2 6 0,-1-1 7 16,-1 0 5-16,4 0 4 0,-4 2 2 0,2-2 1 15,-4 0 3-15,4 0 3 0,-1 1 6 0,0-3 0 16,1 3 1-16,1-5 2 0,-1 2 5 0,2 0 0 15,0-3-1-15,1-1 3 0,5 0 0 0,-6-2 3 16,3-1-2-16,1-2 5 0,2-2 2 0,-7 4-1 16,0-4 11-16,2-1 11 0,-2 0 19 0,-2 0 1 15,-2-1 2-15,-3 3 14 0,5-6 11 0,-6 5 5 16,-3-1 8-16,-1 0 4 0,0 1-3 0,-1 0-6 16,-2 1 4-16,-2 1 2 0,-2-2-5 0,0 3 9 15,-4 0-20-15,1 2-6 0,-3 1-9 0,-3 1-7 16,2 2-1-16,1 2 5 0,-1 0-7 0,-2 4-4 0,-2 0-1 15,7 2-3-15,-5 0-2 0,8 1-5 0,1-3 3 16,-1 4-8-16,5-1 1 0,0-1-3 16,5 5 0-16,1-4-12 0,3 0-36 0,2-1-40 0,5 5-35 15,1-4-24-15,4 1-35 0,3-5-45 0,10 0-70 16,-1 2-72-16,1-4-208 0,2-2-605 0,-1 0 267 16</inkml:trace>
  <inkml:trace contextRef="#ctx0" brushRef="#br0" timeOffset="59972.37">6931 12232 20 0,'-2'-10'258'16,"2"1"-16"-16,2 1-1 0,-4 0-20 0,2 1-18 16,2 3-23-16,-2-3-24 0,2 6-14 0,-2 1-15 15,0 0-11-15,0 0-13 0,0 0-9 0,10 13-10 16,-10-4-5-16,5 3-11 0,-3 4-6 0,0 2-6 15,0 0-8-15,-1 1-1 0,2 2-5 0,-2 1-6 16,2-4-2-16,-3 4-2 0,0-3-5 0,4-1 2 16,-2 2-5-16,-1-4-4 0,2-5-5 0,-2 0 2 15,4 0 1-15,-2-3-5 0,0 2-1 0,-2-9 8 0,2 1-7 16,1 2-2-16,0-4 1 0,-4 0 0 16,11-5-4-16,-6 0 3 0,2-5 3 0,-1 0-2 15,3-5 1-15,0 5-2 0,0-5 2 0,0 1 6 0,2-3 3 16,-3 1 4-16,-1 2 5 0,3 0 2 0,-2-1 2 15,-3 6 0-15,2-2 3 0,-1 3 7 0,-2 0 4 16,2 2-4-16,-3 1-5 0,1-1-4 0,-3 4-9 16,-1 2 0-16,10 0-2 0,-3 0-7 0,2 4 2 15,1 1 2-15,1 0-3 0,1 3-2 0,3 0-2 16,1 4-1-16,1 0-3 0,0 1 2 0,0-3 3 16,0 1-9-16,2-1-2 0,-2 1 5 0,0-2-4 15,-2 1-1-15,0-4 4 0,-2 1 5 0,-4-2 20 16,3-2 18-16,1-1 21 0,-8-2 18 0,0 0-1 15,-5 0-5-15,13-4-8 0,-11-1-7 0,3 0 1 16,-4-3-7-16,0-2-8 0,1 0-6 0,-4-3-1 0,0 1 6 16,-3-5-18-16,3-1-2 0,-3 0-5 15,1 0-2-15,0 1-19 0,-1 0-15 0,4 1-25 16,-2 1-34-16,2 2-35 0,-1 0-12 0,2 4-23 0,0-2-37 0,0 3-44 0,0 3-54 16,3 2-54-16,-3-1-243 0,0 4-612 0,9-4 271 15</inkml:trace>
  <inkml:trace contextRef="#ctx0" brushRef="#br0" timeOffset="60311.12">7812 12331 152 0,'-3'-3'227'0,"-1"-1"-18"0,2-1-26 15,-2 1 3-15,-1 1-15 0,0 1-15 0,2-1-16 16,-1 0-12-16,4 3-16 0,-8-3-14 0,8 3-11 16,-9 0-8-16,9 0-7 0,-9 4-11 0,6 1-6 15,1-3-1-15,2-2-4 0,1 6-6 0,-1-6-6 16,6 10-2-16,-2-7-4 0,0 2 1 0,0 1-7 16,3-2 1-16,-2 0-1 0,3-2 6 0,-1 2 9 15,0-3 6-15,0 1 11 0,-2 0 13 0,2-1 10 0,-3 1 13 16,-4-2 4-16,0 0-6 0,10-4-9 15,-8 0 0-15,1-1-16 0,-3 5-7 0,-5-8-8 16,2 3-5-16,0-1-7 0,-1 2-42 0,-7-4-37 16,0 2-38-16,0 1-56 0,-6-3-79 0,3 2-64 0,-6 1-190 15,-1-2-503-15,-3 2 223 0</inkml:trace>
  <inkml:trace contextRef="#ctx0" brushRef="#br0" timeOffset="60788.96">6249 12225 188 0,'-7'-2'336'15,"3"-1"-3"-15,4 3-7 0,-5-3-11 0,5 3-19 16,-4-4-18-16,4 4-27 0,0 0-14 0,-4-4-27 16,4 4-25-16,0 0-7 0,0 0-17 0,0 0-16 15,0 0-17-15,17 1-10 0,-7 1-14 0,2-1-8 16,3 0-19-16,5 2-28 0,1-2-25 0,2 0-21 15,-1-1-31-15,0 1-36 0,2 1-37 0,-4-1-47 16,2 0-52-16,0-1-44 0,-3 0-52 0,-5 1-198 16,-2 1-533-16,-5-1 237 0</inkml:trace>
  <inkml:trace contextRef="#ctx0" brushRef="#br0" timeOffset="60961.65">6233 12390 172 0,'-4'2'255'16,"4"-2"-13"-16,0 3-15 0,0-3-23 0,0 0-18 16,0 0-20-16,17-3-16 0,-5 2-15 0,8 0-10 15,-1-1-14-15,4-1-33 0,8 0-62 0,-1 0-67 16,4-1-68-16,4-1-198 0,-7 3-342 0,2 0 152 16</inkml:trace>
  <inkml:trace contextRef="#ctx0" brushRef="#br0" timeOffset="61706.79">8617 12233 196 0,'-4'-6'244'0,"-4"1"-18"0,0-2-14 0,-3 2-6 16,-1-1-12-16,-1 1-22 0,1-2-7 0,-7 4-13 0,0-2-9 15,0 0-11-15,-1 1-6 0,-3 2-7 0,2 1-7 16,-2 1-8-16,-1 0-11 0,-5 3-9 16,6 0-8-16,1 0-7 0,-1 2-8 0,4-1-4 0,1 1-6 15,-2-1-8-15,9 1-2 0,0-1-5 0,3 2-2 16,-2 0-5-16,6-1-1 0,0 1-2 0,3 1 0 15,2-2-3-15,5 1 1 0,2 3-1 0,11-2-9 16,8 2 6-16,7 1-2 0,6-3-2 0,-1 1-4 16,20 0 4-16,-1-2-2 0,-1-1-5 0,-4 1 3 15,-12-4-3-15,1 2 1 0,3-3 1 0,-7 1-3 16,-4 2-5-16,-1-5 11 0,-3 0-11 0,-10-1 4 16,-5 1-2-16,-1 0 0 0,-5 1 1 0,-1-1 2 15,3-2 7-15,-7 0 9 0,-1-2-11 0,-2 0 0 0,-2 1 1 16,-2-4 0-16,-1 3-2 0,-9-3 0 15,-1-4 1-15,-4 4 1 0,-1-2 6 0,-8-4-13 16,-3 0 2-16,-3 2-1 0,-2 0-1 0,0-3 1 0,-2 5-2 16,3-1 2-16,1 3-31 0,3-2-14 0,6 5-21 15,6-3-12-15,-1 3-22 0,7 1-25 0,1 2-35 16,6-1-45-16,1-1-42 0,4 1-225 0,0 3-502 16,9-3 223-16</inkml:trace>
  <inkml:trace contextRef="#ctx0" brushRef="#br0" timeOffset="61988.09">8578 11944 70 0,'-4'-4'297'0,"1"2"-35"0,3 2-29 0,-4-3-26 16,4 3-18-16,0 0-21 0,0 0-18 15,7 18-14-15,-2-8-13 0,-1 2-9 0,0 2-14 0,3 5-12 16,0 7-7-16,2 0-9 0,-3 1-9 0,-2 3-6 16,1 1-7-16,0-3-4 0,-1 5-1 0,-3-2-6 15,4 0-2-15,-2-1-1 0,-2 4-7 0,5 1 3 16,-3-4-8-16,2 0 0 0,-1-1 0 0,2-1-4 16,0-1-19-16,0-8-20 0,1-1-37 0,1-2-50 15,1-3-44-15,1-4-59 0,1 0-171 0,-1-5-411 16,4-2 182-16</inkml:trace>
  <inkml:trace contextRef="#ctx0" brushRef="#br0" timeOffset="62334.87">9226 12075 320 0,'0'-5'327'0,"2"0"-30"16,1 3-14-16,-3 2-15 0,0 0-23 15,-3-8-13-15,3 8-22 0,-2-6-24 0,2 6-22 0,0 0-18 16,0 0-14-16,-9 1-16 0,9-1-15 0,-11 8-6 16,4-1-8-16,-3 3-7 0,0-2-10 0,-1 7-3 15,-1 0-6-15,0 2-3 0,1 2 1 0,0-1 0 16,0 1-12-16,5 0-4 0,1 1-1 0,0 1-8 15,2-2-5-15,3 2-1 0,3 2 2 0,2-4-5 16,2 2-4-16,1-3 6 0,3 0-6 0,7 2 3 16,-3-6-13-16,9 3-22 0,-5-6-22 0,10 1-55 15,-9-4-49-15,3-2-61 0,6-4-58 0,-6-2-68 16,-3-1-176-16,2-1-542 0,0-6 241 0</inkml:trace>
  <inkml:trace contextRef="#ctx0" brushRef="#br0" timeOffset="62578.34">9667 12113 121 0,'0'0'287'0,"0"-5"-35"0,0 5-27 16,0 0-26-16,0 0-20 0,0 0-12 0,0 0-24 15,0 0-12-15,-8 14-14 0,1-9-13 0,3 4-6 16,-1 1-7-16,-3 1-6 0,-2 3-10 0,-1 1-7 15,-2-1-6-15,-1 1-6 0,-1 1-3 0,3-1-5 0,0 0-5 16,-1 1-5-16,-2-1 0 0,6 2-7 0,-2-8 0 16,0 4-11-16,0-1-32 0,4-4-38 0,-3 1-49 15,3-1-40-15,4-3-40 0,-1-1-202 16,-3-2-412-16,3 1 182 0</inkml:trace>
  <inkml:trace contextRef="#ctx0" brushRef="#br0" timeOffset="62782.41">9444 12191 285 0,'-3'-2'301'0,"3"2"-29"0,0 0-28 0,0 0-26 15,-1-6-24-15,1 6-21 0,0 0-16 16,0 0-15-16,0 0-13 0,8 16-13 0,-2-11-16 16,1 1-7-16,-2 4-10 0,7 0-1 0,-1 2-13 0,4 2-6 15,-4-1-6-15,8 1-6 0,-4 2-10 0,8 0-20 16,-4-1-37-16,-3-4-47 0,3 0-44 0,1 1-73 15,1-3-63-15,-3-2-138 0,4 1-412 0,-2-1 183 16</inkml:trace>
  <inkml:trace contextRef="#ctx0" brushRef="#br0" timeOffset="63042.89">9836 12010 357 0,'-4'-5'334'0,"4"5"-34"16,-1-4-33-16,1 4-28 0,0 0-20 0,0 0-23 15,0 0-16-15,12 10-17 0,-4-3-18 0,3 1-16 16,2 1-8-16,1 3-9 0,2 0-10 0,2 1-10 16,0 2-6-16,2 3-9 0,3-1-6 0,-1 2-5 15,-6-5-11-15,1 2-1 0,-2 1-3 0,-1-1-4 16,-1 0-10-16,-2 1-1 0,-3 1-2 0,-3 1-3 15,-2 8-3-15,-3-7 1 0,-3 3-20 0,-2 3-18 0,-10 1-39 16,1 2-46-16,-6-4-58 0,-2-1-78 0,-1 3-293 16,-1-5-566-16,-2-4 251 0</inkml:trace>
  <inkml:trace contextRef="#ctx0" brushRef="#br0" timeOffset="79026.87">2869 13602 127 0,'-8'1'285'0,"-3"1"2"0,1-2-3 0,0 1-3 16,0 0-6-16,1-1-12 0,2 0 0 0,7 0 0 16,-15 1-15-16,6-1-9 0,6 2-10 0,-4-2-18 0,7 0-17 15,0 0-20-15,-11 0-16 0,11 0-22 16,-5 1-7-16,5-1-11 0,0 0-14 0,0 0-12 15,0 0-9-15,0 0-11 0,0 0-17 0,0 0 7 16,0 0-1-16,0 0 4 0,0 0 7 0,30-3-8 0,-15 3-5 16,6-3-12-16,0 0 7 0,-1 1-7 0,3 0-6 15,-1 1-7-15,1 0-10 0,0-2 7 16,0 2 4-16,-2-1-12 0,-2 4-8 0,1-1-23 0,-6 1-21 16,2 0-18-16,2 1-23 0,-2-2-22 0,-4 3-34 15,-1-2-15-15,2 2-24 0,-5 0-13 0,-3 0-18 16,1 0-19-16,0-1-16 0,-2 1-20 0,3-2-14 15,-1 0-14-15,-5 1-17 0,2 1-157 0,-3-4-490 16,5 1 216-16</inkml:trace>
  <inkml:trace contextRef="#ctx0" brushRef="#br0" timeOffset="79377.56">3154 13471 33 0,'-6'-2'289'0,"6"2"-8"0,0 0-10 16,-4-4-14-16,4 4-15 0,0 0-28 0,0 0-25 15,0 0-17-15,0 0-21 0,0 0-14 0,0 0 6 16,0 0 23-16,0 0 13 0,0 0 14 0,19 9-21 16,-13-6-22-16,2 1-11 0,0-1-17 0,0 1-5 15,2 0-17-15,-1 3-11 0,2-4-4 0,0 3-6 16,3-1-9-16,-2-2-8 0,-3 1 2 0,5 2-15 15,-5-2-10-15,1 3 1 0,-2-1-10 0,0-1-4 16,-2-2 3-16,-1 3-10 0,1-2-3 0,-1 0-1 16,-1 0 4-16,-3 0-3 0,1 1-2 0,-4-1 0 15,1 2 11-15,-7 1 4 0,1 0-6 0,-3 2 3 16,-7 1-5-16,3 1-2 0,-2-1-1 0,-2 2-3 16,2-1-3-16,-2 0-14 0,-1 2-44 0,0 0-34 15,4-1-31-15,-4 0-37 0,6-1-37 0,-1 1-58 16,4-4-64-16,2 1-286 0,-1-1-643 0,5-3 284 15</inkml:trace>
  <inkml:trace contextRef="#ctx0" brushRef="#br0" timeOffset="83776.68">3887 13418 264 0,'0'0'273'0,"1"-8"-4"16,-1 4-11-16,0 4-19 0,0 0-20 0,3-5-21 15,-3 5-24-15,0-4-20 0,0 4-17 0,0 0-19 16,0 0-12-16,0 0-11 0,0 0-7 0,11 10-10 15,-10-5-8-15,3 3-6 0,0 1-7 0,-1 3-6 16,1-2-4-16,3 3-5 0,1 2-3 0,-4 1-3 16,0 2-7-16,-1-2 1 0,2 1-4 0,0-4-1 15,-3 3-3-15,2-3-4 0,-3 1 1 0,5-2-4 16,-3-1-1-16,-2 1-1 0,-1-2 1 0,3 0-4 16,-3-2 0-16,1-1 0 0,-1-3-5 0,0 1 4 15,0 0 1-15,3-2 2 0,-3 0 2 0,3 1 28 16,-3-4 23-16,0 0 1 0,0 0 0 0,0 0-13 15,0 0-7-15,0 0-5 0,4-17-3 0,-3 10-4 16,2-4-6-16,-2-2 5 0,-1 3 5 0,3-2-6 16,-2 1 14-16,2-2-4 0,1 0 9 0,-1 1-8 15,-1 0 12-15,1-1 3 0,1 3 9 0,-2-1-8 16,-1 5-9-16,0-1-5 0,2 0-5 0,0 3-6 0,-2-2 5 16,-1 4-19-16,0 2-6 0,0-5-3 0,0 5-4 15,0 0-9-15,14 2 10 0,-10 2-7 16,3 3-2-16,2 1-2 0,-2 3 8 0,4 2 16 0,-2-1-19 15,2 4-2-15,-4 1-2 0,5 0 0 0,-5 0-4 16,0-1-5-16,1 1-7 0,-4 2 0 0,4-9 2 16,-4 3-7-16,0 0 10 0,2-5 2 0,-3 0-11 15,-2-1 16-15,2-1 1 0,-2-1 2 0,2-1-3 16,-1 1 20-16,1-3 23 0,-3-2-1 0,0 0-1 16,0 0-4-16,1-11 0 0,-1 5-1 0,0-2 7 15,0-4 0-15,3-1 8 0,-3 0 5 0,3-5 15 16,-3 0 7-16,4 2 0 0,-1 0 2 0,0 2-3 15,-2 1 5-15,3 2 0 0,0-1-1 0,-3 3-6 16,-1-1-7-16,3 3-3 0,0 2-11 0,-1-3-5 0,0 6-10 16,-2 2-4-16,3-5-9 0,-2 1-4 15,4 3 1-15,-5 1-5 0,0 0-3 0,14 6-3 16,-7-2 0-16,1 3-5 0,-1 1-28 0,2 3-22 0,-1-1-30 16,2 0-5-16,2 4-34 0,-1 2-16 0,0-3-9 15,1 2-12-15,-1 0-8 0,3-2-9 0,-8-1-10 16,4 0-25-16,-3-4-29 0,2 2-28 0,-2-2-30 15,5-2-29-15,-5-2-224 0,4 0-591 0,-4-2 262 16</inkml:trace>
  <inkml:trace contextRef="#ctx0" brushRef="#br0" timeOffset="85137.85">4685 13516 174 0,'0'-6'253'16,"-4"-3"-9"-16,3-2-4 0,-2 5-14 0,0 1-13 15,-4-3-18-15,2 2-15 0,1 1-14 0,-1 0-16 16,-4 1-16-16,4 0-12 0,-6 2-10 0,0 0-17 16,0 2-8-16,0 2-11 0,-1 3-6 0,0 0-9 15,-3 1-4-15,0 4-7 0,-1 2-10 0,1 1-3 16,1 2-1-16,2 0-5 0,-3 1-2 0,5-1-2 16,0 2-1-16,1-1-7 0,4 0-2 0,-2-3 0 15,6 0-1-15,-1-2-7 0,2 0 3 0,0 0-3 16,3-3-1-16,-3-1 0 0,7 2 3 0,0-5-2 15,0-1-1-15,1-1 2 16,3 1 0-16,0-3 0 0,2-4-1 0,-2-1 3 16,1-1-4-16,-1-2 4 0,-1 0 5 0,3-2 16 15,-5-1 11-15,1 1 2 0,1 0 20 0,-3 0 5 0,0-2 18 16,-3 2 18-16,0 1 5 0,0-1 9 0,-1 3 2 16,-2 0-1-16,-1-1-5 0,3 1-2 0,-2 5-6 15,-1-3-13-15,0 0-12 0,0 5-10 0,3-6-13 16,-3 6-14-16,0-2-5 0,0 2-1 0,0 0-13 15,0 0 1-15,4 12-29 0,-4-7-4 0,0 1-32 0,4 3-15 16,-1 0-21-16,1 1-11 0,-1 2-10 16,5-2-9-16,-4 2-3 0,0-1-11 0,2 0-20 15,-1-2-11-15,2 1-17 0,1-3-15 0,-1 1-15 16,-2-4 4-16,1 0-5 0,-1-2-15 0,6 1-5 0,-3-5 11 16,-1 1 7-16,1 0 6 0,-3-3 14 0,1 1 13 15,1-7 17-15,-3 3 17 0,0 0 34 16,1-3 38-16,-3-1 47 0,-1 2 31 0,-1-2 35 15,0 0 22-15,0 2 35 0,0-1 6 0,0-2 10 0,0 3 4 16,0 0 9-16,-1 1 0 0,-1-1 0 0,1 4-3 16,1-2-9-16,0 2-12 0,1 0-9 0,-1-1-8 15,0 3-13-15,0 3-12 0,3-4-7 0,-3 4-12 16,8-5-4-16,-2 5-9 0,2 0-7 0,3 2 10 16,0 0-17-16,2 3-3 0,-3-2 2 0,2 3-5 15,0 0-2-15,-1-1-7 0,0 2 6 0,1-2-6 16,-2 5-3-16,-2-3 0 0,1 1-5 0,-2-2 0 15,-3-1-3-15,0 1 0 0,-1-1 3 0,0 0 0 16,-2 0-1-16,-1-1 6 0,-1 1 3 0,-3-1 9 16,-2 0 2-16,1-2 10 0,-1 1 1 0,-3-2 25 15,9-1-2-15,-11 0 9 0,11 0 2 0,-12-3 3 16,5 1-5-16,3-2-8 0,1 0-2 0,2 1-13 16,-1-3-11-16,4 0-31 0,2 0-30 0,1-1-22 15,6-2-25-15,4-1-12 0,0 1-11 0,4-2-15 16,8 0-12-16,1 2-14 0,0-1-12 0,-6 4-4 15,6-2 0-15,2-1 13 0,-8 4 3 0,0-2 11 16,0 2 15-16,-2 0 7 0,0 0 12 0,-5 1 11 0,-2 0 6 16,-1 1 15-16,-5 0 32 0,1 1 41 0,-3-1 35 15,-1 1 17-15,2 0-5 0,-6 2-7 0,0-4 4 16,0 4 10-16,0 0 7 0,-11-6 10 16,4 5 3-16,0-1 11 0,-1 1-12 0,-3 1-3 0,0 0 0 15,-1 1-12-15,1-1-4 0,2 3-9 0,-1-2-6 16,2 2-6-16,0 0-5 0,-3 4-1 0,3-1-11 15,1 2 1-15,3 4-7 0,1-3-4 0,-1 3-3 16,4 5 3-16,4 1-4 0,0-1-3 0,-1 4 1 16,5 6-4-16,2-3 1 0,5 0-1 0,1 3-1 15,2-2 2-15,1-1-3 0,0 0 2 0,0 0-6 16,-3-1 0-16,3-1 1 0,0-1-3 0,-8-4 5 16,0-1-2-16,1-3 2 0,-4-1-6 0,-2 0 7 15,-2-1-8-15,-1-4 7 0,-3 1 8 0,-3-1 16 16,-1-2 20-16,-6 1 17 0,2-1 12 0,-5-2 8 15,-4 1 1-15,-6-4 4 0,0 0-6 0,0-3 7 16,1-1 10-16,-1-1-1 0,1-3 3 0,3 2-3 16,0-3-5-16,0-2-4 0,4-2-10 0,2 0-12 0,2-4-8 15,7 1-21-15,-1-1-10 0,5-3-21 16,2 0-23-16,6-4-18 0,7 0-27 0,-1-1-23 16,6 3-25-16,-2-1-22 0,2 2-20 0,3 0-12 15,-5 7-11-15,2-4-10 0,-1 6-15 0,-2-1-8 0,2 0-7 16,-3 3-2-16,2-2 6 0,-2 2 17 0,-1-1 19 15,-5 4 17-15,-2 0 15 0,2-2 17 0,-4 3 14 16,1 1 27-16,-2 0 24 0,-2-1 27 16,1 1 21-16,-1 1 17 0,-2 0 17 0,0 0 15 0,1 0 13 15,-2 0 11-15,0 4 12 0,1-5 7 0,-1 5 1 16,0 0 4-16,0-5-2 0,0 5-6 0,0 0-11 16,1-4-4-16,-1 4-13 0,0 0-6 0,0 0-9 15,0 0-4-15,0 0-4 0,0 0-4 0,2 16-4 16,-2-10 2-16,1 2 0 0,2 1-4 0,1 4-2 15,-1-4-3-15,1 5 0 0,-1-2-5 0,3 5 5 16,-2-4-4-16,3 2 0 0,0-4-2 0,-3 1 3 16,3-1-7-16,1 0 0 0,-4-4 1 0,3 3-10 15,-3-4-7-15,-1-1-1 0,1 0 4 0,0-2 2 16,0-2 2-16,0 0-1 0,-4-1-1 0,0 0 2 16,11-7 0-16,-7 2-1 0,-4-1-1 0,4-1-20 15,0-2-19-15,0-3-21 0,-1 3-29 0,0-2-20 16,-2-1-32-16,2 0-30 0,2 0-28 0,1 1-44 15,-5 0-155-15,3 3-438 0,0 0 193 0</inkml:trace>
  <inkml:trace contextRef="#ctx0" brushRef="#br0" timeOffset="85715.98">5670 13435 66 0,'0'0'256'0,"0"-5"-1"0,0 5-5 0,0 0-6 15,0-5-17-15,0 5-21 0,0 0-18 0,0 0-18 16,0 0-18-16,0 0-15 0,0 0-19 0,0 0-13 16,0 0-13-16,0 0-7 0,0 0-9 0,0 0-11 15,0 0-4-15,0 0-7 0,0 0-4 0,3 15-6 16,-3-10-5-16,2 1-3 0,-2 1 3 0,0 1-12 15,3 0-1-15,-1 2-2 0,1 2-2 0,-3-1 5 16,2-2-10-16,0 3-2 0,-2-3-3 0,3 3 4 16,-3-2-5-16,2-3-1 0,-1 1-2 0,0 0-1 15,-1-2-1-15,0 1 0 0,0-4 3 0,0 2-2 16,0-1 5-16,0-4 1 0,2 6-1 0,-2-6 36 16,1 3 32-16,-1-3-1 0,0 0-13 0,0 0-8 15,0 0 2-15,0 0-9 0,7-14 1 0,-7 8-6 0,4-1-3 16,-3 1 4-16,1-2-4 0,3-1 1 15,-1 3 8-15,-1-5 9 0,-2 1 4 0,3 1 3 16,-1 2-7-16,3-3-6 0,-5 2-10 0,3 2 14 16,-3-3 0-16,5 4-1 0,-2 1-10 0,0-3-10 0,-3 3-3 15,3 0 0-15,-1 2-9 0,3-1-5 0,-1 1-1 16,-5 2-2-16,11-1-8 0,-11 1-1 16,12 2 8-16,-4-1-7 0,-1 2 11 0,1 0-14 0,-1 1 12 15,4 3-15-15,-3-1-1 0,2 0-5 0,-2 1 2 16,4 1-3-16,-4 1 4 0,0-3 0 0,0 4-4 15,1-1-4-15,-4 0 1 0,2-1 2 0,-3 1-14 16,1 1-5-16,-2-1-24 0,-2 0-1 0,2 0-27 16,-2-3-6-16,-1 1-7 0,2-2-9 0,-1 0-11 15,-2 0-13-15,1-1-11 0,0-4-17 0,0 5-25 16,0-5-47-16,0 0-33 0,0 0-22 0,0 0-24 16,0 0-152-16,14-10-488 0,-8 5 216 0</inkml:trace>
  <inkml:trace contextRef="#ctx0" brushRef="#br0" timeOffset="86350.67">5584 13285 46 0,'-1'-4'326'0,"-2"1"-14"0,3 3-4 16,-4-5-7-16,4 5-9 0,-1-4-20 0,1 4-23 15,-3-4-29-15,3 4-21 0,0 0-19 0,0-3-24 16,0 3-19-16,0 0-7 0,0 0-19 0,0 0-17 16,0 0-5-16,0 0-13 0,0 0-7 0,0 0-3 15,0 0 5-15,0 0-20 0,4 11-7 0,-1-8 0 16,-2 1-10-16,-1-1 5 0,3 1-10 0,-2 0-2 16,-1-4-12-16,7 4 1 0,-4-3-5 0,-3-1 1 15,4 4 0-15,-4-4 3 0,0 0-2 0,0 0-2 0,0 0-3 16,0 0 3-16,0 0 6 0,8-8-8 15,-8 8 12-15,1-7-13 0,-1 3 0 0,0 4 1 0,-1-8 7 16,0 4-2-16,1 4 1 0,-3-7 1 0,3 4-7 16,-3-1-3-16,3 4 3 0,-4-5-11 0,4 5 3 15,-7-4-19-15,3 2-22 0,4 2-29 0,0 0-28 16,-9 0-26-16,9 0-31 0,0 0-47 0,-14 3-49 16,13-1-53-16,-5 0-197 0,2 2-541 0,4-4 240 15</inkml:trace>
  <inkml:trace contextRef="#ctx0" brushRef="#br0" timeOffset="95092.62">7469 13290 90 0,'0'-9'314'0,"0"-3"-9"0,0 6-12 0,0 0-17 16,0-2 3-16,0 1-20 0,0 2-13 0,0-1-19 15,0 1-4-15,0 0-8 0,-2 1-2 0,2-3-25 16,0 7-24-16,-2-4-10 0,2 4-16 0,0-5-23 16,0 5-11-16,0 0-22 0,0-5-12 0,0 5-7 15,0 0-5-15,0 0 1 0,0 0-9 0,0 0-5 0,0 0-4 16,-2 13 8 0,2-6-19-16,0 0-2 0,-2 2-1 15,2 1-10-15,-1 3 0 0,1 0-2 0,0 1 3 0,-1-3 15 16,2 6-22-16,-1 3-3 0,0-5 4 0,3 1-2 0,-2 2-6 15,0-1 4-15,1 1 2 0,0-5-3 0,-2 1 4 16,6-3-20-16,-2 1-3 0,0 1 0 0,0-3-2 16,0-3 16-16,2 1-21 0,-1 0 5 0,-1-3 11 15,0 0-10-15,0 1 3 0,0-3-7 0,3-2 14 16,-4 0-2-16,-3-1 4 0,12 0 2 0,-4-1-2 0,-4-3-1 16,7-3 2-16,-5 1 6 0,0-2-8 0,3-1 4 15,0-2-3-15,-1 3 4 0,-1-3 0 0,0 0-2 16,1 1 9-16,-1 1-10 0,-2 0 3 0,-1 2 5 15,0 1-10-15,-1 1 6 0,0-2 18 0,3 4-19 16,-3-1-7-16,0 0-3 0,0 2-4 0,-3 2 0 16,0 0-3-16,11 4 12 0,-7 0-3 0,2 0-1 15,4 4 3-15,1 1-2 0,-4-2-4 0,5 3 3 16,-1-2 10-16,0 1-5 0,2 3-4 0,-2-3 4 16,0-1 3-16,-1-1-1 0,1 1-6 0,-2-2 1 15,-1 0 2-15,-1-3 2 0,-3 0 2 0,4 1 14 16,-4-2-11-16,0-2 20 0,-4 0-16 0,0 0 13 15,14-5 28-15,-12 1 11 0,0-2-12 0,-2-2-1 0,3-2-5 16,-1-3 7-16,-4 0-21 0,-1-3 1 0,-1-4 0 16,0 1-9-16,1 1 1 0,-2 0-2 15,-1-1-7-15,0 3-4 0,0 0-25 0,2 5-35 0,-3-2-43 16,3 3-43-16,-1-2-48 0,-2 3-58 0,0 2-77 16,2 2-335-16,-6 2-709 0,4 1 313 0</inkml:trace>
  <inkml:trace contextRef="#ctx0" brushRef="#br0" timeOffset="95591.8">6709 13305 368 0,'-3'-2'380'15,"3"2"-13"-15,-7-3-15 0,7 3-26 0,-2-4-12 16,2 4-40-16,-3-3-29 0,3 3-25 0,0 0-25 15,0 0-18-15,0 0-14 0,0 0-12 0,0 0-20 16,15-3-13-16,-3 3-15 0,0 0 3 0,8 0-23 16,0 1-6-16,11-5-1 0,-12 5-14 0,2 2-23 15,3-3-20-15,-1 1-19 0,-1-1-31 0,1 3-30 0,-4-2-29 16,3 1-38-16,-10-1-47 0,1 1-50 0,-3 1-44 16,-2-1-34-16,-2 1-208 0,2 0-553 15,-6 3 244-15</inkml:trace>
  <inkml:trace contextRef="#ctx0" brushRef="#br0" timeOffset="95766.45">6751 13505 98 0,'-4'5'194'0,"4"-5"-8"0,-4 1-4 16,4-1 7-16,0 4 17 0,0-4 8 0,0 0-2 16,10 5-18-16,-1-1-20 0,1-5-13 0,7 2-15 15,5-1-15-15,1 1-12 0,7-1-14 0,1 1-10 16,2-1-22-16,1 0-63 0,0 2-78 0,-1-6-90 15,-1 5-253-15,4-1-444 0,-6-1 196 0</inkml:trace>
  <inkml:trace contextRef="#ctx0" brushRef="#br0" timeOffset="96432.49">8298 13417 2148 0,'-3'-3'87'0,"3"3"-59"0,-3-9 15 15,1 5 45-15,0 2 0 0,-2-2-25 0,4 4-19 16,-4-4-9-16,-2 1-10 0,4 1-2 0,2 2-4 15,0 0-4-15,0 0-2 0,-7 7 0 0,3-3-1 16,4-4-2-16,3 9-2 0,-2-5 0 0,-1 0 1 16,5 1 1-16,-2 0-3 0,3-1-1 0,-4 1 3 15,5-1 4-15,-3 1-10 0,2-1 5 0,-1-2 0 16,-1 1 16-16,2-2 23 0,-2 1 19 0,-4-2 25 16,5 2 16-16,-5-2 3 0,0 0 6 0,0 0-10 15,7-8 2-15,-7 8 4 0,0-6-10 0,0 1-12 0,0 5-6 16,-7-10-12-16,3 3-11 0,0 2-6 0,-2-1-2 15,1-1-3-15,-3 2-8 0,3-1-20 16,-4 1-30-16,4 0-25 0,-1-2-32 0,0 3-24 0,-1 3-36 16,0 0-45-16,7 1-49 0,-7-3-55 0,7 3-47 15,0 0-189-15,0 0-552 0,0 0 245 0</inkml:trace>
  <inkml:trace contextRef="#ctx0" brushRef="#br0" timeOffset="96929.73">8971 13287 185 0,'0'-4'276'0,"0"-1"-27"0,-3 0-19 0,3 5-19 0,-3-8-17 15,1 6-18-15,-1-1-17 0,3 3-18 0,-7-2-14 16,-1 2-14-16,8 0-14 0,-12 1-4 0,4-1-8 15,-4 1-7-15,-1 2 9 0,1-1 2 0,-6 3 6 16,-2 1 6-16,2-2 1 0,-1 1-2 0,0 0 1 16,-1 1 3-16,1-1-2 0,-1 2-17 0,3-4-6 15,-2 4-3-15,7-3-9 0,-1-1-8 0,1 1-8 16,4 0 0-16,1-1-10 0,-2 0-3 0,5-1 4 16,-2 2-15-16,3-2-4 0,2 2-3 0,1-4 4 15,6 5 2-15,-1 0-8 0,7-1-1 0,5 1 3 16,3-1-2-16,3 3 9 0,11-2-15 0,0 0-6 15,3 1 0-15,-2-3 1 0,4 1 1 0,-2-3-7 16,-1 1-6-16,-1 0-4 0,-1 1 1 0,-1-1-2 16,-9-1-1-16,-1 1-1 0,-2-2 1 0,-1-2-2 0,-5 2 0 15,-3-3 9-15,-1 2 0 0,1-1 2 0,-5-1 8 16,0-1-10-16,-3 1 5 0,-1-5 3 16,-3 1-7-16,0-4 1 0,-7 3 3 0,-3-6-4 0,-3 2 4 15,-2-3 0-15,-4 2-1 0,-2 5 2 0,-3-7 15 16,-3 3-17-16,-2 1-6 0,2 1-13 0,0 0-19 15,6 4-24-15,0 0-23 0,-1 1-27 0,4 0-36 16,-2 1-31-16,4 3-38 0,3 1-42 0,1 1-42 16,0 1-167-16,-1 0-503 0,7-1 223 0</inkml:trace>
  <inkml:trace contextRef="#ctx0" brushRef="#br0" timeOffset="97179.7">8813 13146 12 0,'0'-5'346'16,"0"0"-7"-16,0 1-20 0,0 4-31 0,0-5-33 0,0 5-31 15,0-5-22-15,0 5-22 0,0 0-19 0,0 0-18 16,18 16-15-16,-11-9-10 0,-2 5-14 0,5 1-13 16,-1 5-3-16,3 5-14 0,0 5-8 0,-2 1-2 15,2 2-13-15,0-1-2 0,-1 0-7 0,-1 2 0 16,2 1-7-16,-5-1-1 0,1 0-2 0,4 0-5 15,-5-1 0-15,-3-4-3 0,6 0-3 0,-6-7-37 16,4-2-17-16,-1 0-54 0,-2-3-38 0,-1 0-52 16,5-8-63-16,-3 3-245 0,2-4-526 0,-2-1 234 15</inkml:trace>
  <inkml:trace contextRef="#ctx0" brushRef="#br0" timeOffset="97576.86">9531 13170 208 0,'0'-6'298'0,"4"4"-12"0,-4 2-18 0,0-5-3 16,0 5-18-16,0 0-15 0,0-6-17 0,0 6-19 16,0 0-22-16,0-3-18 0,0 3-12 0,0 0-17 0,0 0-9 15,0 0-23-15,-15 7-10 0,13-3-4 0,-7 5-5 16,0 0-11-16,4 2-5 0,-4 0-2 16,1 3-4-16,-3 4-6 0,5 1 0 0,-1-1-8 0,1 1-1 15,-2 8-6-15,4-9-2 0,1 1-6 0,3 0 3 16,0-1-2-16,3 0-5 0,1 0 2 0,0-5-1 15,3 2 0-15,3-3-6 0,0 3 1 0,4-4-1 16,0 0 2-16,2-2-29 0,4-5-31 0,-2-2-40 16,1 1-46-16,0-3-51 0,0-1-52 0,0-3-50 15,0-2-224-15,0-1-547 0,-2-4 243 0</inkml:trace>
  <inkml:trace contextRef="#ctx0" brushRef="#br0" timeOffset="97801.53">9912 13209 140 0,'0'-4'275'0,"0"4"-30"0,0 0-26 15,0 0-25-15,-3-4-20 0,3 4-18 0,0 0-14 16,-9 9-15-16,6-3-15 0,-1 0-13 0,-4 3-4 16,2 1-12-16,-2 4-3 0,-3 0-8 0,0 3-8 15,-2 0-2-15,2-1-5 0,-1 1-9 0,0-2-3 16,-1 3-6-16,0-1-2 0,2-2-1 0,-2 2-5 15,4-2-2-15,-2-2-7 0,6 0-42 0,-6-2-40 16,6-2-47-16,-2-1-60 0,5-1-51 0,-2-2-135 16,0-2-380-16,3 0 169 0</inkml:trace>
  <inkml:trace contextRef="#ctx0" brushRef="#br0" timeOffset="98007.12">9643 13239 142 0,'-3'-6'226'0,"3"6"-23"0,0 0-25 16,0 0-16-16,0 0-11 0,4 14 6 0,-1-7 2 15,2 3-14-15,6 0-18 0,0 4-15 0,-4-2-7 0,5 4-10 16,2-2-8-16,-1 3-10 0,1-3-4 0,1-2-7 16,-2 2-6-16,5-2-8 0,-3-1-53 15,4 1-58-15,-4-5-54 0,4 1-50 0,-7-4-178 16,3 0-368-16,-5-2 163 0</inkml:trace>
  <inkml:trace contextRef="#ctx0" brushRef="#br0" timeOffset="98252.09">9973 13196 328 0,'0'0'327'0,"-1"-5"-36"15,1 5-30-15,0 0-24 0,0 0-27 0,0 0-23 16,0 0-14-16,21 9-18 0,-12-4-7 0,2 1-15 16,1 4-6-16,3-2-14 0,1 4-11 0,-1 2-9 15,1-1-9-15,0 1-7 0,1 0-6 0,-6 0-11 16,1 3-6-16,3-3-5 0,-5 1 2 0,-2-1-9 16,0 0-3-16,-4-1-28 0,-1 0-22 0,-2 0-29 15,-1 0-33-15,-5-1-30 0,-1-1-32 0,-3-1-37 16,-1 0-44-16,1 1-42 0,-6-1-145 0,-2 0-436 15,1-5 193-15</inkml:trace>
  <inkml:trace contextRef="#ctx0" brushRef="#br0" timeOffset="98661.87">10158 12931 24 0,'4'-1'288'16,"3"0"-20"-16,-7 1-29 0,19 1-14 0,-6 1-2 15,3 2-15-15,3 3-15 0,1 2-12 0,6 4-7 16,1-1-10-16,0 3-20 0,-3 3-11 0,0 0-10 16,-1 2-13-16,0 1-11 0,-2 4-1 0,-1-1-12 15,-1 1 0-15,2 1 1 0,-8 0-8 0,1 7-6 16,-5-3-14-16,1-1-4 0,-5 2 3 0,-3 2-15 16,-4 0 7-16,-5 2-6 0,-2 0-5 0,-7-1-6 15,-5 11-1-15,1-9-2 0,-3-4-10 0,-11 9-32 16,5-11-27-16,-14 5-24 0,0-4-32 0,0-3-34 0,-6-3-35 15,1-2-46-15,9-11-50 0,-14 3-206 0,-3 0-506 16,2-5 224-16</inkml:trace>
  <inkml:trace contextRef="#ctx0" brushRef="#br0" timeOffset="99423.7">7616 12888 184 0,'-1'-7'308'0,"1"2"-23"15,0-1-21-15,-3-1-18 0,-1 4-24 0,-1-3-12 16,-1 2-18-16,-2 3-20 0,-3-1-17 0,-3 2-20 16,0 3-8-16,-2 7-15 0,-2 1-11 0,-4 6-10 15,0 1-12-15,-1 5-6 0,0 2 3 0,-2 4-7 0,6 1 0 16,-4 3-3-16,3 1-3 0,-1 13-11 16,1 0 1-16,2 5-13 0,6-4 3 0,1 5-2 15,6-2-4-15,1-1-4 0,5 1-4 0,2-1 3 16,6-1-3-16,4 0-1 0,1-13-2 0,8 10 0 0,0-13-10 15,12 8 4-15,1-3-7 0,5-2-29 0,-8-11-39 16,2-2-57-16,11 6-74 0,7-9-91 16,-14-5-252-16,-1-3-573 0,19 2 255 0</inkml:trace>
  <inkml:trace contextRef="#ctx0" brushRef="#br0" timeOffset="100233.05">10755 13335 265 0,'-2'-5'318'0,"2"5"-23"0,-3-3-18 0,3 3-22 0,0 0-18 16,0 0-24-16,-1-5-19 0,1 5-21 0,0 0-17 15,0 0-16-15,0 0-12 0,0 0-15 0,0 0-11 16,0 0-9-16,0 0-9 0,0 0-12 0,0 0-11 16,0 0-2-16,0 0-11 0,0 0 0 0,0 0-8 15,0 0-4-15,0 0 5 0,0 0-9 0,0 0-3 16,0 0-5-16,0 0-3 0,0 0-2 0,0 0 3 15,0 0-2-15,0 0 0 0,0 0 0 0,0 0 3 16,0 0 22-16,0 0 16 0,0 0 13 0,0 0-1 16,1-8-8-16,-1 8-10 0,3-3-7 0,-3 3-5 15,0 0-2-15,-3-6-5 0,3 6-4 0,0 0-18 0,0 0-30 16,0 0-32-16,0-6-33 0,0 6-33 16,0 0-51-16,0 0-60 0,3-3-74 0,-3 3-255 15,5-3-598-15,-5 3 265 0</inkml:trace>
  <inkml:trace contextRef="#ctx0" brushRef="#br0" timeOffset="100898.56">10977 13195 218 0,'0'0'277'0,"3"-4"-17"15,-3 4-19-15,0 0-18 0,1-4-21 0,-1 4-27 16,0 0-20-16,4-4-16 0,-4 4-19 0,0 0-10 16,0 0-15-16,0 0-10 0,0 0-6 0,0 0-9 15,0 10-2-15,0-3-14 0,2-2-3 0,-2 0-8 16,2 1-3-16,-2-1-2 0,3 1-2 0,-2-2-8 16,2-1 3-16,1 3-3 0,-1-1-4 0,1-3-3 15,0 2 1-15,1-1-5 0,1 1 2 0,-2-3-2 16,-4-1 2-16,11 1-3 0,-11-1-1 0,11-1-2 15,-6-1 4-15,2-1-2 0,-3-1-5 0,3-1 1 16,-2 0 3-16,-1-1-5 0,6-1-1 0,-6-1 0 16,3-1 4-16,-2 3 11 0,-1-2 10 0,0 0 10 15,2 1 4-15,-2 0 0 0,0 2-3 0,-2-2 6 0,4 2 8 16,-2-1 3-16,-1 1-6 0,1 2-2 0,-1-2 5 16,0 0-19-16,-2 2-3 0,2 0-7 15,-3 3 0-15,4-2-8 0,-4 2-4 0,0 0-5 0,13 2 2 16,-7 1-4-16,1 0-3 0,-2 7-2 0,6-3 1 15,-4 4-1-15,0 2-2 0,1 4 0 0,1 2 0 16,3 8-1-16,0 1 2 0,-2 2-1 0,1 0-1 16,1 4 4-16,-1 2-5 0,-1-2 1 0,0 3-1 15,4 12 0-15,-7 2 0 0,4-2-4 0,-10-13 3 16,5 2-1-16,0 11 3 0,-3-13 10 0,1-3-15 16,3 1-2-16,-7-1 6 0,0-2-2 0,-4-2-4 15,0-4 3-15,1-4 7 0,-4 5 6 0,-1-6 13 16,0-4 20-16,-3 1 15 0,-3-5 14 0,1 2 23 15,-1-5 11-15,-2-2 11 0,0 0 3 0,-3-2 6 16,-2-2 6-16,2-5 7 0,-1 0 11 0,-2-5 6 16,2 0 12-16,-1-5-12 0,-6-1-3 0,8-6-5 0,-3 0-10 15,3-4 7-15,7 0-18 0,-1-3-14 0,7-2-7 16,-1-4-12-16,7-4-13 0,8-15-20 16,7 0-21-16,-1 0-32 0,6-2-36 0,5 2-40 15,2 2-30-15,3 1-20 0,-8 16-33 0,1 1-38 0,1 0-54 16,1 7-49-16,-3 2-64 0,1 0-92 0,-9 7-374 15,3 2-887-15,-6 1 393 0</inkml:trace>
  <inkml:trace contextRef="#ctx0" brushRef="#br0" timeOffset="114118.92">5471 14794 225 0,'3'-4'298'15,"-3"4"-7"-15,0-5-7 0,1 2-16 0,-1 3-14 16,3-5-15-16,-3 5-7 0,0-5-26 0,0 5-11 16,0 0-13-16,0-5-10 0,0 5-14 0,0 0-23 0,0 0-11 15,0 0-19-15,0 0-13 0,1-3-8 0,-1 3-12 16,0 0-8-16,0 0-11 0,0 0-6 16,0 0-2-16,0 0-6 0,7 13-3 0,-4-7-4 0,1 1-3 15,-1 3 8-15,1 1-13 0,3-1-1 0,-6 3-10 16,3-2 4-16,3 7-1 0,0 0 1 0,-2 3-8 15,0-4 1-15,4 0 10 0,-5-2-11 0,3 2 2 16,-2-3-7-16,-1-2 6 0,0 1-4 0,0-2 13 16,-1 2-17-16,-3-6 2 0,7 0 0 0,-7-1-4 15,0-2 4-15,1 3-2 0,2-3 9 0,-3-1 5 16,0-3 35-16,0 0 2 0,0 0-6 0,0 0-7 16,0 0-3-16,-4-12-1 0,1 4-6 0,3-3 0 15,0-1-4-15,-1-2-4 0,2-4 2 0,-1-3-5 16,3 2-3-16,-2-3-1 0,3 3 0 0,2 0-3 15,-2 0 4-15,0 2-4 0,0 4 0 0,1-3 1 16,0 4-5-16,-4 1-2 0,5 1-2 0,0 2 11 16,-3 0-15-16,-2 3 1 0,3-1-1 0,-1 3-17 15,0-1 8-15,1 3 2 0,-4 1-5 0,9-1 6 16,-9 1-2-16,11 7 2 0,-7-2-2 0,5 5 2 16,-3-2 2-16,0 4-3 0,-1-2 2 0,2 2 7 15,-2 4-16-15,3 1 8 0,-1-2 6 0,-4 4-3 16,2 1-2-16,1-5-1 0,-2 2 3 0,-3-6 9 0,3 1-8 15,0-4-2-15,-2 0 5 0,-1-1-5 16,-1-1 4-16,0-2 2 0,3 0 0 0,-3 0 14 16,1-1 46-16,-1-3 17 0,0 0-6 0,0 0-8 0,0 0-4 15,7-12-8-15,-4 5 12 0,0 0-5 0,2-4 5 16,-4 0 5-16,9-6 9 0,-6 1 3 0,1 7 6 16,2-4-2-16,0 1 2 0,-3 3-6 0,1-2-6 15,0 1-5-15,0 3-5 0,-1 1-6 0,1-1-7 16,-2 2-8-16,0 1-6 0,-2 0-10 0,2 3-9 15,-3 1-3-15,10-2-1 0,-10 2-3 0,12 5 0 16,-5-2-2-16,-1 5-4 0,4 1-1 0,2 5 1 16,-1 2-3-16,-1 2-2 0,0-1-11 0,0 2-17 15,0-3-14-15,2 2-24 0,-4-3-20 0,0 2-23 16,0-1-24-16,-1-1-36 0,-3-1-20 0,0-1-10 16,0-3-11-16,0 2-22 0,1-5-21 0,-3 5-32 15,3-5-20-15,1-3-32 0,-2 0-32 0,3-1-203 16,0-2-618-16,2-2 273 0</inkml:trace>
  <inkml:trace contextRef="#ctx0" brushRef="#br0" timeOffset="114546.4">6380 14885 251 0,'0'-7'272'0,"-1"0"-2"0,-1-3-11 0,2 1-5 15,-4 1-6-15,0-1-8 0,0 1-11 0,-3 1-16 16,0-2-17-16,0 3-11 0,1-3-23 0,-4 3-13 15,1 0-17-15,-1 1-19 0,-2 1-9 0,4 3-14 16,0-1-11-16,-5 2-8 0,3 3-4 0,-2 1-11 16,-1 1-5-16,-2 4-4 0,2 0-14 0,0 2-1 0,2 2 2 15,-1 0-4-15,1 2-9 0,4 2 1 16,-2 2-5-16,5-1 1 0,1 0-4 0,2 0-1 16,1 0-2-16,0-1-2 0,1-6 4 0,2 2-3 15,1-2-1-15,5-2 0 0,-5-1 1 0,6 0 0 0,-3-4 0 16,5 1-4-16,-1-4-1 0,4 0 4 15,-3-3-1-15,-1-1 1 0,4-4 3 0,-3 0-7 16,-1-2-3-16,0 2-2 0,1-5 8 0,-4 0-2 0,-1 2 14 16,-1-2 16-16,-1 1 22 0,-2 1 10 0,0-2 18 15,-1 3 9-15,2 1-2 0,-4-2-8 0,1 4-1 16,-1-2-4-16,2 4-8 0,-2 1-10 16,0-1-5-16,0 4-12 0,-2-8-13 0,2 8-32 0,0 0-19 15,3-3-6-15,-3 3-12 0,0 0-14 0,0 0-35 16,3 15-10-16,1-9-20 0,0 4-3 0,-1-2-21 15,1 4-22-15,3-4-28 0,-2 0-32 0,1 1-26 16,1-1-34-16,1 0-23 0,2-1-197 0,-1 0-543 16,-1-2 241-16</inkml:trace>
  <inkml:trace contextRef="#ctx0" brushRef="#br0" timeOffset="115434.55">6478 14884 37 0,'0'-8'250'15,"0"2"-7"-15,0-3-6 0,3 1-8 0,-2 0-12 0,6-1-20 16,-3 4-19-16,1-1-18 0,2 2-18 0,4-1-16 16,-3 1-9-16,3 1-16 0,1 3-8 0,-1 0-13 15,0 0-5-15,2 4-10 0,0 3-8 0,0-2-4 16,-3 2-7-16,-1 1 0 0,2 0-8 0,-3 1-1 16,1 1-6-16,-2-2-2 0,-3 3-2 0,1-2 3 15,-4 3-9-15,2-2 0 0,-6-2 1 0,2 0 11 16,1 2 0-16,-8 0 6 0,2-3 4 0,-1 0-1 15,2-2 2-15,-2 1 4 0,1-2 0 0,0-2 4 16,2 0-2-16,-2-1 2 0,1 1 0 0,5-2-10 16,0 0-4-16,-7-9-7 0,11 3-14 0,2-2-23 15,2 0-21-15,2-1-24 0,6-4-25 0,2 1-22 16,6-3-11-16,3-3-7 0,-1 3-10 0,7 2-6 16,-5 2 1-16,2-4 4 0,-1 4 8 0,-1-1 13 15,-3 0 8-15,-5 3 15 0,-2 0 2 0,-9 1 9 0,6 2 21 16,-5-2 35-16,-2 2 31 0,-2 1 22 15,-1 0 12-15,-1 0 7 0,-3 2 4 0,-2-2 2 16,1 5 5-16,-3-4 5 0,3 4 2 0,-9-3-1 16,9 3-8-16,-11 3-5 0,4-1-6 0,-1 0-10 0,1 4 3 15,0-1-9-15,2 2-6 0,-1 4-2 0,-2-1-1 16,6 3-5-16,-1-2 1 0,1 9-3 16,0-2-1-16,4 1-4 0,1 7-1 0,4 2-3 15,4 0-2-15,-3-1 5 0,3 1-6 0,4 0 0 0,-3 2-1 16,3-1-3-16,-1-1 0 0,0 2 3 0,2-2-6 15,-4 0 2-15,0-3-2 0,-5-6-1 0,1 0 4 16,-4 0-2-16,-4-4 24 0,0-2 32 0,-4-1 21 16,-3-2 14-16,-1-1 11 0,-2-3 10 0,-4-1 11 15,-3 0 4-15,-5-3-2 0,-2-2 3 0,6-4 2 16,-5-2-10-16,-4-9-2 0,8 4 4 0,-3-7-11 16,6 3-5-16,2-8-17 0,-1-2 1 0,8 1-4 15,3-7-16-15,6 0-18 0,3 0-14 0,10-6-20 16,0 3-8-16,3 2-18 0,-2 3-4 0,7-1-4 15,-5 5-4-15,7 2-9 0,-5 1-14 0,0 1-13 16,-3 7-9-16,-1 1-6 0,-3 2 3 0,-1 3-7 16,-2 0 0-16,1 2 1 0,-5 3-10 0,-1-2 3 15,0 3-5-15,-2-1-2 0,1 2 1 0,-4 1 11 16,8-1 9-16,-8 1 2 0,0 0 6 0,0 0 6 16,11 2 1-16,-7 1 10 0,-4-3 0 0,3 2 5 15,1 1 4-15,-4-3 2 0,4 3 3 0,-1 1 2 16,1-2 2-16,-1 2 3 0,-2-2 1 0,2 1 4 15,-3-3 1-15,8 3 5 0,-5-1-5 0,-3-2 0 0,0 0 2 16,1 3 0-16,-1-3 5 0,0 0-6 16,4 3 5-16,-4-3 2 0,3 2-4 0,-3-2 1 15,0 0-1-15,0 0 4 0,0 0-4 0,0 0 4 0,3 5-3 16,-2-3 3-16,-1-2-1 0,0 6 2 0,0-6 2 16,1 7-2-16,1-2 1 0,-1 3-1 0,-1 0 2 15,3-3-1-15,2 4 1 0,-2-2-2 16,1 1 1-16,0 0 2 0,0-2 2 0,3 5-1 0,-1-4-2 15,-3 0 0-15,4-2 6 0,-1 0-3 0,-1-2-17 16,-1 1-15-16,2-2-21 0,-1-1-24 0,1 1-27 16,-6-2-32-16,0 0-24 0,11-6-23 0,-6 2-30 15,-1 1-28-15,1-2-191 0,-2-2-464 0,-3 2 206 16</inkml:trace>
  <inkml:trace contextRef="#ctx0" brushRef="#br0" timeOffset="116071.01">7348 14845 230 0,'0'0'352'0,"0"0"-16"16,1-3-18-16,-1 3-15 0,0 0-29 0,0-6-31 0,0 6-26 16,0 0-22-16,0 0-25 0,0 0-16 0,0 0-21 15,0 0-14-15,0 0-10 0,0 0-10 0,10 12-12 16,-7-8-4-16,-2-1-10 0,-1 3-4 0,3 1-4 15,-2-3-9-15,2 3-8 0,0 2-37 0,2-4-25 16,-2 6-25-16,-2-7-33 0,2 1-38 0,0 4-47 16,-1 0-50-16,4-4-51 0,-3 2-224 0,-2-1-521 15,3-2 231-15</inkml:trace>
  <inkml:trace contextRef="#ctx0" brushRef="#br0" timeOffset="116472.34">7500 14845 332 0,'-2'-3'346'0,"2"-3"-11"0,2 1-5 15,-2 1-28-15,0 4-22 0,0-5-37 0,0 5-13 16,0 0-47-16,0 0-12 0,0 0-25 0,0 0-14 16,0 0-12-16,0 0-10 0,10 13-14 0,-9-6-8 15,2 0 1-15,1 2-20 0,-1 4-8 0,1-4-12 16,-2 2-25-16,3 0-14 0,-1-2-12 0,-1 2-9 15,-1-3-6-15,2-2-7 0,-1 0-4 0,-1-1 1 16,-1-1 5-16,0 2 4 0,2-3 3 0,1-1 6 16,-4-2-2-16,0 0-1 0,8-8 4 0,-5 4 6 15,1 1 16-15,0-4 16 0,-1-1 21 0,5 1 26 16,-3-5 11-16,-1 5 17 0,-1-5 20 0,4 4 4 16,-4-2 3-16,1 2 14 0,0 0 2 0,4-3-9 15,0 5-1-15,-8-1-4 0,6 3-9 0,-4 1-9 0,1-1-16 16,0 1-12-16,2 1-14 0,-5 2-4 15,4-3-14-15,-4 3-7 0,0 0-4 0,11 7-7 16,-5-4-4-16,-2 1-4 0,2 4-1 0,1 2-3 16,-1 1-1-16,-5 0-5 0,6 3-43 0,-1-3-35 0,0 1-61 15,-2-1-33-15,3 0-31 0,-1-1-22 0,-4 0-25 16,1 1-39-16,-3-4-51 0,3-2-52 0,-5 3-293 16,0-3-721-16,2-5 318 0</inkml:trace>
  <inkml:trace contextRef="#ctx0" brushRef="#br0" timeOffset="116670.54">7520 14507 31 0,'-6'-4'412'16,"3"-2"-19"-16,1 1-50 0,-1 1-35 0,3 4-43 15,-4-5-64-15,4 5-75 0,-5-1-51 0,5 1-70 16,0 0-92-16,0 0-107 0,0 16-119 0,0-7-340 16,0 3 151-16</inkml:trace>
  <inkml:trace contextRef="#ctx0" brushRef="#br0" timeOffset="118081.12">8401 14894 186 0,'-1'-3'376'16,"1"3"-18"-16,-2-5-13 0,2 5-32 0,0 0-22 15,0-5-29-15,0 5-31 0,0 0-23 0,7-2-20 16,4 2-27-16,4-1-8 0,5 1-18 0,13 0-17 16,4 1-11-16,5 0-11 0,12 0-5 0,5 4-11 15,-1-2-11-15,2-2-2 0,-1 2-9 0,1 0-8 16,-2 2-1-16,-5 0-2 0,-14-2-12 0,6-1-10 0,-8 3 7 15,0-1-5-15,-2 1-5 0,-5-5-6 0,-7 4-27 16,-4-3-30-16,-5 0-21 0,-2 0-22 16,0 3-20-16,-5-2-17 0,-3-1-26 0,-1 0-36 15,-3-1-34-15,0 0-16 0,0 0-26 0,0 0-197 0,0 0-494 16,-26-4 219-16</inkml:trace>
  <inkml:trace contextRef="#ctx0" brushRef="#br0" timeOffset="118385.31">9171 14788 190 0,'0'0'302'0,"0"0"-24"0,0 0-26 0,-6-1-26 15,6 1-24-15,0 0-22 0,0 0-14 0,0 0 0 16,0 0 2-16,9 9-2 0,-4-4-6 0,1 0-14 15,7 0-10-15,-5 1-8 0,3 1-12 0,4-1-15 16,1 1-5-16,2 1-11 0,-1-1-10 0,0-1-10 16,1 3-6-16,-6-4-7 0,-1 2-3 0,2 0-6 15,-3 0-4-15,-2-1-5 0,0-1 7 0,-4 3-15 16,-4 1-2-16,0-3 0 0,-4 2-3 0,-5 1-2 0,1 1 1 16,-6 2-4-16,-4-2-31 0,-2-1-12 0,2 1-37 15,-9 2-35-15,1-1-44 0,-1 3-60 16,9-6-71-16,-3 2-234 0,0-3-550 0,3 0 244 15</inkml:trace>
  <inkml:trace contextRef="#ctx0" brushRef="#br0" timeOffset="118842.61">9975 14909 302 0,'0'0'401'0,"-5"-2"-18"0,5 2-13 16,-5-3-17-16,5 3-20 0,0 0-21 0,0 0-26 15,0 0-22-15,0-5-23 0,0 5-26 0,0 0-20 16,11-5-22-16,0 4-18 0,4-1-13 0,4 2-13 15,4-2-14-15,10-1-13 0,1-2-9 0,-3 3-10 16,-9-1-9-16,9 0-5 0,-1 1-5 0,-7 2-29 16,-4-4-14-16,2 2-26 0,-1 0-36 0,-9 2-26 15,1 0-36-15,-5-1-29 0,0 1-36 0,-7 0-28 16,6 1-38-16,-6-1-22 0,0 0-26 0,0 0-29 0,-16 7-209 16,4-6-562-16,-7 1 249 0</inkml:trace>
  <inkml:trace contextRef="#ctx0" brushRef="#br0" timeOffset="119045.38">10074 14742 253 0,'1'-9'278'0,"2"4"-7"0,-1 0-4 0,0-1-5 0,1 1-8 16,-1 3-15-16,1-2-14 0,-3 4-28 0,2-6-22 16,-2 6-18-16,4-2-21 0,-4 2-10 0,0 0-16 15,5 12-11-15,-1-6-9 0,-2 4-9 0,0 2-8 16,1 1-7-16,1 3-6 0,0 5-5 0,0-1-15 15,2 7 4-15,2-1-12 0,-1 2-30 0,1-8-19 16,0 4-30-16,3 3-32 0,-2-9-42 0,-2-2-32 16,1-1-49-16,2 1-36 0,1-6-219 0,-4-2-493 15,1 0 219-15</inkml:trace>
  <inkml:trace contextRef="#ctx0" brushRef="#br0" timeOffset="119417.87">10460 14779 55 0,'1'6'197'16,"5"3"-22"-16,1 3-17 0,3 2-3 0,0 0-1 15,0 1-14-15,2 1-13 0,0-2-14 0,-1 0-8 16,1 2-10-16,-1 0-10 0,0-3-6 0,1-2-11 15,-2 0-7-15,-3-3-7 0,2 0-2 0,-5 0 4 16,2-3 28-16,-1-2 21 0,-2 3 19 0,1-2 26 16,-4-3 23-16,0-1 10 0,0 0-15 0,0 0-5 15,0 0 4-15,6-9 2 0,-6 4-2 0,-2-3-4 16,2-2-7-16,0-1-8 0,-3-4-13 0,3-3-11 16,0-1-13-16,3 0-3 0,-3-2-17 0,2 1-11 15,3 1-5-15,-4 1-11 0,3 5-6 0,-1 0-10 16,2 0-16-16,-2 2-20 0,0 1-27 0,1 3-38 0,-3 1-48 15,3-1-35-15,0 5-22 0,0 2-32 0,-4 0-34 16,0 0-31-16,10 2-16 0,-6 2-19 16,2 4-23-16,-1 0-185 0,-2 2-538 0,1 1 239 15</inkml:trace>
  <inkml:trace contextRef="#ctx0" brushRef="#br0" timeOffset="119785.89">10865 14987 128 0,'7'-2'178'0,"0"-2"-9"0,4 2-14 0,-3-3-11 16,6-1-8-16,-1 3-7 0,0-1-15 0,0-3-7 15,-1 2 4-15,1 0 4 0,0 0-5 0,-2 1 0 16,0-2-4-16,-3 1-7 0,-1 0 4 0,-1-3-2 16,0 4-12-16,0-2-5 0,-4-4-7 0,4 7 2 15,-5-6 5-15,-1 2 1 0,0 2-4 0,-1-7 9 16,-5 9 4-16,2-5 5 0,-5 0 4 0,1 2 16 15,-2 0 2-15,-2 1 5 0,-2-2 1 0,-2 2-5 0,2 1-5 16,-5-1 0-16,7 2 0 0,-3 2-11 0,2 1-12 16,3 0-7-16,-2 1-8 0,2 2-8 0,2 0-7 15,-1 1 5-15,3 2-23 0,2 2-2 16,-3-1 6-16,4 3-9 0,3 2 8 0,2 1 4 0,2-2-11 16,4 8-2-16,2-1-3 0,0 0 3 0,4 0-7 15,7 4-2-15,2-2-5 0,0-2 1 0,1 2-4 16,1-5-21-16,3-2-44 0,2 2-48 0,-1-6-50 15,5 3-42-15,-6-4-58 0,-3-2-70 0,6-1-85 16,-10-3-239-16,2 1-687 0,1-5 305 0</inkml:trace>
  <inkml:trace contextRef="#ctx0" brushRef="#br0" timeOffset="128206.84">7580 15399 305 0,'-2'-4'319'0,"2"4"-18"16,-3-4-24-16,3 4-18 0,0 0-30 0,0 0-20 15,0 0-27-15,0 0-14 0,0 0-22 0,0 0-16 16,0 0-10-16,0 0 11 0,10 11-9 0,-1-4-10 16,1 2-10-16,5 1 2 0,1 3-19 0,-1 0-1 15,10 3-9-15,2 2 5 0,4 1 27 0,3 2-4 16,12 6-3-16,2 1-5 0,5-3-6 0,6 6 5 15,3-4-5-15,25 14-4 0,-22-16-6 0,22 12 2 16,-24-12 2-16,1 1 8 0,30 12-5 0,-29-15-2 16,0 1-8-16,32 7 0 0,-36-9-3 0,3 1 2 15,3-4-8-15,-3 3 3 0,-2 0-8 0,-6-3-4 16,-2 3-7-16,-14-8-7 0,-4-1-1 0,-3 0-1 16,-3-1-8-16,-1 0-4 0,-12-3-2 0,-6-1-5 15,1-3 4-15,-5 1-7 0,0-1-1 0,-4 0 4 0,2-1-1 16,-1 0-1-16,-4 1 3 0,0-1-2 15,0-4-5-15,0 5 2 0,-4-2-3 0,4-3-1 16,-5 5-3-16,5-5-2 0,-4 2-14 0,4-2-16 16,0 0-32-16,-4 1-35 0,4-1-47 0,0 0-50 0,0 0-47 15,0 0-32-15,0-11-46 0,0 11-48 0,5-9-42 16,-2 5-249-16,6 0-701 0,-3 1 310 16</inkml:trace>
  <inkml:trace contextRef="#ctx0" brushRef="#br0" timeOffset="128719.31">9441 15924 191 0,'-5'-2'255'0,"5"2"-23"0,0 0-24 16,-8-1-21-16,8 1-20 0,0 0-18 0,0 0-18 15,0 0-10-15,-4 5-4 0,4 0 3 0,0-5-5 0,8 9-8 16,0-1-7-16,3-1-5 0,-4 1-6 0,2 1-4 16,6 4-9-16,-1-3-3 0,2 2-10 15,-2 0-5-15,3-1-4 0,-1-1-4 0,-4 2-9 16,-1-2-2-16,-2 0-3 0,1-2-7 0,-1 2-2 0,-3-3-2 16,3 2-5-16,-4-1 0 0,0-2 2 0,-4 0 17 15,0 0 13-15,-1 0 3 0,-2 1 18 0,-3 2 11 16,0-3 2-16,-6 2 1 0,-1-2-5 15,-7 2-2-15,2-1-5 0,-1 0 3 0,-3-1-10 0,-1 1-11 16,2-2-3 0,-3 3-4-16,1 0-8 0,2-3-8 0,-1 1-2 15,4 3-2-15,-2-3-3 0,8 2-15 0,-1-3-38 16,2-1-39-16,2 3-34 0,0-1-26 0,1-1-47 0,4 0-44 0,3-1-72 16,0-4-264-16,8 8-597 0,-1-6 264 0</inkml:trace>
  <inkml:trace contextRef="#ctx0" brushRef="#br0" timeOffset="129116.75">10039 16313 192 0,'0'0'373'0,"0"0"-16"0,0 0-13 0,0 0-19 15,0 0-10-15,0 0-25 0,0 0-9 0,0 0-22 16,0 0-11-16,0 0-4 0,0 0-17 0,0 0-17 15,0 0-24-15,0 0-6 0,0 0-13 0,0 0-15 16,9-3-14-16,6 2-13 0,2 1-12 0,6 0-13 16,9-1-10-16,-3-1-7 0,2 1-11 0,-1 0-6 15,3-2-24-15,-12 3-24 0,8 0-35 0,-6-1-30 16,-3 1-54-16,2 0-47 0,-4 1-51 0,-6 2-55 16,-2-3-63-16,-1 1-49 0,-1 0-259 0,-5 1-677 15,-3-2 300-15</inkml:trace>
  <inkml:trace contextRef="#ctx0" brushRef="#br0" timeOffset="129518.21">10478 16099 121 0,'0'0'276'0,"1"-6"-32"0,-1 6-25 0,0 0-23 16,0 0-17-16,11 7-21 0,-1-1-11 0,-5 0-14 15,2 4-7-15,9 3-6 0,-8 0-13 0,3-1-10 16,0 5-8-16,1-2-10 0,0 2-4 0,2 2-9 16,1 3-7-16,-1-4-5 0,-2-1 2 0,-4-4-11 15,3 3-5-15,-1-1-6 0,-4-5-1 0,1 0 16 16,-3 0 13-16,3-2-1 0,-3-3 4 0,-1 2 23 15,0-3 34-15,-2 0 49 0,3 0 29 0,-4-4 38 16,0 0 7-16,0 0-20 0,0 0-19 0,7-9-17 16,-6 4-9-16,2-3-20 0,1-2-11 0,0-2-15 15,3-3-14-15,2-2-10 0,0-1-12 0,0-2-12 16,6-7-10-16,0 0-5 0,3 1-21 0,-6 2-21 16,4 2-20-16,-5 6-24 0,4-1-29 0,-5 3-29 15,-1 0-30-15,3 2-40 0,-5 6-45 0,-1-4-31 0,-2 6-46 16,0-1-53-16,-3 4-29 0,-1 1-23 15,0 0-274-15,0 0-697 0,0 0 309 0</inkml:trace>
  <inkml:trace contextRef="#ctx0" brushRef="#br0" timeOffset="129935.27">11019 16298 35 0,'3'-3'170'0,"0"0"-14"0,1-2-9 16,4 0-16-16,-3 0-6 0,1-1-12 0,-1 1 1 15,3-5-2-15,1 4 1 0,-1-3-8 0,1 3-2 0,-2-3-3 16,4 0 1-16,-3 1-3 0,-2 0-4 0,-1 1 1 16,1-1-5-16,1-1-3 0,-2 3-6 15,-3-1-2-15,4-3 3 0,-5 4 5 0,1-1 4 16,-1-1-2-16,-1 2 10 0,0 1-14 0,0 0-4 0,-3 0 0 15,-1 0-8-15,0 0-4 0,-3 3-6 0,-1-1 0 16,1 0-1-16,-4 2-5 0,-1-1-1 0,1 2-3 16,0 2-1-16,-2-1 1 0,3 4-8 15,-1-2-6-15,1 2-3 0,1 0 2 0,0 2-3 0,2 3 2 16,-2-2 2-16,3 0-6 0,3 3-3 0,-2 0 7 16,2 1-4-16,2 0-3 0,2 2-4 0,2 4 2 15,2-6-10-15,1 4 7 0,2 0-8 0,0-5 5 16,4 3 1-16,2-1-3 0,1-3-6 0,0 1 3 15,5-1 5-15,-1-1-1 0,-1-2-2 0,1-2-7 16,4 0-28-16,-4-2-46 0,-4 0-32 0,0-2-47 16,1 0-58-16,-2-2-70 0,1 0-311 0,-3 0-629 15,-1-3 278-15</inkml:trace>
  <inkml:trace contextRef="#ctx0" brushRef="#br0" timeOffset="163935.12">7593 14071 158 0,'0'0'193'16,"1"-4"-12"-16,-1 4-10 0,0 0-13 0,0-7-6 15,0 7-3-15,0-5-5 0,0 5-4 0,0 0 0 16,0 0-9-16,3-3-7 0,-3 3-9 0,0 0-9 16,0 0-9-16,0 0-7 0,0 0-13 0,0 0-1 0,0 0-9 15,0 0-10-15,0 0-7 0,0 0-5 16,0 0-11-16,0 0 1 0,0 0-1 0,0 0-3 16,0 0-3-16,0 0-4 0,0 0-4 0,0 0-4 0,0 0 2 15,-4 12-2-15,4-12-2 0,0 6 0 0,0-3-4 16,0-3 3-16,0 5-5 0,0-5-2 0,-4 7 2 15,4-7-5-15,0 6 4 0,0-1 0 0,0-1-1 16,0-4 1-16,0 8-3 0,4-2-1 0,-4-2 0 16,0-4 0-16,-4 6 2 0,4-1-4 0,0-5 1 15,0 7 1-15,0-3-3 0,0-4 0 0,0 7 2 16,0-7-1-16,0 5-1 0,4-3 0 0,-4-2 0 16,0 6 0-16,0-6 1 0,1 4-5 0,-1-4 4 15,3 3 3-15,-3-3-4 0,1 4 0 0,-1-4 1 16,3 2 2-16,-3-2-4 0,0 0 7 0,6 5-1 15,-6-5 0-15,1 3 16 0,3-2 13 0,-4-1 0 16,11 1-1-16,-7 0-1 0,4 4-4 0,-1-5-1 16,0-2-6-16,5 2 3 0,-4-3-1 0,1 3-1 15,3-1-3-15,0 1-5 0,3-1 2 0,-3 1-3 16,0 0-1-16,3 0 0 0,-1-1-3 0,-1 1-7 16,-2-2 5-16,4 1 2 0,-1 1-1 0,-3-1-4 0,2 2 1 15,1-3 3-15,1 2-4 0,-4 0 1 0,4 0-1 16,-3 0-3-16,2 0 6 0,1 0-1 15,-3 1-2-15,3-1-1 0,-1 0 1 0,3 1-2 0,-5-1-1 16,3 1 4-16,3-1-1 0,-2-1-2 0,1 1 0 16,-2 0 1-16,1-1 2 0,-1 1-4 0,-1 0 2 15,0 1-3-15,0 0 0 0,2-2 2 0,-2 2 1 16,1-3 5-16,-1 2-5 0,-1-3-4 0,1 3 5 16,0-1-3-16,0 1 1 0,0 0 3 0,-2-1-4 15,3 2 0-15,-3-1-2 0,1 1-1 0,-1-2 1 16,0 1 3-16,2 0-1 0,-2 1-4 0,0-1 5 15,-2 3-2-15,3-6 3 0,-2 3-1 0,-1 2-1 16,-1-2-1-16,2 1 3 0,-3-1 0 0,3 0-1 0,0 1 0 16,0 0-4-16,-3-1 4 0,0 2 0 15,0-2 0-15,3 0 1 0,0 0-1 0,-4 0 1 16,1 0-1-16,4 0-5 0,-5-2 6 0,0 1-1 0,2 1 0 16,1 3 0-16,1-5-2 0,-4 1 1 0,5 0 0 15,-4 1 1-15,0 1-1 0,0-1-2 0,1-1 3 16,0 1 5-16,-2-3-4 0,1 5-1 15,0-2-2-15,-8 0 2 0,15 0-1 0,-4 0-1 0,-3-3-2 16,3 3 3-16,-1-1 0 0,1 1 0 0,0-1-1 16,-5 1 2-16,4 0 2 0,-2 0-3 0,1 0 1 15,-2 0-2-15,1 0-2 0,-1 0 3 0,2 0 6 16,0 0-6-16,0 0-3 0,-3 2 4 0,3-3-2 16,-2 1 0-16,1 0 1 0,1 1 1 0,1-1 2 15,-4 0-4-15,2 0 2 0,0 0 0 0,4-1-2 0,-4 1-4 16,5-1 6-16,-5 1 0 0,0 0-1 0,2 0 0 15,0 0 3-15,4-3-3 0,-2 6-5 0,0-3 6 16,-1 0 0-16,4-4 0 0,-2 3-2 0,0-1 2 16,-1-1-2-16,5 3 1 0,-5-1-6 0,2 1 6 15,-1-1 0-15,2 0 3 0,0-1-3 0,-4 2 3 16,4-2-4-16,-3 0 2 0,2 0-1 0,-2 2 2 16,3-2 0-16,-3-1 0 0,2 1-2 0,-2 1-2 15,2 0-1-15,-2 1 3 0,0-1 9 0,-1-1-8 16,1 1-2-16,1 0 0 0,-2 0-2 0,-1 1 2 15,-2-1 3-15,3-2-1 0,3 3-6 0,-5 1 6 16,2-1-2-16,3-1 0 0,-6 1 1 0,-1 0 1 16,2 0-2-16,1 1 3 0,4-2 2 0,-5 1-1 0,2-1-3 15,0 1-1-15,1 0-3 0,-4 0 6 0,-1 0-3 16,7 1 1-16,-5-1-1 0,-2-1 0 16,2 0 0-16,2-1 3 0,-4 2 4 0,7-1-1 0,-9 2-5 15,3-1-1-15,2-1 1 0,-10 1 2 0,12-2-2 16,-4 1-1-16,1 1-1 0,-4 1 3 0,-5-1-2 15,12-2 2-15,-5 2-5 0,-7 0 1 0,11 0-3 16,-6-1 9-16,1-2-3 0,-6 3 3 0,9-1-1 16,-2-2-1-16,0 3-2 0,-7 0-1 0,9-1 2 15,-9 1 0-15,11-1 0 0,-5 0-5 0,-6 1 4 16,10 0-1-16,-10 0 3 0,11-2 2 0,-5 2-3 16,-6 0-4-16,11 2 4 0,-6-4 0 0,-5 2 0 15,11 0-2-15,-11 0 3 0,6 0-3 0,-6 0 2 16,10 2 2-16,-10-2-3 0,7 0-2 0,-7 0 3 15,8-2 4-15,-8 2-7 0,7-1 3 0,1 0-1 16,-8 1 2-16,7-2 0 0,-7 2 1 0,7-2-2 16,-7 2-1-16,8-2 2 0,-1 0-2 0,-7 2-1 0,8-1 0 15,-3 1 5-15,1-2-1 0,1 1-2 16,-7 1 2-16,13 1-4 0,-7-2 3 0,1 0 0 16,0 1-3-16,-7 0 2 0,12 0 0 0,-7 1 1 0,-5-1-1 15,12 0 1-15,-5-2-2 0,-2 0-1 0,-5 2 2 16,10-3 0-16,-3 4-2 0,-7-1 2 0,11-1 2 15,-11 1-5-15,9-2 4 0,-9 2-1 0,9 2-2 16,-9-2 4-16,10 0-2 0,-10 0 0 0,7 1 0 16,-7-1 0-16,8 0 0 0,-8 0 3 0,11 0-3 15,-11 0-1-15,8-1-2 0,-8 1 6 0,11-2-5 16,-11 2 5-16,8-1-3 0,-8 1 2 0,11-2-3 16,-11 2 0-16,8 2 0 0,-8-2 4 0,10 1-1 15,-6-1 1-15,-4 0-4 0,12-1 1 0,-12 1 1 16,8-2 1-16,-8 2-4 0,10 2 5 0,-5-4-4 15,-5 2-1-15,8-1 4 0,-8 1-1 0,7-1-2 16,-7 1 4-16,10 1-3 0,-10-1-2 0,0 0-2 0,9 0 4 16,-9 0 0-16,7-1-3 0,-1 2 2 0,-6-1 1 15,0 0 1-15,9 0-4 0,-9 0 3 16,8 0-3-16,-8 0 3 0,7 0 2 0,-7 0-2 16,0 0-2-16,10 0 2 0,-10 0 0 0,9-1 3 0,-9 1-1 15,8 0-2-15,-8 0 0 0,0 0 1 0,8-1-1 16,-8 1 0-16,9-2-1 0,-9 2 1 0,9 0 3 15,-9 0-2-15,5-3 3 0,-5 3-5 0,7 0 5 16,-7 0-7-16,7-4 8 0,-7 4-3 0,3 0 0 16,-3 0 21-16,0 0 9 0,0 0 10 0,0 0-1 15,8-3 8-15,-8 3-2 0,0 0 2 0,0 0 2 16,0 0 2-16,0 0-4 0,1-4 4 0,-1 4 3 16,3-4 0-16,-3 4 9 0,0 0-3 0,0-6 0 15,0 6 1-15,1-4 2 0,-1 4-8 0,3-6-6 16,-3-1-9-16,1 5 0 0,1-2-2 0,-2-1-7 15,4 0-2-15,-4 0-3 0,3 0-8 0,-2 0 2 16,1 2-22-16,0-2-24 0,0 1-45 0,0 0-40 0,4 2-40 16,-4-3-59-16,-2 5-71 0,0-7-79 0,0 3-244 15,0 4-653-15,-1-7 289 0</inkml:trace>
  <inkml:trace contextRef="#ctx0" brushRef="#br0" timeOffset="172533.92">10817 14013 65 0,'1'-2'222'0,"-1"-5"-4"0,1 3-12 16,-1 0-9-16,0 4-10 0,0-6-6 0,0 6-7 16,3-5-4-16,-3 5-11 0,0-4-1 0,0 4-22 15,5-4-10-15,-5 4-13 0,0 0-11 0,0 0-15 16,0 0-9-16,0 0-6 0,0-3-11 0,0 3-8 0,0 0-2 16,0 0-8-16,0 0-5 0,0 0-1 0,0 0-3 15,0 14-4-15,0-10-5 0,0-1-2 16,0 2 0-16,0 0-1 0,0 1-5 0,0-1-6 15,0 3 6-15,0-2-4 0,0-1 0 0,0 2-2 0,0 0 0 16,0-1-5-16,0 2 9 0,3-1-9 0,-3-2-2 16,0 1-2-16,0-1 4 0,-3 2-2 0,6-4 3 15,-3 4 2-15,0-2-4 0,0-1-2 0,1 0 3 16,-1-4-3-16,2 6-1 0,-2-6-1 0,1 7 1 16,-1-5 2-16,0-2-4 0,0 0 2 0,3 5-1 15,-3-5 0-15,3 1 6 0,-3-1-2 0,0 0-1 16,1 4 12-16,-1-4 4 0,0 0 0 0,0 0 5 15,0 0-8-15,0 0-3 0,7 1 3 0,-7-1-3 16,0 0-4-16,0 0 0 0,12-4-5 0,-7 3 4 16,-5 1 0-16,13-1-1 0,-6-3-2 0,5 6-1 15,0-4 0-15,3 2-1 0,1 2-2 0,5-4 3 16,-1 1 1-16,2 0-4 0,0 1 1 0,6 1-2 0,1-2-4 16,-1 0 6-16,5 1-3 0,-10 1 3 0,7-1 0 15,-1 0-1-15,1 2-3 0,1 0 2 16,-2-2-2-16,-8 1 1 0,2-1 2 0,-1-1 0 0,-1 2-3 15,0 1 1-15,2 1 8 0,-5-2-10 0,-3 1 1 16,-3-2 1-16,3 2-3 0,-4 0 4 0,3-1-2 16,-2 0-2-16,0 0 2 0,-1-1 4 0,0 0 0 15,-3 2-3-15,0-2 0 0,-1 1-1 0,1 0-1 16,-2-1 3-16,-1 1-2 0,4-1-2 0,-9 0 3 16,13 1-3-16,-8 1 7 0,1-2-5 0,-6 0 4 15,10 2-5-15,-4-1 3 0,-2 1 0 0,-4-2-3 16,8 1 9-16,-4 1-10 0,2-1 4 0,-6-1-1 15,8 1-3-15,-8-1 0 0,0 0 3 0,5 0 1 16,-5 0 19-16,0 0 16 0,7 3 11 0,-7-3 7 16,0 0 18-16,0 0 10 0,0 0 29 0,0 0 3 15,0 0-1-15,0 0-5 0,4-7-17 0,-4 7 1 16,-1-6 7-16,1 1-1 0,0 1-5 0,0-3-9 0,-1 2-5 16,-1-2-11-16,2 0-6 0,0-2-5 0,2-4-4 15,-2 1-5-15,2-4-9 0,4-2-24 16,-1 0-27-16,1 0-28 0,2 2-48 0,0-1-35 0,4 1-26 15,-2 0-26-15,-2 5-38 0,1 1-52 0,2-3-76 16,-4 5-303-16,4 0-696 0,-6 1 308 0</inkml:trace>
  <inkml:trace contextRef="#ctx0" brushRef="#br0" timeOffset="199932.58">12163 14707 180 0,'-3'-6'322'15,"1"-1"-11"-15,0 3-10 0,-2-3-3 0,0 3-4 16,4-1-11-16,-2 0-8 0,0 1-6 0,1-1-6 15,-1 1-6-15,2 4-8 0,-1-7-16 0,0 5-26 16,1 2-18-16,0 0-22 0,0 0-14 0,-2-4-18 16,2 4-17-16,0 0-10 0,0 0-18 0,-2-4-8 15,2 4-10-15,0 0-4 0,0 0-8 0,0 0-5 16,11 10-3-16,-5-6-8 0,1 1-4 0,1 1-3 0,6-1-1 16,1 1-13-16,2 2 8 0,3 1-6 0,1-3 0 15,9 4-4-15,-7-5-4 0,6 5 4 16,-2-2-2-16,3-1-5 0,0 1 0 0,-7-3-3 0,0 0-2 15,-3 1-1-15,-2-2 1 0,-3-1-3 0,0 0-7 16,-4 0 8-16,-3-1-9 0,0 0 2 0,1-1 1 16,-7 1-3-16,5 0-1 0,-4-1-2 0,-1 2 2 15,-2-3 2-15,0 0 1 0,-12 7-2 0,5-2 2 16,-2-2 8-16,-5 3 0 0,-5 1 8 0,0 3-3 16,-8 0 8-16,6-2-7 0,-6 2 2 0,0 1-2 15,-1-3 3-15,-1 3-9 0,6-4 6 0,2 4-4 16,-6-1 1-16,0 3-1 0,7-5 0 0,5 1 0 15,-3-2-6-15,8-1 3 0,-2-3-24 0,1 2-30 16,5-2-36-16,1-2-38 0,0 1-22 0,1 0-12 16,4-2-28-16,0 0-47 0,0 0-60 0,0 0-62 15,9-11-328-15,0 5-737 0,-1 0 325 0</inkml:trace>
  <inkml:trace contextRef="#ctx0" brushRef="#br0" timeOffset="200493.29">12945 14723 298 0,'0'0'307'0,"-4"-7"-15"0,4 7-8 16,-5-5-13-16,3 4-23 0,2 1-20 0,-2-3-22 15,2 3-19-15,0 0-17 0,0 0-6 0,0 0-28 16,-15 4-14-16,12-2-12 0,-1 3-14 0,0 2-7 16,-2-1-4-16,2 2-11 0,0 1-3 0,0-3-8 15,0 5-9-15,3 0 6 0,1 1-11 0,-2 0-5 16,4-1-3-16,2-1-1 0,1 3 5 0,3-3-13 16,-1 0-2-16,1 1-1 0,4-5-1 0,6 4-5 15,0-3 1-15,2-4-1 0,-2 0-2 0,5-3-1 16,-1 1 1-16,0-3-4 0,-1-2-5 0,1-4 3 15,-3 3-3-15,3-1 0 0,-3-4 41 0,-5-1 25 16,-1-1 11-16,-2 4-5 0,-5-2 2 0,0-2 0 16,-3 0 7-16,-3 1-1 0,-1-1-4 0,-3 0-2 15,-2 0-3-15,-2 2 0 0,-3 0-3 0,3-1-10 16,-6 4-8-16,-2-2-6 0,2 3-6 0,-5 3-4 0,4-2-9 16,-2 2-37-16,3 3-68 0,1 0-72 15,0 3-64-15,0 2-46 0,0-2-59 0,5 4-81 16,-1-1-309-16,5-1-758 0,1 3 335 0</inkml:trace>
  <inkml:trace contextRef="#ctx0" brushRef="#br0" timeOffset="201527.92">14199 14474 95 0,'0'-4'334'0,"0"1"-22"16,3-1-28-16,-3 4-28 0,1-6-31 0,-1 6-26 16,0 0-24-16,0 0-18 0,0 0-12 0,0 0-17 15,3 12-13-15,-2-2-13 0,4 2-11 0,-3 4-9 16,1 2-6-16,2 3-9 0,-5-1-9 0,3 6 3 16,1-6-13-16,-5 2-3 0,2 0-6 0,1-2-5 15,-1 6-2-15,-1-4-2 0,0-4-3 0,0 1-24 16,-1 0-24-16,1-3-20 0,-2-3-29 0,2 0-20 15,-1-4-34-15,1-1-37 0,-2 0-29 0,2-2-26 16,2-2-169-16,-2-1-417 0,0-3 186 0</inkml:trace>
  <inkml:trace contextRef="#ctx0" brushRef="#br0" timeOffset="202449.7">14388 14501 254 0,'2'-7'254'0,"-1"2"-22"0,-1 2-23 0,0 3-24 0,3-6-21 16,-3 6-21-16,0 0-13 0,0 0-14 0,0 0-12 16,6 13-9-16,-3-2-10 0,-2 0-9 0,2 3-6 15,0 3-8-15,1 1-9 0,-1 0-3 0,1-1-3 16,-1 2-6-16,2-1-5 0,-4 0-3 0,3-1-2 16,-1 2-1-16,1-3-5 0,-2-5 0 0,-1 3-5 15,3-4-3-15,-4-3 1 0,2-1 0 0,-2 0 1 16,2-1-2-16,-2-3-1 0,0-2-2 0,0 0-2 15,0 0-2-15,0 0 3 0,0 0-1 0,12-9-2 16,-9 2-1-16,0 3 1 0,0-2-2 0,-1-2-2 16,1 1 8-16,1-2 22 0,-2 3 3 0,2 1 2 15,-1-1-5-15,2 0-5 0,-3 4-3 0,1-3-7 16,-2 2-1-16,-1 3-2 0,7-4 0 0,-7 4-2 16,11 3-2-16,-4 1-6 0,1 1 1 0,-1-3 2 0,5 5-2 15,-1 2-1-15,4-2-2 0,3 4 1 0,-2-1-2 16,3-1-1-16,0 0 2 0,-1 0-17 15,2-3-9-15,-1 0-11 0,0-1-5 0,0-2-7 16,2 1-6-16,-8-4 3 0,5 0-2 0,-7-1 9 0,1 0 2 16,0-4 3-16,-1 0 4 0,-4-1 4 0,2 1 4 15,-2-4 1-15,-4 0 3 0,3-4 1 0,-4 2 1 16,-2-2 22-16,2-1 12 0,-4 1 15 0,0 0 14 16,-3 2 10-16,4-1 7 0,-3 0-1 0,0 4 4 15,-3 0-6-15,2 0-7 0,-1 2-8 0,2 2-6 16,-3 0-4-16,3 2-3 0,-4 2-1 0,8 0-8 15,0 0-6-15,-16 5-1 0,10 0 0 0,1 1-4 16,1 0-2-16,3 5 1 0,-1-1 1 0,2 2 2 16,0-1-4-16,2 1-3 0,-1-1-1 0,3 1 0 15,1 1-5-15,-1-5 4 0,2 5-12 0,-2-3-4 16,0-4 1-16,6 1 2 0,-4-3 1 0,1-1-8 16,0 0-5-16,0-1-4 0,2-2 3 0,-1-1 1 15,2-2-1-15,1-1 1 0,0-1 3 0,0-1 0 0,-1-2 1 16,1 0 6-16,-1 2 0 0,2-3 3 15,-4 1 4-15,-2 0 10 0,2 0 7 0,0 0 7 16,-3 3-3-16,0-2 8 0,0 4-4 0,2-1-6 16,-6 0-2-16,3 1-6 0,0 1 1 0,-4 2-4 0,6-2-2 15,-6 2-1-15,0 0-2 0,5 4 2 0,-1 2 0 16,3-1-4-16,0 0 4 0,-2 1-2 16,-2 1 0-16,1 1-2 0,3 3 2 0,-1-5 1 0,-1 0 0 15,0 5 3-15,1-5-4 0,-2 2 0 0,0-3 3 16,-1 0-3-16,-1-1-1 0,4 1 4 0,-2-2 0 15,0-1-1-15,-4-2 1 0,0 0 0 0,0 0 0 16,11-3-2-16,-10-1 3 0,2 0-2 0,4-1 0 16,-5 0 0-16,1 0 2 0,1-3-1 0,-1 3 4 15,1-2 9-15,-1-2 8 0,1 4 4 0,0-2-2 16,0 0-7-16,1 1 3 0,-3-1-4 0,-1 3 4 16,2 0-4-16,-2 1-2 0,2 0-11 0,1 1-1 15,-4 2 1-15,0 0-3 0,8-2 6 0,-8 2-7 16,11 5-1-16,-8-3-2 0,-1 1 1 0,3 2 5 15,0 1-4-15,-1-2-3 0,1 1 3 0,2 1 1 16,-4-1-3-16,5 2 3 0,-5-4-1 0,6 1-1 16,-6 3 0-16,5-3-9 0,-4-1-10 0,5-3-15 15,-4 3-20-15,3 1-24 0,-4-1-41 0,2-3-42 0,-6 0-63 16,9 0-24-16,-9 0-221 0,7-6-506 16,-7 6 224-16</inkml:trace>
  <inkml:trace contextRef="#ctx0" brushRef="#br0" timeOffset="202815.66">14127 14555 83 0,'-9'-2'330'0,"2"2"-3"0,-3-1-17 16,2 1-3-16,8 0-12 0,-11-1 12 0,7 1-26 15,4 0-14-15,-5-1-9 0,5 1-15 0,-6-3-12 16,6 3-24-16,0 0-18 0,0 0-22 0,15-8-19 15,0 6-16-15,3-2-42 0,5 1-52 0,10 1-52 16,-2-3-52-16,3-2-46 0,0 3-58 0,2 4-64 16,0-1-67-16,-2-1-252 0,-3 2-597 0,5 0 264 15</inkml:trace>
  <inkml:trace contextRef="#ctx0" brushRef="#br0" timeOffset="210002.96">16393 14242 208 0,'0'-4'261'0,"0"4"-28"0,2-6-26 0,-2 6-27 16,0 0-17-16,0 0-19 0,0 0-14 0,0 0-11 15,2 19-14-15,1-7-11 0,1 1-10 0,-3 3-13 16,-1 1-5-16,4 2-9 0,-1 3-3 0,-2 3-5 16,4-3-4-16,-4-3-4 0,0 1-4 0,1 0 1 15,2-2-9-15,-4 0-3 0,1 1-1 0,-1-2-2 16,2-5-2-16,-4 0-2 0,4 1 0 0,-2-2-5 16,0-3 3-16,0 0-16 0,0-2-28 0,-2 0-20 15,2-4-28-15,0-2-45 0,2 4-41 0,-2-4-38 16,0 0-127-16,9-9-352 0,-8 2 156 0</inkml:trace>
  <inkml:trace contextRef="#ctx0" brushRef="#br0" timeOffset="210296.56">16423 14285 94 0,'0'-8'279'0,"0"0"3"0,-1 0-6 15,-1 3-2-15,2 0-5 0,-1 0-15 0,1 1-11 16,0-1-10-16,1 0-17 0,1 3-31 0,-1-4-11 15,3 2-17-15,0-1-18 0,3 3-19 0,1-1-10 16,-1 2-13-16,8 0-11 0,-4 0-6 0,0 2-12 16,4-1-16-16,-2 1 4 0,4 2-8 0,-4 2-5 15,6 1-5-15,-8 1-5 0,5 3 0 0,-5-2-8 16,1-1-3-16,-3 1-6 0,0 2 4 0,0-1-16 16,-3 1-15-16,-2 2 7 0,0-2-4 0,-4 1-2 15,-2-3 1-15,0 1 2 0,-3 0-6 0,-2 0 5 16,-4 1-6-16,0-3-13 0,-1 1-16 0,1-2-15 15,0 0-20-15,-2-2-21 0,0 1-20 0,0-1-38 16,2 1-34-16,1-2-49 0,2-1-45 0,0-1-157 16,3 1-477-16,0-1 212 0</inkml:trace>
  <inkml:trace contextRef="#ctx0" brushRef="#br0" timeOffset="211488.24">16562 14480 213 0,'5'-2'228'0,"-5"2"-25"16,4-3-18-16,-4 3-19 0,7 0-19 0,-7 0-14 16,14 1-17-16,-5 1-8 0,-2-1-11 0,5 2-21 15,-4 0 2-15,3 0-12 0,3 1-2 0,-6 2-7 16,3 0-9-16,1 1-5 0,-4-1-4 0,3 2-3 15,-1-1-5-15,-2 0-1 0,-3 1-12 0,1-3 7 16,-2 3-8-16,0-2 8 0,-3-1-5 0,-1 3-3 16,0-1-1-16,-1-2 1 0,-3 1 1 0,1-1 11 15,-4 0 4-15,3-2 8 0,-3 1 6 0,-2-2 1 16,4-1 4-16,-1 0 10 0,-1 1 0 0,7-2 2 16,-12-2 7-16,12 2 2 0,-8-1-6 0,4-1-5 15,0-2-8-15,4 4-6 0,1-9-3 0,3 4-11 16,0-3 3-16,3 1-6 0,5-4-4 0,3 4-12 15,1-6-4-15,1 5-8 0,2-2 1 0,0 1 0 0,-4 1 2 16,5-1-6-16,-2 1 1 0,1 1-2 0,-3 0-2 16,-6 2 2-16,2 1 2 0,-3 2-5 15,1-2 5-15,-6 2 2 0,3-1-3 0,-3 2 2 16,0-2-1-16,-4 3 2 0,10-3 3 0,-10 3-1 0,5-2-3 16,-5 2 1-16,0 0-1 0,2-2 2 0,-2 2-1 15,0 0-1-15,0 0-4 0,0 0 11 0,0 0-9 16,0 0 1-16,0 0 0 0,-21 4-3 0,17-1 2 15,0 1-5-15,-3 0 4 0,4 0-6 0,1-1 4 16,-1 3-1-16,-2-1 1 0,5 1 2 0,-2-1 1 16,4 2-2-16,1-1 3 0,2 0 1 0,1 1 1 15,8 1-6-15,4-2-10 0,-2 2-14 0,7-3-18 16,-2-4-13-16,3 3-13 0,6-3-2 0,1-1-11 16,2-1-6-16,-2-2-6 0,-2 1 6 0,-1-1 0 15,-6 0 8-15,-1-3 6 0,-3 0 11 0,-1 1 8 16,-2 0 5-16,-3-2 9 0,-4 2 23 0,3-2 23 15,-6 1 22-15,1 0 15 0,-3 0 9 0,-2-1 12 16,-1 1 13-16,0 1-2 0,-3-2 3 0,-2 2 0 0,-1 1-4 16,0 1-6-16,-4 0-4 0,1-3-8 0,-2 4-4 15,-1 2-2-15,-2 0-10 0,-1 0-4 16,4 2 1-16,-2 0-3 0,0 2-5 0,1 1-6 0,0 1 1 16,2 2-4-16,1-2 0 0,1 3-5 0,-1 0-1 15,4 0-2-15,1 0 1 0,0 1 1 0,1 1-5 16,1-2 3-16,4 0 1 0,1-3-2 15,-2 3 0-15,3-4 0 0,0 0-2 0,5 2 2 0,0-3-6 16,0-2-7-16,1 1-7 0,1-2-7 0,2-2 4 16,0 0 2-16,2-3 6 0,-3-3-9 0,7 1 1 15,-7-2-4-15,2-2 3 0,-1-4-2 0,1 0 5 16,-2-3-7-16,-1-1 6 0,1 0-5 0,-1-7 3 16,-4 7 3-16,0-3 4 0,0 2 0 0,-2-1 12 15,-2-1 16-15,-2 3 16 0,1 5 19 0,-2-1 9 16,0 3 20-16,-2 0 4 0,2 1 1 0,0 2-4 15,0 3 12-15,-1-1-31 0,1 2-8 0,-3 0-12 16,3 4-7-16,-1-4-1 0,1 4-5 0,0 0-16 16,-11 8 6-16,8-3 3 0,3 3-4 0,-4 2-2 15,4 0 7-15,0 2-19 0,-1 5 1 0,-2 0-12 16,3 0 7-16,3 0-6 0,1 1 2 0,-3 0 0 16,7-2-2-16,-4 4-5 0,2-5-2 0,-3-3-6 15,3 5-1-15,1-5-8 0,1-1-3 0,-2 0-4 16,3-1 2-16,-4-1-4 0,0-4 2 0,2 0 4 0,-2 2 3 15,2-5 1-15,-2 2 4 0,5-4 6 16,-3 0-2-16,1-1 0 0,0-1 4 0,-1-1-7 0,2-3 10 16,-3 1 3-16,2-1 1 0,-1-2 2 0,1 0 22 15,0 1 5-15,-4-1 10 0,-2 2 8 0,3-3 14 16,0 1 7-16,-1 2-2 0,-2-2 10 0,0 0 24 16,3 3-3-16,-3 0 7 0,-2 1-25 0,3 0-2 15,-3 4-15-15,1-6-3 0,-1 6-19 0,3-2-6 16,-3 2 5-16,0 0-21 0,0 0 8 0,6 8-1 15,-4-4-6-15,1 3-3 0,-2 3-1 0,2-4-9 16,1 3-11-16,0 1 6 0,2-1-10 0,-1 1-8 16,3 2-3-16,0-4-8 0,1 2 1 0,-4-4-6 15,7 2-3-15,-5-3-10 0,1-2 6 0,2-1-3 16,-4 0-8-16,3-2-12 0,0-2-15 0,-1 0-9 16,-1-1-15-16,-3-2-18 0,0-3-33 0,3 2-29 15,-4-6-41-15,1 1-48 0,-3-1-242 0,-2-2-561 16,1-3 249-16</inkml:trace>
  <inkml:trace contextRef="#ctx0" brushRef="#br0" timeOffset="211735.54">17658 14219 8 0,'-1'-4'312'0,"-2"1"-21"16,3 3-17-16,-1-4-28 0,1 4-20 0,-2-4-24 15,2 4-23-15,-2-4-21 0,2 4-18 0,0 0-14 16,0 0-17-16,0 0-24 0,0 0-27 0,0 0-42 16,1 12-54-16,2-7-59 0,1 2-64 0,0-1-195 0,4 0-386 15,-3-1 172-15</inkml:trace>
  <inkml:trace contextRef="#ctx0" brushRef="#br0" timeOffset="212065.64">18009 14397 303 0,'-6'-4'323'15,"6"4"-14"-15,-9-2-20 0,5 1-20 0,4 1-22 16,-7-2-20-16,7 2-23 0,-7-2-19 0,7 2-19 16,-10 0-24-16,10 0-8 0,-11 4-15 0,6-3-15 15,1 5-6-15,-5-2-10 0,5 3-12 0,-2 0-2 16,-2 2-12-16,3 0 12 0,-2 2-23 0,4-1 9 0,1-1-19 16,-1 2-1-16,0 0-3 0,3-2 3 0,1 0-9 15,-1-1-2-15,5 1-1 0,-3 0-1 16,6-5-1-16,-1 3-3 0,3 0-10 0,3-3-5 0,1-2-19 15,1 0-20-15,4-4-21 0,4-1-23 0,-3-2-24 16,0-2-26-16,3-1-31 0,2-3-24 0,4-1-20 16,-2-3-17-16,-4-4-29 0,0 0-181 15,-1-4-460-15,-3 0 204 0</inkml:trace>
  <inkml:trace contextRef="#ctx0" brushRef="#br0" timeOffset="212491.33">18326 14173 101 0,'-4'-13'196'0,"-2"2"17"0,2 0 17 0,0 2 6 0,2-1-3 16,-4 3-3-16,3 0-2 0,2 2-26 0,-2 0-18 15,0 1-18-15,2 2-22 0,1 2-15 0,0 0-14 16,0 0-9-16,0 0-15 0,0 0-7 0,-7 15-5 16,7-5-5-16,0 3-2 0,4 3-16 0,-1 2 0 15,-2 2-6-15,2-2-3 0,1 2-9 0,-1 1-1 16,3 0-2-16,-4-2-1 0,2 8-6 0,0-7-3 16,-2 2-2-16,3-3-4 0,-2-1-5 0,-2 0-18 15,1-6-15-15,-2 3-22 0,1-2-19 0,-2-2-19 16,-1-3-22-16,1-2-9 0,-1 0-20 0,1 1-3 15,-2-2-12-15,-1-3-7 0,0 1 5 0,4-3 7 0,0 0 15 16,0 0 10-16,0 0 15 0,-12-9 11 0,9 5 3 16,2-1 14-16,-2-1 16 0,0-1 33 15,1 0 25-15,-2-1 31 0,2 0 26 0,2-1 17 16,0 1 19-16,-3 1 12 0,3-1 6 0,-2 2 5 0,4-2 1 16,1 3 8-16,-3-4-1 0,4 4-5 0,-1 2-11 15,1-2-9-15,0 0-13 0,3 1-10 0,0 2-9 16,0-1-11-16,2 3-3 0,1-1-6 0,2 2-1 15,-1 0-13-15,2 2 0 0,-3 1-2 0,2 4-10 16,0-5-2-16,-2 5 2 0,0 1-1 0,0 1-5 16,-3-1-3-16,1 3 4 0,-1-2-10 0,0 1-5 15,-2 1-14-15,2 0-10 0,-7-1-15 0,2 1-20 16,-4-1-23-16,2 1-25 0,0-2-26 0,-4 1-38 16,1-3-34-16,3 1-23 0,-4-4-25 0,3 4-145 15,-1-4-429-15,0-1 190 0</inkml:trace>
  <inkml:trace contextRef="#ctx0" brushRef="#br0" timeOffset="213051.49">18659 14468 180 0,'3'-3'250'16,"-3"3"-21"-16,4-2-23 0,-4 2-18 0,0 0-22 15,0 0-20-15,0 0-15 0,0 0-13 0,0 0-12 16,0 0-10-16,1 10-6 0,-1-5-13 0,0 0-4 15,0 1-9-15,0-1-8 0,2 0-2 0,-1 3-4 16,2-1-8-16,-2-2-2 0,2 1-3 0,2-1-4 16,-1 2-3-16,-2-4-1 0,2 3 0 0,0-4-8 15,1 1 2-15,-2-3 0 0,4 1-3 0,-7-1 0 16,9-1-1-16,-9 1-3 0,8-5-1 0,-3-1-1 16,-3 1-2-16,1 0 25 0,2-2 8 0,-3-1 8 15,2-1-2-15,-3-1 13 0,2 0 2 0,-2 0 4 16,3 1-6-16,-1-1-5 0,0 0-2 0,-2 0-8 15,2 2-1-15,-3 2-3 0,5 1-4 0,-2-2 2 0,-2 2-4 16,1 3-9-16,2-1-7 0,-4 3-5 16,0 0 1-16,8 1-5 0,-2 3-2 0,-2 1-2 15,2 0 0-15,-3 6-2 0,2-1-3 0,1 0-6 0,-2 1-10 16,2 1-6-16,-1 1-10 0,-3 0-4 0,4 0-8 16,0 0-2-16,-2-1 2 0,0 1-5 0,2-3-3 15,-3 3 0-15,0-5 6 0,-2-2 5 0,2-1 5 16,0 0 6-16,-1 2 8 0,1-4-1 0,-3-3 4 15,4 1 2-15,-4-1 6 0,0 0 15 0,0 0 13 16,7-9 14-16,0 4 6 0,-6 0 6 0,3-2 5 16,-1-1 7-16,1 0 1 0,2-3 2 0,-2 2 8 15,1 0 0-15,0 3 1 0,-2-6-6 0,4 3 3 16,1-1-2-16,-4 5 2 0,4-1-1 0,-4 0-7 16,-1 1-8-16,1 1-6 0,2 3-8 0,-2 0-10 15,-4 1-1-15,11-1-3 0,-11 1-2 0,8 5-3 16,-4 0-5-16,1-1-16 0,0 0-25 0,0 2-24 15,-4-1-25-15,5 2-21 0,-4-2-28 0,1 1-47 16,-3-1-46-16,3 0-57 0,-2 0-57 0,-1-2-180 16,3 2-552-16,-2 0 244 0</inkml:trace>
  <inkml:trace contextRef="#ctx0" brushRef="#br0" timeOffset="213223.34">18848 14141 246 0,'-7'-9'283'15,"3"1"-25"-15,-4 3-27 0,4 0-23 0,0 0-32 16,1 1-52-16,-1 2-80 0,4 2-75 0,-7 0-67 16,7 0-143-16,0 0-259 0,-10 5 115 0</inkml:trace>
  <inkml:trace contextRef="#ctx0" brushRef="#br0" timeOffset="213905.12">19658 14327 39 0,'0'0'180'0,"0"0"-15"16,0 0-20-16,0 0-12 0,-10 10-13 0,7-5-13 0,0 3-11 15,-1-2 28-15,3 0-6 0,-2 5-11 16,3 1-7-16,-4-4-13 0,8 4-5 0,-4-1-11 16,-4 0-7-16,4 0-4 0,-1 0-6 0,2-2-4 0,-1-2-2 15,4 1-9-15,-1-2-1 0,-2 1-4 0,2-2-2 16,-2 0 2-16,2-3 22 0,0 3 22 0,1-4 21 16,-4-1-5-16,8 1-3 0,-8-1-12 0,11-6 0 15,-6 1-2-15,8-1-2 0,-3 0 3 0,0-3 7 16,0 1-9-16,0-1 11 0,4-2 20 0,-4 0-17 15,3 0 6-15,-5-1 11 0,2 5-1 0,-1-4 3 16,0 5-9-16,-3-3-1 0,3 3-6 0,-3 3-11 16,0-1 2-16,-1 0-16 0,1 2-15 0,-2-1-3 15,2 2-10-15,-6 1-3 0,14 4-4 0,-7-2-6 16,-1 4 2-16,1-3-6 0,0 5-1 0,0 2-7 16,0-1-3-16,1 2 1 0,-1-3-21 0,-2 4-25 15,2-2-24-15,-4-1-14 0,1 1-14 0,-3-2-14 0,5-2-18 16,-5 1-25-16,-1 0-28 0,0-3-42 15,-3 0-34-15,-2-1-60 0,2-1-216 0,3-2-565 16,-12 0 250-16</inkml:trace>
  <inkml:trace contextRef="#ctx0" brushRef="#br0" timeOffset="214065.79">19747 14228 98 0,'-1'-6'256'16,"-2"-2"-23"-16,2 3-21 0,-2-4-33 0,2 3-58 16,-2-1-70-16,0-1-83 0,0 2-155 0,-2-1-202 15,5 1 90-15</inkml:trace>
  <inkml:trace contextRef="#ctx0" brushRef="#br0" timeOffset="-214404.27">20709 14279 4 0,'0'-12'316'0,"0"1"-11"0,-3-2-4 16,2 1-3-16,-2 0-11 0,-1 1-16 0,-2-3-20 0,1 2-30 15,-4 1-20-15,0 1-15 0,1 2-26 0,1 0-22 16,-5 3-8-16,1 0-15 0,-2 2-11 15,-1 5-12-15,-5 1-12 0,-1 2 6 0,-1 3-23 0,2 2-4 16,0 3-13-16,-5 5 3 0,5 1-10 0,-1 2-3 16,7-2-4-16,-2 2-5 0,5-2-4 0,0-1 2 15,3 1-10-15,1 0-2 0,6 0-1 0,0-2 11 16,0-4-19-16,6 6 2 0,-1-7-1 0,4 2 11 16,4 0-15-16,-1-7 3 0,6 1-5 0,0-3 0 15,2-1-4-15,3-2-5 0,-1-3 6 0,-2 0-1 16,3-3 2-16,-4 0 1 0,3-2 2 0,-6-2 0 15,1 1-4-15,-4 0 5 0,-2-1-2 0,-2 1 4 16,0 0 3-16,-1-2-3 0,-4 4 1 0,2 0 8 16,-3 1-6-16,-1-1-3 0,2 3 1 0,-4-2-5 15,0 4-4-15,6-3 12 0,-6 3-17 0,0 0 3 16,0 0-1-16,0 0 0 0,4 9-1 0,-2-3 0 0,0 2-2 16,-1-3-3-16,3 7 5 0,-1-4-4 0,4 0-4 15,-3 3 0-15,1-1-2 0,-1-1 2 0,0-2-3 16,2 0-1-16,-2-1 8 0,1-1-12 0,-1-1 7 15,2 1-1-15,-2-2-1 0,-1-2 11 0,-3-1-5 16,8 0-3-16,-8 0 7 0,7-3-7 0,-5-2 3 16,0 2-1-16,-1-2 4 0,2 0 2 0,0-2-1 15,-2-1 2-15,0 1-7 0,2-2 10 0,-2-1 0 16,4-1-2-16,1 1 7 0,-3 1-6 0,2 0 4 16,1 0-1-16,-2 3-2 0,-1 0 7 0,2-4-3 15,2 5-1-15,-3 0-1 0,1 0 1 0,4 2-3 16,-4 0-2-16,4 1 1 0,-3 1 1 0,-6 1-2 15,14 1 1-15,-9 1 1 0,3 1-2 0,-2 1 5 0,-1 4-3 16,3-4 2-16,-1 2-1 0,-2 3-1 0,1 0 1 16,-2 0 1-16,2 0-2 0,-2 0 3 15,-2 0 0-15,1-2-2 0,-3 3-3 0,1-4 5 0,-1 1-11 16,-1-1 5-16,1-1-1 0,-3-1-4 0,3 0 9 16,0-4 3-16,-4 4 0 0,4-4 3 0,-4 3-2 15,4-3 4-15,0 0 2 0,0 0-1 0,0 0 3 16,-3-11 3-16,5 6-7 0,1-1-1 0,-1-1-1 15,2-1-1-15,3 0 6 0,1 0-5 0,-1-1 3 16,1 1 2-16,-1 0-5 0,1 2 1 0,0-1-3 16,-1 1 1-16,2 5-2 0,0-2-2 0,-4 0 2 15,4 3-2-15,0-2 1 0,-9 2-1 0,14 3 3 16,-9-1-6-16,2 1 1 0,-2 1 1 0,-1 2-7 16,2-1 9-16,-2 0-1 0,0 2-3 0,0 1 0 15,1-2 2-15,-2 1 0 0,-2 0-2 0,1-1 4 16,-1 0 1-16,-1 0-1 0,1-1-1 0,-1-1 6 15,0-4 4-15,2 5 23 0,-2-5 4 0,0 0 2 16,0 0-2-16,0 0-3 0,0 0 1 0,0 0-1 0,-4-17-4 16,4 11 0-16,2-2-6 0,1-1-12 15,1-1-19-15,0 1-14 0,2-1-25 0,-1-1-31 16,-1 1-36-16,3-1-49 0,1 2-47 0,-2-2-40 0,5 5-219 16,-5-4-509-16,4 5 225 0</inkml:trace>
  <inkml:trace contextRef="#ctx0" brushRef="#br0" timeOffset="-214084.17">21382 14393 56 0,'4'-2'189'15,"4"1"10"-15,-2-3 1 0,-2 0-3 0,1-3-2 16,-1 4-3-16,1-1-7 0,1-3 0 0,-5 2-8 15,2 0-12-15,0-1-7 0,-2 2-12 0,-2-1-6 16,0 0-4-16,-2 0-12 0,0 2-12 0,-1-1-13 16,-1 0-5-16,-1 1-14 0,1-1-7 0,-3 3-5 15,-4 1-9-15,1 0-8 0,1 2-8 0,-5 1 2 16,7 0-9-16,-3 3-4 0,0 0-5 0,2 0-4 16,0 2-2-16,0 2-4 0,2 0 1 0,3 2-4 0,1 1 12 15,1-2-13-15,3 3 10 0,0-1-15 16,6 0-5-16,1 1-6 0,4 2-11 0,1-3-23 15,4 0-28-15,9 1-35 0,-7-4-35 0,11 2-29 16,4-6-36-16,0-1-13 0,-1 2-22 0,3-6-176 0,-3-2-444 16,-2 0 196-16</inkml:trace>
  <inkml:trace contextRef="#ctx0" brushRef="#br0" timeOffset="-213846.71">21842 14388 101 0,'-2'-6'251'0,"1"-1"-7"0,-2 2-13 0,-1-3-16 16,0 5-12-16,-1-1-13 0,-5 3-10 15,5-1-18-15,-2 1-11 0,7 1-9 0,-16 3-14 0,6 0-12 16,3 1-10-16,-5 3 0 0,5-1-6 0,-1 3-10 16,3 0-6-16,-5 3-5 0,6-1-5 0,0 2-3 15,-1-1-8-15,5 2-5 0,0-1-5 0,1-1-2 16,3 2-3-16,0-2-4 0,5-1-9 0,1 1-7 16,1-2-12-16,7 0-18 0,0-3-21 0,0 1-19 15,4-5-20-15,-3-1-16 0,4-2-17 0,-2-3-23 16,3-2-19-16,-2-4-20 0,5-4-13 0,0-3-13 15,1-1-12-15,-4-5-12 0,0-3-119 0,-6-1-352 16,0-4 156-16</inkml:trace>
  <inkml:trace contextRef="#ctx0" brushRef="#br0" timeOffset="-213659.12">22179 14242 285 0,'8'-30'115'0,"3"1"48"15,-7 2 26-15,0 0 30 0,-4 7 21 0,0 2 1 16,0 5-8-16,0-5-4 0,0 7-1 0,-4-2 1 16,1 4-5-16,2 1-26 0,1 2-26 0,-3 2-20 0,-2-1-22 15,5 5-10-15,0 0-16 0,-11 7-11 0,6 1-6 16,-1 4-7-16,3 5-10 0,-1 8-3 15,-4 3-3-15,6 2-5 0,0 0-7 0,-2 3-7 16,4 0-6-16,0 0-2 0,4 1-20 0,-4 0 5 0,4-1-17 16,-2-1-30-16,4 2-31 0,-2-4-30 0,0-2-44 15,-1-8-44-15,3-2-57 0,-1-2-48 0,-3-3-260 16,4-1-581-16,-2-5 257 0</inkml:trace>
  <inkml:trace contextRef="#ctx0" brushRef="#br0" timeOffset="-213490.73">22199 14326 82 0,'-1'-13'343'0,"-2"0"-11"15,3 2-19-15,0-2-13 0,4 3-17 0,-1-1-33 16,3 1-13-16,3 1-34 0,1-1-29 0,-1 4-11 16,4 0-23-16,1 2-32 0,-1 1-46 0,0 1-50 15,-2 2-61-15,-3 2-72 0,6-2-75 0,-5 2-244 16,-2-1-475-16,-4 4 210 0</inkml:trace>
  <inkml:trace contextRef="#ctx0" brushRef="#br0" timeOffset="-212123.94">12464 15936 177 0,'4'-2'205'0,"-4"2"-16"16,2-3-17-16,1 1-21 0,-3 2-16 15,0 0-15-15,0 0-14 0,0 0-10 0,7 7-11 16,-7-2-7-16,0 2-7 0,-4-1-1 0,1 4 17 0,-5 1-8 15,1 2-4-15,-6 0-3 0,3 4 6 0,-13 1 0 16,4-2 4-16,-4 2-2 0,-2-2-6 0,-2 0-2 16,0-3-4-16,0 3 1 0,1-5-10 15,-4 0-18-15,9-4-2 0,0 2-2 0,3-2 0 0,5-2 10 16,0-1 2-16,3 0 7 0,1-1 8 0,1 0 4 16,5-2 9-16,-2 0 0 0,5-1-9 0,0 0-1 15,0 0-7-15,0 0-4 0,26 0-7 0,-7 0-3 16,2 0 0-16,1 3 1 0,11 1-3 0,-2 1-1 15,7-1-3-15,-4 3-7 0,4 3-11 0,-1-2 6 16,-3 4 1-16,2 1-10 0,0-1 1 0,-2 3 0 16,2-1-5-16,-4-2 0 0,1 1 3 0,-3 3-6 15,-2-2-4-15,-2-1 6 0,1 0-5 0,-7-3-3 16,-2-1 2-16,0 0-5 0,-4-3 4 0,-2 2-1 16,0-3-7-16,-1 1-16 0,-5-3-22 0,-1 1-9 15,2-2-17-15,-3 1-20 0,-1-2-40 0,-3-1-36 16,0 0-61-16,0 0-47 0,0 0-239 0,0 0-550 15,0 0 244-15</inkml:trace>
  <inkml:trace contextRef="#ctx0" brushRef="#br0" timeOffset="-211764.09">13055 16219 16 0,'0'0'296'0,"-5"-4"-28"0,5 4-22 16,0 0-31-16,0 0-23 0,0 0-22 16,0 0-16-16,0 0-16 0,0 0-14 0,0 0-12 15,-3 15-10-15,7-12-7 0,0 4-12 0,-1-1 2 16,4 1-1-16,4 0-5 0,-2 1-11 0,5-3 2 0,5 4-14 16,4-4-4-16,-4 1-5 0,7-2-2 0,-3-1-4 15,6-5-6-15,-6 2-3 0,-3-1-3 16,3-1-2-16,-2-2 14 0,-8 0 12 0,2 1-2 15,-5-4 7-15,-1 1 7 0,-2-2 6 0,0 0-7 0,-5-1 1 16,-2-2-1-16,-1-1-8 0,-7 1 4 0,1-2-8 16,-6-1 5-16,1 0-8 0,-5-2-4 15,-5-1-3-15,4 6-5 0,0 3-3 0,-1-2-4 16,1 2-24-16,4 1-35 0,2 4-40 0,-3 1-41 0,7-1-46 16,-3 3-67-16,3 0-63 0,1 3-229 0,3 1-558 15,4 0 248-15</inkml:trace>
  <inkml:trace contextRef="#ctx0" brushRef="#br0" timeOffset="-211210.28">15030 16072 197 0,'4'-4'337'0,"2"2"-29"0,-1-4-27 15,-2 4-22-15,-3 2-31 0,1-5-25 0,-1 5-18 16,0 0-23-16,0 0-14 0,0 0-15 0,0 0-16 16,-19 7-9-16,15-1-9 0,-3 0-17 0,-1 0-4 0,3 5-10 15,-5 0-5-15,1 3-6 0,-1-2-22 16,2 0-27-16,-2 4-31 0,4-4-40 0,-2-2-52 15,1 3-56-15,1-2-50 0,1 1-207 0,1-4-463 16,0 3 206-16</inkml:trace>
  <inkml:trace contextRef="#ctx0" brushRef="#br0" timeOffset="-211064.74">15207 16275 47 0,'0'0'176'0,"0"4"-19"0,0-4-16 15,-3 7-13-15,-1-3-14 0,0 1-14 0,0 0-8 16,0 1-8-16,0 2-31 0,3-2-67 0,-2 2-72 16,3 0-80-16,-2 2-179 0,4 0 80 0</inkml:trace>
  <inkml:trace contextRef="#ctx0" brushRef="#br0" timeOffset="-210574.27">17349 16204 152 0,'10'-3'368'15,"-10"3"-24"-15,2-1-17 0,-2 1-40 0,0 0-31 16,0 0-27-16,0-5-22 0,0 5-20 0,0 0-23 16,-9-3-14-16,9 3-17 0,-11 0-13 0,11 0-11 15,-11 4-15-15,3-1-3 0,1 0-11 0,-1 3-15 0,-3 0-30 16,2 2-35-16,-1 2-25 0,1-2-27 15,-1 1-48-15,-1-1-36 0,3 3-44 16,1-1-39-16,1-1-229 0,1 0-485 16,3-1 215-16</inkml:trace>
  <inkml:trace contextRef="#ctx0" brushRef="#br0" timeOffset="-210413.41">17619 16301 59 0,'5'-1'312'0,"-1"-2"-8"0,-4 3-20 15,8-2-27-15,-8 2-27 0,0 0-9 0,0 0-36 16,0 0-17-16,0 0-15 0,-17 6-16 0,4-1-15 16,1 2-9-16,-4 1-15 0,-2 2-3 0,3 0-32 15,-4-2-37-15,4 5-48 0,-4-1-66 0,0 1-73 16,-3 3-61-16,3-6-167 0,0 3-422 0,10-7 186 16</inkml:trace>
  <inkml:trace contextRef="#ctx0" brushRef="#br0" timeOffset="-209574.33">19940 16067 70 0,'4'-5'320'0,"-4"2"-29"0,0 3-30 0,2-4-31 16,-2 4-24-16,0 0-23 0,0 0-18 0,0 0-16 15,0 0-16-15,0 0-10 0,-17 12-10 0,13-7-16 16,0 0-10-16,-1 6-9 0,-2-4-7 0,0 5-4 15,2-4-8-15,-1 2-33 0,-2-4-34 0,4 4-42 16,-3 0-50-16,3 2-51 0,3-4-48 0,-2-1-172 16,-2 0-401-16,5-2 178 0</inkml:trace>
  <inkml:trace contextRef="#ctx0" brushRef="#br0" timeOffset="-209409.65">20133 16201 202 0,'0'0'248'0,"0"0"-26"0,4-1-22 0,-4 1-22 16,0 0-15-16,0 0-21 0,0 0-13 0,-8 12-16 16,4-10-4-16,-2 3-16 0,1 2-6 15,-1 0-8-15,3 0-42 0,-3 3-59 0,1-3-65 16,4 3-57-16,-2 0-148 0,2 0-316 0,6 0 140 0</inkml:trace>
  <inkml:trace contextRef="#ctx0" brushRef="#br0" timeOffset="-208929.23">20805 15926 342 0,'2'-6'388'0,"0"1"-15"15,0 2-18-15,-1-1-27 0,2 0-25 0,-3 4-30 16,0 0-31-16,3-6-27 0,-3 6-31 0,0 0-14 16,0 0-23-16,0 0-6 0,-3 17-15 0,0-9-14 15,2 2-11-15,-1 2-11 0,0 1-6 0,0 4-7 16,2 1-8-16,0 1-4 0,2-2-13 0,0 1-1 15,0 1-3-15,2-2-2 0,1 1-6 0,-2-1-25 16,3 0-25-16,0-6-32 0,1 2-23 0,-2-1-27 0,2-4-28 16,-3 0-39-16,4 0-37 0,-1-1-45 0,0-2-38 15,-1 0-36-15,-1-4-172 0,2 0-527 16,0-1 234-16</inkml:trace>
  <inkml:trace contextRef="#ctx0" brushRef="#br0" timeOffset="-208570.22">21003 16001 55 0,'2'-5'232'0,"-2"0"-13"0,0 5-24 0,0-6-23 16,0 3-18-16,0 3-17 0,0 0-15 0,0 0-11 15,0 0-11-15,0 0-12 0,3 18-8 0,-3-9-8 16,4 1-8-16,-4 0-4 0,4 6-7 16,-4-3-3-16,4 1-4 0,-1 4-3 0,0-6-7 0,1-2-5 15,-3 1 3-15,3-2-12 0,-4-1 5 0,2-3-4 16,0 1 0-16,0-2 27 0,2-1 21 0,-3-1 5 15,-1-2-9-15,8 0-10 0,-8 0 1 0,14-6-5 16,-7 0 2-16,3-2 2 0,0-1 6 0,-2-2 2 16,7 0 8-16,-1-3 14 0,-1 4-1 0,-2 0 10 15,-1 1 5-15,1-2-4 0,-2 4-1 0,-1-1 0 16,1 0-8-16,-3 3-1 0,1 0-10 0,-3 1-9 16,0 2-12-16,-1-2-13 0,-3 4 4 0,9 0-16 15,-9 0 0-15,3 6-1 0,0-1-4 0,-2 2-12 16,-1 0-8-16,0 6-28 0,0-3-20 0,3 3-21 15,-2 3-11-15,-1 1-34 0,0-1-29 0,3 0-36 16,0-4-34-16,0 1-40 0,2 0-41 0,0-3-195 16,4 1-523-16,-3-3 231 0</inkml:trace>
  <inkml:trace contextRef="#ctx0" brushRef="#br0" timeOffset="-207514.23">21640 15962 225 0,'0'-11'219'0,"-9"0"-5"0,9 2-4 16,-4 0-9-16,0 0-15 0,-2 3-15 0,2-3-7 15,3 4-16-15,-5 0-16 0,1-2-15 0,0 5-9 0,1-1-12 16,4 3-11-16,-14 3-7 0,3-2-9 15,0 4-7-15,0 2-7 0,-4 5-2 0,0-1-9 16,-2 4-3-16,4-1-5 0,1 0-6 0,1 3-1 16,0-1-3-16,3 2 1 0,-1 2-4 0,5-4-1 0,-1 2 1 15,4 1-3-15,1-7-3 0,3 3 0 0,5 1-4 16,2-4 2-16,3 1 0 0,1-4 0 16,2 0-4-16,3-3-7 0,3-2-3 0,-2-1-2 15,2-2-9-15,0-4-3 0,-2 1-4 0,-2-2-8 0,5-2 7 16,-5-2-14-16,-2-3 3 0,0 0 2 0,-2-1-1 15,-2-2 3-15,-1 3 1 0,-3-3 7 0,-1 0 0 16,0 0 6-16,-2 4 11 0,-2-2 11 16,-2 3-1-16,1-1 3 0,-2 4 1 0,0-2 1 0,-2 1 2 15,1 2-6-15,1 5-2 0,-1-5-5 0,1 5 3 16,-2-4 0-16,2 4-5 0,0 0 0 0,0 0 2 16,-4 13-5-16,7-7 3 0,-3 2 4 0,3 4-2 15,-1 1-2-15,1 0 1 0,1 6-1 0,2-3 0 16,-1-4 1-16,-1 2-1 0,2-2 1 0,-1 1-3 15,-1 0 1-15,3-3-12 0,0 1-4 0,-2-2-7 16,-1-3-3-16,2 2-4 0,-2-2 5 0,-3-2 3 16,3-3-1-16,-4-1-9 0,5 3-6 0,-5-3 1 15,0 0-2-15,5-8 3 0,-4 4 8 0,0-2 5 16,1-2 0-16,-2 1 0 0,1-5 2 0,-1 2 6 16,4-3-5-16,-2 0 8 0,0-1-1 0,1 0 5 15,0 2-2-15,-2 1 3 0,4-4 2 0,0 3 0 16,-1 2-2-16,1 1 8 0,-1 1 3 0,0 2 1 15,1-3-4-15,1 4-1 0,-2 1 2 0,0 1-1 16,2 0-2-16,-1 3 0 0,2 0-1 0,-7 0-2 16,12 2 5-16,-5 2 0 0,0 1-3 0,2 2 0 15,-3-1 0-15,-1 4-1 0,1-1 3 0,2 2-7 16,-3 0 7-16,2 2-1 0,-3-2-5 0,0 3 3 16,3-1-4-16,-3-2 8 0,0 3-1 0,-1-3 0 15,-2-1-4-15,-1 0 1 0,3 1 0 0,-3-4 3 16,0-1 0-16,0-1-2 0,-3-2 1 0,2 1 1 15,1-4 3-15,-8 1 0 0,8-1 2 0,0 0 13 16,-11-6 12-16,8 4 2 0,0-5-4 0,-1-2 3 16,2-1 2-16,0-2 0 0,2 1 0 0,2-2-4 0,3-2 4 15,-2 0-9-15,1 3-1 0,1-7-2 0,4 0-2 16,-3 2-1-16,4-1-4 0,-2 4 1 16,1 2-4-16,-2 1-2 0,2 0 2 0,-3 2-3 15,1 2-1-15,1 0-6 0,-1 2-12 0,-3 2-13 0,-1 1-15 16,4 1-5-16,-7 1-8 0,10 1 0 0,-4-1-3 15,-2 7 4-15,2-4 8 0,-1 4 2 0,3-2 3 16,-3 4-7-16,4 1 4 0,-4 0-4 16,3 2 6-16,0 0 3 0,-1-1 5 0,0-1 5 0,1 2 3 15,-2 1 5-15,-1-3-3 0,-1 0 4 0,3 1 1 16,-6-3-5-16,2 0 10 0,2 1-3 0,-5-3 1 16,3 2-9-16,-3-3 13 0,0-1 3 0,-3 0 2 15,3-1-3-15,0-3 10 0,-5 6 16 0,5-6 12 16,-4 1 9-16,4-1 5 0,-5 1 8 0,5-1-6 15,0 0 0-15,-3-8-1 0,3 8-4 0,1-7-1 16,-1 1-4-16,2-1-2 0,2 0 0 0,-2-4-3 16,1 1-5-16,2-3-2 0,-1 3-3 0,6-7 0 15,-3 6-5-15,4-5 0 0,-6 5-10 0,3-1-20 16,3-2-31-16,-3 4-26 0,3-2-35 0,-4 5-26 16,4-1-28-16,0 0-35 0,-2 3-135 0,-2 0-356 15,1 4 158-15</inkml:trace>
  <inkml:trace contextRef="#ctx0" brushRef="#br0" timeOffset="-207180.61">22549 16054 27 0,'8'-4'150'0,"0"-5"-9"16,0 2-1-16,-1-3-10 0,0 2-8 0,1-2-4 15,-2 0-9-15,-1 2 11 0,3-2-6 0,-2 3-2 16,-1-4 1-16,-2 4-3 0,1-1-9 0,-3 1-4 16,2-1-6-16,-6 1-3 0,3-1-11 0,-4 4-10 15,1-3-5-15,-1 2-9 0,-4 1 2 0,-3 1-11 16,2 3-7-16,-5-2-4 0,3 4 0 0,-1-2-5 16,-1 1-3-16,3 3-6 0,-2 3 3 0,1 0-7 15,1-1 4-15,2 3-5 0,0-1-1 0,1 2 2 16,3 0-1-16,-1 2-8 0,5 0 9 0,0 0 3 15,4 1-9-15,0-4 0 0,4 6 1 0,2-2-1 16,3 1 1-16,1 0-10 0,3-2-24 0,4-1-36 16,8 0-35-16,-1-1-39 0,1-4-32 0,2-1-23 15,0 1-136-15,-1-4-351 0,-5-1 156 0</inkml:trace>
  <inkml:trace contextRef="#ctx0" brushRef="#br0" timeOffset="-206736.78">22935 15994 87 0,'-8'-5'207'15,"4"-1"-7"-15,-7-1-9 0,4 2-4 0,-5 0-9 16,5 2-14-16,-1 2-14 0,1 1-14 0,-2 0-13 16,2 1-12-16,-1 0 2 0,0 4-4 0,0-2-11 15,-1 5-7-15,5 0-8 0,-1 0 1 0,2 3-8 16,2-1-6-16,1 0-4 0,2 2-5 0,1 1-8 16,5-5 0-16,-3 4-5 0,7 4-5 0,0-7-3 15,0 3 1-15,6-1-14 0,1-1-7 0,1-2-11 16,-1 0-12-16,4-3-13 0,-3 0-12 0,1-3-1 15,0-1-10-15,-2-1-16 0,-2-4-13 0,0-2-13 16,2-2-22-16,-3-4-18 0,2-3-14 0,2-8-6 16,-6 2-3-16,-1-8-5 0,-2 0 10 0,2-1 8 15,0-3 18-15,-7 0 15 0,0-3 19 0,0 0 34 0,-1 4 39 16,-2-1 43-16,2 2 29 0,-3-1 28 0,-1 7 13 16,-2-4 21-16,-1 9 9 0,2 0 0 15,0 4 2-15,0-1 5 0,0 3-2 0,-4 4 6 16,4 0-1-16,0 4-10 0,0-1-19 0,0 2-14 0,0 1-14 15,0 4-13-15,0 0-3 0,0 0-8 0,0 0-6 16,0 24-8-16,0-9-6 0,4 2-4 0,-4 4-2 16,0 1-13-16,-4 6 9 0,4 3-8 15,0 2-1-15,-1 1-1 0,-1-1-9 0,1 2 17 0,-3-2-17 16,2 1-1-16,3-1 0 0,-4-1 4 0,6-1-20 16,-2-3-21-16,1 0-18 0,0-6-25 0,2-4-29 15,-4-2-37-15,4 1-44 0,-1-6-40 0,1-3-45 16,0-1-208-16,-1-2-505 0,4-3 223 0</inkml:trace>
  <inkml:trace contextRef="#ctx0" brushRef="#br0" timeOffset="-206566.4">23354 15853 26 0,'3'-10'266'0,"1"2"-9"15,-3 1-14-15,2 0-18 0,-2 2-10 0,2 1-21 16,3-1-19-16,-1 3-19 0,3-1-13 0,2 1-8 15,1 1-17-15,3 0-12 0,-1 2-12 0,4 2-10 16,5 0-39-16,-3 3-57 0,3 0-67 0,5 2-88 16,-6-2-204-16,0 2-402 0,1-1 179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31:19.1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2291 1908 286 0,'-8'-12'359'16,"5"1"18"-16,1-1 6 0,-1 1-17 0,-3 1 6 15,5-1 5-15,-2 4-13 0,1-1-19 0,-1 3-24 16,3 0-30-16,0-1-30 0,0 2-30 0,0 4-31 16,-5-4-26-16,5 4-21 0,0 0-28 0,0 0-14 15,0 0-12-15,1 13-9 0,-1-2-9 0,4 6-5 16,-4 1-8-16,3 2-8 0,2 7-5 0,2 4-21 15,-3-2-45-15,2 4-23 0,-1-4-32 0,3-1-36 16,-4 1-13-16,2-2-24 0,-1 2-14 0,5-4-12 16,-5-6 10-16,3 0-18 0,-2-1-19 0,-1 2-35 15,-1-7-44-15,4-3-45 0,-2-1-30 0,-2 0-187 16,0-6-576-16,0 0 255 0</inkml:trace>
  <inkml:trace contextRef="#ctx0" brushRef="#br0" timeOffset="359.34">2487 2116 15 0,'0'-7'259'16,"0"0"0"-16,0 2-12 0,3 0-13 0,-2 2-17 16,-2-2-20-16,1 5-21 0,1-5-23 0,-1 5-14 15,3-3-19-15,-3 3-13 0,0 0-11 0,0 0-10 16,0 0-8-16,0 0-10 0,3 15-6 0,-1-7-4 16,4 1-6-16,-3 0-8 0,0 1 4 0,0 2-8 15,3-3-6-15,-5 0 0 0,3 1-18 0,-1-4-6 16,1 1-1-16,-4-1-4 0,0-2 0 0,3-1 3 15,0 2 3-15,-3-5 16 0,6 1-2 0,-6-1-4 16,0 0-2-16,11-8 2 0,-8 3 11 0,5-4 16 16,-4 0 9-16,1-1 1 0,1-2 8 0,2 2 13 15,-1 0 8-15,1-2 2 0,-1 3 7 0,1-2 2 16,0 2-10-16,0 1-6 0,-2 0 10 0,-2 3-7 16,-1 0-10-16,2 1-9 0,-2 2-16 0,1 0-12 15,-4 2 6-15,12 0-10 0,-5 4-5 0,1 2-5 16,-1 1-6-16,2 2-22 0,-2 1-26 0,0 1-19 15,4 4-22-15,-3 0-18 0,2 2-21 0,-2 0-23 16,1-2-29-16,1 3-42 0,-3-3-56 0,2-2-52 16,-5 3-191-16,4-8-542 0,-2 0 239 0</inkml:trace>
  <inkml:trace contextRef="#ctx0" brushRef="#br0" timeOffset="624.94">2887 2138 125 0,'0'0'175'0,"0"0"-14"16,0 0 15-16,0 0 2 0,8 12-3 0,-5-4-10 15,4 1-21-15,-3 3 1 0,2-1-10 0,3 7-11 16,0 0-14-16,5 6-9 0,-6 2-9 0,2 2-11 16,-2-4-3-16,4 6-9 0,-2-5-7 0,-1 1-5 15,2 2-4-15,-4 1-7 0,0 0-1 0,-3-9-5 16,1 7-3-16,-1-8 4 0,0-1-9 0,-4-2-4 15,2-5-2-15,-1-1-2 0,-1-1-1 0,3-3-4 16,-6 0-9-16,6-1-33 0,-3-5-43 0,0 0-42 16,0 0-36-16,0 0-31 0,-13-18-35 0,9 7-133 15,-2-6-369-15,0-9 164 0</inkml:trace>
  <inkml:trace contextRef="#ctx0" brushRef="#br0" timeOffset="1484.23">2982 2222 82 0,'-5'-12'199'0,"1"1"1"15,-3-1 11-15,0 2 7 0,0-1 2 0,3 2 4 0,-4-2 9 16,4 3 10-16,0-2 22 0,-1 3 13 16,0-5-17-16,3 3-9 0,-1 0-16 0,1 3-21 15,2 0-20-15,0-2-19 0,3 1-16 0,0 1-13 16,1-1-23-16,3 2-17 0,1 0-4 0,3-1-21 16,-1 2-11-16,2 0-15 0,0 3-23 0,-1 0-22 0,-3 1-7 15,3 2-26-15,-3 1-4 0,2 2-14 16,-1 1-3-16,-2 2 4 0,-3 1 2 0,4 0 2 15,-3 1-1-15,-2 3-2 0,0-1 7 0,-3 0 5 16,-3 4 2-16,0-1-3 0,-3-2-4 0,-5 1-15 16,4-1-11-16,-4 1-5 0,2-2-11 0,0-2 2 0,0-2-5 15,1 0-8-15,1-1-8 0,3-4-2 16,-2 2 3-16,1-3-6 0,1-1-21 0,4-1-7 16,0 0-3-16,0 0 7 0,7-11 7 0,1 2 22 15,0-2-7-15,3 3 11 0,0-5 3 0,3-2 16 0,-1 4 7 16,1-2 6-16,1 3 5 0,-6 1 15 0,-1 0 7 15,3 1 12-15,-4 5 5 0,0-1-1 16,-3-1-5-16,0 2 5 0,4 2 0 0,-8 1 1 16,6 0-1-16,-6 0 4 0,2 5 1 0,1 1 1 15,1-2-1-15,-4 0-1 0,0 5 5 0,2-3 0 0,-2 2-5 16,2 0 9-16,2 0-3 0,3 2 6 0,-2-2 0 16,1 1-1-16,1-3 5 0,-2 1 23 0,2-3 3 15,2 1 7-15,-2-1 3 0,0 0 5 16,4-3 3-16,-3 0 2 0,2-2 2 0,-1 0 4 15,2-3 4-15,-4 0 3 0,4-1-2 0,-2-1 4 0,1-2-2 16,-2-1 6-16,0 0 2 0,-1-3 6 0,-2 3 13 16,1-4-1-16,-3 4 13 0,-2-3 17 0,3 2 5 15,-1 1 17-15,-3 1-3 0,1 2 4 16,-2-1 4-16,2 2-11 0,-1-1-15 0,1 2-12 0,-1 4-15 16,0-5-16-16,0 5-14 0,0-4-18 0,0 4-1 15,0 0-8-15,0 0-4 0,2 13-18 0,0-8 7 16,4 4-16-16,-5-1-12 0,3 2-7 0,1 0-17 15,0 0-18-15,2 3-3 0,-1-4-7 16,1 4-8-16,2-4-11 0,0 1 5 0,-1 0-23 0,2-2-10 16,-1-2-14-16,2-1-14 0,-5-2-19 0,3-1-3 15,-1-1-7-15,-8-1-4 0,12-6 15 0,-3 3 5 16,-5-4 8-16,2-2 24 0,1-2 0 0,-1-4 13 16,-2-2 15-16,0-2 4 0,-1-6 4 0,2-6 6 15,-1 3-8-15,-4-1-9 0,0-3 11 0,0 0 8 16,0 1 26-16,0 3 37 0,-1 1 31 0,-2 8 37 15,-2 2 21-15,3 3 21 0,0-2 18 0,-1 2 24 16,0 3 14-16,3 2 26 0,0-1 22 0,0 4-6 16,-4-1-28-16,4 4-12 0,0-2-23 0,0 5-24 15,0 0-17-15,0 0-9 0,0 0-8 0,3 13-9 16,-2-2-11-16,6 4-1 0,-7 3-9 0,6 9-1 16,0-1-24-16,-2 0 9 0,0 3-12 0,0 0-36 15,3 1-17-15,1-4-10 0,-1 3-12 0,0-1-14 16,1-2-20-16,0 0-18 0,-4-8-17 0,0 1-31 15,2-1-33-15,-5-4-33 0,3-4-29 0,0-1-32 16,3 0-10-16,-6-3-144 0,2-4-468 0,-2 1 207 16</inkml:trace>
  <inkml:trace contextRef="#ctx0" brushRef="#br0" timeOffset="1624.84">3624 2170 504 0,'0'-7'-12'0,"-3"-4"35"16,-3 0 50-16,3 0 30 0,0-1 36 0,-1 2 30 16,0 0 11-16,0 2 16 0,0 2 11 0,1-2 6 15,-1 1 2-15,0 2-10 0,1 0 15 0,1 0-16 16,-1 1 26-16,0 0 11 0,3-1-9 0,0 5-18 15,0-6-22-15,0 2-24 0,0 4-14 0,7-6-29 16,-1 5-19-16,6-3-35 0,0 1-52 0,4 3-46 16,3-3-43-16,3 2-48 0,1-2-48 0,-1 3-63 15,13-1-71-15,-5 0-281 0,-7-1-628 0,6 2 278 16</inkml:trace>
  <inkml:trace contextRef="#ctx0" brushRef="#br0" timeOffset="2907.5">4292 1749 153 0,'-1'-6'305'15,"1"6"0"-15,0 0 1 0,0 0-16 0,0 0-35 16,-8-4-32-16,8 4-16 0,-6 0-21 0,6 0-20 15,-11 3-8-15,3-1-27 0,1 1-15 0,0-1-20 16,-3 2-6-16,0 1-7 0,3-1-6 0,-1 1-9 16,-8 4-7-16,5 0-5 0,0-5-6 0,3 5-9 15,1-1-1-15,0-1-1 0,3 1-14 0,0-3-11 16,3 3-3-16,0 1-4 0,7-2-5 0,-2 0 3 16,-1 0-4-16,2-3 0 0,5 4-5 0,1 0-1 15,-3-4 1-15,3 1-4 0,2-2-3 0,0 2 3 16,-4-2-8-16,3 0 8 0,-3-1 2 0,-4 1 0 15,3-2 0-15,-4 0 3 0,-1 2 1 0,2-1 2 16,-5-2-3-16,6 2 4 0,-6-2 1 0,4 1 0 16,-4-1-2-16,3 4 4 0,-3-4-5 0,0 0-1 15,-7 5 3-15,3-1-2 0,1 0 0 0,-2 4-2 16,0-5 0-16,-1 2 3 0,-1 6-3 0,3-2-3 16,0 0 2-16,-2 1 2 0,5 0 0 0,-2 1 2 15,5 1 0-15,-6-1-1 0,6-1 5 0,1 1-1 16,1 1 1-16,2-2 4 0,2 0-2 0,-1-2 4 15,6 1-5-15,2-1 0 0,5-2-7 0,2-3-20 16,-3-2-24-16,11-5-23 0,0 0-15 0,0-4-19 16,-1-2-7-16,1 0 1 0,-2-3 5 0,2-3 8 0,-1-2 11 15,-5 1 8-15,3-1 8 0,0-4 8 16,-5 3 4-16,-6 5 12 0,1 1 27 0,-1-1 24 16,-8 8 28-16,-1-3 21 0,0 4 20 0,-3 1 4 0,1 0-7 15,-2 0-6-15,0 1-12 0,-3 3-7 0,0 0-3 16,0 0-8-16,0 0-3 0,0 0-1 0,-18 11-7 15,9-5-3-15,-1 0 1 0,-6 6-2 0,2 0-1 16,1-1-4-16,-2 3 1 0,0 2-3 0,-2-3-2 16,1 3 0-16,5 2-2 0,-4-4-3 0,-1 1 8 15,4 1-6-15,-2-2 0 0,2 1 2 0,1-5-7 16,1 2 3-16,4-4 4 0,-1 1-6 0,0-4 1 16,4-1-2-16,-1 0 7 0,-1 1-3 0,5-5-10 15,-6-1-3-15,6 1-4 0,0 0 5 0,-1-12-6 16,2 7-2-16,1-7 3 0,0 1-1 0,3 0 2 15,1-7-1-15,1 2 2 0,1-1 3 0,-4 2 2 16,-1 3 15-16,1 0 14 0,-1 1 11 0,1 3 11 16,-4 0 12-16,5 0 12 0,-3 3 8 0,-1-3 21 15,2 4-13-15,-2 1-13 0,2-3-24 0,-3 6 4 16,0 0-17-16,1-2 1 0,-1 2-8 0,0 0 0 16,0 0-9-16,7 13 12 0,-4-8-13 0,1 4 4 15,3 0-10-15,-1 2-5 0,1 0 2 0,8 3-4 16,-4 0-3-16,1-1-4 0,6 0-14 0,-7 0-3 15,7 0-14-15,-3-3-4 0,2-2-13 0,0 1-15 16,0-3-11-16,4 1-11 0,-4-4-7 0,0 2-6 16,3-5 9-16,2-2 4 0,-3-2 4 0,-3 0 7 15,3 2 8-15,-1-7 8 0,-2 1 7 0,-2 1 0 16,-3-3 6-16,-3 2 8 0,3-2 4 0,-3 2 4 16,-3-3 10-16,1 2 8 0,-2 1 7 0,-4 0 7 15,4 0 5-15,-4 0 4 0,-4 2-2 0,8-1 2 16,-8 1 1-16,3 1-3 0,-2 0 0 0,0 1 0 15,0-1-2-15,-1 0 3 0,1 1 1 0,1 2 12 16,2 2 4-16,-7-2-3 0,3 0-2 0,4 2-2 16,-5-3-8-16,2-1 2 0,3 4-3 0,0 0-1 15,-10 0 0-15,10 0-5 0,0 0 0 0,-8 4 4 16,8-4-3-16,0 0-3 0,-4 3 1 0,4-3-1 16,-8 2-2-16,5 0 2 0,3-2-2 0,-7 1-1 15,7-1-1-15,-5 4-1 0,1-2 9 0,1 2-9 16,3-4-1-16,-8 4 3 0,5 0-2 0,2-2 0 15,-3 3 2-15,2-1-3 0,-2 0-2 0,-1-1 3 16,2 2-2-16,2-3 1 0,1 2-1 0,-3 0 0 16,0 0 6-16,2-1-3 0,-2 0-5 0,3-3 3 15,-1 5-1-15,1-5 2 0,0 0 2 0,0 6-3 16,0-6 4-16,-3 3-1 0,3-3-4 0,0 0 6 16,-4 2 1-16,4-2-4 0,0 0 2 0,0 0 0 15,0 0 0-15,0 0 1 0,0 0 4 0,0 0-1 16,0 0 2-16,0 5 6 0,0-5 4 0,0 0-4 15,0 0-7-15,0 0 3 0,0 0 1 0,0 0-2 0,0 0-3 16,0 0-3-16,0 0 0 0,0 0 3 16,0 0-5-16,0 0-9 0,0 0-14 0,0 0-22 15,0 0-17-15,0 0-28 0,0 0-36 0,0 0-28 16,0 0-35-16,0 0-29 0,0 0-29 0,0 0-169 16,0 0-445-16,0 0 198 0</inkml:trace>
  <inkml:trace contextRef="#ctx0" brushRef="#br0" timeOffset="4090.34">4926 2024 159 0,'-4'-2'186'0,"4"2"-15"15,-11 0-15-15,11 0-10 0,-7 2-9 0,-1-1-1 16,1-1-11-16,0 1-7 0,-2 1 3 0,2 1-9 16,0-1-15-16,-2 1-7 0,-1 1-13 0,3 1-7 15,-1 1-1-15,2 0-12 0,-1 0-8 0,0 2-1 16,3-2-7-16,-2 1-2 0,2 3 2 0,4-4-11 16,0 2 3-16,0 1-3 0,1 0-1 0,4-5 0 15,0 5-3-15,-1-5 0 0,7 1-5 0,1-1 2 0,-1 0-2 16,4-3-3-16,0-1-2 0,0-1-2 15,-4-1 0-15,9-3-1 0,-9 1-4 0,2-1-1 16,-1-4 2-16,0 3-1 0,-4-3-2 0,2 0 7 16,-1 0 11-16,-2 0 8 0,-1-1 8 0,-1-1 5 15,0 2 6-15,-2 0 2 0,-3 3 9 0,1-2-1 0,-2 0-1 16,1 4 1-16,1-3-6 0,-2 0-4 16,1 4-10-16,-3 0-5 0,3-2-3 0,0 5-4 15,0 0-7-15,0-5-6 0,0 5-4 0,0 0-1 16,0 0-4-16,0 0-2 0,0 0-1 0,0 0-1 15,3 13-3-15,-3-7 4 0,1 2-9 0,3 1-1 0,-1 0-3 16,3 1-1-16,-1 0-4 0,-4-1-3 16,3 2-3-16,2-3-4 0,-1 2-2 0,0 0-5 15,-1-5-2-15,2 0-2 0,-2 1 3 0,0-3 0 16,2-1 4-16,-2 1 3 0,0-3 4 0,-4 0 3 0,12-1 1 16,-9-3 5-16,1 1-2 0,2-2 6 0,-4 0-1 15,1-1 5-15,1-1 2 0,4-3 14 16,-5 4 7-16,1-5 10 0,0 2 1 0,0 0 1 15,0-1-2-15,1 4 1 0,-4-1-2 0,0 0 3 16,4 2 23-16,-3-1 14 0,-1 1 14 0,1 3-20 0,-1-2-7 16,-1 4-13-16,1-5-7 0,-1 5-1 0,3-3-5 15,-3 3-13-15,0 0 3 0,0 0 0 0,8 12-12 16,-5-7 1-16,-2 0-4 0,2 3-10 16,5 0 4-16,-5 0-9 0,1 2-4 0,0 0-2 15,0-2 3-15,0 0-7 0,4 0-1 0,-4-2 0 0,0 0-2 16,1-1 4-16,-3 0 0 0,1-2 5 0,0 1 8 31,1 0-4-31,-3-1 3 0,-1-3 1 0,4 2-4 16,-4-2 4-16,0 0 2 0,6 2 1 0,-6-2 0 15,0 0 1-15,0 0 0 0,1-12-1 0,-1 12 4 0,3-5-7 0,-3 5 5 0,4-1 3 16,-4-4-6-16,0 5-2 0,3-5 3 0,-2 2-1 16,-1 3 2-16,1-4-2 0,-1 4 0 15,6-3 2-15,-6 3-2 0,0 0 1 0,4-2 3 16,-4 2-4-16,0 0 0 0,12 0 2 0,-12 0-2 0,7 1 2 15,-7-1 1-15,10 0 1 0,-10 0 0 0,10 0 0 16,-2 1-3-16,-8-1 7 0,11-1 0 16,-4 0-3-16,-3 0-3 0,4-1 1 0,-2 1 2 15,1-1 2-15,-1 0-3 0,0-1 2 0,-2 2-2 16,3-1 1-16,-3 0 1 0,0 0-2 0,-4 2-1 0,13-3 2 16,-7 2 3-16,1 1-10 0,0-1-15 0,-7 1-31 15,16 0-24-15,-8 1-21 0,4 0-25 0,1 1-29 16,-2 1-17-16,6 0-18 0,-6-1-17 15,2 1-6-15,1 0 1 0,1-2-136 0,0 0-372 16,-1 2 165-16</inkml:trace>
  <inkml:trace contextRef="#ctx0" brushRef="#br0" timeOffset="4355.93">5683 2082 545 0,'3'-2'-39'0,"1"-2"27"0,-1 1 19 0,-2-1 23 16,2 1 19-16,-2-1 25 0,-1 4 18 0,0-8 19 16,0 4 17-16,0 4 7 0,0-6 9 15,0 6 10-15,0-4-1 0,0 4-2 0,2-5-15 0,-2 5-14 16,0 0-13-16,0 0-17 0,0 0-12 0,0 0-11 15,0 0-5-15,0 0-5 0,0 0-8 0,4 18-7 16,-4-8 0-16,0 3-8 0,4 0-3 0,-3 6-2 16,6 6-1-16,-6 3-4 0,5-3-4 15,-2 6 1-15,1-2-3 0,1 1-1 0,2-1-1 0,0 1-1 16,0-2 0-16,1 1-3 0,-1-3 0 0,-2-6 2 16,0 2-2-16,-1-1-4 0,2-2 1 0,0-5-12 15,-3-4-15-15,1 2-12 0,-2-6 1 0,0-1 1 16,-3-3-5-16,0-2-13 0,0 0-10 0,0 0-13 15,0 0-4-15,7-15-7 0,-7 5-12 0,0-2-3 16,0-1-16-16,-3-5-11 0,6-5-17 0,-3-6-26 16,0 1-139-16,-3-4-326 0,6 3 144 0</inkml:trace>
  <inkml:trace contextRef="#ctx0" brushRef="#br0" timeOffset="5059">5833 2247 867 0,'2'-26'-34'0,"-5"0"54"16,0 5 30-16,-1 3 26 0,0-2 14 0,1 0 0 16,-4 2-6-16,6 0-7 0,-3 5 10 0,0 0 10 15,-2 3 3-15,5-3-1 0,-2 2 11 0,2 0 32 16,1-2 30-16,0 5-16 0,0-1-15 0,-1-3-8 15,1 7-7-15,1-4-10 0,-1 3-12 0,1-2-14 16,3 3-8-16,2 0-6 0,-1 2-11 0,-1-2-6 16,-1 1-12-16,5 3-2 0,-1-1 0 0,-1 1-9 15,1 1-7-15,3 0-3 0,-3 3-4 0,4-2-1 16,-4 3-3-16,2 1-7 0,-1 0-8 0,2 4-3 16,-3 0-5-16,-1 3-3 0,1-5-1 0,0 6-9 15,-2-3-6-15,-1 3-6 0,1 0-4 0,-1-2-1 16,-3 2 3-16,-1 0 1 0,0-3 2 0,0 2 4 15,0-4 1-15,-1-2 4 0,-3-1 4 0,-1 0-1 16,4 2 5-16,-6-6-1 0,1 1 1 0,0-2 2 16,-2 0-1-16,8 0 4 0,-16-3 1 0,8-4-2 15,1-1 8-15,0 3-3 0,-1-5-6 0,1 0 4 16,4-2 0-16,1 0 1 0,0-1-3 0,4-7 4 16,-1 2 2-16,0-2-3 0,2-2 0 0,9-6 1 15,-2 4 2-15,1-4-4 0,1-1 5 0,1-2-3 16,2 8-2-16,-5 2 4 0,1 6 0 0,0-1 4 15,-2 5 4-15,-1 0-2 0,-2 4-2 0,2-1-3 16,-1 2 1-16,-2 2-1 0,-1 0-3 0,2 2-2 16,-3 1 4-16,-3 1-4 0,13 2 0 0,-10 2 1 15,2 2 3-15,2 5-1 0,1 3-1 0,0 3 0 16,-1 1 5-16,0-1-3 0,-2 2 0 0,-1 0 2 16,3 3-1-16,1 2 0 0,-2-3-1 0,3 5 3 15,-1-1 0-15,-1-4-4 0,0-2 1 0,-4 1 4 16,6 1-3-16,-2-2 3 0,0 0-2 0,-1-2 0 15,0 0 0-15,-2-5-1 0,0-1 9 0,0-3-6 16,-1-1 1-16,3 1 0 0,-4-5 3 0,1 1 16 16,2 0 10-16,2-2 3 0,-3-2-4 0,-4 0-1 15,14-5-3-15,-2-2-5 0,-4-1-3 0,3-1-1 16,4-2-3-16,-4-2-1 0,4 1-3 0,-3-2 1 16,6-1 8-16,-4 2 15 0,-5-3 6 0,3 3 3 15,-3 2 20-15,-1 1 17 0,1 0 0 0,-2 1 8 16,1 0-6-16,-5 3 24 0,0-1-3 0,-1 5-5 15,1-4-14-15,0 3-24 0,-3 3 9 0,0 0-15 0,0 0-4 16,0 0-4-16,0 0-2 0,-19 10-8 0,13-2-6 16,2-3-4-16,-5 5-4 0,5-2-4 15,0 5-5-15,-2-5-9 0,3 5 9 0,1-3-11 16,0 1-11-16,4 0-31 0,-1 1-22 0,2-2-25 16,2 1-10-16,-1 0-34 0,6-1-35 0,-1 0-44 0,-2-2-57 15,4 1-63-15,1-1-254 0,-1-6-629 0,1 3 278 16</inkml:trace>
  <inkml:trace contextRef="#ctx0" brushRef="#br0" timeOffset="10028.52">7003 2719 153 0,'0'-4'298'16,"1"0"-4"-16,-1 4-12 0,0-7-11 0,-2 4-10 16,2 3-18-16,-6-4-18 0,2 0-14 0,-2 3-22 15,-2 0-20-15,-2-2-9 0,-4 1-12 0,-5 4-4 16,-3 1-7-16,-9-2-6 0,3 4 4 0,-2 2-14 16,1 1-8-16,-5 0 4 0,1 1-14 0,2 0-7 15,-2 1-3-15,7-2-15 0,4-1-4 0,4 1 3 16,1 0-24-16,4-2-13 0,3-2 4 0,2 1-5 15,1-1-4-15,3 2-5 0,1-1-2 0,3 0-4 16,6 0 8-16,7-2-6 0,9 1-3 0,12-3 6 0,5 1-8 16,20 2-5-16,2-8 10 0,-2 2-8 15,-1 0-5-15,-6 0-5 0,4 0 9 0,-17 1-7 16,2 0-8-16,-4-3 3 0,-2 1-4 0,0 1-1 16,-5-1 3-16,-8 0-1 0,-4-3-2 0,-5 4 8 0,1-1 3 15,-5-1-1-15,-2 1 4 0,-3-2 7 16,0-1-1-16,-4 1 0 0,-1 0-9 0,-4-2 6 15,-5-1 0-15,-2 0-9 0,-3-4-1 0,-4 3 4 16,-3 0 3-16,3 1-7 0,-1 0-1 0,-3 0-5 0,2-1-3 16,2 2-23-16,-1 1-26 0,2 1-37 0,-1 0-25 15,4 0-29-15,1 3-29 0,2 1-28 16,-3 1-26-16,6 1-38 0,0-1-39 0,1 2-35 16,-1 2-189-16,2-2-570 0,0 1 253 0</inkml:trace>
  <inkml:trace contextRef="#ctx0" brushRef="#br0" timeOffset="10262.87">6920 2529 206 0,'-4'-5'281'0,"1"0"3"16,3 0-3-16,-3 3-20 0,2-4-23 0,1 6-26 16,0 0-28-16,0 0-25 0,0 0-14 0,0 0-14 15,0 0-12-15,8 18 1 0,-4-4-27 0,4 3-8 16,1 10-9-16,-3-2-5 0,5 4-8 0,-4 1 0 15,3 2-10-15,0 3-6 0,0-2-8 0,-2 3-1 16,4-1 2-16,-4-3-6 0,1 1-4 0,-2-5-4 16,2 3-27-16,-4-4-21 0,-2-7-29 0,0 1-27 15,0-5-47-15,-1-4-72 0,3-3-62 0,-2 0-182 16,-1-6-478-16,3 0 211 0</inkml:trace>
  <inkml:trace contextRef="#ctx0" brushRef="#br0" timeOffset="10590.96">7521 2500 261 0,'0'0'320'0,"0"-5"-12"0,0 5-16 0,0 0-22 16,0 0-18-16,0 0-27 0,0 0-24 0,0-7-23 15,0 7-18-15,0 0-24 0,0 0-11 0,0 0-16 16,0 0-8-16,0 0-15 0,-5 15-4 0,2-8-8 16,0 3-8-16,-1 0-5 0,0 1-4 0,-3 4-7 15,5-2-5-15,-4 3-3 0,2 2-6 0,3-1 4 0,-2 2-4 16,0 1-5-16,3 0 2 0,1-2-3 16,2 1 2-16,0 2-4 0,1-3 5 0,4 0-1 15,2-2-4-15,-1 2 1 0,2-4-2 0,4 0 4 16,-1-3-4-16,2 1-7 0,0-3-13 0,2-1-19 0,2-3-27 15,-1-3-39-15,-4 0-37 0,5-2-47 0,-7-3-56 16,6-2-63-16,-1 0-235 0,-6-3-559 16,6-1 247-16</inkml:trace>
  <inkml:trace contextRef="#ctx0" brushRef="#br0" timeOffset="10809.69">7929 2569 191 0,'0'-4'284'0,"4"0"4"0,-4 4-21 15,0-6-19-15,0 6-26 0,1-3-24 0,-1 3-24 0,0 0-18 16,0 0-17-16,0 0-13 0,0 0-16 0,-9 12-8 16,5-6-10-16,-2 3-9 0,4 1-8 0,-5 2-7 15,-1 3-7-15,1 2-7 0,-4-1-4 16,3 1-6-16,-4 2 0 0,-1-2-9 0,0 1 5 0,2-1-7 16,-1-1-2-16,-3 1-7 0,2-1-34 0,0-4-26 15,3 0-29-15,1-1-34 0,2-6-44 0,0 2-31 16,3-3-41-16,1-2-202 0,3-2-450 0,-8 0 199 15</inkml:trace>
  <inkml:trace contextRef="#ctx0" brushRef="#br0" timeOffset="11012.8">7781 2649 271 0,'0'-2'283'0,"-2"-3"6"16,2 0-2-16,0 5-10 0,0-6-13 0,0 6-27 15,-2-5-31-15,2 5-25 0,0 0-18 0,0 0-17 16,0 0-12-16,0 0-13 0,0 0-10 0,4 15-12 15,0-9-9-15,3 3-6 0,-2 1-2 0,7 5-12 16,-1 0-6-16,3-3-10 0,-1 2-14 0,1 1-23 16,2 0-28-16,-2 0-34 0,5-2-40 0,-4-1-59 15,3-1-62-15,-1-3-71 0,1 1-190 0,1-3-507 16,0 2 225-16</inkml:trace>
  <inkml:trace contextRef="#ctx0" brushRef="#br0" timeOffset="11279.91">8083 2520 313 0,'-1'-5'384'0,"-2"0"-24"16,3 1-21-16,0 4-29 0,0-5-30 0,0 5-27 0,4-4-32 16,-4 4-20-16,0 0-26 0,13 5-10 15,-3-1-19-15,2 4-19 0,-1-2-8 0,0 6-13 0,5-1-13 16,-3 2-5-16,1 0-12 0,0 2-6 0,-2 1-8 15,0 0 0-15,-2 1-11 0,1-1-4 0,-3 3-4 16,-3 2-7-16,1-2-11 0,-2 0 3 0,-4 2-1 16,0-3-4-16,-1 1-10 0,-8 0-21 0,4-2-21 15,-3 0-26-15,-3-1-25 0,3-6-27 0,-5 5-28 16,0-2-37-16,3-6-58 0,1-1-57 0,2 1-237 16,2-3-566-16,2-3 250 0</inkml:trace>
  <inkml:trace contextRef="#ctx0" brushRef="#br0" timeOffset="11498.64">8561 2711 171 0,'0'0'342'15,"6"0"12"-15,-6 0-11 0,0 0-24 0,0 0-9 16,8 0-26-16,-8 0-25 0,11 0-22 0,-4-3-27 15,2 2-24-15,5-2-18 0,0 3-13 0,-1-2-15 16,5-1-28-16,-2 2-49 0,3-1-55 0,0 0-48 16,0 1-59-16,-1 1-65 0,2-1-71 0,-7 0-59 15,0-1-178-15,1 2-511 0,-2-1 226 0</inkml:trace>
  <inkml:trace contextRef="#ctx0" brushRef="#br0" timeOffset="11670.56">8593 2830 176 0,'-6'5'212'0,"5"-1"3"0,-3 1-2 16,1-3 14-16,3-2-5 0,7 8-12 0,-2-5-19 15,5-2-16-15,9 0-21 0,1-1-11 0,2-2-17 0,8 1-23 16,3-3-52-16,-6-2-61 0,4 0-74 0,-2-1-89 16,1-3-186-16,1 2-388 0,2 0 172 15</inkml:trace>
  <inkml:trace contextRef="#ctx0" brushRef="#br0" timeOffset="12311.18">9462 2359 127 0,'0'0'253'0,"0"0"-23"15,0 0-24-15,-11-5-18 0,11 5-18 0,-7-2-18 16,-1 1-17-16,1 0-12 0,0-1-12 0,-1 1-13 16,-4-3-5-16,0 4-3 0,2 0-4 0,-6-1-1 15,4 0 3-15,-3 0-4 0,1 0 3 0,2-1 0 16,1 1 2-16,0 1-5 0,2-1 0 0,2 0-7 16,0-1-2-16,0 0-2 0,7 2-5 0,-9 0 1 15,9 0-8-15,-8-2-5 0,8 2-5 0,-6-1-3 16,6 1-15-16,0 0 3 0,0 0-7 0,-5 3-2 15,5-3-3-15,0 0 0 0,1 7-4 0,-1-7-3 16,4 8-2-16,0-1-5 0,-2 0-1 0,0 0 11 16,4 4-14-16,-5 0-4 0,2 1 1 0,2 2-2 15,-1 7 2-15,-1-1 2 0,1 7 11 0,0 1-12 16,-4-2 1-16,6 2-1 0,-5-1 1 0,2 2 1 16,1 0-1-16,-3 2-1 0,-1-4-2 0,0 1 6 15,3-2-2-15,-2 1 5 0,-1-1 15 0,0 1 3 16,0-6 4-16,0-2 1 0,0 0 7 0,-1 1 16 15,1-2 6-15,0 0-1 0,-3-2-4 0,3-1 15 16,0-4 9-16,0-1-2 0,0 0-11 0,0-2 3 16,0-2 4-16,0 1 5 0,0-2 10 0,0 0 4 15,0-1 8-15,3 1 2 0,-2-3 4 0,-1-2-2 16,0 6-2-16,0-6 2 0,10 4-6 0,-6-4-10 16,8 0-8-16,0 0-8 0,2-2-8 0,4 1-12 15,3-3-28-15,-1 1-43 0,0-2-53 0,11-1-64 0,-1-2-73 16,-15-1-83-16,16-4-98 0,-1-1-421 15,0-3-875-15,-1-1 387 0</inkml:trace>
  <inkml:trace contextRef="#ctx0" brushRef="#br0" timeOffset="12904.96">9625 2556 25 0,'-7'-5'399'16,"7"5"25"-16,0 0-23 0,-1-4-24 0,1 4-20 16,-1-4-23-16,1 4-34 0,0 0-31 0,5-6-30 15,0 5-21-15,2 1-23 0,0-2-15 0,0 1-24 16,5 2-15-16,-1-1-15 0,0 0-15 0,1 2-13 15,-2-1-9-15,2 3-18 0,0-2 0 0,-5 4-11 16,4 1-11-16,-2-3-6 0,-3 2-2 0,2 1-10 16,-3 0 6-16,2 1-14 0,-3 2-5 0,-1-1 1 15,0 2-2-15,-3-1 0 0,-2 3-3 0,-2-3-3 16,-1 5-2-16,-2-2 0 0,0 2-3 0,0-3 5 16,-1 1-2-16,0-3-9 0,-3 4 10 0,7-4 0 15,-7-1 2-15,7 0-1 0,-3 0-2 0,1-3 2 16,3 0-3-16,-1-1 8 0,0 0 14 0,1-2 3 15,0 1 9-15,3-4 7 0,0 0 9 0,0 5 1 16,0-5 2-16,0 0-2 0,11 1-10 0,-1-1 1 16,2 0-12-16,4-1-32 0,3-1-41 0,0-1-52 15,11-2-59-15,-7 3-65 0,0-3-57 0,-2 1-73 16,10 0-95-16,-13 1-248 0,5 0-741 0,-4-1 328 0</inkml:trace>
  <inkml:trace contextRef="#ctx0" brushRef="#br0" timeOffset="13139.31">10101 2856 1 0,'2'5'252'15,"0"-2"-12"-15,-2 2-21 0,0-5-12 0,2 5-12 0,-2 1-20 16,0-2-16-16,0 2-14 0,-2-1-12 15,2 3-15-15,-4 1-10 0,-3 2-12 0,0 1-6 16,-2 0-8-16,-2 2-7 0,-2 0-3 0,-1-1-18 16,3 0-33-16,-1 0-35 0,2-3-58 0,2-2-69 0,2 0-50 15,0-3-147-15,-1 0-365 0,6-1 161 0</inkml:trace>
  <inkml:trace contextRef="#ctx0" brushRef="#br0" timeOffset="17221.18">10422 2725 244 0,'0'0'281'16,"0"0"1"-16,0 0 0 0,0 0 5 0,0 0 8 16,0 0 7-16,0 0 11 0,0 0-1 0,0 0-8 15,0 0-10-15,0 0-10 0,0 0-17 0,0 0-19 16,0 0-17-16,0 0-19 0,0 0-20 0,0 0-20 16,0 0-17-16,0 0-18 0,0 0-13 0,0 0-9 15,0 0-16-15,18-3-9 0,-18 3-13 0,11 3-20 16,1-2-24-16,0 2-23 0,3-3-30 0,4 3-39 15,2-5-43-15,0 4-53 0,-2-1-38 0,0-1-47 16,-3 0-36-16,4 0-42 0,-8-1-50 0,3-1-294 16,-4 1-716-16,2 2 317 0</inkml:trace>
  <inkml:trace contextRef="#ctx0" brushRef="#br0" timeOffset="17471.16">10800 2561 241 0,'0'0'325'0,"0"0"-21"0,0 0-31 15,3-4-33-15,-3 4-26 0,0 0-24 0,0 0-21 0,4 9-11 16,-4-3-19-16,0 1-13 0,1 2-15 0,-1 1 0 16,0 2-19-16,0 4-12 0,0 2-5 15,-1-1-6-15,2 1-7 0,2 0-9 0,-3 2 11 16,2 1-14-16,0-2-6 0,1 2-8 0,1-1-15 0,1-1-29 15,-2-1-36-15,0 0-40 0,0-5-67 0,2-2-73 16,-2 0-232-16,-2-5-494 0,9 2 218 0</inkml:trace>
  <inkml:trace contextRef="#ctx0" brushRef="#br0" timeOffset="18189.95">10981 2264 174 0,'0'0'371'0,"-1"-6"-12"15,-2 2-6-15,3 4-6 0,0-8-21 0,3 4-18 16,-3 4-21-16,0-7-23 0,0 4-24 0,0 3-15 16,1-5-23-16,-1 5-20 0,0-5-19 0,0 5-11 15,8-4-27-15,-4 3-13 0,3 1-19 0,2-3-8 16,5 3-15-16,0 0-11 0,-3 2-8 0,2-1-11 15,2 1-12-15,-2 0-4 0,-1 1-8 0,-3 0-13 16,5-1 0-16,-3 1-5 0,-3 1-7 0,0-1-7 16,-1 0 17-16,1 1-10 0,-4-1-9 0,0 0-2 15,-1 2-5-15,4 0 1 0,-4 0 19 0,-3-3-12 16,1 4 4-16,2 1-4 0,-3-2 2 0,0 3 2 16,1 1-1-16,-2 1 0 0,1 0 6 0,-2 2-9 15,1 0 9-15,0 1 0 0,-1 4-1 0,2 2 16 16,0 2-24-16,-1-1 6 0,2 8 11 0,5 1-6 15,-3-9 1-15,0 6 2 0,1 3 5 0,1-2-3 16,-1 1-4-16,1-4 2 0,-1 4 2 0,-2-8 0 0,2-1-1 16,0-1 0-16,1 0 2 0,-1 1 0 15,-2-2-4-15,0-3 7 0,0-2 8 0,0 0-11 16,1 1 7-16,-3-2-1 0,2-4 8 0,-1-1 6 16,-1 2 5-16,1-2 2 0,1 2 4 0,-2-3 0 0,2 2-2 15,-1-4 1-15,-1 1-1 0,0 0 1 0,0-4-2 16,2 8-4-16,-1-6 0 0,-1-2-4 15,2 7-4-15,-2-7 2 0,0 5 1 0,1-2-2 16,-1-3 0-16,0 5-7 0,0-2 4 0,0-3 0 0,0 6-7 16,0-6-4-16,1 5 11 0,-1-5-8 0,0 4 4 15,0-4-1-15,0 5 8 0,0-5-14 0,-1 4 4 16,1-4-5-16,-1 4 7 0,1-4 1 0,-3 6 3 16,-2-2 6-16,1-2-5 0,-3 2-1 0,-3-1-13 15,-3 2-31-15,-1 0-60 0,-4-2-72 0,-10 3-93 16,6-2-138-16,-11-2-284 0,3 1-734 0,-4-3 325 15</inkml:trace>
  <inkml:trace contextRef="#ctx0" brushRef="#br0" timeOffset="20409.37">11917 2840 186 0,'0'0'318'0,"0"0"2"16,0 0 0-16,0 0-10 0,-1-6-6 0,1 6-10 16,0 0-7-16,0-5-13 0,0 5-11 0,0 0-21 15,0 0-21-15,0 0-23 0,0 0-27 0,0 0-16 16,0 0-14-16,0 0-18 0,0 0-11 0,0 0-16 15,0 0-9-15,0 0-11 0,0 0-10 0,0 0-2 16,0 0-7-16,11 8-4 0,-9-5-10 0,1 0-7 16,-2 0-12-16,3 2-3 0,-1-2-13 0,-2 2-1 15,1 0-3-15,-2 1-21 0,0 0-20 0,0 0-2 16,-2 1-8-16,1-1-12 0,-3 1-31 0,0-1-20 16,-3 3-21-16,0-1-27 0,0 0-23 0,-2-2-39 15,2-2-53-15,2 0-63 0,-1 0-195 0,1 1-574 16,2-2 253-16</inkml:trace>
  <inkml:trace contextRef="#ctx0" brushRef="#br0" timeOffset="21216.58">12402 2383 173 0,'-1'-5'334'15,"1"5"-16"-15,0 0-16 0,0-3-38 0,0 3-27 16,-3-4-24-16,3 4-23 0,0 0-22 0,0 0-18 16,0 0-17-16,0 0-16 0,0 0-14 0,0 0-5 15,0 0-18-15,11 12-4 0,-8-8-1 0,1 1-15 16,0 0-2-16,-1-1-8 0,2 1-6 0,2-1 0 15,0 0-5-15,1 2-5 0,0-2-7 0,-1-1-4 16,1-1-2-16,3 2-3 0,-3-2-4 0,2-2-1 16,-5 0 0-16,5 0 0 0,-1-2-1 0,1-1 1 15,-1 0-3-15,1 0 0 0,-2-3 8 0,-1 1-9 16,-3 1-5-16,4 0-2 0,-3-1 7 0,-2 0 2 16,4 2 15-16,-3-1 4 0,0 0 5 0,0 2-6 15,0-1 3-15,-4 3 0 0,4-3-12 0,-4 3-7 16,4-1-2-16,-4 1-4 0,0 0-2 0,0 0-5 15,7 7 5-15,-5-2 1 0,2 4-2 0,0 1-1 16,1 2-2-16,-1 3 0 0,2 6-3 0,3 6 3 16,1-2 4-16,2 6-4 0,-2-1 0 0,-1 3 1 15,3 0-4-15,2 1 13 0,-1 2-11 0,1 11-1 16,-2-11-2-16,-2 0 4 0,-2-1 3 0,5 0-8 16,-3-4 7-16,0 2 0 0,-3-2-6 0,-2-5 4 15,-2 1 0-15,-3-7 5 0,0 0 4 0,0-2 8 16,-5-5 26-16,0 0 33 0,1-2 37 0,-4 1 31 15,-3-5 32-15,-4 2 16 0,0-4 12 0,-4 0 3 0,-1-1 0 16,-2-4 0-16,-7 0 2 0,3-3 1 0,-1-4-3 16,6 0 3-16,0-1-6 0,2-2 4 15,0-2-13-15,3-2-8 0,1-1-11 0,1-1-13 0,-2-9-13 16,9 0-14-16,0-3-16 0,2-4-20 0,6-2-25 16,3-2-27-16,7-11-24 0,3 10-40 0,5-11-43 15,1 2-35-15,-1 13-29 0,0 1-30 0,3 1-34 16,-2 1-38-16,1 2-45 0,2 4-56 0,-4 4-34 15,-4 5-23-15,0 1-61 0,-3 0-60 0,-2 2-331 16,-2 3-903-16,0 0 400 0</inkml:trace>
  <inkml:trace contextRef="#ctx0" brushRef="#br0" timeOffset="21591.55">13080 2456 355 0,'-11'0'358'0,"11"0"-9"0,0 0-11 0,0 0-19 16,0 0-22-16,0 0-24 0,0 0-26 0,0 0-16 16,0 0-20-16,0 0-21 0,0 0-24 15,15-8-12-15,-7 7-23 0,3 1-10 0,3-1-26 0,-2 1-21 16,3 0-25-16,-2 0-37 0,9 0-32 0,-3 0-16 15,2 1-36-15,-4 2-34 0,-2-2-40 0,-3 2-45 16,2-3-48-16,1 0-47 0,-3 2-193 0,-6 2-520 16,2-1 231-16</inkml:trace>
  <inkml:trace contextRef="#ctx0" brushRef="#br0" timeOffset="21794.65">13078 2652 149 0,'0'0'286'16,"10"7"-18"-16,-10-7-23 0,10-4-19 0,2 4-21 15,0 0-20-15,-1-3-18 0,5 3-19 0,6-1-13 16,-4 1-16-16,2-2-11 0,3 1-10 0,-2 0-22 16,-1 1-60-16,0 2-68 0,-2-2-78 0,1 3-84 15,-7 0-126-15,3-2-367 0,0 2 163 0</inkml:trace>
  <inkml:trace contextRef="#ctx0" brushRef="#br0" timeOffset="25358.33">13708 2564 210 0,'0'0'356'0,"0"0"-5"0,0 0-10 0,0 0-6 16,0 0-9-16,-8-7-18 0,8 7-15 0,0 0-11 16,0 0-21-16,0 0-11 0,0 0-16 0,0 0-16 15,0 0-15-15,0 0-18 0,0 0-14 0,0 0-17 16,0 0-10-16,0 0-14 0,0 0-6 0,0 0-17 15,0 0-11-15,0 0-9 0,0 0-9 0,0 0-5 16,0 0-9-16,0 0-6 0,0 0-7 0,0 0-4 16,0 0-2-16,0 0-5 0,0 0-3 0,23 4 0 15,-11-5-9-15,5 2 0 0,2-2 8 0,2 2-10 16,3-1-7-16,5 0 1 0,1-1-5 0,-9 2-1 16,2-3-1-16,-1 0-3 0,-4 4 0 0,2-2-1 15,-6-2-9-15,-1 1-9 0,-1 0-8 0,2 1-13 0,-6 0-10 16,0-1-9-16,-2-2-23 0,-6 3-24 0,8 0-32 15,-8 0-34-15,5-2-35 0,-5 2-28 16,0 0-29-16,0 0-29 0,0 0-38 0,0 0-33 16,0 0-261-16,0 0-665 0,0 0 294 0</inkml:trace>
  <inkml:trace contextRef="#ctx0" brushRef="#br0" timeOffset="25702.05">14281 2332 54 0,'4'-2'387'0,"-4"2"-11"0,1-3-20 16,-1 3-26-16,0-5-20 0,0 5-37 0,0 0-29 15,0 0-32-15,0 0-23 0,0 0-21 0,0 0-17 16,4 8-15-16,-4-1-17 0,2 3-11 0,-1 1-9 15,0 0-8-15,1 7-17 0,1-1 3 0,-2-2-8 16,2 12-10-16,-2-5-5 0,1 5-6 0,1-2-8 16,-1 3-1-16,-1-1 2 0,0-5-9 0,1-3 1 15,1 2-10-15,-2 1 14 0,0-2-13 0,2-1-3 16,-2-1-6-16,2-1 7 0,-3-5-3 0,4 1-2 16,-1-2-4-16,-3-4 7 0,5 0-8 0,-2-1-23 15,-2 1-18-15,-1-1-44 0,3-3-28 0,-2 1-44 16,-1-4-87-16,10 1-113 0,-10-1-231 0,12-3-624 15,-8 1 276-15</inkml:trace>
  <inkml:trace contextRef="#ctx0" brushRef="#br0" timeOffset="31238.67">6667 4008 98 0,'0'-6'360'0,"5"-6"-6"16,-5 6-3-16,3-4 3 0,-3 3-5 0,0 1 0 16,1 0-22-16,3 0 2 0,-4 2-19 0,3 1-20 15,-3 3-29-15,0-7-23 0,0 7-26 0,-3-4-26 16,3 4-22-16,0 0-36 0,0 0-20 0,0 0-9 16,0 0-13-16,-1 14-8 0,1-7-7 0,0 1-9 15,0 1-4-15,0 3-1 0,0 1-13 0,0 1-2 16,4 3-4-16,-7 1-7 0,6-2 8 0,-3 2-11 15,0 0-2-15,2 2-4 0,-1-2 0 0,3-1-9 16,-4 3 3-16,4-5-2 0,-1-4 1 0,5-1-5 16,-5 5-4-16,-1-4 2 0,5-1-3 0,-1-2 2 15,-1 0 0-15,4-2-2 0,-3-3-2 0,2 0 1 0,4 0-2 16,-1-3 1-16,-1-3 1 0,2 1 3 16,0-1-2-16,1-2-3 0,-1-2 1 0,0-1-1 15,3-3 0-15,-3-2-1 0,3-2 3 0,-4 3 1 0,0-4 6 16,-3 1-5-16,2-1-3 0,-2 1 1 0,-3 3 5 15,-1 0 0-15,4 1 9 0,-5 0 4 0,1 1 3 16,-1 1-1-16,-2 3 0 0,4-2 1 16,-4 1-1-16,2 4-6 0,-2-2-1 0,-1 2-9 0,5 0-3 15,-5 3-7-15,3-5 3 0,-3 5-6 0,0 0 0 16,7 11 0-16,-3-6 1 0,0 0 0 0,2 4 1 16,0 0 0-16,-2 2 2 0,3 1-3 0,0-1 3 15,1 5-2-15,1-1-1 0,-2-5 1 0,3 5 0 16,-1-4-3-16,-2-3 1 0,1 0 1 0,-1-1 2 15,0 3 5-15,0-5-6 0,-2 0-2 0,2 1 2 16,-1-3 1-16,3 0 2 0,-4-2 3 0,2 0-5 16,0-1 4-16,-7 0 0 0,16-3 0 0,-9 0 1 15,0-2 5-15,5-2-4 0,-5-1-2 0,0-2 1 16,-2 3 5-16,2-5-1 0,-3 5 3 0,1-6 2 16,1 2 0-16,-2-1 0 0,-1-1 11 0,-2 0-8 15,3 0 1-15,-2 2 1 0,-1-2 0 0,0 0-6 16,-1 3 0-16,-1-3 2 0,0-1-4 0,-1 5 3 0,1-1-17 15,-2 1-10-15,2 0-20 0,-2 4-35 0,2-1-49 16,-1 1-56-16,1 0-57 0,-2 2-50 16,3 3-55-16,-3-4-51 0,3 4-35 0,0 0-253 15,0 0-731-15,0 0 324 0</inkml:trace>
  <inkml:trace contextRef="#ctx0" brushRef="#br0" timeOffset="31504.27">7545 4010 166 0,'6'7'284'0,"-6"-7"-16"0,8 0-1 0,-8 0-14 15,15-1-24-15,-9 1-21 0,7-3-22 0,1 2-19 16,-2-2-16-16,8 2-12 0,2 0-13 0,-4-2-16 16,5 1-10-16,0 2-15 0,0-3-37 0,-1 0-47 15,-3 1-58-15,1 0-59 0,-2 0-50 0,-2 1-64 16,-5-1-141-16,-4 2-399 0,4 0 176 0</inkml:trace>
  <inkml:trace contextRef="#ctx0" brushRef="#br0" timeOffset="31691.75">7661 4168 191 0,'0'2'228'0,"0"-2"25"0,0 7 15 0,0-7-12 16,4 5-15-16,6-5-5 0,3 0-33 16,-2 0-15-16,14-2-18 0,-6 0-20 0,9-1-14 15,5 1-28-15,-10-2-53 0,-1 2-72 0,2-1-83 16,9-3-88-16,-5 0-209 0,-7 1-429 0,9 3 190 0</inkml:trace>
  <inkml:trace contextRef="#ctx0" brushRef="#br0" timeOffset="32316.77">8496 3850 47 0,'0'0'339'0,"0"-3"-25"16,0-1-7-16,0 4-11 0,0-9-23 0,-1 5-24 15,-3 1-30-15,4 3-17 0,-7-8-17 0,3 2-18 16,1 2-19-16,-6 2-17 0,0-5-11 0,0 2-13 16,-2 2-13-16,0-1-7 0,-1-1-11 0,0 2-2 15,-2-1-10-15,3 0-4 0,0 3-7 0,-1-1-5 16,4-1-2-16,-2-1-5 0,2 3-3 0,0 0 0 16,8 1-9-16,-9-1-5 0,9 1 2 0,-9 0-1 15,9 0-5-15,-5-3 1 0,5 3 3 0,0 0-3 0,-7-2-3 16,7 2 3-16,0 0 0 0,0 0-6 15,0 0-5-15,0 0 2 0,0 0-3 0,0 0-1 16,-4 6-1-16,4-6-2 0,2 6 0 0,-1-1 4 16,0 0-4-16,-1 2-1 0,3 2-2 0,0 1 0 0,-2 1-1 15,3 3 4-15,0 3 5 0,2 1-13 0,-2 0 5 16,-2 3 6-16,4-1-6 0,-1 6-1 16,-1 0 2-16,0 4 0 0,-1-5-2 0,1 5 17 15,-1-2-6-15,0-1 2 0,-2 0 3 0,-1 0 9 0,0-6-1 16,0 7-3-16,3-3 0 0,-3-4 5 0,0-2 6 15,0 0-2-15,1-2 10 0,-2 0 5 0,2 0 8 16,-1-4 9-16,-1-3-7 0,1 2 3 0,0-4 5 16,1-1-1-16,-1-2 9 0,0 2 5 0,3-3 9 15,-3-1 18-15,0-3 10 0,4 5 3 0,-4-1 2 16,0-4 7-16,4 4-6 0,0-2-9 0,-4-2-11 16,18 0-7-16,-6 0-13 0,0 0-7 0,4-2-4 15,2 0-14-15,-3 0-18 0,4 0-28 0,2-1-46 16,-2 1-51-16,1-2-66 0,2-1-75 0,-2 1-81 15,-2-3-108-15,2 2-452 0,2-3-942 0,-3 2 417 16</inkml:trace>
  <inkml:trace contextRef="#ctx0" brushRef="#br0" timeOffset="36140.62">8755 3938 8 0,'-4'-6'399'0,"4"6"-10"0,0-3-7 0,0 3-9 15,-2-7-15-15,2 7-23 0,0 0-26 0,2-6-28 16,-2 6-21-16,4-5-14 0,-4 5-35 0,0 0-19 16,5-3-15-16,-1 2-13 0,-4 1-31 0,11 0-11 15,-5 0-10-15,2 1-10 0,-2 0-7 0,4 1-19 16,-2 1-8-16,0 0-6 0,-1 0-6 0,5 2-10 15,-5 0-3-15,5 3-9 0,-5-1-1 0,0 2-7 16,-1 2-3-16,1-3-7 0,-5 5 2 0,1-2-2 16,-3 1-2-16,-2 0-4 0,-3-1-2 0,1 3 9 15,-2-2-7-15,-2-1 1 0,1 0-2 0,-2 0-3 16,1 0-2-16,-1-1 4 0,4-1-1 0,-6-2-1 16,6-2 9-16,1 0 7 0,0-2 9 0,-2 2 9 15,3-4 17-15,2 3 19 0,-3-1 11 0,4-3 10 16,0 0 6-16,0 0 2 0,-3 5-6 0,3-5-7 15,0 0-9-15,0 0-9 0,18-2-8 0,-6-1-7 0,3 0-15 16,-1 2-16-16,6-2-26 0,0 3-38 0,0-2-42 16,0 2-58-16,3-2-61 0,-1 4-51 15,-2-2-55-15,1 1-72 0,1 0-72 0,-2-1-326 16,-1 2-837-16,0 1 371 0</inkml:trace>
  <inkml:trace contextRef="#ctx0" brushRef="#br0" timeOffset="36374.99">9297 4206 62 0,'0'0'294'16,"0"0"-19"-16,0 0-28 0,0 0-22 0,0 0-17 16,0 0-10-16,0 0-10 0,-5 12-11 0,2-7 1 15,2 0-22-15,-3 2-12 0,-3 2-13 0,4 1-9 16,-1-1-16-16,0-1-7 0,-3 4-11 0,-1 4-7 15,0-6-11-15,2 0-7 0,1 3-5 0,-1-2-18 16,0-1-35-16,2 0-40 0,-2-1-37 0,4-2-55 16,0 0-68-16,2-2-60 0,2 1-168 0,0-1-456 15,5-1 202-15</inkml:trace>
  <inkml:trace contextRef="#ctx0" brushRef="#br0" timeOffset="36718.69">9578 4057 16 0,'0'0'268'16,"0"0"2"-16,0 0-11 0,-10 4-15 0,7-2-12 16,-1 2-12-16,2 0-18 0,0 0-10 0,4 1-9 15,-2 1-16-15,0-1-7 0,2 2-8 0,1 3-9 16,-1-3-5-16,3-1-13 0,-4 0-4 0,3 0-14 15,3-1-9-15,1 3-4 0,2-5-11 0,1 0-4 0,2 2-11 16,-3-3-7-16,1 2-7 0,2-4-2 0,-2 1-10 16,1-2 2-16,-1-3-5 0,-3 3-2 15,1-3-1-15,-4 0-10 0,0 0 2 0,2-6-11 16,-3 2-2-16,0-3 0 0,-2-1 0 0,0-1-1 0,-2 1-5 16,-2-1-1-16,-1 3 0 0,0-3-4 0,-1 2 2 15,0 1-1-15,-4 0-5 0,3 2 1 0,-2 2-6 16,1-2-17-16,-2 4-18 0,0 1-18 15,1 0-31-15,0 3-31 0,-6 0-36 0,3 3-62 0,2 0-65 16,-3 1-245-16,-1 2-572 0,4 2 253 0</inkml:trace>
  <inkml:trace contextRef="#ctx0" brushRef="#br0" timeOffset="37437.5">9863 3692 289 0,'0'-5'322'0,"0"5"-12"0,-3-4-13 0,3 4-15 16,0-6-13-16,0 6-25 0,-1-6-16 0,1 6-8 0,0 0-35 16,1-5-15-16,-1 5-18 0,3-3-18 15,0 0-12-15,-3 3-6 0,9-6-20 0,-5 5 1 16,3-1-18-16,0 1-8 0,0 1-8 0,2 0-4 15,0 0-9-15,2 1-10 0,1 0 4 0,-3 0-1 0,2 2-13 16,3-1-6-16,-3 1 5 0,-1-1-9 0,0 1 3 16,-2-2 2-16,-1 2-12 0,1-1-3 15,-3 2 1-15,2 1 1 0,-3-2-6 0,2 0-2 0,-1-2-1 16,-4 4 3-16,2-3-11 0,0 3 2 0,-3-2 7 16,3 1-5-16,-1 0 2 0,-2 0-3 0,0 1 1 15,0 0-1-15,0 0 0 0,-1 1 3 0,1 2-2 16,0-3 1-16,-1 3-2 0,1 0 3 0,1 1 0 15,-2 2-4-15,-2 0 0 0,3 2 5 0,0 5-5 16,0-3 3-16,0 3 2 0,3 2-2 0,-2-1-4 16,-1 2 2-16,4 4 0 0,-1 3 6 0,-2 1-4 15,2-4 3-15,0-2 0 0,1 3-2 0,-2 0 0 16,1 1 2-16,3 2 3 0,-2-7 0 0,1 3-2 16,-3-3 0-16,-1-2-2 0,2 0-1 0,0-4-1 15,-1 2 5-15,-2-5 1 0,4 0-7 0,-4 1 5 16,1-2 8-16,-1-2 10 0,3 0 9 0,-3-1 17 15,0-2 5-15,0 0 5 0,0-1 14 0,2-1 4 16,-2 2-3-16,0-3 2 0,0-4 0 0,-2 6-4 0,2-3-4 16,0-3-1-16,2 5-3 0,-2-5 1 15,-2 4-2-15,2-4-1 0,0 0 3 0,-4 5 7 16,4-5-4-16,-4 4 1 0,-1-2-6 0,-1 2-5 16,1-2-7-16,-5 0-3 0,-5 2-9 0,2-2-34 0,-8 1-49 15,2-2-77-15,-4 5-86 0,-6-5-79 0,-3 3-112 16,-2-4-392-16,1 0-856 0,-2-2 379 15</inkml:trace>
  <inkml:trace contextRef="#ctx0" brushRef="#br0" timeOffset="38656.26">5969 4150 186 0,'0'0'295'0,"0"0"-8"0,0 0-11 16,0 0-20-16,0 0-12 0,0 0-20 0,0 0-21 15,0 0-22-15,0 0-16 0,0 0-12 0,0 0-13 16,0 0-16-16,30-3-7 0,-19 3-13 0,5-1-9 15,2 1-11-15,4 0-8 0,-1-1-6 0,0 1-7 0,10 0-11 16,-5-4-4-16,-6 4-2 0,10-1-2 0,-7 0-9 16,-1 1-3-16,0 0-5 0,-3 1-14 15,-1-1-16-15,1 1-17 0,-8 1-23 0,1 0-25 0,-5-2-26 16,-2 0-33-16,-1 1-22 0,-4-1-31 0,0 0-45 16,0 0-231-16,7-5-493 0,-7 5 219 0</inkml:trace>
  <inkml:trace contextRef="#ctx0" brushRef="#br0" timeOffset="38937.5">6331 4038 174 0,'0'0'246'0,"0"0"-9"0,0 0-26 0,0 0-20 16,0 0-14-16,0 0-15 0,0 0-11 0,0 0-4 15,0 0-2-15,0 10-3 0,0-10-5 0,5 6 0 16,-2-2-1-16,5 1-4 0,-5 0-14 0,5 2-2 16,0-1-15-16,3 0-8 0,-4 1-11 0,5 1-9 15,-5-2-8-15,4 3-3 0,0-3-9 0,-6 0-5 16,2 3-4-16,0 0-1 0,-3 3-9 0,1-2-2 16,-5 3-4-16,0-1-3 0,-5 0-6 0,-5 4-29 15,-2-2-36-15,-7 5-47 0,-4 1-64 0,1-4-83 0,-2 2-263 16,-2 0-544-16,0-3 241 0</inkml:trace>
  <inkml:trace contextRef="#ctx0" brushRef="#br0" timeOffset="67524.97">4246 5631 162 0,'3'-2'267'15,"-3"2"3"-15,1-6-10 0,0 2-9 0,1-2-10 16,-1 2-6-16,-1-1-11 0,3 0-6 0,-3-2-7 16,0 2-6-16,1 0-10 0,-1-1-4 0,0 0-4 15,0 0-8-15,-1-1-1 0,-2 3 5 0,2-2-3 16,-2 1-7-16,0-2 4 0,0 4-11 0,-1-1-9 15,2 1-16-15,-4 0-12 0,2-3-16 0,-1 4-15 16,1-2-13-16,-3 1-6 0,-5 2-11 0,5-1-12 16,-1 0-5-16,-1 2-13 0,-1 0-9 0,0 2-17 15,3-2-2-15,-1 3-3 0,0 0-4 0,0 1-6 0,-1 1-5 16,-3 4-4-16,7-3-4 0,1 5-1 0,-4 0-1 16,3 1 0-16,3 6 2 0,-1 0 4 0,6 0-5 15,2 2 15-15,-3 0-12 0,6 7 1 16,-3 4 5-16,2-3 2 0,5 3-1 0,-2-1 1 0,-2 4-4 15,3-2 7-15,-6 1 0 0,2 1 0 0,-4-3 2 16,1 4 2-16,0-3-7 0,-1-3 4 0,-3 5 2 16,2-2 3-16,-4-4-8 0,-1 2 4 0,-1-1-20 15,3-9-35-15,-2 1-14 0,-3-1-31 0,5-2-26 16,-2 0-18-16,-1-5-21 0,3-2-24 0,-7 0-24 16,5 0-40-16,0-4-49 0,2-1-291 0,-3-1-642 15,0-4 284-15</inkml:trace>
  <inkml:trace contextRef="#ctx0" brushRef="#br0" timeOffset="67759.32">3955 6085 273 0,'-1'-3'306'16,"-1"1"-22"-16,2 2-24 0,-3-4-22 0,3 4-21 15,0 0-27-15,5-7-18 0,1 6-19 0,8-1-15 0,2-1-11 16,3 1-12-16,4-2-15 0,9-2-8 0,-1 3-12 16,-1-4-3-16,2 1-8 0,1 3-8 0,-3-1-18 15,3 2-32-15,-2-1-47 0,0 1-51 16,-1 2-60-16,-7-3-61 0,-5 3-214 0,2 0-456 0,-1-1 202 16</inkml:trace>
  <inkml:trace contextRef="#ctx0" brushRef="#br0" timeOffset="68347.34">4455 6041 8 0,'0'0'295'0,"0"0"-30"16,-4-5-25-16,4 5-29 0,0 0-24 15,0 0-15-15,0 0-18 0,0 0-16 0,-2 14-13 16,2-7-12-16,0 0-11 0,-3 4-9 0,6-1-8 16,-1 0-5-16,-2 3-9 0,0 5-1 0,3-3-8 15,1 4-5-15,-3-4-5 0,3-3-6 0,-1 1-4 16,0-1-2-16,1 2-6 0,0-1 0 0,3-5-4 15,-2 2-2-15,-3-4 0 0,2 0-7 0,-3 0 4 16,2-4 12-16,0 2 13 0,-1-3 4 0,-2-1-3 16,0 0-6-16,12-6 0 0,-9 0 0 0,3 0-3 15,-1-3 3-15,2-1 0 0,1-3 8 0,-3 4-2 16,1-1 9-16,-1 0 4 0,0 0 4 0,0 0 4 16,0 3-1-16,-2 1-3 0,0 1-10 0,-1-1-5 15,3 2 2-15,-5 4-29 0,1-4 2 0,-1 4-3 0,0 0-5 16,0 0 3-16,19 8-7 0,-15-4-2 15,3 2-2-15,1 2 1 0,1 1-1 0,1 0-1 16,1 0-2-16,2 3-6 0,-3-4 4 0,4-1 14 16,-2 3-21-16,4-1 3 0,-4-2 1 0,-1-2 3 0,0-2-2 15,1 0-2-15,-3-2 3 0,-1 2-4 16,0-5 10-16,-8 2-4 0,12-5 15 0,-6 0 25 16,-1-1 5-16,-1-1 3 0,-4 1 1 0,0-7 1 15,0 3-7-15,-4-3-11 0,0-1 6 0,1 1-16 0,-1 0 1 16,0 1-3-16,-3-5-2 0,3 4-3 0,-1 0-10 15,1 2-19-15,0 0-31 0,0 3-40 0,2 2-40 16,-2-1-41-16,0 1-38 0,1 2-63 0,3-2-73 16,-1 3-291-16,1 3-672 0,0 0 297 0</inkml:trace>
  <inkml:trace contextRef="#ctx0" brushRef="#br0" timeOffset="68644.17">5115 5790 200 0,'-3'-5'346'16,"0"3"-19"-16,3 2-28 0,-1-6-19 0,-2 2-30 16,3 4-8-16,-1-3-24 0,1 3-29 0,0 0-21 15,0 0-20-15,0 0-16 0,0 0-6 0,-12 9-17 16,9-4-11-16,-1 4-8 0,0 4-4 0,-3-2-9 15,3 4-6-15,-1 3-5 0,-1 2-4 0,2-1-10 16,0 0 17-16,3 0-24 0,-2 0 0 0,0 1-6 16,2-1-5-16,-1 0 1 0,5 0-5 0,0-1-2 15,1-1-4-15,2-1 10 0,4-3-19 0,-3-2-4 16,8 1-15-16,0 0-28 0,3-3-34 0,1-1-42 16,1-5-53-16,2 1-56 0,8-4-55 0,0-1-260 15,-7-2-574-15,8-3 254 0</inkml:trace>
  <inkml:trace contextRef="#ctx0" brushRef="#br0" timeOffset="68878.53">5614 5897 236 0,'0'-8'288'0,"-1"5"-14"0,1-3-14 16,-2-1-19-16,1 4-23 0,-2-1-23 16,2 0-23-16,0-1-15 0,1 5-19 0,-6-5-17 0,6 5-9 15,-4-2 3-15,4 2-18 0,0 0-12 0,0 0-4 16,0 0-3-16,0 0-3 0,-15 8-6 0,14 0-11 15,-3-3-3-15,-2 5-7 0,-2 0-1 0,1 2-7 16,-1 4 1-16,-3 2-10 0,2-4-14 0,-4 3-21 16,2 0-20-16,1 0-15 0,-3-2-25 0,2-1-18 15,-2 3-28-15,2-3-28 0,0-4-39 0,4-1-38 16,1 0-33-16,0-4-127 0,1 0-406 0,-2-2 180 16</inkml:trace>
  <inkml:trace contextRef="#ctx0" brushRef="#br0" timeOffset="69081.64">5450 5890 61 0,'-2'-2'277'0,"2"-3"-3"15,-1 0-8-15,1-1-13 0,0 6-15 0,0 0-31 16,-3-5-21-16,3 5-20 0,0 0-16 0,0 0-10 16,0 0-11-16,0 0-6 0,0 0-3 0,0 0-7 15,7 16-11-15,-4-11-6 0,4 4-12 0,2-2-8 16,-1 2-6-16,7 3-7 0,-4 1-13 0,1-2-14 15,3 1-27-15,-4-5-29 0,1 4-40 0,0-1-51 16,2-2-56-16,1-1-61 0,-1-2-223 0,-2-2-488 16,0 0 216-16</inkml:trace>
  <inkml:trace contextRef="#ctx0" brushRef="#br0" timeOffset="69347.24">5772 5752 113 0,'0'0'249'0,"0"0"-29"16,0 0-21-16,-4-3-9 0,4 3 15 0,0 0 0 15,0 0 1-15,0 0-6 0,9 17 12 0,-5-11-1 16,2 0-10-16,2 4-12 0,0-1-11 16,4 3-20-16,1 3-11 0,-3 0-13 0,0-1-8 0,1 3-17 15,1-3-8-15,-2 4-17 0,1-3-5 0,-1 3-2 16,-1-3-10-16,-3 2-8 0,0 2-3 0,-3-2-6 15,0-4-11-15,-3 3-18 0,-2 1-38 16,2 1-36-16,-4-5-37 0,-3 1-40 0,-1 1-61 0,2-4-77 16,-3-3-288-16,-1 1-603 0,2-2 267 0</inkml:trace>
  <inkml:trace contextRef="#ctx0" brushRef="#br0" timeOffset="69675.34">6491 6048 5 0,'0'0'366'0,"0"0"-28"16,0 0-11-16,0 0-18 0,3-2-15 0,-3 2-11 16,0 0-16-16,0 0-14 0,3-3-21 0,-3 3-23 15,0 0-15-15,0 0-28 0,4-2-19 0,-4 2-19 16,15-3-40-16,-4 0-33 0,-2 2-38 0,5-2-24 16,0 0-30-16,3 2-39 0,-2 0-38 0,5 0-33 15,-6 1-37-15,6-4-40 0,1 1-26 0,-3 2-191 16,-4 0-476-16,0 1 212 0</inkml:trace>
  <inkml:trace contextRef="#ctx0" brushRef="#br0" timeOffset="69847.2">6660 6048 55 0,'-11'2'179'0,"4"1"6"16,-2 2-8-16,2-1-10 0,0 0-15 0,2-2-14 0,-1 2-5 15,1-1 0-15,1 1-8 0,4-4 6 0,-6 5 5 16,6-3 0-16,0 2 0 0,0-4 2 0,9 7-10 15,-1-6-14-15,4 0-10 0,-2 2-9 0,10-2-16 16,0-2-57-16,1-1-69 0,-1 1-83 0,13 0-110 16,-2-3-135-16,2 0-406 0,-1 0 181 0</inkml:trace>
  <inkml:trace contextRef="#ctx0" brushRef="#br0" timeOffset="71369.32">7902 5643 294 0,'0'-7'342'0,"1"1"-18"0,0 1-11 0,-1 2-20 0,0-2-31 16,0 5-21-16,0-5-33 0,0 5-23 0,0 0-22 16,0 0-17-16,0 0-17 0,0 0-10 0,5 14-10 0,-4-2-12 15,2 1-14-15,-2 1-3 0,0 6-13 0,6 0-2 16,-1 4-9-16,0-4-8 0,0 8-1 0,1-3-14 16,1-1-12-16,0-2-10 0,-3-3-4 15,1 2 4-15,-1-5-18 0,2 1-1 0,-3-6-9 0,2 1-1 16,-5-5-6-16,3 2 4 0,-3-3 1 0,2-1 2 15,-3-1 4-15,4-2-3 0,-4-2 3 0,0 0 9 16,0 0-2-16,10-11-2 0,-7 5-1 0,0-5 4 16,2 1 2-16,0-2 1 0,-1 0 3 0,0-5 6 15,2 0 3-15,-1 2 3 0,-1 1 9 0,0 1 8 16,-1 1 2-16,1 2-1 0,3 1 9 0,-6 3-7 16,4-2 3-16,-2 3-4 0,-1-1-12 0,-1 2 2 15,0 0-6-15,-1 4-4 0,7-2-6 0,-7 2 8 16,11 6-5-16,-4-1-2 0,1 1 7 0,3 1-8 15,-4 4 3-15,8 3-5 0,0 2 3 0,0-2-1 16,-2 2 0-16,4 0-1 0,-5-2 1 0,4-1-4 16,-1-2 1-16,0 2 4 0,-3-5-5 0,-2-1 5 0,1 0-2 15,1-2 1-15,-5-3-1 0,2 0-3 0,-2-1 9 16,0-2 21-16,-7 1 4 0,11-4 24 16,-6-1 11-16,1-2-2 0,-4-3-6 0,1 0 4 15,-3-1 1-15,4-7-1 0,-2-2-9 0,-2-1-2 0,0 0-12 16,0 1-4-16,-2-2-6 0,1-5-8 0,-2 1 3 15,0 6-9-15,3 2-9 0,-1 0-20 0,1 6-23 16,0 0-31-16,0 0-33 0,0 4-31 0,-1 2-46 16,-1 2-59-16,1 0-67 0,1 4-33 0,0-4-259 15,0 4-638-15,0 0 282 0</inkml:trace>
  <inkml:trace contextRef="#ctx0" brushRef="#br0" timeOffset="71775.53">8670 5767 76 0,'0'0'248'0,"0"-3"-4"0,0 3-17 0,0 0-22 16,-5-3-21-16,5 3-20 0,0 0-17 0,0 0-15 0,0 0-15 15,0 0-10-15,0 0-14 0,0 0-9 0,0 0-2 16,0 0-9-16,0 0-5 0,-12 5-8 0,12-5-9 16,0 0 0-16,0 0-1 0,0 0-5 15,2 7-2-15,-2-7-3 0,0 0 0 0,0 0-5 0,0 5-5 16,0-5 4-16,0 0-6 0,6 2 1 0,-6-2 1 16,0 0 0-16,5 2-2 0,-5-2 0 0,0 0-3 15,0 0 0-15,8 1 1 0,-8-1 0 0,0 0 5 16,0 0 2-16,0 0 3 0,0 0 4 0,0 0 0 15,7-4 3-15,-7 4-1 0,0 0 13 0,0 0-13 16,0 0-6-16,0 0-6 0,2-4-3 0,-2 4-2 16,0 0-3-16,0 0-6 0,0 0-2 0,0 0-12 15,0 0-10-15,0 0-21 0,-13-4-19 0,13 4-23 16,0 0-26-16,-11 0-36 0,11 0-55 0,0 0-45 0,-11 2-223 16,11-2-493-16,-4 4 218 0</inkml:trace>
  <inkml:trace contextRef="#ctx0" brushRef="#br0" timeOffset="75187.1">7042 5694 202 0,'1'-5'256'0,"1"1"-8"0,-1-2-10 0,-2 1-6 16,1 0-14-16,0 0-8 0,0 0-24 0,-2-1-10 15,1 2-15-15,1 4-6 0,-1-6-17 0,1 3-12 16,-3-2-14-16,3 5-15 0,-4-4-10 0,4 4-13 15,-8-1-8-15,8 1-7 0,-10 0-9 0,2 0-7 16,0 3 1-16,0-1-9 0,0-1-2 0,1 4-5 16,-4 0-1-16,4 0-3 0,0 0-4 0,-2 1-1 15,4 1-3-15,-2-2-4 0,1 0-5 0,2 3-5 16,-1-6 0-16,2 4-1 0,3 1 0 0,3-2-2 16,-2 1 1-16,3 2 4 0,0-1-3 0,4 0 1 15,-1 1-4-15,4 0 1 0,-3 0 1 0,2-2 1 0,-1 0 2 16,2 2-3-16,-1 1 1 0,-1 0 1 15,-1 0-3-15,-1-2-1 0,0 2 2 0,1 1-3 16,-3 0 0-16,1 0 1 0,-3 1 1 0,1-2-1 0,-3 3-4 16,1-5 3-16,-2 4 1 0,-2-5 2 0,1 6-2 15,-3-5 1-15,1 4 1 0,-3-4-3 0,1 1 1 16,-4 1 3-16,-1 0 0 0,2-3-1 0,-1 1-2 16,2-4 4-16,-3 2-3 0,3-2 2 0,1 1-2 15,0 0-1-15,2-3 5 0,1 0-1 0,-1 2-14 16,4-3-17-16,0 0-16 0,0 0-25 0,0-11-22 15,4 5-27-15,3-1-19 0,0 0-12 0,8-2-12 16,-1-1-3-16,3-2-3 0,0 3 9 0,0 1 3 16,-1-2 3-16,-2 3 9 0,-3 3 13 0,1-1 8 15,-1 1 13-15,-4 1 15 0,2-2 8 0,-5 3 12 16,2 1 10-16,-2-1 5 0,-4 2 6 0,8-2 7 16,-8 2 13-16,0 0 9 0,0 0 25 0,0 0 9 15,0 0 4-15,0 0 1 0,0 0-6 0,0 0 7 16,-4 10 0-16,4-10 9 0,-4 4-2 0,4 0-6 0,0-4 8 15,-3 6-7-15,2-3 0 0,1-3 5 16,1 8-10-16,-1-5 10 0,0-3 1 0,3 5-4 16,1-3-2-16,0-1 3 0,3 0-4 0,1 0 2 0,-2 0-4 15,6-2-6-15,0 1 4 0,-1-2-1 0,1-2-2 16,-2-2 2-16,-1 2 0 0,5-1-6 0,-5 1-2 16,0-2-2-16,0-1 12 0,-1-1-7 0,-1 5-4 15,0-8 4-15,1 5 8 0,-3-2 12 0,-3-1 16 16,0 2 14-16,-2 0 12 0,2-1 5 0,-2 3 5 15,0 0 0-15,-2 1 8 0,2 4-6 0,-1-7-4 16,1 3-9-16,0 4-8 0,0-7-10 0,0 7-5 16,0 0-8-16,0 0-2 0,0 0-2 0,0 0-5 15,0 0-3-15,-1 16-3 0,1-8 1 0,1 3-4 16,3-1 1-16,0 3-2 0,0 6-5 0,3-1 0 16,1 3 0-16,3 5-1 0,0-1 1 0,1 0-2 15,1 3 0-15,-2-2-1 0,-1 1-6 0,3 3 5 16,-5-5-5-16,0 2-1 0,0 0 3 0,-1 1-3 15,-3-7 0-15,1-1 1 0,-1-1 0 0,-2 0 3 16,-2-1 8-16,0-1 18 0,-2-4 5 0,-2-2 23 16,2 0 21-16,-4 0 18 0,-1-3 17 0,2 2 11 0,-3-5 19 15,1 1-1-15,0-1 4 0,-1-3-5 0,1-1-8 16,-4-1-15-16,5-1-15 0,-3-3-1 16,1-1-15-16,-3 1-28 0,3-6-36 0,3 0-58 0,-1-3-55 15,1 0-52-15,-2-6-65 0,6-9-86 0,-2 1-295 16,3-4-634-16,1 0 281 0</inkml:trace>
  <inkml:trace contextRef="#ctx0" brushRef="#br0" timeOffset="75376.05">7409 5748 278 0,'0'-4'268'0,"-3"-1"-9"0,3 0-17 16,3-1-14-16,-6 3-22 0,6-1-22 15,-3 4-18-15,-3-8-20 0,3 8-29 0,0 0-41 0,0 0-44 16,3-5-32-16,-3 5-47 0,0 0-64 0,0 0-65 16,17 11-136-16,-10-7-337 0,3 1 149 0</inkml:trace>
  <inkml:trace contextRef="#ctx0" brushRef="#br0" timeOffset="75704.14">7847 5500 199 0,'0'0'321'0,"-1"-7"-23"0,-2 5-21 0,3 2-28 16,-1-4-25-16,1 4-28 0,0 0-18 0,0 0-17 15,0 0-16-15,0 0-11 0,-14 11-15 0,13-3-5 16,-6 1-7-16,2 4 0 0,-1 5-7 0,-7 6-8 16,6-3-2-16,-3 4-9 0,1 5-4 0,-1-1-2 0,3 2-8 15,-2-2-7-15,5 3-2 0,1 2-6 0,3-1-7 16,4 0-3-16,2 2 4 0,0-2-11 16,6 0 2-16,2-2-11 0,4-2-1 0,2 2 6 15,6-3-4-15,-4-2-13 0,7-3-26 0,1 0-30 0,0-4-46 16,2-1-74-16,1-4-79 0,3 0-88 0,-3-6-178 15,4 2-547-15,-2-5 242 0</inkml:trace>
  <inkml:trace contextRef="#ctx0" brushRef="#br0" timeOffset="76375.95">9032 5747 69 0,'-3'-4'266'16,"-1"2"-11"-16,0-2-22 0,-1 0-14 0,-1-1-5 15,-3 3-19-15,2 0-18 0,-4-2-13 0,-1 4-6 16,0-1-9-16,1 1-17 0,-3 1-10 0,3 0-13 16,-4 2-9-16,2 1-13 0,-1 1-5 0,3 0-11 15,-3 1-7-15,5 1-9 0,1 2-3 0,0 0-2 16,2 0-3-16,2-1-4 0,0 4 2 0,4-1-2 15,7 1 3-15,0-2-10 0,1 1-3 0,8 1 1 0,8 4-3 16,3-2-5-16,4-4-1 0,0 0-5 16,2-1-5-16,1-2 2 0,0-2-5 0,-3-3-5 15,2 0-10-15,-6-4-2 0,-4 2-8 0,-3-2-1 0,2-2 0 16,-10-1 3-16,5 0 0 0,-5-2-3 0,-4 0 11 16,2-4-8-16,-5 3 5 0,1-5-2 15,-4 0 2-15,-2 0 6 0,-2 0-7 0,-5-2 3 16,-4-2-2-16,-1 1 5 0,-11-3-6 0,2 1 1 0,-2 1 2 15,-6 0 0-15,2 3 1 0,0 0-1 0,4 5-1 16,5 1-6-16,-2 2-23 0,0 2-28 0,0 0-25 16,4 3-28-16,5 0-35 0,-1 1-28 0,2 1-35 15,5 0-25-15,-2 2-137 0,6-2-405 0,1-1 180 16</inkml:trace>
  <inkml:trace contextRef="#ctx0" brushRef="#br0" timeOffset="76625.92">9119 5527 64 0,'-3'-4'259'0,"2"0"-8"0,1 4-18 16,-4-4-26-16,4 4-22 0,0 0-16 0,0 0-2 0,-4 10-13 16,5-5-13-16,-2 7-8 0,1-1-1 0,1 4-16 15,2 4-16-15,0 1-4 0,4 6-12 16,-3 1-3-16,-2 1-3 0,8 3-13 0,-3-1-7 0,-1 3-5 15,1-1 0-15,1 1-10 0,1-5-4 0,-1 1-19 16,-1-1-17-16,-1-9-11 0,1 1-38 0,-1-2-24 16,-2-2-59-16,1-4-63 0,-1-2-232 0,6-1-458 15,-5-1 203-15</inkml:trace>
  <inkml:trace contextRef="#ctx0" brushRef="#br0" timeOffset="76948.8">9534 5576 239 0,'1'-5'349'0,"2"0"-8"16,-2 2 0-16,-1-1-25 0,0 4-19 0,6-4-26 15,-5 0-32-15,-1 4-32 0,0 0-24 0,0 0-19 16,0 0-30-16,0 0-3 0,0 0-11 0,-8 14-17 15,4-5-8-15,-3 1-8 0,0 1-8 0,2 3-5 16,-1 2-9-16,-3 2-10 0,4 0-5 0,-4 0-3 16,5 0-4-16,0-2-7 0,-1 5-4 0,3-3 0 15,-2 1 0-15,3 0 4 0,6-1-11 0,-3-1 3 16,5 0-2-16,-1-3-11 0,4-3 0 0,-2 0-1 0,3-1-14 16,1-2-21-16,6-1-30 0,2-2-28 15,-1 2-30-15,0-5-38 0,3 1-28 0,-1-3-34 16,0-1-37-16,1-3-44 0,0-3-209 0,-3 1-542 15,-4-5 240-15</inkml:trace>
  <inkml:trace contextRef="#ctx0" brushRef="#br0" timeOffset="77151.91">9942 5693 44 0,'0'-4'220'0,"0"4"-4"0,-1-5-6 16,1 0-16-16,0 5 9 0,-3-4 1 0,3 4-15 15,-8-3-22-15,8 3-9 0,-7 0-5 0,7 0-14 16,-10 7-12-16,5 1-14 0,-3-5-10 0,1 8-9 15,-2-4-7-15,0 5-11 0,-4 2-6 0,2 1-2 16,-3 0-10-16,3 0-9 0,0 1-2 0,1 2-18 16,-3-1-23-16,4 0-18 0,-5 1-24 0,5-3-28 15,-1-1-31-15,2-2-45 0,0-2-49 0,5-2-39 16,-1-2-149-16,0-1-409 0,1-1 182 0</inkml:trace>
  <inkml:trace contextRef="#ctx0" brushRef="#br0" timeOffset="77339.39">9765 5711 109 0,'-1'-4'254'0,"-2"0"14"15,2 2-3-15,1 2-13 0,-2-7-29 16,2 7-20-16,-4-2-25 0,4 2-13 0,0 0-20 0,0 0-11 16,0 0-11-16,0 0-12 0,7 14-10 0,-3-10-6 15,0 6-11-15,7-1-8 0,-3 1-5 0,2 0-10 16,3 0-4-16,0 2-9 0,4 1-7 0,-3-2-17 15,2 1-28-15,-1 0-35 0,3-2-41 0,-3 1-33 16,4-2-66-16,-4-2-67 0,1-1-159 0,2-1-438 16,-3-4 193-16</inkml:trace>
  <inkml:trace contextRef="#ctx0" brushRef="#br0" timeOffset="77620.62">10057 5619 48 0,'-3'-3'333'16,"3"3"-11"-16,0 0-33 0,0 0-24 0,0 0-25 0,3-6-28 15,-3 6-17-15,9 1-21 0,-9-1-19 16,11 5-20-16,-6-1-11 0,6 1-10 0,-1 3-14 16,-1 0-5-16,3 2-14 0,-1-1-4 0,0 3-7 15,3 4-10-15,-2-1-3 0,0 2-8 0,-1-2-2 0,-3 1-9 16,0 0-4-16,-2 1-7 0,-1 0-19 15,-2-1-16-15,-3-3-11 0,0 5-15 0,-1 0-22 16,-4-5-20-16,-1-3-25 0,-1 3-21 0,2-3-24 0,-4 0-27 16,4-2-31-16,-6 0-198 0,1-2-435 0,1-2 192 15</inkml:trace>
  <inkml:trace contextRef="#ctx0" brushRef="#br0" timeOffset="77964.33">10127 5304 131 0,'0'0'366'0,"0"0"-26"16,-3-2-30-16,3 2-30 0,0 0-25 0,0 0-15 0,18 3-5 15,-3 1-11-15,-3 0-23 0,7 1-9 16,3 3-18-16,-2-1-22 0,2 1-2 0,7 3 1 16,-2 4-31-16,-1-3-14 0,-3 1-9 0,4 4-15 0,-4-2 0 15,3 2-23-15,-7 0 0 0,0 1-11 0,4 3 5 16,-12-4-13-16,4 9 1 0,-3-3-3 0,-1 2 3 16,-3 3-4-16,-1 2-10 0,-3 2-5 0,-4 2 0 15,0 3 0-15,-7 12 1 0,-9 1 1 0,-2-1-8 16,-6 0-19-16,-6 2-33 0,-4 0-44 0,-7-4-42 15,-1-2-38-15,-3-2-56 0,-1-3-66 0,4-3-312 16,-2-2-643-16,16-11 285 0</inkml:trace>
  <inkml:trace contextRef="#ctx0" brushRef="#br0" timeOffset="81370.75">11268 5633 50 0,'0'0'315'16,"0"0"-5"-16,-5-3-9 0,5 3-14 0,0 0-14 0,0 0-15 16,0 0-14-16,0 0-19 0,0 0-12 0,0 0-11 15,0 0 3-15,0 0-31 0,0 0-12 16,0 0-24-16,0 0 0 0,0 0-24 0,0 0 0 0,0 0-8 16,0 0-6-16,0 0-11 0,0 0-8 0,0 0 4 15,0 0-4-15,0 0-1 0,0 0-2 0,0 0-5 16,0 0-6-16,15-1-4 0,-2 1-7 0,-2-1-9 15,9-1-4-15,1 0 0 0,1 2-5 0,1-2-6 16,0 0-7-16,-3 1-8 0,2-1-11 0,-2 1-51 16,0-2-36-16,-3 5-38 0,-4-2-39 0,1 0-41 15,-4 1-43-15,-2 0-52 0,3 1-38 0,-10 1-246 16,3-2-625-16,-4-1 277 0</inkml:trace>
  <inkml:trace contextRef="#ctx0" brushRef="#br0" timeOffset="81605.1">11288 5816 271 0,'0'0'275'0,"0"0"1"0,0 0-3 0,0 0-2 0,-5 1-7 16,5-1-11-16,0 0-11 0,0 0-25 0,0 0-18 15,0 0-18-15,0 0-15 0,0 0-22 0,19-1-11 16,-6-1-15-16,-3 2-9 0,4 2-18 0,6-2-1 15,-2 0-14-15,2 0-33 0,2 1-50 0,1-1-52 16,-1 3-68-16,0-1-78 0,2 1-82 0,5-1-215 16,-6 0-542-16,-4-1 240 0</inkml:trace>
  <inkml:trace contextRef="#ctx0" brushRef="#br0" timeOffset="83380.75">12377 5438 183 0,'1'-6'306'0,"-1"1"-3"0,0 0-14 15,0-2-16-15,-1 1-25 0,-2 1-17 16,0-1-20-16,0 1-20 0,-3-1-18 16,0 2-15-16,1-1-19 0,-5-1-15 0,2 2-11 15,0 3-14-15,1-2-12 0,-1 2-8 0,-3 0-15 16,3-1-1-16,-4 5-5 0,1-2-10 0,0 2-9 16,1-1-1-16,0 4-2 0,0-2-8 0,3 3 0 0,0-3-2 15,-1 2-9-15,4 3 1 0,0-1-5 16,1 1-2-16,2-2 3 0,1 3 3 0,4 1-3 15,0 1-5-15,3-3-3 0,4 6 4 0,-4-5 0 0,5 4 1 16,3 0-4-16,0-4-1 0,1 3-1 0,-1 0 7 16,1-2-4-16,-2 0 0 0,-2-2 0 0,-1 0-7 15,0 0 1-15,-2-2 0 0,1 1-1 0,-3 1-2 16,-2-2 0-16,1-3-4 0,-2 1 4 0,-1 0 0 16,-2 1-3-16,-1-2 3 0,0-1 3 0,0-3-3 15,-6 5 1-15,4-2 1 0,-8 0 3 0,-2-2 6 16,2 0-6-16,-3 3 2 0,1-4-6 0,-3 0 3 15,1-2 1-15,1 0 2 0,0 2-1 0,2 0 0 16,2-1 1-16,2 0-2 0,0-1-17 0,0 0-32 16,7 2-29-16,-8-4-37 0,7 1-38 0,1 3-38 15,9-5-30-15,1 2-24 0,1-2-23 0,9 0-168 16,-1-1-467-16,-1 3 206 0</inkml:trace>
  <inkml:trace contextRef="#ctx0" brushRef="#br0" timeOffset="83583.87">12578 5586 92 0,'0'0'251'0,"7"-3"-3"0,-7 3-9 16,0 0-13-16,4-2-19 0,-4 2-21 0,0 0-19 16,0 0-18-16,0 0-20 0,0 0-8 0,0 0-18 15,0 0-10-15,5 6-11 0,-5-6-7 0,-1 7-9 16,1-1-4-16,-3-1-5 0,3 1-10 0,0 0-1 16,0 1-5-16,0 0 0 0,0 0-8 0,3 1 4 15,-3-1-6-15,1 1-8 0,2 0-12 0,0 1-13 16,0 0-13-16,-1-3-38 0,2 2-32 0,2-2-38 15,2-1-39-15,1 4-59 0,2-5-146 0,0-1-399 16,0-3 177-16</inkml:trace>
  <inkml:trace contextRef="#ctx0" brushRef="#br0" timeOffset="84333.8">12888 5541 271 0,'-3'-8'275'0,"-1"3"-12"15,0 1-9-15,0-3-15 0,1 4-24 0,-1-1-16 16,0 1-19-16,1 0-21 0,-5 1-20 0,3 0-15 0,5 2-13 16,-10 1-13-16,10-1-10 0,-10 5-9 0,4-2-6 15,2 2-11-15,0 0-3 0,0 4-9 16,0-2-1-16,4 5-11 0,-2 1 0 0,2-2-1 0,0 2-6 16,3 0-3-16,1 3-4 0,2 2 0 0,-1-1-3 15,3 2-3-15,0-1-4 0,1 0 1 0,0-1 1 16,2 0-2-16,1 7-1 0,-4-6-3 0,4 1 1 15,-2-1-4-15,0 0 3 0,-1 0-5 0,-1-2 2 16,-2-1-1-16,-1 0-1 0,-1-1 0 0,3-2-2 16,-6-1 1-16,1-1 1 0,-2 0-1 0,-2-1 3 15,-2 2 2-15,-1-5 8 0,2 0 15 0,-2 1 17 16,-3-3 10-16,-3 1 12 0,1-3 2 0,-1 1 16 16,3-3 1-16,-7 0 2 0,6-3-6 0,-2 1 15 0,0-3-6 15,1 1-6-15,0-3-8 0,3 0-19 16,-1-2 8-16,2-2-14 0,0-1-13 0,4-5-9 15,-1-2-12-15,7-3-30 0,0-3-35 0,2 3-24 0,3-4-14 16,3-1-13-16,2 3-13 0,2 0-4 0,-2 1 1 16,-2 6 10-16,3 2 7 0,-4 0 4 0,3 3 9 15,-5-1 10-15,2 4 2 0,-3 0 12 16,-1 2 2-16,0 0 7 0,-2 3 6 0,1 0 3 0,-1 1 2 16,1 0 3-16,-2 1 0 0,0-2 5 0,-4 4 1 15,7-1-1-15,-7 1 7 0,9 3 1 0,-5 0-1 16,3-1 6-16,-1 2 1 0,-1 1 0 0,1 0 1 15,0 1 2-15,-2 0 1 0,6 1 2 0,-5 2-1 16,3 0 1-16,-1-1 3 0,-3 0 0 0,2-1 1 16,1 2 0-16,3-2-2 0,-8 1 2 0,3-1-1 15,-2-3 2-15,-2 1-2 0,-1-1 4 0,3 0 0 16,-2 0 4-16,2-3 7 0,-3-1 20 0,2 5 30 16,-2-5 23-16,0 0 5 0,0 0-7 0,0 0 7 0,0 0 0 15,0 0 6-15,4-14-6 0,-3 6-9 16,3 3 0-16,-3-1-3 0,3-5 6 0,0 3 5 15,2-3 2-15,-2 1-4 0,0 0 12 0,0 0 2 0,4 0-5 16,-5 2-2-16,2 0-4 0,4-1-5 0,-5 3-6 16,2-2-10-16,1 2-5 0,-4 1-6 0,5-1-5 15,-2 2-10-15,-5 1-5 0,7 0-4 0,-1 2-7 16,-3 0-7-16,-4 1 4 0,14 1-8 0,-14-1-9 16,10 4-25-16,-4-1-16 0,2 2-23 0,1 1-17 15,-3 0-21-15,-2-1-22 0,2 2-16 0,-1 0-15 16,-1-1-17-16,3 4-15 0,-4-4-26 0,-2 0-27 15,0 1-50-15,1-2-41 0,-2 1-213 0,0-1-584 16,1-2 259-16</inkml:trace>
  <inkml:trace contextRef="#ctx0" brushRef="#br0" timeOffset="84521.28">12987 5287 292 0,'-3'-8'349'0,"2"2"-25"0,-4 0-31 0,4 1-25 0,-2-1-29 16,1 1-24-16,0 2-27 0,2 3-25 0,-3-5-36 15,3 5-43-15,0-5-22 0,0 5-23 0,0 0-33 16,11 8-45-16,-5-3-61 0,4 2-65 0,3 1-227 16,-3-2-422-16,8 4 186 0</inkml:trace>
  <inkml:trace contextRef="#ctx0" brushRef="#br0" timeOffset="84802.5">13833 5191 176 0,'2'-2'336'15,"-2"2"-20"-15,-3-7-21 0,0 3-42 0,3 4-24 16,-7-2-26-16,7 2-20 0,0 0-12 0,-19 10-24 15,11-6-12-15,-3 6-7 0,3 0-11 0,-7 6-7 16,-1 7-9-16,2 2-12 0,0 3-2 0,1-1-4 0,3 7 0 16,1-4-7-16,6 4-5 0,-1 1-4 0,3-1-10 15,2 0 7-15,2 4-9 0,4-2 3 16,5 0-8-16,2-2 6 0,9 13 1 0,-6-13-14 16,1 0 11-16,2-1-15 0,2-3-4 0,0 1-5 0,1-6-2 15,3 4-6-15,4-6-18 0,-4-4-47 0,1 0-56 16,-2-4-78-16,0-2-73 0,3-3-341 0,-8-3-638 15,2-5 282-15</inkml:trace>
  <inkml:trace contextRef="#ctx0" brushRef="#br0" timeOffset="87538.24">14502 5260 56 0,'3'-5'277'0,"-3"5"-11"0,0-4-9 15,0 4-16-15,0 0-12 0,2-5-9 0,-2 5-18 16,0 0-8-16,0-3-21 0,0 3-13 0,0 0-8 15,0 0-14-15,0 0-12 0,0 0-16 0,-5-5-14 16,5 5-12-16,0 0-8 0,0 0-5 0,-6-2-10 16,6 2-6-16,-10 0-5 0,10 0-9 0,-13 1-3 15,13-1-1-15,-13 0-4 0,5-1-4 0,-4 0-4 16,2 1-1-16,0-2-5 0,0 2 0 0,2 0 3 16,8 0-8-16,-15 0 5 0,8 0-10 0,0-1 3 15,7 1 1-15,-12 1 2 0,12-1-4 0,-5-1 0 16,5 1 6-16,0 0 4 0,-9-1 4 0,9 1 0 15,0 0 3-15,0 0-3 0,0 0-3 0,0 0 1 16,0 0-6-16,0 0 1 0,0 0-6 0,0 0 3 0,-8 2-4 16,8-2-5-16,0 0-3 0,0 0 1 15,0 0-9-15,0 0-1 0,0 4-1 0,0-4-5 16,0 7 10-16,0-2-2 0,0-5-2 0,0 10 4 0,0-3 3 16,3-1-5-16,-3 1-1 0,0 3 0 0,0-2 1 15,0 4 3-15,1-1 0 0,-1 1-1 16,0 2 1-16,0-3-2 0,0 2 3 0,0 2-4 0,0 1 3 15,0-3 3-15,2 1-4 0,-4-1 1 0,4-1-1 16,-2 2 2-16,0 0-1 0,0-3-1 0,0 3-4 16,0-3 6-16,1 1-1 0,-1 1 1 0,0-4 0 15,0 4 5-15,0-3-4 0,0-2 3 0,0-1-4 16,1 1 1-16,-1 0 3 0,-1-2-2 0,1 0-2 16,-1 1 0-16,2-1 6 0,-1 0 1 0,1 0-8 15,-1-1 5-15,-1 0 1 0,1-1 1 0,1 1 13 16,-2 1-13-16,2-3-1 0,-1 1-1 0,5 0 2 15,-5 0 3-15,1 1-4 0,0-3 2 0,1 3 1 16,-1 1 9-16,3-3-10 0,0 1-2 0,1-1 5 16,-2 0-5-16,1 4 3 0,3-3-3 0,0-2-2 15,-3 1-4-15,5 2-10 0,-3-1-5 0,5 1-13 16,-2-1-12-16,-2 0-26 0,4-2-25 0,-1 0-28 0,0 3-39 16,-1-4-40-16,2-1-61 0,2 0-248 0,-5-1-551 15,6-2 244-15</inkml:trace>
  <inkml:trace contextRef="#ctx0" brushRef="#br0" timeOffset="88100.69">14703 5423 237 0,'0'0'289'16,"0"0"-11"-16,0 0-10 0,0 0-17 0,0 0-12 0,0 0-19 16,0 0-12-16,0 0-25 0,0 0-3 0,0 0-30 15,7-5-16-15,-7 5-13 0,0 0-15 0,9-2-13 16,-9 2-1-16,8 0-15 0,-8 0-13 0,12 0 0 16,-12 0-2-16,11 5-9 0,-5-4-13 0,-1 0-1 15,2 3-4-15,-2 0-4 0,-1-1-4 0,3 1-5 16,-3 2 2-16,2 0-5 0,-5-1-6 0,4 2 0 15,-5 0-1-15,3-1-2 0,-2 1-1 0,1-1 6 16,-1 2-7-16,-2 0-3 0,-1-2-2 0,1 1 2 16,-2 1 0-16,-2-3 2 0,1 3-3 0,-2-1 1 15,2-2 18-15,0 1-7 0,-3-1 0 0,2 0 11 16,1 0-2-16,-1-1 1 0,0-1 3 0,4 0-5 16,1-3 11-16,-4 3 16 0,4-3 5 0,-4 4 2 15,4-4 4-15,0 0 7 0,-2 3-1 0,2-3-1 16,0 0-15-16,0 0 1 0,14 0-7 0,-4 0-4 15,3-2-9-15,0 1-19 0,3 0-24 0,0-2-37 16,-1 2-33-16,7 0-41 0,-3 0-42 0,-2 1-52 0,1-2-57 16,1 1-51-16,-4-1-241 0,0 1-610 0,-1 1 269 15</inkml:trace>
  <inkml:trace contextRef="#ctx0" brushRef="#br0" timeOffset="88360.75">15076 5619 167 0,'3'3'229'15,"-3"-3"-18"-15,0 0-19 0,3 2-21 0,-3-2-3 0,0 0-14 16,0 0-23-16,1 5-8 0,-1-1-14 0,3-2-10 16,-3-2-7-16,0 7-12 0,0-3-8 0,0 2-5 15,-3 0-7-15,3 0-3 0,-4-1-6 0,1 0-5 16,0 1-4-16,-3 1-2 0,3-2-8 0,-2 4-5 15,-1-3-2-15,6-1-21 0,-4 2-25 0,0-2-27 16,0-1-35-16,2 1-24 0,2-5-26 0,-3 5-30 16,3-5-153-16,4 4-342 0,-4-4 152 0</inkml:trace>
  <inkml:trace contextRef="#ctx0" brushRef="#br0" timeOffset="88766.96">15358 5439 34 0,'0'0'247'0,"0"0"-22"16,0 0-18-16,0 0-24 0,-11 0-15 0,11 0 1 16,-4 6-12-16,4-6-16 0,-5 6-9 0,2-1-10 15,0 1-6-15,2-1-12 0,-2-1-8 0,3 3-7 16,-3-1-7-16,3 2-9 0,0-2-3 0,-1 3-8 15,2-2-4-15,-1-2-6 0,2 4-4 0,-1-4-5 16,2 3 0-16,-2-2-8 0,-1 0 0 0,4-2-2 16,-1 2-1-16,1-3-2 0,0 2 1 0,3-2-9 15,-2-1 4-15,1 0-6 0,1 1 1 0,0-3-1 16,2 0-3-16,-2-2 5 0,0 1-7 0,-2-1-2 16,3-1 4-16,0 0-5 0,-4-2 0 0,3 1 0 15,-3-2 3-15,1-1 3 0,0 2-5 0,-1-4 2 16,-3 0 1-16,1 1 3 0,-2-2-4 0,-2 3 1 15,1-4-1-15,-2 5-1 0,0-2-3 0,0 0-3 0,-3-1-1 16,2 3-4-16,-2 1 0 0,2 2-9 16,-3-2-17-16,-1 1-16 0,2 1-24 0,-1 2-18 15,0-1-34-15,7 2-41 0,-14 2-43 0,14-2-49 0,-12 2-153 16,9 0-435-16,3-2 193 0</inkml:trace>
  <inkml:trace contextRef="#ctx0" brushRef="#br0" timeOffset="89345.03">15480 5269 37 0,'-2'-5'240'0,"2"5"-17"0,5-5-20 0,-2 2-21 16,-3 3-18-16,9-3-17 0,3 0-14 0,-1 2-15 0,2-2-13 16,-1 2-8-16,2 0-9 0,-1 1-11 15,-1 0-6-15,1 1-5 0,2-1-13 0,-3 0-2 16,1 0-6-16,-2 0-2 0,-1 0-7 0,-1 0-5 0,0 1 0 16,-1-1-6-16,-3 2 0 0,-5-2 0 0,12 0-4 15,-9 1-4-15,3 0-1 0,-6-1 0 0,9 0-4 16,-9 0 1-16,0 0-4 0,4 1 0 0,-4-1-2 15,0 0-2-15,6 3 1 0,-6-3 1 0,0 0-5 16,0 0 3-16,4 4-4 0,-4-4 3 0,1 4-3 16,-1-4 9-16,0 5-8 0,3-3 0 0,-2 3-4 15,-1-1 6-15,0 2 2 0,4 0 2 0,-4 0 8 16,0 3 5-16,0 0-1 0,2 3-2 0,2-4-1 16,-3 7 1-16,2-2-1 0,-2-2-1 0,3 3-4 15,0 4 0-15,-1 0-1 0,0-2 0 0,-2 1-5 16,3 1 3-16,-1 0 1 0,1-1-4 0,-1 2 4 15,3-4-1-15,-3 3 0 0,4-1-1 0,-3-4 0 16,0 3-1-16,0-4-1 0,3 4 4 0,-3-3-1 16,-1-1-1-16,-2-2 4 0,3-1-3 0,0 1-1 15,-1 1 0-15,-1-4 18 0,-1-1 28 0,0 1-1 16,-1-2-4-16,2-1 0 0,-2 2 10 0,-2 0 13 0,4-4 19 16,-2-2 13-16,-3 8 30 0,0-6-20 0,-2 2-4 15,-1-1-12-15,-2-2-5 0,-3 3-14 16,0-3-23-16,-4 2-14 0,2-3-44 0,-6 3-46 0,-2-3-52 15,-2 5-57-15,0-5-77 0,1 2-95 0,0-2-214 16,3-1-586-16,1 2 259 0</inkml:trace>
  <inkml:trace contextRef="#ctx0" brushRef="#br0" timeOffset="90659.05">16110 5501 180 0,'0'0'312'0,"-3"-4"-10"0,3 4-14 16,0 0-18-16,-1-4-15 0,1 4-24 0,0 0-22 15,0 0-21-15,0 0-19 0,0 0-15 0,-3-4-21 16,3 4-11-16,0 0-16 0,0 0-13 0,0 0-12 15,0 0-7-15,0 0-6 0,0 0 2 0,0 0-17 16,0 0-4-16,0 0-4 0,3 17-7 0,-3-16-6 16,0-1-5-16,4 5-4 0,-4-5-5 0,0 4-1 15,0-4-3-15,0 0-3 0,4 6 2 0,-4-6-2 16,0 0-4-16,2 2 5 0,-2-2 1 0,0 0-2 0,0 0 2 16,0 0-3-16,4-10 1 0,1 7-3 0,-5 3-1 15,4-4 1-15,-4-1 5 0,0 5 2 0,0-5 2 16,0 5 0-16,2-4-3 0,-2 4 0 0,0 0-6 15,0 0 0-15,0-5 4 0,0 5 2 0,0 0-9 16,1-4-8-16,-1 4-2 0,0 0-3 0,0 0-6 16,0 0-1-16,0 0-3 0,0 0-2 0,0 0-1 15,0 0-3-15,0 0-3 0,0 0-1 0,0 0 0 16,1 13 1-16,1-9 3 0,-2-4 2 0,4 5 3 16,-3-4-5-16,-1-1 5 0,6 4 4 0,-2-3 3 15,-4-1 6-15,9 2-7 0,-9-2 3 0,8 1 1 16,-8-1-2-16,7-3-1 0,0 2 4 0,-7 1 4 15,8-4 3-15,-4 3 0 0,-1-4 1 0,-3 1 4 16,1 0 1-16,-1 4-2 0,4-6 6 0,-4 2-1 0,0 1 7 16,0 3-10-16,0-7-8 0,0 7 2 15,-4-5-7-15,4 5-17 0,-4-1-18 0,4 1-22 16,-8 0-15-16,8 0-43 0,-11 0-35 0,6 2-43 0,5-2-45 16,-6 4-178-16,2-1-459 0,1 1 203 0</inkml:trace>
  <inkml:trace contextRef="#ctx0" brushRef="#br0" timeOffset="92518.43">16645 5142 36 0,'0'0'283'0,"5"-4"-9"0,-5 4-14 0,4-3-14 16,-4 3-11-16,2-4-13 0,0 2-16 0,-2 2-12 16,0 0-16-16,0-5-17 0,0 5-17 0,0 0-12 15,0 0-12-15,0 0-15 0,-4-7-13 0,4 7-7 16,-4-1-18-16,4 1-1 0,-12-4-6 0,5 4-8 16,0-1-1-16,-1-1-11 0,-5 2-2 0,0-1-8 15,0 0 4-15,-1 0-7 0,2-3-3 0,0 4 0 16,1-1-1-16,-1 0-1 0,2 1-4 0,-1-1 0 0,2 0-6 15,2-2 2-15,1 2 2 0,6 1-2 16,-11-1 3-16,11 1-1 0,0 0 2 0,-9 1 0 16,9-1-2-16,0 0-1 0,0 0-2 0,0 0-5 15,0 0-5-15,-7 2 7 0,7-2-6 0,0 4-1 0,0-4 0 16,2 8-1-16,2-2-4 0,-3-1 4 0,2 2 0 16,-2 0 0-16,4 4 1 0,-2 1-2 15,-2 0 0-15,2 2 1 0,0 3-1 0,-2 1 2 0,1 0-2 16,-2 2-7-16,1-2 7 0,-1 2 0 0,0 0-2 15,0 1 1-15,0 1-2 0,0 0 2 0,0 4-3 16,-1-6 1-16,2 2 4 0,-1-1-1 0,0-1 4 16,0 0-5-16,0-2 0 0,0 0-2 0,3-1 0 15,-2-3 2-15,-1 0 1 0,4-1 0 0,-2-2 1 16,-1 2-3-16,0-3-1 0,2 1 8 0,1-1 0 16,-3-2 5-16,2-1 2 0,-2 0-3 0,1-1 9 15,-1-2 1-15,1 0 2 0,2-1 1 0,-3 3 11 16,2-2 7-16,2-2-8 0,-2-1 1 0,5 2-7 15,0-2 1-15,5 3-1 0,0-2-12 0,2-1 2 16,4 0 0-16,1-1-1 0,1 0-14 0,-1 0-20 16,1 0-23-16,1-1-30 0,-2 1-42 0,-1 0-45 15,0 0-48-15,1-6-58 0,0 4-66 0,-6-2-170 0,5 0-542 16,-5 1 241-16</inkml:trace>
  <inkml:trace contextRef="#ctx0" brushRef="#br0" timeOffset="92924.64">16792 5328 167 0,'0'0'306'0,"1"-5"-15"16,-1 5-25-16,4-3-21 0,-4 3-20 0,0 0-23 15,5-2-25-15,-5 2-17 0,7-3-15 0,-7 3-15 16,8 0-15-16,-8 0-9 0,15 1-11 0,-9 1-11 16,6 0-5-16,0 1-7 0,-2 2-9 0,2-4-7 15,-1 3-5-15,-3 1-10 0,3 1-3 0,-3-3-4 16,-1 1-4-16,0 1-2 0,-4 2-5 0,3-2-7 0,-4 0 2 16,-1 3-4-16,1-3-1 0,-2 1 2 15,-2 2 6-15,-1-2-4 0,1 2 11 0,-5 0 5 16,0-2 6-16,-1 1 2 0,1 0 8 0,0 0 4 0,3-3-4 15,-1 1-6-15,0 1 1 0,0-2-7 0,1-2 3 16,0 2-2-16,3-2 2 0,1-2-1 0,-6 4-8 16,6-4 14-16,-1 3-3 0,1-3 4 0,0 0-10 15,11 5 4-15,-6-4-7 0,7 1-4 0,2-2-28 16,8 1-33-16,-7 0-43 0,5 0-45 0,3-2-63 16,-4 2-81-16,5 1-67 0,-3-4-205 0,2 2-581 15,-2-1 258-15</inkml:trace>
  <inkml:trace contextRef="#ctx0" brushRef="#br0" timeOffset="93169.78">17265 5583 157 0,'4'4'262'15,"-4"-4"-21"-15,1 4-15 0,2-2-22 16,-3-2-19-16,0 4-22 0,0-4-12 0,0 0-16 0,0 8-17 0,0-6-6 0,0-2-11 16,0 8-5-16,-3-6-15 0,1 3-3 0,-3-2-4 15,0 1-10-15,-3 0-4 0,4 1-9 0,-3-1-4 0,0 1-6 16,-1-3 0-16,1 2-19 0,0 1-27 0,-1-3-28 16,0 2-42-16,3-1-46 0,-1-3-56 0,1 0-207 15,5 0-415-15,-11 0 185 0</inkml:trace>
  <inkml:trace contextRef="#ctx0" brushRef="#br0" timeOffset="93466.63">17394 5432 45 0,'0'0'323'0,"0"0"-8"0,0 0-22 0,0 0-17 16,0 0-17-16,0 0-15 0,0 0-12 0,14-1-12 15,-14 1-13-15,16 0-18 0,-8 0-17 0,1 0-17 16,3 0-13-16,-1 0-8 0,-2 0-1 0,-1 0-29 0,2 0-9 16,-1-2-12-16,-2 4-6 0,1-2-8 15,0 0-7-15,-2 0-11 0,2-2 2 0,-8 2-34 16,9-1-27-16,-9 1-37 0,0 0-38 0,10 1-42 0,-10-1-48 15,0 0-48-15,4 2-57 0,-4-2-226 0,0 0-545 16,7 1 242-16</inkml:trace>
  <inkml:trace contextRef="#ctx0" brushRef="#br0" timeOffset="93716.61">17759 5295 17 0,'0'0'312'0,"0"0"-14"16,0 0-19-16,0 0-22 0,0 0-25 0,0 0-20 15,0 0-28-15,0 0-7 0,0 0-6 0,0 0-13 16,-6 15-11-16,6-9-8 0,0 2-12 0,3 2-5 0,-2 3-12 16,1-3-12-16,2 8-13 0,-2-3-6 15,1 4-3-15,1-2-8 0,0 2 3 0,2 0-20 16,-1 1 2-16,-1-2-12 0,2 3-1 0,-1-2-1 15,1-1-30-15,3 3-41 0,-5-3-49 0,0-1-56 0,3 0-88 16,-3-4-305-16,0-3-574 0,1 1 254 0</inkml:trace>
  <inkml:trace contextRef="#ctx0" brushRef="#br0" timeOffset="94669.74">17880 5169 76 0,'-6'-2'321'0,"5"-2"-7"0,-2-1-22 16,3 5-24-16,0-5-19 0,0 5-16 0,0-8-25 0,0 8-21 16,3-5-17-16,5 2-19 0,-4 2-15 0,3-2-13 15,1 2-2-15,4 0-21 0,-1 2-9 0,2-1-11 16,1 1-10-16,-3 2-3 0,4-2-9 0,-1 3-7 15,1-1-5-15,-2 2 4 0,2-3-13 0,-1 5-8 16,-3 1 1-16,-2-5-13 0,2 1 6 0,0 0 2 16,-4 3-11-16,1-1-2 0,-4 1 7 0,0 0-10 15,-1-2 4-15,1 4-9 0,-1-2 0 0,1 0-2 16,-2 1-1-16,0 2 3 0,-1 0-5 0,1 2 0 16,-2 0 4-16,1-3-4 0,-2 3 3 0,1 1-3 15,1 0 3-15,0 1-2 0,-2-3 1 0,2 6-2 16,1 0 5-16,-1 2-1 0,-1-1-4 0,0-1 2 15,4-1-6-15,-4 2 6 0,3 1-1 0,0-1-2 0,0-1 1 16,3 1 1-16,-5 0 2 0,2 0-6 0,3-2 5 16,-5 1-1-16,5-5-2 0,-4 1 4 15,1 1 1-15,1-3-3 0,0 0-2 0,0 1 12 0,-3-1-8 16,2-2 0-16,-1 3 1 0,0-3-4 0,1-1 5 16,-2-2 6-16,2 0-6 0,-3 2 4 0,3-2 19 15,-2-1-5-15,-1 2 6 0,0-3-5 0,0 1 1 16,0 0-2-16,2-1-4 0,-2-4 3 0,0 5-10 15,0-5 7-15,-2 7 7 0,2-4-7 0,0-3 0 16,2 5-2-16,-2-5 0 0,0 0 1 0,-2 7-2 16,2-7-1-16,0 7 1 0,-1-4 13 0,-2 1-13 15,3 0-7-15,-4 1 11 0,0-4-6 0,1 3 11 16,-4 0-5-16,1 0 2 0,-4 2-6 0,-1-2-16 0,-1-1-18 16,-4 3-38-16,-5 0-47 0,1-3-56 15,-10 6-86-15,1-5-370 0,-1-1-667 0,-1 1 295 16</inkml:trace>
  <inkml:trace contextRef="#ctx0" brushRef="#br0" timeOffset="112997.16">16770 3670 215 0,'0'-5'372'0,"1"-2"-4"16,0 0-19-16,-1 2 5 0,2-1-29 0,-2 1-18 0,0 0-26 16,0 5-28-16,0-6-25 0,0 2-25 0,0 4-23 15,1-4-22-15,-1 4-12 0,0 0-32 16,0 0-15-16,0 0-13 0,0 0-5 0,8 11-4 0,-8-4-9 16,3 4-10-16,-1-2-3 0,0 4-12 0,2 5-9 15,-1-1-8-15,2 0-11 0,-3 0-2 0,2-1-15 16,1 1 6-16,-5-4-4 0,4-1-4 0,-2 1-3 15,-1-2-1-15,2 0-6 0,-2-5-18 0,2 6 2 16,-3-9 0-16,3 4 5 0,-1-2-5 0,-2 0 14 16,2-2-4-16,-1-1 8 0,-1-2-1 0,0 0 7 15,11 0 3-15,-11 0-3 0,8-6-2 0,0 1 4 16,-1-2-1-16,1 0 0 0,-1 2 2 0,5-3-3 16,-4 1 6-16,2 3-13 0,-3-3 12 0,-1 2 11 15,0 1-10-15,0 2 8 0,-1-3-15 0,-1 1 8 16,-4 4-7-16,11-1-5 0,-11 1 5 0,8 1 0 15,0 3 1-15,-5 1 1 0,3-2 2 0,0 3-5 16,-2 1 3-16,4 1-2 0,-1 1 9 0,1-2-10 0,0 1 4 16,-1-3 2-16,-2 2-1 0,5 0 2 15,-6-1-7-15,3-3 9 0,-3 0 17 0,-1 1-15 16,1-3 18-16,-4-1 7 0,7 1 6 0,-7-1 3 0,9-6 14 16,-2 2 6-16,-3-1 9 0,0-4-7 0,3-2 6 15,-3 1 1-15,0-1 2 0,-2 0 35 0,2-7-10 16,1 0-4-16,-3 0-15 0,0 1-7 0,1-1-8 15,-3 0-6-15,4 2-10 0,-1 3-10 0,-1 1-13 16,-2 1-14-16,2-2-25 0,-1 3-33 0,-1 3-41 16,0 1-42-16,3 1-47 0,-2-1-60 0,-1 6-67 15,0-5-67-15,0 5-290 0,0 0-719 0,0 0 318 16</inkml:trace>
  <inkml:trace contextRef="#ctx0" brushRef="#br0" timeOffset="113231.51">17436 3638 195 0,'0'-5'373'0,"0"5"-6"0,0-5-10 16,0 5-12-16,-4-5-26 0,4 5-20 0,4-5-30 15,-4 5-26-15,3-3-26 0,-3 3-26 0,7-3-17 16,1 1-24-16,-1-1-11 0,5 3-22 0,2-1-6 0,2 1-23 15,4-1-44-15,-1 1-46 0,2 0-38 16,1 1-37-16,-2 2-41 0,-1 0-56 0,-1 1-56 16,-2 0-58-16,0 0-224 0,-7 1-554 0,3 0 245 15</inkml:trace>
  <inkml:trace contextRef="#ctx0" brushRef="#br0" timeOffset="113403.37">17500 3807 124 0,'-4'0'271'0,"4"0"-19"0,0 0-7 0,0 0-27 16,0 0-22-16,19-5-20 0,-9 3-16 0,2 0-17 15,4-2-14-15,3 2-11 0,0-2-18 0,4-1-31 16,-2 1-66-16,-2 0-70 0,4-2-75 0,1 2-191 16,-2-1-360-16,4-1 159 0</inkml:trace>
  <inkml:trace contextRef="#ctx0" brushRef="#br0" timeOffset="114090.81">18195 3271 101 0,'3'-4'314'15,"-3"4"-10"-15,0-7-10 0,1 5-18 0,-1 2-20 16,2-7 2-16,-5 2-19 0,3 5-15 0,-3-5-23 16,3 0-18-16,-4 1-15 0,-2 0-14 0,1-1-13 15,1 1-15-15,-4 0-18 0,4 1-11 0,-3-1-11 16,-1 0-6-16,-3-1-9 0,6 1 0 0,-2 1-17 0,-1 1-9 15,1-2-6-15,0 3 0 0,2-1-8 16,-2 1-2-16,7 1-6 0,-8-3-6 0,8 3-3 16,-7-1-11-16,7 1-6 0,0 0-7 0,0 0 0 0,-11 0-2 15,11 0-1-15,-5 3-1 0,5-3-2 0,0 0 4 16,-6 4-1-16,4-2 2 0,2-2 1 0,-2 4 1 16,2 0-1-16,0-4 1 0,0 7 0 15,0-2 1-15,0 1 3 0,0-1-4 0,0 2 7 0,-3-1-3 16,3 3 0-16,0 1 10 0,0 0-10 0,0 2 3 15,0 1-2-15,3 6 4 0,-3-2-2 0,-3 1 3 16,6 3 0-16,-3-1 0 0,0 9-1 0,0-4 2 16,0 3-1-16,0-3 2 0,-3 3 2 0,3-1-7 15,3-1 5-15,-3 0-2 0,0 0 1 0,2 2 0 16,-2-7 2-16,0 7 3 0,2-1-5 0,-2-2 2 16,0-4-4-16,0 1 0 0,0-3 10 0,-2 0 10 15,2 1-6-15,0 0-2 0,0-2 4 0,-2 0-1 16,2-2-1-16,0-3 3 0,0 4 5 0,0-4-1 15,0 1-1-15,0-3 1 0,-3 1 1 0,3-2-2 16,0 3 3-16,0-3-3 0,3 0 11 0,-3-2-12 16,0 0 6-16,0-1-4 0,0 0 1 0,0-1-4 15,4-1 2-15,-4 1-2 0,3 0 2 0,-2-2-6 16,1 1 6-16,-1-2 2 0,3 2-5 0,-3 0 3 0,2-2-3 16,-2 1 0-16,5 0-2 0,-3 0 1 15,1 0 1-15,1-2-3 0,3 2-1 0,-4-2 3 16,6-2-9-16,1 3 4 0,2-3-13 0,3 1-15 0,4-1-41 15,0-1-36-15,-1 0-45 0,4-1-57 0,-2-6-58 16,9-4-69-16,-2 0-263 0,3-1-634 0,-1-4 280 16</inkml:trace>
  <inkml:trace contextRef="#ctx0" brushRef="#br0" timeOffset="114778.24">18447 3272 227 0,'0'0'240'0,"0"0"-14"16,0 0-24-16,0 0-19 0,0 0-17 0,0 0-20 15,0 0-10-15,0 0-16 0,0 0-10 0,0 0-13 16,0 0-8-16,20 6-6 0,-16-5-12 0,3 4-7 15,0-4-7-15,0 3-3 0,-2-2-7 0,3 3-3 16,-4-2-7-16,1 2-3 0,0-1-5 0,-1 0-1 0,1-1-7 16,2 3-2-16,-4 0-1 0,0-3-4 15,-2 5-2-15,-1-2 1 0,0 1-1 0,0 1 6 16,-1 1 19-16,-3 1 4 0,-1-2 0 0,1 2-3 0,-1-1 5 16,1-3-1-16,-3 2 0 0,2 0-1 0,2-3 1 15,-1 0-4-15,1 0 5 0,-1-1 0 0,4-4 9 16,-4 4 3-16,4-2 13 0,0-2 8 15,0 0 16-15,0 5 4 0,0-5 1 0,3 5 1 0,-3-5-1 16,0 0-17-16,17-5-5 0,-3 4-8 0,2 0-9 16,-3-2-5-16,6 2-6 0,0 0-10 0,0 1-37 15,0-1-41-15,-3 1-52 0,3 0-53 0,-5 3-53 16,1 0-67-16,-3-2-68 0,-1 1-196 0,-3 3-574 16,-3-1 254-16</inkml:trace>
  <inkml:trace contextRef="#ctx0" brushRef="#br0" timeOffset="115231.33">18464 3875 22 0,'-3'4'222'0,"3"-4"-10"0,-4 6-2 16,2-1-18-16,-1-1-19 0,-2 1-12 15,4 0-16-15,-2 0-13 0,1 0-8 0,1 0-11 16,-2 0-8-16,3 0-9 0,0-2-7 0,-4 2-2 0,4 0-7 15,3 1-8-15,-2-4 1 0,2 2-5 0,-2 2-3 16,2-4 3-16,3 1-7 0,3-1-4 0,-2 0-5 16,2 0-5-16,1-1-5 0,1 0-3 15,1-1 0-15,-2 0-8 0,-1-1 0 0,2-2-5 0,-3 1-2 16,2-2-2-16,-5 1-1 0,3 0 2 0,-4-2 1 16,-1 0-1-16,1 1-2 0,-4-2-5 0,0 0-2 15,-1 0-1-15,-3 0-3 0,-2 0-2 0,-1 1-2 16,2-2 1-16,-7 0-3 0,2 3-2 0,-2 0-1 15,-2-2-10-15,2 2-10 0,0 0-18 0,1 3-21 16,-1-3-23-16,2 3-31 0,2 0-40 0,4-2-49 16,-3-1-217-16,1 1-452 0,6 3 201 0</inkml:trace>
  <inkml:trace contextRef="#ctx0" brushRef="#br0" timeOffset="115918.76">18810 3250 16 0,'-6'-1'341'0,"1"-3"-6"0,4 1-8 15,1 3-10-15,-3-6-12 0,0 3-15 0,3 3-25 16,0 0-23-16,-1-5-22 0,1 5-18 0,4-6-25 0,0 3-18 15,1 2-19-15,2-2-10 0,2 3-18 0,-4-1-15 16,6 0-4-16,0 0-9 0,0 1-7 0,2 0-14 16,1 1-2-16,-1 0-12 0,-2 2-1 0,-2-3-5 15,0 1-7-15,-1 0-3 0,-2-1-7 0,3 1-3 16,-5 1-3-16,6-1-5 0,-5 2-6 0,-1-1-3 16,-2 1-6-16,3-1 9 0,-1 2-2 0,0 0-14 15,-3 1-2-15,-1 0 3 0,5 0-1 0,-4 2 2 16,-1 1 1-16,1 0-8 0,-1 3 5 0,0-2 1 15,0 2 1-15,-2 4-5 0,2-3 8 0,-2 7-1 16,2-1 0-16,0 3 1 0,2 4-1 0,-4-4 1 16,-1 7 0-16,2-3 2 0,1 5 4 0,1-3 1 15,4 1-8-15,-4 0 6 0,3-1-10 0,-1 4 10 16,-2-2-4-16,6-2 3 0,-4-5 1 0,3 4-3 16,-2-1 5-16,2 4-2 0,-2-9 1 0,0 0-6 15,-1-2 10-15,2 0-9 0,-1-1-1 0,-1-3 4 16,1-1-1-16,-4 1-1 0,4-2 1 0,-2 0 0 15,-1-1 1-15,2 2-1 0,-3-6 2 0,0 2 3 16,-2-3 10-16,2 3 3 0,-2-2 4 0,0 0 18 16,-2 0-12-16,0-2 11 0,-3 2 6 0,-1 1-5 15,-1 1-2-15,-3-1 1 0,-1 1-3 0,-2-2-9 16,-4 1 1-16,7 0-40 0,-4-1-46 0,2 1-51 0,-4-2-52 16,2 4-46-16,5-2-73 0,4-1-104 0,0 2-209 15,6-3-640-15,2 1 283 0</inkml:trace>
  <inkml:trace contextRef="#ctx0" brushRef="#br0" timeOffset="116246.86">19406 4028 289 0,'0'0'358'0,"1"-2"-17"0,-1 2-27 16,0 0-34-16,0 0-21 0,0 0-30 0,0 0-24 15,0 0-20-15,0 0-20 0,0 0-14 0,14 5-19 16,-10-1-8-16,-2 1-18 0,1-1-10 15,4 2-11-15,-3 1-8 0,0-1-17 0,0 2-30 0,2 1-19 16,-1 1-23-16,-1 2-13 0,-4-1-28 0,0 2-20 16,0 0-23-16,-5 4-28 0,-1-6-52 0,-2 2-47 15,0-3-230-15,-6 1-490 0,2-2 216 0</inkml:trace>
  <inkml:trace contextRef="#ctx0" brushRef="#br0" timeOffset="117059.28">19883 3458 107 0,'0'0'309'16,"1"-2"-2"-16,-1 2-11 0,0 0-16 0,3-4-22 16,-3 4-19-16,0 0-31 0,0-5-16 0,0 5-14 15,0 0-30-15,0 0-15 0,0 0-17 0,0 0-14 16,0 0-9-16,0 0-12 0,-4 13-6 0,4-13-7 16,0 8-6-16,0-3-9 0,4 2-7 0,0 0-4 0,0 3 17 15,3-1-9-15,0 1 1 0,9 1-14 0,-2 0 4 16,2-1-2-16,3 0-6 0,2 0-4 15,-1-2-2-15,-2 2-5 0,2-4-1 0,-1 2-2 16,3-2 0-16,-3 0-5 0,-7-2-1 0,5-2 0 0,-8 2-2 16,6-2-5-16,-4-2 1 0,1 0 1 0,-1 0-1 15,-3 0-2-15,1-1 1 0,-2-2 0 0,0 0-1 16,0 0-2-16,0 0 6 0,1-2-6 0,-3 1 10 16,1 2-13-16,0-2 3 0,0 0 0 0,0 0-2 15,-4 2 2-15,1-1 0 0,1-1 1 0,-4 4-1 16,4-4 0-16,-1 2-1 0,-3 2-2 0,3-3-4 15,-3 3 3-15,5-4 0 0,-5 4 2 0,0 0-6 16,10-1 2-16,-5 0-2 0,-5 1 4 0,8-1 1 16,-5-1-3-16,1 1 2 0,-4 1-2 0,0 0 5 15,12-3 1-15,-12 3-3 0,4 0-1 0,-4 0 4 16,6-4 2-16,-6 4-1 0,4-5 2 0,-4 5 0 16,1-5-3-16,-1 0 0 0,0 0 1 0,0 5-1 15,-1-10 0-15,-2 3-3 0,0-3-1 0,-1 1-4 16,-4-1 13-16,-1-3-13 0,3 2 4 0,-7-5-4 15,-1 5 1-15,-1-5 4 0,-2 2-1 0,-1 3-1 16,-1-1 3-16,-3 2-7 0,3 1 3 0,-3 1-1 16,-1 3 0-16,-1 1-4 0,3 3 2 0,-1-1-2 15,2 2 8-15,2 1-7 0,-1 1-11 0,8 0-19 0,-3 3-16 16,3 0-11-16,1 1-8 0,3 1-7 16,2 1-4-16,-1-1-6 0,5 3-14 0,-2-1-34 15,6-1-44-15,3 1-55 0,-1-1-231 0,0-3-505 0,6 3 224 16</inkml:trace>
  <inkml:trace contextRef="#ctx0" brushRef="#br0" timeOffset="117427.44">20105 3246 11 0,'0'0'389'16,"-2"-6"-10"-16,4 1-7 0,-2 5-12 0,-2-5-15 16,2 5-22-16,-1-4-33 0,1 4-28 0,0 0-34 15,0 0-28-15,-3-4-28 0,3 4-8 0,0 0-29 16,-1 13-20-16,-3-3-9 0,4 3-13 0,0 5-4 15,-5 2-6-15,5 10-8 0,1 0-5 0,2 6-10 16,-2 0-7-16,4 1-3 0,-5 2-7 0,4 10-5 16,1 2 15-16,0-14-18 0,1 11-3 0,-2-9-4 15,2-5-6-15,2 0 4 0,-2 1-3 0,1-1-7 16,-2-8-11-16,-1 2-14 0,-1-8-44 0,1-1-28 16,0-5-26-16,-4 0-30 15,2-3-26-15,2-1-34 0,-4-4-27 0,4 1-65 16,-3-4-293-16,3-1-629 0,-4-2 280 0</inkml:trace>
  <inkml:trace contextRef="#ctx0" brushRef="#br0" timeOffset="117761.7">20560 3299 46 0,'2'-4'379'0,"1"0"-10"0,1 2-15 0,-4 2-15 0,2-5-35 15,-2 5-32-15,0 0-30 0,0-5-33 0,0 5-26 16,0 0-15-16,0 0-19 0,-9 11-13 0,6-6-19 16,-6 7-13-16,-1 2-9 0,2-3 3 0,-3 6-21 15,-4-1-7-15,3 2-3 0,-2 7-8 0,3-6-7 16,-1 0 1-16,5 0-5 0,2 6-5 0,-1-5-10 15,2 2 3-15,4-3-5 0,-5 1-5 0,10 0-5 16,-1-1 17-16,-1-2-30 0,4 1-11 0,1-3-12 16,-1-5-27-16,8 3-41 0,-3-7-43 0,4 5-50 15,2-4-54-15,4-3-67 0,2-2-246 0,-5-3-588 16,2 1 262-16</inkml:trace>
  <inkml:trace contextRef="#ctx0" brushRef="#br0" timeOffset="117996.05">20868 3387 129 0,'0'0'291'0,"-4"-7"-22"16,4 7-24-16,0 0-25 0,0 0-22 0,0 0-16 16,0 0-15-16,-12 10-11 0,7-4-17 0,1-1-13 15,-4 3-10-15,2 2-11 0,-3 0-13 0,0 5-6 16,-2-2-10-16,0 3-7 0,-1 1-4 0,2-1-8 15,-8 5-3-15,2-6-5 0,5 0-25 0,-5 2-27 16,4-3-22-16,2 0-23 0,-2 0-29 0,5-2-36 0,2-4-57 16,-4 3-48-16,3-4-160 0,2 2-408 15,2-6 182-15</inkml:trace>
  <inkml:trace contextRef="#ctx0" brushRef="#br0" timeOffset="118199.16">20690 3458 286 0,'0'0'286'16,"-3"-4"-22"-16,3 4-28 0,0 0-22 0,0-5-23 15,0 5-22-15,0 0-16 0,0 0-12 0,8 8-14 16,-8-2-14-16,7 3-10 0,1 1-7 0,2-2-9 16,3 7-2-16,1-3-17 0,-1 3-7 0,5 0 1 15,-1-1-11-15,0 1-10 0,6 3-32 0,-5-5-42 16,1 2-56-16,-1-3-67 0,2 1-53 0,0-6-184 15,0 4-426-15,-1-4 189 0</inkml:trace>
  <inkml:trace contextRef="#ctx0" brushRef="#br0" timeOffset="118464.75">21046 3319 253 0,'-3'-5'262'16,"3"5"-24"-16,0 0-27 0,0 0-21 0,0 0-15 16,0 0-12-16,0 0-14 0,8 17-11 0,-4-7-9 15,2-4-9-15,2 4-9 0,2 7-13 0,-1 0-12 16,5-2-5-16,-2 1-8 0,0-1-6 0,-1 0-6 16,0 3-5-16,-3 0-2 0,2 1-11 0,-2-1-5 15,-3-1-3-15,-2-1-5 0,-2 1-8 0,-1-4-22 16,-4 3-4-16,-1-4-17 0,0 0-18 0,-4 0-21 15,-2 0-22-15,-2 1-43 0,3-7-41 0,-2 2-52 0,0 0-144 16,-2-3-391-16,6-2 173 0</inkml:trace>
  <inkml:trace contextRef="#ctx0" brushRef="#br0" timeOffset="118714.73">21397 3474 186 0,'0'0'301'16,"0"0"-11"-16,0 0-19 0,0 0-24 0,19 6-27 16,-7-4-20-16,3-2-18 0,4 1-16 15,-1 1-16-15,2-1-15 0,2-2-17 0,-3 2-13 0,0 0-12 16,0-1-15-16,-1 0-44 0,-5 0-63 0,1 0-72 15,-2 1-72-15,-1 1-240 0,-4-1-446 0,-3 0 198 16</inkml:trace>
  <inkml:trace contextRef="#ctx0" brushRef="#br0" timeOffset="118855.34">21373 3632 237 0,'0'0'233'0,"6"2"-22"0,-1-1-22 0,2 0-18 16,-7-1-19-16,16 2-14 0,-8 0-18 0,2-2-33 16,4 1-71-16,5-2-81 0,-5 2-184 0,5-2-268 15,0 1 118-15</inkml:trace>
  <inkml:trace contextRef="#ctx0" brushRef="#br0" timeOffset="119777.13">22232 2993 134 0,'0'0'229'15,"0"-6"-9"-15,0 6-22 0,-1-6-14 0,-2 1-17 16,-1 1-12-16,2 2-18 0,-3-3-10 0,0-1-12 16,-1 4-12-16,-2-2-13 0,-3-1-8 0,2 1-2 15,-4 0-9-15,-1 2-6 0,3-2-3 0,2 1-4 16,-4 1-7-16,3-1-6 0,3 0 2 0,-2 1-5 15,2 1 1-15,2-1 2 0,5 2 1 0,-10-2-4 16,10 2-2-16,-6-3-1 0,6 3-1 0,-6-1-1 16,6 1-4-16,0 0-5 0,0 0-6 0,-5-1 0 15,5 1-4-15,0 0-2 0,-3 7-1 0,3-7 0 16,0 8-3-16,1-1-2 0,-1-1 1 0,3 4 1 16,0 0-3-16,-2 1-1 0,3 2 1 0,-2 2-5 15,3 0 4-15,-3 3 0 0,0 3-5 0,2-1 2 16,-1 1-2-16,0 7 3 0,1-1-1 0,0-1 1 15,-3 4 5-15,6-1 0 0,-3 2 1 0,0 2 7 16,1 1-4-16,0 2-1 0,1-5 2 0,2 4 3 16,-5-3 3-16,5 0-1 0,-4 0 5 0,3 0-4 15,1 0 0-15,-4-1 0 0,0-1 0 0,1 1-4 16,0-3 6-16,-2 2 9 0,2-2 14 0,-2-7-3 16,1 6-1-16,-4-5-2 0,5 3-5 0,-5-5-2 15,0 0 5-15,3-1 1 0,-1-2 4 0,0-1 6 16,-2 0-5-16,0 1-3 0,0-3-1 0,4-2-4 15,-2-2-6-15,-1 2 0 0,2-3 0 0,-2 0-6 0,4 1 2 16,-3-4-6-16,2 2 4 0,-1-2 4 16,2-2-6-16,1 2 3 0,4-1-1 0,0-2-9 15,1 0-7-15,4-2 5 0,-3-2-7 0,3 1-19 16,3-4-44-16,1-1-54 0,0 0-65 0,4-5-82 0,6-5-93 16,-1-3-216-16,3-1-612 0,1-5 271 0</inkml:trace>
  <inkml:trace contextRef="#ctx0" brushRef="#br0" timeOffset="120421.23">22579 3035 168 0,'0'0'307'0,"0"0"-19"0,0 0-20 0,0 0-21 15,0 0-25-15,6-6-17 0,-4 3-19 0,-2 3-9 16,10-2-29-16,-10 2-16 0,9 0-16 0,-1 0-8 16,-8 0-11-16,12 5-16 0,-6-3-3 0,2 2-8 15,-4 0-11-15,6 1 2 0,-5 3-13 0,1-1-8 16,-1 1-4-16,-1-2-9 0,-1 4-3 0,-2 1 1 16,2-1-4-16,-3 0-4 0,0 3 0 0,-3-4-5 15,-1 3 0-15,0-1 0 0,-1-2 0 0,-1 2 1 16,3-4-5-16,-3 2 3 0,2-3-3 0,0 1-2 15,2-3 3-15,-2 1-3 0,0-2 7 0,3 2 18 16,1-5 14-16,-5 5 27 0,5-3 17 0,0-2 22 16,0 0 12-16,0 0 1 0,0 0-12 0,7 3-13 15,-7-3-12-15,23-2-8 0,-5 0-9 0,7 1-12 16,0 1-18-16,7-3-32 0,0 3-43 0,-2 0-44 16,-7 1-55-16,-1 1-62 15,1-1-71-15,9 0-80 0,-13 2-235 0,-3 2-629 16,-1-1 280-16</inkml:trace>
  <inkml:trace contextRef="#ctx0" brushRef="#br0" timeOffset="120710.65">22534 3829 225 0,'0'0'327'0,"0"0"-12"0,-3 2-12 0,3-2-22 15,0 0-15-15,0 0-29 0,0 0-23 0,0 0-21 16,0 0-15-16,21-1-24 0,-9 1-15 0,0-1-16 15,4 1-11-15,-2 0-35 0,2-2-56 0,4 1-67 0,-3 0-78 16,2-3-80-16,0 1-262 0,-5-1-503 0,6 2 223 16</inkml:trace>
  <inkml:trace contextRef="#ctx0" brushRef="#br0" timeOffset="120929.38">22934 3715 50 0,'-2'9'245'0,"2"-4"-3"0,2 1-23 16,-2 1-18-16,1 0-1 0,-1 4-14 0,3-1-14 15,-2 2-17-15,-1 0-18 0,3 0-11 0,-3 1-10 16,1 0-14-16,2 3-9 0,-1 2-6 0,-2-4-10 16,0-1-5-16,-2 1-7 0,2-1-29 0,-3-3-40 15,3 2-53-15,-1-2-64 0,2-1-56 0,2-3-194 16,-3 1-401-16,3-2 177 0</inkml:trace>
  <inkml:trace contextRef="#ctx0" brushRef="#br0" timeOffset="121757.42">23067 2982 194 0,'0'0'294'0,"2"-8"-9"0,-2 8-15 15,0-7-13-15,2 5-20 0,0-2-21 0,-1 0-12 16,-1 4-22-16,3-6-18 0,1 2-12 0,-2 0-18 15,3 0-15-15,-1 1-10 0,1 2-13 0,1-1-9 16,1 2-10-16,5-3-9 0,1 3-9 0,-1 3-6 16,3-1-4-16,0 1 0 0,5 3-10 0,0 1-4 15,0 1-3-15,-2 0-4 0,4 1-3 0,-4 2-3 0,0-3-5 16,-4 0 0-16,1 0 0 0,-1 2-6 16,-4-1 1-16,-1 0-7 0,-4-1 1 0,3 0 0 15,-1 3-6-15,-2-4 2 0,-2 3 0 0,1 1-1 16,-1 1-4-16,-2-2 2 0,1 1 2 0,-2 1 1 0,0 2-4 15,1 0-1-15,-1-2 0 0,0 6 2 0,0 0-2 16,0 3 3-16,0-1 2 0,4 1 0 16,-4 7-3-16,5-6 2 0,-2 6-1 0,0-1 4 15,-2-1-5-15,2 0 1 0,1 3 3 0,0-1 9 0,-1-2-10 16,3 3-3-16,-5-1 2 0,1 0-3 0,2-1 5 16,1 5-2-16,0-4 1 0,-1 2 4 0,0-3 0 15,0 1 1-15,2-1 2 0,-1-1 0 0,-1-5 3 16,-1 2-1-16,3-4 3 0,-5 2 0 0,4-2 1 15,-2-1 0-15,0-1-5 0,-1-1 5 0,0-1-1 16,0-3 0-16,-2 1 2 0,3-2 22 0,-3 1 16 16,0 0 1-16,2-5-8 0,0-1 7 0,-4 1-3 15,2-1 3-15,2-1 4 0,-2 0-4 0,0 1 1 16,0-2 14-16,-2-1-19 0,4 1-2 0,-4 0-3 16,2-4-3-16,2 7-5 0,-2-4-2 0,0-3-5 15,0 5 7-15,-2-1-13 0,2-4-4 0,0 7 1 16,-2-1-4-16,4-4 4 0,-2-2-6 0,0 7-6 15,0-7 6-15,-5 8-4 0,4-6-7 0,-2 1 4 16,1 2-10-16,-4 0-10 0,2-4-25 0,-1 3-30 16,-3-1-29-16,-5-1-62 0,0-1-47 0,-2 2-60 15,-3 0-103-15,-5-6-249 0,-7 2-669 0,0-2 295 16</inkml:trace>
  <inkml:trace contextRef="#ctx0" brushRef="#br0" timeOffset="125649.3">8472 5370 37 0,'1'-3'226'0,"-1"3"0"0,0 0-6 0,0-10-3 16,0 10-9-16,0 0-5 0,0-3-4 0,0 3-16 15,0 0-8-15,0 0-14 0,-1-5-6 0,1 5-12 16,0 0-14-16,0 0-10 0,0 0-9 0,0 0-14 15,0 0-17-15,0 0-3 0,0 0-10 0,0 0-6 16,0 0-5-16,0 0-4 0,0 0-7 0,-2-4-8 16,2 4-5-16,0 0-6 0,0 0-5 0,0 0 3 15,0 0-3-15,0 0-6 0,0 0 0 0,0 0 1 16,0 0-5-16,2 15 0 0,-2-11-1 0,1 0 0 16,-1-4-5-16,0 9 4 0,3-5 6 0,-3 1-8 15,1-1 1-15,-1 3 9 0,0 1-2 0,0-4-2 16,3 2 1-16,-3 0 0 0,0-1-4 0,1 1 0 15,-1-1 1-15,2 0-4 0,-2 0 0 0,1 0-1 16,-1 0 1-16,3 1 5 0,-3-2-5 0,0 2 1 16,1-3-6-16,-1 2 3 0,0 0-1 0,0-5-1 15,0 6-14-15,0-6-13 0,-1 6-20 0,1-6-9 16,0 4-12-16,0-4-20 0,1 5-16 0,-1-5-36 16,0 0-36-16,0 3-54 0,0-3-228 0,0 0-494 0,0 0 218 15</inkml:trace>
  <inkml:trace contextRef="#ctx0" brushRef="#br0" timeOffset="127242.9">8375 5355 35 0,'0'0'150'0,"0"0"-9"15,0 0-12-15,0 0-17 0,0 0-7 0,0 0-11 16,0 0-11-16,0 0-7 0,0 0-10 0,0 0-3 16,0 0-8-16,0 0-2 0,0 0-10 0,0 0-4 15,0 0-2-15,0 0-9 0,0 0 1 0,0 0-7 16,0 0 0-16,0 0-6 0,14-8-4 0,-14 8-10 16,0 0 1-16,11 2-2 0,-11-2-4 0,11 0-5 15,-5-2-1-15,1 4 3 0,-7-2 1 0,14-2-4 16,-7 4 4-16,-2-1 2 0,3-1-7 0,0-1 3 15,-8 1 1-15,11 0 3 0,-11 0 0 0,11-2 3 16,-11 2-4-16,8 0 0 0,-8 0 0 0,8 0 2 16,-8 0 0-16,0 0-1 0,7 0 9 0,-7 0-8 15,0 0 11-15,0 0 4 0,8-1 7 0,-8 1 2 16,0 0 4-16,0 0 11 0,0 0-2 0,0 0-5 16,0 0 2-16,0 0-10 0,-5-7 1 0,5 7-1 0,0 0-2 15,-8-2 1-15,8 2-4 0,-10-3-4 0,5 3 1 16,5 0-1-16,-14-1-3 0,6 1-2 15,1 0 7-15,0 1-2 0,7-1-7 0,-17 2-1 16,10-1-2-16,0 0 3 0,-1 2-5 0,3 0-1 0,-1-1-24 16,2-1-21-16,4-1-39 0,0 0-43 0,0 0-123 15,0 0-272-15,0 0 121 0</inkml:trace>
  <inkml:trace contextRef="#ctx0" brushRef="#br0" timeOffset="130843.14">14632 6015 58 0,'0'0'272'0,"0"0"1"0,-7-2 2 0,7 2-7 0,0 0-5 16,0 0 3-16,-7-1-21 0,7 1-7 0,-1-4-9 0,1 4-16 16,0 0-7-16,0 0-25 0,0 0-9 0,0 0-16 15,0 0-23-15,0 0-5 0,0 0-15 0,0 0-10 16,0 0-12-16,0 0-7 0,0 0-23 0,0 0 14 15,0 0-12-15,0 0 11 0,0 0-19 0,0 0-4 16,28 0 1-16,-10-3-8 0,6 2-1 0,8 1-7 16,0-1-4-16,5 0-16 0,3-2 15 0,2-1-1 15,13 0 7-15,-14 2-16 0,14-2-1 0,-12 1-3 16,-5 3-2-16,4-1-7 0,-5-1 3 0,3 0 15 0,-5 1-15 16,-4-2-7-16,-1 2-3 0,-8 1 2 15,-3-1-1-15,-5 1-10 0,-1 0-12 0,-5 0-20 16,1 0-17-16,-3-2-18 0,2 4-20 0,-8-2-18 0,9 0-18 15,-9 0-14-15,5 1-17 0,-5-1-12 0,3 3-16 16,-3-3-32-16,0 0-20 0,0 0-31 0,0 0-204 16,-14 2-516-16,14-2 228 0</inkml:trace>
  <inkml:trace contextRef="#ctx0" brushRef="#br0" timeOffset="131202.49">15289 5897 21 0,'-4'-3'332'0,"4"3"-14"15,0 0-18-15,-4-4-28 0,4 4-23 16,0 0-23-16,0 0-22 0,0 0-20 0,0 0-24 0,0 0-9 15,0 0-20-15,0 0-12 0,18 7-12 0,-8-3-13 16,1 1-7-16,1 0-10 0,2 0-1 0,-1 1-13 16,1 1-8-16,-1 1-5 0,1-2-3 0,-4 1-5 15,3 1-9-15,-3 0 2 0,-2-2-2 0,3 2-8 16,-6-1-5-16,1-2 1 0,-1 2-5 0,-5-1-3 16,0 1 2-16,0 1-2 0,-5 0 1 0,-1 2-7 15,-5-2 4-15,2-3-6 0,-5 5-25 0,-3-3-26 16,0 2-25-16,-2-2-34 0,3-1-47 0,1-1-59 15,-1 3-54-15,-1-3-195 0,6 0-497 0,2-1 219 16</inkml:trace>
  <inkml:trace contextRef="#ctx0" brushRef="#br0" timeOffset="132545.88">16552 5628 138 0,'0'0'227'16,"0"0"-13"-16,0 0-19 0,0 0-18 0,10 0-12 0,-10 0-18 15,7 3-14-15,-5 0-13 0,1 1-12 0,1 0-9 16,0 1-7-16,1 1-11 0,0 3-11 0,0 0-2 15,-1 2-4-15,-4 1 4 0,4 1 16 0,-2 5-6 16,0-1-6-16,0 2-5 0,1 2 3 0,-1-3 12 16,-1 3-4-16,-2 0 3 0,2 0 0 0,-1 0 4 15,-1-1-8-15,-1 1-6 0,4-2-4 0,-4 0-1 16,4 0-5-16,-2-1-5 0,1-1-3 0,-1 0-10 16,3-1-1-16,-3-2-1 0,1 1-3 0,2-4-3 15,-1 2 0-15,3-3-1 0,-2 1 5 0,-2 1-5 16,2-3-5-16,1 1 4 0,3-2 4 0,-6-1-4 15,3 1 7-15,0 0-3 0,2-3-4 0,-2 2 4 16,0-1 13-16,0-2-19 0,4 0-2 0,-1 0 0 16,1 1-9-16,-1-3 3 0,1 2 0 0,3-3-4 0,-3 2 8 15,3-2-12-15,-3 2-8 0,3-2-23 0,-4 0-34 16,2-2-46-16,-2 2-52 0,-7-1-55 16,16-2-81-16,-9-2-299 0,0 1-629 0,0-1 279 0</inkml:trace>
  <inkml:trace contextRef="#ctx0" brushRef="#br0" timeOffset="132889.6">16817 5961 196 0,'0'0'379'0,"0"0"-1"0,0-4-5 0,0 4-15 15,0 0-11-15,0 0-21 0,-1-6-25 0,1 6-28 16,0 0-23-16,0 0-35 0,0 0-13 0,0 0-25 15,0 0-13-15,0 0-17 0,0 0-16 0,0 0-15 16,14 2-14-16,-8-4-10 0,5 6-17 0,2-4-22 16,-1-2-28-16,0 4-43 0,3-2-32 0,-1 1-37 15,0 0-32-15,-2-2-42 0,1 1-50 0,1-1-52 16,-3-1-61-16,1 2-251 0,-5-2-622 0,-1 0 275 16</inkml:trace>
  <inkml:trace contextRef="#ctx0" brushRef="#br0" timeOffset="133118.54">17099 5888 196 0,'0'0'193'0,"0"8"6"0,1-2-6 0,1-1-15 0,-2 1-11 15,0 1-8-15,0 3-6 0,1 2-9 0,-1-1-17 16,0 2-12-1,3 0-11-15,-2 0-8 0,-1 0-12 0,3 5-5 16,-2-3-7-16,2-3-7 0,-2 4-4 0,1-5-6 16,0 2-6-16,4-3-19 0,-2 1-29 0,0 0-54 0,3-2-63 0,-2-3-69 15,2-1-176-15,3-1-392 0,-2-1 174 0</inkml:trace>
  <inkml:trace contextRef="#ctx0" brushRef="#br0" timeOffset="134305.94">17496 5450 130 0,'0'0'293'0,"0"0"-12"0,-7-4-10 15,7 4-19-15,0 0-18 0,0 0-20 0,0-4-19 16,0 4-21-16,0 0-15 0,15 0-18 0,2-1-15 16,4 1-11-16,0 1-11 0,7 1-14 0,5 0-6 15,1-1-11-15,0 1-7 0,-4 0-6 0,1-1-5 16,-1 2-6-16,-7-2-8 0,0 0-2 0,-2 0-11 0,-2 1-8 16,-6-2-4-16,-6 0-8 0,7 0-8 0,-5 2-5 15,-3-2-11-15,-6 0-4 0,11 0-4 16,-11 0 0-16,5 0-3 0,-5 0 5 0,0 0 2 0,0 0-4 15,0 0 9-15,-22-2 1 0,7 2-1 0,-1 0-1 16,-6-2 6-16,-2 4 0 0,1 0-1 0,-6-2 2 16,6 1 3-16,1-1-3 0,1 2 0 0,3 2 2 15,3-2 1-15,3 1 0 0,3-2 0 0,-3 2-2 16,5 0 1-16,0 0-3 0,2 0 4 0,1 1 4 16,4-1 1-16,0-3 3 0,8 10 0 0,0-5 0 15,5-2-1-15,0 2 1 0,8 1 0 0,3-4 1 16,-2 1-3-16,9 1 1 0,-11-2-10 0,4-1-8 15,-4 2-14-15,-1-6-11 0,-5 2-4 0,1 1 6 16,-6 0 3-16,-1 0 2 0,-2-1 5 0,-6 1-5 16,4-4 4-16,-4 4 3 0,0 0 3 0,-22-5 3 15,7 3 2-15,-4-3 1 0,-5 4 1 0,-5 0 3 16,-4 1 10-16,3-3 9 0,2 3 6 0,4-1 5 0,2 2 2 16,1 1 1-16,2-2-3 0,4 1-5 15,3 0 3-15,1 0-1 0,4 4-2 0,-2-3-1 16,5 1 2-16,1-1-3 0,-1 2 2 0,4 1 3 0,1 0-6 15,4-1 8-15,5 4-2 0,1-2 0 0,2 1-1 16,5 0-5-16,3 0 6 0,-5-2-2 0,5-1 0 16,-5-1-1-16,4 2-8 0,-1-3 8 0,-4-1 1 15,0 2-5-15,-2-2-1 0,-1-1 1 0,-3-1-3 16,1 0 0-16,-5-2-1 0,1 2-1 0,-3-4-1 16,0 1-1-16,-3-3-1 0,-1 2 1 0,-7-1-1 15,1-3 1-15,-4 0-2 0,-4-3 0 0,-1 1 3 16,-2-2-2-16,-7 0-2 0,0-2 4 0,6 5 0 15,0-2 1-15,4 1-3 0,-1 0 0 0,3 3-2 16,1-2 2-16,1 3 4 0,4-1 0 0,2 0 4 16,-3 3 3-16,4 0 3 0,1-1-2 0,0 3 2 15,2-1-2-15,1-1 0 0,0 5-5 0,0-8 6 0,0 8-8 16,4-3 1-16,-1 0-1 0,-3 3-1 0,12-1-1 16,-9 0-6-16,-3 1-12 0,12 0-17 15,-12 0-22-15,8 2-20 0,-4 1-28 0,-1-2-25 0,-3-1-25 16,0 5-22-16,0 0-178 0,-7-2-383 0,0-1 169 15</inkml:trace>
  <inkml:trace contextRef="#ctx0" brushRef="#br0" timeOffset="135479.16">17069 5119 14 0,'-4'-2'290'16,"4"2"-17"-16,-3-4-19 0,3 4-21 0,0 0-16 15,0 0-26-15,7-5-20 0,-1 3-18 0,-6 2-16 16,10-4-12-16,-3 3-13 0,0 1-13 0,-7 0-9 15,15 0-10-15,-8 0-4 0,1 1-11 0,0-1-8 16,0 4-6-16,-1-2-5 0,1 1-4 0,-5-2-6 16,6 3-2-16,-5-1-7 0,3 3-1 0,-1-2-4 15,-2 0-1-15,0 1-3 0,1 2-1 0,1-2-1 0,-2 1-3 16,-1 4-3-16,-1-4 0 0,2 4-1 0,1-1-2 16,-3 1 1-16,5-2-1 0,-4 5-3 15,-2-3 2-15,2 1 1 0,1-1-3 0,-1 0 1 0,-2 1 0 16,3 1 0-16,-2-1-1 0,0 1 1 0,0 1-3 15,1-1-1-15,-3 1 2 0,3 2 0 0,-1-4 1 16,0 3-2-16,-2-1 0 0,3 1-1 0,-3-1 0 16,0-1 0-16,0 1 0 0,0-1-2 0,1-1 4 15,-1 2-1-15,-1 0 2 0,1-2-5 0,0 4 1 16,0-4 1-16,0-1-1 0,0 3 2 0,0-3-1 16,0 1 0-16,4 0 1 0,-4 0-2 0,0-3 3 15,0 3 2-15,3-3 3 0,-2 3 1 0,1-2-4 16,2 1 10-16,-3-2 4 0,-1-1 1 0,4 4-5 0,-4-3 1 15,3 3 3-15,-1-4-3 0,1 5-1 16,-1-4-4-16,0 1 0 0,-2-2-1 0,3 1 1 16,-3 0-1-16,1 0-1 0,2 1 1 0,-3-3 6 15,2 1-9-15,0 2 0 0,0-1-2 0,2 2 2 0,-3-2 0 16,3 0 2-16,-3-1-3 0,2 1 2 0,-3 4 0 16,1-7-1-16,2 3 6 0,0-3 5 15,-2 1 1-15,1 1-1 0,-1-1 1 0,-1 0 2 0,3 1-3 16,-2-2-1-16,-1 0 0 0,3 0 11 0,-2 2-17 15,2-2 0-15,0 1 0 0,-2-1 3 0,-1 0 2 16,0 0-7-16,1 0-5 0,-1 0 4 0,0 2-4 16,3-2 3-16,-3 0-1 0,0-1-1 0,0 1-1 15,0 0-1-15,0 0 3 0,0-1-10 0,0 3 9 16,0-2-5-16,0-3 2 0,1 2-2 0,2 0 4 16,-3 1 2-16,0-1-1 0,0-4 1 0,2 5-4 15,-2 0 2-15,2 0 3 0,0-1 14 0,-2-4 10 16,0 5 1-16,0-1 1 0,0-4-2 0,1 5-7 15,-1-1 4-15,0-4-6 0,0 5 1 0,0-5 5 16,3 2-7-16,-3-2-7 0,0 6 0 0,0-6 3 16,1 5-2-16,-1-5-2 0,0 4-1 0,0-1 2 0,0-3-3 15,0 0 0-15,0 7 1 0,0-7-7 0,0 4 5 16,0-4-4-16,0 5 1 0,0-5-3 0,3 4 3 16,-3-4 1-16,-3 5-1 0,3-5 1 0,3 4-3 15,-3-4-4-15,1 4 3 0,-1-4 2 0,3 3 0 16,-3-3 0-16,0 5 0 0,0-5-1 0,4 6 2 15,-4-6-1-15,3 2 1 0,-3-2 5 0,0 7-2 16,1-5 2-16,-1-2-1 0,4 5-6 0,-4-1 7 16,3-1 3-16,-2 1-14 0,-1-4 10 0,4 7-2 15,-2-6 0-15,-2-1 5 0,1 6-9 0,0-2 1 0,-1-4 0 16,3 6 0-16,-3-6 2 0,0 4-3 0,0-4 18 16,3 2-20-16,-3-2-3 0,0 4 17 0,0-4-21 15,0 7 6-15,0-7-1 0,0 0 9 16,-3 6-8-16,3-6 6 0,-4 4 20 0,1 0-21 0,-1 0 0 15,0-2-1-15,-1 2-31 0,-2-2-48 0,0 5-45 16,2-3-59-16,-5 3-86 0,-3-2-132 0,3 3-201 16,-1-2-643-16,-4-1 284 0</inkml:trace>
  <inkml:trace contextRef="#ctx0" brushRef="#br0" timeOffset="142283.43">19019 5300 422 0,'0'-5'459'0,"0"5"9"0,2-4-13 0,-2 4-18 16,0 0-13-16,1-4-26 0,-1 4-23 15,0 0-27-15,0 0-24 0,0 0-29 0,0-5-26 16,0 5-23-16,0 0-25 0,0 0-22 0,0 0-21 0,0 0-16 15,0 0-19-15,0 0-18 0,0 0-17 0,0 0-7 16,0 0-16-16,0 0-9 0,11 2-9 0,-1-2-14 16,2 2-18-16,3-2-34 0,4 1-31 0,1 3-39 15,3-4-41-15,7 1-50 0,0 0-38 0,2 2-44 16,-9-2-39-16,-2 2-40 0,1 0-47 0,0-1-50 16,-5 1-296-16,-3-1-772 0,1-2 343 0</inkml:trace>
  <inkml:trace contextRef="#ctx0" brushRef="#br0" timeOffset="142470.91">19113 5447 243 0,'-5'2'310'0,"5"-2"4"0,0 0-6 0,0 0-27 16,0 0-23-16,0 0-23 0,0 0-23 15,24-4-26-15,-5 0-5 0,3 0-31 0,0 2-12 0,9-2-19 16,-1 0-13-16,4-1-38 0,-8-1-46 0,7 4-54 15,-3 1-74-15,1-2-61 0,0 1-84 0,-8-1-179 16,0 1-464-16,-1-3 205 0</inkml:trace>
  <inkml:trace contextRef="#ctx0" brushRef="#br0" timeOffset="142970.94">19988 5156 250 0,'5'-3'313'16,"1"-1"-11"-16,-1 2-7 0,-1-3-9 16,0 4 8-16,0-2-27 0,-4 3-12 0,5-5 5 15,-3 3-31-15,0 0-20 0,-2 2-11 0,0 0-21 0,1-5-24 16,-1 5-14-16,0 0-26 0,-10-6-3 0,2 4-12 15,-1-1-9-15,-2 2-9 0,-3 0-8 0,-2-2-13 16,-3 3-2-16,1-1-9 0,2 0 0 0,0-1-4 16,1 4-8-16,1-1-9 0,-1 0-5 0,4 0 1 15,0 1-7-15,2 1-4 0,-1 1 1 0,3 0-2 16,3 0-7-16,0 0 11 0,0 1-10 0,3 0-1 16,2 3 5-16,2-1-3 0,2 5 0 0,2-2 5 15,-1 2-2-15,8 2-3 0,0 0 0 0,2 0-4 16,2-1 5-16,1 1 9 0,-4 0-17 0,3 0 3 15,-2-2-1-15,-1 1-3 0,-1 0 7 0,2 0 0 16,-8-3-6-16,-1-1 0 0,1 3-5 0,-4-3 5 16,3 0-9-16,-6-3-1 0,1 2 0 0,-2-2-1 0,-2 1-1 15,-2-1 5-15,0 1 0 0,-4-1 0 0,0 0 1 16,-3-2 6-16,0 1-1 0,-1 0-2 16,0-2 2-16,0 0-4 0,-1 2 1 0,1-4-2 15,0 2-17-15,-1-1-18 0,4-2-16 0,2 1-7 0,2 0-16 16,5-1-12-16,-10 0-28 0,10 0-37 0,0 0-36 15,0-6-26-15,0 6-39 0,11-8-39 0,-3 3-200 16,4-1-539-16,2-2 239 0</inkml:trace>
  <inkml:trace contextRef="#ctx0" brushRef="#br0" timeOffset="143174.04">20136 5269 58 0,'0'-2'293'0,"0"2"-3"0,4-3-6 16,-4 3-17-16,2-4-18 0,-2 4-20 0,0 0-26 15,0 0-18-15,0 0-21 0,0 0-18 0,0 0-13 16,0 0-16-16,0 0-11 0,9 9-7 0,-9-5-14 16,4 2-4-16,3 1-8 0,-2 3-7 0,-2-1-7 15,5 1-6-15,-2 3-4 0,2-3-4 0,-3 2-4 0,2 2-26 16,-1-1-29-16,-2-3-31 0,6 6-27 16,-3-1-55-16,-1-4-63 0,1-2-47 0,-1 2-215 15,1-4-487-15,-1 1 215 0</inkml:trace>
  <inkml:trace contextRef="#ctx0" brushRef="#br0" timeOffset="143595.88">20517 5256 275 0,'0'-6'351'0,"0"0"-8"0,0-2 6 15,-1 3-25-15,-1-1-5 0,1-1-26 0,0 1-22 16,-2 2-26-16,1 0-40 0,1 0-12 0,1 4-16 15,-8-5-25-15,3 2-22 0,1 2-9 0,4 1-13 16,-13 1-15-16,8 4 3 0,-2-2-19 0,0 2-12 16,2-1-12-16,-2 5 2 0,1-1-11 0,0 3-8 15,0 0 5-15,2 1-9 0,4 1-6 0,-3 6 5 0,-1-1-9 16,8 3 6-16,-1-1-3 0,1 2-7 16,2 5-4-16,4 0 0 0,0-2 1 0,0 1-5 15,5 0 0-15,-2-2 2 0,-5-5 11 0,5 7-17 0,-2-7 3 16,2-1-5-16,-5 1 1 0,2-1 19 0,-2-1-15 15,0 1-7-15,-4 0 5 0,0-8-6 0,0 4-3 16,-4-4 1-16,0 0 2 0,0-2 5 0,0-1 3 16,0-2-7-16,-4 0 24 0,0-2 18 0,-4 2 10 15,1-4 5-15,-5 0-1 0,1 0-4 0,-4-2 1 16,1-1-8-16,-4-4-8 0,0 0 6 0,-3 0-11 16,4-1-4-16,0-1 3 0,1-2-7 0,7 1-14 15,-1-3-23-15,3 4-23 0,-1-7-28 0,5-1-32 16,-1-2-40-16,8-3-43 0,-1 2-40 0,9-9-39 15,2-1-58-15,3-3-53 0,1-1-255 0,3 3-673 16,2 0 298-16</inkml:trace>
  <inkml:trace contextRef="#ctx0" brushRef="#br0" timeOffset="143986.47">20679 5209 65 0,'0'0'148'0,"9"6"-13"16,-6-3 6-16,0 2 11 0,-2-1-8 0,5 4-6 15,-4-2-6-15,3 3-8 0,5 0-6 0,-6 0-14 16,0 1-11-16,3 1-12 0,0-2-6 0,1 2-5 16,-2-2-7-16,0 1-8 0,1-1-2 0,1 1-8 15,-5 0-2-15,4 1-5 0,-6-7-1 0,3 3-3 16,-2-1-4-16,2-4-3 0,-1 3-4 0,-2-1 1 16,-1-4 21-16,0 4 32 0,0-4 32 0,5 3 27 15,-5-3-6-15,0 0-12 0,0 0-11 0,4-10-9 16,-2 4 3-16,2 0 7 0,0-2-31 0,-3-1 1 15,3-3-6-15,3 4-6 0,0-4 15 0,-2 2-11 16,2-2-1-16,0 0 6 0,0 1 0 0,1 1 6 16,-3 0-3-16,2 2 1 0,0 0-10 0,-3 2-7 0,1 2-7 15,0-1-5-15,-3 1-7 0,1-1-10 0,0 5-7 16,-3 0-6-16,0 0 2 0,11 0 0 16,-5 4-8-16,-4 1-2 0,2 0 0 0,0 5-5 0,0-1-5 15,0 0-12-15,0 1-16 0,-1 2-16 0,1-1-7 16,1 0-14-16,-2 0-17 0,0 1-13 0,0-1-19 15,-2 2-19-15,0-4-27 0,1 1-39 0,-1-2-48 16,1 0-40-16,-2-3-229 0,0-1-556 0,0 0 247 16</inkml:trace>
  <inkml:trace contextRef="#ctx0" brushRef="#br0" timeOffset="144173.95">20631 4867 156 0,'-4'-4'308'0,"1"-3"-32"0,1 2-25 0,-2 1-29 16,0 0-22-16,2-1-21 0,2 5-30 16,0 0-25-16,0 0-30 0,0 0-46 0,0 0-62 15,0 0-75-15,19 14-88 0,-11-5-112 0,4-3-311 0,4 6 138 16</inkml:trace>
  <inkml:trace contextRef="#ctx0" brushRef="#br0" timeOffset="144486.42">21373 4941 246 0,'4'-1'317'0,"-4"1"-33"0,0 0-33 16,0 0-29-16,0 0-27 0,0 0-18 0,0 0-18 16,-3 14-15-16,-1-4-14 0,1 2-7 0,-3 6-15 15,1 1-1-15,-3 9 5 0,3-1 21 0,-4 4-3 0,1-1-6 16,2 2-14-16,-1 1-2 0,3 0-4 16,-1 3-6-16,1-3-4 0,-1 0-11 0,5 2-2 15,0-3-5-15,4 1-4 0,0-2-3 0,4-2-16 0,-1-1 7 16,8 2-3-16,-3-4-3 0,7 0-8 0,-2-3-7 15,4-1 18-15,4-1-29 0,1-4-16 0,5-2-59 16,0-1-49-16,3-2-76 0,-1-2-88 16,2-2-106-16,2-6-188 0,-3-2-600 0,2-2 265 0</inkml:trace>
  <inkml:trace contextRef="#ctx0" brushRef="#br0" timeOffset="147443.48">21677 5326 175 0,'-7'-3'307'0,"7"3"-10"0,0 0-10 0,0 0-11 15,0 0-12-15,0 0-14 0,0 0-15 0,0 0-15 16,0 0-9-16,0 0-23 0,0 0-6 0,0 0-20 15,0 0 6-15,0 0-34 0,0 0-18 0,0 0-10 16,0 0 7-16,0 0-27 0,0 0-10 0,0 0-6 16,0 0-6-16,25 1-8 0,-12 1-6 0,0 0-10 15,0-2-1-15,2 0 1 0,3 3-11 0,1-2-2 0,0 1-9 16,1 0-14-16,-2 0-16 0,-2-2-21 16,2 0-23-16,-3 0-21 0,-1 0-15 0,-1 0-24 15,-2-1-24-15,-3 1-26 0,3-1-24 0,-5-1-30 16,-1 0-37-16,1-2-26 0,-4 0-159 0,-2 0-478 0,0-1 212 15</inkml:trace>
  <inkml:trace contextRef="#ctx0" brushRef="#br0" timeOffset="147662.21">21843 5171 256 0,'0'0'255'0,"3"-3"-3"0,-3 3-18 16,0 0-18-16,-3-5-21 0,3 5-17 0,0 0-23 15,0 0-16-15,0 0-14 0,0 0-16 0,0 0-10 16,0 0-12-16,0 0-5 0,-3 15-15 0,3-7-6 16,0-2-4-16,-1 3-7 0,0 2 1 0,1 3-8 15,0 3-4-15,0-2-2 0,0 2-3 0,0 0 0 16,2 2-6-16,-2 2 0 0,3-3-18 0,0 0-25 16,1 1-21-16,0-2-36 0,-1 0-44 0,1-5-61 15,1-1-45-15,1 0-159 0,1-1-412 0,1-1 182 16</inkml:trace>
  <inkml:trace contextRef="#ctx0" brushRef="#br0" timeOffset="148156.76">22187 5057 87 0,'0'-5'339'0,"0"0"-6"0,0-1-11 0,0 2-18 0,0 4-22 0,3-5-23 16,-3 5-23-16,0-5-21 0,0 5-27 0,0 0-21 0,0 0-25 15,0 0-16-15,0 0-18 0,0 0-7 0,0 0-10 16,-7 15-9-16,7-4-7 0,0-1-11 0,-4 3-1 16,4 0-9-16,0 4-13 0,-1-5 5 0,-2 7-1 15,3-2-11-15,-1 1-6 0,1 0 1 0,1 0-2 16,-1 0-4-16,0-6-12 0,3 1-6 0,-2 0-9 15,-1-2-5-15,4 1-2 0,0-2-1 0,-1 0 1 16,2-4-1-16,-1-1 2 0,-1 0-1 0,5 0 1 16,-2-4 2-16,5 1-2 0,-3-1 1 0,1-4 3 15,-1 2-4-15,6-5 5 0,-4 0 1 0,3 0 0 16,-2 0-1-16,-1-3 3 0,-1 0 2 0,2 0 1 16,0-1 4-16,-3 1 4 0,-3 1 25 0,2 1 14 15,-1 0 17-15,-3 1 19 0,3 1 20 0,-2 0-2 0,0 0-1 16,-4 2-9-16,3 0-12 0,0 1-10 15,-3 2-15-15,1-4-20 0,-1 4 1 0,0 0-4 16,0 0-5-16,0 0-1 0,0 0-6 0,-1 16 4 16,-3-8-3-16,4 1-1 0,-2 3-8 0,2-2-24 0,0 1-23 15,0 0-17-15,0 2-14 0,0-1-13 0,0-1-8 16,6 2-25-16,-1-1-18 0,0-1-22 0,-1 2-43 16,2-5-49-16,2 2-54 0,-1-3-272 0,0-2-616 15,1-2 272-15</inkml:trace>
  <inkml:trace contextRef="#ctx0" brushRef="#br0" timeOffset="148484.85">22542 4926 297 0,'0'-5'297'0,"0"5"-32"0,0 0-30 0,0 0-23 15,0 0-21-15,0 0-19 0,11 9-12 16,-2-3-7-16,1 4 10 0,5 1-14 0,1 2-11 16,-2 5-9-16,9 1-8 0,-4 1-16 0,3 5-9 15,1-2-15-15,-3 1-6 0,1 1-12 0,-1 0-1 0,1 0-13 16,-5 4 2-16,0-2-5 0,-3-1-6 0,1 3-2 16,-4 0-3-16,-2 1-1 0,-1-2-7 15,-6 1 8-15,-1-1-17 0,0-1 1 0,-8 0-5 0,0-1-19 16,-3-2-17-16,-2 0-14 0,0-6-17 0,-1-1-17 15,0 0-26-15,-4-3-46 0,3 3-56 0,-1-6-58 16,1 2-193-16,1-2-487 0,5-2 216 0</inkml:trace>
  <inkml:trace contextRef="#ctx0" brushRef="#br0" timeOffset="149109.79">23394 5014 58 0,'-6'-5'422'0,"6"4"-16"0,0 1-26 0,-4-5-20 15,4 1-27-15,0 4-31 0,0 0-17 0,-4-5-41 16,4 5-23-16,0 0-19 0,0 0-28 0,0 0-16 16,0 0-16-16,0 0-16 0,0 0-8 0,20 4-15 15,-6 2-7-15,6-1-8 0,2 3-15 0,7 2-6 16,1 0-2-16,-10-2-8 0,3-1-6 0,0-1-4 15,-2 1-5-15,1-2-3 0,-5 0-4 0,-5 1-7 16,1-2-4-16,0 2-3 0,-4-1-13 0,-3-1-9 16,1 0-8-16,-2 0-20 0,0 0 12 0,-1 1 5 15,-3-3-5-15,-1 3 0 0,0 1 4 0,-1-1 0 16,-2 1 4-16,-1 1 0 0,-3 1 0 0,-4 3 1 16,2-2-1-16,-6 4 6 0,1-1-5 0,-3 1 0 15,4 0 0-15,-2 4 1 0,-4-3 5 0,-3 3-1 0,6-1 6 16,3 0-7-16,0-3 4 0,-2 1-2 15,2 1-1-15,2-1-33 0,1-7-27 0,1 5-24 16,0-4-13-16,0 2-22 0,2-2-19 0,3-1-25 0,0-1-45 16,3-1-38-16,1-2-51 0,0-3-215 0,4 4-555 15,3-3 245-15</inkml:trace>
  <inkml:trace contextRef="#ctx0" brushRef="#br0" timeOffset="149469.2">24019 5073 94 0,'0'0'215'0,"0"0"-26"0,0 0-22 0,0 0-16 16,0 0-8-16,0 0-18 0,-7 16-7 0,6-10-14 15,0 0-5-15,-1 5-12 0,2-3-5 0,0 4 2 16,0 0 23-16,2-1-6 0,0 1-9 0,4-2-6 0,-3 2-7 15,2-1-3-15,2-1-6 0,0 2 6 16,1-3 6-16,0 0-1 0,0-1-7 0,2-3-1 16,1 0-7-16,-2 0 6 0,2-1-6 0,-1-3-2 0,-2 0-3 15,0-1 7-15,0-1-1 0,-3-3 3 0,5 0-7 16,-1-2-6-16,-5 1 1 0,1-1-10 0,0-4-7 16,-5 2-3-16,0-3-2 0,0 1-5 0,-1-3-5 15,-5 1-2-15,2 2-8 0,-5 1-6 0,-4-3-4 16,5 2-20-16,-4 4-19 0,-2 1-20 0,2-2-23 15,-6 3-25-15,4 1-33 0,-3 4-55 0,2-1-45 16,2 4-235-16,3 0-506 0,-1 0 224 0</inkml:trace>
  <inkml:trace contextRef="#ctx0" brushRef="#br0" timeOffset="150439.45">25480 4904 150 0,'-1'-5'280'15,"1"5"-33"-15,0 0-22 0,0 0-26 0,0 0-23 16,0 0-20-16,0 0-15 0,0 0-14 0,0 0-10 0,-3 11-14 16,3-6-8-16,0-5-8 0,1 8-11 0,1-1-3 15,-1-1-8-15,3 0-5 0,0 1-3 0,3 0-6 16,0-1-5-16,1 1-6 0,1-3 1 0,2 1-6 15,0-1 1-15,1-1-2 0,2 1-3 0,0-3-2 16,-1 0-2-16,-2-2-1 0,3 0 1 0,0-5-1 16,0 1-2-16,-3 2 4 0,3-3-1 0,-5-1 10 0,4-1-3 15,-1-2 3-15,-4 1 0 0,2 2 4 16,-1-3 10-16,-1 2 14 0,-1 0 7 0,0 1 1 16,2 0 9-16,-5 1 8 0,0 1 8 0,-1 2 9 15,1-2-22-15,-2 2-13 0,2 1-12 0,-4 2-9 0,4-2-14 16,-4 2-9-16,0 0 1 0,5 7-1 0,-2-1-5 15,0 4-4-15,-1 2 2 0,3 6-11 16,-1 2 6-16,1 8-2 0,1 3 3 0,4 2-10 0,-3 3 8 16,3 1-7-16,-1 0 1 0,2 11-5 0,-1 2 4 15,0-13-5-15,3 10 2 0,-5-12 2 0,-1 1 5 16,1 0-8-16,-3-2-5 0,2 0 1 0,0-3 1 16,-6-3 4-16,6 0-2 0,-7-7-1 0,0-3-4 15,-7 0-1-15,6-5 8 0,-6 0 8 0,4-3 28 16,-1 0 27-16,-1-5 37 0,-1 0 31 0,-2-2 30 15,-4 1 10-15,1-3 17 0,-4-2-8 0,-5-6 1 16,-1 1-5-16,1-3-5 0,0 0-3 0,-5-7 1 16,6 3-6-16,-1-5-8 0,-1-1-16 0,6 3-17 0,0-8-4 15,0 0-12-15,4-5-19 0,3 0-24 16,2-1-22-16,6-1-42 0,0-3-43 0,5 1-49 16,2-2-58-16,2 2-52 0,9 0-60 0,-3-2-57 15,4 4-51-15,-1 3-47 0,3 4-64 0,-2 0-374 0,1 2-922 16,0 3 409-16</inkml:trace>
  <inkml:trace contextRef="#ctx0" brushRef="#br0" timeOffset="151419.82">25688 4529 95 0,'0'0'321'0,"-3"-4"-4"0,8 2 0 0,-5 2-13 0,0 0-16 16,0-8-24-16,0 8-27 0,0 0-22 0,0 0-29 15,1-4-22-15,-1 4-19 0,0 0-18 0,0 0-6 16,0 0-17-16,-10 17-12 0,9-11-10 0,-3 3-7 16,0 2-4-16,-3-1-9 0,3 0-5 0,0 1-7 15,-4 1-5-15,2 1-1 0,-2-2-10 0,3 0-2 16,-1-1-7-16,-1 0-4 0,3-1-8 0,0 0-2 15,-2-3-4-15,1 2-6 0,3-4 1 0,0 0-2 16,2 1 4-16,-4-1 9 0,0-2-8 0,4-2 8 16,0 0 1-16,0 0-3 0,0 0 5 0,0 0-6 15,0 0 1-15,14-15-3 0,-5 7 1 0,-3-2 1 16,3 0-7-16,2-3 4 0,1-3-1 0,3 0 2 16,-1 1-4-16,-5-1 5 0,1 2 10 0,2 4 17 15,-1-3 8-15,-4 3 9 0,2-1 12 0,-3 3 1 16,-1-3 13-16,-2 6 6 0,1 0-5 0,-1 2-2 15,1-2-9-15,-3 3-4 0,3-2-4 0,-4 4-15 16,0-5-7-16,0 5-11 0,4-2-7 0,-4 2 6 16,0 0-13-16,0 0 9 0,7 9-15 0,-4-3 8 15,1 0-12-15,0 2 7 0,2 0 8 0,0 4-15 16,1 0-5-16,4 2-12 0,0 1-13 0,3 1-25 16,-2-2-31-16,1 0-24 0,0 0-31 0,1 1-33 15,0 0-41-15,1 0-65 0,-1-1-75 0,1-1-270 0,-2-3-673 16,3 0 297-16</inkml:trace>
  <inkml:trace contextRef="#ctx0" brushRef="#br0" timeOffset="151794.79">26300 4809 179 0,'0'0'439'0,"0"0"-6"16,0 0-9-16,0 0-10 0,0 0-28 0,0 0-10 15,0 0-32-15,0 0-28 0,0 0-27 0,0 0-31 16,0 0-25-16,0 0-22 0,0 0-25 0,0 0-20 16,19-4-26-16,-8 3-15 0,4 1-28 0,-1 1-28 15,7-1-35-15,-3 0-42 0,5 2-47 0,2 0-47 16,-3-2-39-16,2 2-49 0,-4-1-45 0,-2 2-65 0,4-1-55 16,-7 1-268-16,-2-2-674 0,-2 0 299 0</inkml:trace>
  <inkml:trace contextRef="#ctx0" brushRef="#br0" timeOffset="151982.26">26311 4940 43 0,'0'0'236'16,"-4"2"14"-16,4-2 15 0,0 0 1 0,0 0-6 15,8 9-20-15,0-8-24 0,5 0-19 0,6 0-20 16,3 1-18-16,6 0-18 0,3 2-9 0,1-2-25 15,-1 1-51-15,0 1-61 0,-1 0-69 0,5-2-84 16,-3-1-260-16,-12 1-454 0,10 1 201 0</inkml:trace>
  <inkml:trace contextRef="#ctx0" brushRef="#br0" timeOffset="153174.49">27019 4903 205 0,'0'0'311'16,"0"0"-3"-16,0 0-6 0,0 0-7 0,0 0-11 15,0 0 2-15,0 0-31 0,0 0-14 0,-2-4-14 0,2 4-7 16,0 0-18-16,0 0-19 0,0 0-14 0,0 0-12 15,0 0-18-15,0 0-14 0,0 0-8 16,0 0-10-16,23 1-11 0,-12 1-4 0,7-2-15 0,-2 0-5 16,7 0-9-16,-2 1-4 0,4-1-11 0,5 0-9 15,2 1-11-15,-10-1-19 0,1 2-26 0,1-4-25 16,-4 1-25-16,-2 2-18 0,-3-1-28 0,-1-2-28 16,-5 0-29-16,-1 1-30 0,-1 0-32 0,-1-2-36 15,-2 2-32-15,-4 1-214 0,0-6-557 0,0 6 248 16</inkml:trace>
  <inkml:trace contextRef="#ctx0" brushRef="#br0" timeOffset="153543.88">27183 4796 59 0,'-2'-5'299'0,"2"5"2"0,0 0 5 16,-1-6-1-16,1 6 6 0,0 0-6 0,-4-4-1 15,4 4-13-15,0 0-13 0,0-3-17 0,0 3-23 16,0 0-20-16,0 0-25 0,0 0-19 0,0 0-21 16,0 0-27-16,0 0-5 0,0 0-25 0,0 0-4 15,0 0-10-15,0 0-10 0,0 0-10 0,-2 16-1 16,3-10-8-16,-1 4-5 0,0 1-6 0,0 1-8 15,0 3-1-15,1 1-1 0,2 2-4 0,-2 2-6 16,0-2 3-16,-1 1-2 0,0 0-1 0,2 1-4 0,-2-2-1 16,1 3 1-16,1-1-6 0,-1 0-13 0,2-2-16 15,-1 0-17-15,0-5-23 0,-1-1-21 16,3 0-31-16,-2-2-12 0,0 0-28 0,1-1-19 16,-1 0-26-16,-2-3-38 0,2-1-29 0,-1 1-52 0,2-4-255 15,-3-2-613-15,4 2 272 0</inkml:trace>
  <inkml:trace contextRef="#ctx0" brushRef="#br0" timeOffset="154153.2">27656 4674 149 0,'2'-5'256'16,"-2"5"-5"-16,0 0-11 0,-2-6-13 0,2 6-23 15,0 0-15-15,0 0-20 0,0 0-16 0,-1-5-17 0,1 5-13 16,0 0-12-16,0 0-13 0,0 0-14 16,0 0-8-16,0 0-7 0,0 0-7 0,0 0-7 15,0 0 0-15,0 0-13 0,0 0-1 0,0 0-4 16,0 0-5-16,0 0-3 0,0 16 2 0,0-16-8 0,0 5-1 16,0-5-2-16,0 5-2 0,0-5 0 0,0 0 2 15,0 5-3-15,0-5-2 0,1 8-3 16,1-6 0-16,-2-2-3 0,-2 7 3 0,2-4-1 15,0 2 1-15,0 0-3 0,0 0-2 0,-1 1-1 0,1 1 0 16,0 0-1-16,0 1 0 0,0 1-1 0,0 1 3 16,-1 1-1-16,-1 3-1 0,4-1-1 0,-4 3-2 15,1-3 4-15,1 3-2 0,0 4-3 0,-2-1 0 16,2-1 2-16,-1 1 2 0,1-1-2 0,-1 4-1 16,-1-3 2-16,1 0 0 0,1 2 1 0,0-2-3 15,0-8 2-15,-1 2 9 0,1 0-3 0,-2 0 0 16,2-3 9-16,0 0 8 0,0-1 3 0,0-1-1 15,0-2-2-15,0 0 6 0,0-3 10 0,0 2 14 16,0-5 10-16,0 6 12 0,0-6 6 0,3 5 2 16,-3-5 7-16,0 0-9 0,0 0-7 0,-1 2-9 15,1-2-1-15,0 0-5 0,0 0-28 0,0 0-51 16,0 0-60-16,0 0-62 0,0 0-60 0,8-10-80 16,-7 7-331-16,2-1-660 0,-2 1 292 0</inkml:trace>
  <inkml:trace contextRef="#ctx0" brushRef="#br0" timeOffset="-207999.45">28521 4620 302 0,'3'-6'297'0,"-1"1"-3"0,-1 1-15 15,0 0-14-15,1 0-16 0,-2 4-23 0,0-4-18 16,0 4-22-16,0 0-17 0,1-6-20 0,-1 6-19 16,0 0-17-16,0 0-13 0,0 0-7 0,0 0-12 15,0 0-4-15,0 0-12 0,-3 18 2 0,3-12-13 16,-1-1-6-16,0 1-3 0,-1 1-3 0,-1 2-4 0,2 0-4 16,0 0-5-16,-2 2-3 0,3-3-3 15,-3 2-3-15,2-2 1 0,1 2-1 0,-2-1-1 16,2-1-6-16,-2 0 0 0,2-1 4 0,0 2-4 15,0-2-3-15,0-1-2 0,0 0-2 0,-2 0 4 0,2-1 3 16,2-1-10-16,-4 0 4 0,2-4-1 0,0 7 4 16,0-7-5-16,0 7-4 0,0-7-1 15,0 0 10-15,0 4-6 0,0-4 3 0,0 0-7 0,0 4 3 16,0-4 1-16,0 0 3 0,0 0-2 0,0 0 1 16,0 0 21-16,0 0 7 0,-1 5-1 0,1-5 10 15,0 0-9-15,0 0 9 0,0 0 4 0,0 0-11 16,0 0 1-16,0 0 1 0,0 0-6 0,0 0-11 15,0 0 3-15,0 0-6 0,0 0 2 0,0 0 0 16,0 0 0-16,0 0 11 0,0 0-21 0,0 0 2 16,0 0 0-16,0 0 12 0,0 0 12 0,0 0 5 15,0 0 15-15,0 0 14 0,0 0 18 0,0 0 3 16,0 0-3-16,0 0-3 0,0 0-6 0,15-10-13 16,-5 4-2-16,7-5 0 0,2 2-13 0,7-4-5 15,7-7-2-15,14-5-7 0,3-6 0 0,4-4-4 16,2-4-5-16,24-16-4 0,0 1-1 0,-3-1-5 15,-2 0-1-15,-24 15-5 0,7 0-4 0,18-17-3 0,-23 21 2 16,-2 1-2-16,-8 1-9 0,-12 10-23 0,1 1-28 16,-4 1-42-16,-3 1-46 0,-7 7-43 0,-4 1-45 15,-4 3-54-15,-1 1-81 0,-3 3-367 0,-2 3-794 16,-4 3 352-16</inkml:trace>
  <inkml:trace contextRef="#ctx0" brushRef="#br0" timeOffset="-207192.09">29720 4567 183 0,'-2'-6'306'0,"-1"2"-13"0,1 1-4 15,-2-1-14-15,-2 1-2 0,-2 3-41 0,-4 0-43 16,-2 3-2-16,5-1-23 0,-4 3-21 0,0 3-19 15,-4 1-9-15,-3 4-7 0,-4 6-16 0,-1 1-11 16,2 3-8-16,-3-1-7 0,0 4-7 0,1 1 0 16,0-1-9-16,3 3-5 0,1-1-4 0,2 0-3 15,2 3-3-15,8 1-5 0,-1-1-4 0,9 0 4 16,5 0-1-16,5 3-3 0,2-5 1 0,7 2-8 16,1-3 0-16,4-1-1 0,4-1-12 0,2-5-27 15,-1-1-42-15,4-1-61 0,2-4-62 0,0-3-89 16,-2-1-239-16,2-7-557 0,0 0 248 0</inkml:trace>
  <inkml:trace contextRef="#ctx0" brushRef="#br0" timeOffset="-206754.64">29953 4752 129 0,'0'-5'383'0,"0"1"-8"0,0 4-18 15,0-8-42-15,0 8-36 0,-1-3-33 0,1 3-36 16,0 0-16-16,0 0-28 0,0 0-20 0,0 0-15 16,-5 15-19-16,5-4-4 0,0 0-13 0,4 5-8 15,-4 1-9-15,1 2-8 0,-1 1-4 0,3 0-7 16,-2-4-8-16,2 4-3 0,1-2 0 0,-1 1-9 15,2-1-17-15,-1-1-20 0,1-1-26 0,-2-3-28 16,1 0-39-16,1-1-52 0,-3-3-49 0,4 1-55 16,-1-4-55-16,-3-1-160 0,4-3-499 0,-2 1 222 15</inkml:trace>
  <inkml:trace contextRef="#ctx0" brushRef="#br0" timeOffset="-206395.3">30145 4785 301 0,'0'-4'281'0,"0"4"-29"16,0 0-34-16,0 0-21 0,-1-5-26 15,1 5-19-15,0 0-14 0,0 0-15 0,0 0-11 0,-3 18-12 16,3-10-10-16,2 1-7 0,-2 1-11 0,1 2-6 16,0-1-4-16,2 1-6 0,-2-1-9 0,4 1 2 15,-5-1-11-15,2 1 2 0,1-1-8 0,-2-2-1 16,1-2-2-16,-1-1-2 0,4-1-1 0,-3-1 1 15,-1 0 5-15,2-1 24 0,-3-3 5 0,5 1-8 16,-5-1 2-16,10-5 10 0,-5 0 8 0,3-2 6 16,1-2 5-16,0 0 18 0,0-1 3 0,0 0 15 15,3-5 8-15,-3 4 0 0,-2 2 7 0,2-4 1 16,-1 5 13-16,0-3-3 0,0 3-5 0,-3 2-9 16,2-1-11-16,-3 1-14 0,-1 2-14 0,2 1-13 15,-2-1-8-15,0 1-13 0,-3 3-30 0,5-1-42 16,-5 1-5-16,0 0-16 0,9 6-20 0,-4-1-30 15,-1 1-21-15,0 1-18 0,0 2-12 0,3 1-8 16,-3 3-12-16,0-4-25 0,3 4-27 0,-4 0-36 0,2-4-34 16,-1 1-46-16,3 0-222 0,-4-2-590 15,2-3 261-15</inkml:trace>
  <inkml:trace contextRef="#ctx0" brushRef="#br0" timeOffset="-205346.98">30731 4716 19 0,'0'-4'346'0,"0"-1"-13"16,0 1-17-16,0 4-19 0,0-6-21 0,-1 0-27 15,-2 3-26-15,3-1-23 0,-5 1-24 0,0 1-23 16,1-2-19-16,4 4-16 0,-11-2-10 0,4 2-14 15,7 0-9-15,-18 6-14 0,6-2-7 0,0 1-5 16,-1 3-7-16,4 0-7 0,-1 3-3 0,-1 2-14 16,3-2-7-16,-2 3-10 0,5 2-4 0,0 0-5 15,2 1 1-15,0-4-5 0,5 0-1 0,1 2-6 16,-1-5-1-16,5 4-3 0,-1-2-1 0,0-3-13 16,5 2-12-16,0-3-16 0,3-2-10 0,-1-2-19 15,4-1-5-15,-4-2-7 0,3-1 6 0,2-4 3 16,1 0 9-16,-4 1 6 0,0-4 12 0,-4 1 1 15,4-4 11-15,-3-2 5 0,3-1 9 0,-8 2 20 16,1 1 19-16,0-1 18 0,0 1 19 0,-1-1 9 16,-3 2 11-16,1 1 8 0,-1 1 7 0,-3 0 14 15,0 2 4-15,2 0-6 0,1-1-3 0,-3 2-11 0,2 2-18 16,-3 2-5-16,1-4-15 0,-1 4-8 16,0 0-11-16,0 0 0 0,0 0 0 0,0 0-2 15,6 10 2-15,-5-4-6 0,1 0-2 0,2 4 0 16,-1-3 0-16,1 4-3 0,2-2-2 0,-2 1 2 0,2 0 1 15,1 2-2-15,0-3-6 0,0 2 2 0,0-3-3 16,-1 3-2-16,2-1 2 0,-4-2-8 16,4 0-2-16,0-1 0 0,-3-2-7 0,0-2 2 15,-1 3 2-15,3-4 1 0,-2 1 2 0,-1-1 2 0,-4-2 2 16,9 2 0-16,-3-2 0 0,-6 0 5 0,8-3-1 16,-6-1 3-16,2-1-3 0,-3 0 4 0,-1-1-2 15,0-1 2-15,0-1 6 0,-1-2 7 0,-5 1 5 16,6 2 2-16,-4-4 1 0,2-1 0 0,-1-1 0 15,-2 3-2-15,3-3 2 0,-1 0-4 0,3 2-3 16,0 0 2-16,0 1 0 0,0-2-20 0,0 2 1 16,5 1 14-16,0 3-14 0,0-1-4 0,-2 0 1 15,2 2-1-15,1 0-3 0,0 3 3 0,0-2-1 16,1 3-4-16,-2 0 4 0,5 2-1 0,-3 0-3 16,1 2-3-16,1 1-3 0,1 3-7 0,1 0 1 15,-2 1 2-15,0 0-1 0,-1 2-3 0,3 0-3 16,-6 1 2-16,3-1 2 0,-2 2-10 0,3-2 1 15,-5 0-1-15,2 4-1 0,-4-7 1 0,4 6 0 16,-5-6 1-16,3 2 3 0,-4-5 2 0,2 3 1 0,-2-4 4 16,4 2 4-16,-4 0 7 0,0-5 4 15,0 0 9-15,-4 3 9 0,4-3 9 0,0 0 19 16,0 0 12-16,-7-10 13 0,4 6 6 0,0-3 5 16,2 1 7-16,0-3 5 0,1 3-5 0,-2-4-7 0,4 2-3 15,-1-4-7-15,3 3-9 0,-1-1 10 16,2 2-23-16,1-2-3 0,0 2-9 0,1 0 1 15,0 0-6-15,2 2-3 0,1-1-6 0,-4 3 1 16,6 2-10-16,0-2-10 0,-4 4 5 0,2-1-13 0,-1 2-3 16,1 2-2-16,-2-2-1 0,4 4-13 0,-2 2-6 15,-2-2-5-15,1 2-4 0,0 1-8 0,-3 1 11 16,0 0-9-16,3 0 0 0,-5-2 7 16,0 1-1-16,-2-2 4 0,3 3 0 0,-1-6 3 0,-4 1 4 15,0 1 8-15,3-1 6 0,-3 0 16 0,0-4 11 16,0 0 1-16,0 0 5 0,0 0 16 0,0 0 16 15,0 0 2-15,-3-18 8 0,3 10 3 0,0-1 0 16,0-3 3-16,0 3-9 0,3-3-2 0,-1-1-7 16,2 3-4-16,2-3-13 0,-2-1-1 0,3 0-12 15,2 2-28-15,0-5-28 0,-1 6-17 0,-1 1-33 16,1 0-36-16,1 2-43 0,-3 3-51 0,2-1-50 0,-1 4-229 16,1 1-544-16,-4 0 242 0</inkml:trace>
  <inkml:trace contextRef="#ctx0" brushRef="#br0" timeOffset="-204565.81">31704 4769 159 0,'7'-4'263'0,"-3"-1"-4"0,1 0-9 0,-1 0-12 16,2 0-8-16,-2 0-3 0,1 0-19 0,-1 0-10 15,0 0-12-15,-1-1-11 0,-3 1-5 0,3-2-4 16,-2 3-7-16,2 0-26 0,-1-2-19 0,-1 2-8 16,-1 1-19-16,0 3-14 0,-3-6 6 0,-1 2-23 15,-2 2-5-15,-2 1-15 0,0 1 2 0,-3-2-9 16,2 4 6-16,-5 0-10 0,1 2-4 0,1 1-1 16,2-1-2-16,-2 0-3 0,-1 2 1 0,5 2-4 15,-1 0-11-15,-1-1-4 0,3 1-7 0,3 0-6 16,0-1 3-16,1 1-3 0,3 0-1 0,2 1 8 15,3 1-4-15,-1-3-4 0,3 3-9 0,5-4-17 16,-1 2-18-16,10-1-29 0,-2 1-27 0,4-3-24 16,0-2-18-16,8 0-12 0,-8-1-10 0,10-4-16 15,-3 0-6-15,3 1-1 0,-5-1 8 0,-7 0 13 16,2-2 12-16,-3-3 18 0,-1 0 17 0,0 0 17 16,-5 1 25-16,-1 0 49 0,-2-1 34 0,-1 1 36 15,-3 1 24-15,-3-1 16 0,-2 0 13 0,0 1 12 16,-1 1 12-16,-1 4-1 0,-3-9-8 0,1 7-1 0,0-2-1 15,2 4-3-15,-9-5-2 0,3 5 0 16,-2-1-9-16,8 1-7 0,-15 0-12 0,6 2 0 16,2-1-10-16,-1 3-9 0,-1-1 10 0,2 3-14 15,-2 2-2-15,5-2-3 0,-3 2 4 0,2 1-7 0,1 0-1 16,1 0-3-16,2 1-2 0,1 0-4 0,1 1 2 16,-1 0 5-16,7-1-6 0,0 2-1 15,0-4-2-15,6 4-2 0,6-3 4 0,0-1-6 16,-1-3 0-16,2 2-1 0,2-2-6 0,-3-3-9 0,3-3-5 15,-1 1-6-15,2-4-12 0,0-2-8 0,-2-2-4 16,-2-2-10-16,3 1-6 0,4-7-4 0,-10 1 8 16,5-4 3-16,-2-3 2 0,-8 3 7 15,5-7 2-15,-2-1 1 0,0-1 9 0,-3-4 1 0,-1 0 29 16,-3 3 22-16,2 0 32 0,-5 3 23 0,2 0 13 16,-2-1 22-16,-3 8 23 0,2 1 18 0,-2-2 16 15,-1 3 17-15,0 0-6 0,-1 4-2 0,-2 2 2 16,3 3-13-16,-1-2-14 0,-2 3-16 0,3 0-20 15,-1 1-16-15,-1 0-23 0,-2 4-17 0,1-1-13 16,3 3-5-16,0 0-1 0,-10 9-8 0,8 3-7 16,-2 1-3-16,3 6 1 0,-3 0-7 0,2 8 2 15,-2 3-4-15,0 1-30 0,0 0-10 0,1 1-16 16,3-1-19-16,0-1-20 0,0 1-16 0,3 0-9 16,-2-3-18-16,2-2-6 0,-3-6-14 0,2-1-29 15,-2 0-29-15,5-2-45 0,-1-4-28 0,-4-2-35 16,3-4-195-16,-2-2-542 0,3-2 240 0</inkml:trace>
  <inkml:trace contextRef="#ctx0" brushRef="#br0" timeOffset="-204378.32">32411 4605 157 0,'-4'-9'242'0,"3"1"-4"0,-3 2-3 0,1 1-7 15,0 0-13-15,1 0-25 0,0 2-23 0,-1 0-17 16,3 3-16-16,-1-4-16 0,1 4-16 0,0 0-8 0,0 0-8 15,0 0-10-15,0 0-3 0,15 8-10 0,-7-1-11 16,4-2-35-16,6 0-34 0,1 0-47 16,3-1-54-16,-1 1-45 0,8-1-63 0,-6-3-116 15,-1-2-370-15,3-2 164 0</inkml:trace>
  <inkml:trace contextRef="#ctx0" brushRef="#br0" timeOffset="-204149.08">32781 4309 220 0,'-4'-2'333'0,"-1"-2"-7"16,-1 2-17-16,4 0-24 0,2 2-27 0,-7-3-26 15,7 3-22-15,0 0-27 0,0 0-17 16,0 0-15-16,1 11-9 0,5-5 15 0,2 5 7 16,7 1-5-16,-2 3-8 0,9 7-6 0,2-1-23 0,3 0-3 0,-3 2-20 0,0 1-6 0,2 1-9 15,-4-2-12-15,-3 3-4 0,-3-1-11 0,-1 5-7 16,-3-1-11-16,-5 3-22 0,-7 4-47 0,-7-2-33 15,-10 15-36-15,-10-3-27 0,-12 7-44 0,-18 18-39 16,10-24-79-16,-28 13-283 0,21-20-620 0,-5-4 275 16</inkml:trace>
  <inkml:trace contextRef="#ctx0" brushRef="#br0" timeOffset="-200718.06">14845 2098 201 0,'-2'-3'297'0,"2"3"-31"0,-5-5-28 16,4 2-28-16,1 3-26 0,0 0-18 0,0 0-12 15,0 0-24-15,0 0-14 0,0 0-6 0,8 12-13 16,-5-4-11-16,1 1-2 0,5 1-13 0,0 2-6 16,2 0-3-16,-1 5-6 0,0-3-9 0,4 0 5 15,-4 1-10-15,1-1-6 0,-1 1-2 0,2-2-4 16,-4-2-4-16,-2-1 0 0,2 2-5 0,-1-5-4 16,-2 2 4-16,1-2-1 0,-4-1 0 0,1-1 35 15,1-1 24-15,-1-1 53 0,2-2 68 0,-5-1 54 16,4 3 39-16,-4-3-12 0,6-9-23 0,-1-3-28 15,6-6-22-15,5-9-26 0,3 0-19 0,10-13-15 16,4-5-16-16,3 0-14 0,4-3-14 0,2-2-12 16,27-20-12-16,-3 4-12 0,-20 19-29 0,31-21-30 15,-26 25-33-15,-1-1-37 0,-1 2-52 0,-1 2-52 16,-4 6-62-16,-12 8-48 0,-5 3-57 0,-1 3-87 16,-2 2-330-16,-7 7-812 0,-5 3 359 0</inkml:trace>
  <inkml:trace contextRef="#ctx0" brushRef="#br0" timeOffset="-198589.71">29946 4505 74 0,'0'0'78'0,"0"0"-10"0,0 0-4 0,0 0-2 16,0 0 10-16,0 0 11 0,0 0 7 0,0 0 14 16,0 0 11-16,0 0 11 0,0 0 4 0,0 0 10 15,0 0-1-15,20 2 2 0,-20-2-4 0,7-4-2 16,-2 2-13-16,2-2-5 0,-2 3 0 0,-2-3-3 15,1 1 3-15,-1 1-4 0,2 0-4 0,-5-3-3 16,4 2-1-16,-4 3-9 0,4-5-6 0,-2 2-7 16,-2 3-11-16,0-5-11 0,0 5-6 0,0 0-18 15,-6-5-15-15,6 5-45 0,0 0-38 0,0 0-40 0,-16 7-57 16,13-1-81-16,-2 2-213 0,2 0-490 16,3 1 216-16</inkml:trace>
  <inkml:trace contextRef="#ctx0" brushRef="#br0" timeOffset="-195013.16">3902 8443 232 0,'1'-9'317'0,"-2"6"-19"0,1-3-28 0,0 2-27 15,0-2-29-15,0 6-24 0,0-5-20 0,0 5-18 16,0 0-12-16,0 0 15 0,6 14-28 0,-3-8-13 0,3 5-15 15,-2 2-6-15,1 2-9 0,5 1-9 0,-5 2-9 16,2 2-7-16,0-1-3 0,-1 1-6 16,4-2-2-16,-3 4-9 0,1-4 1 0,-1 0-7 0,-2-3 2 15,1 2-1-15,-2-4-7 0,0-2-5 0,0-2-5 16,0-1 0-16,-1-3 0 0,-2 0 1 0,2 1 2 16,-2-3 17-16,2 0 37 0,-3-3 8 0,0 0 9 15,0 0-28-15,0 0-3 0,4-16-3 0,-4 6-1 16,1-3-9-16,-1-1-1 0,3-4 2 0,0-1-6 15,1 0-5-15,1-2 1 0,-1 2-2 0,3 3 2 16,-3-1-10-16,-2 4 0 0,2 3 5 0,1 0-19 0,-2 2 4 16,-1 1-3-16,1 2-7 0,0 2 17 15,0-1-19-15,2 4-1 0,-5 0-12 0,11 0 20 16,-3 4-22-16,-1-1-6 0,1 5-6 0,2 0-7 0,-1 1-5 16,5 4 1-16,-3 1-15 0,1-1 3 0,-1 2-5 15,-2-3 6-15,1-1-2 0,-2-2 3 0,0 2 8 16,-1-3-4-16,0 1 7 0,-2-4 3 0,-2 0 6 15,1-1 3-15,0-1 30 0,1-2 8 0,-5-1 2 16,0 0 4-16,10-9 2 0,-9 2 8 0,2-4 9 16,1-1 8-16,3-4 4 0,-4-1 3 0,2 1 14 15,-1-5-3-15,3 3-11 0,-3-1 10 0,3 1-4 16,-3 1 0-16,1 3 1 0,0 2-6 0,0 4-4 16,-2-3-8-16,-2 5-6 0,2-2-7 0,-2 2-19 15,2 5 3-15,0-2-4 0,-3 3-4 0,10 0-11 16,-4 3-38-16,2 4-19 0,0 3-39 0,6 3-16 15,-3 3-25-15,2 1-23 0,1 6-30 0,2 0-33 16,-2 1-43-16,2-4-41 0,2 5-47 0,2-5-181 0,-6-5-579 16,5 1 256-16</inkml:trace>
  <inkml:trace contextRef="#ctx0" brushRef="#br0" timeOffset="-194591.33">4899 8414 28 0,'-10'-8'281'0,"-1"-3"-13"0,3 1-14 0,-7-1-19 15,3 6-26-15,-2 0-20 0,2 1-23 0,-3 5-14 16,-1 2-19-16,-2 2-14 0,-1 3-11 0,0 4-12 16,3-2-8-16,-2 4-11 0,7 3-8 0,-7 3-5 15,9-1-6-15,-2 0-9 0,7 1-3 0,-2 0-4 16,3 1-3-16,3-1-1 0,3 1-6 0,0-4-4 15,1 1-4-15,3-3-3 0,3 1-5 0,-4-6 2 16,4-1-6-16,4-1-2 0,-2-2-1 0,0-1 0 16,3-5-2-16,0 0-2 0,0-2 3 0,1-4-3 15,-1 0 2-15,0-4-3 0,0 0 0 0,-3-3 3 16,-1-1-3-16,0 3 4 0,-4-4 10 0,0 1 14 16,-3 4 24-16,-4-4 14 0,4 1 17 0,-4 0 19 0,0 1-3 15,0 1 11-15,0 0 6 0,0 0-6 0,0 5-7 16,-3-2-6-16,3 3-17 0,-1 1-9 15,1 4-22-15,0-7-12 0,0 7-16 0,0 0-2 0,0 0-29 16,0 0-21-16,0 0 6 0,9 15-18 0,-3-5-8 16,-1-1-7-16,1 0-6 0,1 0-10 0,3 2-8 15,1 1-20-15,2-1-13 0,1 3-23 0,-4-7-15 16,3 6-38-16,-3-8-19 0,1 3-17 0,0-3-24 16,-2-1-190-16,0-3-472 0,0-1 209 0</inkml:trace>
  <inkml:trace contextRef="#ctx0" brushRef="#br0" timeOffset="-193966.33">5037 8412 90 0,'-1'-6'208'15,"2"-1"-14"-15,-2 0-10 0,1 4-16 0,0-3-13 16,0 1-18-16,4 1-15 0,0 2-13 0,3-1-8 16,-1 1-12-16,7 2-11 0,-3 2-3 0,-1 1-11 15,6 1-6-15,-3-1-4 0,2 2-7 0,-2 1-4 0,2 0-2 16,-2 4-3-16,3-1-4 0,-3 1-6 0,-1-2-5 15,-3 2 2-15,0-2-3 0,-1 3-8 16,-1 0 4-16,-4-5 1 0,1 5-4 0,0-5 2 0,-3 1-3 16,-3 0 2-16,0-2 19 0,-1 0 8 0,0-1 12 15,0-1 8-15,-3-1 6 0,2 1 14 0,5-3-6 16,-11 0 5-16,11 0-10 0,-7-3-13 0,3-1-10 16,3 0-9-16,1-2-10 0,1-3-18 0,7 0-21 15,3-5-22-15,4 4-19 0,3-3-21 0,8-1-21 16,2-2-16-16,3-1-15 0,2 0-13 0,-2 0-13 15,2 2 5-15,1-3 17 0,0 5-6 0,0 0 13 16,0 0 13-16,-7 3 17 0,-6 0 5 0,-1 4 27 16,-3-4 23-16,-4 3 33 0,-2-1 36 0,-4 4 28 15,-1-1 10-15,-3 0 1 0,1-1-7 0,-4 1 1 16,-4 2 3-16,-1-1 4 0,-1 2 2 0,-2-1 6 16,-3 2 7-16,-2 1-8 0,-1 0-4 0,1 3-4 15,0-1-8-15,-2 2-7 0,3 0-9 0,1 2-3 0,-2 2-5 16,3-1-8-16,3 5 2 0,-2 3-3 15,2 2 0-15,4 1-8 0,3 1-1 0,6 2-4 16,3 4 2-16,2 4-4 0,3-5-2 0,3 6 1 16,4 0-2-16,-1-1-4 0,3 2 5 0,0 1-2 0,7 9-3 15,-5-13 2-15,-3-1-4 0,2 3-1 0,-4-2 1 16,1-1-2-16,-2-4 0 0,-3 0 1 0,-5-6-2 16,-4-2-1-16,-3-1 0 0,0-2 1 0,-1-4 50 15,1 3 42-15,-11-3 54 0,2-1 19 0,-8-1 8 16,1-2 7-16,-6 0 5 0,-5-5-1 0,-8-2-13 15,-2-1-11-15,1-2-17 0,0-3-8 0,1-1-15 16,5-4-8-16,-1 0-13 0,3-3-11 0,3-4-17 16,2 0-34-16,3-6-46 0,5 0-44 0,6-1-43 15,5-1-33-15,8 0-28 0,4 1-11 0,6-2-32 16,2 4-24-16,-1 3-24 0,3 0-32 0,5 1-36 16,0 4-34-16,-2 1-203 0,-2 1-594 0,-4 4 264 15</inkml:trace>
  <inkml:trace contextRef="#ctx0" brushRef="#br0" timeOffset="-193731.97">5780 8299 250 0,'-3'-5'296'16,"3"-1"-2"-16,0 6-25 0,0 0-18 0,0 0-25 16,-1-2-23-16,1 2-29 0,0 0-10 15,0 0-25-15,0 0-12 0,7 9-16 0,-2-3-11 0,-1 2-6 16,5 0-13-16,-3 2-6 0,1 1-10 0,-2 2 3 15,4 3-15-15,1 1-1 0,0 0-7 0,-2 1-2 16,-1 1-5-16,4-3-8 0,-2 0-21 0,0-2-11 16,0 2-22-16,-5-5-26 0,3 1-29 0,-2-2-40 15,1 0-40-15,-2-3-50 0,4-2-45 0,-4-3-140 16,0-1-427-16,3-1 190 0</inkml:trace>
  <inkml:trace contextRef="#ctx0" brushRef="#br0" timeOffset="-193294.52">6044 8201 81 0,'0'0'327'0,"0"-5"-24"16,0 5-23-16,0-3-30 0,0 3-29 0,0 0-27 16,0 0-22-16,0 0-15 0,0 0-15 0,0 0-14 15,7 13-14-15,-2-5-10 0,-1 2-17 0,3 6-4 16,-1-3-9-16,2 4-9 0,-2 0-2 0,1 2-8 15,3 6-2-15,-2-6-8 0,0 0 0 0,0 1-6 0,-2-4-8 16,2-2-12-16,1 4-9 0,-6-8-15 0,3 2-1 16,-1-3-5-16,-4-4-1 0,2 1 4 15,-1-2 2-15,0 0 8 0,2-3-10 0,-4-1 8 0,0 0-2 16,8-6-1-16,-6 1 4 0,0-4 3 0,1-2 2 16,0-2 14-16,1 0 8 0,0 0 15 0,-4 1 6 15,7-10 17-15,-2 4 10 0,-1 2 8 0,0 1 4 16,2 2 12-16,-3 1 5 0,3-1 2 0,-3 2-11 15,4 2-4-15,-2-2-10 0,4 1-12 0,-3 2-5 16,2 3-8-16,-2 1-1 0,5 0-13 0,-3 0-2 16,3 3-11-16,-3 1 0 0,4 2-5 0,-1 1 2 15,0 1-13-15,3 3 4 0,-3-1-2 0,1 2-3 16,3 2 3-16,-6 1-9 0,6 3 17 0,-8-4-11 16,1 2 8-16,0-2-21 0,3 5-10 0,-7-3-34 15,3-3-16-15,-4 1-24 0,1 0-17 0,-4-3-25 16,0 0-16-16,0 1-19 0,-1-1-35 0,-2-3-45 15,0 1-60-15,-4-1-241 0,-1-3-587 0,1 1 259 16</inkml:trace>
  <inkml:trace contextRef="#ctx0" brushRef="#br0" timeOffset="-192950.8">5881 8045 78 0,'-6'-1'314'0,"6"1"-22"15,-9-1-28-15,9 1-28 0,-7-2-27 0,7 2-13 16,0 0-30-16,-4-1-17 0,4 1-17 0,0 0-12 16,0 0-13-16,0 0-6 0,0 0-8 0,8 10-11 15,-3-7-6-15,-1 0-10 0,2-1-9 0,2 1-2 16,-2-2-7-16,3 1-2 0,-4-1-5 0,2 1-2 15,0-1-5-15,-1-1-5 0,-6 0 2 0,9 0-4 16,-9 0 6-16,0 0-7 0,7-3 0 0,-6 0-3 16,-1 3-4-16,-3-6 0 0,3 6-5 0,-5-7-4 15,-1 3-2-15,0-1 0 0,-1 3-8 0,-1-2-21 16,2 1-25-16,-3 2-32 0,4-2-30 0,-5 3-63 16,3-1-38-16,-2 2-232 0,1 2-476 0,-1 0 210 0</inkml:trace>
  <inkml:trace contextRef="#ctx0" brushRef="#br0" timeOffset="-191418.26">7132 8295 16 0,'-7'-3'338'0,"7"3"-21"0,0 0-28 16,0 0-25-16,0 0-27 0,0 0-28 0,0 0-19 15,0 0-18-15,0 0-21 0,0 0-12 0,0 0-8 0,22-4-14 16,-10 3-14-16,11 0-8 0,-1-3-8 0,9-1-8 16,1 0-10-16,0-1-5 0,4 1-6 0,-4-2-7 15,1 1-3-15,0 4-22 0,-3-2-36 0,-10 1-33 16,2 1-49-16,-2 1-49 0,-6-1-58 0,-2 2-68 15,-4 0-150-15,-1 0-451 0,-4 2 200 0</inkml:trace>
  <inkml:trace contextRef="#ctx0" brushRef="#br0" timeOffset="-191246.4">7260 8478 101 0,'-4'2'206'0,"0"1"1"0,4-3-7 16,-6 5-1-16,6-5 8 0,2 3 14 0,-2-3-5 15,0 0-16-15,17-1-17 0,-3-1-23 0,9-1-16 16,0 1-12-16,10-3-14 0,-2 0-30 0,6 1-66 16,-2 0-78-16,4-1-99 0,-2 0-245 0,1-1-431 15,-1-1 191-15</inkml:trace>
  <inkml:trace contextRef="#ctx0" brushRef="#br0" timeOffset="-190558.97">8549 7950 109 0,'1'-6'379'0,"2"0"-10"16,-3-1-31-16,0 3-15 0,0-1-25 0,0 5-46 15,0-3-29-15,0 3-30 0,0 0-20 0,0 0-17 16,0 0-19-16,-5 19-9 0,1-8-13 0,4 6-14 16,-1 1 4-16,-1 2-20 0,5 7-11 0,-3-6-9 15,5-1-5-15,-4 2-8 0,6 0-2 0,0-4-14 16,-3 1 5-16,6 0-7 0,-5-4-1 0,-1-2-3 16,5-1-5-16,-3-3 9 0,2-2-12 0,-1 2-4 15,-4-4 0-15,2-1-2 0,1-2-1 0,3-2 4 16,-1-2-2-16,1-2-1 0,0-3-1 0,2 0-2 15,-1 0 8-15,1-3-15 0,2 2-3 0,-5-7 3 16,2 5 3-16,-2 0-6 0,0 0 20 0,2 2-21 16,-1 0-3-16,-6 2 0 0,4 2-1 0,-2-1-1 0,-1 2-2 15,3 2 3-15,-2 1 2 0,4 0-3 0,0 4-5 16,5-2 2-16,-3 4 9 0,-2-1-6 0,5 2 0 16,2 3 3-16,-1 0 0 0,1 0-2 0,2-1 1 15,-2 0-2-15,5 0 3 0,-4-2 3 0,1-2-6 16,0 0 8-16,1 1-1 0,-7-5 4 0,2-1 0 15,-2 0 15-15,-3 0 26 0,1-6 13 0,-2 2 14 16,0-2 3-16,0-2 2 0,-3-2-8 0,-1-2 0 16,-2-5-13-16,-3-1-4 0,0-1-8 0,-3-1-1 15,-6-7-5-15,3-1-2 0,-2 1-10 0,-1-1-3 16,-1 1-8-16,-1 2-14 0,1 1-21 0,4 7-22 16,1 1-48-16,2 3-35 0,-1 2-31 0,1 2-43 15,3 2-65-15,-2 1-77 0,3 3-54 0,0 3-200 0,4-2-638 16,-4 2 282-16</inkml:trace>
  <inkml:trace contextRef="#ctx0" brushRef="#br0" timeOffset="-190246.5">9508 7986 134 0,'0'-4'313'15,"0"4"-14"-15,1-5-21 0,-1 5-30 0,0-5-18 16,0 5-27-16,0 0-21 0,0 0-22 0,2-4-23 16,-2 4-10-16,0 0-10 0,0 0-9 0,0 0-17 15,0 0-10-15,0 0-10 0,0 0-4 0,3 16-7 16,-3-14-4-16,0-2-6 0,1 5-4 0,2-2-3 16,-3-3-2-16,1 4-8 0,-1-4 1 0,0 0-3 15,1 2 15-15,-1-2 28 0,0 0 28 0,3 4 31 16,-3-4-10-16,0 0-6 0,0 0-22 0,0 0-9 0,-8-10-11 15,4 7-5-15,1-1-22 0,0 1-31 16,-2-1-47-16,0 1-44 0,1 0-48 0,4 3-57 16,-6-7-78-16,6 6-81 0,-3-3-200 0,3 4-582 0,0-6 257 15</inkml:trace>
  <inkml:trace contextRef="#ctx0" brushRef="#br0" timeOffset="-189777.8">10262 7829 132 0,'2'-4'310'0,"3"-1"-13"15,-2 1-2-15,-1-1-25 0,-2 1-22 0,0 0-26 16,0 4-1-16,-7-6-45 0,2 3-3 0,-6 0-28 15,-4 3-12-15,1 2-12 0,-6 1-6 0,-1 0-13 16,-7 4-9-16,-1 0-9 0,2 4-3 0,-2 2-11 16,2-3 3-16,7 0-15 0,-2 0-6 0,3 1-4 15,4 1-4-15,-4 1-4 0,3-2-5 0,8 0 7 0,-2-4-15 16,3 4-6-16,6-3-2 0,-3 2 3 0,9-3-4 16,2 4 1-16,3-4 2 0,10 1-2 15,11 1 1-15,5-2-4 0,3-1-6 0,21-1 2 0,-4-1-1 16,1-3-1-16,-16-2-1 0,13-2-4 0,-13 2 1 15,15-2 3-15,-17-3-1 0,-1 1 4 0,-4-3-8 16,0 2 1-16,-5-2-3 0,-7 0 8 0,-3-1-3 16,-2-1 3-16,-9 1 15 0,2-1 15 0,-5-1 2 15,2-1 2-15,-7 0-6 0,-3-2 2 0,-7-1 0 16,-3 0 2-16,-3 0-2 0,-6-3-9 0,-8 4-7 16,2 2 4-16,-5-1-3 0,2 3-8 0,-6 0 0 15,7 4-19-15,-2 3-24 0,-1-3-25 0,3 3-24 16,9 3-33-16,0 2-25 0,0 3-29 0,2 0-34 15,6-1-49-15,-1 0-36 0,2 3-257 0,1-3-582 16,4 1 257-16</inkml:trace>
  <inkml:trace contextRef="#ctx0" brushRef="#br0" timeOffset="-189558.9">10256 7630 102 0,'-1'-4'337'0,"1"4"-36"0,0-3-33 0,0 3-33 16,0 0-25-16,0 0-21 0,0 0-18 0,1 16-19 16,1-4-16-16,2 4-11 0,0 5-6 0,2 7-7 15,0 4-10-15,2 0-9 0,3 1-11 0,0 1-4 16,0 2-9-16,1-3-10 0,3 2-1 0,-1-1-4 16,2-1-5-16,-1-2-1 0,5 2-4 0,-5-5-23 15,-4 2-44-15,7-6-49 0,-6-6-62 0,0-1-89 16,-4-7-238-16,2 2-498 0,-2-5 220 0</inkml:trace>
  <inkml:trace contextRef="#ctx0" brushRef="#br0" timeOffset="-189229.34">10912 7631 244 0,'4'-3'413'0,"-3"-4"-3"0,6 3-11 16,-4-1-4-16,-2 1-7 0,2 1-21 0,-3 3-25 15,1-4-34-15,-1 4-34 0,0 0-33 0,0 0-28 16,0 0-24-16,0 0-22 0,-11 7-16 0,3 3-15 16,0 1-14-16,-3 2-12 0,-1 5-16 0,4-1-6 15,-6 7-9-15,2 4-8 0,5-4-6 0,-1 4-7 16,2-1-8-16,6 2-4 0,-1-1-7 0,1-3-1 15,4 1-5-15,-1-4-5 0,5-2-8 0,0-1-9 16,3 1-18-16,3-4-32 0,6 2-20 0,-3-4-28 0,0-1-28 16,5-3-20-16,4-1-34 0,2 0-42 0,-5-7-48 15,6-2-61-15,1 0-28 0,-7-2-292 16,5-7-694-16,-3 0 307 0</inkml:trace>
  <inkml:trace contextRef="#ctx0" brushRef="#br0" timeOffset="-189026.23">11453 7690 121 0,'-3'-3'294'0,"1"-1"-25"0,0 1-22 0,2 3-27 15,-9-3-21-15,9 3-19 0,-12 3-13 0,3 1-14 16,-1 2-9-16,1 4-13 0,-4 1-8 0,2-1-12 16,-1 7-10-16,1-2-8 0,-4 4-9 0,-3 3-8 15,3 3-6-15,-1-2-11 0,2 0-3 0,3-4-6 0,-5 4-20 16,5-4-32-16,2-2-29 0,-1 1-35 15,5-3-39-15,-1-4-54 0,2 1-69 0,-2-2-171 16,3-3-430-16,0-2 190 0</inkml:trace>
  <inkml:trace contextRef="#ctx0" brushRef="#br0" timeOffset="-188823.13">11221 7777 220 0,'-2'-5'370'15,"2"1"-9"-15,0 4-31 0,0-5-34 0,0 5-38 16,-2-3-33-16,2 3-19 0,0 0-18 0,0 0-18 16,0 0-17-16,2 15-22 0,1-6-8 0,4 1-9 15,-1 0-13-15,5 5-5 0,3-2-16 0,0 2-3 16,7 1-11-16,-6-1-19 0,11-2-36 0,-3-1-33 16,4-1-40-16,2 0-48 0,-7-6-69 0,6 3-57 15,-6-3-267-15,1-3-544 0,-1-2 241 0</inkml:trace>
  <inkml:trace contextRef="#ctx0" brushRef="#br0" timeOffset="-188557.53">11611 7569 74 0,'-3'-3'442'0,"-1"0"5"0,3-2-15 0,1 5-28 0,-3-5-30 16,3 5-46-16,0 0-30 0,0-5-33 0,0 5-27 15,0 0-33-15,0 0-15 0,18 6-16 0,-5-1-26 16,-2 2-13-16,3 1-9 0,6 4-17 16,-1-1-10-16,2 7-8 0,2 0-9 0,1 0-5 0,-5 3-10 15,3 1-9-15,-6 2-8 0,-1 2-6 0,-1-2-31 16,-5 4-51-16,0-2-40 0,-8 1-18 0,4 2-8 16,-5-9-23-16,-6 9-12 0,2-2-12 0,-3-1-19 15,-3-1-24-15,-2-7-33 0,4 2-49 0,-2-2-45 16,-2-3-188-16,1-4-550 0,4 0 244 0</inkml:trace>
  <inkml:trace contextRef="#ctx0" brushRef="#br0" timeOffset="-187635.75">11797 7249 2255 0,'-5'-5'132'16,"-1"-1"49"-16,2 1 12 0,0 2-15 0,3 1-35 15,-2-1-18-15,3 3-26 0,-7-6-27 0,7 6-19 16,-1-4-5-16,1 4-2 0,0 0-4 0,0 0-7 16,22 10 1-16,-2-4-2 0,12 7-1 0,3 0-6 15,1 0-1-15,0 4-6 0,1 0 18 0,14 8-19 16,-17-5-2-16,11 8 1 0,3 4-2 0,-5 4-7 16,-1 1 2-16,-4 1 5 0,-2 2-5 0,-5 2 3 15,-12-9-3-15,2 15 2 0,-6 1-3 0,-9 3 1 16,-3-1-2-16,-7 3-2 0,-10 1 0 0,-6-2 1 0,-4-1-11 15,-9-2-27-15,-3-4-22 0,-6-1-23 16,-2 0-29-16,-2 2-21 0,-4-5-47 0,3-5-56 16,-1-3-54-16,-4-4-210 0,5-5-533 0,-4-5 235 0</inkml:trace>
  <inkml:trace contextRef="#ctx0" brushRef="#br0" timeOffset="-186963.94">8579 7582 140 0,'-1'-13'372'0,"-2"2"-14"0,-1 1-26 0,0 3-25 0,0-2-18 16,0 1-26-16,-5 0-21 0,-3 3-23 0,3 1-24 16,-10-1-11-16,5 4-14 0,-5 1-18 0,0 4-14 15,-3 5-15-15,-3 5-15 0,0 3-12 0,2 6-9 16,-2 1-19-16,4 7-1 0,3-1 4 0,-2 15 7 15,5 5 7-15,2 0-6 0,9 1-13 0,4-2 3 16,6-9-9-16,6 13-3 0,7-1-6 0,3-5-5 16,9 3-2-16,3 0 2 0,4-3-4 0,4 0-6 15,9-3 1-15,0-7-28 0,5-2-50 0,0-2-36 16,1-1-34-16,0-5-45 0,2-3-71 0,0-7-108 16,-3-3-306-16,1-3-692 0,-5-1 307 0</inkml:trace>
  <inkml:trace contextRef="#ctx0" brushRef="#br0" timeOffset="-186203.9">12801 7753 233 0,'0'0'482'0,"0"0"-1"0,-11-3-19 0,11 3-27 15,-8-1-20-15,8 1-34 0,-6-2-30 0,1-1-29 16,5 3-34-16,-4-6-25 0,-1 5-26 0,1-2-27 16,-2 0-19-16,6 3-21 0,-3-2-17 0,3 2-18 15,-4-3-39-15,4 3-59 0,0 0-75 0,-7-3-74 16,7 3-72 0,0 0-35-16,0 0-29 0,0 0-58 0,13 9-62 15,-8-5-277-15,2 2-698 0,1-2 308 0</inkml:trace>
  <inkml:trace contextRef="#ctx0" brushRef="#br0" timeOffset="-185594.58">12948 7523 53 0,'0'-5'335'0,"0"5"-16"0,0-6-24 0,0 6-21 16,0 0-27-16,0-3-22 0,0 3-28 0,0 0-22 15,0 0-23-15,0 0-14 0,0 0-6 0,0 0-16 0,0 0-15 16,0 0-9-16,8 10-12 0,-5-5-7 16,1-1-4-16,0 2-9 0,1-2-9 0,2 3-10 15,3-4-3-15,-1 2-16 0,0 0-6 0,1-3-11 0,3 1-5 16,-2-2-5-16,-1-1-6 0,3-1-5 0,-1-2 4 15,0-1-1-15,-1 0-1 0,0 0 3 0,-2-2 2 16,1-2 1-16,2 1 2 0,-5-1 3 0,0 1 3 16,-2-3 13-16,2 1 14 0,-2 0 20 0,-1 0 11 15,0 0 17-15,2 0 13 0,-2 4 8 0,0-1 13 16,-2 0 13-16,1 0-17 0,1 1-13 0,-1 3-12 16,-1-2-5-16,-1 2-17 0,-1 2-9 0,0 0-5 15,0 0-16-15,15 7 6 0,-1 4 0 0,-1 3-4 16,5 8-5-16,0 4-3 0,2 3-1 0,0 4-2 15,6 10 0-15,-5 2-2 0,0 1-9 0,0 3 2 16,-3-4 2-16,2 6-1 0,-5-4-1 0,0 4 1 16,-7-14-8-16,7 12 1 0,-6 1-4 0,-3-13 11 0,-2 2-5 15,0-4 2-15,0 15-1 0,-4-14 9 0,-4 0 27 16,-3-3 8-16,-1-1 35 0,-5-4 11 16,2 0 20-16,-7-3 27 0,0-3 5 0,2-9 14 0,-3-2 9 15,-10-2 10-15,-3-4-2 0,-1-6 1 0,2-5 4 16,-5-5-4-16,6-3 3 0,0-5-2 0,3-4-9 15,4-4-16-15,2-4-5 0,5-2-17 0,3-3-11 16,-1-18-18-16,6-1-26 0,5 0-33 0,6-7-58 16,4-1-62-16,5-22-65 0,3 24-59 0,0 3-56 15,4 5-26-15,5-3-36 0,-3 11-28 0,-2 11-41 16,-4 3-51-16,7 3-81 0,-5 2-323 0,3 5-908 16,-8 5 402-16</inkml:trace>
  <inkml:trace contextRef="#ctx0" brushRef="#br0" timeOffset="-185157.12">14632 7630 63 0,'0'0'365'0,"5"-1"-25"0,-5 1-13 0,0 0-37 16,0 0-23-16,8-3-20 0,-4 2-25 0,-4 1-24 15,7-5-20-15,1 4-17 0,2 0-14 0,5-2-16 16,4-1-13-16,4 0-13 0,-1 2-34 0,9-4-52 15,-1 2-44-15,0 1-59 0,-2 0-60 0,-3 2-71 16,-3 1-249-16,0 0-502 0,-1 0 222 0</inkml:trace>
  <inkml:trace contextRef="#ctx0" brushRef="#br0" timeOffset="-184985.26">14800 7861 177 0,'-5'4'231'0,"1"-1"-17"0,1 1-18 0,3-1-10 16,0-3 12-16,0 0 11 0,6 6-7 0,0-6-23 16,11 0-15-16,3-3-12 0,13 1-22 0,2 0-10 15,3-2-22-15,3-1-54 0,16 0-57 0,-1-3-67 16,-2-1-61-16,-13 5-237 0,16-4-409 0,-16 1 181 16</inkml:trace>
  <inkml:trace contextRef="#ctx0" brushRef="#br0" timeOffset="-179561.84">16732 7159 280 0,'0'-4'297'0,"0"-1"7"0,1 1-7 16,-1 4-5-16,-1-8-4 0,1 8-13 0,0-6 12 16,0 6-14-16,0-6-18 0,0 2-22 0,0 4-18 15,-2-5-23-15,2 5-17 0,0-5-15 0,0 5-14 0,2-4-16 16,-2 4-17-16,1-4-9 0,-1 4-14 0,0 0-8 15,3-4-12-15,1 1-5 0,-4 3-12 16,9-1-3-16,0 1-4 0,-1 0-6 0,1 0-4 0,4 0-2 16,1 1-7-16,-3 1-4 0,3 2-9 0,-2-1-9 15,3 0 1-15,0 2-19 0,-4-1 2 0,4 2-7 16,-7-2-13-16,3 1 3 0,-3 0 9 0,3 2-15 16,-7-2 12-16,3 0-6 0,-1 0 1 0,-4 3-2 15,2-3 21-15,0 1-10 0,-2 2-2 0,-4 0 9 16,1 0-4-16,-2 1 10 0,-3 1-8 0,0-1 6 15,-1 1 16-15,-3-2-20 0,-3 2 13 0,6-1-2 16,-4-2-5-16,-1 1 0 0,3 0 5 0,0-2-1 16,0 0-2-16,2-3-3 0,3 2 3 0,-3-1 2 15,4-1 1-15,1 1-2 0,0 0 2 0,2-4 4 16,-5 3-3-16,5-3 20 0,-5 3-12 0,5-3-2 16,-3 2 1-16,3-2 19 0,0 0-19 0,0 0 2 0,0 0 7 15,13 3 1-15,-9-2-8 0,-4-1-1 0,14-2 1 16,-2 0-4-16,-1 0 10 0,2 2-8 15,1-1-2-15,-1-2-8 0,0 1 13 0,-2-1-8 0,4 2 8 16,-1-2-3-16,-1 2-5 0,2-1 3 0,-4 1 0 16,3 0-9-16,-1 1 4 0,-3-1 9 0,1 1-16 15,0 0-11-15,-3-3-13 0,1 3-4 0,-2-1-20 16,0 0-2-16,-2-1-12 0,5 2-7 0,-10 0-10 16,11-2-17-16,-4 3-12 0,-2 0-19 0,-5-1-30 15,11-1-34-15,-11 1-49 0,8-1-52 0,-8 1-227 16,10-3-567-16,-6 2 251 0</inkml:trace>
  <inkml:trace contextRef="#ctx0" brushRef="#br0" timeOffset="-178780.67">17764 7196 19 0,'0'0'389'0,"0"0"-15"15,-1-4-23-15,1 4-10 0,0 0-45 0,-3-3-36 16,3 3-35-16,0 0-20 0,0 0-22 0,0 0-22 16,0 0-9-16,-11 11-16 0,11-7-16 0,-4 2-11 15,3 1-22-15,-1 1 3 0,0-1-1 0,2 4-17 16,-2-3-10-16,4 2 4 0,0-3-14 0,0 0-2 0,3 1-6 15,-1 1 3-15,3-4-11 0,1 3 2 16,0-4-3-16,4 1 7 0,1-1-16 0,-2-3 1 16,2 2 14-16,-2-4-15 0,4 1-4 0,-7-5-7 0,3 2 8 15,3-4-3-15,-6 2-1 0,0-3-9 0,-1 1-3 16,1-4 0-16,-4 2 23 0,0-5-27 0,-2 3 2 16,0-2-8-16,-2-2 4 0,0 2-4 0,-4-1 6 15,1 1-10-15,1-4 1 0,-2 7-9 0,-3-1-9 16,0 3-15-16,2-1-14 0,-2 5-11 0,0-3-21 15,-4 3-22-15,0 0-20 0,3 4-22 0,-3 0-18 16,0 1-19-16,3 2-37 0,2 1-27 0,-1-2-235 16,3 2-526-16,1-2 234 0</inkml:trace>
  <inkml:trace contextRef="#ctx0" brushRef="#br0" timeOffset="-178296.34">18051 6915 79 0,'-3'-5'344'0,"2"3"-6"0,1 2-18 15,-3-9-25-15,3 3-24 0,2 1-27 0,-1 1-26 16,3-3-20-16,0 2-26 0,2 2-11 0,0-4-20 15,4 1-10-15,-2 1-17 0,3 0-12 0,-3 2-10 16,3 0-10-16,2 1-8 0,-3-1-8 0,3 3-6 16,-3 1-8-16,3 1-13 0,-4 0 3 0,3 2-2 15,-4 0-17-15,3 2 6 0,0 1-7 0,-1 1-1 16,-1 0-3-16,1 3-1 0,1 1-3 0,0-2-9 16,-1 6 4-16,-3 0 4 0,1 1-3 0,3 1-1 15,-3-1-5-15,1 2 3 0,-4 0-1 0,4 2-2 0,2 5 2 16,-5-5-3-16,1-1 13 0,-1 1-14 15,-2 0 1-15,3-2-1 0,0 8-1 0,0-3 2 16,2-5-5-16,-5 0 5 0,3-2-3 0,0 0 3 0,-3 0-3 16,4-1 2-16,-2 1-3 0,1-1 4 0,-2-4 10 15,-1-1-12-15,-2 4 4 0,1-6 0 0,0 2-3 16,0 0 15-16,-2-5 16 0,-1 1 14 0,0 0-2 16,-1 0 16-16,-3 0 0 0,-3 2 1 0,-2-2-3 15,0 1-11-15,-10 0-3 0,2 1-27 0,-4-1-41 16,-7 0-24-16,-2 3-41 0,0-2-49 0,-3-1-53 15,-4 2-56-15,2-6-72 0,-5 5-250 0,0-7-614 16,3 1 272-16</inkml:trace>
  <inkml:trace contextRef="#ctx0" brushRef="#br0" timeOffset="-177593.29">16644 7011 281 0,'-2'-5'335'0,"-1"0"-23"16,2 0-24-16,-2 0-24 0,-1 0-26 0,-1 1-22 15,-1-1-21-15,3 1-19 0,-5 1-15 0,4 1-17 0,-4 0-15 16,1 1-17-16,-1-2-13 0,-1 3-12 0,0 0-7 16,1 0-6-16,-1 2-8 0,-1-1-9 15,1 1-8-15,-1 2-3 0,-1 1-4 0,3-1-11 0,0 0 5 16,3 2-8-16,-5 0-4 0,6-1-6 0,-3 5 0 15,2-3-4-15,1 4 3 0,1-1 1 0,2-1-2 16,1 4-2-16,1-1-4 0,2 3 3 0,-2-2-6 16,4 3 0-16,2 2 3 0,-3-3-7 0,3 3 3 15,3 0 0-15,-1 0 0 0,-1 1 11 0,-1-1-8 16,1 0-7-16,3 2-2 0,-5-1 6 0,2 7 6 16,0-5-5-16,-1-1-6 0,0 7 0 0,-1 0 6 15,1-6 2-15,1 7 3 0,-1-3 0 0,-1 2 1 16,-2 1 6-16,3-2-5 0,-1-5 0 0,-2 8 16 15,0-7-6-15,3 3 5 0,0 1-3 0,0-7-3 16,-2 1 2-16,2 1-3 0,1-3 3 0,-1 1-9 16,5-1 3-16,-1-1 3 0,1-2-8 0,-1-1 1 0,8 2 2 15,-1-6-4-15,4 0-24 0,-1 1-39 0,0-4-57 16,10 2-66-16,-2-3-88 0,2-2-100 0,3-5-184 16,-5-1-589-16,5-1 261 0</inkml:trace>
  <inkml:trace contextRef="#ctx0" brushRef="#br0" timeOffset="-176841.74">18916 6706 175 0,'0'-9'233'0,"0"0"0"16,-4-1-10-16,1 0 0 0,1 2-4 0,-3-1-5 16,1 2-4-16,-2-2-9 0,-1 2-21 0,0-1-12 15,0 1-16-15,0-2-15 0,-3 4-9 0,3 3-21 0,0-2-9 16,1 2-11-16,-3-1-11 0,1 3-9 16,8 0-9-16,-14 4-8 0,6 0 1 0,3 2-10 0,-4 1-8 15,1 1-2-15,-1 4-5 0,2 2-2 0,0 4-2 16,0 1 4-16,3 8-6 0,3-1-3 0,-2 2-2 15,3 0-1-15,4 4 6 0,7 0-7 0,-4 3-4 16,1 1-3-16,4 0 0 0,-1 0 7 0,2 15-8 16,-1-15 5-16,-1 0 3 0,3 12-1 0,-2-11 4 15,-3 0-1-15,3-3 13 0,-1 2-8 0,4 12 3 16,-8-12 1-16,1-2-7 0,0 3 12 0,-1-3 0 16,-2 1-5-16,2 1-2 0,-4-2 2 0,1-1 13 15,0-1 10-15,-2-1-1 0,3-1 1 0,-4 0 0 16,5-2 4-16,-4-8-11 0,3 6 8 0,-3-5 9 15,4-2-8-15,-1-2 11 0,-1 0-16 0,2 1-1 16,-1-6-2-16,-1-1-3 0,4 0 6 0,0-3-4 0,1 2-6 16,0-7 0-16,6 2-6 0,3-3 5 15,4-1-7-15,1-2-4 0,6-2-30 0,3-3-43 16,-1-3-39-16,-1-1-42 0,-4-2-49 0,1-5-62 0,3-1-68 16,-3-2-336-16,-1-4-700 0,-3-2 310 0</inkml:trace>
  <inkml:trace contextRef="#ctx0" brushRef="#br0" timeOffset="-176388.66">19185 6852 192 0,'2'-4'296'0,"-1"0"-11"15,2 0-15-15,-2-1-15 0,1 1-17 0,-2 4-27 16,1-5-20-16,-1 5-23 0,1-3-19 0,-1 3-14 15,8-1-13-15,-8 1-13 0,14 3-13 0,-7 0-10 16,2 0-7-16,5 4-9 0,-3-1-3 0,1 2-7 16,-1-2-10-16,2 5-3 0,-3-4-9 0,0 4-3 15,-1-4-7-15,1 6-2 0,-1-4-4 0,-3 3-2 16,-1-3-2-16,0 3 0 0,0-2-1 0,-1 1-5 16,0-1 0-16,-3-2-2 0,-1-1 3 0,-1-2 1 0,1 2 3 15,-3-2 10-15,6 0 1 0,-6-1 11 16,3-4 11-16,-1 5-11 0,1-5-2 0,1 5-1 15,-1-5-4-15,0 0 2 0,3 3-6 0,-3-3 0 16,0 0-16-16,16-3-23 0,-6 1-37 0,3 2-34 0,6 0-52 16,0 0-55-16,2-4-62 0,-1 4-275 0,-1 1-568 15,2-1 251-15</inkml:trace>
  <inkml:trace contextRef="#ctx0" brushRef="#br0" timeOffset="-176138.68">19339 7579 36 0,'0'0'295'0,"8"3"-15"0,-3-2-13 0,2 2-14 16,-7-3-17-16,13 0-24 0,-5 0-20 0,4 1-16 15,-1-1-23-15,1-3-12 0,3 3-13 0,-1 0-14 16,5 0-13-16,-2-1-50 0,-3 1-62 0,5-1-72 0,-2-2-62 16,-3 3-92-16,0-2-124 0,-1-3-389 0,1 3 173 15</inkml:trace>
  <inkml:trace contextRef="#ctx0" brushRef="#br0" timeOffset="-175935.58">19754 7515 28 0,'0'0'191'0,"0"0"29"0,-1 7-6 16,-1-2 3-16,2-2-6 0,-1 5-5 0,0-1-20 15,1 0-17-15,-2 5-15 0,2-5-16 0,0 6-11 16,-1 0-12-16,2-2-8 0,1 5-10 0,-1-2-5 16,-1-1-11-16,3 3-10 0,-2-4-15 0,4-1-43 0,-2 2-44 15,1-3-46-15,0-3-71 0,0-1-76 16,3-3-146-16,-3 0-399 0,3-4 177 0</inkml:trace>
  <inkml:trace contextRef="#ctx0" brushRef="#br0" timeOffset="-175466.87">19762 6776 2123 0,'-15'-12'99'0,"1"3"38"0,5-2 1 0,1 0-17 15,1 0 16-15,2-1-29 0,-2 1-8 0,3 1-6 16,1 1-12-16,2-1-10 0,2 0-7 0,-1 5-3 0,4-3-8 16,1-1-3-16,2 1-5 0,3 2-7 0,-2-1-6 15,4 3 0-15,-1 1-6 0,4 1-2 16,-1 0-3-16,-1 4-7 0,2 0 1 0,-2 1-2 0,1-1-8 15,0 3 1-15,5 4 0 0,-6 1 4 0,1 1-5 16,0 0-1-16,-2 4-3 0,2 0 0 0,-5 4-6 16,6 4 0-16,-1 2 1 0,-1 1-3 0,-2 2 11 15,0-2-9-15,0 5 1 0,-1-1 1 0,3 1-1 16,-2 4-1-16,2-2 1 0,-3 1 2 0,5 2-8 16,-1-1 8-16,-1-1 0 0,2 1-2 0,2 1 0 15,-1-3-1-15,0 0 0 0,-1 3 5 0,0-4 2 16,-3-1-7-16,1 2 6 0,-1-6-1 0,0 0-2 0,-1-3 5 15,-3-3 1-15,-1-1 24 0,0-2 2 16,-2-1 3-16,-2 0-4 0,1-5 2 0,-2 2 11 16,-2-4 0-16,0 3 8 0,0-2 4 0,-3-1-10 0,-1 0 2 15,-2 0 1-15,-2 0-6 0,-3-2-8 0,0 0-30 16,-6 0-34-16,-1 1-37 0,0-1-49 0,-1 0-48 16,2-2-51-16,6-1-65 0,-3 0-289 0,4-1-615 15,5-3 273-15</inkml:trace>
  <inkml:trace contextRef="#ctx0" brushRef="#br0" timeOffset="-175029.42">20261 6390 177 0,'0'0'239'0,"0"0"-26"15,0 0-23-15,0 0-16 0,9 11-16 16,-1-5-16-16,5 4-9 0,5 3 13 0,4 3 8 15,6 3-4-15,4 3 0 0,-1 4-4 0,15 7-1 0,0-1-8 16,0 4-8-16,2 5-14 0,0 2-8 0,-2 1-12 16,0 3-5-16,1 0 30 0,19 17-14 0,-24-16-9 15,-1 0-6-15,1 4-10 0,-5-3-11 16,-2 3-9-16,-8-1-3 0,-9 4-4 0,-3-1-4 0,-7 5-5 16,-12 1-5-16,-15 28-1 0,3-30-7 0,-13 1-4 15,-3-4-15-15,-5 0-7 0,-7-4-27 0,-21 13-8 16,18-25-29-16,-8 1-30 0,-3-9-38 0,-5 0-37 15,-24 6-52-15,26-16-36 0,-2-4-254 0,-2-1-548 16,-2-3 243-16</inkml:trace>
  <inkml:trace contextRef="#ctx0" brushRef="#br0" timeOffset="-174295.12">16197 6770 76 0,'0'-15'308'16,"0"2"-3"-16,2 0-18 0,-4 4-17 0,2-2-13 0,0 6 5 15,2-2-18-15,-4 2-28 0,2 1-27 16,0-1-20-16,0 5-25 0,0-5-15 0,0 5-16 15,0 0-11-15,-8 19-12 0,0-2-10 0,1 2-6 0,-4 9-6 16,-2 3-11-16,2 5 1 0,-8 15-9 0,1 4 12 16,-2 1 20-16,3 3 6 0,0 2-2 0,-6 24 7 15,7-25-2-15,0 25-2 0,5-22-4 0,11 25-7 16,3-27-11-16,13 25-4 0,3-30-3 0,18 27-1 16,0-28-7-16,23 17-1 0,-13-26-8 0,32 13 3 15,-1-4-8-15,6-3-1 0,-23-23-7 0,29 8 1 16,1-3-40-16,0-7-48 0,-24-9-63 0,36 9-61 15,-9-3-91-15,0-4-107 0,-26-12-260 0,-3-1-691 16,-1-4 306-16</inkml:trace>
  <inkml:trace contextRef="#ctx0" brushRef="#br0" timeOffset="-173592.06">21613 6815 16 0,'0'0'292'0,"0"-4"-33"16,0 4-29-16,0 0-28 0,0 0-20 0,0 0-18 16,-4 12-18-16,1-2-13 0,0 1-12 0,-2 7 13 15,1 0-3-15,-1 3-3 0,-1 6 5 0,2 0 5 16,0 3-2-16,-4-1-1 0,4 1 8 0,1-2-4 15,0 1-10-15,3 1-11 0,0-10-17 0,3 7-3 0,0-6-12 16,1-2 6-16,3 1-18 0,-2-3-9 0,6 1 3 16,2-3-9-16,1 0-6 0,0-2 1 0,6-2-4 15,8 2-11-15,0-4 0 0,3-3-19 0,1-2-45 16,-1-1-37-16,3-1-42 0,-3-1-51 0,-2-3-69 16,1-2-75-16,-7-1-241 0,-3-2-585 0,-1 0 259 15</inkml:trace>
  <inkml:trace contextRef="#ctx0" brushRef="#br0" timeOffset="-173123.36">21940 7097 120 0,'0'0'305'0,"0"0"-9"0,0 0-12 0,0 0-8 0,0 0-12 16,0 0-12-16,0 0-23 0,0 0-23 0,0 0-14 15,0 0-16-15,0 0-17 0,0 0-15 16,0 0-14-16,12-5-9 0,-12 5-20 0,12 0-7 0,-5-2-10 15,8 2-12-15,-1-1-2 0,0 1-24 0,4-1-26 16,-2 1-32-16,3-2-37 0,-5 1-44 0,1 0-58 16,0-2-46-16,3-1-62 0,-7-1-221 0,0 1-520 15,-1 2 230-15</inkml:trace>
  <inkml:trace contextRef="#ctx0" brushRef="#br0" timeOffset="-172920.26">22276 6910 175 0,'8'7'184'15,"-7"-2"-6"-15,0 2-1 0,2 0 7 0,0 3-17 16,0 2-13-16,-1 0-14 0,1 0-13 0,1 5-11 16,2 2-13-16,0-1-9 0,-2 0-3 0,3 1-10 15,-3 2-8-15,3-3-6 0,1 1-6 0,-2-2-8 16,1-2-32-16,-1 0-51 0,1-2-62 0,1-2-59 15,-1-4-179-15,1-1-356 0,-1-2 159 0</inkml:trace>
  <inkml:trace contextRef="#ctx0" brushRef="#br0" timeOffset="-172639.03">22423 6674 301 0,'0'-4'352'16,"0"4"-35"-16,2-4-34 0,-2 4-25 0,12 0-14 15,-12 0-12-15,15 7-4 0,-1-2-5 0,2 5-11 16,2 3-11-16,4 2-6 0,1 3-31 0,0 3-7 16,1-1-15-16,-2 0-13 0,4 3-12 0,-3 2-15 15,0-2-5-15,-3 3-15 0,-2 1-2 0,0 2-14 16,-2 1-12-16,-3 1 1 0,0 1-3 0,-6 0-4 15,-1 1-25-15,-4-1-35 0,-3-1-39 0,-6 2-32 0,-4-3-27 16,-4 4-40-16,-4-3-32 0,-3-1-56 0,-1-5-63 16,-4 1-248-16,-3-1-593 0,0-5 264 15</inkml:trace>
  <inkml:trace contextRef="#ctx0" brushRef="#br0" timeOffset="-171826.61">23697 6950 130 0,'0'0'342'0,"0"0"-18"0,0 0-20 0,0 0-14 16,0 0-14-16,0 0-20 0,0 0-27 0,0 0-13 16,9 2-21-16,-9-2-23 0,10-2-11 0,-2 2-22 15,6-1-13-15,6 0-12 0,2 1-10 0,9-2-13 16,-1 2-27-16,3-2-49 0,2 2-44 0,-3 2-50 16,-3-1-65-16,1 1-72 0,-7 1-84 0,-2-2-164 0,1 1-501 15,-8 0 221-15</inkml:trace>
  <inkml:trace contextRef="#ctx0" brushRef="#br0" timeOffset="-171654.76">23838 7228 199 0,'-2'2'263'0,"0"0"9"0,2-2 16 0,0 0 9 15,0 0-8-15,13 6-25 0,0-8-25 0,6-2-25 16,3 3-23-16,8-2-18 0,1-2-19 0,2-1-30 15,4 1-52-15,-3 1-53 0,1-1-56 0,-4 1-64 16,0 1-83-16,2-1-272 0,-2 1-494 0,-2 0 218 16</inkml:trace>
  <inkml:trace contextRef="#ctx0" brushRef="#br0" timeOffset="-170607.99">17442 8761 190 0,'-22'-4'308'0,"0"-1"-4"0,6 3 1 16,5 0-4-16,1 0-17 0,6-1-28 0,-4 0-18 16,8-3-28-16,7 1-10 0,8-6-37 0,19-2-18 15,25-8-14-15,33-8-13 0,9 3-8 0,2-4-15 16,10 4-7-16,7-2 4 0,2 2-21 0,3 5-6 16,-5 0-13-16,-2 4-4 0,2-6-7 0,-6 0 4 15,-4 4-8-15,-5 1-4 0,-4 1-2 0,-33 7 0 16,1-2-10-16,-8 2 5 0,-1 1-4 0,-18 3-8 15,-2 0-1-15,-8 1-7 0,-2 3-2 0,-7 1-13 16,-5-1-1-16,-6 1-1 0,-2-1 2 0,-5 3 0 16,2-2 2-16,-4-2-2 0,-3 3 0 0,0 0 0 0,0 0-1 15,-37 1 8-15,7-1-7 0,-4 2-1 16,-5 1 7-16,-17 2 2 0,-2-1 4 0,-4 3-2 16,-2-2 3-16,0 2 0 0,-1 0 0 0,-6 4-6 0,-23 2 3 15,28-3 4-15,2-2-3 0,-3 0 1 0,1 2-5 16,3 0 4-16,2 1-3 0,4 0-2 0,13-5-11 15,6 2-4-15,7-4-10 0,10 1-3 0,1-2-18 16,8 2-16-16,0-3-4 0,6 2 4 0,1 1 0 16,5-1 2-16,0-4-19 0,17 7-35 0,13-5-52 15,8-4-64-15,17 2-256 0,7-4-530 0,2-1 234 16</inkml:trace>
  <inkml:trace contextRef="#ctx0" brushRef="#br0" timeOffset="-169863.23">24849 6639 309 0,'5'-6'391'0,"0"-1"-15"0,-1 2-3 0,-3 1-17 15,3 1-29-15,-1-1-29 0,-3 4-34 0,2-6-30 16,-2 6-37-16,0 0-21 0,0 0-17 0,0 0-16 0,-5 17-16 16,0-4-16-16,-1 4-11 0,-2 10-5 0,1 2 1 15,-4 2-17-15,6 5-9 0,-2-2-10 16,0 2 0-16,3 4-7 0,-1 9-7 0,6-12-1 0,1 0-5 15,1 0-10-15,4-3 3 0,4 0 6 0,3-2-7 16,2-3-5-16,4 1 5 0,4-5-4 0,0-2 0 16,3 0-4-16,6-6-4 0,0-3-22 0,5 0-39 15,0-5-46-15,1-4-45 0,-3 3-44 0,4-4-55 16,-6-3-73-16,4-2-348 0,-2-3-704 0,-3-3 312 16</inkml:trace>
  <inkml:trace contextRef="#ctx0" brushRef="#br0" timeOffset="-169597.55">25435 6903 276 0,'-4'-3'400'0,"0"2"-13"0,-3-3-14 0,7 4-15 16,-6-3-15-16,6 3-31 0,-7-2-19 0,7 2-31 15,-3-2-23-15,3 2-25 0,0 0-25 0,0 0-28 16,0 0-15-16,0 0-16 0,0 0-12 0,0 0-13 16,16 0-9-16,-4 0-11 0,2 0-22 0,9 0-13 15,-3 0-24-15,5-3-32 0,4 5-23 0,-5-5-35 16,6 1-27-16,0-1-26 0,-8 1-37 0,2 0-45 16,-5-1-40-16,3 1-57 0,-8-1-277 0,-1-1-619 15,0-1 275-15</inkml:trace>
  <inkml:trace contextRef="#ctx0" brushRef="#br0" timeOffset="-169363.19">25496 6753 118 0,'-4'-5'349'0,"0"3"-14"0,4 2-6 16,-4-6-13-16,4 4-26 0,0 2-31 0,-4-6-22 15,4 6-24-15,0 0-32 0,0 0-15 0,0 0-20 16,0 0-11-16,16 11-17 0,-9-6-13 0,-1 6-12 15,2 0-6-15,0 0-8 0,0 6-8 0,0 2-8 16,2-1-9-16,-1 1-25 0,1 7-24 0,3 0-26 16,-2-1-23-16,0-1-17 0,-1-7-24 0,-1 1-22 15,2 0-45-15,3-2-48 0,-1-5-47 0,2 2-231 16,-4-7-516-16,0 1 229 0</inkml:trace>
  <inkml:trace contextRef="#ctx0" brushRef="#br0" timeOffset="-168956.98">25953 6586 71 0,'0'0'183'0,"0"0"-19"0,0 0-31 0,-8 18 5 0,8-9-17 15,-4 0-7-15,0 9-6 0,3-1 3 0,-1 1-10 16,-2 1-8-16,4 1-7 0,0 3-12 15,0-4-8-15,4 6 1 0,-1-7-9 0,0 1-4 0,2-1-6 16,3-1 0-16,-1 0-3 0,-3-3-5 0,6-5-4 16,3 4 1-16,-3-4-3 0,2-2-9 0,-1-1 2 15,4-3-6-15,1-1-2 0,-5-2-2 0,4-3-6 16,2-2-4-16,-3 1-1 0,0-6 1 0,2 2 1 16,-3-2 0-16,1-3 1 0,0-1 0 0,-3-1 8 15,1 2 18-15,-5 1 29 0,-1 1 26 0,-1 0 22 16,0 2 19-16,-1 2 12 0,1 0 6 0,-4 1 2 15,2 1-8-15,-2-2-11 0,0 3-18 0,1 2-21 16,-2 2-12-16,0 0-18 0,0 0-8 0,0 0-1 16,0 0-12-16,0 0-5 0,0 0-10 0,5 17-11 15,-2-7-11-15,0-1-21 0,3 1-4 0,-2 2-14 16,1-1-14-16,1 2-21 0,1-1-23 0,1-1-34 0,-1 1-49 16,1-2-47-16,2-2-55 0,-1 0-204 0,2-2-519 15,0-2 230-15</inkml:trace>
  <inkml:trace contextRef="#ctx0" brushRef="#br0" timeOffset="-168675.76">26368 6443 215 0,'0'0'325'0,"0"0"-24"0,0 0-37 15,0 0-19-15,0 0 17 0,0 0 5 0,19 7 11 16,-8-1-9-16,1 3-15 0,5 3-14 0,0 1-19 16,4 3-15-16,1 6-23 0,3-1-11 0,0 2-22 15,0 1-7-15,-1 5-13 0,2-1-12 0,-2 2-11 16,1 2-9-16,4 11-10 0,-11-11-9 0,1 1-9 0,-4 1-13 16,0 2-55-16,0 0-45 0,-4-1-44 0,-3-1-27 15,0-2-19-15,-6-1-25 0,-1-2-26 16,-4 1-35-16,3-9-59 0,-4 0-61 0,-1-4-193 15,-3 0-576-15,1-5 255 0</inkml:trace>
  <inkml:trace contextRef="#ctx0" brushRef="#br0" timeOffset="-168113.31">27365 6495 282 0,'1'-10'332'15,"-1"3"-29"-15,-1 2-17 0,0-2-21 0,-2 2-22 0,-1 3-30 16,4 2-20-16,-5-2-15 0,5 2-27 0,-13 5-17 16,4 5-13-16,-1 0-21 0,1 4-9 0,-1 5-1 15,-1 0-13-15,3 7-6 0,-1 0-8 16,3 7 3-16,5-1-7 0,-2 2-6 0,6-3-2 0,1 1-8 15,4 1-2-15,0-1 3 0,6-2-2 0,2-2-11 16,2-1 4-16,-2-3-5 0,3 0-4 0,2-3 4 16,2-4-5-16,-4-5-16 0,7 4-36 0,-6-6-46 15,0-2-66-15,10-2-72 0,-8-3-88 0,-3-5-207 16,0-1-546-16,2-2 242 0</inkml:trace>
  <inkml:trace contextRef="#ctx0" brushRef="#br0" timeOffset="-167910.21">27652 6771 296 0,'0'0'317'16,"-8"0"-15"-16,8 0-10 0,0 0-7 0,-11 0-8 0,11 0 0 16,0 0-29-16,0 0-11 0,-5-2-14 0,5 2-25 15,0 0-22-15,0 0-10 0,0 0-17 16,13-5-11-16,-5 4-30 0,3-1-36 0,6-1-42 0,0-3-28 15,2 1-38-15,4 0-35 0,7-3-44 0,-8 4-48 16,0-1-47-16,7-6-49 0,-9 4-232 0,0-4-529 16,1 0 234-16</inkml:trace>
  <inkml:trace contextRef="#ctx0" brushRef="#br0" timeOffset="-167722.73">28030 6570 2 0,'0'-4'240'0,"0"4"-3"0,0 0-2 16,0 0-12-16,0 0-17 0,0 0-22 0,0 0-19 15,0 0-17-15,0 0-17 0,0 0-16 0,0 0-9 16,0 0-10-16,0 0-9 0,2 14-7 0,-2-6-8 16,4 0-4-16,-1 2-9 0,0 1-4 0,-1 2-6 15,-1 4-2-15,5-1-3 0,-4 1-4 0,1 1-6 16,0-5-29-16,-2 6-32 0,-1-1-39 0,4 0-55 16,1-5-68-16,-3 1-199 0,2-3-420 0,-1-2 186 0</inkml:trace>
  <inkml:trace contextRef="#ctx0" brushRef="#br0" timeOffset="-167346.25">28108 6377 205 0,'-7'-4'401'0,"7"4"-17"0,0 0-19 16,-3-2-22-16,3 2-42 0,0 0-28 0,0 0-17 16,0 0-40-16,0 0-19 0,29 5-20 15,-16 1-19-15,4 0-13 0,2 3-24 0,1 1-3 0,1 2-14 16,0 5-1-16,4-2-25 0,-2 5-2 0,0-3-9 15,-2 4-5-15,-4 2-13 0,2-3 0 0,-4 5-1 16,-3 0-4-16,-1 2 1 0,-3 2-12 0,-1 1 7 16,-3-2-35-16,-4 4-37 0,0-3-18 0,-4 2-37 15,0-1-26-15,-7 1-30 0,-2 0-41 0,-3-2-58 16,0-3-71-16,-1 1-238 0,0-3-594 0,7-8 262 16</inkml:trace>
  <inkml:trace contextRef="#ctx0" brushRef="#br0" timeOffset="-166908.79">28944 6642 160 0,'0'0'408'15,"0"-4"-7"-15,0 4-17 0,0 0-34 0,0 0-22 16,0-5-25-16,0 5-36 0,0 0-22 16,4-3-24-16,2 1-31 0,-6 2-16 0,10-3-21 0,3 0-21 15,2 2-61-15,5-1-49 0,-1 0-38 0,11 1-42 16,-8 1-51-16,8-1-76 0,-1 0-49 0,-6 2-78 15,1-2-171-15,5 3-522 0,-9 1 230 0</inkml:trace>
  <inkml:trace contextRef="#ctx0" brushRef="#br0" timeOffset="-166752.56">29106 6830 166 0,'-3'3'165'0,"1"0"5"0,2-3 24 0,-3 4 26 15,3-4 1-15,8 4-16 0,3-5-19 16,7 2-20-16,10-4-17 0,4 3-15 0,4-2-52 16,3-2-58-16,0 2-61 0,3-3-61 0,-2-2-91 0,2 1-104 15,9-6-318-15,-11 2 140 0</inkml:trace>
  <inkml:trace contextRef="#ctx0" brushRef="#br0" timeOffset="-166346.27">29962 6613 112 0,'0'0'458'0,"-7"0"-7"0,7 0-2 15,0 0-19-15,0 0-22 0,0 0-19 0,0 0-24 0,0 0-29 16,0 0-29-16,0 0-27 0,0 0-31 0,0 0-25 16,30-9-26-16,-10 4-17 0,13 2-24 15,3-1-32-15,1 0-36 0,6 1-44 0,-5 0-44 0,16-5-75 16,-16 3-74-16,0 2-58 0,-4-1-76 0,1 2-92 16,-3-2-321-16,-4 0-754 0,2 1 334 0</inkml:trace>
  <inkml:trace contextRef="#ctx0" brushRef="#br0" timeOffset="-165830.68">30581 6178 208 0,'0'0'391'0,"0"0"-16"0,-2-5-15 0,2 5-16 16,0 0-26-16,0 0-24 0,2-4-22 15,-2 4-30-15,0 0-28 0,0 0-24 0,0 0-28 0,0 0-21 16,0 0-18-16,0 0-15 0,0 0-10 0,0 13-5 16,-3-5-15-16,1 2-4 0,4 2-9 0,-2 2 0 15,-2 4-13-15,2 0-3 0,-2 1-3 0,0 1-7 16,2-1-2-16,2 2-4 0,-2 2 0 0,5 1-18 15,-3-2 7-15,0-1 2 0,1-2-3 0,1 0 1 16,-2-1-10-16,2-2-12 0,1 1-12 0,-1-5 1 16,0 2-12-16,3-5-2 0,0 2-4 0,1 0 0 15,-1-3-6-15,1-1 2 0,2-3 3 0,0 1-2 16,-2-4 7-16,5 0 0 0,-1-2 2 0,2-2 3 16,0 1 6-16,-1-2 0 0,6-4-1 0,-6 1 3 15,-1-2 6-15,2 4 11 0,2-7 16 0,-6 6 31 16,-2-2 31-16,2 2 23 0,-4 2 23 0,0-3 16 15,-1 4 4-15,-2 0-10 0,1-1-13 0,-4 4-15 0,4-2-17 16,-1-1-18-16,-3 3-16 0,0 0-2 16,0 0-5-16,7 9-5 0,-7-4-9 0,1 6 1 15,-1 1-4-15,1 4-3 0,1 2-4 0,-1 8-1 16,2 1 0-16,-2 1-8 0,3-1-51 0,-1 2-68 0,1-1-66 16,4-1-52-16,-4 1-56 0,2 1-106 0,-1-8-414 15,1 1-857-15,4-4 380 0</inkml:trace>
  <inkml:trace contextRef="#ctx0" brushRef="#br0" timeOffset="-164577.64">31928 6252 236 0,'3'-6'336'16,"-2"1"-8"-16,2 0-21 0,0 0-21 0,1 2-14 15,-3-1-16-15,1 1-25 0,-2 3-17 0,1-5-30 16,-1 5-24-16,0 0-10 0,0 0-21 0,0 0-24 16,0 0-11-16,-19 12-4 0,4 0-9 0,-3 1-9 15,-7 4-10-15,-4 1-5 0,0 1-5 0,-5 2 1 16,-4-2-10-16,3 2-6 0,0-1 2 0,-14 6-10 16,12-8 1-16,-4 1 3 0,7-3-9 0,2 2-7 0,0-3 3 15,6 0-1-15,7-4 10 0,3-3-15 16,4 1-3-16,0-3-3 0,3-3-8 0,4 4 0 15,1-4 5-15,2 0-2 0,2 0-3 0,7 1 14 16,6 2-15-16,8 1 7 0,8 1-5 0,10 1 2 0,-2 0 2 16,5 0-7-16,18 6 5 0,-5-2-1 0,-1-3 2 15,-1 10-2-15,-2-5-2 0,-12-1-2 0,-3 0-9 16,1-2-19-16,-3 2-23 0,0 1-23 16,-4-2-22-16,-1 1-20 0,-10-3-25 0,1 0-41 0,-4 0-39 15,3-4-51-15,-8-1-217 0,-5-2-531 0,2 0 236 16</inkml:trace>
  <inkml:trace contextRef="#ctx0" brushRef="#br0" timeOffset="-164218.29">32204 6415 45 0,'-4'3'188'0,"1"3"-8"0,1 1-17 16,-1-1-17-16,2 0-13 0,0 5-9 0,2-3-9 15,-1 4-10-15,4-2-12 0,4 2 0 0,-1-1 55 16,5 3 4-16,4 2 7 0,8-1 7 0,0 1-6 0,3-5 2 16,5-2-6-16,0 1-12 0,-3-4-9 15,5 0-16-15,-5-2-8 0,-8-3-10 0,1-1-13 16,-2-1-5-16,-5-2 25 0,-4 1 22 0,1-3 14 15,-1 2-11-15,0-5 2 0,-3 3-9 0,-4-3-10 0,-2 0-9 16,0-2-14-16,-4 2-12 0,-4-4-13 0,-4-2-14 16,0-1-17-16,-5-1-18 0,-3 2-30 15,-1 2-40-15,-6-3-47 0,-3 1-41 0,2 4-49 0,-4 2-54 16,7 2-78-16,-8 1-276 0,7 0-645 0,1 4 286 16</inkml:trace>
  <inkml:trace contextRef="#ctx0" brushRef="#br0" timeOffset="-141875.23">2830 10452 80 0,'0'-13'326'0,"-4"-3"-9"15,1 4-21-15,2 2-20 0,-2 1-13 0,0 1-17 0,2 2-27 16,-3 2-29-16,4 1-19 0,0 3-24 0,0 0-23 16,0 0-9-16,0 0-13 0,0 0-15 15,5 21 0-15,2 0-15 0,1 4-12 0,1 6-5 16,1 0-5-16,0 2-3 0,1 3-5 0,-1-2-7 0,0 3-4 16,1 11 9-16,1-12-12 0,-2-1-9 0,-2-1 6 15,0 3-8-15,0-2-1 0,-1-1 0 0,-3-1-6 16,-2 0 0-16,-1-5 0 0,-2 1 1 15,1-2-2-15,-3-7 2 0,0-2 1 0,-4 2-5 0,-3-1 0 16,1-2 3-16,-2-2 16 0,-1-1 13 0,-2 0 23 16,-3-4 6-16,3-1 33 0,1-3 20 0,-1-1 19 15,3 2 20-15,-1-4 20 0,2-1 17 0,2-1 15 16,3-1 32-16,-3 0 3 0,8 0-8 0,-6-2-29 16,6 2-23-16,-1-7-20 0,5 1-19 0,8-3-18 15,6-1-14-15,10-5-17 0,4 1-12 0,6-2-15 16,15 1-22-16,-12 6 8 0,17-8-22 0,-2 3-24 15,1 4-31-15,0-1-32 0,0 3-36 0,-1 2-39 16,-2-4-39-16,-12 6-42 0,14 1-31 0,-19 3-33 16,0-1-25-16,-3 2-35 0,-3 2-49 0,-2-3-54 15,-13 3-317-15,0-1-811 0,-5-2 359 0</inkml:trace>
  <inkml:trace contextRef="#ctx0" brushRef="#br0" timeOffset="-140906.52">3577 10795 14 0,'0'0'215'16,"-6"15"-14"-16,2-10-8 0,0 8-12 16,3-1-18-16,-5 5-14 0,4 2-4 0,0 7-5 15,1-7-13-15,-2 2-7 0,6 7-14 0,0-8-10 0,2-1-9 16,-1 7-9-16,6-6-4 0,-4-1-4 0,6-1-14 15,1-2 3-15,-2-2-8 0,4 0-1 0,0 0-3 16,4-5 0-16,-2-1-4 0,5-6-1 16,0 1-1-16,1-4-4 0,-2 1-3 0,2-4 0 0,-3-2 2 15,-2-5 11-15,-2 1 4 0,0 0 8 0,-2 1-4 16,-6-2 7-16,-1-2-3 0,-1-2-4 0,-3 1-3 16,-3-3-2-16,-8 1-2 0,3 1 6 0,-6-1 1 15,-4 0 4-15,-3 3-4 0,-8-1 0 0,1-2-1 16,-4 6-6-16,3-1-5 0,3 4-7 0,-4 1-2 15,5 1-6-15,0 0-4 0,9 2 4 0,-2 0-7 16,8 2-9-16,0 0-22 0,0-2-19 0,3 1-5 16,4 2-1-16,0 0-7 0,15-8-20 0,4 3-15 15,3 0-6-15,9-1-19 0,2 0-4 0,2-1-4 16,3 0-4-16,-4 0 5 0,3-1-3 0,-1 2 6 16,-5-2 2-16,2 1 12 0,-2-3 2 0,-1 5 12 15,-9-1 10-15,-2-2 4 0,-2 1 7 0,-7 5 21 16,3-3 33-16,-9 2 26 0,1-2 18 0,1 1 9 15,-1 2 9-15,-5-5 7 0,-1 3 12 0,1 4-1 16,-10-7-1-16,6 2 1 0,0 1 3 0,-3 1-7 16,-2-1-11-16,4 4-8 0,-2-1-6 0,1 0-5 15,6 1-6-15,-11 3-8 0,6 0 0 0,1 2-7 16,4-5-1-16,-1 12-1 0,2-4-6 0,6 0 5 16,1 3-4-16,5 3-1 0,9 4 1 0,1-2 1 0,-1 2-5 15,4-1 2-15,-2 0-5 0,5-2 0 16,-5-2 1-16,5 1-3 0,-11-2 0 0,-1-1-1 15,1-1-3-15,-7-1 2 0,0-3-4 0,-4 4-3 16,2-4 1-16,-8 0 3 0,2 2 3 0,-7-3 9 0,-4 1 13 16,-3 0 11-16,-5 1 12 0,-6-2 10 0,-8 2 3 15,1-1 1-15,-3-2-2 0,-4-2 8 16,0-2 4-16,6 0 11 0,0-2 7 0,9 0 9 0,8-2 3 16,-2 0 7-16,4-2-9 0,0 0-13 0,6-2-9 15,2-2-18-15,4 0-13 0,6-1-14 0,5-5-24 16,3 2-14-16,11-5-7 0,7 0-10 0,1 1-13 15,4 1-9-15,0 1-11 0,11-6-11 0,-9 5-6 16,-1 2-3-16,11-5-7 0,-16 8 4 0,3-1-14 16,-6 4 1-16,0-1 1 0,-11 2 9 0,0 0 9 15,-5 3 14-15,-6 2-2 0,1-2 14 0,-5 0 2 16,2 3 4-16,-4 0 0 0,-3 2 5 0,0 0-1 16,0 0 4-16,-25 0 8 0,12 2 12 0,-1 1 7 15,-1 3 7-15,3-2 3 0,-3 1 3 0,1 5-5 16,2-2-2-16,1-2 3 0,5 4 2 0,0-1-4 15,1 3-2-15,3-5 2 0,4 5 2 0,0-3-2 16,5 3 5-16,1-6-2 0,7 7 5 0,3-3 6 16,0 3 17-16,7-1 4 0,-4-3 1 0,-2 1-4 15,4-2-5-15,-8-1-2 0,4-1-1 0,-5-1-8 16,-4 0-2-16,0 0-2 0,-4 0 7 0,-1-2 4 16,-4 2 58-16,-2-1 32 0,-3 2 6 0,-7 1 3 15,-4-1-21-15,-7 4-8 0,-9-4-12 0,-3 3-4 16,-4-4-12-16,3 0-42 0,1-1-47 0,1 1-58 0,2-1-43 15,9-1-55-15,8 0-64 0,-1-4-95 0,6 2-295 16,-1-2-683-16,10 1 301 0</inkml:trace>
  <inkml:trace contextRef="#ctx0" brushRef="#br0" timeOffset="-138719">5819 10473 104 0,'0'-19'326'0,"0"1"-16"0,-1 0-15 16,1 5-19-16,0-1-3 0,0 2-3 0,0 0-7 15,0 1-13-15,0 4 1 0,-3 0-26 0,3 2-16 16,-1 0-27-16,1 1-10 0,0 4-28 0,0-6-24 16,0 6-14-16,0 0-12 0,0 0-9 0,0 0-13 15,8 19-9-15,-5-7 3 0,1 4-10 0,4 4-3 16,-1 6-12-16,1 5-4 0,-1-4 3 0,0 1-14 15,-1-1 2-15,0 0-3 0,-1 2-2 0,2-1 5 16,0 3-9-16,2-4-21 0,-2 2-20 0,0-3-15 0,-3 1-10 16,3-7-15-16,-3 0-17 0,0-2-17 0,-1 0-17 15,1-2-12-15,0-3-24 0,-1-1-28 16,0-3-31-16,-2-3-34 0,4 0-37 0,-2-2-204 0,1-2-523 16,-3 0 233-16</inkml:trace>
  <inkml:trace contextRef="#ctx0" brushRef="#br0" timeOffset="-138500.25">5840 10358 86 0,'-5'-7'327'0,"-1"2"-14"16,2 0-9-16,4 0-25 0,-1 1-25 0,-1 2-21 0,2 2-8 15,-1-6-39-15,1 6-18 0,1-5-18 16,-1 5-14-16,10-6-11 0,2 3-15 0,3 2-13 15,7-2-9-15,1 1-21 0,8-2-24 0,-9 0-25 0,9 2-25 16,1 2-29-16,-1-2-28 0,-1 4-33 0,-3-1-42 16,-4 1-37-16,-1 2-28 0,-4 0-44 0,-5 0-125 15,-2 4-405-15,-3-2 179 0</inkml:trace>
  <inkml:trace contextRef="#ctx0" brushRef="#br0" timeOffset="-138312.77">5886 10629 91 0,'0'1'211'0,"0"3"14"16,0 1 11-16,0-5 6 0,6 4-2 0,3-2-11 15,3-2-15-15,10 0-19 0,-4-2-17 0,5-1-17 16,7 0-18-16,1 0-12 0,-1 1-18 0,1-1-10 16,-1-1-17-16,0-1-38 0,-1 4-48 0,-5-2-50 0,-2 3-57 15,9-2-60-15,-10 3-70 0,-5-1-145 16,2 2-412-16,-5 0 183 0</inkml:trace>
  <inkml:trace contextRef="#ctx0" brushRef="#br0" timeOffset="-137953.22">6358 10616 82 0,'0'0'269'15,"0"0"-32"-15,0 0-25 0,0 0-27 0,0 0-18 16,0 0-21-16,-1 11-14 0,1-11-10 0,5 6-10 15,-4 0-10-15,4 3-7 0,-1 1-9 0,1 2-8 16,-2-2-8-16,2 3-6 0,2-1-3 0,1 1-6 16,2 3-5-16,-2-2-3 0,4 2-5 0,-1-3-5 15,1 2-2-15,-2-5-1 0,1-2-3 0,-1 0-3 16,4-1 1-16,-1-2-5 0,-3 0 2 0,3-4-4 16,1 0 1-16,-3-1-6 0,3-1 3 0,0-5-6 0,-2 2 3 15,0-2-1-15,-1-4-2 0,-1 2 23 16,0-2 16-16,-2-2 16 0,-1 3 8 0,2-1 12 15,-3 0 12-15,-2-1 17 0,-1 1 12 0,1-2 5 0,-4 6 0 16,3-2 4-16,0-3-1 0,-2 4-4 0,-1 0-8 16,0 1-16-16,0 1-4 0,0-1-12 0,0 1-16 15,0 5-5-15,0-7-13 0,0 7-38 0,0 0-39 16,0-3-57-16,0 3-11 0,0 0-3 0,0 0-17 16,0 0-13-16,7 11-22 0,-3-4-17 0,1 2-23 15,-1 0-26-15,0 1-31 0,5-1-48 0,-4 0-238 16,0 1-565-16,2-1 250 0</inkml:trace>
  <inkml:trace contextRef="#ctx0" brushRef="#br0" timeOffset="-137562.61">6891 10605 137 0,'0'0'287'16,"0"0"-28"-16,0-7-28 0,0 7-26 0,0 0-26 15,0 0-16-15,0 0-17 0,0 0-16 0,0 0-12 0,4 12-12 16,-1-6-9-16,1-1-10 0,-1 3-11 0,2 2-4 16,2 1-8-16,-3 0-4 0,3-2-8 0,0 2-4 15,-3 1-1-15,1-3-13 0,3 1 4 0,-5-1-5 16,1-2-4-16,-1-2 0 0,-2 0-2 0,2-3 3 16,0 2 15-16,0-1 37 0,-3-3 37 0,0 0 11 15,0 0-15-15,0 0-9 0,6-8-6 0,-3 3-5 16,0-3-11-16,1-2-1 0,-1-1 4 0,-2-2 2 15,3 0 10-15,4-4 2 0,-1 2 11 0,0-3-9 16,0 4-8-16,-2 2 1 0,1 2-1 0,1 1-3 16,-1 0-8-16,-2 3-4 0,2 0-10 0,-1 1-17 15,-2 0-9-15,5 3-2 0,-3 1-8 0,2 2-4 16,-7-1-24-16,15 4-22 0,-7-1-24 0,0 2-17 0,3 5-18 16,-3-3-16-16,2 4-21 0,0 3-17 15,3 0-23-15,-2 1-15 0,1 1-26 0,-1 2-47 16,3-3-57-16,-1-1-49 0,-2-1-194 0,4 0-585 0,2-3 258 15</inkml:trace>
  <inkml:trace contextRef="#ctx0" brushRef="#br0" timeOffset="-137265.65">7619 10495 332 0,'-4'-4'338'0,"-3"3"-20"15,2-2-21-15,-1 2-25 0,-6 1-25 0,1 2-23 16,0 1-15-16,-1 4-13 0,1 1-19 0,-4 4-13 16,3-3-14-16,1 4-22 0,0 2-10 0,0 3-14 15,3-2-9-15,1 5-6 0,3-2-6 0,2-1-12 16,2 1-3-16,2-1-9 0,1 0 0 0,5-2-6 0,2 2-6 16,1-3-1-16,2-1-6 0,2-3-1 0,5 1-6 15,2-6 2-15,0-3-3 0,4-1-15 16,6-4-13-16,1-1-12 0,1-4-11 0,-3-5-9 0,-1-4-10 15,3 1-8-15,-6 0-16 0,3-5-17 0,-4-3-23 16,1-3-22-16,-1-5-34 0,-3-1-46 0,4-14-31 16,-1 0-44-16,-6-4-182 0,-2 2-498 0,-3-1 220 15</inkml:trace>
  <inkml:trace contextRef="#ctx0" brushRef="#br0" timeOffset="-137066.55">8092 10216 664 0,'0'-29'93'0,"-5"2"60"0,-3 1 48 0,2 5 37 16,1 2 15-16,-4-2 13 0,0 5 9 0,4-2 3 0,-1 6 8 15,-2 1 7-15,2-2-7 0,0 2-11 0,-1 1-18 16,3 4-29-16,-2-1-26 0,5 4-24 0,-3 0-27 15,4 3-22-15,-4-2-12 16,4 2-10-16,-4 8-16 0,4 2-10 0,1 0-2 16,2 8-12-16,1 2-5 0,4 9-15 0,-1 0-9 15,3 2-12-15,2 7-7 0,-4-2-4 0,8 11-20 16,-1 3-33-16,0-2-36 0,-4-11-41 0,4 9-26 0,-4-8-31 16,-3-1-22-16,3-2-19 0,0 0 1 0,-2-1-7 15,1-2-19-15,2-4-23 0,-5-10-36 16,-2 1-249-16,0-2-592 0,-4-7 262 0</inkml:trace>
  <inkml:trace contextRef="#ctx0" brushRef="#br0" timeOffset="-136816.54">8092 10543 87 0,'-4'-12'279'0,"3"-5"-8"0,-1 0 9 16,0 6 5-16,1-3 2 0,1 1-4 0,1 3 21 15,-1-2-23-15,4 6-19 0,-4-2-26 0,1 1-22 16,5 4-31-16,0-2-16 0,0 2-22 0,6-1-11 15,0 3-14-15,2-1-15 0,1 4-10 0,5 0-13 0,-2 4-7 16,2-1-5-16,0 2-10 0,0 2-7 16,4 5 1-16,-6-2-5 0,1 1-14 0,0-1-7 15,-4 1 3-15,0 3-5 0,-3-1-9 0,-1 0-19 0,0 2-31 16,0 1-20-16,-3-3-20 0,0 1-14 0,-1 3-29 16,-3-1-17-16,2-2-31 0,-4-4-26 0,1 2-32 15,2-4-29-15,-2 0-22 0,1-1-17 0,-3-4-163 16,4 1-489-16,0-5 218 0</inkml:trace>
  <inkml:trace contextRef="#ctx0" brushRef="#br0" timeOffset="-136238.45">8665 10529 171 0,'3'-2'217'0,"-3"2"-25"0,2-6-21 15,-2 6-14-15,0 0-18 0,0 0-15 0,0 0-15 16,13 6-10-16,-11-2-11 0,5-1-2 0,-4 2-9 15,1 2-10-15,4 2 1 0,-4-1-3 0,0-1-6 0,3 1-9 16,-1 0-1-16,0-1-3 0,1 1-4 16,1 1-9-16,-1-3 3 0,1-1-2 0,-7 1-8 15,4-4 3-15,0-1 0 0,-1 2 7 0,-4-3 14 0,8 1 5 16,-8-1-7-16,8 0 0 0,-8 0-3 0,3-5-6 16,-3 1-6-16,1-2-2 0,2-1-2 0,-6 2-4 15,3-8 0-15,-1 3-4 0,-2-1 5 0,3-1 5 16,-3 1 13-16,1-2 12 0,1-2-3 0,-3 4 6 15,2-3 3-15,0-1 6 0,2 2 3 0,-2 0-6 16,2 0 9-16,2 2 6 0,-2 2 3 0,0-1-5 16,2 4-6-16,-2-1-7 0,0 2-11 0,2 1-6 15,2 0-5-15,-4 4-4 0,6-3 3 0,-6 3-19 16,10 3-7-16,-2 1-15 0,0 2-5 0,3 2-5 16,-1 0-5-16,4 2-8 0,0 4-3 0,-3-1-1 15,4 2 3-15,-1 0-7 0,-1 0 0 0,1 0-6 16,1 1 0-16,-6-3 7 0,5 3 1 0,-2-3 0 0,2-1 5 15,-5-3 3-15,1-1 3 0,-6 0 2 16,1-3 8-16,1-1 13 0,-1-2 30 0,2-1 12 16,-3 1 15-16,-4-2 14 0,11-5 10 0,-4 1 15 0,0-7 13 15,-1 3 15-15,0-2 7 0,-2-1 2 0,4-2 10 16,-1-2 3-16,1 0-6 0,-2 3-4 0,0-1-11 16,0 1 10-16,-1 1-11 0,1 1-9 0,-1 2-10 15,-4 1-13-15,5 2-13 0,-3-2-13 0,2 4-15 16,-1 2-6-16,-4 1-7 0,8 1-6 0,-1 6-6 15,-3-3-2-15,3 5-1 0,1 1-6 0,-2 3-19 16,3 1-35-16,-1 1-36 0,-1 2-27 0,1 0-23 16,0-2-54-16,0-1-23 0,-1-2-13 0,-1 0-22 15,-1 0-20-15,-2-7-31 0,3 1-26 0,-1 0-59 16,0-4-302-16,-1-2-720 0,-4 0 319 0</inkml:trace>
  <inkml:trace contextRef="#ctx0" brushRef="#br0" timeOffset="-136066.58">9190 9941 37 0,'-7'-5'293'16,"-1"-1"-28"-16,-2 1-28 0,-2 2-28 0,0 1-20 16,-2 2-20-16,1 3-18 0,-1 4-38 0,-5 1-51 15,0 4-60-15,-5 4-69 0,-2 4-87 0,-3 5-97 16,-2-1-273-16,-15 11 121 0</inkml:trace>
  <inkml:trace contextRef="#ctx0" brushRef="#br0" timeOffset="-134682.48">3265 11637 177 0,'-15'-1'183'0,"0"-2"-7"15,-5 0-3-15,1 2-6 0,-4 0-8 0,9-2 0 16,-5 1-2-16,3 0-2 0,2 1-11 0,2 0-9 15,-2 1-13-15,2-1-8 0,0 1-13 0,1-3-5 16,1 4-9-16,10-1-8 0,-9-1-8 0,2 1-9 16,7 0-12-16,-8-1-2 0,8 1-5 0,0 0-3 15,0 0-4-15,0 0-3 0,0 0-3 0,0 0-2 16,27 1-4-16,-8 0-1 0,4-1-1 0,11 0-2 16,6-1-1-16,-1 1-7 0,5 0 3 0,10-3-1 0,3 1-1 15,0 0 0-15,3 2-3 0,0-2-2 0,2 1 0 16,4-3-1-16,-4 0-2 0,1 0 0 15,1 1 1-15,4 1-3 0,-1-2 4 0,5-3 0 0,-3-1-2 16,3 1 0-16,26-1-1 0,-29 0-5 0,2 1 3 16,28-9 2-16,-30 8-3 0,1-2 4 0,0 0-2 15,26-2-2-15,-28 2 2 0,30-5 1 0,-33 4-1 16,3 4 0-16,-1-5-3 0,2-1 2 0,2 3 1 16,1-1-1-16,-4 1 0 0,0-1 0 0,-1 1 2 15,-3-1-2-15,1 1-1 0,3 0 2 0,-4 2-2 16,3-2 3-16,-3 2-4 0,1 1 2 0,0-1-1 15,3 2 2-15,0-1-2 0,-4 2 0 0,1-1-1 16,-1 1 0-16,2 1 3 0,-2-2-2 0,-2-1 1 16,1 2-2-16,-1-2 2 0,6 3 5 0,-8-1-8 15,5 1-2-15,-1-3 3 0,-1 2 1 0,1 0-2 16,-2 0 1-16,-2-2 0 0,3 1-1 0,-4 1 5 0,3-1-2 16,-3-2-2-16,0-3-5 0,2 5 8 0,-3-3-4 15,1 0 2-15,-3 0 0 0,-2 0 2 16,-11 4-2-16,0-1 0 0,9-4 0 0,-9 5 0 0,-2 0 4 15,0-1 4-15,1-1 3 0,-1 1-1 0,-1 3 0 16,-1-3 0-16,0-2-1 0,-3 4 3 0,-1-2-2 16,-2 1-2-16,-2-1-1 0,-1 1-2 0,-7 0-2 0,7 3 1 15,0-2 0-15,-7 1-1 0,-1 1-1 16,-1 2 1-16,0-2-1 0,-3 1 0 0,2-1 2 16,-1 0-4-16,0 1 4 0,-5 1-2 0,-1-2-5 0,3 1 4 15,1 2-1-15,-2-2-2 0,1-1 3 0,-1 1-2 16,2 1 0-16,1-1-2 0,-4 1 7 0,1-3-5 15,0 2 3-15,-2 0-3 0,4 0 8 0,-5 1 5 16,0-3 9-16,3 0-3 0,-4 3 4 0,2-2 2 16,-3 0-2-16,-2 0-1 0,1 1 1 0,-2-1 1 15,-1 1-5-15,1 0 5 0,-1-3 0 0,-1 1-2 16,-1 2-4-16,-4 1 1 0,9-3-3 0,-9 3-8 16,9-2-26-16,-4 1-23 0,1-1-27 0,-1 1-34 15,3 1-27-15,-1-1-36 0,4-5-44 0,1 3-46 16,-1-1-195-16,0 1-487 0,5-2 215 0</inkml:trace>
  <inkml:trace contextRef="#ctx0" brushRef="#br0" timeOffset="-134281.6">9757 10816 249 0,'-3'-1'316'0,"3"1"-28"0,0 0-30 16,0 0-29-16,0 0-27 0,0 0-16 0,0 0-25 15,0 0-15-15,0 0-16 0,0 0-10 0,0 0-12 16,0 0-12-16,0 0-10 0,0 0-9 0,0 0-7 15,-4 11-6 1,4-11-3-16,4 4-6 0,-1 0-4 0,-3-4 1 16,5 2-9-16,-2 1-2 0,1-2 0 0,-4-1-6 0,11 2-2 15,-3-2 2-15,-8 0-8 0,13-3-2 0,-8 3-3 0,2-3-1 16,-2 2-4-16,-1-4 1 0,-4 5 3 0,7-4-3 0,-4-1-1 16,0-1-3-16,-3 1-2 0,-3 0-1 15,2-3-4-15,-2 3-6 0,-3 0-13 0,-1-6-16 16,0 5-25-16,-3-3-24 0,2 1-43 0,-2 1-33 0,-2-3-53 15,4 5-61-15,-3-1-158 0,-3-1-461 0,6 2 205 16</inkml:trace>
  <inkml:trace contextRef="#ctx0" brushRef="#br0" timeOffset="-133984.74">9757 10597 106 0,'-7'1'203'0,"-1"2"-16"16,1-2-14-16,3 0-23 0,-1 1-15 0,-1 0-11 15,6-2-12-15,-8 3-11 0,8-3-11 0,0 0-6 16,0 0 30-16,-1 1 16 0,1-1 3 0,0 0-2 0,0 0-7 16,16 0-9-16,-16 0-12 0,14 0-9 15,-6-1-8-15,0 0-8 0,0-3-2 0,-4 1 10 16,6 0 1-16,-5 1-4 0,1-2 2 0,-1 0-6 0,1 1-6 15,-5-3-6-15,2 2-6 0,-3 1-12 0,0-3-7 16,-3 1-13-16,3 5-15 0,-10-7-11 0,2 4-13 16,0 1-18-16,-3-2-24 0,2 4-25 0,-5-1-21 15,3 2-42-15,0 0-43 0,2 1-46 0,3 0-203 16,-2 0-468-16,4 1 207 0</inkml:trace>
  <inkml:trace contextRef="#ctx0" brushRef="#br0" timeOffset="-133797.24">10007 10695 53 0,'6'3'279'0,"-2"-2"8"0,-4-1 7 0,9 3 8 0,-9-3 11 16,11 0 17-16,-4 0-18 0,5-2-21 0,0 1-18 16,7 0-28-16,1-2-23 0,1 1-29 15,9-2-17-15,0 1-13 0,0-2-22 0,0 5-42 0,1-5-60 16,-1 2-69-16,1 3-75 0,-1-3-108 0,0 3-106 15,2 0-239-15,-12-1-604 0,3 1 268 0</inkml:trace>
  <inkml:trace contextRef="#ctx0" brushRef="#br0" timeOffset="-124788.74">12579 9922 267 0,'-1'-6'373'0,"2"-1"-11"16,-1 2-4-16,0 1-15 0,3 0-23 15,-3 4-32-15,0-4-34 0,0 4-40 0,0 0-22 16,0 0-27-16,0 0-10 0,0 0-14 0,7 15-17 0,-3-4-14 16,3 5-1-16,0 0-14 0,1 3-11 0,-2 1-2 15,3 7-12-15,0-1-9 0,-1 2 0 0,-1-3-7 16,0 2-3-16,-3-5-10 0,3 2-2 0,-2-2 2 16,-1-1-10-16,2-2-32 0,1-2-35 0,-5 4-17 15,3-10-21-15,0 2-22 0,-1 0-25 0,0-5-30 16,0 2-29-16,-4-3-27 0,1-1-24 0,4-5-38 15,-1 0-242-15,-4-1-555 0,0 0 246 0</inkml:trace>
  <inkml:trace contextRef="#ctx0" brushRef="#br0" timeOffset="-124257.52">12593 9903 104 0,'-4'-9'343'0,"0"-1"-16"15,1 1-12-15,-1 0-9 0,0 1-21 0,4 0-20 0,0 2-18 16,0-1-27-16,0-1-20 0,4 3-24 0,5-3-18 16,-2 0-18-16,4 4-19 0,3-2-3 0,4-1-21 15,2 5-8-15,3 2-13 0,-2 0-7 0,7 5-6 16,-5-1-9-16,1 2-3 0,-1-1-9 0,-2 3-1 16,-1 1-22-16,1 3-6 0,-3-2-10 0,-1 4-5 15,-3 0-2-15,-3-1-8 0,0 2-1 0,-3-3-7 16,-3 3 3-16,-1 3 0 0,-4-5 5 0,-1 1-4 15,-2-1 6-15,-2-2 4 0,-8 4-2 0,0-2 1 16,1 0 3-16,-3-2 0 0,1-3 3 0,0 0 1 16,2-1 7-16,1-6 21 0,3 3 2 0,0-1 12 15,4-1 12-15,1-1 11 0,-1 3 0 0,4-4 6 16,0 0-13-16,0 0-5 0,0 0-11 0,17-7-6 0,2 5-1 16,4-2-4-16,1 4-6 0,7 0 1 0,-1 1-4 15,0 3-5-15,0 0-1 0,1 3-4 0,-1-1 0 16,-8 1-2-16,0 1-4 0,-2 2 5 0,-1 0-6 15,3 2-1-15,-5-1-8 0,0-1 0 0,-7 0 15 16,-1 0-11-16,-1 2-1 0,-5 1-1 0,0-2-1 16,-6 3 7-16,-1-4-7 0,-6 4 25 0,-2 1 2 15,-6-1 10-15,-6 1-4 0,-2-1 9 0,-1-1 0 16,-6-3 2-16,-1-1-8 0,0 1 2 0,-4-6 0 16,0 3-11-16,0-4 4 0,4-3 14 0,0 0-26 15,4-2 7-15,7 0-1 0,5-2-2 0,3-1-4 16,6 2-27-16,2-2-39 0,2 0-41 0,2-2-34 0,6 1-33 15,2 0-49-15,6-2-54 0,8-4-63 0,0 4-56 16,3-2-201-16,8 2-630 0,-3 1 278 16</inkml:trace>
  <inkml:trace contextRef="#ctx0" brushRef="#br0" timeOffset="-123991.89">13376 10103 315 0,'3'-7'401'15,"1"1"3"-15,0-2-7 0,0 2-13 0,-4 2-22 16,3-1-41-16,-2 1-28 0,-1 4-34 0,6-3-30 16,-6 3-29-16,0 0-23 0,0 0-17 0,8 8-15 15,-4-1-17-15,0-1-9 0,0 4-18 0,2 4-3 16,2-1-5-16,-3 4-12 0,5 0-10 0,-2 1-17 0,0-4-27 15,-1 3-43-15,4 1-30 0,-3-4-25 0,4 2-24 16,-1 0-28-16,-3-5-32 0,1 0-40 16,0-2-52-16,0-1-40 0,1-2-48 0,-1 1-207 0,1-4-587 15,-2-1 260-15</inkml:trace>
  <inkml:trace contextRef="#ctx0" brushRef="#br0" timeOffset="-123226.3">13733 9995 248 0,'-2'-3'239'0,"2"3"-28"0,-1-6-26 15,1 6-18-15,0 0-15 0,0 0-17 0,0 0-11 0,1 16-11 16,1-10-6-16,0 4-1 0,1 1-6 16,3 1-8-16,2 0-10 0,-3 0-7 0,3 4-7 15,-2 1-4-15,1-6-8 0,1 4-10 0,-3-4 1 0,2 1-6 16,-2-1-3-16,1-1-3 0,-1-3-4 0,-1 0-3 15,-2-2 0-15,0 2-1 0,1-2 11 0,1-3 36 16,-1-1 10-16,-3-1-7 0,0 0-15 0,0 0 7 16,4-8 9-16,-4 1 1 0,2 1 4 0,2-5 11 15,-2 0 0-15,2-2 16 0,0-3-6 0,3 0 3 16,-3-2 6-16,3 3 0 0,1-1-3 0,-1 5-4 16,1-3-2-16,-1 2-15 0,4 0-3 0,-3 1-9 15,2 4-8-15,-1-2-16 0,1 5-1 0,1-1-7 16,-1 1-3-16,3 4-10 0,0 0-5 0,-1 4-8 15,1 0 5-15,0 4-8 0,2 2-9 0,-1 3-18 16,2-1-23-16,-1 1-6 0,0 1-20 0,1 2-13 16,-2 0-15-16,6 7-4 0,-7-6-1 0,1-1-17 0,0 1 4 15,1-1-20-15,-3-4-14 0,2 0-20 16,-2-5-18-16,6 4-19 0,-2-5-12 0,-2 0-7 16,1-4-5-16,-3-1-6 0,4-1 8 0,-2-2 20 0,2-1 15 15,-2-2 23-15,3-1 14 0,-3-1 16 0,2-2 12 16,0-4 12-16,-2 2 11 0,-1-5 12 0,-1 1 5 15,0-2 14-15,-4 2 27 0,-1-2 28 0,1 1 36 16,-1 0 23-16,-7-1 19 0,3 5 23 0,-3 0 18 16,-3 1 3-16,-1-1 5 0,-3 1-10 0,2 2-1 15,-5 0 1-15,-1 2-6 0,-1 2-7 0,-3-2-10 16,-2 4-4-16,0 3-6 0,-5 0-5 0,2 0-5 16,6 3-5-16,-5 2-7 0,0 5-4 0,3-1-5 15,2 4 1-15,-1 0-13 0,2-2 2 0,2 2-4 16,1 1-3-16,6-1-1 0,2-2-5 0,2 2 2 15,0 0 0-15,2-4 2 0,4 1-4 0,2-2 4 16,-1 2-3-16,2-5-3 0,1 3 8 0,3-6 6 0,1 1-8 16,6-3 0-16,-2-3-2 0,1-2-1 0,-4 0 11 15,6 1 4-15,-4-5 6 0,-6 3 6 16,5-6 0-16,-3 1 6 0,-2-3 16 0,-2 3-5 0,-1 2 9 16,-4-2 21-16,2 1-5 0,-2-2 9 0,-3 5 2 15,-1-1-6-15,3 2-9 0,-3 2-5 0,0-1-19 16,1 1-9-16,-1 4-23 0,0 0-12 0,0 0-1 15,0 0-6-15,0 0-25 0,0 0-15 0,0 16-21 16,4-4-14-16,-4-2-14 0,4 2-10 0,2 3-11 16,-3-1-30-16,3 1-27 0,5 1-27 0,-4-1-31 15,5-1-39-15,-1-3-40 0,-3-1-172 0,2 0-503 16,-1-2 222-16</inkml:trace>
  <inkml:trace contextRef="#ctx0" brushRef="#br0" timeOffset="-122537.3">14704 9957 75 0,'1'-7'265'0,"2"3"6"15,-2-3-4-15,-1 1-16 0,1 3-26 0,2-2-22 16,-1 1-22-16,2 3-19 0,1-2-17 0,2 1-14 16,-7 2-15-16,16 2-10 0,-6-2-16 0,3 3-4 15,1-1-10-15,1 3-12 0,-3 1-2 0,7 1-5 16,-2 3-7-16,0 1-6 0,-2-3-3 0,3 2-4 15,-6-3-4-15,-1 1-1 0,3 3-6 0,-5-1-5 16,1-2-5-16,-5 0-9 0,1 0-7 0,-4 0-7 16,0 3-3-16,-2-5-1 0,-2 1-1 0,0-1 0 15,-4-1 2-15,1 0-1 0,-3-1 5 0,-1 0-1 16,3-4 4-16,-1 1 1 0,-1-1 4 0,8 0 1 0,-11-3 0 16,7 0-1-16,2-4 0 0,1 1 0 0,4 0-1 15,-2-5 0-15,3 2 0 0,4-4-1 16,4 0 2-16,1-1-2 0,2 0 1 0,-2 2-3 15,2-1 1-15,2 4 0 0,0-1 2 0,1 2-7 0,-6 1 3 16,0 2-1-16,-2 2 0 0,2 1-3 0,-4 2-3 16,-1 0 3-16,0 2 0 0,0-1 3 0,-5 4-4 15,4 3 2-15,-5-2 1 0,3 5 2 0,-1-3 1 16,-1 7 0-16,0-7 1 0,0 4-9 0,2 0-9 16,0-1-11-16,-2 1 2 0,1-2 0 0,0-3-3 0,5 1-1 15,-4-2-2-15,3-1 1 0,2-2 5 0,1-1-1 16,2-1 4-16,0-2 3 0,1-2 2 0,3-2 4 15,-4-2 7-15,3-1 9 0,2-2 8 0,-3-1 9 16,3 1 10-16,-5 1 7 0,-1-1 12 0,1-2 8 16,0 3 10-16,-1 2 11 0,-4-3-1 0,2 4-6 15,0-1-3-15,-2 1-7 0,-2 4-8 0,1-2-8 16,0 4-6-16,0-4-4 0,-6 4-5 0,13 4-3 16,-5 0 1-16,-1 0-6 0,3 7 3 0,2 2-3 15,3 5-3-15,0 5-2 0,1 2-6 0,3 5 3 16,-1-2 0-16,5 4-3 0,-3 4 1 0,4 8-6 15,0 3 4-15,-5-14 11 0,3 12-10 0,-4-11 8 16,-5 2 11-16,6 9 6 0,-8-9-1 0,3 0 43 0,-6-3-1 16,-3-1 27-16,0 0-12 0,-3-2 28 15,-2-2 20-15,-4-8 22 0,-3-1 14 0,-4-3 2 16,-12 3-8-16,-4-5-15 0,-4-7-14 0,-7-1-10 0,-5-3-15 16,0-6-11-16,-20-6-24 0,2-4-53 0,-3-4-58 15,0-7-90-15,-1 1-69 0,-26-14-47 0,28 10-63 16,6-6-81-16,-1 1-356 0,5-5-800 0,5-1 354 15</inkml:trace>
  <inkml:trace contextRef="#ctx0" brushRef="#br0" timeOffset="-121990.45">13368 9747 143 0,'0'3'138'0,"-1"2"-11"0,-2 1-8 15,2 0-14-15,2-1-8 0,2 4 11 0,-2-1 3 16,3-3 5-16,-2 4-3 0,2-4 5 0,4 2 4 16,-3-2-5-16,-1 1-3 0,3-2-3 0,0-1 2 15,0 1 7-15,-2-2 5 0,-1-1 5 0,3-1 1 0,-7 0-10 16,7-3-9-16,-2-3-15 0,-5 1-7 0,0 0-8 15,0-1-9-15,-4-1-11 0,3 0-7 16,-4-3-5-16,-2 3-17 0,1-3-19 0,1 2-23 0,-6 2-30 16,4 0-30-16,0 1-45 0,-1 3-43 0,0-1-61 15,1 2-210-15,-1 1-461 0,8 0 204 0</inkml:trace>
  <inkml:trace contextRef="#ctx0" brushRef="#br0" timeOffset="-119933.53">16832 9629 8 0,'-5'-9'294'0,"1"-3"-6"0,0 0-5 0,-2-4-15 15,-2 5-10-15,0 0-22 0,-4 0-5 0,-1-2-15 16,-3 1-14-16,1 1-20 0,-1 2-19 0,-3 3-19 16,1 1-17-16,-1 2-9 0,-1 4-14 0,-3 3-5 15,0 2-13-15,-5 5-11 0,3 2-8 0,-3 5-8 16,5 0-5-16,0 1-9 0,4 4 0 0,1 2-9 15,2 1 4-15,2 1 9 0,2 1-15 0,4-3 1 16,0 3-6-16,5 0 4 0,3 0 3 0,4-1-7 16,3-2 0-16,9-1 6 0,1 0-3 0,7-2 4 15,3-3-2-15,5-4-5 0,6 2-6 0,1-6 8 16,14-2-5-16,4-5-6 0,-16-1 5 0,16-2-4 16,0-2-5-16,-16-3-1 0,1-1 0 0,-2-3 0 0,-1-2 2 15,-1 0-7-15,-4-2-6 0,-4-3-7 0,0-1-5 16,-4 1-11-16,1-4-7 0,-4-3-11 15,-2-2-3-15,-5-1-4 0,-1-2-7 0,-7-5 4 0,-2 3 0 16,-1-2 7-16,-5 2 3 0,-4-5 7 0,0 6 2 16,-3-3 9-16,0 5 23 0,-5-1 15 0,1 1 20 15,1 7 8-15,0 1 3 0,-1 3 2 0,0-1-5 16,0 2-13-16,2 3 0 0,-2 2-3 0,0 1-10 16,1 3 1-16,5 2-7 0,-4 1-5 0,3 3-4 15,6-1 0-15,-14 11-1 0,10-2 0 0,-1 4 2 16,1 4-7-16,4 2 2 0,1 8 0 0,6 3-3 15,-3-10-1-15,1 11 2 0,6-2-1 0,-1 1-2 16,-1-1 4-16,4-1-5 0,0 1-4 0,-2-3-6 0,4 2-9 16,-1-3-1-16,-1 1 3 0,4-2-2 15,-2-2-10-15,2-6 2 0,-3-1-8 0,2-2-2 16,-1 3-1-16,4-7-2 0,-1 1-8 0,-2-4-16 0,3-2-13 16,0-4-5-16,0-1-4 0,3 1 8 0,-4-3 8 15,2 1-2-15,-1-6 4 0,-1-1 6 0,1 1 4 16,-1-5 6-16,-4 2 6 0,4-4 2 0,1-7 0 15,-8 5 5-15,4 1 6 0,-5-2 2 0,0-2 10 16,-4 4 21-16,-3 3 18 0,1 1 14 0,-3 1 6 16,-1-1 6-16,0 1 0 0,-3 1-5 0,-1 2-2 15,-3-1-6-15,1 4-1 0,-4 0-5 0,-1 3-1 16,-2 0-7-16,0 2 2 0,-3 3-2 0,5-1-2 16,-6 5-4-16,-1 1 3 0,4-1-1 0,3-1-2 15,-1 2 1-15,1 0-2 0,3 2-6 0,1-1 6 16,0 2-5-16,1-3 1 0,3 2 5 0,2 2-4 0,1-6 4 15,1 3-3-15,3 0-2 0,1-2 5 0,-2-1-1 16,5-1-1-16,-1-2 1 0,4 2 0 0,1-2 1 16,-2-2 1-16,3 0 2 0,-2-1-2 0,-1-4-6 15,3 0 5-15,-2 0-4 0,2-1 2 0,-3-1-2 16,0-1 2-16,2 0-3 0,-2-2 1 0,-2 1 1 16,0-2 0-16,-1-2 0 0,0 1 3 0,-2 1 7 15,-1-2 11-15,2 2 8 0,-2-1 15 0,-3 4 0 16,3 0 3-16,-3-1-3 0,1 0-6 0,-1 3-5 15,0 1-1-15,-1 0-10 0,2 0-8 0,-2 4-8 16,0 0-2 0,0 0-2-16,0 0-1 0,0 0 7 0,0 0-5 15,3 17-5-15,-3-9 0 0,1 2-10 16,3 1-2-16,0 1-1 0,0 0-5 0,3 5 3 0,-2-5-9 0,2 5-5 0,-3-6 1 16,3 6-5-16,1-4-6 0,-1-3 4 0,-3 0-4 15,2 0-1-15,-1-3 8 0,-1-2-3 0,4 0 8 16,-5-3 1-16,5-1 5 0,-4 1 0 0,-4-2 0 15,0 0 4-15,12-5 1 0,-9-1-3 0,-2-1 6 16,2-1 1-16,-3-2 3 0,2-1 1 0,-2-2-2 0,0 3 5 16,2-5 5-16,1-1 3 0,-3-4 9 15,4 8 12-15,0-5 0 0,-1 5-3 0,2 0 4 16,-2-1 1-16,1 0 1 0,0 3-6 0,3-2-1 0,-3 7-4 16,0-1-4-16,4-1-3 0,-2 4 3 0,-1-1-3 15,2 1-2-15,0 3-4 0,4-1-2 0,0 4 1 16,1-1 2-16,0 2-5 0,1 4 2 0,3 2-3 15,0 0 4-15,-5-1-5 0,3 3 1 0,0 0 0 16,-3 1 0-16,0-2-2 0,0 1 0 0,-1 0 1 16,-5-1 0-16,2-2-3 0,-2 1 1 0,-1 0 0 15,-4-2-2-15,3-3 1 0,-6 5 9 0,1-3-5 16,-3 0 3-16,-2-2 3 0,0 1-2 0,-6-1 1 0,1-1-3 16,1-1 6-16,-2-2 0 0,0 0 7 0,5 1 2 15,-2-4 2-15,3 2 10 0,-2-1 1 16,5-1-1-16,-3-2-4 0,5-2 0 0,-1 0-2 0,6 1-6 15,-1-2 2-15,5-1-7 0,2-4-12 0,7 1-3 16,0-1-14-16,10-7-9 0,-2 1-13 0,5-2-16 16,-1 4-11-16,2-2 1 0,-3 0 3 0,1-1 9 15,2 4 2-15,-4 0 4 0,-2-3 7 0,-5 7 2 16,-5 1 8-16,2-1 1 0,-8 2 11 0,3 1 10 16,-4 0 17-16,1 0 12 0,-5 2 0 0,-3 1 2 15,1 0-1-15,-5 0 1 0,1 0-2 0,-6 2 3 16,4 0 1-16,-4 2-1 0,0 2-3 0,-3 0-4 15,-1 2-3-15,3 1 1 0,0 1-2 0,0 0-4 16,1 2-6-16,1 0-4 0,2 2 3 0,5 2 3 16,-2 0-2-16,2-1 2 0,2 2 1 0,3-2 2 15,2 0-4-15,2 2 3 0,4 2-1 0,0-1-5 0,5-2 6 16,-1 2-1-16,0 0-4 0,4-2 3 0,-6 2-4 16,4-4-2-16,-7 0 0 0,1-1 5 15,0 0-5-15,-5 0-1 0,-1-3 3 0,-1 2-3 0,-3-1 2 16,0 2 0-16,-2-4 1 0,-4 0 4 0,-3 0 9 15,-1 1-1-15,-4-2 2 0,-2 0-3 0,-5-2 11 16,-1 0-13-16,-1 2-1 0,-2-4 0 0,4-1 1 16,4 0 2-16,2 2 0 0,2-1-1 0,1-2-3 15,5 1-7-15,-1-3-7 0,4-1-9 0,2 0-10 16,2-2-10-16,5 0-10 0,3 0-14 0,5-5-7 16,1 2-8-16,10-6-10 0,-2 3-9 0,3-3-8 15,-1 2 6-15,0-2 9 0,0 3 8 0,-1 0 7 16,-7 7 12-16,0-3 4 0,-6 5 9 0,1-3 11 0,-4 4 16 15,1 0 17-15,-5 1 11 0,1 0-1 16,-1 1-1-16,-2-1-5 0,-3 3-3 0,0 0 10 16,0 0 12-16,8 5 0 0,-8-1 5 0,0 3 0 0,-3-1-3 15,2 1 4-15,1 4-2 0,1-1 0 0,3 2 1 16,-1-2-2-16,-2 3-4 0,2 0 0 0,1-1 0 16,3 4 2-16,-1-5-3 0,4 3 0 0,-3-4-5 15,3-1-23-15,3 3-40 0,-3-5-47 0,2 1-71 16,6-3-51-16,-5 2-210 0,5-7-463 0,-6 0 205 15</inkml:trace>
  <inkml:trace contextRef="#ctx0" brushRef="#br0" timeOffset="-119574.17">18946 9153 210 0,'0'-7'303'0,"-1"4"-29"16,1 3-31-16,-3-6-29 0,3 6-22 0,0 0-21 16,0 0-17-16,0 0-17 0,15 21-12 0,-6-3-14 15,0 4-10-15,0 7-5 0,3 1-3 0,-5 4-14 16,6 16-1-16,-7 0 7 0,0 1-1 0,-4 1-6 16,1-1-12-16,-3 1 7 0,0 0-16 0,3 2-8 15,1 0-4-15,-1 0-1 0,5 1-4 0,-3-5-2 16,2 3-2-16,0-2-6 0,-2-14-4 0,1-3-3 15,-2 3-2-15,0-2 4 0,1-3-8 0,-3 0 3 16,0-6-8-16,-2-6-2 0,-1-1 4 0,0-5 1 16,1-2 1-16,-2-3 2 0,2-1-5 0,-4-3 5 0,0-2-2 15,0-3-3-15,4 0-12 0,0 0-23 16,-15-7-33-16,8-1-29 0,0-1-47 0,-2-6-57 16,1-3-63-16,-2-3-225 0,2-4-515 0,-4-3 228 0</inkml:trace>
  <inkml:trace contextRef="#ctx0" brushRef="#br0" timeOffset="-119292.93">18992 9716 129 0,'15'-9'243'0,"4"0"-9"0,0 0-10 16,3 0-2-16,5-4-5 0,-5 7-11 0,9-2-9 15,-2 2-17-15,-1 0-16 0,-7 1-11 0,1-1-9 16,-1 4-13-16,-3 0-19 0,1 1-6 0,-5 2-6 15,-1 1-16-15,0-1-8 0,0 3-6 0,-5 2-4 16,1-1-11-16,-1 4-6 0,2-1-7 0,-3 2-6 0,0 2 0 16,-3 1 4-16,2 5-14 0,0-2-1 0,-3 1-2 15,1 2-2-15,0-1-1 0,-1 0 0 16,1-1-7-16,0-1 3 0,0 2 1 0,2-2-5 0,-2-3 1 16,1-2 2-16,1 4-2 0,1-5-7 0,-4-3-26 15,7 3-36-15,-3-4-45 0,-2 1-57 0,5-6-64 16,-3-1-65-16,-7 0-165 0,12-5-490 0,-4-4 216 15</inkml:trace>
  <inkml:trace contextRef="#ctx0" brushRef="#br0" timeOffset="-119136.68">19402 9337 157 0,'-3'-4'267'0,"0"2"-28"0,-1-1-24 15,4 3-29-15,-3-2-17 0,3 2-15 0,0 0-17 0,0 0-18 16,0 11-34-16,3-6-38 0,1 3-46 0,2 1-60 16,3 0-51-16,5 5-159 0,-5 0-289 15,2-1 129-15</inkml:trace>
  <inkml:trace contextRef="#ctx0" brushRef="#br0" timeOffset="-118558.58">19704 9470 232 0,'-7'-1'262'0,"7"1"-24"15,-11 2-2-15,1 5-8 0,2-1-15 0,-4 2-6 16,2 4-16-16,1 1-13 0,-5 1-19 0,6 2-15 0,1 2-11 16,3 0-9-16,-2 2-14 0,3-2-7 15,3 0-13-15,1 0-7 0,3 2-8 0,4-2-4 16,3-2-7-16,4 2-1 0,2-3 1 0,4 2-13 0,4-3-2 15,2-1-9-15,2-5-2 0,1 0-17 0,1-4-9 16,0-3-14-16,6-1-18 0,-6 0-9 0,0-3 3 16,-1-2-2-16,1-3 2 0,-3 0-8 0,1-3-5 15,-8 3 0-15,4-8-2 0,-5 4 0 0,-4-4 3 16,1 2 0-16,-6-3 7 0,1 3 6 0,-1-3 5 16,-7 4 12-16,-3-1 13 0,-2 2 20 0,-2-1 8 15,-4-1 1-15,-1 3 0 0,1 0-6 0,-4 4-3 16,-2 0-1-16,-4 0 0 0,-3 3-5 0,1 2-1 15,0 2-1-15,0 1-3 0,1 1-3 0,3 3 4 16,0 3-5-16,2 0 1 0,-2 2 1 0,4-1-5 16,0 0-1-16,3 2-2 0,-2-1 2 0,8 1-1 15,-1-1 1-15,0 0-7 0,3 1 0 0,0-1 0 0,2-2-1 16,0 1-2-16,2 0-3 0,4-4-8 0,-1 1-2 16,4-2-2-16,-3-1-3 0,2-2 1 15,1-1-1-15,2-1-1 0,-2 1 6 0,0-5 4 0,1-2 1 16,-1 3 1-16,1-3 3 0,-3 1 1 0,0 0 10 15,-3-2 14-15,4 1 10 0,-4-1 21 0,2 0-5 16,-4 3 6-16,0-1 10 0,3-1 5 0,-3 3-7 16,-3 1 9-16,2 0-14 0,1-1-11 0,-1 1-10 15,-3 3 1-15,4-2-4 0,-4 2-4 0,14 1 0 16,-9 2-2-16,-1 2-7 0,4-1-14 0,3 1-14 16,-1 2-14-16,-1-2-19 0,2 0-19 0,5 2-34 15,2 0-43-15,-4-2-42 0,5 0-44 0,1-3-37 16,-8 0-202-16,2 1-505 0,6-3 223 0</inkml:trace>
  <inkml:trace contextRef="#ctx0" brushRef="#br0" timeOffset="-118292.96">20525 8975 61 0,'-4'-4'299'0,"4"1"-35"0,-1 0-32 0,1 3-24 16,0 0-22-16,0 0-15 0,0 0-18 0,-4 16-16 16,2-4-13-16,5 6-14 0,0 2-8 0,2 5-5 15,0 8-6-15,2-1-6 0,-4 1-8 0,1 3-5 16,2 1-7-16,4 10-6 0,-4-10-7 0,4 12 0 16,-4-13-7-16,2 0-3 0,-4-3-16 0,1 1-26 15,4-3-27-15,-5-1-37 0,6-2-17 0,-5-8-53 16,-1-2-38-16,0-1-22 0,-1-5-163 0,-2-3-386 15,1-2 171-15</inkml:trace>
  <inkml:trace contextRef="#ctx0" brushRef="#br0" timeOffset="-118058.6">20618 9560 212 0,'-3'-17'266'0,"3"1"5"0,0 1 1 0,-1-1-1 16,1 3 0-16,1 0 7 0,2 2 2 0,-1-2-7 15,1 1-9-15,1 5-17 0,0-5-19 0,2 6-26 16,-1 0-19-16,3 1-21 0,2 0-15 0,1 3-18 15,4 0-11-15,2 2-12 0,4 4-12 0,-2-1-14 16,-2 4-5-16,2-1-10 0,1 1-4 0,-1 2-9 16,-2-1 3-16,1 5-16 0,0-4-3 0,-3 5-9 15,-1 0-5-15,-1-1-19 0,-4-3-25 0,1 2-33 16,-2-1-14-16,0 1-16 0,-4-2-10 0,-2 1-10 16,0 1-17-16,-2-2-15 0,0 2-19 0,-1-1-15 15,-2-2-22-15,1 3-23 0,0-2-18 0,-2-4-37 0,1 2-206 16,-1-3-516-16,1 0 229 0</inkml:trace>
  <inkml:trace contextRef="#ctx0" brushRef="#br0" timeOffset="-117480.49">21250 9506 11 0,'0'0'229'15,"-4"17"-5"-15,4-12-6 0,-3 1-7 0,3 1-12 16,-1-1-15-16,1 3-14 0,1 0-11 0,-1 2-11 16,0-3-14-16,3 1-13 0,1 1-11 0,-1-2-10 0,0 4-3 15,1-7-13-15,2 0-6 0,0 5-4 16,2-4-8-16,0 0-9 0,3-1-3 0,-6-3-3 16,5 0-6-16,0-1-5 0,-1-1 0 0,-1-1-7 0,-1-2-4 15,1-1-10-15,0-4-3 0,-4 2-2 0,1 0-6 16,-4-2-6-16,0-3-1 0,1 1-1 0,-4-2 0 15,0-2-2-15,-1 1 1 0,-1-3 2 0,-3 0-2 16,0-2 2-16,2 6-1 0,1-1 4 0,-2 2 10 16,2-2 12-16,0 4 1 0,-1-2 15 0,1 4 8 15,2-1 6-15,1 2-4 0,-2 4 9 0,3-5-13 16,0 7 0-16,0-5-9 0,0 5-8 0,0 0-3 16,0 0-4-16,0 0-4 0,0 0 1 0,19 12 1 15,-11-7-10-15,-1 5-3 0,1-2 1 0,4 7-7 16,-3 1-4-16,0-1-5 0,3 0-1 0,-3-1-1 15,2 2-3-15,-2 1-1 0,-2-6 2 0,2 3 3 16,1-4-3-16,-5 2 6 0,3-6-2 0,-5 3-2 0,1-4 4 16,2 0 3-16,-1 1 14 0,0-5-8 15,-2 1 5-15,-3-2 3 0,0 0 6 0,10-6 9 16,-5 2 12-16,-2-1 9 0,2-3 24 0,1 2-1 0,-1-6 0 16,-1 2 21-16,3-4 9 0,1-1 10 0,0-2 0 15,-1 3 10-15,0 3-7 0,4-5-6 0,-2 1 1 16,1-1-14-16,-1 9-11 0,-2-5-7 0,1 4-4 15,-1-2-4-15,1 6-11 0,-4-2-9 0,2 1-8 16,-2 2-8-16,0 2-5 0,-4 1-6 0,0 0-9 16,16 6-35-16,-10-3-23 0,-2 3-27 0,1 0-5 15,2 4-48-15,-4-3-30 0,2 5-20 0,-1-2-35 16,-1 0-56-16,-2 0-52 0,2-2-51 0,-1-1-245 16,2-1-664-16,-3 1 294 0</inkml:trace>
  <inkml:trace contextRef="#ctx0" brushRef="#br0" timeOffset="-117291.54">21439 9052 233 0,'-15'-10'315'0,"0"-1"-33"0,0 2-31 0,-1-1-49 16,1 1-44-16,-1 2-51 0,-2 2-45 0,-2 2-70 15,-3-1-82-15,-5 1-162 0,-3 2-273 0,3 1 120 0</inkml:trace>
  <inkml:trace contextRef="#ctx0" brushRef="#br0" timeOffset="-116166.58">11275 9989 105 0,'-3'-21'272'15,"-4"2"-29"-15,0 0 0 0,-2-2-8 0,0 4 4 16,-1 1-3-16,-1 2-7 0,-1 0-7 0,2 5-2 16,-2 0-15-16,3 1-16 0,-5 2-21 0,6-1-16 0,-2 7-14 15,3-2-19-15,-2 2-15 0,0 2-14 16,-1 4-8-16,-1 3-11 0,0 5-7 0,3 4-3 15,0 0-10-15,3 7-1 0,3 6-1 0,1 1-13 0,4 1 4 16,2 3-8-16,0-2-7 0,6 17 0 0,0-2 2 16,4-1-3-16,-4-11-2 0,2 14-5 0,3-4 0 15,-7-11-2-15,2 0 2 0,0 1-2 0,1 1 1 16,-4-2 0-16,-1 0-3 0,-1-4-9 0,-2 1 1 16,-3-1-8-16,-1 1-19 0,-3-5-16 0,1-1-14 15,-4-7-15-15,1 0-23 0,-1-1-25 0,-3 0-29 16,-1-2-40-16,2-4-45 0,-3-2-46 0,3-4-223 15,-3-1-539-15,-2-2 239 0</inkml:trace>
  <inkml:trace contextRef="#ctx0" brushRef="#br0" timeOffset="-115572.85">11091 10432 267 0,'-1'-7'284'0,"-3"2"-10"0,0-4 0 0,0 5-15 16,2-3-6-16,2 0-12 0,-5 3-9 0,4-3-18 16,1 2-12-16,1-1-23 0,-1-1-20 0,5 1-17 15,1-2-17-15,2-2-23 0,3 2 3 0,7-2-16 16,-1 0-7-16,1 3-9 0,-1-3-6 0,3 4-8 16,0 0-9-16,0 0-4 0,0 0-5 0,1 4-7 15,-7 1-6-15,1-2 1 0,-6 3-16 0,3 3-2 16,1-2-6-16,-5 2-1 0,0 1 0 0,-4-1 1 15,4 4-1-15,-5-3 1 0,1 6-2 0,-2-1 0 0,-2 0 10 16,-2 3-13-16,1-1-3 0,1 1 5 16,-2 0-4-16,2 0 2 0,-1 0-7 0,0-1 10 15,1-1-3-15,0 0 4 0,1-1-4 0,3-1 2 0,-1-2 3 16,1 1 6-16,7-3-1 0,-2 1 4 0,1-2 1 16,3 0-4-16,1-4 1 0,0-1-2 15,3-3 4-15,1-1-4 0,1 2 4 0,-7-4-3 0,2 1 2 16,-1-4-8-16,1 4-4 0,-3-4 8 0,-3 1 13 15,-1 0-13-15,0 1-6 0,-2-1 10 0,1-1 5 16,-4 1 10-16,1-1 6 0,-3 1 0 0,4 1 0 16,-4 2 1-16,2 1 0 0,-2 0-7 0,1 1 0 15,-1 0-1-15,0-1-7 0,1 1-11 0,-1 5-5 16,3-4-5-16,1 4-7 0,-4 0 3 0,11 0-2 16,-11 0 5-16,15 2-8 0,-5 3 3 0,0-2-1 15,1 4 5-15,-1-3-2 0,2 1-2 0,-1 4 7 16,-3-4-5-16,1 1-5 0,0 2 7 0,-4-3-3 0,-1-1 2 15,0 1 0-15,2-1 7 0,-2-2 17 16,-3 1 37-16,2 0 36 0,-3-3 40 0,0 0 9 16,0 0-7-16,0 0-7 0,0 0 9 0,0 0-1 0,-8-16-6 15,2 6-10-15,5-1-14 0,-2 0-17 0,2-1-23 16,2-8-27-16,3 4-45 0,6-2-56 0,2-5-62 16,6 0-76-16,2 4-55 0,6-4-81 0,4 3-97 15,1 2-325-15,5 3-822 0,0-2 364 0</inkml:trace>
  <inkml:trace contextRef="#ctx0" brushRef="#br0" timeOffset="-114666.64">12918 10818 79 0,'-5'5'220'0,"2"-5"-22"15,3 0-17-15,-8 2-13 0,8-2-6 0,0 0 1 16,0 0 0-16,0 0-12 0,24-2-8 0,-5-1-17 0,14-6-8 16,2 3-13-16,22-5 21 0,11 0-2 15,33-5-12-15,-2 6-6 0,2-4-17 0,13 1-8 0,3-4-13 16,0 2-6-16,7 0-10 0,0 0-5 0,5-1 1 15,1 7-9-15,9-6-1 0,-4 1 13 0,1 2 5 16,-2 1 0-16,5-2 4 0,4 2-2 0,-2-1 13 16,2 4-8-16,1-1-7 0,-3 0 1 0,0 2-6 15,2-1-2-15,-2-1 4 0,3 2-19 0,-5-1 1 16,5 1-3-16,-2-2-10 0,2 3 6 0,-4-3-5 16,7 0-7-16,-5 0 1 0,0 2 1 0,4-3-5 15,-3 0 5-15,-1-1-5 0,2 0-3 0,-2-1 3 16,1 0-2-16,-7 0-1 0,1 0-7 0,-2 0 7 0,-4 2-4 15,0-3-1-15,1 4-3 0,-9-1 7 16,-2 1-3-16,-8 1-4 0,0-1 1 0,-6 1 2 0,-4 2-2 16,-5 1 2-16,-1-3-2 0,0 4-2 0,-27 2-1 15,28-2 3-15,-28 2-5 0,3 0 4 0,-5 1-3 16,27-1 2-16,-28 0-1 0,-2 0 4 0,0 0-4 16,-1 0 4-16,2-1-3 0,-5 3 1 0,-1 0 1 15,-2-3-3-15,-2 3 10 0,-14 0 14 0,1-1 0 16,-2 0 2-16,-4-1-2 0,0-1-3 0,-1 0 4 15,-3 1-3-15,3-3-4 0,-2 2-1 0,-2-2 4 16,1 0 1-16,-5 0-6 0,1 1 0 0,-9 0-5 16,2-1 3-16,-3 1 0 0,0-1-7 0,-5 1 18 15,1 0-19-15,-4 0 8 0,0-1-11 0,-1 1 5 16,-1 2 4-16,-3-2-9 0,1 0 5 0,-4 2-1 0,2-1-7 16,-1 2 0-16,-4 1-4 0,3-3-21 0,-3 3-12 15,0 0-17-15,0 0-10 0,0 0-21 0,-15-4-23 16,8 4-26-16,7 0-35 0,-15 1-37 0,0-1-58 15,4 0-289-15,-3 3-597 0,-3-3 265 0</inkml:trace>
  <inkml:trace contextRef="#ctx0" brushRef="#br0" timeOffset="-113229.2">8538 11607 133 0,'6'-6'253'0,"-1"0"11"0,-1 0-11 0,0-3 11 16,-1 1-9-16,1 0-5 0,-1-2 2 0,1 0 3 15,-1 2-6-15,1 0-7 0,-3 0-13 0,-1-4-1 16,0 0-2-16,0 0-10 0,0-1-15 0,-4 2-7 16,3 1-18-16,-2-2-17 0,-1 4-13 0,1-2-14 15,-1 1-13-15,-1 0-12 0,3 3-12 0,-2-1-11 16,-1 2-12-16,4 2-11 0,-4-1-20 0,1 3-25 0,4 1-16 15,-8-2-2-15,8 2 1 0,-7 14-3 16,-1-3 5-16,6 5-3 0,-4 2 7 0,3 2-8 0,2 10 1 16,0-2 1-16,2 7 0 0,4 1-6 0,1 0 4 15,3 1 2-15,2 12 2 0,3-1-3 0,2-1 3 16,-5-11-3-16,1 3 0 0,6 7-1 0,-3-9 4 16,0-2-2-16,1 2-1 0,-2-4 2 0,2 0 1 15,-4-2-1-15,3-2-2 0,-4 5 4 0,0-6-5 16,-3-3 1-16,-4-4 1 0,0-2 1 0,-1 1-4 15,-3 4 4-15,0-13-5 0,-3 6-2 0,2-3-4 16,-3 3-31-16,0-9-17 0,-1 1-9 0,2-2-11 16,-3-2-17-16,2-3-18 0,0 2-36 0,0-1-34 15,4-3-39-15,-15-4-46 0,10 0-47 0,-2-2-269 16,-3-3-634-16,5-1 280 0</inkml:trace>
  <inkml:trace contextRef="#ctx0" brushRef="#br0" timeOffset="-113010.45">8372 12035 366 0,'-2'-1'360'0,"-1"-3"-17"0,3 4-18 16,-3-3-18-16,3 3-13 0,0-5-26 0,0 5-27 15,7-7-25-15,4 3-19 0,7-3-12 0,-1 0-27 16,12-4-23-16,5 1-20 0,-5 4-4 0,0-3-11 15,4 2-34-15,1 2-30 0,-4 0-26 0,3 0-31 16,-5 1-39-16,2 2-50 0,-7 2-58 0,-2-2-61 0,-1 4-63 16,-5-2-201-16,-4 2-532 0,1 2 235 15</inkml:trace>
  <inkml:trace contextRef="#ctx0" brushRef="#br0" timeOffset="-112416.72">8895 12152 185 0,'0'0'217'16,"0"0"-25"-16,0 0-17 0,0 0-19 0,0 0-20 0,5 15-12 16,-2-11-14-16,0 4-11 0,2 2-12 15,-2-2-1-15,6 3-9 0,-3-1-9 0,2 2-4 16,-1-1-8-16,2 4-5 0,-1 0-6 0,-1-5-2 0,3 1-9 16,-5 1-1-16,3-2 1 0,-5-3-7 0,4 3 0 15,-3-4-3-15,1-1-4 0,-3-1 3 0,0 0-3 16,0-3 8-16,-2-1 45 0,5 3 8 0,-5-3-10 15,0 0-6-15,0 0-7 0,0 0-2 0,3-12 0 16,-3 5 11-16,1 2 0 0,2-5 7 0,-3 3-3 16,1-2 6-16,2 0 5 0,0 1-1 0,0 0-1 15,-1 2-9-15,2 0 7 0,-1-1-24 0,1 1 6 16,-1 2-22-16,1 0 1 0,0 1-11 0,2 1 0 16,0-1-3-16,-2 2-4 0,5 1-4 0,-4 3-2 15,7 0-3-15,-1 2-1 0,0 0-3 0,1 2 2 16,-1 1-3-16,-1-3 3 0,3 1-5 0,-2 1-1 15,0-1 2-15,1-1-2 0,-2 0 3 0,-1 2 4 0,-2-3-5 16,-3-2 1-16,0 1-3 0,0-1 9 0,0-1 40 16,-4-1 46-16,0 0 8 0,0 0-17 15,0 0 1-15,11-7-3 0,-14 3-3 0,3-4-5 0,-2 2-5 16,-1-3-6-16,0-1-7 0,-2 0-11 0,2-3 1 16,-1 0-7-16,0-4-19 0,-2 1-17 0,5-2-32 15,-3 0-30-15,3 5-28 0,1 2-29 0,0-2-38 16,0 2-52-16,0 1-66 0,1 4-75 0,3-1-286 15,-1 2-678-15,1 3 299 0</inkml:trace>
  <inkml:trace contextRef="#ctx0" brushRef="#br0" timeOffset="-112151.1">9496 12006 112 0,'0'-3'383'15,"0"-2"-5"-15,0 5-18 0,3-6-31 0,-3 6-25 0,0-5-30 16,0 5-31-16,1-5-28 0,3 3-18 0,-4 2-21 16,7-4-25-16,0 3-4 0,1 0-6 0,4-2-37 15,2 3-36-15,0-1-26 0,6 1-31 0,1-2-29 16,1 0-29-16,-3 0-38 0,2 4-39 0,-2-2-39 15,0 0-40-15,-3-3-33 0,-4 4-225 0,2 3-497 16,-6-2 221-16</inkml:trace>
  <inkml:trace contextRef="#ctx0" brushRef="#br0" timeOffset="-111619.87">9598 11665 65 0,'-2'-10'324'15,"0"3"-13"-15,-1-2-11 0,-1 3-6 0,4 2-13 0,-1-1-12 16,-2 0-31-16,2 2-29 0,1 3-23 0,0 0-29 16,-4-2-13-16,4 2-14 0,0 0-15 15,-7 11-13-15,5 0-8 0,-2 1-11 0,0 7-7 0,2-1-5 16,-4 3-1-16,2 6 2 0,0 0 5 0,1 1 0 16,0 3 3-16,2-2-10 0,1 2-4 0,0-2-4 15,0 1 7-15,4-2-12 0,0 0-6 0,2 0-9 16,3-3-2-16,6-1 4 0,-4-9-9 0,3 3 5 15,5 0-7-15,5-3 4 0,-4-2-9 0,9-3-4 16,-2-2-26-16,3-4-40 0,3 0-31 0,-2-2-41 16,-1-5-51-16,1-1-60 0,2-2-54 0,-3-2-44 15,-11 1-227-15,4-2-597 0,-4 0 264 0</inkml:trace>
  <inkml:trace contextRef="#ctx0" brushRef="#br0" timeOffset="-111328.17">10120 11697 81 0,'0'-2'378'0,"0"2"-7"0,-4-9-10 0,4 7-26 0,0 2-34 16,0-5-33-16,0 5-28 0,0 0-38 15,0 0-14-15,0 0-28 0,0 0-7 0,-11 9-19 0,6 0-17 0,-3 1-5 16,-2 5-12-16,-1 2-9 0,0 2-9 0,-4 4-8 15,-1 3-2-15,-3-3-13 0,4-2-7 0,-4 5-4 16,0-1-4-16,1-1-2 0,2-2-3 0,2-4-4 16,-2 5-23-16,4-8-26 0,-2 0-24 0,6 1-28 15,-2-7-21-15,4 0-19 0,-2-2-21 0,4 0-12 16,-1-3-8-16,3-2-20 0,-1 1-41 0,3-3-25 16,0 0-16-16,0 0-180 0,0 0-464 0,4-19 206 15</inkml:trace>
  <inkml:trace contextRef="#ctx0" brushRef="#br0" timeOffset="-111171.92">9875 11887 67 0,'0'-7'221'0,"-1"0"17"0,-2 0 6 0,3 0-4 16,0 3-3-16,0 0-9 0,0 4-20 0,-4-7-17 0,4 7-21 15,4-4-18-15,-4 4-17 0,0 0-20 0,0 0-6 16,0 0-1-16,0 0-4 0,11 9-8 16,-4-3-9-16,1 0-3 0,4 0-9 0,5 3-4 0,0 0-9 15,1 1-6-15,5-2-6 0,3 5-8 0,-4-4-22 16,-2-3-25-16,2 2-31 0,-2-1-45 0,2 0-45 15,0 1-72-15,0-5-48 0,-1 3-207 0,-1-4-491 16,-2 0 217-16</inkml:trace>
  <inkml:trace contextRef="#ctx0" brushRef="#br0" timeOffset="-110890.68">10233 11646 14 0,'-1'-7'359'0,"2"4"-20"0,-1 3-23 0,0-6-38 0,0 6-22 16,3-2-30-16,-3 2-21 0,0 0-20 0,16 6-15 15,-6-1 4-15,0 3 0 0,7 0-9 0,-2 4-8 16,0 3-13-16,4-2-12 0,-3 0-11 0,9 5-12 16,-4 1-10-16,0 1-3 0,-1 0-21 0,2 2-1 15,-6-1-8-15,1-4-8 0,-2 5-3 0,2 0-6 16,-10-3-9-16,4 0-18 0,-4 0-30 0,-2 1-27 15,-1 1-29-15,-1-2-18 0,-3 1-33 0,-1-4-31 16,-1-1-34-16,1-4-49 0,-5 1-41 0,1-3-236 16,-2-3-546-16,2-2 242 0</inkml:trace>
  <inkml:trace contextRef="#ctx0" brushRef="#br0" timeOffset="-110671.95">10833 11790 200 0,'0'0'339'0,"4"-4"-11"0,0 3-18 0,-4 1-12 16,10-2-18-16,-1-1-19 0,1 1-14 0,2-1-34 16,4-1-17-16,2 1-22 0,1 2-19 0,1 0-15 15,-2-3-26-15,1 3-30 0,0-2-45 0,-1 1-41 16,-3 2-62-16,-2-1-69 0,1-1-76 0,-1 1-286 15,-7 1-537-15,2 1 237 0</inkml:trace>
  <inkml:trace contextRef="#ctx0" brushRef="#br0" timeOffset="-110500.08">10837 12006 284 0,'-3'2'285'0,"0"1"-1"16,3-3-6-16,-1 4 5 0,1-4 5 15,0 0-14-15,0 0-17 0,25-4-41 0,-6-3-12 16,1 0-13-16,9-1-30 0,3-2-47 0,0-1-47 0,0 0-42 16,2 0-52-16,-3 1-74 0,1-1-94 0,3 3-287 15,-6-1-521-15,-1 0 230 0</inkml:trace>
  <inkml:trace contextRef="#ctx0" brushRef="#br0" timeOffset="-108311.14">11857 11502 267 0,'1'-6'268'0,"-2"1"-19"0,2 1-18 15,-1 4-19-15,-2-9-12 0,-1 7-20 0,0-3-14 16,3 5-14-16,-4-2-22 0,4 2-17 0,-8-1-9 0,4-1-11 16,4 2-10-16,-14 2-8 0,6 0-8 15,-4-2-8-15,4 7-3 0,-2-2-5 0,-3 0 0 16,3-1-8-16,-2 1 0 0,4 3-7 0,2-4-4 0,-1 1-5 15,1 1-3-15,-1-1-1 0,4 0-5 0,-2 2 0 16,2-4 0-16,0 1-4 0,3 1 3 0,0-1 0 16,3 0-4-16,1 2 16 0,2-1 5 0,4 0 5 15,1 0-3-15,0 1-2 0,4-2-5 0,4 1-9 16,0-1 4-16,3 2-1 0,-7 0-2 0,4 4-3 16,-4-7 2-16,3 6-7 0,-3 3-1 0,-3-5-3 15,3 6 1-15,-2-1-9 0,-4-2 5 0,2 4 0 16,-4-5 1-16,-1 1-3 0,-1 2-2 0,0-2 4 15,-1-1 0-15,-3 1 0 0,-1 0 1 0,0-2 5 16,-1-1 17-16,-3 2 13 0,-1-3 7 0,-3 3 9 16,-1-4 7-16,2 2 7 0,-5-1-3 0,0-1 2 15,-1-3-8-15,2 0 4 0,-4-1-13 0,4-1 1 0,-2 0 8 16,5-1-20-16,1 0 0 0,-1 0 0 16,1-1-23-16,0-3-25 0,6-1-31 0,0 1-36 15,1 0-35-15,2-3-43 0,2 3-49 0,7-5-51 0,6 0-48 16,0 0-265-16,1 2-609 0,1-1 270 0</inkml:trace>
  <inkml:trace contextRef="#ctx0" brushRef="#br0" timeOffset="-108076.78">12182 11624 42 0,'0'-4'323'0,"0"4"-2"15,0-5-5-15,0 5-6 0,4-4-15 0,-4 4-30 16,1-4-17-16,-1 4-26 0,0 0-13 0,0 0-40 0,0 0-3 15,0 0-34-15,0 0-17 0,0 0-8 16,10 7-8-16,-10-7-14 0,4 6-9 0,-1-1-7 16,1 1-6-16,0 5-9 0,-1-1-2 0,2-2-5 0,-1 2-9 15,0 0-22-15,2 0-16 0,-3 2-30 0,3 0-13 16,-2-2-23-16,0 1-25 0,2-1-31 0,-2 0-37 16,2-3-42-16,-2-2-34 0,2 1-33 15,1-1-170-15,0-2-474 0,4-3 210 0</inkml:trace>
  <inkml:trace contextRef="#ctx0" brushRef="#br0" timeOffset="-107290.71">12499 11555 138 0,'-1'-6'264'16,"-4"1"-2"-16,4-1-5 0,-4 1-10 0,2 0 0 15,-1 1-6-15,-1-1-17 0,0 3-12 0,3-4-16 16,-1 5-15-16,-1-2-17 0,-1 1-18 0,5 2-14 15,-7-4-13-15,7 4-1 0,-10 0-28 0,10 0-12 16,-7 4-10-16,1-2-3 0,0 1-6 0,2 2-8 16,-3 0-7-16,3 0-4 0,0 5 7 0,-3-2-15 0,3 4-4 15,2-1-5-15,2 3-2 0,0 3-3 0,2 2 0 16,1 1-1-16,4 0 2 0,2 7-5 16,0-8 0-16,5 4 0 0,0 1 3 0,5 1-2 0,0-6 9 15,3 3-20-15,-2 2 2 0,2-4 7 0,0 1-8 16,1-2 3-16,0 0-2 0,-9-4 0 0,3-3-3 15,-3 2-1-15,-4-1-5 0,0-5 6 0,-4 2 0 16,1-2-5-16,-6-1 2 0,3 0 7 0,-4-1 26 16,0-1 29-16,-4 2 18 0,-4-3 13 0,-2 1 10 15,-2-3 1-15,-6 2 4 0,-1-2-6 0,0 0-3 16,-1-2-8-16,-2-2-11 0,-1 0-8 0,-7-1-2 16,8 0-8-16,-1-2-3 0,3 0 5 0,2-3-6 15,-1-1-1-15,5 0-4 0,-2-2-2 0,6 0-16 16,1-4-17-16,4-2-19 0,6-1-21 0,8-8-18 15,0 7-35-15,6-6-7 0,6-2-5 0,2 2-10 16,5-1-2-16,-5 0-11 0,4 2-2 0,-4 2-6 0,6-1 1 16,-2 2-6-16,-3 3 5 0,-3-1 5 0,-4 8 12 15,-1-3 11-15,-2 1 8 0,-4 3 9 0,1 2 11 16,-3 0 6-16,-4-1 16 0,2 4 16 0,-1-1 7 16,-1 2 14-16,-4 1 2 0,5 0 4 0,-1 0-3 15,-4 3-3-15,3-5-5 0,-3 5-3 0,4-2 1 16,-4 2 1-16,0 0 2 0,0 0 2 0,3 13 1 15,-2-6-6-15,4 1 3 0,-1 3 2 0,2-2 0 16,-2 2 3-16,6 1 1 0,0 1-1 0,-3-2 0 16,2 1-3-16,2 2 0 0,-2-4 6 0,-1 0 0 15,2 1-2-15,-2-3 0 0,1 1-1 0,1-2 3 16,-6-2-1-16,0 1 1 0,2-4 4 0,-1 2 0 16,-1-1 21-16,-3 0 15 0,-1-3 8 0,0 0-15 0,0 0-3 15,0 0-3-15,9-9 3 0,-9 2 3 16,0 1 2-16,0-1 4 0,0-3 19 0,0 1 3 15,0-2 6-15,1-3-2 0,-1 4 13 0,0-1 6 0,4 1 13 16,-2 0 2-16,-1 0-2 0,2 2-6 16,3-2 2-16,-3 2-7 0,-2 2-7 15,2-1-13-15,1 2-7 0,2 0-7 0,-2 0-8 0,0 2-4 16,1 1-12-16,-5 2-4 0,10-1-2 0,-10 1-5 0,11 3-3 0,-7 0 0 16,5 1-10-16,-5 1-16 0,-1 1-14 0,4-1-29 0,0 3-33 15,-2 1-21-15,-1-3-21 0,2 2-8 0,-2-1-12 16,0 2-22-16,-3-2-16 0,2 2-26 15,-2-3-32-15,1 2-35 0,-1-3-34 0,-4 0-242 0,2 1-601 16,-2-4 265-16</inkml:trace>
  <inkml:trace contextRef="#ctx0" brushRef="#br0" timeOffset="-107056.34">12175 11425 47 0,'-5'-2'478'0,"-3"-2"-24"0,2 2-34 0,-2-3-43 16,1 3-42-16,3-2-36 0,-1 0-29 0,-1 2-26 0,2-2-28 16,-1 2-31-16,5 2-44 0,-4-3-60 0,4 3-69 15,-1-4-70-15,1 4-68 0,0 0-79 0,0 0-99 16,0 0-174-16,25 4-517 0,-14-3 228 0</inkml:trace>
  <inkml:trace contextRef="#ctx0" brushRef="#br0" timeOffset="-104600.71">13571 11332 197 0,'8'-10'303'15,"-4"-3"5"-15,0 2-7 0,0 1-4 0,3 0-6 0,-6 2 4 16,2 2-2-16,-2 0-11 0,1-1-8 0,-1 2-10 16,1 1-11-16,-2 4-16 0,0-5-23 0,0 5-23 15,0 0-27-15,0 0-21 0,0 0-16 0,0 0-15 16,0 0-11-16,-17 18-14 0,9-3-5 0,-2 3 1 16,1 0-3-16,-6 7-1 0,0 2 1 0,0 1 4 15,-1-3-10-15,4 4-6 0,-1 0-7 0,0-2-2 16,2 3-3-16,3 1-4 0,1-3-7 0,3 1 0 15,3-2-6-15,1 0 3 0,2 1-5 0,2-8-1 16,8 6-4-16,4-3 4 0,4-3-11 0,3-2-5 16,4-1-17-16,4-3-23 0,5 0-28 0,1-6-33 15,2-2-46-15,-1 0-28 0,0 0-33 0,0-3-30 16,-4 2-37-16,0 0-52 0,-2-2-56 0,-2 0-336 0,-10-1-757 16,-1 0 336-16</inkml:trace>
  <inkml:trace contextRef="#ctx0" brushRef="#br0" timeOffset="-103610.65">14104 11350 306 0,'-3'-3'305'0,"3"3"-22"16,0-7-25-16,-3 4-28 0,3 3-27 0,-1-5-26 15,1 5-19-15,0 0-15 0,0 0-16 0,0 15-12 16,1-7-10-16,-1 3-11 0,3 2-11 0,0 0-8 16,1 4-9-16,-4 1-3 0,4 1-5 0,2 1-7 15,3-2-7-15,-3-1-2 0,2 1-6 0,0-1-1 16,-1 1-4-16,1-5-2 0,-1 4-4 0,-2-4 0 15,2-2-5-15,-3-1 5 0,0 0-6 0,0-5-2 16,-1-1 4-16,-2 0 8 0,2 1 33 0,1-5 7 16,-4 0-9-16,0 0-7 0,8-7-3 0,-4 1-7 15,0 1-6-15,-4-7-3 0,3 3-1 0,1-2-2 16,0-2 5-16,2 0-2 0,-2-3 7 0,1 3 7 0,-1 0 6 16,0 0 0-16,-2 2 0 0,3-2-1 0,-2 4-1 15,1 0-5-15,-3 2 0 0,5 0-8 0,-2 1-12 16,0 3-5-16,0-2-3 0,-1 3-2 0,-3 2 4 15,11 2-8-15,-3 0-5 0,1 3-2 0,0 1-1 16,1 0 2-16,4 1 1 0,2 5 0 0,-1-2-7 16,0 2 6-16,-3 1-2 0,2-6 0 0,2 1 2 15,-5 0-5-15,4 0 2 0,-7-1 2 0,3-2-3 16,-1 0 5-16,-5 0 5 0,1-2-1 0,-1 0 9 16,2-3 29-16,-7 0-4 0,9-5-4 0,-6 3 3 15,1-3 0-15,-2 0 8 0,0-1-1 0,0-2 0 16,-1-2-4-16,-1-2-3 0,0-2-3 0,0-3-2 0,-1 3-6 15,-1-2-4-15,2-2-3 0,-2 0-2 0,0 1-12 16,-2-1-13-16,1 2-15 0,1 4-25 16,0 0-35-16,1 1-40 0,-2-1-27 0,2 6-34 0,1 0-41 15,-3 0-62-15,3 4-71 0,0 2-294 0,0 0-698 16,0 0 308-16</inkml:trace>
  <inkml:trace contextRef="#ctx0" brushRef="#br0" timeOffset="-103282.53">14881 11415 225 0,'0'0'301'15,"0"0"-17"-15,-4-6-19 0,4 6-26 0,-6-2-16 16,6 2-23-16,0 0-20 0,0 0-21 0,-7 0-17 0,7 0-13 15,0 0-16-15,0 0-8 0,-9 5-11 0,9-5-14 16,-3 5-4-16,3-2-5 0,0-3-11 0,0 0 1 16,3 8-5-16,-3-8-8 0,0 0 1 0,3 5 0 15,-3-5-4-15,3 4-3 0,-3-4 1 0,0 0 5 16,5 4 4-16,-5-4 24 0,0 0-8 0,0 0 12 16,0 0-10-16,0 0-11 0,0 0-5 0,0 0 11 15,0 0-23-15,0 0-14 0,0 0-17 0,0 0-25 16,-7-16-25-16,4 14-31 0,-1-1-29 0,0 1-39 15,4 2-39-15,-10-4-38 0,10 4-52 0,-4-3-229 16,2 1-537-16,2 2 238 0</inkml:trace>
  <inkml:trace contextRef="#ctx0" brushRef="#br0" timeOffset="-102845.05">15438 11288 116 0,'2'-5'332'0,"-2"5"-28"0,-3-8-25 0,0 6-21 16,-2-3-13-16,-1 1-20 0,-1 2-13 0,-2 0-16 16,2 1-21-16,-5 1-12 0,-3 1-21 0,1 2-10 15,0-2-3-15,0 3-24 0,-4 1 10 0,0 3-27 16,-1 1 0-16,4-4-21 0,-4 5 0 0,3-2-6 15,0 2-5-15,6-4-2 0,-1 4-9 0,3-3-5 16,1 0 0-16,3 0-5 0,-1-1 2 0,4-1-3 16,1 1-8-16,2 0 7 0,6-2 0 0,1 2-7 15,4-2 5-15,9 0-7 0,12-1 3 0,0-2-2 0,3-1-13 16,1-1-7-16,-2-1-1 0,4 0 9 16,-2-2-12-16,-3 1 1 0,2-1-10 0,-6-1 5 15,1 0 0-15,-8 3 4 0,-5-4-3 0,-1 3 4 0,0-2 0 16,-5 1 0-16,-3-2-1 0,-2 1 8 0,-1 1 5 15,-2-1 11-15,-1-2 2 0,-4 3-5 0,0-3-3 16,-4-1 1-16,-3 1-1 0,-1-3 9 0,-6 4-13 16,-2-4-2-16,-3 2-9 0,-11-4 3 0,0 3-19 15,0 2-11-15,-1-1-24 0,2 4-12 0,5-1-19 16,2 1-35-16,3 2-42 0,-1 2-16 0,0-1-34 16,7-1-51-16,2 4-51 0,-2-2-175 0,7 1-522 15,-2 1 231-15</inkml:trace>
  <inkml:trace contextRef="#ctx0" brushRef="#br0" timeOffset="-102579.43">15459 11150 222 0,'0'0'242'15,"-4"-2"-22"-15,4 2-24 0,0 0-8 0,0 0 11 16,-6 11-5-16,5-3 0 0,5 0-8 0,-3 4-2 15,3 1-9-15,0 5-19 0,3 0-6 0,3 0-1 16,3 8-6-16,-2 0-15 0,4-3-13 0,-1 3-9 16,3-2-13-16,-3 1-11 0,2-1 0 0,-2 0-12 15,4-2-7-15,-5 3-5 0,-1-6-25 0,-2-1-30 16,0 0-35-16,0-2-39 0,-4 1-50 0,2-2-60 16,-2-6-69-16,-2 0-246 0,1 1-538 0,0-4 238 15</inkml:trace>
  <inkml:trace contextRef="#ctx0" brushRef="#br0" timeOffset="-102282.58">16107 11162 141 0,'-1'-4'330'0,"1"4"-19"15,-3-7-21-15,-1 6-21 0,4 1-18 0,-7-1-20 16,7 1-20-16,-13 2-9 0,6 2-3 0,-1 4-8 16,-3-2-2-16,4 4-11 0,-1 1-10 0,-4 2-4 15,0 2 8-15,2 0-20 0,-1-1-21 0,0 2-14 16,2-2-5-16,2 2-19 0,3 1-5 0,1 1-4 16,3-4-5-16,-1 2-7 0,4 0-6 0,-2-3-6 0,8 2-4 15,1 1-8-15,-2-6-9 0,4-1-13 0,1 4-19 16,2-4-47-16,4 0-33 0,0-4-50 15,-2 0-52-15,2 0-58 0,3 0-61 0,-1-5-65 0,0 0-213 16,0-1-620-16,-2-2 275 0</inkml:trace>
  <inkml:trace contextRef="#ctx0" brushRef="#br0" timeOffset="-102062.28">16529 11185 1 0,'-1'-4'300'0,"1"4"-17"15,-6-4-18-15,5 1-25 0,1 3-20 0,-5-2-13 16,5 2-9-16,-10 7-3 0,3-2-12 16,-2 1-14-16,2 2-8 0,-3 2-9 0,2 0-15 0,-4 4-14 15,1 0-7-15,-2 2-14 0,2 0-11 0,-2-1-11 16,1 2-5-16,0 0-9 0,1 0-2 0,-3-1-12 16,5 1-29-16,-2-3-21 0,3 1-34 0,2-3-33 15,-1-2-33-15,3 0-45 0,-2-1-61 0,3-3-44 16,-1 0-205-16,3-2-490 0,-1 1 216 0</inkml:trace>
  <inkml:trace contextRef="#ctx0" brushRef="#br0" timeOffset="-101859.16">16306 11275 205 0,'-1'-2'309'15,"-1"-2"-10"-15,2 4-15 0,-1-6-30 0,1 6-26 0,-3-4-22 16,3 4-23-16,0 0-12 0,0 0-3 0,0 0-6 15,4 13-1-15,2-10-7 0,-2 3-16 16,5 3-7-16,-2-3-11 0,5 3-16 0,2 1-4 0,1 2-11 16,1-2-6-16,2-2-11 0,1-1-2 0,0 1-19 15,-1 0-41-15,2-2-37 0,0 1-49 0,-2-2-61 16,1-2-69-16,0 1-74 0,-6-3-225 0,0 1-546 16,1-2 242-16</inkml:trace>
  <inkml:trace contextRef="#ctx0" brushRef="#br0" timeOffset="-101562.21">16701 11169 178 0,'-2'-2'376'0,"2"2"2"0,0-6-10 16,0 6-7-16,0-6-23 0,0 6-34 0,0 0-41 0,0 0-22 15,0 0-33-15,0 0-13 0,0 0-4 0,15 8-6 16,-10-4-13-16,2 1-14 0,3 4-6 0,1-2-22 15,0 4-9-15,3-1-18 0,0 3-7 0,2-1-10 16,-2 1-5-16,2 0-10 0,-2 1-7 0,6 0-6 16,-6-1-9-16,4 0-1 0,-9 2-6 0,5-2-7 15,-5-3-11-15,-2 6-38 0,-3-6-26 0,0 0-12 16,-2-2-4-16,-4 1-38 0,-2 1-13 0,-1-1-18 16,-4 1-20-16,-4-2-23 0,-5 3-33 0,1 0-38 15,-5-5-61-15,1 1-290 0,1 0-638 0,1-3 283 16</inkml:trace>
  <inkml:trace contextRef="#ctx0" brushRef="#br0" timeOffset="-101218.47">16860 10891 178 0,'0'0'384'0,"6"-3"-5"0,-2 1-15 0,3 1-7 16,0 0-8-16,4 0-16 0,1 1-11 0,-1 1-14 16,5 1-7-16,2 1-7 0,7 3-19 0,2 1-24 0,3 2-6 15,-2 1-23-15,2 1-20 0,-3 1-19 16,-1 5-18-16,-1-1-18 0,-1 4-12 0,-1 1-10 15,-2 3-16-15,-5 1-11 0,-1 2-7 0,-4 5-10 0,0-4-15 16,-5 4-10-16,-1 0-4 0,-3 1-8 0,-2 1 0 16,-4-1-4-16,0-1-4 0,-5 4-3 0,-1-2-20 15,-4 1-28-15,0-1-36 0,0 2-54 0,-1 0-50 16,1-2-49-16,-3-1-38 0,-2 0-37 0,1-4-58 16,-1 0-82-16,-3-3-328 0,3 0-807 0,-5-4 357 15</inkml:trace>
  <inkml:trace contextRef="#ctx0" brushRef="#br0" timeOffset="-92742.66">5987 11956 175 0,'-3'-11'297'0,"3"0"-24"0,0-1-17 0,0 3-19 0,0 1-19 16,0 2-17-16,0 0-4 0,0 0-9 0,0 3-18 15,0-2-12-15,0 5-23 0,0-5-21 0,0 5-17 16,0 0-10-16,0 0-7 0,0 0-18 0,4 12-2 15,0-1-5-15,0 5-7 0,2 2-6 0,-1 9-2 16,3 4-7-16,-1-1 0 0,3 4-3 0,-2 0-2 16,0 3-4-16,3-1 4 0,-3 3 3 0,-1 11 4 15,5-2 11-15,-4-9 0 0,0 13 1 0,1 1 19 16,-1-3-15-16,-2 1 3 0,0-13 2 0,2 14-5 16,-5-14-6-16,6 17 0 0,0-4 3 0,-3-1-3 15,-1-13-9-15,5 13 1 0,-7-11 3 0,2 8-2 16,1-7-1-16,-2-3 6 0,2 1-6 0,-1 11 1 15,0-9-4-15,-1-6 2 0,2 15-7 0,-3-12 4 16,1-2-7-16,-3 0 2 0,4-1-1 0,-2-1-4 0,2-3-3 16,-2-1 2-16,-1 0-3 0,-1-2-5 0,0-6 5 15,2-2-8-15,1-1-1 0,-1 0 1 0,-2-1-6 16,3-5 7-16,-1 1 0 0,-2-2-2 0,2 0 2 16,1-1-7-16,-1-5 0 0,-3 3 1 0,4-2-1 15,0-1 1-15,-4-1 4 0,6 1 0 0,-1 0 4 16,-1-3 21-16,3-1 6 0,0 0 9 0,1-1 1 15,4-1-6-15,3 1-2 0,4-5-9 0,11-1 1 16,-2-2-4-16,8-1-4 0,-2 1-4 0,1-1 1 16,6-1-7-16,12-4 0 0,0 2-2 0,4-1 1 15,-4-1-1-15,0 3-7 0,-11 3 5 0,13-2-2 16,-13 5-2-16,-5-1-3 0,-2 1-1 0,-1-1 1 16,-1 2-1-16,-2 2 1 0,-9 2-6 0,1 1 0 0,-5-2 0 15,-3 1-3-15,-3-1-7 0,0 2 1 16,-4-1-15-16,-2 0-17 0,2 0-12 0,-8 0-1 15,8 1-4-15,-8-1-3 0,8 0-5 0,-8 0-11 0,0 0-3 16,3 1-11-16,-3-1-28 0,0 0-22 0,0 0-24 16,0 0-23-16,3 4-30 0,-3-4-41 0,0 0-41 15,0 0-265-15,0 0-610 0,0 0 270 0</inkml:trace>
  <inkml:trace contextRef="#ctx0" brushRef="#br0" timeOffset="-92148.93">7171 13369 230 0,'-2'-3'310'16,"-2"1"-11"-16,-2-1-16 0,4-2-34 0,2 5-24 0,-3-4-29 15,3 4-19-15,0 0-9 0,0 0-4 0,0 0-6 16,26 3-10-16,-13 0 1 0,8 0-23 15,0 1-13-15,4 0-15 0,5 4-7 0,-2-2-6 0,2-1-12 16,-8 2-7-16,7 0-8 0,-1 3-3 0,-2-2-9 16,-4 0-1-16,-3-1-7 0,-2 1-8 0,-1 0 0 15,-3-1 7-15,-3-1-14 0,-1 0-4 0,1 1 0 16,-5-2 2-16,1 0-7 0,-1 0 11 0,-1 2-9 16,0-3 10-16,-4 3 22 0,1-2 7 0,-2 3 13 15,1-2 7-15,-9 1-5 0,3 3 9 0,-2-4-17 16,-3 6 0-16,2-5-10 0,-5 7-3 0,-2-1-3 15,-1 3-4-15,0-4-3 0,-2 9-6 0,4-8-4 16,-3 1-9-16,-1 5 8 0,3-6-5 0,-1 2-1 16,1-1-10-16,2 0 7 0,-2-1 0 0,2-1-6 15,1 0 1-15,2-1-4 0,3-4 2 0,-2 3 1 16,2-3-7-16,-1-1 5 0,3 0 0 0,-1-3-4 0,3 1 3 16,0 0 4-16,0 0 4 0,3-1 24 0,1-3 20 15,-4 2 19-15,4-2 17 0,-5 1-3 16,5-1-9-16,0 0-6 0,-7-4-4 0,7 4 4 0,-5-9 5 15,4 2-6-15,-3-2-6 0,0-1-6 0,1-3-2 16,-4-4-3-16,3 0-3 0,-4-2-1 0,3-8-6 16,-4-1 3-16,3 2-3 0,-2-1 1 0,2 6-3 15,2-7 2-15,-2 2-4 0,5 6 3 0,-3-1-3 16,0 1-4-16,-1 2-2 0,1 2-8 0,2 3 0 16,-1 3-7-16,2 0 0 0,-3 1-5 0,3 3-6 15,-1 0-20-15,2 1-32 0,-1 0-50 0,1 2-57 16,0 3-81-16,0 0-47 0,0 0-17 0,0 0-14 15,0 0-31-15,0 0-46 0,9 11-60 0,-4-3-304 16,4-1-802-16,-4 4 354 0</inkml:trace>
  <inkml:trace contextRef="#ctx0" brushRef="#br0" timeOffset="-91342.01">8389 13370 255 0,'0'-4'284'0,"0"-1"2"15,0-1-5-15,-3 2-5 0,3 0 3 0,0-2 3 16,-1 1-4-16,1 5-13 0,-4-7-15 0,1 3-13 16,0 2-24-16,3 2-19 0,-7-4-23 0,7 4-19 15,0 0-18-15,-17 5-9 0,7 1-19 0,-1 4-9 16,-1 3-1-16,0 3 0 0,-2-2-18 0,3 4 7 15,2 0-10-15,1 0-5 0,-2 8-6 0,3-1-6 16,2-5-5-16,0-2-3 0,5 2-11 0,2 0-2 16,-1-2 2-16,3-5-12 0,3 0 20 0,6 0 4 15,-1 0 1-15,4-5-1 0,5 0-2 0,0-4-1 0,9-4-7 16,0-1-5-16,0-5-1 0,3 0-5 0,-13-1-1 16,13-5 0-16,-5 2-4 0,1-4 0 15,-3-2-1-15,-9 3-2 0,-2 1-1 0,2-4-6 0,-6 1 3 16,-3-2 8-16,-3 0 4 0,-1 4 1 0,-4-5 2 15,-4 2-5-15,-3-1-5 0,-2 4-1 0,-3 0-2 16,-5-2-6-16,1 5-3 0,-2 0-12 0,-2 4-15 16,-3-2-19-16,4 5-25 0,-3 2-41 0,8-2-39 15,1 3-43-15,-1 2-42 0,-2-1-33 0,6 1-32 16,3 3-22-16,2 1-35 0,0 0-43 0,2 1-204 16,4 0-643-16,2 0 285 0</inkml:trace>
  <inkml:trace contextRef="#ctx0" brushRef="#br0" timeOffset="-90951.39">8790 13469 267 0,'0'0'329'0,"0"0"-13"0,0 0-25 0,0 0-17 15,0 0-14-15,0 0-1 0,0 0 14 0,18 0-9 16,-5 0-18-16,6-2-6 0,2-1-33 0,1 0-18 15,9-2-19-15,-1 0-15 0,1 0-15 0,3 0-11 16,-5-1-16-16,-1 0-9 0,-6 2-12 0,0 2-10 16,-3-2-7-16,-4 3-12 0,-3-2-7 0,0 3-7 15,-4-1-25-15,-1-1-20 0,-3 1-14 0,3 0-31 0,-7 1-24 16,8 0-13-16,-8 0-18 0,0 0-21 0,0 0-15 16,0 0-25-16,0 0-22 0,-15 10-32 15,15-10-49-15,-4 3-42 0,4-3-203 0,-7 1-545 0,7-1 242 16</inkml:trace>
  <inkml:trace contextRef="#ctx0" brushRef="#br0" timeOffset="-90238.08">9341 13383 155 0,'-1'-5'318'0,"1"5"-9"16,-2-8-9-16,2 8-11 0,-1-5-16 16,2-1-12-16,-1-1-10 0,2 3-11 0,-1-4-9 15,3-2 5-15,0 1-23 0,0-2-10 0,1 0 0 0,2-1-22 0,0-5-7 0,-4 6-8 0,6-4-10 16,-2-3-7-16,1 2-8 0,-3 2-6 0,4-2-3 16,-5 5-2-16,0-3-3 0,0 3-7 0,-1 0-4 15,1 3-9-15,-4 0-1 0,4 0 2 0,-4 1-8 16,4 0-7-16,-3 2-10 0,-1 1-7 0,0 0-8 15,0 4-13-15,3-5-8 0,-3 5-5 0,0-4-15 0,0 4-5 16,0 0-7-16,0 0 1 0,0 0-3 0,4 12-7 16,-4-5 5-16,3 3 5 0,-3 1-9 0,1 1 0 15,1 1-2-15,0 0 4 0,3 5-4 0,-4-1-2 16,4 3 2-16,-1 0 1 0,2 0-3 0,-1 1-2 16,2 4 4-16,0-5-4 0,-3 1 2 0,4-2 1 15,-1 2-6-15,-2-3 4 0,1 1 1 0,3 0-3 16,-5-2 1-16,3 0 4 0,-1-1-2 0,-5-5-3 15,5 0 1-15,-4 1-4 0,2 0 3 0,-3-3 1 16,4 1-3-16,-4-3 2 0,3-1-2 0,-1 1 0 16,-2-2-3-16,1-1-2 0,-1 1-1 0,-1 0-2 15,0-1 0-15,0-4 0 0,3 6-2 0,-3-6 2 16,1 5-5-16,-1-2 4 0,0-3 0 0,0 5 3 0,0-5-5 16,-1 5 3-16,1-5 0 0,0 0 1 15,0 0-3-15,1 5 1 0,-1-5 0 0,-1 4-2 16,1-4 2-16,0 5 1 0,0-5 1 0,-3 4-4 0,3-4 6 15,-5 4 2-15,3-1 2 0,-3-1 5 0,-1 1-1 16,0-2 3-16,-1 2 2 0,0 0 6 0,-3 0-3 16,2 1 0-16,-1-3 5 0,-4 1 4 0,3 1 0 15,0-2 7-15,-2 3-10 0,1-2 4 0,3 0 4 16,2 0-1-16,2-1-3 0,4-1 2 0,-12 1-1 16,12-1 0-16,-4 1 3 0,4-1 4 0,0 0 9 15,0 0-2-15,0 0-4 0,0 0 0 0,19-7-5 16,-8 4-7-16,9-1-8 0,-2 0-10 0,5 1-13 15,6-4-18-15,-5 4-28 0,6-3-41 0,-2 2-50 16,1-4-29-16,-7 5-46 0,0 0-33 0,2 2-45 16,-6-2-61-16,2 3-66 0,-6 0-308 0,-2 0-798 15,-4 0 353-15</inkml:trace>
  <inkml:trace contextRef="#ctx0" brushRef="#br0" timeOffset="-89581.86">10634 13105 59 0,'-5'-10'346'0,"1"0"-5"0,-2 1-3 0,2 1-7 0,0-1-5 15,-1 3 8-15,1-4-7 0,2 5-12 16,2-2-14-16,-1 2-17 0,-2 0-16 0,2-1-32 0,1 6-31 16,0-5-24-16,0 5-21 0,0 0-19 0,0 0-15 15,0 0-12-15,14 9-13 0,-6-2-14 0,3 0-8 16,-2 5-6-16,3 2-11 0,1 3-5 0,-3 1-8 15,4 6-7-15,-4-6-4 0,2 8-4 0,-4 0-1 16,0-1-7-16,-4 2 1 0,3-5-3 0,-4 3-3 16,-3-4-2-16,0 0 13 0,1-2-20 0,-1 2 1 15,-3-3 0-15,2 0-13 0,-4-1-2 0,-1-2 0 16,-1-5 8-16,2 2-9 0,-2-4 5 0,-1 2 4 16,3-5 1-16,-4 1-4 0,6 0 8 0,-1-1 3 15,0-2 3-15,-1 0 4 0,1 2 6 0,4-4 9 16,0-1 7-16,-4 3 12 0,4-3 2 0,0 0-1 0,0 0-14 15,0 0-2-15,17-7-8 0,-6 2-10 0,12 0-7 16,6-2-2-16,2-1-10 0,6 0-9 0,1 1-16 16,-4 1-21-16,8-3-18 0,-4 4-26 0,2 0-22 15,-2 3-32-15,1-2-33 0,-1 0-14 0,-5 2-21 16,-3 2-23-16,0 0-30 0,-8 0-45 0,-2-2-21 16,-6 2-33-16,-3 1-234 0,-3 0-644 0,1-1 286 15</inkml:trace>
  <inkml:trace contextRef="#ctx0" brushRef="#br0" timeOffset="-88613.14">11301 13327 156 0,'0'-4'258'0,"0"4"-5"0,-3-6-14 0,3 6-16 0,0-6-18 16,0 6-24-16,-4-2-21 0,4 2-14 15,0 0-18-15,0 0-11 0,0 0-13 0,-8 14-9 16,8-8-10-16,-3 0-10 0,3 0-7 0,0 3-5 0,3 0-5 15,-3 2-6-15,0-2-7 0,5 3-1 0,-3-1-3 16,3-2-3-16,2 0-2 0,-3 0-3 0,4-2-3 16,4-1-1-16,-2 0-4 0,2 0 0 0,7-2-4 15,-5-2-2-15,-1-2-2 0,1 1 1 0,0-3-2 16,-3-2-2-16,1 1 0 0,-1-1 0 0,-2-1-3 16,2-1 2-16,-4-2-4 0,-3 2 0 0,1-3-1 15,-2 0-1-15,-1-1-4 0,-4-1 2 0,-1 1-1 16,-1 1 3-16,-3-1 1 0,-1 2 8 0,-4-2 5 15,-3 2 4-15,-1-2 7 0,-2 3 6 0,-1 1-1 16,0-1-6-16,1 3-6 0,2 1 3 0,2 1-4 16,1-1-4-16,-1 1 3 0,7-1-5 0,-2-1 10 15,5 3-8-15,-2-2 0 0,6 3-1 0,-7-2-4 0,7 2 1 16,0 0 0-16,0 0-4 0,17-7-9 16,-2 5-3-16,1-3-8 0,7-1-5 0,9-1-6 15,-4 1-7-15,2-2 3 0,1-1 0 0,-2 0-1 0,2 4 0 16,-4-2 3-16,-4 1 5 0,-1 1-1 0,-1 0 6 15,-1-1 0-15,-6 0 2 0,-2 2-3 0,-1-1 3 16,-4 2 2-16,3-3 4 0,-6 2 4 0,1 1 4 16,-3-2 3-16,-2 1-2 0,0 4 1 0,-1-6 3 15,1 6 1-15,-7-3-1 0,4 0-3 0,3 3 1 16,-10-2-1-16,10 2-8 0,0 0 4 0,-13 3-3 16,10 0 1-16,1-1 0 0,2-2-3 0,-5 6 1 15,3 0 1-15,5-1-2 0,1 0 5 0,-2 2-2 16,5 1 1-16,3 2-2 0,6 1 3 0,-1 1-2 15,1-4-2-15,2 4 12 0,1-1-8 0,0 0 0 16,-1-1 1-16,2 0 0 0,0 1-4 0,-3 0-1 16,-6-3 0-16,1-2 0 0,-2 2-2 0,-2-1 1 0,-4-2 1 15,1-1 1-15,-5 1 3 0,-5 2 1 0,1-2 8 16,-6 0 9-16,-2 0-3 0,-7 1 12 0,-4 0-10 16,1-4-7-16,0 2 2 0,-2-1-1 0,2 2 0 15,3-5-2-15,0 3 3 0,8-3-3 0,-4 0 2 16,7-2 14-16,3 1-10 0,2-3-4 0,3 4 2 15,0-8-9-15,5 1-7 0,5-1-7 0,9-3-4 16,0 1-4-16,8-9-1 0,5 4-1 0,-1 2 5 16,0-2 5-16,-1 1-8 0,4-1 0 0,-3-1-3 15,3 2-5-15,-5-3 5 0,-2 5 1 0,-8 2 1 16,0 1 2-16,-1 0-1 0,-3 3 5 0,-4-2 4 16,-2 2 5-16,2 2 23 0,-4-1 8 0,-2 2 22 0,1-2 6 15,-3 3 7-15,-3 2 7 0,7-4 1 0,-4 2-2 16,-3 2-9-16,3-3-5 0,-3 3-17 15,0 0-1-15,0 0 0 0,0 0-12 0,0 0-1 0,0 0 0 16,0 0-9-16,8 9 5 0,-5-5-7 0,-2 0-1 16,2 1-2-16,1-1-5 0,4 0 9 0,-4 3 3 15,3 2 8-15,4-2-21 0,0 0 11 0,-2 2 5 16,2-1-19-16,3 4 0 0,-5-2-5 0,5-3 6 16,-3 2 2-16,-1-1-3 0,3 1 0 0,-5-3 5 15,-1 2-2-15,-3-1-3 0,3-2-5 0,-5 0-2 16,0 2 2-16,-2 0 4 0,-2-1 1 0,-3 2 4 15,-3 0-12-15,1-3-5 0,-1 3-10 0,-5-2-23 16,1-3-32-16,-1 2-36 0,-2 2-35 0,3-3-28 0,0 2-40 16,-1-2-44-16,1 0-68 0,0 0-209 15,3-2-577-15,-3-2 256 0</inkml:trace>
  <inkml:trace contextRef="#ctx0" brushRef="#br0" timeOffset="-88132.55">13141 12863 99 0,'-3'-9'386'0,"-3"1"-21"16,3-1-18-16,0 3-14 0,0 1-11 0,2-1-3 0,-2 0-18 16,2 3-29-16,1 3-34 0,-3-6-30 0,3 6-34 15,0 0-11-15,0 0-17 0,0 0-7 0,11 15-20 16,-5-5-7-16,0 3-14 0,1 2-12 0,4-1-5 16,-5 4-11-16,4 1-5 0,1-1-10 0,-4 0-2 15,6 2-9-15,-3-2 2 0,1 7-5 0,1-6-9 16,-2-1-14-16,-1-1-32 0,3 1-19 0,-2-3-18 15,-2 0-18-15,0-3-14 0,-1-1-24 0,0-1-23 16,-1-2-33-16,-1 2-38 0,2-3-35 0,-3-3-39 0,1-1-36 16,-1 2-200-16,2-4-551 0,-6-1 244 15</inkml:trace>
  <inkml:trace contextRef="#ctx0" brushRef="#br0" timeOffset="-87898.19">13186 12855 271 0,'-6'-5'279'0,"1"3"3"0,1-3 8 0,-3-1 2 15,5 0 0-15,0 4-7 0,-2-3-20 0,4 1-30 16,0 4-26-16,0-7-20 0,4 5-24 0,5-3-23 16,1 1-23-16,4-1-25 0,3 1-18 0,5 4-25 15,-3-3-12-15,2 1-33 0,-1-1-29 0,2 1-24 16,0 3-38-16,-1 2-36 0,-4-2-36 0,-3 1-39 15,0 1-43-15,-3 1-214 0,1 0-489 0,-5 2 216 0</inkml:trace>
  <inkml:trace contextRef="#ctx0" brushRef="#br0" timeOffset="-87726.32">13180 13048 168 0,'-1'2'199'0,"1"-2"11"0,0 0 4 15,7 6-15-15,-3-3-17 0,8-3-17 0,3 0-9 16,4-1-19-16,0-2-16 0,3 2-11 0,8-3-13 16,-7 3-31-16,7-4-44 0,1 2-43 0,-11 0-36 15,8-4-37-15,-4 4-47 0,-3-2-149 0,-8 1-312 16,6-1 139-16</inkml:trace>
  <inkml:trace contextRef="#ctx0" brushRef="#br0" timeOffset="-87366.96">13559 13021 3 0,'-3'2'181'0,"3"-2"-18"0,0 0-15 0,-6 4-14 16,6-4 13-16,-1 3-1 0,1-3 0 0,-3 5-11 15,3 0-2-15,0-5-10 0,0 9-11 0,3-4-10 16,-2 0-7-16,1 2-10 0,3-1-6 0,-1 1-4 16,4 1-5-16,2 0-8 0,-2-1-3 0,4-1-9 15,-3 1-1-15,2-1-6 0,2-1 1 0,-3-1-7 16,3 0-1-16,-1 0-4 0,-1-4-3 0,-1 1-2 15,2-2-1-15,-2-1-1 0,-2-1-5 0,-2 0 2 16,5-1-3-16,-2-2-2 0,-4 1-1 0,3-2 5 16,0-2 16-16,-4 0 9 0,3-2 6 0,-4 0 9 15,2-1 9-15,-1 0 12 0,-4-1 18 0,2 3 12 0,-1-3 17 16,-1 0 7-16,0 2 2 0,0-1-9 16,0 5-9-16,-1-1-12 0,1 1-13 0,0 1-5 15,-2 1-15-15,1 1-12 0,1 4-15 0,0-5-29 0,0 5-11 16,0 0-7-16,0 0-7 0,0 0-17 0,0 0-16 15,5 17-12-15,-2-10-11 0,3 2-9 0,-2 0-9 16,1 2-12-16,3-2-14 0,-4 1-21 0,3 0-23 16,2 1-31-16,-2-3-37 0,3 2-30 0,-2-2-42 15,-1-2-158-15,1-2-485 0,-1 0 215 0</inkml:trace>
  <inkml:trace contextRef="#ctx0" brushRef="#br0" timeOffset="-86991.97">13973 12942 114 0,'-4'-7'244'0,"4"2"-4"0,0 0 0 0,0 1-5 16,0 4-11-16,0-7-18 0,0 7-23 0,0 0-20 15,0 0-22-15,0 0-14 0,0 0-13 0,0 0-11 0,0 0-9 16,4 12-9-16,-1-6-6 0,3 4-11 0,-1-2-4 16,1 2-5-16,1 1-5 0,0-1-7 15,0 1-5-15,4 1-3 0,-1-4 0 0,-1 3-6 0,5 1 0 16,-3-2-7-16,-2-5 0 0,2 3-2 0,1-3 3 15,-1-1-5-15,1 0-1 0,-5-3-2 0,1-1 3 16,-1 0-5-16,1-3 0 0,-1 1-2 0,0-2 16 16,-2-3 15-16,2 1 6 0,1-1 13 0,-2-4 8 15,-1 2 11-15,1-1 12 0,-1-1-1 0,-1-1 12 16,4 1 1-16,-5 2 3 0,1-3-6 0,-1 1 5 16,1 1-9-16,0 0-7 0,1 4-9 0,-2-1-13 15,1 1-2-15,-2 1-13 0,0 1-6 0,1 1-11 0,1 1-11 16,-4 2-17-16,12 1-6 0,-12-1-33 15,11 6-19-15,-4-3-18 0,0 2-23 0,4 4-19 16,-2-1-19-16,2 1-23 0,-3 1-38 0,6 3-41 0,-6-1-52 16,4-3-58-16,-5 2-226 0,3-2-609 0,0 1 269 15</inkml:trace>
  <inkml:trace contextRef="#ctx0" brushRef="#br0" timeOffset="-86726.35">14694 12820 170 0,'-5'-2'350'0,"-1"1"-6"16,-7 0-9-16,3 2-8 0,-2 3-8 0,-1 3-12 16,-1-3-10-16,-1 3-18 0,1 4-19 0,1 1-10 15,-1 1-19-15,3-3-18 0,0 4-15 0,5-1-18 0,3 0-14 16,-3-2-6-16,5 3-8 0,1-2-9 0,4 5-6 15,2-5-10-15,5 2-8 0,5-2-14 0,0 1-9 16,10-2-14-16,3 2-18 0,0-4-30 0,0-3-40 16,1-2-44-16,3-1-59 0,-1-3-47 0,-2 0-41 15,0-3-73-15,-1-1-95 0,-12 1-351 0,1-2-774 16,1-1 342-16</inkml:trace>
  <inkml:trace contextRef="#ctx0" brushRef="#br0" timeOffset="-60734.91">10101 14893 327 0,'0'-7'323'0,"2"-3"-16"0,-2 4-20 0,0-1-17 15,2 2-26-15,-2 1-25 0,0-1-28 0,0 5-19 16,0-5-35-16,0 5-35 0,0 0-15 0,0 0-11 16,0 0-3-16,7 13-7 0,1-5-10 0,-4 5-7 0,2 3-4 15,-1 2-6-15,6 9-2 0,1 0-5 0,-2-2-3 16,-1 4-1-16,5-1-8 0,-3-2 3 16,-2 3-6-16,1-3 12 0,-1-1-3 0,-3-6-1 0,3 7-5 15,-1-7 0-15,-2-2-4 0,1 0-1 0,-3 1-1 16,2-6-1-16,-3 0-2 0,0-2-1 0,-2-1 4 15,2 0-8-15,-1-3 4 0,-2-2 0 0,1 1 3 16,-1-1 4-16,1 0 17 0,-1-4 11 0,2 6 21 16,-5-2-8-16,-1-1-2 0,0-1 0 0,-3 2 2 15,-3-3 4-15,1 4 1 0,-2-4-5 0,-3 1 9 16,3-1-3-16,-2 2 7 0,2-2 12 0,4 0 8 16,2-1 5-16,-2 2-1 0,0-1 4 0,7-1 0 15,-8 0 8-15,8 0-6 0,0 0-10 0,0 0-10 16,0 0-11-16,0 0-6 0,0 0-5 0,15-6-5 15,4 1-6-15,3-1-6 0,6-1-4 0,3-1-3 16,-1-2-23-16,2 0-6 0,0 3-24 0,1-5-28 16,1 3-19-16,4 2-40 0,-5-2-34 0,-2 0-26 15,0 2-28-15,-2 0-44 0,-7 3-43 0,-4-1-49 16,2 2-46-16,-4 2-242 0,-5-2-669 0,-1 0 295 16</inkml:trace>
  <inkml:trace contextRef="#ctx0" brushRef="#br0" timeOffset="-59734.86">10857 15177 261 0,'0'0'341'0,"0"0"-9"0,0 0-28 16,2-4-28-16,-2 4-31 0,0 0-28 0,0 0-23 15,0 0-22-15,0 0-17 0,0 0-15 0,0 0-15 16,-8 14-15-16,6-9-6 0,1 2-11 0,-2 3-17 15,3-1-1-15,0 1-9 0,0-1-5 0,0 4-9 16,0-3-2-16,2 0-5 0,0 1-6 0,1 0-4 16,5-2-5-16,-4 0 4 0,4-1-3 0,-1-2-1 15,4 0-4-15,-1-1-3 0,2-2-1 0,0-1-3 16,0-2-1-16,2-2-4 0,-3-1 3 0,1-2 0 16,0 0 3-16,-1 0-12 0,0-2 3 0,-3-2 0 15,0 0 3-15,-2-2-3 0,-2-2 0 0,-3 4-2 16,2-4-4-16,-6 0-1 0,-1 1 0 0,-1 1 8 15,-4 1-10-15,0 0 2 0,-7 0-1 0,-1 0 1 16,0 1 3-16,-2 2 4 0,-2 0-5 0,9 3 3 16,0-1-9-16,-3 4 2 0,2-1-1 0,7 0 1 15,-5-1 0-15,7 1-4 0,4 2-19 0,-10-2-4 16,10 2 1-16,0-3 3 0,0 3-6 0,17-4-9 16,2 2-15-16,4-4-8 0,7 0-3 0,2 0-4 15,-2-3-3-15,4 3-2 0,-4 0-3 0,1-3-4 16,-1 4-4-16,-8 1-5 0,0-2 10 0,0 0-2 15,-4 3 7-15,-1-4 8 0,-6 4 8 0,1-3 12 0,-5 5 11 16,-2-4 21-16,1 2 12 0,0 1 6 0,-3-2 12 16,-3 4 1-16,0-5 4 0,0 5 2 0,0 0 6 15,-8-5 0-15,8 5 0 0,-8 0 0 16,8 0-3-16,-11 0-3 0,11 0-5 0,-12 2-3 0,12-2-2 16,-11 4-3-16,8-3-3 0,1 3 3 0,0 0-4 15,2 1 0-15,0 0 0 0,3 2-1 0,1 2-2 16,4-2 2-16,0 2 0 0,5-1 2 0,-4 4-1 15,7-3-3-15,2 1 0 0,-3 0-1 0,3-1-2 16,-2 0 1-16,-1-1 1 0,-1-2-1 0,2 3 0 16,-4-3-4-16,1-1 5 0,-8-1-2 0,6 2-3 15,-7-1-2-15,-3 0 4 0,-1-2 2 0,-1 1 8 16,-5 2-1-16,-4-1 6 0,-3 1 7 0,1-4 5 16,-3 4-2-16,-1-2 4 0,-3 1 6 0,3-3 9 15,3 1 14-15,-1-3 0 0,2 0 3 0,4 0 11 16,1-2 0-16,1 1-3 0,2-3-13 0,2-2-10 15,4-1-17-15,5 0-11 0,0-4-11 0,7-2-10 16,9-4-12-16,0 0-8 0,7 0-1 0,1-1-9 16,1 0 1-16,-1 2 1 0,-1-4-1 0,-3 4 4 0,2-2 1 15,-2 3-5-15,-4-2 0 0,-4 5 3 16,-1 1 6-16,-2 0 2 0,-6 3 2 0,-2 2 4 16,0-2 7-16,-4 3 9 0,0 0 6 0,0 1 0 15,-4 0 0-15,0-1 0 0,0 5-1 0,-8-3 10 0,1 2 9 16,-1 1 15-16,0 0 3 0,8 0 4 0,-22 3 1 15,17-3-5-15,-3 2 1 0,-2 5-11 16,3-2-13-16,-2 0-1 0,5 1 2 0,1 2-3 0,0-2-5 16,0 2 4-16,6 0-2 0,-3-1-2 0,6 2 1 15,-1 1 4-15,1 1 0 0,6-2 0 0,-3-1 3 16,2 2-3-16,4 0-3 0,0 1-2 0,-1-4 18 16,-3 1-19-16,2-2 0 0,-3 2-2 0,-1-2 2 15,1-1-9-15,-1 3 1 0,-5-3 0 0,2-1-1 16,-1 1 2-16,-5 0-1 0,3 0 12 0,-6 0 17 15,-4 0 13-15,1 3 3 0,-8-2 1 0,2 1-8 16,-7 1-3-16,1-1-7 0,-2 0-2 0,-5 0-25 16,6-2-40-16,-4 0-50 0,3 1-45 0,2-1-43 15,3-1-50-15,5-4-93 0,2 1-309 0,8-1-675 16,-4-5 299-16</inkml:trace>
  <inkml:trace contextRef="#ctx0" brushRef="#br0" timeOffset="-58812.94">11736 15525 253 0,'0'0'301'0,"-3"-2"-16"0,3 2-13 0,0 0-13 16,-4-3-9-16,4 3-12 0,0 0-19 0,0 0-19 15,-8-1-15-15,8 1-25 0,0 0-18 0,0 0-17 16,-9 4-13-16,6-1-4 0,-1 3-16 0,1-4-5 16,-2 5-5-16,0 3 0 0,1-1-12 0,-2 1-1 15,2-2-14-15,-2 3-2 0,3-2-6 0,-1 3 1 16,3-3-8-16,-3-1 0 0,4 3-6 0,-4-4 0 16,8 0-1-16,-3-2 1 0,2 0-6 0,2 0 8 15,2-2-1-15,-1-2-5 0,7-1-1 0,-3 0-4 0,5-3 6 16,-2 0-8-16,5-4-3 0,-6 2-3 0,2-1-4 15,2-4 2-15,-5 2 1 0,0 0-4 16,-2 0 2-16,-2-2 0 0,-3 0-5 0,4 2-4 16,-5 1-1-16,-3 1-5 0,-1-2 1 0,-2 0-9 0,-4 1-8 15,3 1 0-15,-4 1 1 0,0 0-16 0,-6 1-5 16,5 3-13-16,-6-2-11 0,3 2-18 0,1 2-17 16,-3 0-17-16,3 1-25 0,-1-1-21 0,5 2-35 15,-1-2-39-15,3 2-47 0,0-1-196 0,3 1-515 16,2-3 228-16</inkml:trace>
  <inkml:trace contextRef="#ctx0" brushRef="#br0" timeOffset="-58516.08">11944 15551 194 0,'0'0'251'0,"4"-3"-19"0,-4 3-23 16,0 0-15-16,0 0-19 0,0 0-11 0,0 0-6 16,0 0-3-16,0 0 4 0,11 3-12 0,-11-3-14 0,0 0-7 15,8 0-13-15,-8 0-10 0,8-2-12 16,-8 2-8-16,10 0-5 0,-3 0-11 0,-7 0-5 15,16-1-6-15,-10-1-5 0,3 2-23 0,-1 0-33 16,0-2-36-16,-1 2-35 0,1 0-39 0,-1 2-40 0,3-4-36 16,-10 2-34-16,13 0-146 0,-5-1-401 0,-1 1 178 15</inkml:trace>
  <inkml:trace contextRef="#ctx0" brushRef="#br0" timeOffset="-57781.73">12201 15495 258 0,'0'0'267'15,"0"0"-17"-15,0 0-11 0,0-6-12 0,0 6-10 16,0-5-16-16,0 5-6 0,3-5-13 0,-3 1-10 16,0 4-3-16,0-8-11 0,4 5-5 0,-4-2-9 15,2 0 0-15,-2-1-15 0,2 1-9 0,-1-1-8 16,1 1 5-16,-2 0-11 0,4 0-1 0,-4-2-9 16,1 3-17-16,2 0-5 0,-2 1-4 0,-1 3-10 15,0-8 3-15,0 8-12 0,3-5-7 0,-3 5-12 16,1-4 3-16,-1 4-4 0,2-4-12 0,-2 4 3 15,0 0-12-15,3-4 0 0,-3 4-2 0,0 0-2 0,0 0 13 16,0 0-19-16,0 0-4 0,0 0 3 16,0 0-2-16,0 0 4 0,0 0-6 0,0 0 5 15,6 10-4-15,-2-7 1 0,0 1 3 0,-1 2 2 16,-2-1-6-16,2 1 1 0,0 1 5 0,1 1 4 0,-3 0-9 16,4-2 2-16,-4 5-3 0,7-3 5 0,-5 1-2 15,2 3-3-15,-1-4 5 0,-1 3-2 16,1-2-1-16,2 0 2 0,-3 0 2 0,3 0-3 0,-2-2 1 15,0 1 3-15,-2-1-1 0,2 1-3 0,0-2 2 16,4 3-2-16,-6-4-1 0,1 0 3 0,-1 0 1 16,0 0 0-16,1 0-3 0,-2-1 2 0,1 0-5 15,-1 0 0-15,-1-4 7 0,3 6-3 0,-3-4 3 16,0-2-3-16,1 5-5 0,-1-5 9 0,2 5-4 16,-2-5 1-16,0 5 10 0,0-5-9 0,-2 3-7 15,-2 2 4-15,-3-3-1 0,5 2 3 0,-4 0 1 16,1-1 3-16,1 1 10 0,-3 2-18 0,1-3 3 15,1 1-3-15,-3 0 2 0,1 0-2 0,3 0 1 16,-2-2 5-16,1 1-8 0,2 1 5 0,-2-3 3 16,5-1 11-16,-8 2 11 0,8-2 11 0,-6 3 12 15,5 1 11-15,1-4 17 0,0 0 12 0,-4 0 10 16,4 0 4-16,0 0-1 0,0 0-10 0,0 0-9 16,0 0-7-16,0 0-9 0,11-9-5 0,-3 6-7 15,3 0-10-15,-3-2-1 0,3-1-8 0,2 2-17 16,1 1-24-16,1-1-22 0,3-2-32 0,2 1-41 15,-2 2-40-15,-5-1-49 0,6 0-43 0,-1 2-52 0,-3 0-48 16,-1-1-43-16,-1 2-266 0,1 0-695 0,1 1 307 16</inkml:trace>
  <inkml:trace contextRef="#ctx0" brushRef="#br0" timeOffset="-57000">12522 14692 195 0,'-1'-7'309'0,"1"2"-11"16,-3 1-6-16,3 4-14 0,-4-6-17 0,1 5-25 15,3 1-30-15,-8-4-20 0,8 4-18 0,0 0-18 16,-14 7-18-16,5-2-11 0,2 3-4 0,-1 1-3 16,-1 8 9-16,-1-3 2 0,3 3 4 0,-1 2-10 15,-3 2-12-15,4-2-6 0,2 1-11 0,-3 6-5 16,2 3-10-16,5 2-8 0,0-2-6 0,1 0-1 16,-2-3-6-16,5 1-5 0,2 1-5 0,2-7 5 15,1 3-6-15,5 2-6 0,4-4-1 0,-4-4 0 0,7 0-5 16,0-5-5-16,-2-1 4 0,4-2-13 15,8-1-24-15,1-2-28 0,0-4-29 0,3-1-31 16,-1-4-31-16,-4 0-40 0,0-6-48 0,-4 3-56 16,2 0-55-16,-6-3-235 0,-2-1-606 0,2 0 269 0</inkml:trace>
  <inkml:trace contextRef="#ctx0" brushRef="#br0" timeOffset="-56375.02">13013 14779 154 0,'0'0'285'0,"3"-3"-7"0,-3 3-11 16,0 0-7-16,1-4-6 0,-1 4-17 0,0 0-14 15,0 0-23-15,0 0-16 0,0 0-26 0,0 0-16 16,0 0-17-16,0 0-9 0,0 0-13 0,0 0-7 16,-8 12-17-16,0-7-4 0,1 1-9 0,0 5-8 15,-5-3-5-15,1 7 2 0,-5-1-13 0,0 0 3 16,-1 1-3-16,-2 4-6 0,3-1-3 0,2-1-8 15,-1-3 3-15,2 0 6 0,1 1-12 0,-1-3-6 16,2 2-8-16,3-6-17 0,0-1-22 0,4 0-35 16,1 1-28-16,0-3-24 0,-1-2-34 0,3 2-26 15,1-5-38-15,0 0-42 0,0 0-189 0,0 0-483 16,0 0 215-16</inkml:trace>
  <inkml:trace contextRef="#ctx0" brushRef="#br0" timeOffset="-56156.28">12846 14816 150 0,'-6'-3'230'0,"6"3"-21"0,0 0-7 0,0 0-6 16,0 0-5-16,0 0-5 0,7 13-8 0,-3-8-9 16,2 0-12-16,2 2-13 0,0-1-22 15,0 2-7-15,4 2-10 0,1-4-12 0,-4 5-9 0,6-2-7 16,0 5-8-16,0-4-7 0,3 0-18 0,-2-1-35 15,-1 0-31-15,-1-1-51 0,-1 0-47 0,1-1-51 16,-2 1-61-16,-4-2-131 0,3-1-393 0,-1-1 175 16</inkml:trace>
  <inkml:trace contextRef="#ctx0" brushRef="#br0" timeOffset="-55953.16">13217 15003 68 0,'0'0'230'0,"0"0"-14"0,0 0-25 0,0 0-16 16,0 0-11-16,0 0 4 0,6 5-6 0,-6-1-10 16,1-1-16-16,-1-3-12 0,0 8-10 0,-1-1-9 15,-1-2-9-15,1 1-12 0,-2 3-6 0,-1-2-9 16,-1 3-7-16,-5 0-14 0,2-1-31 0,1 2-35 16,-1-4-42-16,-5 2-55 0,6-1-43 0,-6-2-194 15,3-2-380-15,4 0 168 0</inkml:trace>
  <inkml:trace contextRef="#ctx0" brushRef="#br0" timeOffset="-55718.8">13318 14765 125 0,'0'-5'269'0,"0"5"-28"0,0 0-22 0,0 0-25 16,0 0-17-16,0 0-14 0,15 0-20 0,-15 0-15 16,9 4-13-16,-2-2-9 0,1 1-10 0,3 0-11 15,-3 1-8-15,4-1-30 0,-1 2-36 0,-1-1-39 16,1-1-29-16,-3 0-30 0,3-1-28 0,0 3-37 16,-3-4-142-16,-1 0-317 0,-2 1 142 0</inkml:trace>
  <inkml:trace contextRef="#ctx0" brushRef="#br0" timeOffset="-55515.68">13546 14767 90 0,'0'-3'255'0,"0"3"11"0,3-6 7 16,-3 6 9-16,1-4 2 0,-1 4-11 0,3-3 0 15,-3 3-22-15,0 0-20 0,0 0-36 0,-1-5-22 16,1 5-24-16,0 0-15 0,0 0-14 0,0 0-16 16,0 0-8-16,-2 16-9 0,1-9-2 0,-2 0-7 15,3 4-7-15,-5 0-8 0,-2 0-4 0,3 1-4 16,0 1-15-16,-3 5 2 0,0 0-12 0,-3 0-27 15,1-3-32-15,4-5-27 0,-1 4-41 0,-3 2-44 16,1 1-50-16,2-8-67 0,2 2-291 0,0-5-594 0,3 2 263 16</inkml:trace>
  <inkml:trace contextRef="#ctx0" brushRef="#br0" timeOffset="-55203.19">13787 14911 215 0,'0'0'322'0,"5"-2"-15"15,-5 2-20-15,0 0-27 0,0 0-20 0,0 0-10 16,0 0-31-16,0 0-16 0,0 0-13 0,0 0-15 15,0 0-13-15,0 0-3 0,-12 16-20 0,8-11-10 16,0 4-20-16,-3 0 1 0,3 0-13 0,-3 1-4 16,-1 1-11-16,-1 3-5 0,-1 1-1 0,0-1-10 15,-3 0 1-15,5 2-9 0,-6-1-3 0,3-1-1 0,3-1 0 16,-4 1-21-16,1-4-31 0,4 0-33 16,-5-1-39-16,8-1-43 0,-1 0-51 0,-1-3-59 15,3-3-276-15,2-1-561 0,1-1 249 0</inkml:trace>
  <inkml:trace contextRef="#ctx0" brushRef="#br0" timeOffset="-52478.09">14108 14811 284 0,'0'0'298'0,"-1"-4"-16"0,1 4-17 0,0 0-12 15,1-5-13-15,-1 5-15 0,0 0-23 0,0 0-19 16,0 0-24-16,0-4-12 0,0 4-15 0,0 0-16 16,0 0-14-16,0 0-16 0,0 0-5 0,0 0-11 15,0 0 0-15,0 0-13 0,-4 14-7 0,4-7 7 16,0-1-14-16,0 4-10 0,-3 0 0 0,3 2-4 16,-3-2-5-16,3 2-4 0,-1 0 4 0,1-1-2 15,-3-2-3-15,6 4-3 0,-3-1-2 0,0-3 2 16,0-1-2-16,4 0-6 0,-4-2 5 0,6 0-3 15,-5 1 2-15,3-3-2 0,-1-2 8 0,4 1-7 16,-2-3 3-16,-5 0-3 0,14-3 4 0,-6 2-6 16,0 0-2-16,3-4 5 0,0-2-2 0,0 1-1 15,-3 0-1-15,-1-1 2 0,0-1 6 0,1 1 14 16,-3-2 11-16,1 2 11 0,-1-2 18 0,-1 2-5 16,1-4 11-16,-2 7-5 0,1-2 10 0,-2-1 0 15,0 2-1-15,-2 0 0 0,2 0-7 0,-1 2-5 16,2 0-16-16,-3 3-4 0,1-5-3 0,-1 5-11 0,0 0-15 15,4-4-1-15,-4 4-7 0,0 0 2 0,0 0-1 16,14 7-6-16,-9-4-4 0,-1 1 0 16,2 1-13-16,2-1 3 0,-1 0 11 0,2 5-36 0,0-4 30 15,4 0-28-15,-8 0 11 0,6 0-2 0,1-1-1 16,-5-1 9-16,2-2-7 0,-4 3 13 0,3-1-8 16,-3-1-4-16,0-2 17 0,-5 0 8 0,8 1-5 15,-8-1 0-15,5-3 1 0,-5 3-7 0,7-8 13 16,-11 3-1-16,8 0 4 0,-4-2-1 0,-4 2 7 15,4-5 7-15,-1 2 6 0,-2-1 1 0,0 1 3 16,-1-1-12-16,0-1 1 0,0 1-1 0,0 0-8 16,-3 3 5-16,3-3-19 0,-1 3-13 0,2 1-43 15,0 1-20-15,0-1-37 0,-1-1-38 0,3 2-56 0,1 4-60 16,-2-5-68-16,2 5-298 0,0 0-686 16,0 0 304-16</inkml:trace>
  <inkml:trace contextRef="#ctx0" brushRef="#br0" timeOffset="-52123.41">14491 14552 50 0,'-3'-2'370'0,"3"2"-15"0,-6-3-27 16,6 3-39-16,-1-4-31 0,1 4-25 0,0 0-27 16,0 0-16-16,0 0 2 0,0 0 9 0,17 10-7 15,-4-2-13-15,0-1 10 0,5 3-11 0,4-2-8 16,3 3-14-16,7 2-12 0,-5-3-13 0,-1 3-11 16,3-3-17-16,-8 0-7 0,5 4-8 0,-6-4-11 15,-2 3-13-15,-2-2 1 0,0 1-14 0,-2 4-4 16,0-2-3-16,-4 1-3 0,-2-3-6 0,-2 3 8 0,-3 3-17 15,-6-1-1-15,1-1-12 0,-4 5-17 16,-6 2 2-16,-3 1-51 0,-4-1-26 0,-4-3-19 16,2-2-30-16,-2-1-25 0,-1 0-30 0,5-4-30 0,-6 1-51 15,8-4-56-15,0-1-269 0,5-3-637 0,1-3 282 16</inkml:trace>
  <inkml:trace contextRef="#ctx0" brushRef="#br0" timeOffset="-51732.8">15215 14687 351 0,'7'-3'417'0,"-7"3"5"0,0 0-13 0,0 0-20 15,0 0-7-15,4-2-14 0,-4 2-18 0,2-5-38 16,1 3-32-16,4-1-22 0,-3 1-32 0,3-1-23 15,3 0-18-15,5-1-21 0,1-2-23 0,3 1-34 16,3-1-28-16,1 1-38 0,-3-2-40 0,2 3-41 16,1-1-38-16,-4 0-41 0,0 3-41 0,-5 1-41 15,-2 1-52-15,-1 0-42 0,-1 1-51 0,-4 0-254 16,-2 1-648-16,-1 3 288 0</inkml:trace>
  <inkml:trace contextRef="#ctx0" brushRef="#br0" timeOffset="-51560.93">15265 14837 16 0,'-9'8'274'0,"0"-1"1"16,3-4-7-16,-1 3-9 0,1-4-8 0,2 5-5 0,2-6-5 15,-3 0 2-15,5-1-1 0,0 0-1 0,0 0 7 16,0 0-15-16,0 0-15 0,21-1-30 0,-10 0-12 16,7-7-23-16,4 3-9 0,-2 0-17 0,3 0-34 15,7-3-51-15,-7 3-56 0,-1-2-52 0,1 4-68 16,-1-1-71-16,-3-2-93 0,-4 3-280 0,-1 0-624 15,3-2 277-15</inkml:trace>
  <inkml:trace contextRef="#ctx0" brushRef="#br0" timeOffset="-41335.25">16170 14552 109 0,'0'0'318'0,"4"-1"-10"0,-4 1-23 15,0 0-14-15,0 0-11 0,0 0-5 0,0-5-9 0,0 5-13 16,0 0-2-16,0 0-9 0,0 0-5 0,0 0-3 16,0-6-19-16,0 6-14 0,0 0-7 0,0 0-15 15,0 0-12-15,0-7-14 0,0 7-12 0,0-4-4 16,0 4-17-16,3-6-2 0,-2 3-4 0,-1-2-11 15,3 1-3-15,-3-2-2 0,4-1-9 0,-4 1 0 16,3 1-1-16,-1-2-6 0,0-3-1 0,-1 1-8 16,2-1-7-16,-2-1-2 0,-1 0-4 0,4-2 4 15,-1 2-12-15,-2-2-5 0,2 3 0 0,0-2-1 16,-2-1-5-16,3 2 0 0,-4-1-2 0,6 4 1 16,-5-3 0-16,-1 4-2 0,3 0-3 0,-2 1 0 15,-1 1-4-15,0 1-1 0,0 4 1 0,3-7-3 16,-2 4-2-16,-1 3-3 0,0-4-7 0,0 4-1 0,0 0-6 15,0 0-3-15,0-5-8 0,0 5-4 16,0 0-4-16,0 0 8 0,0 0 4 0,3 15-1 16,-3-7 1-16,0-1 6 0,4 3 1 0,-5 1-1 0,2 2-1 15,2 1 6-15,-2-2 8 0,3 5-13 0,0 0 8 16,-2 1-6-16,4 0 2 0,-3-1 5 0,1 0-2 16,-1 0-1-16,0-3-8 0,1 1 11 0,1 1 1 15,-1 0-4-15,0-4 3 0,-1 2 1 0,0-3-5 16,1 1-1-16,0-2 3 0,-3 1-1 0,5-2-1 15,-4 3 0-15,0-4-2 0,2 1 1 0,-3-2 3 16,1 1-4-16,0-1-4 0,-2-1 1 0,2-1 0 16,-1 2-7-16,-1-2 0 0,1 0-2 0,2 0 1 15,-3 0 0-15,2 0-2 0,-1-1 6 0,-1 1 8 16,0-5-12-16,0 7 5 0,4-5-2 0,-4 1-3 16,0-3 12-16,3 5-6 0,-3-5-4 0,2 6-2 15,-2-6 4-15,0 4-5 0,0-4-5 0,0 3 3 0,0-3 5 16,0 0 2-16,0 6-1 0,0-6 0 0,0 0-1 15,-2 5 2-15,2-5 0 0,-3 3 13 16,3-3-11-16,-5 2 7 0,5-2 3 0,-6 4 1 0,6-4 3 16,-8 3-1-16,4-1-8 0,0 1 5 0,-3-2 1 15,2 1 0-15,5-2 0 0,-13 2 2 0,9-1 2 16,-2 1-1-16,6-2-1 0,-10 2 1 0,4-1-5 16,2 0 7-16,4-1 0 0,-10 2 0 0,10-2 0 15,-7 1-2-15,7-1 1 0,0 0-4 0,-7 1 5 16,7-1 0-16,-4 1 4 0,4-1-8 0,0 0-2 15,0 0 6-15,-6 2-2 0,6-2-8 0,0 0 5 16,0 0 3-16,-8 2 0 0,8-2 0 0,0 0 0 16,0 0 3-16,0 0-9 0,0 0 2 0,0 0 4 15,0 0-4-15,0 0 2 0,0 0 4 0,0 0-3 16,0 0 0-16,0 0 2 0,0 0-2 0,0 0 1 16,0 0-1-16,0 0 0 0,0 0 7 0,0 0-5 15,0 0 5-15,0 0 4 0,26-2-5 0,-18 0 0 0,0 1-3 16,3 1 3-16,3-2 8 0,-3 0-6 15,2 2-1-15,1-2-4 0,0 2 2 0,0-2-5 16,0 2 4-16,2-2 2 0,-2 2-5 0,2-2-1 0,-1 1 1 16,-1-1 7-16,-2 2-38 0,4-1-22 0,-2 1-15 15,-2-2-27-15,2 2-21 0,-3 2-25 0,1-2-31 16,-1-2-30-16,-1 2-46 0,2-1-40 0,-6 1-51 16,1 0-186-16,3-1-567 0,-10 1 252 0</inkml:trace>
  <inkml:trace contextRef="#ctx0" brushRef="#br0" timeOffset="-38878.78">17337 14030 28 0,'0'0'200'0,"3"-3"-17"0,-3 3-4 0,4-3 0 16,-4 3-15-16,0-5-19 0,0 5-3 0,3-3-8 16,-3 3-10-16,0 0-2 0,0 0-12 0,-2-5-7 15,2 5-10-15,0 0-7 0,0 0-9 0,0 0-7 16,-4-6-10-16,4 6-4 0,-4-2-9 0,4 2-5 15,0 0-4-15,-16 1-7 0,8-1-2 0,8 0-1 16,-17 1-6-16,8-1 0 0,-1 1-1 0,-1 2-3 16,-1 0-4-16,-2-1 0 0,1 0-3 0,2-1 1 15,-3 0-5-15,4 0 3 0,0 2 1 0,2-1-2 16,0 1-4-16,1-3 3 0,-3 0 0 0,10 0-1 16,-7 3 0-16,7-3 3 0,-9-1-1 0,9 1-1 0,0 0 0 15,-5 1-2-15,5-1 3 0,0 0 0 16,0 0-2-16,-9 1 3 0,9-1-3 0,0 0-4 15,0 0 3-15,0 0-1 0,0 0 3 0,0 0-2 0,0 0 0 16,0 0-3-16,0 0-3 0,0 0 0 0,-8 0 2 16,8 0-1-16,0 0 1 0,0 0-2 0,0 0 0 15,0 0-2-15,0 0 3 0,0 0-4 0,0 0 1 16,0 0 3-16,0 0-1 0,0 0-4 0,0 0 0 16,0 0 0-16,0 0 1 0,0 0 1 0,0 0 2 15,3 6 0-15,-3-6-3 0,0 7 1 0,1-2 1 16,-1-5 1-16,2 6-2 0,-2-2 3 0,2 1-1 15,2 2 0-15,-1-1 1 0,0 0-1 0,-2 1 0 16,2 1 2-16,5 1 2 0,-4 0-1 0,0 2 2 16,5-1 8-16,-5 0 0 0,1 1 4 0,2 2-4 15,-2-3 2-15,-1 0-4 0,3 4 2 0,-1-2-1 16,4 3-3-16,-4 2 5 0,-2-5-3 0,1 0-2 0,2 4-1 16,0-5-3-16,0 1 3 0,-3 1 0 0,0-2-2 15,2-1 0-15,-2 1-1 0,1 2 2 16,-1-4-2-16,0 2-1 0,0 0 0 0,-1-2-2 15,0 0 5-15,-2-1 3 0,3 1 4 0,-1-3 1 0,-2 1 0 16,-1 0-1-16,0 0-1 0,3-1-2 0,-2-1 2 16,-1 0-2-16,1 2-2 0,-1-2-3 0,2-2 7 15,-2 2-4-15,1 1-2 0,-1 0 2 0,0-2-7 16,2 1 4-16,-2-1-1 0,0 2 1 0,2-2-1 16,-2 1 3-16,0 1 1 0,3-1-2 0,-3-2-1 15,0 4-1-15,0-2 1 0,0-1-2 0,0 2 1 16,0-2-3-16,0 1 3 0,0 0 0 0,1 0-1 15,-1 0-1-15,3 0-1 0,-3 0 2 0,0-2-1 16,2 2-3-16,-2 0 3 0,2 0 3 0,-2-2-3 16,0-3-5-16,0 9 7 0,0-5-7 0,0 0 4 15,0 1 1-15,2 0-3 0,-2-1-1 0,0 0 4 16,1 0-1-16,-1-1-4 0,0-3 4 0,0 8-1 16,0-4 1-16,3 1 3 0,-3-2-4 0,1 0 1 0,-1-3 1 15,0 6 0-15,0-1-4 0,0-5 0 16,0 5 3-16,4-4 5 0,-4-1-5 0,1 6 4 15,-1 0 3-15,0-6 3 0,0 5 3 0,0-5 2 16,0 4-2-16,3-2 0 0,-3-2 5 0,1 7-8 0,-1-7-3 16,0 5 0-16,0-5-4 0,2 4 5 0,-2-4-3 15,1 3-2-15,-1-3 0 0,0 4-3 16,0-4 9-16,3 4-12 0,-3-4 5 0,1 4 2 0,-1-4-2 16,0 5-2-16,0-5 1 0,0 0 2 0,2 5-1 15,-2-5-2-15,0 6 0 0,0-6-1 0,0 0 2 16,0 5 0-16,1-3 1 0,-1-2-4 0,0 0 0 15,0 0 3-15,0 6-2 0,0-6-1 0,0 5 0 16,0-5-2-16,0 0 3 0,0 3-2 0,0-3 1 16,0 0-2-16,0 0 1 0,0 0-3 0,0 4 6 15,0-4 0-15,0 0 2 0,0 0-4 0,0 0 1 16,0 4 1-16,0-4-4 0,0 0 5 0,0 0-6 16,0 0 7-16,0 0-1 0,0 0 2 0,0 0 0 15,4 2 6-15,-4-2 12 0,4 1 18 0,-4-1 10 16,0 0-8-16,19-1 0 0,-5 0-9 0,6 0-1 15,2-2-4-15,8-2 0 0,3 0-39 0,-1-2-39 16,2 1-45-16,0 3-52 0,2-4-66 0,-2 1-73 16,-2-2-236-16,5 0-562 0,-3 1 249 0</inkml:trace>
  <inkml:trace contextRef="#ctx0" brushRef="#br0" timeOffset="-35236.69">17740 14255 137 0,'2'-1'150'0,"4"-2"6"16,-3 1-3-16,2-1-3 0,-1 0-1 0,0 1 2 15,0-3 1-15,0 1-5 0,-1 0-3 0,1-1-2 16,0-3-10-16,0 3-1 0,-3 2-9 0,5-8 1 16,-2 6-6-16,0-4-5 0,0 0-8 0,2 3 3 15,-1-3-9-15,-1-2-2 0,0 1-1 0,-2 0-7 16,0 0-1-16,0 1-16 0,-1-3-1 0,-1 4-4 16,0 0-6-16,0-4-4 0,-1 2-2 0,-1 0 0 15,-2-1 1-15,0 4-9 0,1-5-2 0,0 6-1 0,0-1-3 16,-1 1-8-16,0 0 0 0,2 1-3 15,-2-1-5-15,4 1-1 0,-4 3-5 0,4 2-1 16,-3-5-11-16,3 5 2 0,-3-5 0 0,3 5-2 0,0 0-6 16,-5-2 2-16,5 2-5 0,0 0 1 0,0 0 2 15,-11 7-1-15,11-7-1 0,-4 5-1 16,1 0 2-16,1 0 0 0,-2 2-1 0,1-3-2 0,0 4 1 16,2 0-1-16,0-2 1 0,1 3-4 0,-2 0 3 15,2 3 2-15,2-2 2 0,-2 0 1 0,1 0 1 16,-1 3-5-16,5 4 3 0,1-6-2 0,-5 2-1 15,3-2 0-15,2 7 0 0,-1-1 0 0,3-1 1 16,-1 2 2-16,1 1 2 0,3-1-2 0,1-1-1 16,-5 0 2-16,1 1-1 0,0 0-1 0,-1 1 2 15,1 0-1-15,-1 1-2 0,0 1 6 0,1-3-5 16,-4 2 2-16,3-1-2 0,-3 0 6 0,2 0-2 16,0-1 6-16,-3-1-11 0,0 0 2 0,-1-5 0 0,1 2-1 15,1-2-2-15,-1-1 6 0,1 0 4 16,-1-2-6-16,2-1 2 0,-1-3 0 0,-2-1-1 15,0 1 2-15,0 1 1 0,1-1 2 0,-2-4 0 0,-1-1-3 16,4 3-9-16,-4-3-30 0,0 0-33 0,0 0-39 16,7-8-37-16,-6 3-35 0,2-2-43 0,-3-2-32 15,1 1-229-15,0-1-522 0,-1-2 230 0</inkml:trace>
  <inkml:trace contextRef="#ctx0" brushRef="#br0" timeOffset="-35017.95">17822 14446 117 0,'0'0'297'0,"-1"-4"-6"15,1 4-23-15,0-6-17 0,4 3-17 0,0 1-12 16,-1-2-11-16,0 1-23 0,1-1-10 0,0 2-17 16,4-1-17-16,-1-1-15 0,1 2-13 0,3-2-12 0,1 0-8 15,-2 0-9-15,3 0-13 0,2 2-5 16,-1 1-7-16,-2-2-34 0,2 1-36 0,1 0-42 15,1 1-42-15,-4-2-38 0,1 3-57 0,1-1-47 0,-3 1-204 16,0 0-474-16,-3 1 210 0</inkml:trace>
  <inkml:trace contextRef="#ctx0" brushRef="#br0" timeOffset="-34346.03">18122 14516 194 0,'-3'-4'304'0,"3"4"-24"0,0 0-19 0,0-5-18 16,0 5-10-16,0 0-20 0,0 0-23 0,0 0-18 15,0 0-12-15,0-4-26 0,0 4-16 16,0 0-15-16,0 0-9 0,0 0-12 0,0 0-8 0,0 0-5 16,4 14-9-16,0-7-4 0,-3-1-5 0,2 1-11 15,-1 4 1-15,-1-3-2 0,2 4-9 0,-2-1-2 16,-1-1-3-16,4 0 0 0,-2 1-5 0,0-3 1 15,1 3-4-15,0-4-3 0,2 0-1 0,-5 1 2 16,3-3-2-16,0 0 0 0,1-1-3 0,-3 1 1 16,3-3-3-16,0 1 5 0,-4-3-1 0,9-1 1 15,-9 1-1-15,12-3-2 0,-6 1 1 0,1-2-1 16,-1-1-4-16,2-1-6 0,-3 0 9 0,-1 1-4 16,3-3 2-16,-3 2-2 0,3 0 0 0,-2-1 2 15,-2 1 0-15,1-2 2 0,-1 3 8 0,3-1-3 16,-4 1 7-16,1-1-2 0,-1 1-3 0,1 1-2 15,-1 2-1-15,2-1-4 0,-2 1-3 0,-2 2-8 16,0 0 7-16,0 0-10 0,7-3 5 0,-7 3 1 0,0 0 0 16,11 7-2-16,-7-4 6 0,0 1-12 0,3-1 8 15,0 1-1-15,0 1 3 0,1 0-3 16,-3-1 2-16,6 1-4 0,-4-2 4 0,1 0 1 16,-1 1 2-16,-2-1-1 0,1-1 0 0,-2 0 3 0,5 0 0 15,-6 0-3-15,-3-2 7 0,0 0-7 0,11-5 4 16,-11 5 1-16,6-5-1 0,-4 3-3 0,0-2 21 15,-2-1-4-15,0 0 1 0,-2-2-8 0,1-3 5 16,-2 1 1-16,-1-1-5 0,1 0-5 0,-1-3-14 16,1 1-11-16,-1 2-20 0,0 0-10 0,-1-1-13 15,0 2-31-15,-1-1-35 0,3 4-33 0,-2 1-48 16,2-2-39-16,0 1-260 0,-2 1-544 0,1-1 241 16</inkml:trace>
  <inkml:trace contextRef="#ctx0" brushRef="#br0" timeOffset="-33924.17">18601 14059 128 0,'0'0'283'15,"0"-7"-4"-15,0 7-12 0,1-4-14 0,-1 4-10 16,0 0-13-16,-1-6-27 0,1 6-14 0,0 0-28 16,0 0-13-16,0 0-22 0,0 0-9 0,0 0-18 15,0 0-5-15,0 0-15 0,-10 13-6 0,7-4-10 16,-5 0 2-16,7 3-5 0,-3 1 3 0,0 0 2 15,-2 3 9-15,2 0-7 0,-1 1-5 0,-3 0-1 16,2 1-4-16,3 0-4 0,1 1-4 0,0-2-7 16,-2 0-7-16,4-4 0 0,0 4-2 0,0-4-9 15,1-2 5-15,5 2 3 0,-2 0-7 0,2-3 10 16,4 2-13-16,-1-3-1 0,0 1-4 0,5-4-3 16,-2 2-28-16,2-5-26 0,7 1-29 0,0-2-34 15,-3-1-42-15,2-1-49 0,0 3-39 0,-1-6-58 16,-4 3-207-16,0 0-539 0,-1-1 238 0</inkml:trace>
  <inkml:trace contextRef="#ctx0" brushRef="#br0" timeOffset="-33283.57">18998 14059 8 0,'0'0'324'0,"1"-6"-6"0,-1 6-3 0,4-3-3 15,-1 2-6-15,-3 1-6 0,0 0-18 0,0 0-23 16,1-4-28-16,-1 4-27 0,0 0-21 0,0 0-25 15,0 0-14-15,0 0-20 0,0 0-16 0,0 0-4 16,0 0-17-16,-8 20-1 0,5-9-8 0,-4-1-20 16,2 3 7-16,-2 2-11 0,-1 1-8 0,-3-1-4 15,3 0-1-15,-1-1 1 0,3 3-8 0,-6-3-2 16,5 1-5-16,-1-4-4 0,0 6 0 0,1-7-4 16,2-1-4-16,1 0-33 0,-1-3-27 0,3-1-27 15,-2 0-28-15,1-1-24 0,0 1-25 0,0-2-24 16,-2 1-28-16,4-2-24 0,1-2-35 0,0 0-255 15,0 0-557-15,0 0 247 0</inkml:trace>
  <inkml:trace contextRef="#ctx0" brushRef="#br0" timeOffset="-33049.2">18848 14184 183 0,'-4'-2'298'0,"4"2"-14"15,0 0-20-15,0 0-25 0,0 0-22 0,0 0-12 16,0 0-9-16,0 0-10 0,0 0-17 0,22 7-13 16,-15-6-22-16,-2 0-8 0,3 2-13 0,4-1-9 15,-2 2-11-15,2 3-12 0,0-4-6 0,2 2-8 16,1 2-9-16,-3-2-31 0,-1-1-26 0,4 2-35 16,-1 0-32-16,-4 0-48 0,3-1-43 0,-2 0-57 15,-2-1-37-15,-1 0-156 0,-1 0-441 0,4-1 196 16</inkml:trace>
  <inkml:trace contextRef="#ctx0" brushRef="#br0" timeOffset="-32710.96">19130 13951 218 0,'0'0'280'0,"-9"-2"-23"15,9 2-26-15,0 0-1 0,0 0 2 0,0 0 0 16,0 0-7-16,13 9-3 0,-5-6-4 0,-3-1-4 16,4 5-2-16,2-1-7 0,2 0-18 0,2 2-22 0,4 1-10 15,-4 1-13-15,4-2-14 0,-4 2-10 0,-1-5-13 16,4 7-18-16,-2-4-5 0,-5 2-4 15,3-1-11-15,-1 3-10 0,-3-1-3 0,4 2 4 0,-8-3-18 16,-1 2-4-16,0-3-3 0,-2 2-10 0,-2 1-3 16,-1 0-3-16,-1 4-5 0,-3-1-15 0,-7-2 5 15,3 2-19-15,1-2-19 0,-3-3-15 0,1 1-23 16,1-3-23-16,-3 3-17 0,0-4-28 0,4 1-30 16,-1-1-27-16,2-2-53 0,4-3-22 0,-3 2-262 15,2-2-580-15,3-2 257 0</inkml:trace>
  <inkml:trace contextRef="#ctx0" brushRef="#br0" timeOffset="-32226.59">19671 14011 154 0,'0'0'370'0,"0"0"-2"0,0 0-16 15,0 0-5-15,0 0-22 0,0 0-3 0,-4-2-16 16,4 2-14-16,0 0-19 0,0 0-18 0,0 0-20 16,0 0-8-16,0 0-8 0,0 0-12 0,0 0-13 15,19 0-14-15,-11-3-16 0,6 2-16 0,6 0-12 16,2 0-13-16,5-2-13 0,7 1-13 0,-1-2-6 15,5 0-11-15,-3 2-7 0,2-3-9 0,-3 2-6 16,-1-2-17-16,-2 2-19 0,-7 0-23 0,-1-1-27 16,-1 3-24-16,-3-1-53 0,0-1-29 0,-6 1-43 0,-1-1-33 15,0 3-25-15,-5-1-32 0,0 1-35 0,-2-1-36 16,-5 1-57-16,0 0-204 0,0 0-648 16,0 0 287-16</inkml:trace>
  <inkml:trace contextRef="#ctx0" brushRef="#br0" timeOffset="-31992.23">19791 14159 211 0,'-6'2'264'0,"4"0"-12"0,2-2-13 0,-6 3-12 16,6-3-6-16,0 0-11 0,-4 2-1 0,4-2 6 15,0 0 20-15,8 4 10 0,-4-2-6 0,-4-2-11 16,22-1-19-16,-3 0-18 0,3 0-19 0,1-3-18 15,8 0-16-15,2 0-13 0,0 0-11 0,-1 1-13 16,-2-2-12-16,0-1-14 0,-1 3-43 0,1 0-38 16,-7 2-45-16,0-3-36 0,-7 1-37 0,2 3-42 0,0-1-42 15,-5 1-37-15,-1 0-37 0,3-2-256 0,-8 1-582 16,4 1 257-16</inkml:trace>
  <inkml:trace contextRef="#ctx0" brushRef="#br0" timeOffset="-31601.62">19969 13841 67 0,'0'-6'359'0,"0"0"8"0,-1-1 16 0,1 0-22 16,1 0 3-16,-1 2-3 0,1 1-5 0,2 1-21 15,-3 3-19-15,1-7-36 0,-1 7-31 0,-1-4-29 16,1 4-32-16,0 0-22 0,0 0-18 0,0 0-14 0,0 0-12 16,1 16-14-16,-1-6-10 0,0 4-12 15,3 2-10-15,-2 4-3 0,-1 1-11 0,2 5-4 16,-2 4-6-16,0-4-4 0,1 5-6 0,-2 3-2 0,-1-1-6 15,1-1 3-15,-2 1-6 0,3-1-2 0,-1 0-3 16,-2 0-3-16,2-2-1 0,-2-4-2 16,2 0-4-16,0-5-13 0,1-2-33 0,0-2-40 0,0 0-41 15,0-4-47-15,0 0-39 0,-2-3-47 0,2-4-60 16,3 1-73-16,-2-3-335 0,2 0-771 0,2-3 341 16</inkml:trace>
  <inkml:trace contextRef="#ctx0" brushRef="#br0" timeOffset="-30773.46">20482 13801 292 0,'-2'-5'361'15,"2"0"2"-15,0 5-16 0,-4-6-16 0,4 6-32 16,-1-5-36-16,1 5-28 0,0 0-26 0,0 0-21 16,0 0-18-16,0 0-16 0,0 0-24 0,-4 13-10 15,4-8-9-15,-2 2-17 0,2 4-8 0,-1-2-7 16,1 2-8-16,1 1-4 0,1-3-7 0,0 3-2 15,0-1-8-15,2-2-2 0,1 1-7 0,0-4 10 0,-1 1-13 16,2-1-3-16,1-2-5 0,1 1 16 0,3-1-22 16,4-1 4-16,-1-3 1 0,5 0 2 15,-5-3-11-15,3-1-4 0,-3 0 7 0,5-3-5 0,-2 1-3 16,-2-4-1-16,2 2-6 0,-1 0-1 0,-4-1 6 16,-2 5-1-16,-1-4 5 0,1-1 1 0,-4 6 23 15,1-4 16-15,-3 2 7 0,2 0 9 0,-5 0 5 16,2 2 1-16,2-1-5 0,-3 2-7 0,0-1-7 15,-2 3-12-15,6-2-9 0,-6 2-9 0,0 0-6 16,0 0 2-16,0 0-3 0,10 8-5 0,-5-2 2 16,2 1-6-16,-2 3 1 0,3 0 0 0,1 5-7 15,1 1 7-15,3 1-6 0,-4 0-2 0,3 1-1 16,3 6 1-16,0 1-5 0,-4 3 1 0,-1-9 2 16,2 9-3-16,-4-2 2 0,0-1-1 0,0 2 0 15,-2-1-3-15,-5 2 0 0,1-1 3 0,-1-7-4 0,-1-1 1 16,-1 0 2-16,1 1-7 0,-3-5 9 0,1-1 20 15,-2-1 19-15,-2 0 12 0,0-1 20 0,-2-5 12 16,-2 4 6-16,-2-5 6 0,1 1-1 0,-5-1 7 16,2-4-4-16,1 1 1 0,-4-2 9 0,1-2 4 15,1-2-2-15,-1-1 3 0,1-1-2 0,-3-4 3 16,5 3-7-16,-2-6-4 0,2-2-12 0,1-3-7 16,1-1-12-16,2-1-9 0,2-7-9 0,-1-2-28 15,7-6-40-15,2-1-44 0,4-1-60 0,1 1-70 16,5-13-84-16,6-1-77 0,-2 12-69 0,6-10-80 15,2 2-74-15,-7 11-330 0,2 1-975 0,-2 2 432 16</inkml:trace>
  <inkml:trace contextRef="#ctx0" brushRef="#br0" timeOffset="-29678.28">21051 13399 230 0,'0'0'336'0,"-5"-6"-10"0,5 4-15 0,0 2-17 15,0 0-8-15,-1-8-26 0,1 8-15 0,1-6-18 16,4 0-19-16,-2 5-24 0,1-3-11 0,0 2-21 15,3-1-11-15,-1 0-15 0,3 0-9 0,1 0-16 16,-2 2-4-16,5 1-11 0,-2 0-15 0,0 0-11 16,1 0 2-16,-1 0-8 0,4 1-5 0,-4 0-3 0,2 1-9 15,-1 2-3-15,-1-2 1 0,3 2-6 0,-4-1-11 16,-2 0-2-16,4 0 3 0,-6 1-9 0,2 0 4 16,-2 0-4-16,2-2-1 0,-2 1-1 0,-2 5 2 15,3-5-5-15,-4 1-3 0,3 0 0 0,-2 3 0 16,2 1-2-16,-3-1 2 0,1 2 2 0,2 0-1 15,-5 0 5-15,2 1 5 0,1 0-7 0,-3 1-1 16,3 0 5-16,3 2-2 0,-4-1 2 0,1 5 1 16,-1-1-1-16,-1 2 1 0,1-2-2 0,3 11 11 15,-4-10 1-15,5 2 2 0,-4 0 7 0,3 8 2 16,-1-8 5-16,1 7-1 0,-3-6-10 0,5 7 1 16,-4-6 0-16,2-2 1 0,-1 1-5 0,-1 0-7 0,0-1 1 15,2 0 0-15,-4 2 2 0,2-2-5 0,1-1-2 16,-1 0-6-16,1-1 3 0,-1 0 1 0,-1-5-1 15,2 2 1-15,-1-2-1 0,-1 1 5 0,1-1 10 16,-2 1 5-16,0 0 3 0,3-3 3 0,-3 1 2 16,-2-3-1-16,3 2 1 0,-2 0-5 0,3 1-1 15,-4-4-3-15,2 5-3 0,0-6-3 0,0 2 3 16,-1-2-6-16,-1-1 1 0,3 2 0 0,-2-2-6 16,-1 0-1-16,0 1-3 0,0-1 3 0,4 1-2 0,-4 0-5 15,3-2 4-15,-3 1-5 0,0-1 2 0,1 0-1 16,2 1-1-16,-3 0 1 0,0-1-1 0,2 0-2 15,0 1-2-15,-2-2 3 0,0 3-1 0,4-2 1 16,-4 0-2-16,0-1 1 0,0 2-3 0,0-5 2 16,0 6 1-16,1-1-11 0,-1-2-2 0,0-3 4 15,3 4-3-15,-3-4 3 0,2 4-2 0,0-1 4 16,-2-3 2-16,0 5-2 0,0-5 0 0,2 4 8 16,-2-4-4-16,0 0-1 0,2 5 1 0,-2-5-2 15,0 0 3-15,2 3 0 0,-2-3-4 0,0 0 0 16,0 0 0-16,1 7 5 0,-1-7 2 0,0 0-4 15,0 3 0-15,0-3 7 0,0 0-8 0,0 0 1 0,0 3 0 16,0-3-7-16,0 0 6 0,0 0-3 0,0 0 10 16,0 7-8-16,0-7-2 0,0 0 2 15,3 3 2-15,-3-3 1 0,0 0-2 0,-4 5 10 0,4-5 15 16,-4 2 12-16,-2 1 2 0,1 2 0 0,-6-1-5 16,0 1 4-16,-4-3-9 0,-7 6-12 0,-5 0-37 15,-3-1-57-15,-1-2-92 0,-5 2-102 0,-7-1-101 16,-9 2-455-16,10-1-897 0,-15-4 396 0</inkml:trace>
  <inkml:trace contextRef="#ctx0" brushRef="#br0" timeOffset="-4187.84">17651 15196 29 0,'0'0'147'0,"0"0"-12"15,-2 3-2-15,2-3-11 0,0 0-8 0,0 0-5 16,0 0-6-16,0 0-4 0,0 0-5 0,0 0-8 16,0 0-2-16,18-7-4 0,-13 6-2 0,-5 1-6 15,9-3 2-15,-6 2-5 0,2-1-10 0,2 0-7 16,-2 0-2-16,2 1-6 0,0-1 2 0,0 0-10 15,5-1 0-15,-2 0-8 0,-2 2 0 0,4-1-8 16,3 0 5-16,-1 0-9 0,5-1 4 0,-6 1-1 16,7 0-5-16,-6 0-1 0,-3-1-2 0,11 2-1 15,-7 0 0-15,3-1-5 0,-2 1 0 0,-2 1 2 16,-1 0 0-16,2-1-5 0,0 0 6 0,4 1-5 16,1-3 3-16,-6 2 4 0,2 0-6 0,2 0-1 15,-2-1-1-15,-2 2 1 0,5 0-1 0,-1-1 0 0,1 1 1 16,-5-2-2-16,0 2 3 0,1-1-5 0,0 0-1 15,0-2 4-15,0 2 1 0,0 0-4 16,0 0-4-16,-3-1 8 0,3 0-1 0,0-1-2 0,0 2-2 16,-1-2 5-16,1 0-4 0,-2 3 5 0,2-2-11 15,-1 0 9-15,0 0 2 0,-1 1-4 0,2-1 6 16,-3-1-2-16,2 1-2 0,-1 0-1 0,1 0 1 16,1 0 0-16,-4 0-4 0,3-1 2 0,-4 1-2 15,4-1 5-15,-2-1-6 0,-1 1 6 0,2 2 1 16,-3-1-1-16,1 2-9 0,-3-2 8 0,5 0-1 15,-1 1 1-15,-5-1-1 0,3 1 0 0,1 0 1 16,0-2-5-16,3 2 0 0,-2 0 3 0,0 1 0 16,-1-2 0-16,2 1 4 0,-4 1-2 0,2-1-2 15,0-1 5-15,-3 4-5 0,0-2-1 0,3 0 3 16,2-2-2-16,0 2 2 0,0 0-2 0,0-1-2 16,-1-1 3-16,3 2-1 0,-3-3-1 0,3 1-4 15,-1-1 4-15,-1 2 5 0,0 0-3 0,0-1-1 0,5-1 0 16,-4 1 0-16,0 1 0 0,1-2 0 0,0 2-1 15,-1-2 0-15,2 1 2 0,-1 1-1 16,0-2 1-16,-3 0-2 0,5 1 1 0,-4-1 2 0,2 3-2 16,-1-1 5-16,2-3-5 0,-4 3-1 0,3-2 1 15,0 2-1-15,-1-1 2 0,2 0-6 0,-2-1 4 16,1 1 4-16,1-1-4 0,-1-2 2 0,-4 5-8 16,3-1 12-16,-1-1-5 0,2 1 0 0,4-1 0 15,-4-1-1-15,-1 1 1 0,1-1 0 0,1 2 1 16,6-1-2-16,-10-1-1 0,8 1 5 0,-7-1-2 15,2-3 1-15,-2 5-2 0,6-1 0 0,0-1 2 16,0 1 2-16,0-2-4 0,1 1 1 0,1 0 1 16,-2 1-3-16,0 0 2 0,-4 0-3 0,3 0 2 15,-2 1 0-15,2-1-1 0,-2 1 1 0,-3 0-1 16,6-3 2-16,-5 1 2 0,4 2-5 0,1 0 1 16,-4 1 3-16,0-2-3 0,4-1 3 0,-3 1-8 15,-2 0 6-15,2-1-2 0,-2 0 4 0,5 0-2 16,-1 1 2-16,-3 2-7 0,-1-1 8 0,3 0 0 0,-3 0-5 15,1-3 5-15,-2 0-1 0,8 2-7 16,-8 0-1-16,2 1-1 0,-1-2-1 0,-1 2 0 16,0 0 2-16,0-1 0 0,-1 1 1 0,3-3-2 0,-2 2 0 15,0-2 0-15,-3 1 3 0,1 2-3 0,1 0 1 16,-3 1 2-16,2-3 4 0,-4 3-6 0,1-2-1 16,0 2 6-16,2-3 3 0,-4 2-6 0,4 0 2 15,-2-1-6-15,1 1 6 0,-2-1 2 0,3 1-3 16,1 0 0-16,-4 0 5 0,4-2-4 0,-2 1 3 15,2 0-2-15,-1 2 4 0,1-2-3 0,-6 1 3 16,6-2-5-16,-3 2-5 0,0-2 10 0,3 2-6 16,0 1 7-16,-6 0-2 0,4-3-1 0,0 3-3 15,-3 0-2-15,-6 0 4 0,11-2-1 0,-5 2 1 16,2-3 0-16,-1 3 0 0,0-1-5 0,0 1 5 16,0-2-2-16,1 2 5 0,-3-2-3 0,3 0-2 15,-1 1 1-15,3 1-3 0,-2-4 2 0,-1 4 2 16,1-1 0-16,1 1 6 0,2-1-4 0,-4 0-2 0,5 1-1 15,-4-3 2-15,2 2 0 0,-2 0 3 16,4 0-5-16,-2-1-1 0,-1 1 2 0,1 0-1 16,-3 0 2-16,1-1-1 0,1 2 3 0,2 0-3 0,-4 0 3 15,5-1-5-15,-2 1 3 0,-2 0-2 0,1-2 0 16,2 2 1-16,-2 0-5 0,3-1 4 0,-3 1-6 16,0 0 11-16,0 0-6 0,5-1 3 0,-5 0 1 15,6 1-1-15,-5-2-2 0,1 1 4 0,2 0-8 16,-2 0 3-16,2-1 2 0,0 1-1 0,-1 0 6 15,0-2 4-15,-1 2 3 0,0 1 1 0,1-1 3 16,-2-1 5-16,2-2 1 0,-4 3-8 0,3-1 3 16,-4 2-9-16,2-2 6 0,2 1-1 0,-4 0 2 15,5 0 5-15,-5-1-1 0,4 1-3 0,-3 0-3 16,2-2-2-16,2 2-1 0,-3-2 1 0,1 2-2 16,0 0-1-16,0-1-1 0,0 1 2 0,-2 1-1 15,3-1-2-15,1 0-2 0,-5-1-1 0,8 1 6 16,-7 0-5-16,3 2 0 0,2-2-3 0,-3 1 0 0,1 0 1 15,-2 0 0-15,1-1 2 0,-2-1-2 16,-1 2 0-16,4-4 2 0,1 4-4 0,-2-1 3 16,-1 1 4-16,-3-3 0 0,3 3 0 0,-2-1 0 0,4 1 5 15,-4-1-3-15,1 1 4 0,1-1-2 0,-2 1 0 16,4-2 5-16,-3 1 1 0,0 0 0 0,-2-3 2 16,-1 2 2-16,2-1 3 0,1 1-3 0,-4 1 2 15,0-1-6-15,2 0-1 0,-6 2 0 0,9-3-3 16,-4 1 2-16,0 0-4 0,-5 2 1 0,5-6-2 15,1 5-6-15,-6 1 0 0,5-5 5 0,-5 5 5 16,4-2 6-16,-2-1 5 0,-1-1 0 0,4 2-2 16,-5 2 1-16,4-8-2 0,-2 3-3 0,-2 0-4 15,1-1-3-15,0 0 0 0,1 0-1 0,-2-2-2 16,0 2-2-16,1 0-7 0,-2-1-16 0,2 2-15 16,-1-1-25-16,0 0-33 0,2 2-36 0,-4-2-50 15,2 0-50-15,0 2-177 0,-1-1-434 0,1 5 192 16</inkml:trace>
  <inkml:trace contextRef="#ctx0" brushRef="#br0" timeOffset="-3030.08">17643 15233 57 0,'0'0'159'0,"0"0"-5"0,0 0-7 0,0 0-6 16,0 0-3-16,0 0-10 0,0 0 0 0,0 0-7 15,0 0-10-15,0-4 0 0,0 4-4 0,0 0-1 16,0 0-8-16,-3-3-2 0,3 3-7 0,0 0-7 16,0 0-4-16,-3-5-4 0,3 5 5 0,-1-4-5 15,1 4-1-15,-3-4 3 0,2 1-3 0,-3-2-7 16,0 0-1-16,4 1-2 0,-3 0-3 0,-1-1 2 15,1 0-6-15,-2-1-11 0,1 0-5 0,-3 1-1 16,3-1 1-16,-3 1-6 0,3 0 1 0,-1 1-7 16,2-2-3-16,-5 0-1 0,7 2 1 0,-5 1-4 0,3 0-2 15,-1 0 2-15,4 3-9 0,-8-7 7 0,7 3-10 16,-1 2-2-16,2 2 0 0,-8-4-4 0,8 4 0 16,-1-4-1-16,1 4-13 0,-6-2-18 0,6 2-29 15,0 0-31-15,0 0-33 0,0 0-25 0,0 0-46 16,0 0-64-16,-4 10-147 0,4-7-438 0,4 1 193 15</inkml:trace>
  <inkml:trace contextRef="#ctx0" brushRef="#br0" timeOffset="17984.3">15534 16226 115 0,'0'0'331'0,"-3"-3"1"0,3 3-24 0,0 0-10 15,0 0-10-15,-3-4-8 0,3 4-17 0,0 0-5 16,0 0-26-16,0 0-11 0,0 0-15 0,0 0-17 16,0 0-17-16,0 0-19 0,0 0-11 0,11-4-6 0,-6 4-14 15,4-1-7-15,0-1-5 0,3 2-20 16,1-3-7-16,1 1-8 0,6-1-16 0,-6 0-1 16,7-1-2-16,2 2 0 0,-5-2-28 0,1 0-25 15,1 1-11-15,-1-2-55 0,-4 2-28 0,0 0-21 0,-3 2-31 16,-2-2-28-16,2 5-33 0,-8-4-44 15,3 1-42-15,-7 1-26 0,8 0-207 0,-8 0-565 16,2 5 250-16</inkml:trace>
  <inkml:trace contextRef="#ctx0" brushRef="#br0" timeOffset="18156.17">15601 16357 127 0,'-3'3'252'0,"3"-3"-2"0,-3 4-3 0,3-4-5 15,0 0 0-15,-3 3 0 0,3-3-8 0,0 0 7 16,0 0-14-16,0 0-25 0,19-2-17 0,-11 1-23 16,6 0-16-16,-2-3-2 0,8-1-41 15,-3 1-45-15,3 0-44 0,2 2-47 0,-2-3-58 0,1 2-74 16,2-1-75-16,-4 3-226 0,3-1-503 0,-1 2 223 16</inkml:trace>
  <inkml:trace contextRef="#ctx0" brushRef="#br0" timeOffset="19275.73">16475 16091 91 0,'0'0'315'15,"0"0"-14"-15,0 0-18 0,0-5-19 0,0 5-14 16,0 0-15-16,-2-8-14 0,2 8-25 0,0-6-14 15,0 1-8-15,3-2-10 0,-3 2-13 0,3 0-10 16,-2-3-7-16,2 2-3 0,1-4-14 0,0 0-1 16,1 0-7-16,-1-1-12 0,1-1 4 0,-1 0-14 15,-3 0-1-15,5 1-7 0,-2-6-8 0,1-2-3 16,-2 2 1-16,-2 4-2 0,5-3 3 0,-5 2 3 16,0-3-6-16,1 0 8 0,2 4 4 0,-4 2 2 15,0-1-6-15,0 1-4 0,0 4 2 0,0-1 2 16,0 2-8-16,1 1-7 0,-2-1-7 0,1 2-7 15,0 4-8-15,1-6-7 0,-1 6-7 0,0 0-9 0,0 0-8 16,0 0 2-16,0 0 5 0,0 0-2 0,11 19-3 16,-8-7 0-16,2 4 0 0,1 1-3 15,-2 3 2-15,5 6-3 0,-4 1 2 0,1 0-1 16,1 2 0-16,-2 0-4 0,1 0 4 0,3 0 0 0,-5 1-4 16,3-1 4-16,0 0-2 0,-3-1-9 0,4-2 10 15,-4 1 6-15,0-6-10 0,3-2 3 0,-3 1-2 16,-1-2 0-16,1 1 0 0,-1-2 0 0,2 0 0 15,-1-5-2-15,-4 0-1 0,4-1 4 0,-4-1-5 16,4 0 5-16,-2-4 0 0,1 1 0 0,-2 1 0 16,0-3-1-16,1-3 2 0,-2 2 1 0,1 0 1 15,-1-4 2-15,0 6 1 0,0-6 2 0,0 0-4 16,0 4 0-16,0-4 2 0,0 0-4 0,0 0 0 16,0 0-8-16,0 0 9 0,0 0-6 0,0 0 3 15,0 0-1-15,0 0-1 0,0 0-2 0,0 0-3 16,0 0 4-16,-1 4-6 0,1-4 3 0,0 0-6 15,-6 1 5-15,6-1-2 0,-7 2-2 0,3 0-2 16,0 1 2-16,-4-2 2 0,4 2 2 0,-1-2-2 16,-4 1 2-16,1 0-3 0,-3-1 6 0,3 1 1 15,-3 3 0-15,-1-3-11 0,0 1 13 0,-2 0-3 16,3-2 10-16,-1 1 3 0,-1 0 5 0,3-2 8 16,0 3 9-16,-2-2 5 0,5-1 10 0,2 1 7 0,5-1 6 15,-11 1 5-15,11-1 1 0,0 0-1 0,-11-1-5 16,11 1-2-1,0 0-6-15,0 0-4 0,0 0-6 0,22-7-4 16,-10 3-7-16,9-1 0 0,0-2-3 0,9 1-5 16,0 2-10-16,3-4-10 0,-6 3-19 0,3 0-21 0,0-1-33 15,4 1-32-15,-14 2-42 0,13 1-54 0,-10-3-43 16,0 2-43-16,-6 1-56 0,1 1-67 0,-4 1-374 16,-2 0-843-16,-5 1 373 0</inkml:trace>
  <inkml:trace contextRef="#ctx0" brushRef="#br0" timeOffset="20672.76">17880 15564 34 0,'-6'-5'167'0,"6"5"-6"0,-4-4-5 0,4 4-12 0,-5-3-7 16,-1 2-1-16,6 1-1 0,-8-2-3 0,0 2-8 16,1-3-4-16,0 1-9 0,-4 0-10 15,-1 1-4-15,4-1 0 0,-3 2-1 0,-4-1-3 16,6 0-3-16,-5 1-5 0,5-1 0 0,-2 1-6 0,-3-2 1 15,3 1-4-15,3 0-2 0,-1 1 2 0,3 0-3 16,-2 0-1-16,2-3 2 0,6 3-4 16,-10 0 1-16,10 0-3 0,-7-1-6 0,7 1 3 0,0 0-14 15,0 0-4-15,0 0-5 0,-10 0-5 0,10 0-7 16,0 0-1-16,0 0-4 0,-4 4-7 0,4-4 1 16,1 4 5-16,-1-4-10 0,2 6-2 0,-1 0 0 15,-1-2 0-15,3 1-2 0,-2 4 0 0,2-2-6 16,0 5 2-16,1-1 2 0,0 0 4 0,3 1 0 15,-2 1 2-15,1 3 4 0,-1 1-6 0,2 1 8 16,0 2 0-16,1 1 1 0,0-1 0 0,-2 0 4 16,4 5-3-16,-3-4 4 0,-1-2 2 0,3 1-6 15,-2 1 1-15,1 4 6 0,-2-4 3 0,3-1-2 16,-1-2-11-16,-1 1 11 0,1-1 2 0,-4 0-1 16,3 0 11-16,-2-1 6 0,2 1-13 0,-3-2 2 15,-1-3 10-15,1 2 7 0,0-2 5 0,1-1 13 16,0-1 18-16,-4 1-9 0,3 1 2 0,-1-3-7 15,-2-1 2-15,-1 0 0 0,4 1-2 0,-2-1 0 0,-2-1-2 16,3 0-4-16,-3-1-7 0,2 1 0 16,-2-2-8-16,0 0 4 0,3 4-7 0,-3-5-1 15,1 2-2-15,-1 0-5 0,0-1 2 0,0-2-2 0,-1 3 1 16,2-2 4-16,2-2-6 0,0 2-2 0,-1 0-3 16,0 0-1-16,-2-2-1 0,1 1 0 0,2 0 0 15,-3 0 1-15,0-4 0 0,5 6-1 0,-5-3 1 16,0-3-4-16,3 4 0 0,-2-2-6 0,-1-2-1 15,2 4 1-15,-2-4-6 0,3 4-1 0,-1-1 0 16,-2-3-2-16,8 3 0 0,-5-1 1 0,2-1-3 16,2 1-4-16,0-2 0 0,1 2-1 0,0-2-11 15,3 0-25-15,3-3-33 0,-2 2-39 0,4-3-46 16,2 0-55-16,2-1-52 0,0 0-48 0,-1 0-65 16,2-3-68-16,-3-1-371 0,5 0-868 0,3-4 383 15</inkml:trace>
  <inkml:trace contextRef="#ctx0" brushRef="#br0" timeOffset="24590.1">18450 15626 126 0,'0'0'176'0,"0"0"-8"0,0 0-5 16,0 0-7-16,-13 8-8 0,13-5-4 0,-4 0-3 15,4-3 2-15,-8 8-3 0,5-4-4 0,2 2 3 16,-3 1 10-16,0 2-3 0,0-2 2 0,0 3-3 15,-3-2-2-15,2 4-2 0,-1-2-4 0,2 3-2 16,0 5-14-16,-2-1 0 0,6-1-15 0,-5-3 1 16,1 4-14-16,3-1 1 0,-1-2-11 0,4-2 0 15,-1 5-12-15,3-3-20 0,1-3 31 0,-2 3 0 16,4 3-7-16,3-3-9 0,0-4-3 0,3 3-6 16,0-2-6-16,6 0-3 0,0-2-9 0,3 0-25 15,7-3-35-15,-8-1-30 0,1-1-40 0,-3-3-36 16,4 2-42-16,-2-3-46 0,-2 0-59 0,-4-2-52 0,-2 1-201 15,2-3-570-15,3-2 253 0</inkml:trace>
  <inkml:trace contextRef="#ctx0" brushRef="#br0" timeOffset="25168.21">18716 15719 176 0,'-1'-5'293'0,"1"5"-13"0,1-3-16 15,-1 3-19-15,0 0-14 0,-4-5-28 0,4 5-21 16,0 0-19-16,0 0-21 0,-1-4-16 0,1 4-16 16,0 0-12-16,0 0-9 0,0 0-8 0,0 0-10 15,5 12-7-15,-5-7-10 0,4 2-1 0,-1-1-7 16,-2 4-3-16,3 0-6 0,-1 2-2 0,0 0 3 15,-2 1-12-15,3 0-2 0,0 3-2 0,-2-3 1 16,3-1 4-16,-5-1-10 0,3 1 0 0,-2-3-3 16,2-2-1-16,-2 3-3 0,2-4-2 0,0 0 1 15,-2 1 4-15,2-3-2 0,1 1 4 0,-3-2-4 16,3-2 3-16,-4-1-1 0,10-1 2 0,-10 1-3 16,11-6 0-16,-5 1 1 0,3-2-1 0,-2 0 4 15,-2-1 11-15,6-2 11 0,-3 2 3 0,-1 0-1 16,0 0 8-16,1-3-5 0,-3 4 0 0,2-1-6 15,-3 3 0-15,-1 0-2 0,0 0-3 0,1 1-3 16,-3 0-9-16,4 1-4 0,-5 3-6 0,4-4 0 0,-4 4 0 16,6-1 1-16,-6 1-2 0,0 0-1 0,12 4-3 15,-5-2 2-15,1 2 0 0,-4-1 2 0,3 0-5 16,4 2 1-16,-3-3 0 0,0 2-3 16,2 1 4-16,1-1 0 0,-3-1 0 0,0-2-1 0,1 0 1 15,2 0 0-15,-4 1-3 0,1-4 5 0,0 1-5 16,-1-1 5-16,0-2-4 0,-1 0 4 0,-1-3-1 15,2 2 5-15,-5-1-5 0,1-1 11 0,1 0-4 16,-4-5 9-16,-2 1 3 0,-1 0-1 0,-1 0 3 16,-4 0-11-16,2-1 0 0,-1 1-10 0,-2 2 1 15,1-3-1-15,-2 2-11 0,2 1-19 0,1 1-31 16,-2 2-29-16,-1-1-29 0,5 4-37 0,1-1-40 16,-2 1-60-16,2 0-54 0,4 3-230 0,0 0-578 15,0 0 255-15</inkml:trace>
  <inkml:trace contextRef="#ctx0" brushRef="#br0" timeOffset="25433.82">19329 15729 103 0,'2'-5'420'0,"-2"5"5"0,1-4-7 0,-1 4-11 15,0 0-18-15,3-4-28 0,-3 4-25 0,0 0-34 0,0 0-28 16,0 0-26-16,1-4-29 0,-1 4-22 0,0 0-19 16,0 0-24-16,0 0-10 0,0 0-17 15,0 0-20-15,0 0-22 0,0 0-25 0,0 0-38 0,0 0-29 16,0 0-40-16,0 0-38 0,0 0-33 0,0 0-14 16,0 0-29-16,0 0-30 0,0 0-36 0,0 0-49 15,0 0-49-15,0 0-244 0,0 0-614 0,14 5 272 16</inkml:trace>
  <inkml:trace contextRef="#ctx0" brushRef="#br0" timeOffset="25918.18">19676 15662 170 0,'0'0'277'15,"0"0"-12"-15,0 0-15 0,-4-5-16 0,4 5-20 16,0 0-17-16,0 0-18 0,-4-4-14 0,4 4-19 16,0 0-16-16,0 0-13 0,0 0-10 0,-10 0-10 15,10 0-4-15,0 0-2 0,-12 4 2 0,8-1 4 16,-1-1-1-16,-4 2 3 0,3-2 0 0,-4 3 17 16,2-2-7-16,-5 2 16 0,3-1-14 0,-2 3 1 15,1-2 1-15,0 0-5 0,2-1-7 0,-1 1-9 0,3-2-13 16,3 0-15-16,-1 0-1 0,0-1-12 15,2 2-3-15,3-4 12 0,-6 4-17 0,6-4 3 16,3 4 5-16,-3-4 5 0,12 3-15 0,0-3-3 0,9 0-5 16,-2-2 1-16,4 2-7 0,7-2-11 0,3 1-5 15,-3-4-9-15,6 0-3 0,-4 2-7 0,0-2-15 16,-3 1-5-16,-5 0-7 0,-1 1 6 16,-5 1-15-16,4-2 2 0,-5 1-1 0,-6 0 2 0,3 0 11 15,-3 0-5-15,-6 1 4 0,4-1 3 0,-4 1 10 16,0-2-4-16,-5 0 2 0,3 1 3 0,-3 3 0 15,-4-7 3-15,-1 2 0 0,-4 1 0 0,2 0-3 16,-5 0 1-16,-3-4 2 0,3 4 16 0,-6-5-16 16,0 3-6-16,-2 1-18 0,1 0-11 0,0-1-14 15,4 3-21-15,-4-3-18 0,6 2-21 0,-1 0-17 16,-1 1-24-16,4 1-24 0,-1 2-21 0,5-1-29 16,0-1-20-16,2 1-189 0,5 1-483 0,-11 0 215 15</inkml:trace>
  <inkml:trace contextRef="#ctx0" brushRef="#br0" timeOffset="26136.92">19660 15523 63 0,'-4'-3'291'16,"4"3"-1"-16,-5-4-15 0,5 4-18 0,-6-1-27 16,6 1-29-16,0 0-24 0,0 0-16 0,0 0-3 15,-1 9-12-15,5-1-3 0,4-1-10 0,-2 5-9 16,3-2-13-16,-1 3-8 0,7 4-14 0,-1-1-8 0,-1-1-7 15,6 10-8-15,-5-9-6 0,5 6-4 0,-1 4-11 16,-2-5-28-16,0 2-18 0,-3-4-5 0,-1-2-19 16,-3 1-49-16,2-2-23 0,0 0-56 15,-3-4-44-15,-2-1-66 0,-1 0-160 0,2-2-457 0,-3-1 202 16</inkml:trace>
  <inkml:trace contextRef="#ctx0" brushRef="#br0" timeOffset="26497.82">20103 15454 127 0,'0'0'303'16,"-2"-6"-18"-16,2 6-22 0,-2-5-27 0,2 5-20 15,-1-2-29-15,1 2-25 0,0 0-16 0,0 0-13 16,0 0-9-16,0 0-18 0,-4 14-10 0,4-9-6 16,-1 2 2-16,-2 3 12 0,2 1-1 0,-1 1 4 15,-2 1 7-15,4-1-3 0,-3 6-4 0,-3-1-3 16,3-4-8-16,1 5-5 0,0-5-7 0,0 5-11 16,-1-2-5-16,3-3-9 0,0 3-3 0,3-4-9 15,1 1 0-15,-1-2 2 0,4 2 8 0,-3 0-22 0,2-4 3 16,4 3-14-16,-1-7-17 0,2 1-21 15,3-3-31-15,0 0-37 0,5-1-38 0,-1-2-35 0,1-3-37 16,1-1-35-16,-1-3-35 0,0 2-42 0,-8-3-154 16,3 0-496-16,1-4 219 0</inkml:trace>
  <inkml:trace contextRef="#ctx0" brushRef="#br0" timeOffset="26700.94">20463 15496 101 0,'0'0'225'0,"0"0"-22"0,0 0-9 16,0 0-2-16,0 0-1 0,0 0-10 0,-14 10-11 15,10-5-10-15,0 0-11 0,-2 2-13 0,1 2-14 16,-2 0-11-16,0 1-8 0,0 0-9 0,-2 2-11 16,0 3-9-16,0-5-4 0,1 5-5 0,-3-4-17 15,4 4-23-15,-1-4-25 0,0 0-28 0,0-1-36 16,4 0-45-16,0 0-51 0,-2-3-39 0,4-1-158 15,-4 1-385-15,5-4 170 0</inkml:trace>
  <inkml:trace contextRef="#ctx0" brushRef="#br0" timeOffset="26919.68">20321 15538 283 0,'0'0'285'16,"-3"-5"-24"-16,3 5-26 0,-1-1-29 0,1 1-18 15,0 0-25-15,0 0-11 0,0 0-14 0,0 0-8 16,7 10-3-16,-6-4-3 0,3 0-19 0,2 1-8 16,2 4-7-16,-1-5-9 0,2 3-6 0,0-3-7 15,1 4-9-15,3 0-28 0,5-3-36 0,-7 0-45 16,-1 0-51-16,5-2-66 0,-4 1-63 0,1-1-162 16,0-3-422-16,-1-1 186 0</inkml:trace>
  <inkml:trace contextRef="#ctx0" brushRef="#br0" timeOffset="27169.68">20560 15464 14 0,'0'0'371'0,"-5"-4"-24"0,5 4-24 15,0 0-26-15,0 0-30 0,0 0-5 0,0 0-12 16,0 0-16-16,19 0-14 0,-11 2-11 0,3 2-17 0,-1 0-10 15,1 1-19-15,2 3-21 0,-2-1-14 16,5 3-4-16,-5-2-14 0,3 4-11 0,-3 0-11 16,0-2-8-16,2 4-10 0,-3 0-6 0,-1 1-6 15,-5-2-9-15,-1 0-17 0,0 0-21 0,-3 5-36 0,-4-4-3 16,1 3-40-16,-7-1-25 0,4 5-19 0,-8-4-21 16,2-1-47-16,-1 1-56 0,1-3-62 15,-3-2-238-15,2 1-580 0,-1 0 257 0</inkml:trace>
  <inkml:trace contextRef="#ctx0" brushRef="#br0" timeOffset="28242.06">20736 15355 53 0,'0'0'280'16,"-7"-2"-24"-16,7 2-24 0,0 0-27 0,0 0-2 15,0 0 9-15,0 0-3 0,0 0 5 0,20 10-19 16,-7-4-3-16,4-2 0 0,4 2-3 0,-1 2-8 16,10 0-25-16,0 2 1 0,0-1-13 0,0 1-16 15,-4 1-10-15,-3-4-13 0,-5 2-15 0,5 1 0 16,-7 1-16-16,6-1-6 0,-2 1-14 0,-6 2-2 0,1 1-2 16,-6 0-6-16,0 1 0 0,-4 1-5 0,-1 2-5 15,0 0 1-15,-7 0-10 0,-3 2 18 16,-3 4-25-16,-3 2-17 0,0-1-10 0,4-7-18 15,-10 2-20-15,6-1-13 0,-2-2-17 0,-1-3-12 0,2 0-16 16,3-4-13-16,-1 3-13 0,3-3-22 0,0-1-35 16,3-3-42-16,1 0-45 0,2-2-205 0,-1-2-518 15,3-2 230-15</inkml:trace>
  <inkml:trace contextRef="#ctx0" brushRef="#br0" timeOffset="28648.3">21326 15523 18 0,'-2'-8'294'0,"2"8"-22"0,-2-2-23 0,2 2-24 16,0 0-23-16,0 0-22 0,0 0-19 0,0 0-20 15,0 0-13-15,0 0-11 0,0 0-10 0,-12 6-15 16,12-6-6-16,-1 6-11 0,-1-3-3 0,-1 1-11 16,3-4-5-16,0 6-5 0,0-6-6 0,0 6-3 15,0-6-5-15,3 5 0 0,-3-5-6 0,0 0 2 0,-3 5 3 16,3-5 7-16,0 0 20 0,0 0 11 0,0 0-6 15,0 0-4-15,0 0-4 0,0 0-9 0,0 0-4 16,0 0-5-16,-5-16-4 0,1 12-6 16,3 2-4-16,-2-4-10 0,-2 3-14 0,3-2-28 0,-1 2-28 15,-1 1-37-15,4 2-41 0,-5-5-50 0,5 5-46 16,-2-3-46-16,2 3-147 0,-4-3-451 0,4 3 199 16</inkml:trace>
  <inkml:trace contextRef="#ctx0" brushRef="#br0" timeOffset="29242.03">21409 15373 175 0,'-5'-2'219'0,"5"2"-20"0,0 0-27 0,0 0-15 15,0 0-15-15,0 0-18 0,-8 7-9 0,9-3-8 16,-1 2-11-16,0-6-11 0,3 8-7 0,-2-2-5 16,2 1-6-16,2-2-10 0,-2 1-5 0,1 1-2 15,4-4-4-15,-4 3-6 0,2-2 0 0,-1-1-7 16,1 1-1-16,2-2 0 0,-2 0-7 0,1 0-2 16,0-2 1-16,3-2 0 0,-2 2-3 0,-3-3-1 0,-1 1 22 15,3-1 14-15,-3 2 10 0,2-1 7 16,-2-2 11-16,-3 0 1 0,3 1 8 0,0-1 2 15,-1 2-1-15,1-2 9 0,-1 0-8 0,-3 4-1 0,5-4-5 16,-4 2-6-16,-1 2-4 0,5-5-14 0,-5 5-1 16,8-2-10-16,-8 2-7 0,8 3-10 0,0-1-2 15,-1 2 3-15,1 3-12 0,3 2-4 16,0 0 2-16,1 3-5 0,4 4-3 0,-2-2-1 0,-3 3 1 16,7 6-2-16,-2 1-2 0,-4 1-2 0,3 0-1 15,1 2 2-15,2-4-2 0,-4 5-3 0,0 0 2 16,-2-2 1-16,-3 2 5 0,1 1 19 0,-1-3 14 15,-5-7 13-15,-2 1 8 0,0-2 11 0,0 2 19 16,-5-4 12-16,2-3 11 0,-5 2 17 0,5-4 13 16,-7-2 9-16,-2 1 5 0,2-4-1 0,-5 0 4 15,0-4-4-15,-7 1-7 0,6-2-4 0,-5-5 0 16,-3-4 5-16,3-1-16 0,2-2-4 0,-5-4-6 16,4-2-12-16,0-3-11 0,2-6-17 0,2 0-8 15,2-4-22-15,4-5-5 0,1 2-24 0,4-2-29 16,6 1-31-16,-3 1-17 0,7 1-26 0,0 1-29 15,-3 5-28-15,8-1-36 0,-4 9-48 0,3 0-58 16,0 2-58-16,-3 2-62 0,3-1-73 0,-1 7-417 0,-2-2-951 16,0-1 420-16</inkml:trace>
  <inkml:trace contextRef="#ctx0" brushRef="#br0" timeOffset="35602.73">22432 15262 30 0,'5'-4'140'0,"-5"4"-6"0,0 0-13 0,0 0-14 15,6-4-10-15,-6 4-15 0,0 0-2 0,0 0-9 0,0 0-13 16,0 0-7-16,0 0 2 0,0 0 7 0,0 0 4 16,0 0 0-16,-9 14 4 0,4-9-5 0,4 0 4 15,-4 3 2-15,-4 0 0 0,-1 0-4 0,4 1 0 16,-5 2-1-16,0 0-3 0,-2-2 0 0,-2 4-4 15,0 1-1-15,-2-1-5 0,0 0-7 0,2-1 0 16,-3 0 2-16,4-1 4 0,-2 2 4 0,2-2-3 16,2-3-5-16,1 0-3 0,-1 1 0 0,4 0-6 15,-3-1-3-15,4-3-5 0,1-1 1 0,0 1-5 16,3-1-3-16,-1 0 1 0,2-2 0 0,-1 1 8 16,3-3 15-16,0 5 16 0,0-5 9 0,4 5 9 15,1-4 4-15,2 2-2 0,1-3-6 0,-1 1-1 16,7-1-4-16,-2 0-2 0,2 0 0 0,0-1 0 15,0 1-9-15,2 0-14 0,5 1 2 0,-1-2-2 16,-2 1-13-16,1-1-3 0,-3 1 1 0,-1 0 2 16,4 0-4-16,-4 0-9 0,2 0-4 0,-4 1 1 15,5 0-2-15,-7 0 10 0,4-1-13 0,-3 3-7 16,-4-3 4-16,-1 1-1 0,4 0-1 0,-3-1-1 0,-2 4 3 16,-1-4-6-16,2 1-2 0,-7-1 2 15,8 2-4-15,-8-2-4 0,8 0-5 0,-8 0-8 16,0 0-9-16,8 0-16 0,-8 0-15 0,0 0-14 15,0 0-17-15,0 0-20 0,0 0-54 0,0 0-38 0,0 0-41 16,3-3-46-16,-3 3-170 0,0 0-495 0,0 0 220 16</inkml:trace>
  <inkml:trace contextRef="#ctx0" brushRef="#br0" timeOffset="36321.46">22232 15745 129 0,'0'0'234'0,"-5"1"3"0,5-1-1 0,0 0-14 15,0 0-2-15,0 0-12 0,0 0-10 16,0 0-7-16,0 0-8 0,0 0-6 0,0 0-8 16,0 0-8-16,0 0-8 0,0 0-2 0,0 0 1 0,0 0-9 15,0 0-2-15,0 0-4 0,0 0 6 0,0 0-3 16,0 0 9-16,0 0-3 0,0 0-5 0,22-1-11 15,-16 0-2-15,2 2-14 0,-1-1-7 0,7-1-9 16,-3 2-9-16,-2-2-11 0,6 0-6 0,-1 0-6 16,5-2-9-16,-6 1-4 0,6-1-6 0,-5 2-4 15,2 0-3-15,-2-1-6 0,1 1-7 0,-4-1 4 16,1 1-13-16,0-1-20 0,-5 2-20 0,3 0-19 16,0 0-22-16,-4-2-25 0,1 4-27 0,0 0-17 15,-7-2-22-15,10-2-27 0,-4 4-29 0,-6-2-36 16,7-2-38-16,-7 2-32 0,7 2-275 0,-7-2-638 15,6-5 282-15</inkml:trace>
  <inkml:trace contextRef="#ctx0" brushRef="#br0" timeOffset="36883.94">22822 15361 191 0,'0'0'267'0,"-4"-3"-18"16,4 3-22-16,0 0-21 0,-11 0-17 15,11 0-19-15,-9 3-11 0,5 1-15 0,0 0-9 0,-2 0-9 16,1 1-7-16,-2 4-9 0,0-1-6 0,2 3-11 16,-2-3-6-16,0 3-8 0,6 0-2 0,-4-1-13 15,2-1-5-15,1 1-9 0,-2 2-2 0,4-2-4 16,0 0-4-16,0-2-3 0,3 2-3 0,-2-4-1 15,4 2 2-15,1 0-5 0,1-1 2 0,1 0-1 16,2-2 0-16,3-1 0 0,-2 2 0 0,3-3 1 16,-1-3-8-16,4 0 1 0,-4-3-2 0,1 1-2 15,1-3-3-15,-3 0-1 0,4 0 1 0,-5-1 2 16,1-1-4-16,-2-1-1 0,-2-1 1 0,-1 0 3 16,2-1 1-16,-4-1-1 0,-3 1-5 0,0 0 1 15,-4-3-1-15,1 3-3 0,-3 0-1 0,-2-2-6 16,-3 1 7-16,-1 3-6 0,2-2-4 0,-4 3-9 15,0 0-12-15,2 0-14 0,-5 4-14 0,4-2-16 16,-3 4-19-16,4 0-20 0,-4 2-20 0,2 0-27 0,1 3-42 16,4-3-33-16,-2 2-225 0,4 1-488 15,0-1 216-15</inkml:trace>
  <inkml:trace contextRef="#ctx0" brushRef="#br0" timeOffset="38290.14">23018 14944 273 0,'0'-4'292'0,"0"4"-9"0,-2-8-18 16,0 5-16-16,2-2-10 0,0 0-11 0,0-1-10 15,-4 2-9-15,4 4-3 0,0-8-13 0,0 2-13 16,0 6-13-16,0-6-17 0,0 2-17 0,0 4-10 16,0-7-9-16,0 2-13 0,0 5-11 0,0 0-2 15,4-5-19-15,-2 2-7 0,2 0-8 0,4-1 0 16,-3 3-14-16,3-1-4 0,-1 0-5 0,8 1 0 15,-5-2-8-15,3 2 0 0,-2 1-4 0,2 0-2 16,1 0 0-16,0 0-3 0,1 4 4 0,-3-4-9 16,0 2 0-16,-1 2-2 0,0-1 1 0,-3-1 0 15,3 3-5-15,-3-2 1 0,-1-2-3 0,1 0-1 16,-1 2-3-16,0-1 1 0,-4-1-1 0,2 1 1 16,0 1-3-16,-2-1-2 0,-3-2-1 0,0 0 6 15,3 3 0-15,-3-3-3 0,5 2 2 0,-5-2 4 16,2 3 1-16,-2-3-5 0,0 7-1 0,3-5 2 15,-3-2 4-15,0 6-1 0,1-3-6 0,-1 4 8 16,0-1-9-16,0 0 6 0,1 1-1 0,-1-1 2 16,2 0-7-16,0 4 3 0,1-1 5 0,-1 1-3 15,0 0-2-15,3 1-1 0,-5 1 0 0,3 2 1 0,1-1 1 16,3 3 3-16,-4 0-4 0,4 3-2 16,-1-1 5-16,1 1 3 0,1 0-1 0,-3 0-3 15,4 2 8-15,-5 1-7 0,1-3-3 0,2 0 16 16,-1 2-12-16,-1-2 1 0,5 0 8 0,-8-1-4 0,5 0 1 15,-3 0 1-15,2-1 2 0,2-1 5 0,-3 2-3 16,1-5 3-16,-1-1-1 0,-2 0 2 0,1 0 2 16,1-2-1-16,1 1-6 0,-2-2 11 0,0 2 5 15,0-3-3-15,0 0-2 0,0 1-2 0,-1-2 0 16,1 0-2-16,0-2-5 0,-2 2 2 0,0-2 3 16,1 3-3-16,0-2-2 0,-2-3-8 0,2 2 5 15,-2 1-4-15,3-1 5 0,-2-2-8 0,-1 3 5 16,3-2-2-16,-3 0 1 0,1 1-4 0,-1-1 1 15,0 0-4-15,2-2 3 0,-3 3-2 0,2-2 4 16,-2-3 0-16,2 6-3 0,2-3 2 0,-4-3-5 16,2 6 2-16,-1-3 4 0,-1 2-5 0,2-2 0 15,-2-3 5-15,2 6-1 0,-2-4-4 0,3 1 2 16,-2 1-1-16,-1-4 4 0,0 5-4 0,4-1 4 16,-4 0-10-16,0-4 6 0,0 3-1 0,0-3 4 15,3 5-3-15,-3-5 1 0,1 3 0 0,-1-3-1 16,2 4 15-16,-2-4-17 0,0 4 0 0,0-4-1 15,0 0 1-15,0 0 1 0,1 5-2 0,-1-5 0 0,0 0 3 16,0 0 2-16,3 4-5 0,-3-4 5 0,0 0-8 16,0 0 5-16,1 3 5 0,-1-3-6 15,0 0 3-15,0 0 0 0,0 0-2 0,0 0 0 0,0 0 3 16,0 0 1-16,0 0 0 0,-1 5 0 0,1-5-1 16,0 0 2-16,0 0 2 0,0 0 9 0,0 0 6 15,0 0 17-15,0 0 5 0,0 0 6 0,0 0 11 16,0 0 6-16,-8 2 5 0,8-2 5 0,-6 1-2 15,0 1-5-15,1 0-5 0,-3-1-6 0,0 1-7 16,-4-1-4-16,-2 1-7 0,-1 0-2 0,0-1-9 16,-2 3-12-16,-4 1-26 0,-1-1-42 0,-1-1-57 15,0-1-63-15,1 0-63 0,3 1-65 0,-1-1-88 16,6-1-371-16,-2 0-820 0,4-2 364 0</inkml:trace>
  <inkml:trace contextRef="#ctx0" brushRef="#br0" timeOffset="52697.08">22206 12587 73 0,'-27'9'81'16,"-1"0"-28"-16,6-3-7 0,0 2-3 0,0 0 0 15,2-1-11-15,1-1 1 0,-2 2-11 0,6-3 5 16,2-1-2-16,3 0 1 0,1 0-6 0,2-3 1 16,3 2-3-16,-3-3 6 0,7 0-7 0,0 0-8 15,0 0-19-15,-8-6-5 0,5 1-18 0,3 5-7 16,4-7-47-16,-2 1-92 0,2 1 41 0</inkml:trace>
  <inkml:trace contextRef="#ctx0" brushRef="#br0" timeOffset="53410.5">22213 12512 78 0,'8'-8'266'0,"-2"-4"-7"0,-1 5-4 0,-1 0-2 16,2 2-14-16,-1-3-14 0,0 2-10 0,-2 3-12 16,1 1-2-16,-1-2-14 0,0 0-12 0,-2 0-14 15,-1 4-15-15,4-4-17 0,-4 4-19 0,3-2-14 16,-3 2-16-16,0 0-15 0,0 0-7 0,0 0-6 15,0 0-10-15,-7 14 2 0,-3-3 0 0,3 7-4 16,-6 0 0-16,-7 7-4 0,-1 4-3 0,-6 0 4 16,-8 12 1-16,-2 1-2 0,-4-3 3 0,2 3 2 15,-6-2-3-15,7 0-1 0,-4-3-3 0,3-2-5 16,10-9 1-16,0 0 1 0,2-1-6 0,-2 1-5 16,-1-2 0-16,7-3-5 0,-1-2 2 0,3-1 1 15,4-4-4-15,3-2 0 0,-2-1 0 0,6-3-5 16,1 0-1-16,-1-1-8 0,5-3-18 0,1 1-9 0,-2-1-6 15,2 0-16-15,4-4-10 0,-5 4-9 0,-1-2-10 16,5 2-15-16,1-4-11 0,-3 2-25 16,3-2-29-16,-1 3-28 0,1-3-32 0,0 0-28 0,0 0-24 15,0 0-157-15,-3 2-462 0,3-2 204 0</inkml:trace>
  <inkml:trace contextRef="#ctx0" brushRef="#br0" timeOffset="53957.36">21533 12984 53 0,'0'-4'152'0,"0"4"-22"0,0 0-8 16,0 0-18-16,0 0-4 0,-4 11 2 0,1-6-5 15,3 3-2-15,-4-2 0 0,4 5-1 0,-3-2 1 16,-1 2 4-16,-1-2-7 0,2 5-3 0,-4-2 0 16,-2 3 4-16,-3 1-1 0,2-1 10 0,-1 1-6 15,-1-2 3-15,0 2-2 0,-1-1-4 0,4-6-3 16,-1 7-8-16,2-6-7 0,0 0-6 0,3-5-6 15,-1 4-6-15,1-1-6 0,2-1-6 0,-1-1-5 16,4 0-1-16,0-1 0 0,3 1 1 0,2-3 14 16,8 2 1-16,5-2-4 0,12-1 0 0,4-2-6 0,-2 3-3 15,3-4-8-15,-1-1-1 0,0 1-9 0,-4 1 1 16,0-4-1-16,-6 6-5 0,-2-1 3 16,-3 0-8-16,0 2-2 0,-4 0-1 0,-3-1 0 0,-3-1-3 15,0 1-3-15,-4-1-1 0,2-1 4 0,-7 0-4 16,7 1 0-16,-3 0 11 0,-4-1 21 0,0 0 21 15,0 0 16-15,0 0 6 0,0 0 15 0,0 0 17 16,-25-5 6-16,12 0 11 0,1 0 7 0,-6-1-14 16,-3-3-3-16,4-3-5 0,-5-1-3 0,-1-5-5 15,1-5-10-15,1 3-6 0,3-6-20 0,4 5-13 16,-2-5-11-16,5 1-11 0,2 7-15 0,3 0-26 16,-2 1-22-16,4 1-25 0,0 3-41 0,0 4-47 15,0 0-58-15,0 7-67 0,2-4-111 0,2 3-319 16,0 3-753-16,0 0 333 0</inkml:trace>
  <inkml:trace contextRef="#ctx0" brushRef="#br0" timeOffset="54691.71">24374 13940 175 0,'-1'-4'238'0,"1"4"-26"0,-4-3-21 0,4 3-24 15,-12 1-18-15,12-1-14 0,-21 5-6 0,6 2-4 16,-5 4-2-16,-9 2-2 0,2 2-6 0,1 1-6 15,0 2-8-15,-1 7 1 0,0-4-6 0,-2 5-2 16,1 0-4-16,-10 10-9 0,12-12-8 0,-3 1-10 16,-1 1-4-16,3 0-8 0,0-1-3 0,-3 0-7 15,2-1-3-15,4-2-2 0,-1-2-5 0,1 1-4 16,4-1-1-16,-3-2-11 0,7-3-29 0,3-3-23 16,3-3-28-16,0-1-32 0,2-1-43 0,0-2-43 0,2-2-239 15,2-2-455-15,0 1 202 0</inkml:trace>
  <inkml:trace contextRef="#ctx0" brushRef="#br0" timeOffset="55177.57">23688 14226 210 0,'0'0'184'0,"0"0"-22"0,0 0-17 16,0 0-16-16,0 0-11 0,4 6-10 0,-6 0-10 15,1 1-14-15,-2 1-7 0,0 0-4 0,-2 4 0 16,1 0 3-16,-4 4-5 0,1 1-10 0,-3 1-5 16,1 1-5-16,-3-1 7 0,-2 6-5 0,1-6-6 15,3-1 6-15,-8 5-1 0,5-5 3 0,0-2-4 0,0 0-2 16,3-2 3-16,-2-4 3 0,3 1-3 15,2 0-6-15,-2-2-7 0,3-4 1 0,0 2-4 16,4-1-4-16,-1-1-3 0,-1-1 1 0,4 0-1 16,0-3 5-16,1 6 17 0,7-4-2 0,2 0 1 0,3 0-6 15,8-1-4-15,9-1-3 0,-1 2-4 0,4-1-7 16,4-1 2-16,-6-1-6 0,2 1-2 16,0 0-3-16,-2 2-2 0,-3-1-4 0,-5-1 2 0,-1 2-6 15,-3-2 7-15,0 0-6 0,-8 1 0 0,-2-1 1 16,-3 0 27-16,1 0 21 0,-2 1 39 0,-5-1 61 15,0 0 33-15,0 0-6 0,3-6-10 0,-3 6-3 16,-11-10-5-16,-1 1-5 0,-6-3-5 0,-2 2-16 16,-7-11-11-16,-2 5-13 0,-1-6-11 0,3-1-9 15,-3 0-14-15,3 0-37 0,4-2-31 0,1 1-42 0,3 1-51 16,7 6-66-16,2 1-70 0,1 5-91 0,6-2-109 16,0 2-295-16,9 1-769 0,3 3 341 15</inkml:trace>
  <inkml:trace contextRef="#ctx0" brushRef="#br0" timeOffset="170065.51">24713 12602 19 0,'3'-6'221'0,"-2"-1"-14"0,3 2-15 0,0-1-18 15,0 1-17-15,2-4-12 0,2 1-9 0,3 2-5 16,-2 1-4-16,5-2-10 0,-2 1-5 0,1 3-2 16,7-2-5-16,-6 2-10 0,2 1-11 0,3-1-6 15,-6 3-5-15,0 4-10 0,2-2-5 0,-3 3-2 16,1-2-4-16,0 4-1 0,-4 1-4 0,3 0 2 0,-3 3 1 16,4 3 0-16,-3 1 1 0,-3 2-2 15,1 2 1-15,-2 5 0 0,3 3-4 0,-4 0-2 16,-2 0-5-16,1 4 2 0,1-1 3 0,1 5 10 0,0-3 2 15,0 4 3-15,-2 0 3 0,0 1-3 0,-1 2 1 16,3 12-4-16,-1-14 6 0,0-1-1 0,3 17 5 16,1-1-5-16,-3-4-1 0,2 2-2 0,-1 2 7 15,-3-3 5-15,7 1-5 0,-7 1-6 0,4-1 4 16,1 2-5-16,-4-4 3 0,3 1 4 0,-4-11 5 16,3 11-13-16,-3 1-3 0,-1 2-6 0,1-2-4 15,-2-13 6-15,1 13-3 0,-3 2 3 0,-3-4-7 16,1 1-1-16,2-11-3 0,-3 13-6 0,3 1 2 15,-4-1 5-15,4-1-9 0,-1-13-1 0,-3 11-2 16,-2-10-1-16,2 0 0 0,0 0 1 0,2 0-3 0,0 1-1 16,-1 0 0-16,-1 11 1 0,3-12 1 0,-2-1-3 15,6 3 0-15,-6-3 8 0,3 1-9 0,-3 0 0 16,2-2-11-16,-2-2 2 0,2 0-3 0,-2 1 2 16,0-1 2-16,9-1-1 0,-9-1-2 0,3-4 0 15,0 0-2-15,0 0 1 0,-3-2-2 0,3-4 2 16,0-3-9-16,0 2 2 0,-5-4 2 0,3 1 3 15,0-3-5-15,-1-2 4 0,-1 0 0 0,-3 4 2 16,2-9 3-16,-4 3-2 0,-2 3-1 0,-2-2 3 16,-3-1-2-16,-2 0 2 0,-2-3-5 0,-9 3 0 15,-5-3 3-15,0 2-1 0,-5-3-27 0,0 1-29 16,-16-2-42-16,-1-2-38 0,14-1-48 0,0-3-33 16,2 0-37-16,0 1-46 0,3-4-44 0,7-3-64 0,7 1-245 15,12-3-696-15,4 1 308 0</inkml:trace>
  <inkml:trace contextRef="#ctx0" brushRef="#br0" timeOffset="171799.75">25979 13371 36 0,'1'-13'273'15,"4"-4"-11"-15,-5 0-11 0,2 7-9 0,1 0-9 0,-3-2-12 16,1 2-12-16,1 2-16 0,-1 1-7 0,-1 0-13 16,0 2-13-16,3 0-20 0,-3 5-11 15,0-6-17-15,1 3-18 0,-1 3-9 0,3-2-10 0,-3 2-7 16,0 0-6-16,4 13-5 0,1-2-2 0,-2 0 6 16,3 6-9-16,-4-4-4 0,1 6 1 0,0 0 1 15,1 3-4-15,-1 5 1 0,0-1-8 0,0 0-2 16,4 1-5-16,-7-7 0 0,4 8-13 0,-2-2 3 15,-2-5-2-15,2-2-4 0,0 2 2 0,-2-3 0 16,1-5-4-16,2-1-5 0,-2 1 4 0,3-1-1 16,-1-4-1-16,0 0-2 0,-1-3 4 0,1-1-4 0,5 1-20 15,-4-2-35-15,5-3-35 0,1-3-34 0,4 1-39 16,2-7-28-16,2 2-20 0,1-5-17 16,5-4-10-16,2 0 1 0,-2 0 12 0,-4 5 11 0,-1-1 20 15,0-1 14-15,-1 2 19 0,-3 0 19 0,-2 4 29 16,-2 2 22-16,-3-2 26 0,2 3 13 0,-5 1 19 15,-1-1 16-15,0 3 33 0,-4 1 20 0,0 0 17 16,0 0 19-16,3 10 12 0,-3-7 9 0,-3 3 7 16,2 0 3-16,-2 0-1 0,1 1-7 0,0 2-6 15,-1 1-8-15,2 2-8 0,2-3-9 0,-1 1-6 16,0 2-4-16,3-4-5 0,1 2-4 0,-1-3-4 16,4 4-4-16,2-4-3 0,1-1-5 0,0 0-3 15,0-3 1-15,4 0-7 0,-2 1 1 0,3-7-7 0,-3 2-2 16,3 0 0-16,-2-2 1 0,0 1-6 15,-1-3-2-15,-3-2 1 0,1 2-5 0,-6 1 3 16,3-3-3-16,-4 0 0 0,-2 2-1 0,-1-3-3 0,0 3-1 16,-4 0-2-16,0-2 0 0,-1 2 2 0,-3-1 4 15,-3 1-5-15,1 0 3 0,0 0-3 0,-1 1 0 16,-1 0 0-16,5 0 1 0,1 1 3 0,-4 0 1 16,6 0-1-16,-1 1 3 0,0-1 4 0,5 3-4 15,-4-3-2-15,4 3-1 0,0 0 1 0,12-6 2 16,-3 2-4-16,4 2-1 0,1-2 0 0,0 0-3 15,6 0 0-15,-1 0-4 0,-1 0 2 0,1-2 1 16,0 3 0-16,-2-2-9 0,-2 3 5 0,2-6 0 16,-6 4 0-16,3 3-1 0,-5-6-2 0,-2 5 5 15,1-2 1-15,-2 2 1 0,-1-1-4 0,-1 1 1 16,0-1-2-16,-4 3 3 0,2-5 3 0,-2 5-8 16,0 0 3-16,0 0 1 0,-6-5-1 0,6 5-2 0,0 0-1 15,-11 0 3-15,11 0-1 0,0 0 0 16,-13 2-1-16,9 0-2 0,4-2 1 0,-6 3 4 15,6-3 1-15,-3 6-2 0,3-2 2 0,0-4 2 0,3 7-2 16,3-1 0-16,-2-2 0 0,4 1 0 0,1-1 4 16,2 2-2-16,0-3 0 0,-1 1-4 0,-1 5 0 15,2-5 1-15,-4-1 0 0,-2-1 2 0,3-1-3 16,-1 3 2-16,-1-1-3 0,-2-2-2 0,-2 3-1 16,-2-4 3-16,6 2-3 0,-6-2 1 0,0 0-3 15,0 0 1-15,0 0 2 0,-18 4-1 0,11-4 2 16,-1 1 2-16,-3-1 2 0,2 0-3 0,-1 2 1 15,-2-1 0-15,1 2-4 0,4-3 2 0,-4 2 0 16,4-1 3-16,-2 2-3 0,1-1 0 0,2 1 2 16,0-1-3-16,0 1 3 0,2 0-2 0,0-1-1 15,1 1-1-15,1-1 3 0,2-2 3 0,-3 5-9 16,3 0 8-16,0-5-2 0,0 0-1 0,1 5 0 0,1-3 0 16,-2-2-6-16,2 3-5 0,-2-3-2 0,10 0-5 15,-10 0 3-15,8 1 4 0,-8-1-2 0,12-3 2 16,-9 1 2-16,3-1 1 0,-2 1 3 0,1-1-7 15,0 0 6-15,0 1 3 0,-1-1-1 0,-2 0 0 16,1-1-1-16,1 1 1 0,0 0 5 0,-1 0-2 16,2 0 3-16,-2-1 0 0,1 2 0 0,0-1 1 15,-2-1-2-15,0 0-2 0,1 2 5 0,1-2-3 16,0 2 3-16,0-5-2 0,0 4-7 0,2 0 8 16,-3 0 1-16,-1-1-2 0,4-1 2 0,-1 1 0 15,1 2-1-15,-2-2-1 0,1 0 3 0,2 0-7 16,-3 1 5-16,3-2-1 0,-2 0 4 0,-1 2-2 15,5 0 0-15,-4 1-1 0,-1-1 3 0,0 1-7 0,0-1 7 16,0-1-2-16,-1 2 1 0,-3 2 0 16,5-4-2-16,-5 4 0 0,6-1-2 0,-6 1 0 15,0 0 2-15,0 0 2 0,5-3-2 0,-5 3 1 0,0 0-1 16,6-4-2-16,-6 4-1 0,0 0 5 0,5 0-2 16,-5 0 2-16,0 0-8 0,0 0 6 0,0 0 0 15,0 0 2-15,0 0-4 0,0 0 0 0,0 0 5 16,8 2-1-16,-8-2-1 0,0 0 1 0,0 0 1 15,0 0 0-15,0 0-2 0,0 0 0 0,0 0-5 16,0 0 10-16,0 0 1 0,0 0 4 0,0 0 8 16,-1 6 8-16,1-6 5 0,0 0-2 0,-4 8-3 15,4-3 0-15,-2 1-5 0,1 0-2 0,1 0 0 16,3 0 2-16,-2 3-2 0,3-2-4 0,3 4-5 16,-1-1 2-16,2 0 0 0,-4-1-2 0,3 1-4 15,-2 0 4-15,3 1-5 0,0 1 3 0,-2-4 3 16,-1 3-5-16,-1-4-2 0,-1-1-1 0,-3 1 0 0,2 1 7 15,-4-2 5-15,-1 2 5 0,-2-2 8 0,-1 0-1 16,-2-3 0-16,-4 0-1 0,0-1-1 16,-2 2-6-16,2 0 3 0,-3-3-4 0,3 0-2 0,1-2 1 15,0 1 0-15,4-1-13 0,2-3-13 0,-1 2-41 16,2-2-50-16,4 1-60 0,2-6-65 0,6 2-259 16,0-1-523-16,7-2 231 0</inkml:trace>
  <inkml:trace contextRef="#ctx0" brushRef="#br0" timeOffset="172580.94">27410 13474 192 0,'-3'-3'261'0,"3"3"-15"0,-8 0-14 16,8 0-9-16,-12 2-14 0,5-1-13 0,0 2-15 16,5 1-17-16,-5 0-16 0,0 1-18 0,6 0-6 15,-3 0-6-15,1 0-11 0,2 3-11 0,-1-2-6 16,-1 3-10-16,6-4-6 0,0 4-11 0,1-2-2 16,-1 1-2-16,0-3-12 0,4 2-1 0,-1-3-3 15,2 2-7-15,0-2-3 0,3 1 1 0,-1-3-4 16,-2 1 0-16,1-3-7 0,0 0-1 0,2-3-5 0,-3 1 1 15,2-2-2-15,-4 0-3 0,1-1-4 0,-2 0 0 16,0-1 0-16,-2-2-1 0,1-2-1 16,-1 0 0-16,-2 0-4 0,-1 0 0 0,0-1-1 0,0 0 12 15,-1 0-11-15,-2 1 3 0,-1 0-1 0,1-1 10 16,0 2 7-16,1-1 6 0,0 4 2 0,2-1 1 16,-2 1 1-16,2 1-7 0,0 0-2 0,0 0 4 15,0 5-15-15,0-6 4 0,4 4 0 0,-4 2-4 16,0 0-2-16,16 5 7 0,-9-2-16 0,4 2 4 15,1 2 4-15,-1 1-7 0,4 2 0 0,-1 2-4 16,1-1-5-16,-4 2-8 0,-2-2-6 0,1 0-15 16,-1 2-5-16,0-2 0 0,-3 1-2 0,1-4 2 15,-3 5 5-15,0-2-1 0,0-2 0 0,0-3 2 16,-4 1 3-16,3-4 0 0,-1 2 10 0,-2-1 4 16,0-4 5-16,0 0-1 0,0 0 8 0,0 0 12 15,0 0 13-15,0 0 7 0,0 0 8 0,-7-14-3 0,7 4 9 16,0 4 10-16,0-5 4 0,2 2 13 0,-2-2 9 15,2 3-5-15,2-2-4 0,0-3 8 0,1 4-7 16,1-1-6-16,3 1-8 0,-2 0-1 0,4 1 2 16,-3 1-22-16,3 0-3 0,4 2-1 0,-1 2-8 15,-2 1 8-15,0-1 1 0,0 2-16 0,2 4-4 16,-2-1 0-16,0 1 0 0,1 2 13 0,1 0-28 16,-3 3 4-16,-1 0 3 0,-2 0-40 0,2 3-30 15,-5 0-31-15,-1 1-43 0,-4 1-48 0,0 0-61 16,-3 0-66-16,-1 4-249 0,-1-6-612 0,-6 5 271 15</inkml:trace>
  <inkml:trace contextRef="#ctx0" brushRef="#br0" timeOffset="174252.69">28535 13240 155 0,'-8'-6'262'0,"0"3"-17"0,-5-4-7 0,3 5-18 15,-3-2-19-15,1 2-7 0,0 3-16 0,2-2-13 16,-2-2-13-16,0 6-18 0,3-1-10 0,-1 2-9 0,4 0-11 15,-2 1-12-15,3-2-5 0,0 4-8 0,0-1-8 16,4 2-5-16,0-1-3 0,2 3-5 0,4 0-4 16,-4-4-6-16,5 4 0 0,-1 0-8 0,4-1-4 15,1-1-3-15,1 2-4 0,-1 0-2 0,3-4-3 16,-2 1-2-16,0 1-1 0,0-1-5 0,-3 1-3 16,3-1-5-16,-4-2 2 0,0-1-3 0,0 1 0 15,-5-1 0-15,5 2 0 0,-3-1-1 0,-1-2-1 16,-2 2-2-16,-1-2 3 0,0-3 0 0,-4 9 1 15,-2-6 1-15,0-1-1 0,-4 3-3 0,-3-4-6 16,2 2 0-16,-4 0 4 0,1-1 0 0,-6 1 2 16,6-2-6-16,-5 0 3 0,6 1-1 0,3 0 1 0,-1-1-7 15,2-1-5-15,2 0 0 0,7 0-9 0,-11 0-12 16,11 0-12-16,0 0-9 0,-2-3-7 16,2 3-8-16,0 0-10 0,16-7-12 0,-5 5-11 0,3-1-11 15,4-2-5-15,1 1-3 0,1-1 10 0,0 3 5 16,3-3 4-16,-4 0 14 0,1 2-1 0,3-1 17 15,-5 1 2-15,-2-1 14 0,-2 2 2 0,0-1 11 16,-2 1 11-16,-3 2 9 0,-2-3 19 0,1 1 15 16,-3 2 11-16,-5 0 14 0,8 0 3 0,-2-2 3 15,-6 2 0-15,7-2-6 0,-7 2-3 0,7-2-4 16,-7 2-2-16,0 0-5 0,0 0 6 0,8 6-2 16,-8-6-4-16,4 6 3 0,-4-1-3 0,3 0 1 15,1 0-4-15,-3 0-3 0,-1 0-2 0,4 2 0 16,-1-1-1-16,-1 2-2 0,3-1-1 0,-4-2 1 15,2 1-2-15,1-1 0 0,3-1-3 0,-3 1 2 16,0-1 0-16,0-1-1 0,0-3 1 0,-4 0-2 0,7 2 1 16,-7-2-2-16,11-4-2 0,-6 1 3 0,1 0-1 15,1-1-9-15,-1-1 9 0,3-3 7 0,-5 2 26 16,0-1 14-16,1 1 8 0,-1 1 4 0,0-4-2 16,-1 2 10-16,-2 1-1 0,1-1-2 0,-2 2-4 15,1 0-1-15,-1 2-4 0,1-1-4 0,-1 4-8 16,3-7-8-16,-3 5-6 0,0 2-6 0,0 0-3 15,0 0-6-15,0 0 3 0,0 0-6 0,0 0 1 16,0 0-9-16,7 10 5 0,-4-6 0 0,2 1-7 16,1 0-7-16,6-1-11 0,-2 2-13 0,6 2-11 15,-3-3-3-15,10 0-4 0,7 3 0 0,3-3-5 16,-2 0 0-16,2 2 4 0,0-6 2 0,2 1 5 16,-1 2 4-16,0-5 3 0,-3 2 5 0,0-4 0 0,-3 2 3 15,-5-2 3-15,-4-2 0 0,0-2 5 16,0 1 7-16,-7-1 5 0,0 2 13 0,-1-4 18 15,-4 3 12-15,1-2 12 0,-4 0 8 0,-1 2 4 0,-2-2 6 16,-1 2 4-16,-1-2-4 0,-2 3-1 0,-1-1-3 16,-4-2-13-16,1 4 4 0,2 1-6 0,-5 0-6 15,-2-1-10-15,5 4-2 0,-2 1 0 0,1 5-11 16,-3-1 3-16,4 5-6 0,0-2-2 0,2 5-3 16,2 4-4-16,0 1 4 0,3 4-5 0,0-2 1 15,3 7-2-15,2 1-1 0,5 4 3 0,-5-1-2 16,8 0-3-16,-2-2 0 0,1 2-9 0,3 0 5 15,-2-3 4-15,5 0-5 0,-3-1 0 0,-1-3 7 16,1 0-7-16,-5-5 1 0,-1-4-3 0,-4-2 0 16,-1-3 3-16,0-2 2 0,-1-2-10 0,0-1 11 15,-3-1 1-15,0-1 0 0,0-3-2 0,0 0-1 16,-17-4 4-16,4-3-8 0,-5 1 3 0,-2-5 2 0,-9-5 3 16,-2 2 0-16,1-3 16 0,1-2-23 0,-2 1 4 15,4-1 0-15,6 0 3 0,1-1 17 16,6 4-24-16,-2-9-7 0,9 6 4 0,3-1-23 0,1-1-18 15,6 1-14-15,7-6-19 0,5 2-10 0,2 1-4 16,6 2-8-16,5 1-1 0,2 0 0 0,1 0 0 16,2 2-8-16,-2-2-6 0,1-1 3 0,-2 3 12 15,2 2 7-15,-5-2 7 0,-1 1 15 0,-4-1 1 16,-5 4 11-16,-2 0 6 0,-4 0 9 0,1-1 10 16,-1 0 19-16,-7 4 21 0,0 2 26 0,-2-2 14 15,0-1 14-15,-2 4 13 0,-2-3-4 0,0 0-4 16,-1 1-4-16,-2 0-10 0,0 3-7 0,1 5-1 15,1-4-12-15,-1 3 1 0,4 3-5 0,-10 0-2 0,10 0-1 16,-8 9 1-16,4-4-12 0,1 4 5 16,-1 4-1-16,2 2-3 0,2 3 2 0,2 3-2 15,-2-1-1-15,4 7-2 0,3-2 0 0,1-4-4 0,0 5 1 16,-2-6 0-16,1-1 1 0,2 1-4 0,2-2-4 16,-3 0 8-16,3-3-2 0,-3-1-8 0,2-4 9 15,-2 0-1-15,3-4-2 0,-2-3 2 0,1 2 0 16,-2-3-1-16,-1-2-2 0,2 0-4 0,-3-5 3 15,2 0-7-15,-3-1 3 0,4-3 1 0,-4 1-2 16,-2-2 1-16,2-1 2 0,-2 1-1 0,1-1 5 16,-3-1 14-16,-1 1 11 0,4 0 12 0,-4 3 7 15,0 2 5-15,-2 0 3 0,0-1 2 0,2 3 2 16,-1 0 4-16,1 4-32 0,0-5-2 0,0 5-5 16,0 0-1-16,0 0-3 0,0 0-1 0,-7 10-5 15,6-2 3-15,-2 2 18 0,3 2-18 0,4-2 1 16,-1 2-8-16,2 1 3 0,-1-2-3 0,1 1 4 0,1-1-9 15,4 0-29-15,2-4-25 0,-1 2-30 16,3-3-40-16,-3 2-49 0,3-4-49 0,3-4-61 16,-2 1-72-16,-2-1-180 0,3-2-571 0,-2-1 253 0</inkml:trace>
  <inkml:trace contextRef="#ctx0" brushRef="#br0" timeOffset="175080.75">30496 13087 104 0,'-7'-1'209'0,"-1"0"-14"0,8 1-17 15,-15 2-9-15,6 1-18 0,-1-2-11 0,1 2-8 16,1 2-13-16,-2 0-13 0,4 1-5 0,-4-2-10 15,4 3-7-15,2-2-11 0,0 1-8 0,0 1-3 16,1-2-4-16,2 1-7 0,1 2-6 0,3-2-3 0,1 4-2 16,1-1-3-16,5-2-9 0,0-2 0 0,0 1-7 15,2-1-10-15,3-1-5 0,-1-3-2 16,-1 6-4-16,0-4 4 0,-1 0 1 0,-4-1-3 0,0 0 2 16,-2-1 0-16,2 1-2 0,-3-1 8 0,-5-1 1 15,2 2 3-15,-2-2 19 0,0 0 9 0,-15 3 8 16,5 0 5-16,-2 1 5 0,0-3-1 0,-1 1-2 15,-3 6 0-15,5-1-4 0,-2-2 2 0,0 0-1 16,2 1-7-16,1 1-2 0,0-2-3 0,2 4-7 16,1 0 2-16,2 0-5 0,2-2-2 0,3 1-2 15,0 1 3-15,3 0-3 0,5-1-7 0,1 2 3 16,4-4 2-16,3 3-10 0,3-3 0 0,3 2-6 16,0-4-34-16,2 0-19 0,7 0-30 0,5-2-32 0,-1-2-36 15,-4-1-33-15,3 0-29 0,-1-4-29 16,-2 0-177-16,-1-3-444 0,-8 3 197 0</inkml:trace>
  <inkml:trace contextRef="#ctx0" brushRef="#br0" timeOffset="175283.86">31025 13236 60 0,'-1'-4'275'0,"1"0"1"0,0 4-4 0,-1-6-3 16,1 6-14-16,-4-5-15 0,4 5-18 0,-5-1-16 15,5 1-15-15,-8-3-14 0,8 3-16 0,-10 4-14 16,4 0-7-16,-1 1-13 0,0 1-14 0,-5 2-11 15,4 1-6-15,-2 0 2 0,-3-2-20 0,-1 8-15 16,-1-2-2-16,2 2-3 0,-1-2-23 0,-1-1-21 16,0 1-28-16,0-3-30 0,1 3-31 0,2 0-33 15,3-6-35-15,1 1-32 0,-2-4-35 0,3 1-26 16,1-1-31-16,0-2-144 0,2 1-445 0,4-3 197 0</inkml:trace>
  <inkml:trace contextRef="#ctx0" brushRef="#br0" timeOffset="175471.33">30809 13327 67 0,'2'-4'217'0,"-1"-2"18"0,3 0-3 16,-4 1-6-16,1 0-7 0,0 2-2 0,2-3-10 16,-3 6-14-16,0-2-20 0,0 2-26 0,0 0-11 15,0 0-15-15,0 0-15 0,0 0-9 0,0 0-11 16,0 0-6-16,0 0-7 0,11 11-6 0,-7-6-7 16,4 6-5-16,1-4-14 0,0 2-22 0,2 0-34 15,4 0-29-15,5 1-39 0,-5-1-34 0,6 0-30 16,10-1-27-16,-1-2-31 0,0-2-177 0,2-2-414 15,-10 1 184-15</inkml:trace>
  <inkml:trace contextRef="#ctx0" brushRef="#br0" timeOffset="176002.56">31341 13312 47 0,'-2'-9'222'16,"0"2"4"-16,-5-1 5 0,0 0 1 0,-1 0-9 16,-4 1 0-16,-2 1 2 0,-1 1-15 0,0 0-2 15,1 1-16-15,-6 1-9 0,1 3-15 0,1 2-18 16,2-2-12-16,3 1-9 0,-2 4-20 0,1-1-12 15,3 0-9-15,-1 2-8 0,4 2-6 0,-3-2-4 16,4 3-12-16,3 2-2 0,0-1-2 0,4-1-8 16,0-2 0-16,1 2-7 0,1 0-12 0,2-1-12 15,4-3-13-15,3 4-16 0,0-4-16 0,1-1-10 16,1 1-5-16,1-2 0 0,0-2-3 0,4-2 5 16,-4-2-6-16,1-1 9 0,-3 1 3 0,1 1 3 15,-3-4 7-15,3-1 3 0,-2 2 2 0,-2-4 0 16,-2 2 8-16,-3 1 20 0,0-1 10 0,0 1 12 0,1-1 1 15,-3 2 8-15,2-1 4 0,-3 1-4 16,1-1 2-16,-1 2 5 0,-1 1 2 0,3-1-14 16,-3 4-5-16,0 0-5 0,0 0-6 0,0 0 2 0,0 0-6 15,0 0-1-15,0 0-3 0,0 0 2 0,0 0 12 16,0 0-11-16,0 0-3 0,4 16 1 0,-1-10-2 16,1 0 1-16,0 0-10 0,3 1-11 0,-2-2-7 15,3 0-11-15,1 1-9 0,1 2-9 0,4-2-3 16,-4-1-1-16,2-4-2 0,1 4 2 0,-3-2 0 15,-1 0 1-15,4-3 3 0,-3 1 7 0,-3-1 5 16,2-1 0-16,-1-2 11 0,-3 1-2 0,3-1 2 16,-2 0 6-16,-1 1 4 0,2 1 3 0,1-3 2 15,-3-2 13-15,1 2 8 0,-1 1 1 0,2 0 2 16,0 0-2-16,-4-1-5 0,2 0 5 0,1 1-8 16,-2 1-3-16,-4 2 8 0,9-4-9 0,-6 3-1 15,-3 1 3-15,9-1-1 0,-2 1 2 0,-7 0-1 0,11 2-1 16,-4-1-6-16,-2 0-6 0,2 1-15 0,1 1-18 15,0-1-17-15,1 1-12 0,0 0-30 16,2 2-14-16,1-3-26 0,2-1-16 0,-1-1-23 0,-2 2-17 16,4-1-141-16,-1 0-368 0,1 1 163 0</inkml:trace>
  <inkml:trace contextRef="#ctx0" brushRef="#br0" timeOffset="176221.29">31945 13282 5 0,'0'0'217'0,"1"-5"5"0,-1 5-8 0,0-4 0 15,0 4-14-15,0 0-19 0,0 0-17 0,0 0-10 16,0 0-6-16,0 0 2 0,-15 7-9 0,11-4-12 16,1 4-9-16,-5 2-9 0,4 1-10 0,0 2-10 0,-1 2-7 15,0-1-10-15,1 7-7 0,-2 0-5 16,3 9-6-16,0-1-8 0,1-2-4 0,2 3 0 16,0-1-7-16,0 0-2 0,2-1-14 0,-2-2-18 0,2-3-19 15,-1-3-19-15,2 0-19 0,3-1-19 0,-3 0-12 16,0-7-22-16,1 1-14 0,0-4-17 0,0-3-18 15,0 0-26-15,0-2-18 0,4-2-129 0,-8-1-355 16,9-2 157-16</inkml:trace>
  <inkml:trace contextRef="#ctx0" brushRef="#br0" timeOffset="176861.86">31961 13701 580 0,'1'-12'-34'0,"1"-5"6"15,-1-3 8-15,-2 1 7 0,4-7 1 0,-5 1 5 16,-2-5 7-16,1 4 20 0,-2 0 26 0,2-1 27 16,-1 6 31-16,1 1 20 0,1-1 8 0,-4 5 9 15,6 2 6-15,-3-3-6 0,2 4-2 0,-2 1-6 16,3-3-7-16,4 5-5 0,-4 0-7 0,3-1-10 15,0 5-8-15,2 1-11 0,1-1-10 0,2-2-10 16,0 4-8-16,2 0-4 0,0 2-5 0,-1 1-4 16,3 1-4-16,0 0-6 0,0 1-7 0,-1 1-1 0,4 2-4 15,-6 1-3-15,3 2 1 0,-4 0-4 16,1-2-4-16,-2 2 1 0,1 2-2 0,-2-1-2 16,-4 2-4-16,1-2-5 0,0 3-14 0,-3 0-12 0,-6 1-8 15,2-3-19-15,0 2-22 0,-8 0-13 0,3-2-17 16,-1-3-7-16,-2 2 0 0,2-3-3 0,-5-3-4 15,3 1 11-15,-2-2 6 0,2-1 11 0,0-2 6 16,0-2 6-16,2 0 9 0,2-3-4 0,-3 0 11 16,7-2 0-16,1-4 15 0,3 0 3 0,2-2 14 15,2-3 12-15,4 0 7 0,2-2 8 0,3-5-2 16,3 1 1-16,3-2-8 0,2 1 10 0,1-2-2 16,1 0 2-16,0 3-15 0,-3-2 16 0,1 3 19 15,-1 1 29-15,-8 4 37 0,1 5 19 0,-8 2 19 16,3 1 19-16,-4 2 7 0,0 1-1 0,0 1-9 15,-4 1-13-15,5 1-17 0,-4 2-15 0,-1 2-5 16,0 0-9-16,0 0 5 0,0 0-10 0,-11 15-1 16,7-4-4-16,-2 2-3 0,1-1-3 0,2 6-6 0,-1 2-4 15,3 2-9-15,-3-1-1 0,4-1-8 16,4 6-1-16,-3-3-3 0,2-3-2 0,6 4 0 16,-2 4-3-16,1-10-7 0,2-1-1 0,-1-1 0 0,0-2-8 15,3 0-16-15,-3-3-15 0,2-4-11 0,0 2-12 16,0-4-16-16,0-3-9 0,1 1 5 0,0-2 6 15,-1-1 6-15,1-3 2 0,-5 1 4 16,4-3 5-16,1-1 7 0,-3-1 19 0,-7 1 27 0,5-3 21 16,-3 1 23-16,0-1 18 0,2 1 19 0,-5 2 23 15,0 0 13-15,-1-1 3 0,-1 1-6 0,-4 0 2 16,3 1 0-16,-2-1-7 0,0 2-16 0,-3 2-10 16,3 1-9-16,-3-1-9 0,7 2-12 0,-12 4-2 15,7-1-13-15,-2 2-5 0,1 4-2 0,1 1 1 16,2 0-4-16,1 2-7 0,0 2-22 0,2-1-35 15,3 0-38-15,1 0-43 0,1 4-46 0,1-3-56 16,2-2-59-16,0-1-76 0,3-1-240 0,-3 0-633 16,3-2 280-16</inkml:trace>
  <inkml:trace contextRef="#ctx0" brushRef="#br0" timeOffset="177393.07">30064 14091 156 0,'1'-10'304'15,"-4"-1"-14"-15,3-1-18 0,-2 4-9 0,0 2-8 16,2-3-9-16,-4 5-20 0,4 2-34 0,0 2-17 16,0 0-18-16,-9 0-5 0,9 0 1 0,-11 8-4 15,7 5-10-15,-2 2-13 0,-3 5-14 0,-1 0-7 16,3 7-10-16,-1 1-14 0,0 1-3 0,1-1-11 15,-1 0 0-15,3 0-8 0,1-1-4 0,-1-6-9 16,4 8-2-16,1-9-5 0,3 1-20 0,-2-3-36 16,5-1-32-16,-1-1-36 0,5-4-48 0,-1-3-55 15,3-2-68-15,3-2-75 0,2-2-180 0,7 1-553 16,-4-4 245-16</inkml:trace>
  <inkml:trace contextRef="#ctx0" brushRef="#br0" timeOffset="177611.81">30427 14233 14 0,'-8'7'226'0,"3"-5"-13"0,-1 4-13 16,-1-3-12-16,0 5-14 0,2 0-15 0,-6 1-13 15,3 0-17-15,-2 0-7 0,0 1-8 0,-1 2-17 16,-5 1-9-16,2 0-7 0,1-1-8 0,0 1-7 15,-4-3-32-15,3 1-33 0,4-2-38 0,-1-1-47 16,2-2-40-16,0 1-190 0,2-4-339 0,3 2 150 16</inkml:trace>
  <inkml:trace contextRef="#ctx0" brushRef="#br0" timeOffset="177814.92">30299 14222 149 0,'0'0'207'0,"-11"0"-8"0,11 0-17 16,0 0-17-16,-9 8-10 0,6-6-16 0,2 6-11 0,-1-2-16 15,2 2-10-15,2 1-7 0,-1 2-10 0,2 2-8 16,2 0-8-16,4 2-30 0,0-1-47 0,0 1-47 16,3-5-47-16,2 3-62 0,-1-3-99 0,4 3-284 15,-1-6 126-15</inkml:trace>
  <inkml:trace contextRef="#ctx0" brushRef="#br0" timeOffset="177986.78">30590 14454 10 0,'-16'6'274'0,"14"-3"-11"0,-3-2-14 16,-4 2-14-16,4 0-6 0,-1 0-25 0,-3 2-20 15,1-1-17-15,-3 1-12 0,0 0-17 0,-1 2-14 0,1-1-12 16,-3 0-27-16,-3 3-52 0,4-4-58 0,-1 0-65 15,4 0-60-15,-2-2-51 0,5-1-132 16,0 3-361-16,2-3 160 0</inkml:trace>
  <inkml:trace contextRef="#ctx0" brushRef="#br0" timeOffset="178439.87">30688 14187 171 0,'-4'7'235'0,"4"-7"-22"0,1 6-11 0,2-1-10 16,0-2-17-16,3 1-16 0,-4 1-14 0,2 0-18 15,4-1-6-15,-2 1-14 0,4-4-9 0,0 5-12 16,-2-3-9-16,3-2-8 0,-1 2-5 0,-1 0-15 0,3-3-20 15,-4 0-14-15,3 0-12 0,-1-2-7 16,-5-1-13-16,5 0 7 0,-1 1 1 0,-2-3-4 16,0 4 9-16,-2-1-1 0,0-2 8 0,-1 0 16 0,-2 1 23 15,4-1 18-15,-5 1 16 0,-1 3 11 0,1-4 9 16,-1 4 6-16,0 0-4 0,3-3-13 0,-3 3-7 16,3-3-11-16,-3 3-8 0,0 0-4 15,0 0 9-15,0 12 10 0,-2-7-1 0,0 3-6 0,0 1-18 16,0-2 3-16,-1 4 9 0,0-1-21 0,2 3-1 15,0 0-3-15,-2-1-2 0,0 2-6 0,0-1-3 16,-1 3-1-16,0-4-5 0,1 5 1 0,1-4-5 16,-2 0-5-16,-2-2-8 0,2-1-12 0,3 0-12 15,-9-1-12-15,7-2-12 0,-3 1-14 0,0-3-9 16,1 0-13-16,-2-1-14 0,0-2-16 0,-1 0-17 16,1-2-25-16,1 1-24 0,6-1-24 0,-14-4-29 15,7 2-188-15,-2-3-453 0,4-1 201 0</inkml:trace>
  <inkml:trace contextRef="#ctx0" brushRef="#br0" timeOffset="178830.45">31074 14047 27 0,'0'0'387'16,"-2"-6"-6"-16,2 6-24 0,0-5-27 0,0 5-30 15,0 0-27-15,0 0-32 0,0 0 3 0,0 0 14 16,9 13-15-16,3-9-20 0,-1 5-21 0,4 0-15 16,4 5-3-16,-3-1-2 0,0 0-14 0,5 6-17 15,-6-4-15-15,1-1-17 0,-3 3-8 0,-3-2-9 16,2 2-14-16,-6 1-8 0,4-2-6 0,-5 0-6 0,-3-2-5 16,-4 3-11-16,-2-2-1 0,-2 2-4 15,-3 1-13-15,-5-1-43 0,-2 0-60 0,-7 1-67 16,-4 1-64-16,1-1-77 0,-5 0-74 0,-3-1-370 0,0-2-779 15,1 0 345-15</inkml:trace>
  <inkml:trace contextRef="#ctx0" brushRef="#br0" timeOffset="196100.68">26349 8287 71 0,'0'0'164'0,"-4"-4"-13"15,4 4-3-15,0 0-1 0,4-5-12 0,-4 5-5 16,0 0-9-16,0-5-21 0,0 5-11 0,0 0-6 16,0 0-9-16,0 0-9 0,0 0-9 0,0 0-3 0,0 0-2 15,0 0-6-15,0 0-5 0,0 0-5 0,0 0-6 16,0 0 0-16,0 0-8 0,-4-3 1 0,4 3-3 15,0 0-8-15,0 0 1 0,0 0 1 0,0 0-2 16,-4 13-4-16,3-9-1 0,-1 3 2 0,2-1 2 16,-2 0-7-16,2 1 3 0,-2 2 0 0,2 1-3 15,0 3 2-15,0-3-2 0,0 1 2 0,2 2 2 16,-2-1-7-16,2 3 3 0,-2 2 3 0,2-1-2 16,-1-4-1-16,-1 7 8 0,3-2 23 0,-2 2 4 15,-1-2-1-15,0 1-4 0,4-1-4 0,-4 1-3 16,1 3-1-16,-1-2-5 0,0 0 0 0,-1-1-3 15,1 0 1-15,0 0 3 0,0 2-1 0,0-2-11 0,-4-2 6 16,0 2-1-16,3-5-4 0,2 1 2 0,-1 3 1 16,0 0-1-16,0-3 13 0,-1-1 21 15,1 0-4-15,-2 1-6 0,2 0-2 0,0-3-4 0,0 4-2 16,0-2-1-16,0 1-3 0,0-4-2 0,0 5-5 16,0-2 1-16,0 0-4 0,2 0 0 0,-2-1-2 15,0 1 1-15,0 0-1 0,-2-2-1 0,4 2-2 16,-2 3 0-16,0-5-2 0,0 2-1 0,1 1 0 15,-1 3-1-15,-1-4 3 0,-1-2-2 0,2 1 2 16,0-2 2-16,-2 4 36 0,2-1-3 0,-2 0 1 16,2-2-12-16,0 1 0 0,-2-5-2 0,2 6-5 15,0 1 0-15,-2-2-6 0,2-1 2 0,-1 2-2 0,-2-3-4 16,3 2 0-16,-1-2 0 0,-1 1-5 0,2-2 1 16,0 2-2-16,0-1-2 0,2 1 2 15,-2-3-2-15,0 3 0 0,0-4-4 0,1 5 2 0,-2-5-4 16,-1 5 2-16,2-3 0 0,2 1 0 0,-4-2-1 15,4 4 2-15,-4-2-3 0,2 1 4 0,2-2 2 16,-4 0-5-16,2 1 1 0,0-2 0 0,0 3-1 16,-1 0-2-16,2 0 4 0,-1-2-1 0,-1 3-4 15,1-1 3-15,0-2-1 0,1 4-1 0,-1-1 2 16,0-1-4-16,2 1 5 0,-1-1 7 0,-1 1-11 16,3-1 3-16,-3 2-2 0,0-1-1 0,0 0 4 15,0-3 1-15,1 4-4 0,1 1 0 0,0-5 0 16,-2 4-3-16,2 0 8 0,0-2-5 0,-2 1-2 0,3 1 1 15,0-1 2-15,-2 0 0 0,-1 1-2 16,4-1 3-16,-3 3-4 0,-1-2 3 0,3 0 3 16,-3 2-3-16,0-4 2 0,2 6-1 0,0-2 2 0,-2 2-3 15,0-4 0-15,0 0 1 0,0 4 0 0,0 0-3 16,-2 0 3-16,0 1 1 0,2-4 0 0,0 2-2 16,0 1 4-16,0 0-5 0,-3 1 0 0,3 0 0 15,-1-1-3-15,1 1 3 0,-4 0 0 0,4 0 2 16,-4-1 1-16,1-1-3 0,1 1-2 0,0 0 6 15,2 1 0-15,-4-3-4 0,4 3 2 0,-1-5-1 16,1 3 0-16,-4 2-2 0,2-1 3 0,2 0-1 16,-1-3-1-16,0 0 0 0,-1 4 1 0,1-1-1 15,-2-1 0-15,3 0 0 0,-1 4 0 0,1-7 0 16,-4 5 2-16,3-3 0 0,-1 3 0 0,-1 0 1 16,3-6-2-16,-2 8 2 0,0-2-3 0,-1 0 1 0,2-2 4 15,-2 2-5-15,1 2-2 0,-1-9 4 0,1 7 0 16,-3-1-2-16,1-1 0 0,1-1 4 0,1 1-5 15,-1-2 2-15,0-2-2 0,0 6 4 0,-1-2 2 16,-1 1-5-16,2-2 5 0,1-1-3 0,-4 3 0 16,6-6-2-16,-3 3 0 0,2-2 4 0,-2-1-4 15,1 2 0-15,0-1-1 0,1-2 1 0,1 0-2 16,-2-1 2-16,1-2 1 0,-2-1-1 0,3 2 1 16,0-3-1-16,3-3 2 0,-3-2 0 0,-3 8 1 15,3-8 1-15,0 5 1 0,0-5-2 0,0 0-19 16,0 0-26-16,0 0-39 0,10-13-47 0,-6 6-60 15,4-10-63-15,-4-2-227 0,2-2-517 0,0-10 228 16</inkml:trace>
  <inkml:trace contextRef="#ctx0" brushRef="#br0" timeOffset="197178.71">26330 8245 175 0,'0'0'191'15,"0"-5"-6"-15,0 5-10 0,0 0-13 0,0 0-12 16,-1-5-18-16,1 5-13 0,0 0-17 0,0 0-11 16,0 0-9-16,0 0-6 0,0 0-8 0,0 0-12 15,0 0-4-15,-10 10-2 0,6-7-7 0,-1 3-4 16,1 0-1-16,0 4-7 0,-2-2 1 0,2 2-2 16,-2 3-3-16,-1 0-1 0,1-3 1 0,1 2-10 15,0-1 4-15,-1 1-2 0,-1-2-1 0,0 0-5 16,4 1 1-16,-2-4-1 0,1 4 1 0,-2-6-5 0,6 1 3 15,-5 0-3-15,4-1 0 0,-2-3 3 16,3-2-3-16,-1 7 7 0,1-7 20 0,0 0 19 16,0 0 12-16,0 0-4 0,0 0-9 0,0 0-3 0,0 0-7 15,5-15-6-15,0 6-3 0,-1 2-1 0,2-5 0 16,1 5-8-16,-2-5-2 0,2 0-3 0,-2 2 0 16,4 0-3-16,-4-2 14 0,1 3 0 0,-2 0 7 15,2 0-4-15,-2 3 4 0,-1 1-2 0,1-2-2 16,-1 3-8-16,0 2-2 0,0-1-4 0,-3 3-8 15,5-2 3-15,-5 2 1 0,0 0-6 0,12 5 1 16,-4-3-4-16,-4 2 1 0,8 5-1 0,-5-1 2 16,3 0-1-16,2 4-1 0,-2 3 0 0,3 0-1 15,1-1-4-15,0 2 8 0,-2 0-25 0,5 7-32 16,-3-6-40-16,-2-1-69 0,3 1-79 0,-1 0-253 16,0 1-529-16,-2-2 234 0</inkml:trace>
  <inkml:trace contextRef="#ctx0" brushRef="#br0" timeOffset="198860.59">25530 10895 103 0,'0'0'205'0,"0"0"-16"16,-11 0-16-16,11 0-12 0,0 0-12 0,0 0-6 15,0 0-11-15,-2-2-11 0,2 2-8 0,0 0-6 16,0 0-11-16,0 0-10 0,0 0-3 0,16-3-2 16,-2 3-2-16,-3 0-8 0,1 0-6 0,3-1-4 15,-2 1-6-15,8 0-6 0,3 0-9 0,-2-1 1 16,1 1-4-16,0-2-2 0,9 2-4 0,0-2-5 16,-2 2-2-16,4 0-6 0,-3 1 4 0,-2-1-5 15,6 0-1-15,1 1 0 0,-1-1-3 0,3 0-1 0,-1-1-2 16,2 1-1-16,2 0 0 0,4 1-2 15,13-2-1-15,-2 1 2 0,7-5-5 0,-3 3 4 0,3-3-2 16,1 4 0-16,-1 1 4 0,4-3-7 0,-5-2 2 16,-2 1-2-16,5 1 2 0,1-1-1 0,-1 2 1 15,-4-3-2-15,3 1 3 0,-3 1-3 0,3 0-6 16,0-4 6-16,-8 4 0 0,1 1 3 0,-14-1 1 16,0 3 0-16,11 0 0 0,-12-3 7 0,-5 3 2 15,1-2-5-15,0 2 3 0,3 0-3 0,0-1 5 16,-2 1-3-16,1 0-5 0,-1-2-1 0,-1 5-2 15,4 1 3-15,-2-3 2 0,-1 1-1 16,3-2-1-16,-1 1-2 0,0-1-5 0,3 2 7 16,-5 1-5-16,15-2-2 0,-13 3 3 0,-4-4 2 15,6 1-2-15,-2 0 1 0,16 0-1 0,-20 4-3 16,3-7 3-16,15 2-1 0,-14 2 0 0,0-2 1 16,0 1-2-16,16-1 0 0,-17 1 3 0,4 1-3 15,11-1-1-15,-15 0 2 0,3-2 2 0,14-2-3 0,-18 2 3 16,5 1-2-16,-2-1 1 0,1-1-1 0,13-1-2 15,-11 3 5-15,-7-1-2 0,2-1 0 0,15-3 5 16,-13 1-3-16,-1 3 4 0,-3 0 4 0,3-2 1 16,1 1 1-16,-1-1-3 0,0-1 1 0,2 1-4 15,-2 1 1-15,1 1-3 0,-1-2 2 0,2-2-1 16,0 2-8-16,-2 1 2 0,0-1-4 0,2 3 4 16,-3 0 2-16,0-2-7 0,1 0-1 0,-4 2 5 15,4 0-1-15,-3 0-2 0,4-4 2 0,0 2 1 16,0 2-3-16,-4-2 5 0,3 0-3 0,-3 3 0 15,3-2-3-15,0 1 0 0,-3 1 4 0,-3-1 0 0,3 0-5 16,-4-1 1-16,0 0 1 0,3-1 1 0,-6 4 3 16,3-4-2-16,-1 1 1 0,-2 1-4 0,-1-1 3 15,-7 1 0-15,9 0 0 0,-8 0 0 0,-2 0 2 16,1 0-2-16,0 0 0 0,0 0 2 0,1-3 0 16,-3 2-3-16,1 0 1 0,-3 1 4 0,4-1-3 15,-3-1 3-15,-2-1-3 0,-2 3 6 0,3 0 2 16,-5 0 11-16,-1-2 0 0,0 1 3 0,-2 1 1 15,1-2 4-15,-4 2 3 0,-1 0 3 0,0-1 4 16,-1 0-2-16,0 0 1 0,-2-2 4 0,-4 3 0 16,8-1-3-16,-8 1 4 0,6-3 3 0,-6 3 0 15,6-3 0-15,-6 3-9 0,0 0 0 0,0 0-8 16,5-2-3-16,-5 2 7 0,0 0-5 0,0 0-8 0,0 0 3 16,0 0-9-16,0 0 2 0,2-3-3 0,-2 3-1 15,0 0-8-15,0 0-15 0,0 0-17 16,0 0-25-16,0 0-28 0,0 0-28 0,0 0-28 0,0 0-21 15,0 0-26-15,-4-7-32 0,4 7-27 0,0 0-29 16,-11-1-148-16,11 1-457 0,-4-4 202 0</inkml:trace>
  <inkml:trace contextRef="#ctx0" brushRef="#br0" timeOffset="199266.82">31481 10532 201 0,'-5'-4'190'0,"5"4"-22"0,0 0-20 0,0 0-17 0,0 0-16 16,0 0-7-16,0 0-12 0,-2 10 9 0,2-5 1 15,2 1-2-15,2 1 0 0,1 2 3 0,4 0-8 16,0 3-5-16,-4-1-8 0,10 3-7 0,0 0-6 16,3-4-6-16,-3 3-6 0,1-1-6 0,-2 1-5 15,3-3-2-15,-6-1-6 0,-1-2-4 0,3 3-3 16,-2-3-3-16,-2 2-5 0,3-1 0 0,-6-3-5 16,1 4 0-16,0-4-3 0,-3 0-1 0,3-1 4 15,-6 0 5-15,2 1 11 0,-3-3 12 0,1 5 10 0,-2-3 8 16,-2 1 4-16,-1-1 3 0,-1 1 0 0,-1 0-7 15,1-1-9-15,-5 1-4 0,-4 2-5 16,0 1-4-16,-2 2-6 0,-1 1 5 0,-3-1-16 0,2 2-1 16,2 1-4-16,-1-2-22 0,1 2-31 0,-3-1-47 15,5 1-59-15,3 1-54 0,1-1-58 0,3 0-242 16,1 4-530-16,2-6 234 0</inkml:trace>
  <inkml:trace contextRef="#ctx0" brushRef="#br0" timeOffset="203636.57">27866 11441 168 0,'0'0'207'0,"0"0"-21"0,0 0-15 0,5-3-25 0,-5 3-18 16,0 0-9-16,6 8-10 0,-4-4-14 0,1 1-8 15,4 0-6-15,-2 1-10 0,-1-1-2 0,3 3-9 16,-3 2-3-16,3 2-5 0,-2-5-5 0,1 4-3 16,-2 0-5-16,0-2-3 0,0 1-5 0,-2 1-2 15,0 0-6-15,1 0 2 0,1-1-5 0,0 0-1 0,-4 0-1 16,1-2-1-16,2 0-6 0,-3-3 2 0,0 1 0 15,0-1-2-15,0-1-2 0,2 0 1 0,-2-4 0 16,2 4 39-16,-2 0 21 0,0-4 19 0,0 0 9 16,0 0-14-16,0 0-8 0,0 0-4 0,0 0-6 15,10-14-8-15,-9 9-9 0,2-2 2 0,1 2-7 16,3-4-6-16,-5 4-5 0,1-4 2 0,1 1-5 16,2-2-2-16,-2 2-5 0,1 0 2 0,-4 2-1 15,2 0 0-15,1 1 4 0,-1-2-3 0,1 2-4 16,-1 1 2-16,-2 1-7 0,4-3-1 0,-5 6-5 15,2-2-3-15,-2 2 0 0,5-2-4 0,-5 2 2 16,0 0-1-16,11 9-2 0,-6-6 2 0,-3 1-1 0,5 5 0 16,-3-3 0-16,3 3-3 0,-2-1 1 0,2 1 2 15,-3 3-2-15,3-2 3 0,0 0-2 0,-2-1 2 16,1-2-2-16,-1 3-1 0,-1-3 2 0,-1-5 1 16,2 5 0-16,-3-2-2 0,0-1-1 0,0 0 5 15,-1-1 2-15,-1-3 0 0,0 0 18 0,3 4 10 16,-3-4-6-16,0 0 2 0,0 0-3 0,4-12 11 15,-4 7 9-15,1-5-15 0,2 6 3 0,-3-5 11 16,3 2 5-16,0-4-5 0,-1 2 1 0,4 0-10 16,-2 0-1-16,-2 1 0 0,3 2-4 0,0-1-1 15,-4 2 0-15,2 0-10 0,1 0 0 0,-2 3-7 0,3-1-15 16,-5 3 13-16,4-4-2 0,-4 4-7 0,0 0-2 16,0 0 3-16,14 5-10 0,-10-1 11 15,-1 0-2-15,2 2-2 0,-1 0-3 0,0 2-20 0,0 4-7 16,0-1-20-16,0 1-21 0,2 1-18 0,-1-3-21 15,-2 2-17-15,4 3-26 0,-3-2-22 0,3-1-19 16,-2-1-18-16,0-1-31 0,4-2-29 0,-3 0-175 16,4-1-480-16,2-1 213 0</inkml:trace>
  <inkml:trace contextRef="#ctx0" brushRef="#br0" timeOffset="204058.42">28506 11567 100 0,'-1'-3'213'16,"-4"-1"-16"-16,-1-1-13 0,-1 2-19 16,2 0-14-16,-1 1-13 0,-2-1-16 0,2 3-14 0,-3-1-11 15,9 1-10-15,-16 4-10 0,5 0-7 0,4 1-5 16,-6-1-10-16,3 3-4 0,1 0-4 0,-2 1-5 16,5 0-6-16,-6 5-4 0,4-2 3 0,-1-1-10 15,2 0 2-15,0 2-4 0,1-3 0 0,0 3-1 16,0-2-7-16,3-2 3 0,2 3-5 0,1-5-1 15,-1-1 0-15,2 1-2 0,0-2 3 0,2 0-4 16,1-1 4-16,3-2-2 0,-2-1 0 0,-5 0 1 16,14-4-3-16,-6 3-3 0,2-4 2 0,-1-2 3 0,1 0 8 15,-1-4 19-15,-1 5 16 0,1-4 7 16,-4 3 10-16,3-3 3 0,-4 1 6 0,2 2 5 16,-2-3-3-16,-3 4 3 0,3-3-1 0,-1 4-2 0,-3 0-1 15,2 0-6-15,-1 1-9 0,1 0-12 0,-2 4-5 16,4-4-8-16,-4 4-7 0,0 0-6 0,0 0-3 15,0 0 1-15,0 0-7 0,0 0-1 0,3 9 0 16,1-4-11-16,-4-5-12 0,4 8-15 0,-4-3-16 16,2 2-16-16,2-1-19 0,0-1-22 0,-3 0-20 15,2 3-13-15,2-3-26 0,-2 3-17 0,1-3-28 16,0-3-13-16,0 1-9 0,2 0-159 0,-1 1-410 16,1-3 181-16</inkml:trace>
  <inkml:trace contextRef="#ctx0" brushRef="#br0" timeOffset="204855.23">28574 11614 24 0,'2'-6'144'0,"0"3"-2"16,-2-4 6-16,0 4 7 0,2-3 6 0,-1 0-3 16,-1 2 0-16,0 4 2 0,2-5 1 0,-2 5-11 15,1-4-11-15,-1 4-13 0,0 0-13 0,0-5-12 16,0 5-12-16,0 0-13 0,1-4-7 0,-1 4-6 16,0 0-11-16,0 0-3 0,0 0-4 0,0 0-5 15,12 9-2-15,-10-7-7 0,-1 3-1 0,-1-2-4 16,3 2 0-16,-2-1-1 0,1 2-5 0,0-3-3 15,1 1-3-15,-3 0 1 0,1 1-2 0,-1-5-4 0,0 7 4 16,0-7-2-16,-1 6 0 0,-2-2-3 16,1-2 5-16,2-2-2 0,-3 4 1 0,3-4-1 15,0 0 0-15,-6 2-2 0,6-2 1 0,0 0-2 0,0 0 2 16,-8-6-6-16,8 6 1 0,0-9-3 0,3 4-8 16,-1 0 1-16,4 0-6 0,-3-3-1 0,6 0-1 15,1 2-6-15,1 0 4 0,-2-2-1 0,2-1 1 16,1 2 1-16,1-1 2 0,-4 1-2 0,6 1 6 15,-4-1-1-15,0 1 1 0,-3-1 0 0,0 4 2 16,-1-3 0-16,3 2 1 0,-5 0 5 0,-1 0 0 16,0 1 6-16,2 2 7 0,-6 1 1 0,6-4-6 15,-6 4-3-15,0 0-1 0,2-2-2 0,-2 2 2 16,0 0-3-16,0 0 0 0,0 0 0 0,0 0 1 16,-10 13-4-16,6-6 4 0,0-1-1 0,3-1-1 15,-2 4-2-15,0-2 1 0,1 5 2 0,2-2-2 0,-2 0 1 16,-1 3 6-16,8 3-1 0,-4-1-2 0,2-2 1 15,-2 6 0-15,6-1 6 0,-2 0-4 0,0-1-2 16,0 2 1-16,0 1-1 0,1-4 1 0,-1 1-3 16,3-1 1-16,-4-2 0 0,0-3 0 0,0 0 3 15,-1 0-3-15,-3-2 3 0,0 0 4 0,0-3 17 16,0 1 20-16,-5-4 18 0,3 2 16 0,-2-1 4 16,0 1-4-16,-4-3 1 0,0-2-1 0,-3-1-7 15,-1 0 7-15,1-4-9 0,-1 0-2 0,2 0-3 16,-2-1-11-16,1-1-2 0,0-3-9 0,4 1-1 15,-1-2-3-15,4-1-2 0,0 3-9 0,4-2-7 16,0-4 2-16,4 3-12 0,0 0-9 0,7-5-11 0,0 4-17 16,4 0-10-16,-3 0-22 0,4 3-7 0,1-2-17 15,-2 3-20-15,-3 1-17 0,0 3-24 16,3-1-7-16,-2-1-14 0,0 4-10 0,-1-4 4 0,-5 5-5 16,3-5 2-16,-2 2 13 0,0 1 8 0,-2-1 16 15,1 2 18-15,-4-2 11 0,1 2 11 0,0-1 14 16,-1-1 11-16,-1 2 23 0,-2 3 20 0,2-5 18 15,-2 5 22-15,0-5 15 0,0 1 14 0,0 4 12 16,0 0 10-16,3-6 6 0,-3 6-1 0,0 0-6 16,0-7 2-16,0 7-13 0,0 0-7 0,0 0-7 15,0 0-5-15,0 0 0 0,0 0-4 0,0 0-5 16,0 0 0-16,4 16-7 0,1-13 1 0,-3 4-5 0,-1-2 3 16,-1 1-3-16,4 6-3 0,-4-4 0 0,3-1 0 15,-2 4-1-15,2-4-2 0,-3 0-5 16,3 0-22-16,0-2-28 0,-3 2-28 0,1-1-30 0,2-3-39 15,0-1-52-15,0 1-119 0,-3-3-339 0,11 3 150 16</inkml:trace>
  <inkml:trace contextRef="#ctx0" brushRef="#br0" timeOffset="205248.04">29097 11515 10 0,'0'0'150'0,"0"0"-6"0,0 0-6 16,-5 10-9-16,5-10-12 0,0 8-14 0,-2-3-6 16,2 0-8-16,0 1-11 0,2 1-5 0,-2-1-8 15,0 1-8-15,0 1-4 0,0-2-3 0,0 1-5 16,2 0-7-16,-2 1-5 0,0-2-4 0,0 1 1 16,1-2-1-16,-1 0-7 0,2-3 3 0,-2-2-1 0,1 6 0 15,-1-6 6-15,0 0 2 0,4 2-6 16,-4-2 5-16,0 0-4 0,0 0 6 0,8-10 4 15,-6 5 8-15,0 0 7 0,5 1 1 0,-3-3 11 0,0 0 1 16,2 0 6-16,-2 3 3 0,-1-2 2 0,2 0 7 16,3-1-2-16,-4 1 7 0,0 1-3 0,0 1-1 15,-1 0-4-15,0 0-7 0,1 1-8 0,-4 3-7 16,7-2-7-16,-7 2-7 0,6-1-3 0,-6 1-7 16,0 0-1-16,7 7-6 0,-3-4 0 0,-1 1-6 15,0 1 0-15,-2 1-1 0,3 0 0 0,-3 1-4 16,4-1-3-16,-1-1-3 0,0 6-13 0,0-2-28 15,-1-3-33-15,1 1-41 0,-1 0-35 0,0-3-50 0,0 1-46 16,0-2-210-16,1 1-483 0,-3-2 213 16</inkml:trace>
  <inkml:trace contextRef="#ctx0" brushRef="#br0" timeOffset="205435.52">29122 11402 159 0,'-1'-2'270'0,"1"2"-21"0,-7-4-29 16,7 4-23-16,-1-4-23 0,1 4-19 0,0 0-21 15,0 0-28-15,0 0-33 0,0 0-51 0,13 8-58 16,-8-4-68-16,3-1-167 0,-3 2-291 0,6 2 129 16</inkml:trace>
  <inkml:trace contextRef="#ctx0" brushRef="#br0" timeOffset="205654.26">29442 11523 36 0,'0'0'327'0,"2"-6"-12"0,-2 6-22 0,0 0-23 16,0 0-28-16,6-2-24 0,-6 2-21 0,11-4-19 15,-5 4-12-15,-1-1-25 0,-5 1-17 0,15 0-16 16,-6-2-31-16,0 2-35 0,0-1-41 0,-1 2-47 16,3-1-47-16,-4 0-44 0,1 0-47 0,0-1-196 0,-8 1-411 15,11 1 183-15</inkml:trace>
  <inkml:trace contextRef="#ctx0" brushRef="#br0" timeOffset="205810.5">29507 11612 60 0,'0'0'234'0,"-2"4"-5"0,-1-1-15 16,3-3-19-16,-1 4-11 0,1-4-12 0,0 0-16 15,0 0-9-15,0 0-2 0,4 7-10 0,-4-7-16 16,9 1-9-16,-2-1-11 0,5 3-16 0,-1-1-52 16,4-2-72-16,4-2-86 0,3 1-231 0,-5-1-388 15,6 1 173-15</inkml:trace>
  <inkml:trace contextRef="#ctx0" brushRef="#br0" timeOffset="206617.58">30028 11420 2 0,'-4'-2'226'15,"4"2"-27"-15,0 0-18 0,0 0-24 0,0 0-13 16,0 0-12-16,0 0-13 0,0 0-15 0,0 0-4 16,-3 12-14-16,3-6-8 0,0-1-7 0,0 1-6 0,0-1-3 15,0 1-9-15,3 2-8 0,-3-1-1 0,0 2-4 16,2 0-5-16,0-1-1 0,-2-1-6 0,2-2-4 15,0 3-1-15,-2-2 0 0,2-1-1 0,2 2-5 16,-3-2 3-16,2 0-2 0,0-3 3 0,-1 0 6 16,-2-2 10-16,7 6 2 0,-4-6 1 0,-3 0 4 15,8-1 0-15,-8 1 1 0,12-1 5 0,-8 0-8 16,3-4-2-16,0 3-2 0,-3-1-2 0,3 1-2 16,-2-1-3-16,-1 2-1 0,-4 1-4 0,9-3-4 15,-4 3-5-15,-5 0 0 0,11 2-3 0,-6-1 0 16,-5-1-4-16,11 3 0 0,-4-3 0 0,1 3-2 15,-1 0 3-15,0 1-6 0,1-1 2 0,3 0 0 16,-4 0-2-16,2-1-3 0,-1 0 5 0,0 0-4 0,-2-1 4 16,2-1-1-16,-8 0 2 0,12 0 16 15,-5-2 10-15,-3 1 8 0,2-1 6 0,-1 0-3 16,-1-3 8-16,-1-1 4 0,-1 3-2 0,0-4-4 0,-2-3-7 16,0 4-3-16,0-6-1 0,-2 3-4 0,2-2-5 15,0 2-4-15,-2-2-4 0,-1 3-6 0,2 0 1 16,-2 3-27-16,3-2-25 0,-1 1-36 0,-2 3-43 15,-1 1-57-15,4 2-66 0,-1-5-56 0,1 5-163 16,0 0-493-16,0 0 219 0</inkml:trace>
  <inkml:trace contextRef="#ctx0" brushRef="#br0" timeOffset="206805.06">30477 11526 24 0,'4'-2'339'0,"-4"2"-15"16,4-6-22-16,-4 1-27 0,0 2-25 0,2-1-20 16,0-1-26-16,-2 5-18 0,2-6-20 0,-1 3-18 15,-1 3-20-15,4-4-31 0,-1 0-44 0,-3 4-64 16,4-2-70-16,0-2-81 0,0 2-72 0,-4 2-139 16,8 0-405-16,-8 0 179 0</inkml:trace>
  <inkml:trace contextRef="#ctx0" brushRef="#br0" timeOffset="207195.66">30858 11415 139 0,'-7'-4'292'15,"4"3"-13"-15,-1-2-24 0,4 3-13 0,-12-1-15 16,12 1-16-16,-11-1-17 0,6 0-18 0,-3 1-18 15,-3 2-11-15,1 1-14 0,2-2-12 0,-3 1-17 0,2 3-7 16,-2-3-9-16,-1 2-13 0,3 0-3 0,-1-2-8 16,0 5-5-16,-2-3-8 0,1 2-7 0,4-1-4 15,-1 0-6-15,2-1-3 0,0 2-3 0,3-2 0 16,0 0-2-16,1 0-1 0,2 1-1 0,0-5 1 16,8 4-3-16,0-2 0 0,1 0-2 0,5 0-1 15,5 1-4-15,4 0 2 0,-4-6-6 0,4 3 0 16,0 0 2-16,0 3-6 0,-1-6-7 0,0 0 7 15,-3 2 0-15,-4 0 1 0,-1-1-2 0,-1 2 0 16,-4-1 0-16,1 0-1 0,-4 0 0 0,-1-2-1 16,-1 2-1-16,1-3 2 0,-3 0-2 0,-2 4-2 15,0-6-3-15,-4-1 4 0,-3 4-5 0,0-4 2 0,-2 2 0 16,-3 0-4-16,1 0-12 0,-1-2-27 0,-1 3-22 16,1 1-34-16,-1-2-19 0,3-1-29 15,2 2-28-15,-3-2-42 0,5 2-44 0,-2 0-164 0,5-1-461 16,2 1 204-16</inkml:trace>
  <inkml:trace contextRef="#ctx0" brushRef="#br0" timeOffset="207414.39">30878 11331 199 0,'0'0'229'15,"-5"-2"-7"-15,5 2-14 0,0 0-16 0,0 0-20 16,0 0-19-16,0 0-19 0,0 0-10 0,-9 7-10 15,7-4-12-15,1 2-4 0,-1 1-10 0,2 1-3 16,0 0-10-16,0 6-8 0,2-3-7 0,2 3-6 16,-1-1-6-16,-1 5-6 0,4 4 0 0,-2-5-7 0,1 4-2 15,5-1-18-15,-3-1-30 0,-1 0-39 0,0-3-44 16,-1 0-49-16,1-2-49 0,-1 3-152 0,-2-5-375 16,1-3 167-16</inkml:trace>
  <inkml:trace contextRef="#ctx0" brushRef="#br0" timeOffset="207742.49">31133 11321 136 0,'-2'-6'325'0,"2"6"-22"0,0 0-19 0,-1-5-31 15,1 5-27-15,0 0-29 0,0 0-14 16,0 0-16-16,0 0-6 0,0 0-10 0,-18 8-9 16,13-2-4-16,-1 2-17 0,0 1-14 0,-1-2-6 0,-1 3-8 15,1 1-13-15,1 1-3 0,1-2-12 0,0 0-2 16,-1 1 1-16,4 1-18 0,0-2-2 0,2 2-3 16,0-2 0-16,2 3-9 0,0-4-2 0,1 0-2 15,1-1-4-15,4 2-2 0,0-4-6 0,2 1-20 16,1-2-22-16,-2 0-38 0,2-2-39 0,4 1-43 15,-3-2-40-15,5-3-36 0,0 1-31 0,-2-1-207 16,-4-3-498-16,1 2 220 0</inkml:trace>
  <inkml:trace contextRef="#ctx0" brushRef="#br0" timeOffset="207914.36">31338 11407 132 0,'0'0'194'0,"0"0"-8"0,-7-2-17 0,7 2-14 16,0 0-6-16,0 0-4 0,-13 4 1 0,7-2-7 15,1 2-13-15,0 1-9 0,-4 0-15 16,2 2-10-16,1 1-8 0,-1-2-9 0,-1 3-8 0,2-3-4 16,-2 3-5-16,0 0-7 0,1 1-3 0,-2 0-30 15,3-3-27-15,-3 2-37 0,3-1-41 0,2-3-55 16,-1 0-57-16,1 0-107 0,2-1-331 0,-1 0 147 16</inkml:trace>
  <inkml:trace contextRef="#ctx0" brushRef="#br0" timeOffset="208101.83">31205 11443 3 0,'0'0'286'0,"0"0"-24"16,0-5-25-16,0 5-21 0,0 0-27 0,0 0-17 16,0 0-19-16,0 0-13 0,0 0-14 0,0 0-16 0,13 12-8 15,-9-10-9-15,3 5-9 0,-1-2-6 0,2 1-11 16,1 2-15-16,-2 0-27 0,3-3-36 15,-1 3-59-15,1-5-59 0,-1 1-70 0,-3 0-132 0,3-3-360 16,-1 5 160-16</inkml:trace>
  <inkml:trace contextRef="#ctx0" brushRef="#br0" timeOffset="208337.71">31395 11359 204 0,'0'0'270'0,"0"0"-32"0,0 0-22 0,0 0-20 0,0 0 0 16,0 0 4-16,0 0-13 0,8 10-8 0,-4-5-13 15,-4 2-15-15,5-1-14 0,1 3-9 0,-3 0-15 16,0 0-11-16,1 1 4 0,1 0-23 0,-1 1-7 16,0-1-6-16,-1 1-8 0,1-1-9 0,-2 1-19 15,-1-3-30-15,1 2-34 0,-2-4-47 0,0 5-56 16,-2-2-43-16,2-3-46 0,2 0-201 0,-5-1-457 15,1-1 203-15</inkml:trace>
  <inkml:trace contextRef="#ctx0" brushRef="#br0" timeOffset="208711.15">31481 11184 149 0,'-5'-3'324'15,"5"3"-24"-15,0 0-25 0,0 0-28 0,0 0-17 16,0 0-8-16,18 6-14 0,-9-1-12 0,2 3-10 15,-1 0-5-15,5 2-19 0,-1 1-14 0,1 2-21 16,0 1-1-16,1 0-14 0,-1 2-8 0,-4 2-11 16,1-1-13-16,3 1-14 0,-5-2 7 0,-3 2-12 15,5-2-3-15,-7 1-6 0,-1 1-10 0,2 0 1 16,-5 1-7-16,-2 2 1 0,-3-2-10 0,2-1-26 16,-4 2-28-16,-6 6-30 0,3-7-37 0,-2 7-58 15,-4-5-49-15,0-3-54 0,-6 4-275 0,-4-3-575 16,5-1 255-16</inkml:trace>
  <inkml:trace contextRef="#ctx0" brushRef="#br0" timeOffset="209507.96">29971 11200 126 0,'0'-7'313'0,"0"2"-9"0,0 2-26 16,-4-2-19-16,4 0-31 0,0 5-25 0,-1-6-26 15,1 6-21-15,0 0-9 0,-10 16-18 0,5-5-7 0,-3 7-5 16,1 1-1-16,-1 8 15 0,-2 3-10 16,1 1 0-16,-1-2-14 0,2 3-4 0,-3-2 0 15,7 1 2-15,-3 2-5 0,0-1-18 0,6-1 0 0,-4 1-8 16,1-1-5-16,8-2-12 0,-3 2-6 0,7-10 3 15,0 4-9-15,3 1 0 0,4-3-9 16,4-2-8-16,7-3-39 0,5-3-43 0,5 0-60 0,15 2-76 16,-7-9-74-16,13-1-81 0,2-1-191 0,2-6-580 15,-3 0 257-15</inkml:trace>
  <inkml:trace contextRef="#ctx0" brushRef="#br0" timeOffset="210586.01">31924 11376 312 0,'0'0'363'0,"0"0"-7"0,0-6-9 0,0 6-4 16,0 0-19-16,0 0-21 0,0 0-10 0,0-4-37 15,0 4-27-15,0 0-24 0,0 0-23 0,0 0-24 16,0 0-20-16,0 0-15 0,0 0 2 0,0 0-26 16,0 0-10-16,0 0-7 0,0 0-13 0,4 16-6 15,-4-12-3-15,4-1-7 0,-1 2-19 0,0 0-17 16,2 0-11-16,-2-2-21 0,1 1-13 0,4 0-14 15,-2 1-14-15,-1-1-12 0,1-1 9 0,-1-1-13 0,3-1-3 16,-1 1-6-16,0-2-2 0,0 0 3 16,3-2 8-16,-3 1 5 0,0 0 7 0,1-3 5 15,-1 0 5-15,1 1 13 0,-2 0-1 0,1-1 6 0,1-1 4 16,-3 1 9-16,1 0 15 0,0 0 18 0,-3 2 4 16,1-2 11-16,-4 4 1 0,8-4-4 0,-4 3-1 15,-2-2-7-15,-2 3-4 0,0 0-1 0,0 0 0 16,5-1-8-16,-5 1 6 0,4 8-2 0,0-3-1 15,-2 0-4-15,2 4 6 0,1 1-6 0,-4 2-2 16,4 1 1-16,-3-1-1 0,5 7 0 0,-3-1 3 16,1 0-3-16,-1 3-4 0,1-2 1 0,-2 6 3 15,-1 3 1-15,2 1-9 0,-2-4 8 0,1 3 0 16,-3-8 6-16,1-1 1 0,0 2-3 0,-1-1 1 16,0-1 17-16,-2-1 15 0,-3-1 3 0,4-3 0 15,-2-2 25-15,-1 1 9 0,-4-4 18 0,1 1 10 16,2-3 22-16,-5-1 13 0,5 0 10 0,-7-2 6 0,2 1 3 15,-2-4 2-15,0-1 0 0,-1-1-2 0,1-2-5 16,-1-1-3-16,0-2-7 0,0-2-3 16,2 0-10-16,-3-4-11 0,2-1-10 0,1 2-11 0,4-4-5 15,1-1-25-15,0-2 1 0,2-3-9 0,4 1-20 16,3-7-33-16,4 0-54 0,-1-2-52 0,6-1-75 16,2 1-75-16,2 2-77 0,1 0-95 0,3 2-106 15,-7 7-312-15,5-3-910 0,-5 4 403 0</inkml:trace>
  <inkml:trace contextRef="#ctx0" brushRef="#br0" timeOffset="213721.15">24503 9305 177 0,'0'0'265'15,"2"-6"-15"-15,-4 2-22 0,2 4-22 0,3-4-29 16,-3 4-13-16,0 0-22 0,0 0-14 0,0 0-13 0,0 0-12 16,0 0-19-16,4 15-9 0,-4-8-7 0,0 1-2 15,3-1-6-15,-2 4-6 0,-1-1-2 16,0 3-3-16,0-1-7 0,0 1-5 0,3-1-1 0,-3-1-4 16,0 2-4-16,0-1-3 0,2 1 0 0,-2 2-2 15,0-3-2-15,0 0-3 0,-2-2 2 0,2 2-5 16,0-2 0-16,0-2-2 0,0 2-1 0,0-2-2 15,0-2 1-15,0 2 0 0,0-3 2 0,0 0 3 16,0-3 13-16,2 3 6 0,-2-5 11 0,-2 4 5 16,2-4 8-16,2 4 10 0,-2-4 4 0,0 0 15 15,0 0-6-15,4 5 1 0,-4-5-4 0,0 0-2 16,0 0-6-16,14-5-14 0,-7 3-5 0,0-1-1 16,5 0-11-16,-1-1 2 0,0 1-2 0,4-1-18 15,3-1-21-15,-3 3-27 0,-2-2-35 0,8 2-39 16,-8 1-49-16,2-1-52 0,0 0-49 0,0 0-47 0,-4 2-195 15,1 0-532-15,-1 0 235 0</inkml:trace>
  <inkml:trace contextRef="#ctx0" brushRef="#br0" timeOffset="-214748.28">24826 9528 107 0,'-1'-6'279'0,"1"6"-4"0,-2-3-14 15,2 3-18-15,0 0-20 0,0 0-23 0,0-5-19 16,0 5-17-16,0 0-24 0,0 0-18 0,0 0-14 16,0 0-7-16,-11 8-10 0,11-8-10 0,-1 7-11 15,-1-2-3-15,1-1-9 0,-1 1 0 0,2 1-7 16,0-1-6-16,0 1-6 0,2 0 1 0,-1-1-4 0,2 2-8 16,1-2 1-16,0 0-3 0,3-3-2 15,-3 1-4-15,6 0-3 0,-5-1-1 0,3-2 0 0,-1 0-1 16,-7 0-7-16,15-2 2 0,-7-1-9 0,-4 2 1 15,2-2-2-15,-2-3 1 0,1 1-3 0,-1-3-1 16,-1 2 3-16,-1-2-2 0,-1 1 0 0,-1-1 3 16,-1-3-3-16,-1 4-3 0,1-1 2 0,-1 0 0 15,-4 0 1-15,0 1-1 0,2-2 1 0,0 4 0 16,-1-2-2-16,-1 5 0 0,1-2 1 0,-2 3-3 16,3-3 7-16,-2 2-4 0,6 2-4 0,-9-3 5 15,9 3-4-15,-6-2 1 0,6 2-3 0,0 0 0 16,-8 5 2-16,8-5 2 0,0 0 2 0,0 0-2 0,0 0 3 15,8 7-1-15,-4-4-1 0,2-2 0 16,-1 0-1-16,2 0-4 0,0 2-1 0,2-2-5 16,-2 1-5-16,0-2-6 0,3 1-12 0,-1-2-5 0,2 1-4 15,-4 0-1-15,2-6 0 0,-2 6-1 0,1-2 4 16,-1 1 2-16,1-2 5 0,-1 2 4 16,0-2 2-16,-3 1 5 0,4-4 2 0,-4 5 4 0,2-3 0 15,-4 3 2-15,5-1 1 0,-4-1 4 0,1-1-1 16,-4 4 1-16,9-4 4 0,-6 3 0 0,-3 1 2 15,6-1 1-15,-6 1 2 0,9-2-1 0,-9 2-1 0,8 0 0 16,-8 0 3-16,0 0 0 0,8 2 2 16,-8-2-1-16,7 1-1 0,-7-1 3 0,3 4-4 15,-3-4 5-15,4 5-6 0,-4-1 5 0,3-2-3 0,-2 2 3 16,-1-4-1-16,0 9 1 0,0-5 2 0,0 1-3 16,-1 0 6-16,1 1 0 0,-3-1 0 15,2 0 3-15,-2 0-3 0,3 0-3 0,-1-1 2 0,1 1-2 16,-3 0 3-16,2 0-1 0,-1-1 3 0,-1 0 5 15,3-4 3-15,-1 8-1 0,1-8 3 0,-3 4 0 16,3-4-1-16,-2 3 2 0,2-3 3 0,-4 3 9 16,4-3 3-16,0 0 3 0,0 0-1 0,0 0 7 15,0 0 4-15,-4 2 7 0,4-2 4 0,0 0-5 0,0 0-7 16,0 0-2-16,0 0-4 0,0 0-6 16,-2-12-1-16,4 6-3 0,-2 6-4 0,4-6-6 15,0 1 2-15,-2 0-3 0,2-2-5 0,1 0-6 0,0 0-4 16,2 0-2-16,1-1-5 0,0-1-2 0,-1-1-10 15,0 1-4-15,2 2-1 0,1-3 0 0,-1 4 5 16,-2-3 0-16,1 2 0 0,0 0 5 0,-1 3-1 16,-1 0 1-16,-1-3 0 0,-1 5 4 0,2 0 0 15,-4-1-4-15,1 1 2 0,-3 2 0 0,4-4 0 16,-4 4-2-16,3-2 0 0,-3 2-2 0,0 0 4 16,0 0 1-16,0 0 0 0,0 0 0 0,0 0-1 15,-3 13 2-15,2-8 2 0,1 1 1 0,-4-1 1 16,2 1 0-16,2-3 0 0,-2 4 2 0,2 1 2 15,0-3-1-15,0 0 0 0,-2 1 5 0,6-1-3 16,-4 5-2-16,0-5 0 0,3 1 3 0,1 0-1 16,0-2 2-16,-1 3 1 0,-1-2-3 0,1 1 1 0,3-2-2 15,-2 4 2-15,-3-3-3 16,1-2 3-16,-2-3 3 0,2 6 13 0,-2-4 6 16,0-2-3-16,0 4 1 0,0-4 3 0,0 0-1 0,0 0-3 15,-9 2-4-15,3 0 0 0,6-2-2 0,-12 3-8 16,7-3 6-16,-1 1-30 0,-2 0-38 15,-1-1-51-15,3 2-66 0,-2-2-63 0,8 0-204 16,-13 2-474-16,8-1 210 0</inkml:trace>
  <inkml:trace contextRef="#ctx0" brushRef="#br0" timeOffset="-214217.06">25067 9808 323 0,'-6'-2'334'16,"6"2"-24"-16,0 0-9 0,-7-2-23 0,7 2-21 15,0 0-22-15,-6-2-25 0,6 2-26 0,0 0-17 16,0 0-18-16,-9 5-9 0,5-3-18 0,2 4-13 15,-3-2-11-15,1 1-9 0,-1 0-7 0,2 1 0 16,-1 2-12-16,2-2-11 0,0 1-6 0,-1 0-3 16,2-1-5-16,0 1-3 0,-1-3-8 0,1 2 0 15,1-2-6-15,0 0-1 0,3 0-3 0,-3-4 7 0,2 5 0 16,3-5-5-16,-5 0 0 0,12 0-5 16,-12 0-2-16,13-3-2 0,-6 1 3 0,0-2 0 15,0-1-6-15,-1 1-5 0,0-1 2 0,-2-1-3 0,3-1 1 16,-3 2-9-16,0-1-4 0,0 0-2 0,-1 1-5 15,-3 0-4-15,0 0-2 0,-2 0-19 0,1 1-25 16,-3 0-20-16,4 4-26 0,-11-3-20 0,7 0-26 16,-3 2-20-16,0 0-25 0,7 1-32 0,-12 0-31 15,12 0-192-15,-11 1-491 0,11-1 217 0</inkml:trace>
  <inkml:trace contextRef="#ctx0" brushRef="#br0" timeOffset="-213967.08">25220 9816 203 0,'0'0'261'16,"4"0"-10"-16,-4 0-15 0,0 0-13 0,0 0-19 0,7-1-17 15,-7 1-19-15,0 0-15 0,0 0-18 0,10 0-11 16,-10 0-13-16,6 0-7 0,-6 0-13 0,0 0-8 15,7 1-10-15,-7-1-8 0,10 1 2 0,-7 1-17 16,3-1-12-16,-6-1-24 0,10 1-32 0,-5-1-48 16,-5 0-50-16,10-1-58 0,-10 1-41 0,9-1-161 15,-2-1-406-15,-7 2 179 0</inkml:trace>
  <inkml:trace contextRef="#ctx0" brushRef="#br0" timeOffset="-213779.6">25359 9768 288 0,'0'0'281'0,"0"0"-14"0,0 0-24 0,0 0-24 0,0 0-22 16,0 0-19-16,0 0-7 0,0 0 13 0,0 0-16 15,3 15-17-15,-3-10-15 0,0 0-9 0,0 1-17 16,0 4-9-16,0 1-10 0,0-1 0 0,2 2-15 16,-2-2-8-16,0 3-9 0,2-2-40 0,-2 2-46 15,2-2-66-15,-2-1-64 0,5 2-77 0,-4-1-219 16,3 0-490-16,-3-5 217 0</inkml:trace>
  <inkml:trace contextRef="#ctx0" brushRef="#br0" timeOffset="-206916.03">28766 10762 266 0,'0'0'292'0,"0"0"-11"0,-1-5-8 0,1 5-20 16,1-4-8-16,-1 4-11 0,0 0-13 0,0-5-5 15,0 5-14-15,0 0-9 0,0 0-3 0,0-5-17 16,0 5-15-16,0 0-14 0,0 0-7 0,0 0-13 16,0 0-1-16,0-5-15 0,0 5-6 0,0 0-15 0,0 0-7 15,0 0-4-15,0 0-7 0,0 0-16 16,0 0-4-16,0 0-6 0,0 0-20 0,3-3-1 0,-3 3 3 15,0 0-2-15,0 0 2 0,0 0-6 0,-3 13 0 16,3-8-4-16,3-1-1 0,-3 3 1 0,0-1-5 16,0 1-1-16,1 4-5 0,-1-4-1 0,0 5 2 15,0-3 6-15,0 1-7 0,0 0 5 0,0 1-8 16,-1-1 3-16,2 0-2 0,-1-1 5 0,0-1-3 16,0-1 7-16,-1 1-8 0,1-1-4 0,0 0 3 15,0-2 0-15,-3 2-2 0,3-2 5 0,-3-1 14 16,3-4-18-16,0 8-4 0,0-6 4 0,0-2-4 0,0 0 7 15,2 6-8-15,-2-6 15 0,1 3-2 16,-1-3-1-16,0 0 2 0,0 0-2 0,0 0-1 0,0 0 4 16,0 0-8-16,0 0 4 0,0 0 0 0,0 0 1 15,0 0-1-15,0 0-5 0,4-13-19 0,-4 9-31 16,0 4-32-16,0-9-39 0,0 6-40 0,0-2-47 31,0 5-59-31,0-7-74 0,0 3-256 0,4 0-644 16,-4 4 285-16</inkml:trace>
  <inkml:trace contextRef="#ctx0" brushRef="#br0" timeOffset="-205892.24">28763 11153 186 0,'0'0'184'0,"0"0"-14"0,0 0-13 0,0 0-21 16,0 0-11-16,0 0-15 0,0 0-11 0,0 0 4 15,-11 6 1-15,11-2-16 0,-5-1-3 0,4 0 10 16,0 0-8-16,-2 0-3 0,-3 4-5 0,2-2-3 16,1 1 5-16,-4 4-1 0,1-4-10 0,3 1-4 15,-1 3-6-15,-1-4-3 0,3 1-7 0,-1 0-2 16,-1-1-4-16,-1 4-3 0,2-3-5 0,1-1 2 0,2 1-3 16,-2-1-3-16,2 1 1 0,0-2 5 15,2 1 6-15,0-2 7 0,5-1 8 0,-3-1 4 16,0 1 6-16,2 1-2 0,-1-3-2 0,4-1-1 0,0 0-6 15,0-1-4-15,-2 0 1 0,8-3 14 0,-3 2-3 16,-1 0-3-16,0-1 2 0,-1-1 4 0,0-1 3 16,-3 2 0-16,0-2 10 0,-1 2-2 0,0-2 7 15,-2-2 5-15,-1 3-10 0,-2-1-4 0,-1 0-5 16,0 0-14-16,-2 0-8 0,0-2-3 0,-2 2-5 16,0 0-5-16,-5-1-9 0,0 1 4 0,-3 0-9 15,0-1-1-15,0 2 4 0,-2 1-13 0,2 1-29 16,-1 0-46-16,0 0-48 0,2 0-49 0,-1 4-59 15,1-2-64-15,3 1-69 0,1 0-263 0,2 0-663 16,5-1 294-16</inkml:trace>
  <inkml:trace contextRef="#ctx0" brushRef="#br0" timeOffset="-204578.32">29530 10774 285 0,'0'0'316'0,"3"-8"-6"0,-3 3-6 16,-3 0-6-16,3 0 0 0,3 1-15 15,-3 0-1-15,0 4-7 0,0-8-15 0,-3 4-15 16,3 4-5-16,0-5-18 0,0 5-16 0,0-5-22 0,0 5-22 16,-4-3-17-16,4 3-20 0,0 0-20 0,0 0-20 15,0 0-5-15,0 0-7 0,0 0-15 0,-4 16 3 16,3-7-6-16,-2 2-6 0,-1 1-1 0,0-1-3 15,3 7-9-15,-3 0-2 0,2-3-1 0,1 0-5 16,0 2-8-16,-1-4-16 0,5 4-31 0,-2-4-32 0,1-2-43 16,0 2-31-16,1 0-40 0,1-1-50 0,0-2-51 15,7-1-79-15,-5 4-299 0,3-7-706 0,1 5 313 16</inkml:trace>
  <inkml:trace contextRef="#ctx0" brushRef="#br0" timeOffset="-203984.61">29612 11172 106 0,'0'-3'359'16,"0"3"-1"-16,0 0-16 0,1-6-14 0,-1 2-9 15,0 4-16-15,-1-8-14 0,1 8-7 0,0 0-20 0,1-2-20 16,-1 2-26-16,0 0-25 0,0 0-23 16,0 0-18-16,0 0-22 0,0 0-16 0,0 0-7 15,0 0-13-15,0 0-11 0,0 0-9 0,-3 17-11 0,0-11 0 16,6 2-6-16,-3 0-8 0,0 2-6 0,3 0-3 15,-3-2-36-15,0 3-29 0,0-2-45 0,3 1-27 16,-2-2-34-16,2 1-40 0,-1-2-45 0,3 3-61 16,-2-2-67-16,1-4-232 0,0 3-625 0,4-2 277 15</inkml:trace>
  <inkml:trace contextRef="#ctx0" brushRef="#br0" timeOffset="-203404.93">30212 10775 211 0,'1'-4'344'0,"1"0"-7"0,0-1-6 0,1 0 5 16,-3 1-10-16,0 0 2 0,2-1-16 0,-2 5-13 15,2-6-18-15,-2 3-26 0,0 3-26 16,2-5-26-16,-2 5-25 0,0 0-23 0,0 0-17 0,0 0-15 16,0 0-10-16,5 16-10 0,-4-6-9 0,3 1-10 15,-4 3-11-15,2 3-2 0,1 3-11 0,-2-2-2 16,-1 3-10-16,1-2-26 0,-1 1-42 0,3 0-45 16,-2 0-43-16,2-1-47 0,-3 1-47 0,2-4-43 15,-2 2-58-15,2-5-51 0,-2-2-256 0,2 1-662 16,1-2 293-16</inkml:trace>
  <inkml:trace contextRef="#ctx0" brushRef="#br0" timeOffset="-202904.97">30304 11121 244 0,'0'0'272'16,"0"0"-18"-16,0 0-16 0,0 0-23 0,0 0-23 16,0 0-17-16,0 0-16 0,0 0-8 0,0 0 4 15,0 0-6-15,0 0-4 0,18 7-4 0,-14-5-21 16,-1 0-10-16,2 1-12 0,-2 1-14 0,0 1-2 16,0-1-11-16,-1-1-7 0,3 4-7 0,-2-3-5 0,0 1-6 15,-2-1-3-15,-1 2-4 0,0-2-5 0,0 1 1 16,-1 1-6-16,-2 2 7 0,-2-2 13 15,-2 1 22-15,3-2-13 0,-1 1 2 0,-1-1 1 0,-3 2 16 16,3-2-3-16,-2 0 12 0,1-1-7 0,-1 1-6 16,4-4-9-16,3 2 0 0,-3 0 13 0,4-3-6 15,-3 5 5-15,3-5 9 0,0 0-1 0,0 0-11 16,0 0-3-16,0 0-12 0,28-7-6 0,-14 5-11 16,7-4-35-16,-3 1-42 0,4 2-50 0,1-4-44 15,7 1-58-15,-9 2-74 0,11-3-82 0,-9 0-316 16,-1 0-713-16,10-1 317 0</inkml:trace>
  <inkml:trace contextRef="#ctx0" brushRef="#br0" timeOffset="-202498.75">31023 10670 256 0,'0'0'340'0,"1"-2"-14"0,-1 2-22 0,0 0-21 15,0-6-30-15,0 6-27 0,0 0-29 0,0 0-25 0,0 0-15 16,0 0-17-16,0 0-16 0,0 0-11 0,-7 18-9 16,4-9-11-16,-1 4-6 0,3-2-13 0,-2 6-6 15,2-3-4-15,-3 4-7 0,4 0-7 0,-2 4-2 16,2-4-6-16,0 1-2 0,0-1-4 0,2-4-10 15,2-1-9-15,-3 5-39 0,2-2-40 0,-2 0-60 16,2-2-70-16,-2-5-62 0,2 4-254 0,3-6-550 16,-5 2 243-16</inkml:trace>
  <inkml:trace contextRef="#ctx0" brushRef="#br0" timeOffset="-201865.53">30870 11114 30 0,'0'0'330'0,"0"0"-16"0,0 0-15 15,0 0-28-15,7-6-20 0,-6 3-19 0,-1 3-26 16,6-2-18-16,-6 2-17 0,5-3-23 0,-1 0-11 0,-4 3-12 15,10-2-14-15,-3 2-9 0,-1-1-14 0,1 1-11 16,0 1-2-16,2 0-10 0,-2 0-8 16,-1 2-3-16,2-1-7 0,-4 0-4 0,1-1-10 0,1 2-4 15,-3-2-3-15,1 2 4 0,-1 0-13 0,1 2 1 16,-3-3-5-16,0 3-3 0,-1-5 2 0,-1 6 0 16,0-2-3-16,-3 3 3 0,2-2-2 0,-1-4-5 15,1 3 0-15,0 1-4 0,-2 0 2 0,1-2-1 16,0-1 1-16,1 3 0 0,2 0 1 0,-2-2-2 15,2 1-2-15,0 0 4 0,0-4-3 0,0 5 3 16,0-5-2-16,2 7 4 0,-2-4-1 0,5 1 1 16,1-2 0-16,-5 2 0 0,3-1-2 0,1 0-6 15,0-1 9-15,-1 1 0 0,-4-3-2 0,7 3 1 0,-2-1-4 16,-5-2 1-16,4 3 0 0,-4-3-2 16,0 0 4-16,0 0-3 0,0 5-7 0,0-5 6 15,0 0 2-15,0 0-1 0,-7 5 1 0,3-3 1 0,-4-1-11 16,-1 2-32-16,-1 1-34 0,-2-2-43 0,-6 4-50 15,3-4-54 1,-2 1-56-16,-5 0-203 0,-11 2-520 16,3-2 231-16</inkml:trace>
  <inkml:trace contextRef="#ctx0" brushRef="#br0" timeOffset="-201082.29">27891 10721 173 0,'-2'-3'316'0,"-2"0"-14"0,1-1-15 0,3 4-4 16,0-5-17-16,0 5-15 0,0-6-19 0,0 6-26 16,-1-3-21-16,1 3-15 0,0 0-26 0,0 0-23 15,0 0-6-15,0 0-11 0,0 0-10 0,0 15-9 16,0-9-12-16,1 2 0 0,-1 4-9 0,3 1-12 15,-6-2 1-15,6 1-7 0,-2 3-4 0,4-2-4 16,-5 3-1-16,3-3-3 0,1 5-24 0,3 0-31 16,-3-2-40-16,-1-4-45 0,5 5-61 0,-7-4-65 15,5-2-70-15,1 2-193 0,-2-5-535 0,-1 2 236 16</inkml:trace>
  <inkml:trace contextRef="#ctx0" brushRef="#br0" timeOffset="-200707.31">27770 11262 183 0,'0'0'332'0,"0"0"-22"15,0 0-22-15,0 0-22 0,0 0-15 0,0 0-23 16,0 0-10-16,0 0-32 0,0-6-22 0,0 6-14 15,0 0-15-15,0 0-16 0,0 0-10 0,0 0-13 16,0 0-8-16,0 0-3 0,0 0-13 0,18 7-5 16,-10-6-7-16,-1-1-12 0,1 1-29 0,3-1-50 15,1 0-54-15,1 2-61 0,7-4-63 0,-2 0-58 16,-5 2-189-16,0 0-494 0,0-1 218 0</inkml:trace>
  <inkml:trace contextRef="#ctx0" brushRef="#br0" timeOffset="-200504.21">28083 11191 182 0,'0'0'296'16,"0"0"-31"-16,0 0-23 0,0 0-24 0,0 0 7 16,0 0-4-16,0 0-16 0,0 0-18 0,-4 15-21 15,4-11-17-15,-1 2-16 0,-1 0-11 0,0 0-13 16,-2 0-7-16,3 2-14 0,-4-1-25 0,4 2-47 15,-2 1-54-15,-2-4-63 0,3 2-69 0,2-2-64 16,-4-1-174-16,4 2-442 0,-4-3 196 0</inkml:trace>
  <inkml:trace contextRef="#ctx0" brushRef="#br0" timeOffset="-199754.27">27126 10772 64 0,'0'0'322'0,"0"-5"-13"0,0 5-13 0,0-8-18 15,0 8-24-15,0-5-27 0,0 5-25 0,0 0-26 16,0 0-19-16,0 0-15 0,0 0-12 0,0 0-18 16,1 17-9-16,-1-7-12 0,0-1-3 0,2 6-9 15,0-4-9-15,-2 3-6 0,2 0-7 0,-2 1 2 0,0-1-13 16,1-1-4-16,-2 2-20 0,2-2-39 0,-1 0-50 15,0 0-54-15,0 1-59 0,1-2-63 0,1-2-218 16,-2 2-498-16,1-7 220 0</inkml:trace>
  <inkml:trace contextRef="#ctx0" brushRef="#br0" timeOffset="-199406.11">27040 11318 328 0,'0'0'359'0,"0"0"-4"15,0 0-17-15,0 0-16 0,0 0-11 0,0 0-16 16,0 0-19-16,0 0-19 0,0 0-19 0,0 0-22 16,0 0-26-16,0 0-12 0,0 0-24 0,0 0-16 15,0 0-15-15,0 0-9 0,0 0-23 0,11-8-24 16,-2 7-44-16,-2 0-45 0,0-1-30 0,3 0-37 0,0 2-36 16,3-3-47-16,-1 2-57 0,-2-1-63 0,2 2-274 15,-1-3-612-15,-2 3 271 0</inkml:trace>
  <inkml:trace contextRef="#ctx0" brushRef="#br0" timeOffset="-198656.17">27275 11252 51 0,'0'0'161'0,"3"-3"-2"0,-3 3-1 16,0 0 4-16,0 0 1 0,0 0 1 0,0 0-1 15,0 0 0-15,0-5-3 0,0 5 4 0,0 0-5 16,0 0-4-16,0 0-14 0,0 0-6 0,3-5-10 16,-3 5-5-16,0 0-10 0,1-3-5 0,-1 3-8 15,0 0-12-15,3-3-6 0,-3 3-6 0,0 0-13 16,0 0-2-16,0 0-7 0,0 0-5 0,0 0-3 0,0 0-7 15,0 0-4-15,0 0 3 0,0 0-8 0,0 0-7 16,0 0-1-16,0 0-1 0,0 0-2 16,0 0-8-16,0 0 3 0,0 0 0 0,8 8-1 0,-8-8 1 15,0 0-3-15,6 3-3 0,-6-3 2 0,2 2-2 16,-2-2-2-16,4 4 0 0,-4-4-3 0,2 4 6 16,-2-4-3-16,2 2-1 0,-2-2-1 0,0 4 3 15,0-4 0-15,0 0 0 0,0 0-2 0,4 4-2 16,-4-4 3-16,0 0 4 0,0 0-6 0,0 0 2 15,0 0-1-15,0 0 1 0,2 4-3 0,-2-4 0 16,0 0 3-16,0 0-4 0,0 0 3 0,0 0 0 16,0 0-1-16,0 0 0 0,0 0-2 0,0 0-2 0,0 0 8 15,0 0-7-15,0 0-1 0,-6 4-2 16,6-4 3-16,0 0 2 0,-2 3 0 0,2-3-5 16,-2 6 7-16,2-6-3 0,-4 5-2 0,4-1 2 0,-1-1 0 15,1 2-1-15,0-5 4 0,-3 8-6 0,2-5 2 16,-3 1 0-16,2 0 3 0,2 1-2 0,-4 0 3 15,4-1-4-15,-4 2 2 0,0-1 5 0,1 0 2 16,1 0 2-16,-1 0 9 0,-1-2-3 0,1 0 1 16,-1 0 2-16,3 0-4 0,1-3 5 0,-2 4 3 15,2-4 7-15,0 0 0 0,0 0 3 0,0 0 4 16,0 0-4-16,10 1-9 0,-10-1 3 0,16-5-5 16,-6 1-6-16,3-1-25 0,2 2-27 0,3-2-35 15,0 0-40-15,-5 3-49 0,5-3-51 0,1-2-62 0,-1 3-248 16,-5 1-565-16,-2-1 250 0</inkml:trace>
  <inkml:trace contextRef="#ctx0" brushRef="#br0" timeOffset="-197021.07">26321 11270 39 0,'-3'3'221'0,"3"-3"-1"0,0 0-10 15,0 0-6-15,0 0-2 0,0 0-7 0,0 0-10 16,0 0-10-16,0 0-8 0,-8 1-14 0,8-1-5 16,0 0-17-16,0 0-6 0,0 0-2 0,0 0-2 15,0 0-1-15,0 0-8 0,0 0-11 0,0 0-3 16,0 0-10-16,19 0-4 0,-19 0-12 0,9-1-8 16,-2 0-7-16,-7 1-3 0,12-2-6 0,-5 1-10 15,1 0-23-15,0 0-26 0,-1 1-39 0,1-2-47 16,-1 2-52-16,3-2-59 0,-5 1-54 0,2-1-204 15,-7 2-505-15,10-1 225 0</inkml:trace>
  <inkml:trace contextRef="#ctx0" brushRef="#br0" timeOffset="-196396.12">26493 11188 115 0,'0'0'287'0,"0"-4"-14"0,0 4-20 15,2-4-19-15,-2 4-14 0,1-6-18 0,1 3-24 16,-2 3-13-16,2-3-17 0,-2 3-16 0,7-4-14 0,-7 4-12 16,5-2-9-16,-5 2-11 0,7-1-5 15,-7 1-10-15,11 0-8 0,-7-3-6 0,-4 3-6 16,0 0-7-16,12 3-4 0,-7-2-5 0,0 1-1 0,-1 1-7 16,1-1-2-16,-1 1-3 0,-1 0 0 0,1 1-6 15,0-1 1-15,-1 0-2 0,1 0-3 0,0 1-2 16,0-1 1-16,-4 1-1 0,3 0-6 0,-3-4-2 15,1 5-2-15,-1-5 5 0,0 6-2 0,0-2 2 16,0 0-1-16,-4 1-2 0,4-1 1 0,-4-1 0 16,0 2-5-16,2-2 4 0,0 1-1 0,-1 0 0 15,-1-2 1-15,3 1 0 0,1-3-2 0,-6 5 1 16,6-5 0-16,0 7-3 0,0-7-2 0,-2 3 5 16,2-3-1-16,2 4 3 0,0 2-4 0,3-5 10 15,-1 3-6-15,-1-1 0 0,4-1 0 0,-2 1-3 16,-1 2 3-16,5-2-3 0,-4 1 2 0,-1-1-2 0,4-1 1 15,-4 1 1-15,3 1-2 0,-3 0 1 0,0-2-2 16,-1 2-1-16,-3-2 3 0,4 0 0 0,-4-2 5 16,2 6 0-16,-2-2 11 0,0 0 10 0,0-4 9 15,-6 7 1-15,5-2-3 0,-5-3 0 0,-1 2 0 16,2-1-5-16,-6 1-1 0,-1 0-2 0,2 0-2 16,-5 0-8-16,4 0 3 0,-3-1-12 0,1 1-35 15,-1-1-48-15,3 1-59 0,-1-2-80 0,5 0-88 16,-2 0-191-16,4-2-535 0,5 0 236 0</inkml:trace>
  <inkml:trace contextRef="#ctx0" brushRef="#br0" timeOffset="-195005.59">26349 10878 133 0,'0'0'213'0,"0"0"-8"0,0 0-13 0,1-5-6 0,-1 5-15 16,3-3-8-16,-3 3-5 0,4-4 1 15,-4 2 0-15,0 2-3 0,0-6-1 0,0 6-6 0,2-5-7 16,-2 5-4-16,2-4-2 0,-2 4-5 0,2-3-7 15,-2 3-11-15,0 0-8 0,0 0-10 0,0 0-7 16,0 0-12-16,0 0-5 0,0 0-14 0,-4-6-4 16,4 6-8-16,0 0-12 0,0 0 1 0,0 0-3 15,0 0-12-15,0 0 6 0,0 17-2 0,2-10-5 16,0 0 3-16,-1-2-3 0,-1 3 1 0,0-2-7 16,0 2 2-16,4 1 0 0,-2 1-3 0,0 0-2 15,0-2 0-15,1 0-1 0,0 1-5 0,0 0 0 0,-2 0 1 16,2-3-1-16,-3 2 5 0,2-3-5 15,0-1 2-15,-2 2-3 0,3-2 3 0,-2-1-3 16,-1-3 2-16,2 6 2 0,-2-6 4 0,1 2 0 0,-1-2 12 16,0 0 9-16,0 0 11 0,0 0 3 0,0 0-5 15,0 0-2-15,0 0 4 0,-7-12-2 0,5 4-2 16,0 4 1-16,-1-2-7 0,1-5 8 0,-1 5-8 16,-2-2-7-16,3 1 3 0,-2-2-7 0,0 1-2 15,4 3 0-15,-1-1-6 0,-1-1-1 0,-2 2-3 16,4 5-7-16,0-8-32 0,0 8-40 0,0-3-40 15,0 3-25-15,0 0-48 0,0 0-54 0,0 0-73 16,13 7-276-16,-9-2-635 0,6 3 282 0</inkml:trace>
  <inkml:trace contextRef="#ctx0" brushRef="#br0" timeOffset="-178236.31">19396 15286 100 0,'-7'-2'121'0,"7"2"-10"16,-6-2-10-16,6 2-2 0,-6-2-8 16,2-1 2-16,4 3-13 0,-11-2 3 0,8 0-11 0,3 2 1 15,-12-3 1-15,8 2-6 0,4 1-4 0,-11-1 1 0,3 0-7 0,8 1-5 0,-11-2 1 16,3 1-8-16,0 1 0 0,1 0-6 0,-4-1-4 16,0 0-3-16,2 1-3 0,-1 0 5 0,1 0-6 15,-5 0-10-15,3-2 6 0,0 2 0 0,-1 0 2 16,0 0-3-16,-1 2-1 0,2-2 5 0,-2 0-3 15,0 0 1-15,0 1-7 0,1 0 3 0,1-1-2 16,-1 1-1-16,1-1-3 0,0 2-2 0,-2-1-1 16,3 0 0-16,2 0-3 0,-3-1 1 0,-1 0 1 15,2 1-2-15,-2-1 2 0,1 2 14 0,2 0 1 16,-5-2-2-16,9 1-1 0,-5-1-2 0,-2 0-3 16,5 1 2-16,-5-1-3 0,5 1-4 0,-6 1 2 15,2-2 1-15,-3 2 4 0,-1-1-6 0,2-1 2 16,0 3 1-16,1-1-2 0,-4-2-1 0,-2 3-1 15,0 1-2-15,-1-1-1 0,4-1 1 0,0-2-1 16,3 2-3-16,1 0 5 0,-2-1-5 0,0 1 1 16,1 0 1-16,1 3 0 0,3-3 5 0,-4-1 1 0,4 1 2 15,-2 1-1-15,2-2-1 0,-3 0 0 0,3 2-3 16,0-1-3-16,-2-1 2 0,5 2-1 16,-3 0-5-16,-1-2 3 0,0 2-2 0,2-1 1 0,2 2-4 15,-4-2-1-15,3 3 2 0,-1-3-2 0,0 1 1 16,0 0-1-16,-2 1 1 0,-1 1-3 0,2-1 2 15,1 0 5-15,-1 1-1 0,1-1-3 0,1 0 2 16,-1 0 1-16,0 1-3 0,0 0 2 0,0 0-3 16,1-2 3-16,0 3-4 0,-2-1 1 0,1 3-1 15,0-3 0-15,2 0 0 0,-2 1-1 0,-4 0 2 16,6-1 1-16,-3 0-1 0,2 1 2 0,1-1-2 16,-1 2 2-16,2-2 1 0,-1 0-1 0,-1 1-2 15,-3 1 1-15,5-2 2 0,-2 1 0 0,2-1-1 16,-1 2 2-16,-1-2 1 0,2 0-1 0,-4 0 5 15,4 1 7-15,-1 0 0 0,0 0 6 0,0 0-6 16,0 0-1-16,1 1-2 0,-2 0 0 0,2-2 0 16,0 1-4-16,1 0 2 0,-1 1-1 0,-2-2-6 15,1 0 1-15,1 1 2 0,2 0-3 0,-4 0 2 0,3 0-1 16,-1 1-2-16,1 1 2 0,2-2-4 16,-4 1 0-16,2-1 0 0,2 0 1 0,-2 1-2 15,3-1 2-15,-1 3-3 0,-1-1 4 0,-2-2-1 16,4 3 2-16,0-2-4 0,0 4 2 0,0-4 1 0,0 1-1 15,0 0-1-15,4-1 4 0,-4-1-1 0,2-1 0 16,-1 3-1-16,0-2 2 0,1 2 2 16,-1-3 1-16,2 2 0 0,2 0-3 0,-4 1 2 0,2-2 2 15,1 1 1-15,-1-1 0 0,3 0-1 0,-2 1 2 16,0-1-1-16,1 0-1 0,0 2 0 0,1-3-3 16,-1 0 0-16,2 6-6 0,1-5 4 0,-1 0 1 15,1 2 4-15,-1 0-7 0,1 0 3 0,-2-1-3 16,3 1-2-16,0-1-3 0,-4 0 2 0,6 2 3 15,-3-3-2-15,-3 2 1 0,6 1 2 0,-1-1-3 16,-3-1-3-16,2 2 2 0,2-1-1 0,-4 0-2 16,4 1 4-16,-1 0 0 0,1-3-2 0,-1 0 2 15,1 5-4-15,1-5 7 0,-4 3-7 0,4-1 6 16,-1-1-6-16,-1 1 1 0,2-2 2 0,-1 1 4 16,-3 1-5-16,6-2 0 0,-5 1 2 0,-2-1 0 15,7 1-3-15,-5 1-2 0,2-1 2 0,0-2-1 16,0 1 4-16,1-1-3 0,-2 2 0 0,1-2 4 15,2 1-2-15,-1 1 1 0,-2-4-5 0,2 2 3 16,0 2-2-16,3-1 1 0,-5-3 1 0,2 3 0 16,4 0 1-16,-2-1-2 0,1-3-1 0,-3 3 3 15,2 1 3-15,-1-4-6 0,8 3 2 0,-9-1 4 16,4-1-3-16,2 0-2 0,-3 0 4 0,3 1-2 16,2-1 2-16,-5 1-7 0,4-1 1 0,1-1 2 0,-2 1-1 15,-3-2 6-15,5 2-3 0,-6-2 1 0,6 0-4 16,-6 1 1-16,5 0 2 0,3 1-1 15,-3-1-2-15,-3-1-1 0,3-1 5 0,0 2-1 0,-1-1 1 16,5 1-2-16,-4-2 1 0,-1 1 1 0,4-1-2 16,-2 0 5-16,3 1-2 0,-2 0-1 0,0 1 5 15,2-2 13-15,-2 0 2 0,-1 1-2 0,3 0-2 16,-3 0-2-16,0-1 0 0,0 2-2 0,-1-1-2 16,4-1 2-16,-4 0-4 0,2 1-2 0,3 0 2 15,-5-1-5-15,1 0 3 0,1 0-2 0,1 3 2 16,-3-4-4-16,1 2 7 0,2 1-7 0,-1-4 2 15,0 5 2-15,-2-4-5 0,0-1-3 0,3 2 6 16,1 0-3-16,-5 0-4 0,4-1 4 0,1 1-3 16,0 0 1-16,-1 0 1 0,-1-2 3 0,1 1-4 15,0-1-4-15,1 0 8 0,-4 1-2 0,4 1-2 16,-1-2 0-16,0 0-3 0,1 1 4 0,-4-1-2 16,3 2-3-16,-1-3 3 0,1 1 0 0,-3 1 1 15,0 0 1-15,0 0-1 0,0-1-3 0,2 0 2 16,-3-1 3-16,2 2-1 0,-6 0 2 0,6 1 2 15,-2-3 3-15,-3 3 6 0,-2-1 1 0,8-1-4 16,-1 1 5-16,-1-1-5 0,-4-1 2 0,6 2-2 16,-1-2-2-16,-1 2-2 0,-3-1 1 0,3-1 1 15,1 1-7-15,-2-1 1 0,1-1 4 0,0 3-6 0,2-2 3 16,0 1-2-16,-1-1-3 0,0 1 2 16,0 1-1-16,-2-3 1 0,2 2 0 0,3-3 3 15,-3 4-1-15,1 1-3 0,2-3 0 0,-5 0 1 0,5 0-3 16,-5 0-1-16,0-1 5 0,3 1-1 0,-5 1 0 15,-2 1-2-15,7-3-6 0,-6 4 5 0,-3-2 2 16,4-2 0-16,-1 2-3 0,2 1 4 16,-4-1-3-16,6-1 5 0,-3 1-6 0,-5 0-1 0,3-1 3 15,2 1 0-15,-2-1 6 0,-1 2-1 0,1-3-8 16,1 3 2-16,0-1-1 0,1-2 3 0,-1 3-4 16,0-1 1-16,0-2-1 0,0 2 4 0,4 0-1 15,0 0-5-15,-5 2 5 0,4-4 0 0,-2 2 4 16,-4 0-5-16,3 0-7 0,-1 1 6 0,-1-2-3 15,2 3 5-15,-2-2-2 0,0 0 1 0,1 1-3 16,-2-1 8-16,3 1-11 0,-3 1 7 0,2-1 5 16,-1 2-12-16,1-1 4 0,0-1 6 0,-1 1 1 15,-1-1-10-15,2 1 3 0,-3-2 3 0,1 2 4 16,4-1-8-16,-3 0 0 0,-1 0 6 0,0-1-6 16,2 1 3-16,-2-1-2 0,0 1 4 0,-2-1 1 15,5-1-3-15,-2 1 0 0,-1 0 2 0,-3-1-4 16,3-1 7-16,3 1-6 0,-6 0 0 0,1 1 4 15,2-1-1-15,1 0 0 0,-3-1 7 0,3 0-14 16,-4 0 1-16,3 0 3 0,1 1 6 0,-1-1-2 16,0-1 0-16,0 3-6 0,0-1 0 0,-1-1 3 15,0 2-2-15,3-1-1 0,-2 0 7 0,0 0-5 16,-1-1 1-16,2 2-5 0,0-1 1 0,-3 2 2 16,4 1 4-16,-1-2 2 0,-2 0-3 0,2 0 2 0,-2-1-5 15,5 2-1-15,-5-1-3 0,2 1 6 16,2 0-3-16,-3-2 5 0,3 3-2 0,3-2 1 15,-4 2-1-15,-3-1-3 0,3 1 4 0,-3-4-1 0,1 3-1 16,0-1 3-16,2 1-6 0,-3-1 10 0,1 1-12 16,-4 1 5-16,3-2-1 0,0 0 2 0,-1 0 0 15,2-1 3-15,-4 2-4 0,0 0 0 0,0-2-3 16,2 2 1-16,-4-2 5 0,3 1 1 0,1-1-3 16,-3 1-2-16,4-1 4 0,-1-1-7 0,1 2 10 15,-2-2-7-15,-1 1 0 0,3 1 3 0,3-2 1 16,-6 1-6-16,4 0 1 0,1-2 2 0,-3 3-9 15,1-1 7-15,0 1-8 0,0-1 0 0,-2 2 8 16,2-2-7-16,-1 1-3 0,-1-1 1 0,-2 2 0 16,2-2 0-16,0 2 9 0,0-1-5 0,1 0 1 15,-1 0-3-15,-2 0 2 0,0-1 4 0,4-1-1 16,-2 1-1-16,0 1 0 0,0-1 1 0,-1 0 5 16,2 0-8-16,-2 1 10 0,3-2-7 0,-2 1 6 15,1-1-4-15,-2 2 1 0,3-2 3 0,-4 0-3 16,2-1-2-16,2 0 2 0,-3 0-1 0,-1 3-2 15,3-4 12-15,-2 2-9 0,-3 0 4 0,2 0-6 16,1 1 4-16,-3-2-1 0,2 0 1 0,0 3-2 16,-1-2-1-16,-1 2 5 0,0-3-2 0,0 3 6 15,-1-2-1-15,1 2-4 0,-1-2-2 0,0-1 1 0,-1 2 4 16,4 0 3-16,-2 0-11 0,-3-1 4 16,2 0 0-16,1 1-2 0,-1-2 1 0,-4 1 0 15,4 1 1-15,3-1-8 0,-3-3 10 0,-1 1-2 16,-2 1 0-16,3-3 3 0,2 2-3 0,-2-2 5 0,0 3-3 15,-3 0-4-15,5-3 0 0,-2 5 8 0,-3-5-2 16,3 3-3-16,-1-3 5 0,0 1-2 16,-2 2 0-16,2 0 2 0,-2-1 10 0,2 1-10 0,-2-2 6 15,3 2 7-15,-4 0-9 0,0-1 2 0,2 2-2 16,0-2 7-16,0 0-3 0,-4 1 15 0,2 0-16 16,2 0 3-16,-2 0 0 0,0 0-7 0,0 0 3 15,-2-1 1-15,-2 1-5 0,4 2-1 0,-2-5 2 16,0 4-1-16,0-2 0 0,0-1-2 0,1 4 3 15,0-4-1-15,-1 1-5 0,1 1 3 0,-1 0-6 16,1-1 8-16,-2 0-5 0,2 2-2 0,-2-3 4 16,2 1-2-16,-2 1-1 0,0 0 1 0,-2-2 3 15,2 2 0-15,3 0-8 0,-2 0 2 0,-1-1 3 16,0 1 0-16,0 0-5 0,1-2 8 0,0 2-1 16,-2-1-7-16,3 0 7 0,-6 1-2 0,4 0 1 15,-1-1-2-15,3 2 0 0,-2-1 1 0,-2 0-2 16,1-2-3-16,2 5-1 0,-1-2 4 0,1-2 2 15,-6 1-3-15,6 0 2 0,-2 2 13 0,-1-4-17 16,-1 4 1-16,2-2-1 0,-1 3-1 0,-2-4-1 16,2 2 2-16,-1 0 6 0,2 0-4 0,-4 0-1 15,4-1 1-15,-4 1 3 0,2-1-4 0,-1 1 2 16,-1-2-3-16,0 2 4 0,3 1-5 0,-4-3 0 16,0 0 1-16,2 3 1 0,0-2-2 0,-1 0 5 0,0 0 5 15,3 2-9-15,-4 0-3 0,4-2 6 16,-1 0-2-16,-3 0-1 0,4 2 5 0,-4 0-5 15,5-4 2-15,-4 5 5 0,0-2-8 0,0 0 5 16,2-1-3-16,-3 1 6 0,-1 2-11 0,-1-2 4 0,3 0-1 16,-4-2 1-16,4 3 8 0,-5 0-8 0,2 1 4 15,-2-3-3-15,4 1 0 0,-4 2 1 16,1-3 3-16,1 3-6 0,-1-1 1 0,0 0 2 16,2-1 0-16,-2 1 2 0,0 0 0 0,2 0 2 0,-1-1-2 15,-1 0-1-15,4 0 7 0,-3 2-11 0,2 1 0 16,1-2-2-16,-1 0 1 0,2-1 6 0,-3 1-2 15,0-1 2-15,0 3-4 0,1-2 1 0,0-1 0 16,-1 0 5-16,1 3-5 0,-1-1 0 0,0-1-6 16,-3 1 5-16,2-2 7 0,-4 2-12 0,6-1 7 15,-4 1-1-15,1 0 2 0,-2 0-2 0,3 0 3 16,-5-1-1-16,5 1-4 0,-5 1 16 0,4-1-15 16,-2-2 13-16,1 3-13 0,-1 0 2 0,0-1-6 15,1 0 6-15,-1-1-5 0,0 2 3 0,2 0 3 16,0-2-2-16,1-1 3 0,-2 4-2 0,0-1-2 15,1 0-2-15,1-2 18 0,0 2-17 0,-1 0 3 16,-2-2-3-16,5 2 3 0,-2-2 3 0,0 1 1 16,-2-1-3-16,0 2-3 0,0-1 4 0,1 1-3 15,-1 0 3-15,-2 0-3 0,4-1-1 0,-1 2 0 16,0-1 13-16,-2-1-16 0,-2 2 0 0,5-2 7 16,-4 2-1-16,2-1-3 0,-1 1 0 0,2 0 2 15,2 3 2-15,-5-3 1 0,3-2-7 0,0 4 2 16,1-2 2-16,-1 2 1 0,-2-2 1 0,5 1-1 0,-1-1-4 15,-3 2 5-15,4-2-3 0,1 0-1 16,-3 1 2-16,3 0 8 0,1 0-11 0,-3 1-5 16,4-1 4-16,-4-1 2 0,2 1 4 0,0 1-1 15,1 0-6-15,-2-2 5 0,3 3-1 0,-4-1 5 0,4 0-2 16,-4-1-7-16,2 0 6 0,-4 0-2 0,4 1 1 16,0-1 3-16,-3 0-5 0,1 0-2 0,-1 2 10 15,-1-1-7-15,4-1 6 0,-3 0-7 0,-4 2 3 16,4-2 1-16,-2 1 1 0,1 0-3 0,2-1 6 15,-1 0-7-15,-3-1 4 0,2 2-3 0,1 0 6 16,0 0-2-16,-2-1-6 0,3-1 6 0,-1 1-4 16,2 0 2-16,-3-1-2 0,2 0 0 0,1 0 4 15,-2 0-5-15,0 2-3 0,0-2 4 0,4 1-2 16,-4-2 1-16,-1 2 2 0,1 0 14 0,4 0-17 16,-5-1 4-16,4 2-8 0,-4-2 5 0,1 0 4 15,0 1-6-15,1-1-2 0,-2 1-1 0,1 0 8 0,-1 0-5 16,1-1-1-16,0 2 6 0,-2-2-4 15,-1 1 3-15,5 1 2 0,-3-2-1 0,-1 2-2 16,-2 0 3-16,4-1-3 0,-2-1-3 0,-1 1-1 0,2 0-1 16,-2 1 3-16,3-1 4 0,-3 0-1 0,1 0 2 31,1 0-1-31,-2 1-6 0,3-1 4 0,-1-1 0 16,0 1 1-16,0 1-1 0,0-1 12 0,-1 1-14 15,1-2 2-15,1 1 1 0,0 0 0 0,-1-1 2 0,3 1 13 0,-4-2-21 0,0 2 1 16,6-1 2-16,-6 0 8 0,4 1-5 15,0-1-3-15,-2 2-1 0,1-2 2 0,-1 0 1 16,-3-2 2-16,5 4 0 0,-2-1 0 0,-1-2-2 0,1 2 1 16,0-1-4-16,-1 1-3 0,-2-1 4 0,0 0 2 15,1 1 0-15,-1-1 3 0,1 2-7 0,-1-4 5 16,-2 4-2-16,4-1-3 0,-3-1 10 0,4 0-9 16,-4 1 3-16,0-2 8 0,0 2-7 0,0-1 3 15,2-1-4-15,-1 1 6 0,0 1 0 0,1-2-3 16,-1 1-2-16,-1 0 6 0,0-1 2 0,-1 1-8 15,1-2-1-15,-3 1-1 0,1-1 4 0,-2 0 0 16,0 0-3-16,-1 0 5 0,0-1 12 0,-3 1-20 16,3 0 3-16,-4 0 8 0,4 0 9 0,-3 0 11 15,1 2 6-15,-2-2-6 0,1 2-5 0,0-1 2 16,-1 2-5-16,1-1-2 0,-7 2-1 0,7-1-10 16,-7 0 1-16,8 0 7 0,-1 0-7 0,0 2 3 15,-4-2-2-15,7 1-3 0,-13-1 7 0,6 1-9 16,-2-1-2-16,5 0 2 0,-6 0 3 0,1-2-8 15,1 1-16-15,-2 1-26 0,7-2-31 0,-7-1-46 16,0 0-36-16,-3 1-47 0,-1-3-48 0,4 0-58 16,7 0-60-16,-4 1-185 0,4-3-599 0,1 2 266 15</inkml:trace>
  <inkml:trace contextRef="#ctx0" brushRef="#br0" timeOffset="-172836.34">26229 10114 161 0,'0'0'236'0,"-9"3"-3"0,9-3-13 0,0 0-8 15,0 0-2-15,0 0-1 0,-1 2-6 0,1-2-9 16,0 0-4-16,0 0-14 0,0 0-8 0,0 0-4 16,0 0-9-16,0 0-6 0,0 0-11 0,0 0 1 15,21-5-13-15,-14 4-14 0,-3 0-1 0,3-2-14 16,0 2-13-16,-2-4 0 0,4 3-22 0,0 0 1 15,-1-1-5-15,2 1-7 0,-1 1-3 0,5-2-8 16,-5 3-8-16,-2-3 3 0,1 2-15 0,2 1-21 16,-3 1-21-16,6-2-22 0,-5 1-32 0,3 0-28 15,-1 0-31-15,-1 4-35 0,1-3-39 0,1-1-49 16,1 3-270-16,-1-1-570 0,-2 0 253 0</inkml:trace>
  <inkml:trace contextRef="#ctx0" brushRef="#br0" timeOffset="-171867.67">25710 10090 22 0,'0'-4'277'0,"0"4"-14"0,0-5-10 16,0 5-14-16,0-5-7 0,1 1-12 0,-1 4-6 15,0-7-11-15,0 4-18 0,0-2-7 0,3 0-10 16,-3-1-6-16,0 1-2 0,1 2-4 0,-1-2-5 16,3-1-4-16,-3 1-1 0,3 0-4 0,-2-1-20 0,1 0-1 15,-1 1-14-15,0 0 1 0,1-1-14 16,-1 1-7-16,-1 1-10 0,4-2-9 0,-3 1 0 0,-2 2-7 15,1 3 6-15,1-9-28 0,-1 6 0 0,0 3 0 16,2-5-3-16,0 2-18 0,-2 3 13 0,0 0-7 16,2-6-2-16,-2 6-4 0,0 0-6 0,3-2-3 15,-3 2-5-15,0 0 1 0,0 0-11 0,0 0 5 16,0 0 0-16,0 0-1 0,0 0-11 0,2 10 4 16,1-8 6-16,-3 4 2 0,1 1 1 0,4-1 6 15,-3 5-6-15,2-2 2 0,0 2 1 0,0 0-2 16,0 0 2-16,-1 1 2 0,1-1-2 0,-1 1-3 15,3-2-5-15,-4 3 10 0,3-3-3 0,-2 0 10 16,1 2-13-16,-2-2-1 0,-1-2 3 0,2 2 5 0,-2-3-8 16,1 0 0-16,-1 1-1 0,0-2-3 0,1-1 4 15,-1 2 3-15,-1-3-2 0,0 1 5 0,0-1-5 16,0-1 6-16,0-3 2 0,0 0-1 0,-3 6-8 16,3-6 1-16,0 5 3 0,0-5 0 0,0 0 4 15,-2 4-3-15,2-4 3 0,-3 2 0 0,3-2-2 16,0 0-5-16,-6 1-9 0,6-1 8 0,0 0 1 15,-8 3 1-15,8-3-3 0,-9 1 4 0,6 1 4 16,3-2-7-16,-10 3-2 0,6-1 3 0,0 0 3 0,-2 1-5 16,0-1-5-16,6-2 10 0,-8 4 0 0,4-2 1 15,-2 1-2-15,6-3-7 0,-6 2 6 0,6-2 1 16,-4 4 0-16,1-2-7 0,3-2 7 0,0 0-2 16,0 0 5-16,-3 4-2 0,3-4 2 0,0 0 4 15,0 0-5-15,0 0 2 0,0 0-7 0,0 0 7 16,0 0 1-16,16-6-1 0,-3 4-14 0,0-1 15 15,6 1-21-15,3-2-13 0,2-1-43 0,6 1-28 16,-4 0-37-16,4 0-51 0,0 2-56 0,3-3-65 16,-5 4-318-16,-3-1-677 0,-1 0 299 0</inkml:trace>
  <inkml:trace contextRef="#ctx0" brushRef="#br0" timeOffset="-168835.04">26357 10109 73 0,'0'0'186'0,"0"0"-5"0,0 0-8 0,0 0-5 16,0 0-9-16,0 0-4 0,0 0-9 0,0 0-7 16,0 0-5-16,0 0-8 0,0 0-7 0,0 0-10 15,0 0-9-15,0 0-9 0,0 0-5 0,0 0-10 16,0 0-5-16,0 0-10 0,0 0-4 0,0 0-6 0,0 0-4 16,0 0-2-16,11-1-8 0,-11 1-9 0,9 0-3 15,-9 0-2-15,0 0-3 0,14 1-2 16,-8-1 2-16,-6 0-5 0,9 2-1 0,1-1-4 0,-5 0-1 15,5 0 0-15,-1-2 0 0,1 0-1 0,1 2-1 16,-1-1 1-16,1 0 1 0,0 1-2 0,1-1-4 16,1 0 3-16,-1 0-5 0,3 2 1 0,-5-2 3 15,4 0-1-15,-3 1-1 0,3-1 0 0,-5 0-2 16,3 0 3-16,1 0 1 0,-3 1-4 0,-1-2 1 16,5 1 0-16,-5 1-1 0,2-1 1 0,1 1-1 15,-1-1-1-15,-2 0 1 0,1 0-3 0,-2 0 1 16,3 0 2-16,-4 3 0 0,1-2 1 0,0-1 0 15,2 0-1-15,-3 1 1 0,1-1 2 0,-3 2-7 16,5-2 3-16,-10 0-2 0,11 0 4 0,-6 0-3 16,-5 0 2-16,11-2 0 0,-11 2-1 0,12 2-1 0,-12-2-3 15,10 1 5-15,-5-1 4 0,2 0-6 0,-7 0 3 16,11 1 0-16,-11-1-2 0,9 0 1 0,-9 0 1 16,6 0-3-16,-6 0 0 0,8-1 0 0,-8 1 2 15,9 0-2-15,-9 0 1 0,7-1 2 0,-7 1-1 16,7 0-1-16,-7 0 6 0,0 0-5 0,11 0-1 15,-11 0 1-15,0 0-2 0,10-2 3 0,-10 2-5 16,6 0 0-16,-6 0 2 0,7 0 3 0,0-1-3 16,-7 1-1-16,9 1 0 0,-4 1 0 0,-5-2 5 15,11 0-3-15,-4 0 0 0,0 1 3 0,-7-1-6 16,10 1 3-16,-2-2 0 0,-8 1 1 0,11 0-1 16,-3 0 2-16,-1 1-3 0,0-1-1 0,-7 0 0 0,16-1 7 15,-12 1-5-15,4 0 1 0,-8 0 0 0,12 0-3 16,-3 0 3-16,-1 0-2 0,0 0 1 0,-8 0 0 15,12 0 2-15,-5-1-4 0,1-1 4 0,0 2 2 16,-8 0-5-16,14-1-1 0,-8 0 2 0,1-2 1 16,0 6 0-16,0-6 0 0,1 3 2 0,-1-1-1 15,1 1 0-15,-2-1-1 0,2 1-2 0,-8 0-1 16,15-1 0-16,-10-1 7 0,6 1-4 0,-4 1 1 16,1-1-1-16,0 0-1 0,-1 1 0 0,1 0 2 15,4-2-1-15,-5 2 1 0,2 0 4 0,0-1-7 16,-1 1-1-16,3-2 2 0,0-1-1 0,-3 3-1 15,-1-2 2-15,1 4 0 0,0-2 0 0,-1 0 2 0,0 2-4 16,1-1 4-16,1-1-2 0,-2 0 0 0,2 0 0 16,-1 0-3-16,2 2 3 0,-4-2-1 0,2 0 3 15,1 0-4-15,-2 0 3 0,4 0-3 0,-4 0 2 16,1 0 0-16,3 0-1 0,-3 1 1 0,3-1 1 16,-5 0 0-16,6 2-1 0,-4-2 0 0,1 0 2 15,1 1-2-15,-2-1 2 0,0 0-3 0,3 1 2 16,-4-1 5-16,0 0-6 0,5 1 1 0,-4-1-2 15,1 0 4-15,-2 0-1 0,4 2 0 0,-1-1-1 16,-4 0 2-16,4-1-3 0,-3 0 6 0,1 0-6 16,2 1 1-16,-1-1 1 0,-3 0 0 0,6 0 1 15,-3-1 0-15,-2 2 1 0,2-1 2 0,0-1 1 16,-1 1 0-16,0 1 0 0,-1-1-3 0,4 0 3 0,-3 3-1 16,3-3 1-16,1 0-1 0,-1 1 2 15,-4-1-3-15,6 1 4 0,-6-1-3 0,2 0 1 16,-1 0 1-16,4-1 1 0,-5 2 5 0,0-1-1 0,2 2-2 15,-1-2 0-15,-2-3 1 0,2 3-1 0,-8 0-2 16,15 1-2-16,-10 1 1 0,3-2-1 0,-1 1 0 16,-7-1-5-16,15-1 7 0,-7 2-7 0,1 0 3 15,-3-1-3-15,2-1 4 0,-8 1-7 0,16 0 4 16,-7 0 2-16,0-1-3 0,-2 2-4 0,3-1 5 16,-4 1 0-16,-6-1-3 0,14-1 0 0,-4 0 3 15,-2 1-5-15,1 1 2 0,-2-2 1 0,3 1-2 16,-2 1 3-16,1-1 0 0,-2 0 2 0,1 0-4 15,0 0 2-15,-1 1-1 0,0-2-1 0,4 1 0 16,-11 0 5-16,12 1-7 0,-2-1 1 0,-2 2 3 16,1-4-4-16,0 2 5 0,-1 2-3 0,3-2 0 15,-3-2 1-15,0 2-1 0,1 0-1 0,1 0 4 0,-2 0-3 16,0 0 1-16,0 0-2 0,1 2 1 0,-1-4 0 16,1 2 2-16,-9 0-1 0,15 0 0 15,-8 0-2-15,2 2 1 0,-2-2 0 0,-7 0-1 0,11-3 1 16,-11 3 3-16,14 0-4 0,-9 0 0 0,-1-1 2 15,-4 1 3-15,11 0-4 0,-5-2 3 0,-6 2-5 16,9 2 1-16,-2-2-1 0,-7 0 2 0,10-2 3 16,-10 2-4-16,10-1-1 0,-4 2-1 0,-6-1 1 15,10-1 0-15,-10 1 0 0,9-1 5 0,-4-2-4 16,-5 3 2-16,9 0-1 0,-5-1 0 0,-4 1 3 16,0 0-1-16,14 0-2 0,-8 0-1 0,-6 0 2 15,10 1-2-15,-10-1 1 0,6-1-1 0,-6 1 3 0,10-2-2 16,-5 0 1-16,2 2-1 0,-7 0-1 0,8-1 5 15,-8 1-2-15,12 1-1 0,-12-1-1 16,7-2-1-16,-7 2 3 0,9-3-3 0,-9 3 1 0,8 0-1 16,-8 0 1-16,6 0-2 0,-6 0 1 0,7-1-1 15,-7 1 3-15,4-2 2 0,-4 2-2 0,0 0-2 16,11-1 2-16,-11 1-1 0,4-2 0 0,-4 2 0 16,7-2 4-16,-7 2-4 0,5-2-1 0,-5 2 1 15,7-3-1-15,-7 3 0 0,10 2 1 0,-10-2-1 16,0 0 3-16,11-2-1 0,-11 2-2 0,5-1 1 15,-5 1 2-15,6-2-3 0,-6 2 6 0,0 0-2 16,7 0-1-16,-7 0 0 0,0 0 4 0,0 0 6 16,0 0 6-16,0 0 1 0,0 0 1 0,0 0 3 15,0 0-6-15,0 0-4 0,0 0 3 0,0 0 2 16,0 0-6-16,0 0 0 0,0 0-3 0,0 0-3 16,0 0 2-16,0 0 2 0,0 0-2 0,0 0-4 0,0 0-6 15,0 0 0-15,0 0 2 0,0 0 2 0,0 0-5 16,0 0 1-16,0 0 3 0,0 0-4 0,0 0 2 15,0 0-1-15,0 0-2 0,0 0 0 0,1 5 0 16,-1-5 2-16,0 0 2 0,0 0 1 0,-1 5-1 16,1-5 1-16,0 0-1 0,0 0 0 0,0 8 3 15,0-6-2-15,0-2 1 0,0 6-1 0,0-1-2 16,-2-1 5-16,2-4-2 0,3 6 4 0,-4-1-3 16,2 0 2-16,-1-5-1 0,0 6 3 0,0-2-3 15,0 0 3-15,0 2-1 0,1 0-2 0,-1-1 0 16,0 0 0-16,4-1 3 0,-3 3-6 0,-1-3 4 15,5 1 1-15,-3 0-1 0,-2-1-2 0,2 1 0 0,-1 0 0 16,0 0-2-16,2 1 7 0,0-3-6 0,-2 2 1 16,-1-1-3-16,0 1 3 0,4 1 2 15,-4-1-7-15,2-3 4 0,-2 2 0 0,0-4-1 0,5 8 0 16,-7-4 4-16,4 1 1 0,-2-5-7 0,1 9 2 16,-1-7-1-16,2 2 2 0,-2 1-3 0,2-1 4 15,-2-4-3-15,2 5 2 0,-2-2-1 0,1 2 0 16,1-1-1-16,-2 1 3 0,0 0-3 0,0-1 3 15,1 1 1-15,0-2-3 0,1 2 1 0,2-1 0 16,-1-1-2-16,-2 1 2 0,2 1-3 0,-1-1 2 16,2 0 7-16,-2 0-10 0,0 1 2 0,0-3 0 15,-1 3 0-15,3-1 0 0,-4 0 0 0,0-4 4 16,4 5-6-16,-4 0 3 0,2-2-3 0,-2-3 3 0,1 4-3 16,1-2 0-16,-2-2 1 0,1 5-1 15,-1-5 4-15,1 6-2 0,1-4 0 0,-2-2-1 16,0 5 2-16,0-5 1 0,0 0 0 0,2 7 2 0,-2-7-8 15,-4 2 6-15,4-2 2 0,0 6 0 0,0-6-1 16,2 3 0-16,-2-3 1 0,2 4-1 0,-2-4 0 16,0 0-2-16,-2 8 3 0,2-8 1 0,0 4-3 15,0-4 4-15,0 0-5 0,-2 4-1 0,2-4 4 16,0 0-1-16,2 6-3 0,-2-6 5 0,-2 4-3 0,2-4 3 16,0 0-2-16,-1 4 5 0,1-4-5 0,0 0 3 15,-1 4-2-15,1-4 2 0,1 5 0 16,-1-5 0-16,0 0-1 0,0 3 4 0,0-3-1 0,0 0-2 15,0 5 8-15,0-5-3 0,0 0-7 0,0 0-2 16,-1 6 3-16,1-6-2 0,0 0 0 0,-2 5 4 16,2-5-4-16,0 0 1 0,-1 6 3 0,1-6-2 15,-2 2-3-15,2-2 4 0,0 0-3 0,0 6 2 16,0-6-1-16,0 5-5 0,0-5 1 0,0 4 1 16,0-4 4-16,-2 3-2 0,2-3 1 0,0 5-5 15,0-5 3-15,-2 5-1 0,2-5 1 0,0 0 1 16,0 5-1-16,0-5-1 0,2 5 4 0,-2-5-5 15,0 5 1-15,0-5 1 0,-2 5 0 0,2-5 3 0,2 5 2 16,-2-5-5-16,-2 4 4 0,2-4-4 16,0 7 0-16,2-4 5 0,-2-3-4 0,0 5-2 15,0-5 5-15,0 5-1 0,0-1-2 0,0-4 0 0,2 7 1 16,-2-7 2-16,0 4-4 0,0-4 1 0,0 5-2 16,0-5 2-16,0 6-2 0,0-2 0 0,0-4 0 15,0 4 1-15,0-4-1 0,0 6 0 0,0-2 0 16,0 1-3-16,0-5 5 0,0 4 1 0,-2 1-2 15,2-5 6-15,0 7-6 0,0-7 3 0,2 6-3 16,-2-3-3-16,0 0 6 0,0-3-4 0,0 8-4 16,0-4 3-16,0-4 3 0,0 5 2 0,0-1 3 15,2-1-7-15,-2-3-6 0,0 7 6 0,1-3 0 0,-1 0 4 16,0-4-5-16,0 0 3 0,2 8-3 16,-4-5 1-16,4 1 5 0,-2-4-9 0,0 6 1 15,0-6 4-15,1 7-1 0,0-3 2 0,1 1-4 0,-2-3 2 16,0-2 4-16,0 7-6 0,0-3 4 0,0-4-4 15,2 5 2-15,-2-1 0 0,0-1 3 0,0-3-4 16,0 8 3-16,0-8-3 0,0 4 9 0,0-4-9 16,0 0 1-16,-2 5-2 0,0-2-2 0,2-3 2 15,2 5 1-15,-2-5 1 0,0 0-1 0,-2 6 14 16,2-6-16-16,-2 4-1 0,2-4-1 0,-3 3 3 16,3-3-3-16,0 0 0 0,0 0 4 0,0 8 2 15,0-8-3-15,0 5-3 0,-2-3 2 0,2-2 4 16,2 6-4-16,-2-6 2 0,-2 6 1 0,2-6-2 15,0 5 1-15,0-5 0 0,0 6 0 0,0-6 0 16,-2 7 4-16,2-7-3 0,0 6 1 0,0-2-3 16,0-4-24-16,0 7-21 0,2-4-21 0,-2-3-29 0,0 6-29 15,0-6-37-15,0 5-38 0,0-5-34 0,0 4-53 16,0-4-181-16,0 6-505 0,0-6 225 16</inkml:trace>
  <inkml:trace contextRef="#ctx0" brushRef="#br0" timeOffset="-167913.17">28779 10909 99 0,'0'0'154'0,"0"0"-5"0,0 0-3 0,0 0-3 15,0 0-5-15,0 0 1 0,0 0-2 0,-13 0 2 16,13 0-1-16,0 0-3 0,0 0 1 0,0 0 1 16,0 0 4-16,0 0-3 0,-4-1-2 0,4 1 8 15,0 0-8-15,0 0 3 0,0 0-4 0,0-5 0 0,0 5-8 16,0 0-9-16,0 0-12 0,0-7-8 15,0 7-10-15,0 0-5 0,0-5-15 0,0 5-1 16,0-5-12-16,-1 1 2 0,1 4-9 0,-2-7-1 0,2 2-10 16,0 5-3-16,0-6-8 0,0 1 2 0,0 5-5 15,-2-7 2-15,0 4 3 0,2 3-9 0,-3-7 0 16,2 4 4-16,1 3-2 0,-4-8-4 0,4 8-1 16,-1-1 0-16,1 1-6 0,0 0-6 0,0 0 0 15,0 0 3-15,-3-4-4 0,3 4-2 0,0 0-3 16,0 0-2-16,0 0 5 0,0 0-4 0,0 0-1 15,0 0 3-15,0 0-3 0,-1 11 5 0,1-11-7 16,1 9 6-16,1-7 0 0,-2 2 2 0,1-1-6 16,0 2 1-16,-1-5 6 0,0 9-7 0,0-6 4 15,0 1 0-15,4 0-2 0,-4 0 3 0,0-4 2 16,-4 6-5-16,8-2 2 0,-4-4-4 0,0 7 1 0,0-5 2 16,0-2 0-16,0 0-1 0,-4 5 10 0,4-5-7 15,0 0 9-15,0 0-1 0,0 5-2 16,0-5 0-16,0 0 0 0,0 0 1 0,0 0-2 0,0 0 3 15,0 0 0-15,0 0-2 0,0 0 22 0,0 0 6 16,-2-17 7-16,2 14 6 0,-2-4 4 0,4 1 6 16,-4-1 5-16,2 0-8 0,-1-4-1 0,2 2-4 15,-1-3-1-15,0 1-2 0,0-1-6 0,0 3-6 16,2-3 5-16,-1 3 9 0,-1 3 1 0,1-2-4 16,-1 2-3-16,4 1-1 0,-3 0-5 0,-1 1-9 15,0 4-3-15,0-7-7 0,0 7-6 0,0 0-5 16,0 0 6-16,0 0-8 0,0 0-3 0,0 0 1 15,0 0-2-15,-1 18 4 0,-3-10 0 0,4 3-9 0,0 2-11 16,-1 0-12-16,1-3-12 0,-3 5-12 16,3-3-18-16,0 2-10 0,0-3-11 0,-1 0-5 0,1 1-5 15,-2-1-7-15,4-2 0 0,-4-1-7 0,2-3 0 16,0 1-5-16,-2-1-4 0,2 0 3 0,0 1 5 16,0-6-2-16,-2 6-5 0,2-6-20 0,0 0-39 15,0 0-41-15,6 0-39 0,-6 0-210 0,0 0-510 16,0 0 227-16</inkml:trace>
  <inkml:trace contextRef="#ctx0" brushRef="#br0" timeOffset="-163867.62">28792 10840 192 0,'0'0'195'0,"0"0"-2"0,0 0-3 0,0 0-3 15,0 0-10-15,0-5-4 0,0 5-12 0,0 0-8 16,0 0-9-16,0 0-8 0,3-5-10 15,-3 5-11-15,0 0-14 0,0 0-7 0,0 0-16 0,0 0-7 16,0 0-6-16,0 0-7 0,0 0-7 0,0 0-4 16,0 0-6-16,0 0-5 0,0 0-6 0,0 0-1 15,0 0-2-15,0 0-6 0,0 0-1 0,0 0-1 16,0 0-3-16,0 0-2 0,0 0-1 0,0 0 0 16,0 0-4-16,0 0 3 0,0 0-7 0,0 0 4 15,0 0-1-15,0 0 4 0,0 0-1 0,0 0 2 16,0 0-2-16,0 0 6 0,0 0 3 0,0 0-1 0,0 0-1 15,0 0 3-15,0 0-1 0,0 0-2 0,0 0 2 16,0 0-3-16,0 0 0 0,0 0 0 16,0 0-3-16,5 12-7 0,-5-12 8 0,8 2 0 0,-8-2-1 15,0 0-1-15,11-1-3 0,-5 1 1 0,-1 1-5 16,3 1 1-16,0-2 4 0,-1-2-5 0,-7 2-4 16,15 2 0-16,-7-1 6 0,0 0-1 0,-8-1-6 15,14 0 5-15,-5 0-5 0,-2-1 0 0,2 1 1 16,-2 1 3-16,2-1 0 0,-4 1-8 0,5-1 8 15,-3 0-4-15,2 2 1 0,-3-1-2 0,-6-1 0 16,13 0 0-16,-5-1 0 0,0 1 2 0,-8 0-1 16,10 1 2-16,-4-1 0 0,-6 0-3 0,10 1 0 0,-4-1 0 15,-6 0 1-15,9 1-2 0,-9-1 4 0,7 1-5 16,-7-1 4-16,8-2-1 0,-8 2 1 16,8 1 2-16,-8-1-3 0,10 0-2 0,-10 0 1 0,8-2 1 15,-8 2-4-15,8 0-1 0,-1 1 2 0,-7-1 5 16,6 1-3-16,-6-1-2 0,0 0 4 0,13-2-2 15,-9 1-3-15,-4 1 1 0,0 0 0 0,10 0 2 16,-10 0-1-16,7 0 1 0,-7 0 3 0,9 0-3 16,-9 0 2-16,8 0-1 0,-8 0 0 0,8 0 0 15,-8 0-1-15,0 0 0 0,11 0 3 0,-11 0-1 16,8 1-1-16,-8-1-4 0,7 1-5 0,-7-1 6 0,7-2-4 16,-7 2 9-16,7 0-11 0,-7 0 7 0,0 0-1 15,12 0 0-15,-8 1 0 0,-4-1 0 0,8 0-4 16,-8 0 7-16,10 0-2 0,-10 0-2 0,11 0 5 15,-6 0-3-15,-5 0 4 0,13 1-6 0,-7-1 2 16,2 1-2-16,-4 0 3 0,-4-1-1 0,14 0-1 16,-6 0 2-16,0 2 2 0,-2-2-4 0,-1 1-2 15,3-1 4-15,-8 0-1 0,15-1-1 0,-10 2 3 16,5-1-4-16,-4-1 3 0,2 2 4 0,-3 0-4 16,6-2 0-16,-3 1 2 0,1 0-1 0,-3-1-4 15,4 1 4-15,-2 0-2 0,0 0 0 0,-1 1 4 16,2-1-4-16,0 0 0 0,-4 1 3 0,5-1-2 0,-4-1 0 15,-6 1 1-15,15 0 0 0,-8 0-3 0,1 1 3 16,-1-2-2-16,-7 1 1 0,10 1 1 16,-5-1 0-16,-5 0 2 0,12 0-5 0,-5 1-2 0,-7-1 3 15,8 2 4-15,-1 0-1 0,1-2 0 0,-2 1-2 16,3 0-4-16,-5-1 3 0,7 1 1 0,-1-1-2 16,-1 0 1-16,2 2-1 0,-4-2 2 0,1 1 0 15,3-1-2-15,1 1 1 0,1 0-1 0,-7-1 0 16,6 0 1-16,-1 0 3 0,-1 0-1 0,1 0-4 15,-4 0 5-15,0 0-3 0,6 0 2 0,-6 1 5 16,2-1-3-16,3 2 6 0,-5-2-4 0,0 0 0 16,3 1 4-16,1 0 1 0,-2 0 1 0,2-1 0 0,1-1-2 15,-4 2 0-15,1-1-1 0,4 2 0 0,-2-2-1 16,-3 0-4-16,0 0 5 0,0 0-6 0,-1 0 2 16,3 0 0-16,-1 2 0 0,-2-4 5 0,1 4-4 15,2 0 0-15,-2-2-4 0,0 0 5 0,0 0-4 16,0 1 1-16,1-2 0 0,-3 1-1 0,4 0-3 15,-2 0 6-15,0-1-1 0,-1 0 1 0,2-1 5 16,0 2-5-16,-1-2 2 0,3 2-5 0,-3 0 1 16,-1-1-2-16,2 0 1 0,-2 1 0 0,3-1 1 15,-2-1-1-15,-1 1 2 0,3 1-3 0,-4-1 0 16,5 0 1-16,0-2-1 0,-1 3 0 0,-1-2 1 0,2 1-2 16,1-1-2-16,2 2 4 0,-5-2-5 0,3 1 4 15,-1 1 2-15,-2-1-5 0,1 1 4 0,-2-3 0 16,4 3-1-16,-2-3-4 0,0 3 5 0,0-1-4 15,-1-1 2-15,-1 1-1 0,0 1-1 0,1 0 4 16,-2-1-3-16,1 1 0 0,-1-1 3 0,1 1-3 16,0-3 1-16,-1 2-1 0,0-1-1 0,3 1 2 15,-4-1 2-15,4 2-3 0,-4-1 3 0,4 1-2 16,-2 0-1-16,-8 0 2 0,14 0-2 0,-3-1 3 16,-6 1-2-16,5-1-2 0,-5 1 8 0,6-3-4 15,-11 3-7-15,11 0 5 0,-3-1 7 0,0 2-9 0,-8-1 1 16,13-1 2-16,-8 1-2 0,-5 0 1 0,12 0 4 15,-5 0-4-15,0-1 0 0,1 1 0 0,0-3-2 16,-1 2 2-16,0 0-1 0,-2 0 2 0,5-1 1 16,-5 1-1-16,2-1 0 0,1 0-3 0,-2 1 3 15,2-2-2-15,-1 1-1 0,-1 2-1 0,1-2 6 16,1 0-3-16,0 1-2 0,1-2 5 0,-1 0-4 16,0 1 1-16,0 0 0 0,3 2-1 0,-2-1-2 15,0 0 1-15,-1 0 1 0,0-1 1 0,1 1 1 16,2 1-2-16,0 0-1 0,-3 0 9 0,1 0-7 15,-1-1 1-15,-3 0-2 0,6 1-2 0,-3-2 3 0,-1 0-2 16,0 0 3-16,0 1 2 0,-1 0-2 0,1-1-4 16,-7 2 1-16,14-2 3 0,-9 2 5 15,1-1-6-15,-6 1-3 0,12-3 3 0,-6 2 5 0,0-2-7 16,2 2 3-16,-3 0-4 0,1 0 1 0,4-1 3 16,-2 1-3-16,-3-2 0 0,5 2 2 0,-5 0 1 15,5 1-3-15,-5-3 2 0,-5 3-2 0,11-1 2 16,-5-3 3-16,-1 4-4 0,-5 0 3 0,8-1 0 15,-8 1-4-15,7-1 4 0,-7 1-1 0,0 0-1 16,7-2 3-16,-7 2-4 0,0 0-2 0,5-1 0 16,-5 1 2-16,0 0 1 0,0 0 0 0,0 0-1 15,8 0 1-15,-8 0 0 0,0 0-3 0,7 0 0 0,-7 0 3 16,0 0-2-16,0 0 1 0,11 0 6 0,-11 0-5 16,5-2 0-16,-5 2 1 0,0 0-2 15,11 0 2-15,-11 0-1 0,7 0 3 0,-7 0-9 0,12-1 6 16,-12 1-5-16,9 0 6 0,-9 0-1 0,9 0-1 15,-9 0 1-15,11-1 0 0,-11 1 1 0,8 0-1 16,-8 0-2-16,7-1 1 0,-3-1 1 0,-4 2 3 16,0 0-2-16,8-1-4 0,-8 1 4 0,10-1-1 15,-10 1 3-15,0 0-5 0,5-1 8 0,-5 1-6 16,0 0 1-16,8-2 1 0,-8 2-2 0,0 0 4 16,0 0-2-16,0 0-2 0,0 0 5 0,0 0 5 15,3-2 1-15,-3 2 0 0,0 0-5 0,0 0 2 0,0 0-4 16,0 0-2-16,0 0-1 0,0 0 2 0,0 0-4 15,-24 1-1-15,14-1-10 0,-1-1-37 16,-2-2-35-16,-5 5-32 0,-2-4-49 0,-1 0-66 0,1 2-278 16,-9-1-550-16,-1 1 244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44:38.1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11431 1058 222 0,'0'-6'259'0,"2"0"-16"16,-2 2-14-16,1 1-26 0,-1 3-19 0,0-5-24 16,0 5-23-16,0 0-14 0,0 0-12 0,0 0-11 15,0 0-10-15,2 14-8 0,-1-2-8 0,2 5-8 16,-1-3-5-16,-2 4-2 0,4 10-8 0,-2-8-6 16,3 7-2-16,-4 1-6 0,4-3 5 0,-3 4-9 15,1-9-4-15,-3-1-6 0,4 2 0 0,1-1-1 16,-2 0 0-16,1 0-27 0,-2-2-33 0,-1-1-37 15,0-4-35-15,1 2-52 0,0-3-45 0,0-3-156 16,-1 3-393-16,-1-6 174 0</inkml:trace>
  <inkml:trace contextRef="#ctx0" brushRef="#br0" timeOffset="484.33">11426 981 60 0,'0'-14'202'0,"3"4"-14"0,-1-2-8 0,7-3-23 16,-7 5-17-16,4 1-10 0,2-2-13 0,0 2-12 15,3 0-12-15,0 2-13 0,1 2-2 0,3 1-9 16,0-2-13-16,0 6 2 0,-3-2-8 0,3 1-7 15,0 4-2-15,0 0-9 0,-3 4 0 0,4 2-1 16,-3 3-3-16,-1 0-3 0,-1 3-2 0,-4 2-3 16,-2 0 15-16,-3 2 1 0,-2-1-6 0,-2 1-4 15,-2 0-1-15,1 0 0 0,-4 0-3 0,-7 6-1 16,1-2-2-16,1-4-3 0,1-1-1 0,-2-3-3 16,-1 1 2-16,0 0-3 0,5-5-2 0,2 0 2 15,-7 2 0-15,5-4-6 0,5-2 1 0,-3 0 2 16,4-1-8-16,2-1 3 0,-2 0-2 0,3-2 10 15,0 4 20-15,4-3 6 0,1-2 11 0,4 2 3 16,-2 0-4-16,5-3 1 0,-1 2-3 0,1 0-7 16,2 0-3-16,1 0-3 0,-3 1-5 0,3-1 1 15,-3 2 0-15,1 1-8 0,0-1 0 0,-2 1-3 16,1 0-9-16,-2 2-1 0,6 1-6 0,-7 0-10 16,0 0-5-16,0 1-5 0,-1 0-17 0,-1 0-6 15,0 0-20-15,3 0-28 0,-4 1-20 0,4 0-20 16,-5 0-22-16,2-3-27 0,1 1-16 0,-1-1-129 15,-2-2-350-15,0-1 155 0</inkml:trace>
  <inkml:trace contextRef="#ctx0" brushRef="#br0" timeOffset="1234.28">11914 1294 96 0,'6'1'171'0,"-6"-1"-5"0,12 0-13 0,-3-1-12 16,-3-2-10-16,2 1-10 0,4-1-14 0,-4 3-6 15,2-5-2-15,1 0-18 0,0 0-7 0,0 0-8 16,-1 0-8-16,0-3-2 0,-3 4 6 0,1-4-19 15,1 2-1-15,-5 1 6 0,2-2 2 0,-3-1 4 16,1 2 5-16,-3-1-8 0,-1 0-5 0,0 2 4 16,0-2 3-16,-1 1-2 0,-2 1-5 0,2 1-7 15,-1 0-1-15,-6 0-7 0,3 3-2 0,-5 1-7 16,2 0 9-16,-3 3-13 0,-4 0-3 0,4 5-6 16,-5-2 7-16,2 3-5 0,1 3-2 0,5-3-2 15,-3 1 1-15,5 2-2 0,0-1 2 0,2 2-2 16,2 0-2-16,2 1 0 0,2-2 1 0,2-1-4 15,6 1 5-15,3 1-7 0,1-4-10 0,3 1-6 16,3-3-9-16,3-2-18 0,5 0-12 0,-5-3-21 16,10-2-25-16,-4-1-14 0,1-5-19 0,3 1-9 15,-7-1 2-15,1-3 7 0,-5 1 5 0,-4-3 17 16,2-1 9-16,-5-1 17 0,-2 2 9 0,1-6 22 16,-2 4 16-16,-6 3 32 0,-1-3 22 0,-5 2 27 15,1 1 26-15,-1-2 21 0,-1 3 8 0,-4 0 11 16,0 0 3-16,0 4 4 0,-3 0-4 0,-2 0 1 15,1 0-6-15,-2 2-10 0,4 0-5 0,0 3-8 16,-1-2-9-16,-2 2-5 0,3 2-8 0,-3 0-9 16,2 2-2-16,4 0-6 0,-2 1-4 0,5 1-3 15,-2 2-3-15,2-2-1 0,2 7 0 0,2-3 15 0,4 3 12 16,2 2-3-16,5 0-10 0,1 1-20 0,-1 1 1 16,2-2-4-16,4 6 4 0,-4-7-7 15,4 5 1-15,-4-2-4 0,4 2-2 0,2 0 0 16,-3 2 2-16,-8-3-5 0,2-3-1 0,1 1-1 15,0 1-1-15,-5-3 1 0,-2 4-3 0,0-2 0 0,-3 1 9 16,-1-4 4-16,-3 0 5 0,-3 0 2 0,0-2 6 16,-1 4 26-16,0-7 12 0,-3 5 22 15,-2-4 9-15,2-3 18 0,-4 0 2 0,0-1 5 16,-1-1 2-16,0-3-1 0,-2-1-10 0,1 0-7 0,-6-3-8 16,8 0-7-16,-2-2-15 0,4-3-10 0,-2-1-9 15,1 1-18-15,4-3-36 0,2-6-39 0,-2 0-47 16,-1-2-46-16,3-2-52 0,3-5-64 0,1-2-91 15,0-1-335-15,3 1-720 0,3-1 318 16</inkml:trace>
  <inkml:trace contextRef="#ctx0" brushRef="#br0" timeOffset="2251.35">12431 1199 88 0,'8'-4'211'0,"-8"4"-23"0,7 0-16 15,0 0-14-15,-7 0-15 0,16-1-14 0,-10 2-9 16,3-1-15-16,-1 1-11 0,3 2-7 0,0-1-12 16,-3 1-1-16,4 1-10 0,-1 1-7 15,0 0-6-15,-1 1-6 0,-2 1-1 0,3 0-2 16,-2 3-4-16,0-3-8 0,-3 2 0 0,4-1-3 0,-8 1-7 16,4-4 1-16,-5 4 0 0,1-2-4 0,-2-1 2 15,-2 1-4-15,1-2-2 0,-3 2-1 0,0-3 1 16,-2-2-1-16,2 2 2 0,0-2-2 0,-3 0-6 15,2-1 7-15,5-1-2 0,0 0 1 0,-15-3-1 16,11 0-3-16,4-1 1 0,0 4-6 0,0-10-3 16,4 1-1-16,0-2-12 0,1-1-9 0,4 3-6 15,2-6-1-15,1 0-4 0,1 2-1 0,4 1 5 16,-1-2 5-16,0 1-1 0,2 0 1 16,-2 2 6-16,-2 0 3 0,2-1-3 0,-2 1 2 0,3-1 2 15,-7 4 4-15,2-1 2 0,-5 2 11 0,0 3 14 16,-3-2 14-16,0 2 8 0,2 1 3 0,-3 0 4 15,-1-2-10-15,-2 5-8 0,0 0-2 0,0 0-5 16,-7-5-2-16,7 5-5 0,-12 1-1 0,5 3-2 16,0 2-2-16,-2-2-3 0,1 4-2 0,-1 1 0 15,4 0 4-15,-3 1-5 0,1 0 2 0,4 1 2 16,-2 0-1-16,5 1-3 0,-2 0 1 0,2 1-1 16,0-1 1-16,2 1 1 0,2-2-5 0,-1-1 3 15,-1 0-1-15,5-2-10 0,0-1 6 0,1-1-2 16,2 0-3-16,-3-3 1 0,2-1-1 0,1-2-4 15,-1-2 4-15,3-3 0 0,-1 0 1 0,0 0 3 16,1-3-2-16,-1-1-1 0,5-3 6 0,-6 3-1 16,-2-1 7-16,4 0 14 0,-5-1 18 0,1 2 14 15,-1-1 11-15,1 2 9 0,-1-2 0 0,-3 5 7 16,2 0-4-16,-1 0-6 0,-2 1-9 0,-3 2-8 16,5-1-10-16,-5 3-5 0,0 0-4 0,10-1-5 15,-10 1-2-15,5 6-1 0,1 0-1 0,-1-1-6 16,3 2-2-16,-2 2 0 0,1-1-2 0,1 2 0 15,0 0-4-15,-3 2 2 0,3 0-3 0,-1 0 0 16,1-1-1-16,0 0-11 0,1 1-3 0,-5-4-2 16,0 3-4-16,5-2 1 0,-9-3-6 0,2-1-1 15,-2 2 4-15,0-2-2 0,-2 0 3 0,0-1 5 16,-5 0-2-16,3-2 2 0,0-1 3 0,4-1 4 16,-13-1-1-16,5 0 1 0,8 1 0 0,-9-5 5 15,3 1-5-15,2-3 1 0,0-1 1 0,1-3-1 16,3 1 0-16,2-2-2 0,-1 1-1 0,7-6 2 15,-1 2-3-15,1-3-2 0,4 1 3 0,-1 0-3 16,2 1 2-16,-4 0 2 0,4 1-3 0,0 0 2 16,-2 2 1-16,-3 2-2 0,7-2 2 0,-5 4-1 15,-2 1 0-15,-2-1 0 0,1 4 4 0,-4 0-1 16,1 1 0-16,0 0-5 0,-1 1 1 0,0 1-1 16,-3 2-4-16,0 0 3 0,0 0-1 0,0 0-1 15,6 5 2-15,-3-1 2 0,1 1-2 0,-2-1 3 0,0 2 0 16,1 2 2-16,1 1-3 0,2 0 0 0,3-1 2 15,-4 3 1-15,2-2 3 0,0 0-3 0,2 2 4 16,1 0-4-16,0-4 2 0,-2 3-1 16,1 0-2-16,0-2 4 0,-1-1-3 0,-3 0-1 0,3 1 2 15,-4 0 1-15,2-2 2 0,-2-3 1 0,-3 3 0 16,-2 0 2-16,-2-1 1 0,-2 1 6 0,1-3-4 16,-2 3-1-16,-3-2-2 0,1-1 1 0,1 2-2 15,0-2-1-15,0 0 4 0,2 0-3 16,-1-2-8-16,2 0-2 0,4-1-10 0,-8 2-10 0,8-2-26 15,0 0-43-15,0 0-41 0,0 0-44 0,8-12-52 16,-2 7-167-16,3-3-430 0,3 0 190 0</inkml:trace>
  <inkml:trace contextRef="#ctx0" brushRef="#br0" timeOffset="2438.83">13546 1098 268 0,'0'0'260'16,"0"0"-21"-16,3-4-20 0,-3 4-23 0,0 0-21 15,0 0-14-15,0 0-24 0,0 0-12 0,0 0-14 16,-3 17-11-16,3-12-11 0,0 1-2 0,3-1-14 16,-3 4-1-16,1 0-9 0,4 0-5 0,-4 1-2 15,2 1-9-15,-1-3-2 0,4 4 0 0,-2 0-11 16,0-5-22-16,0 2-29 0,0 1-51 0,0-3-61 16,-2-1-54-16,2-2-197 0,2 1-411 0,-3-4 183 15</inkml:trace>
  <inkml:trace contextRef="#ctx0" brushRef="#br0" timeOffset="3032.54">13765 1098 135 0,'-2'-5'259'0,"2"5"-21"0,-2-3-19 0,2 3-20 0,0 0-22 16,0 0-19-16,0 0-15 0,-15 6-16 0,11-1-12 15,4-1-13-15,-4 3-9 0,3 0-11 0,-1 0-2 16,4 2-13-16,-2-2-3 0,4 3-6 0,-1-2-4 15,1 0-6-15,4 1-1 0,-1 0-6 0,1-1-5 16,0 0 1-16,4-1-8 0,-4-2-2 0,-1 0-1 16,1-1-3-16,-2-1-2 0,2-1-1 0,-4-2-3 15,-4 0-2-15,10 0-2 0,-4-2-4 0,-6 2 1 16,4-7-3-16,-4 1-2 0,2 0-1 0,-4-2 1 16,2 0-3-16,-4-1 1 0,1-1 0 0,2 0 3 15,-4 1 2-15,4 0-2 0,1-3 4 0,-3 3 4 16,3-1 4-16,0 2 8 0,1 3-1 0,2-4-4 15,0 4-6-15,-1-1 1 0,2-2-3 0,0 4 0 16,-1 0-4-16,4-1 0 0,-3 4-4 0,5-2 0 16,-2 1-1-16,1 3 1 0,-2 0-5 0,7 1 2 15,-3 0-1-15,1 2 3 0,0 0-3 0,0 2 2 16,-2-1-4-16,5 3 2 0,-7 1-1 0,2-1 0 16,0-4 0-16,0 5 0 0,-5-4-1 0,1 0 2 15,2 4-2-15,0-4 2 0,-3 0 0 0,0-3-2 16,-3 1 1-16,2 2 2 0,-1-2 0 0,0-1 5 15,-2-2 3-15,0 0 6 0,6 5 17 0,-6-5 4 16,0 0-6-16,0 0 5 0,0 0 10 0,8-8-9 16,-7 4-2-16,2 1-6 0,0-2 2 0,-1 0-4 15,1 1 3-15,1-3-4 0,0 1-6 0,0 0-5 16,3-2 1-16,-3 4-2 0,0-1-6 0,2-1 6 16,-1 1-6-16,5-3 0 0,-5 7-2 0,6-4-3 15,-3 2-1-15,2 2-2 0,-5 0 1 0,5-1 2 16,-5 2-3-16,3 2-5 0,0-2-3 0,-1 2-8 15,-1 1-4-15,1 0-14 0,-2 2-5 0,0-2-9 16,-1 0-5-16,2 1-12 0,-5 1-5 0,3 0-16 16,1-3-19-16,-2 2-31 0,-1 0-41 0,0 0-43 15,-2-4-202-15,0 0-456 0,3 4 202 0</inkml:trace>
  <inkml:trace contextRef="#ctx0" brushRef="#br0" timeOffset="3204.4">13712 778 95 0,'-12'-2'316'0,"0"0"-35"0,1 2-49 16,0-3-62-16,-1 2-86 0,5 1-100 0,7 0-178 15,-14 1-210-15,10 2 93 0</inkml:trace>
  <inkml:trace contextRef="#ctx0" brushRef="#br0" timeOffset="3595.07">14760 794 198 0,'4'-2'230'15,"0"-1"-22"-15,-4 3-16 0,0 0-20 0,12 7-23 16,-8-2-14-16,0 3 9 0,2 9-1 0,-1 2-14 16,-1 0-10-16,-1 11-8 0,4 1-14 0,-2 2-4 15,-1-1-13-15,6 1-5 0,-4 1-4 0,1-2-10 16,0 0-2-16,0-1-7 0,4-4-1 0,-2 2-5 16,-2-4-4-16,0-5-13 0,1-2-19 0,0-3-40 15,-4-4-41-15,-1-1-44 0,0-3-38 0,1-3-61 16,-3-3-139-16,-1-1-381 0,0 0 169 0</inkml:trace>
  <inkml:trace contextRef="#ctx0" brushRef="#br0" timeOffset="3891.92">14781 760 102 0,'-7'-7'295'0,"3"2"7"0,-5 1-10 15,5-1-6-15,0 1-17 0,1 2-16 0,0-2-24 16,3 4-23-16,-5-5-24 0,5 5-19 0,0-4-17 16,0 4-19-16,0 0-11 0,11-4-13 0,-3 5-11 15,3-1-11-15,1 2-5 0,3 0-9 0,-3 3-14 16,5 2-6-16,0-1-10 0,1 2-4 0,-2 0-8 16,-1-1-5-16,-4 1-9 0,0 1-12 0,-2 0 2 15,0 2-10-15,0 1-3 0,-3-3-3 0,-1 8 4 16,-1-4-2-16,-3-1 7 0,-1 3-5 0,-1 2-7 15,-4 1-15-15,-5-1-15 0,-1 0-18 0,-1 0-19 16,1 0-25-16,-5-3-35 0,1 2-53 0,3-3-56 16,-2 4-177-16,5-3-464 0,0-3 205 0</inkml:trace>
  <inkml:trace contextRef="#ctx0" brushRef="#br0" timeOffset="4485.72">15144 1081 44 0,'0'0'274'16,"6"-4"-9"-16,-2 2-16 0,-3-1-20 0,-1 3-18 0,5-4-22 15,-5 4-19-15,4-3-19 0,1 2-19 0,-5 1-10 16,9 3-17-16,-2-2-3 0,4 4-16 0,-3-1-8 15,0 2-8-15,2-1-8 0,1 2-4 0,-2 1-12 16,4 0 2-16,-4 3-6 0,2-3-6 16,-3 4-9-16,-1-1-13 0,1 0-16 0,-1 1-8 15,-3-4-7-15,0 4-2 0,-1 0-5 0,-2-1 0 0,-2 0 4 16,-2-4-1-16,-1 2-1 0,0-5-5 0,-3 1 8 16,-1 1 2-16,3-4 3 0,-5 1 4 0,6-3-2 15,4 0 5-15,-15-5 1 0,11 2 4 16,1-1-1-16,-1-4 8 0,4 3 3 0,-3-1-1 15,6-2 9-15,-1-4-3 0,0 2-2 0,5 0 0 0,1-1-3 16,-2 4 3-16,0 0-3 0,4-1 0 0,2 1-4 16,-4-1-2-16,3 5 9 0,0-1-12 0,3 0 3 15,-2 2-1-15,0 3-8 0,2 0 13 0,-1-2-7 16,1 5 3-16,-1-2-3 0,1-1 1 16,-4 4-1-16,3-3 2 0,1 3-1 0,-2-1-1 0,-2 0 2 15,2 1 2-15,0-2-1 0,-4 0 2 0,2 1-5 16,-1-3 1-16,-2 3 3 0,-1-3-1 0,1 2-1 15,-2-1 5-15,0-1 4 0,-5-1-6 16,7 0 5-16,-7 0-3 0,0 0 17 0,10 0 9 16,-10 0 9-16,0 0-4 0,0 0-3 0,1-6-6 15,-1 6 0-15,0-4-7 0,0 4 1 0,0 0-6 0,-8-8-1 16,2 7-3-16,2-5-3 0,-1 5-10 0,-2-2-8 16,2 1-15-16,-1 1-13 0,-1-4-17 0,3 2-20 15,-2 1-25-15,0 0-34 0,2-1-28 16,4 3-40-16,-6-7-171 0,4 2-403 0,2 5 178 15</inkml:trace>
  <inkml:trace contextRef="#ctx0" brushRef="#br0" timeOffset="4996.24">15646 752 152 0,'-1'-5'299'0,"0"2"-5"0,1 3-24 15,-2-6-27-15,2 6-27 0,0-4-32 0,0 4-16 16,0 0-18-16,0 0-17 0,0 0-12 16,0 0-14-16,3 15-6 0,-2-3-9 0,2-2-10 15,1 3-8-15,0 5-6 0,0-1-10 0,3 8-1 16,-3-5-4-16,3 1-8 0,-3-1-11 0,2 1-11 16,-1-2-15-16,0 0-10 0,-2-2-9 0,1-1-8 0,-1-2-9 15,1-3-4-15,-1 0-3 0,-2 0-4 16,-1-4 0-16,3-1 4 0,1 0 5 0,-3-4 4 15,3 3 3-15,-1-4 4 0,-3-1 1 0,8 0-1 16,-8 0 6-16,15-6 1 0,-7 3-1 0,-1-2 5 16,4 1-1-16,1-1 0 0,-1 1-1 0,1 0-1 0,1 0 6 15,-1 3 0-15,0-1-3 0,-1 2-1 16,-1-4 0-16,4 5 1 0,-4 2-3 0,2 0 5 16,-6 1-5-16,3 1 6 0,0 1-4 0,1 1 5 15,-6 2 0-15,-1-3 0 0,0 6 4 0,-3-3-5 16,1 2 8-16,-2 1-7 0,-2-3 6 0,-1 4 0 15,-3-5 0-15,-4 3 1 0,3-4-3 0,0 3 3 16,-7-3 5-16,3-1-3 0,-3-3-1 16,1 3 0-16,3-3 3 0,-2-2-3 0,2-1 0 0,0 1 2 0,4-2 0 0,0 1 0 0,7 0 1 15,-11-5 0-15,6 2 1 0,4-1 1 0,-1-2-3 16,2 1-1-16,-1-2-2 0,2 0-2 0,4 0-1 16,1 0 2-16,1-1-3 0,1 0-1 0,4 0-10 15,3-6-25-15,0 6-13 0,0-2-24 0,1-3-35 16,2 2-11-16,1-1-18 0,3-5-18 0,4 0-16 15,-10 4-114-15,7-6-308 0,-5 6 136 0</inkml:trace>
  <inkml:trace contextRef="#ctx0" brushRef="#br0" timeOffset="5699.31">16163 749 108 0,'-3'-7'146'0,"2"-1"-3"0,-2 1 0 16,1 1-7-16,-1 1-13 0,-1 2-11 0,1-2-12 15,-1 3-13-15,4 2-9 0,-7-3-11 0,7 3-2 16,0 0-9-16,-12 4-10 0,12-4 2 0,-5 7-19 15,3-1 10-15,0 3-3 0,2-1-8 0,0 3 1 16,2 1-9-16,-2-1 2 0,3 2-2 0,0 1-2 16,2 4 0-16,-1 3 1 0,2-3-4 0,-1 2-1 15,-1 0 3-15,3 0-6 0,2 5 0 0,-2-6 2 16,-1 2 5-16,-1-3-7 0,5-1-3 0,-5-1 3 16,-1-3 0-16,3 3-1 0,-1-4-1 0,-4-1-1 15,6-1 3-15,-5-3-3 0,5 1 5 0,-5-3-5 16,3 1 1-16,0-2-1 0,4-1-2 0,-2-3 7 15,-1 0-7-15,5-2 3 0,-3-1-5 0,1-1 2 16,1-1-1-16,1-2-1 0,-1 0 2 0,0-1-3 16,3-4 1-16,-4 2-2 0,1-5 0 0,-4 7-3 15,1-1-1-15,0 0 5 0,-4 2 0 0,0-3 2 16,2 4 26-16,-3 0 8 0,-2 1 4 0,2 1-1 16,-3-3-9-16,1 4-4 0,-1 3-3 0,-4-5-6 15,-1 2-1-15,5 3-7 0,-10-1-1 0,2 1 2 16,1 2-5-16,-1 2-2 0,0 1 2 0,1-1 0 15,-2 1-4-15,0 0-1 0,2 3 3 0,3 1-1 16,-5 0 0-16,6-3-3 0,0 2 0 0,2-2 3 16,1 4 0-16,0-4-1 0,1 1 5 0,4 0-5 15,0-2 1-15,4 4 9 0,1-5-10 0,1 0 6 16,4 1-7-16,-3-3 0 0,8-1-3 0,1-1 5 16,-2 3-4-16,1-6-2 0,1 0 3 0,-1 0-4 15,1-1 4-15,-1 2 0 0,-4-1-3 0,3-3 2 16,-6 2-3-16,4-1 7 0,-2-3-6 0,-6 4 2 15,3-1 4-15,-1 0-5 0,-5 2 5 0,4-1-3 16,-2 2 0-16,-1-2-1 0,1 4-1 0,4-3-5 16,-4 1 8-16,2 0-7 0,6-1 5 0,-3 1-4 15,7-1 4-15,1 2-3 0,5 1 2 0,4-5 1 16,3 5-1-16,1-2 2 0,4 2-5 0,0-2 0 16,6-5 3-16,13 3 1 0,-3 1 2 0,2-2-1 15,1 2 1-15,-15-2-5 0,13 1 1 0,-16-2 7 16,-2 4 16-16,-2 1 10 0,-2-6 12 0,-3 2 11 15,-12 2 11-15,0-2 19 0,-4 2 13 0,-6 1 7 16,0 2-1-16,-2-1-5 0,1 1-15 0,-2-1-6 16,-5 1-13-16,7-3-15 0,-7 3-7 0,0 0-20 15,0 0-16-15,0 0-23 0,0 0-27 0,-15 13-19 16,9-8-14-16,2 3-9 0,-4 1-19 0,0 1-19 16,1 1-43-16,-1 0-50 0,0 2-231 0,-7 3-482 15,3 1 213-15</inkml:trace>
  <inkml:trace contextRef="#ctx0" brushRef="#br0" timeOffset="6996.61">6905 1142 222 0,'0'-5'240'0,"1"2"-23"0,-1 3-26 16,-1-7-25-16,1 7-17 0,0 0-12 0,0 0-18 15,0 0-6-15,8 20-15 0,-8-7-10 0,7 6-5 16,-2 1-8-16,-1 0-6 0,3 10-8 0,0 0-6 16,1-1-4-16,-4 2-6 0,4-1-6 0,1-1 0 15,-3 1-2-15,0-2-10 0,-2-7 5 0,0 6-3 16,0-7-2-16,-4-2 2 0,3 0-10 0,-2 0 0 16,1-5 2-16,-2 0 0 0,0-5-3 0,-2 4 3 15,1-2 40-15,-2-4 12 0,2 0 15 0,-2 0 5 16,-1-1 9-16,0-1 4 0,-2-1-16 0,-3-1 13 15,2 0 1-15,0 0-1 0,2-1-6 0,5-1 13 16,-12-2-8-16,3 2 7 0,9 0-8 0,-8-1-1 16,3-3-8-16,5 4-22 0,-3-3 9 0,3 3-7 15,-4-5-19-15,4 5 1 0,8-8-30 0,0 6 16 16,10-2-6-16,1-1 2 0,4-3-10 0,4 6-38 16,3-2 7-16,4 1-19 0,-1-1-19 0,-1 0-24 15,3 4-20-15,-4 0-22 0,0-1-16 0,0 2-19 16,-1 1-31-16,-7-4-33 0,-2 4-37 0,-1-2-48 15,-2 0-231-15,-6 0-568 0,-1-2 252 0</inkml:trace>
  <inkml:trace contextRef="#ctx0" brushRef="#br0" timeOffset="7929.94">7413 1497 53 0,'0'0'277'0,"-2"-4"-14"0,2 4-19 0,-7-3-16 31,7 3-24-31,0 0-23 0,0 0-18 0,0 0-22 0,0 0-12 16,-15 6-10-16,11-3-15 0,1 3-9 0,-1 0-9 16,-2 3-11-16,1 0-5 0,4-1-8 0,1 2-4 15,-3 1-8-15,3 1-3 0,0 0-1 16,3-2-9-16,-2 2-2 0,2-4-1 0,4 4-4 16,-2-6-1-16,1 2-3 0,2 0-4 0,-3-3 1 0,6-4-6 15,0 2 0-15,0-2-9 0,1-4-7 0,-1 1-6 16,1-3-11-16,-2 1 3 0,-2-1 1 0,0-4-3 15,0 4 0-15,-2-7 0 0,-2 5 2 16,-1-4 0-16,-2 0-1 0,-1 0 3 0,0 3 7 16,-4-3 1-16,-2 1 2 0,2 1 4 0,-4 0 11 0,0 1 4 15,3 1 5-15,-2 2 4 0,1-2-2 0,-3 1-1 16,2 1-1-16,1 1-1 0,-2 0 1 0,3 0-4 16,0-1 0-16,-1 3-6 0,2 0 1 15,1 0-3-15,3 2-3 0,-4-4-4 0,4 4 1 16,-6-5-3-16,6 5 2 0,0 0 2 0,0 0-1 0,0 0 0 15,0 0-2-15,17 6-1 0,-17-6 5 16,23-3-2-16,-10 3-1 0,5 0-1 0,-2 0 0 16,2 0-1-16,0 0-4 0,4 0 0 0,-2 0-2 0,-2-1 1 0,1 1 0 0,-3-2-3 15,2 0 2-15,-3 2-3 0,4-2 0 0,-5 3 2 16,-2-1-1-16,-1-1-4 0,2 1-1 0,-6 0-6 16,0 1 3-16,-7-1-4 0,11 1-5 0,-9 1 6 15,-2-2 1-15,3 5 0 0,-3-5 5 0,0 8-4 16,-4-6 8-16,0 6-2 0,-3-5 2 0,1 5 2 15,0-3-1-15,-1 1 1 0,-2 3 1 0,2-6-1 16,0 2 3-16,3 0-5 0,1-2-6 0,-1 1-2 16,-1-2-2-16,5-2 2 0,-1 3 3 0,1-3 1 15,0 0 3-15,0 0 1 0,0 0-1 0,24-5 2 16,-13 1 0-16,2-1 3 0,0-1-4 0,0-1 4 16,1 0 0-16,2-1-2 0,1-1 1 0,-7 2 2 15,4-1-1-15,-4 2 3 0,-1-1 1 0,2-1-1 16,-5 3 0-16,-1-2 1 0,0 1-1 0,-1 2 4 15,-1-4 3-15,1 3 5 0,-4 0-4 0,2 1-1 16,-2 4-2-16,1-6-2 0,-1 3 3 0,0 0-4 16,0 3 2-16,3-4-1 0,-3 4-2 0,1-4 2 15,-1 4-2-15,0 0-5 0,0 0 4 0,0 0 0 16,0 0-5-16,3-4 2 0,-3 4-2 0,0 0 4 16,0 0 4-16,0 0-6 0,0 0 2 0,0 0 2 15,0 0-3-15,8-1 0 0,-8 1 1 0,0 0 0 16,0 0-1-16,0 0-1 0,8 1 2 0,-8-1 4 0,0 0-5 15,10 1 0-15,-10-1 3 0,6 1-6 16,-6-1 7-16,3 3-5 0,-3-3 1 0,0 0-3 16,8 2 1-16,-8-2 2 0,4 5-3 0,-1-2 4 15,0 1-4-15,-2 0 2 0,3 0-2 0,-2 2 1 16,0-1 0-16,0 5 3 0,0-4-2 0,2 3 4 0,-1-1 0 16,0 3-2-16,1-1 0 0,0 2-1 15,-3-2-1-15,4 1 3 0,-3-4 3 0,1 0-3 16,-2 2 1-16,2-2 9 0,-2-1-8 0,1 1 2 15,-2-2 10-15,1 1-4 0,-1-3 19 0,-3 2 1 16,-2 0-4-16,1-2 0 0,0 0-3 0,-3-1-1 0,1 0-8 16,1-2-15-16,-3 0-21 0,8 0-32 15,-11-2-50-15,5-1-67 0,4 1-49 0,-1-2-176 16,3-2-428-16,3-2 189 0</inkml:trace>
  <inkml:trace contextRef="#ctx0" brushRef="#br0" timeOffset="8336.16">8405 1130 185 0,'0'-12'192'15,"3"-1"-5"-15,-6-1 1 0,3 3-8 0,-1-1-6 16,-2 1-6-16,-1-1-14 0,-3 3-12 0,3 0-11 16,0 3-16-16,-3-3-8 0,3 3-9 0,0 2-15 15,0 2-11-15,-3 0-6 0,7 2-9 0,-8 0-7 16,8 0-7-16,-10 5-6 0,6 0 2 0,0 3-10 16,2-2-2-16,-2 6-4 0,2 0-2 0,4 5 0 15,-1 3-3-15,4-2 1 0,6 7-1 0,0 2 0 16,2-1 2-16,3 3 13 0,1-1 5 0,2 2 2 15,2 1-4-15,3-1-5 0,-3 2 1 0,5-1-2 16,-2-3-4-16,2 3 2 0,-3-2-4 0,0 1-2 16,-3-5-1-16,-1 3-1 0,-2-2 1 0,-8-7-5 15,5 5 0-15,-6 2-1 0,-4-7-10 0,-1-4-14 16,1-3-10-16,-3-1-19 0,-1-3-18 0,-3 1-22 16,0-5-34-16,-1 0-46 0,4-4-53 0,-13 1-199 15,13-1-443-15,-17-6 197 0</inkml:trace>
  <inkml:trace contextRef="#ctx0" brushRef="#br0" timeOffset="8820.49">8477 1456 61 0,'0'0'293'0,"-5"-5"-14"0,5 5-10 0,-2-5-25 16,2 5-27-16,2-9-21 0,2 4-21 0,-3 0-15 15,2-1-19-15,4 1-12 0,-2 0-12 16,5 0-14-16,-2-3-13 0,4 2-5 0,-1 1-12 16,0-2-8-16,2 1-3 0,-2 5-9 0,4-3-7 0,-2 2-4 15,-2 1-3-15,-1 1-8 0,-2-2-6 0,-2 2 0 16,5 2-9-16,0 0 1 0,-5 1 0 0,1 0-4 16,1 2-5-16,-4 1 0 0,2 1 3 15,-2 2-5-15,3 0-3 0,-4-3 5 0,2 5 0 0,0-1-2 16,-1-1-2-16,1 1 0 0,0-2 0 0,-1-3 0 15,3 3 1-15,-3-3 3 0,1-1-2 0,-1 2 2 16,2-3 3-16,-2 0-3 0,4-2-1 0,-2 1 4 16,-1-2-2-16,3 0 1 0,1-4 1 0,1 0 2 15,-3 1 6-15,0-4 14 0,4-1 4 0,-6 0 3 16,3-2 3-16,-2-1 9 0,-2 2 11 0,2-1 2 16,-1-2 14-16,-4 2 4 0,-1 0 15 0,3 0 12 15,-3-2-17-15,0 5 1 0,0 0 1 0,0 1-6 16,0 1-9-16,0-1-10 0,0 6-11 0,-3-7-14 15,2 3-6-15,1 4-9 0,0-4-7 0,0 4-15 16,0 0 0-16,0 0-25 0,0 0-8 0,0 0-9 16,1 15-8-16,2-9-20 0,-2-1-11 0,5 1-17 15,-1 1-9-15,-1-1-19 0,3-3-17 0,-2 4-22 16,5-1-38-16,-5-1-39 0,6 0-40 0,-5-1-35 16,0 0-168-16,0-2-515 0,1-2 229 0</inkml:trace>
  <inkml:trace contextRef="#ctx0" brushRef="#br0" timeOffset="9148.59">8998 1304 198 0,'-3'-5'217'15,"3"5"-21"-15,0 0-24 0,0 0-18 0,-1-4-20 16,1 4-13-16,0 0-13 0,0 0-12 0,0 0-9 16,7 12-3-16,-3-7-16 0,1 1-3 0,-1-1-6 15,3 2-5-15,0 0 5 0,0 2-13 0,2-2-8 16,-2-1 2-16,0 3-6 0,1-2-2 0,2 0-8 15,-8-2 0-15,7 1 1 0,-5-2-3 0,1 0-2 16,-1-1 3-16,1 1 1 0,-3-3-3 0,-2-1-2 16,4 2-3-16,-4-2-1 0,0 0-1 0,7-6-1 15,-6 2 13-15,-1-1 31 0,2 0 13 0,-1-1 6 0,0-1 5 16,1 1 5-16,-1 0-6 0,2-3-3 16,-2 2-6-16,3 2-9 0,-1-3-7 0,-1 3-5 15,1-1-6-15,-1 2-8 0,3 0-1 0,-1 1-10 16,-2 0-2-16,2-1-3 0,1 3-4 0,-5 1-9 15,8 0-18-15,-8 0-17 0,11 3-23 0,-4 0-22 0,1-1-29 16,-4 3-33-16,2 1-46 0,3 0-42 0,-1-1-197 16,-5 0-454-16,5 2 202 0</inkml:trace>
  <inkml:trace contextRef="#ctx0" brushRef="#br0" timeOffset="9382.95">9399 1268 90 0,'0'0'276'0,"-11"0"-15"0,11 0-10 0,-16 3-7 15,7-1-19-15,-1 3-18 0,2-2-18 0,0 1-22 16,0 0-16-16,1 3-17 0,0-2-12 0,0 1-12 16,6 2-8-16,-2-1-7 0,2 3-10 0,2-3-8 15,2 2-6-15,2 0-3 0,5 1-13 0,-1-2-17 16,5 0-27-16,4 0-32 0,1-2-48 0,-2-1-55 15,6-2-72-15,-1 1-65 0,0-2-132 0,8-4-426 16,0-1 188-16</inkml:trace>
  <inkml:trace contextRef="#ctx0" brushRef="#br0" timeOffset="9836.04">10021 997 27 0,'4'-10'239'0,"-1"-1"-15"0,-2-3-16 15,-1-3-22-15,0 2-18 0,0 2-12 0,0-6-14 16,-3 3-18-16,2 4-8 0,-4 0-12 0,-1-1-13 15,2 2-5-15,1 1 0 0,-1 0-6 0,-3 2-9 16,6 3-7-16,-4-2-6 0,2 1-13 0,-4 4-6 16,3 1-4-16,4 1-5 0,-15 1 1 0,11 5-6 15,-3 0-5-15,0 2-2 0,2 5 0 0,-4 2-2 16,3 4-2-16,-1-1-1 0,3 10 1 0,0-7-3 16,1 7 0-16,3 0 0 0,0 4 4 0,4-1-4 15,3 2-3-15,-1 0 4 0,1 4 4 0,7 10-7 16,-1-13 4-16,1 1-3 0,0 1 4 0,9 8-4 15,-4-9 1-15,11 5 3 0,-6-8-4 0,12 9-2 16,1-4 4-16,-14-10 0 0,4-2-3 0,-1 5 0 16,-3-5-1-16,1 4-2 0,-7-4 1 0,2-2 1 15,-5 1-3-15,-4-7-4 0,-3 1-3 0,-3-7-6 16,-1 2-2-16,-6-1-10 0,1-1-20 0,-3-7-27 16,-4 4-32-16,-2-4-52 0,-1 0-52 0,-3-2-168 15,1-1-399-15,-6-4 176 0</inkml:trace>
  <inkml:trace contextRef="#ctx0" brushRef="#br0" timeOffset="10257.87">9996 1395 75 0,'0'0'323'0,"-5"-3"-6"15,5 3-25-15,-3-2-24 0,3 2-28 0,0 0-21 16,0 0-14-16,8-8-36 0,-1 5-7 0,0-1-20 16,4 2-18-16,4-4-11 0,-3 3-11 0,2-1-10 15,-1 0-7-15,2 3-13 0,-2-3-9 0,-2 4-4 16,2-1-8-16,-2 1-5 0,-4 0-10 0,2 1-3 16,-1 2-5-16,-1-2-1 0,1 3-4 0,-1 1-2 15,1 0-5-15,-1 3-1 0,0 1-1 0,-2 0 0 16,1 1 0-16,1-1-6 0,-2 1 4 0,1-2-2 15,0 4 3-15,2-5-2 0,-4 1 0 0,2-2-5 16,1-2 5-16,1 1 0 0,-3 0 3 0,4-2-3 16,-4 0 3-16,8-5 0 0,-3 2-4 0,0-3 1 15,0-2-1-15,-1 0-4 0,0-1 2 0,2-6 14 16,-6 5-2-16,1-6 12 0,1 1-2 0,-6 0 1 16,3-1 1-16,-2 0-2 0,-4-5-9 0,2 5-2 15,-4 1-9-15,4 0 3 0,-4 3-3 0,3-2-12 16,-2 6-25-16,0-1-33 0,-1 1-31 0,-4 3-22 15,1 0-32-15,0 2-37 0,-1 3-62 0,0-2-54 16,-7 9-163-16,3-3-497 0,-4 4 221 0</inkml:trace>
  <inkml:trace contextRef="#ctx0" brushRef="#br0" timeOffset="11257.81">10350 1297 90 0,'0'0'292'0,"1"-6"-12"0,-1 6-16 0,3-4-27 16,-3 4-19-16,0 0-25 0,4-2-20 0,4 2-19 15,-8 0-18-15,8-2-13 0,1 2-12 0,-9 0-12 16,16 2-9-16,-6-1-10 0,-1 2-8 0,5-2-10 16,-3 5-4-16,3-1-8 0,-4 1-3 0,5 0 0 15,-3 0-10-15,1 1-3 0,-1 2-4 0,3-1-4 16,-6 2-1-16,2-2-2 0,-1 2-7 0,-1-3 2 15,-1 2-4-15,-4-4-2 0,0 3-1 0,-1-3-1 16,1 0-3-16,-1 0 4 0,-2 0-2 0,2-1 1 16,-3 0 7-16,2-1 24 0,-2-3 30 0,0 5 26 15,0-5 23-15,0 0 22 0,0 0 16 0,1 5 5 16,-1-5-2-16,0 0-9 0,0 0-11 0,0 0-10 16,0 0-17-16,-1-21-10 0,2 15-22 0,4-4-18 15,-1-1-26-15,0 0-26 0,2 0-41 0,2-4-36 16,3 0-49-16,-6 4-59 0,6-4-63 0,-3 1-74 15,7 0-74-15,-6 5-227 0,-1-2-663 0,1 0 294 16</inkml:trace>
  <inkml:trace contextRef="#ctx0" brushRef="#br0" timeOffset="13150.02">7157 2306 157 0,'0'0'153'15,"0"0"-12"-15,0 0-13 0,0 0-6 0,0 0-8 16,0 0-9-16,0 0 0 0,0 0-4 0,20-2-6 16,-9 1-12-16,4-2-7 0,-2-1-3 0,8 0-8 0,-1 2-5 15,2-2-6-15,2 4-1 0,6-8-8 16,3 5-4-16,-3 0-5 0,4-2 3 0,8 0-5 16,-7-2-8-16,3 1-1 0,20-3-8 0,-4-2 3 15,2 3 3-15,1-4-1 0,0 1-5 0,3-2 0 16,5-2-2-16,2 6-2 0,2-6 0 0,2 1-4 15,-4 3-3-15,-1-5-2 0,5 3 0 0,-6 1 2 16,3-2 0-16,0-1 1 0,3 3 1 0,1 0-3 16,-4-1 3-16,0 2 2 0,0 0-6 0,3 2 5 15,-2-6 3-15,-4 5-5 0,2 0-1 0,1 0 4 0,0 1-6 16,-1-1 4-16,-1-3-3 0,1 3 4 0,31 0-4 16,-34-1 0-16,4 2-1 0,0 0-4 15,27-2 1-15,-31-1 4 0,5 2-5 0,-2-1 0 16,4 0 4-16,-3 1-5 0,-2 1 0 0,1-4 7 0,1 4-8 15,-1-1 4-15,-1 1 1 0,1 2-1 0,1-2-3 16,-1-1 1-16,3 6 0 0,-10-6-1 0,8 5 3 16,-4-2 2-16,1 4-5 0,-2-3 5 15,1-2-2-15,-3-1-6 0,0 2 6 0,3 6 0 0,0-3-1 16,0-2-1-16,3-1-3 0,-5 0 3 0,5 2 2 16,-2-2-3-16,0 1 1 0,-1 2-3 0,0 0 6 15,-1 0-2-15,0-4-8 0,-2 3 12 0,-3 2-3 16,5-4-3-16,-2 1 0 0,-3-1 0 0,2 4 2 15,-1 1-3-15,-1-2 1 0,-2 2 1 0,1 2-1 16,-2-2 1-16,-12 2 1 0,12-2-4 0,-13-1 5 16,0 2-3-16,12 2 5 0,-16 1-6 0,2-4 3 15,2 4 3-15,0-1-4 0,-1 0 6 0,15 2-9 16,-17-2 0-16,3 0 5 0,-1 3 0 0,0-2-3 16,2-2 0-16,-2 2 2 0,15 1-1 0,-16-1 1 15,3 1 0-15,-2-5 2 0,0 2-2 0,1 3 1 16,1-2-1-16,13 2-2 0,-16-3-1 0,0 1 8 15,4 3-5-15,11-1-2 0,-12-3-2 0,11 0 4 16,-12 0-1-16,13 0-2 0,-13 1 0 0,1-2 3 0,13-2 0 16,-14 6-3-16,14-3 3 0,-14-6 0 15,15 5 3-15,-16 0 0 0,14-1-5 0,-14 0 0 16,20 1 3-16,-21-2-1 0,3 2-4 0,-2-3 1 16,14 0 4-16,2 4 0 0,-14-3-2 0,14 0-1 0,-3-1-1 15,-12 3 5-15,15-2-3 0,-2 1 1 0,-1 2-4 16,-12-3 0-16,11 0 1 0,-12 3 2 0,13 1-2 15,-15-4 3-15,1 1-3 0,-2 2 3 0,3-1 1 16,-1 0-9-16,-2 0 10 0,0-1-5 0,-3 2 2 16,2 0-2-16,1-2 4 0,0 2 2 0,0 1-5 15,-2-2 4-15,-2 0-2 0,0-3 1 0,1 2-4 16,1 4 1-16,1-4-4 0,-1 2 6 0,-6-2-3 16,2 3 2-16,-2-1-1 0,0-1 1 0,0 1-2 15,-10 1-1-15,2 0 1 0,1-2-1 0,-1 2 2 16,-1 1 1-16,0-2-1 0,-6 1 1 0,2-1-1 15,-3-1 3-15,0 2-1 0,-3 2-2 0,0-3 1 16,0 1 2-16,-6-1 1 0,5 2-3 0,-5-3 3 16,-5 1-1-16,14-1 3 0,-9 1 3 0,5-1-8 15,-5 0 1-15,3-2 1 0,1 1-5 0,1 0 5 16,3-2-1-16,0 0-2 0,-1 1 2 0,2-2 10 16,-2-1 9-16,2 1 3 0,8-1 1 0,-11 0 0 15,8 1-7-15,-6-1-1 0,2 2 1 0,0 0-3 16,1 0 0-16,-6-2-2 0,2 4-1 0,-1-1-2 15,-3 2-1-15,-2-2-7 0,2 0-11 0,-3 1-21 16,-1 1-37-16,-4 1-33 0,6-3-56 0,-6 3-54 16,5-1-113-16,-5 1-350 0,0 0 155 0</inkml:trace>
  <inkml:trace contextRef="#ctx0" brushRef="#br0" timeOffset="14400.11">2298 3679 56 0,'0'0'239'15,"0"0"-25"-15,0 0-18 0,0 0-20 0,0 0-16 16,0 0-14-16,14-10-11 0,-3 8-13 0,2 0-16 16,1-2-7-16,1-1-10 0,1 1-5 0,3 0-9 15,-5 2-7-15,1 1-4 0,-3-3-10 0,0 4-4 16,0-1-6-16,-5 1-6 0,1-2-4 0,-8 2-2 16,11 2-3-16,-11-2-8 0,8 1 1 0,-8-1 2 15,2 4-5-15,-2-4 2 0,0 0-3 0,-7 5 4 16,0-3 4-16,0 0-4 0,-6 5-2 0,3-3 0 15,-5-2-1-15,3 1 0 0,-6 3-4 0,5-5-15 16,-2 1-22-16,4 0-40 0,0-1-59 0,3-1-73 16,1 0-173-16,7 0-397 0,-1-10 176 0</inkml:trace>
  <inkml:trace contextRef="#ctx0" brushRef="#br0" timeOffset="18079.41">3866 3295 157 0,'3'-21'232'0,"-2"-5"-13"0,-1 0-12 16,0-1-14-16,0 0 3 0,-4 1-9 0,0 0-8 16,-1-1-6-16,-1 6 1 0,1 2 3 0,-1-7 2 0,-3 8 8 15,2 0-21-15,-1-2-8 0,-2 4-15 0,0 0-1 16,1 6-7-16,0-2-3 0,0 3-15 15,-1 2-4-15,6 0-12 0,-3 2-11 0,-1 0-13 16,4 1-12-16,-2 3-2 0,6 1-14 0,-11 1-12 0,2 5 6 16,2 2-13-16,-1 2-1 0,5 7-5 0,-2 2-3 15,1 8-4-15,4-1 4 0,0 4-6 0,4 3-1 16,1-2 1-16,1 2-3 0,5 1 0 16,1 2 1-16,0 0 12 0,0 1-22 0,9 11 8 0,-4 0-5 15,4-2 8-15,-5-11-7 0,2 12-5 0,-5-11 1 16,9 9-1-16,-7-12 5 0,0 2-1 0,-1 0-2 15,-5 0 1-15,5-2 5 0,-3-1-5 0,-2-1 13 16,-1 1-16-16,-1 0 0 0,-1-5 6 0,-1 0 0 16,-2-6-6-16,-2-3 3 0,-2 0 0 0,-2 0-14 15,0-2-8-15,1-5-19 0,-1-2-20 0,0 3-24 16,-1-5-23-16,1-2-19 0,1 1-33 0,-3-2-39 16,0-3-59-16,5-1-58 0,0 0-212 0,-8-8-568 15,4 3 252-15</inkml:trace>
  <inkml:trace contextRef="#ctx0" brushRef="#br0" timeOffset="18313.78">3729 3669 198 0,'0'0'376'16,"-6"-2"-10"-16,6 2-20 0,0 0-26 0,-5-2-29 15,5 2-30-15,0 0-23 0,7-9-26 0,-2 5-20 16,9-1-17-16,-2 1-22 0,7-4-21 0,-1 1-7 16,10-3-8-16,1 3-17 0,0-2-17 0,-1 0-18 15,5-2-32-15,-5 2-44 0,1 2-40 0,-2-1-46 16,4 3-59-16,-11 2-67 0,1-2-69 0,-2-1-201 16,-4 5-532-16,0 0 235 0</inkml:trace>
  <inkml:trace contextRef="#ctx0" brushRef="#br0" timeOffset="19016.84">4283 3730 262 0,'0'0'319'0,"2"-2"-22"0,-2 2-30 0,0 0-26 16,0 0-27-16,0 0-28 0,0 0-17 0,0 0-19 16,0 0-15-16,-1 13-14 0,-2-6-10 0,3 2-12 15,-1 3-13-15,-2-1-6 0,3 5-13 0,0 2-7 16,0-1-1-16,0 1-5 0,1 0-7 0,2 1-5 0,3-2-4 16,-1 1-1-16,0 0-4 0,-1-2-3 15,3 0-5-15,0-2 2 0,-1-3-4 0,-1 0-4 16,2-1-1-16,1-2 3 0,-4-2-4 0,-1-2-1 15,1 0 1-15,-1-4 5 0,6 0-2 0,-9 0-4 0,11-6-1 16,-7 1 1-16,3-1 6 0,0-4-3 0,-3 5 17 16,1-5 0-16,-1-1 21 0,2-3 15 15,-5 3 8-15,2-2 15 0,3 0 13 0,-1 2 4 16,-5 0 5-16,1 1 3 0,2 2-5 0,-2 1-8 0,2 0-8 16,-3 2-15-16,1 0-5 0,2 1-17 0,-3 0-10 15,0 4-14-15,0 0-6 0,6-1 0 0,-6 1-6 16,10 5-3-16,-4 0-3 0,2 2-1 15,0 0 0-15,0 2-1 0,4 0-4 0,-1 1-1 0,6 1 0 16,-1 1 0-16,-1-1-3 0,-1-1-2 0,-4-1-3 16,4-3 6-16,-3 2-3 0,-3-2 0 0,0-3-1 15,-1 1 8-15,-3-1-2 0,3 0 6 0,-3-3 0 16,-4 0-4-16,11-4-1 0,-8 0 0 0,-2-1 3 16,2-2-3-16,-2-1-5 0,-1-3 16 0,0-1-15 15,-4-6 3-15,4 0-1 0,-3-1-5 0,1-8 0 16,-4 7-6-16,2 0 0 0,4 0-17 0,-3 1-14 15,0 1-32-15,0 0-33 0,1 1-43 0,4 6-35 16,-4-1-37-16,2 1-36 0,-1-1-55 0,1 6-55 16,1-1-292-16,1 1-701 0,3 2 311 0</inkml:trace>
  <inkml:trace contextRef="#ctx0" brushRef="#br0" timeOffset="19391.82">4839 3244 100 0,'0'-4'381'15,"-3"0"-7"-15,3 4-12 0,0-6-5 0,0 6-29 16,-1-4-15-16,1 4-25 0,0 0-36 0,0 0-30 15,-2-6-26-15,2 6-21 0,0 0-12 0,0 0-25 0,-8 13-17 16,4-8-9-16,2 3-13 0,-4 2-19 0,3 3-6 16,-1 5-6-16,0 2 1 0,0-6-12 15,1 12-11-15,0 1 7 0,2 0-7 0,1 1-5 16,0-1-2-16,1 2-4 0,1-9-4 0,6 7-7 0,-4-2 6 16,3-4-3-16,5 5 1 0,-2-8 6 0,5 6-13 15,-2-9 3-15,1 0-1 0,2-3-6 0,2 2-11 16,-2-3-42-16,6-3-14 0,-3-3-39 15,0 0-42-15,1-5-51 0,1-1-57 0,1-1-59 0,-2-5-56 16,-2-1-226-16,-1-2-627 0,1-4 278 0</inkml:trace>
  <inkml:trace contextRef="#ctx0" brushRef="#br0" timeOffset="19641.8">5331 3236 123 0,'-3'-5'358'16,"3"5"-12"-16,2-4-26 0,-2 4-26 0,0 0-29 16,0 0-26-16,0 0-19 0,0 0-37 0,0 0-15 15,0 0-17-15,-4 11-18 0,0-5-8 0,2 1-16 16,-2 5-5-16,-1-1-12 0,-1 6-7 0,1 0-9 16,-2 2-4-16,0 8-7 0,-2-2-6 0,1-4-9 15,-2 6-3-15,3-2 2 0,-2 3-9 0,-1-2-9 16,6-8 0-16,-3 3-23 0,1-2-31 0,0-2-28 15,1-1-30-15,2-3-22 0,0-3-28 0,0-1-46 16,3-2-41-16,-1-2-29 0,1 0-222 0,0-3-508 16,0-2 225-16</inkml:trace>
  <inkml:trace contextRef="#ctx0" brushRef="#br0" timeOffset="19860.54">5126 3334 75 0,'-3'-3'302'0,"3"3"-22"16,0-4-30-16,0 4-28 0,0 0-26 0,0 0-19 16,0 0-19-16,0 0-16 0,0 0-9 0,12 7 1 15,-5 0 7-15,1-4-9 0,4 5-12 0,-2 0-17 16,8 2-10-16,-1-1-6 0,0 3-8 0,2 0-4 16,1-1-10-16,-2 2-4 0,6 1-9 0,-2-1-28 15,-4 0-36-15,0-2-42 0,-2 2-66 0,2-1-73 0,-5-6-79 16,-3 1-137-16,1 0-442 0,-1-3 196 15</inkml:trace>
  <inkml:trace contextRef="#ctx0" brushRef="#br0" timeOffset="20136.5">5470 3178 104 0,'-2'-4'445'0,"2"0"-9"16,0 4-32-16,-3-5-37 0,3 5-38 0,0 0-24 0,-2-5-53 0,2 5-22 0,0 0-25 16,0 0-20-16,16 8-24 0,-6 0-23 0,-1-1-3 15,5 1-8-15,1 5-18 0,3 0-5 0,6 2-7 16,-1 1-15-16,-1 0-3 0,4 4-15 0,-2 1 0 16,-2 1-13-16,0-2 3 0,-3 6 0 0,1-3-12 15,-2 0-2-15,-2 3-3 0,-5-1-8 0,3-1-10 16,-9-2-32-16,-1 0-34 0,3 3-35 0,-7-5-27 15,-3-1-24-15,-2-3-21 0,2 6-27 0,-5-8-39 16,0-1-60-16,1 3-66 0,-4-4-185 0,2-2-574 16,-2-4 253-16</inkml:trace>
  <inkml:trace contextRef="#ctx0" brushRef="#br0" timeOffset="20417.78">6208 3296 81 0,'0'0'322'15,"0"0"-25"-15,3-5-27 0,1 4-19 0,3 0-28 16,-1-1-16-16,-1 0-17 0,8 1-24 0,-1-1-12 15,1-1-17-15,2 2-13 0,4-3-9 0,0 2-14 16,1-1-11-16,1 1-9 0,-1-1-10 0,-1 0-13 16,-5 2-42-16,6 0-44 0,-5 1-54 0,-1 0-54 15,0 0-71-15,-2-1-211 0,-4-1-451 0,0 2 200 16</inkml:trace>
  <inkml:trace contextRef="#ctx0" brushRef="#br0" timeOffset="20605.27">6323 3532 216 0,'-3'3'295'0,"2"3"19"0,-1-2 21 0,1-2 28 0,1-2 22 15,0 0 13-15,7 5-14 0,-2-5-30 16,-5 0-31-16,23-5-36 0,-1 3-25 0,5-8-33 16,3 2-24-16,0 0-39 0,-3-4-50 0,3 4-68 0,-1-1-76 15,-2-1-86-15,0-1-88 0,-5 2-116 0,-2-2-352 16,-2 1-725-16,5 2 320 0</inkml:trace>
  <inkml:trace contextRef="#ctx0" brushRef="#br0" timeOffset="21711.01">7386 3171 158 0,'-1'-4'317'0,"1"4"-9"0,0-6-14 16,0 6-23-16,-3-7-26 0,3 7-32 0,0-2-23 16,0 2-18-16,0 0-22 0,0 0-16 0,-9 13-16 0,6-8-9 0,0 6-13 0,2 2-7 15,1 3-10-15,-3 1-10 0,2 1-5 0,1 3-5 16,1 0-7-16,2-1-6 0,-3 0-2 0,4 8-3 15,4-3-4-15,-1-4-5 0,-3-4 0 0,6 1-5 16,-3-2-3-16,2 1-4 0,-5-4-2 0,4-3-5 16,-1 1-6-16,4-4 1 0,-3 2-5 0,-2-4 7 15,2-2-4-15,2 0 3 0,-1-3-5 0,-2 0-1 16,0-3 0-16,3-2-1 0,-2-1 4 0,1-3 10 16,1 3-13-16,-3-4-1 0,1 1-3 0,3-8 5 15,-3 2-1-15,2-1 15 0,-6 5-7 0,4-1 8 16,-4 1 17-16,0 2 13 0,-1 0 26 0,1 1-13 15,-4 3 0-15,4 0-5 0,-1 0-16 0,-3 0-5 16,3 0-4-16,-3 5-12 0,5-2-2 0,-5 2-7 16,0 0 2-16,9 7 1 0,0-1-9 0,-4 2 10 15,7 1-1-15,-2 0-2 0,1 3 4 0,6 1-10 16,0-2 5-16,0 0-3 0,4 1 4 0,-2-3-2 16,0 0 2-16,1-3-3 0,-2 0 2 0,-2 1-2 15,-2-4 1-15,1-1-3 0,-3-2 9 0,-1 1-5 16,0-2 4-16,-2-3 19 0,1-1 18 0,-6 0 9 15,4-1 5-15,-4-1 6 0,-1-1-12 0,-3-3-4 16,0-2-5-16,-1 0-9 0,-4-5-1 0,-4 0 6 16,4 0-12-16,-5 1-7 0,2-2-3 0,-3 1-23 15,3-2-12-15,-2 1-28 0,3 2-24 0,0 1-33 16,1 4-26-16,3-1-20 0,0 3-30 0,-1 1-38 0,3-1-65 16,1 3-67-16,0 0-260 0,3 1-650 0,4 1 288 15</inkml:trace>
  <inkml:trace contextRef="#ctx0" brushRef="#br0" timeOffset="22054.73">8303 3201 123 0,'0'0'171'0,"0"0"-12"0,1 4-23 0,-1-4-12 16,4 4-12-16,1-1-11 0,-4-1-11 0,3 1-7 15,0-1-7-15,2-1-14 0,-1 2-4 0,-1 0-4 16,0-1-4-16,-4-2-7 0,7 3-3 0,-3-1-1 16,-4-2-4-16,4 3-1 0,0-2 27 0,-4-1 19 15,0 0 16-15,5 3 22 0,-5-3 16 0,0 0 14 16,0 0 1-16,0 0-16 0,0 0-12 0,0 0-8 15,0 0-11-15,-9-10-11 0,9 10-11 0,-4-3-3 16,0 1 0-16,4 2-18 0,-7-6-8 0,3 5-7 16,4 1-26-16,-4-4-31 0,4 4-37 0,-8-1-42 15,8 1-52-15,-3-4-71 0,3 4-65 0,0 0-145 16,0 0-461-16,0 0 205 0</inkml:trace>
  <inkml:trace contextRef="#ctx0" brushRef="#br0" timeOffset="22556.31">8929 3116 149 0,'0'0'231'0,"-10"-4"-16"0,2 4-8 0,8 0-9 16,-18 1-10-16,6-1-11 0,1 0-7 0,-6 1-16 16,-3 3-11-16,7 0-11 0,-3 1-10 0,1 0-12 15,-2 4-13-15,1-1-6 0,2-1-7 0,-2 4-10 16,5-4-7-16,3 4 1 0,-4-1-19 15,4-1-3-15,2 1-5 0,2 1-1 0,3-3-3 0,-1 3-4 16,4-2-5-16,0-2 8 0,7 1-7 0,2 0-1 16,6 3 0-16,3-6 0 0,10 3-4 0,0-6 1 15,6 3-4-15,-2-5 7 0,1-2-11 0,2-1-3 16,-2-2 1-16,5 0 7 0,-5 0-10 0,-1 3-4 16,-4-6 5-16,0 2-4 0,-10 1-2 0,1-2 0 15,-1 3 1-15,-9-2-2 0,1 1 8 0,-1-3 24 16,-3 3 6-16,2-3 0 0,-5 2-6 0,-4-2 1 15,-1 1-5-15,-1-3 1 0,-4 3-9 0,-2-4-8 16,-3 4 1-16,-1-1 1 0,-7-2-6 0,-3 2-2 16,-2 1-1-16,-6 0-2 0,-2 1-17 0,0 2-19 15,2 1-21-15,-1 1-17 0,7 2-21 0,0-1-22 16,3 2-32-16,1 1-46 0,4-2-43 0,1 2-247 16,6 0-516-16,0-1 229 0</inkml:trace>
  <inkml:trace contextRef="#ctx0" brushRef="#br0" timeOffset="22837.54">8920 2995 203 0,'-1'-5'336'0,"1"5"-23"0,0 0-33 0,0 0-31 16,0 0-30-16,0 0-23 0,0 0-20 0,0 0-21 15,8 13-13-15,-1-8-15 0,0 5-13 0,4 6-10 16,-3-1-15-16,3 0-3 0,4 10-7 0,-4-1-8 0,2 0-12 16,1 4 0-16,0 1-5 0,-1 0-8 15,-2 2 1-15,1 2-3 0,-1-1-4 0,0-4-9 16,0 3-16-16,-2-3-41 0,1 0-30 0,-2 0-41 16,-1-3-60-16,1-7-71 0,-4-1-234 0,3-6-500 0,2-1 221 15</inkml:trace>
  <inkml:trace contextRef="#ctx0" brushRef="#br0" timeOffset="23150.01">9610 2882 275 0,'-5'-2'350'0,"-1"1"-17"0,2-2-29 16,4 3-32-16,-8-1-27 0,8 1-28 0,0 0-21 16,-11 4-20-16,4-1-21 0,4 4-12 0,-2 2-13 15,0 1-1-15,-2 2-7 0,1 4-11 0,1 1 3 16,1 2-8-16,-3 1-14 0,3 0 2 0,1 0-14 16,2 2 12-16,1-1-24 0,-1-1-7 0,2 6-7 15,0-6-2-15,2-2-8 0,4 2-1 0,-2-3 4 16,2 1-8-16,0-4 1 0,3-2 11 0,-4-2-21 15,1-1-23-15,4 0-35 0,2-1-41 0,1-3-49 16,-3-1-63-16,5-2-72 0,5-2-62 0,-5 0-237 16,3-5-597-16,0 0 264 0</inkml:trace>
  <inkml:trace contextRef="#ctx0" brushRef="#br0" timeOffset="23384.37">10017 2910 206 0,'-3'-3'293'0,"3"3"-28"0,0 0-25 0,0 0-26 15,0 0-1-15,-11 11-4 0,7-4-14 0,1 1-9 16,-5-1-19-16,0 5-4 0,3 3-26 0,-5 0-13 16,1 2-12-16,-1 1-7 0,0 0-13 0,0 0-7 15,-3 0-11-15,4-1-11 0,-2 1-27 0,-4 7-32 16,4-8-12-16,0 0-31 0,0 0-33 0,1 0-36 15,-1-1-61-15,4-4-49 0,0-3-211 0,-1 1-463 16,4-2 205-16</inkml:trace>
  <inkml:trace contextRef="#ctx0" brushRef="#br0" timeOffset="23618.73">9784 3055 129 0,'0'-3'310'0,"0"3"-9"0,0-7-27 0,0 7-23 16,0-4-30-16,0 4-23 0,0 0-20 0,0 0-19 16,0 0-13-16,0 0-14 0,18 7-14 15,-10-3-10-15,0 2-11 0,5 2-7 0,-1-1-9 0,4 5-11 16,3-2-2-16,-2 2-9 0,3-2-6 0,1 0-2 16,-1 0-8-16,0 2 2 0,0-1-10 0,2-3-31 15,-1 3-35-15,0-1-43 0,-3-2-53 0,5 0-82 16,-8 0-68-16,-1-4-141 0,-2-1-451 0,0-1 200 15</inkml:trace>
  <inkml:trace contextRef="#ctx0" brushRef="#br0" timeOffset="23925.94">10229 2756 188 0,'-4'-3'459'0,"4"3"-22"0,-3-2-32 0,3 2-45 15,0 0-37-15,-3-4-36 0,3 4-30 0,0 0-25 0,0 0-21 0,0 0-22 16,0 0-21-16,5 15-11 0,0-7 1 0,1 1 14 16,3 1-3-16,2 4-11 0,3-2-11 0,2 0-10 15,0 4-14-15,6 2-5 0,-2 1-18 0,3-1-7 16,-3 0-10-16,3 0-8 0,-10-1-8 0,2-1-7 15,-1 2-8-15,-1 5-12 0,1 3 1 0,-2 3-6 16,-5-1-14-16,-7 2-27 0,-7 2-45 0,-4 2-58 16,-11 11-68-16,-6 2-51 0,-10 1-51 0,-2-2-78 15,-21 20-363-15,16-22-779 0,-4-5 346 0</inkml:trace>
  <inkml:trace contextRef="#ctx0" brushRef="#br0" timeOffset="30647">2003 2118 12 0,'-1'-6'293'0,"-1"1"-16"0,1-3-8 16,-1 3-19-16,1 1-17 0,1 0-19 0,0 4-27 15,0 0-21-15,-1-7-20 0,1 7-20 0,0 0-12 16,0 0-14-16,0 0-12 0,0 0-8 0,0 0-8 16,7 11-7-16,-5-6-8 0,1 2-2 0,4 1-7 15,-2 3-6-15,-1-1-2 0,2 2-6 0,-5-1 1 16,5 2-5-16,-4 0-2 0,0-1 1 0,2 2-3 15,-4 3-6-15,3-1 1 0,-1 0-5 0,-2-2 1 16,0 3-1-16,0-3-1 0,1 0-4 0,-2-1 3 16,2 1-5-16,2-3 0 0,-3 2 1 0,0 0-4 15,0 0-1-15,0-2 1 0,0 0-1 0,0-2 0 16,2-1 1-16,0 3 6 0,2-5 0 0,-1 2 1 16,0 0-1-16,1-3 1 0,2 0 5 0,0 1 2 15,1-3 13-15,3-1 1 0,3 2-2 0,1-3-1 16,5-2-9-16,1 1 0 0,1-1 2 0,3 0-6 15,-3-3-4-15,0-1-3 0,9-3-36 0,-10 3-34 16,1 1-30-16,-1-2-47 0,-6 2-47 0,-2-1-71 16,1-2-230-16,-3 2-524 0,-4 1 232 0</inkml:trace>
  <inkml:trace contextRef="#ctx0" brushRef="#br0" timeOffset="30896.98">2365 2348 27 0,'0'0'138'0,"0"0"-19"0,0 0-8 16,5 9-11-16,-3-6-9 0,0 1-7 0,0 1-11 15,0 1-5-15,1-2-6 0,0 3-8 0,2 1-5 16,1-1-3-16,-2-1-7 0,0 1 7 0,1 3-5 15,-1-1-9-15,1 0-2 0,3 0-4 0,-3 0 2 16,2-1-54-16,-2-3-55 0,2 3-113 0,0-3-208 16,-3-3 93-16</inkml:trace>
  <inkml:trace contextRef="#ctx0" brushRef="#br0" timeOffset="32146.88">2524 2304 281 0,'-1'-5'271'0,"1"5"-25"0,1-6-26 0,-1 6-21 15,0 0-22-15,4-2-17 0,-4 2-19 0,0 0-14 16,0 0-15-16,11 4-8 0,-3 0-14 0,-1-2-5 16,-3 3-14-16,4 0 0 0,3 5-11 0,-6-4-3 15,5 2-7-15,1 0-8 0,-5 0-5 0,3 1 3 16,-4-1-8-16,2 3-1 0,0-2-6 0,-3 0 2 15,0-1-5-15,0 1-4 0,0-4 3 0,-2 1-7 16,0-1-2-16,1 1 4 0,0-2-1 0,-1 1 0 16,-2-5 1-16,3 2 8 0,-2 1 29 0,-1-3 9 15,0 0 0-15,0 0-10 0,0 0 4 0,0 0-1 16,3-10 1-16,-3 10 9 0,3-10 2 0,-3 5-5 16,1-1-4-16,1 1 2 0,-1 0 2 0,0 1-9 15,1-1-6-15,-1 1-3 0,-1 4-4 0,1-5-7 16,2 2-9-16,-3 3 0 0,4-2-3 0,-4 2-6 15,11 0 1-15,-11 0 9 0,10 1-17 0,-2 1-6 16,-3 1-10-16,9 0-8 0,-3-1-7 0,2 2 0 16,-2-1-16-16,4-1-9 0,3 1 0 0,2-3-2 15,-6 2-4-15,6-2-11 0,-2-1-12 0,-3 0-11 16,5-2-6-16,-7 1-3 0,-1-2 4 0,4 1-1 16,-5-3 6-16,-2 1 1 0,1-2 8 0,-6 3 9 15,3-2 4-15,-3 0 9 0,4-2 8 0,-8 0 3 16,1 1 9-16,-1-1 8 0,0 0 6 0,-1 1 14 15,-3-2 8-15,0 2 8 0,0-1 12 0,-2 3-1 16,1 2-2-16,-1-2-2 0,-3 2 3 0,4 1-7 16,-5 0-5-16,3 1-2 0,-5 4 0 0,3-1-2 15,-1 1 0-15,1 3-2 0,2-1-2 0,1 5 5 16,1-3-3-16,-1 4 3 0,0-2-1 0,3 3-1 16,3 0 0-16,0 1 1 0,6 0 2 0,1 3-1 15,0-5 0-15,4 2-1 0,4-1 1 0,0 4 1 16,4-6 0-16,0 0-1 0,3-3 1 0,1 3 0 15,-3-6-3-15,12-2 0 0,-4 4-5 0,-5-5-7 16,7-7-5-16,-1 4 0 0,-9-2-1 0,0-1 2 16,-3-5-2-16,1 4 6 0,-6-2-1 0,4-1 5 15,-6-1 1-15,-2-1 0 0,0 1 10 0,-1-1 5 16,-5-2 7-16,0 0 8 0,-2 3 9 0,-2-3 10 16,0 1 14-16,-2 1 11 0,-3 0 9 0,0-1 3 15,2 3-1-15,-2-1 2 0,-1 2-4 0,2-2 0 16,1 5-3-16,-2-3-4 0,-1 3-12 0,0 0-5 15,1 1-6-15,3 0-9 0,-3 3-7 0,1-2-5 16,0 1-2-16,6 2-6 0,-11 1-9 0,11-1 3 16,-8 6 0-16,-2-3-8 0,6 3-4 0,0 0-8 15,0 0-8-15,1 1-5 0,2 0-1 0,0 3-2 16,-1 3-1-16,2-4 0 0,0 3 2 0,2-3 3 16,0 1 0-16,1-3 3 0,1 1 0 0,0-2-1 15,0-1 4-15,3-1 3 0,-2 1 1 0,1-4 2 16,1 0 1-16,2-1 2 0,-9 0 2 0,11-2-2 15,-4-2 3-15,0 1 0 0,1-2 0 0,-3 0 8 16,1-1 17-16,-1-1 16 0,1 1 7 0,-3-1 15 16,-2 1 12-16,4-1 10 0,-5-1 8 0,3 3 4 15,-3-1-5-15,0 1-6 0,1 0 6 0,-1 1-19 16,0 0-7-16,0 4-12 0,0-5-14 0,0 5-38 16,4-2-23-16,-4 2 0 0,0 0 1 0,0 0-4 15,7 10-11-15,-4-8-1 0,0 2-6 0,2 1-12 16,2 2-4-16,0-2-6 0,0 3-7 0,2-5-8 15,0 2-12-15,1-1-14 0,-3 0-16 0,4-1-17 16,-5-1-14-16,4-2-17 0,-3-1-14 0,2 2-9 16,-2-3 0-16,0-1 0 0,0-1-2 0,2 0 12 15,-2-1 17-15,-3 2 11 0,6-7 13 0,-6 4 21 16,4-2 13-16,-4 1 28 0,4-2 20 0,-2 1 27 16,-4 2 25-16,2-1 27 0,0 2 9 0,-1 0 11 15,1 0 8-15,-2 2-7 0,-1-1 2 0,-1 4-2 16,4-4-10-16,-4 4-4 0,3-1-1 0,-3 1-9 15,0 0-6-15,0 0 6 0,12 7 0 0,-8-2 0 16,0 0 0-16,-1 0-2 0,2 0-4 0,1 2-3 16,-1 1 3-16,5 2 0 0,-5-4-4 0,2 4 8 15,0 0 2-15,-1-2-16 0,1 1 15 0,-1-4-10 16,-3 2 4-16,1-2 2 0,0 0 3 0,1-2 50 16,-1 1 31-16,-4-4 28 0,4 6 36 0,-1-5 35 15,-3-1 33-15,0 0 16 0,0 0-29 0,0 0-9 16,0 0-18-16,0 0-17 0,-1-12-20 0,-1 6-17 0,2 0-17 15,-3-1-12-15,2 1-43 0,1-5-49 16,0 3-56-16,-4-4-52 0,-3 3-64 0,5-5-83 16,-4-2-301-16,-3 5-591 0,-3-3 261 0</inkml:trace>
  <inkml:trace contextRef="#ctx0" brushRef="#br0" timeOffset="32349.99">2736 2126 37 0,'-7'1'188'15,"6"2"-42"-15,1-3-28 0,-4 3-44 0,4-3-49 16,1 8-55-16,3-3-63 0,-2-2-101 0,3 2 44 15</inkml:trace>
  <inkml:trace contextRef="#ctx0" brushRef="#br0" timeOffset="33162.43">3955 2022 4 0,'0'-2'302'0,"5"-3"-22"0,-5 5-19 0,1-5-39 16,-1 5-26-16,0 0-21 0,0 0-22 0,0 0-11 15,0 0-19-15,0 0-12 0,10 10-12 0,-6-2-8 16,3 3-9-16,-3 3-6 0,4 1-9 0,0 1-6 16,-1 0-4-16,0 2-6 0,0 0-7 0,-1 0-4 15,3-2-3-15,-5 0-4 0,0-2-3 0,1 2 0 16,-2-5-4-16,1-1-1 0,0 0-5 0,-2-2 0 16,0-1-3-16,2-1 0 0,-2-1 0 0,-1 0 2 15,2 0-2-15,-2-2 5 0,-1-3 9 0,0 0 6 16,0 0-6-16,0 0-5 0,0 0-1 0,0 0-5 15,-4-14 2-15,1 6-5 0,1-2 2 0,0 0-9 16,-2-3 1-16,-3-4 1 0,-1 0-2 0,3-3-3 16,-1 0-5-16,1-9 3 0,2 9-2 0,-1-1-3 15,-3-4 0-15,3 6 8 0,0 0-11 0,0 1 3 16,4 4 1-16,-1 2-4 0,1-2 3 0,0 2 2 16,2 3-9-16,0-1 1 0,-1 4-1 0,3-2 4 15,0 1-5-15,3 5 11 0,0-2-14 0,-2 2 4 16,1 2-2-16,3 0-1 0,-2 2-1 0,3 3 0 15,-1 2-2-15,2-1 6 0,0 3-1 0,-3 1-1 16,1 0 0-16,-2 2-3 0,-1 2 7 0,2 0-4 16,-4-1 0-16,3 0 3 0,-3 5-1 0,-4-6-1 15,1 6-2-15,-1-6 6 0,-1 1 2 0,1 0 0 16,-3-2 0-16,3 1 5 0,-1-1 3 0,-2-2-11 16,-1 2 4-16,2-3-1 0,0 0-1 0,-1-2 1 15,2 1 1-15,-3-2 0 0,4 1 7 0,-2-2-9 16,0 1 1-16,2-1 2 0,0 0 0 0,4 1 3 15,-3-1 0-15,2 0-2 0,1-2 3 0,4 1-4 16,-1 1-1-16,4-2-15 0,2 1-23 0,-3-2-34 16,1 0-34-16,5 2-35 0,-4-3-34 0,2 2-36 15,0-2-171-15,-6 0-412 0,3 0 182 0</inkml:trace>
  <inkml:trace contextRef="#ctx0" brushRef="#br0" timeOffset="33818.62">4333 2192 160 0,'0'0'157'16,"11"-1"1"-16,-11 1-3 0,0 0-8 0,9 1-9 16,-9-1-14-16,12-1-15 0,-3-2-4 0,-1 2-15 15,4-1-6-15,0 0-7 0,-2-1-8 0,2 0-1 16,2 0-11-16,-1-1-4 0,-2-2-8 0,-1 3-3 15,-1-2-8-15,1-2 0 0,-3 3 0 0,-1-1-7 0,1-3-2 16,0 2-1-16,-6-2-3 0,2 2-3 16,0 1 1-16,-3-3-4 0,0 0 4 0,1 2-5 15,-4 0 1-15,-1-1-2 0,-1 2-1 0,-2 0-4 16,0 1 0-16,-1 1 1 0,-3-1-5 0,-1 3-2 16,0 1 2-16,2 0-2 0,-2 3-1 0,0 1-3 15,-2-2 2-15,3 3-2 0,2-1 2 0,-1 1-2 16,6 1 0-16,-1-1 0 0,-1 0 2 0,2 1-1 15,4-1 0-15,0 2 4 0,4-1-1 0,-1-1 1 16,5 3 1-16,0-4-1 0,3 2 1 0,1-1-6 0,3-1 4 16,-1-1 2-16,5-1-1 0,-4 0-2 0,1 0-3 15,2 0 6-15,-6-2 0 0,0-2-6 16,2 5 4-16,-3-3 0 0,-4 0 1 0,1 1-3 16,-1 0-8-16,-7-1 8 0,12 2-2 0,-8-1-4 15,0 0 1-15,0 3 0 0,0-2 0 0,0 2 2 0,0 3 3 16,5 0-4-16,-3 3 1 0,4-1 3 0,-1 6-2 15,4-1 2-15,0 1-1 0,1 2 1 16,3 4 2-16,1 0 0 0,3 2 1 0,-9-7-2 16,11 7-1-16,-4-2-2 0,-7-4 4 0,7 7-2 0,-8-7 0 15,3 1-3-15,-2 8 3 0,-4-12 3 0,4 2-2 16,-9-3 9-16,1-1 40 0,-4 0 24 0,3 0 29 16,-3-1 31-16,-3 0 26 0,-2-3 23 0,-6 0 16 15,4-3-1-15,-5 2 2 0,-3-5-5 16,1-1-7-16,-5-2-13 0,0 0-13 0,0-5-13 0,-1-1-9 15,1 2 0-15,1-4-12 0,-1-3-13 0,4 0-9 16,4-4-10-16,-1 1-16 0,1-4-27 0,-2 1-36 16,6-9-37-16,1-1-59 0,2-2-43 0,8 1-35 15,-4-2-44-15,3 3-25 0,0 2-27 0,-1-2-28 16,8 2-25-16,-6 6-10 0,1 2 7 0,1 2-187 16,-3 3-538-16,-2 1 238 0</inkml:trace>
  <inkml:trace contextRef="#ctx0" brushRef="#br0" timeOffset="34787.3">4748 2138 29 0,'12'2'106'0,"-3"-1"6"15,0-1 12-15,4 2 9 0,-3-4 3 0,-1 4-2 16,3-2 5-16,-5-2-8 0,3 4-7 0,-5-2-9 16,-5 0-8-16,11 0-4 0,-7 1-8 0,-4-1-5 15,8 0-7-15,-8 0-3 0,0 0-10 0,0 0-10 16,7 0-7-16,-7 0-5 0,0 0-9 0,0 0-3 15,0 0-2-15,3 5-2 0,-3-5-3 0,-3 8-5 16,2-4-4-16,1-4-1 0,-1 9-2 0,-1-5-2 16,-1 3-1-16,-1-1 2 0,3 2-5 0,1-2 4 15,-3 1-8-15,3-1-4 0,0-1-10 0,-1 2-3 16,2-1-2-16,-1-2-8 0,0 1 8 0,2-1-5 16,-1 0 2-16,3-2-1 0,-4-2 5 0,6 3-9 15,-6-3 8-15,0 0 2 0,12-4 1 0,-12 4 0 16,9-4 1-16,-2-1 3 0,-1 0-1 0,-1 1 1 15,2-2-3-15,-1-2 6 0,4 1-2 0,-6 0-2 16,-1 1 15-16,5-1-10 0,-4-1 3 0,0 1 2 16,-1 0-3-16,1 1-5 0,-4 0 10 0,6-1-3 15,-5 1-1-15,0 1 2 0,2-1-2 0,-1 0 0 16,0 4 2-16,-1-2-4 0,-1-3 4 0,0 7 2 16,0-6-4-16,0 6 3 0,3-4-3 0,-3-1-1 15,0 5 1-15,1-5 4 0,-1 5-4 0,-1-5 16 16,1 5 1-16,1-4-2 0,-1 4 2 0,0 0-1 15,0 0-3-15,2-5-1 0,-2 5-1 0,0 0-3 16,0 0 5-16,0 0-9 0,1-6 2 0,-1 6-5 16,0 0-3-16,0 0-3 0,0 0 5 0,0 0-1 15,0 0-2-15,0 0 0 0,17 7-2 0,-11-3 3 16,1 0 1-16,-2-1-2 0,4 3 0 0,0 0 1 16,2-1 0-16,-3 2 1 0,3 0-2 0,3-2 1 15,-7 3 3-15,5 0-1 0,-6-2-5 0,4 1 2 16,-3-2 1-16,-1 0 0 0,-1 0-2 0,0-1 1 15,-1 1-2-15,0-1-3 0,-1 1 4 0,-3-2-1 16,2 1 0-16,-1-1 0 0,-1 1 3 0,0-4-2 16,-4 5 2-16,2-1 5 0,2-4 4 0,-5 6 5 15,2-3-1-15,-1-1 3 0,0 1-3 0,4-3 3 16,-11 4-2-16,7-3 0 0,4-1-1 0,-3 3 5 16,3-3 11-16,0 0 13 0,-7 1 10 0,7-1 9 15,0 0-4-15,0 0-2 0,0 0-10 0,-1-8-4 16,1 8-6-16,4-9-3 0,-1 4-5 0,1-1-10 15,3-3-5-15,2 0-6 0,-2-1-5 0,4-4-23 16,1-3-10-16,1 4-17 0,-1-2-2 0,-3 1 5 0,2-1 2 16,0 2-4-16,-2 2 12 0,-2 2 2 15,0 0 5-15,1 2 10 0,-5 0-3 0,0 1 5 16,2 2 5-16,-2-1 2 0,-2 1 3 0,1 1-8 16,-2 3 5-16,1-4-1 0,-1 4 0 0,0 0 2 15,0 0 6-15,0 0-5 0,0 0-4 0,0 0 1 0,-7 10 0 16,3-8 3-16,3 3 1 0,-1 0-3 0,1-1 3 15,2 1-1-15,-1 2 4 0,0-1 3 16,6 3 1-16,-2-3-2 0,1 1 4 0,5 2-2 16,-5-3 3-16,5 2-3 0,-2 0 2 0,4-2 2 0,0 3-4 15,-2-3 0-15,2 4 2 0,-1-5 0 0,-4 1-2 16,4 2-2-16,-6-3 4 0,2 0-1 0,-1 1-1 16,-2 0 2-16,-3-2-5 0,4 1 3 15,-3-1 5-15,-5 2-2 0,-1-1-4 0,-1-2 9 16,-4 2-4-16,4 0-4 0,-3 0 5 0,-3-2-2 0,1 1-5 15,5-1 4-15,-6 1 3 0,6-3 6 0,-2 0-7 16,1-1-4-16,6 0-16 0,-10 0-36 0,10 0-35 16,-9-2-43-16,9-2-25 0,0 4-25 15,3-9-131-15,0 3-336 0,1 0 149 0</inkml:trace>
  <inkml:trace contextRef="#ctx0" brushRef="#br0" timeOffset="34990.51">5518 2028 23 0,'1'4'154'0,"2"2"15"0,-2 0 0 0,-1 0-23 15,3 1-13-15,2 2-10 0,-1 1-15 0,-3-1-7 16,5 1-9-16,-2 0-7 0,-1-1-7 0,2 3-10 16,1-2-6-16,-1 0 0 0,-1 0-8 0,2 0-5 15,-2-2-2-15,0 1 0 0,1 0-7 0,-1-3-33 16,-2 0-53-16,3-2-38 0,-2-1-41 0,1 0-136 15,-1 0-282-15,-3-3 125 0</inkml:trace>
  <inkml:trace contextRef="#ctx0" brushRef="#br0" timeOffset="35459.24">5673 2133 192 0,'1'-5'232'16,"-1"5"-15"-16,1-2-17 0,-1 2-19 0,0 0-23 15,0 0-17-15,0 0-13 0,0 0-19 0,0 0-11 16,0 0-3-16,0 0-13 0,15 6-9 0,-11 1-8 15,0-3-4-15,2-1-9 0,2 5 0 0,3-1-8 16,-3 0-2-16,0 1-6 0,4-1 0 0,-5 0-5 16,3 1-5-16,-1-3 2 0,-5 1-8 0,5-2 1 15,-4 0-3-15,-4 0-4 0,2-2 0 0,0 1-1 16,-3-3 2-16,4 3-1 0,-4-3-2 0,0 0 1 16,0 0-4-16,0 0 0 0,0 0 3 0,-16-1-3 15,16 1 2-15,-11-6-1 0,8 3-4 0,-2-2 5 16,-1 1 7-16,2-1 12 0,1-1 4 0,2-1 8 15,1 1-5-15,-3 0-3 0,3-1 2 0,0 1-5 16,0 0-5-16,0 1-2 0,3-3-4 0,1 4-3 16,-3-1 0-16,5-1-7 0,-3 1 0 0,2 4-2 15,-1 0 7-15,3 1-8 0,-7 0-3 0,12-1-4 16,-4 1 2-16,-4 1-1 0,6 0-2 0,-6 3 1 16,4-2 2-16,0 4-2 0,-1 0 1 0,0-2-3 15,1 3 3-15,-3-2-3 0,-1 1-3 0,1-1 5 16,-1 0-1-16,1 1-4 0,-5 1 5 0,4 0-3 15,0-3-1-15,-2 3 3 0,3-1 6 0,-2-1-7 16,-3-1-18-16,2 1-3 0,-2-2 1 0,3 1 5 16,-1-2-3-16,-2-2 5 0,5 3 2 0,-5-3 2 15,4 1-10-15,-4-1-12 0,0 0-29 0,9-5-15 16,-6 1-12-16,1 0-9 0,0-1-22 0,1-2-9 16,0-1-14-16,1-1-11 0,0-2-6 0,1 2-19 15,-3-3-90-15,2-5-290 0,-1-1 128 0</inkml:trace>
  <inkml:trace contextRef="#ctx0" brushRef="#br0" timeOffset="35662.35">5973 1879 164 0,'0'0'314'0,"0"0"-15"0,0 0-18 0,0 0-13 15,0 0-29-15,0 0-22 0,0 0-24 0,0 0-20 16,0 0-15-16,0 0-17 0,0 0-15 0,2 14-11 15,-1-12-11-15,4 2-13 0,-2 1-9 0,1 0 10 16,4 0-47-16,-2 1-49 0,-1 1-39 0,-2 1-45 16,4 1-61-16,-2 0-51 0,-1 3-237 0,-3-5-472 15,2 5 209-15</inkml:trace>
  <inkml:trace contextRef="#ctx0" brushRef="#br0" timeOffset="38414.46">11705 2785 65 0,'0'-5'276'0,"0"1"-18"0,0 4-19 16,0-5-27-16,0 5-21 0,-6-2-19 0,6 2-17 0,0 0-17 16,-23 9-9-16,12-1-2 0,-5 4 2 0,2 1-10 15,-6 10-4-15,1-1 8 0,1 1 9 16,-1 0-12-16,1 3 4 0,1-1-9 0,2 1 6 16,0 0-5-16,3-2-4 0,1 0-11 0,4-5-7 0,2 0-7 15,0-1-2-15,3 0-11 0,-2-2-5 0,2 1-10 16,5-3-3-16,1-1-1 0,0-3 1 0,6 1-6 15,3 1 1-15,5 0 2 0,2-4 9 16,9 0-21-16,4-5-10 0,-1 0-2 0,2-4-1 0,0-1-18 16,0-1-55-16,-1-1-35 0,-11 1-42 0,9-2-47 15,-8 1-65-15,-6-2-77 0,-4 0-259 0,-2-2-617 16,0 0 273-16</inkml:trace>
  <inkml:trace contextRef="#ctx0" brushRef="#br0" timeOffset="38617.57">11577 3095 157 0,'-10'0'341'0,"10"0"-20"0,-6-2-20 15,6 2-22-15,0 0-27 0,0 0-28 0,-4-3-19 16,4 3-20-16,0 0-21 0,17-4-17 0,-3 4-12 16,-1-1-2-16,1-2-29 0,6 2-9 0,0-2-12 15,4 1-35-15,0 1-43 0,6-4-48 0,0 3-50 16,-1-3-67-16,-1 0-57 0,2-1-228 0,-7 2-481 15,11-7 213-15</inkml:trace>
  <inkml:trace contextRef="#ctx0" brushRef="#br0" timeOffset="38844.87">12152 2726 298 0,'0'-5'373'0,"0"-1"-4"0,0 2-21 16,0 0-33-16,0 4-36 0,0-6-33 0,0 6-22 15,0 0-35-15,0 0-18 0,0 0-18 0,4 14-13 16,0-4-11-16,0 3-24 0,2 5-6 0,1 0-9 16,2 10-7-16,-1-1-9 0,2 2-5 0,-2-1-5 15,0 3-3-15,0-1-14 0,2-1-19 0,3 0-29 16,-6-2-28-16,3 0-24 0,-1-8-17 0,1 6-23 16,-5-6-31-16,2-4-35 0,1 2-47 0,-4-6-42 15,3-3-248-15,-5-4-536 0,3 0 237 0</inkml:trace>
  <inkml:trace contextRef="#ctx0" brushRef="#br0" timeOffset="39080.76">12473 2744 278 0,'0'-5'388'0,"-3"1"-33"0,3-1-21 16,3 1-39-16,-3 4-38 0,-3-5-30 0,3 5-13 15,0 0-37-15,0 0-13 0,5 14-16 0,-1-4-17 16,-3 3-14-16,6 5-7 0,-2 3-11 0,2 7-11 16,-3-1-9-16,2 1-7 0,3 2-4 0,-4-1-10 15,4 2-1-15,0 0-12 0,1-2 3 0,-5 0-10 16,2-2-25-16,1-1-22 0,-5-7-38 0,5 2-27 16,-4-5-27-16,0 2-34 0,-1-5-48 0,0-2-63 15,-1-4-54-15,0 1-162 0,-1-3-499 0,-1-3 222 16</inkml:trace>
  <inkml:trace contextRef="#ctx0" brushRef="#br0" timeOffset="39580.72">12092 2578 113 0,'6'-16'207'0,"3"0"-15"0,2 2-18 0,4 2-19 16,0 2-12-16,3 2-16 0,2 0-16 0,7-3-9 0,5 6-3 15,0 0-13-15,-3 1-13 0,2 5-3 0,0-1-8 16,1 7-7-16,-1-2-9 0,-1 2-6 16,1 7 1-16,3 0-3 0,-5-1-7 0,-2 4-3 15,-2 1-4-15,-1 1 1 0,-4 0-4 0,-5-2-3 0,4 7 1 16,-8-6-4-16,3-1 4 0,-6 1-5 0,0 1-4 15,-5-2-3-15,0 2 1 0,-2-1-4 16,-5-2 3-16,-1 1 0 0,-1 0 1 0,-2 0-4 16,-6-1 7-16,2 0 2 0,-3-1 23 0,-1-1 11 0,-7 4 9 15,6-4 16-15,-2-3 6 0,-1 1 3 0,2 0-1 16,2-2-2-16,-1 0-11 0,8-3 4 0,2-1-19 16,-1 1-6-16,1-4-5 0,2 3 6 0,1 1-13 15,0-2-2-15,4 0-1 0,1 1 5 0,6 4-2 16,4-3 26-16,5 3 16 0,7 4-1 0,8 1-1 15,1-4 1-15,0 3-10 0,5-1 7 0,1 1-12 16,3-3-11-16,-3 1-4 0,0-1 6 0,0 1-19 16,-4-2 4-16,-3-1-9 0,1 0 0 0,-4 0 1 15,-7-2-6-15,-2 2-1 0,-5-5-22 0,0-1-33 16,-4 1-35-16,-1-1-49 0,-2 0-51 0,0 2-53 16,-3-5-82-16,-4 0-234 0,0 0-582 0,0 0 258 15</inkml:trace>
  <inkml:trace contextRef="#ctx0" brushRef="#br0" timeOffset="88987.03">7877 4544 14 0,'3'-6'263'0,"-3"-1"-10"0,0 1 8 16,0-1-16-16,0-3 9 0,0 4-2 0,1 0-11 15,-2-2 0-15,1 3-16 0,-3 0 1 0,2 0 7 16,-2 1-18-16,0 1-5 0,3 3-4 0,-5-4-18 16,5 4-16-16,-11 2-31 0,11-2-9 0,-8 2-13 15,4-1-22-15,4-1-14 0,-11 5-7 0,4-3-12 16,3 2-8-16,-5 3-6 0,1 0-9 0,-2 4-9 16,0-1-16-16,1 2-10 0,1 4-1 0,-2-1-5 15,5 2-11-15,-2 1-3 0,3-2 3 0,1 3-3 16,3-1-3-16,-1 1 0 0,4-2-1 0,2 1-4 15,2-2 2-15,2-1-2 0,2 0 1 0,7-1-7 16,-2 1-4-16,10-2-17 0,0 0-6 0,4-2-6 16,-2 0-14-16,4-3 0 0,-1-3 1 0,3 0 1 15,-5 0-18-15,3-1-3 0,-3-4-3 0,1 0-5 0,-7 0-7 16,0-1 8-16,-3-2 8 0,1 0 8 0,-3-2 15 16,0-1 2-16,-6 3 12 0,2-4 4 0,-4 0 14 15,2-1 10-15,-5 1 18 0,1-2 7 16,-4 0 13-16,2-1 7 0,-5-2 11 0,0 1 0 0,-1-1 6 15,-1 1 16-15,-3 1 8 0,1-2 2 0,-1 1-2 16,-4 3 1-16,1-1-3 0,-4 1-9 0,3 2-5 16,-2 1-2-16,0 1-10 0,-3 0-4 0,1 4-2 15,-1 0-8-15,0 2-2 0,0 0-2 0,3 3-3 16,-6 2-13-16,6 0-9 0,2 3 0 0,-4-1-6 16,5 3-4-16,2-1 1 0,-1 1-1 0,5-1 1 15,1 1 4-15,1-1-3 0,2 0 5 0,2 0-5 16,1-2 1-16,6 0-6 0,-4-2-1 0,6-1-7 15,-1-1 2-15,1-1 5 0,1 1 0 0,0-2-1 16,1-3 2-16,-3-1 0 0,0-4 3 0,2 1 0 16,0-2 4-16,-4-2 4 0,-1 1 7 0,3-1-1 15,-5-1 4-15,2-1 19 0,-5 0 8 0,2-2 14 16,-3 2 13-16,0-3 11 0,-1 7 15 0,0-6 7 16,-2 2 14-16,-1-2 12 0,1 3 4 0,-1 3 1 15,-1 1-2-15,1-2-9 0,0 3-13 0,-1 0-9 16,1 4-16-16,0-6-25 0,0 6-41 0,-2-4-17 15,2 4-4-15,0 0 1 0,0 0-4 0,7 11-15 16,-7-6-6-16,4 2-16 0,4-1-14 0,-2 4-13 16,-1-1-18-16,1 0-10 0,-1 1-14 0,3 0-17 15,-1-1 12-15,3 0-10 0,0-1 3 0,-2-1-13 16,1-1-5-16,0-2 3 0,-1-1 8 0,-1-1 12 16,-1-2 14-16,2 0 12 0,-2-3 11 0,-1-1 14 15,3 3 22-15,-4-4 28 0,0-2 31 0,3-1 29 0,-2-3 28 16,-1 2 19-16,0-1 23 0,-1 0 8 0,0 1 9 15,-2 2 3-15,2-1-1 0,-3 1-1 16,4 1 1-16,-4 0-8 0,3 2-10 0,-3-2-10 0,1 4-13 16,-1 2-14-16,4-4-6 0,-4 4-8 0,0 0-2 15,0 0-4-15,0 0-5 0,14 11-5 0,-11-6-4 16,1 1-8-16,1 1-9 0,3 5-5 0,-4-5-7 16,3 3 0-16,-1-2-8 0,-1 2-3 0,4-3 4 15,-3 0 0-15,1-1 3 0,-3-1 0 0,0 0 3 16,-1-2 5-16,3 0 3 0,-6 0 22 0,0-3 11 15,0 0 4-15,0 0 12 0,13-5 12 0,-12 1 9 16,3 0 17-16,-2-3 7 0,-4-2 5 0,5-1 18 16,0-2-4-16,0-1 13 0,3 4-2 0,-2-2 3 15,-3 0-11-15,5 3-12 0,-5 0-7 0,2 2-9 16,1-1-11-16,-4 0-13 0,3 4-11 0,2-2-13 16,-4 2-15-16,5 2-30 0,-2 0-29 0,-4 1-38 15,14 4-28-15,-6-1-21 0,3 5-27 0,-2 2-37 16,3 3-25-16,1-2-54 0,3 4-47 0,0 0-250 15,6 4-606-15,3 0 268 0</inkml:trace>
  <inkml:trace contextRef="#ctx0" brushRef="#br0" timeOffset="89763.01">9432 4414 129 0,'-4'-4'243'0,"4"4"-33"0,0 0-19 0,0 0-17 0,0 0-18 16,0 0-15-16,4 13-18 0,-3-7-10 0,2 3-10 15,5 1-11-15,-1 3-9 0,-3-2-6 0,6 2-8 16,-1 0-8-16,2 2-5 0,-1 0-8 0,-1-4-14 15,2 2-11-15,-3-4-15 0,3 0-13 0,-3-1-6 16,-1-2-4-16,3 1-6 0,-4-5 0 0,1 1 4 16,-1-2 3-16,-1 0 10 0,-5-1-5 0,11-2 5 15,-7-2 8-15,0 0 10 0,-1 0 15 16,2-2 11-16,-3-2 10 0,2 0 11 0,-3 2 13 16,0-3 6-16,1 5 3 0,-1-2 0 0,3 0-2 0,-3 3-10 0,2-2-7 0,-3 5-13 0,1-5-8 15,4 2-6-15,-5 3-5 0,0 0-5 16,0 0-2-16,15 9-3 0,-6-4 4 0,-1 3-13 0,3 1-11 15,-1-1-5-15,3 3-10 0,2-2-9 0,3 0-6 16,-2 1 3-16,-1 0 1 0,4 0 5 0,-4-4-1 16,-1 0 6-16,-3-2 0 0,0-1 3 0,-1-1 3 15,0 0-1-15,-3-2 5 0,2 0 0 0,-3-4 1 16,-2 1 6-16,1-2 6 0,-1 0 10 0,-1-1 9 16,-3-5 9-16,0 1 0 0,0 0 4 0,-3 0-1 15,2-3 9-15,-2 1 14 0,-1-1 18 0,-1 0-15 16,2-1 4-16,-4 3-2 0,3 0 0 0,1-1-9 15,2 1 1-15,-3 3-9 0,0 0-10 0,2 3-1 16,0 0-10-16,0 1-22 0,2 4-33 0,-1-5-31 16,1 5-3-16,0 0-3 0,0 0-14 0,0 0-10 15,0 0-8-15,18 10-19 0,-9-6-13 0,1 2-13 16,-1 0-7-16,5 0-5 0,-2-1 9 0,1 0-3 16,0-2 3-16,1 2 10 0,-4-2 15 0,0 0 11 0,1 1 11 15,-2-4 17-15,-2 0 15 0,0 0 20 16,-7 0 27-16,10-4 23 0,-4 1 22 0,-3 0 21 15,2-2 22-15,-2-1 16 0,0 0 1 0,-2 0 6 16,-1-1 12-16,0 1 11 0,0-2 11 0,0 2 1 0,-1-1 11 16,0 1 5-16,-1-1 1 0,-1 2-8 0,2 0-6 15,0 0-11-15,-3 0-17 0,1 1-12 0,-2 2-11 16,5 2-7-16,-10-3-15 0,10 3-5 16,-11 4-12-16,5-2-4 0,0 3-4 0,-1 1-5 0,2 3-10 15,0 1-6-15,0 0-15 0,1 1-24 0,4 1-10 16,5 0-12-16,-1 2-20 0,1 1-26 0,4 0-26 15,3 0-46-15,2-2-8 0,5 0-31 16,9-1-41-16,2-3-219 0,-1 1-502 0,5-5 223 0</inkml:trace>
  <inkml:trace contextRef="#ctx0" brushRef="#br0" timeOffset="90669.23">10727 4340 268 0,'3'-5'320'0,"-3"5"-19"0,-2-6-30 16,2 6-32-16,2-2-31 0,-2 2-25 0,0 0-13 15,0 0-20-15,0 0-17 0,0 0-14 0,-6 16-12 16,2-9-11-16,4 3-14 0,-1 3-12 0,2 0-17 16,-1 0-11-16,4 3-16 0,-1 0-9 0,1-4-15 15,1 1-13-15,2-2-13 0,3 4-17 0,-2-3-14 16,0-1-11-16,3-5-12 0,0 2-16 0,0-3-12 16,0-1-13-16,2-4-3 0,-3 0-15 0,1-2-1 0,2 0 12 15,-3-2 12-15,-1-3 12 0,3-1 9 0,-5-3 16 16,3 2 10-16,-5-2 16 0,-1-2 36 15,4 1 16-15,-5 0 30 0,0 2 36 0,-2-2 20 16,-1 2 16-16,4 0 18 0,-5 2-2 0,2 0 5 0,1 2-5 16,-4-1-4-16,2 2-14 0,0 2-15 0,0 3-13 15,0-7-9-15,0 7-5 0,0 0-14 0,0 0 1 16,0 0-6-16,0 0-2 0,4 18-5 16,-1-9-4-16,0-1-9 0,2 3-17 0,1 1-9 0,-1-2-16 15,3 6-15-15,-2-6-14 0,2 0-14 0,-3-1-10 16,2 0-4-16,0 0-17 0,-1-3-11 0,0 0 6 15,1-3 10-15,-3 2 6 0,4-4 1 0,-4 1 11 16,-4-2 9-16,14-3 6 0,-10-2 8 0,0 0 8 16,-1-4 17-16,1 2 19 0,0-4 15 0,1 0 16 15,1-1 22-15,-1-1 18 0,-2 1 15 0,1-3 3 16,0 4 3-16,4-4 10 0,-4 3 5 0,-1-1 0 16,3 5-5-16,-2-1-4 0,-3 2-11 0,3 0-9 15,0 1-13-15,0 2-8 0,2 1-4 0,-4 3-8 16,7-2-6-16,-9 2 0 0,16 4-5 0,-9 0-2 15,4 2-3-15,-1 2 0 0,7 1-5 0,-2 3 0 16,0 1-2-16,-1 0-5 0,0 0 0 0,0-1 1 16,-2-1-1-16,-2 1-5 0,-1 1-7 0,1-2 1 15,-1-2-7-15,-2 1-4 0,0-2-1 0,-6-1 3 16,3 0-2-16,-1-3-3 0,-2 1 4 0,-1 2 3 16,-4-3 1-16,0-1 2 0,-3 0 3 0,2-2 2 15,2 3 6-15,-4-3 10 0,-1-1 14 0,3 1 6 16,5-1 12-16,-11 0 8 0,11 0 14 0,-11 0 8 0,11 0 8 15,-6-5-4-15,4 3-3 0,2 2-9 0,-7-5-3 16,7 5-11-16,3-6-11 0,-2 1-9 16,4 0-12-16,2-2-6 0,4 0-12 0,0-2-10 15,1 1 0-15,3 0-11 0,6-3-6 0,-4 1-10 0,3 1-6 16,-2-1 6-16,-1-1 2 0,0 3 2 0,0-2 1 16,0 2 3-16,-5-2 6 0,-2 7 2 0,-3-1 0 15,0 0 1-15,1 0 0 0,-3 1-1 16,-2 2-2-16,-3 1-2 0,0 0-1 0,6-1 1 0,-6 1 3 15,0 0-1-15,0 0 4 0,-14 14-1 0,10-8 1 16,-3 4 1-16,3-2 3 0,0 2-1 0,-3-2 4 16,3 2-6-16,0 0-32 0,0 1-39 0,4-2-33 15,0-2-59-15,6 4-68 0,0-2-209 0,5-1-488 16,9 0 216-16</inkml:trace>
  <inkml:trace contextRef="#ctx0" brushRef="#br0" timeOffset="91169.19">12523 4242 157 0,'0'0'320'0,"-1"-5"-32"0,1 5-31 0,0 0-29 15,-8 0-26-15,8 0-16 0,-11 8-23 0,6-2-19 16,-6 1-12-16,3-1-13 0,-1 3-14 0,3 0-12 0,-4 3-7 15,5-2-10-15,-3 2-7 0,2 0-6 0,3 0-6 16,2-2-6-16,-4 1-6 0,7 1-3 16,1-4 2-16,-2-1-4 0,6 1-3 0,-1-3-4 15,3 1-4-15,1-1 1 0,1-3-4 0,1 1 0 0,3-3-1 16,-1-2-6-16,0 1 0 0,-3-4 2 0,4 1-7 16,-5-2 0-16,-1-1-11 0,1-1-3 0,-5 1-5 15,2-4-6-15,-4 5-6 0,-2-6-4 0,-2 1 1 16,-1 2-2-16,0-1 2 0,-4-1 1 0,-2 4 2 15,0 0 3-15,1 1-3 0,-4 1 3 0,3 0-3 16,-3 1-14-16,4 0-14 0,-1 3-25 0,-1 0-27 16,9 1-32-16,-10 0-19 0,10 0-30 0,-7 1-35 15,7-1-144-15,0 0-386 0,0 0 171 0</inkml:trace>
  <inkml:trace contextRef="#ctx0" brushRef="#br0" timeOffset="91372.29">12877 4323 267 0,'0'0'285'16,"0"0"-28"-16,10-4-20 0,-5 2-22 0,0 1-26 0,1-1-18 16,1-1-17-16,0 2-20 0,3-2-11 0,3 3-15 15,0-4-7-15,-2 2-23 0,8-1-41 16,-4 0-46-16,0-1-47 0,3 0-48 0,1-1-56 15,-5 0-179-15,-1-2-365 0,-2 2 162 0</inkml:trace>
  <inkml:trace contextRef="#ctx0" brushRef="#br0" timeOffset="91559.78">13167 4156 124 0,'0'0'265'0,"0"0"-24"16,-7-4-19-16,7 4-28 0,0 0-19 0,0 0-19 15,0 0-20-15,0 0-9 0,9 15-10 0,-6-12-11 16,0 5-11-16,1 0-9 0,-3 2-7 0,5 3-6 16,-2 0-6-16,4 4-8 0,-1 2-2 0,-2-2-7 15,4 1-31-15,-5 0-52 0,2 1-75 0,-3-1-68 16,1 0-180-16,0-1-385 0,-1-4 171 0</inkml:trace>
  <inkml:trace contextRef="#ctx0" brushRef="#br0" timeOffset="92090.98">13688 4027 149 0,'0'0'228'0,"0"0"-28"16,0 0-23-16,0 0-15 0,0 0-17 0,0 0-18 15,12 13-6-15,-9-7-18 0,1 4-12 0,0-2-9 16,0 3-3-16,0-1-15 0,0 3-5 0,0-1-5 16,-1 3-3-16,0 1-5 0,-1 1-7 0,-2-5 0 15,0 4-2-15,-1-3-7 0,-2 1-1 0,1-1-3 16,0-3-2-16,-2 1 1 0,3 0-5 0,-3-4-3 15,3-1-2-15,1 1 1 0,0 0 2 0,1-4 31 16,3 3 24-16,-3-2 19 0,6-2-1 0,4 1-6 16,4-3-12-16,5 0-5 0,2-2-4 0,9-1-10 15,-1-2-7-15,3-2-4 0,0 2-4 0,-5-1-7 16,2 0-13-16,0 0-33 0,-2-3-36 0,-6 2-36 16,1 2-25-16,-2-1-68 0,-2-2-39 0,-6 4-190 15,-3-1-441-15,2-3 195 0</inkml:trace>
  <inkml:trace contextRef="#ctx0" brushRef="#br0" timeOffset="92794.12">14135 4206 134 0,'2'5'156'0,"-2"2"-8"15,1-2-17-15,0 3-15 0,2-2-7 0,0 1-10 0,1 2-7 16,1-4-10-16,-1 1-6 0,-1 0-9 0,1 0-2 15,3 0-6-15,-1-1-3 0,0-1-8 0,0 0 1 16,-1 0-4-16,-1 0-5 0,3-2-3 16,-1 0-4-16,0-2-1 0,0 0-1 0,-6 0-6 0,12 0-2 15,-6-3-1-15,-1 2-3 0,0-2 0 0,-1-1-5 16,-1 2 0-16,1-4 3 0,-1 1-5 0,1-1 12 16,-3 2 9-16,3-4 8 0,-4 3 9 0,2-1 4 15,-2-1 9-15,0 1 8 0,-2 0 13 0,-2-5 1 16,3 4 6-16,-3 0 0 0,1 1 6 0,0 0 4 15,-1-2 6-15,2 3 7 0,0-2 9 0,-2 1-7 16,1 1-6-16,1 2-2 0,1-3 9 0,-2 0-14 16,1 4-14-16,2 2-6 0,-1-7-6 0,1 3-9 15,0 4-9-15,3-6-10 0,1 4-7 0,-4 2-26 16,6-3-6-16,-6 3-13 0,13 1-10 0,-13-1-11 16,15 4-9-16,-6 2-14 0,1-2-8 0,0 2-2 15,2 1-12-15,-3 1-1 0,3 0-12 0,-4 1 7 16,8 0 7-16,-2 4-15 0,-3-3-14 0,3 3-6 0,-6-3 2 15,2 0-7-15,-1 1 4 0,2 2-12 0,-3-2 13 16,-4-3-8-16,-1 2 2 0,2-4 11 16,-1 0 9-16,-1 0 9 0,-2-3 9 0,-1 4 11 15,0-7 9-15,-1 2 15 0,1-2 27 0,0 0 14 0,0 0 19 16,0 0 22-16,0 0 14 0,0 0 3 0,-9-12 15 16,11 6 11-16,0 2-6 0,-2-4-5 0,2-3-1 15,1 3-10-15,0-4-5 0,1 1-8 0,3-1-4 16,-2 1-2-16,0-1-7 0,2 0 1 0,0 2-10 15,0-3 1-15,0 4-7 0,0-2-1 0,1 2-8 16,-3 3-1-16,4 1 0 0,-7 1-5 0,3-1-2 16,1 2-3-16,-2 1-4 0,0 0-1 0,-1-1 1 15,-3 3-2-15,11 1 0 0,-11-1 0 0,5 6 1 16,1-1-2-16,-1 1-2 0,-1-1 2 0,0 2 0 16,3 2 0-16,-3 1 2 0,3 0-4 0,-2 1 4 15,2-3 0-15,-3 4-1 0,4-2 0 0,-1-1 3 16,-1 0-2-16,-4 2-2 0,4-1 2 0,-2-1 0 15,1-2-1-15,-3-1-1 0,0 3 1 0,-2-3 0 16,0 0 5-16,0 0-11 0,-2-2-19 0,0 3-13 16,-6-5-35-16,3 3-49 0,-1-3-63 0,-1 2-272 15,-1-4-494-15,8 0 219 0</inkml:trace>
  <inkml:trace contextRef="#ctx0" brushRef="#br0" timeOffset="93342.47">15785 3952 137 0,'16'-23'296'16,"1"0"2"-16,-1-3-18 0,-1-4-8 0,-3 3-24 16,2-4 6-16,-5 1 0 0,-3 2 0 0,-2 1 2 15,-4 7-16-15,0-1-20 0,-4 2-17 0,0 1-20 16,-2 5-17-16,-2 2-19 0,1 0-15 0,-2 4-20 16,-1 3-13-16,-6 4-13 0,-2 0 0 0,1 6-21 15,-1 3-6-15,-4 10-10 0,5 4-7 0,0 3-1 16,5 2-1-16,2 4-15 0,3 2-2 0,4 1 1 15,4 2-3-15,6 12-1 0,-1 1 0 0,4-13 20 16,4 16-26-16,3-2 2 0,4 0-8 0,2-2-3 16,0 0 7-16,3-2 2 0,2 1 0 0,5-4-9 15,-13-13 16-15,1 1-13 0,-5-1-2 0,0-3 0 16,-1-2-4-16,-5 2-33 0,-5-12-23 0,-1-3-32 16,-1 0-23-16,-6-1-22 0,2-5-30 0,-7 2-33 15,3-4-25-15,-8-2-35 0,1-2-46 0,-3-2-248 16,-4-4-592-16,3-3 262 0</inkml:trace>
  <inkml:trace contextRef="#ctx0" brushRef="#br0" timeOffset="94186.14">15732 4190 43 0,'-3'-4'286'15,"-1"-4"-10"-15,-1-2-10 0,5 4-8 0,-3-2-21 16,3 1-14-16,0 0-13 0,3 0-25 0,1-3-21 16,-1 4-17-16,6-2-17 0,-5 3-13 0,7-2-15 15,0 1-10-15,1 4-7 0,3-1-12 0,0 2-13 16,0-2 0-16,4 6-6 0,4-1-8 0,-4 2-4 16,2 3-11-16,-1-3-6 0,2 4-17 0,-4 0-8 15,-1 1-8-15,-2-1-9 0,0 3-12 0,-4-5-10 16,-1 6-2-16,-1-4-1 0,-2 2 4 0,-3-4-5 15,4 5 6-15,-6-5 0 0,-1 2 4 0,1 0 3 16,-4-3 5-16,1-2 2 0,-1 2 6 0,2-5 1 16,-4 5 7-16,4-5 3 0,-1 2 10 0,1-2 4 15,0 0 6-15,0 0 6 0,0 0-2 0,-8-12-3 16,9 9-3-16,0-4-1 0,1-1 0 0,-1 1 1 16,3 1-5-16,0-2 0 0,3 0 1 0,-2-2 1 0,1 5-4 15,-2-3-4-15,1 0 2 0,0 4-1 0,1-2 1 16,0 1-3-16,-4 2-2 0,1-1 0 15,1 2 3-15,-2-2-5 0,-2 4-1 0,0 0-2 0,5-1-2 16,-5 1 0-16,0 0 2 0,0 0 2 0,0 0-5 16,8 6 3-16,-8-6 1 0,1 8 3 0,2-4-2 15,-1 2 6-15,2-2-2 0,0 3 1 0,-1 0-3 16,1-3 4-16,4 0 2 0,-2 2-1 0,1-2 0 16,0 1 0-16,0-4 0 0,1 5 2 0,-1-6 0 15,-2 0 0-15,2 1 2 0,-7-1-1 0,14-1-1 16,-9-3-1-16,-1 1-2 0,2-1-1 0,-3-1 2 15,-1-3-4-15,0 3-1 0,0-3-2 0,-4 0 0 16,0-1 1-16,0-2 4 0,0 4-1 0,-5-3-1 16,3 0 4-16,0-1 3 0,-2 2 2 0,0 2 0 15,0-2 2-15,-2 0 1 0,4 2-2 0,0 2 8 16,-3 1-6-16,3-1 6 0,0 0 5 0,0 1 2 16,1 2-2-16,1-2 1 0,2 4-7 0,-5-5-1 15,5 5 1-15,-1-6-7 0,1 6-6 0,0 0-2 0,0 0 0 16,0 0 0-16,0 0 1 0,0 0-2 15,0 0 2-15,19 6 0 0,-12-5 2 0,5 3-5 16,1-2 2-16,0 2-2 0,-2 1 3 0,5-1-1 16,-1 0-1-16,3 1 0 0,-4 1 1 0,-1 1 0 0,5-1-2 15,-5-1 2-15,1 2-2 0,-3-1 0 16,2 2 2-16,-2-3-2 0,3 2-1 0,-6-1 2 16,2 1-1-16,-3-1-3 0,-1-1 2 0,1-2-1 0,-3 1 0 15,0 1 3-15,-1-2-3 0,1 2 1 0,-4-4 1 16,5 2 2-16,-5-3 10 0,4 4 19 0,-4-4 17 15,3 3 22-15,-3-3 14 0,0 0 16 0,6 2 16 16,-6-2-8-16,0 0-13 0,0 0-12 0,0 0-11 16,5-10-37-16,-5 7-31 0,3-2-39 0,0 2-57 15,-2-4-71-15,2 2-75 0,1-1-315 0,-4-5-600 16,2 1 265-16</inkml:trace>
  <inkml:trace contextRef="#ctx0" brushRef="#br0" timeOffset="95373.53">17256 3985 301 0,'0'-9'333'0,"2"2"-18"0,-2 1-26 0,0 0-20 15,0 2-11-15,0-1-9 0,0 5-39 0,0-8-27 0,0 6-26 16,0 2-19-16,0 0-13 0,0 0-13 0,0 0-12 15,12 10-9-15,-5-3-9 0,0 5-7 0,1-3-15 16,2 6-9-16,-1 2-18 0,2 0-7 0,-3-2-8 16,2 3-11-16,-5-1-15 0,-1-5 3 0,2 1 4 15,-2 0-7-15,-3-1 2 0,-1-4 1 0,0 4-2 16,-1-7 3-16,-1 2 2 0,0 0 2 0,-5-4 2 16,4-2 6-16,3-1 8 0,0 0 19 0,0 0 13 15,-15-9 5-15,12 1-1 0,-2-2 2 0,5 0 11 16,4-3-23-16,0-5 0 0,0 0-9 0,6-1-3 15,1 1-2-15,-2 0-5 0,2 1 2 0,3 1-8 16,-3 3-3-16,1 1-7 0,0 3-19 0,-4 1-21 16,3 1-23-16,0 2-21 0,-1 3-22 0,-2 1-19 15,5 1-23-15,-5 2-22 0,6 1-8 0,-3 2-16 16,0 0-11-16,2 0 5 0,-2 1-10 0,3 2 3 16,4 1 4-16,-7-2 14 0,3 0 17 0,0 1 13 15,-2-3 19-15,6 0 9 0,-5 0 17 0,1-1 14 16,1-4 12-16,0 0 16 0,5-1 23 0,-2-1 16 15,-3-3 29-15,-3 1 20 0,6-2 22 0,-6 0 14 0,4-4 20 16,-3 2 14-16,-3-3 8 0,0 1 4 16,1 0-2-16,-4 1 4 0,1-3 2 0,-4 2 2 15,0-3-1-15,-4 4-6 0,3-1-8 0,-3 3-7 0,-3-1-4 16,-2 1-14-16,1 2-10 0,-7 0-6 0,0 0-5 16,-2 4-6-16,-1 1-3 0,1 0-2 0,-3 1-9 15,2 1-5-15,-2 6-1 0,-3-3-1 0,7 3 0 16,2-1-4-16,-2 0-5 0,4 1 0 0,4 0-1 15,3-1 3-15,-1-1-5 0,6 4-3 0,3-2-15 16,1 0-13-16,6-3-18 0,8 3-13 0,-2-3-7 16,10 0-2-16,6-1-2 0,-4-3-6 0,3-1-10 15,1-1 2-15,-1 1 7 0,-1-5 5 0,-3 0 7 16,-1 0 4-16,-7-2 14 0,-1 1 7 0,-1-2 16 16,-2 1 25-16,-6 0 22 0,-1 1 15 0,-2-3 14 15,-2 1 5-15,-2 3 5 0,-4-1-13 0,0-2-2 16,0 0-1-16,-6 2 0 0,2-1-7 0,-1 2-2 15,-4 3-5-15,2-1-9 0,-4 2-2 0,1 1-5 16,8 0-4-16,-13 1 0 0,4 2-6 0,3 3 0 16,0 1-2-16,2 0 1 0,4 4-3 0,-4 1 0 15,4 1-1-15,4 4 0 0,5 1-1 0,1 2 0 16,3 3-1-16,5 3 0 0,2-1 0 0,1 2-3 16,2 0 2-16,-2 3-3 0,3 0 5 0,-2-3-4 0,0 3 1 15,-3-2 1-15,-4-1-3 0,-3-2 2 0,-5-7-4 16,2 0 2-16,-3 0 4 0,-5-7-1 15,-1 5 36-15,-5-3 24 0,-1-4 21 0,-6 1 11 0,-2-2 20 16,-4-2 19-16,-7-2 3 0,3-4-5 0,-6-1-8 16,-2-3-6-16,5-1-2 0,2 0 6 0,4-5 6 15,0-2 4-15,2 1-16 0,1-5-5 16,3 2-11-16,3-3-10 0,2-2-12 0,4 0-8 0,3-9-20 16,1 1-31-16,5 0-30 0,6-3-55 0,5 1-53 15,-1-2-51-15,4-1-46 0,3 0-55 0,1 0-31 16,0 5-2-16,3-1-13 0,-6 7 1 0,1-2 8 15,-5 10-160-15,-1 0-503 0,-1 1 223 0</inkml:trace>
  <inkml:trace contextRef="#ctx0" brushRef="#br0" timeOffset="96295.32">18368 3825 53 0,'0'0'140'0,"0"0"10"16,0 0 10-16,0 0 10 0,0 0 1 0,0 0-12 15,0 0-14-15,0 0-14 0,0 0-14 0,0 0-10 16,0 0-14-16,23 4-7 0,-17-1-11 0,2 0-7 15,-2 3-10-15,1-2-2 0,3 1-7 0,-1 5-7 16,0-3-1-16,0 2-5 0,-2-1-3 0,2 2 0 16,-2 0-6-16,0-2-4 0,0 2 2 0,-2 0-7 0,2 1 3 15,-3-1-8-15,0-2 0 0,-4-1 5 0,4 3-5 16,-2-2-1-16,-1-3 0 0,-1 3-1 16,0-2-5-16,0-3 4 0,-1 1 0 0,-3 1 1 15,2-1 1-15,2-4 0 0,-4 2 0 0,4-2-1 0,0 0 3 16,0 0-3-16,-15-5 0 0,15 0 1 0,0-1-4 15,0 1-5-15,3-3-2 0,1-1-14 0,4-2-14 16,3-2-10-16,1-1-10 0,2-2-10 16,2 1-6-16,-1-2 5 0,8-2 4 0,-6 6 7 0,4-7 5 15,-6 7 11-15,0 3 7 0,4-1 19 0,-11 3 22 16,3 1 28-16,0 1 11 0,-7 1-3 0,0 0-7 16,-1 2-5-16,-2-1-9 0,-1 4-6 0,0 0-3 15,0 0-3-15,-8-4-2 0,8 4-3 0,-15 8 1 16,10-4-4-16,-2 1 1 0,0 2-1 0,-3 3-3 15,3-4-1-15,4 2-2 0,-3-1-1 0,5-1 2 16,-2 3 2-16,3-3 0 0,2 1-3 0,-1-1 2 16,6 0 0-16,-2 1-2 0,3-2-1 0,1-3-1 15,4 1 1-15,1-1-1 0,-1-1 0 0,2-1-5 16,0-1 1-16,4-1 1 0,-5-1 1 0,1-1-2 16,-1 0-1-16,0 2 4 0,0-1-3 0,-3-2-1 15,3 0 1-15,-3-2 6 0,-5 4-1 0,4 1-1 16,-2 0-1-16,0 1-2 0,-2 1 0 0,3-1-3 15,-9 1 0-15,11 2 1 0,-4 0-1 0,-2 0-1 0,5 1-5 16,-5 2 4-16,1 1 2 0,3-1-4 16,-1 1 3-16,-1 2 1 0,1 0 2 0,-2-2-3 15,2 3 2-15,-6 0-1 0,4 0-1 0,-5-3 2 16,2 1-4-16,-3-1-1 0,0 1 1 0,-1-2 2 0,-3-2 3 16,-2 2-1-16,0 0 3 0,-3-3-1 0,0 2 0 15,-5-3-1-15,3 0-3 0,0-1 3 16,1-1-2-16,-1-2 7 0,5 2-4 0,-1-4 0 0,1 2 0 15,2-3-1-15,-1 0 3 0,4 0 3 0,1-2-8 16,0-2 1-16,4 0 1 0,0-2 0 0,8-1 2 16,-3 2 0-16,4-4-3 0,2-1-1 0,4-4-4 15,3 1-5-15,0 3-7 0,1-2 4 0,-7 5 0 16,5 3 4-16,-5-2 0 0,-4 6 2 0,-1-1 4 16,1 1 9-16,-4 3 2 0,-3-1-1 0,1 1-2 15,-3 1-3-15,-3 2-4 0,7-2 0 0,-7 2 2 16,0 0 0-16,0 0-3 0,5 9 3 0,-6-5-2 15,1 1-1-15,0 0 2 0,0 1 2 0,-3 1-2 16,7 2 0-16,-4-1 2 0,3-1 4 0,-2 3 2 16,5-1-1-16,-1 0-2 0,2 2-1 0,-2-4 3 15,6 2-1-15,-2-3 0 0,1 6-2 0,0-6 6 16,-2 3-4-16,2-2-3 0,-4-1 0 0,3 3 2 16,-4-5 3-16,3 0-7 0,-5 0 1 0,-1-1 1 15,1-1 1-15,-1 2-2 0,-2 0 1 0,0-4 4 16,-7 3 2-16,0-1 0 0,2 0-2 0,-4 1 1 15,-3 0 1-15,4-1-3 0,0 2-1 0,1-2-15 16,-1 0-21-16,1-1-23 0,0 0-29 0,2 0-28 0,5-1-21 16,0 0-39-16,0 0-151 0,0 0-350 0,0 0 156 15</inkml:trace>
  <inkml:trace contextRef="#ctx0" brushRef="#br0" timeOffset="96857.77">19519 3764 127 0,'-3'6'153'0,"-1"-1"-11"15,1 2-21-15,2-1 8 0,0 4-3 0,2-1-9 16,-1-2-10-16,0 4-6 0,4-5-5 0,-3 5-9 16,2-6-5-16,0 2-5 0,1 0-3 0,0-2-3 15,0 0-7-15,1 0-2 0,2 0-4 0,-3-2-5 16,2-1-1-16,-1 0-2 0,-1-1-6 0,-4-1-3 15,12 1-5-15,-12-1-4 0,11-4-4 0,-7 1 1 16,1-1-5-16,-3 0-2 0,1-1-2 0,2 0-2 16,-1-2 0-16,-4-1-6 0,2 2 1 0,0-3-1 15,1 4 17-15,0 0 1 0,-2-2-1 0,-1 0 11 16,3 3 3-16,-3-2 5 0,1 1-5 0,-1 5-4 16,3-4-7-16,-1 1-3 0,-2 3-12 0,0 0-1 15,0 0-1-15,0 0-3 0,0 0-2 0,13 9-1 16,-10-1 2-16,1-5-2 0,4 9-1 0,-4-4-1 15,3 2 1-15,1 0 0 0,-2 2-3 0,2-2 1 0,0 0 5 16,0 0-5-16,0 2-1 0,0-2 0 16,0-2-3-16,1 0 6 0,-4-2-5 0,2-1 4 15,0-1 5-15,-3 0-3 0,1-4 0 0,-1 1-1 0,-4-1 3 16,11-1 6-16,-7-3 16 0,0 0 11 0,2-1 11 16,-1-3 7-16,-1 1 6 0,-1-1 20 0,4-1 8 15,-4 0 11-15,0 0 10 0,0-1 12 16,1 1-3-16,-1-2-11 0,1 3-5 0,0 2-12 0,-1-3 7 15,1 4-24-15,1 1-12 0,2-3-6 0,-5 4-12 16,3-1-7-16,3 2 7 0,-1 2-19 0,1 0-2 16,2 0-4-16,-2 2 6 0,4 1-13 0,0 1-13 15,-2 3 8-15,5-3-2 0,-4 1-1 0,2 4-7 16,-3-5-30-16,1 4-16 0,2-1-27 0,-6-2-2 16,4-3-13-16,-2 6-29 0,-2-4-16 0,0 0-20 15,-3-2-19-15,-1 1-23 0,2-2-54 0,-5-1-68 16,0 0-223-16,11-5-579 0,-8 1 256 0</inkml:trace>
  <inkml:trace contextRef="#ctx0" brushRef="#br0" timeOffset="97014">19736 3550 130 0,'-23'-5'236'16,"4"2"-17"-16,1 0-29 0,7 1-30 0,1-1-62 15,0 3-76-15,3-1-69 0,7 1-121 0,-12 1-182 16,8 2 80-16</inkml:trace>
  <inkml:trace contextRef="#ctx0" brushRef="#br0" timeOffset="97430.25">20950 3465 236 0,'0'-9'248'0,"-2"4"-22"0,-1-1-23 0,2 2-23 15,-2 0-21-15,3 4-17 0,-4-4-15 0,4 4-15 16,0 0-9-16,-5 11-18 0,3 0-4 0,2 2-6 16,0 6-4-16,2 9 1 0,2 3-15 0,1 1-4 15,4 2-6-15,1 4-2 0,0 10-3 0,0-11-9 31,2 11-1-31,-3-15 1 0,2 5-6 0,0-2-1 0,-3 1-1 16,0-1 0-16,2 1-3 0,-1-1 1 0,-2-3-6 16,-4-2 3-16,1 1-3 0,-3-2-20 0,-1-5-31 0,-4-6-26 15,0 2-49-15,3-7-77 0,-5-1-193 0,2-4-410 0,-1-3 181 16</inkml:trace>
  <inkml:trace contextRef="#ctx0" brushRef="#br0" timeOffset="98164.56">21031 3685 44 0,'0'-10'278'0,"0"0"-19"15,0-2-22-15,4 4-23 0,0-2-19 0,2 3-21 16,3-3-19-16,1 3-16 0,-1 2-15 0,3 0-12 15,-1 1-13-15,0 1-9 0,4 2-11 0,-2 1-10 16,0 4-6-16,-1 0-9 0,-1 0-6 0,0 1-4 16,1 2-5-16,-3 3 1 0,1-2-9 0,-3 4-4 15,0-1-5-15,-3 1 0 0,1 0-5 0,-5 0 1 16,0 0-2-16,0 5-3 0,-5-9-2 0,-2 2-7 16,0 0-6-16,-1 0-10 0,-7-1-7 0,0-3-7 15,-2 2-10-15,4-4-6 0,-1 0-10 0,1-2-12 0,-2-1 10 16,4-1 5-16,3 0 1 0,0-2 5 15,1-1-5-15,3 0 3 0,3-4 1 0,1 2 1 16,4-5 1-16,3 2 3 0,1-3 8 0,3-1 0 0,4-1 4 16,-2 2 2-16,1-2 7 0,2 3 13 0,2 0 2 15,-4 0 7-15,-2 4 4 0,3-1-3 16,-3 4 4-16,-1 0-3 0,-2 2 3 0,-2 1-5 16,1 0 0-16,0 0-2 0,2 1 0 0,-2 2-1 0,3 0 2 15,-3 6-2-15,-1-5 1 0,1 5 0 0,-1 0-2 16,-2 0 3-16,1 0-1 0,-2 1 0 0,0 0-1 15,4 0 1-15,-5 0 5 0,2 0-7 0,-1-1 1 16,2 0-5-16,-3-1-9 0,1 1-4 0,0-2-1 16,-3-2 5-16,6 1 2 0,-3-4 1 0,0 2 0 15,2-2 0-15,-2 0 2 0,-4-2 7 0,13-2-5 16,-7 2 5-16,-1-2 15 0,3-2 11 0,0 2 11 16,3-4 17-16,0-1 4 0,-1 2 8 0,-1-3 13 15,1 2 0-15,-1-1 3 0,2 1 6 0,-7 1 5 16,3 0 2-16,-1 1-10 0,0 0-7 0,-2 0-10 15,3 1-5-15,-3 1-10 0,3 1-4 0,0-2-7 16,-3 2-6-16,-4 1-6 0,9-1-3 0,-9 1-1 16,10 0-2-16,-4 2-2 0,0-1-3 0,-2 2 0 15,3 1-3-15,0-1 1 0,2 0 3 0,-3 1-7 0,1-1 0 16,-1-1 3-16,3 1-3 0,-3 0-5 16,3 0 5-16,0-1-4 0,-3 1 0 0,4-1-1 15,-4-1-1-15,2-1 5 0,-8 0 0 0,8 0-2 16,-8 0-2-16,11-1 1 0,-11 1-5 0,5-4-5 0,-5 4-9 15,3-4-12-15,-3 0-12 0,0 4-13 0,0-6-16 16,-4 1-6-16,1 1-11 0,2-2-15 0,-5 1-21 16,1 2-25-16,-3-5-29 0,0-1-33 0,1 3-23 15,-4-2-130-15,-1-1-387 0,2 2 171 0</inkml:trace>
  <inkml:trace contextRef="#ctx0" brushRef="#br0" timeOffset="99336.32">21875 3321 236 0,'0'-5'307'15,"0"5"-32"-15,0 0-32 0,0 0-31 0,0 0-24 16,0 0-14-16,0 0-24 0,0 0-12 0,-3 15-14 16,1-7-13-16,2 4-11 0,0 1-9 0,0 5-8 15,-2-2-8-15,4 4-7 0,-2 0-8 0,0 0-7 16,3 0-2-16,-1 1-5 0,-1 0-3 0,-1 0-8 16,3-4-3-16,0 1-14 0,0 0-12 0,-3-1-8 15,2-5-5-15,-1-2 1 0,0 0-1 0,-1-3 3 0,2-3 1 16,-1 3 4-16,0-3 2 0,1-2 2 15,-2-2-3-15,9 0 0 0,-9 0 5 0,11 0-2 16,-5-2 5-16,2 0 4 0,1-3-1 0,2-1-1 16,-1 2 1-16,2 2-4 0,0-3 0 0,1 0-2 0,-3 4-3 15,3 0-3-15,0 1 1 0,-1 1 1 0,-1 0-5 16,1 1 1-16,1 3-1 0,-4-1-2 16,3 0 5-16,-1 3-4 0,-5 1 1 0,5 1-1 0,-3 0-2 15,0 1 3-15,-2 1-1 0,-1-1-3 0,0 0 0 16,-2 0 3-16,-2 1 2 0,-1-3-2 0,0 0 1 15,-1-1 4-15,-2-1-2 0,-5 1 1 0,1-2 1 16,-1 1 2-16,-1-3 0 0,-3 1-1 0,-1-2-1 16,0 1 5-16,0-2-4 0,2-1 2 0,-2-1 3 15,3-2-2-15,2 2 5 0,-3-2-4 0,6 0 3 16,-1-2 14-16,2 0 3 0,0-1 4 0,2-1-3 16,0-4 0-16,4-1-4 0,4-1-4 0,1 0-1 15,4-5 1-15,1 0-4 0,3-6-1 0,4-1-1 16,3-2-6-16,0 2-3 0,1-1-8 0,0 0-14 15,0-1-13-15,2 0-17 0,-5-1 1 0,0 2 4 16,1 5 3-16,-9 3 7 0,-1 1 4 0,-3 2 11 16,-1 4 16-16,-2-1 2 0,-1 7 10 0,1-6 13 15,-3 5-7-15,0 3-8 0,-1 0-5 0,-1-2 1 16,0 5-4-16,0 0 2 0,0 0-4 0,0 0-2 16,-20 8-2-16,12-1 4 0,1 6-1 0,0-2 3 15,-1-2-1-15,-2 12-2 0,3-2 1 0,0 2 0 16,6 4-1-16,-4-4 1 0,4 8 5 0,-1-2-2 0,4-5 1 15,1 4 3-15,6 2-3 0,-4-9 1 0,6 5 3 16,0-6-4-16,-2 0 2 0,4-1-3 16,2-1 0-16,2-3 2 0,2-4 0 0,-2 0-1 15,0-3-4-15,-2-2-3 0,3-1-3 0,2-1-2 0,-6 0-4 16,6-7-2-16,-2-1 5 0,-4 0 3 0,2-2-4 16,-2-3 3-16,-1-1 2 0,-3 1 0 0,-2 1 1 15,-3-1 2-15,2-3 4 0,-2 3 7 0,-2 2 10 16,0 0 2-16,-2 1-2 0,-1 0-3 0,-1 2-5 15,-2 1-3-15,0 1-3 0,-2 1 0 0,5 3-2 16,-9-2-2-16,9 2-2 0,-10 4 0 0,4-1-1 16,1 1 4-16,1 2-4 0,0 0 0 0,3 0 1 15,1 2 0-15,0 0 2 0,0 1-1 0,1 1 2 16,2 0 1-16,0-1 3 0,2-2-2 0,0 0 3 16,-1-2 1-16,5 1 0 0,-2 0 0 0,3-2 2 15,1-1 1-15,0-1 2 0,1 0-7 0,3-2 1 16,-3-1 1-16,1-2 1 0,-4 2 4 0,3-3 10 15,-1 2 4-15,-1-1 11 0,1-1-9 0,-6 2-1 16,2-2 0-16,-1 3-7 0,-1-1-1 0,0 0-3 16,-5 2-4-16,4-4-3 0,-4 4-4 0,0 0-5 15,7 0 0-15,-7 0 1 0,7 3-2 0,-6 0 1 16,4-1 1-16,-2 3-1 0,-1-3-4 0,3 4 4 16,-3-3-4-16,0 2 6 0,1 0 0 0,1-1 1 0,0 2-2 15,1-1 1-15,0-3 4 0,0 2 1 16,1-2 27-16,2 1 16 0,1-1 2 0,-2-1 17 15,4-1 14-15,-3-3 7 0,4 2-3 0,-1-3 3 0,-2 0 9 16,1 2-11-16,3-3 1 0,-4-2-10 0,3 3 4 16,-1-1-11-16,1 0-8 0,-3 0-4 0,0 0-9 15,2 0-4-15,-4 3-10 0,0-1 0 0,-2 0-5 16,3 0-11-16,-2-1-29 0,0 3-38 0,-6 1-45 16,10 0-36-16,-10 0-32 0,8 4-34 0,-5 0-59 15,4 0-60-15,-5 0-306 0,1 1-670 0,-2 1 296 16</inkml:trace>
  <inkml:trace contextRef="#ctx0" brushRef="#br0" timeOffset="100671.23">11120 5630 111 0,'3'-17'283'0,"-2"-1"-11"16,-2-1-12-16,1 0-11 0,-2 2-1 0,-3 0-10 15,2 0-11-15,-1-1-20 0,-4 6-17 0,1-1-17 16,0 2-18-16,-2 1-15 0,-2 1-15 0,4 3-10 0,-4 1-20 15,0 1-10-15,3 1-12 0,-3 6-8 0,1 1-14 16,-1 2-4-16,2 3-2 0,-4 5-7 16,3 4-4-16,3 0-4 0,3 7-2 0,4 6-1 0,4-1-4 15,3 2-2-15,7 1-5 0,-1 0 1 0,13 16-4 16,0-2 3-16,0-1-1 0,1 1-3 0,-2 1 1 16,-1-1-3-16,-2-13 4 0,3 9-5 0,-4 4 2 15,-5-15-3-15,-2 3-1 0,1 1 0 0,-6-2-7 16,0-3 3-16,1 1 3 0,-5 0-6 0,-3-3 0 15,-2-1-1-15,-4-8 5 0,1 0-8 0,-2 0 3 16,-4-2-11-16,0-3-15 0,1-3-18 0,0-3-22 16,-1 0-24-16,-1-3-31 0,-1-1-39 0,6-4-60 15,-2-2-72-15,7 1-173 0,-11-7-503 0,7 0 223 16</inkml:trace>
  <inkml:trace contextRef="#ctx0" brushRef="#br0" timeOffset="100889.96">10931 6136 112 0,'-7'-1'369'0,"-1"0"1"0,3 0-8 0,0-3-15 0,-1 3-12 16,6 1-26-16,-6-4-31 0,6 4-28 0,0-6-31 15,4 1-25-15,6-2-14 0,-2 1-37 16,11 0-36-16,1-2-46 0,2-1-34 0,8 0-53 0,-3 0-41 15,3-1-51-15,-7 5-63 0,9-7-55 0,-4 5-60 16,-8-2-161-16,1 3-495 0,-2 0 220 0</inkml:trace>
  <inkml:trace contextRef="#ctx0" brushRef="#br0" timeOffset="101218.06">11480 5689 9 0,'0'0'307'0,"3"-4"-21"0,-3 4-26 0,1-3-24 15,-1 3-25-15,0 0-23 0,0 0-23 0,0 0-16 16,0 0-18-16,0 0-12 0,-11 12-13 0,3-3-11 15,2 0-7-15,-3 4-2 0,1 0-5 0,-1 3 5 16,-1 2-3-16,3 1-9 0,-2 7-1 0,2 0-5 16,0-3-12-16,7 1-3 0,-4-1-6 0,4-4-4 0,3 2-5 15,-2-1-3-15,5 2-2 0,2 3-1 16,4-7 1-16,-1 1-6 0,1-2-3 0,-1-3-1 16,6 2-14-16,-3-3-29 0,4-3-35 0,-2-1-46 0,-2-4-59 15,5 0-57-15,0-2-251 0,-5-3-505 0,-1-2 225 16</inkml:trace>
  <inkml:trace contextRef="#ctx0" brushRef="#br0" timeOffset="102040.63">11740 5821 236 0,'0'0'256'0,"0"0"-21"0,4-2-25 0,-4 2-24 0,0 0-20 16,0 0-19-16,0-6-14 0,0 6-18 15,0 0-12-15,0 0-7 0,0 0-13 0,0 0-6 16,0 0-8-16,0 0-10 0,0 0-4 0,0 0-9 0,0 0-1 15,0 0-4-15,11 8-4 0,-11-8-1 0,3 4-5 16,-3-4-5-16,1 2-3 0,-1-2-6 0,0 0 3 16,4 3-6-16,-4-3 3 0,0 4-2 15,0-4-1-15,0 0 1 0,0 0-1 0,0 0-2 0,0 0 3 16,0 0 15-16,3 3 9 0,-3-3 0 0,0 0-1 16,0 0-1-16,0 0-1 0,0 0-3 0,0 0-4 15,0 0 2-15,11-7-8 0,-11 7 1 0,5-4 0 16,-5 4-3-16,6-4-3 0,-4 2-4 0,-2 2 4 15,6-3-5-15,-5 0-2 0,-1 3 0 0,4-3 0 16,-1 0 6-16,-3 3 11 0,0 0-2 0,4-4 8 16,-4 4 2-16,0 0-3 0,4-2-7 0,-4 2 7 15,0 0-13-15,0 0-5 0,0 0-6 0,0 0-1 16,0 0 0-16,0 0-6 0,0 0 0 0,-11 9 7 16,7 0-11-16,0 0 4 0,-1 1-1 0,-1 0 1 15,0 7 2-15,-7 0-1 0,5-2-2 0,-3 0-2 16,4 1 3-16,-1-1 1 0,0 1-2 0,0-4 1 15,-2 2 0-15,5-2 2 0,-2-1-6 0,0 0-22 0,2-1-20 16,2 0-29-16,-2-2-32 0,1-2-28 16,-1 2-40-16,3-3-31 0,-2-3-46 0,3 3-165 15,1-5-449-15,0 0 199 0</inkml:trace>
  <inkml:trace contextRef="#ctx0" brushRef="#br0" timeOffset="102212.49">11656 5899 96 0,'-4'0'198'0,"4"0"-10"0,-8-1-17 16,8 1-17-16,0 0-18 0,0 0-12 0,-10 3-11 15,7-1-11-15,3-2-7 0,-1 5-14 0,1-5-6 16,7 8-3-16,-2-4-7 0,2 1-9 0,4 0-1 16,1 0-7-16,6 2-24 0,1-3-34 0,1 1-54 15,-1-1-47-15,4-1-167 0,-2-1-302 0,-1-2 134 16</inkml:trace>
  <inkml:trace contextRef="#ctx0" brushRef="#br0" timeOffset="102446.84">11925 5794 121 0,'0'-4'332'0,"0"4"-13"0,0 0-16 0,4-5-14 16,-4 5-28-16,4-2-24 0,-4 2-27 15,11 0-22-15,-11 0-23 0,15 2-13 0,-7-1-17 16,3 3-3-16,0 1-21 0,1 3-20 0,-1 2-3 16,4 3-9-16,-3-1-7 0,2 6-4 0,-2 6-9 0,-2-5-14 15,-5 1-32-15,6 5-21 0,-7 3-27 0,-4-1-31 16,0 1-30-16,-1 2-44 0,-7-2-40 16,-2-2-53-16,-4 3-219 0,-2-5-490 0,-3 0 216 0</inkml:trace>
  <inkml:trace contextRef="#ctx0" brushRef="#br0" timeOffset="103118.66">11532 6506 74 0,'0'0'314'0,"0"-4"-7"15,0 4-9-15,-1-5-22 0,1 5-21 0,0 0-31 16,0 0-28-16,-3-4-25 0,3 4-18 0,0 0-17 0,0 0-13 16,0 0-20-16,0 0-6 0,0 18-5 0,3-11-9 15,-2 1-12-15,-1-2-6 0,5 5-17 0,-1-2-12 16,1 1-6-16,-3 0-18 0,2 1-10 0,3-2-15 15,0 0-11-15,-3-2-12 0,0 0-10 0,0-3-10 16,-1 2 3-16,1-2 3 0,0-3 4 0,4 2 2 16,-8-3 0-16,0 0 5 0,14-5 2 0,-11 1 3 15,1 0 4-15,0 0 7 0,1-2 2 0,-1 0 24 16,-1 0 11-16,0 0 19 0,1-1 3 0,-1 2 4 16,1-1-5-16,-2 0 1 0,1 0-6 0,0 3 0 15,3-1-7-15,-1 1-1 0,0 1-5 0,1 1-6 16,0 1 1-16,-6 0 0 0,17 0 0 0,-8 2-2 15,6 1 0-15,-7-1-3 0,3 2-3 0,3 0 5 16,-6-2-4-16,3 0 2 0,-2 0 1 0,-2 0 0 16,0 1-5-16,0-3 1 0,-2 3 8 0,-5-3 12 15,8 1 36-15,-8-1-8 0,9-2-8 0,-7-3 5 16,-2 5-10-16,0-7-2 0,0 1-5 0,-1-2-1 16,-3 1-3-16,-2-3-4 0,2 0-4 0,0 1 2 0,-1-3-6 15,-2 1-20-15,0-6-30 0,4 6-38 0,-1-3-55 16,0 1-72-16,0-4-53 0,3 4-218 15,1 0-507-15,5 2 225 0</inkml:trace>
  <inkml:trace contextRef="#ctx0" brushRef="#br0" timeOffset="103493.62">12545 5707 270 0,'0'-7'298'16,"0"-3"-10"-16,0 4-7 0,-1-3-14 0,-2 3-8 15,3-1-18-15,-1 1-6 0,-2 2-32 0,3 0-26 0,-1 0-17 16,1 4-24-16,-3-4-15 0,3 4-12 15,-7-2-12-15,7 2-11 0,0 0 2 0,-10 9-24 16,3-3-9-16,4 3-7 0,-4 0 3 0,1 5-8 0,2-4-11 16,-1 8 2-16,1 0-7 0,0 2 5 0,1-1-3 15,3 0-2-15,0 3-5 0,2-2 0 0,6 9-1 16,-2-3 1-16,3 0-1 0,2-1-10 16,3-2 5-16,3-1-1 0,-1 1-3 0,3-2-2 0,-1-7-1 15,6 0-29-15,-4-2-28 0,1-3-30 0,5 1-38 16,-4-2-58-16,-2-6-62 0,2 0-60 0,-3-2-200 15,0-4-536-15,0-2 237 0</inkml:trace>
  <inkml:trace contextRef="#ctx0" brushRef="#br0" timeOffset="103681.11">12526 5886 228 0,'-5'0'243'0,"5"0"-17"0,-10-1-13 15,10 1-9-15,-5 1-18 0,5-1-4 0,0 0 5 16,0 0-13-16,0 0-16 0,0 0-14 0,27-1-18 16,-13 0-10-16,-1-2-12 0,5 2-11 0,0-4-15 0,3 1-37 15,-1 0-50-15,1 0-67 0,2-2-76 0,-3-1-67 16,1 4-156-16,-3-7-405 0,1 0 179 16</inkml:trace>
  <inkml:trace contextRef="#ctx0" brushRef="#br0" timeOffset="103885.66">12967 5589 9 0,'0'0'187'0,"0"0"6"0,0 0-13 16,-4 15-4-16,1-8-2 0,3 1-12 0,0 3-13 16,4 1-19-16,-4 0-8 0,4 4-14 0,2 3-11 15,-3-1-9-15,-1 3-4 0,6 10-11 0,-1-5-4 16,-3 0-4-16,5 0-6 0,0 3-4 0,-4-10-13 15,-1-1-43-15,2 1-48 0,-1-1-48 0,0-5-58 0,0-3-165 16,-1-4-347-16,4 1 153 0</inkml:trace>
  <inkml:trace contextRef="#ctx0" brushRef="#br0" timeOffset="104120.02">13255 5563 11 0,'-1'-4'342'16,"1"4"-20"-16,-1-4-24 0,1 4-41 0,-6-5-30 16,6 5-21-16,0 0-23 0,0 0-16 0,-1 14-18 15,2-7-11-15,-1 5-18 0,6-1-7 0,-2 6-10 16,2 3-4-16,1 0-16 0,-1-1-6 0,3 8-8 16,1 1-5-16,-4-1-7 0,3 4-4 0,-1-3-4 15,1 0-4-15,2 0-4 0,-5-4-5 0,-1-3-35 16,3-2-30-16,-5-2-34 0,-2-1-49 0,2-3-53 15,0-3-62-15,-2-2-226 0,-2-3-490 0,-2 0 217 16</inkml:trace>
  <inkml:trace contextRef="#ctx0" brushRef="#br0" timeOffset="104541.85">12997 5560 12 0,'-6'-13'311'0,"2"-4"-9"0,0 4-10 16,-1 2-10-16,-1-2-14 0,1 2-7 0,2 0-14 16,2 3-21-16,1-2-23 0,-3 6-18 0,3-3-21 15,3 0-23-15,-2 3-14 0,5 0-13 0,2 0-15 16,3 2-14-16,1 0-18 0,8 1-24 0,3 2-6 16,-2 2-12-16,7 2-10 0,2 1-6 0,4 3-8 15,-2 0-3-15,-1 2 2 0,0 0-6 0,-5 2 1 16,3-2-7-16,-5 4-1 0,-5-3-1 0,-4-2-1 15,-1 3 4-15,-1-1-2 0,-2-3 0 0,-4 1 0 16,0 1 0-16,-3-1 5 0,-3 0-2 0,2-2 6 16,-3 4-3-16,-3-3 4 0,-1 1 0 0,-2 0 8 15,0-1 15-15,0 2 6 0,1-1 7 0,-1 2-3 16,1-2-2-16,-2 1 6 0,3 2-11 0,0-1-3 16,0 1 7-16,3-1-4 0,-1 1-2 0,4 4 1 0,2 1-3 15,1 1-5-15,1-1 13 0,3-3-8 0,5 2-5 16,2-2 6-16,6 4 1 0,1-2-3 15,3 0-4-15,1-4 9 0,4 2-10 0,-2-5-19 0,2-1-32 16,0 0-41-16,2-1-58 0,-3-2-61 0,-7-5-86 16,-4-1-237-16,4-1-564 0,-2-2 250 0</inkml:trace>
  <inkml:trace contextRef="#ctx0" brushRef="#br0" timeOffset="104932.44">14681 5924 259 0,'12'0'261'0,"-2"0"-20"0,2 0-25 0,-3 1-23 15,-2 1-20-15,2 1-18 0,-2 0-15 0,-1 1-17 16,2-1-11-16,-1 3-9 0,-3 3-7 0,1 0-11 16,-5-1-7-16,3 2-5 0,-9 3-6 0,2 0-9 15,-5 2-2-15,-2 2-22 0,0 0-25 0,-6 3-54 16,0-4-64-16,2-1-51 0,-1-1-210 0,-2 0-400 16,2-4 176-16</inkml:trace>
  <inkml:trace contextRef="#ctx0" brushRef="#br0" timeOffset="105619.88">15582 5315 63 0,'0'-5'260'15,"0"5"-33"-15,0 0-22 0,0 0-28 0,0 0-14 16,0 0-18-16,0 0-17 0,0 0-10 0,0 0-16 16,6 16-7-16,-3-11-9 0,-2 1-8 0,5 2-10 15,-1-3-2-15,0 0-4 0,2 4 2 0,0-5 14 0,2 1 2 16,1 1-6-16,2-4-3 0,-4-2-4 0,3 1-6 16,2-2-3-16,1-2-8 0,-4 0 0 15,2-2-9-15,3 2-2 0,-1-2-4 0,-1-5-5 16,-2 4-2-16,3-3-2 0,-3 1-5 0,0 2 13 0,-2-2 12 15,2 1 2-15,-3 1 3 0,0 1 4 0,-2 1-2 16,-2 1-10-16,1-1-6 0,-1 2-5 0,2 0-9 16,-6 2 0-16,11 0-6 0,-5 3 1 0,4 2-9 15,-3 2 6-15,2 4-8 0,2 1 4 0,11 12-8 16,-7-3 7-16,5 2-5 0,-1 5 2 0,-1 0 1 16,1 1-1-16,-4 2 0 0,4-1-4 0,-7 6 3 15,5-2-2-15,0 13 1 0,5-1 3 0,-11-8 6 16,7 10 6-16,-5-1 3 0,-2-11 1 0,-3 0 7 15,-1-1 26-15,-5-3 12 0,-1 1 14 0,-1-3 30 16,-3-1 13-16,-4-4 26 0,-1 0 26 0,-4-7 5 16,-2-2 7-16,-5-3 3 0,0-3-5 0,-8-1 1 15,-6-4-3-15,-2-5-7 0,1-5-1 0,0-4-1 16,2-4-5-16,0-3-11 0,5-5-14 0,2-3-11 16,4-2-5-16,2-4-13 0,4-5-17 0,0-12-15 15,8-5-24-15,4-2-42 0,7 2-44 0,8-2-55 16,2-1-64-16,9-3-86 0,4 3-67 0,3-2-34 0,4 6-25 15,0 2-35-15,3 5-55 0,1 3-374 0,-12 15-885 16,3 2 392-16</inkml:trace>
  <inkml:trace contextRef="#ctx0" brushRef="#br0" timeOffset="106041.71">16862 5132 223 0,'0'0'275'0,"7"-1"-27"16,-7 1-29-16,0 0-22 0,0 0-21 0,-17 10-6 15,7-2-7-15,-5 3-6 0,1 2-11 0,-2 3-9 16,-4 3-4-16,-1 5-4 0,0 0-7 0,3 0-7 16,-1 4-7-16,4-2-13 0,-1 3-4 0,3-4-2 15,1 5-7-15,5-4-7 0,3-6-7 0,4 0-6 16,-3 3 0-16,9-2-11 0,-1-3-1 0,9 1-2 15,0-3-6-15,7 2 4 0,2-5-10 0,6 0-2 16,1-5-3-16,2-1 3 0,1-4-4 0,1-2-7 16,0 1-29-16,-1-4-37 0,-5-1-43 0,-5-2-60 0,-1-1-71 15,-1-1-90-15,-4-4-187 0,-2-1-535 0,-2 3 236 16</inkml:trace>
  <inkml:trace contextRef="#ctx0" brushRef="#br0" timeOffset="106244.82">16756 5452 101 0,'-4'1'252'0,"4"-1"7"0,-7 2 3 0,7-2 3 15,0 0-1-15,0 0-18 0,0 0-12 0,0 0-18 16,18-8-24-16,-7 5-22 0,0-2-8 0,1 1-25 16,4-3-10-16,3 1-20 0,-1-1-5 0,1-2-20 15,0 1-33-15,3-2-47 0,-3 1-53 0,0-2-68 16,4-3-69-16,-3 4-59 0,-2-2-191 0,1-2-474 15,6-1 210-15</inkml:trace>
  <inkml:trace contextRef="#ctx0" brushRef="#br0" timeOffset="106447.92">17240 5053 159 0,'0'0'200'0,"0"0"1"0,-7 9-1 0,6-3-17 16,1 1 11-16,-2 2 3 0,2 2-8 0,0 3-16 15,0 4-10-15,3 2-11 0,-1 0-12 0,2 7-10 16,-1 4-9-16,2-2-20 0,2 3-1 0,0 0-6 16,1 1-7-16,0 1-9 0,2-1-9 0,-5-1-7 15,7 0-3-15,-5-4-23 0,-1 0-29 0,-1-6-36 16,0-1-46-16,1-5-54 0,-2-3-70 0,0 0-63 16,0-5-139-16,6-1-433 0,-5-2 192 0</inkml:trace>
  <inkml:trace contextRef="#ctx0" brushRef="#br0" timeOffset="106697.9">17529 5140 255 0,'-2'-7'371'0,"2"1"-4"0,0 3-25 16,-1-3-16-16,1 6-42 0,0-5-42 15,0 5-28-15,0 0-17 0,0 0-21 0,0 0-19 16,3 18-19-16,-3-7-10 0,4 6-16 0,0 0-5 0,1 6-14 15,-1 1-10-15,3 4-2 0,2 1-11 0,1 1-6 16,-4 1-9-16,3 0-4 0,-2 0 2 16,4-2-9-16,-6 1-2 0,4-4-36 0,-4-5-29 0,-1-1-34 15,1-2-28-15,-2 0-32 0,-2-4-40 0,1-2-57 16,-2-1-46-16,0-3-265 0,-3-3-567 0,0-1 251 16</inkml:trace>
  <inkml:trace contextRef="#ctx0" brushRef="#br0" timeOffset="107119.74">17181 4988 35 0,'-3'-13'266'0,"0"-4"-13"15,2 5-11-15,1-1-17 0,2 1-19 0,3 2-20 16,0-2-19-16,2 1-22 0,2 3-15 0,6-3-12 15,0 6-13-15,3 0-14 0,6 0-8 0,6 2-6 0,0 1-7 16,2 4-11-16,0 1-6 0,2 4-3 16,-2-1-7-16,-1 4-6 0,0 1-5 0,0 0-2 15,-2 3-3-15,-1 1-3 0,-3-1 1 0,-1 2-3 0,-6-3-6 16,4 5-3-16,-6-1 0 0,-4-6 0 0,1 3-3 16,-1 2-1-16,-4-1-4 0,-2-4 1 0,-1 5 1 15,-4 1-4-15,-1-5 1 0,-2 1 1 0,-4 4-3 16,1 1 2-16,-6-2 1 0,1 2 0 0,-1-1 3 15,1 1 5-15,-1 0 6 0,1-2 4 0,-1 4-6 16,3-4 3-16,0 2 0 0,1-2-2 0,2 0 0 16,2 1-6-16,3-3 3 0,0 0 0 0,5-3 2 15,-1 2 25-15,3-3 11 0,2 2 3 0,5-2 2 16,0 1-8-16,6-3 1 0,-2-1-9 0,5-2 0 16,7 1 6-16,-7-3-21 0,2-1-12 0,-5-2-31 15,-1 0-43-15,4 0-54 0,-6-2-76 0,2-3-80 16,-7 1-227-16,7-5-537 0,-9 2 238 0</inkml:trace>
  <inkml:trace contextRef="#ctx0" brushRef="#br0" timeOffset="174773.23">10847 7369 3 0,'8'-19'301'0,"-3"0"-19"15,-4-1-9-15,2 1-6 0,-3 1-11 0,0 0-11 16,0-2-10-16,-3 9-3 0,2-6-6 0,-4 3 1 0,-2 2 0 16,4 2-8-16,-2 2-8 0,-1 2-10 15,2-1-16-15,0 4-19 0,-3-1-9 0,3 0-33 16,-4 5-14-16,8-1-11 0,-19 7-10 0,8-1-7 0,-4 6-12 15,3 3-7-15,2 1-4 0,0 2-8 0,0 10-4 16,6-3-8-16,1 5-3 0,3-1 0 16,3 0-4-16,1 3-4 0,3 1 3 0,5-1-5 0,-1 3-3 15,6-1-1-15,8 13-2 0,-6-11 3 0,10 5-6 16,-9-8 2-16,14 8-5 0,-15-11 1 0,4 4 1 16,0-1-2-16,-1-2-6 0,1 1-1 0,-4-3 3 15,-5 2 2-15,2-4-1 0,-3-3-1 0,0 2-3 16,-8-5-14-16,-2-1-34 0,0-1-31 0,-3-2-26 15,-1-1-19-15,-6 1-21 0,1-2-25 0,-6 0-31 16,1-5-34-16,-4 0-45 0,4-2-48 0,-1-3-268 16,-7-2-638-16,4-1 283 0</inkml:trace>
  <inkml:trace contextRef="#ctx0" brushRef="#br0" timeOffset="175007.58">10760 7891 275 0,'-5'-3'392'0,"3"-2"-1"0,-1 1 3 15,2-1-11-15,-2-1-18 0,3 3-12 0,0 3-33 16,-2-10-29-16,4 4-34 0,1 0-24 0,6 0-20 16,2-2-27-16,5-1-16 0,6-2-15 0,5 0-20 15,3-2-23-15,4 1-37 0,-4 1-53 0,8-1-54 16,-5 4-59-16,2-3-49 0,-2 8-56 0,-2-4-66 15,3 2-62-15,-5 2-290 0,1 1-663 0,-10 1 294 16</inkml:trace>
  <inkml:trace contextRef="#ctx0" brushRef="#br0" timeOffset="175538.78">11374 7943 138 0,'3'-4'359'15,"-3"-3"-6"-15,4 3-3 0,-4 4-3 0,1-5-11 0,-1 2-9 16,0 3-22-16,2-5-32 0,-2 5-23 0,0 0-33 16,1-6-23-16,-1 6-26 0,0 0-16 0,0 0-13 15,0 0-15-15,7 11-22 0,-6-6 1 0,3 0-13 16,2 4-5-16,2 0-8 0,-4 2-8 0,1-1-10 15,1 1-7-15,-2 2-3 0,3-3-3 0,-2 2-11 16,3-2-5-16,-1-1-7 0,0 0-4 0,-3 0-8 16,1-2-13-16,1-2 12 0,-3-1-4 0,-1 0 1 15,2 0 4-15,-4-4-4 0,7-1-5 0,-7 1 8 16,12-6-1-16,-5 2 0 0,0-3 0 0,-3 1-2 0,6-1 2 16,-4 0-4-16,1-1-4 0,0 3 0 15,-1 0 0-15,0 0-3 0,1 0-5 0,0 2 2 16,0 0 1-16,1 1-1 0,-1 2 2 0,1 0-3 0,3 2 9 15,-2 1-1-15,1 0-5 0,1 3 0 0,2-1 1 16,-2 1 5-16,-1 1-1 0,1 0-4 16,2 1 4-16,-3-3 5 0,-1 0-11 0,-1 3 4 0,-1-7-2 15,1 3 2-15,-1-1 4 0,-1-2 3 0,-1-1 4 16,-5 0 4-16,12-6-4 0,-8 4 4 0,0-4 4 16,-1-2 4-16,-3-5 8 0,0 2-3 0,0-2-3 15,0-4 0-15,-5-1-3 0,0 0-2 0,0-2-5 16,3 1 0-16,-4-1 5 0,1 1-10 0,-1 1-3 15,1 0-3-15,-2 6-24 0,4-1-37 0,-1 0-26 16,0 2-37-16,3 3-35 0,-1 0-45 0,-2 4-56 16,4 1-65-16,0 3-58 0,-4-5-237 0,4 5-666 15,0 0 295-15</inkml:trace>
  <inkml:trace contextRef="#ctx0" brushRef="#br0" timeOffset="175851.26">12050 7453 137 0,'0'-10'364'0,"-4"2"1"0,4 1-7 0,-1 1-1 15,-2-2-14-15,2 4-15 0,-2 2-29 0,0-2-35 16,3 4-27-16,-7-1-24 0,7 1-10 0,-6 6 1 15,0 2-13-15,-1 2-11 0,5 6-9 0,-5 4-4 16,3-2-12-16,1 0-15 0,2 8-12 0,-2-4-13 16,3 3-12-16,3 4-10 0,1-2-9 0,1-2-13 15,2 2-3-15,1-1-1 0,4-1-8 0,-2 1-6 0,2-3-4 16,0-5-7-16,1 0-20 0,3-3-58 0,-2 1-44 16,3-6-56-16,-2 1-42 0,4 0-48 15,-5-2-60-15,3-5-63 0,1 1-61 0,-3-5-246 0,2-1-708 16,-4-5 313-16</inkml:trace>
  <inkml:trace contextRef="#ctx0" brushRef="#br0" timeOffset="176882.41">12589 7445 30 0,'1'-4'327'0,"-1"0"-9"0,0 4-12 15,3-7-16-15,-2 5-20 0,-1 2-16 0,0 0-28 0,0-4-28 16,0 4-21-16,0 0-18 0,0 0-14 0,0 0-16 16,-11 18-10-16,3-8 7 0,4 1 1 0,-4 2-11 15,-2 3-15-15,2 1-6 0,0-1-7 0,-3 2-9 16,3 2-12-16,-3-1 0 0,3-2-7 0,-2 2-9 16,1-2-4-16,2 0-4 0,-1 0 1 0,-1-1-16 15,3-3-33-15,1-1-40 0,-1-2-31 0,2-1-34 16,1-4-43-16,-1 4-39 0,0-4-41 0,3-3-48 15,-2 1-218-15,3-3-540 0,0 0 238 0</inkml:trace>
  <inkml:trace contextRef="#ctx0" brushRef="#br0" timeOffset="177054.27">12432 7522 285 0,'0'0'299'0,"-4"-7"-25"0,4 7-26 16,0-3 8-16,0 3 5 0,0 0-17 15,0 0-5-15,4 13 3 0,-1-8-28 0,-2-1-7 0,9 5-26 16,-2-1-14-16,3 1-11 0,0 0-19 0,5 3-8 16,-1-4-9-16,1 4-19 0,2-5-14 0,3 2-42 15,-4-1-39-15,2 0-27 0,0 0-47 0,1-2-59 16,-2 1-64-16,-1-2-60 0,2 0-289 0,-4-2-585 16,-3-1 258-16</inkml:trace>
  <inkml:trace contextRef="#ctx0" brushRef="#br0" timeOffset="177319.87">12691 7311 328 0,'3'-6'356'0,"-2"4"-13"0,-1 2-10 0,8-2-10 15,3 2-10-15,-1 0-2 0,3 3-9 0,3 2-11 16,3 0-18-16,3 3-21 0,4 1-20 15,1 4-15-15,-5-5-27 0,6 5-9 0,1 4-24 0,-7 4-12 16,2-3-16-16,-2 2-13 0,0 2-9 0,-7-1-11 16,0 4-10-16,-4 0-6 0,-2 0-11 0,-1 2-26 15,-5-1-32-15,-3 1-38 0,-1-7-37 0,-1-1-33 16,-4 1-41-16,0 0-27 0,-5-1-39 0,2-1-51 16,-3 0-45-16,-1-3-72 0,0-4-239 0,0-2-661 15,0-4 292-15</inkml:trace>
  <inkml:trace contextRef="#ctx0" brushRef="#br0" timeOffset="178220.96">13667 7380 60 0,'0'0'280'0,"-1"5"-2"0,1-5-9 16,0 0-9-16,0 0-2 0,0 0-9 0,0 0-10 16,0 0-9-16,-1 3-9 0,1-3-11 15,0 0-12-15,0 0-8 0,0 0-1 0,0 0-23 0,0 0-9 16,0 0-13-16,0 0-12 0,5 2-7 0,-5-2-10 16,0 0-4-16,0 0 6 0,0 0 0 0,7 2 0 15,-7-2-2-15,7 1-6 0,-7-1-7 0,9 0-3 16,-9 0-8-16,15-1-3 0,-8 1-11 0,5-1-4 15,-1 0-9-15,0 1-5 0,3-3-5 0,-1 2-5 16,1-4-4-16,5-1-6 0,1 4-3 0,3-3-5 16,-5 0-3-16,4 1-2 0,1-1-2 0,-4-2-3 15,3 4-7-15,1-1 0 0,-3 0 0 0,-1 0-3 0,0 0-13 16,-2 2-30-16,2-2-24 0,-8 1-25 16,-1 0-32-16,3 1-26 0,-5 1-33 0,1 1-32 15,-2 1-37-15,-7-1-33 0,10-1-29 0,-10 1-35 0,5 1-289 16,-5-1-679-16,-1 5 300 0</inkml:trace>
  <inkml:trace contextRef="#ctx0" brushRef="#br0" timeOffset="178486.56">13787 7618 20 0,'0'0'319'0,"-3"5"14"0,3-5-4 16,-4 2-5-16,4-2-4 0,0 0-9 0,0 0-12 16,0 0-9-16,10 1-18 0,-10-1-15 0,13 0-20 0,0-1-20 15,0-1-20-15,2-1-15 0,3 2-23 0,2-1-16 16,2-3-16-16,3 1-9 0,5 1-11 16,-9 1-14-16,11-1-10 0,0 0-12 0,-2 0-43 0,0-2-52 15,-1 4-54-15,-6 1-47 0,-3-1-54 0,0 0-68 16,-2 1-70-16,1-2-328 0,-5 1-698 0,-2 0 309 15</inkml:trace>
  <inkml:trace contextRef="#ctx0" brushRef="#br0" timeOffset="179149.69">14647 7241 153 0,'4'-3'353'0,"-4"3"-22"0,4-2-38 15,-4 2-26-15,0 0-30 0,0 0-28 0,0 0-20 16,5 7-17-16,-3-4-17 0,0 1-16 0,3 2-13 16,-3 1-14-16,1-2-10 0,6 6-9 0,-5-3-11 15,3 1-8-15,2-1-4 0,1 1-9 0,-3-3-5 16,4 1 4-16,-2-1-13 0,1 2-6 0,1-3-6 0,-2-1 2 16,1-2-3-16,-2-2-3 0,3 1 0 0,-4-2-11 15,1 0 7-15,0-3-1 0,0 0-3 16,-1-2 8-16,1-1-15 0,-2 2 12 0,1-4 25 15,1 2 18-15,-4 0 4 0,1-2 23 0,-1 4 8 0,2-4 12 16,-2 3 3-16,0 0 3 0,0 1 0 0,-1-4-6 0,1 6-12 16,1 0-14-16,-3 1-12 0,-2 2-13 0,5-3-2 0,-5 3-10 15,11 4-7-15,-6 0-3 0,6 4 3 0,-1 3-13 16,-1 4-3-16,6 7-2 0,4 4-6 0,-4 0-2 16,4 3 1-16,11 13-3 0,-7-9 2 0,2 12-1 15,1-1 0-15,-9-8-2 0,6 8-1 0,-9-8 0 16,8 10 0-16,-1 2 14 0,-5-14 1 0,-2 1 0 15,-1-3 2-15,-4 1 13 0,2-1 2 0,-7-4 4 16,2 0 16-16,-6-8 6 0,-2-2 3 0,-5-2 18 16,-1 0 15-16,-3-7 5 0,-4-1-4 0,-8-1-2 15,-8-4-1-15,0-6-8 0,-5-5-3 0,-3-2-6 16,-2-4-11-16,-9-9-11 0,17 1 21 0,-10-13-7 16,4-2-8-16,12 7-13 0,-3-14 6 0,6-3-17 15,5 0-13-15,5-9-1 0,10 5-24 0,4 1-41 0,3 13-30 16,5-1-20-16,4 2-27 0,5 1-35 0,0 2-41 15,7 2-43-15,3 3-46 0,0 5-41 0,-4 3-34 16,4 3-42-16,2 1-53 0,-1 2-46 0,-8 6-321 16,0-2-870-16,0 4 385 0</inkml:trace>
  <inkml:trace contextRef="#ctx0" brushRef="#br0" timeOffset="180352.7">16352 7127 279 0,'-2'-10'333'0,"-3"0"-2"0,1 0-16 0,2 1-9 0,-1-2-12 16,-1 1-18-16,1-2-20 0,3 4-15 0,2-5-20 15,-1 5-21-15,3-1-5 0,1-1-30 0,-1 1-21 16,6 0-16-16,1 1-11 0,5-2-11 0,2 3-12 16,2 0-11-16,2 2-11 0,1 3-4 0,0 4-6 15,-1-1-9-15,8 4-8 0,-7 2-5 0,-4 1-3 16,7 7 11-16,-8-3-21 0,-2 1 1 0,0 3-11 15,-5 3 4-15,-1-2-1 0,-2 2 0 0,-4 0-5 16,-3 0 2-16,-2 0 1 0,-3 0 1 0,-2 2-3 16,-6-2-3-16,3-1 0 0,-2 0-2 0,-3-2 3 0,0 0-7 15,2 1 6-15,0-2-2 0,1-1-10 16,0 1 7-16,3-4-9 0,0-2 3 0,1 1 2 16,2 0-3-16,1-1-10 0,2 0-39 0,2-4-35 0,2 6-36 15,1-5-43-15,2 2-52 0,3 1-55 0,4-2-63 16,-5 1-266-16,9 2-649 0,-1 2 287 0</inkml:trace>
  <inkml:trace contextRef="#ctx0" brushRef="#br0" timeOffset="180712.05">16705 7903 10 0,'0'0'333'0,"6"2"-15"0,-6-2-7 0,0 0-16 16,4 2-14-16,-4-2-25 0,0 0-18 0,4 2-31 0,-4-2-17 15,0 0-19-15,3 5 0 0,-3-3-13 16,3 2-14-16,-3-4-9 0,1 8-20 0,2-5-15 16,0 4-5-16,0-2-3 0,-2-2-11 0,4 0-4 0,1 2-13 15,-4-1-5-15,4-1-2 0,-3-1 0 0,2-1-12 16,-5-1 0-16,9 0 0 0,-9 0-4 0,11-3-8 15,-6-1 2-15,-3 1-3 0,5-2-3 0,-2-1-3 16,-3-5-1-16,0 2 0 0,1-4-2 0,-3 2-5 16,0 1-5-16,-3-3 17 0,-1 3-19 0,-1-3-6 15,-3 3-8-15,0-1-19 0,-1 4-37 0,0-2-31 16,-5 2-53-16,0 2-64 0,-4 2-71 0,3 0-76 16,-6 1-203-16,0 3-604 0,-1-1 268 0</inkml:trace>
  <inkml:trace contextRef="#ctx0" brushRef="#br0" timeOffset="193971.08">13336 7496 192 0,'0'0'219'0,"0"0"-5"0,0 0 0 16,0 0-3-16,0 0-4 0,0 0-4 0,0 0-6 15,0 0-5-15,0 0-3 0,0 0-6 0,0 0-9 16,0 0-8-16,0 0-12 0,0 0-12 0,0 0 4 15,0 0-15-15,0 0-5 0,0 0-11 0,0 0 0 16,0 0-12-16,0 0-8 0,0 0-5 0,0 0-12 16,0 0-4-16,0 0-12 0,0 0 1 0,0 0-20 15,0 0 6-15,0 0-4 0,0 0-10 0,0 0-5 0,0 0 1 16,0 0 2-16,17-3-13 0,-17 3 2 16,11-2 1-16,-3 0-8 0,-1 1 2 0,2 1-4 15,4-1-1-15,-5 0-1 0,7-1 6 0,-4 1-20 0,2 0 13 16,-2 0-5-16,2 3 0 0,-4-1-5 0,-1-1-1 15,0-1 8-15,2 0-5 0,-5 1 1 0,-5 0 3 16,10 0 0-16,-6-1-2 0,-4 1 7 0,0 0-9 16,8 0 3-16,-8 0 2 0,0 0 7 0,7-2-8 15,-7 2 0-15,0 0-2 0,0 0 4 0,0 0-4 16,0 0 3-16,-15-6-5 0,15 6-2 0,-11-2-1 16,4 4-3-16,7-2 2 0,-16 0 3 0,9 1-1 15,-5-2-7-15,2 2 6 0,-1 1 7 0,-1 1-5 16,0 0-7-16,1-1 3 0,-1 2 0 0,1 0-3 15,4-3 8-15,-5 5-3 0,5-5-4 0,-4 3 4 16,1-1-2-16,3-1 3 0,1-1-5 0,2 0-1 0,0 0 4 16,4-1 5-16,-4 3-5 0,4-3-3 0,0 0 14 15,0 0-11-15,-7 1 0 0,7-1-11 0,0 0-5 16,0 0-14-16,0 0-17 0,0 0-12 0,0 0-17 16,0 0-21-16,0 0-15 0,0 0-22 0,0 0-24 15,11-7-39-15,-11 7-49 0,7-5-46 0,-6 2-214 16,3 1-550-16,-2-1 243 0</inkml:trace>
  <inkml:trace contextRef="#ctx0" brushRef="#br0" timeOffset="194627.27">13434 7747 256 0,'0'0'278'15,"0"0"-8"-15,-9-1-7 0,9 1-9 0,0 0-14 16,-5-2-8-16,5 2-15 0,0 0-19 0,0 0-24 15,-3-3-7-15,3 3-13 0,0 0-20 0,0 0-12 16,0 0-16-16,0 0-7 0,0 0-12 0,0 0-7 16,0 0-10-16,0 0 4 0,0 0-14 0,0 0-7 15,19-3 0-15,-11 2-7 0,3 1-3 0,-1-1-9 16,3-1 8-16,-2 0-13 0,0 1-5 0,3 0 12 16,-3 0-16-16,1 1-5 0,0-3-1 0,-1 2 0 15,-2-1-11-15,-2 2 6 0,1-2 10 0,-8 2-16 16,10-1 2-16,-2 0 2 0,-5-2 1 0,-3 3-5 0,8-2 3 15,-8 2-5-15,0 0 6 0,0 0 1 16,6 0-3-16,-6 0 0 0,0 0-1 0,0 0-3 16,0 0-3-16,0 0 0 0,0 0 4 0,0 0-4 0,0 0 2 15,-30 5 3-15,24-4-7 0,-2 2 11 0,0-3 1 16,-2 3 5-16,3 0-4 0,-2-3 9 0,0 2-4 16,2 1-5-16,0 0-1 0,-3-2-2 0,5 2-2 15,5-3 5-15,-11 1-6 0,7 1-7 0,1 0-8 16,3-2-28-16,0 0-25 0,-7 2-36 0,7-2-47 15,0 0-43-15,0 0-54 0,0 0-63 0,0 0-200 16,14-7-548-16,-4-2 243 0</inkml:trace>
  <inkml:trace contextRef="#ctx0" brushRef="#br0" timeOffset="200158.47">18172 7079 10 0,'6'-8'382'0,"-4"2"-7"0,5-4-13 0,-3 5-6 16,-3 2-25-16,4-3-31 0,-4 4-42 0,-1 2-34 16,4-2-23-16,-4 2-15 0,8 7-3 0,-4-2-14 15,7 6-6-15,-3 2-16 0,2 3-12 0,-1 1-11 16,2 1-9-16,2-1-14 0,1 6-6 0,2 0-14 15,-6-2-5-15,5-1-5 0,0 0-8 0,0 2-3 16,-1-6-3-16,-2-1-9 0,-1-2-5 0,-2-3-4 16,0 0-5-16,-3-2 0 0,0-3-1 0,2 2-8 15,-3-4 15-15,-2-1 48 0,1 2 29 0,-4-4-9 16,0 0-11-16,13-7-10 0,-10 1-7 0,4-3-12 16,-4-3-4-16,1-1-8 0,3-6-6 0,-3-3-5 15,3-4-1-15,-3-1-10 0,4-1-2 0,-4 1-3 16,3-2-11-16,-3 4-10 0,1 7-10 0,-1-1-12 15,2 0-32-15,-2 3-21 0,-1 4-25 0,-2 1-35 0,1 4-26 16,0-1-38-16,1 3-39 0,0 2-42 0,-3 3-18 16,0 0-16-16,0 0-19 0,0 0-20 0,0 14-236 15,0-2-630-15,0 1 278 0</inkml:trace>
  <inkml:trace contextRef="#ctx0" brushRef="#br0" timeOffset="200908.46">18776 7217 17 0,'14'-3'212'0,"-3"-1"17"0,3 2 3 16,-4-4 10-16,1-1-3 0,-3 1 4 0,-1-2-2 16,1 0-8-16,-3 2-13 0,1-3-8 0,-1 1 2 15,-2-1-14-15,1 1-12 0,-4 2-9 0,2-1-7 16,0 1-11-16,-2-1-13 0,-1 0-13 0,1 2-16 0,-1-1-8 16,1 6-24-16,-5-5-7 0,4 2-11 0,1 3-5 15,-7-2-6-15,7 2-14 0,-12 5 0 16,5 0-9-16,0 0 0 0,-2 1-2 0,2 3-10 15,-1 1 1-15,-2-1-3 0,3 1-6 0,1 0-19 0,-1 0-44 16,4 0-6-16,1 0-1 0,-1-2 7 0,1 0 8 16,0 0 1-16,4-2 2 0,-2 1 3 0,3 0 1 15,0-3 5-15,0 0 5 0,-1-1 3 0,3-1 3 16,-5-2-1-16,14-3 5 0,-7 2-2 0,0-3 5 16,4-4-1-16,-2 1 4 0,0-2-2 0,1 0 1 15,3-4 2-15,-4 3 4 0,3-1 0 0,-3 2 8 16,0-1 6-16,-1 0 4 0,3 3 0 0,-1-3-4 15,-3 3 2-15,3-1-4 0,-3 4 0 0,-1-1-3 16,2 4-4-16,1-2 4 0,-2 3-3 0,5 0-16 16,-1 3-23-16,0 2 7 0,-1 0 0 0,3 2 5 15,-2 0-1-15,0 0 6 0,5 4-1 0,-2 1 2 16,-3-4-14-16,-2 1 3 0,1 2-3 0,1-3-5 0,-4 0 1 16,-1 1 2-16,0-3-2 0,-1 0 3 0,-1-1 0 15,0 0 4-15,-2 0 3 0,0-2 7 16,-2-3 8-16,0 0 2 0,0 0 9 0,0 0 8 0,-8 2 9 15,8-2-1-15,0 0 6 0,-15-5-4 0,9 0 4 16,1 2 1-16,1 1-3 0,0-2-8 0,-2 3 6 16,3-4-4-16,3 5-5 0,-6-4 0 0,6 4 0 15,-1-4-4-15,1 4-6 0,0 0 2 0,0 0-18 16,0 0-10-16,5-6-16 0,1 4-1 0,3 1-12 16,-5 0-7-16,-4 1-7 0,17 1-7 0,-4-2-3 15,-2 0 0-15,1-2 2 0,2 1 12 0,0 1 1 16,2-1 6-16,-4-2 5 0,3 1 3 0,0-2 9 15,-3 0 5-15,2 0 7 0,-1-1 2 0,-3-1 9 16,0 2 22-16,0-3 20 0,-4 4 20 0,2-2 15 16,-1 2 6-16,1-1 5 0,-4-1 5 0,2 0-1 15,-2 3 0-15,1-2-9 0,-1 2-9 0,-1 1-7 16,-3 2-8-16,9-3-2 0,-5 3-2 0,-4 0-4 0,0 0-3 16,17 4-6-16,-12 0-1 0,5 3-8 15,-5 4 1-15,4-3-5 0,-2 8 4 0,3-1-2 16,-2 3-2-16,-2 2-1 0,2 0-3 0,1 4-1 0,-3 4 13 15,-1 1-16-15,-1-1 3 0,2 3 0 0,-2-3 1 16,-3 3 0-16,2-1-21 0,-3 0-17 0,0-10-24 16,1 6-19-16,-2-6-26 0,2-1-35 0,-1 1-39 15,2-6-60-15,0-4-254 0,1 0-528 0,0-4 234 16</inkml:trace>
  <inkml:trace contextRef="#ctx0" brushRef="#br0" timeOffset="201549.03">20520 6916 228 0,'20'-24'287'16,"-10"4"-11"-16,5-4-14 0,-4-2-23 0,0-1-24 15,-4 1-8-15,0 5 14 0,-5 1-12 16,-1-1-17-16,3 2-7 0,-5 0-10 0,-3 1-8 0,2 1 1 16,-2 4-10-16,-3 2-19 0,-1 0-9 0,4 3-23 15,-3 0-5-15,-1 3-13 0,4 2-9 0,-5 0-14 16,0 3-10-16,4 0-7 0,-6 2-10 0,3 2-3 16,-2 2-3-16,4 3-7 0,-4 0 11 0,6 3-14 15,-3-1-3-15,3 6 10 0,1 1-11 0,3 1-5 16,0-1 1-16,0 1-3 0,3 3-3 0,1-2 2 15,0-2-5-15,1 3-2 0,0-3-1 0,3 0 3 16,-3-2-2-16,2 1 1 0,-1-6 3 0,-1 2-5 16,-1 0-1-16,0-4 0 0,0 0 1 0,-1-1-1 0,-2-2 1 15,2 0-1-15,-1-1 0 0,0-1 5 16,0 0 13-16,-2-4 10 0,1 5 6 0,-1-5 13 16,0 0 10-16,0 6 11 0,0-6 9 0,0 0-3 0,3 3 1 15,-3-3-6-15,0 0 1 0,0 0 0 0,0 0-4 16,0 0-5-16,1 3-2 0,-1-3-9 0,0 0-3 15,0 0-5-15,0 0-2 0,0 0-10 0,0 0-3 16,0 0-11-16,0 0-17 0,0 0-45 0,0 0-65 16,0 0-50-16,0 0-48 0,0 0-58 0,0 0-83 15,0 0-92-15,0 0-226 0,0 0-720 0,-1-16 318 16</inkml:trace>
  <inkml:trace contextRef="#ctx0" brushRef="#br0" timeOffset="202111.47">20895 6968 123 0,'0'-8'316'0,"0"5"-14"0,0 3-4 0,0-4 0 16,0 4-31-16,0 0-23 0,-4-5-20 0,4 5-30 16,0 0-28-16,0 0-14 0,0 0-19 0,0 0-15 15,0 0-11-15,0 0-11 0,-1 19-13 0,2-11-6 16,-1-1-15-16,3 2 1 0,-2 1-6 0,3 3-8 16,2-2-1-16,-1-1-5 0,-1 2-2 0,2-5-3 15,-1 5-5-15,2-7 1 0,-2 3-4 0,1-2 7 16,1-2 5-16,-2 1 17 0,3-4 25 0,-4 0 18 15,2-1 12-15,-6 0 9 0,13-4-1 0,-7 1 0 16,0-2-11-16,1-6-1 0,0 3-2 0,1-4-4 16,-4 0-10-16,6-3-8 0,-7 3-8 0,3-4-7 15,-3 4-4-15,5 1-8 0,-7-2-7 0,5 3-3 0,-2-1-5 16,-1 4-5-16,-2-1-6 0,-1 1-11 0,3 4-29 16,-2-1-45-16,-1 4-69 0,0-6-66 15,0 6-20-15,0 0-6 0,0 0-19 0,0 0-24 0,6 12-40 16,-2-5-28-16,0-1-16 0,1 3-226 0,1 0-613 15,2-1 272-15</inkml:trace>
  <inkml:trace contextRef="#ctx0" brushRef="#br0" timeOffset="202470.82">21277 6976 112 0,'0'-4'245'16,"3"0"6"-16,-3 0 12 0,1-1 0 0,-1 1-1 15,0 4-9-15,3-6-14 0,-3 6-27 0,0-3-23 16,0 3-20-16,0-5-23 0,0 5-6 0,0 0-26 15,0 0-10-15,0 0-6 0,0 0-11 0,2 16-7 16,0-9-13-16,1-1-3 0,0 1-11 0,2 2-7 16,0-1-1-16,0 2-6 0,0-1-5 0,1 0-2 15,-1-2-4-15,0-2 5 0,-2 0-5 0,1 1-7 0,0-3-6 16,-1-1 5-16,0 1 1 0,-3-3-1 0,0 0-4 16,0 0-2-16,13-5 9 0,-10 2 6 15,-2-5 18-15,2 2 7 0,0-1 1 0,0 0 5 0,-1-4 7 16,0 0-9-16,-1 4 19 0,3-4 3 0,-2 1-5 15,0 0-5-15,3 1-7 0,-3 0-4 0,-1 1-7 16,1 2-3-16,-1 0-5 0,2 2-6 0,-2-3-7 16,-1 6-5-16,0 1-32 0,3-4-17 0,-3 4-24 15,0 0-21-15,0 0-19 0,16 7-15 0,-12-1-16 16,2 2-17-16,0-1-20 0,1 2-28 0,3-1-22 16,-4 2-32-16,4-1-20 0,-2 1-25 0,4-2 0 15,-3 2-168-15,0-1-486 0,5-1 216 0</inkml:trace>
  <inkml:trace contextRef="#ctx0" brushRef="#br0" timeOffset="202955.14">21680 7016 140 0,'5'-7'179'0,"2"-2"10"0,0 0-4 0,-2 0-4 0,1-1 7 16,1-2 7-16,-2-4-5 0,2 5 1 0,1-7-2 16,-3-2-11-16,2-1-1 0,-5 1-10 15,2 0-11-15,-3-7 8 0,4 7-2 0,-5 2-11 0,2-3 9 16,-4 1-33-16,2 2-5 0,-1 1-11 0,-3 4-8 15,4 2 6-15,-4-1-5 0,3 6-18 0,-5-1 2 16,3 2-31-16,-1 1-4 0,0 2-10 0,4 2-9 16,-13 5-14-16,5-1-11 0,-1 5-22 0,-1 5-7 15,4 0-9-15,-3 5 2 0,4 3-1 0,1 0-2 16,-1 5-3-16,4 1 0 0,2 0-4 0,-1 0-4 16,7 3-3-16,-2-4-1 0,1-5 4 0,3-3 1 15,2 6 5-15,-4-7 0 0,1 0 0 0,0-2 5 16,2-6 9-16,-4-1-5 0,4-2 6 0,-1-2 0 15,0 1 2-15,-2-4 0 0,2-2 9 0,0 0 0 16,0-2 18-16,-1-4 10 0,1-1 17 0,-2 1 11 16,0-4 14-16,-2 2 14 0,2-4 10 0,-2 2 6 0,0-1 12 15,-1-1 10-15,-3 1 6 0,3 2-1 0,-2-1 0 16,0 4-7-16,0-2-12 0,-1 3-8 16,1 0-13-16,0 1-12 0,-2 0-6 0,0 4-15 0,2-5-23 15,-2 5-22-15,0 0 3 0,0 0-5 0,0 0 1 16,12 7-2-16,-8-2 3 0,1 1-2 0,-1 1-7 15,2 1-5-15,3 1-3 0,-3 0-5 0,3 0-2 16,-2 0 0-16,5 1-12 0,-4 0 4 0,2 0-8 16,6 0-5-16,-5-2-8 0,-1-2-9 0,3 1 0 15,-3-5-1-15,2 1-22 0,-2-1-15 0,1-1-18 16,-2-2-28-16,-2-1-33 0,1-1-40 0,0-1-23 16,0-5-34-16,0-1-25 0,-2 1-177 0,-1-2-516 15,3-5 228-15</inkml:trace>
  <inkml:trace contextRef="#ctx0" brushRef="#br0" timeOffset="204205.13">22198 6583 87 0,'1'-5'273'0,"-1"1"-19"0,0-2-31 0,0 6-22 16,0-4-26-16,0 4-20 0,0 0-16 0,0 0-16 16,0 0-11-16,0 15-13 0,3-3-9 0,-3-1-11 15,2 7-4-15,2 0-11 0,0 2-2 0,0 1-7 16,2 7-4-16,0-2-3 0,-2-3-6 0,2 3-4 15,0 2-3-15,-4-8-2 0,2 7-3 0,-2-7-1 16,1 3-8-16,-3-4 4 0,0-1-2 0,1-3-16 16,-2-2-21-16,1-1-22 0,0-3-13 0,1-1-10 15,-1-2 4-15,0-2 4 0,3 0 4 0,-1-1 8 16,-2-3 1-16,0 0 5 0,8 0 6 0,-8 0 2 16,7-10 6-16,-2 4 3 0,3-3 4 0,-2 1 13 15,1 0 12-15,-1-3 4 0,0 0 11 0,-1 0 6 0,3 2 11 16,-4-1 10-16,2 0 14 0,-1 1 7 0,1 0 5 15,-4 6 6-15,0-4 4 0,0 2 2 16,0 0-1-16,1 1-10 0,-3 4-5 0,2-5-10 0,-2 5-12 16,0 0-6-16,0 0-9 0,0 0-6 0,0 0 9 15,0 0-13-15,0 0-7 0,3 10 1 0,-2-5-8 16,1 1-5-16,1 0-2 0,-1 0-5 0,4 1-7 16,-2 0-4-16,1-3-5 0,3 2-14 0,1 0-11 15,3 0-14-15,-4-2-12 0,2-1-11 0,3 0-16 16,-1 1 0-16,2-2 1 0,-5-2 8 0,0 0 3 15,1-4 6-15,-1 3 6 0,-3-3 4 0,1 1 14 16,0-2-3-16,-2 0 9 0,4-3 1 0,-5 0 15 16,0 1 8-16,1-1 16 0,-2 2 27 0,-1-4 12 15,0 4 16-15,-1 1 9 0,-1-2 16 0,2 2 3 16,-2 0 3-16,-2 0 0 0,1 1-10 0,-2-1-5 16,2 1-11-16,1 4-10 0,-8-3 0 0,8 3-7 15,-7-2-6-15,7 2-5 0,0 0-6 0,-15 4-6 0,8 0 3 16,3-2-2-16,-1 3-3 0,-1 0-2 15,3 1-1-15,-2 3-1 0,0 1-5 0,2-1 4 16,-2 0 1-16,3 2-3 0,2-3 1 0,0 5-2 0,0-1-2 16,2-3 1-16,2 3-3 0,-2-2 0 0,5-1-1 15,-2 0 2-15,0-1 0 0,3 0-2 0,1-2 0 16,2-2-2-16,0 1 0 0,1-4 1 0,0 1-1 16,2-5-2-16,0 3 1 0,-1-2 0 0,2-2 0 15,0 1 1-15,0-2 2 0,-4-1-5 0,8-5-1 16,-5 0 2-16,-1-2-7 0,-2-1-4 0,2-2-9 15,-1-4-8-15,0-3-7 0,0-4 1 0,0 4 0 16,-5-5 3-16,2 1 2 0,-2 0 7 0,2 1 3 16,-2-2 0-16,-3 8 11 0,2-7 13 0,-4 9 26 15,0-2 10-15,0 1 2 0,-1-1 22 0,-2 1 6 16,1 2 9-16,-2 6 9 0,2-3 1 0,-2 2-4 16,0 2-5-16,-2 0 1 0,2 2-9 0,0 1-9 15,0 1-9-15,0 1-9 0,-1 0-10 0,-2 4-2 0,5 1-5 16,-11-2-8-16,3 7-7 0,1-2-1 15,0 3 3-15,-1 3-5 0,0 2 0 0,-2 4-2 16,4 2-6-16,0 2 2 0,1 2 2 0,2 7-5 0,2-2-4 16,-1-5-8-16,4 7 0 0,-1 3-16 0,6-10-4 15,-2-2-1-15,2 1 1 0,1 0-2 0,4-2 3 16,-1-4-1-16,-1 1 1 0,3-2-4 0,1-2 0 16,-2-4-1-16,2 0 0 0,-3-3 5 0,4 1 8 15,-3-4-5-15,4 2 10 0,-5-7 0 0,3 1 3 16,-2 1 5-16,-1-2 7 0,-2-1-7 0,-2 3 5 15,0-3 0-15,-1 2 7 0,-1 1 1 0,0 0 4 16,-5 2-9-16,9-3 0 0,-9 3-9 0,2-1-1 16,-2 1 5-16,0 0 0 0,2 10 1 0,-2-3-4 15,0-2 4-15,-2 2 0 0,4 3-1 0,-1-3-5 16,0 2 3-16,1 1-4 0,-1 1 6 0,3-5-6 16,0 0 1-16,0 0 3 0,0-2 3 0,3-1 1 0,0-1-4 15,1-2 2-15,3-3 3 0,1-1-2 0,0-1 10 16,2-1 11-16,-4-3 8 0,5-3 12 15,-2 2 4-15,1 0 12 0,-1-3 4 0,-3 4-1 0,2 0-7 16,-2-1-6-16,-2 2 3 0,1 0-8 0,0 2-4 16,-7 1-7-16,4 2 0 0,-2-1-1 0,2 4-14 15,-6 0-5-15,9 5 5 0,-4 1-6 0,1 2-2 16,1 3 4-16,-1 0-4 0,0 7-3 0,1 1 4 16,2 9 0-16,-5-8 2 0,8 8-4 0,-5 0-4 15,8-1-1-15,-8 1 5 0,1 1 1 0,0-5-2 16,0 5-2-16,-4-9-1 0,5 0 2 0,-4-1-2 15,1 0-3-15,3-1 11 0,-6-4-6 0,-1 3 2 16,1-6 0-16,-3 1 7 0,0-3 25 0,0-1 31 0,-3-2 35 16,1-1 17-16,-8 0 16 0,1 0-7 15,-5-2-7-15,-5-2-15 0,-4 2-4 0,2-3-9 16,-9-2-18-16,7 1-40 0,-5-3-68 0,-2-1-89 0,-3 0-90 16,-1 0-104-16,-1-1-144 0,-3-4-244 0,5 2-763 15,2-4 338-15</inkml:trace>
  <inkml:trace contextRef="#ctx0" brushRef="#br0" timeOffset="207044.31">20555 6813 93 0,'-7'7'113'16,"0"2"-14"-16,2 0-8 0,-3 0-6 0,3 1-14 0,2 0-7 15,-3-2-6-15,2-1-6 0,3-1-1 0,-1 0-5 16,1 0-2-16,1-1-8 0,0-5 4 0,1 5 13 16,2-4 6-16,-3-1 1 0,0 0-12 0,22-4 9 15,-10-3-13-15,3 0 1 0,-4 1-5 0,-1-5-7 16,4-2 1-16,-4 4 0 0,-2-2-5 0,2 2 7 15,-5 0 5-15,1-3 7 0,-1 3-1 0,-1-1 2 16,-1 3 4-16,-2 1 11 0,-1 0 1 0,0 1-5 16,-1-1-8-16,-2 1-8 0,-1 2-4 0,-3 0-3 15,-4 2-1-15,-5 2-6 0,-1 1-4 0,-4-1-1 16,2 2-5-16,1 1-3 0,-1 1-2 0,2 1-2 16,4-3 2-16,2 2-5 0,1-1-1 0,1-2-2 0,4-1 2 15,-1 0-1-15,6-1-1 0,-6 2 2 0,6-2-3 16,0 0 1-16,15-8-2 0,-3 1-1 0,6-6 2 15,3 6 2-15,5-7 0 0,4-1-3 0,-3 1 1 16,-1 1-1-16,-1 0-3 0,-7 3 2 0,-2 0-2 16,-7 3 11-16,2 2 19 0,-4 1 26 0,-3 0 9 15,0-1-6-15,-1 1-8 0,-3-1-9 0,0 5-1 16,-10-5-12-16,5 4-3 0,-9 2-3 0,-1 2 0 16,-4 2-5-16,-1-2-3 0,-3 5-6 0,2 0 1 15,2-1-1-15,-3 5-3 0,5 1 1 0,-1-4-4 16,7 0 1-16,2-4-3 0,0 4 0 0,0-4-1 15,4 2 0-15,2 1-4 0,1-1 2 0,4-1-2 16,1 0 2-16,1-1-2 0,4 4 2 0,0-6-4 0,4 2-10 16,3-4-26-16,7 3-35 0,1-3-38 15,0 0-41-15,7-2-38 0,-7 1-213 0,-4 0-439 16,4-1 194-16</inkml:trace>
  <inkml:trace contextRef="#ctx0" brushRef="#br0" timeOffset="207809.87">21971 6725 242 0,'-7'-4'240'0,"3"3"-26"0,4 1-20 0,0 0-22 0,-7-3-19 15,7 3-18-15,0 0-16 0,0 0-11 0,-9 4-12 16,9-4-10-16,-4 3-10 0,4-3-3 0,0 0-9 16,-2 4-4-16,2-4-12 0,0 0-2 0,0 0-2 15,0 4-3-15,0-4-3 0,0 0-6 0,0 0-2 16,0 0-1-16,3 5-1 0,-3-5 3 0,0 0-2 15,0 0 7-15,-1 5 13 0,1-5 6 0,0 0 8 16,0 0 1-16,0 0 1 0,0 0-4 0,0 0-10 16,0 0 1-16,0 0-5 0,0 0-9 0,0 0-11 15,0 0-30-15,0 0-45 0,0 0-67 0,0 0-75 16,0 0-257-16,0 0-484 0,0 0 214 0</inkml:trace>
  <inkml:trace contextRef="#ctx0" brushRef="#br0" timeOffset="-211681.91">2279 2900 204 0,'-8'2'237'0,"8"-2"-2"0,-12-2-9 0,5 1 8 16,7 1-16-16,-7-1-5 0,7 1-14 0,-10-1-9 16,10 1-13-16,-5-2-15 0,5 2-19 0,0 0-16 15,-4-2-12-15,4 2-15 0,0 0-12 0,0 0-10 16,0 0-11-16,0 0-10 0,0 0-7 0,0 0-6 15,0 0-6-15,0 0-7 0,0 0-1 0,0 0-5 16,0 0-6-16,0 0-4 0,0 0 0 0,12 7 2 16,-4-5-2-16,-1 0-5 0,5-2 1 0,2 3-1 15,5-3 2-15,0 0-1 0,6 0-2 0,5-3-1 16,1 1-5-16,0 0 14 0,3 1-11 0,3-3 25 16,2-1 15-16,16-1 2 0,2-2 0 0,0 2-8 15,0-3-3-15,0 1-5 0,0-1-9 0,-2 2 4 16,2-3-3-16,0 4 1 0,3-1-3 0,-4-2-10 15,2 2 11-15,-1 1-8 0,-5 0-7 0,-7 1 6 16,7-1-1-16,-9 2-3 0,-2 0-1 0,1 2-4 0,-4-3 2 16,0 3 0-16,-1 1-7 0,-3-1 4 15,0 0 3-15,5-1-5 0,-1 0-1 0,-1 0-1 16,0 2 1-16,1-3 0 0,1 2 8 0,-5 0-2 16,3 0-5-16,-1-2 1 0,-2 1-1 0,-2 1-2 0,1 0 3 15,-2-3-11-15,-4 2 10 0,-2 0 2 0,-2 0-2 16,0-1-4-16,5 2 4 0,-6 1-2 0,0-1 2 15,9-1-1-15,-9 0-4 0,1-1 2 16,6-1 6-16,-6 4 2 0,0-2-5 0,0 1 0 0,3-1 1 16,-7 2-5-16,7 0 1 0,-4 0-7 0,-2-4 8 15,3 4 0-15,-1 0 2 0,1-2-2 0,-1 2 0 16,1-1 3-16,3 2-4 0,2-2 2 0,-7 1 3 16,11 0-3-16,-8-2-1 0,-3 6-1 0,11-7 0 15,-3 1 4-15,-3 3 0 0,-4 0-5 0,9-1 1 16,0 1 4-16,-10-1-1 0,2-1 1 0,10 2-3 15,-2 0 1-15,0 0-1 0,2-1 1 0,1 0-3 16,-4 1 2-16,0 0 1 0,0-1-1 0,-3 2 0 16,4-4-1-16,-8 3 4 0,0 0 8 0,1-2-12 15,-4 1 5-15,3 1-6 0,0 0 3 0,-1-2-3 16,0 1-1-16,2 1 6 0,-6-1-2 0,1 0 3 16,-4-1-3-16,4 2 10 0,-4 0-17 0,0 0 3 15,-1-1 13-15,-4-1-11 0,4 4 1 0,-3-4-2 16,-3 2-6-16,0 0 9 0,-1 0 0 0,1 0-4 15,-8 0 1-15,11 0 4 0,-5 0 0 0,-6 0-1 16,8 0-7-16,-8 0 4 0,8 0 3 0,-8 0-6 16,0 0 3-16,7 0 6 0,-7 0-14 0,0 0-13 15,9 0-8-15,-9 0-8 0,4 2-26 0,-4-2-27 16,0 0-43-16,11 0-48 0,-11 0-69 0,0 0-55 16,8 0-183-16,-8 0-530 0,0 0 235 0</inkml:trace>
  <inkml:trace contextRef="#ctx0" brushRef="#br0" timeOffset="-203936.44">7952 9567 191 0,'0'0'222'16,"0"0"-12"-16,3-3-17 0,-3 3-25 0,0 0-12 16,0 0-18-16,-1-5-14 0,1 5-12 0,0 0-13 15,0 0-9-15,0 0-9 0,0 0 13 0,0 0-2 0,0 0-10 16,-6 11-6-16,6-5-11 0,0 0-5 0,0 0-2 16,0-1 1-16,-1 7-1 0,-2-5-7 0,3 5-4 15,0-3-5-15,-1 4 0 0,-2 0-8 0,3-1 0 16,-2 1 8-16,0 4 1 0,-1-3-6 0,4 2 6 15,-2 3-9-15,-3 1-1 0,4-1-9 0,0 1 4 16,4 2 0-16,-4 5-4 0,1 1-1 0,2 4 2 16,-2 0-6-16,4 2 2 0,-1 2 0 0,1 0 3 15,-2 14-7-15,-2-12-3 0,3 14-2 0,3 2 2 16,-3 0-3-16,-1 1-1 0,-2-5-4 0,-2 8-2 16,1-1 1-16,-3 5 4 0,0 2 19 0,-1 22 5 15,-1-25-3-15,0 2 0 0,-2 29-5 0,0-27 3 16,-5 23 1-16,6-24 1 0,-6 23-4 0,6-26-1 0,-3 0 1 15,4 29 2-15,-4-27 0 0,4 26 2 16,-1-24-7-16,-3 21 3 0,4-23-4 0,-4 1 0 16,5 0-3-16,-5-2-1 0,3 0-2 0,1 1 2 0,-1-3-7 15,1-1 6-15,2-6-5 0,-3 6 4 0,-1-2-4 16,3-3 0-16,1 0-2 0,-1-2-3 16,4-3 0-16,-3-9 0 0,2-3 0 0,-1-1 2 0,2 2-4 15,-2-3 1-15,-1 0-3 0,3-3 0 0,0-4 5 16,3 0 1-16,-1-7-8 0,0-2 5 0,-1 0-2 15,0-5 2-15,2-1 10 0,0 0-17 0,-3-1 6 16,1-5-3-16,1 2 0 0,0-1 0 0,0-2-6 16,-1-2 1-16,1 1-6 0,-1-1-5 0,-1-4-5 15,3 4-17-15,-3-4-50 0,0 0-55 0,0 0-59 16,0 0-66-16,8-11-274 0,-7 4-584 0,2-3 259 16</inkml:trace>
  <inkml:trace contextRef="#ctx0" brushRef="#br0" timeOffset="-202920.83">7948 9569 98 0,'0'0'259'0,"0"0"-8"0,0-3-21 0,0 3-17 16,0 0-15-16,0 0-18 0,0 0-19 0,0 0-17 15,0 0-19-15,0 0-18 0,0 0-4 16,0 0-14-16,0 0-9 0,0 0-3 0,-5 14-9 0,2-6-2 16,-1-2-5-16,-3 5-6 0,3-1-5 0,-1 3-2 15,-2-2-4-15,-2-1-3 0,0 3-5 0,1 3-5 16,1-5 0-16,0 1-5 0,-1 3-6 0,3-4 4 15,-2-1-3-15,0-2-2 0,4 2-2 0,-1-4 0 16,-2 1 0-16,4-3-3 0,-1 2-1 0,2-1 3 16,-3 1 1-16,4-5 6 0,0-1 12 0,-3 3 19 15,3-3-1-15,0 0-8 0,0 0-3 0,0 0-5 16,0 0 5-16,7-15-11 0,-3 9-4 0,2-3 16 16,0 1 1-16,-2-3 11 0,3 3 2 0,0-2 13 15,0 0 3-15,-2 1 0 0,2 0 7 0,-1 1 8 16,-1 1-3-16,-1-2 5 0,3 4-3 0,-3-2-8 15,0 2-9-15,0 1-7 0,0-1-4 0,-1 1-12 0,1 2-4 16,0-1-3-16,3 2-8 0,0 0-2 0,-7 1-5 16,15 1 3-16,-3 3-9 0,-1 0-1 0,4 2-11 15,-3 1-4-15,5 1-33 0,-1 3-20 0,2-1-32 16,-1 4-30-16,3 4-40 0,2 1-54 0,-6-2-83 16,1-1-85-16,-4 1-222 0,4 8-643 0,-6-6 284 15</inkml:trace>
  <inkml:trace contextRef="#ctx0" brushRef="#br0" timeOffset="-201233.48">6969 12862 46 0,'0'0'183'15,"-7"-1"-18"-15,7 1-12 0,0 0-5 0,-7-1-5 16,7 1-4-16,0 0 1 0,0 0-2 0,0 0-7 16,0 0-6-16,0 0-13 0,0 0-3 0,0 0-9 15,0 0-10-15,0 0-11 0,0 0-6 0,13-8-10 16,-8 8-4-16,7-2-8 0,-1 2-4 0,4 0-3 16,3-1-6-16,3 0-4 0,0 1-1 0,6-1-4 15,7 1-1-15,-7 0-6 0,10 0-1 0,-5 1-2 16,3 0-3-16,3 0 0 0,1 2-1 0,17 2-3 15,-2-5-4-15,1 2 1 0,3 1-1 0,-18 0 1 16,18-2-4-16,-1 3 1 0,6 0 1 0,-1-2 0 16,-1 1-1-16,3 1-1 0,3 0-2 0,0-1-3 0,0 0 4 15,-1 1-2-15,2 1 2 0,-3-1-2 0,-1 3 0 16,3-1 1-16,-3-2-2 0,0 2 2 16,-6-1 2-16,6 0-3 0,-4 2 1 0,1-1 1 0,0-1 1 15,3 0-1-15,-1 0-3 0,0 0 1 0,3-1 0 16,-3 2 3-16,-2 1-8 0,2-2-1 0,-1-2 8 15,2 3-1-15,4-2 0 0,-3 0-1 0,3 6 0 16,-1-6-4-16,6 1 7 0,-5 3-6 0,3-2 0 16,0-1 0-16,-1 1 2 0,-3 1-1 0,3-2-1 15,-2 0 2-15,-3-1-1 0,1 1 2 0,5 0 2 16,-4 2-6-16,1-2 5 0,-1 1-1 0,2-1-5 16,-3 0 1-16,1-2 3 0,1 4 0 0,-1-4-2 15,1 2 2-15,-3 0-1 0,0 2 3 0,-3-2-2 16,0-3-1-16,2 3 3 0,-3-1-5 0,3-1 3 15,-4 2-4-15,0-2 3 0,1 0 0 0,-1 1 1 16,-2-2-1-16,1 2-1 0,-3 2 0 0,-2-6 4 16,-9 1-3-16,10 2 1 0,3 1-4 0,-1-3 3 0,-17 3 0 15,15-3 0-15,1 3 2 0,-14-3-3 0,11 5 0 16,4-5 1-16,-16-1 0 0,16 4 3 16,-16-3-2-16,15 1-2 0,-2 2 1 0,-10-1-1 0,-5-2 2 15,1 1 0-15,1-2 0 0,14 2-2 0,-13 1 0 16,-4-3 1-16,17 1 2 0,-16 0-1 0,-2-2-4 15,3 1 5-15,0 1 0 0,-2-2-3 0,3 2-5 16,-4-1 8-16,2 0 1 0,-1-1-6 0,2 0 4 16,-3 2 2-16,3-1-1 0,-3-1-1 0,0 1 1 15,0 0-2-15,-3 0 0 0,2 0 0 0,-2 1 0 16,0-1-1-16,-1 0 1 0,-2 0 1 0,0-3-1 16,-1 3 2-16,-5 0-1 0,3-4-2 0,1 3 3 15,-6 1 0-15,-4 0-2 0,0-3 1 0,2 1 0 0,-5 1 0 16,-4 1-2-16,3-3 1 0,-1 3 0 15,-3-1 17-15,-3 0 8 0,1 1-5 0,-3-2 3 16,-6 2-1-16,9 0-3 0,-9 0-4 0,14 2 0 0,-10-4-2 16,-4 2-2-16,0 0 2 0,7-2-5 0,-7 2-1 15,7-1 3-15,-7 1-3 0,0 0-3 0,6-3 2 16,-6 3 0-16,0 0-2 0,0 0-1 0,0 0 3 16,0 0-3-16,4-2-1 0,-4 2-3 0,0 0 1 15,0 0-5-15,0 0-14 0,0 0-21 0,0 0-27 16,0 0-28-16,0 0-27 0,0 0-30 0,0 0-38 15,0 0-202-15,0 0-425 0,0 0 187 0</inkml:trace>
  <inkml:trace contextRef="#ctx0" brushRef="#br0" timeOffset="-200499.18">14164 12974 39 0,'-4'-2'274'0,"0"0"-27"0,-2-1-22 0,6 3-25 16,-4-2-23-16,4 2-16 0,0 0-23 0,0 0-11 15,-8 0-13-15,8 0-9 0,0 0-6 0,1 7-12 16,-2-3-3-16,1-4-7 0,4 13-11 0,0-10 2 16,4 7-6-16,-1-2-6 0,3 3-4 0,-1-1-7 15,6 0 0-15,0 2-6 0,1-1-2 0,-2-1-4 16,4 0-7-16,-6-3-1 0,0 0-2 0,5 0-1 15,-4 1 0-15,-2-3 0 0,0 3-1 0,0-4 5 16,-2 2 4-16,-5-3-3 0,3-1 2 0,0 2-6 16,-6-1 2-16,3-1 2 0,-4-2-3 0,9 2-1 0,-9-2 3 15,2 5-4-15,-2-5 1 0,0 0 5 0,-8 6 5 16,5-1 6-16,-2-3-5 0,-6 5-3 0,2 1-3 16,-4-1 2-16,-3 5-4 0,-3-3-4 0,1 5 0 15,-5 3-4-15,0 2-17 0,0-4-33 0,-2 5-41 16,-3 0-49-16,5 1-68 0,5-2-79 0,-1-4-190 15,-1 5-496-15,9-6 220 0</inkml:trace>
  <inkml:trace contextRef="#ctx0" brushRef="#br0" timeOffset="-198968.07">9044 11761 39 0,'0'0'237'0,"0"0"-25"0,0 0-22 15,-16-5-16-15,16 5-16 0,-14 2-6 0,14-2-5 16,-13 3-15-16,6-3-8 0,0 2-12 0,0 1-12 0,2-1-9 16,-5 4-8-16,5-4-9 0,-2 3-2 0,-1-1-10 15,4 1-7-15,-4-1-3 0,1-1-5 0,4 2-6 16,-6 0-5-16,6-3-1 0,-1 1-14 0,0 0-13 15,1-1-19-15,3-2-11 0,-4 3-6 0,4-3-15 16,-4 4-32-16,4-4-35 0,0 0-27 0,0 0-8 16,0 0-4-16,0 0 5 0,4-16 10 0,-1 11 13 15,-2 0 15-15,2 0 19 0,0 0 23 0,-2 1 29 16,2 0 16-16,-2 0 29 0,1 1 23 0,-2 3 16 16,6-5 11-16,-6 5 8 0,0 0-2 0,0-3-1 15,0 3-4-15,4-3-11 0,-4 3-8 0,0 0-2 16,0 0-4-16,0 0-6 0,0 0-1 0,0 0-6 0,0 0 0 15,6 11-2-15,-4-8-3 0,0 1 6 0,2 1-14 16,0 0-32-16,0 2-41 0,4-3-52 0,0 3-149 16,2-3-286-16,2 1 127 0</inkml:trace>
  <inkml:trace contextRef="#ctx0" brushRef="#br0" timeOffset="-198358.75">9897 11363 101 0,'2'-4'276'0,"-2"-2"-9"16,0 3-1-16,0 3-14 0,0-5-8 0,0 5-15 16,-2-6-7-16,2 6-18 0,0-7-21 0,0 7-20 15,-2-3-15-15,2 3-21 0,0 0-17 0,0 0-14 0,0 0-8 16,0 0-12-16,0 0-11 0,0 0-15 16,-14 7-11-16,11-3-16 0,0-2-11 0,-1 2-16 15,-1 0-9-15,1-1-13 0,-2 3-8 0,1-2-8 0,2-1-8 16,-1 0-7-16,1 1-9 0,-2-1-5 0,5-3-4 15,-4 5 6-15,4-3 3 0,0-2 5 0,0 0 2 16,0 0-3-16,0 0 7 0,0 0 6 0,0 0 6 16,0 0 5-16,9-12 3 0,-7 7 10 0,0 2 16 15,1 0 19-15,-3 3 11 0,4-7 12 0,-1 6 22 16,-3 1 9-16,0-5 7 0,0 5 3 0,4-3 1 16,-4-1 1-16,0 4-11 0,0 0-6 0,0-4-6 15,0 4-12-15,0 0-6 0,0 0-15 0,0 0-6 16,0 0 0-16,0 0-15 0,0 0-12 0,15 9-29 15,-12-6-34-15,2 1-51 0,6 1-56 0,1 0-62 16,-2-1-143-16,6 3-420 0,6 1 186 0</inkml:trace>
  <inkml:trace contextRef="#ctx0" brushRef="#br0" timeOffset="-197863.32">10611 11231 278 0,'-15'-8'290'0,"15"8"-16"16,0 0-18-16,-5-2-16 0,5 2-14 0,0 0-21 0,0 0-15 15,-2-5-20-15,2 5-16 0,0 0-16 0,0 0-13 16,0 0-18-16,0 0-9 0,0 0-13 16,0 0-7-1,-8 0-11-15,8 0-16 0,0 0-18 0,0 0-16 0,-11 4-20 16,11-4-19-16,-6 2-14 0,4 0-12 0,2-2-12 15,-8 3-10-15,4-2 1 0,4-1-2 0,0 0 0 0,-7 3 11 0,7-3 4 16,0 0 1-16,0 0 6 0,0 0 2 0,0 0 8 16,0 0 6-16,0 0 12 0,0 0 7 0,0 0 12 15,0 0 20-15,3-10 22 0,-3 10 14 0,0 0 11 16,0 0 5-16,0 0 6 0,5-7 1 0,-5 7-2 16,3-3-8-16,-3 3-6 0,0 0-7 0,3-2-3 15,-3 2-5-15,0 0-7 0,0 0-11 0,0 0 0 16,5-3-6-16,-5 3-22 0,0 0-39 0,0 0-45 15,19 5-54-15,-13-5-57 0,2 3-251 0,0-3-482 16,4 1 214-16</inkml:trace>
  <inkml:trace contextRef="#ctx0" brushRef="#br0" timeOffset="-197410.23">11301 10761 184 0,'-3'-4'271'0,"3"4"-16"0,-5-5-13 16,3 2-15-16,-3 1-18 0,5 2-25 0,-7-4-16 16,7 4-14-16,-5-2-21 0,5 2-13 0,0 0-17 15,-9-1-7-15,9 1-10 0,0 0-10 0,-12 4-5 16,10-2-9-16,2-2-7 0,-7 3-8 0,3 1-6 16,2-1-9-16,-2-1-5 0,0 1-9 0,1 0-11 15,-1 0-8-15,4-3-9 0,-2 5-6 0,2-5-3 16,-2 4-2-16,2-4-5 0,-2 3 4 0,2-3 3 15,0 0 1-15,0 0 2 0,0 0 1 0,0 0 2 16,0 0 1-16,0 0-1 0,12-12 7 0,-11 9 3 16,-1 3 9-16,4-6 11 0,-3 4 9 0,-1 2 2 15,3-4-2-15,-3 4-2 0,0-6-4 0,2 1 7 16,-2 5-12-16,0-3-1 0,0 3-9 0,0 0-15 0,0 0-28 16,0 0-24-16,0 0-28 0,0 0-50 15,0 0-48-15,0 0-199 0,6 11-419 0,0-6 187 16</inkml:trace>
  <inkml:trace contextRef="#ctx0" brushRef="#br0" timeOffset="-196910.28">12186 10545 137 0,'0'0'181'16,"0"0"-20"-16,-11-2-18 0,11 2-15 0,-5-1-10 15,5 1-14-15,0 0-4 0,0 0-15 0,-11 1-8 16,11-1-8-16,-6 3-4 0,6-3-10 0,-6 1-6 16,6-1-3-16,0 0-5 0,-8 2-3 0,8-2-3 15,0 0 0-15,-6 1-1 0,6-1-3 0,0 0 5 0,0 0 16 16,0 0 13-16,0 0 5 0,0 0 3 0,0 0-2 15,0 0 3-15,-4-7-4 0,4 7 1 16,0 0-1-16,3-5 5 0,-3 5 5 0,0 0 7 0,3-7 7 16,-3 7-2-16,2-4-5 0,-2 4-10 0,0-3-4 15,0 3-11-15,0 0-8 0,4-3-10 0,-4 3-12 16,0 0-8-16,0 0-1 0,0 0-36 0,11 10-24 16,-7-6-27-16,-1 4-47 0,2 0-58 0,2 1-73 15,-1 1-200-15,3 0-480 0,2 4 213 0</inkml:trace>
  <inkml:trace contextRef="#ctx0" brushRef="#br0" timeOffset="-193760.79">11909 13826 168 0,'-2'-3'233'0,"-4"0"-9"0,2 0-19 0,-1 1-16 16,-1 1-9-16,-3-1-6 0,-1-2-13 0,-4 1-6 15,3 1-8-15,-4 0-6 0,-8-1-14 16,2 3-3-16,0-2-5 0,-4 3-9 0,-2 0-5 0,1 2-8 15,4-1-6-15,-2 0 2 0,1 1-11 0,1 1-6 16,3-2-3-16,0 1-12 0,7-2-9 0,1 2-4 16,-3-1-3-16,9 0-6 0,-3 0-5 0,3 0-4 15,0 1-3-15,5-3 1 0,-2 3-2 0,2-3 4 16,12 9-1-16,4-3-7 0,11-3 2 0,6 1-1 16,5 2-4-16,-1 0-3 0,-1-3-3 0,5 5-1 15,-3-6 2-15,1 2-3 0,0 0 1 0,-5 1-7 16,1 0-1-16,-5 0-3 0,-7-2-6 0,-5 2-1 15,0-3-2-15,-7 1-9 0,2 0 0 0,-6-2 3 16,0-1-3-16,-2 3 0 0,-1-2 2 0,-4-1 7 16,6 1-3-16,-6-1 3 0,0 0-1 0,0 0 3 15,0 0 1-15,-14-12 5 0,6 5 1 0,-2 1-3 0,-2-1 1 16,-4-2 2-16,-2-2-2 0,-1 3 1 0,1-3-3 16,1 1 0-16,0-1 9 0,0 1-10 15,3 0-18-15,-2-1-28 0,5 4-32 0,-2-1-35 16,3-1-45-16,0 0-38 0,6 1-39 0,-2 2-204 0,0 0-481 15,3-2 213-15</inkml:trace>
  <inkml:trace contextRef="#ctx0" brushRef="#br0" timeOffset="-193526.44">11820 13630 85 0,'-4'-4'241'16,"4"4"-17"-16,-4-3-14 0,4 3-23 0,-4-3-20 15,4 3-22-15,0 0-9 0,-7-1-17 0,7 1-5 16,-4 6-10-16,3-2-5 0,-2 3-7 0,2-1-8 16,-1 3-6-16,2 2-4 0,0 1-6 0,0 2-9 15,3 2-4-15,-3 2-6 0,3-1-4 0,1 2-3 0,0 1-3 16,0-1-4-16,0-1-2 0,4 1-8 0,-4 1-8 16,1-2-9-16,-3 0-17 0,2 0-23 0,3-1-30 15,-4-4-32-15,1 3-38 0,-3-6-38 0,2 1-187 16,-3-1-385-16,3-2 172 0</inkml:trace>
  <inkml:trace contextRef="#ctx0" brushRef="#br0" timeOffset="-193198.34">12208 13734 2 0,'5'-4'299'0,"-2"1"-4"16,1 1-11-16,-1-2-15 0,-3 4-7 0,4-2-4 15,-4 2-33-15,6-4-16 0,-6 4-27 0,0 0-18 0,1-4-18 16,-1 4-18-16,0 0-10 0,0 0-16 0,0 0-8 16,-1 14-9-16,1-9-10 0,-5 4-6 15,4 1-7-15,-2 2-7 0,-1 1-3 0,-1 2 10 0,-2 0-19 16,0 1-3-16,0 2-1 0,0-3-4 0,2 3-7 15,-2-2-5-15,3 1 2 0,3-4-2 0,-2 4-4 16,-1-5 0-16,4 1 5 0,0 0-9 0,1 0-2 16,2-3-1-16,4 0-7 0,1-1-16 0,2-1-29 15,2 1-37-15,0-6-41 0,10 2-42 0,-2 0-31 16,10-4-43-16,0-2-47 0,-5-1-177 0,-5-1-497 16,11-1 220-16</inkml:trace>
  <inkml:trace contextRef="#ctx0" brushRef="#br0" timeOffset="-192979.61">12637 13874 248 0,'0'0'257'0,"-3"-5"-10"0,1 2-11 0,2 3-17 16,-2-5-23-16,2 5-17 0,-3-4-23 0,3 4-14 16,0 0-14-16,0 0-9 0,-14 6-16 15,8-3-12-15,-1 2-10 0,-3-1-8 0,3 3-3 16,-3 1-9-16,0 0-5 0,-1 2-4 0,0-1-5 0,0 1-18 15,-1 1-18-15,-3 0-25 0,4-1-21 0,2 1-35 16,-1-4-34-16,5 1-33 0,-5-1-43 0,5-1-198 16,-3-3-408-16,2 1 182 0</inkml:trace>
  <inkml:trace contextRef="#ctx0" brushRef="#br0" timeOffset="-192806.21">12435 13872 166 0,'0'-2'230'0,"0"-4"-6"0,0 3-12 0,0 3-17 16,1-8-23-16,-1 8-15 0,3-2-18 0,-3 2-14 16,0 0-14-16,0 0-12 0,20 8-9 0,-10-1-4 15,0-1-12-15,-2 4-8 0,4-2-7 0,-2 2-32 0,7 2-43 16,-2-2-41-16,4 3-54 0,-1-4-56 0,0 0-147 16,-1 0-340-16,2-1 151 0</inkml:trace>
  <inkml:trace contextRef="#ctx0" brushRef="#br0" timeOffset="-192556.23">12801 13801 5 0,'0'0'281'0,"0"0"-14"15,0 0-4-15,0 0-11 0,18 7-10 0,-11-1-14 16,2-2-9-16,1 3-16 0,2 1-19 15,0-1-16-15,2 4-14 0,-1-3-9 0,1 4-23 0,1 1-11 16,-6-7-16-16,-2 4-6 0,1 1 0 0,2-1-21 16,-5 0-4-16,-2 2-10 0,-2-3-18 0,-2 1-26 15,-2 2-34-15,-5-3-33 0,-8 3-31 0,-10 4-41 16,-1-6-48-16,-1-1-34 0,-7-4-37 0,-3 1-155 16,0-3-436-16,-4 1 193 0</inkml:trace>
  <inkml:trace contextRef="#ctx0" brushRef="#br0" timeOffset="-190997.58">6646 10961 74 0,'2'-4'283'0,"-2"4"-6"0,4-7 4 16,-1 5-7-16,-3-3-11 0,0 5-4 0,1-7-7 15,-1 7-11-15,0-4-20 0,0 4-3 0,1-3-26 16,-1 3-22-16,0 0-22 0,0-4-13 0,0 4-22 16,0 0-1-16,0 0-26 0,0 0-5 0,0 0-11 15,0 0-7-15,0 0-2 0,5 14-11 0,-4-8-4 0,0 1-8 16,2-1-17-16,1 3-10 0,-3-4-16 0,2 4-1 16,-3-2-10-16,4-1-8 0,-3 2-5 0,2-1-4 15,3-2-7-15,-2 1-1 0,0-2-6 0,4 1-1 16,-4-3-2-16,1-1-1 0,8-1 5 0,-7 0 1 15,4-1 2-15,0-1 4 0,-1-2 3 0,1-1 4 16,-2-1 2-16,4 0 2 0,-3-1 4 0,0-3 2 16,-1 4 5-16,1-3 2 0,-2 3 1 0,-3-2 6 15,0 3 3-15,2 0 0 0,0-2 19 0,-3 4 9 16,1-2 9-16,0 2-2 0,-1-1-1 0,0 1-1 16,-3 3-2-16,3-3-6 0,-3 3-5 0,2-5-3 15,-2 5-2-15,0 0-4 0,0 0 1 0,0 0-4 16,0 0 0-16,10 10 3 0,-9-5-4 0,3 1 2 0,-1 4-1 15,4 1-1-15,-3 1 1 0,0 3-1 16,3 1-7-16,1 2 5 0,4 6-1 0,-4 2-2 16,6-2 2-16,-3 2 1 0,-2 2-3 0,1-1 0 0,1 0 3 15,-2 0-3-15,-1-2 1 0,1 0 4 0,-4-2-4 16,-1 2 1-16,0 4 1 0,-3-9 0 0,1-1 0 16,-4 2 0-16,-1-3-2 0,1 1 7 0,-2-1 7 15,-3-2 15-15,0 1 14 0,-1-1 11 0,-1-5 16 16,-2 3 25-16,4-4 14 0,-5-2 25 0,2-1 20 15,2 0 20-15,-4-2 11 0,1-1 9 0,0-2 5 16,-1 0 11-16,0-1 1 0,0-2-3 0,-1-3-1 16,2 0-2-16,-2-2-20 0,4-3-9 0,0-3-13 0,2 1-20 15,2-6-5-15,1-2-19 0,4 0-7 16,0-2-26-16,8-9-14 0,3 0-12 0,2-3-27 16,5 0-31-16,-2-1-44 0,3-2-47 0,3 4-51 0,0-1-59 15,1 5-52-15,-1-2-62 0,-3 9-74 0,4-1-106 16,-7 5-388-16,1 2-956 0,-1 1 422 0</inkml:trace>
  <inkml:trace contextRef="#ctx0" brushRef="#br0" timeOffset="-182707.64">10259 8927 96 0,'0'-3'303'0,"3"-4"-17"15,-3 7-17-15,1-5-26 0,-1 5-31 0,0-4-21 0,0 4-20 16,0 0-22-16,0 0-15 0,0 0-15 0,0 0-12 16,3 17-14-16,-2-10-5 0,1 6-5 15,-2 0-14-15,-2 5-7 0,4 1-3 0,-2-1-8 0,-2 1-5 16,2 1-4-16,-1 0-7 0,-2 0 2 0,3 1-9 15,-1 1 1-15,-2-6-3 0,2 4-3 0,-2-9 3 16,1 2-5-16,0-1-3 0,0-3-2 0,-2 1 1 16,4-4-3-16,0 1-1 0,-4-1 1 0,4-1 1 15,0-1 31-15,0-4 31 0,0 5 27 0,0-5 10 16,0 0-26-16,0 0 2 0,0 0-5 0,-5-12-18 16,5 5-3-16,-1-5-1 0,-1 2-7 0,2-3-7 15,2-3-1-15,-1-4-12 0,2 1-8 0,-1-3 3 0,2-3-7 16,0 5-6-16,2-1 2 0,-5 4-2 15,2-2-3-15,4 1-2 0,-1 0 0 0,-2 0-2 16,2 1 1-16,-2 5-4 0,2-2-5 0,-1 1-1 0,3-4-1 16,-1 7-3-16,0 1 3 0,0 1-4 0,2 0 1 15,1 1-11-15,-4 2 4 0,1 1-8 0,4 0-3 16,-1 3 3-16,-1-3-5 0,1 4-9 0,-1 2-1 16,-2 0-2-16,1 1 13 0,2 0-19 0,-2 4 7 15,0 2 4-15,-1-2-1 0,2 2 5 0,-3 2-3 16,-2 0 8-16,0 0 1 0,-3 4 0 0,1-1 14 15,-4-2-12-15,-2 1 2 0,0 0 5 0,-3 4-4 16,-2-2 2-16,2 1 7 0,-4-2-3 0,6-3 1 16,-5 1 1-16,1-2-1 0,0 0 1 0,3-1 3 15,-4 1-1-15,5-5 0 0,-2 6-5 0,0-4 6 16,4 0 0-16,-2-1 1 0,1 1-4 0,3-2 4 16,-1 1-1-16,2 1 1 0,0-2 0 0,0-2 5 0,0 5-5 15,2-3 4-15,-1 2 0 0,2-1 3 0,3-1-3 16,-2 2-2-16,0-1-1 0,5 2-14 0,-2-2-9 15,-1 1-18-15,1-3-14 0,-1 2-22 0,-1 0-18 16,3-1-29-16,-4 0-41 0,3-1-34 0,0-1-28 16,-4-1-32-16,2 1-159 0,-1 0-453 0,1-1 200 15</inkml:trace>
  <inkml:trace contextRef="#ctx0" brushRef="#br0" timeOffset="-182009.74">10546 9209 7 0,'0'0'167'0,"1"4"-6"0,-1-4-3 15,0 0-8-15,14 1-6 0,-11-1-14 0,-3 0-7 16,12-1-12-16,-3 0-9 0,-5-1-12 0,3 1-12 15,2-1-1-15,0-1-6 0,-2-1-10 0,2 1-6 16,0-2-6-16,1-1-4 0,0 1-11 0,-3-2 5 16,-1 1-3-16,0 0-2 0,-1-1-1 0,-2 2 6 15,4 0 4-15,-4-2 7 0,-2 2 1 0,2 0-2 16,-3 0-5-16,0 1-3 0,0-1-5 0,-3 1-12 16,-1 3 6-16,4 1-6 0,-11-2 0 0,5 0-7 15,-3 2 0-15,-2 2-3 0,0 0 0 0,-1 1-2 0,0 3 0 16,2 1-8-16,-2-2 4 0,1 3-3 0,4-1-1 15,-4 1 0-15,3 0 1 0,1 0 1 16,3 3 1-16,3-5 1 0,-2 2 2 0,7 0-3 0,-1-2 2 16,5 1 0-16,2 0 0 15,3-1-5-15,4 0 0 0,3 0-1 0,3-2-8 16,-1-1-25-16,8-1-12 0,0-2-14 0,-7 1-19 0,0-2-14 16,0-1-4-16,-1 0-1 0,0-2-6 0,-3 0 16 15,-8 0 13-15,2-2 1 0,-2 1 17 0,-3 1 20 16,1-2 21-16,-4 1 24 0,0 0 15 0,-2 0 15 15,0 2 11-15,-2-1 4 0,-1 4 2 0,-1-5-2 16,1 5-3-16,-3-5-7 0,3 5-5 0,-7-3-5 16,7 3-1-16,0 0-3 0,0 0-5 0,-11 7 0 15,10-1-4-15,0-2 0 0,-3 2-3 0,6 1 4 16,-2 4-3-16,3 0-2 0,0 1 1 0,1 1 1 16,0 5-1-16,4 1 1 0,-1-1-7 0,0 1 2 15,1 2-2-15,1-3-1 0,-3 2-3 0,-2-1 0 16,1 0-2-16,2-1 0 0,-3 0-2 0,-4-5-3 15,0 1 2-15,0-2 2 0,-1-1 2 0,-5 0 40 0,1-2 23 16,1-2 27-16,-4 1 18 0,-3-3 10 0,-3-2 7 16,3 1 10-16,-4-4 8 0,2-2-1 15,-5-1-3-15,4-1-5 0,2 0-9 0,0-4-6 0,2-1-6 16,-4-2-13-16,4-4-7 0,2 0-19 0,1-3-20 16,4-3-31-16,5 3-48 0,3-8-44 0,2 5-32 15,1 2-27-15,3-5-25 0,1 6-11 0,6-4-22 16,-2 7-17-16,-5-1-21 0,7 2-26 0,-5 3-12 15,4 0-14-15,-2 3-11 0,-3-1-156 0,-3 3-469 16,-2 4 209-16</inkml:trace>
  <inkml:trace contextRef="#ctx0" brushRef="#br0" timeOffset="-181103.57">11090 9227 95 0,'4'1'119'16,"3"0"-1"-16,-7-1-4 0,12 2-9 0,-5-2-3 0,-7 0-6 15,10 0-4-15,-4 1-6 0,-2 0-8 0,-4-1-11 16,7 1-4-16,-7-1-11 0,4 2 0 0,-4-2-8 16,0 0-5-16,4 3-1 0,-4-3-5 0,0 0-2 15,0 0-4-15,-1 6-13 0,0-2 10 0,-2-1 1 16,-3 0-8-16,4-1-3 0,-3 5 0 0,-2-4-10 16,1-1 14-16,2 2-4 0,-2-2 2 0,2 4-8 15,-1-4 1-15,-2 1 1 0,3-1-1 0,4-2 8 16,-4 2-2-16,4-2 0 0,-3 1 8 0,3-1 2 15,0 0 1-15,0 0-7 0,0 0 2 0,0 0-3 16,18-4-3-16,-10 0 1 0,3 2-6 0,2-4 3 16,1 3-7-16,-3 0 0 0,4-1-10 0,2-1 10 15,-4 0-6-15,-1 0-1 0,3-1 0 0,-5 2-2 0,-1-2 3 16,2 3 2-16,-3-2-3 0,-4 1 5 16,3-2 3-16,-2 2 11 0,-2 0 0 0,0-1 5 15,1-1 7-15,-4 4 0 0,3-2 4 0,-3 4 6 0,1-5 0 16,-1 0-4-16,0 1-5 0,0 4 4 0,3-4 1 15,-3 4-4-15,0 0 5 0,1-4 1 0,-1 4 3 16,0 0-3-16,0 0-2 0,0 0-2 0,2-3-4 16,-1 0-3-16,-1 3-2 0,0 0-4 0,0 0-2 15,16 1-2-15,-16-1-2 0,11 3 0 0,-8-1-3 16,5 0-1-16,0 0 0 0,-4 2-2 0,4-1-4 16,2 1 4-16,1 1-2 0,-2 1 0 0,1 1-2 15,1-2-4-15,-6 0 1 0,1-1-1 0,-2 2 1 16,-1 0 0-16,1 0-4 0,-2-1 0 0,2 0 1 0,-4 0-2 15,0 0 0-15,0 0 2 0,-4 1 2 16,4-3-1-16,-4-1-2 0,0 2 2 0,-1-1 0 16,-1 1-1-16,-1-2 4 0,-2 1-1 0,6-1-1 0,-1-2 4 15,-3 2 2-15,7-2 8 0,0 0 3 0,0 0 3 16,0 0 0-16,-8-5-3 0,8 5-2 0,3-8-4 16,-3 8 0-16,8-8-2 0,0-1 0 0,0 1-3 15,2 3-1-15,-2-3-3 0,4 0-3 0,2 2-6 16,-2-3-3-16,3 1-7 0,-3 0-10 0,6-2-1 15,-7 4-8-15,2-4-7 0,1 4-3 0,-3 0 1 16,1-2 7-16,-1 2 5 0,1 1 4 0,-4 0 0 16,-1 0 5-16,0 0 3 0,-3 3 2 0,1 1 3 15,0-2 3-15,-5 3-4 0,5-3 3 0,-5 3-7 16,0 0 5-16,4-1 0 0,-4 1 4 0,0 0-3 16,0 0 4-16,0 0-1 0,3 8 2 0,-3-8 4 0,-1 4-4 15,1 2 3-15,1-1 3 0,-1 0 0 0,0 0 6 16,1-1-6-16,2 3 0 0,-2-1 5 0,2 2-3 15,0-2 2-15,2 1 3 0,-2-1 1 16,1 1-3-16,0-1-3 0,2 1 6 0,-2 1-3 0,0-3-1 16,1 1 1-16,-1 0-1 0,-2-2 0 0,0 1-2 15,-2-2 3-15,3 0-1 0,-3-3 1 0,0 8 5 16,-1-4 4-16,1-4 9 0,-6 2 1 0,2-1 0 16,-3 1-3-16,7-2-3 0,-12 2 0 0,7-2 0 15,-1 1-4-15,6-1 2 0,-16-1-1 0,9 1-4 16,7 0-1-16,-15 0-2 0,11 0-15 0,4 0-15 15,-14-1-24-15,14 1-27 0,-6-1-30 0,6 1-31 16,-8-2-22-16,8 2-23 0,0 0-121 0,0 0-326 16,0 0 144-16</inkml:trace>
  <inkml:trace contextRef="#ctx0" brushRef="#br0" timeOffset="-180900.47">11863 9118 64 0,'1'-4'251'0,"-1"4"-12"0,0 0-21 0,3-4-23 16,-3 4-21-16,0 0-19 0,0 0-15 0,0 0-8 16,0 0-9-16,0 0-15 0,-3 16-8 0,3-14-8 15,-1 5-7-15,1-2-7 0,0 3-5 0,0-1-10 16,0 1-2-16,0 0-5 0,1 2-14 0,-1-1-14 16,0 1-23-16,3-1-35 0,-2 0-28 0,-1 1-42 15,5-4-45-15,-2 0-39 0,1-1-144 0,-1 0-355 16,4-3 157-16</inkml:trace>
  <inkml:trace contextRef="#ctx0" brushRef="#br0" timeOffset="-180478.63">12018 9194 205 0,'-2'-5'239'0,"2"5"-10"0,0 0-14 0,0 0-19 16,0-5-19-16,0 5-19 0,0 0-18 0,0 0-16 15,0 0-14-15,0 0-6 0,0 0-11 0,0 0-11 16,0 0-4-16,0 0-13 0,0 0-1 0,0 0-4 15,4 14-3-15,-1-10-10 0,2-3-4 0,-2 3-1 16,1-2-8-16,2 2-3 0,-2-2-4 0,1 3-4 16,1-2-6-16,-1-1-8 0,0 1-1 0,2 0-3 15,-1 0-6-15,-2-1 1 0,0-1-2 0,-4-1-1 16,8 3-1-16,-4-2 5 0,-4-1-3 0,6 2 1 16,-6-2-1-16,2 4 3 0,-2-4-1 0,0 0 0 15,0 0-1-15,0 0 1 0,7 0 1 0,-7 0 2 16,0 0-1-16,0 0-2 0,0 0 3 0,0 0-3 15,0 0 6-15,14-4 1 0,-13 0 5 0,5 2-3 0,-2-1 0 16,0 0 6-16,5-1 1 0,-5 0 8 0,3 1 1 16,1-4 2-16,2 2 1 0,-4 1-6 15,1 0 4-15,0-1 0 0,0 2 8 0,0 1 4 0,-2-1 0 16,2 1-6-16,-1 1-3 0,-6 1-1 0,6-2-8 16,2 1-1-16,-8 1-2 0,7 1-3 0,-7-1 0 15,7 4 3-15,-7-4-7 0,6 4-1 0,-5-2-2 16,-1 3-2-16,3 1-3 0,-2-4-25 0,-1 3-15 15,0 0-29-15,0 0-37 0,0 0-35 0,4-1-57 16,-3 0-55-16,1-1-157 0,2 0-441 0,-2-1 195 16</inkml:trace>
  <inkml:trace contextRef="#ctx0" brushRef="#br0" timeOffset="-180306.77">12186 8909 47 0,'-4'-6'270'0,"4"6"-27"15,0-7-27-15,0 7-22 0,0 0-16 0,0-3-21 0,0 3-18 16,0 0-30-16,0 0-53 0,12 10-66 0,-2-5-72 16,-4 1-172-16,4-1-273 0,0 5 122 0</inkml:trace>
  <inkml:trace contextRef="#ctx0" brushRef="#br0" timeOffset="-180055.27">12718 8966 219 0,'4'-3'328'0,"-4"3"-31"16,2-3-32-16,-2 3-31 0,0 0-26 0,0 0-16 0,5 7-25 15,-2-3-12-15,-2 2-20 0,3 2-11 0,-3 3-13 16,3 6-10-16,-1 0-11 0,1 1-11 0,-1 3-1 16,-3 0-8-16,4 6-8 0,-1 1-7 0,-3-1-4 15,3-1-6-15,-2-4-2 0,-1-2-5 0,0 8-5 16,0-10-32-16,-1 1-18 0,-2-2-33 0,0-5-43 16,-1 0-59-16,3-2-59 0,-3-1-232 0,1-3-481 0,-1-1 213 15</inkml:trace>
  <inkml:trace contextRef="#ctx0" brushRef="#br0" timeOffset="-179758.42">12729 8945 32 0,'-1'-11'367'0,"-5"2"2"0,6 1-16 16,-3 0-10-16,3 2-18 0,0-1-20 0,0 1-40 15,3 1-9-15,1 1-26 0,3-1-32 0,0 1-15 16,2 3-25-16,4 0-12 0,0 2-21 0,-2-1-7 16,7 1-17-16,-5 3-10 0,2 0-12 0,2 1 3 15,-4 2-19-15,2-1-7 0,-5 4-7 0,3-4-3 16,-3 6-10-16,-3-4-21 0,2 6-7 0,-5-4-23 0,0 0-21 16,-2 3-17-16,0-1-11 0,-4-1-14 0,-4 2-8 15,2-1-17-15,-7 2-26 0,-1-4-26 16,-4 2-40-16,3-5-49 0,-2 4-47 0,-4-2-201 0,-1 1-533 15,2-3 236-15</inkml:trace>
  <inkml:trace contextRef="#ctx0" brushRef="#br0" timeOffset="-179258.47">12880 9159 133 0,'4'-3'255'0,"4"2"-25"0,-8 1-19 16,8-2-21-16,-8 2-19 0,10-2-18 0,-10 2-14 15,7 3-14-15,1-2-12 0,-3 2-13 0,1-2-9 0,-1 3-8 16,2 0-11-16,2 3-6 0,-2 0-7 0,-1-1-6 16,2 2-8-16,-2 0-1 0,3 1-4 0,-4 1-5 15,2-1-2-15,-3 1-5 0,0 0-6 0,0 2 1 16,2-5-3-16,-4 4-2 0,0-5-1 0,-1 2-4 15,-1-2-1-15,-1 2 1 0,1-3-4 0,-2 0-1 16,0-1 0-16,0 0-1 0,2-4 3 0,-8 4-2 16,8-4 1-16,-8 0 1 0,8 0 0 0,0 0 1 15,-7-5-2-15,7 5 6 0,0 0 12 0,-1-5-5 16,1 5-1-16,1-12 4 0,-1 8-5 0,3 0 1 16,1 0-4-16,0-2-1 0,3 3-3 0,-2 1-2 15,-1-1-1-15,3 1 0 0,0 2-3 0,1-1-2 16,0 2-1-16,3-1 5 0,0 1-6 0,-3 2 0 0,3-2 1 15,1 1 2-15,-5-2-2 0,1 7-1 0,1-3-4 16,1 0 4-16,0-2 1 0,-5-1 1 16,2 2-5-16,0-3 3 0,-3 4-1 0,-4-4 2 0,8 1 3 15,-8-1-1-15,7 1-3 0,-7-1 3 0,0 0-1 16,4-6-2-16,-4 6-2 0,0-4 1 0,-1-1 0 16,-2 0-1-16,-1 0-2 0,1 1 1 0,-1-1-4 15,0-3-9-15,1 4-18 0,-2-1-16 0,-2-2-32 16,3 2-33-16,3 2-35 0,-2-3-33 0,0-1-50 15,2 2-136-15,1 0-396 0,1-1 175 0</inkml:trace>
  <inkml:trace contextRef="#ctx0" brushRef="#br0" timeOffset="-178326.63">13391 8959 14 0,'0'0'270'0,"0"-6"-28"0,0 6-31 0,0 0-19 16,0 0-21-16,0 0-19 0,0 0-16 0,0 0-16 16,-8 13-9-16,4-8-10 0,0 0-12 0,3 2-7 15,-1 0-5-15,1 2-7 0,1 3-7 0,0-2-7 16,0 1-4-16,-3 1-3 0,3 0-4 0,3 1-5 16,-3-3-4-16,0 0-2 0,0 0-1 0,1 0-3 15,-1 2-3-15,0-6-6 0,0 4 0 0,0-3-1 16,0-3-2-16,0 1-2 0,0-2 0 0,0-3 0 15,0 5-1-15,0-5 2 0,3 2-5 0,-3-2 0 16,8 1-2-16,-8-1 0 0,0 0-1 0,8 0-5 16,-8 0 1-16,11 0-8 0,-7 2 5 0,3-1 1 0,1 0-2 15,-2 0 2-15,1 2 2 0,3 1-3 16,-2 0-2-16,-1 1-1 0,2-1 3 0,0 2-2 16,-1 2-3-16,-1-3 2 0,-2 0 0 0,1 2-2 0,-1-1 2 15,1 2-5-15,-2 2 3 0,-1-4 2 0,-2 0-3 16,0 3 3-16,1-4-3 0,-2 5 1 0,-3-5 0 15,0 0 5-15,-1 2-6 0,-3-1 3 0,-1-1 1 16,-1 0 1-16,-1-2-3 0,-2 0 2 0,2-1 1 16,2 0 2-16,-3-1 2 0,5-1-1 0,-3 0 7 15,9 0 21-15,-12-2 13 0,5 1 8 0,3-2 4 16,3-2 1-16,-1 0-2 0,2 1-6 0,3-4-8 16,0 0 3-16,5 1-13 0,0-5 2 0,5-1-5 15,-1 1-4-15,4-5 4 0,0 3-8 0,-1 1-3 16,11-5 2-16,-4-1-4 0,1 0-2 0,0 0-2 15,-4 1-3-15,-4 1 5 0,0 4-6 0,-1 1 1 0,-7 2 2 16,5 0 15-16,-4 1 1 0,-3 2 9 0,1 2 4 16,0 0-4-16,-1 2-12 0,-4 1-3 0,3 0-7 15,-4 2-2-15,0 0-1 0,0 0-3 0,0 0 2 16,0 13-3-16,0-4 0 0,-1 0 0 0,-2 2-1 16,3 6 1-16,0 1-3 0,0-3-2 0,0 0 3 15,4 3 0-15,-1-1-6 0,1 0 2 0,0-1-4 16,3-3-6-16,-5-1-1 0,9 2-5 0,-2 0-5 15,0-3-3-15,1-2 4 0,-1 0-1 0,2-1 3 16,-2 0-3-16,1-5-4 0,2 0 6 0,-5 2 7 0,1-4-5 0,-2-1 2 0,1 0 0 16,-7 0 2-16,10-2-1 0,-8-3-2 0,3 3 2 15,-5-1 2-15,0-2 1 0,0 5 3 0,0-8-1 16,0 8 2-16,-4-3-5 0,4 3 2 0,-5-1 2 16,5 1 2-16,-11-3-1 0,11 3 1 0,-10 2-1 15,10-2-1-15,-9 2-1 0,5 1 5 0,-2-1-3 16,5 5 2-16,-2-3 1 0,2 1-2 0,1 1 4 15,1 1 1-15,3-1 1 0,4 0 2 0,3 3 1 16,5 3-1-16,11 1 5 0,2 2-4 0,9-4 4 0,0 2-4 16,15 0-1-16,3 0 1 0,0 1 1 0,1-9-2 15,-2 7-5-15,2-6 2 0,1 3 3 16,-2-3-1-16,1-1-3 0,-2 2 2 0,-13-3 0 0,0-2-2 16,-7-2 3-16,3-1 2 0,-5 1-7 0,-9-1 4 15,-2 0 1-15,0-2-2 0,-3 2 15 0,-3-1 10 16,-5-2 20-16,-4 3 4 0,1 0 9 0,0 0-3 15,-2-1-4-15,-6 2-7 0,8-2-5 0,-8 2-1 16,5-1-12-16,-5 1-13 0,0 0-16 0,0 0-24 16,0 0-35-16,0 0-40 0,0 0-48 0,0 0-68 15,0 0-81-15,-25 2-202 0,18-2-541 0,7 0 239 16</inkml:trace>
  <inkml:trace contextRef="#ctx0" brushRef="#br0" timeOffset="-176420.56">21194 8972 256 0,'0'-17'312'0,"0"1"-13"0,0 3-15 0,-1 0-10 15,-3 1-19-15,3 1-6 0,-2 1-6 0,0 2-15 16,2 1-10-16,-1 0-15 0,-2 1-5 0,0 1-39 15,2 2-9-15,-1-1-24 0,0 0-14 0,-4 4-14 16,7 0-11-16,-16 2-15 0,8 3-4 0,-2 0-5 16,-5 4-5-16,7 0-12 0,-6 2-7 0,1 6-6 15,3-2 3-15,-1 1-4 0,5 0-7 0,0 2-6 16,2 0-3-16,3 0-9 0,1-1 3 0,1 1-6 16,3-1 2-16,3-2-4 0,5 1-6 0,-1-3 6 15,4 1-2-15,-1-1 6 0,3-4-20 0,3 0-5 0,0-4-4 16,0 0 0-16,1-2-5 0,0-3-2 0,1-3 1 15,0 0-9-15,-2-4-5 0,2-1-9 16,-3-2-5-16,0 0 0 0,-1-4-6 0,-2-1-1 0,3-5 7 16,-2-3 0-16,-1 0 4 0,-2 0 5 0,-4 4 5 15,-2-7 4-15,-1 6 9 0,-1 0 13 0,-2 0 25 16,-3 1 20-16,2 4 3 0,1-3 10 0,-3 5 3 16,-2 1 2-16,0 2-1 0,-2 1-8 0,0 2 0 15,2 2-8-15,-2-2-9 0,-1 6-1 0,1-3-7 16,3 4 0-16,0 0-5 0,-13 4-1 0,7 2-5 15,2 4 4-15,-3 2-9 0,3-1 0 0,3 6-2 16,0 2 0-16,-1 2-8 0,2 4 12 0,0 2-5 16,4 0-2-16,-2-6-5 0,3 4-6 0,1-4 1 15,7 4-5-15,-5-7-1 0,6 5-1 0,-2-6 0 16,2 1-2-16,-1-3-1 0,1-2-11 0,-2-4-7 16,-1-2-11-16,0 1-17 0,4-3-8 0,-3-3-5 0,3-2 9 15,-3-2 2-15,3-1 13 0,-4-2 3 0,0-2 9 16,1-1 5-16,-3-2 7 0,0-1 7 15,-3-1 10-15,0-2 8 0,-2 2 10 0,0-2 9 0,-1 2 11 16,0 0 5-16,0-2 12 0,-3 3 2 0,-3-1 6 16,3 0 4-16,-1 3-4 0,-2 2-6 0,1 0-4 15,1 2-6-15,-2 1-7 0,2 1-4 0,-6 0-1 16,7 3-2-16,-11-2-1 0,11 2-3 0,-9 5 1 16,3-2-3-16,0 1-6 0,0 1-2 0,2 2 1 15,-1-1-5-15,2 3 4 0,-1 0-4 0,0-1 3 16,2 0-4-16,-3-2 1 0,5 1-1 0,-1 0-3 15,-1-2 1-15,2-1 1 0,0 1 0 0,0-1 0 0,0-4 4 16,8 4 1-16,-8-4-4 0,7 0 1 0,-7 0 1 16,11-3 2-16,-4 1 3 0,2-3-3 15,1 1 2-15,-2-1 0 0,3 0-1 0,-2-1 2 0,1 0 3 16,-2 1 1-16,2-1 1 0,-5 1 0 0,-1 0 3 16,3 2 0-16,1-1 0 0,-5 0 2 0,1 2-3 15,0 0-4-15,-1-1-1 0,-3 3-4 0,0 0 0 16,0 0 1-16,0 0-1 0,5 8 1 0,-3-4 0 15,-2 1 0-15,2 1 1 0,-2 2 2 0,2 0-1 16,-1-2-2-16,1 5 1 0,1-2-5 0,-3 2-2 16,4-4-4-16,-1 5-9 0,0-7-6 0,1 0-12 15,0 4-5-15,0-5-3 0,4 1-8 0,-2 2-15 16,-4-5-12-16,5 1 2 0,-1-4 3 0,-6 1 4 0,13-2-3 16,-6 1 11-16,-1-2 1 0,1-3 4 15,0 2 6-15,-4-1 9 0,3-3 3 0,-1 2 12 16,1-1 11-16,1-3 14 0,-1 2 23 0,-2 1 10 0,0-2 4 15,0-2 2-15,2 3 9 0,-2 2 3 0,-1 0 5 16,2 1 2-16,-1 0-4 0,0 1-3 0,0 0-3 16,-4 2-5-16,0 2-9 0,4-4 1 0,-4 4-6 15,7-1-2-15,-7 1-3 0,0 0-3 0,15 5-1 16,-11-1 0-16,0 0-3 0,3 1 1 0,-1 1-1 16,0 1 0-16,3 1-6 0,-4 3 3 0,5-2-3 15,-1 0 0-15,-1-1 3 0,-1 2-3 0,4 1-3 16,-6-2 2-16,5 1 0 0,-5 2-1 0,-2-3 0 15,4-2-11-15,-3 0-4 0,-1-2-1 0,-2 0 2 16,0-3 2-16,-1-2 0 0,0 6 0 0,0-6 0 16,-5 2 7-16,5-2-1 0,0 0-4 0,0 0 7 15,0 0 0-15,-12-9 1 0,10 5 6 0,0-1 1 0,2 0 3 16,-2 1 2-16,4-3 0 0,-1 2-5 0,2-2 0 16,2-2-1-16,0 3 0 0,2-3-2 15,0 1-1-15,1 0 0 0,2 2-7 0,-2 1 6 0,2 0 1 16,0-1 2-16,-3 3-5 0,0-1 2 0,1 3-2 15,-4-2-1-15,4 2-2 0,-4 0-1 0,-4 1 3 16,9 0-3-16,-9 0 2 0,8 2-4 0,-8-2 2 16,5 5 1-16,-4-2-1 0,4 0-1 0,-4 2 5 15,2-1-3-15,-3 0 6 0,1 3-18 0,-1 0-20 16,0 0-19-16,3 0-23 0,-2 1-34 0,5-4-41 16,-2 4-196-16,-1-3-375 0,3 0 166 0</inkml:trace>
  <inkml:trace contextRef="#ctx0" brushRef="#br0" timeOffset="-175420.65">19925 8822 91 0,'0'-5'354'0,"0"1"-7"16,0-1-16-16,0 5-4 0,0-8-12 0,-1 5-19 15,1 3-21-15,-3-7-29 0,3 7-24 0,0-2-19 16,0 2-29-16,0 0-24 0,0 0-14 0,0 0-19 15,0 0-14-15,0 0-14 0,4 17 0 0,-2-10-12 16,0 5-10-16,-2 2-8 0,2 2-6 0,-2 2-3 0,-2 2-6 16,2-3-2-16,0 3-1 0,-4-1 1 15,4 1-12-15,-4 0-5 0,4-1-14 0,-1 0 9 16,-2-1 2-16,2 0-7 0,-2-6-2 0,-1 3 7 0,4-2-7 16,0-6-3-16,-3 2-9 0,3-2-1 0,-1-2 1 15,1 0 2-15,0-2 0 0,0-3 3 0,0 6 16 16,0-6-19-16,0 0 5 0,0 0-6 0,15-9-6 15,-10 2 12-15,4 1-3 0,-3-3 2 0,8 3-7 16,-3-4 5-16,-2 3-8 0,4 0 2 0,-2-2-1 16,-1 4 2-16,4-3-9 0,-4 0 10 0,0 3-4 15,0 0-2-15,-5 2 5 0,3 0 2 0,-4 0-7 16,1 3-4-16,0-3-16 0,-5 3 0 0,0 0 2 16,10 3-2-16,-9-1-2 0,3 2-2 0,-4 0 7 15,0 2-2-15,0 0 4 0,0 3 2 0,-4 2 7 16,1-4 2-16,-1 2-3 0,1 2 0 0,-3-4 2 0,1 6-1 15,1-3 2-15,-1 0-2 0,-2 1-6 0,0-2-7 16,3-4-1-16,-1 1-1 0,-2 0-6 0,3-2-8 16,-1-1-5-16,0 0-6 0,1-1-6 0,4-2-15 15,-8 2-4-15,8-2-22 0,-8 0-26 0,8 0-44 16,-5-7-42-16,5 2-30 0,1-1-44 0,-1 1-157 16,3-3-477-16,1-1 211 0</inkml:trace>
  <inkml:trace contextRef="#ctx0" brushRef="#br0" timeOffset="-175170.67">20196 9078 121 0,'7'-1'212'0,"-7"1"-5"0,0 0-2 0,7-1-7 15,-7 1-13-15,0 0-15 0,0 0-17 0,7 0-15 0,-7 0-18 16,0 0-12-16,0 0-10 0,0 0-17 0,0 0-5 15,3 7-6-15,-3-4-11 0,0-3-2 0,3 5-8 16,-3-1-3-16,0 0-5 0,1 1-3 0,-2 0-3 16,4 0-3-16,-3 3-3 0,1-3-2 0,1 1-4 15,-2 1 0-15,1-1-8 0,0-1-24 0,1 0-27 16,-2 1-38-16,0-2-47 0,1-1-32 0,-1-3-54 16,3 4-129-16,-2-1-364 0,-1-3 161 0</inkml:trace>
  <inkml:trace contextRef="#ctx0" brushRef="#br0" timeOffset="-174747.39">20368 9061 78 0,'0'0'203'0,"0"0"-22"0,0 0-21 0,0 0-12 16,0 0-22-16,0 0-6 0,0 0-10 0,0 0-12 15,0 0-8-15,6 11-6 0,-6-7-13 0,0-4-1 0,1 9-7 16,-1-5-6-16,2-2-5 0,-2 3 1 16,0 2-15-16,0-3 0 0,0-1-6 0,-2 4-2 15,2-3-1-15,0-4-5 0,0 7 0 0,-1-5 0 0,1-2-8 16,0 7 3-16,0-7 1 0,0 0 6 0,1 4 38 16,-1-4 20-16,0 0 23 0,0 0 17 0,0 0-10 15,0 0-15-15,0 0-4 0,0 0-3 0,11-10-8 16,-8 6-12-16,3-1-2 0,-4-3-6 0,8 3-2 15,-5 0-3-15,2-3-5 0,-1 3 1 0,-1 1-1 16,4-2-5-16,-3 2 0 0,1-1-9 0,0 2 4 16,-2 0-7-16,2-1-5 0,-2 3-3 0,-5 1-3 15,11 0-10-15,-11 0 0 0,12 1-4 0,-5 0-2 16,-3 2 2-16,0 0-3 0,2 2 0 0,-1 2-5 16,-1-1 2-16,0 1 0 0,0 4 2 0,0-4-12 15,2 6-24-15,1-5-16 0,-6 0-17 0,4 2-20 16,0 0-39-16,-1-3-54 0,0-1-60 0,-3 0-47 0,-1-2-190 15,2-1-510-15,0 1 226 0</inkml:trace>
  <inkml:trace contextRef="#ctx0" brushRef="#br0" timeOffset="-174591.15">20396 8858 173 0,'0'-4'239'0,"-1"1"-28"0,1 3-59 0,-3-4-71 16,3 4-65-16,0 0-56 0,0 0-99 0,0 0-150 16,0 0 66-16</inkml:trace>
  <inkml:trace contextRef="#ctx0" brushRef="#br0" timeOffset="-173891.95">22493 9018 138 0,'0'0'320'15,"3"-2"-4"-15,-3 2-10 0,0 0-3 0,4-4-14 16,-4 4-12-16,0 0-16 0,0 0-28 0,1-3-26 16,-1 3-25-16,0 0-24 0,0 0-17 0,0 0-24 15,0 0-9-15,0 0-10 0,0 0-10 0,0 10-12 16,0-10-7-16,-1 10-14 0,1-4-11 0,0 1-11 16,-4-1-13-16,8 0-19 0,-3 2-24 0,3-1-20 15,-4 1-22-15,3-2-35 0,1 0-42 0,2 1-51 16,1 1-46-16,-1-4-268 0,1 0-547 0,3 1 242 15</inkml:trace>
  <inkml:trace contextRef="#ctx0" brushRef="#br0" timeOffset="-173579.47">22833 8781 174 0,'-1'-4'275'16,"-2"1"-26"-16,2-1-25 0,1 4-30 0,-3-3-17 16,3 3-20-16,0 0-18 0,0 0-17 0,-15 3-10 15,12 1-11-15,-2 2-14 0,1 1-2 0,1 4-9 16,-1 1-7-16,1 3-8 0,-1 1-1 0,4 5-7 16,0 0-8-16,-4 7-3 0,8 0-4 0,-4 0-5 15,2 1-3-15,2 1-3 0,0 2 1 0,0 1-3 16,0 1-2-16,1 0-3 0,-2-1 1 0,1 0-3 15,0-3-1-15,0 1-2 0,-4-1-2 0,0-2 0 0,0-2-4 16,0 2 2-16,-2-11 0 0,0 1-19 0,-2-1-19 16,0-3-15-16,0-3-26 0,-3-2-31 0,1-1-34 15,-1-4-44-15,1 0-39 0,-2-4-132 0,1 0-376 16,7 0 167-16</inkml:trace>
  <inkml:trace contextRef="#ctx0" brushRef="#br0" timeOffset="-173282.63">22844 9073 213 0,'7'-4'252'16,"-3"0"-16"-16,4 0-11 0,0 1-16 0,-1 1-12 16,1 1-17-16,-1 0-14 0,5 1-19 0,-1 0-14 0,0 2-10 15,4 0-14-15,-1 1-13 0,-2-1-6 16,0 1-10-16,3 0-10 0,-3 1-6 0,6 2-4 15,-4 1-7-15,-2-2-6 0,0 0-7 0,-1 3-1 0,1-2-6 16,-2 2-4-16,-5 0-5 0,2 1-1 0,2 0-2 16,-4 0-4-16,-1 0-2 0,0 2 1 0,-3-2-3 15,2 0-2-15,-3 2-1 0,0-3 2 0,0 2-17 16,-3-5-14-16,3 1-14 0,0 2-15 0,0-3-22 16,0 0-30-16,0 0-29 0,0-5-20 0,0 3-47 15,0-3-188-15,3 3-416 0,-3-3 184 0</inkml:trace>
  <inkml:trace contextRef="#ctx0" brushRef="#br0" timeOffset="-173095.15">23090 8862 35 0,'0'0'201'0,"-4"-4"-20"0,4 4-23 0,0 0-17 15,0 0-10-15,0 0-10 0,0 0-15 0,0 0-12 16,0 0-9-16,11 12-20 0,-3-6-47 0,-3-1-31 16,5 2-43-16,1 0-52 0,-3 1-86 0,7 0-209 15,-5 0 93-15</inkml:trace>
  <inkml:trace contextRef="#ctx0" brushRef="#br0" timeOffset="-172563.94">23422 8986 146 0,'0'0'215'0,"0"0"-19"0,0 0-22 0,0 0-19 15,-13-1-21-15,13 1-8 0,0 0-7 0,-13 3-15 0,5-1-9 16,4 2-10-16,-1 1-13 0,-2-1-4 0,1 2-4 16,2-1-10-16,-2 0-1 0,2 6-3 0,-2-4-6 15,3 1-5-15,2-1-4 0,1 3 0 0,-3-3-3 16,6 2-2-16,-2 0-3 0,2-4 0 0,5 7-2 15,0-7 0-15,2 4-2 0,2 0-9 0,2-3-12 16,-1-1-18-16,2 1-15 0,2-1-8 0,4-3-12 16,-4-2-17-16,3 0 4 0,-1-1 3 0,0-1 4 15,-5-2-3-15,-1 0 15 0,2 0 0 0,-4-4 9 16,-1 3 4-16,-2 0 9 0,-3-4 11 0,1 4 8 16,-2-3 16-16,-4 2 11 0,0-1 5 0,-3 0 5 15,0 0 0-15,-1 0 1 0,0 3 0 0,-5-1 1 16,3 1 3-16,-2-1-2 0,1 1-2 0,-1 1-5 0,0 2-4 15,1-1 1-15,0-1-4 0,-1 2-2 16,2 1 0-16,6 0-3 0,-11 0-3 0,11 0-3 16,-9 0 3-16,9 0-2 0,-6 2 4 0,6-2-5 0,-4 3 6 15,4-3-4-15,0 3-1 0,0-3 2 0,0 0-1 16,8 7 1-16,-6-4-1 0,-2-3-7 0,9 2 9 16,-5 0-5-16,1-1-5 0,2 1 5 0,0-2 2 15,-7 0 12-15,11-1 7 0,-6 2 0 0,-5-1 3 16,12 0-6-16,-6 1-4 0,-6-1 0 0,9-1-4 15,-9 1-1-15,10 1 1 0,-10-1-5 0,9-1-6 16,-9 1 4-16,6 3-4 0,-1 0 1 0,-1-1-2 16,0 2 1-16,-1-2-3 0,4 2-3 0,-3 0-9 0,-3 0-23 15,6 1-19-15,-4-2-18 0,1-1-14 16,0-1-32-16,0 2-25 0,4-2-28 0,-2 0-15 16,1 4-132-16,1-5-337 0,2-3 149 0</inkml:trace>
  <inkml:trace contextRef="#ctx0" brushRef="#br0" timeOffset="-172220.23">23913 8866 54 0,'4'-12'264'0,"-2"2"6"16,-2 0-1-16,1 2 0 0,0 2-13 0,-1-1-11 16,-1 1-28-16,2 1-23 0,-2 1-19 0,2 0-31 15,-1 4-12-15,-1-5-18 0,1 5-12 0,0 0-12 16,0 0-9-16,0 0-7 0,0 0-13 0,-8 11-4 15,8-3-8-15,-1 1-7 0,1 4-3 0,0-3-2 16,2 2-6-16,2 1-2 0,0 2-5 0,0 1 2 0,3 1-3 16,0 1-5-16,5 0 1 0,-1 6-2 0,0-7 10 15,1-1-15-15,2 2-4 0,-2-4 4 16,2 3-1-16,7 2-3 0,-7-3 0 0,0-1-2 0,-1-2 2 16,2-3-4-16,-2 0 4 0,0 1 0 0,-1-4-3 15,1-1 0-15,-1 0 2 0,-1-2-5 0,1 0 0 16,-1 0 5-16,-2 0 2 0,2-3-7 0,0-1 3 15,-4 0 1-15,1-1-2 0,1-1-17 0,1-3-28 16,-2 2-35-16,-1 0-37 0,1-2-54 0,-1 0-63 16,-3-5-263-16,4 0-534 0,-2-1 237 0</inkml:trace>
  <inkml:trace contextRef="#ctx0" brushRef="#br0" timeOffset="-172078.1">24166 8901 149 0,'-3'-2'245'0,"3"2"-21"0,-5-4-24 16,5 4-16-16,0 0-24 0,0 0-20 0,0 0-25 15,0 0-57-15,0 0-61 0,0 0-80 0,12 12-149 16,-6-8-251-16,-5 2 111 0</inkml:trace>
  <inkml:trace contextRef="#ctx0" brushRef="#br0" timeOffset="-170968.75">21045 9927 163 0,'1'-7'238'0,"-1"2"-15"0,0 0-12 0,5-1-19 16,-5 2-10-16,3 1-14 0,-3 3-19 0,-3-5-16 15,3 5-17-15,0 0-13 0,3-5-13 0,-3 5-11 0,0 0-9 16,0 0-8-16,0 20-6 0,-3-9-5 0,6 5-8 16,-3 3-4-16,-3 10-2 0,1 2-3 0,2 1-5 15,-3 1-4-15,2 3-1 0,-1 4-5 0,-2 10-2 16,2 2 2-16,0-2-4 0,-3 3 1 0,1-3-3 16,-1 0 0-16,4 2 1 0,-3-2-2 0,0 1 15 15,4 2 19-15,-3 3-4 0,3 0-2 0,-2 2-5 16,2-2-3-16,0 3-1 0,2 3-6 0,-2-3-5 15,0-2 1-15,-1 1-1 0,2-2-4 0,-1-2 2 16,0 2 0-16,0-2-4 0,-1-4 3 0,1 4-5 16,-3 2 5-16,3-4-1 0,-4 1-1 0,4 0-3 15,-3-1-1-15,-1 0 2 0,0-1-2 0,4-14-1 0,-4 1-2 16,0 12 1-16,4-12-2 0,-4-3-1 16,1 2 0-16,2-1 1 0,-2-2 2 0,1 0-4 15,-1-2 0-15,1 0-1 0,2-1 2 0,0 2-2 0,-4-2 1 16,7 0-2-16,-6-5 0 0,6 5-1 0,-7 0-2 15,4 0 0-15,0-2-1 0,-3 1 3 0,3-2-5 16,0 0 0-16,-1-9 5 0,0 10 0 0,-1-2-1 16,2 0 1-16,-2 0 1 0,2-9-3 0,-2 9 1 15,2-9 2-15,-3-2-2 0,2 0-2 0,0-4-1 16,-3 1 4-16,4 0-3 0,-3-3 3 0,1 1-3 16,1-4 3-16,1 1-1 0,-3-1 1 0,3-2-2 15,0 0 3-15,-5-1 4 0,5-4 0 0,0 6 0 16,0-6 3-16,-1 5 0 0,1-5 5 0,0 0-1 15,0 0-17-15,0 0-39 0,0 0-43 0,0 0-53 16,0-14-56-16,1 5-54 0,-1-3-196 0,5 0-480 16,-3-7 213-16</inkml:trace>
  <inkml:trace contextRef="#ctx0" brushRef="#br0" timeOffset="-170171.95">21080 9790 70 0,'0'-2'244'0,"-1"-2"-15"0,1 4-27 0,1-8-24 15,-1 8-17-15,0 0-18 0,0 0-19 0,0 0-13 16,-11 13-12-16,7-4-6 0,0 2-6 0,-2 6-8 15,2 1-7-15,-1-1-5 0,-2 2-10 0,2-1-1 16,-2 2-8-16,3-2-3 0,-3 3-3 0,3 1-6 16,-3-3-4-16,3-2 1 0,1-6-6 0,-2 1 0 15,1-3-3-15,1 0 0 0,1-2-1 0,0-2 16 16,2 0 20-16,-2-1 34 0,2-4 29 0,0 5 12 0,0-5-13 16,0 0-14-16,0 0-8 0,9-12-8 0,-4 2-8 15,-1 2 0-15,5-2-10 0,0 1-4 0,-1-3 8 16,-1 2 8-16,1-2-5 0,-1 2-1 0,1 0 7 15,-1-1-5-15,-3 5-11 0,0 0-8 0,0-1-7 16,1 4-6-16,0 1-14 0,-3-3-2 0,1 4 0 16,-3 1-10-16,10 7 2 0,-5-3-8 0,5 6 3 15,-2 5-6-15,1 3-1 0,8 8-6 0,0-2-16 16,1 5-24-16,5 0-38 0,-1 5-46 0,4 10-43 16,5 0-64-16,-1-3-88 0,-7-8-292 0,8 9-655 15,-5-11 290-15</inkml:trace>
  <inkml:trace contextRef="#ctx0" brushRef="#br0" timeOffset="-169250.16">20178 12698 136 0,'0'0'159'0,"0"0"4"0,0 0 2 0,0 0-2 15,0 0-12-15,0 0-3 0,0 0-15 0,0 0-10 0,0 0-12 16,0 0-9-16,0 0-9 0,0 0-6 0,0 0-5 15,0 0-9-15,0 0-11 0,0 0-3 0,36-4-6 16,-16 7-4-16,10-3-7 0,7 2-7 0,20 2-3 16,4-2-4-16,7 0 0 0,34 2 3 0,-4 0-8 15,1 1-1-15,6 3-5 0,5-3-1 0,-5 1-3 16,2 2 1-16,0 2-5 0,7-6 4 0,-3 4-2 16,4 3-1-16,0-3-2 0,5-1 0 0,4 4-1 15,-2-1 0-15,0 3-1 0,-1-7 2 0,0 6-2 16,0-6-3-16,5 3-1 0,-7-1 1 0,-3-1-2 15,2 1 1-15,2 0 3 0,-3-3-5 0,-6 1 3 16,4 1-3-16,-1-1 2 0,-6-2-1 0,0-1-3 0,-11 0 3 16,6 0-2-16,-1-2 4 0,-32 2-1 0,33-3 1 15,-5 3-2-15,-29 0 0 0,26-1-1 16,-24 0 3-16,1-1-4 0,-5 1 1 0,-2 0 1 0,0-1-2 16,1 2 4-16,-4-3-1 0,-5 0 0 0,3 0 2 15,-19 1-5-15,-3 2 0 0,3-3 2 0,-3 1 1 16,-4 1 1-16,0-2-5 0,-5 2 4 0,-6-2-1 15,-2 1 2-15,-3-1-4 0,-4 0-2 0,-3 2 6 16,0-1-4-16,-5-1-1 0,1 0 5 0,-7 0-3 16,11 0 0-16,-7 1-5 0,-4-1 2 0,8 1-4 15,-8-1 6-15,0 0-3 0,0 0 1 0,6 0-1 16,-6 0 0-16,0 0-6 0,0 0-8 0,0 0-21 16,0 0-9-16,0 0-4 0,8 0-3 0,-8 0-9 15,0 0-2-15,5 2-18 0,-5-2-12 0,12-2-11 16,-7 1-4-16,-5 1-12 0,9-4-8 0,-2 3-14 15,-3 0-85-15,-4 1-248 0,9-6 110 0</inkml:trace>
  <inkml:trace contextRef="#ctx0" brushRef="#br0" timeOffset="-168937.69">25620 12848 169 0,'0'0'278'15,"-3"-2"-21"-15,3 2-21 0,0 0-22 0,0 0-22 16,0 0-18-16,0 0-18 0,0 0-14 0,16 4-12 16,-7-1-17-16,0-1-8 0,5 6-12 0,2-1-7 0,2-1-9 15,1 3-8-15,-1 1-8 0,1-1-6 16,-2 1-7-16,-3 0-3 0,-2-3-9 0,-1 2 1 15,-4-1-9-15,4 1-2 0,-4 1-3 0,-5 0-2 0,1 3-3 16,-3-4 1-16,-5 2-2 0,-2 0 0 0,-5 0-4 16,-6 3-4-16,-11-1 2 0,1 0-33 15,-8-3-41-15,-6-1-51 0,7-2-64 0,-21-2-72 0,2 0-142 16,13-4-423-16,-15-3 187 0</inkml:trace>
  <inkml:trace contextRef="#ctx0" brushRef="#br0" timeOffset="-168359.62">22117 10959 235 0,'0'0'313'0,"0"0"-14"0,-9 0-13 15,9 0-22-15,0 0-14 0,0 0-17 0,0 0-17 16,0 0-13-16,0 0-17 0,0 0-18 16,0 0-18-16,0 0-16 0,0 0-16 0,18-6-10 0,-6 5-12 15,-1-1-16-15,5 2-21 0,-2-1-31 0,2 1-28 16,2 0-26-16,-3 0-34 0,3 0-37 0,-5 0-32 15,-2 0-42-15,3 0-43 0,-3 0-40 0,-4-1-159 16,-1-2-447-16,1 2 198 0</inkml:trace>
  <inkml:trace contextRef="#ctx0" brushRef="#br0" timeOffset="-168172.14">22261 10810 181 0,'0'0'204'0,"-2"-7"-19"0,2 7-25 15,0 0-14-15,0 0-12 0,0 0-10 0,0 0-12 16,-3 13-6-16,3-5-12 0,-1-2-7 0,1 4-10 0,0 3-6 16,0 0-5-16,-3 5-10 0,1 0-1 0,1 2-9 15,-2 0-1-15,3 3-4 0,-3-3-21 16,2 1-38-16,1 5-52 0,-2-8-55 0,2 3-175 0,3-3-324 16,0 0 143-16</inkml:trace>
  <inkml:trace contextRef="#ctx0" brushRef="#br0" timeOffset="-167844.04">23014 10872 93 0,'0'0'291'0,"6"-3"-19"0,-1 1-29 15,0-1-23-15,-2-1-21 0,3 2-24 0,-2-1-15 16,1 1-19-16,2-2-11 0,1 3-13 0,-2 0-14 15,0 0-6-15,5-1-15 0,-4 2-11 0,1-1-24 0,-1 2-32 16,2-2-30-16,-9 1-38 0,14 0-34 16,-7 0-36-16,1-1-42 0,-1 1-35 0,-7 0-103 15,8-5-327-15,-5 3 146 0</inkml:trace>
  <inkml:trace contextRef="#ctx0" brushRef="#br0" timeOffset="-167656.56">23120 10741 79 0,'0'0'206'0,"-3"-2"-20"16,3 2-25-16,0 0-17 0,0 0-14 0,0 0-9 16,-10 9-16-16,8-5-4 0,-2 3-15 0,0 5-3 15,4 2-8-15,-1 6-6 0,-3-2-4 0,0 7-9 16,-1 2-6-16,0 2 3 0,2-1-12 0,-1 5-35 16,0-5-64-16,0 1-80 0,-3-2-133 0,-1 1-292 15,4-1 129-15</inkml:trace>
  <inkml:trace contextRef="#ctx0" brushRef="#br0" timeOffset="-167328.47">22608 11445 289 0,'0'0'356'0,"-6"1"-13"0,6-1-18 0,0 0-5 15,0 0-13-15,0 0-27 0,0 0-25 0,0 0-22 0,0 0-27 16,0 0-20-16,0 0-20 0,0 0-17 0,20-10-16 15,-11 7-14-15,4 2-29 0,2-1-24 16,-1 0-34-16,1 2-29 0,-2-1-29 0,2 1-37 0,-4 0-43 16,0 1-41-16,1 0-51 0,-1-1-53 0,-4 0-261 15,-1 1-554-15,-6-1 246 0</inkml:trace>
  <inkml:trace contextRef="#ctx0" brushRef="#br0" timeOffset="-167140.98">22774 11376 155 0,'0'0'217'0,"0"0"-24"0,0 0-20 15,0 0-15-15,0 0-18 0,0 0-14 16,-13 8-9-16,9-4-15 0,0 1-5 0,0 2-13 16,0-1-6-16,-4 5-9 0,1-1-2 0,0-1-10 0,0 2-4 15,-1 1-26-15,-3 2-48 0,4-1-58 0,-2-4-59 16,5 3-142-16,-3 0-302 0,0-2 134 0</inkml:trace>
  <inkml:trace contextRef="#ctx0" brushRef="#br0" timeOffset="-166750.39">21911 11697 114 0,'0'0'311'15,"-5"-2"-17"-15,5 2-15 0,0 0-13 0,0 0-9 16,-4-5-13-16,4 5-9 0,0 0-6 0,0 0-19 16,0 0-17-16,0 0-15 0,0 0-23 0,0 0-19 0,0 0-12 15,7-5-28-15,-7 5-38 0,14 0-49 16,-7 0-49-16,3-1-49 0,3 2-51 0,-2-1-51 15,1-1-54-15,2 1-203 0,-2 1-484 0,0 0 214 0</inkml:trace>
  <inkml:trace contextRef="#ctx0" brushRef="#br0" timeOffset="-166562.91">22088 11618 118 0,'0'0'247'0,"0"0"-25"0,0 0-21 0,0 0-1 15,0 0 0-15,-14 7-10 0,13-2-14 0,-3-1-13 16,2 3-16-16,-3 1-10 0,1 3-10 0,3-1-12 16,-2 3-13-16,2 0-12 0,-1 4-24 0,2 0-43 15,0 1-64-15,0 2-97 0,3-2-254 0,0 2-422 16,4-2 186-16</inkml:trace>
  <inkml:trace contextRef="#ctx0" brushRef="#br0" timeOffset="-164247.9">24150 11556 29 0,'3'-2'407'0,"-3"2"-7"16,5-5-7-16,0 3-3 0,-5 2-1 0,2-3-14 16,-2 3-19-16,0 0-18 0,2-3-14 0,-2 3-21 15,0 0-23-15,0 0-23 0,0 0-28 0,0 0-21 16,0 0-20-16,0 0-19 0,0 0-17 0,0 0-18 16,5-3-13-16,-5 3-14 0,0 0-14 0,6-1-14 0,1 1-25 15,5 1-26-15,-1 0-42 0,6 1-45 16,3-1-61-16,-1 0-20 0,0 2-31 0,4 0-34 15,-2 0-48-15,-1 0-53 0,-1-2-70 0,0-1-318 0,0 1-750 16,0 1 332-16</inkml:trace>
  <inkml:trace contextRef="#ctx0" brushRef="#br0" timeOffset="-163872.95">24803 11618 229 0,'0'0'319'0,"12"-3"-17"0,-12 3-25 16,0 0-19-16,14 0-19 0,-9-1-21 0,3-2-21 16,0 3-21-16,1-1-16 0,0-1-20 0,3 0-10 15,2 2-15-15,-1-1-11 0,-2 1-19 0,3 1-41 16,-2-1-42-16,-4 0-47 0,4 0-50 0,-2 1-67 0,-3 0-54 15,1 2-198-15,-3 0-447 0,1 1 199 0</inkml:trace>
  <inkml:trace contextRef="#ctx0" brushRef="#br0" timeOffset="-163544.84">24105 12176 264 0,'0'0'282'0,"0"0"-21"0,0 0-14 0,0 0-20 16,0 0-19-16,0 0-13 0,0 0-15 0,0 0-17 16,14 5-17-16,-9-4-13 0,10 1-15 0,-4-2-8 15,5 4-15-15,3-2-7 0,4-1-12 0,0 0-29 16,0 3-41-16,-5-1-44 0,5-1-52 0,-2-1-62 16,-8-1-76-16,0 2-162 0,0-1-422 0,-2-1 187 15</inkml:trace>
  <inkml:trace contextRef="#ctx0" brushRef="#br0" timeOffset="-163199.87">23309 12320 255 0,'-4'4'291'0,"4"-4"-16"0,0 0-15 0,-5 2-32 15,5-2-12-15,-5 2-13 0,5-2-9 0,0 0-10 0,-2 3-9 16,2-3-9-16,0 0-7 0,9 6-20 15,-2-1-10-15,3-3-15 0,5 3-11 0,3-2-11 16,6 1-29-16,0 0-49 0,6 2-61 0,3-2-65 0,-3 1-77 16,5-3-80-1,-6 1-172-15,-1 0-477 0,4 1 211 0</inkml:trace>
  <inkml:trace contextRef="#ctx0" brushRef="#br0" timeOffset="-161331.54">24106 10560 40 0,'-9'8'89'0,"-1"-1"-5"16,-1 2-1-16,2 0 6 0,-5 5-16 0,1-5 9 15,-2 5 0-15,0 2 9 0,-3-2-8 0,3 0-9 0,-3 1-4 16,0 6-8-16,-2-3-2 0,0 3-2 0,-2 0 18 15,3 2-3-15,-4-1-8 0,3 0-7 16,-2 0-1-16,1 1-9 0,1-6-8 0,2 3 2 0,-3 3-5 16,3 0-9-16,0-3 5 0,2-3-9 0,-2 5-4 15,-1-1 1-15,1 1 5 0,-2 0-4 0,-2-1-6 16,5 1 1-16,2-4-4 0,-2 6 0 0,3-7 1 16,-3 6-4-16,-2-3 7 0,0 1-6 0,3 1 2 15,2-6-1-15,-4 5 1 0,2-4-3 0,1 0 2 16,-7 3-2-16,6-1 1 0,-2-4-4 0,2 1 1 15,1-2 21-15,-1 0 13 0,-1 1-5 0,1-2 0 16,1 1-6-16,-2 2 0 0,3-3-6 0,-4 0 0 16,5 1-4-16,-2-2-1 0,1 3-3 0,-1-2 1 15,0 1-3-15,1 0-1 0,0 2 1 0,1-7-2 16,-2 3-5-16,2 4 4 0,-1-2-3 0,1 0 2 16,-2-1 1-16,2-2 17 0,-3 4 3 0,7-4-4 0,-5 2-3 15,3-3-2-15,-3 3-4 0,0 0 3 0,4 1-4 16,-4-3-1-16,1 2-3 0,-1 0-2 0,1-1 1 15,0 0-4-15,5-2-1 0,-3-1 2 0,-2 3-3 16,1 1 3-16,2-4-3 0,0-1-2 0,-3 4-3 16,3-3 4-16,1 1 1 0,-5 1-5 0,5-2-1 15,-2 4 1-15,0-2 1 0,1-2 0 0,-1 1 0 16,1 1 1-16,0-3-2 0,0 1 1 0,-2 0 1 16,4-3 1-16,-3 4 10 0,1-3 6 0,1 2-2 15,0-1 1-15,-3 1-4 0,1-1-1 0,1 0-1 16,-2 0 0-16,4 0-2 0,-1 1-2 0,-3-3 1 15,4 4-3-15,0-3 2 0,-3 2-3 0,4 0 0 0,-1-2-3 16,0 3 3-16,-3-2-4 0,-3 0 2 0,6 0-1 16,-4 1 4-16,1 0-7 0,2 0 1 15,-4-2 3-15,1 5-2 0,-3 0-1 0,6-2-3 0,-1 1 8 16,-1-3-6-16,-1 5 1 0,1-3 2 0,0-1-2 16,2 1-2-16,-4-1-1 0,5 1 0 0,-1 1 0 15,-2 2 1-15,0-2-1 0,4-1 0 0,-1 0-1 16,-5 1 2-16,6-1-2 0,-6 2 1 0,4-1 0 15,-1-2 6-15,1-1-5 0,3 3-1 0,-4-5 5 16,1 3-3-16,1-1 0 0,3-3 0 0,-5 3 0 16,2-2-1-16,0 1 1 0,2-2 0 0,-2 0-1 15,3 1 2-15,-2-1-2 0,0 2-1 0,3-2 2 16,-8 0-1-16,7 1-2 0,-4 0 3 0,5-1-1 0,-5 1 1 16,3-1-1-16,-2 1 0 0,5-1 1 15,-6 0-1-15,5 0 0 0,-4-1 0 0,4 1 5 16,-2-2-5-16,1 2-1 0,-1 2-1 0,2-3 0 0,0 1 3 15,0 0 0-15,1-1 1 0,-1 0-7 0,1-2-17 16,3 1-24-16,0-3-32 0,-5 7-42 0,9-2-54 16,-4-5-81-16,1 3-139 0,4 0-426 0,0-1 188 15</inkml:trace>
  <inkml:trace contextRef="#ctx0" brushRef="#br0" timeOffset="-160016.37">23270 13412 226 0,'2'-3'322'0,"0"-1"-8"0,-2 4-5 0,3-5-18 16,-3 1-17-16,0 4-18 0,2-5-16 0,-2 5-17 15,0 0-21-15,-5-5-23 0,1 3-21 0,4 2-16 16,-15-2-15-16,1 2-12 0,1-1-6 0,-6 2-6 15,-3 0-5-15,-11 3-5 0,3-3-5 0,-1 2-4 16,1 1-7-16,-3 0-8 0,2 1-3 0,3 0-11 16,5 0-5-16,2 0-7 0,5-2-1 0,5 0-5 15,-3 0-6-15,7-1-3 0,1 1-9 0,-1 0 4 16,3 1-1-16,5 1 4 0,6 0-8 0,2 0-3 16,13 0 3-16,7 1-4 0,6 1-1 0,2-1 0 0,2 0-7 15,3-1 5-15,-1 2-15 0,2-2 4 16,-5-2 0-16,2 3-2 0,-8-4 4 0,0 0-12 15,-3-1-2-15,-10 1 3 0,-1-2 4 0,-7 0 1 0,2-2 4 16,-5 1 1-16,-2-1 1 0,-1 0-6 0,-1-4 1 16,-3 1-1-16,-2-1-1 0,-4-1 0 0,-2-2 7 15,-3 2 1-15,-6-5 3 0,1 0-2 0,-4 1-7 16,-5-5 4-16,0 2-3 0,3 4 3 0,-1 0-3 16,4-2-14-16,-2 4-29 0,4-2-33 0,3 5-29 15,2 2-38-15,-1 1-37 0,4-2-47 0,1 2-48 16,3-1-51-16,0 2-204 0,4 1-576 0,0 0 255 15</inkml:trace>
  <inkml:trace contextRef="#ctx0" brushRef="#br0" timeOffset="-159766.39">23180 13231 238 0,'0'-8'294'15,"1"2"13"-15,1-1-2 0,-2 1 9 0,1-2-4 16,-2 4-14-16,1 0-19 0,0 4-31 0,-2-7-23 15,1 5-32-15,1 2-25 0,0 0-15 0,0 0-15 16,0 0-20-16,0 21-6 0,1-11-18 0,-2 8 3 16,2 3-12-16,1 7-4 0,-4 3-22 0,2 1 5 15,0-1-8-15,2 4-5 0,-4 0-1 0,4 0-6 16,-2 0-9-16,1 1-18 0,-1-4-20 0,3 0-23 16,-2 1-26-16,2-5-34 0,-2-2-24 0,1-7-21 15,-1-2-32-15,-1-4-51 0,3-2-40 0,0-1-72 16,-1-3-173-16,2-2-543 0,2-4 240 0</inkml:trace>
  <inkml:trace contextRef="#ctx0" brushRef="#br0" timeOffset="-159438.3">23731 13368 236 0,'0'-5'365'0,"1"0"-15"16,-1 0-15-16,0 2-14 0,0 3-10 0,0-5-6 16,0 0-28-16,0 5-29 0,0 0-28 0,0 0-24 15,-1-5-27-15,1 5-18 0,0 0-11 0,0 0-17 0,-11 13-15 16,6-8-6-16,-1 7-15 0,1-3-9 16,-5 6-1-16,2 1-17 0,1-1-1 0,0 3-6 15,1-1-10-15,0 1-3 0,-1-1 2 0,3 1-9 0,0 2-1 16,3-7 1-16,-1 3-10 0,2-3-6 0,2 1 0 15,2-2-23-15,0-1 5 0,3-2-21 0,1-2-25 16,6-1-27-16,2 1-32 0,7-4-26 0,-3 0-21 16,1-2-19-16,1-2-25 0,2 0-24 0,5-6-33 15,-1 0-16-15,-6 3-12 0,-1-4-171 0,-1-1-490 16,0 1 217-16</inkml:trace>
  <inkml:trace contextRef="#ctx0" brushRef="#br0" timeOffset="-159282.06">24021 13552 925 0,'8'-5'-3'0,"1"-1"45"15,-3-2 27-15,-1 5 26 0,-1-2 17 0,0 0 16 16,1 1 3-16,-3 2 6 0,-2 2-5 0,2-4-16 15,-2 4-8-15,0 0-14 0,0-5-8 0,0 5-9 16,0 0-6-16,0 0-3 0,-17 5 1 0,10-2-4 16,-1 0-8-16,-1 4 0 0,-1 0-4 0,-2-1-10 15,1 1 1-15,-1 1-7 0,0 1-1 0,-3 0-5 0,3 0-2 16,-1-2 0-16,-2 4-6 0,4-2-23 16,0-1-25-16,-2-1-41 0,5 2-35 0,-2-1-48 15,1-3-44-15,-1 0-212 0,5-1-438 0,-1 0 193 0</inkml:trace>
  <inkml:trace contextRef="#ctx0" brushRef="#br0" timeOffset="-159078.96">23882 13518 12 0,'0'-5'314'0,"-3"2"-6"16,3-2-16-16,0 5-16 0,0-5-10 0,0 5-25 15,0 0-24-15,0 0-20 0,0-6-19 0,0 6-15 16,0 0-14-16,0 0-7 0,0 0-15 0,12 13-14 15,-6-9-7-15,2 4-10 0,0 1-9 0,6-1-13 16,1 2-11-16,0 0-15 0,1 1-23 0,2 2-33 16,-2-3-32-16,2 2-40 0,-1-3-52 0,-2 0-62 15,4-2-51-15,-3 3-222 0,1-3-503 0,-3-2 222 0</inkml:trace>
  <inkml:trace contextRef="#ctx0" brushRef="#br0" timeOffset="-158828.98">24257 13438 247 0,'0'0'408'0,"0"-5"-16"0,0 5-34 0,-3-4-37 16,3 4-14-16,0 0-20 0,0 0-1 0,0 0-9 16,0 0-12-16,25 9-23 0,-16-1-13 0,5-2-17 15,2 5-20-15,-2 0-20 0,5 0-17 0,-4 0-16 16,3 4-13-16,-4-1-14 0,0-2-10 0,-3 6-13 15,0-4-7-15,1 1-6 0,-6 1-22 0,-3 2-23 16,-2-2-57-16,-2 4-49 0,-4-2-43 0,-3-1-49 16,-11 5-39-16,-2-3-47 0,-1-1-72 0,-6-3-341 15,-3 1-720-15,0-3 318 0</inkml:trace>
  <inkml:trace contextRef="#ctx0" brushRef="#br0" timeOffset="-156480.31">20075 10891 200 0,'0'0'248'0,"0"0"-26"0,0 0-25 0,0 0-19 0,0 0-18 0,-8 5-16 0,6-2-15 16,-1 2-14-16,3-5-10 0,-5 7-11 0,4-2-9 15,0 3-7-15,1-3-6 0,0 1-9 0,0 2-2 16,0-1-5-16,1 2-5 0,3 0-4 0,1-4-4 16,-3 3-2-16,5 1 1 0,-1-2-5 0,4 0-2 0,-1-4-4 15,4 2-3-15,-4-2-2 0,3 0 1 16,2-3-2-16,-2 0-2 0,-1-1-3 0,3-1 0 15,-1 0-4-15,-2-3-2 0,1 0-2 0,1 3 8 0,-2-8 12 16,-1 4 12-16,1-3 6 0,-1 3 9 0,-2-3 3 16,0 2-3-16,-2 3 2 0,1-1-8 0,-2 2-3 15,0-2-6-15,1 2-3 0,-1 0-1 0,-1 2-10 16,-1 0-2-16,-3 1-7 0,12-2 0 0,-8 5-5 16,4-1 2-16,-2 3-5 0,0 3-1 0,4 2-5 15,-2 2-1-15,3 2 2 0,1 2-3 0,-2 4-1 16,4 5 0-16,1 0-2 0,-4 3 0 0,1 0 0 15,-1 0 1-15,-2 2-1 0,-1-1-3 0,0 0 2 16,-3-1 0-16,0-2 4 0,-1 2-2 0,-4-2-1 16,0-5 1-16,-1-2 0 0,-3 0 0 0,0-1 5 15,-1 0 9-15,-1-1 24 0,-4-2 6 0,2 0 17 16,-2-3 15-16,0-3 23 0,-1 0 18 0,0 0 13 0,-1-4 12 16,-2 1 0-16,-5 1-7 0,1-2-11 0,-1-4-14 15,-4 1-4-15,1-5-8 0,1 0-13 0,-2-1-13 16,1-1-25-16,0-1-51 0,0-1-57 0,7 0-63 15,-4-2-69-15,10 5-78 0,-1-6-97 0,5 3-350 16,2 1-772-16,4-1 342 0</inkml:trace>
  <inkml:trace contextRef="#ctx0" brushRef="#br0" timeOffset="-146372.03">22418 10883 66 0,'-2'-6'339'0,"0"1"0"0,4 0-14 15,-2 0-10-15,-2 1 6 0,2 4-7 0,0-7-4 16,0 2-12-16,0 5-12 0,0-7-9 0,0 7-21 15,0-5-17-15,-2 1-23 0,2 4-21 0,0 0-21 16,2-4-17-16,-2 4-19 0,0 0-18 0,0 0-13 16,0 0-11-16,0 0-16 0,0-5-13 0,0 5 1 15,0 0-14-15,0 0-11 0,0 0 1 0,-4 14-6 16,4-7-2-16,0 0-3 0,-1 1-5 0,-6 2 0 16,5 0-8-16,-3 2-8 0,5 0-41 0,-4 1-32 0,3-1-27 15,-5 2-29-15,6-1-25 0,-2 2-17 16,0 2-19-16,2 0-43 0,2 1-60 0,0-7-76 0,1 2-278 15,1-1-687-15,3 0 304 0</inkml:trace>
  <inkml:trace contextRef="#ctx0" brushRef="#br0" timeOffset="-145622.1">23361 10764 65 0,'1'-5'341'16,"-1"5"-7"-16,0-5-20 0,0 5-25 0,0 0-28 16,0-3-29-16,0 3-32 0,0 0-21 0,0 0-18 0,0 0-20 15,0 0-17-15,0 0-11 0,0 0-10 0,-16 11-12 16,13-3-3-16,-4 2-13 0,5 3-7 0,-1 1-6 16,-1 7-5-16,0-9-13 0,3 7-17 0,-2 2-32 15,-3 1-21-15,6 5-36 0,-1-1-55 0,1 3-69 16,0-4-88-16,0-4-177 0,1-1-486 0,2-1 215 15</inkml:trace>
  <inkml:trace contextRef="#ctx0" brushRef="#br0" timeOffset="-145044.03">22957 11400 318 0,'0'0'363'0,"0"-6"-24"0,0 6-17 15,0 0-22-15,0 0-32 0,4-3-27 16,-4 3-30-16,0 0-29 0,0 0-18 0,0 0-18 0,0 0-18 15,0 0-16-15,0 0-8 0,0 0-7 0,-12 13-10 16,6-7-6-16,2 2-12 0,0 1-14 0,-1 4-15 16,0-2-13-16,2 1-16 0,-3 1-24 0,1 3-15 15,2-2-18-15,0 4-16 0,-2-1-16 0,-2-1-24 16,3 2-47-16,1-3-39 0,2 0-48 0,-5 0-225 16,4-4-499-16,0 4 221 0</inkml:trace>
  <inkml:trace contextRef="#ctx0" brushRef="#br0" timeOffset="-144544.08">22228 11625 73 0,'4'-4'408'0,"-1"-1"22"15,-2 0 5-15,5 0-13 0,-2 2-9 0,-3 1-24 16,2-2-23-16,-3 4-28 0,2-5-32 0,1 3-32 15,-3 2-29-15,0 0-28 0,0 0-25 0,4-5-24 16,-4 5-18-16,0 0-15 0,0 0-14 0,2 13-15 16,-2-5-10-16,-2 0-9 0,2 3-34 0,-3 2-50 15,2 4-52-15,1 1-49 0,0-1-45 0,0 4-46 16,0 0-35-16,0 0-61 0,4 0-84 0,0-2-310 0,2 7-735 16,2 0 326-16</inkml:trace>
  <inkml:trace contextRef="#ctx0" brushRef="#br0" timeOffset="-143637.84">24509 11478 44 0,'0'0'327'16,"0"-7"-9"-16,0 7-9 0,-3-3-18 0,3 3-17 15,3-5-30-15,-3 5-10 0,0 0-24 0,0 0-23 16,0 0-19-16,0 0-20 0,0-5-20 0,0 5-17 16,0 0-7-16,0 0-8 0,0 0-17 0,-6 12-6 15,4-8-7-15,-1 4-6 0,-1 1-4 0,3 0-11 16,-5 1-1-16,3 2-11 0,-1-1-19 0,0 2-17 16,-3 3-16-16,2 1-13 0,1 0-28 0,-1-1-13 15,0 2-25-15,3 0-32 0,0 1-46 0,2-2-46 16,2 0-48-16,-2-3-160 0,4 3-467 0,0-6 207 15</inkml:trace>
  <inkml:trace contextRef="#ctx0" brushRef="#br0" timeOffset="-143137.89">25135 11601 81 0,'5'-4'300'16,"3"0"5"-16,-4 0-8 0,0-1-8 0,3 1-7 15,-3-1-6-15,0 1-6 0,-2 2-5 0,1-2-12 16,-3 4-18-16,6-4-18 0,-6 4-21 0,0-4-32 16,0 4-13-16,1-3-16 0,-1 3-25 0,0 0-39 15,0 0-7-15,0 0-13 0,0 0-1 0,0 12-10 16,-1-6 12-16,-3 4-24 0,0 0-19 0,1 3-15 16,-1 3-18-16,-4 0-15 0,4 3-19 0,-2-1-15 15,-3 4-19-15,4-3-15 0,-4 1-24 0,0 5-36 16,0-6-41-16,2 0-37 0,1-1-263 0,-2 3-548 15,-3-2 243-15</inkml:trace>
  <inkml:trace contextRef="#ctx0" brushRef="#br0" timeOffset="-142544.2">24433 12189 34 0,'0'0'330'0,"0"0"10"0,0 0 11 16,0 0 7-16,0 0 25 0,0 0 6 0,0 0 7 16,0 0-7-16,0-10-20 0,0 10-23 0,0 0-27 15,0 0-27-15,0 0-29 0,0 0-30 0,0 0-24 16,0 0-25-16,0 0-25 0,0 0-21 0,0 0-20 15,0 0-17-15,0 0-10 0,0 0-17 0,-4 12-43 16,2-3-35-16,0 1-27 0,-1 2-28 0,0 1-37 0,2 0-31 16,-5 2-27-16,6-1-23 0,-6-1-18 15,2 4-16-15,0 2-12 0,-1-4-32 0,1-2-40 16,3 1-45-16,-2-3-282 0,0 1-673 0,1-3 297 0</inkml:trace>
  <inkml:trace contextRef="#ctx0" brushRef="#br0" timeOffset="-141966.12">23676 12357 179 0,'0'0'299'0,"-1"-5"-3"0,1 5 2 0,0 0-15 16,0 0-9-16,0 0-14 0,0 0-21 0,0 0-28 0,0 0-21 16,0 0-28-16,0 0-11 0,0 0-17 0,0 0-17 15,0 0-4-15,0 0-14 0,0 0-10 0,1 18-9 16,-1-13-9-16,2 2-10 0,-4 1-1 0,2 0-7 15,0 3-6-15,-1-1-38 0,1-1-34 0,0 2-33 16,-1 2-42-16,-1-1-62 0,1-2-95 0,-4 4-273 16,2-3-572-16,2 2 254 0</inkml:trace>
  <inkml:trace contextRef="#ctx0" brushRef="#br0" timeOffset="-122628.95">7820 12789 30 0,'0'0'68'0,"0"0"2"0,0 0-13 0,0 0-1 16,0 0-8-16,0 0 0 0,0 0-3 0,0 0-6 16,0 0-6-16,0 0 5 0,0 0-5 0,0 0 4 15,0 0-2-15,0 0 0 0,0 0 5 0,0 0-7 0,0 0 4 16,0 0-8-16,0 0-3 0,0 0-3 0,0 0 7 15,0 0-3-15,0 0-1 0,0 0-3 16,0 0 5-16,0 0-6 0,0 0-1 0,0 0 0 0,0 0 1 16,0 0 1-16,0 0 0 0,0 0 7 0,0 0-2 15,0 0-6-15,0 0-4 0,0 0 6 0,0 0-4 16,0 0 0-16,0 0-1 0,0 0-2 0,0 0-5 16,0 0-3-16,0 0 3 0,0 0 4 0,0 0-7 15,0 0 5-15,0 0-3 0,0 0-2 0,0 0-6 16,0 0 5-16,0 0-8 0,0 0 9 0,0 0-7 15,0 0-3-15,0 0 2 0,0 0 4 0,0 0 2 16,0 0 1-16,0 0 0 0,0 0-5 0,0 0-3 16,0 0-2-16,0 0 4 0,0 0 3 0,0 0-7 15,0 0 2-15,0 0-3 0,0 0 4 0,0 0 5 16,0 0-3-16,0 0-6 0,0 0 5 0,0 0 1 16,0 0-4-16,0 0 4 0,0 0 1 0,0 0-11 0,0 0-1 15,0 0-12-15,0 0-13 0,0 0-25 0,0 0-29 16,0 0-26-16,0 0-81 0,0 0-210 15,19-4 93-15</inkml:trace>
  <inkml:trace contextRef="#ctx0" brushRef="#br0" timeOffset="-119728.45">7833 12824 42 0,'0'0'45'0,"-5"4"-3"16,5-4 0-16,0 0 0 0,-1 2-9 0,1-2 3 15,0 0-1-15,-3 2 3 0,3-2 1 0,0 0-4 16,0 0-2-16,0 0 5 0,0 0 2 0,-1 4-5 15,1-4 6-15,0 0 4 0,0 0 3 0,0 0 3 16,0 0-4-16,0 0 5 0,0 0 8 0,0 0-2 16,0 0 3-16,0 0 3 0,0 0 2 0,0 0 2 15,0 0 5-15,0 0-3 0,0 0 2 0,0 0-7 16,0 0 4-16,0 0 0 0,0 0-9 0,0 0 4 16,0 0-2-16,0 0-1 0,0 0-3 0,0 0-4 0,0 0-4 15,0 0-2-15,0 0 0 0,0 0-5 0,0 0-1 16,0 0-6-16,0 0-5 0,0 0 0 15,10-7-3-15,-10 7-2 0,6-5-4 0,-2 4-2 0,-1-2-3 16,-3 3-1-16,11-4-4 0,-7 0 4 0,5 3-3 16,-3-3 0-16,2 0-3 0,-2 2-1 0,6-1 0 15,-5-2 0-15,-2 2-5 0,3 0 1 0,3-2 1 16,-3 2 1-16,-1-2-4 0,5 0 3 0,-1 2-3 16,-3-4 2-16,2 4-8 0,2-1 8 0,-4 1 1 15,2 0-2-15,1-3 0 0,-5 4 1 0,1-1-2 16,4-2 1-16,-3 3-2 0,-1-1 2 0,1 1 1 15,2-1-1-15,-3-1 4 0,1 1-7 0,-4 0 1 16,4 0 0-16,-4-1 1 0,4 1 1 0,-1 0 2 0,0 0-3 16,1 1 1-16,-1 0-1 0,-2 0 1 15,2 0 3-15,0-1-7 0,2 0-2 0,-2-1 1 16,1 2 5-16,-2-1 0 0,2 2-1 0,0-1 0 0,-1-3 3 16,1 1-6-16,0 2 2 0,0-2 2 0,-1 2 1 15,2-1-3-15,-2 0 4 0,0-2-5 0,0 3 3 16,3-2-4-16,-4 3 5 0,4-3-6 15,-5 2 2-15,6-4 1 0,0 2 0 0,0 1 1 0,-3-1-2 16,0 1 1-16,-1 0 0 0,3 0 1 0,-1-1-2 16,1 3 2-16,1-4 0 0,-2 2-2 0,1-4-2 15,-1 4 5-15,1 0-2 0,0-1-2 0,0-3 2 16,0 3-3-16,-2 0 2 0,3 1-4 0,-3 0 6 16,1-1 0-16,1 0-4 0,-2-1 2 0,4 2 1 15,-6-2 1-15,2 3-2 0,-3-3-1 0,5 2 3 16,-1-2 1-16,-3 1-3 0,2 2 2 0,-2-2-2 15,1-3 1-15,4 3-6 0,-5 2 5 0,3-2-1 16,-2 0 0-16,4-1-2 0,-5 0 5 0,6 0-1 16,-4 1 2-16,2-1-2 0,3 2-3 0,-5 1 3 15,3-2-1-15,-2-1 0 0,1 1 1 0,1 0-1 16,-3-1 0-16,2 1 0 0,-1-1 0 0,2 1-2 0,-1-1 4 16,-1 2-2-16,2-2 1 0,-2 1-4 0,4 3 0 15,-3-3 1-15,0 2 0 0,1-5 1 0,0 5 0 16,0-2 3-16,-3 1-3 0,4 1 0 0,-5-1-2 15,4-1 1-15,0 1 2 0,-5-2-1 0,1 2-1 16,3-2 3-16,-1 1-5 0,2 2 4 0,-1-3 2 16,-1-1 0-16,2 2-3 0,-3 2-2 0,3-3 6 15,0-3-3-15,-1 3 0 0,0 1 1 0,0-4-2 16,1 4 0-16,1-2 1 0,-2-1-1 0,-1 2-1 16,3 0 2-16,-2-1 0 0,1 1 0 0,1-2 0 15,-2 1 2-15,-1-1-2 0,3 2 1 0,-1 0 13 16,-1 0 10-16,2 0-2 0,-4 0-1 0,-1 1 1 15,0-2-5-15,5 2 0 0,-4-3-3 0,2 2-5 0,-2 3 1 16,-3-4 1-16,2 3 2 0,0-2-5 0,4 0 0 16,-3 1-1-16,0 1-3 0,-1-2 1 15,4-1-1-15,-2 2-1 0,0-1 1 0,1 0-2 16,1 1 0-16,-2-1 0 0,0 1 2 0,-2-3 2 0,5 2-6 16,-3 0 1-16,1 0-1 0,1 1 2 0,-2-1 0 15,2 0-2-15,-7 0 2 0,9 0-5 16,-3 0 4-16,0-2 0 0,1 2-3 0,-2 0 4 0,1-1-3 15,1-2 2-15,1 1 0 0,-1 3 0 0,0-3-5 16,-4 0 2-16,4 0 0 0,-2 1 3 0,3 0-4 16,-1-1 2-16,-1 3 1 0,3-4-3 0,-3 4 1 15,1-2-1-15,0 1 3 0,1-2 1 0,-3 1-3 16,2 2 1-16,2-2 1 0,-1-1 0 0,-4 1-2 16,4-1 2-16,0 2 2 0,-1 0-6 0,1 1 6 15,-1-1-4-15,-1 0 4 0,3 0 0 0,-2 1-1 16,4 0 1-16,-5-2-1 0,2 2-1 0,0-1 0 15,-1-2 4-15,2 2 2 0,0-2-2 0,1 4 4 0,-1-2 4 16,-2 0 1-16,4-2 2 0,-3 2 1 16,-1 0-3-16,4-1 2 0,-3-1-2 0,0 4-2 15,-1-4-3-15,1 2 2 0,-2 1 6 0,1-3 3 0,-3 3 2 16,4-2 0-16,-2 0-4 0,1 0 0 0,1 2-2 16,-5-3 0-16,4 2 0 0,-6 2-5 0,6-1 3 15,-4-1-2-15,3 1-2 0,-4 0-1 0,7-1-2 16,-7 1 3-16,0-1-4 0,2 2-2 0,-1-2 7 15,0 3-7-15,2-4 1 0,-1 1-1 0,-1 3-2 16,0-2-2-16,1 0 2 0,0 1 0 0,-2-3-1 16,3 2-2-16,2 1 3 0,-6-1 1 0,2-1 6 15,0 2-5-15,0 0 2 0,2 1-2 0,-5-1 9 16,2-2 1-16,2 2 1 0,-2-2 1 0,3 3-5 16,-5-2 6-16,4 2-3 0,-1-2-1 0,-3 0-3 15,4 1 0-15,-1 1-1 0,-1-1-3 0,0-1-2 16,0 1 0-16,2 1 1 0,-4 0 7 0,4 1-10 0,-2-2-2 15,-2 0 5-15,5 1 0 0,-5 0-3 0,2 0-1 16,-2-1 1-16,0 1 2 0,3-1 3 16,-2 0-7-16,-1 1 2 0,0-1-5 0,2 1 8 15,-1 1-5-15,2-2 2 0,-2 2 1 0,2-2-1 0,-1 1-8 16,-1-1 7-16,3 2 4 0,-4-1-1 0,2 0-1 16,2 1 3-16,-2-2 0 0,3 1 1 0,-4 0 10 15,2 1-11-15,0-1 5 0,2-1-4 0,-3 0 2 16,2-1-2-16,-1 2 2 0,2 0-3 0,-2 0 0 15,0 0-3-15,3-1 3 0,-5-1-4 16,6 3 3-16,-3 1-4 0,3-4 1 0,0 2 3 16,0-3-3-16,-2 1 5 0,2 1-10 0,-4 2 7 15,5-3-1-15,-2 1 2 0,1-2-6 0,-2 2 1 16,3 0-1-16,-1 0 14 0,-1-1-15 0,0-2 8 16,0 2-5-16,4-1 2 0,-5 0-7 0,2 1 14 15,1-1-12-15,-2 1 2 0,-1-1-2 0,6 0 4 16,-7 1 2-16,5-1-6 0,0-2 1 0,-4 4 1 15,0-1 2-15,3-2-1 0,-1 0-3 0,1 0 1 16,-1 1 2-16,-1-1-2 0,2 1-1 0,-1 1 1 16,-1-1 3-16,3-2-2 0,-3 2-2 0,1 1 7 0,1-1-3 15,0 0-1-15,0 0 2 0,2 1-2 16,-2-1 0-16,0-1 6 0,-1 1-7 0,1 0 0 16,1 2-1-16,-1-2-2 0,4 2 2 0,-6-4 0 15,3 2 6-15,1 1-5 0,-2-2 0 0,0 2 4 0,-1-1-4 16,8 1-3-16,-6-2 2 0,0 1 4 0,-2 0-6 15,0-1 5-15,4 1 14 0,-3 1-17 16,0-2 4-16,1 1-5 0,-1 0 0 0,1 0 1 0,1 1 1 16,-2-3-1-16,1 2 2 0,-1-2-3 0,0-1 6 15,-2 4-3-15,3-2-2 0,-2-3 2 0,4 4-4 16,-3-3 5-16,-1 0-2 0,3 3 3 0,-3-2 0 16,-2 0-4-16,5 1 3 0,-5-2-3 0,1 3 4 15,2-2-2-15,-1 1 4 0,-3-1-6 0,4 1-5 16,-2 0 5-16,2-2-6 0,0 2 7 0,-1-2-3 15,1 1 6-15,-1 0-3 0,0 2-1 0,5-4 5 16,-6 3-10-16,5-1 5 0,-3-1 2 0,2 3 0 16,-1-1 10-16,1-4-10 0,0 2-4 0,1-2 3 0,-2 3 3 15,-1 1-2-15,3-2-3 0,-4 2 4 16,3-1-4-16,-2 1-1 0,3-4 3 0,0 4 0 16,0-2-2-16,-3 2 2 0,6-3 1 0,-2 2-6 0,-3 1 7 15,0 0 7-15,3-1-10 0,-1 2-3 0,2-6 3 16,-3 8 3-16,4-4 1 0,1-4-4 0,0 6 0 15,-1-3 3-15,0 1 3 0,2 0-6 0,-1 3 3 16,1-4-2-16,0 1-1 0,-1 0-1 0,2-1 1 16,-6 0 2-16,7 2 1 0,-7-1 0 0,4 0 2 15,-1 2-5-15,1-2 3 0,-2 0 0 0,1 0-2 16,1 0-2-16,-1 0 11 0,0 1-8 0,-1-3-4 16,1 3 0-16,0-2-2 0,-1 3-2 0,1-3 2 15,-1 1 9-15,0 0-8 0,-3 1 6 0,1-1-1 16,0 2 1-16,4-3 0 0,-6 3-12 0,1 0 7 15,-2 0-2-15,4 0 6 0,-3 0 1 0,0 0 0 16,-2-2-8-16,1 1 3 0,0 2 3 0,1-2-1 0,-2 0 7 16,0 1-2-16,1-1-1 0,0 1 0 0,-4 0 1 15,3 0-3-15,-2 0 0 0,1-1 0 16,1 1 0-16,0 0-3 0,-2 2 4 0,0-1-1 16,-1-2 1-16,1 1-2 0,1 3 0 0,-2-2-7 0,0-1 4 15,0-2 6-15,-1 4-2 0,4-1-6 0,-2 0 2 16,1-3-1-16,-3 4 6 0,5-1-1 0,-4-1-5 15,-1 1 8-15,1 0-6 0,0 0 5 0,3 0-3 16,-1 0 2-16,-4-1-2 0,3 1-2 0,-4 2 3 16,2-1 1-16,-3 0 0 0,4 0-1 0,0-1 3 15,-2 1-4-15,-1 1 1 0,1-1-1 0,0 1-3 16,0 1 6-16,-2-2-4 0,0 1 2 0,0-1-2 16,0 0 2-16,1 1 0 0,0-1-2 0,0 2-2 15,-5 1 6-15,4-2-2 0,-4 2-1 0,3-3 8 16,-3 3-8-16,4-2 0 0,-4 2 0 0,0 0 0 15,4-4-19-15,-4 4-10 0,0 0-28 0,0 0-27 16,0 0-35-16,0 0-48 0,3-2-69 0,-3 2-91 0,0 0-176 16,0 0-542-16,0 0 239 0</inkml:trace>
  <inkml:trace contextRef="#ctx0" brushRef="#br0" timeOffset="-118603.55">9349 12131 11 0,'0'-4'262'0,"3"1"7"16,-2-2-9-16,2 0-4 0,1 2-6 0,-1-3-1 16,-1 4-8-16,1-2 0 0,0 0 3 0,-3 4-9 15,1-4-3-15,-1 4-26 0,3-5-7 0,-3 5-31 16,0 0-19-16,0 0-25 0,0 0-10 0,0 0-11 16,0 0-20-16,0 0 2 0,0 0-9 0,-8 19-9 15,5-12-6-15,-3 2-3 0,0-1-7 0,-1 2-9 0,-3 1-18 16,2-1-29-16,0 1-21 0,-3 0-26 0,4-1-21 15,-1 2-19-15,-2-2-17 0,1-2-21 16,1 1-23-16,1-2-27 0,2 0-35 0,2-3-33 0,-1 0-14 16,0-2-208-16,1 1-508 0,3-3 225 0</inkml:trace>
  <inkml:trace contextRef="#ctx0" brushRef="#br0" timeOffset="-118431.7">9259 12175 197 0,'0'-4'229'16,"0"4"9"-16,0-7 5 0,0 2 1 0,0 5-5 15,0-5-5-15,0 5-20 0,4-4-15 0,-4 4-21 16,3-2-14-16,-3 2-19 0,0 0-14 0,11 1-3 16,-11-1-24-16,12 3-8 0,-1 0-10 0,0 2-10 0,1 2-6 15,3-2-22-15,4 2-32 0,-2 3-39 16,2-4-49-16,2 1-69 0,6 0-75 0,-6-1-256 16,2 1-510-16,7 1 226 0</inkml:trace>
  <inkml:trace contextRef="#ctx0" brushRef="#br0" timeOffset="-117666.14">10299 11707 190 0,'-2'-8'277'0,"2"4"-7"0,0-1-8 16,0 5-13-16,0-4-18 0,0 4-19 0,0 0-23 15,0-4-20-15,0 4-18 0,0 0-18 0,0 0-13 0,0 0-13 16,0 0-8-16,0 0-14 0,-9 15-12 0,6-9-4 15,-1 2-5-15,-2 2-12 0,0-1-5 16,0 1-2-16,1 0-6 0,-1 1-9 0,-1-1-17 0,1-1-13 16,0 1-9-16,-1-1-9 0,2 0-13 0,-1-3-13 15,2-1-12-15,-1 1-13 0,1-1-11 0,1-2-15 16,-1-1-21-16,4-2-28 0,0 0-9 0,0 0-4 16,0 0 14-16,-7-8 3 0,7 3 6 0,3-3 7 15,-2-3 18-15,3 1 9 0,1 0 11 0,-1 0 27 16,1 0 22-16,-2 2 26 0,2-2 21 0,-2 3 24 15,1-1 25-15,-3 2 13 0,5-5 10 0,-3 4 9 16,-2 3 1-16,2 0-9 0,-1 2-9 0,-2 2-9 16,3-6-8-16,-3 6-1 0,0 0-8 0,0 0-6 15,11 8 2-15,-8-4-6 0,1 1-5 0,3 3-3 16,-1-1-2-16,2 3-1 0,-1-3-3 0,4 3-1 16,-1-1 2-16,2 3-11 0,1-3-30 0,1 0-51 0,5 0-55 0,-4 2-75 0,0-5-119 0,4 4-345 0,10-2 153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49:54.0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5492 1787 6 0,'-3'-10'219'0,"6"4"-10"0,-6 1-4 0,3 0-13 16,0 1-19-16,0-1-15 0,0 5-20 16,0 0-5-16,0-5-23 0,0 5-9 0,0 0-7 15,0 0-15-15,0 0-7 0,0 0-3 0,7 14-4 0,-1-3-5 16,0 6 20-16,-1 11 16 0,1 3-7 0,2 2-10 16,0 3-6-16,-1 15 0 0,0 1-13 0,1 2-1 15,0 2 32-15,-1-1 15 0,-3 4-13 16,0 1-56-16,0-1-2 0,0 3-8 0,3 30 6 15,1-6-4-15,-4-23-4 0,2 26-2 0,-2 1-4 0,-5-25 3 16,2 28-5-16,3-3 3 0,-3-1 6 0,-2 2-4 16,3 5 7-16,-3 0-5 0,0 0-1 0,1-4 9 15,-4 3-1-15,1-4-2 0,0-28-3 16,-1 37 0-16,2-10-4 0,-4 6 0 0,2-2 3 0,0 0 4 16,-4-8-11-16,1-22 0 0,0 24-1 0,4-31 0 15,-1 5-3-15,-1-6 0 0,-2 4-6 0,2 3 4 16,1 0 3-16,-2-2 1 0,2-6-3 0,-1-4-1 15,2-14-3-15,2 14-3 0,1-17 16 0,0 0-28 16,0-1-11-16,0-4-8 0,1-2-17 0,2-5-4 16,-3-4-18-16,1 0-18 0,-1-6-29 0,0 0-26 15,0-1-36-15,4-4-36 0,-4-2-39 0,0-1-200 16,0-4-485-16,0 0 215 0</inkml:trace>
  <inkml:trace contextRef="#ctx0" brushRef="#br0" timeOffset="937.41">5531 1653 15 0,'0'0'241'0,"1"-6"3"15,-1 4-19-15,0 2-14 0,0 0-18 0,0 0-23 16,-1-6-19-16,1 6-16 0,0 0-15 0,0 0-13 16,-18 8-13-16,13-2-11 0,-3 2-7 0,-3 1-5 15,0 5-9-15,-4 4-7 0,3-2-5 0,-4 7-3 16,-1 1-7-16,6-6-12 0,-2 0-5 0,2-1 1 16,-1 1-6-16,2-2 2 0,2-1-3 0,1-2-3 15,0-4-2-15,6-2-2 0,-3 0-1 0,1 1-7 16,0-3 7-16,2-1 2 0,0 0 10 0,1-4 26 15,0 0-5-15,0 0 3 0,0 0-14 0,13-13-2 16,-2 3-2-16,-1-6-4 0,-2 2 1 0,5-4-5 16,-2 1 7-16,-2 6 9 0,1-6 17 0,-1 1 1 0,-1 0 8 15,-4 5 5-15,2-2-2 0,0 4-4 16,-3 2-9-16,0 1 0 0,-1 1-13 0,1 1-13 16,1 1-3-16,-4 3 1 0,11 6-4 0,-3 3-1 15,3 4-6-15,2 3-14 0,7 9-26 0,0 1-24 16,3 4-33-16,11 10-42 0,0 1-60 0,7 0-65 0,1 0-221 15,-1-2-513-15,1 0 226 0</inkml:trace>
  <inkml:trace contextRef="#ctx0" brushRef="#br0" timeOffset="2220.05">4927 4959 160 0,'0'0'160'0,"-8"1"-5"0,8-1-10 15,0 0-11-15,0 0-6 0,0 0-3 0,0 0-18 16,0 0-5-16,0 0-10 0,0 0-5 0,0 0-5 16,0 0-11-16,0 0-9 0,0 0-5 0,0 0-4 0,0 0-8 15,0 0 1-15,27-7-8 0,-13 6-1 16,5 0-5-16,0 1-6 0,4-3-4 0,0 2-2 16,10-4 1-16,4 3-2 0,1-2-1 0,5-1 1 0,9-1-2 15,1 1-1-15,8-3-6 0,-1 0 0 0,5 1 0 16,1 0-3-16,-1 1 0 0,1-1 1 0,4 1-4 15,1 1 3-15,-3-2-3 0,27-4 1 0,-26 7 3 16,0-2-2-16,1-1-2 0,1 3-2 0,1-5 3 16,0 2-4-16,-4 3 0 0,4-1-2 0,-4-3 5 15,28 0 2-15,-29 3-3 0,1 3-6 0,4-4 10 16,-4 1-2-16,3-1 3 0,26-1-3 0,-31 4-4 16,2-2 4-16,0 0-3 0,3 2 2 0,-1-1-4 15,-3 3 0-15,31-5 3 0,-33 3-3 0,2 2 1 16,30-6-3-16,-32 4 3 0,6 1 1 0,25 0-2 15,-29-1 0-15,4 2 0 0,-1-1-2 0,1 1 2 16,1 0-3-16,25-3 3 0,-27 4 4 0,-2-2 0 16,3 3-3-16,1-2 1 0,-1-3 1 0,27 3-6 15,-34 2 0-15,1-2 0 0,2 2 4 0,-3-2 6 16,-2 2-10-16,2-1 0 0,-1-1 2 0,2 2 0 16,-2-1 1-16,-5 0 1 0,6 1-2 0,-3-1 1 15,3 0-2-15,0 3 2 0,-4-2 0 0,2-1 0 0,-2 1-3 16,0 0 3-16,-3-1-2 0,2 2 6 0,1-2-4 15,-2 2 2-15,-1-1-3 0,-2 2 5 16,0 0 3-16,1-1-8 0,-15 2 1 0,3-1 4 16,14 0-4-16,-1 3-1 0,0-2 2 0,-14-2-4 0,11 2 5 15,4 1-1-15,-5 3-1 0,-15-3 1 0,3-1 3 16,14 1-6-16,-14 0 1 0,13 0 0 0,-15-1 2 16,5-1 4-16,-2 0-7 0,-1 1 2 15,-2-1-2-15,2-1 4 0,1 1-3 0,-2-1 0 0,-2 1 2 16,0 2 1-16,-3-3 1 0,-1-2-5 0,0 2 2 15,-3-1 1-15,-1-1-1 0,-9 1 3 0,2-2-2 16,0 0-5-16,-4 1 4 0,-4-1 1 0,-4 0 0 16,2-1 6-16,-3 0 12 0,-2 1 7 0,3 1 3 15,-6-2 4-15,4 2-4 0,-4-2 0 0,-1 0 0 16,4 1-1-16,-8 1 9 0,7-3-4 0,-1 1 6 16,-6 2-1-16,5-1 1 0,-5 1-2 0,4-3-6 0,-4 3-1 15,0 0-5-15,0 0-2 0,4-3-1 0,-4 3-4 16,0 0-1-16,0 0-3 0,0 0-5 15,0 0-16-15,5-3-25 0,-5 3-27 0,0 0-43 16,0 0-57-16,0 0-54 0,0 0-177 0,0 0-422 0,0 0 187 16</inkml:trace>
  <inkml:trace contextRef="#ctx0" brushRef="#br0" timeOffset="2532.53">11925 4665 85 0,'0'0'234'16,"0"0"-28"-16,0 0-21 0,0 0-20 0,0 0-16 15,8 10-14-15,0-6-12 0,2 1-12 0,1-1-15 16,5 0-6-16,-2 2-9 0,3 2-7 0,2-2 9 15,-1 2-22-15,-3 1-6 0,4-3-3 0,-4 3-5 16,-3-2-4-16,-1 0 1 0,0 0-2 0,-1-1 7 16,-2 2 0-16,-3-2-5 0,2 2 1 0,-3-2 3 15,-3 0-3-15,1 2-1 0,-4 0-4 0,1 1-5 0,-4 4-2 16,-5-4-1-16,-1 6-2 0,-4-2-3 16,-8 2-8-16,-7 1-23 0,-1 1-39 0,-7-1-58 15,1-3-73-15,-1 1-223 0,1-2-430 0,-2 3 191 16</inkml:trace>
  <inkml:trace contextRef="#ctx0" brushRef="#br0" timeOffset="4782.39">5411 4939 14 0,'0'0'36'0,"0"0"9"0,0 0 2 0,0 0 5 16,0 0 0-16,0 0 7 0,0 0-5 0,0 0 6 15,0 0-6-15,0 0 2 0,0 0 2 0,0 0-12 16,0 0 2-16,0 0 0 0,0 0-9 0,0 0-1 16,0 0-1-16,0 0-2 0,0 0-7 0,0 0 0 15,-2 2 0-15,2-2-9 0,0 0 5 0,0 0 1 16,0 0 0-16,0 0-5 0,0 0-3 0,0 0 3 15,0 0 2-15,0 0 5 0,0 0 4 0,0 0-1 0,0 0 1 16,0 0 5-16,0 0-2 0,0 0 9 16,0 0 0-16,0 0-6 0,0 0-1 0,0 0 2 15,0 0-7-15,0 0-5 0,12-6 6 0,-12 6-11 0,7-1 5 16,-7 1 9-16,4-3-4 0,-4 3 12 0,6-3 1 16,-6 3-6-16,0 0 1 0,5-3 6 0,-5 3 0 15,0 0 0-15,0 0-2 0,4-2-4 0,-4 2-5 16,0 0-1-16,1-2 0 0,-1 2-5 0,0 0-6 15,0 0 3-15,0 0-5 0,0 0-3 0,0 0 1 16,0 0-4-16,0 0-1 0,0 0-5 0,0 0 1 16,0 0 0-16,0 0 0 0,0 0-3 0,0 0-3 15,0 0 2-15,0 0-1 0,6-1-2 0,-6 1 2 16,0 0-2-16,0 0-1 0,0 0 1 0,0 0 1 16,0 0-1-16,0 0-2 0,0 0 3 0,0 0-4 15,0 0 2-15,0 0-8 0,0 0 10 0,0 0-4 16,0 0 3-16,0 0 3 0,0 0-1 0,0 0-1 15,0 0 0-15,0 0 1 0,0 0 0 0,0 0 1 16,5-3-2-16,-5 3-1 0,6-2 2 0,-1 0 1 16,-5 2 1-16,14-5 0 0,-5 1-1 0,5 2 1 15,-3-3 5-15,6-4 12 0,-2 1 4 0,7-1-6 16,-2 0 1-16,5-5-2 0,4 0 3 0,2-3 3 0,-3 3 9 16,5-5 6-16,-3-2-6 0,16-8-6 0,-4-2-3 15,6-3-1-15,1-1-4 0,1 2 1 16,2-3-3-16,-3 0 0 0,2 1-2 0,2 0 5 15,1-2 6-15,-1-1 4 0,0 2-2 0,-2 2-4 0,4-3-1 16,0 2 2-16,0 3-6 0,3-1-3 0,-3 1 0 16,5 0-3-16,-3 1 1 0,1 2-6 0,1-2 2 15,-1 3-2-15,2-3 1 0,27-15-3 0,0 7-13 16,-23 10-2-16,31-13 0 0,-4 5-2 0,3 0 4 16,-1 2 4-16,-2-2-6 0,-26 10 1 0,33-11 3 15,-4 3 0-15,1-2-2 0,0 1-1 0,-2 3 11 16,1 6-10-16,-3-6 0 0,-3-1 4 0,-24 12 0 15,27-9-1-15,2 0 0 0,-29 7 2 0,31-9-1 16,0 4-1-16,-32 5 1 0,6 2 4 0,26-12-5 16,-30 9 1-16,28-7-3 0,-2-4 4 0,-28 14-3 15,2-3 1-15,-1-2 2 0,1 3-2 0,-1-3 0 16,0 1-1-16,-1-1 1 0,-5 4-2 0,-1-1 4 16,-4 1-1-16,0 1 2 0,-5 0-2 0,-10 6 3 15,-5 0 0-15,2 1-2 0,-8-1 0 0,3 1 2 16,-3 0 8-16,-9 6-8 0,2-2-2 0,-5 0-2 15,4 0-1-15,-5 0 3 0,-3 5 2 0,-3-2-1 16,2 1 1-16,-4 2 4 0,0-1-2 0,3 2 1 16,-5 1 3-16,2-2-6 0,-2 1-2 0,-1 2 3 15,0 0-2-15,-3 2-2 0,1-5-4 0,-1 5-15 16,5-2-23-16,-5 2-35 0,0 0-41 0,0 0-62 16,4-2-49-16,-4 2-196 0,0 0-461 0,0 0 205 15</inkml:trace>
  <inkml:trace contextRef="#ctx0" brushRef="#br0" timeOffset="5542.72">7177 3902 135 0,'4'-7'285'0,"-1"0"11"15,-2 0 5-15,3 1 8 0,0-2-1 16,-1 1 3-1,-2-3 6-15,1 5-8 0,-1-2-6 0,-1-1-12 16,0 4-20-16,0-1-15 0,0 0-28 0,0 5-19 16,0-7-24-16,0 7-19 0,0-3-26 0,0 3-18 0,0 0-21 0,0 0-14 15,0 0-11-15,0 0-11 0,-12 12-24 0,5-4-37 16,0 4-29-16,2-1-35 0,-6 6-28 0,0 0-21 0,0-2-15 16,-1 1-13-16,1 1-12 0,0-1-18 15,-2-1-13-15,2-1-20 0,-3-1-20 0,2 1-29 16,3-7-31-16,0 1-242 0,-2-3-565 0,4-2 250 15</inkml:trace>
  <inkml:trace contextRef="#ctx0" brushRef="#br0" timeOffset="5714.58">7034 3888 48 0,'8'-8'213'0,"-1"1"4"0,-3 1-5 0,2 1-5 0,-1 0-12 16,0 1-19-16,1 0-21 0,-3 2-13 0,2 0-15 15,-5 2-15-15,10 0-11 0,-10 0-9 0,12 4-4 16,-4 2-11-16,2 1-10 0,0 1-5 0,4 0-6 15,-4-1-7-15,7 5-35 0,2-2-37 0,3 0-50 16,5-1-71-16,2 3-218 0,-5-7-392 0,9-1 173 16</inkml:trace>
  <inkml:trace contextRef="#ctx0" brushRef="#br0" timeOffset="7151.95">8203 3070 143 0,'0'0'296'0,"0"0"-10"0,0 0-35 0,0 0-20 16,0 0-22-16,0 0-22 0,0 0-24 0,0 0-17 15,0 0-15-15,0 0-13 0,-6 10-2 0,2-5-19 16,3 0-9-16,-4 0-9 0,1 4 0 0,-5-1-13 0,5 1-5 16,-3 0-8-16,0 0-10 0,-1 0 0 0,0 1-5 15,1-1-23-15,-1-2-16 0,1 1-12 16,-1-3-15-16,4 0-20 0,-2 2-31 0,0-4-22 16,4 2-23-16,-2 0-12 0,3-3-15 0,1-2-32 0,0 0-164 15,0 0-373-15,0 0 165 0</inkml:trace>
  <inkml:trace contextRef="#ctx0" brushRef="#br0" timeOffset="7308.18">8106 3126 179 0,'0'-5'198'16,"0"5"5"-16,0-7 1 0,0 7-7 0,0-5-16 15,0 5-20-15,1-3-9 0,-1 3-23 0,0 0-18 16,0 0-8-16,0 0-15 0,0 0-4 16,0 0-12-16,0 0-3 0,14 8-7 0,-9-3-11 0,6 3 2 15,3 0-2-15,-1 2-12 0,6-1-14 0,2 3-30 16,6 0-51-16,-1 1-63 0,2-2-60 0,1 0-164 15,2-4-370-15,-4 0 164 0</inkml:trace>
  <inkml:trace contextRef="#ctx0" brushRef="#br0" timeOffset="7809.64">9182 3232 228 0,'0'0'279'0,"-7"-1"-28"0,7 1-27 0,0 0-24 15,0 0-34-15,0 0-17 0,0 0-16 0,0 0-16 16,0 0-11-16,0 0-12 0,0 0-10 0,0 0-9 16,-7 7-5-16,4-4-9 0,-1 1-6 0,0-1-25 15,0 0-19-15,0 1-20 0,-1 0-31 0,-2 1-35 16,0-1-45-16,2 1-44 0,-2-1-158 0,-1-3-347 15,-2 3 154-15</inkml:trace>
  <inkml:trace contextRef="#ctx0" brushRef="#br0" timeOffset="7981.5">9105 3209 15 0,'3'-4'277'0,"-3"4"-26"0,3-3-18 0,-3 3-24 16,0 0-20-16,5-1-21 0,-5 1-8 0,9 0-22 15,-4 4-14-15,-5-4-11 0,14 3-12 0,-5 1-8 16,2-1-10-16,0 2-7 0,1 0-8 0,7 3-7 0,0-1-16 16,-1-1-42-16,2 1-54 0,1-1-69 0,-1-1-61 15,3-1-162-15,0 0-371 0,-2-2 164 16</inkml:trace>
  <inkml:trace contextRef="#ctx0" brushRef="#br0" timeOffset="8512.7">9701 2091 21 0,'2'-6'319'0,"-2"6"-13"15,2-3-22-15,-2 3-25 0,2-3-24 0,-2 3-24 16,0 0-22-16,0 0-20 0,0 0-19 0,0 0-20 15,0 0-18-15,0 0-14 0,0 0-4 0,0 0-13 16,0 0-16-16,-10 10-18 0,6-5-19 0,-1 1-13 16,-5 1-13-16,2 0-16 0,1 2-19 0,-4-1-15 0,3 2-16 15,-3-1-20-15,3 2-25 0,-4-4-25 16,4 2-11-16,-2-1-17 0,2-2-8 0,3-2-139 16,-1 1-335-16,2-1 148 0</inkml:trace>
  <inkml:trace contextRef="#ctx0" brushRef="#br0" timeOffset="8637.69">9580 2186 192 0,'4'-9'10'0,"3"4"35"15,-2-5 31-15,-2 5 34 0,3-6 25 0,-1 4 16 16,1-1 7-16,-4 3 6 0,5 0-4 16,-3 0-6-16,-3-1-14 0,2 3-16 0,1 1-12 15,-1-1-14-15,-3 3-7 0,10-3-14 0,-1 3-5 0,1 3-10 16,2 2-7-16,-1-2-30 0,2 4-40 0,5 3-50 16,4 6-69-16,6-3-200 0,-2 0-360 0,4 3 160 15</inkml:trace>
  <inkml:trace contextRef="#ctx0" brushRef="#br0" timeOffset="9278.26">10928 2409 142 0,'0'-7'281'0,"0"7"-9"0,0 0-13 0,-1-5-8 15,1 5-26-15,0 0-28 0,0-3-24 0,0 3-19 16,0 0-17-16,0 0-17 0,0 0-14 0,-11 8-10 0,7-3-6 16,-3 5-11-16,0-3-8 0,0 5-8 0,-5-3-16 15,5 0-6-15,-4 3-10 0,-1 3-11 16,4-7-17-16,-2 8-5 0,-3-3-21 0,3 1-19 16,2-3-15-16,0 0-34 0,-1-1-22 0,0-2-52 0,4 0-36 15,1-4-160-15,-3 1-391 0,3-2 173 0</inkml:trace>
  <inkml:trace contextRef="#ctx0" brushRef="#br0" timeOffset="9465.74">10822 2441 46 0,'0'-4'237'0,"0"4"-24"16,0 0-22-16,0 0-22 0,0 0-16 0,0 0-16 15,0 0-14-15,0 0-14 0,0 0-9 0,0 0-4 16,8 9-16-16,-5-5-5 0,5 4-4 0,-2 0-7 15,6 0-8-15,-3 4-8 0,2 1-22 0,7-2-27 16,-4-1-52-16,3-1-55 0,-6-1-57 0,1 1-114 16,0-1-300-16,-1-2 133 0</inkml:trace>
  <inkml:trace contextRef="#ctx0" brushRef="#br0" timeOffset="10056.45">10490 2601 101 0,'0'0'167'0,"6"-8"-13"0,-2 4-5 0,1 2-25 15,1-2-9-15,3-2-8 0,2 2-12 0,0-3-11 16,8-2-7-16,-4 1-3 0,8 2-9 0,7-3-12 16,3 0 4-16,2 3-10 0,3-5-8 0,0 2-4 0,2-2-2 15,12 0-2 1,-11 0-5-16,-1-1 3 0,1 4-4 0,-5-6-5 15,2 1-2-15,-1-1-9 0,1 3 9 0,-7-1-5 16,-1-2-4-16,-4 3 8 0,-5 1-9 0,-2 2 1 0,-3-4-1 0,-4 7-2 16,-1-1-7-16,-1-2 4 0,-1 4-6 0,-5 0 5 15,3-1-2-15,-4 2-2 0,-2 1 2 0,-1 2-7 16,0 0 6-16,-11-4-2 0,11 4-2 0,-15 4-4 16,6-2 14-16,-6 2-7 0,1 3 2 0,-6-2 0 15,2 5-1-15,-6-2-2 0,-4 3 1 0,1 3 2 16,-4 1 1-16,-3 1-19 0,1-2-41 0,-2 5-32 15,-3-2-57-15,-15 6-99 0,1 5-267 0,3 1 119 16</inkml:trace>
  <inkml:trace contextRef="#ctx0" brushRef="#br0" timeOffset="12303.5">11838 1341 81 0,'2'-10'220'0,"0"-1"-9"15,-2 1-7-15,0 1-1 0,-4-2-8 0,0 6 2 0,1-6-9 16,2 5-11-16,-2 1-17 0,-1-2-11 0,0 1-20 16,-3 2-11-16,-1-5-18 0,1 5-11 0,-4-2-10 15,-1 3-7-15,-3 1-11 0,-7-2-5 16,5 3-6-16,-12 1-8 0,5 0 1 0,-6 2-7 16,1 1-5-16,6 1-1 0,0 0-4 0,-4-1-2 0,5 2-2 15,0 0-5-15,1 0-1 0,1 0-4 0,-3 0-1 16,3 3 1-16,5-3-4 0,-4 3 1 0,4-1-1 15,0-2 1-15,4 0-4 0,-4 1 0 16,4-1-2-16,3 3 0 0,-7 0 2 0,6-1-2 0,-2 0 1 16,0 2-2-16,-1-1-4 0,2 2 4 0,-1-1 0 15,0 0-3-15,-3 1 3 0,1 2 1 0,3-2-2 16,-3 3 1-16,5-3-2 0,-3 3 0 0,-4 1 1 16,4-1-1-16,3-4 2 0,-7 3-3 0,4 1 3 15,-2 0 0-15,3 0-1 0,-1-3 1 0,0 4-1 16,2-4-3-16,3 2 3 0,-4-3-1 0,1 5 4 15,1-4-6-15,1 1 2 0,-1-1 2 0,3-1 0 16,-1 2 0-16,1-2 0 0,-1 1-1 0,-3 1 1 16,6 1 2-16,-4 0-6 0,2-2 0 0,-2 2 4 15,-1-1 0-15,1-1 2 0,2 2-5 0,-1-1 3 16,1-1 3-16,1 4-5 0,-3-2 2 0,3 1-1 16,-4 2-1-16,2 1 4 0,1-2-3 0,-3-1 2 15,4 4-3-15,1-1 2 0,-1-1 2 0,-3 2-1 16,4-1-2-16,0 0 0 0,-2-1 0 0,1-2 0 15,1 5 0-15,-1-5 0 0,1 2 1 0,2-1 3 16,-4-1-8-16,2 0 4 0,0 4 5 0,-1-4-6 16,4 0 2-16,-4-5 0 0,3 5 2 0,-1-2-4 15,0 0 3-15,-1 0-2 0,1 0 0 0,1-3 1 16,-3 3 1-16,1-4-2 0,0 0 0 0,1 1 0 16,-2-2 0-16,3 2 3 0,-1-2-3 0,-1 0 3 15,1 1-3-15,-1-1 0 0,2-2 1 0,-1 1-2 16,1-1 1-16,1 4 2 0,0-6-5 0,0-2 4 15,-2 5 0-15,0 0-1 0,2-5-1 0,-2 6 1 16,0-4-2-16,2-2 3 0,-3 8 0 0,3-5 0 16,-3 1-2-16,2-1-2 0,1-3 7 0,-1 6-3 15,-2-2-2-15,0 1 2 0,3-5-1 0,0 3-1 16,-4 1 2-16,4-4 0 0,-1 7 0 0,1-7 2 16,-4 6-3-16,4-2 0 0,-2-2 2 0,2-2-22 15,0 0-22-15,-5 5-21 0,5-5-26 0,0 0-33 16,0 0-36-16,0 0-78 0,0 0-192 0,0 0-460 15,0 0 204-15</inkml:trace>
  <inkml:trace contextRef="#ctx0" brushRef="#br0" timeOffset="12678.47">10906 2181 89 0,'0'0'186'0,"0"0"-8"0,0 0-14 0,0 0-7 16,0 0-22-16,0 0-11 0,0 0-15 0,0 0-13 15,0 0-7-15,0 0-13 0,0 0-3 0,0 0-6 16,0 0-14-16,0 0 2 0,-6 11-9 0,6-11-3 16,-6 7-2-16,5-3-6 0,-2 2-2 0,-4 1 1 15,3-2-4-15,-1 2-2 0,-4 1 3 0,3-2-9 16,-4 2 1-16,2 0-2 0,-2-2 0 0,1 2-1 16,-2 0-7-16,0-1 1 0,-1 1-2 0,2 0-5 15,1-3-35-15,0 3-39 0,4-6-56 0,0 2-47 16,1-2-120-16,4-2-314 0,0 0 139 0</inkml:trace>
  <inkml:trace contextRef="#ctx0" brushRef="#br0" timeOffset="12867.52">10731 2232 242 0,'0'0'268'0,"0"0"-24"0,0 0-24 16,0 0-27-16,0 0-17 0,0 0-16 0,0 0-20 16,0 0-12-16,0 0-14 0,16 5-11 0,-9-2-8 15,1 1-10-15,4-1-8 0,-1 2-22 0,3 2-41 16,-2 1-53-16,4-3-64 0,2 1-76 0,1 2-154 16,-1-4-359-16,2 1 159 0</inkml:trace>
  <inkml:trace contextRef="#ctx0" brushRef="#br0" timeOffset="13414.36">12243 1021 146 0,'0'-10'262'16,"0"1"-14"-16,4 1-12 0,-6-2 0 0,0 2-18 15,-2 2-3-15,3-1-11 0,1 0-19 0,-1-1-17 16,-2 4-19-16,-1 0-13 0,2-2-18 0,1 2-10 16,0 0-20-16,1 4-10 0,0 0-11 0,-7-1-10 15,1-1-2-15,6 2-11 0,-12 7-5 0,5 2-4 16,3 1-5-16,-4 7-7 0,0-1 30 0,4 5-3 15,-2 0-5-15,2 8-5 0,2 1-3 0,0 3-3 16,2-2-5-16,0 3 1 0,0-1-4 0,3 3 1 16,0 0-4-16,1 0 0 0,0 1 5 0,0 0-11 15,4-1-3-15,0-1 1 0,-4-1 1 0,1-1-6 16,-3-2 3-16,2 2-3 0,-1-2 9 0,1-1-14 16,-3 1-23-16,2-4-22 0,-4-6-25 0,2-1-24 15,-1-1-32-15,0-4-40 0,0-2-67 0,-1-5-58 16,-1 3-165-16,-1-6-487 0,-2 0 216 0</inkml:trace>
  <inkml:trace contextRef="#ctx0" brushRef="#br0" timeOffset="13633.09">12050 1451 278 0,'0'0'361'15,"0"-5"-18"-15,0 5-40 0,0 0-25 0,3-4-28 16,-2 1-24-16,3 0-24 0,-4 3-31 0,7-5-10 16,-3 3-23-16,3 1-11 0,6 0-11 0,-3 0-17 15,4 1-44-15,5 0-38 0,-4 0-40 0,5 0-46 16,-1 1-50-16,3 0-75 0,-4 0-67 0,-5 2-150 16,9-2-443-16,-4 0 196 0</inkml:trace>
  <inkml:trace contextRef="#ctx0" brushRef="#br0" timeOffset="14164.29">12368 1597 81 0,'0'0'193'0,"0"0"-25"0,0 0-17 16,0 0-11-16,0 8-17 0,0-8-8 0,-1 5-13 15,1-5-14-15,0 10-4 0,-1-5-5 0,1 0-10 16,-3 4-8-16,3-2-7 0,4 0-5 0,-3 5-1 16,1-2-6-16,-1-2-6 0,2-2-1 0,-2 2-2 15,2-3-5-15,1 3-3 0,-3-3-2 0,2 0-1 16,0 0 1-16,0-1-4 0,-3-4-1 0,8 4 0 15,-8-4-5-15,9-2 2 0,-9 2-1 0,11-5-1 16,-7 3 0-16,4-4-3 0,-1 1 1 0,-4-1 6 16,4 0 22-16,-6-1 5 0,3 1 10 0,1 2 14 15,0-3 1-15,-4 3-6 0,3 1 0 0,0 1-10 16,-4-3-3-16,2 1-6 0,-2 4-8 0,0 0-7 16,0 0-5-16,0 0 1 0,0 0-6 0,0 0-1 15,12 2-1-15,-12-2 0 0,6 7 2 0,-1-4-7 16,0 3 1-16,1-1-4 0,3 2 2 0,-1-2-1 15,3-1 0-15,-3 3 0 0,3-1-2 0,-1-1-1 16,-3-4-1-16,5 3 0 0,-7-2 2 0,5-2-1 16,-3-2 2-16,-1-1-2 0,0 1 0 0,-2-2 2 15,1-1-3-15,-5-1 1 0,2-2-1 0,-1-1-2 16,-2-1 3-16,-1 0-5 0,-2-3-1 0,-1 1 1 16,1 0-5-16,-4-6-18 0,4 6-20 0,-2 1-19 15,2-2-22-15,-3 1-41 0,3 2-46 0,-3-1-54 16,3 4-152-16,0 1-406 0,-1 0 181 0</inkml:trace>
  <inkml:trace contextRef="#ctx0" brushRef="#br0" timeOffset="14492.38">12792 1249 125 0,'0'0'319'0,"0"0"-25"0,0 0-30 0,0 0-29 16,0 0-25-16,0 0-24 0,-6-3-20 0,6 3-14 16,-7 8-16-16,4-3-15 0,-2 2-10 0,-3 0-11 15,4 3-6-15,-2 1-10 0,-2 2-11 0,1 0-7 16,2 0-4-16,1 4-5 0,-3 0-6 0,3-2-5 15,-3 1-2-15,7 2-3 0,0-5-5 0,-1 3-4 0,2-1 2 16,2 3-4-16,-2-5-6 0,6 2 1 0,-1-4-11 16,4 5-20-16,-3-4-23 0,1-4-33 15,2 2-41-15,3-3-58 0,1-2-51 0,1 0-232 16,-1 1-480-16,5-6 213 0</inkml:trace>
  <inkml:trace contextRef="#ctx0" brushRef="#br0" timeOffset="14726.73">13115 1354 190 0,'0'0'254'16,"0"0"-23"-16,0 0-25 0,0 0-19 16,0 0-25-16,0 0-18 0,0 0-10 0,0 0-17 15,0 0-8-15,-12 10-13 0,9-5-11 0,-1 0-7 0,0 1-7 16,-4 4-7-16,2 0-6 0,-3 0-5 0,1 0-4 15,-2 4-6-15,0-2-4 0,3-1 3 0,-3-1-25 16,-1 3-22-16,-1-2-17 0,4-1-20 16,-6 0-45-16,9-2-48 0,-2 1-47 0,0-5-144 0,0 1-354 15,2 0 157-15</inkml:trace>
  <inkml:trace contextRef="#ctx0" brushRef="#br0" timeOffset="14914.22">12948 1406 157 0,'0'0'264'16,"0"-5"-21"-16,0 5-21 0,0 0-27 0,0 0-22 15,0 0-20-15,0 0-12 0,0 0-17 0,0 0-13 16,0 0-8-16,12 10-11 0,-8-3-9 0,6 1-7 16,-1-1-7-16,5 2-6 0,0 1-5 0,3 3-8 15,1 0-27-15,0-1-33 0,7 1-41 0,-4-3-56 16,-1-3-56-16,3 1-183 0,-4-1-373 0,3 2 166 15</inkml:trace>
  <inkml:trace contextRef="#ctx0" brushRef="#br0" timeOffset="15148.57">13319 1290 56 0,'0'0'276'0,"-1"-4"-30"0,1 4-25 0,0 0-24 16,0 0-19-16,0 0-18 0,0 0-17 0,11 16-7 16,-6-8-21-16,2 2-5 0,5 5-7 0,-4 0 1 15,3 3-8-15,3 0-8 0,-2 7-9 0,-1-2-5 16,4 4-10-16,-5 0-2 0,-5 2-3 0,2-1-11 16,-2 2-3-16,-4 5-25 0,-2 13-40 0,-4-11-51 15,-3 1-89-15,-6 14-246 0,-5-6-438 0,1-11 194 16</inkml:trace>
  <inkml:trace contextRef="#ctx0" brushRef="#br0" timeOffset="16049.57">8820 5502 324 0,'0'-5'320'0,"0"-1"-29"16,0-1-17-16,0 4-21 0,0 3-12 0,-3-10-28 16,2 8-24-16,-2 0-24 0,3 2-14 0,-9-4-19 15,0 4-9-15,-3 1-15 0,3 2-10 0,-13 1-15 16,-5 5-6-16,-3 0-9 0,3 2-3 0,-1 1-5 15,-2 3-9-15,2-1 1 0,-1-2-8 0,2 1-1 16,-1 2-8-16,3-2-4 0,9-1 0 0,-2-3-6 16,7-1-3-16,0-1-4 0,3 1-1 0,4-3-2 15,3 0 4-15,-2 0-3 0,7 2 0 0,6-2 5 16,7-1-11-16,13 1 15 0,3-1-13 0,2-4-3 0,6-2 3 16,1 1-6-16,11 0 2 0,-11-2 8 15,-4-1-10-15,1 2 0 0,-3-2-3 0,-2-1-1 16,-6 1 1-16,-5-1 0 0,-4 1 1 0,-3 2 0 15,-4-3 5-15,-4 2-2 0,-1-1 3 0,0 0 1 0,-2-1-6 16,-5-2 8-16,0 1-11 0,-5 0-2 0,-2-2-4 16,-4-1 4-16,-5 0-2 0,-2 0 2 15,-5 2-2-15,3-2 1 0,-1 6-4 0,0-4 2 0,-4 0 2 16,6 3-2-16,-3 2-5 0,1-3-13 0,4-1-22 16,1 5-31-16,5 0-27 0,-2 1-31 0,4-2-37 15,2 2-41-15,3-1-52 0,4 1-211 0,-9-4-513 16,9 4 228-16</inkml:trace>
  <inkml:trace contextRef="#ctx0" brushRef="#br0" timeOffset="16268.3">8770 5308 215 0,'0'0'302'0,"0"0"-31"16,-3-5-34-16,3 5-26 0,0 0-23 0,0 0-22 15,0 0-19-15,0 0-12 0,-3 13-14 0,3-1-8 16,0 1-15-16,0 6-6 0,1 2-9 0,-1 6-7 0,3 2-9 16,1 3-3-16,-1 0-5 0,1 1-7 15,0 1-7-15,0-1-3 0,1-3-9 0,1 1-21 16,-2 2-19-16,-1 1-25 0,0-1-35 0,-2-6-49 0,3 0-71 16,0-8-217-16,0-2-436 0,-1-3 193 0</inkml:trace>
  <inkml:trace contextRef="#ctx0" brushRef="#br0" timeOffset="16549.53">9327 5364 191 0,'2'-7'332'0,"-2"4"-30"0,0-1-38 16,0 4-27-16,0 0-28 0,-6-3-21 0,6 3-20 15,0 0-18-15,-11 7-14 0,3 2-15 0,4-3-12 16,-4 7-13-16,-1 1-5 0,0 3-13 0,1-1-8 16,-4 4-6-16,5-1-6 0,0 0-7 0,-1 1-2 15,1 1-5-15,2-1-6 0,-2 7-1 0,6-7 1 16,1 0-11-16,0-1 1 0,4-1-1 0,0-1-5 16,1 2 1-16,2-4-4 0,1-2-11 0,3-1-26 15,4-1-29-15,2-2-46 0,-1-2-64 0,3-2-58 0,1-4-243 16,-1-2-496-16,6-2 220 0</inkml:trace>
  <inkml:trace contextRef="#ctx0" brushRef="#br0" timeOffset="16752.63">9742 5471 74 0,'0'0'201'0,"0"0"-20"0,0 0-1 0,-18 5-9 16,6 1-17-16,5-1-14 0,-5 2-12 0,0 1-13 15,2 1-11-15,-2 5-9 0,-3-1-9 0,1 2-11 16,0 0-2-16,-1-1-9 0,1 1-2 0,-1 0-8 16,2 1-4-16,-1-1-5 0,-1-2-31 0,3 1-31 15,-1 0-44-15,4-6-58 0,-2 1-60 0,4-3-103 16,0-3-305-16,2 0 135 0</inkml:trace>
  <inkml:trace contextRef="#ctx0" brushRef="#br0" timeOffset="16940.11">9539 5573 5 0,'-1'-5'274'0,"1"5"-30"0,0 0-25 0,0 0-27 15,-3-2-22-15,3 2-14 0,0 0-17 0,0 0-17 16,0 0-8-16,4 13-11 0,-1-8-8 0,0 0-10 16,1 5-7-16,4-4-3 0,3 4-10 15,-3-3-6-15,7 4-5 0,0-1-7 0,4 0-5 0,0-3-7 16,1 2-43-16,0-2-54 0,8 1-63 0,-6-4-69 15,1-2-137-15,0 2-358 0,-1-5 158 0</inkml:trace>
  <inkml:trace contextRef="#ctx0" brushRef="#br0" timeOffset="17158.84">9934 5507 47 0,'0'0'240'0,"0"0"-18"0,0 0-2 0,0 0-1 15,12 8-8-15,-2-4-5 0,-1 4-5 0,6-1-10 16,0 6-11-16,0-1-16 0,3 0-19 0,-2 1-14 16,-1 3-14-16,0-1-1 0,1 6-20 0,-5-4-7 15,-7 2-10-15,0 2-12 0,-2 11-7 0,-8-3-9 0,-5 2-41 16,-5 0-28-16,-3 0-31 0,-6-3-32 0,-2 1-46 16,-4-6-55-16,1-2-58 0,-7-2-155 15,-1-4-427-15,-4-5 190 0</inkml:trace>
  <inkml:trace contextRef="#ctx0" brushRef="#br0" timeOffset="20303.66">4813 3028 371 0,'0'0'369'16,"-1"-5"-19"-16,1 5-30 0,4-5-29 0,-4 5-33 0,0 0-24 15,0 0-28-15,0 0-30 0,0 0-15 0,0 0-18 16,0 0-16-16,0 0-17 0,0 0-10 0,0 0-12 16,0 0-8-16,0 0-13 0,1 12 0 0,1-7-6 15,0 0-5-15,-1 0-6 0,2 0-4 0,1-1-7 16,-2 1 12-16,2 2-20 0,-3-2-1 0,6-1-4 15,-1 1 5-15,0-2-11 0,-2-1 2 0,3 2-6 16,0-3-2-16,-2 0 1 0,3-1-1 0,-8 0 0 16,13-2-3-16,-5-1-4 0,-2-2 1 0,4 0-2 15,-2-1-2-15,1-2-4 0,-3-1 9 0,1 1-3 16,0 0-6-16,3 0 4 0,0 0 4 0,-3 1-8 16,-3 0 6-16,3 1-1 0,-3 3-1 0,1-3-3 15,-1 2 2-15,2 3 15 0,-5-3-25 0,-1 4-2 16,3-2 13-16,-3 2-21 0,0 0 6 0,11 6 2 15,-6-1 4-15,2 4-4 0,0 2 2 0,-3-1 2 16,2 5-3-16,3 3-2 0,-5 2 5 0,3-1 3 16,0 1-1-16,3 7-2 0,0-1 7 0,1 6-1 15,0-5-3-15,0 0 1 0,1 1 3 0,0 3-4 16,-1-2 3-16,-1-2 7 0,2 0-8 0,-3 1-3 16,2-1 6-16,-3-2-1 0,1-6-1 0,-1 9-6 0,-3-9 9 15,1 0-4-15,-4 0 3 0,1-2-6 16,-3-1 5-16,0-1 0 0,-1-2 3 0,-1-3 12 15,0 3 13-15,0-5 17 0,-6 3 25 0,1-5 15 16,0 1 19-16,1 0 14 0,-5-2 16 0,1-1 11 0,2-2 20 16,-4 0 6-16,1-4 3 0,-4 1 9 15,4-4 7-15,-1 1 5 0,-6-2 3 0,6-3-4 16,0 2-17-16,1-8 1 0,0 0-17 0,-1-2-16 16,5-2-22-16,3-3-11 0,4-8-30 0,-3 0-29 0,9-6-39 15,1-4-55-15,6 5-60 0,6-14-93 0,10 3-84 16,-5 1-98-16,-2 13-66 0,1 0-107 0,0 3-355 15,0-1-977-15,-4 2 432 0</inkml:trace>
  <inkml:trace contextRef="#ctx0" brushRef="#br0" timeOffset="25069.59">9723 2126 50 0,'0'0'219'0,"-3"-4"-4"0,3 4-13 16,4-4-9-16,-4 4-18 0,0 0-9 16,0 0-14-16,0 0-15 0,0 0-14 0,0 0-11 15,0 0-9-15,0 0-16 0,0 0-8 0,0 0-11 0,0 0-10 16,0 0-6-16,0 0-11 0,0 0 0 0,0 0-6 15,0 0 2-15,-9 10-6 0,6-7-7 0,3-3 3 16,-4 8-3-16,1-4 0 0,1-1-6 16,0 0-2-16,0 2 2 0,2-1-3 0,-2 0-1 0,2-4-3 15,2 7-1-15,-2-7 0 0,2 5-2 0,-2-5 2 16,7 5-5-16,-3-4 2 0,-1 0-2 0,-3-1-3 16,12 0 1-16,-12 0-1 0,10-2 4 0,-5 0-2 15,2-1 1-15,-5-2-3 0,4 4-1 0,-3-3 1 16,2 1-2-16,-2-2 0 0,-3-1 3 0,1 2-3 15,2 1 2-15,-3-2 2 0,1-2-3 0,-2 2-1 16,-2 1 7-16,2-1-10 0,-3 1 1 0,0 0 0 16,0 2 0-16,-2 0 0 0,1-3-2 0,1 3 2 15,4 2-4-15,-14-1 2 0,10-1 0 0,4 2 1 16,-13 0-1-16,6 0 1 0,7 0-2 0,-7 2 1 16,7-2 1-16,-8 1-3 0,8-1-7 0,-7 2-9 15,7-2 1-15,-3 5-10 0,-1-3-10 0,4-2-20 16,-3 2-23-16,3-2-9 0,0 0-26 0,0 0-27 15,6 7-28-15,-6-7-127 0,5 1-325 0,-5-1 144 16</inkml:trace>
  <inkml:trace contextRef="#ctx0" brushRef="#br0" timeOffset="25350.81">9693 2140 157 0,'0'0'172'0,"0"0"-16"15,0 0-12-15,0 0-22 0,0 0-9 0,0 0-9 16,0 0-17-16,0 0-5 0,0 0-31 0,0 0-36 16,0 0-42-16,0 0-48 0,0 0-109 0,0 0-199 15,0 0 88-15</inkml:trace>
  <inkml:trace contextRef="#ctx0" brushRef="#br0" timeOffset="26319.47">8995 1622 42 0,'0'0'226'16,"0"0"-10"-16,-1-7-13 0,1 7-18 0,0 0-18 15,-3-3-16-15,3 3-12 0,0 0-14 0,0 0-14 16,0 0-12-16,0 0-10 0,0 0-10 0,0 0-8 16,14 2-9-16,-14-2-4 0,15 5-4 0,-10-2-10 15,8 2-1-15,-1-2-6 0,-1 4-4 0,5 2-2 16,-1 1-3-16,1 0-4 0,1 0-4 0,2 3 1 16,-3-1 0-16,6-1-5 0,-1 7-2 0,1-5 2 15,0 2-2-15,1 3-1 0,-5-5-1 0,-2 0-2 16,3-2-4-16,-4 0 6 0,-3-2-2 0,1-1-7 15,-4 0 2-15,3 0 3 0,-1 2-6 0,-4-4 1 16,-3 0 1-16,4 0 0 0,-5 0-4 0,2-1 3 16,1 1-1-16,-2-1 1 0,0-1 0 0,0-1-4 15,-3 3 1-15,2-4 1 0,0 2-2 0,-2 0 3 16,2-2 0-16,-3-2-2 0,1 4-1 0,-1-4 3 16,2 4 1-16,-2-4-2 0,1 5 0 0,-1-5 0 15,0 4 0-15,0-4 1 0,3 3 2 0,-3-3-2 16,4 3 3-16,0 0-2 0,-4-3-1 0,5 4-12 15,-2-3-17-15,-3-1-35 0,7 3-36 0,-7-3-49 16,8 0-41-16,-8 0-153 0,0 0-367 0,0 0 163 16</inkml:trace>
  <inkml:trace contextRef="#ctx0" brushRef="#br0" timeOffset="26741.31">9545 1852 48 0,'0'0'123'15,"0"0"-12"-15,0 0-12 0,0 0-10 0,0 0-16 16,0 0-4-16,7 5 5 0,-7-5-11 0,1 5-10 15,-1-5 1-15,3 6-4 0,-3-2-12 0,0-4 1 16,3 8-9-16,-1-3-1 0,2-1-1 0,-1 2-3 16,-2 1-11-16,2-2 8 0,1 1 1 0,-4 1 1 15,4-1-7-15,-2-1-5 0,-1 0 1 0,-1 3 3 16,1-3-6-16,-1 0-7 0,2 2 6 0,-4-2-4 16,4-1-1-16,-2 1 4 0,-2 1-2 0,1-2-4 0,1-4 54 15,-1 7-1-15,-2-4-4 0,2 0 0 16,1-3 0-16,-6 5 21 0,6-1 6 0,0-4 8 15,-4 5 1-15,0-3-6 0,-1 1-3 0,-1 0-4 16,1-2-10-16,-5 3-6 0,1-3-4 0,-1 1-5 16,-1 1-5-16,-1-1-8 0,1 1-29 0,-1 0-36 0,1-1-51 15,1 1-55-15,-1-2-73 0,-1 0-120 16,4 2-354-16,1-1 157 0</inkml:trace>
  <inkml:trace contextRef="#ctx0" brushRef="#br0" timeOffset="27711.49">9013 959 69 0,'0'0'263'0,"0"0"-11"15,0 0-23-15,0 0-15 0,0 0-22 16,0 0-18-16,0 0-16 0,0 0-14 0,0 0-18 15,-26 3-8-15,19-1-14 0,-5 1-8 0,1 2-8 16,-9-1-4-16,2 4-3 0,-1-2 0 0,0 2 1 16,3-1-7-16,-3 3 0 0,1-2-3 0,3-2-12 0,6 0-8 15,-5 0-5-15,5 2-5 0,0-3-5 16,-3 1-5-16,7-2-4 0,-4 2-1 0,5-1-2 0,0 0-2 16,1 1-3-16,5-2-1 0,-2 1-1 0,4 0 3 15,0-1-2-15,7 0 0 0,8-1-4 0,1 4 5 16,1-4-9-16,10 0 2 0,-1 0-2 0,0 0-3 15,1-3 0-15,-1 2-1 0,-7-2 1 0,-1-2-4 16,0-1 2-16,-2 2 4 0,-7-1-6 0,0 1 1 16,-2-1 2-16,-3 0-1 0,-1-1 4 0,0-2 14 15,-5 2 25-15,3-1 9 0,-3 0 4 0,0-3 0 16,-4 0 4-16,1-1-10 0,-3-2-5 0,-3 0-2 16,-1 1-4-16,-3-3-5 0,1 5-3 0,-6-3-6 15,5 1-6-15,-4-2-5 0,3 4-2 0,0-1-14 16,-3 0 5-16,4 2-14 0,-4-1-18 0,5 4-33 15,-1-2-34-15,2 0-32 0,2 5-44 0,0-2-52 16,7 2-57-16,-8-1-41 0,8 1-160 0,-9 0-516 16,9 0 229-16</inkml:trace>
  <inkml:trace contextRef="#ctx0" brushRef="#br0" timeOffset="28008.34">8914 827 36 0,'5'-5'315'0,"-5"5"-27"16,4-2-29-16,-4 2-29 0,0 0-27 0,0-3-23 16,0 3-23-16,0 0-13 0,0 0-16 0,2 10-4 15,-1-2-22-15,-1 2-8 0,1 1-9 0,1 6-9 16,-1 1-6-16,0-1-6 0,1 4-8 0,-1-2-4 15,2 4-1-15,-2-2-11 0,2-1 1 0,0 8 0 16,1-8-6-16,1 0-3 0,-4 1-2 0,4 0-6 16,0-2 6-16,-1-1-8 0,3 0-2 0,0-1 1 15,1-2-11-15,-4-5-31 0,3 2-34 0,-3-2-41 16,1-3-51-16,-1-2-51 0,3 0-52 0,-4 1-133 16,-2-4-414-16,3-1 184 0</inkml:trace>
  <inkml:trace contextRef="#ctx0" brushRef="#br0" timeOffset="28430.17">9319 892 275 0,'0'0'279'0,"3"-3"-23"0,-3 3-30 15,0 0-23-15,0 0-22 0,0 0-26 0,0 0-14 16,0 0-13-16,0 0-15 0,0 0-10 0,-15 16-12 15,12-11-7-15,-1 1-8 0,-1 3-8 0,-1-3-8 16,-2 6-5-16,1-3-4 0,2 2-7 0,1 2-4 16,-2-3-3-16,1 1-2 0,2 2-6 0,2-5 3 15,-2 5-3-15,0 0-2 0,3-3 1 0,3 4-6 16,-2-4-2-16,2 2 4 0,2-1-5 0,-1-1-3 16,2 1 4-16,2-1-3 0,-1-1 0 0,1 0-3 15,3-2-17-15,0-2-33 0,0 1-52 0,-2-3-52 16,1-2-65-16,2 2-220 0,-4-3-458 0,-1 0 203 15</inkml:trace>
  <inkml:trace contextRef="#ctx0" brushRef="#br0" timeOffset="28695.78">9486 946 149 0,'0'0'226'16,"3"-2"-16"-16,-3 2-24 0,0 0-18 0,0 0-21 16,0 0-14-16,0 0-13 0,0 0-16 0,0 0-8 15,0 0-9-15,0 0-13 0,-4 15-5 0,1-10-4 16,3 1-8-16,-4 1-1 0,0 2-10 0,1 2-4 16,-2-2-2-16,1 2-2 0,-3 1-3 0,3-2 1 15,-6 2-10-15,2-1-2 0,3 0 0 0,-3 1-2 16,2-2 0-16,-3 0-23 0,5 2-36 0,-2-3-36 15,1-1-51-15,2-2-44 0,0-1-149 0,-1 2-343 16,-1-4 152-16</inkml:trace>
  <inkml:trace contextRef="#ctx0" brushRef="#br0" timeOffset="28914.51">9346 977 27 0,'0'0'196'0,"0"0"-3"16,0 0-14-16,0 0-9 0,15 9-12 0,-9-6-17 15,-2 1-15-15,-1-2-11 0,3 2-10 0,-2 0-11 16,0-1-6-16,3 3-9 0,2-1-8 0,1 0-6 16,0 2-3-16,2-1-11 0,-4 1 0 0,2 2-9 15,-2-5-23-15,1 5-59 0,2-3-73 0,-4 1-63 16,3 2-109-16,-4-5-307 0,0 0 137 0</inkml:trace>
  <inkml:trace contextRef="#ctx0" brushRef="#br0" timeOffset="29383.21">9598 871 225 0,'0'0'304'0,"0"0"-32"0,0 0-26 0,0 0-27 0,0 0-27 15,0 0-17-15,0 0-20 0,0 0-17 0,0 0-12 16,12 11-11-16,-9-6-13 0,1 1-6 15,4 3-15-15,-4 1-5 0,2 1-10 0,-1 0-5 16,2 0-3-16,4 6-10 0,-9-4-4 0,2-1 0 16,1 1-8-16,0 0-2 0,-2 0-3 0,-2 3-13 0,2-3-15 15,-3 5-11-15,-7-1-19 0,3-4-16 0,-3 3-24 16,-4-5-31-16,3 4-37 0,-1-3-36 16,-1 1-41-16,-1-5-156 0,-2 2-397 0,-1-2 175 15</inkml:trace>
  <inkml:trace contextRef="#ctx0" brushRef="#br0" timeOffset="29726.93">9822 1126 199 0,'0'0'188'16,"0"0"-26"-16,0 0-22 0,7 3-10 0,-7-3-12 15,-1 6-13-15,1-6-9 0,-2 6-12 0,1 0-7 16,0-3-6-16,-1 2-11 0,1 0-1 0,-2 2-3 15,0-2-8-15,-1 1-4 0,-1 0-2 0,-2 4-7 0,2-3-1 16,-1 3-4-16,-2-4-4 0,1 3-34 16,2-3-39-16,1-1-38 0,0-1-52 0,1 1-118 15,-4-1-275-15,6-3 121 0</inkml:trace>
  <inkml:trace contextRef="#ctx0" brushRef="#br0" timeOffset="30258.13">9890 912 120 0,'5'14'114'0,"-3"-10"-3"16,0 4-20-16,4-3-3 0,-3 0-1 0,1 3-8 15,-1-3-13-15,5 1-9 0,-4 2-1 0,-2-3-4 16,5 4-8-16,-1-4 0 0,-2 0-4 0,0-1-6 16,-1-1 0-16,1 3-6 0,0-3-1 0,0-2-2 15,1 0-2-15,-5-1-7 0,10-2 8 0,-3-1 4 16,-1 1 13-16,0-2 7 0,1 0 9 0,-3-1 7 16,4-5 0-16,0 4 15 0,0 0 12 0,-2 1 14 15,-2-2 1-15,0 2 6 0,0-1 2 0,1 2 4 16,-2 0 1-16,0 0-11 0,0 2-9 0,-1-2-15 15,1 1-8-15,-3 3-11 0,0 0-12 0,0 0-2 16,0 0-6-16,0 0-4 0,11 8-7 0,-6-4-3 16,1 1-1-16,2 5-5 0,-1-1 0 0,1 4-4 15,0 1 0-15,-1-2-5 0,1 4-1 0,3-2-4 16,-3 3 6-16,6 1-8 0,-5 0-1 0,1 0 2 16,-2-1-4-16,-1 1 1 0,2 0-5 0,-3-2 2 15,-2 2-1-15,0-1 2 0,-3-5 1 0,1 1 0 16,-2-1 1-16,-2-1 0 0,-2-1 3 0,0 0 2 15,-3-2 33-15,-2 2 19 0,2-5 7 0,-4 1 12 0,-1-1-6 16,-2-4 4-16,2 0-18 0,-3-2-10 16,1 0-10-16,-2-4-38 0,-2-1-21 0,2 0-38 15,-3-3-42-15,7 3-44 0,0-7-65 0,-2-1-92 16,7 3-229-16,2 0-570 0,-1-6 253 0</inkml:trace>
  <inkml:trace contextRef="#ctx0" brushRef="#br0" timeOffset="30570.6">10232 804 8 0,'7'2'263'0,"3"-2"-25"16,3 5-20-16,-3-1-22 0,1 0-20 0,-1 1-14 15,9 3-22-15,-8-1-14 0,2 7-13 0,-2-1-13 16,3 3-6-16,-2 2-14 0,1 0-5 0,1 7-5 16,-1 2-13-16,-5-3-1 0,4 3-3 0,-4 0-6 15,0 0-2-15,-2 1-3 0,2-2-6 0,-5 3 1 0,2 1-4 16,-6-10-4-16,-2 7 0 0,-4-3-18 15,-5-4-33-15,0 3-28 0,-3-6-43 0,-2-1-39 16,-3 2-50-16,-7-3-161 0,1-1-371 0,1-3 164 16</inkml:trace>
  <inkml:trace contextRef="#ctx0" brushRef="#br0" timeOffset="31398.65">8751 756 196 0,'-2'-5'286'16,"2"5"-5"-16,0 0-17 0,0 0-13 0,0 0-17 15,-3-3-19-15,3 3-20 0,0 0-13 0,0 0-37 16,0 0-15-16,0 0-18 0,0 0-13 0,0 0-8 15,-5 9-12-15,2-3-9 0,0-1-3 0,1 7-12 16,-5-3-5-16,0 8 1 0,0 1-9 0,-1 6-3 16,-1 5-1-16,-1 1-4 0,3 1-3 0,-1 1-1 15,2-2 0-15,1 3-2 0,4-1 1 0,1 1 2 16,4 3-9-16,4 0 6 0,2-5-6 0,2 3-2 16,4-3 6-16,4 2-1 0,3-6-9 0,5-2-36 15,-2 2-48-15,1-5-73 0,6-3-89 0,-2 3-285 16,-2-6-557-16,3-5 247 0</inkml:trace>
  <inkml:trace contextRef="#ctx0" brushRef="#br0" timeOffset="39739.6">9697 2282 77 0,'0'0'86'0,"4"-4"10"15,-4 4 3-15,0 0-7 0,0 0-2 0,0 0 1 16,0 0-2-16,0 0-11 0,0 0-9 16,0 0-2-16,0 0-8 0,0 0-8 15,0 0-6-15,0 0-8 0,4-2-1 0,-4 2 1 16,0 0-5-16,0 0-8 0,0 0 0 0,0 0 0 15,0 0-6-15,-2 12 1 0,2-12-9 0,0 7 5 0,-2-2-2 16,2-5-6-16,0 6 0 0,0-2 2 0,0 2 0 16,-2-1-12-16,4-2-24 0,-4 3-13 0,4 0-26 15,-2-1-26-15,0 0-24 0,2 0-62 0,-4 1-192 16,4-2 84-16</inkml:trace>
  <inkml:trace contextRef="#ctx0" brushRef="#br0" timeOffset="40020.82">9685 2646 36 0,'0'0'85'0,"0"3"-11"16,0-3-8-16,-1 6-14 0,1-6 7 0,-2 4-6 16,2-4-8-16,-1 6-6 0,1-4-8 0,0-2 3 15,-3 8-3-15,3-4 0 0,0 1-3 0,-1 0-6 16,-5 0-2-16,5 0-1 0,0 2-6 0,-1-1 5 16,2-1-28-16,-3 4-25 0,2-2-20 0,1 0-55 15,0 4-118-15,0-2 52 0</inkml:trace>
  <inkml:trace contextRef="#ctx0" brushRef="#br0" timeOffset="40223.93">9643 3058 42 0,'0'4'41'0,"0"-4"1"0,0 8-6 16,1-5-2-16,-1 2-28 0,0 0-40 0,0 2-37 0,0-1 18 15</inkml:trace>
  <inkml:trace contextRef="#ctx0" brushRef="#br0" timeOffset="40458.28">9630 3314 36 0,'0'0'94'0,"0"0"-24"0,-1 5 8 0,1-5-6 16,0 0-8-16,3 4-2 0,-2 0-13 0,1-1-2 0,-2 1 0 15,0-4-12-15,1 8 2 0,0-3-10 0,1 2-25 16,-1-1-13-16,2-1-20 0,-2 2-23 0,1 0-50 16,-1-1-113-16,0 1 49 0</inkml:trace>
  <inkml:trace contextRef="#ctx0" brushRef="#br0" timeOffset="40677.01">9637 3708 3 0,'0'0'74'15,"0"4"-5"-15,0-4-7 0,0 0-11 0,0 7-1 16,0-7-5-16,0 4-2 0,0-4-4 0,2 5-13 16,-1-3 9-16,-1-2-2 0,3 5-12 0,-2-2 2 15,-1-3-1-15,0 6-11 0,0-1-14 0,2-1-35 16,0 2-57-16,0 0-102 0,-2 1 45 0</inkml:trace>
  <inkml:trace contextRef="#ctx0" brushRef="#br0" timeOffset="40864.49">9595 4177 67 0,'3'4'99'0,"-3"-4"-18"0,0 0-2 0,0 0-9 15,4 4-13-15,-4-4-6 0,0 0 2 0,3 6-14 16,-3 1-30-16,0-4-28 0,1 2-38 0,-2 0-32 0,1 1-95 16,0 0 43-16</inkml:trace>
  <inkml:trace contextRef="#ctx0" brushRef="#br0" timeOffset="41975.26">9703 4649 166 0,'0'0'277'0,"-2"-5"-15"0,2 5-16 0,0 0-18 15,0 0-24-15,0 0-16 0,-2-4-21 0,2 4-22 16,0 0-15-16,0 0-15 0,0 0-12 0,0 0-12 0,0 0-10 16,0 0-7-16,-7 11-7 0,0-7-8 0,3-1-4 15,1 0-10-15,-4 3 0 0,3-3-6 16,-4 3-3-16,0-1-2 0,3 2-4 0,-4-3-4 16,1 2-1-16,-4 0-1 0,5-1-6 0,-4 3 1 0,-1-3-2 15,7-2 6-15,-1 1-13 0,-1 1 3 0,-1-2-2 16,0-1 2-16,4 1-5 0,0 0 0 0,-2-1 0 15,6-2-1-15,-4 3-4 0,4-3 9 0,-8 2-6 16,7 1 1-16,1-3-2 0,0 0 0 0,0 0-3 16,0 0-7-16,0 0 3 0,0 0 0 0,0 0-6 15,0 0 2-15,0 0 0 0,17-10 0 0,-11 7-1 16,4-2 1-16,0 0-1 0,0-2 2 0,2 1 1 16,-2-1-1-16,-1 1 0 0,1-1 3 0,2 0 1 15,-7 3-1-15,4-4 1 0,-4 2 0 0,3 2 2 16,-4 0 2-16,2-1-2 0,-1 2 3 0,-5 0 2 15,0 3-1-15,7-4 1 0,-7 4 3 0,7-4-7 16,-7 4-1-16,0 0-1 0,5-3-4 0,-5 3-2 16,0 0-1-16,0 0 8 0,0 0-9 0,0 0 3 15,0 0-1-15,0 0 1 0,-8 14 1 0,4-9 0 16,1-1-1-16,-1 2 4 0,0 0-1 0,-2 0 0 16,2 1-1-16,-4 0 1 0,3-2 0 0,-2 5 3 15,0-5-1-15,3 0 2 0,-4 0-2 0,-1 1 0 16,3-2 2-16,-1 0 0 0,3 0 4 0,-4-1-2 15,5-1 0-15,-1-1 0 0,0 2 5 0,4-3 5 0,0 0 16 16,-5 1-2-16,5-1-1 0,0 0-8 16,0 0 2-16,7-12 0 0,-2 7-9 0,3-1 1 15,0 0-1-15,3-1-1 0,-4-2-2 0,5 1-1 16,-4 0 2-16,1 0 8 0,-1 3-15 0,1-3 3 0,-5 2 4 16,3 2 17-16,-3-1 11 0,0 1 8 0,2 0 10 15,-2 3-4-15,-4 1-12 0,5-4-5 0,-5 4-2 16,2-4-7-16,-2 4-8 0,0 0 0 0,0 0-2 15,0 0-1-15,0 0-4 0,-14 9 3 0,10-5-6 16,-3 0-7-16,2 2-33 0,-4-1-35 0,1 3-41 16,0-2-48-16,-1 0-79 0,3 4-301 0,-5-4-580 15,5 2 257-15</inkml:trace>
  <inkml:trace contextRef="#ctx0" brushRef="#br0" timeOffset="45069.23">9660 2974 14 0,'0'0'224'0,"-1"-4"-7"0,1 4-6 0,0 0 1 16,-1-5-6-16,1 5-11 0,0 0-3 0,0-4-8 16,0 4-9-16,0 0-12 0,0 0-6 0,0 0-18 15,0 0-13-15,0 0-12 0,0 0-13 0,0 0-14 16,0 0-11-16,0 0-10 0,0 0-7 0,0 0-5 0,0 0-12 15,0 0-1-15,-14 8-2 0,14-8-5 16,-4 6-3-16,3-1-2 0,-2 2-5 0,3-5-2 16,0 2-7-16,0 2-4 0,-1-2-4 0,1-4-3 0,0 8-3 15,0-5 1-15,1 1-3 0,2-1-6 0,1 0 2 16,-3 1-2-16,-1-4 0 0,4 2-5 0,0 0-8 16,3 0-5-16,-7-2-4 0,12 0-2 15,-5 0-2-15,3-2-4 0,-2 0 3 0,-3 1 14 0,4-2-5 16,-3 1-1-16,2-1 5 0,-2 0 2 0,-2-2 1 15,3 0 4-15,-4 2 7 0,2-1 0 0,-4 1 4 16,0-2-2-16,2 0 4 0,-3 2 1 0,0 3 0 16,-4-9-2-16,4 5 1 0,-5 1-1 0,5 3 0 15,-11-4-2-15,8 2-1 0,-4-2 2 0,-2 4-1 16,5-1 2-16,-4 0-4 0,8 1 2 0,-10 0-2 16,-1 1 2-16,11-1 2 0,-12 1-1 0,6 1-1 15,1 1 0-15,-2 0 0 0,2-1 4 0,1 1-1 16,-2 4-3-16,2-4-1 0,1 2 4 0,2-2 0 15,-2 3-2-15,2-3 1 0,-3 2 5 0,3 2-5 16,1-4-2-16,-2 1-7 0,2-4 15 0,3 10-12 16,1-8 1-16,-4 0 2 0,4 2-1 0,-4-4-1 15,4 3 2-15,-4-3-3 0,7 1 3 0,-7-1-1 16,8-1 8-16,-2-2-4 0,-6 3 1 0,9-4-3 16,-5 0 2-16,0-1 1 0,2 1 3 0,-2-1-2 15,-3-1-1-15,2 2 15 0,0-1 1 0,1-1 11 16,-4 1 9-16,1-1 1 0,-1 3 5 0,0-4 1 15,0 2-1-15,0 5-2 0,0-6-4 0,-1 2-4 16,-3 0-3-16,4 4-7 0,-6-6-4 0,2 3-6 0,0 0 2 16,4 3-3-16,-7 0-2 0,7 0-2 15,0 0 0-15,-16 3 1 0,12 0-6 0,1-1 4 16,-5 1-1-16,4 1 1 0,-2 1-2 0,0 1 1 16,2-1-3-16,-2 3-2 0,3-3-1 0,1 0 0 0,-1 4-3 15,2-4-2-15,1 2 5 0,0-1-7 0,2 0 1 16,1 0-4-16,3-3-4 0,-1 2-4 15,3 0-6-15,-1-2-2 0,0-3-4 0,2 3-1 0,2-2 0 16,-3-3 3-16,-8 2 5 0,14-2 7 0,-6-2-2 16,0 2 0-16,2-5 5 0,-5 4 2 0,-1-2 2 15,4-1 2-15,-5 0 11 0,0 1 2 0,-2-2 4 16,-1-1 9-16,-1 3 0 0,-2-2 11 0,2 1 3 16,-2 1-3-16,-5-1-2 0,5-1-1 0,-2 3-5 15,-1 0-5-15,2 0 7 0,-4 1-10 0,0 3-2 16,1-1-4-16,-4 0 2 0,11 1-3 0,-15 2-3 15,10 0 2-15,-3 2 1 0,-1 0-2 0,1-1-4 16,3 2 3-16,2 1-3 0,-5 0 4 0,4 2 0 16,2-4-4-16,0 3 5 0,3 1-5 0,-1-2 1 15,0 2-2-15,3-3 2 0,0 1-1 0,1 0-6 16,1-3-2-16,2 2-2 0,1-1-3 0,0 0-4 16,2-2 1-16,-3 0 0 0,3-2-1 0,-3 0 2 15,3-1 4-15,-3 0-1 0,2-1 3 0,-1-2 0 16,-2 2 4-16,-2-5 2 0,0 4 2 0,1-3 2 15,-5 1 14-15,0-1-3 0,0-1 3 0,0 1 13 16,-4-1-7-16,3 2 1 0,-2-1-4 0,-2 0 3 16,-1 1-2-16,2 0-4 0,0 1-2 0,-4 0-4 15,4 0-3-15,-3 3-1 0,0 0-1 0,7 1 0 0,-9 0-3 16,-1 1 2-16,10-1 0 0,-11 4-4 0,7-1 9 16,1 1-7-16,-1 0-3 0,3 1 0 15,1 2 5-15,0-1-2 0,-4-2-2 0,8 3 4 16,-4 0 6-16,1-3-9 0,2 1-1 0,3 0 12 0,-1 0-13 15,2-1 0-15,-2 0-2 0,3 0 1 0,-1-2-3 16,4-2 12-16,-4 1-8 0,4-1 2 16,-4-1-2-16,2 0 2 0,-5-2-1 0,4 1 2 15,-5-2 0-15,1 0 1 0,-1-2 6 0,0-2 0 0,-1 4 4 16,-4-4 3-16,2 1 3 0,-2 0 9 0,1 1-2 16,-2-1-4-16,-1 2 0 0,1-1-2 0,-5 1-3 15,4 1-6-15,-3 2-3 0,-1-2 3 0,3 2-4 16,-6 2 5-16,4 2-9 0,-3-1-13 0,0 2-23 15,0-1-16-15,3 2-25 0,2 4-42 0,-2 0-47 16,0 2-67-16,3-2-214 0,2 1-481 0,3 0 214 16</inkml:trace>
  <inkml:trace contextRef="#ctx0" brushRef="#br0" timeOffset="49040.16">9712 3013 79 0,'0'-6'191'16,"0"6"-3"-16,0-6-2 0,0 6-3 0,0-6-8 16,-1 3-6-16,1 3-4 0,-6-5 5 0,6 5-14 15,0-5-1-15,-2 2-10 0,2 3-7 0,-2-7-1 16,2 7 2-16,0-5-19 0,0 5-9 0,-2-3-7 16,2 3-3-16,0 0-3 0,-2-6-7 0,2 6-9 15,-1-4-11-15,1 4-7 0,0 0-2 0,0 0-5 0,0 0-8 16,-4-3-11-16,4 3-5 0,0 0-2 15,0 0-7-15,0 0 1 0,0 0-7 0,0 0-5 16,0 0 2-16,-8-2 2 0,8 2-3 0,0 0-5 0,0 0 1 16,0 0-2-16,0 0-1 0,-17 4-1 0,13-3-2 15,4-1-3-15,-5 4 4 0,-2-3-6 0,3 3 4 16,1-2-2-16,-1 0 0 0,4-2-2 16,-7 7-4-16,3-5 6 0,0 2-10 0,-1-1-6 0,1 1 1 15,1-1-3-15,0 3 0 0,0-2-4 0,1 0-2 16,0-1 1-16,1 4-2 0,0-3 1 0,1 0 2 15,0-4 2-15,2 9 3 0,-2-5 0 0,2-2 2 16,-2-2 1-16,5 7 4 0,-1-3-3 0,0-3-1 16,3 2 1-16,-2-2-2 0,4 0 1 0,-2-1 3 15,-1 0-1-15,-6 0 5 0,15-1 1 0,-8-2-3 16,1 1 2-16,2-1-2 0,-5-2 4 0,-1 0-1 16,5 1 11-16,-7-1-12 0,2-2 5 0,3 1 1 15,-3-2 10-15,-1 2-7 0,-2-4 3 0,2 2 2 16,-2 1 3-16,-1 0 2 0,0-4 8 0,2 2 1 15,-5 1 0-15,3 0 8 0,-3 0-6 0,2 3 10 16,-2-1-15-16,-1 2-7 0,1 0 12 0,-2-1-20 16,0 3 2-16,-4-1-1 0,5 2-3 0,-5 1-1 15,2-1-2-15,7 1 1 0,-17 2 12 0,7 1-14 16,0 0-1-16,2 1 4 0,1 2-4 0,-2-1-4 16,-1 2-2-16,2 1-14 0,2-2-7 0,1 5-3 15,-3-5-5-15,5 0 0 0,2 5 5 0,0-2-5 16,-1-3-5-16,2 2-4 0,2 0 3 0,-1-2-2 15,2 0 7-15,-1-1-8 0,5 0-7 0,0 0 0 0,-2-4-9 16,2 1 5-16,0 1-4 0,1-2 14 16,0 0-6-16,2-2 1 0,-3 0 9 0,3-2 2 15,0-2 8-15,1 2 2 0,-3-2 4 0,-1-1 4 16,-4 1 10-16,1-2-2 0,1 0 16 0,-2 1 1 0,-2-1 12 16,2-1 10-16,-2 3 8 0,-1-4 2 0,0 3 5 15,0 1 8-15,0-2-5 0,0 1-1 16,-1 2-2-16,1-1-4 0,-3 1-3 0,2-1-6 15,-2 2-8-15,3 3 3 0,0 0-6 0,-5-2-4 0,5 2 6 16,0 0-5-16,-10 1-6 0,10-1 1 0,-11 6-1 16,7-2-2-16,0 2 2 0,-1-1 5 0,0 1-5 15,1 2-1-15,3-3 5 0,0 2-8 0,-3 1 2 16,2-1-3-16,1 0 2 0,1-1 0 0,0 2 0 16,3-3-4-16,2 2-2 0,-1-1-2 0,0-2-5 15,3 1-4-15,0-1-4 0,1-1-7 0,0-2-10 16,3-1-1-16,1 2 4 0,-1-3 0 0,0 1 4 15,1-3 6-15,-4-1 1 0,3-1 3 0,-1 0-1 16,-5-1 7-16,4-1 3 0,-4-1-2 0,1 2 3 16,-1-1 3-16,-3-2 5 0,0 3 11 0,-2-1 0 15,-2 0 3-15,1 0 2 0,1 1 7 0,-4-1-4 16,-4 2-4-16,3-1 0 16,-1 2-3-16,-1 0 0 0,-2 2-3 15,-1-1-2-15,-1 1-1 0,-2 4-1 0,-1-1 1 0,-1 1-3 16,4 0-1-16,-2 2 0 0,2 1 1 0,-2-1-2 0,3 2 0 15,0 2 2-15,1 0-2 0,3-3 0 0,-2 4 3 16,3 0 0-16,2-3-3 0,0 5 1 0,0-5 7 16,3 2-3-16,0-2-3 0,3 1 0 0,0 0 3 15,1 0-3-15,4-3-2 0,-3 0-5 0,4 0 4 16,-2-2 1-16,1 1-7 0,1-1 1 0,2-1 4 16,-3-1 0-16,6-3-3 0,-5-1 5 0,-2 2-3 15,1-2 2-15,-1 0 1 0,-3-1 4 0,0-2 5 16,2 1 10-16,-3 0 8 0,-2-1 7 0,-1 0 12 15,0 1-7-15,0-1-4 0,-1-1 1 0,-4 3-1 16,0-1-8-16,2 1-3 0,-2-2 0 0,-1 5-3 16,-2-4 0-16,1 4-5 0,1-2-2 0,0 3-3 15,-2 0-4-15,8 1-1 0,-14 0-1 0,10 1 0 16,-4 1-1-16,0 1-7 0,4-1-15 0,1 4-8 16,-2-2-4-16,2 1-14 0,2-2-10 0,1 5-24 15,-2-4-19-15,5 4-49 0,0-5-47 0,1 2-47 0,-3-3-127 16,5 1-397-16,2 1 176 0</inkml:trace>
  <inkml:trace contextRef="#ctx0" brushRef="#br0" timeOffset="49930.7">9837 1980 73 0,'4'-8'219'0,"-4"8"-5"0,0-6-9 0,0 5-7 15,0 1-12-15,0-5-4 0,0 5-2 0,0 0-7 16,0-8-1-16,0 8-6 0,0-4-8 0,0 4-7 16,0 0-6-16,0 0-6 0,0-4-8 0,0 4-17 15,0 0-5-15,0 0-14 0,0 0-8 0,0 0-16 16,0 0-10-16,0 0 2 0,0 0-18 0,0 0-8 16,0 0-5-16,0 0-6 0,0 0 0 0,-12 9-3 15,8-4 0-15,0 2 7 0,-3-1-16 0,1 3 0 16,-4-1 2-16,3 3-2 0,-5 2-2 0,-2-4-1 15,7 1-4-15,-6 3 0 0,3-2 1 0,-1 1-1 16,-2 1 5-16,-1 1-8 0,-1-3 1 0,4-2-1 16,3 3-2-16,-4-2 2 0,5-2-2 0,-2 0 3 15,-1 1-5-15,2-2 3 0,1-2-3 0,2 3-11 0,1-2-15 16,1-2-1-16,0 2-4 0,-1-3-7 0,0 0-6 16,4 0-10-16,-4 1-5 0,4-4-5 15,-4 7-10-15,4-5-13 0,0-2-12 0,-1 5-23 16,1-5-18-16,-2 4-19 0,2-4-19 0,0 4-19 0,0-4-16 15,0 0-131-15,0 0-373 0,0 0 166 0</inkml:trace>
  <inkml:trace contextRef="#ctx0" brushRef="#br0" timeOffset="50461.9">9610 2053 23 0,'0'-7'250'0,"0"7"-9"15,3-2-18-15,-3 2-14 0,0 0-16 0,0 0-20 16,0 0-13-16,0 0-23 0,0 0-20 0,0 0-8 16,0 0-16-16,0 0-7 0,0 0-8 0,0 0-12 15,0 0-6-15,8 9-3 0,-3-5-4 0,-1 1-10 16,-2 1-3-16,3-1-2 0,1 1-4 0,-2 2-3 16,1 2-3-16,2-2-2 0,1 1-4 0,-1 3 1 15,0-2-7-15,4 0 3 0,-4 0-4 0,2 0 2 16,-2 0-2-16,5 0-2 0,-5 1-2 0,1-2 0 15,0 1-1-15,-1-2 0 0,0 0-3 0,-2 1 0 16,1-3 2-16,-1 1-3 0,-2-2-1 0,1 3 0 16,-3-6-1-16,2 1 1 0,-2 0 2 0,2 0-1 15,-1 1 0-15,-2-4 6 0,0 0 10 0,0 0 20 16,1 4 12-16,-1-4 11 0,0 0-2 0,0 0-5 16,0 0-5-16,0 0-6 0,0 0-7 0,0 0 1 15,0 0-4-15,-10-10-8 0,10 10-3 0,-5-7 0 16,2 5-5-16,-1-3 6 0,1 1-24 0,-2-2-21 15,2 4-22-15,-2-3-26 0,1 0-23 0,-3 0-42 16,2 1-44-16,-2-3-55 0,1 2-226 0,1-3-494 16,-6 2 219-16</inkml:trace>
  <inkml:trace contextRef="#ctx0" brushRef="#br0" timeOffset="51855.86">9505 2905 149 0,'0'0'260'0,"0"0"-13"16,0 0-10-16,0 0-21 0,0 0-14 0,0 0-27 15,0 0-12-15,0 0-11 0,0 0-5 16,0 0-10-16,0 0-11 0,0 0-10 0,0 0-13 0,0 0-5 15,0 0-14-15,0 0-9 0,-14-2-8 0,9-1-6 16,5 3-10-16,0 0-15 0,-9-1-26 0,3 0-24 16,-3 0-35-16,3-1-32 0,-2 1-36 0,0-1-43 15,0 0-42-15,-4 0-180 0,0-1-414 0,-1 0 184 16</inkml:trace>
  <inkml:trace contextRef="#ctx0" brushRef="#br0" timeOffset="52090.17">8965 2846 54 0,'-8'-1'168'0,"8"1"-8"0,0 0-6 0,-8-1-18 15,8 1-17-15,-5-1-10 0,5 1-14 0,0 0-5 16,-10 0-17-16,10 0-4 0,-5-2-11 0,5 2-2 15,0 0-6-15,-9 5-8 0,3-5-4 0,6 0-32 16,-4 5-36-16,1-3-24 0,3-2-33 0,-7 4-35 16,4-2-76-16,3-2-214 0,-8 3 95 0</inkml:trace>
  <inkml:trace contextRef="#ctx0" brushRef="#br0" timeOffset="52277.65">8544 2904 25 0,'-3'3'54'0,"3"-3"-27"0,-11 4-30 15,6-3-15-15,-4 2-18 0,3-1 8 16</inkml:trace>
  <inkml:trace contextRef="#ctx0" brushRef="#br0" timeOffset="52496.38">8100 2967 103 0,'-8'0'107'16,"4"-2"-14"-16,-5 1-6 0,9 1-14 0,-14 0-7 0,7-1-17 15,-1 1-21-15,8 0-32 0,-15-2-30 0,7 2-61 16,-3 0-103-16,0 0 46 0</inkml:trace>
  <inkml:trace contextRef="#ctx0" brushRef="#br0" timeOffset="52699.49">7597 2967 8 0,'0'0'82'0,"-8"0"0"16,1 0-3-16,7 0-17 0,-8-2-4 0,8 2-20 15,-10-1-17-15,4 2-29 0,-1 1-23 0,1-2-35 16,0 2-70-16,-1-1 31 0</inkml:trace>
  <inkml:trace contextRef="#ctx0" brushRef="#br0" timeOffset="52824.47">7279 2974 53 0,'-10'-2'84'16,"6"1"-33"-16,4 1-20 0,-11 0-22 0,11 0-47 16,-16 0-42-16,11 1 19 0</inkml:trace>
  <inkml:trace contextRef="#ctx0" brushRef="#br0" timeOffset="53011.96">6888 3012 61 0,'-7'0'71'0,"-2"0"-10"0,-2 0-18 16,-2-1-35-16,-1 1-27 0,1 0-19 0,0 1-41 15,0-1 19-15</inkml:trace>
  <inkml:trace contextRef="#ctx0" brushRef="#br0" timeOffset="53230.69">6430 3014 11 0,'-5'-2'151'0,"-5"1"-12"0,10 1-13 15,-12-4-13-15,5 4-16 0,-2 0-8 0,2-2-5 16,-4 1-16-16,3 0-4 0,-4-1-7 0,2 2-5 0,-3 0-3 15,3 0-8-15,-1 2-25 0,-4-1-11 16,6 0-13-16,-4 1-9 0,3-1-14 0,0 2-14 16,0-1-16-16,-3-1-1 0,3 2-6 0,2-2-9 15,-4-1 6-15,4 3-50 0,2-3-130 0,-4 1 58 0</inkml:trace>
  <inkml:trace contextRef="#ctx0" brushRef="#br0" timeOffset="53355.68">6128 3024 242 0,'-8'-2'-41'15,"8"2"37"-15,-6-1-10 0,6 1 3 0,-9-2 2 16,9 2 1-16,-11-2 7 0,7 2-5 0,-1-3 3 15,-6 2-2-15,7 0 0 0,-7 2 2 0,-1-1-2 0,2-1 4 16,-4 1-1-16,2 0-4 0,3 1 1 0,-6 0-6 16,1-1-6-16,2 2-19 0,-3-1 8 15</inkml:trace>
  <inkml:trace contextRef="#ctx0" brushRef="#br0" timeOffset="53496.29">5801 3031 39 0,'0'0'43'0,"-10"-1"4"0,10 1 5 0,0 0 5 16,0 0-1-16,-10-1 4 0,10 1-13 0,0 0-8 15,0 0-6-15,-5-3 3 0,5 3 2 0,-8-2-5 16,8 2 0-16,0 0-9 0,-7-1-8 0,7 1-5 16,-7-1 1-16,7 1-6 0,-7-1-10 0,7 1-5 15,-8 0-19-15,8 0-14 0,0 0-17 0,-12 0-31 16,8 1-98-16,4-1 43 0</inkml:trace>
  <inkml:trace contextRef="#ctx0" brushRef="#br0" timeOffset="54240.77">5539 3016 108 0,'0'0'130'0,"0"0"-21"0,0 0-3 16,0 0-10-16,0 0-10 0,0 0-11 0,13-3-14 16,-13 3 4-16,8-2-6 0,-8 2-7 0,0 0-3 15,6-3-6-15,-6 3-3 0,0 0-8 0,9 0-4 16,-9 0 2-16,0 0-7 0,0 0-6 0,0 0 4 15,8 0-1-15,-8 0-9 0,0 0 2 0,0 0 0 16,11 3 1-16,-10-2-4 0,-1-1 1 0,8 1 0 16,-5 2-1-16,-3-3-2 0,8 2-8 0,-1 1 0 15,-3-2 0-15,0 0-17 0,-4-1-9 0,10 1 2 16,-6 1-10-16,0 0 4 0,-4-2 3 0,11 1-7 16,-10 1 12-16,-1-2 1 0,7 1 3 0,-7-1 9 15,0 0-2-15,5 2 14 0,-5-2-15 0,0 0 15 16,0 0 5-16,0 0 4 15,0 0 7-15,0 0 0 0,0 0 9 0,0 0-1 16,0 0 7-16,0 0 4 0,0 0 6 0,0 0 1 16,-24-5 7-16,24 5 3 0,-10 0 6 0,10 0-1 0,-9-1-3 15,3-1 2-15,0 0-4 0,6 2 1 0,-14 0-3 16,7 0-4-16,0-1-3 0,7 1-3 0,-9 0-8 16,9 0-1-16,0 0-3 0,-13 1-3 0,13-1-7 15,-5-1-3-15,5 1 2 0,0 0-2 0,0 0-3 16,0 0-3-16,0 0-4 0,-7 1 1 0,7-1-1 15,0 0 6-15,0 0-8 0,0 0 2 0,0 0-5 16,0 0 3-16,18 4 0 0,-18-4-1 0,11-2-4 16,-2 2 3-16,-2 0-2 0,1 2-3 0,-1-4 2 15,2 2 4-15,1 2-2 0,0-2-5 0,-3 0 1 16,-1-2-2-16,1 0 5 0,-7 2-4 0,10-1 4 16,-10 1 0-16,7-1 6 0,-7 1 7 0,0 0 5 15,7 0 9-15,-7 0 2 0,0 0-5 0,0 0-3 16,0 0-4-16,0 0-3 0,0 0 1 0,0 0-2 15,-17-5 1-15,10 4 4 0,0 1 7 0,-3 0 1 16,-3 0 7-16,3 1-1 0,-2-1-2 0,0 1-3 16,1-1 0-16,3 1-2 0,1-1-4 0,-1 0-3 0,8 0 3 15,-11 0-7-15,11 0-1 0,-8 0-1 0,8 0-6 16,0 0 1-16,0 0-1 0,0 0 0 16,0 0 3-16,0 0-2 0,23 0 0 0,-12-1-2 15,3 0-2-15,-2 0 0 0,3 1-3 0,-3-2-2 0,2 2-5 16,-2 0 6-16,-1 2-12 0,-4-4 3 0,1 2-9 15,-8 0-3-15,11-1-1 0,-6 1 1 16,-5 0-5-16,8 0-6 0,-8 0-5 0,0 0-12 16,0 0-15-16,3 3-24 0,-3-3-32 0,0 0-46 0,0 0-48 15,-14 3-139-15,14-3-381 0,-8 0 169 0</inkml:trace>
  <inkml:trace contextRef="#ctx0" brushRef="#br0" timeOffset="55256.39">9375 2107 56 0,'-6'-3'189'0,"6"3"-9"16,-5-4-15-16,1 2-15 0,4 2-14 16,-8-4-13-16,5 2-13 0,3 2-12 0,-8-3-4 0,4 1-14 15,4 2-3-15,-4-3-12 0,1 0-10 0,3 3-24 16,-7-4-46-16,3 3-51 0,4 1-47 0,-5-4-124 16,-2 3-255-16,4-2 114 0</inkml:trace>
  <inkml:trace contextRef="#ctx0" brushRef="#br0" timeOffset="55459.49">8859 2041 131 0,'0'0'224'15,"-6"-2"-9"-15,6 2-17 0,-6-3-18 0,6 3-22 16,-1-3-11-16,1 3-19 0,0 0-13 0,0 0-15 15,-7-2-22-15,7 2-35 0,0 0-45 0,0 0-36 16,-11 1-20-16,11-1-56 0,-12 1-33 0,8 1-80 16,-3-1-245-16,7-1 108 0</inkml:trace>
  <inkml:trace contextRef="#ctx0" brushRef="#br0" timeOffset="55647.11">8400 2051 132 0,'-10'-1'133'0,"5"0"-13"0,-5-2-14 16,5 2-9-16,-2 1-9 0,-4 0-11 0,11 0-28 16,-15 0-41-16,6 0-35 0,-1 1-44 0,2 1-48 15,-3-2-129-15,2 1 58 0</inkml:trace>
  <inkml:trace contextRef="#ctx0" brushRef="#br0" timeOffset="55834.59">7803 2028 26 0,'-13'0'80'16,"13"0"-15"-16,-11 2-3 0,11-2-22 0,-12 1-25 16,7-1-25-16,-1 2-37 0,-2 0-50 0,-1 1 22 15</inkml:trace>
  <inkml:trace contextRef="#ctx0" brushRef="#br0" timeOffset="56178.37">6959 2100 15 0,'-4'2'15'15,"4"-2"-20"-15,-11 3-6 0,6-1 2 0</inkml:trace>
  <inkml:trace contextRef="#ctx0" brushRef="#br0" timeOffset="56554.77">6278 2185 69 0,'-7'-2'118'0,"2"0"-16"0,-1 1-9 16,-2 0 0-16,2-1-24 0,-2 1-2 0,-1 1 1 15,-2 0-13-15,1 0-6 0,1 0-13 0,-1 1 8 16,1 1-15-16,-5-1-37 0,3 1-12 0,-2 1-19 15,3 0-13-15,1 0-78 0,-3-1-139 0,1 2 62 16</inkml:trace>
  <inkml:trace contextRef="#ctx0" brushRef="#br0" timeOffset="56960.99">5787 2208 25 0,'0'0'38'16,"0"0"-2"-16,-10 1-5 0,10-1-2 0,0 0-3 0,0 0-3 16,0 0-1-16,0 0-3 0,0 0-7 15,-6 0-6-15,6 0 4 0,-3 4-11 0,3-4 0 16,0 0-7-16,-10 0-5 0,10 0 0 0,-4 1-6 15,4-1 7-15,-11 2 1 0,11-2 3 0,-6 1-1 16,6-1 2-16,-10 1 1 0,10-1-3 0,0 0 3 0,-7-1 3 16,7 1 4-16,0 0-3 0,-9-1 11 15,9 1-5-15,0 0 2 0,-6-3-2 0,6 3 3 16,0 0-3-16,0 0 4 0,-7-2 2 0,7 2-10 16,-4-2 11-16,4 2 5 0,0 0-4 0,-13 1 3 0,13-1 4 15,0 0 1-15,-11-1 1 0,11 1-3 0,-8 1-1 16,8-1 0-16,-6 0-10 0,6 0 7 0,0 0-7 15,-10 1 8-15,10-1-6 0,0 0-9 16,0 0-4-16,0 0-10 0,-7 0-21 0,7 0-27 16,0 0-66-16,0 0 30 0</inkml:trace>
  <inkml:trace contextRef="#ctx0" brushRef="#br0" timeOffset="57757.87">5504 2206 66 0,'0'0'84'0,"0"0"-16"0,0 0-5 16,0 0-4-16,0 0-8 0,0 0-6 15,0 0-3-15,15 2-3 0,-8-1-4 0,-7-1-1 0,9 1-2 16,-3 0-9-16,-1-1 3 0,1 2-11 0,3-2 0 16,-4 1 6-16,2-1-7 0,-7 0-6 0,11 2 4 15,-11-2-2-15,14-2-6 0,-9 2 4 0,-5 0 1 16,8 0-4-16,-8 0 6 0,6-1-2 0,-6 1-3 16,0 0 5-16,9 0 11 0,-9 0 3 0,0 0 9 15,0 0 6-15,0 0 3 0,0 0 0 0,0 0 4 16,6-3 3-16,-6 3 0 0,0 0 3 0,0 0-5 15,0 0-5-15,0 0 6 0,0 0-1 0,0 0-4 16,0 0-6-16,0 0 1 0,0 0-10 0,0 0-1 16,0 0-4-16,0 0-5 0,0 0-3 0,0 0-1 15,0 0-2-15,0 0 8 0,0 0-9 0,0 0 2 16,0 0-5-16,0 0 0 0,0 0 6 0,0 0-6 16,0 0-1-16,0 0-2 0,0 0-4 0,0 0 6 15,5-1-12-15,-5 1 9 0,0 0-2 0,6-1 3 16,-6 1-5-16,4-3-3 0,-4 3 8 0,0 0-3 15,6-2-3-15,-6 2 6 0,0 0-1 0,6-3-2 16,-6 3 8-16,0 0-4 0,3-2 6 0,-3 2-4 16,0 0 5-16,0 0-6 0,0 0-1 0,0 0-1 15,0 0-5-15,0 0 1 0,0 0 1 0,0 0 0 16,-19 6-3-16,13-2 3 0,-2-1 10 0,2 2-7 16,-3-3-1-16,0 3 2 0,-1 0 10 0,-2-1-5 15,2 1 5-15,-2 0 2 0,1 0-4 0,3-1 1 16,1-1 1-16,-2 1-5 0,1-2 1 0,2 2-1 15,1-1 2-15,-1-2-1 0,6-1 0 0,-6 2 0 16,6-2-1-16,-6 2 18 0,6-2-1 0,-5 3 4 16,5-3 3-16,0 0 3 0,0 0 1 0,0 0 0 15,0 0-9-15,0 0-3 0,0 0-1 0,0 0-1 16,0 0-4-16,8-11-3 0,-8 11-5 0,6-6-2 16,-2 3 3-16,2-1-3 0,-2 2-3 0,0-3 2 15,-1 2-2-15,1-1-1 0,0 2 0 0,4-1 0 0,-4-1 0 16,-1 0 0-16,-3 4 2 0,7-3 12 15,-7 3 6-15,1-3 0 0,-1 3 8 0,7-2-3 16,-7 2-2-16,4-3-4 0,-4 3 0 0,0 0-3 16,0 0-2-16,0 0-4 0,0 0-1 0,0 0-4 0,0 0-3 15,1-4-3-15,-1 4-2 0,0 0-6 0,0 0-8 16,0 0-14-16,0 0-20 0,0 0-36 0,-12 13-46 16,8-8-77-16,-1 3-226 0,-9-3-461 15,3 0 204-15</inkml:trace>
  <inkml:trace contextRef="#ctx0" brushRef="#br0" timeOffset="64634.08">5583 2239 78 0,'0'0'136'0,"0"0"-16"15,0 0-12-15,0 0 14 0,-8 3-11 0,8-3-1 16,0 0-12-16,-9 3-4 0,5-2-7 0,4-1-7 16,-2 3-3-16,2-3 0 0,0 0-12 0,-10 2-3 15,10-2-4-15,-1 3-8 0,1-3-1 0,-4 3-4 16,4-3-4-16,0 0-6 0,0 0-4 0,0 0 0 0,0 0-5 16,0 0 4-16,0 0-9 0,0 0-2 15,0 0 7-15,0 0 1 0,0 0-3 0,0 0-3 16,0 0-8-16,16-8 3 0,-8 6 4 0,3-1-4 15,0-1-8-15,-3 1 2 0,2 1-1 0,2-2-1 0,-1 0-1 16,0 1 2-16,2 1-6 0,-7 1 4 0,2-2-5 16,0 2 3-16,1-2 1 0,-3 2-2 15,-1-2 2-15,-5 3-3 0,10-2 1 0,-7 0-4 16,-3 2 7-16,6-2-2 0,-6 2 1 0,0 0-5 16,0 0 1-16,7-1-1 0,-7 1-1 0,0 0 2 0,0 0-2 15,0 0-1-15,0 0 7 0,-26 5-5 0,20-4 1 16,-5 3-1-16,1-1-1 0,-2 0-2 15,-1 0 8-15,0-1-6 0,1 2 6 0,-2-1-7 16,2 1 10-16,-3-3-5 0,4 3 6 0,-1-2-6 0,1 1-2 16,4-2 5-16,0 0-4 0,1 1 2 0,-1-1-4 15,7-1 2-15,-7 1 2 0,7-1-9 0,-4 1 5 16,4-1-4-16,0 0-29 0,0 0-41 0,0 0-60 16,24-3-195-16,-11 1-355 0,-1-1 157 15</inkml:trace>
  <inkml:trace contextRef="#ctx0" brushRef="#br0" timeOffset="68885.03">5594 3057 19 0,'0'0'101'0,"0"0"11"16,0 0-14-16,0 0 2 0,0 0-4 0,0 0 3 15,0 0-6-15,0 0-6 0,0 0-6 0,-10-2-3 16,10 2-6-16,0 0-14 0,0 0 2 0,0 0-8 0,0 0 0 16,0 0 3-16,0 0-6 0,0 0 12 0,0 0 3 15,0 0 0-15,-8 4-1 0,8-4 0 16,0 0 0-16,0 0-12 0,-4 3-1 0,4-3-1 16,0 0-7-16,0 0-10 0,0 0 5 0,0 0-5 0,0 0-6 15,0 0 5-15,0 0-6 0,0 0-2 0,0 0-5 16,0 0-3-16,19 0 1 0,-11 0 0 15,3 1-8-15,2-1 2 0,-3 0 2 0,4 1-4 0,1 1 0 16,-2-2 1-16,2 1-1 0,-4 0-1 0,0 1 1 16,1-2-4-16,-4 1 0 0,2 0 0 0,-5 0 0 15,2 1-2-15,-7-2 1 0,8 0 0 0,-5 1 0 16,-3-1-2-16,0 0-3 0,0 0 0 0,0 0 3 16,0 0 1-16,0 0-1 0,0 0-2 0,0 0 8 15,0 0 6-15,0 0 2 0,-23-4 7 0,13 4 1 16,-2 0 0-16,0-1 0 0,1 0 1 0,-3 1-4 15,1-2 3-15,1 2-5 0,-2-1-1 0,2 1 2 16,1 0-5-16,-1-1-2 0,2 1-2 0,5 0 0 16,5 0-1-16,-14 0 4 0,14 0-6 0,-11-2-4 15,11 2 1-15,-4 0-15 0,4 0-10 0,0 0 3 16,-4 4-14-16,4-4-28 0,0 0-51 0,0 0-58 16,15 3-201-16,-4-3-399 0,1 0 177 0</inkml:trace>
  <inkml:trace contextRef="#ctx0" brushRef="#br0" timeOffset="76139.87">5342 2355 67 0,'0'0'189'0,"0"0"-6"16,0 0-11-16,0-4-1 0,0 4-9 0,0 0-3 16,0 0-9-16,0 0-7 0,0 0-9 0,0 0-8 15,0-5-6-15,0 5-9 0,0 0-10 0,-4-3-8 16,4 3-5-16,0 0-8 0,-4-2-9 0,4 2-10 16,0 0 0-16,0 0-8 0,-4-4-6 0,4 4-6 15,0 0-3-15,-3-2-7 0,3 2-3 0,0 0-5 16,0 0-6-16,0 0-1 0,0 0-4 0,0 0-1 15,0 0 0-15,0 0 0 0,0 0-5 0,-17 4 0 16,12-2 2-16,1-1-3 0,0 2-1 0,0-1 1 16,4-2-2-16,-10 4 0 0,5 0 0 0,0 0 0 15,-1 1-3-15,2-1 2 0,0-1-2 0,-1 2 0 16,-1-3 1-16,5 3-1 0,-3-1 0 0,0 0-1 16,2 0 1-16,0 1-2 0,0 0 2 0,-1 0 0 15,2 0 0-15,1 0-2 0,0-1 2 0,0 1 1 16,1 2-2-16,2-2 1 0,-1 1 2 0,0 1 1 15,0-1-5-15,2-1 3 0,0 1-1 0,-3 2 0 16,5-3 0-16,-2 1 1 0,1 1-1 0,-2-1 0 16,0 3 2-16,4-1 0 0,-2 1-2 0,0 0 0 15,-2 0-2-15,1-1 0 0,0-3 4 0,-1 1 0 16,-2 1-2-16,3-1 4 0,1 2-4 0,-4-3 0 16,3 1 2-16,-3 2-3 0,2-4 1 0,-2 2-3 15,-1 1 3-15,0-4-4 0,0 3-1 0,0-2 5 16,0 3 0-16,-1-3-1 0,1-4 1 0,-3 8-1 15,3-3-1-15,-5-2 0 0,4 0 1 0,-5 3 0 16,3-4 0-16,-1 2 6 0,0-1-3 0,-1 1-4 16,-2-1 5-16,3 1 0 0,-4-2 4 0,2 2-5 15,-1-1-2-15,3 0 3 0,-5-1 3 0,2 2-5 16,0-2-5-16,0 1 5 0,1-1 0 0,0-2 0 16,2 3 1-16,4-3-3 0,-7 2 2 0,7-2-1 0,-8 2 2 15,8-2 2-15,0 0-4 0,-4 2 1 0,4-2 3 16,-3 3-2-16,3-3 2 0,0 0-3 15,0 0-1-15,0 0 2 0,0 0 9 0,0 0-14 16,0 0 3-16,0 0 0 0,0 0 2 0,0 0 1 0,0 0-5 16,0 0 5-16,11 4-5 0,-11-4 1 0,6 1 9 15,-2 0-10-15,1 2 0 0,-1 1 1 0,-1-3-5 16,4 1 6-16,-2 3-3 0,-1-2 0 16,0 0 1-16,2 1-1 0,-2 1-1 0,1-1 2 0,-2 1 3 15,1-1-3-15,0-1 0 0,-1 2-1 0,-2 1-2 16,2-1 0-16,-2 1 2 0,4 0 2 0,-5 2-4 15,1-3 3-15,0 0 0 0,-1 3-2 0,0-2 1 16,0-1 1-16,-1 5 3 0,1-3-3 0,0 1 2 16,-1 0 1-16,1-1 1 0,-3 0 3 0,3 0 1 15,0 0 0-15,-3-1 2 0,3 1-2 0,-1-1-2 16,1 1 3-16,0-1-3 0,-2-1 0 0,2 2 3 16,2-1 0-16,-2 1-2 0,0-2-4 0,0 0 5 15,-2 1 0-15,4-1-4 0,-2 0 1 0,1 1-2 16,0-1 2-16,-1 1 1 0,2-1-1 0,1 0-2 15,-3 0 3-15,1-1 3 0,-1 1-5 0,4-1 0 16,-4 0-1-16,2 1 1 0,-2-5 0 0,3 6 3 16,-1-3 2-16,0 1-3 0,1-2-1 0,0 1 5 15,1-1-2-15,-3 1 1 0,5-2 2 0,2 2-5 16,-3-2 2-16,6 2-8 0,3-2-36 0,-5-1-57 16,5 1-48-16,4-1-79 0,-6-1-195 0,3-2-452 15,0 2 200-15</inkml:trace>
  <inkml:trace contextRef="#ctx0" brushRef="#br0" timeOffset="82550.39">4877 2742 153 0,'-5'-3'182'15,"-6"-2"-6"-15,0 1-1 0,0-1-15 0,-2 2-12 16,-1 1 2-16,-4-3-16 0,-2 1-5 0,-2 1-13 16,0 2 1-16,-12 2-9 0,3 2-10 0,-3 2-6 15,-3 1-3-15,-1 1-3 0,-15 6-1 0,1 2-6 16,-5 3-5-16,0 3-7 0,3 0-2 0,1 3-4 0,-3 4-5 16,1 1-5-16,0 2-4 0,0 3 3 15,2-2-11-15,4 4-2 0,-7 3-4 0,6-5 1 16,4 9-3-16,-3-4-7 0,1 3 3 0,2 4-3 15,8 3-1-15,1-2 1 0,-1 5-2 0,3-4-3 16,4 1 0-16,-1 0-1 0,6 0-1 0,0-2 0 0,2-3-1 16,5-10-4-16,4 0 2 0,0-2-2 15,1 4-1-15,-3-4 0 0,6-1 9 0,-7-4-9 16,6 1-2-16,1-1-2 0,2-9 0 0,-1 1-27 16,-1-1-2-16,3-1-8 0,3-6-18 0,-1-2-19 0,2 1-22 15,-1-1-24-15,0-2-35 0,4-5-53 0,-6 2-224 16,7-4-461-16,0 0 205 0</inkml:trace>
  <inkml:trace contextRef="#ctx0" brushRef="#br0" timeOffset="83143.87">3110 3805 18 0,'0'0'225'0,"0"0"-21"0,0 0-26 0,0 0-14 15,0 0-24-15,0 0-14 0,0 0-16 0,0 0-8 16,1 9-11-16,-1 0-13 0,0-5-2 0,0 7-7 16,-1-2-1-16,1 1-15 0,-4 3-10 0,1 0-1 0,3 3-5 15,-3-3 0-15,2 1-6 0,-2-1 0 0,1 3-3 16,-1-3-2-16,3 0 0 0,0-2-2 15,0 2-4-15,-1-2 3 0,1-4-4 0,1 1-5 16,-1-1 11-16,3-2 61 0,-1 1 26 0,4-1 36 0,3-1 27 16,4-1 3-16,10-5-18 0,8 1-19 0,3-4-12 15,8-3-17-15,13-2-9 0,-2 0-12 0,0-3-16 16,-12 5-36-16,-5-4-54 0,4 5-66 16,-9-2-79-16,2 1-103 0,-14 3-264 0,4 0-570 0,-13 1 252 15</inkml:trace>
  <inkml:trace contextRef="#ctx0" brushRef="#br0" timeOffset="84093.29">1789 5217 2590 0,'-1'-7'149'15,"-2"5"-99"-15,3 2-4 0,-1-5-1 0,1 1-12 16,0 4-16-16,-3-5-12 0,3 5-6 0,0 0 1 16,0 0-3-16,0 0 5 0,0 0-6 0,-1 13 1 15,2-3-1-15,2 0 4 0,-3 4-4 0,0 4 3 16,4 1 0-16,-4 0-1 0,0 3-12 0,0 6 3 0,3-2 0 16,-2-6 0-16,1 8 0 0,-4-8 6 15,2 1-2-15,-1-1 2 0,-1-1 1 0,2-1-1 16,-1-2-1-16,1-3 5 0,-4 2 0 0,1-4-2 15,0-1 2-15,3-2 1 0,-1-1 2 0,0-2 2 0,-1 0 15 16,1-2 39-16,1-3 36 0,-4 5 39 0,4-5 30 16,0 0-15-16,0 0-23 0,0 0-9 15,0 0-1-15,-4-17-23 0,4 5-20 0,0-2-8 16,-4-5-13-16,4-3-7 0,-1-5-9 0,1-3-6 0,-2 4-2 16,2-1-6-16,2-1-5 0,-4 1 3 0,4 6-1 15,-1-7-9-15,0 11 19 0,2-5-16 0,-3 5 6 16,0-2-18-16,1 0 10 0,2 1-3 15,0 0 1-15,-1 1 4 0,1 4-12 0,0 1 5 0,1 0 1 16,0 2-4-16,-1 1-2 0,4-1 4 0,-2 3-7 16,-1 2-3-16,0 0-4 0,3 0-8 0,-3 1 10 15,7 4-27-15,-6-2-8 0,5 2-6 0,-2 2-3 16,4 2 1-16,-4 2-5 0,2 0 3 0,3 4 0 16,-3-3-1-16,-2 4 4 0,3 3 4 0,-3 3 4 15,-2-1 2-15,-1 2 2 0,-2 1 13 0,0 0-5 16,-2 3 2-16,-2-2 2 0,-2 1 5 0,-1-1-1 15,-3 1 6-15,0 4 2 0,-2-6 0 0,2-1 3 16,-1 0-2-16,1-1 3 0,-4 0 0 0,7-6-1 16,-1 2 7-16,-2-1-3 0,3-2 0 0,-1 0 0 15,-1 0 1-15,3-2 1 0,2 0 4 0,1-2-1 16,-3 1 6-16,6-2 4 0,-3 0 2 0,1 1 3 16,2-1-1-16,3 0 2 0,0 0 6 0,-2 0-4 15,7 2-1-15,0-3-6 0,0 2 2 0,-2 0 1 16,3 0-2-16,-1-1 3 0,0 0-3 0,4 0-2 15,-5 0-22-15,2 1-35 0,-3-2-38 0,1 2-40 16,-3-3-48-16,1 2-51 0,-1-2-47 0,-3 1-168 16,0-2-476-16,-4-2 210 0</inkml:trace>
  <inkml:trace contextRef="#ctx0" brushRef="#br0" timeOffset="84530.75">2238 5484 49 0,'7'-3'135'0,"-1"0"10"16,-1 0-2-16,2 1-13 0,-3-2 1 0,3 2 5 15,-3-2 6-15,-2 1 7 0,1 0 6 0,0 1 2 16,1-2-12-16,-4 4-3 0,1-6-4 0,-1 6-11 16,-1-6-7-16,1 6-12 0,-4-5-9 0,4 5-13 15,-3-5-7-15,-1 2-13 0,0 1-5 0,-2 1-7 16,0-1-6-16,-1 0-1 0,7 2-9 0,-14 0-1 16,7 0-7-16,7 0-4 0,-14 2-2 0,7 0-3 15,-2 2-4-15,-1 1-1 0,3 0-4 0,0 3-1 16,-1-2 2-16,-1 3-3 0,2 0-4 0,4-2 7 15,-4 4-8-15,-1-2-2 0,4 2 3 0,0-2-3 16,3 3 2-16,-2-6-4 0,1 3 1 0,4-2 5 16,1 3 3-16,-2-2-2 0,3-2-2 0,4-1 3 15,2 2-1-15,-1-2 0 0,5 1-1 0,-2-3 1 16,8 1-6-16,-2-2-16 0,1-2-28 0,1 4-28 16,-2-5-43-16,2-1-48 0,-6 0-34 0,8-1-43 15,-6-2-151-15,-2 1-421 0,-3-1 187 0</inkml:trace>
  <inkml:trace contextRef="#ctx0" brushRef="#br0" timeOffset="84999.45">2523 5404 151 0,'0'0'192'15,"0"0"-12"-15,1-4-6 0,-1 4-8 0,0 0-13 0,0 0-10 16,0 0-12-16,0 0-14 0,0 0-7 0,0 0-12 16,0 0-10-16,0 0 1 0,0 0-3 15,0 0-6-15,0 0-8 0,0 0-9 0,-10 11-3 16,7-8-9-16,1 2-3 0,2-1-4 0,-1 0-8 0,-2 1 2 16,3 0-5-16,-1 0-4 0,1 0-5 0,0 1-2 15,0 1 1-15,0 0-4 0,0-1 6 0,0-1-11 16,0 1 2-16,0-1-4 0,1-1 2 15,-1 3-2-15,0-1-1 0,4-2 0 0,-4 0-2 0,4 4 0 16,0-3 3-16,0-3-1 0,-1 3-4 0,1 1 0 16,0-3 0-16,2 1 1 0,-5 0-4 0,4 1 6 15,-1-1-7-15,0 0 1 0,-1-2 0 0,0 0-1 16,-3 3-2-16,0-5 1 0,4 3 1 0,-4-3-5 16,0 5 4-16,0-5 4 0,0 5 2 0,-4-2 20 15,1 1 11-15,-5-3 16 0,0 4-11 0,1-2-2 16,-2 1 3-16,-5 0-13 0,0-1-1 0,2 1-3 15,0 1-6-15,-2-3-1 0,1 0-2 0,2 1-4 16,-3-1-8-16,5 1-17 0,2-2-12 0,1 0-14 16,2 3-11-16,4-4-5 0,-4 1-38 0,4-1-24 15,0 0-34-15,0 0-24 0,11-12-22 0,-1 6-18 16,3-1-136-16,2 0-376 0,3-2 167 0</inkml:trace>
  <inkml:trace contextRef="#ctx0" brushRef="#br0" timeOffset="85233.8">2573 5538 342 0,'9'-9'-7'0,"1"3"40"16,2-2 21-16,-5 3 45 0,0-1 32 0,-2 2 16 0,-2 0 20 15,1 0 10-15,0 1 0 0,0 0 3 16,-4 3 0-16,6-4-2 0,-5 2-8 0,-1 2-19 16,0 0-16-16,4-5-19 0,-4 5-12 0,0 0-12 15,0 0-14-15,4-1-7 0,-4 1-8 0,0 0-5 0,0 0-1 16,7 8-13-16,-6-4-3 0,3 1-4 0,-1 0-1 16,-2 1-5-16,3 2-3 0,-1 1-6 15,0 0 2-15,1 3-3 0,0-4-1 0,-4 4 0 16,4-4-6-16,-1 5-15 0,1-3-14 0,0-1-13 0,0-2-7 15,-1 1-15-15,4 0-15 0,-6-2-26 0,3 0-23 16,3-1-36-16,1-2-23 0,-1-2-27 16,1 1-22-16,7-1-137 0,-4-2-386 0,1-2 170 15</inkml:trace>
  <inkml:trace contextRef="#ctx0" brushRef="#br0" timeOffset="86781.98">2981 5543 32 0,'4'-8'163'0,"0"2"13"0,0 1 10 16,-1-3 5-16,0 2 1 0,-2 3-6 0,-1-4-7 15,0 3-9-15,0 0-5 0,0 4-11 0,-1-8-13 16,-2 6-17-16,3 2-9 0,-7-4-10 0,0 1-12 16,2 2-8-16,-5 1-12 0,10 0-5 0,-19 1-7 15,7 4-6-15,0-2-7 0,-1 2-4 0,0 0-6 16,-1 3-1-16,-5 0-5 0,7-1-4 0,-1 2-2 16,0-1-2-16,1 4-4 0,1-2 0 0,1 0-3 15,5-1-1-15,-4 0-3 0,3-1 1 0,1 0-4 16,-1-2-2-16,6 0 2 0,0 0-4 0,-3 1 3 0,6-2-1 15,0-1 3-15,4-1-2 0,-2-1-1 16,6 1-8-16,3-3-9 0,-5 0-7 0,6-3-11 16,-1 0-9-16,1-1-8 0,-2-1-1 0,2 1-6 0,0-7-11 15,1 1-6-15,-4 1-2 0,-1-4-3 0,2-1 5 16,2-3-3-16,-7 3 1 0,3-4 14 0,-6 2 0 16,1-1 8-16,2-2 7 0,-4 1 14 15,-3 0 19-15,2 1 25 0,-6 1 21 0,2 4 16 0,1-2 15 16,-3 2 16-16,-2 2 13 0,4-1 9 0,-2 3 6 15,0-1 1-15,0 1-7 0,2 4 3 0,-3-5-10 16,4 4 1-16,-3 1-12 0,2 1 7 0,1 3-20 16,-4-8-14-16,2 5-3 0,2 3-9 0,0-4-11 15,0 4-7-15,-2-4-4 0,2 4-22 0,0 0-10 16,0 0-1-16,0 0 7 0,0 0-6 0,0 0-2 16,0 0 0-16,0 0 1 0,0 0 3 0,1 12-3 15,0-7 4-15,-1 0-4 0,0-1-1 0,0 3-1 16,4 0 4-16,-4 2-3 0,2 3-1 0,-1-2 4 15,-1 3 0-15,0 0-10 0,3 0-13 0,-2 3 11 16,2 0-14-16,1 1-2 0,-1-1-8 0,5 0-3 16,-7 0 0-16,3 1 6 0,5-1-7 0,-4-6-7 15,1 3 5-15,2 0 0 0,-3-3-2 0,1 0 0 16,-1-2-2-16,5 0 1 0,-2-1-3 0,-2-2 4 16,0-2-2-16,1 2 5 0,1-2 5 0,-3-3-2 15,2 0 4-15,-7 0 4 0,10 0 0 0,-6-2 6 16,2-4 5-16,1 3 2 0,0-5 1 0,-3 1 3 15,2-1 5-15,0-1 7 0,1-3 6 0,-3 0 11 16,2 0 8-16,-5-2 16 0,2 2 17 0,-2 1 21 0,1-1 19 16,-2 2 1-16,0-2 17 0,1 1-4 15,0 5 3-15,-1 0-7 0,-1 0-7 0,2 2-8 16,-1 0-13-16,0 4-8 0,0-6-12 0,3 3-11 16,-3 3-21-16,0 0-28 0,0 0 3 0,0 0 0 0,0 0 1 15,0 0-3-15,-3 17-2 0,3-9-4 0,0 2 0 16,0 0-4-16,0 2-8 0,4 0 0 15,-1 1-3-15,-3-1-4 0,4 0-2 0,-4 3-9 16,1-4-4-16,4 1-1 0,-4 1 3 0,2-5 2 0,1 0 3 16,-3 0 3-16,3-2 1 0,0 0 4 0,-3-1 6 15,5-3 4-15,-2 1 2 0,-4-3 2 0,10 1 3 16,-10-1 2-16,9-5 3 0,-3 1 0 0,2-2 7 16,-4-1 10-16,4 0 13 0,0-1 11 0,-1-1 17 15,0 0 18-15,-3-1 21 0,1-1 8 0,-2 5 23 16,2-3 17-16,-1 0 7 0,-2 3 6 0,2-1-4 15,-1 2 3-15,0 0-3 0,-5 0-13 0,2 5-15 16,2-7-16-16,-1 5-13 0,-1 2-12 0,3-5-14 16,-3 5-19-16,0 0-47 0,0 0-33 0,0 0-8 15,0 0 6-15,0 0 4 0,5 8-14 0,0-2-15 16,-2-1-6-16,1 1-10 0,0 1-1 0,3 0-8 16,0 2-7-16,1-1-7 0,0-3-8 0,3 1-23 15,1 2-19-15,2-3-25 0,5 3-22 0,0-4-25 16,0-3-12-16,0 1-8 0,-1 0 0 0,4-3 12 15,-9-2 12-15,2 1 12 0,0-2 1 0,3-4 14 16,-6 4 17-16,0-5 16 0,-1 2 22 0,-3-4 13 16,3 2 34-16,-5-1 31 0,-1 0 25 0,-1 1 35 15,-2 1 35-15,-1 1 25 0,-1 0 9 0,-3-3 21 16,-1 5-1-16,1-2 8 0,-1 2-6 0,-1-1 7 0,-5 2-12 16,5 0-11-16,-5-1-5 0,-3 3-6 15,3 2-6-15,-2 0-9 0,-2 1-4 0,2 1-3 16,0 2-6-16,1 0-2 0,0 1-6 0,2 3-5 15,-1-1-2-15,0 1-1 0,2 1-3 0,3-2-2 0,-2 1 0 16,3 2-2-16,0-2-1 0,3 0-1 0,-1 1 2 16,1 0-2-16,1 3-3 0,1-7 0 15,2 1 0-15,1-1-1 0,0-1 0 0,2-3 0 16,0 1-3-16,2-1-4 0,1-1-2 0,2-1-4 0,-2-1 2 16,5 1 1-16,-5-4 2 0,2 1-4 0,0-2 1 15,2 2 4-15,-3-5 3 0,0 4 0 0,-1-2 17 16,-1 1 18-16,-1 1 16 0,0 2 14 0,-4-2 10 15,2 1 0-15,-1 2-4 0,-1 0-11 0,-3 2-6 16,3-5-6-16,-1 3-11 0,-2 2-15 0,0 0 2 16,0 0-5-16,0 0-2 0,0 0-2 0,9 9 5 15,-8-4-8-15,0 1 0 0,2 1-5 0,2 0 7 16,-1-2-8-16,3 6-2 0,-3-5-3 0,5 3 4 16,-4-1-5-16,8 1 2 0,-3-3-2 0,2 1 1 15,1-1 3-15,0-2-3 0,5 1 0 0,-3-2-1 16,5-2-5-16,-5-1 5 0,0-1 0 0,4-2-8 15,-5-1 0-15,1 0 2 0,-3-1-4 0,7-2 4 16,-8-1 1-16,0-1-1 0,4-7-9 0,-4 2-8 16,-2-1-12-16,-1-4-16 0,0-7-5 0,-2-1-8 15,-2-1-16-15,0-3-15 0,-4 0-17 0,-4 0-6 16,0-2 1-16,0 3 16 0,-6 0 15 0,1 2 40 16,-5 1 28-16,7 8 34 0,-1-2 26 0,-1 8 29 15,-1-4 15-15,2 3 10 0,0 3 0 0,4 1-3 16,-3 2 3-16,4 1-9 0,-1 3-15 0,0-3-7 0,0 5-11 15,-3 2-5-15,7 0-9 0,0 0-6 16,-13 7-6-16,8 0 0 0,1 4-3 0,0 2-7 16,4 4-4-16,-6 2 1 0,6 4 3 0,-3 4-4 15,3 4-1-15,1-1-6 0,-2 4 4 0,1-2-1 0,3 3-1 16,-2-2 6-16,-1 0-37 0,0-2-33 0,-1 1-19 16,-1-1-26-16,0-2-28 0,-3-1-35 15,4-7-59-15,-3-1-68 0,0 0-207 0,0-5-532 16,1-4 235-16</inkml:trace>
  <inkml:trace contextRef="#ctx0" brushRef="#br0" timeOffset="87516.28">2773 5260 154 0,'-3'-2'352'0,"3"2"-13"0,-4-5-16 0,1 2-13 16,3 3-23-16,0 0-25 0,-3-4-26 0,3 4-23 16,0 0-30-16,0 0-23 0,-6-1-17 0,6 1-17 15,0 0-16-15,0 0-13 0,-4 6-5 0,4-6-9 16,-4 7-11-16,2-3-10 0,2 0-10 0,0 1 0 16,0-5-16-16,0 7-3 0,-1-3 2 0,1 1-11 15,1-1-3-15,-1 0-1 0,0-4-6 0,2 3-1 16,-2-3 4-16,4 6-5 0,-4-6-4 0,0 0 7 15,0 4 7-15,0-4-7 0,0 0 6 0,0 0-6 16,0 0-4-16,0 0-6 0,9-12 4 0,-8 7 10 16,2 1-15-16,-3-1-4 0,3 0-3 0,-3-1-6 15,3 2-14-15,-3-1-21 0,1-1-20 0,-1 6-28 16,-1-8-39-16,-2 5-40 0,-3-1-48 0,1 1-46 0,1 2-245 16,-5 1-552-16,9 0 245 0</inkml:trace>
  <inkml:trace contextRef="#ctx0" brushRef="#br0" timeOffset="89234.86">2280 5500 129 0,'0'0'145'0,"0"0"2"0,-1-4-15 15,1 4-1-15,0 0 0 0,0 0-3 0,0 0-2 0,0 0-9 16,0 0-3-16,0 0-10 0,0 0-5 0,0 0-6 16,0 0-11-16,0 0-9 0,0 0-8 0,0 0-6 15,0 0-9-15,0 0-7 0,0 0-6 0,0 0 2 16,0 0-8-16,-8 8-1 0,6-5-4 0,0 1-1 15,-2 0-5-15,1 3-4 0,-1-1 4 0,1-1-6 16,-1 3 1-16,0-1 2 0,-4 5-1 0,5-2-3 16,-3-1 5-16,3 1-8 0,-4 0-19 0,0 0 0 15,1 0-32-15,0 0-39 0,-1 1-58 0,2-2-202 16,-2 0-368-16,-3-3 163 0</inkml:trace>
  <inkml:trace contextRef="#ctx0" brushRef="#br0" timeOffset="97755.26">4964 7502 187 0,'0'-11'263'0,"1"3"-8"15,2 0-11-15,-3 4-21 0,0-1-26 0,-3 2-36 16,3 3-25-16,0 0-17 0,0 0-9 0,0 0 5 15,-6 20-8-15,4-1 0 0,-1 1-8 0,2 9-4 16,-6 3-10-16,6-2-4 0,-3 4-7 0,0 1-4 16,0-1-2-16,2 0-6 0,-2 1-6 0,0-1 0 15,1-4-9-15,1-1 3 0,-5-2-5 0,3-7-4 0,3-1-4 16,-2-4-3-16,-1 0-2 0,1-4-4 0,3-1-1 16,-3-3 2-16,-1-1 0 0,4 1 45 15,0-4 24-15,-1 1 52 0,1-4-1 0,0 0-14 0,0 0-14 16,0 0-14-16,-4-17-17 0,5 5-3 0,-1-6-18 15,0-4 4-15,3-8-11 0,-2-3-9 0,2-1-5 16,-2-2-14-16,2-14-6 0,2 11-12 0,1 4-5 16,-2-1 0-16,1-3 2 0,1 4 5 0,-2 0-3 15,-3 2 19-15,5 3-11 0,-2 5 2 0,0 4 0 16,1 2 0-16,-2 1 0 0,1 4 7 0,-1 1-4 16,0 3 0-16,-2-1-11 0,3 4 4 0,0 1-8 15,-2 0-2-15,0 2-9 0,3 1-11 0,0 1-3 0,1 1-12 16,-6 1-11-16,14 4-11 0,-2 1-1 15,-4 2-4-15,6 1 1 0,-3 4 10 0,1 2 3 16,0 0-4-16,1 4 3 0,-2 0 6 0,-2 2 8 0,1 5-7 16,-6-5 6-16,1-1 1 0,-1 1 10 0,0-1-8 15,-3 0 6-15,-2-1-3 0,0 2 5 0,-3-3 4 16,-3-1 4-16,0 0-4 0,-1-2 2 0,-1 2 4 16,-1-2 12-16,-1-1-10 0,-1 2-2 0,2-1 7 15,2-5 1-15,0 4-4 0,-4 1 2 0,2-2 7 16,-2 1-1-16,0 2-5 0,4-4-4 0,2-1 4 15,0 3-2-15,0-1 3 0,1-1-7 0,2 2 7 16,1-1-1-16,1-1 0 0,2 3 0 0,2-1 1 16,4-3-2-16,1 4-2 0,3-3-11 0,0-1-17 15,5-1-27-15,2 1-29 0,4-4-26 0,-2 1-37 16,1-1-43-16,2-1-39 0,0-2-47 0,-4 0-51 16,1-2-181-16,0-2-551 0,-4-2 244 0</inkml:trace>
  <inkml:trace contextRef="#ctx0" brushRef="#br0" timeOffset="98161.47">5225 7922 18 0,'0'0'168'0,"0"0"-4"0,0 0 5 16,5 4 4-16,-5-4 2 0,0 0-7 0,0 0-8 15,7 1-8-15,-7-1-13 0,0 0-6 0,15-5-12 16,-9 4-12-16,-1-1-8 0,1-2-10 0,2-1-12 16,1 0-6-16,1-1-5 0,-2 1-7 0,3-1-5 15,-3-2-7-15,0 0-4 0,-1 1-4 0,4-1-6 16,-6-1-3-16,4 3 18 0,-5-2 1 0,-3 3 11 16,3-2 2-16,-1 1 2 0,-2 1-5 0,-1 0-2 15,-4 1-6-15,0 0-7 0,0 0-6 0,-2 3-3 0,-3 1-2 16,-5 1-7-16,2 1-1 0,-1 1 5 0,0 1-4 15,-6 2 1-15,4 1-1 0,-1 2-4 16,2-2 2-16,-2 4-3 0,6-2-1 0,1 1-7 0,-2-1 3 16,3 1-1-16,1-1 0 0,2 2-2 0,0-3 0 15,5 4 4-15,0-3-5 0,3 2 5 0,1-2-2 16,3 0-5-16,3 0 1 0,3-2-21 0,4 0-28 16,3 1-46-16,0-3-53 0,1-1-65 0,9-1-67 15,-6-2-222-15,-1-2-530 0,2-2 234 0</inkml:trace>
  <inkml:trace contextRef="#ctx0" brushRef="#br0" timeOffset="98552.06">5677 7806 284 0,'-3'-3'296'0,"3"3"-23"0,0 0-20 15,0 0-24-15,-4-2-26 0,4 2-15 16,0 0-15-16,-12 1-20 0,12-1-11 0,-11 2-14 0,7 0-12 16,-2 0-13-16,2 2-11 0,-3 1-6 0,2 0-11 15,-2 0-9-15,3 0-5 0,-1 2-6 0,-1 2-7 16,5-1-1-16,-2 1-5 0,2 2-5 0,1 1-2 16,1-2-4-16,-1 0 2 0,7 4-6 0,-2-5 2 15,5 5-8-15,2-1-1 0,0 1 3 0,3-2-5 16,-5-3-6-16,-1-2 10 0,2 2-9 0,-3-1 7 15,2-2-12-15,-6 1 0 0,4-2-2 0,-1 0-1 16,-4-1-3-16,-1 1 1 0,1-4 2 0,-2 2 4 16,-1-3 2-16,0 0 9 0,0 0 1 0,-12 3-2 15,0-3 3-15,0-2-1 0,-3 2-3 0,-3-2 9 16,2-1-9-16,-2 3-10 0,-1-5 1 0,4 2 4 16,0 0-1-16,4-1-17 0,-1 0-10 0,4 0-17 15,1 0-17-15,1 0-22 0,2 1-30 0,4-3-29 0,0 6-28 16,9-9-28-16,0 3-21 0,3 1-31 15,9-3-11-15,-1 1-131 0,0-3-412 0,9 0 183 16</inkml:trace>
  <inkml:trace contextRef="#ctx0" brushRef="#br0" timeOffset="98739.54">5892 7892 185 0,'5'-1'218'0,"0"-1"6"0,-5 2-4 0,6 0-4 16,-6 0-11-16,0 0-12 0,8 0-17 0,-8 0-26 15,0 0-18-15,0 0-10 0,0 0-13 0,4 3-10 16,-4 2-11-16,0-5-9 0,-4 10-9 0,4-7-3 15,-3 7-4-15,2-3-7 0,0 1-6 0,1 2 0 16,1 1-7-16,-1-1 0 0,1 0-8 0,2 1 1 16,1 1-20-16,-4 1-25 0,4-2-36 0,-2 0-36 15,4 0-56-15,1-3-51 0,0 1-61 0,3-3-124 16,2 0-404-16,-3-3 179 0</inkml:trace>
  <inkml:trace contextRef="#ctx0" brushRef="#br0" timeOffset="99594.96">6264 7923 284 0,'-1'-4'292'0,"-4"-3"-9"0,0 2-7 15,0-1-15-15,-5 1-16 0,-3-1-11 0,3 4-15 16,-5-2-19-16,2 3-15 0,-2 1-12 0,-4 0-18 16,0 1-12-16,2 4-19 0,-3 2-8 0,1 0-20 15,1-1-1-15,2 4-13 0,-2-1-6 0,3 2-8 16,0 1-11-16,6-1-5 0,-3 1-4 0,5-1-2 15,-3-1-5-15,5 2-13 0,1-2-5 0,0 1-3 16,4 1-6-16,-2-2-5 0,5-1-4 0,4 0-12 16,-3 0-9-16,8 0-13 0,-4-5-22 0,7 2-18 15,-1-3-18-15,3-1-14 0,1-2-15 0,1-1-5 16,2-1-6-16,0-4-8 0,1 0-5 0,-4-3 3 16,5-1-5-16,-1-8 2 0,1 0-2 0,-4-4 1 15,0 0-4-15,-1-2 16 0,-5-1 3 0,-2-1 27 0,-4 0 33 16,-2 6 39-16,-2-7 34 0,-2 7 35 15,-1-1 31-15,-1 2 26 0,-2 2 33 0,0-1 20 16,0 4 4-16,-3 2 3 0,2-1 12 0,-1 1 2 16,0 2 1-16,0 1-15 0,-2 2-19 0,1 1-8 0,1 1-16 15,3 1-21-15,-3 0-4 0,1 0 5 0,0 2-29 16,4 2-11-16,-6-1-11 0,6 1-3 16,0 0-3-16,-9 7-10 0,8-1 2 0,1 2-1 0,0 2-1 15,-3 2-12-15,6 1-1 0,-3 1 2 0,6 4-4 16,-5 1-3-16,3 1-3 0,1 2-12 0,-2 4-13 15,5 1-6-15,-4-2-20 0,1-4-7 0,0 0-12 16,0 0-12-16,-2-1-4 0,4 1 0 0,-6-3 0 16,5 0-3-16,-5-1 5 0,3-6 8 0,0 2 5 15,1-4 5-15,-2 0 2 0,-1-4 10 0,0 2 2 16,1-4 11-16,1 0 4 0,0-2 4 0,-4-1 2 16,11-1 3-16,-4-3 7 0,1-1 10 0,-4-1 18 15,3 0 6-15,2-5 10 0,-2 1 3 0,2-2 6 0,-1-1 4 16,1-2 3-16,-1-2-1 0,2 3 14 0,-5 3 8 15,2-2 2-15,-3 2 17 0,0 0 6 0,3-1-2 16,-3 5 1-16,-1-2-5 0,-2 3-10 0,3 3-8 16,-4-3-10-16,3 2-20 0,-3 4-16 0,0 0-2 15,0 0-8-15,0 0 3 0,0 0-6 0,0 15-5 16,0-6-8-16,-1 0 2 0,1 4-17 0,-2 0 0 16,4-1-1-16,-2 1-1 0,1 0-4 0,2 0-4 15,-2 0 4-15,2 0-1 0,1-3 0 0,-1 0 2 16,1 0 6-16,-1-3 11 0,-2-2-9 0,2 0 12 0,-2 0-4 15,4-3 7-15,-1-1-6 0,-4-1 3 16,7 2 0-16,-7-2 4 0,10-4 12 0,-6 0 9 16,5-3 13-16,-3-1 16 0,-1-2-2 0,2-1 6 15,0 0-1-15,2-4 20 0,-2-1-10 0,-1 4 15 16,2-5 6-16,-3 4 3 0,-1 0-7 0,0 4 2 16,2-4-1-16,-3 3-9 0,-1 2-5 0,0 5-6 0,-1-5-11 0,0 3-12 0,3 1-23 0,-4 0-49 15,0 4-32-15,0 0-1 0,0 0-4 16,0 0-9-16,7 13-18 0,-4-5 3 0,1 0-27 15,1 3-8-15,1-2-13 0,3 3-12 0,1 1-20 0,1 2-17 16,2-3-24-16,1 1-22 0,4-1-13 0,-2-2-28 16,3-1-211-16,4 0-529 0,4 3 234 0</inkml:trace>
  <inkml:trace contextRef="#ctx0" brushRef="#br0" timeOffset="100173.03">6982 7975 118 0,'-4'-11'178'16,"-1"1"12"-16,1 1 6 0,-3 1 2 0,0-2-11 15,0 3-18-15,-2-3-20 0,-1 4-12 0,2 0-16 16,-4 2-11-16,4 1-13 0,-5 2-8 0,1 1-8 16,0 1-9-16,2 0-8 0,1 3-7 0,2-1-9 15,-1 3-3-15,4-2-3 0,-3 6-3 0,6-3 3 16,-2-1-7-16,6 5-5 0,-3-1-1 0,0-2 1 16,5 0-7-16,1 2-11 0,0-3-5 0,3 1-6 0,0-2-9 15,1 1-8-15,-2-2-8 0,2-1-5 0,0-2 7 16,1 0-3-16,-4 0 5 0,1-2 3 15,0 0 0-15,2-1 7 0,-6-2 1 0,5 2 9 0,-3-3 16 16,-1 1 10-16,-1 1 19 0,2-1 11 0,2 1 12 16,-4-1 0-16,0 1 1 0,-1-1-3 0,-3 3-5 15,4-4-7-15,-4 4-11 0,4-1-9 0,-4 1-3 16,0 0-4-16,0 0-2 0,0 0-3 0,11 5 0 16,-7-2-4-16,0 2 0 0,0-1-3 0,2-1 0 15,0 3-1-15,5-1-2 0,0-1 2 0,2 1-2 16,1 0 0-16,4-1-3 0,1 1 2 0,1 0-3 15,-2-4-1-15,3 2 1 0,0-3 0 0,1 0-2 16,-3-1 0-16,0-2 1 0,-1-2 3 0,2 0-6 16,-2-1-3-16,-2-5-6 0,2 1-4 0,-7-2-4 15,3-2-3-15,-1-1-11 0,-2-3-4 0,4-7-6 16,-6 0 3-16,4-2 1 0,-7 0 7 0,4-2-2 0,-2-1 4 16,-1-1-2-16,-2-2 6 0,3-1 7 0,-3 4 27 15,-4-1 19-15,3 3 20 0,-4-1 9 16,0 3 14-16,-4 7 17 0,3 1-12 0,-4 4 0 15,1 1-2-15,-2 3 1 0,0 0-5 0,-2 1-14 0,-2 2-11 16,1 2-9-16,-2 4-6 0,0 1-2 0,-1 1-7 16,-2 4-1-16,5 4 1 0,-6 7-5 0,1 2-2 15,2 6-2-15,1 2 2 0,4 3-6 0,2 1 5 16,0-2-12-16,3 3-2 0,5 0 7 0,1 4 3 16,1-3-5-16,2 0-14 0,0 0-24 0,4-1-19 15,0 1-23-15,5-4-38 0,-1 0-40 0,-4-4-57 16,5-6-77-16,-5 0-264 0,5-3-592 0,-2-3 261 15</inkml:trace>
  <inkml:trace contextRef="#ctx0" brushRef="#br0" timeOffset="100704.22">8500 7688 168 0,'0'0'397'0,"0"0"-22"15,0-4-18-15,0 4-22 0,0 0-21 0,0 0-25 0,0 0-15 16,0 0-18-16,0 0-9 0,0 0-9 16,0-5-20-16,0 5-23 0,0 0-21 0,11-2-19 15,-1 0-16-15,3 1-39 0,2 1-31 0,7-2-45 0,8 0-32 16,-6 2-42-16,6-1-41 0,2 4-40 0,-8-1-56 15,-2 2-63-15,1-3-62 0,-4 3-238 0,0-2-594 16,-5 1 263-16</inkml:trace>
  <inkml:trace contextRef="#ctx0" brushRef="#br0" timeOffset="100876.08">8533 7899 213 0,'-7'5'230'0,"0"-1"-12"0,2-2 8 15,2 3 14-15,2 0 9 0,1-5 10 0,4 6-9 16,1-5-16-16,2 0-23 0,4 3-19 0,9 1-20 16,1-4-14-16,8 1-26 0,2 1-19 0,1 0-46 0,1-1-53 15,-3 0-61-15,1 2-77 0,-1-4-89 0,-8 2-253 16,8-1-504-16,-6-1 222 0</inkml:trace>
  <inkml:trace contextRef="#ctx0" brushRef="#br0" timeOffset="101924.4">10154 7441 8 0,'0'0'379'0,"0"-7"-15"15,0 2-9-15,0 5-1 0,0 0-24 16,-1-5-26-16,1 5-34 0,0 0-15 0,0 0-45 0,0 0-20 15,0 0-28-15,0 0-12 0,0 0-17 0,-11 11 4 16,11-4-30-16,-4 3-10 0,1 3-8 0,2-2-5 16,-2 7-11-16,0-1-8 0,3 1-8 0,-1 1-8 15,2 1-1-15,-1-1 1 0,2-3-24 0,2 1-5 16,-3-3-14-16,2-2-5 0,-2-1-7 0,3-1 4 16,-1 1-4-16,1-5 4 0,0 0-1 0,-1 0 8 15,0-2 13-15,3-3-18 0,0 0 3 0,3-2-3 16,-2 0 3-16,1-3 3 0,2-2-2 0,2 1 0 15,-4-2-2-15,2-1 0 0,2 0 2 0,-2-2-1 16,-2 1 3-16,1 1 14 0,-1-1-2 0,1 2 11 16,-2 0-3-16,-1 1-1 0,-2 2 4 0,0 1-1 15,-1-2-12-15,0 1-5 0,-3 4-5 0,7-1 7 0,-7 1-8 16,12 6 2-16,-7-1-4 0,3 3-4 0,2 1-10 16,2 0 12-16,-2 0-1 0,5 3 6 0,-2 2-4 15,2-1 4-15,7 3 4 0,-3-4-1 0,-1 0-5 16,-1 0-3-16,1-2 5 0,-2 0 1 0,2-4-3 15,-6 1 9-15,3-5-12 0,-5 2 9 0,1-3-2 0,-2-1 4 16,-1-1-3-16,-1-2 2 0,-3 0-6 0,0-6 3 16,-1 3 0-16,2-6 4 0,-5 1 12 15,0-2-15-15,-5-6 3 0,2 2-4 0,-1-2 1 0,0 0-5 16,-1-2-1-16,-1 3-2 0,2 2-4 0,-1 0-10 16,1 3-18-16,1 0-16 0,-1 3-37 0,0-1-32 15,1 6-43-15,2-1-58 0,-1 1-72 0,2-1-69 16,0 6-233-16,-3-2-640 0,3 2 285 0</inkml:trace>
  <inkml:trace contextRef="#ctx0" brushRef="#br0" timeOffset="102252.57">11060 7647 210 0,'0'0'277'0,"1"-3"-24"0,-1 3-22 0,0 0-27 16,0 0-20-16,3-2-21 0,-3 2-19 15,0 0-15-15,0 0-13 0,0 0-9 0,0 0-14 0,0 0-10 16,0 0-9-16,-4 11-3 0,5-7-6 0,-1-4-6 16,3 5-8-16,-3-5-2 0,2 3-5 0,2-1-3 15,-4-2-3-15,5 4-2 0,-5-4 5 0,0 0 17 16,0 0 12-16,0 0 14 0,0 0-3 0,0 0-9 15,0 0-9-15,0 0-6 0,0 0-3 0,-12-14-6 16,5 10-5-16,3 0-7 0,-4 1 0 0,1-2-7 16,2 1-2-16,-1-2-1 0,2 3-8 0,-3-1-16 15,4 1-18-15,-2-1-28 0,5 4-31 0,-4-2-57 16,4 2-53-16,0 0-53 0,0 0-242 0,20 4-519 16,-6-2 229-16</inkml:trace>
  <inkml:trace contextRef="#ctx0" brushRef="#br0" timeOffset="102715.98">11717 7550 219 0,'-3'-3'324'0,"2"-3"-35"0,-2 2-12 16,-2-1-26-16,-2 1-7 0,-3-2-15 0,-2 0-7 15,-2 2-10-15,-3 2-18 0,-1 2-9 0,-5-3-18 16,-1 3-12-16,-8 2-4 0,9-1-21 0,0 1-11 16,-8 1-8-16,2 2-12 0,9-1-12 0,0 4-13 15,-1-2 3 1,1 1-19-16,2 0 1 0,0 1-10 0,8 1-1 16,0-1-9-16,0 1-5 0,3 0 2 0,2-1 0 15,4 2-2-15,5 1-3 0,1-2 0 0,6 1-8 0,8 1-10 0,11 0-6 16,4 3-8-16,7-4-15 0,13 3-15 0,-13-7-1 15,0 0-4-15,12 3 1 0,-12-4 2 0,2-3 2 16,-3 0 4-16,-2 0 4 0,1-2 0 0,-5-2 1 16,0 0 3-16,-11 1 12 0,-2-3-4 0,-1-3 8 15,-2 0 14-15,-6 2 3 0,-1-1 6 0,-3-1 5 0,-4-2 5 16,0 0-8-16,-5-1 17 0,-5-1-13 16,-3 1 0-16,-5-3 0 0,-7-3 0 0,-8 1-4 15,-4-1 0-15,-2 2 0 0,-3-3-7 0,-3 4-2 0,3 1 11 16,4 2-13-16,-3-2-14 0,6 6-19 0,8 2-18 15,4 1-16-15,-6-1-31 0,11 3-26 0,3 2-20 16,-3 1-27-16,3 0-24 0,4 2-33 0,6-1-31 16,-2 1-35-16,6 1-186 0,-2 0-508 0,6 0 225 15</inkml:trace>
  <inkml:trace contextRef="#ctx0" brushRef="#br0" timeOffset="102950.33">11667 7326 239 0,'-3'-4'307'0,"-1"1"-26"0,0 0-28 15,4 3-25-15,-7-1-24 0,7 1 9 0,-5 6 2 0,2-1-12 16,0 2-9-16,2 4-8 0,1 4-13 16,0 3-23-16,0 0-12 0,1 4-8 0,3 8-15 15,0 1-9-15,0 1-12 0,1 0-7 0,2 0-8 0,0 1-14 16,0 1 1-16,-3-3-27 0,0 2-31 0,2-1-42 15,-1-1-43-15,-2-1-67 0,1-3-87 0,-1-7-97 16,2-2-166-16,-5-3-534 0,4-4 237 16</inkml:trace>
  <inkml:trace contextRef="#ctx0" brushRef="#br0" timeOffset="103294.04">12349 7408 89 0,'0'-7'354'0,"2"-1"-5"0,-2 3-5 0,-2-1-14 16,2 6-9-16,0-7-43 0,0 7-28 0,-4-5-28 15,4 5-24-15,0 0-19 0,-13 2-21 0,13-2-9 0,-17 5-13 16,6 3-2-16,-2-2-7 0,-6 6 0 0,4-3-3 15,1 5-1-15,-3 0 0 0,-4 6-6 0,9-4-10 16,0 2-1-16,-2-2-13 0,3 2-7 0,2 1-11 16,-1 4-6-16,5-4-3 0,-1 0-5 0,4 1-6 15,2-1 1-15,2 0-9 0,1 0-2 0,7-1-6 16,-2 0-4-16,4-1-23 0,0-2-15 0,4 0-38 16,7 2-41-16,5-3-48 0,-9-5-39 0,8 3-50 15,-4-6-60-15,6 0-54 0,-7-4-55 0,-3-2-202 16,2-2-640-16,-3-1 284 0</inkml:trace>
  <inkml:trace contextRef="#ctx0" brushRef="#br0" timeOffset="103528.39">12691 7535 78 0,'0'-5'360'0,"0"3"-6"0,0 2-29 15,3-6-13-15,-3 6-32 0,0-4-30 0,0 4-29 16,0 0-25-16,0 0-17 0,0 0-20 0,0 0-4 15,-13 11-21-15,9-6-8 0,-4 4-11 0,1 1-10 16,-2 2 12-16,-3 0-31 0,-1 3-3 0,1 0-3 16,-1 1-6-16,-3-1-11 0,-4 6-9 0,5-5-6 15,0-1-10-15,0 1-31 0,-1-2-31 0,2 2-26 16,-2-3-29-16,5 3-31 0,-4-2-41 0,6-4-57 16,3-2-45-16,-1-1-59 0,1 2-157 0,4-3-508 15,2-3 225-15</inkml:trace>
  <inkml:trace contextRef="#ctx0" brushRef="#br0" timeOffset="103747.12">12499 7552 55 0,'-1'-5'328'0,"-5"-2"-6"0,3 0-15 16,1 3-21-16,-1 0-33 0,2 2-27 0,1 2-24 15,0 0-16-15,0 0-15 0,0 0-6 0,-8 10-13 0,6-3-8 16,4 1-13-16,2 2-12 0,0 2-7 0,0 2 2 15,2 3-17-15,4-1-13 0,1 0-9 0,5 0-2 16,-2 0-18-16,6 3-20 0,2-2-38 0,0 1-39 16,-2-6-49-16,-1 1-66 0,0-5-73 0,2 2-72 15,-1-4-177-15,2 1-516 0,-2-3 228 0</inkml:trace>
  <inkml:trace contextRef="#ctx0" brushRef="#br0" timeOffset="103981.47">12917 7424 220 0,'-3'-5'334'0,"3"5"-33"0,0 0-32 0,0 0-28 16,0 0-24-16,0 0-11 0,0 0 9 16,0 0-4-16,3 18-11 0,1-8-10 0,1 0-3 15,-1 2-17-15,2 1-14 0,-1 2-13 0,-1-2-15 0,7 2-9 16,-7 2-11-16,4 1-14 0,-1-1-5 0,1 3-14 15,-1 0-7-15,-3 0 9 0,0 2-24 16,-1 4-33-16,-3 0-40 0,-3-5-36 0,-6 8-38 0,-6-2-44 16,0 0-60-16,-6-3-71 0,-4 0-284 0,-3-1-599 15,2-5 265-15</inkml:trace>
  <inkml:trace contextRef="#ctx0" brushRef="#br0" timeOffset="104622.09">13606 7518 346 0,'-7'0'355'16,"-3"0"-4"-16,10 0 0 0,-10 0-8 0,4-2-9 15,6 2-1-15,-9-1-4 0,9 1-3 0,0 0-7 16,0 0-14-16,-8 0-8 0,8 0-10 0,0 0-19 15,0 0-24-15,0 0-23 0,0 0-24 0,43 1-17 16,-13-2-15-16,3-2-26 0,2 3-32 0,1 0-34 16,-1-2-39-16,0 1-48 0,0 1-51 0,2-2-70 0,-3 1-73 15,-1 1-68-15,-2 0-84 0,-2 0-86 0,-8 0-288 16,2 0-794-16,0 0 351 0</inkml:trace>
  <inkml:trace contextRef="#ctx0" brushRef="#br0" timeOffset="105305.59">14368 7439 295 0,'0'0'391'0,"0"0"-38"16,0 0-40-16,0 0-22 0,0 0-35 0,5-4-30 16,-5 4-26-16,0 0-21 0,0 0-20 0,0 0-11 15,0 0-20-15,3 7-8 0,-2-4-14 0,2 0-7 0,-3-3-9 16,4 5-9-16,0-1 0 0,2 0-13 15,0-1-10-15,0 1-1 0,-1-1 0 0,4 1-12 16,0-1 2-16,1-2-4 0,-1 1-3 0,3-2-4 0,-4-2-6 16,2 2-4-16,1-1 1 0,1-2 0 0,-2-1-2 15,-1 1-4-15,2-2 8 0,-3-1 10 0,3 1 2 16,-1-1 9-16,-1 0 1 0,1-4 14 0,-1 6 11 16,-1-3 11-16,-1-1 4 0,-3 6 1 0,6-3-12 15,-5-2 0-15,-1 5-11 0,0-2-7 0,1 1-9 16,-5 3-7-16,5-1-11 0,-5 1-7 0,0 0-3 15,9 3-5-15,-5 2 0 16,2 4-4-16,-1 3-8 0,2 6 5 0,1 1-2 16,3 7 10-16,-3 4-11 0,2 1-2 0,1 1 4 15,1 7-3-15,7 7-2 0,-4 5-1 0,4-6 0 0,0 4-6 16,-4-1 5-16,-1-10-2 0,-3-1 0 0,-2 0 6 16,2-2-4-16,-3-1 1 0,-1 0-2 0,-3-5-4 15,-3-1 11-15,-2-6-8 0,-2-3 6 0,-1-2 9 16,-3-1 14-16,-2-6 26 0,-2-2 13 0,-7 1 24 15,-2-4 10-15,-5-6 12 0,-6-4 10 0,-1-3 3 16,-5-2-2-16,0-3 6 0,-1-6 2 0,-8-7 12 16,13 6 15-16,0-3-8 0,9-3 0 0,0-1-14 0,4 0-8 15,1-2-14-15,7-1-10 0,3-3-13 0,5 3-8 16,4-4-11-16,5 1-26 0,6-2-51 0,8-14-54 16,1 17-44-16,12-8-15 0,3 1-44 0,2 2-91 15,7 7-68-15,-8 11-63 0,-1 3-72 0,2-1-75 16,-1 4-423-16,1 3-1028 0,-3 2 456 0</inkml:trace>
  <inkml:trace contextRef="#ctx0" brushRef="#br0" timeOffset="110846.05">12934 7210 127 0,'0'0'298'16,"0"0"-11"-16,0 0-14 0,0 0-19 0,0 0-18 15,0 0-18-15,0 0-20 0,0 0-15 0,0 0-20 0,0 0-16 16,15 2-16-16,-15-2-9 0,11 3-17 15,-7 0-6-15,2 4-12 0,2-4-9 0,-2 4-10 16,3 2-5-16,-4-2-7 0,5 5-12 0,-1 2 2 0,1 1-6 16,1 2 1-16,-3 2-1 0,1 0-5 0,2 7 12 15,-1 4-8-15,-1-3-2 0,-2 8-1 16,-1-1-5-16,4-1-4 0,-7 0-1 0,0 2 3 0,1-1-5 16,-3 1-3-16,2-2-5 0,-6 1 0 0,2-2 1 15,-2 2 0-15,-4-2-2 0,-3-1 0 0,-3-2 8 16,-2 0-13-16,-4-2 0 0,-2-2-3 0,-5-2-6 15,-4-1-14-15,-3-2-11 0,-1-4-22 0,-4 0-24 16,4-2-28-16,-2-1-46 0,-1-2-64 0,4 0-90 16,0-4-203-16,-1-4-542 0,11-2 240 0</inkml:trace>
  <inkml:trace contextRef="#ctx0" brushRef="#br0" timeOffset="111803.46">10177 7178 143 0,'6'-4'306'0,"-5"2"-1"0,-1 2 1 0,0-8-20 15,3 6-9 1,-3 2-6-16,1-4-17 0,-1 4-3 0,0-4-13 16,0 4-3-16,0 0-28 0,0 0-18 0,0-5-25 15,0 5-12-15,0 0-24 0,0 0-12 0,0 0-23 16,0 0-1-16,-11 10-13 0,6-2-7 0,-5-1-11 15,1 8-5-15,-6-1-5 0,3 2 1 0,-7 9-3 16,2-1 1-16,-5 0 2 0,2 3 14 0,1 1 7 16,0 3-2-16,-1 0-4 0,-4 16-5 0,8-11-5 15,2-1-2-15,-4 10-4 0,8-9-7 0,1-1-1 0,3 1-8 16,-1-1 5-16,7 1-7 0,4 3-2 0,3-2-1 16,8-1-2-16,2-1-3 0,15 8-1 15,-5-14-5-15,13 6-24 0,3-1-31 0,7-5-58 0,1-4-51 16,2 1-59-16,-4 0-80 0,0-6-100 0,-7-6-323 15,7 3-765-15,-11-6 339 0</inkml:trace>
  <inkml:trace contextRef="#ctx0" brushRef="#br0" timeOffset="117380.97">8530 9239 19 0,'-4'1'347'0,"4"-1"2"0,-7 4-4 0,7-4-4 15,-8 0-8-15,8 0-21 0,0 0-21 0,-7 3-24 16,7-3-24-16,0 0-27 0,0 0-23 0,0 0-25 15,-4 2-7-15,4-2-19 0,0 0-1 0,0 0 3 16,10 7-5-16,-1-4-10 0,5 2-10 0,6 0-11 0,10 0-11 16,4 1-20-16,0-1-33 0,3-2-44 15,1 1-50-15,1 1-42 0,-2-2-45 0,-3 1-55 16,0 1-75-16,-4-3-74 0,-5 1-267 0,-2 2-659 0,-3-2 292 16</inkml:trace>
  <inkml:trace contextRef="#ctx0" brushRef="#br0" timeOffset="117537.2">8624 9611 143 0,'-4'5'262'0,"0"-1"-1"0,0-1 10 0,4-3 11 16,0 0-1-16,8 3-19 0,15-3-23 16,-1-1-22-16,20-4-27 0,15-3-16 0,7 2-39 0,4-4-47 15,30-3-64-15,-30 6-86 0,27-8-107 0,-31 6-264 16,4-1-470-16,-3-2 208 0</inkml:trace>
  <inkml:trace contextRef="#ctx0" brushRef="#br0" timeOffset="118437.19">10735 9167 95 0,'9'-16'279'0,"0"-2"-8"0,-1-1-6 0,1 1-14 0,-1-1-7 0,-1 1-14 15,0-1 4-15,0 0-19 0,-3 0 0 0,1 1 4 16,-2 1 3-16,-3-1-17 0,4 1 1 0,-6 4 1 16,0 1-16-16,-1-1-23 0,-2 2-11 0,-2 0-17 15,-1 1-18-15,-3 1-7 0,1 0-13 0,-3 3-12 16,1 2-9-16,-3-1-7 0,-3 4-9 0,-1 1-15 16,-3 3 3-16,6 2-10 0,-3 2-1 0,1 1-5 15,2 0 6-15,2 4-21 0,-1 2 6 0,6-1-7 16,-2 3-2-16,2 2-1 0,2 2 11 0,3 3-22 15,-2 4 11-15,6 0-1 0,0 0 0 0,0 6 6 16,6-1 5-16,-2-2-2 0,1 4 2 0,3-3 1 16,0 4-5-16,-1 0 0 0,0 0-5 0,0-2-2 0,-1 2-1 15,0 1 1-15,-2-2-3 0,0-1-2 0,-1 0-4 16,-3 0 3-16,3-2 0 0,-5 1 0 16,1-4-6-16,-3 1 4 0,-2-1-3 0,2-8-8 0,-5 6-13 15,3-7-12-15,0-1-33 0,0 0-38 0,2-6-30 16,1-1-24-16,-2 1-20 0,1-2-18 0,3-2-21 15,-1-2-23-15,2-1-34 0,2-2-43 0,-2-3-289 16,6 1-649-16,-6-1 287 0</inkml:trace>
  <inkml:trace contextRef="#ctx0" brushRef="#br0" timeOffset="118671.55">10451 9506 269 0,'0'0'391'0,"-4"-2"3"0,4 2 7 16,-4-3-16-16,4 3-20 0,0 0-28 0,0 0-35 15,8-7-27-15,-2 6-29 0,4-1-21 0,2 0-24 16,3 0-19-16,3 1-19 0,-2-2-19 0,6 2-9 16,-3 0-17-16,4 1-20 0,0 0-47 0,7-2-59 15,-7 4-71-15,6-1-48 0,-2 1-61 0,-5 1-77 16,-1-2-81-16,0 3-266 0,-1-3-662 0,-1 0 292 15</inkml:trace>
  <inkml:trace contextRef="#ctx0" brushRef="#br0" timeOffset="119197.41">11335 9181 318 0,'1'-5'379'16,"-1"1"-5"-16,0-1-18 0,0 1-29 0,0 4-31 15,0-7-27-15,0 7-35 0,0 0-26 0,0 0-14 16,0 0-24-16,-19 15 3 0,10-5-5 0,-1 3 3 16,-5 1 1-16,4 1-3 0,-3-1-6 0,1 5-5 15,2 0-4-15,-4 6-15 0,2-1 0 0,3 1-10 16,-1 0-8-16,3-5-23 0,2 0-11 0,2 7-1 16,-1-7-8-16,4-2-6 0,-2 2-6 0,6-1-7 0,-2 0-3 15,4-3-2-15,2 2-7 0,1-1-1 16,4-2-10-16,0-2-15 0,-1-3-19 0,3 2-42 15,1-2-50-15,4-2-56 0,2-2-46 0,-1-1-46 0,3 0-59 16,-1-3-73-16,-1-1-366 0,-1-2-798 0,-5-3 353 16</inkml:trace>
  <inkml:trace contextRef="#ctx0" brushRef="#br0" timeOffset="119463.01">11733 9345 95 0,'2'-5'372'0,"-1"1"-1"0,2 0 7 0,-3 4-1 16,4-5-13-16,-3 1-18 0,-1 4-20 0,0-4-39 15,0 4-27-15,0 0-32 0,0 0-29 0,0 0-17 16,0 0-21-16,0 0-16 0,0 0-14 0,-18 14-13 0,12-6-10 16,-4 2-13-16,-5 3-13 0,0-1-11 0,2 4 1 15,-6 4-9-15,4-3-10 0,-4 5-4 16,4-4 0-16,-4 5-3 0,0-1-18 0,4 2-17 0,0-8-25 15,2 0-43-15,4 1-25 0,-2-3-27 0,3-3-21 16,2 2-23-16,2-2-32 0,-1-4-33 0,1-1-32 16,4 0-35-16,-1-1-53 0,1-3-203 0,0-2-587 15,0 0 260-15</inkml:trace>
  <inkml:trace contextRef="#ctx0" brushRef="#br0" timeOffset="119681.74">11470 9352 42 0,'-3'-2'349'0,"0"-2"-16"16,3 4-19-16,-3-4-26 0,3 4-27 0,0 0-22 15,0 0 10-15,0 0 13 0,0 0-6 0,3 13-8 0,0-6-8 16,6 1-7-16,-1 2-17 0,6 4-28 0,-2 1-15 16,9 4-11-16,-1 0-19 0,-4-5-8 0,2 0-18 15,0 2-12-15,2-1-17 0,-1-1-52 0,6 3-44 16,-8-6-60-16,2 1-49 0,0-1-64 0,-1-2-79 15,1 0-98-15,-1-4-257 0,-3-1-665 0,-6-1 295 16</inkml:trace>
  <inkml:trace contextRef="#ctx0" brushRef="#br0" timeOffset="119916.09">11944 9346 378 0,'1'-2'430'15,"-1"2"-11"-15,0 0-11 0,3-4-19 0,-3 4-37 16,0 0-25-16,0 0-33 0,0 0-26 16,0 0-29-16,14 6-19 0,-9 0-25 0,2 1-17 0,-3 1-10 15,3 3-23-15,1 5-16 0,-3 2-12 0,2 2-2 16,-4 9-18-16,-3 1-11 0,-1 2-31 0,-8-1-44 16,3 4-56-16,-7-1-62 0,0-1-39 0,-6 0-35 15,-11 8-58-15,7-11-65 0,-4-1-94 0,-5-2-202 16,4 0-650-16,-5-5 287 0</inkml:trace>
  <inkml:trace contextRef="#ctx0" brushRef="#br0" timeOffset="120853.5">10744 9918 140 0,'-1'-6'349'0,"1"2"-12"0,0 4-3 16,-1-6-2-16,1 6 1 0,-2-4-3 0,1 0-25 15,1 4-27-15,0 0-30 0,0 0-30 0,0-5-22 16,0 5-29-16,0 0-19 0,0 0-13 0,0 0-12 15,0 0-11-15,-3 16-15 0,2-9-8 0,-2-1-7 16,2 6-6-16,0 2-10 0,-1-4-6 0,1 3-5 16,0 0-4-16,-1 1-7 0,2-1 0 0,-4 3-12 0,4 1-4 15,0-4-11-15,0-1-8 0,4 0-7 16,-4-2-10-16,2-2 5 0,-2-2-14 0,1 2 6 0,2-1-4 16,-1-1-2-16,2-2 10 0,0-2-3 0,0 0-1 15,2-1 7-15,-6-1-1 0,11-1 4 0,-11 1-5 16,13-3-2-16,-7-1 2 0,5-3-4 0,-5 0 1 15,3-1 8-15,-2 1 0 0,-2-1-2 0,4-2 3 16,-3 2 4-16,1-1-3 0,-2 1 17 0,-2-2 5 16,4 2 8-16,-2 1 5 0,-1 1 1 0,0-3 1 15,-2 3-3-15,2 1-3 0,-3 2-1 0,2-1-3 16,-2 0-5-16,2 0-4 0,-3 4-6 0,3-5-6 0,-3 5-2 16,5-1-4-16,-5 1 2 0,0 0-3 0,7 8 0 15,-6-2-1-15,3 0 1 0,-1 2-1 16,1 1-1-16,0 0 4 0,-1 1-3 0,5 1-3 0,-4 1 2 15,0-2-1-15,3 2-4 0,-3-2-2 0,4-1 4 16,-2 1 0-16,-1-2-3 0,-1 1 1 0,4-3 5 16,-2 1 4-16,-1-2-8 0,1-2 8 0,-1-1 1 15,2 1 2-15,-3-1 1 0,-4-2 4 0,15-4-7 16,-11 3 4-16,3-2-1 0,-2-2 4 0,5-2 7 16,-2 0 0-16,-3-3 2 0,4-1-5 0,-4-1 9 15,-2 0 11-15,1 0-5 0,1 0 4 0,-3-1 8 16,-1 1 3-16,-1-1-2 0,0 1-3 0,0-1-5 0,0 3-2 15,-3-3-5-15,2 4-12 0,-5 2-16 16,4 0-24-16,-1 3-34 0,-1-3-43 0,-1 0-57 0,-1 4-54 16,2 0-50-16,-4 1-50 0,2 0-71 0,-2 2-284 15,8 0-723-15,-9 0 321 0</inkml:trace>
  <inkml:trace contextRef="#ctx0" brushRef="#br0" timeOffset="121790.9">12571 9477 251 0,'0'0'347'0,"0"0"8"0,0 0 9 0,0 0 16 16,0 0 2-16,0 0-1 0,0 0-5 0,0 0-13 0,0 0-19 15,0 0-21-15,0 0-28 0,0 0-19 0,0 0-31 16,0 0-24-16,0 0-22 0,0 0-37 0,0 0-12 16,0 0-12-16,0 0-15 0,11 4-12 0,1-2-8 15,9 1-13-15,7 3-11 0,1-1-32 0,5 2-19 16,0-2-29-16,1 0-31 0,-1 0-46 0,0-1-46 16,0-2-48-16,-1 1-47 0,-2-1-40 0,-8-1-54 15,0-2-59-15,-1 0-64 0,-6-1-253 0,-3-2-744 16,0-1 330-16</inkml:trace>
  <inkml:trace contextRef="#ctx0" brushRef="#br0" timeOffset="122401.72">13236 9319 88 0,'0'0'359'0,"0"0"-29"0,0 0-36 0,0 0-23 16,0 0-37-16,0 0-23 0,0 0-22 0,0 0-22 15,0 0-14-15,0 0-18 0,4 5-13 0,-4-5-8 0,3 7-10 16,1-4-15-16,0 2-4 0,0 0-8 0,2-2-11 15,0 4-4-15,1-5-6 0,0 2-4 16,2-1-5-16,1 1-4 0,-2-3-5 0,3 1-5 0,0-1-1 16,-3-2 0-16,3 1-2 0,0-1-4 0,0-3-3 15,-3 1-5-15,0 0 3 0,3-4-4 0,-4 1 2 16,4 1 24-16,-6 0 19 0,2-3 13 0,1 3 10 16,0-2 16-16,-2 0 18 0,-2 3 6 0,1-2 5 15,-2 2 6-15,1-3 2 0,0 6-3 0,-1-3-8 16,1 2-17-16,-3-2-14 0,-1 4-10 0,0 0-15 15,8 0-9-15,-8 0-6 0,6 5-5 0,-1 0-9 0,0 3-6 16,0 2-6-16,3 4 0 0,-1 4-3 0,1 0-3 16,1 10-5-16,1 3-4 0,-4 1 2 15,0 0-2-15,2 2-1 0,-2 0-1 0,-1 0-2 0,2-1-3 16,-4 3 2-16,-2-1 0 0,1-1-1 0,-2-2-2 16,-2 3 5-16,2-3-6 0,-2 0 0 0,-3 3 2 15,0-6-6-15,-2 3 13 0,2-3-7 0,-5-1 32 16,2-3 19-16,-7 0 19 0,4-9 27 0,0-1 10 15,-4 0 16-15,0-4 19 0,-2-3 9 0,4-2 15 16,-7-3 6-16,-1-3 12 0,3-3 11 0,-1-3 8 16,2-2-6-16,1-5-9 0,4-1-42 0,-2-1-154 15,5-5 0-15,-1-5 0 0,7 5 0 0,0-11 0 0,5 1 0 16,2-2 0-16,7-3 0 0,4 0 0 0,4-14 0 16,8 1 0-16,-1 2 0 0,4-2 0 0,0 1 0 15,2 4 0-15,4-1-69 0,-12 14-530 0,9-9-656 16,-10 12-1357-16,0 0 601 0</inkml:trace>
  <inkml:trace contextRef="#ctx0" brushRef="#br0" timeOffset="124578.31">5781 7672 168 0,'0'0'230'0,"-13"0"-19"0,7 2-18 15,6-2-15-15,-11 0-21 0,6 3-13 16,-2-2-16-16,5 3-15 0,-3-2-10 0,1 2-9 15,3 0-7-15,-2 0-8 0,3 0-7 0,0-4 9 16,0 8 6-16,3-5 3 0,0 0-2 0,1 3-1 0,0-3-6 16,1 2-6-16,3-4 0 0,-2 0-5 0,2 0-1 15,-1 0 3-15,1 1 8 0,-1-2 12 16,-7 0 9-16,9-2 9 0,-9 2 0 0,11-2 2 0,-7 1 0 16,-1-5 4-16,1 1-5 0,-3-1-5 0,1 2-6 15,-2-2-4-15,0 1-10 0,-3-2-18 0,0 2-1 16,2 0-9-16,-2 2-36 0,2-3-43 0,1 2-45 15,0 4-73-15,-4-5-94 0,4 5-120 0,0 0-242 16,0 0-644-16,0 0 285 0</inkml:trace>
  <inkml:trace contextRef="#ctx0" brushRef="#br0" timeOffset="136051.06">4872 8640 16 0,'-14'-1'282'16,"0"1"-19"-16,6-1-14 0,-2 2-17 0,5-2-21 15,5 1-14-15,-15 0-11 0,11-1-11 0,4 1-7 16,0 0-11-16,-10 1-7 0,10-1-7 0,0 0-9 16,0 0-6-16,0 0-3 0,0 0 12 0,0 0 18 15,0 0 8-15,18 4-4 0,7-3-10 0,7 0-15 0,8 2-12 16,17-3-13-16,1 0-7 0,5 1-14 0,4 1-9 15,2-1-10-15,26-1-4 0,-25 1-6 16,-1 2-11-16,2-1 0 0,1-1-11 0,-3 2 5 0,2-2-8 16,1 2 5-16,-4 0-9 0,3-1-4 0,-9-1-2 15,1 2 3-15,-2 1-9 0,2-2-2 0,-9-1-5 16,3 4 3-16,-16-3-1 0,13-1 1 0,-13 3-6 16,1 0 2-16,-2 0-4 0,-3-2 1 0,2 1-1 15,-4 1 2-15,2 0-4 0,-3-2 0 0,0 2-2 16,0-1 3-16,-3-1 4 0,-1 2-6 0,0-1-2 15,-7-2-2-15,-1 1-4 0,0 1-2 0,1-1-1 16,0-1 1-16,-1 4 5 0,-2-3-9 0,2 0 9 0,-3-2 7 16,0 1-10-16,0 0 1 0,-5 0 4 0,2-1-4 15,-5 1 4-15,3-1-4 0,-1 0 1 16,-1 0 0-16,-1 2 2 0,-1-2-1 0,1-2-1 0,-2 2 6 16,-2 2-5-16,4-4 3 0,-3 2-8 0,0 0-2 15,2 2-9-15,-3-4 9 0,1 2 0 0,1 0-6 16,-2 0-3-16,-7 0 9 0,15 2-3 0,-8-2 11 15,-2 0-16-15,2 1-3 0,-2-1-12 0,-5 0 7 16,12 4-3-16,-7-3 2 0,-5-1 1 0,8 0 1 16,-8 0-1-16,4 1 22 0,-4-1-18 0,6 2 3 15,-6-2 4-15,0 0 2 0,13 0 11 0,-13 0-8 16,8 0 1-16,-8 0-3 0,11 1 6 0,-4-2-3 16,-7 1 5-16,12 1-2 0,-5-1-1 0,2 0-1 15,-1 0 20-15,-2 0-18 0,4-1-1 0,2-1 2 16,-4 2 1-16,3-1-4 0,-2 1 5 0,-1 0-4 15,-1-1 9-15,-7 1-2 0,14-3 2 0,-10 3-1 0,-4 0-2 16,9-1 3-16,-9 1-2 0,0 0-1 0,9-1 4 16,-9 1 2-16,0 0-3 0,0 0-1 0,5-2 0 15,-5 2 0-15,0 0 0 0,0 0-4 0,0 0-2 16,0 0 2-16,0 0 2 0,0 0-6 0,-18-3-6 16,11 2-15-16,-6 1-10 0,2 0-20 0,-2-3-39 15,-1 3-38-15,0-4-41 0,-2 4-50 0,4 0-67 16,-2 0-265-16,2-3-604 0,1 1 268 0</inkml:trace>
  <inkml:trace contextRef="#ctx0" brushRef="#br0" timeOffset="171497.84">4027 11548 179 0,'-3'-4'295'15,"6"-1"-3"-15,-1 2-11 0,-2 3-11 0,0-7-20 16,0 7-20-16,0-4-20 0,0 4-25 0,0 0-21 15,0 0-12-15,0 0-12 0,0 0-9 0,0 0-12 16,12 11-18-16,-6-3-9 0,1 2-10 0,-2 1-5 0,1-1-8 16,1 5-5-16,1 2-10 0,-1 0-7 15,-2 1-3-15,-1 1-2 0,-1 0-6 0,1 0-7 16,0-1-1-16,-2 0-3 0,4 0 1 0,-5 0-1 0,2-1-5 16,-1 2-5-16,0-7 1 0,0 1 1 0,0 1-4 15,0-1 1-15,-2-1-10 0,0-2-2 0,4 1 0 16,-4-1-2-16,0 0 1 0,-3-2-1 0,6-1 5 15,-3 0-1-15,-3-1-2 0,6-1-1 0,-6-1 4 16,3 1-3-16,-1-1 4 0,1 1 0 0,-2 0 3 16,-2-3-2-16,4-2 5 0,-4 4-1 0,-1-2 13 15,-3-1-8-15,1 1 1 0,-4 0 5 0,0-1 2 16,2-1 11-16,0 3-10 0,1-2 5 0,-1-1 14 16,5 1 1-16,4-1 0 0,-14 0 8 0,14 0 2 15,-7 0-8-15,7 0 13 0,-5 2-5 0,5-2 7 16,0 0-5-16,0 0-3 0,0 0-5 0,0 0-6 0,26 1 5 15,-2-2-15-15,5 2 0 0,5-4-3 0,4 5-5 16,0-2-1-16,1 0-20 0,4 3-13 16,-1-5-20-16,12 1-29 0,-12 2-26 0,-1-2-23 0,-1 2-31 15,-1-1-36-15,0 0-46 0,-2-1-53 0,-6-2-46 16,2 2-275-16,-11 1-643 0,0 0 285 0</inkml:trace>
  <inkml:trace contextRef="#ctx0" brushRef="#br0" timeOffset="172482.11">4764 11900 62 0,'0'0'218'0,"-7"-2"-20"0,7 2-34 0,0 0-4 16,0 0-11-16,-13 5-8 0,9-3-7 0,-1 4-9 0,3-1-7 15,-1 0-11-15,-2-1-11 0,3 4-12 0,1-1-4 16,0 1-2-16,1 1-9 0,0-2-4 0,2 4-4 16,0-4-8-16,1 1 1 0,3 0-5 0,0-2-3 15,2 1-4-15,0 0-1 0,0-3-5 0,2 1-3 16,2-3-2-16,-3-1-3 0,2-1-2 0,2-1 1 16,-3-2-3-16,-3 0-2 0,0 1-5 0,0-4-2 15,-2 2 3-15,-1-3-6 0,-1-2 2 0,-2 0-2 16,-1 0 1-16,-1 2 5 0,-2-5 2 0,-1 2 8 15,-1 0 2-15,-2 0 0 0,-3 3 1 0,2-2-5 16,-5 2 4-16,3 0-7 0,-5 1 3 0,3-1-5 16,0 2-4-16,-2 1 0 0,3 1-1 0,1-1-2 15,1 2-1-15,1 1-1 0,2-1-3 0,2 0-3 16,4 2 2-16,-8-3-9 0,8 3 7 0,0 0 1 16,0 0-3-16,0 0-9 0,0 0-13 0,30 0-12 15,-9 0-14-15,-1 0-2 0,3-1-5 0,-1-1-2 16,8 2-1-16,1-1-9 0,0 1 7 0,-1-3-2 0,-8 2 2 15,0-1 4-15,1-2 1 0,-4 2 10 0,-5-1 4 16,-4 0 9-16,1 0 11 0,-2 1 20 16,0 0 11-16,-4-1 8 0,1 1 2 0,-2-1 0 0,0-2 2 15,-4 3-1-15,0 2 1 0,2-6 2 0,-2 6-2 16,0 0-4-16,0 0-3 0,-6-6-2 0,6 6-6 16,0 0 1-16,0 0-3 0,-11 4 1 0,11-4-4 15,-4 2 0-15,1 3-1 0,3-2-1 0,-2 2 4 16,4 0 0-16,-2 1-2 0,3 1-1 0,1 2 3 15,3 0 1-15,1 0-1 0,3 0-4 0,3 1 4 16,-5-1-3-16,9 0-2 0,-3 2 2 0,1-1-1 16,-5-1-1-16,1-2-1 0,-2 1 1 0,-1-1-2 15,-1-1 0-15,-4-2-5 0,3 1 3 0,-5 0 0 0,-1-1 0 16,-2 1 3-16,1-5 0 0,-9 5 1 16,-1-2-2-16,-3-1 2 0,-3 0 4 0,-2-2 8 15,-5 0 7-15,3-2 1 0,-1 2 3 0,1-1 5 0,2 0-3 16,3 0 5-16,3-1 0 0,0 1 13 0,5-2 13 15,-3 2-2-15,6-3-5 0,-1 3-5 0,5 1-12 16,5-8-10-16,2 6-12 0,6-5-13 0,0 1-17 16,5 0-3-16,5-1-4 0,-1-1-3 0,6-1 3 15,-3 2-10-15,6-2-6 0,-2 1-8 0,-2 0 7 16,-4 5 0-16,-3-4 2 0,-2 2 4 0,0 0 8 16,-6-1 1-16,0 1 7 0,-1 0 17 0,-4 3 14 15,-3 0 4-15,3-2 1 0,-6 1-4 0,2-1 1 16,-3 4-2-16,0 0 10 0,-8-9 8 0,4 7 3 15,4 2 0-15,-9-3 1 0,4 3-3 0,5 0-5 16,-15 2 1-16,10-1-4 0,5-1-3 0,-13 4-3 16,9-2-1-16,-1 2-5 0,1-1 1 0,1 2 2 0,0 1-1 15,2 1 1-15,1-2 1 0,1 3 0 0,2-1 1 16,3 2 4-16,3 0-1 0,-1 0-2 16,-1 0-2-16,5-1 0 0,0 0 1 0,-2 0-3 15,3 0-5-15,-2-2 2 0,-1-2 9 0,-1 0-14 0,-3 1 1 16,-2-2-2-16,3-1 1 0,-3 1-2 0,-4-3-4 15,0 0-2-15,0 0-2 0,-11 3 1 0,0-3 5 16,-4-1-9-16,-4 0-17 0,-3 0-22 0,-1-1-31 16,-8 0-28-16,2 1-39 0,5-1-47 0,2 2-65 15,0-2-194-15,3 2-490 0,2 0 217 0</inkml:trace>
  <inkml:trace contextRef="#ctx0" brushRef="#br0" timeOffset="173028.93">6073 11510 22 0,'-2'-4'338'0,"2"4"-26"0,0-5-30 0,0 5-34 16,-1-6-30-16,1 6-25 0,0 0-19 0,0 0-17 15,0 0-10-15,-4 13-5 0,2-4 1 0,2-2-12 16,0 6-10-16,2 4-11 0,-2 1-8 0,2-2 0 16,0 6-18-16,1 4-5 0,-1 3-11 0,2-9-4 15,0 2-6-15,-1-2-5 0,0 1-6 0,1-1-5 16,-3 2-20-16,2-4-21 0,0-1-18 0,-2 0-28 0,2-4-36 16,-2-1-40-16,-1-2-45 0,3-3-46 0,-3-1-37 15,3-1-180-15,-2-2-463 0,1 1 205 16</inkml:trace>
  <inkml:trace contextRef="#ctx0" brushRef="#br0" timeOffset="173232.04">6026 11548 112 0,'-3'-5'339'15,"2"1"-13"-15,-1 0-20 0,2 4-27 0,2-9-30 16,-1 5-29-16,3 0-20 0,3 1-22 0,0-2-17 15,3 5-19-15,3-2-8 0,-2 2-24 0,4-1-17 16,0 1-28-16,4 1-26 0,-1 1-26 0,0-1-34 16,2 1-38-16,-8 2-46 0,3-2-36 0,0 1-37 15,0 0-54-15,-6 1-140 0,-2 2-403 0,2-2 178 16</inkml:trace>
  <inkml:trace contextRef="#ctx0" brushRef="#br0" timeOffset="173435.14">6030 11820 164 0,'-3'4'224'15,"3"-4"7"-15,0 0-1 0,0 0-9 0,9 3-22 16,-4-3-18-16,4 0-16 0,1 0-17 0,4-1-15 16,1 0-17-16,3-2-8 0,3 1-9 0,0-1-28 15,2 2-36-15,0-1-35 0,0-1-35 0,-3 1-40 16,2 0-27-16,0-2-36 0,-2 0-38 0,-3-1-125 15,-3 3-324-15,-4-2 144 0</inkml:trace>
  <inkml:trace contextRef="#ctx0" brushRef="#br0" timeOffset="173810.1">6397 11766 37 0,'3'-4'81'0,"-3"4"23"15,0 0 19-15,0 0 19 0,0 0 9 0,0 0-2 0,0 0-3 16,-4-6-10-16,4 6-13 0,0 0-11 0,0 0-11 16,0 0-9-16,0 0 9 0,0 0-1 0,0 0-2 15,-8 10-3-15,8-10-6 0,-1 9-4 0,1 0-10 16,0-3-4-16,1 2-2 0,3 3 4 0,0-3-2 15,0 5-5-15,-1-1-4 0,1-3-7 0,3 1-6 16,-3 0-5-16,4-1-1 0,0 0-4 0,-1 0-1 16,5-2-6-16,-5-1 3 0,0-2-4 0,3-1-4 15,-5-1-2-15,6-1-5 0,-2-2 1 0,1-1-4 16,-1 0 1-16,2-3 0 0,-3-2-3 0,3 0-4 16,-3-1-1-16,1-1 1 0,-1 2 15 0,-3-3 20 15,2-1 16-15,-2 3 22 0,-2-2 8 0,1 2 34 16,-1-1 9-16,-2 0 16 0,3 0 8 0,-2 2 13 0,-1-1 0 15,0 3 0-15,1 0-15 0,-2 1-16 0,1 0-14 16,-1 4-18-16,0-6-15 0,0 6-16 16,0 0-5-16,0 0-14 0,0 0-3 0,0 0-8 0,0 0-4 15,0 0-8-15,1 18-17 0,1-12-19 0,-2 2-17 16,1-1-24-16,2 3-13 0,-2-2-21 0,3 2-14 16,1-2-27-16,-3 2-23 0,6 0-21 0,-2-3-27 15,1 2-30-15,-2-3-46 0,2 1-30 0,1-4-34 16,2 3-269-16,-2-4-645 0,-2 1 286 0</inkml:trace>
  <inkml:trace contextRef="#ctx0" brushRef="#br0" timeOffset="174169.45">6793 11809 108 0,'-1'-2'274'0,"1"2"4"0,0-8-2 0,0 5-7 15,0 3-13-15,0 0-17 0,0-6-22 0,0 6-27 0,0-5-20 16,0 5-20-16,0 0-17 0,0 0-11 0,0 0-13 15,0 0-12-15,0 0-9 0,4 12-7 0,-1-6-10 16,-1 0-7-16,1 1-5 0,1 1-8 0,2 0-3 16,-2 2-4-16,1-1-1 0,1 1-9 0,-2-3-1 15,1 0-2-15,-2 0-8 0,1 0 1 0,-1 1 3 16,2-5-9-16,-4 2 1 0,2-1-1 0,-1 0 10 16,-2-4-8-16,4 4 4 0,-2-3-7 0,-2-1-5 15,0 0 1-15,0 0 7 0,10-5 14 0,-6 1 3 16,3 0 3-16,-5-1 3 0,3-1 14 0,-1 2 8 15,1-2 9-15,-1-2 4 0,-1 1-2 0,1 1 2 16,3 1-2-16,-6-2-6 0,3 2 2 0,-2 2-2 16,0-1-5-16,2 0-6 0,-4 4 0 0,5-5-17 0,-5 5-7 15,1-3-11-15,-1 3-19 0,4-2-37 0,-4 2 0 16,0 0-16-16,0 0-16 0,8 8-20 16,-5-4-17-16,1 2-15 0,0 0-22 0,-3 1-29 0,8 1-27 15,-3 2-33-15,4-3-44 0,-2 2-49 0,4-1-208 16,-2 2-571-16,6 0 254 0</inkml:trace>
  <inkml:trace contextRef="#ctx0" brushRef="#br0" timeOffset="174419.42">7227 11799 111 0,'-8'-3'336'15,"1"-1"-17"-15,-1 2-20 0,4-2-15 0,-3 4-31 16,7 0-25-16,-16 0-8 0,9 4-10 0,3-4-8 0,-5 4-1 16,3 1-12-16,2 2-11 0,-3 1 2 0,4 0-10 15,-1 0-11-15,4 4-18 0,0-2-8 16,0 1 2-16,3 0-26 0,1 0-8 0,3 1-7 0,1-2-14 16,2 0-17-16,1 3-26 0,6-4-31 0,-2 0-51 15,5-3-38-15,0 2-39 0,3-2-48 0,-3-2-77 16,4-2-70-16,-3-1-259 0,-1 0-624 0,6 0 276 15</inkml:trace>
  <inkml:trace contextRef="#ctx0" brushRef="#br0" timeOffset="175138.09">4194 12591 33 0,'-18'0'244'0,"5"-2"-20"0,3 4-14 15,5-2-16-15,5 0-13 0,-7-3 1 0,7 3-3 0,19-4-6 16,11 1-11-16,12 2-21 0,29-5-12 16,39 1-11-16,8-3-11 0,5 3-14 0,5 0-5 0,6 0-10 15,7 1-7-15,9 1-4 0,10-1 30 0,5 7 4 16,8-2-11-16,8-1-3 0,3 1-12 0,-3 2-6 16,-6-4-5-16,-5 5 1 0,-3-2-15 0,-13 1-4 15,-5-1-7-15,-11 2 0 0,-10-3-12 0,-14 2 1 16,-16 1-2-16,-35-1 1 0,-5-1-7 0,-14-1 6 15,-9-1 0-15,-12 3-9 0,-4-2 6 0,-6 0-2 16,-1-1-2-16,-6-1 0 0,-6 1-6 0,0 0 10 16,0 0-14-16,0 0 3 0,-27-11 5 0,7 8-9 15,-3 0-2-15,0 0-12 0,-6-2-16 0,3 2-18 16,6 1-27-16,-2-1-34 0,3-2-52 0,0 3-66 16,8 1-77-16,-1-1-198 0,5 0-534 0,3 1 237 15</inkml:trace>
  <inkml:trace contextRef="#ctx0" brushRef="#br0" timeOffset="178437.65">6774 13601 9 0,'-8'0'240'0,"8"0"-18"16,-8 1-16-16,8-1-16 0,-7 1-17 0,7-1-14 16,0 0-14-16,-8 0-15 0,8 0-13 0,0 0 3 0,-1 4 4 15,1-4 12-15,0 0 10 0,8 6-1 0,-1-4-8 16,-1 1-10-16,7-1-9 0,0-1-9 0,10 1-13 15,0-4-8-15,1 2-8 0,-2-1-7 0,2 0-5 16,-1 0-9-16,-1-2-5 0,-3 3-9 0,-4-1 2 16,-3-2-9-16,0 2-3 0,-5 1-3 0,0-2-6 15,-3 1-1-15,-4 1-8 0,0 0 0 0,0 0-4 16,0 0-4-16,0 0 5 0,-27 0 0 0,9 1-5 16,-1 1 2-16,1-2-5 0,1 4-3 0,-4-3 2 15,8 2-10-15,-1-1-19 0,3-1-28 0,0-1-38 16,2 2-52-16,3 0-47 0,6-2-54 0,-7 2-239 15,7-2-523-15,0 0 232 0</inkml:trace>
  <inkml:trace contextRef="#ctx0" brushRef="#br0" timeOffset="180703.53">7921 13267 199 0,'-3'-7'210'0,"-1"1"-10"16,0 1-13-16,1-3-14 0,-1 3-8 0,-4 0-10 15,0-2-11-15,2 4-10 0,1-2-5 0,-6-1-9 16,0 2-2-16,0-1-5 0,-4 3-9 0,3-1-6 15,-8 2-6-15,3-1-5 0,3 2-6 0,0 0-7 16,-2 0-11-16,3 3-1 0,-2 1-8 0,3-1-1 0,0-2-7 16,1 0-7-16,0 3-4 0,4 0-2 15,-1 1-7-15,1-1 2 0,3 0-3 0,0 2-1 16,0 1-3-16,4-1 2 0,0 1 1 0,3 3 13 0,2 2 0 16,5 1 3-16,2 1-5 0,0 1 0 0,2-1-4 15,8 6-2-15,-5-6-5 0,-2 0-2 0,8 4 3 16,-4-4-10-16,-5 1 3 0,-2-2-11 0,3 1-2 15,-4 0-2-15,1-3 0 0,-4 4-2 0,1-4 1 16,-4 1 0-16,2-1-3 0,-6 0-1 0,-1 1 3 16,0-1 1-16,-1-2-4 0,-1 1 7 0,-3-2 0 15,0 0 0-15,-4-2-1 0,0 1 5 0,-2-1 10 16,-4-1 5-16,2-1-5 0,-9-2 7 0,1 0-2 0,4 1-2 16,-2-3-1-16,4-1-3 0,0 2-6 15,3-4 2-15,-1 2 4 0,4-1 1 0,-1-1-15 16,6 0-24-16,-1 0-43 0,1-1-54 0,4-1-58 0,0 5-31 15,12-10-48-15,3 4-237 0,4 1-531 0,4-1 236 16</inkml:trace>
  <inkml:trace contextRef="#ctx0" brushRef="#br0" timeOffset="181500.48">8368 13356 190 0,'-3'-5'206'0,"1"1"-7"15,-2 2-10-15,-3-3-18 0,3 0-10 16,-3 2-15-16,0 0-11 0,-5-1-16 0,3 2-10 0,-5 1-11 15,0 1-10-15,1 2-8 0,-6-2-1 0,1 3-11 16,3 0 1-16,-2 3-4 0,3-1-13 0,-4 4-1 16,2-3-8-16,1 2-2 0,7-3-4 0,-2 3-4 15,-1-1 1-15,6-2-4 0,-1 2-4 0,1 1-2 16,4-2 0-16,-1 2-1 0,2-2 1 0,3 0-2 16,4 1-2-16,-2-1 0 0,6 1-5 0,1-3 1 15,2-2 1-15,2 2-4 0,7-1 0 0,-6-3-1 16,2-3 0-16,-3 2-1 0,3-2 0 0,-3 1-3 15,-2-1 0-15,-3 0 1 0,-2 0-1 0,1-1 1 16,-5 1 12-16,5-3 3 0,-5 2 4 0,-2 0 5 16,1-2 4-16,-3 3 7 0,2-2 2 0,-1 0 9 15,-1 1-3-15,-1-2 11 0,0 6-4 0,0-6-3 0,0 6 6 16,0 0-12-16,0-5-6 0,0 5-8 0,0 0-6 16,0 0-4-16,0-5-9 0,0 5 2 15,0 0-4-15,0 0 1 0,0 0-2 0,0 0 0 0,0 14-5 16,0-6 2-16,0 0 0 0,3 2-1 0,-3 1 0 15,0 2 9-15,1 4-12 0,-1 2 0 0,3-1-1 16,-2 10 0-16,3-7 0 0,0 8 0 0,-1 1 0 16,1 1-1-16,0-1 0 0,0 0 0 0,3 1-1 15,-3 0-6-15,7-2 5 0,-7 2 3 0,3 1-4 16,0-7-1-16,2 3 8 0,-2-1-8 0,1 0-1 16,-4-9 2-16,4 2-2 0,-1-1 11 0,-1-1-11 15,2-1 0-15,-4-2-2 0,3-3 2 0,-3-3 3 16,0-3 2-16,-1 2 25 0,1-3 23 0,-2 0 21 0,4-1 42 15,-2-1 22-15,1-3 6 0,-5 0-2 16,14-4 0-16,-4-1 5 0,-3-3-1 0,2 0-1 16,-1-2-4-16,4-6-10 0,-4 1-12 0,2-4-12 0,0 0-10 15,0-7-3-15,1-1-14 0,1 1-8 0,1-4-9 16,-2 1-6-16,1 1-8 0,-4 0-5 0,2 3-5 16,0 0-2-16,-3 5-4 0,-3 1-6 0,0-1-1 15,-1 2-5-15,1 5 1 0,-4-2-4 0,2 4-4 16,-1 0-12-16,-1 0 1 0,0 1-14 0,-1 3-12 15,1 0-13-15,0 2-19 0,-2 0-19 0,2 1-39 16,0 4-37-16,-1-8-45 0,2 6-25 0,-1 2-31 16,0 0-24-16,0 0-10 0,0 0-5 0,0 0-24 15,0 0-18-15,0 0-19 0,0 0-228 0,3 11-626 16,1-6 278-16</inkml:trace>
  <inkml:trace contextRef="#ctx0" brushRef="#br0" timeOffset="181969.27">8817 13456 275 0,'0'-4'276'0,"0"-1"-11"0,0 5-10 15,-1-6-20-15,1 6-4 0,0-6-11 0,0 6-12 16,0-6-22-16,0 6-18 0,0-4-20 0,0 4-19 15,0 0-14-15,0 0-14 0,0 0-13 0,0 0-4 16,0 0-12-16,0 0-6 0,0 0-4 0,9 16-9 16,-6-11-4-16,-3 3-7 0,4 1-2 0,-3 2-4 0,5-1-4 15,-2 2-1-15,0 0-11 0,4-1 5 16,-4 0-4-16,3 2 0 0,-1-5-2 0,1 3-5 16,-2-2-1-16,3 0 4 0,-3-1-4 0,1-3 3 0,-2 0 0 15,3 0-1-15,-2-2-1 0,1-1 0 0,0 1 3 16,0-3-7-16,-6 0 16 0,12-3 15 0,-7 0 4 15,0-1 5-15,1-5 1 0,0 2 11 0,1-1-1 16,-3-3 9-16,1 1 0 0,-1-2 3 0,0-1 3 16,-1 2-10-16,0 1 6 0,1-3 6 0,-4 1-2 15,5 4-3-15,-5-3-12 0,0 4-5 0,2-2-6 16,-2 2-4-16,1 2-6 0,-1 0-5 0,1 1-16 16,-1 4-9-16,2-6-35 0,-2 6-39 0,2-3-30 15,-2 3 2-15,0 0-11 0,0 0-10 0,6 9-10 16,-2-3-4-16,0 1-11 0,2 1 3 0,0 2-14 15,4 0-14-15,-2 2-17 0,7 0-8 0,-3-1-10 16,6 0-15-16,-2 1-4 0,3-4-10 0,-1 0-8 0,5-1-142 16,-3 1-406-16,2-5 180 0</inkml:trace>
  <inkml:trace contextRef="#ctx0" brushRef="#br0" timeOffset="182328.61">9374 13557 241 0,'12'-6'54'0,"-3"-1"28"16,0-1 6-16,-3 1 18 0,0-3 7 0,-4 1 14 15,0-4 13-15,-1 1 9 0,-2 1 9 0,-2 0 0 16,0-2 1-16,-1 1-2 0,-4 2-6 0,4 0-16 15,-4-1-11-15,0 1-13 0,-3 2-5 0,1 2-20 16,1 2-8-16,-3-1-5 0,1 4-17 0,1 2 0 16,-5-1-8-16,4 4-6 0,2 0-3 0,-2 2-2 15,-2 1-6-15,3 0-6 0,0 2-2 0,2 0-2 16,1 1-2-16,-1 1-2 0,3 0 1 0,1 1-2 16,-1 0-2-16,4-3 0 0,1 2-2 0,0 1-3 15,0-5 1-15,4 4 1 0,-2-6-3 0,0 3 3 16,4-1 0-16,-2-4-2 0,1 0 2 0,2 1-1 15,-2-4-3-15,2 0 4 0,-7 0-2 0,15-5 2 0,-5 3 11 16,-2-1 4-16,1-1 14 0,-2-2 7 0,1 0-4 16,-2 1 6-16,2-4 2 0,-1 6 1 0,-3-3-3 15,1 1 0-15,-2 2-9 0,1-2-1 0,-1 1-3 16,1 2-5-16,-4 2-8 0,4-5-14 0,-4 5-27 16,0 0-12-16,3-1 2 0,-3 1-8 0,0 0-12 15,6 10-15-15,-4-5-21 0,-1 1-23 0,2 2-17 16,0 4-15-16,1-5-20 0,0 5-13 0,1-3-14 15,1-1-3-15,-1-1 1 0,-1 1-7 0,0-2-2 16,2-1-113-16,-1-1-334 0,-1-1 148 0</inkml:trace>
  <inkml:trace contextRef="#ctx0" brushRef="#br0" timeOffset="183250.4">9471 13557 321 0,'7'-9'36'0,"-3"-2"13"0,-1 0 28 0,1 0 11 0,2 3 5 16,-1-3 18-16,0 0 5 0,1 2 3 0,-3-3 5 15,-2 6-5-15,3 2 7 0,0-2-10 16,3 1-9-16,-3 2-12 0,0-1-11 0,4 3-8 0,-1 1-10 15,-7 0-9-15,18 2-4 0,-10 2-4 0,0 2-8 16,3 2-5-16,-3-2-1 0,2 4-4 0,-1 1-5 16,-4-3-4-16,2 3 1 0,0-1-2 0,-4 3-2 15,2-4-2-15,1 4 0 0,-4-3-4 0,1-1 1 16,-2-3 0-16,2 1-4 0,-3-2 1 0,3 0 20 16,-4-1 23-16,1-4 19 0,0 0 6 0,-6 4 14 15,6-4 11-15,0 0-3 0,0 0-11 0,-11-8-4 16,9 3-3-16,-1 0-9 0,2 0-5 0,1-3-7 15,0 0-10-15,1-1-9 0,3-2-14 0,4 2-12 16,-3 0-19-16,5 1-18 0,-2-2-17 0,7 3-19 16,-2 0-17-16,3 1-15 0,2 1-17 0,0 0-15 15,0 3-14-15,1 0-5 0,0 1 0 0,-2 2-7 0,-1-2 2 16,4 2 10-16,-6 2 0 0,0 0 6 0,2-2 17 16,-2 2 11-16,-1-1 10 0,1-2 11 15,-1 3 7-15,-3-2 16 0,-3 0 20 0,0-1 22 0,-1 0 32 16,-6 0 27-16,11-2 27 0,-11 2 22 0,11-1 7 15,-6-3 9-15,-2 1 1 0,0-1 8 0,-1 0-3 16,-2 4 1-16,2-7-5 0,-2 2 3 0,0 5-10 16,-3-7-4-16,-1 3-6 0,4-1-13 0,-4 3-4 15,-1-1-11-15,-1 0-7 0,6 3-9 0,-11-1-3 16,4 1-9-16,7 0-2 0,-16 3-3 0,8 0-8 16,-3 0 3-16,3 2-8 0,1 2 0 0,-1-1-4 15,0 1-4-15,5-3 3 0,-2 6-1 0,-1-3-1 16,6-1-1-16,0 5 0 0,6-1-3 0,-1-2-3 0,7 2-13 15,5 0-16-15,3 0-22 0,13-2-23 16,-1 1-26-16,5-4-26 0,5 1-22 0,-1-1-27 16,3-5-18-16,-4 0-19 0,19-3-12 0,-21 2-3 15,3-2-126-15,-2-1-373 0,0-1 166 0,-4-1 1459 0,-3-3-1022 16,-5 4 28-16,-6 0 27 0,-1-3 31 0,-1 1 39 16,-8 4 21-16,0-5 40 0,-3 3 24 15,-4-2 14-15,3 3 6 0,-4-3 5 0,-3 2 1 0,-2-1 1 16,-3 1-3-16,-2-4 6 0,-5 3 3 0,0 1 11 15,-7 1-5-15,2-2 0 0,-4 2 0 0,0 2-9 16,-1 0-6-16,-1 1-7 0,0 4-5 0,0-2-12 16,4 3-6-16,0 1-15 0,1 1-7 0,1 2-6 15,3-2-4-15,0 1-4 0,3 1-3 0,2 2-11 16,-3 0 2-16,5 0-4 0,1 4-3 0,1-2-11 16,5-1 6-16,0 2-2 0,3 0-5 0,1-1 1 15,1-1 6-15,2-1-21 0,8 2-9 0,0-2-4 16,4-2-13-16,-2-1 4 0,4-3-21 0,-2-1-7 0,0-2-10 15,2-2-12-15,0-3-4 0,0-2-8 16,-5-1-2-16,3-2-5 0,2-4 3 0,-3-1 12 16,-1-1 1-16,3-6 8 0,-6-3 5 0,2-3 4 0,-2 2 7 15,-2 0 4-15,-5-3 14 0,-3 1 21 0,0 0 20 16,-2 7 29-16,-2-1 23 0,-2 1 12 0,-5 1 24 16,4 1 10-16,-2 1 17 0,-3 0 7 0,3 7 0 15,-4 0-5-15,4 1 1 0,-1-2-4 0,-2 6-15 16,3 0-12-16,1 0-21 0,-2 1-8 0,2 2-4 15,0 0-8-15,4 2-9 0,0 0-2 0,-11 3 1 16,10 1-14-16,-2 2-3 0,3 1-22 0,-4 3-13 16,7-1-29-16,-2 4-2 0,5-1-43 0,3 4-31 15,-1 2-37-15,1 1-45 0,2 6-62 0,6-4-76 16,-6-2-309-16,8 4-688 0,1-2 305 0</inkml:trace>
  <inkml:trace contextRef="#ctx0" brushRef="#br0" timeOffset="183891.05">11605 13098 111 0,'0'-12'349'0,"0"3"-15"15,-1 1-16-15,1 2-7 0,0 1-25 0,0 0-8 16,0 0-23-16,0 5-29 0,0-5-31 0,0 5-19 16,0 0-21-16,0 0-13 0,0 0-12 0,10 11-13 15,-6-1-9-15,1 2-12 0,2-1-4 0,1 6-10 16,-1 2-11-16,4 6-7 0,1-1-4 0,-2 3-5 15,0-2-7-15,0 2 2 0,2 2-14 0,-5-3-2 16,5 1-1-16,-5 1-5 0,1-2-2 0,-5-6-2 16,-2 0 1-16,3-2-6 0,-4-2-4 0,-1 1-3 0,-3-5 2 15,1 1-8-15,-4-1 0 0,1 1 2 16,-3-4 1-16,1 0 4 0,-1-3-3 0,-1 3 0 16,-2-6 1-16,1 0-5 0,1 1 3 0,0-1-1 0,2-2 6 15,-1 1 1-15,4-2 23 0,5 0 7 0,-12 0 6 16,12 0 9-16,-7-2 0 0,7 2-1 0,-3-5 4 15,3 5-16-15,2-5-11 0,3 1-6 0,2 0-11 16,1 2-21-16,6-2-11 0,4 1-16 0,2 1-12 16,10 0-29-16,-2 1-16 0,2 0-18 0,4 1-21 15,-3 0-20-15,7 1-28 0,-9 0-38 0,6 2-25 16,-4-2-33-16,-1-3-28 0,-6 3-19 0,-1-1-167 16,-3-1-521-16,-1 1 231 0</inkml:trace>
  <inkml:trace contextRef="#ctx0" brushRef="#br0" timeOffset="184917.33">12177 13485 113 0,'0'0'180'0,"-6"-4"6"0,2 1 4 16,0 2-10-16,4 1-2 0,-7-3-11 0,3 2-16 15,4 1-11-15,-12-2-12 0,12 2-7 16,-12 6-8-16,6-4-12 0,-2 1-6 0,1 3-7 0,3 1-10 16,-4 0-4-16,4 1-5 0,-1 1-8 0,5 1-5 15,-3 2-4-15,0-2-4 0,6 0-9 0,0 2 3 16,0-3-4-16,3 2-5 0,2-1-15 0,-2 0-7 15,-1-3-11-15,7 0-21 0,-3 0-20 0,-4-3-14 16,7-1-2-16,-5-1-5 0,1-1-3 0,-2-1-2 16,-6 0 8-16,14-3 0 0,-9-2 15 0,0-1 7 15,-1 0-1-15,-1-2 14 0,-3-2 6 0,0-1 17 16,0 0 11-16,-5 0 17 0,0-1 10 0,1 2 9 16,0 0 10-16,-5-2 2 0,2 1 6 0,0 3 4 15,0-2 1-15,3 0-2 0,-5 4 1 0,3 0 3 16,2 1-2-16,0-1 7 0,3 3-5 0,-2-1-3 15,2 0-6-15,1 4-5 0,-2-5-7 0,2 5-9 16,0 0-1-16,7-1-3 0,-7 1-4 0,15 0-13 0,-3 1-9 16,2 0-7-16,-2 2-3 0,7 1-5 15,3-3-11-15,0 3-12 0,0-1-5 0,1-1-10 16,-2 0-9-16,1 3 1 0,1-3 3 0,-2 2-1 0,0-2 5 16,-7-2 3-16,-2 3 6 0,3-3 3 0,-4 0 3 15,-3 1 7-15,-1-2 3 0,1 2 7 0,-8-1 2 16,7-1 3-16,-3-2-2 0,-4 3-5 0,0 0 7 15,5-2 1-15,-5 2-2 0,0 0 2 0,0 0-1 16,0 0-3-16,0 0 6 0,0 0-3 0,0 0-4 16,-21 5 8-16,17-2-4 0,-2 1 2 0,2-1-2 15,0 2 4-15,4 0 1 0,-4 1 1 0,3-1-2 16,2 2 4-16,-1 1-4 0,4 3 3 0,2 0 3 16,2-1-3-1,-3 2 2-15,5-1 0 0,3 2 1 0,-3-4-7 0,2 2 5 16,0-2 0-16,-1 0 0 0,-1-1-1 0,-1-1 2 15,-1-3-1-15,-2 0 2 0,-2 0 2 0,-3 0 1 0,3-2-4 16,-4-2 0-16,0 0-3 0,0 0 4 0,0 0 10 16,0 0 2-16,-20-7 3 0,9 3 4 0,0 0-2 15,3 2-5-15,-4-1 1 0,1-1 1 0,-2-1-4 16,3 3 0-16,-3-1-2 0,4 1-3 0,2-1-2 0,-1 0 3 16,1 2-1-16,7 1-2 0,-11-3 0 15,11 3-5-15,-8 0 1 0,8 0-2 0,-7-1 3 16,7 1 0-16,0 0 0 0,0 0-1 0,0 0 0 0,0 0 0 15,0 8-1-15,0-8 2 0,7 4-1 0,1-3-5 16,-4 2-7-16,3-2-10 0,3 1-5 0,-3-1-2 16,2 1-4-16,1-1 1 0,-1-1-10 0,6 0-1 15,-5 1-8-15,3 1-4 0,1-4-2 0,-2 1 0 16,2 0-1-16,-2-1 4 0,3 0-8 0,-3-2 11 16,2-1 0-16,-1 1 7 0,-2-1 2 0,3 1 3 15,2-4 5-15,-4 2-1 0,2 0-11 0,-3-2 6 16,5-1 6-16,-5 2 2 0,3-3 8 0,-3 3 19 15,-1-2 7-15,0 2 11 0,-2 0 18 0,-2 3 16 16,1-1 15-16,-1 1 9 0,-2-1 2 0,0 0 5 16,-1 2 4-16,0 2 1 0,-2-4-3 0,-1 5-4 15,4-4-8-15,-4 4-7 0,0 0-10 0,0 0-4 0,0-5-8 16,0 5-3-16,0 0-7 0,0 0-2 0,0 0-2 16,0 0-5-16,-22 5-5 0,19-1 4 15,-2-1-4-15,1 0-3 0,0 0-3 0,0 2 1 0,3 1 1 16,-2-1-1-16,1 2-4 0,2 2 1 0,2 1-3 15,-1-2 8-15,2 2-6 0,0-1-1 0,2 1 0 16,-1-1 0-16,4 0-4 0,-1 0 4 0,-3-2-2 16,2 3-2-16,1-3 1 0,1 3 3 0,-4-2-5 15,1-2 7-15,-3-1-10 0,-1 0-1 0,0-2 0 16,1 2 2-16,-2-5 0 0,-6 5 0 0,1-5 3 16,-2 1-5-16,-4 0-2 0,2 0-22 0,-3-2-26 15,-1 1-31-15,-1 0-42 0,1 0-45 0,3-1-53 16,-2 0-239-16,-1 2-497 0,4-1 221 0</inkml:trace>
  <inkml:trace contextRef="#ctx0" brushRef="#br0" timeOffset="185636.01">13372 13283 309 0,'2'-6'305'15,"-1"-1"-11"-15,0 1-14 0,2 1-4 0,1 0-12 16,-4 1-18-16,3 0-11 0,-3 4-26 0,1-5-19 16,-1 5-27-16,0 0-16 0,11 1-18 0,-11-1-10 15,8 8-11-15,2 1-9 0,-1 0-12 0,1 6-8 16,-1 1-7-16,-1-1-13 0,2 3-2 0,-2 1-3 15,0 1-12-15,2 0 1 0,-2 7-7 0,-2-7 2 16,0 1-8-16,0-1-11 0,-2 0 0 0,0 0 0 0,-1 0-9 16,-2-2-33-16,3-4-22 0,-4-1-19 15,0 0-25-15,2-3-29 0,-2-2-38 0,0-2-40 16,0-1-36-16,0-1-57 0,0-4-183 0,-2 4-509 0,2-4 226 16</inkml:trace>
  <inkml:trace contextRef="#ctx0" brushRef="#br0" timeOffset="185854.73">13435 13231 242 0,'-1'-4'304'0,"-1"0"-11"0,1-1-10 0,1 0-22 15,0 5-24-15,1-4-30 0,2 1-18 0,-3 3-21 16,13-2-13-16,-3 1-22 0,2-1-12 0,4 4-10 15,2-1-14-15,1 0-5 0,4 0-15 0,-5 2-29 16,5-2-31-16,-2 6-31 0,0-2-35 0,-3 0-42 0,-3 0-42 16,1 0-42-16,-6 0-42 0,1 0-176 15,-6 0-426-15,3 5 189 0</inkml:trace>
  <inkml:trace contextRef="#ctx0" brushRef="#br0" timeOffset="186042.22">13504 13466 104 0,'-4'1'222'0,"0"1"-6"0,4-2-7 16,-5 4 2-16,0-3 0 0,5-1-10 0,0 0-3 15,0 0-10-15,0 0-20 0,0 0-13 0,0 0-18 16,14 3-12-16,-3-2-13 0,3 0-8 0,5 2-24 16,1-2-31-16,3 1-30 0,7 3-29 0,-7-3-37 15,0 2-32-15,8 1-37 0,-7-3-26 0,10 2-43 16,-7 0-170-16,-5-1-386 0,2-1 171 0</inkml:trace>
  <inkml:trace contextRef="#ctx0" brushRef="#br0" timeOffset="186464.05">13930 13464 59 0,'0'0'222'0,"-7"-3"-26"0,7 3-20 16,0 0 1-16,0 0 3 0,-11 4-9 0,8 0-9 15,-2-2-5-15,2 4-13 0,2 0-11 0,1 1-8 16,-1-1-10-16,1 1-11 0,-3 1-6 0,3 1-12 16,0 4-10-16,3 1-4 0,-2-2-5 0,0-2-7 15,2-1-6-15,2 1-8 0,1 0 0 0,-2-2-7 16,3 0-3-16,-3-2-2 0,4-1-3 0,0-1-3 16,-1-1-5-16,1-2-12 0,0 0 2 0,0-1-6 15,3 0-1-15,0-2 0 0,-4-1-3 0,4-3 1 16,-3 1 0-16,3-2 1 0,-1-1-1 0,-1 0 1 15,2 0-3-15,-3 0 8 0,0-1 10 0,-1 0 7 16,2-1 17-16,-3 2 10 0,-2 1 2 0,3-1 4 0,0 3 6 16,-5-4 6-16,1 5-8 0,1-4 9 15,-2 5-10-15,3 0-8 0,-2-1-7 0,-2 2-8 16,-1 2-9-16,4-3-5 0,-4 3 1 0,0 0-5 0,0 0 1 16,0 0-3-16,0 10-5 0,3-5 3 0,-3 1-3 15,1 0-5-15,3 0-7 0,-2 3-13 0,-1 1-9 16,2 0-13-16,-2 1-12 0,3-2-13 15,0 0-21-15,2 1-27 0,-3-1-34 0,3 0-37 0,-2 0-30 16,2-4-28-16,-1 0-50 0,-1 0-144 0,2-1-463 16,2 1 205-16</inkml:trace>
  <inkml:trace contextRef="#ctx0" brushRef="#br0" timeOffset="186949.9">14292 13505 253 0,'0'-4'284'0,"0"4"-6"0,2-5-12 15,0 1-14-15,-2 4-9 0,1-7-17 16,5 5-23-16,-5 0-11 0,4-1-14 0,-5 3-15 16,4-2-8-16,2-1-1 0,-6 3-31 0,8 0-15 0,-8 0-8 15,0 0-14-15,11 1-8 0,-7 2-8 0,-1-1-7 16,2 2-6-16,-2 0-5 0,1 1-11 0,-3 0 0 15,4 1-2-15,-3 2-5 0,2-1-7 0,-1 3-9 16,-2-1 7-16,3 2-6 0,-1 0 1 0,1-3 0 16,-4 3-6-16,2 0 1 0,0 0-2 0,-2-3-2 15,2 0 2-15,-1 2-3 0,2-3 1 0,-2-2-2 0,-1 0 18 16,0-1-20-16,4 1 3 0,-4-5 0 16,3 4 4-16,-3-4-2 0,2 2 1 0,-2-2-2 15,0 0 6-15,0 0 20 0,0 0-6 0,17-6 0 0,-13 2 5 16,1 1 13-16,-1-3-6 0,2 1 4 0,-2 0-2 15,2-4 12-15,0 3-5 0,2-3-6 16,-2 1-5-16,1 0 0 0,0 1-6 0,-2-1-6 0,2 1 10 16,-5 2 0-16,2 2-5 0,1-5 3 0,-1 5-6 15,0-1-10-15,-4 4-2 0,4-3-7 0,0 1-18 16,-4 2-12-16,0 0-2 0,0 0 3 0,0 0 1 16,8 9-13-16,-5-6-19 0,-2 5-5 0,1-2-7 15,0 0-13-15,0 3-14 0,2 0-11 0,1 4-17 16,-1-1-12-16,0-2-27 0,3 2-35 0,1-1-31 15,2-1-39-15,-1 1-34 0,1-3-217 0,2 2-551 16,0 0 244-16</inkml:trace>
  <inkml:trace contextRef="#ctx0" brushRef="#br0" timeOffset="187215.5">14905 13552 93 0,'-4'-3'343'0,"-3"0"-11"0,-2-1-7 16,-1 1-12-16,2 1-11 0,-4 1-23 0,2 1 1 15,-1 1 2-15,-1 1-10 0,1 2-15 0,0 0-3 16,-1 0-7-16,1 4-13 0,-1-2-23 0,3 2-15 16,0-1-18-16,2 3-13 0,2 0-11 0,-2-2-9 15,6 4-15-15,-3-2-9 0,4 3-8 0,1-2-13 16,3-2-5-16,3 2-11 0,0-2-11 0,2-1-14 15,1-1-30-15,6 4-26 0,2-5-37 0,4 1-36 16,-1-3-38-16,12-1-45 0,-3 1-39 0,-7-4-48 16,8-3-61-16,2-1-73 0,-2-1-326 0,-1-1-758 15,4-1 335-15</inkml:trace>
  <inkml:trace contextRef="#ctx0" brushRef="#br0" timeOffset="190925.33">17683 12443 256 0,'2'-11'367'0,"1"5"-13"0,-2-2-25 0,1 3-31 16,2 0-29-16,-3-1-33 0,0 2-40 0,-1 4-10 0,0 0-28 16,0 0-11-16,0 0-17 0,-6 21-11 0,2-3-11 15,0 9-11-15,-3 2-5 0,3 4-14 0,-2-1-15 16,3 2-5-16,-2 2 3 0,0 1-7 0,1 0-7 15,-1-1-8-15,5 1 1 0,-2-1 4 0,-1-1-3 16,1-3-5-16,0-1 0 0,0-1-7 0,1-3-4 16,1-7 4-16,0 3 0 0,-4-5-9 0,3 1-1 15,-2-2-4-15,2-3-1 0,-2-2-2 0,2-2 1 16,-2 1-2-16,1-3-4 0,1 0 2 0,-2-2 4 0,2-2-1 16,-2 1-2-16,2-1 15 0,-2 1 32 15,-3-4 19-15,0 3 19 0,2-2 11 0,-4-1 8 16,2 0 2-16,-4-1-2 0,4 2 1 0,-2-2-4 0,0 0 1 15,-2-2-4-15,10 2 1 0,-11 0 9 0,6-1 1 16,5 1 2-16,0 0 6 0,-11 0 0 0,11 0-1 16,0 0-7-16,0 0-20 0,0 0-7 0,0 0-18 15,31-4-11-15,1 5-6 0,-2-1-20 0,6 2-14 16,2-1-20-16,3 2-20 0,18-1-28 0,-16 3-31 16,12-3-39-16,-16 0-41 0,18 0-45 0,-3 1-33 15,-11 0-46-15,-3 2-48 0,1-5-56 0,-4 1-67 16,-3-4-296-16,-3 5-810 0,-1-2 358 0</inkml:trace>
  <inkml:trace contextRef="#ctx0" brushRef="#br0" timeOffset="191909.61">18279 13138 42 0,'0'0'269'0,"0"0"-28"16,-2-5-30-16,2 5-24 0,0 0-20 0,0 0-16 16,0 0-17-16,0 0-11 0,-11 13-13 0,8-8-14 15,2 1-9-15,-2 1-8 0,0 1-5 0,-1-1-6 16,2 2-5-16,0 2-6 0,4-1-7 0,-2 0-4 16,2 2-4-16,5-2 0 0,-3-1-4 0,5 1-4 15,1-1-1-15,1 0-2 0,0-2-7 0,5 1 0 0,-2-3-5 16,2-2-4-16,-3-3 1 0,0 0-2 0,1 0-1 15,-2-3-2-15,-1-3-1 0,-2 1-3 16,0-2 0-16,1-1 1 0,-4-1-2 0,-1-2 0 0,-2 1 6 16,-1-1 4-16,-4-2 0 0,-1 0 12 0,-1 0 6 15,-3 2 6-15,-5-2 3 0,1-1 0 0,-4 1-1 16,-1 0-1-16,-1 2 3 0,1 2-4 0,-4-1-4 16,4 2-1-16,2 2-3 0,2 2-6 0,-1 0-2 15,3 0 2-15,4 0-6 0,1 2-2 0,-1-1-6 16,2 2-1-16,4 1 0 0,0 0 2 0,0 0 1 15,0 0-1-15,0 0-2 0,21 5-3 0,-4-4 2 16,3 2-9-16,3-1-3 0,2-1 4 0,4 2-6 16,-5 0-5-16,-2-2-3 0,1-1-4 0,0 0-7 0,0 1-4 15,1-2 0-15,-4-1 2 0,-1-1 0 16,0 0 5-16,-4-1 0 0,0 1 5 0,-3-2-1 16,-1-1 5-16,-3 1 0 0,0 0 8 0,-1 0 6 0,-3-2 2 15,3 4 4-15,-4-2 10 0,1-1 4 0,1 0 1 16,-2 3-2-16,1 0-1 0,-4-2-3 15,0 5-2-15,4-6-4 0,-1 5-3 0,-3 1-1 0,0 0 0 16,0 0-4-16,0 0-3 0,15 6 1 0,-7-3 2 16,-1 1 1-16,-2-2-2 0,5 5-2 0,2 1 4 15,-1-2-5-15,0 3 4 0,-4-1-3 0,4 0-1 16,-3 2-2-16,1-3-2 0,-1 1-5 0,-2 0-4 16,2 1-4-16,-4-3 4 0,-1-1-3 0,-2 0 5 15,0 1-4-15,-2-1 2 0,0-2 5 0,-2 1 3 16,-5 0-3-16,3-1 0 0,-2-1 5 0,-5 0 1 15,1 0-4-15,-2-1 6 0,0 1-2 0,-1 0-2 16,-1-2 3-16,4 0 1 0,3-2-1 0,-3 2 4 0,6-2 0 16,5 2-2-16,-12 0 7 0,6 2 1 0,6-2 8 15,-6-3 0-15,6 3-3 0,0 0-7 16,0 0-6-16,0 0-10 0,0 0-10 0,18-9-11 0,-7 5-10 16,4-1-12-16,-2 1-9 0,1-1-16 0,6-1-15 15,0 1-18-15,0-3-16 0,-2 1-14 0,5-1-25 16,-1 0-4-16,-2-1 0 0,2 1 2 0,-2-2 18 15,-2-1 8-15,-2 0 15 0,-3 3 17 0,-3-1 28 16,0 1 22-16,-2 0 28 0,-4 3 35 0,1-3 6 16,-2 0 28-16,-1 3 13 0,-2-1 17 0,0 1 7 15,0 2 3-15,0 3-5 0,-3-6-7 0,3 6-6 16,-7-4-9-16,7 4-4 0,-4-1-5 0,4 1-5 16,0 0-2-16,-8 10-1 0,5-5 10 0,2 3 2 15,1-1-3-15,0 4-2 0,3 1-2 0,1 1-3 16,1 3 0-16,4-1-4 0,1 1-6 0,-3 0-1 15,3-1 0-15,2 1-3 0,-4-2-2 0,2 2-3 0,-1-4 2 16,-2-2-8-16,-2 3 1 0,-1-4-3 0,1 1-7 16,-3-5 6-16,1 3-2 0,-3-2 6 0,-3-2-2 15,-1 2 1-15,-1-4-1 0,-2 1-1 0,-4-2 2 16,-1 0 0-16,-2-1-2 0,-1-1-1 0,-3 1-20 16,-2-3-40-16,1 0-58 0,1-2-86 0,2 3-162 15,5-1-387-15,0 1 172 0</inkml:trace>
  <inkml:trace contextRef="#ctx0" brushRef="#br0" timeOffset="192583.05">19103 13469 106 0,'0'0'133'0,"-6"-6"-8"0,3 2 6 15,-4 0-10-15,2 0-4 0,-3 0-5 0,0 2 0 32,-2-2-2-32,-2 0 2 0,1 2-9 0,-1 0-4 15,-2-1-5-15,1 3-11 0,-1 0-6 0,3 3-4 16,-1-1-12-16,4-1-2 0,0 3-7 0,-1-2-8 16,1 2-1-16,4 1-4 0,-3-1-1 0,3 1 5 0,-1 1 4 0,3 1 1 0,1 1-8 0,1-2 5 15,3 6 0-15,0-1-4 0,2-2-1 0,-1 2-4 0,2 1-3 16,3-2-4-16,-4 2-1 0,5-2-3 15,-2 0-4-15,0-1-4 0,-1 1-5 0,-3 0-2 16,0-5 3-16,-1 2-3 0,1 1-3 0,0-2 0 0,-4 0-2 16,1 0 4-16,2-1-3 0,-6 0-2 0,6-1 0 15,-3 1 2-15,0-5 17 0,-3 4 17 16,3-4 9-16,-5 4 5 0,1-2 5 0,4-2 0 0,-9 1 0 16,9-1-5-16,-13 0-4 0,5-1-3 0,0 0-7 15,8 1-2-15,-18-3-5 0,10 2-2 0,-1-1-10 16,0 1-3-16,-1-3-20 0,4 2-20 0,-1 1-31 15,2-1-34-15,5 2-42 0,-11 0-38 0,11 0-41 16,0 0-53-16,0 0-143 0,0 0-437 0,0 0 194 16</inkml:trace>
  <inkml:trace contextRef="#ctx0" brushRef="#br0" timeOffset="193129.87">19354 13639 11 0,'5'-5'281'0,"-5"-2"-4"0,2 3-8 16,-1-3-12-16,-2 1-5 0,1 1-9 0,-2 0-23 15,2 0-9-15,-1-2-20 0,-5 2-19 0,3 1-27 16,1-1-5-16,-2 1-17 0,0-1-9 16,-3 2-16-16,3 1-16 0,-4-1-2 0,3 2-8 0,-6-3-1 15,0 3-14-15,0 1-3 0,0 0-10 0,-2 0-4 16,2 0-1-16,-2-2-6 0,1 4-8 0,1-2 3 15,4 0-7-15,-2 4 3 0,2-3-4 0,2 0-6 16,5-1 3-16,-11 2-1 0,6-1-4 0,5-1-4 16,-5 2-5-16,5-2 0 0,-1 4 3 0,1-4-5 15,1 5 1-15,-1-5 3 0,6 7-1 0,2-3-3 16,-3 1 0-16,1-2 1 0,2 2 0 0,-4 0-4 16,7 2 3-16,-3 0 0 0,2 0-3 0,-1 1-2 15,-4 2 3-15,2 0-2 0,2 1 1 0,-4 1-1 16,3-3 2-16,-2 2-1 0,-2 1-4 0,1 1 6 15,1 3-4-15,-3-4-1 0,0 1 1 0,-1 5 2 16,0-5 11-16,0 0-10 0,-1 0 1 0,0-1-4 0,1 5 0 16,-2-5 3-16,1 2-3 0,-1-3 0 0,0 1 1 15,0 2-1-15,0-5 4 0,0 2-4 0,0-4 10 16,0-2-8-16,0 0 1 0,2-1 3 0,-2 1 30 16,0-5 43-16,1 5 51 0,-1-5 45 0,0 3 50 15,0-3 19-15,0 0-21 0,0 0-20 0,8-9-19 16,-4 3-10-16,1 0-13 0,2-3-11 0,3-2-13 15,-2-4-10-15,4 0-10 0,-3-4-12 0,5-4-12 16,-1-3-8-16,-1 1-24 0,1-1-33 0,1 0-31 16,-2 7-42-16,-2 1-37 0,-2 1-41 0,1-2-44 15,1 2-51-15,-6 5-58 0,0 3-61 0,3-1-81 16,-5 2-360-16,3 3-847 0,-4 1 375 0</inkml:trace>
  <inkml:trace contextRef="#ctx0" brushRef="#br0" timeOffset="193723.55">19804 12717 124 0,'0'0'373'0,"0"0"-20"0,-2-5-41 15,2 5-29-15,0 0-33 0,0 0-28 0,-2-4-26 16,2 4-20-16,0 0-16 0,0 0-18 16,-15 8-13-16,7-3-11 0,3 4-2 0,-6 1 1 0,-3 3-6 15,0 3 2-15,1-1-8 0,1 0-13 0,-2 2-2 16,-4 4-7-16,4-4-12 0,-3 6-4 0,6-5-9 16,0 0-3-16,3 0-1 0,1 1-8 0,3-1-4 15,4 3 5-15,-4-3-10 0,8 0-4 0,0 1 1 16,7-1 1-16,-1-3-2 0,5 2-9 0,1-4-15 15,3-2-39-15,3-1-35 0,5 5-42 0,-6-8-37 16,0 2-64-16,1-4-63 0,1 1-311 0,-2-4-629 16,0 0 280-16</inkml:trace>
  <inkml:trace contextRef="#ctx0" brushRef="#br0" timeOffset="194082.9">20215 12936 40 0,'0'0'278'0,"7"-2"0"16,-7 2 3-16,0 0-4 0,0 0-2 0,4-4-2 16,-4 4-6-16,4-1 0 0,-4 1-6 0,0 0-4 15,1-4-7-15,1 0-8 0,-2 4-14 0,0 0-7 16,0 0-11-16,2-5-16 0,-2 5-17 0,0 0-7 15,0 0-10-15,0 0-21 0,0-4-10 0,0 4-14 16,0 0-13-16,0 0-15 0,0 0-16 0,0 0-11 0,0 0-13 16,0 0-3-16,0 0-9 0,0 0-5 0,-16 10 5 15,8-5-13-15,-3 0 1 0,3 2 0 0,-6-1-7 16,-1 3-6-16,-1-2-9 0,2 3-14 0,-2 0-18 16,-2 0-15-16,4 1-25 0,-2-1-22 0,2 1-30 15,4-3-19-15,-3 1-20 0,2 0-14 0,2-2-17 16,2 1-19-16,-2 0-24 0,5-3-32 0,0 2-18 15,0-4-9-15,2 2-29 0,1-1-164 0,0-1-527 16,1-3 233-16</inkml:trace>
  <inkml:trace contextRef="#ctx0" brushRef="#br0" timeOffset="194270.38">20055 12939 187 0,'1'-4'302'0,"-1"4"-6"0,-1-8-13 0,1 8-25 15,0-5-18-15,0 5-25 0,0 0-28 0,0 0-18 16,0 0-13-16,0 0-14 0,0 0-5 0,14 8-14 0,-8-3-14 16,-1 2-9-16,2 0-7 0,0 4-11 0,4-1-8 15,-3-1-3-15,2 2-12 0,3 3-3 0,-2-1-12 16,3 1-27-16,-5 0-33 0,2-4-35 0,0 1-44 16,-3 0-61-16,3-2-62 0,1 0-260 0,-1-1-517 15,1 3 229-15</inkml:trace>
  <inkml:trace contextRef="#ctx0" brushRef="#br0" timeOffset="194473.48">20430 13155 73 0,'0'0'290'0,"0"0"-15"16,0 0-21-16,5-3-17 0,-5 3-20 0,0 0-23 0,0 0-21 15,0 0-21-15,0 0-15 0,7 9-14 16,-7-9-10-16,0 6-14 0,0-3-6 0,0-3-8 15,-7 10-8-15,5-3-8 0,-5-1-5 0,0 5-7 0,0-4-20 16,0 5-31-16,-2-3-37 0,-1 1-43 0,2-1-52 16,0-1-61-16,1 1-215 0,0-4-434 0,3 2 192 15</inkml:trace>
  <inkml:trace contextRef="#ctx0" brushRef="#br0" timeOffset="194957.81">20660 12991 64 0,'1'-1'354'0,"-1"1"-9"15,4-4-8-15,-4 4-9 0,2-5-15 0,-2 5-21 0,0 0-30 16,2-4-21-16,-2 4-32 0,0 0-27 0,0 0-22 16,0 0-21-16,3-3-18 0,-3 3-14 0,0 0-16 15,0 0-36-15,3 10-17 0,-2-5-17 0,1-3-14 16,1 2-28-16,0 2-13 0,0 0-13 0,1-3-11 16,0 1-10-16,2 3-10 0,-2-3-6 0,1-2-12 15,3 1-8-15,-4-2-6 0,2 0 11 0,2-1 7 16,-8 0 10-16,16-1 8 0,-10 1 4 0,2-3 12 15,-2 0 13-15,0-1 25 0,2-2 35 0,-4 3 26 16,1 1 16-16,-1-1 22 0,1-2 17 0,-4 2 17 16,3-1 10-16,-2 1 3 0,-2 3-5 0,5-3-10 15,-3 0-7-15,-2 3-11 0,0 0-15 0,0 0-7 16,2-3-17-16,-2 3-7 0,0 0-1 0,0 0 1 0,-8 13-12 16,5-8-6-16,-1 1 1 0,-1-3-5 0,0 9-1 15,0-4-4-15,0 2-2 0,-1 0 1 16,2 2 4-16,-1-3-8 0,-2 4 2 0,3-2-4 0,1 1-28 15,1-2-29-15,0 0-27 0,2 2-33 0,-4 0-49 16,5-2-73-16,2-2-76 0,-3-2-232 0,4 7-578 16,0-6 256-16</inkml:trace>
  <inkml:trace contextRef="#ctx0" brushRef="#br0" timeOffset="195801.57">20758 13127 13 0,'0'0'270'0,"0"0"-6"0,0 0-9 0,0 0-7 0,0 0-22 15,0 0-16-15,0 0-18 0,0 0-21 0,0 0-21 16,0 0-19-16,0 0-14 0,0 0-12 0,0 0-8 16,0 0-12-16,-13 6-9 0,8-1-3 0,1-2-6 15,1 6-3-15,-2-4-10 0,-1 3-2 0,-2 1-4 16,0-2-4-16,1 5-2 0,2-2-8 0,-3-1 0 16,0 3-5-16,1-2-2 0,0 0-1 0,3 0-18 15,-2 1-31-15,2-1-41 0,0-1-57 0,3 0-62 16,1-1-72-16,0-1-173 0,1 4-464 0,7-3 206 15</inkml:trace>
  <inkml:trace contextRef="#ctx0" brushRef="#br0" timeOffset="196176.53">21031 13210 107 0,'0'-4'435'16,"0"4"-3"-16,0 0-18 0,0 0-16 0,0 0-22 15,0 0-29-15,3-3-30 0,-3 3-30 0,0 0-30 0,0 0-31 16,0 0-22-16,0 0-21 0,5 7-10 16,1-1-27-16,-5-3-13 0,4 4-14 0,-1 0-13 15,3 2-13-15,-4-1-5 0,0 1-11 0,-2 1-10 0,2-1-18 16,-2 3-32-16,-1-3-34 0,0 1-31 0,-4 0-19 16,3-4-24-16,-3 1-30 0,-6 1-21 0,2 0-33 15,-3-3-37-15,2 3-33 0,-1-4-50 0,-1 0-62 16,-2-3-191-16,3 0-591 0,-1 1 261 0</inkml:trace>
  <inkml:trace contextRef="#ctx0" brushRef="#br0" timeOffset="196832.71">21360 12908 229 0,'-4'-4'350'0,"4"4"-21"16,0 0-32-16,0 0-27 0,0-5-27 0,0 5-29 15,0 0-28-15,0 0-19 0,0 0-17 0,0 0-12 16,-8 12-17-16,4-7-14 0,1 1-8 0,-4 6-12 16,6-2-5-16,-3 3-9 0,0-2-8 0,-3 6-7 15,7 0-5-15,-4 0-2 0,4-5-8 0,0 6-3 16,-1-5-6-16,1-1-4 0,0 0-2 0,1 0-7 16,-1-3-11-16,4 1-4 0,-4-2 3 0,0 0-3 15,2-3 2-15,2-2 0 0,-3 1 0 0,3-1 1 0,-4-3-3 16,5 2 2-16,-5-2-2 0,0 0 0 0,13-7 0 15,-8 4-4-15,4-5 2 0,-2 2 0 0,2-3-1 16,-2 0 3-16,3 3 7 0,-3-5 5 0,1 2 13 16,-1 1 2-16,1 2 9 0,-5 0 6 0,1-1 4 15,0 2-6-15,0 0-4 0,0 3-4 0,-1-2-6 16,2 0-7-16,-5 4-11 0,7-3-1 0,-7 3-4 16,0 0-2-16,4 8 3 0,0-3 0 0,-2 0-3 15,3 6-7-15,-1-1 7 0,2 0-6 0,0-1 4 16,-3 1-2-16,3-1-1 0,1 0 5 0,-2 1 1 15,2-2-2-15,-2 0 0 0,3-1-1 0,-4-3 0 16,6-1 2-16,-5 1 4 0,2-2 2 0,1 1-8 16,-1-3 5-16,1 1-3 0,-8-1 0 0,13-6 4 0,-7 2 1 15,2 1-1-15,-1-4-2 0,1-1 6 16,-2 0 0-16,3-1-1 0,-5-1 9 0,2-1-5 16,-3-1 3-16,-2-1-3 0,3-1-3 0,-4 1 1 0,0 1 0 15,0-1-12-15,0-2-6 0,-3 3-23 0,1 0-11 16,-3 0-20-16,3 4-23 0,-2 0-34 0,-3 0-39 15,2 5-45-15,-1-1-55 0,-1 0-54 0,2 2-242 16,5 2-593-16,-11 2 263 0</inkml:trace>
  <inkml:trace contextRef="#ctx0" brushRef="#br0" timeOffset="197176.43">21722 12769 158 0,'-1'-5'405'16,"1"5"-6"-16,-3-5-18 0,3 5-18 0,0 0-13 0,0 0-28 15,0 0-26-15,0 0-11 0,0 0-23 0,23 6-19 16,-13 1-9-16,6 3-19 0,2 1-12 0,1 1-28 15,5 4-15-15,0 4-14 0,0-1-17 0,2 4-14 16,-3-4-10-16,0 4-14 0,-4-1-12 0,0 2-3 16,-3-4-15-16,-5 1-1 0,0 5-9 0,-5-8-6 15,0 11-1-15,-6-2-8 0,0 0-13 0,-5 2-27 16,-5-5-27-16,-3 3-29 0,1-4-35 0,-2 2-26 16,-2-2-26-16,-1-3-22 0,-5 0-25 0,10-4-25 15,-4-1-33-15,-1 1-32 0,3-4-50 0,1 1-267 16,1-3-650-16,7 0 288 0</inkml:trace>
  <inkml:trace contextRef="#ctx0" brushRef="#br0" timeOffset="197754.5">22780 12916 394 0,'-9'-2'414'15,"9"2"11"-15,0 0 6 0,0 0-6 0,-7-1-16 16,7 1-15-16,0 0-16 0,0 0-19 0,0 0-21 15,0 0-24-15,0 0-26 0,0 0-28 0,0 0-26 16,0 0-29-16,0 0-36 0,13-6-30 0,-4 6-36 16,3-3-45-16,1 3-41 0,1 0-46 0,6-1-49 0,1 1-35 15,-1 1-54-15,-5-1-56 0,-4 3-56 16,4-1-48-16,-3 1-64 0,-2 1-301 0,-3-3-749 16,-1 3 332-16</inkml:trace>
  <inkml:trace contextRef="#ctx0" brushRef="#br0" timeOffset="197926.35">22712 13103 95 0,'-4'4'272'15,"2"-1"8"-15,0 1 21 0,2-4-2 0,4 6-3 16,0-4-14-16,8 1-29 0,2 0-25 0,8 1-31 16,11-3-12-16,-1 2-18 0,4 1-22 0,0-1-61 15,1-3-55-15,-2 1-65 0,-2 5-82 0,4-6-98 16,-5 2-242-16,-3 1-495 0,1 1 220 0</inkml:trace>
  <inkml:trace contextRef="#ctx0" brushRef="#br0" timeOffset="200886.6">25327 12609 197 0,'10'-15'284'0,"0"-1"-9"0,1 2-9 0,-1-4-10 16,0 0-11-16,-3 0-20 0,2 0-11 0,-3-4-12 0,-1 3-21 15,2 0-13-15,-3 1 6 0,0 0-13 0,-2 5-6 16,-2-1-17-16,0 1-14 0,-2 1-10 16,0-1-18-16,-2 2-10 0,-3 1-6 0,-2 0-8 0,-1 1-12 15,0 2-10-15,-4 1-5 0,2 1-15 0,-1 3 2 16,-4 2-4-16,2 2-5 0,-4 1-6 0,3 3 3 15,2 2-5-15,-1 2-2 0,-2 4-2 0,6 3-3 16,-3 1 4-16,5 1-3 0,3 9 1 0,2 3-2 16,0-1-2-16,0 4 1 0,4 1 7 0,2-3-4 15,4 2-4-15,-2-1-2 0,0 0 2 0,-1 1 0 16,4 0 1-16,-6-1-5 0,4 1-3 0,0-1 6 16,0-5-1-16,-5 3-4 0,4-2 1 0,-4 1-1 0,0-2-2 15,2-2 4-15,-2 3-2 0,-2-2 1 16,1-8-1-16,-2 0 10 0,0 3-6 0,-1-3 1 15,-1 0-6-15,2 1 0 0,-1-1 2 0,-1 0-1 0,1-1 6 16,-1-5-5-16,4-2 3 0,-5 2 0 0,1 0-10 16,3-3-21-16,0 1-22 0,1-4-19 0,-2 3-17 15,-1-4-20-15,1 1-25 0,2-3-25 0,-2 0-30 16,0 0-23-16,3-4-54 0,3 7-228 0,-3-7-529 16,0 0 234-16</inkml:trace>
  <inkml:trace contextRef="#ctx0" brushRef="#br0" timeOffset="201120.95">25105 12954 259 0,'-2'-5'371'0,"4"1"-8"0,-2 4-21 0,3-6-25 15,-2 2-36-15,4 0-24 0,3 2-26 0,-1-1-17 16,6 1-26-16,-1-2-19 0,1 4-13 0,6 0-21 15,-4-2-14-15,4 4-12 0,0-2-13 0,0 2-5 16,3 0-13-16,-3-1-29 0,2 0-33 0,-1 0-50 16,-2 1-38-16,2 0-51 0,-8 1-56 0,3-2-56 15,0 0-77-15,-3 0-170 0,1 2-521 0,-3-1 230 16</inkml:trace>
  <inkml:trace contextRef="#ctx0" brushRef="#br0" timeOffset="201730.26">25465 13132 250 0,'0'0'323'16,"-1"-5"-18"-16,1 5-24 0,0 0-29 0,-2-4-19 16,2 4-28-16,0 0-26 0,0 0-22 0,0 0-15 15,0 0-11-15,0 0-17 0,-10 9-10 0,8-5-15 16,1 1-9-16,-2-1-4 0,-1 3-10 0,0 2-6 16,1 0-7-16,0 1-3 0,-1 1-4 0,3 1-5 15,-4-4-5-15,3 5-4 0,2-3-1 0,-4 1-7 16,4-2 3-16,0 0 4 0,0-4-13 0,0 3-7 15,2-4 2-15,0 1-3 0,-2-2 0 0,2 0-1 0,4-1-4 16,-2 0 6-16,-4-2-8 0,14 1-3 16,-5-4 0-16,-2 1 3 0,2-4-5 0,0 2 4 15,6-3-2-15,-7 1 4 0,6 0-1 0,-3-1-2 0,-2 1 4 16,2-2-1-16,-4 1 9 0,1 1 7 0,-1 1 6 16,-2 0 8-16,1 0 2 0,-2 2 4 0,1-1-8 15,-1 3-6-15,-4 1-5 0,4-5-4 0,-4 5-6 16,3-1-5-16,-3 1-4 0,0 0-1 0,8 7 0 15,-8-3 3-15,2-1-4 0,0 5 1 0,2-1-2 16,-1 2 3-16,1 0-4 0,0 2 0 0,2-1 1 16,3 0-5-16,-1-1-2 0,-1 1-2 0,3-1-3 15,2 0-1-15,-2 0 0 0,-1-2 1 0,3-1-3 16,-2-1 1-16,-2 1 4 0,6-3 1 0,-5-2 4 16,-1-1 1-16,0-1 0 0,1-1-1 0,-4 0 0 15,3-3 4-15,-1 0 5 0,0-2-4 0,-2 1 0 16,-1-6 1-16,-1 1-3 0,1-1 4 0,-2 0-5 0,1-4 3 15,-3 3 0-15,-3-1-4 0,1 3 2 0,-2-2 2 16,1 0-1-16,1 3-9 0,-1-2-17 16,-1 5-22-16,0-2-31 0,-1 2-36 0,2 1-44 0,-3 2-47 15,2-3-53-15,1 4-193 0,1-2-491 0,0 2 218 16</inkml:trace>
  <inkml:trace contextRef="#ctx0" brushRef="#br0" timeOffset="202089.62">26149 12728 50 0,'2'-8'322'0,"-1"1"-12"0,0 2-13 0,-1 0-7 15,3 1-22-15,-3 4-23 0,0-7-15 0,0 7-37 16,0 0-27-16,0-3-15 0,0 3-18 16,0 0-13-16,0 0-12 0,-14 10-14 0,9-2-10 0,-6 0-6 15,4 2-6-15,-4 1-11 0,-3 4-1 0,0-1-2 16,0 0-7-16,3 1-6 0,-1 3-1 0,-1-1-1 16,6-2-7-16,-3 1-3 0,2 1-2 0,3 1-2 15,-1 0-1-15,3-1-10 0,2 0 9 0,0 1 2 16,2-6-7-16,0 1-5 0,2 1 0 0,4 1 0 15,1-4-1-15,3 3-9 0,1-2-22 0,3 0-35 16,-1-1-33-16,3-3-39 0,0 0-46 0,3 0-59 16,2-3-44-16,-3-1-223 0,1-2-536 0,3 2 238 15</inkml:trace>
  <inkml:trace contextRef="#ctx0" brushRef="#br0" timeOffset="202370.86">26599 12828 270 0,'2'-4'347'15,"-1"0"-16"-15,-1 4-16 0,0-6-25 0,0 6-30 16,0 0-26-16,0-6-26 0,0 6-25 0,0 0-23 16,0 0-11-16,0 0-19 0,0 0-9 0,0 0-15 15,-16 15-12-15,10-7-9 0,-2 4-8 0,-4-1-10 16,3 1-3-16,-5 2-7 0,-1 1-4 0,0 1-10 15,1-1-7-15,-1-1 0 0,-1 3-5 0,4-1 1 16,-3 1-10-16,1-3-16 0,3-3-25 0,-1 4-14 16,3-4-13-16,2 1-11 0,-1-3-19 0,2 1-15 15,1-2-30-15,-1-2-27 0,4 0-20 0,0 1-31 16,2-2-23-16,0-2-217 0,0-3-473 0,2 3 210 16</inkml:trace>
  <inkml:trace contextRef="#ctx0" brushRef="#br0" timeOffset="202589.6">26372 12889 269 0,'0'0'247'16,"0"0"-20"-16,-2-4-24 0,2 4-18 0,0 0-17 16,0 0-15-16,0 0 1 0,10 11-9 0,-6-4-10 15,3 1-11-15,3 1-8 0,-1 0-12 0,2 5-9 16,4-3-10-16,0 2-7 0,-1 1-11 0,2-1-4 15,-1 0-7-15,1-1-5 0,-2 0-24 0,0-2-45 16,-3-1-54-16,0 0-51 0,6-1-57 0,-6-2-214 16,0 1-425-16,0-2 188 0</inkml:trace>
  <inkml:trace contextRef="#ctx0" brushRef="#br0" timeOffset="202932.08">26828 12675 127 0,'-3'-3'347'16,"3"3"-25"-16,0-3-29 0,0 3-28 0,0 0-31 16,0 0-23-16,0 0-23 0,0 0-13 0,0 0 7 15,0 0 5-15,10 18-7 0,-4-13 2 0,-1 8-6 16,3-2-7-16,1 6 0 0,3 1-12 0,-1 0-12 15,-1 0-17-15,6 6-10 0,-3-5-14 0,1 1-9 16,-3 0-10-16,3 4-14 0,-5-7 0 0,0-1-9 16,-4 1-11-16,1 0-3 0,-1-1-15 0,-4 1 5 15,2-2-5-15,-2 1-7 0,-5 0-19 0,0 1-24 16,-2-4-17-16,-3 3-15 0,0-1-20 0,-3-3-14 16,-2 2-17-16,3-3-21 0,-4 0-18 0,1 0-23 15,0 0-10-15,1-3-31 0,4-1-40 0,-1-1-61 16,5 2-194-16,-1-3-538 0,4-1 238 15</inkml:trace>
  <inkml:trace contextRef="#ctx0" brushRef="#br0" timeOffset="203193.73">27285 13049 185 0,'5'-3'300'15,"1"2"-12"-15,3 0-20 0,1 1-25 0,0 0-19 16,4 1-18-16,4 2-23 0,4-2-15 0,1 0-18 16,-2 3-17-16,2-2-10 0,0 1-10 0,6 2-14 15,-5-3-7-15,-1 0-10 0,0 1-10 0,-1-3-7 16,1 2-41-16,-3-2-49 0,2 0-60 0,-2-2-83 15,-1-1-47-15,2 1-207 0,-1-3-455 0,1 2 202 16</inkml:trace>
  <inkml:trace contextRef="#ctx0" brushRef="#br0" timeOffset="204209.41">28109 12633 132 0,'0'0'298'0,"-3"-4"-33"16,3 4-27-16,-1-5-25 0,1 5-27 0,0 0-21 16,0 0-15-16,0 0-15 0,0 0-13 0,0 0-13 15,4 18-8-15,-1-10-11 0,2-2-8 0,-3 3-13 16,2 0-3-16,1 1-5 0,3-1-5 0,-2 3-6 15,2-2-6-15,-1-1-4 0,1 0 0 0,1-2-4 16,1 0-3-16,0-1-2 0,0 2-2 0,1-4-6 16,1 0-2-16,-3-3 4 0,0 0-2 0,3-1-4 15,-1-1-4-15,0-2 1 0,0-2-2 0,0 0 0 16,-3-1-1-16,4-2-4 0,-2-2 21 0,0 0 4 0,3-2 2 16,-1 1 9-16,-3 1 13 0,1 3-2 15,1-5 2-15,-1 2 6 0,0 1 10 0,-3 2 6 16,3-1-2-16,-6 3-6 0,1 0-6 0,2-1-4 0,-3 2-11 15,2 1-3-15,-1 0-9 0,-2 1-9 0,-3 2-4 16,0 0-1-16,13 6-3 0,-7 0-2 0,-1 3 6 16,4 3-13-16,-1 3-6 0,5 11 5 0,1-3-3 15,-3 5 0-15,0 2-5 0,4 0-2 0,-3 4 1 16,3-1 6-16,-2 1-4 0,6 1-9 0,-1 11 5 16,-6-12 4-16,2 2-1 0,-6 0-2 0,4-1-1 15,-5-2-2-15,0 2 5 0,-3-2-4 0,0-1 0 16,-4-6-1-16,0-1 0 0,0-4 6 0,0-1-3 15,-4-1 4-15,-1-2 33 0,-4-2 3 0,5-3 13 16,-4-2 21-16,0-1 16 0,-3-3 11 0,4 1 14 16,-7-3 12-16,3-2 6 0,-3 0 5 0,3-2 0 15,-3-3-1-15,1-1-6 0,-1 1-3 0,-3-7-4 0,4 4-10 16,-3-4-4-16,0-2-12 0,-1 1-3 0,4-5-8 16,-1-1-9-16,3 5 0 0,-2-4-8 15,3 0-5-15,1 0-7 0,3-1-7 0,0 1-11 0,3-3-1 16,3-1-25-16,3-1-26 0,4 0-36 0,2-6-36 15,3 0-47-15,3 1-52 0,1-4-44 0,3 4-38 16,0-4-43-16,2 6-64 0,-1-3-45 0,-5 1-54 16,1 2-257-16,3 3-786 0,-5 2 348 0</inkml:trace>
  <inkml:trace contextRef="#ctx0" brushRef="#br0" timeOffset="204709.4">28962 12330 243 0,'0'0'334'0,"0"-4"-34"0,0 4-27 15,-3-5-28-15,3 5-25 0,0 0-25 16,15 10-19-16,-4 3-15 0,5 2-17 0,6 8-8 0,4 5 2 16,11 9-7-16,3 4-7 0,-3 3-2 0,4 2 5 15,-2 1-11-15,-2 2-13 0,1 3-6 0,-1 1-8 16,-7-2-7-16,-4 2-9 0,1-5-11 0,-7 2 0 16,-2 0 0-16,-7-1-14 0,-6-11-9 0,-1 12-2 15,-9 0-1-15,-6-13-8 0,-2 12 1 0,-4-13-1 16,-11 11-7-16,-8-6-4 0,-2-3-21 0,-5-3-23 15,-3-6-25-15,-1-3-24 0,8-8-26 0,-12 4-30 16,1-3-35-16,-1-4-35 0,8-6-43 0,4 0-49 16,-16 0-173-16,13-3-505 0,2 3 224 0</inkml:trace>
  <inkml:trace contextRef="#ctx0" brushRef="#br0" timeOffset="205570.89">24937 12202 187 0,'-1'-5'318'0,"1"-2"-19"0,-3 5-21 15,2-3-27-15,-2 1-22 0,3 4-28 0,-2-4-21 16,2 4-24-16,0 0-17 0,-15 11-17 0,6-5-8 15,-7 10-12-15,-7 7 8 0,1 2 11 0,-4 3-2 16,-4 15-1-16,-2 0 2 0,0 7 7 0,1 3 0 16,1 3 0-16,0 1 10 0,-9 22-4 0,14-23 5 0,4 3-9 15,-1 0 1-15,7-2-9 0,2 2-11 16,4-4-6-16,5 2-11 0,4-2-9 0,8-2-5 16,7 3-5-16,7-5-6 0,5-3-6 0,7 0-7 0,10-2-4 15,6-4-15-15,7-3-14 0,26 7-38 0,-22-17-49 16,29 6-53-16,-26-12-47 0,1-4-53 0,1-1-80 15,0-4-105-15,2-6-245 0,2 1-702 0,-8-8 310 16</inkml:trace>
  <inkml:trace contextRef="#ctx0" brushRef="#br0" timeOffset="206602.2">29359 12057 196 0,'-7'-3'319'0,"7"3"-14"0,0 0-24 15,-4-1-20-15,4 1-27 0,0 0-18 16,0 0-24-16,0 0-23 0,0 0-17 0,0 0-18 0,0 0-11 15,0 0 0-15,11 11-25 0,0-4-13 0,-4 3-9 16,2-1-8-16,-2 0-5 0,1 0-7 0,-4 1-14 16,2 2 3-16,1 0-9 0,-3-1 0 0,-3 3-6 15,-1-3-4-15,0 1-8 0,0 0 1 0,-3 0-1 16,1 1 0-16,-5-2-1 0,1-1 7 0,1 0-2 16,-4-1 9-16,4 0 11 0,1-3 4 0,-3-1 5 15,3 2 2-15,3-4 6 0,-2 1 10 0,-3 0 22 16,6-4 10-16,-3 5 16 0,3-5 20 0,0 0 8 15,0 0-4-15,0 0-19 0,12 2-10 0,-1-4-12 16,5 2-13-16,3-1-20 0,4-1-33 0,9 2-37 16,0-3-72-16,2 0-58 0,0 1-74 0,0-1-106 0,8-1-107 15,-2-1-240-15,1 1-714 0,-2-3 316 0</inkml:trace>
  <inkml:trace contextRef="#ctx0" brushRef="#br0" timeOffset="-191574.03">6909 15436 3 0,'-8'1'315'0,"8"-1"-5"15,0 0-10-15,-10 0-14 0,10 0-12 0,0 0-14 16,0 0-7-16,0 0-11 0,0 0-7 0,0 0-7 16,0 0-10-16,0 0-10 0,-9-1-12 0,9 1-13 15,0 0-9-15,0 0-10 0,0 0-12 0,0 0-18 0,0 0-12 16,0 0-15-16,0 0-6 0,0 0 5 15,0 0 2-15,27 0-14 0,-11 0-10 0,2 0-10 16,7 0-7-16,3 0-6 0,5-1-5 0,-1 1-8 0,-2-3-5 16,4 3-4-16,-1 0-3 0,-3 0-8 0,1 0-3 15,-8 0-21-15,-4 0-18 0,-1 0-31 0,-2 0-42 16,-5 0-26-16,-2 3-19 0,-2-2-23 0,-1 0-14 16,-6-1-28-16,0 0-32 0,0 0-48 0,0 0-36 15,-22 7-48-15,11-5-180 0,-5 0-587 0,0-1 260 16</inkml:trace>
  <inkml:trace contextRef="#ctx0" brushRef="#br0" timeOffset="-184694.22">8005 15103 145 0,'4'-12'334'0,"3"1"-9"0,-4-1-4 0,2 1-16 15,-1 0-11-15,-2 0-4 0,3-1-15 0,-5 3-8 16,1 3-14-16,2-2-14 0,-3 0-13 0,0 3-14 16,0 2-21-16,0-1-30 0,0 4-15 0,0-6-20 15,0 6-10-15,0 0-12 0,0 0-7 0,-4 17-12 16,0-6-7-16,0 1-5 0,-1 6-10 0,-1 8-5 15,-1 2-6-15,0-1-8 0,1 1-3 0,-1 3-5 16,0 0-4-16,-1-2 1 0,0 3-4 0,0-4-4 16,-2 2-5-16,6-4 8 0,-3 0-9 0,-2 2-4 15,2-7 1-15,1-4-6 0,1-1 4 0,2-5-3 16,0 1 0-16,1-4-8 0,-2 1 5 0,1-4-2 16,2 0 10-16,-2-1 3 0,3-4-4 0,0 0-3 15,0 0 3-15,0 0-12 0,0 0 8 0,15-20-2 0,-7 9-1 16,2-6 0-16,0-2-2 0,4-13 0 0,6 3 1 15,-3-5-4-15,9-9 2 0,-2-2 2 0,-5 11-5 16,3-14-7-16,-3 15 5 0,4-12 0 0,-7 12 5 16,1 1-5-16,-4 2 2 0,-3 5 2 0,2-2 4 15,-5 6 0-15,0 0-3 0,-2 4 19 0,2 1 7 16,-3 3-3-16,0 2-5 0,-1 2 6 0,0 1-2 16,-2 3-5-16,3 2-6 0,-3-1-1 0,2 3-7 15,-3 1-2-15,0 0 0 0,12 10 0 0,-6-1-1 16,1 3-6-16,3 6 5 0,-4 2 3 0,3 7 1 15,1 3-5-15,1 1 2 0,-3 2-3 0,0 1 7 16,3-1-10-16,-7 2 4 0,6-1 0 0,-5 3 4 0,-1 0-3 16,-1-3-4-16,1-1 1 0,-2-2 1 0,-2-2-3 15,2-1 0-15,-4 0-12 0,0-8-15 16,-2 0-10-16,0-3-21 0,-3-1-29 0,4-4-29 0,-1-3-20 16,-3 0-11-16,2-3-14 0,0-2-18 0,-1 0-22 15,1-2-20-15,-4-2-18 0,9 0-19 0,-14-3-17 16,8-1-22-16,-4-2-244 0,1-5-587 0,-1-1 260 15</inkml:trace>
  <inkml:trace contextRef="#ctx0" brushRef="#br0" timeOffset="-184506.73">8092 15327 160 0,'-7'-3'190'0,"-1"1"9"0,4 0 6 0,0 0-1 16,-1-2-5-16,0 3-11 0,5 1-7 0,0 0-2 0,0 0 6 15,0 0 8-15,0 0-6 0,0 0-19 16,0 0-11-16,26 4-26 0,-12-2-9 0,5 1-11 15,3-1-7-15,7 1-14 0,0-1-13 0,0 1-23 0,1 0-38 16,1-3-37-16,-2 1-38 0,1 0-40 0,-9 0-41 16,1-2-53-16,0 1-45 0,-6-1-187 0,1 0-461 15,1-1 203-15</inkml:trace>
  <inkml:trace contextRef="#ctx0" brushRef="#br0" timeOffset="-184017.69">8575 14953 264 0,'7'-9'298'0,"-6"0"-13"16,3 3-12-16,0 1-6 0,1 0-21 0,-4-1-16 16,3 2-22-16,-3 2-25 0,-1 2-24 0,7-3-13 15,-7 3-13-15,0 0-11 0,7 9-4 0,-6-1-3 16,-1 2-12-16,3 3-5 0,1 4-5 0,-3 2-1 15,-1 1-6-15,-4 7-14 0,3-4-3 0,-2 4-10 16,0-1-3-16,1 3-5 0,-3-9-7 0,-1 6-1 0,2-5-3 16,3-1-12-16,-2 1 1 0,-3-3 4 15,5-3-8-15,-2-2 15 0,2-1-26 0,-2-3 3 16,2-2 2-16,-2-1-2 0,3-1 6 0,0-2 22 0,0-3 1 16,0 0-8-16,7 2-4 0,-7-2-2 0,14-8 1 15,-8 2-11-15,8-1 7 0,-2-1 7 0,4-1-19 16,2 1 0-16,0 0-6 0,-2-3 3 0,0 4-2 15,1-1-6-15,-5 4 0 0,2 0 0 0,-4-1-8 16,3 3 7-16,-2 2-7 0,-2-2 0 0,-2 2 1 16,1 3 1-16,-4 1-2 0,4 0-3 0,-5 1 10 15,1 0-7-15,-3 3 4 0,4-1-2 0,-5 4 0 16,-2-2-2-16,-2 3 4 0,0-2 5 0,0 2-8 16,-8 2 3-16,5-3 0 0,0 4-4 0,-8-4 13 15,2 2-11-15,-2-5-2 0,-3 3 13 0,3-6-11 16,0 4-25-16,4-5-31 0,-7 4-21 0,5-3-26 15,1-1-30-15,1-3-21 0,0 0-33 16,1 0-35-16,5-2-13 16,5 1-30-16,-7-3-38 0,3 0-175 0,4 3-517 15,9-9 228-15</inkml:trace>
  <inkml:trace contextRef="#ctx0" brushRef="#br0" timeOffset="-183595.82">9018 15232 160 0,'0'0'250'0,"3"-4"-6"0,-3 2-10 16,3-3-10-16,-3 5-5 0,0-5-5 0,1 0-11 16,-1 5-7-16,3-3-14 0,-3 3-5 0,0 0-33 0,-4-5-11 15,4 5-14-15,0 0-14 0,0 0-12 0,0 0-9 16,0 0-6-16,-15 7-7 0,11-6 0 0,0 4-12 15,-3-2-8-15,3 2-6 0,-3 2 0 16,4-3-2-16,1 2-3 0,-4 0-5 0,5 1 1 0,1 2 6 16,0-3-18-16,-3 2 6 0,6-2-7 0,-3 2 0 15,4-1-7-15,1 2 1 0,1-2-7 0,-1 1 6 16,2-1-5-16,4 1 0 0,-7-3 0 0,4 1 3 16,-5-1-7-16,2 1 0 0,1-1 1 0,-1 0-1 15,-1 0-7-15,2-1 4 0,-4 0-3 0,0 2-1 16,-1-3 0-16,-1-3 1 0,-4 9 4 0,0-4-2 15,0 0 2-15,-4-2-7 0,-2 2 4 0,-1-1 1 16,-2-1 0-16,2 2 1 0,-4 0 6 0,-3-3-10 16,2 1 1-16,1-1-2 0,0 0-2 0,3 2-8 15,2-3-23-15,1 1-14 0,2 0-22 0,4-1-9 16,-1 1-14-16,4-2-20 0,0 0-27 0,0 0-18 16,0 0-19-16,23-7-18 0,-12 4-21 0,9-2-8 0,1-1-161 15,-1-1-418-15,2 2 185 0</inkml:trace>
  <inkml:trace contextRef="#ctx0" brushRef="#br0" timeOffset="-182142.75">9145 15377 309 0,'11'-4'35'0,"1"2"19"16,-5 0 25-16,0-1 20 0,-2 2 6 0,-2-1 10 16,-3 2 5-16,9-2 6 0,-9 2 10 0,0 0 14 15,0 0 10-15,0 0-1 0,0 0-2 0,-5 10-1 16,5-10-5-16,-5 6-7 0,3-1-11 0,0 1-13 16,0 1-7-16,2-2-12 0,0 2-10 0,-1-1-7 15,2 0-1-15,1 2-6 0,3-3-7 0,0 5-5 16,3-4-5-16,1 1-9 0,4-1-1 0,-2-1-5 15,1-1-6-15,0 1-2 0,1-2-3 0,0-2-7 16,-2 0-1-16,-1 1 0 0,-2-4-2 0,0 1-3 16,0-1 1-16,-2-2-3 0,-2-2-5 0,0 1-6 15,-3 2 1-15,-2-3 2 0,1-3-1 0,-5 3-1 16,0-3-2-16,-1 3-5 0,0-3 5 0,-3 2-1 16,-1-1-5-16,1 3 0 0,3 0 9 0,-3 2-8 0,2-2-11 15,0 2-16-15,1-1-12 0,2 1-18 0,4 3-16 16,-5 0 0-16,5 0-2 0,0 0-8 15,0 0-18-15,0 0-20 0,0 0-16 0,19 8-11 0,-12-4-3 16,5 1-5-16,-1-2 8 0,-3 1 3 0,6 1 14 16,-3 0 12-16,-3 0 7 0,4-1 6 0,-5 2 21 15,2-2 0-15,-3 0 6 0,3 0 6 0,-5-1 12 16,1-2 21-16,0 0 27 0,-5-1 20 0,6 1 20 16,-6-1 6-16,0 0 8 0,10-1 11 0,-6-1 1 15,0-3 9-15,2 2 7 0,-2-4 8 0,4 0-1 16,0 0 4-16,-2-4 5 0,2 3 0 0,3-3 1 15,1-4 5-15,-1 2 1 0,1-2-4 0,3-7-2 16,1 0 3-16,-3 3-7 0,0-4-5 0,0-3-6 16,0 0-8-16,-2 0-4 0,-1 1-4 0,-4-3-10 15,1 2-3-15,-3 7-2 0,-1-1-8 0,-2 1 4 16,1 2 5-16,-2 0 7 0,-3 5-2 0,1 2-8 16,1 1-4-16,-3 3-10 0,-3-1 3 0,3 4-5 0,-3 1-4 15,-1 1-1-15,-4 3-2 0,3 2-3 0,-3 3-1 16,-5 1-3-16,2 7 3 0,-1 0-1 15,2 1-4-15,-1 9 2 0,7-3 7 0,-7 1-14 0,4 2 3 16,4 4-2-16,3-3 2 0,-4 2 0 0,4 0 6 16,4 1-8-16,-3-1-3 0,3 1 2 0,3-3-2 15,1-5 3-15,4-2 1 0,2 0-3 0,-2 0-4 16,3-2 5-16,-2-2 5 0,5-2-6 0,1 0 4 16,-3-4-2-16,4-2-2 0,-2 0 0 0,-1-3 3 15,1-2 1-15,4 0-1 0,-4-4-2 0,-1 0 2 16,-2-2-2-16,1 0 0 0,3-2 0 0,-4-1-1 15,0-4 0-15,3 1 2 0,-5-1 10 0,-2 3 0 16,2-4 9-16,-2 0 13 0,-3 5 7 0,3-3 4 0,0 2 6 16,-6-2-1-16,3 4-5 0,-2-1 14 15,-1 0-3-15,0 4-14 0,-1-3-10 0,0 2-1 16,0 4-12-16,3-3 5 0,-3 3 2 0,0 0-10 0,0 0-3 16,0 0 20-16,0 0-17 0,0 0 6 0,-7 15-17 15,4-9-1-15,3 3 0 0,3 0-2 0,-6 1-2 16,6 0 1-16,-1-2 5 0,-2-1-5 0,1 4-1 15,0-1-1-15,1-3-7 0,-1-1-4 0,3 0 0 16,-1-2-3-16,2 0 2 0,2 0 7 0,-3-1-6 16,0-3 9-16,-4 0-3 0,14-2-3 0,-6 0-5 15,-1-1 7-15,0-1-1 0,1-1 3 0,1-4-2 16,-1 2 19-16,-1-1-22 0,2 1 4 0,0-2-2 16,-6 3 7-16,1 1 6 0,0-2 3 0,0 1-4 15,-3-1-3-15,2 3 7 0,-1 2-1 0,0-3-8 16,-2 5-5-16,0 0 18 0,3-1-17 0,-3 1 3 15,0 0-5-15,0 0 3 0,4 9 8 0,-3-1-5 16,-1-3-4-16,4 2 1 0,-1 1 0 0,3 0 13 16,-2 1-31-16,1-1-4 0,4 0-17 0,-3-1-8 15,2 0-4-15,-1-2-13 0,1 0-7 0,-1-3-7 16,1 2 2-16,-1-2 1 0,2-2 1 0,-2 0 3 0,-7 0 6 16,14-6 2-16,-6 1 0 0,1-1 4 0,-2-3 6 15,-1-1 5-15,1-2-4 0,2-6-4 0,-1 0-14 16,-4-9-19-16,2-1-27 0,0-1-10 0,-1-5-2 15,0 0 3-15,-1 2 17 0,2 0 10 0,-4 0 18 16,3 0 36-16,1 4 31 0,-2-3 23 0,-1 9 15 16,1-5 15-16,0 8 17 0,-1 1 4 0,-3 0 10 15,1 6 4-15,2 3 7 0,-3-4 6 0,1 6-5 16,1 2-4-16,-1-3-13 0,-1 7-8 0,0 1-4 16,0 0-4-16,0 0-9 0,0 0 0 0,-7 16-5 15,6-3-5-15,-2-1 4 0,3 5 7 0,-1 3-6 16,1 7-1-16,-4 0-3 0,1 1 1 0,3 3-4 15,-1-2-4-15,2 1 1 0,-1-2-4 0,1 3-1 16,-1 1-3-16,2-4-3 0,-2-1 1 0,1 0-6 16,-1-8-5-16,0 0 16 0,3 0-10 0,-2-2 9 15,-1-7-14-15,3 3 3 0,2-1 2 0,-3-2-6 16,-1-2 0-16,3-4 4 0,0 1 2 0,0 1-4 0,2-3 4 16,2-1-11-16,-3-1 8 0,5 0-4 0,-1-2-3 15,0 0-1-15,3-4-2 0,-4-1-7 0,3 1 0 16,1 1 3-16,-2-4 0 0,-1 1 4 0,2 0-4 15,-3-1 2-15,-1 2-2 0,-3-2 8 0,3 4 0 16,-2-1 3-16,-2 0 1 0,-2 2 1 0,2-2-5 16,-3 5 4-16,0-4-4 0,0 4 3 0,0 0 8 15,0 0 0-15,0 0 2 0,0 0-3 0,-19 7-2 16,14-3 1-16,1 1 0 0,1 0-1 0,1 0-2 16,2 3 2-16,0-3 0 0,3 0-3 0,0 3 5 15,1-2-1-15,7 2-1 0,-2-2 2 0,4 0-3 16,7 1-3-16,0-2 0 0,0-1-19 0,1-2-16 15,9-1-15-15,-10-2-15 0,2 0-22 0,1-2-19 0,-4 0-36 16,2-1-31-16,-2-4-33 0,-4-1-35 0,0-4-45 16,-3-1-159-16,-1-1-477 0,-8 2 211 15</inkml:trace>
  <inkml:trace contextRef="#ctx0" brushRef="#br0" timeOffset="-182002.13">10475 15204 178 0,'-9'-4'203'0,"-2"-3"7"16,4 6 0-16,0 0-1 0,-1-3-9 0,5 3-6 15,3 1-4-15,-8-4 2 0,8 4-5 0,-4-1-5 16,4 1 5-16,0 0-16 0,0 0-18 0,15-3-12 16,-1 2-14-16,-4 0-16 0,7-2-28 0,3 2-39 15,-3-2-45-15,2 1-42 0,1-1-51 0,-1 2-54 16,1-4-69-16,0 4-229 0,-4-2-481 0,1-1 214 16</inkml:trace>
  <inkml:trace contextRef="#ctx0" brushRef="#br0" timeOffset="-181422.51">11407 14995 237 0,'5'-17'302'15,"-2"0"-25"-15,-2 5-14 0,-1-1-10 0,2 3-10 16,-1 3-13-16,-1-1-21 0,0 4-22 0,0 4-27 0,-1-5-18 16,1 5-2-16,0 0-1 0,2 14 0 0,1-4-19 15,1 8-5-15,2 3-18 0,-1 5-8 0,5 1-8 16,-2 3-8-16,-3-4-7 0,1 4-15 0,0-2 7 16,3 3-20-16,-5-2-3 0,3-3-3 0,-2 2-1 15,-1-3-12-15,1-7-29 0,-5 0-17 0,2-1-21 16,-2-4-28-16,-2-3-26 0,4-1-29 0,-6-2-25 15,1-1-29-15,3-4-55 0,-7-2-32 0,7 0-159 16,-12-5-464-16,4-3 205 0</inkml:trace>
  <inkml:trace contextRef="#ctx0" brushRef="#br0" timeOffset="-180787.44">11329 14930 19 0,'0'-8'271'16,"2"-1"-10"-16,-1 4-19 0,-1-1-19 0,4-1-15 15,-1 5-8-15,5 0 3 0,4 2-12 0,1 0-13 0,4 3-18 16,5 6-5-16,-3-1-7 0,7 6-15 0,-3-6-12 16,3 6-10-16,0 4-4 0,-2 1-8 0,-1 2-10 15,0 4-9-15,-5-4-6 0,1 2-2 0,-2 2-16 16,-4 1-5-16,-2-1-4 0,-2 0-4 0,-2-4-7 16,-7 7-2-16,-3-1-3 0,-1-7 0 0,-8 7-4 15,1-5-3-15,-9-1-3 0,-2 1-4 0,-2-2 3 16,-5-1-3-16,-4-7-4 0,-2 6 0 0,1-7 8 15,0 1-9-15,2-1 2 0,-1-2-5 0,3 1-3 16,8-3 3-16,3-4-1 0,4-2-6 0,1 1-8 16,6 0-10-16,4-2-20 0,4 0-9 0,0 0-11 15,0 0-12-15,0 0-16 0,21-8-12 0,-1 4-6 0,-1 1-4 16,14-2-2-16,-1 0-5 0,2 2-5 0,0 0-12 16,2-1-4-16,-1 1-13 0,-4 1 4 15,2-2-7-15,-4 2 0 0,-6 1 9 0,-4-1 11 16,3-1 19-16,-3 2 10 0,-6 1 8 0,2-1 11 0,-4-1 22 0,-3 1 11 0,2 0 23 15,-2 0 22-15,-3 0 16 0,2-2 9 0,-7 3 12 16,9-5 13-16,-4 3 3 0,0 1 22 0,2-3 14 0,-3 2 5 16,0-2 0-16,0-2-7 0,3 2-6 0,0 0 0 15,-2-6-2-15,4 4 4 0,0-1-3 16,-2-1-3-16,1-1-4 0,1 2-4 0,-1-3-2 0,1 2 3 16,-1-2-2-16,-4 2 1 0,4-3 0 0,-1 2 4 15,-4 2-6-15,-1-2-6 0,-2 1-4 0,0 0-5 16,-1 1-6-16,-2 1-3 0,1-1 4 0,-4 2-13 15,-2 1-3-15,0-2-4 0,-5 2-2 0,0 2-1 16,1 2-1-16,-2 0-3 0,-1 2-3 0,0-1 0 16,-4 3-4-16,3 5-1 0,4-4 0 0,1 2-3 15,-3 0 5-15,7 2-4 0,-1 0 3 0,0 1-3 16,5 2 0-16,3 0-2 0,2-1 3 0,3-1 0 16,3 4-4-16,3 0 1 0,4-1-13 0,1-2-10 0,6-1-15 15,8 2-13-15,-3-3-21 0,3-1-16 16,-1-4-16-16,2 2-19 0,-10-3-15 0,0-3-19 15,4 0-8-15,-4-4-17 0,-1-1-5 0,-3 1-13 16,-3-2-138-16,-2-3-360 0,0 2 159 0</inkml:trace>
  <inkml:trace contextRef="#ctx0" brushRef="#br0" timeOffset="-180459.33">12133 15354 843 0,'2'-13'-40'0,"0"0"32"15,-2 1 23-15,0-2 23 0,0 3 13 0,-2 0 14 16,0-1 21-16,-2 2 15 0,4-1 13 0,-3 1 9 16,1 4 9-16,2 1 8 0,-3-4-3 0,0 3-2 15,3 4-15-15,0 2-17 0,0 0-10 0,0 0-1 16,0 0-9-16,0 0 5 0,0 0-3 0,0 0-7 15,8 15-4-15,-5-8-10 0,3 2-7 0,-1 1-6 16,1 0-2-16,0 1-6 0,0 1-4 0,-1-1-4 16,2 0-6-16,-4 1-1 0,1-1-1 0,1 2-5 15,0-4-2-15,0 1-1 0,-1 0-4 0,-1-3 0 16,-1 2-2-16,1-4 1 0,1-1-2 0,-2 0-2 16,1 1 1-16,3-2 4 0,-2 0-3 0,-4-3-4 0,5 1-1 15,-5-1 0-15,11-5 4 0,-3 3-6 16,-1-5 2-16,0 1-1 0,4 2 1 0,0-7-1 15,1-1 0-15,-1 2-1 0,1-3 0 0,-1 0 5 16,3 1 9-16,-5-3 15 0,1 5 0 0,-1 0 5 0,-3-2 5 16,0 3-2-16,1 0-1 0,-4 2 1 0,4-1-6 15,-3 3-2-15,-1 1-5 0,-1-2-12 16,0 3-3-16,0 1-9 0,-2 2-18 0,0 0-24 0,0 0-18 16,0 0-31-16,0 0-30 0,0 0-41 0,-4 15-38 15,3-9-51-15,0 3-37 0,-1-3-164 0,1 2-484 16,1 0 214-16</inkml:trace>
  <inkml:trace contextRef="#ctx0" brushRef="#br0" timeOffset="-179881.22">12513 15235 1 0,'-4'-3'273'0,"1"2"-17"0,3 1-12 0,-8-3-8 15,8 3-6-15,0 0-9 0,-11 3-10 0,8 2-8 16,2 1-18-16,1 1-16 0,1-2-13 0,-1 8-17 0,3-3-14 16,2 1-9-16,2 2-13 0,1 2-12 0,6-1-6 15,-2 2-11-15,2-2-10 0,1-1-17 16,2 1-24-16,0-2-25 0,2-1-20 0,-2-1-29 16,2-1-27-16,-1-2-22 0,-3-1-15 0,-3-2-17 0,3-2 4 15,-2-1-16-15,1-1-5 0,-1 0 5 0,-2-2 9 16,-1-2 13-16,0-2 5 0,1-3 7 0,-3 1 14 15,-1-2 9-15,-3-1 9 0,0 0 7 0,-1-3 46 16,-2 3 14-16,-1-1 25 0,-3-1 24 0,-1-1 11 16,-1 3 15-16,-1-1 7 0,-2-1 0 0,0 3-1 15,-2 1 3-15,-3-1 0 0,2 2-3 0,1 2-5 16,-3 1-2-16,2-2-12 0,-1 5-2 0,1 0-2 16,3 2-6-16,1 2-5 0,-2-1-2 0,3 4-3 15,-4 3-2-15,6-2-4 0,-3 3-3 0,2-1-4 16,3 1 3-16,0 1-3 0,1 1-1 0,2-3-2 15,-1 3-3-15,2-1 2 0,0-1-3 0,2-3-2 16,0 0-1-16,0 1-1 0,-1-2-3 0,4-1 3 0,-3 1-2 16,2-3-1-16,3-2 3 0,-4 0 0 15,4 0-3-15,-2 0 1 0,6-2-4 0,-5-2 1 16,2 2 0-16,-2-3 0 0,3 2 0 0,-3 1-1 0,-4-3 4 16,5 3-6-16,-2-2 4 0,-4 2 1 0,4-1-4 15,-3 1 1-15,1-1 0 0,-1 1-3 0,-4 2 2 16,6-2-3-16,-6 2-3 0,0 0-12 0,0 0-9 15,9 2-10-15,-9-2-14 0,3 6-24 0,-3-6-16 16,4 4-15-16,-4-4-21 0,5 2-18 0,-5-2-22 16,7 1-130-16,-7-1-322 0,9-1 142 0</inkml:trace>
  <inkml:trace contextRef="#ctx0" brushRef="#br0" timeOffset="-179412.49">13057 14852 72 0,'0'0'201'0,"0"0"7"0,0 0-3 16,0 0-8-16,-10 10-4 0,9-1-11 0,-1 4-10 16,2-2-14-16,-2 10-16 0,4-2-14 0,-2 8-14 0,3 0-10 15,-3-7-12-15,3 9-7 0,-2 0-11 0,3-5-5 16,-4 6-7-16,2-4-8 0,0 0-2 0,0-4-20 15,-2-3-15-15,-2 2-24 0,4-4-17 0,-4 1-24 16,1-5-22-16,-2-1-14 0,-1-1-19 0,4-3-16 16,-1-2-6-16,-2 1-3 0,2-2-9 0,-1-1-1 15,-1 0-11-15,0-3 19 0,3-1 8 0,0 0 20 16,0 0 11-16,-10-6 21 0,6-1 21 0,3 1 18 16,-1-2 25-16,-2-1 18 0,3 0 28 0,-2-3 13 15,1 3 22-15,0-3 7 0,4 0 10 0,-2 1 9 16,2 0 8-16,-2 0 10 0,4 2 7 0,2-1 5 15,-2-1-3-15,1 4-15 0,1 1-7 0,3-1-3 16,-1 3-14-16,3-1-4 0,1 3-9 0,8 1 1 16,-6 1-2-16,4 2 1 0,5 3-9 0,-4-1 0 0,2 4-6 15,-1 0-7-15,-1 1-5 0,-4 2-6 16,4-1-2-16,-4 5-6 0,-1-3-3 0,-2-1 0 16,-6 2-3-16,-1 0-6 0,2-1-4 0,-3 1-1 0,-3-2-2 15,-2 3-1-15,-1-4-7 0,0 1-15 0,0 0-12 16,-3 0-21-16,0-3-23 0,0 3-34 15,1-3-36-15,0 1-31 0,-1-4-32 0,2 3-30 0,1-3-176 16,0 0-436-16,2 1 193 0</inkml:trace>
  <inkml:trace contextRef="#ctx0" brushRef="#br0" timeOffset="-178834.38">13481 15364 27 0,'-8'-5'266'15,"4"1"5"-15,-6 0-6 0,2 0-11 0,1 4-7 16,-5-1-20-16,5 0-19 0,-1 1-17 0,8 0-13 16,-12 2-19-16,8 1-5 0,-4 0-18 0,3 0-11 0,4 1-5 15,0 1-13-15,2 1-11 0,-1-1-6 16,4 1-13-16,0 1-5 0,2-2-6 0,2 1-8 16,0 0-5-16,2-1-3 0,-1-2-8 0,1 2-4 0,-1-1-3 15,4-2-11-15,-4-2-8 0,-1-1-10 0,-1 0-4 16,3 0-5-16,-4-3-1 0,4-3-3 0,-2 0-1 15,-2-2 3-15,0 0 0 0,0-1-1 16,-1-1-1-16,-2-1 5 0,1 0 0 0,0-1-1 0,0 2 1 16,1-2 0-16,-2 0-1 0,1 2 5 0,0-1-4 15,0 3 7-15,2-1 0 0,-2 1-1 0,4 0-4 16,-5 4 5-16,1-2-2 0,0 5-2 0,0-1-2 16,2 2 1-16,-6 1 0 0,13 3 2 0,-9 0-4 15,3 4 5-15,-3-2-3 0,5 4 0 0,-3 1-5 16,-2 2 4-16,0-1-1 0,2 5 2 0,-2-3 2 15,0 3-4-15,2-4 2 0,0 5 7 0,-2-6-10 16,0 2 2-16,-1-2 1 0,1-2-3 0,0 0 0 16,0-2 5-16,0-1-4 0,-1 0 6 0,0-2-4 0,1-2 6 15,0-2-1-15,-4 0-5 0,0 0 4 16,12-3 7-16,-4 0 4 0,-4-3 7 0,3 2 12 16,0-5 0-16,1 1 13 0,-3 3 5 0,1-5-3 0,2-1 0 15,2 3 1-15,-4-2 0 0,1 0-6 0,2 2 4 16,-3 2 2-16,0 1 1 0,-1 2-3 0,-1-2-11 15,3 4-9-15,-1 0 5 0,-6 1-4 0,13 1-1 16,-10 2-8-16,4 3-1 0,-2-1-8 0,-1 4 4 16,4 1-2-16,-1 1-4 0,-1 0-3 0,-1 2-1 15,-1 0-27-15,1 0-26 0,-1-2-35 0,1 2-23 16,-4-1-32-16,0-3-26 0,-1 1-43 0,2-3-32 16,-1-3-32-16,-1 1-45 0,0 0-176 0,0-5-532 15,-4 3 236-15</inkml:trace>
  <inkml:trace contextRef="#ctx0" brushRef="#br0" timeOffset="-178678.14">13636 14908 141 0,'-3'-7'197'0,"2"-1"-24"16,-2 3-54-16,3 1-57 0,4 0-68 0,0 2-109 15,2 0-124-15,5 4 56 0</inkml:trace>
  <inkml:trace contextRef="#ctx0" brushRef="#br0" timeOffset="-177615.61">14481 15008 36 0,'7'-9'324'0,"1"4"-13"16,-3-4-12-16,-1 4-19 0,0-1-22 0,2 1-29 15,-5 3-26-15,-1 2-19 0,4-1-18 0,-4 1-6 16,0 0-2-16,0 13 0 0,0-5-12 0,-1 4-14 0,-2 1-1 16,2 6-22-16,-3 0-9 0,0 2-5 0,-1 6-10 15,0-2-9-15,2 3-9 0,-3 1-7 16,4 0-2-16,-2-1-6 0,3 2-10 0,-2-2 3 0,2-6-8 16,-1 3 0-16,0-6-11 0,3-1-5 0,-1 2 0 15,3-8 3-15,-2 7-4 0,3-6-3 0,-2-1-6 16,2-2 6-16,2 0-5 0,2-2-10 0,2-1-9 15,2-2-9-15,1-2-11 0,0 0-5 0,6-1 1 16,0-2 8-16,0 0-8 0,0-2 1 0,2 1 4 16,-1-3 1-16,-1 0 4 0,-5 1 1 0,1-1 2 15,1 2 1-15,-5-2 2 0,0 2-2 0,-3-1 7 16,1 2-1-16,-2 0 2 0,0-2-2 0,-3 1 0 16,-1 0-1-16,-3 2 0 0,4-3 5 0,-4 3 1 15,0 0 1-15,0 0-1 0,0 0 0 0,-1 10 3 16,2-5-5-16,-1-5 4 0,0 8-4 0,0 0 6 15,0-1-4-15,5-1 3 0,-2 3-2 0,1-1 3 16,3 2 1-16,-3-4-1 0,0 1 1 0,4-2 3 0,-4-1-7 16,5-2-9-16,-4 2 0 0,-1 1-2 0,2-4-13 15,0-1-8-15,-6 0-1 0,0 0-1 16,8-7-1-16,-3 3 0 0,-4 2 6 0,0-4 5 0,1-1 2 16,-4-1 1-16,1-2 1 0,0 0 5 0,-4-2 2 15,4 0 1-15,-3 1-1 0,0-2 5 0,0 1 1 16,0 0 2-16,0 0 1 0,0 1 4 0,1-2 2 15,2 0 7-15,-1 3 1 0,-1 2 2 0,3 3 1 16,3-3 4-16,0 2-4 0,1-1 1 0,0 1 1 16,5 4-5-16,-2-1-1 0,4 1 1 0,3 2 0 15,-3 0 0-15,3 1 0 0,-2 3-3 0,1-3 4 16,3 4-3-16,-5 0-3 0,-1 0 1 0,2 2 2 16,-4 1-4-16,-1-1 1 0,1 2-1 0,-4 0 4 15,2 1-6-15,-5-2 1 0,3 3 3 0,-4-4-1 16,0 3 2-16,3 1-5 0,-3-3 0 0,0 3 6 15,-3-4-3-15,3-1 0 0,-1-1 1 0,1 3 0 0,0-3-3 16,0-1 2-16,0-4 2 0,-3 8 3 0,3-5 2 16,0-3-7-16,0 0 2 0,8 0-3 15,-8 0 2-15,11-8 4 0,-3 3-4 0,2-2 19 16,1-2 11-16,-2 0 3 0,6-2 8 0,0-2 3 0,-4 1-1 16,5 0 4-16,-2 2 1 0,-6-1-4 0,8 0 19 15,-6 2 4-15,-2-1 5 0,3 0 3 0,-3 4 0 16,-1 1 2-16,-3 1-14 0,0 1-15 0,0 0 0 15,0 1-9-15,-4 2-1 0,0 0-13 0,0 0 3 16,3 10-9-16,-3-4 9 0,1 1-9 0,-1-1-12 16,-1 5-24-16,2-2-30 0,-2 4-27 0,1-1-29 15,0-2-40-15,0 2-45 0,0-1-51 0,0-2-52 16,1 0-271-16,2-2-607 0,-1 1 268 0</inkml:trace>
  <inkml:trace contextRef="#ctx0" brushRef="#br0" timeOffset="-177193.75">15655 15122 69 0,'10'-17'321'0,"-3"-1"-13"0,0 5-13 15,1 5-13-15,-1-4-17 0,-2 3-4 0,2-1-7 16,-5 5-6-16,3-3-27 0,-1 3-19 0,-1 1-18 15,2 3-20-15,-5 1-19 0,10 1-15 0,-5 4-15 16,-1 3 5-16,2 4-31 0,-5 3 14 0,4 3-25 0,1-3-4 16,-5 6-13-16,2 5-4 0,0 1-14 15,-3 0 1-15,-3 0-4 0,2 1 1 0,1-6-9 16,0 3-1-16,-3-4-5 0,0-3-33 0,3 1-23 0,-3-2-23 16,2 0-30-16,-3-4-35 0,3-1-36 0,-2 1-38 15,0-4-38-15,-1 0-35 0,4-3-24 0,-2 0-192 16,0-1-520-16,1-1 231 0</inkml:trace>
  <inkml:trace contextRef="#ctx0" brushRef="#br0" timeOffset="-176973.49">15702 15040 145 0,'1'-7'241'0,"8"-1"-15"0,-1 0-21 0,4 3-17 15,-2 0-19-15,3 0-17 0,6 2-17 0,2 1-12 16,2 2-12-16,-3-2-16 0,9 4-3 0,-1 1-9 16,-5 1-8-16,2 1-9 0,-6 1-7 0,1 0-9 0,-1 3-32 15,-4-6-32-15,-2 5-39 0,-1 1-35 16,-4-4-33-16,0 4-34 0,-5-2-146 0,-1 1-325 16,-5-1 144-16</inkml:trace>
  <inkml:trace contextRef="#ctx0" brushRef="#br0" timeOffset="-176817.24">15703 15335 52 0,'0'0'227'0,"9"0"-19"16,-9 0-17-16,13 0-14 0,-2-2-25 16,2-3-10-16,0 1-13 0,-1 2-14 0,9-1-15 15,-9 1-14-15,4-5-24 0,-1 3-39 0,1 2-29 16,-2-2-45-16,6 0-25 0,1 0-42 0,-9 1-118 0,3 3-255 15,-3 0 113-15</inkml:trace>
  <inkml:trace contextRef="#ctx0" brushRef="#br0" timeOffset="-176411">16005 15358 125 0,'0'0'253'0,"0"0"-4"15,0 0-12-15,0 0-12 0,0 0-14 0,0 0-23 16,0 0-20-16,0 0-17 0,0 0-15 0,0 0-12 16,0 0-12-16,0 0-11 0,3 7-9 0,-2-2-11 15,1-1-6-15,1 3-6 0,-2 0-12 0,0-1 0 16,2 2-2-16,1 1-9 0,-1 0-7 0,4 0-2 16,-2 0-7-16,-2-3-4 0,1 3 0 0,3-2-2 15,-2-1-3-15,0 0-3 0,1-1 0 0,-2 0-3 16,2-3 0-16,-1 2-1 0,1-3-1 0,1-1-2 0,-7 0-1 15,11-5-1-15,-4 1 0 0,-3-2-3 16,4-2 1-16,-1-3 0 0,0-1-1 0,-1 1-3 16,-1-1 6-16,3 1 2 0,-4-3 19 0,0 2 6 0,-1 0 4 15,1 0 1-15,0 1 2 0,-1 1-3 0,-3 2-2 16,0 2 0-16,1 1-11 0,2 2-2 0,-3-2-1 16,0 5-9-16,3-4 2 0,-3 4-3 0,0 0 1 15,0 0 1-15,0 17-5 0,0-11 0 0,1 4-6 16,-1 0-10-16,1 0-17 0,-1 3-16 0,2 0-18 15,-2-3-32-15,1 3-29 0,-1-2-29 0,0-1-36 16,4-2-25-16,-2 1-30 0,0-2-194 0,-2-1-467 16,3-1 207-16</inkml:trace>
  <inkml:trace contextRef="#ctx0" brushRef="#br0" timeOffset="-176051.64">16275 15353 228 0,'0'-3'212'0,"0"3"-21"0,0 0-16 16,0 0-4-16,0 0-7 0,0 0-6 16,0 0-7-16,0 0-7 0,0 0-10 0,-7 11-4 0,7-6-13 15,0 2-8-15,0-1-11 0,1 2-10 0,-1-4-8 16,0 4-6-16,2-1-6 0,1-2-10 0,2 3-4 16,-1 0-3-16,1-3-9 0,-2 0 0 0,1 0-5 15,3-3-4-15,-3 1-1 0,4-2-4 0,0 0 0 16,-8-1-6-16,10-2 4 0,-1-1 13 0,-2 1 7 15,3-4-7-15,2 0 6 0,-4-1 0 0,0-2 2 16,1 2 7-16,0-3-3 0,-1 4-3 0,0-4-4 16,-1 2-5-16,1 1-1 0,-1 2-4 0,-3 0-5 15,0 2 3-15,-1-2-9 0,1 4-9 0,-4 1 4 16,8-2-8-16,-8 2 4 0,0 0-1 0,4 9-3 16,-2-3-7-16,-2 3-19 0,0-1-11 0,1 3-16 15,-2 1-21-15,2-1-23 0,0 2-27 0,-1 1-34 16,2-3-13-16,-1 2-32 0,3-1-42 0,0 1-197 0,0-2-468 15,2-1 207-15</inkml:trace>
  <inkml:trace contextRef="#ctx0" brushRef="#br0" timeOffset="-175832.89">16698 15395 183 0,'-6'-4'332'0,"-2"-1"-8"15,-3-2-12-15,2 2-10 0,-1 4-24 0,-2 1-19 16,1-2-17-16,0 4-26 0,0 1-1 0,3-1-17 16,1 3-17-16,0 3-20 0,2-2-14 0,0 4-13 15,2 1-13-15,2 0-11 0,1 1-14 0,2 1-22 16,5-3-42-16,1 5-39 0,3-2-63 0,5 1-63 16,2-1-94-16,11 0-83 0,-1 1-219 0,2-3-572 15,3 4 254-15</inkml:trace>
  <inkml:trace contextRef="#ctx0" brushRef="#br0" timeOffset="-174914.74">18311 14794 61 0,'4'-10'310'0,"-3"3"-3"0,3 1-13 0,-1 1-19 0,0 1-22 15,1-1-22-15,-3 2-33 0,-1 3-20 0,3-3-20 16,-3 3-17-16,0 0-16 0,0 0-4 0,4 10-6 16,-4-2-2-16,5 3-2 0,-3 0-6 0,-1 7-9 15,2 0 4-15,-3 3-11 0,1 1-7 0,5 7-3 16,-5 2-9-16,2-1 1 0,-4-1-1 0,-1 0-1 16,2 2 9-16,-3-1-16 0,-1-4-11 0,0 1 1 15,-4-1-7-15,1-2-7 0,2 3-3 0,-5-10-2 16,5 2 2-16,-5 0-2 0,5-2-7 0,-2-2-2 15,0-4-3-15,2 1 2 0,1-3-2 0,-2 0 10 0,2-1-18 16,0-2-2-16,1-1 14 0,-2 0 29 16,2-1 31-16,-1 0 10 0,4-4 7 0,0 0-7 15,0 0-8-15,0 0-10 0,0 0-7 0,0 0-5 0,0 0-9 16,0 0-3-16,14-16-9 0,-9 11-6 0,6 0-8 16,3 3-9-16,5-2 4 0,3 2-20 0,8-1-19 15,-1 3-11-15,5 1-27 0,1 1-28 0,1-1-19 16,-1 4-22-16,2-1-20 0,-7-1-25 0,4 2-24 15,0-2-32-15,0 2-37 0,-3 0-31 0,-1-1-32 16,-9-3-262-16,-2 2-631 0,1 0 279 0</inkml:trace>
  <inkml:trace contextRef="#ctx0" brushRef="#br0" timeOffset="-174149.14">18882 15313 209 0,'-5'-4'241'0,"3"-1"-6"0,-2 1-11 16,3 0-16-16,-3 2-15 0,-3-1-24 0,3 0-14 16,4 3-12-16,-8-1-15 0,8 1-13 15,-7 4-12-15,1-1-8 0,1 1-8 0,1 0-10 0,3 1-5 16,-3 5-9-16,4-2-2 0,-2 0-10 0,2 0-6 16,3 4-4-16,1-2-2 0,0 0-5 0,4 3-4 15,0-4-3-15,-1 1-3 0,0-2 1 16,5 1-10-16,-1-1-5 0,0 0-10 0,0-3-7 0,-2 0-6 15,-2-2-2-15,0 0-9 0,-2-2-5 0,2-1-4 16,-7 0 1-16,7-4 2 0,-3-1 4 0,-4-1 4 16,2-2 2-16,-4-2-1 0,2-1 3 0,-1 0 3 15,-3 0 3-15,-2-1 1 0,2-1 8 0,-4 2 2 16,1 0 1-16,3-1 0 0,-3 2 0 0,-1 1 0 16,4-1 2-16,-4 1 2 0,5 3 1 0,1 1 10 15,0-1 1-15,-2 1-4 0,3 2-2 0,1 3-1 16,5-7 2-16,-2 6-3 0,5 1 1 0,4 0-6 15,-1 1 4-15,4-1 1 0,-1 3-4 0,2-2 2 0,2 2-5 16,2-2-1-16,2 1 0 0,-3 1 2 16,1-1-1-16,-7-1 2 0,6 1-1 0,-6-2 1 15,1-1-1-15,-5 1-1 0,0 0 2 0,1-1-3 0,-4 0 2 16,-1-1-5-16,-5 2 4 0,11-3 2 0,-7 2-3 16,-4 1 2-16,8-2-3 0,-8 2 2 0,3-2-3 15,-3 2-2-15,0 0 2 0,8-1 1 16,-8 1-2-16,3 6 0 0,-3-1 3 0,1 0-2 0,2-1-2 15,-1 3 2-15,1 1 3 0,0 2-3 0,0-2 1 16,-2 2 1-16,2-1 1 0,-2 1-2 0,2 0-1 16,-3 0 1-16,0 1-2 0,0-5 3 0,0 2-4 15,0-2 0-15,0 2-1 0,-3-2-2 0,3-2-3 16,0 3-3-16,-4-4 0 0,4 1-1 0,0-4-2 16,-4 7 2-16,4-7 7 0,-3 2-1 0,3-2-7 15,0 0 2-15,0 0 0 0,0 0 3 0,0 0-3 16,7-16 4-16,-3 8 1 0,-1 1 2 0,5-3-3 15,3 1 1-15,-3-3 5 0,3-3 2 0,1 1 2 0,1 0-3 16,-1-1 7-16,0-1 10 0,-1 3 3 16,1 4 4-16,-1-6 1 0,-3 7 7 0,3-2 2 15,-4 3 2-15,1-1-4 0,-2 2 5 0,-2 1-6 16,2 0-4-16,-2 2-4 0,-1 1 0 0,-3 2-4 0,0 0-1 16,11 7-1-16,-8-1 0 0,-2 1-2 0,2 3 2 15,4 0-4-15,-6 3 4 0,2 1-4 16,-2 3 3-16,3 1-1 0,0-2-2 0,-4 2 1 0,0 1-2 15,3 1-4-15,-2-2 1 0,-1-2 0 0,0-4-10 16,0 2-28-16,-1-1-45 0,-2-2-49 0,6-1-54 16,-6-2-74-16,3-1-142 0,-4-2-427 0,1 0 190 15</inkml:trace>
  <inkml:trace contextRef="#ctx0" brushRef="#br0" timeOffset="-172210.19">19422 15739 230 0,'3'-4'278'0,"-2"-1"-20"0,3-1-16 16,-4 2-16-16,2 0-20 0,0 0-19 0,-2 4-16 16,0-2-26-16,0 2-13 0,0 0-12 0,0 0-10 15,0 0-8-15,-8 12-12 0,5-1-9 0,1 2-6 16,-6 1-6-16,2 4-7 0,1-1-8 0,-4 1-1 15,0 8-5-15,2-8-6 0,-2 1-2 0,0 0-6 16,0 1 2-16,2-1-7 0,-2-1-7 0,-1 0 9 16,2 0-3-16,-2-3 0 0,4-4-5 0,-1 1-1 15,0-2 0-15,2-1-6 0,-1-2 3 0,3-2-3 16,-1 1-4-16,4 1 6 0,-1-5-5 0,1-2 5 16,0 0-1-16,0 0 3 0,0 0-8 0,0 0 3 15,11-13-2-15,-4 6-4 0,-2-5-3 0,6-4 5 16,-1 3 1-16,3-4-6 0,3-5 0 0,6 1-2 15,-5-1 2-15,0-5-2 0,0 5-2 0,0-2 3 0,-3 1-2 16,2 1 3-16,-5 3-1 0,-2 2-2 0,2-2-3 16,-4 5 2-16,0 1 0 0,1 0 8 15,-2 3 7-15,-1 0 10 0,2 0 1 0,-6 4-1 16,3 1-3-16,-1 0 5 0,1 0-12 0,-4 5-4 0,0-4-4 16,0 4 0-16,0 0 2 0,0 0-4 0,0 0 3 15,3 14 4-15,-3-8-9 0,-2 6 8 0,4-1-6 16,2 6-1-16,-3 0 3 0,3 5 0 15,1-6-1-15,-1 6 0 0,3-3-4 0,-2 2-4 0,2-1 4 16,-2-1-4-16,-1-1 3 0,3 0 0 0,-2 0 0 16,-1 0 2-16,3-3 2 0,-3-2-3 0,0-2-4 15,-1-1-8-15,1-1-23 0,0-3-17 0,-1-1-30 16,-3-1-18-16,-3 0-28 0,3-4-37 0,-4 4-35 16,4-4-22-16,-1 2-24 0,1-2-24 0,0 0-145 15,-10-8-443-15,5 5 196 0</inkml:trace>
  <inkml:trace contextRef="#ctx0" brushRef="#br0" timeOffset="-172022.7">19373 15980 130 0,'-4'2'233'0,"4"-2"0"16,0 0-1-16,0 0-2 0,0 0-15 0,8 4-16 15,-8-4-20-15,11 2-15 0,-6-2-17 0,2 0-17 16,4 0-8-16,3-2-17 0,-2-1-12 0,1 2-20 15,7 0-29-15,-1-2-28 0,-1 2-38 0,2-1-31 16,-1-1-39-16,0 2-39 0,-1-1-38 0,-5 0-34 16,1 1-110-16,-5-1-339 0,2 0 151 0</inkml:trace>
  <inkml:trace contextRef="#ctx0" brushRef="#br0" timeOffset="-171475.84">19749 15698 86 0,'0'-4'224'0,"0"4"-16"0,0 0-5 16,0 0-1-16,0 0-8 0,0 0-11 0,-14 12-12 15,11-7-6-15,0 3-11 0,-2 2-13 0,2-1-4 16,2 3-11-16,-3 0-9 0,1 0-10 0,-1 5-11 16,4-1-9-16,0 0-12 0,0-1-6 0,1-2-6 15,2-1-8-15,-3 2-4 0,0 1-1 0,4-3-7 16,-2 0-8-16,-1 0 0 0,2-4-3 0,-2 3-3 16,-1-4-2-16,5-2-2 0,-5 2-5 0,0-2 0 15,3-1 5-15,-2-2-8 0,-1-2 0 0,3 3-4 16,-3-3-1-16,0 0-2 0,0 0 2 0,7-9-1 15,-3 7-3-15,0-5-4 0,-1 2 3 0,2 0-3 16,1-3 2-16,-1 0 1 0,1 3-4 0,1-3 2 0,-2 2-4 16,-1 1 1-16,4-3-1 0,-4 2 2 15,2 2-2-15,-1 0 1 0,2 2 0 0,-3-2-3 16,1 2 5-16,-5 2-8 0,0 0 4 0,14 3-1 0,-9 1 3 16,-1-1-2-16,2 0-2 0,1 4 8 0,-6-1-6 15,6 2-2-15,0-1 0 0,-5 3 0 0,3 1 1 16,-1-1 0-16,0 0 2 0,-3 2-5 15,-1-2 2-15,3 0 3 0,-3 1-1 0,-3-1-1 0,3-1 0 16,-1-1-2-16,-3-2 0 0,2 1-2 0,-2-1 0 16,-1-2-5-16,-3-1 2 0,2 0-11 0,-3 0-3 15,0-2-22-15,-1 0-18 0,-1-2-22 0,1 0-29 16,-3-2-21-16,2 0-28 0,-1 0-31 0,1 0-16 16,4 1-10-16,-1 0-131 0,1 0-379 0,0-1 167 15</inkml:trace>
  <inkml:trace contextRef="#ctx0" brushRef="#br0" timeOffset="-169808.97">20166 15931 69 0,'0'-3'160'0,"1"-2"0"15,-1 5-5-15,0-7 4 0,0 3-6 0,0 4-2 16,2-7-7-16,-2 2-11 0,0 5-10 0,-3-7-9 15,2 6-7-15,-2-6-10 0,2 3-10 0,-5 2-2 16,6 2-16-16,-4-5-6 0,0 2-5 0,1 2-8 16,3 1-2-16,-11-3-5 0,7 3 6 0,4 0 2 15,-15 4 0-15,9-1-3 0,-1-1 0 0,-4 4-1 16,4 1-9-16,-1-1-2 0,2 3 2 0,-1-3-9 16,0 1-1-16,1 5 0 0,3-3-5 0,-4 1-3 15,3-1 2-15,1 1-4 0,3-1 1 0,0 4-2 16,1-4-4-16,1 0 1 0,0-3-3 0,2 2 1 15,1 0-5-15,4-1 1 0,-2-1-2 0,0 0 1 0,4-2-1 16,-4-3 0-16,0 1-2 0,5 0-1 16,-1-4-4-16,1 1-9 0,-5-1-6 0,4-3-3 15,-4 0-4-15,2-1-4 0,-2-1-5 0,3-4 3 0,-5 2-4 16,2-4 5-16,0-2 2 0,2 0 2 0,-7-2 0 16,2-2 4-16,-1 1 2 0,-1-2 0 0,-1 0 2 15,1 2 2-15,-2-1 5 0,0 0-2 16,0 1 4-16,0 1-1 0,1 5 3 0,-1-1 7 0,-1 2 7 15,-1 0 5-15,2 3 2 0,-1 1 5 0,1 0-1 16,0 5 1-16,1-4-6 0,-1 6 1 0,0-6-6 16,0 6 1-16,0 0-1 0,0 0-1 0,0 0 0 15,0 0-4-15,7 16 3 0,-4-11-2 0,-2 3-1 16,1 2 3-16,-1 1-2 0,0 2 4 0,1 0-4 16,-1-2 2-16,-1 3-3 0,-1-1 1 0,1 0 3 15,0 2-2-15,-2 2 0 0,1 0-4 0,2-3 2 16,-2-4 9-16,1 4-13 0,0-2 1 0,1-2 1 15,-1 4 1-15,3-4-3 0,1 1 0 0,0-2-4 16,2 1-7-16,-1 0-14 0,1-2-7 0,2-1-16 0,3-1-11 16,-2 1-8-16,1-2-5 0,3-1-1 15,-2-2 7-15,0 1-1 0,3-2 3 0,-2 0 2 16,0-2 5-16,0 1 2 0,-3-2 3 0,1-2-1 16,0-1 12-16,-2-2 5 0,-2 2 2 0,0-2-1 0,0-3 3 15,-2 0 6-15,-3 0 6 0,2 1 15 16,-2-3 4-16,-1 3 9 0,-1-2 5 0,0 0 1 15,-1 3 1-15,-1-2 4 0,-1-2 5 0,-2 3-4 0,2 1 0 16,0 3-1-16,-2-1 0 0,2 1 2 0,-3 0 1 16,-1 1-2-16,4 0-6 0,-1 3 3 0,-1 0-1 15,6 1-4-15,-11 2 2 0,7 1-4 0,-3-1-1 16,6 2-1-16,-2 3 2 0,3 0-4 0,-1-1 0 16,2 4 5-16,-1-5-4 0,3 6-4 0,-2-2-3 15,2 0-13-15,5-1-16 0,-4 2-11 0,3-1-9 16,-1 0-14-16,-1-1-13 0,-1-3-1 0,5 0-6 15,-2 0-15-15,0-1 12 0,-1-2-2 0,4 1 6 16,-4-2 11-16,1-1 7 0,0 0 7 0,-2-2 6 16,4 0 20-16,-4-1 19 0,0-2 14 0,-1 3 17 15,2-3 11-15,-5 1 10 0,3-1 9 0,0 1 4 16,0 0 11-16,0-1 6 0,-1 2 4 0,0-3 7 16,1 3 2-16,-4 3-4 0,5-4 0 0,-1 0-8 15,-4 4-8-15,7-1-7 0,-7 1-3 0,8 3-5 0,-4 1-7 16,2 1-2-16,-1 1 0 0,-1-2 4 15,3 3-1-15,-3 0-6 0,2 0 0 0,-1-1-7 16,0 2 4-16,-1 0-10 0,1-2 0 0,-1 1-5 16,0-2 1-16,-3 0-1 0,5 0-1 0,-2-1-1 0,1 0 17 15,-2-2 11-15,-1 1 6 0,-2-3-3 16,10 1-3-16,-10-1 0 0,0 0-2 0,13-6-5 16,-8 2 0-16,-3-2-2 0,4 1-8 0,-1-2 0 15,0-1-3-15,-1-1-5 0,2-1 0 0,1-2-5 0,-3 2-22 16,4-5-34-16,-2 3-33 0,-1-1-43 0,1 1-38 15,-1-6-48-15,3 5-50 0,-4 2-138 0,2 0-422 16,-2-1 187-16</inkml:trace>
  <inkml:trace contextRef="#ctx0" brushRef="#br0" timeOffset="-169081.59">20747 14974 231 0,'-2'-5'270'0,"1"1"-23"0,-3 0-26 0,1 1-20 0,-1 0-13 16,4 3 0-16,-9 0 4 0,9 0-2 0,-15 5-11 0,5 0-5 15,1 2 9-15,-6 5-6 0,1-2-2 0,4 4-13 16,0 1-13-16,0 3-11 0,-1-1-11 0,3 4-5 15,0-1-10-15,5 6-13 0,-1-6-9 0,1 7 0 16,2-7-14-16,2 2-6 0,-1-1-7 0,5 1-10 16,3-3-2-16,-1-3-14 0,5 2-8 0,-3-1 1 15,2-2-11-15,4-1-19 0,0 0-28 0,3-5-38 16,-3 0-31-16,2-3-36 0,-4-1-32 0,4 0-43 16,-3-2-39-16,6 0-33 0,-1-3-239 0,-5 0-561 15,1 0 249-15</inkml:trace>
  <inkml:trace contextRef="#ctx0" brushRef="#br0" timeOffset="-168800.35">21156 15138 190 0,'6'-5'274'16,"-4"0"1"-16,1 2-12 0,0-1-3 0,-2-1-8 15,3 0-13-15,-4 1-17 0,0 0-20 0,0 4-26 16,0 0-13-16,-5-10-15 0,5 10-17 0,-6-2-18 16,6 2-5-16,-11 0-8 0,11 0-12 0,-13 4-7 15,5-1-9-15,-2 3-5 0,2 0-7 0,-3 2-11 16,0 1 0-16,-1 0 0 0,1 1-15 0,3 3 1 16,-4 0-2-16,0 1-5 0,-1-1-5 0,4 1-19 15,-1 1-16-15,3-3-25 0,1-1-30 0,0 0-27 16,0 2-34-16,0-5-34 0,3 1-34 0,1-1-28 15,-1-2-21-15,1 1-193 0,1-2-473 0,1 0 209 16</inkml:trace>
  <inkml:trace contextRef="#ctx0" brushRef="#br0" timeOffset="-168580.13">20982 15113 59 0,'0'-4'209'16,"0"4"-24"-16,0 0-19 0,0 0-16 0,0 0-4 16,0 0-3-16,12 8-10 0,-3 0-12 0,0-1-8 15,-1 3-12-15,3 5-9 0,-1-5-10 0,3 3-6 16,-2 3-10-16,3 1-8 0,2-1-3 0,-5 1-9 16,5-1-14-16,-2-1-34 0,1 0-42 0,-3-3-52 15,4 0-41-15,-6-3-35 0,-2-1-92 0,1 2-286 16,1-2 127-16</inkml:trace>
  <inkml:trace contextRef="#ctx0" brushRef="#br0" timeOffset="-168390.37">21356 15386 226 0,'0'0'240'0,"4"-4"-19"0,-4 4-17 0,0 0-23 0,0 0-17 15,0 0-16-15,0 0-15 0,0 0-12 0,0 0-10 16,0 0-11-16,0 0-8 0,-8 13-9 0,4-9-7 15,1-1-11-15,-1 2-5 0,-3-1-7 0,3-1-22 16,-2 2-41-16,0 0-43 0,1 0-31 0,1-2-46 16,-1 2-36-16,1-2-145 0,4 1-338 0,0-4 150 15</inkml:trace>
  <inkml:trace contextRef="#ctx0" brushRef="#br0" timeOffset="-168132.48">21664 15125 15 0,'0'0'173'15,"10"2"-15"-15,-10-2-22 0,7 2-16 0,-3 1-8 16,1 0-12-16,0 1-7 0,0-2-9 0,2 2-8 15,-1 0-8-15,-1-2-12 0,1 3-3 0,1-2-2 16,0 1-18-16,-3 0-13 0,1-1-20 0,3-1-33 16,-2-1-22-16,0 2-9 0,1-3-20 0,-7 0-18 15,9 0-67-15,-9 0-182 0,12-1 81 0</inkml:trace>
  <inkml:trace contextRef="#ctx0" brushRef="#br0" timeOffset="-167960.61">21828 15157 145 0,'4'-5'34'0,"0"0"27"0,-1 2 14 0,1-1 37 0,0 0 12 15,1 0 1-15,-3 1 21 0,-2 3 6 16,3-6 2-16,-2 4-4 0,-1 2-15 0,0 0-15 0,0 0-12 15,0 0-9-15,0 0 12 0,0 0-1 0,0 0-5 16,0 0-11-16,-15 12-5 0,14-4-9 0,-3-2-5 16,0 4-10-16,-2-2-7 0,2 4-4 0,-1-2-6 15,-1 2-2-15,2 0-7 0,-1 1-4 0,1-1-4 16,-2 1-12-16,2-2-27 0,-1 0-33 0,-1 2-38 16,2-1-31-16,0-1-41 0,0 0-39 0,-2 0-180 15,1 0-402-15,1-1 178 0</inkml:trace>
  <inkml:trace contextRef="#ctx0" brushRef="#br0" timeOffset="-167757.49">21839 15456 226 0,'0'0'259'0,"0"0"-10"0,0 0-16 15,0 0-17-15,0 0-18 0,0 0-16 16,0 0-16-16,-23 5-21 0,16-2-9 0,2-1-17 15,-4 4-13-15,5-3-7 0,-8 1-9 0,4 2-16 0,0-2-22 16,0 4-27-16,-2 0-39 0,3-2-36 0,-1 2-44 16,2-2-41-16,4 1-40 0,-2-2-177 0,0 1-380 15,3 2 168-15</inkml:trace>
  <inkml:trace contextRef="#ctx0" brushRef="#br0" timeOffset="-167163.7">22222 15200 179 0,'0'-5'176'16,"0"5"-11"-16,0 0-11 0,0 0-6 0,0 0-15 0,0 0-7 15,0 0-6-15,-9 13-13 0,6-10-9 16,-1 2-7-16,4 0-9 0,-4 2-10 0,1-2-2 16,3 7-7-16,-4-5-12 0,4 5-4 0,-4 0-2 0,0-2-4 15,2-1-8-15,0 1-3 0,2 1-1 0,0-2 0 16,0 1-7-16,0-3 5 0,2 1-9 0,0 1 0 15,1-4-2-15,1 1-2 0,-3-3 0 0,6 0-2 16,-3-1-3-16,2-1 4 0,-1-1-7 0,-5 0 4 16,15-2-3-16,-11-1-1 0,4 0 0 0,3-3-2 15,-3 1 4-15,2-1-9 0,-3-2 6 0,2 0 2 16,2 0-4-16,-1 2 3 0,-1-1 0 0,-1 1-1 16,-4 1 4-16,1 1-2 0,-3 2 4 0,2 0-1 15,-4 2-3-15,6-4-4 0,-6 4 2 0,0 0 4 16,0 0-1-16,9 7-3 0,-5-2 1 0,-2 2 0 15,2-1 3-15,-3-1 1 0,2 3 7 0,2 2 5 16,1 1-5-16,2-3-4 0,-3 2 5 0,1 0-4 16,3-2 3-16,-1 2-1 0,-1-2-1 0,5-1-4 0,-5-1-2 15,1 1 0-15,2-2-1 0,1-5-2 16,-3 3 3-16,0-2 1 0,-1-1-4 0,-2-4 0 16,4 1-1-16,-4-3 1 0,-1 1 2 0,2-4-3 0,-4-3-5 15,4 3 5-15,-4-3-1 0,-2 0-2 0,3-1 3 16,0-1-11-16,-3-4-22 0,1 3-20 0,-1 2-27 15,-1-1-14-15,-2 2-31 0,4-2-20 0,-5 3-27 16,4 2-31-16,-1 1-107 0,0-1-330 0,-2 5 146 16</inkml:trace>
  <inkml:trace contextRef="#ctx0" brushRef="#br0" timeOffset="-166726.21">22701 15030 205 0,'-4'-5'322'0,"2"1"-6"0,0-2-10 15,2 3-14-15,0 3-19 0,0-5-18 0,0 5-17 16,0 0-26-16,4-3-24 0,-4 3-14 0,11 5-13 16,3 1 1-16,-5 1-2 0,9 3-15 0,-2 3 10 15,9 1-8-15,-2 4-7 0,1 2-10 0,-3-3-7 16,0 2-10-16,1 4-6 0,-5-1-8 0,0 0-11 15,-6-3-9-15,0 8-8 0,3-2-7 0,-6 3-7 16,-1-3-5-16,-4 1-7 0,0 1 0 0,-3-7-10 16,0 8 6-16,-1 0-9 0,-6-2-4 0,2-5-5 15,-3 4-5-15,-6 1-30 0,5-2-43 0,-5 1-54 16,-1-3-43-16,1-5-50 0,-5 5-51 0,3-2-48 16,1-2-51-16,-3 2-260 0,1-7-661 0,6 1 294 15</inkml:trace>
  <inkml:trace contextRef="#ctx0" brushRef="#br0" timeOffset="-166210.59">23463 15273 205 0,'0'0'310'0,"-1"-5"-29"0,1 5-18 0,-2-4-24 0,2 4-19 15,-1-5-23-15,1 5-21 0,5-5-17 16,-2 3-19-16,7 1-13 0,-1 1-17 0,3 1-31 16,7 1-40-16,1 3-36 0,1-1-45 0,9 0-37 0,-7 0-42 15,7 2-40-15,-8 0-42 0,-2-1-121 0,-2 1-351 16,-4 0 155-16</inkml:trace>
  <inkml:trace contextRef="#ctx0" brushRef="#br0" timeOffset="-166037.22">23451 15437 90 0,'-4'3'250'0,"-2"-1"0"0,5 0-6 15,1-2-11-15,4 9-21 0,3-7-22 0,2-1-18 16,4 2-19-16,8-2-13 0,1 1-16 0,1-2-28 0,10 2-40 15,0-1-45-15,0-1-60 0,3 1-66 0,-1-3-77 16,1 0-120-16,-2 1-336 0,2-1 150 16</inkml:trace>
  <inkml:trace contextRef="#ctx0" brushRef="#br0" timeOffset="-165271.62">25877 14940 156 0,'12'-19'227'0,"-8"1"-10"0,5-1-18 0,-8-3-19 16,-1 3-12-16,-1-2-9 0,-5 1-10 0,-9-6-2 15,0 1-11-15,4 8-7 0,-5 0-11 0,-7-2-6 16,9 5-3-16,-6 2-12 0,2 4-7 15,1-2-3-15,-1 4-6 0,0 4-7 0,2 1-8 0,2 2 0 16,1 1 20-16,3 6 7 0,-1 1 4 0,1 6 14 16,4 3 23-16,3 9-11 0,-1 1 8 0,8 3 10 15,-1-1 2-15,3 8-19 0,4-1-6 0,1 10-8 16,3 1-19-16,-2-1-5 0,-1-9-7 0,-2 0-9 16,2 12-7-16,-1-2-1 0,-6-9-13 0,3-1-1 15,-3-1-11-15,-1 2-3 0,-2-3-2 0,-4 2-7 16,-2-5 0-16,-2-1-5 0,0 0-2 0,-4-2-16 15,-1-2-28-15,5-9-13 0,-5 7-39 0,0-10-57 16,1-1-31-16,-1 2-34 0,0-3-55 0,6-2-57 16,-1-3-46-16,0-2-201 0,-1 3-605 0,3-7 268 15</inkml:trace>
  <inkml:trace contextRef="#ctx0" brushRef="#br0" timeOffset="-165037.27">25586 15246 187 0,'4'-4'300'0,"2"-1"-27"16,-1 3-25-16,5 0-24 0,-1 1-23 0,5 1-21 15,3 1-19-15,5 1-15 0,-1 0-9 0,10 3-20 16,-2-1-9-16,2-1-14 0,-1 0-15 0,2 4-26 15,-2-2-36-15,0 1-35 0,-7 1-47 0,-1-2-46 16,-1-1-44-16,0 1-59 0,-2 0-113 0,-4-1-355 16,-1 0 157-16</inkml:trace>
  <inkml:trace contextRef="#ctx0" brushRef="#br0" timeOffset="-164506.02">26089 15443 184 0,'0'0'203'0,"0"0"-5"0,-9 4-15 0,5-2-11 16,0 3-14-16,-3-3-18 0,3 3-10 0,-2 0-16 0,2 3-13 15,-4 0-9-15,5-1-10 0,-2 2-9 0,1 1-4 16,3 1-11-16,-1-1-2 0,4 0-6 0,-1 2-5 15,0 1-6-15,2-3-1 0,-1 3-6 0,3-3-3 16,0 0-4-16,3-1-2 0,-1-1-3 0,0 0 0 16,1-2-3-16,0 0-5 0,-1-2 3 0,0-1-10 15,2-1 3-15,-2 0 1 0,0-1 3 0,5-2-4 16,-2-2-4-16,-1-2 4 0,3 0-1 0,-2-3-2 16,1 0 6-16,0 2 8 0,0-1 7 0,-2-3 10 15,-1 3 7-15,3-4-1 0,-4 1-2 0,1 2-1 16,0 0 2-16,1 0-3 0,-5 1-3 0,0 2 1 15,1 2-4-15,0-1-4 0,-3 1-4 0,2 0-3 16,-4 3-1-16,5-1-2 0,-5 1-2 0,7 4-3 0,-2-1-3 16,0 1 2-16,-1-2-1 0,0 4-3 0,0 1 0 15,2-3-1-15,-2 2-3 0,4 3-2 16,-2-5 5-16,-1 2-1 0,-1-1 0 0,1-1-1 16,1-1 1-16,-2 2-2 0,2-2 1 0,-2-3 0 0,-4 0 0 15,7 0 1-15,-7 0 2 0,11-3 0 0,-7-2-3 16,2 1-1-16,-1-1 1 0,-1-3 1 0,3 0-5 15,-1 0 1-15,-4 0 3 0,4-1-1 0,-1-1-3 16,-2-2-2-16,-2 2 3 0,2 0-9 0,-3-2-10 16,1 3-23-16,-1 2-22 0,0-1-28 0,0 2-32 15,0-3-36-15,0 4-29 0,0 1-47 0,0 0-145 16,0 4-410-16,-4-7 181 0</inkml:trace>
  <inkml:trace contextRef="#ctx0" brushRef="#br0" timeOffset="-163787.3">26944 14997 41 0,'4'-3'308'0,"0"-2"-11"15,0 0-17-15,-1 2-23 0,-3 3-27 0,0-5-22 16,0 5-21-16,0 0-25 0,-4-4-15 0,4 4-1 16,0 0 10-16,-16 9 5 0,6 0-4 0,-3 0-2 15,6 5-6-15,-6 3-6 0,-1 1 3 0,1 3-18 16,-2 1-12-16,0 1-12 0,4 2-6 0,4 0-9 16,-4 2-12-16,0-2-6 0,7 3-10 0,2-7-4 15,2 5-5-15,2 1-3 0,2-7-8 0,-2 0 8 16,7 0-15-16,-2-2-8 0,1 0-38 0,5-2-21 0,-1-2-33 15,1 0-31-15,2-3-26 0,-2-3-34 16,-1 0-38-16,-3-1-43 0,9 1-28 0,-3-5-35 16,-3 0-182-16,4 1-523 0,-2-3 233 0</inkml:trace>
  <inkml:trace contextRef="#ctx0" brushRef="#br0" timeOffset="-163537.31">27263 15244 239 0,'0'-7'234'0,"0"7"-19"0,-5-4-8 0,5 4-10 15,-6-1-8-15,6 1-6 0,-16 3-15 0,9-1-6 16,-2 3-17-16,-3-1-14 0,-1 0-9 0,1 0-14 16,-6 5-8-16,3 1-11 0,-1-1-9 0,1 3-11 15,-3-4-7-15,2 4-5 0,5 1-2 0,-3 0-12 16,5-5-15-16,2 3-16 0,-1 0-21 0,1 0-35 15,4-1-33-15,-4 1-30 0,5-2-44 0,2 0-25 0,0 1-33 16,0-4-145-16,0 1-383 0,0-2 169 16</inkml:trace>
  <inkml:trace contextRef="#ctx0" brushRef="#br0" timeOffset="-163308.43">27101 15211 189 0,'0'0'222'0,"2"-3"-22"0,-2 3-13 0,0 0 2 0,0 0-2 31,8 9-4-31,-1-3-9 0,-2 2-8 0,3 5-8 0,1-5-6 16,4 9-8-16,-1-3-17 0,2 2-12 0,1-1-10 16,-3 1-15-16,4 1-6 0,-2-3-8 0,2 1-8 0,-1 0-17 15,0-2-27-15,-1-2-35 0,-1 2-37 0,-2-3-32 0,0-4-53 16,0-1-48-16,0 2-38 0,-5-3-152 0,3 0-399 15,-4-4 176-15</inkml:trace>
  <inkml:trace contextRef="#ctx0" brushRef="#br0" timeOffset="-163058.45">27470 15107 139 0,'0'0'323'16,"0"0"-9"-16,0 0 0 0,0 14 1 0,1-9-18 16,1 4-26-16,-1 0-16 0,3 4-11 0,0-1-15 15,4 4-28-15,3 2-21 0,-1 2-14 0,2 4-21 0,2 0-8 16,0 1-21-16,0-1-11 0,1 1-13 16,-3 0 1-16,-1 1-20 0,-3-7-9 0,-2 3-24 15,-2-4-34-15,-3 1-50 0,-5-1-35 0,0 0-28 0,-4-2-33 16,-2 1-32-16,-1-1-39 0,-5-3-50 0,1-3-257 15,-4 0-561-15,-1-2 249 0</inkml:trace>
  <inkml:trace contextRef="#ctx0" brushRef="#br0" timeOffset="-162542.83">28143 15383 11 0,'0'-5'338'0,"0"5"-31"16,2-5-24-16,-2 5-29 0,1-3-27 0,4-2-22 16,-2 3-16-16,3-1-15 0,4 1-21 0,4 0-15 15,5 1-16-15,0-1-15 0,11 2-8 0,1-2-12 16,2 5-22-16,2-1-28 0,-1 1-37 0,0 2-33 15,0 0-36-15,0-1-41 0,-1 0-42 0,-3-2-48 16,-8 2-172-16,-2 0-403 0,0 0 178 0</inkml:trace>
  <inkml:trace contextRef="#ctx0" brushRef="#br0" timeOffset="-161886.6">28759 15191 15 0,'0'0'253'0,"0"0"-15"0,0 0-18 0,0 0-21 15,0 0-19-15,-12 7-16 0,11-4-19 0,0 4-8 16,-1-4-13-16,1 3-12 0,4 1-9 0,-1 1-12 16,3 4-4-16,4-4-7 0,-4 3-10 0,8-1-5 15,-3-1-11-15,0 1-3 0,-1-1-6 0,3-1-5 16,-2 0-3-16,-2-3-4 0,3 1-2 0,-3-2-3 16,-1-1-4-16,2-1-1 0,-2-2-1 0,-7 0-2 15,11-2 0-15,-4-1-3 0,1-1-1 0,-4-1-1 16,2 0 0-16,1-4 4 0,0 1-1 0,-2 1 0 15,3-4-2-15,-3 3 3 0,1-2 11 0,1 2 0 16,-1-2-4-16,3 0 2 0,-7 4 6 0,5-1 0 16,0-1-3-16,-2 3 0 0,3 2-6 0,-2-2-4 0,2 3-2 15,-4 1 0-15,4 1-2 0,-8 0-4 0,13 5 0 16,-8 1-4-16,4 1 2 0,-3 4-6 16,2 1 3-16,-2 6-3 0,2 0 14 0,-2 3 3 0,-3 8 10 15,4-1 1-15,-3 3 3 0,0 1 5 0,0-1 5 16,-1 4 2-16,-3-1-2 0,0 3 1 0,4 0-7 15,-8 0-4-15,0-3 1 0,1 0-5 0,-4 1-4 16,2 0 2-16,-1-3-7 0,-4-5-5 0,2 3 3 16,-2-4 20-16,4-6 11 0,-6-2-4 0,4-4-1 15,1 0 22-15,-3-4 18 0,1 1 3 0,0-3 12 16,-6-4 13-16,4-2 0 0,-4-3-6 0,1-1-4 16,-4-7-14-16,-2 0-5 0,1-4-8 0,-6-7-7 15,3-4-7-15,1 0-1 0,2 0 5 0,7 0-1 16,-3-4-8-16,8 14-1 0,0-7-9 0,6 1-4 15,-2-9-5-15,6 10-9 0,1 0-19 0,0-1-23 16,8 2-33-16,3-3-42 0,6-1-50 0,-3 3-47 16,5 1-42-16,2 1-52 0,3 1-55 0,4-1-64 0,-2 3-284 15,1 0-737-15,1 4 325 0</inkml:trace>
  <inkml:trace contextRef="#ctx0" brushRef="#br0" timeOffset="-161059.28">29556 14568 8 0,'-1'-4'208'15,"1"4"-11"-15,-3-9-5 0,2 6-7 0,1 3-6 0,-3-5-14 16,3 5-20-16,-2-2-10 0,2 2 2 0,0 0 23 16,0 0 4-16,-6 15-6 0,6-4-4 0,-3 1-3 15,2 2-6-15,0 4-13 0,-1 2 0 0,2 9 0 16,0 0-5-16,3 6 0 0,-6-3-9 0,3 3-5 16,0 4-1-16,0 12 12 0,-3-1-12 0,-2 0-4 15,-2 1-15-15,1 2-2 0,-3 2-3 0,2-3-20 16,-3-1 4-16,0 0 17 0,-1-2-6 0,-1 0-1 15,-2-1-12-15,6-10-2 0,-7 12-10 0,4-15-3 16,-5 14-4-16,4-2-8 0,2-11-1 0,-2 0-2 16,3 3-7-16,0-3-4 0,0 0 0 0,3-2 25 15,1 2-5-15,-2-1-9 0,6-4-11 0,-1 0 6 16,1-3-2-16,2-1-5 0,1-6-5 0,0-3-2 16,1-2-2-16,1-3-2 0,-4-1-1 0,4-2-14 0,-2-1-9 15,1-2-8-15,-2-2-18 0,0 1-14 0,2-4-48 16,0 1-50-16,-3-3-35 0,0 0-44 15,0 0-36-15,0 0-47 0,0-13-44 0,-6 5-267 0,2-2-669 16,-3-1 296-16</inkml:trace>
  <inkml:trace contextRef="#ctx0" brushRef="#br0" timeOffset="-160157.24">25295 14439 111 0,'3'-3'210'0,"-3"3"6"0,0 0 4 15,0 0 0-15,0 21-1 0,0-9-7 0,-1 5-3 16,1 1-8-16,-2 2-6 0,1 8-7 0,1 3-2 0,-3-2-5 16,3 4-13-16,0 1 1 0,0 2-28 0,-5 3-10 15,0 12 1-15,1 1 22 0,0 2-8 0,-1-2-12 16,0 2-24-16,-4 0 5 0,-2 0 9 0,2 2-11 16,-5-2-2-16,0 2-13 0,4-2-9 0,-4 1-9 15,-5 1-6-15,5-6-7 0,0 1-12 0,-1-1 0 16,-2-1-6-16,2 1-2 0,-1 0-6 0,6-12-7 15,-4 8 0-15,5-9-5 0,-2-2-12 0,2 2-26 16,5-3-47-16,1 1-45 0,-1-3-55 0,4-5-61 16,-3 3-81-16,8-10-98 0,-3 1-246 0,5-3-696 15,2 0 308-15</inkml:trace>
  <inkml:trace contextRef="#ctx0" brushRef="#br0" timeOffset="-136679.45">20302 2861 176 0,'0'0'240'16,"4"-3"-9"-16,-4 3-6 0,0 0-1 0,0 0-14 15,3-2-10-15,-3 2-9 0,0 0-12 0,0 0-8 16,0 0-10-16,5-3-7 0,-5 3-16 0,0 0-11 16,0 0-9-16,0 0-17 0,0 0-11 0,0 0-10 15,0 0-9-15,0 0-9 0,0 0-7 0,0 0-10 16,0 0-2-16,0 0-6 0,0 0 4 0,2 10-10 16,-2-10-2-16,1 6-6 0,0-3 1 0,-1 1-3 15,0 1-1-15,2 2-2 0,-2-1-4 0,1 0-2 16,-1 1-2-16,0-1 5 0,3 1-5 0,-3-1 2 15,1 3-3-15,2-1-2 0,-2 2 0 0,1-2 3 16,0 1-6-16,1 2 4 0,0-2-5 0,-2 2 1 16,2-1 1-16,-2 0 4 0,-1-1-4 0,4 1-3 0,-4 2 2 15,2-2 4-15,0 1-2 0,-2-1-7 0,2 3 2 16,0 0 0-16,0 0-1 0,-2-1 3 16,1 2-1-16,-1 4 0 0,3-5 3 0,-2 0-6 15,-1 4 0-15,0-3 5 0,3 4-3 0,-1 0-1 0,0 1 5 16,-2 0-4-16,3-1 1 0,-2 3-1 0,-1-1-1 15,1-2 2-15,1 3 0 0,-2-1 3 0,0-1-2 16,0 1-1-16,1-1 1 0,-2 0 1 0,-1 3-6 16,2-2 5-16,-1-1 0 0,0 2-3 0,-2-1 1 15,1 0 4-15,2-1-5 0,-2 0-1 0,-1 0 1 16,3-1 2-16,0 3-2 0,0-1 5 0,0-1-6 16,0-1 4-16,0 2-1 0,0-1-1 0,3 0-3 15,-3-1 4-15,0 0 1 0,0 0-3 0,0-2-3 16,0 1 6-16,0 1-3 0,0 0 0 0,0 1 0 15,-3-1 1-15,3-4-2 0,0 3 1 0,3 0-1 16,-6 0 4-16,3 0-4 0,0 0 5 0,-1 2-5 16,-2-1 2-16,2-1-1 0,-1 1 3 0,-2-1 0 15,2 1-1-15,0 1 0 0,2-1 1 0,-4-1-2 16,4 1-2-16,-4 0 2 0,0 0 2 0,1 0 0 16,1 0-1-16,0 0-1 0,-2 2-4 0,0-2 4 15,1 1 0-15,2 0 0 0,-2 0 2 0,-1 0 0 16,3 2-3-16,-2-2 3 0,1 2-6 0,0 1 3 15,-1-3 0-15,-1 0 0 0,2 3-1 0,0-1 10 0,-2-2-9 16,0 0 0-16,-1 8 3 0,3-8-2 0,-2 1 1 16,2 1 1-16,-3-1 1 0,1 0-1 15,0 6-1-15,1-4 0 0,-1-2 6 0,-2 8-2 0,0-8-1 16,3 1-2-16,-2 5 7 0,-1 3-2 0,1-4 0 16,-3 3 0-16,1-7 5 0,3 6 5 0,-1 0-2 15,-1 1-2-15,-2-1 0 0,-1 2 1 16,3-2-1-16,-1 2-6 0,2-3 5 0,-2 2-1 0,3-1 1 15,-3 3 3-15,3-2-13 0,0-1 3 0,-5 0 7 16,7-6-7-16,-2 5 2 0,-1 1 0 0,2-2-1 16,-3 3-2-16,1 0-4 0,0-2 4 0,3-5-1 15,-2 4 3-15,1 4-3 0,-1-3 1 0,0 2 0 16,1-3-3-16,-1 2-1 0,-1 1 7 0,1 0-4 16,1-4-4-16,-2 5 4 0,-1-3 2 0,2 0-4 15,-1-4-3-15,-1 5 7 0,2 0-1 0,-1 0-10 16,-5 0 8-16,6-1 0 0,-4 0 2 0,0 2-3 15,1-2 1-15,0 1 1 0,2-3-2 0,-2 3-1 16,3-1 1-16,-2-1-1 0,1 3 2 0,2-7-2 16,-3 6 1-16,2-2-2 0,-3 2 1 0,4 0-2 15,-1 0 7-15,-2 1-5 0,1-1 1 0,2 1 3 16,-1 0-4-16,3-2 3 0,-2 3-2 0,0 0-2 16,1 3-1-16,0-3 15 0,-2-2-14 0,1 2 4 15,1 2 0-15,-1-1-5 0,-2 0 3 0,3 0 2 0,-6 0-3 16,7 0-2-16,-5-1 0 0,-1 1 4 15,2 0 0-15,1 1 0 0,-1-4-6 0,-2 3 7 16,3-2-3-16,-4 4 3 0,1-3 7 0,3 2-14 0,-2-2 3 16,1 5 5-16,-5 0-3 0,6 1-1 0,-4-1 2 15,4 0-3-15,-3 2 3 0,2 0-3 0,-2 0 4 16,0 0 0-16,0 0 2 0,0 3-3 16,-3 10 3-16,4-15 55 0,-1 2-3 0,3 1-4 0,-4 0-9 15,4-4-2-15,-1 2-7 0,-4-1-2 0,5 0-6 16,0-1 1-16,-4 3 2 0,3-3-3 0,-4 3-4 15,5-1-3-15,-1 0 0 0,-4 0-2 0,3 1 0 16,2-3 1-16,-2 0-2 0,0 2-4 0,-2-3-2 16,4 1-2-16,-2-1-1 0,1-3 1 0,-1 0-1 15,-2-1-5-15,4-6 3 0,0-2 4 0,1-1-6 16,0 2-1-16,-1-5 1 0,0 1 5 0,3-2-6 16,-1-2 8-16,1-4-14 0,-3 4-21 0,4-5-30 15,3-2-30-15,-3 0-18 0,0-6-23 0,2 7-59 16,-2-7-79-16,0 0-100 0,0 0-278 0,18-14-691 15,-6 0 306-15</inkml:trace>
  <inkml:trace contextRef="#ctx0" brushRef="#br0" timeOffset="-134031.79">20375 2902 7 0,'3'-10'283'0,"0"0"-16"15,-2 3-15-15,-1-2-6 0,3 2-17 16,-3 2-15-16,1 2-22 0,-1 3-25 0,-4-6-20 0,4 6-16 16,0 0-12-16,0 0-12 0,-19 12-10 0,10-2-6 15,-2 4-11-15,-3 0-6 0,-1 3-7 0,-4 4-9 16,2 0-6-16,0 1-1 0,2-3-5 0,0-3-5 16,3 2-4-16,-3-5-9 0,3 3 1 0,-2-2-1 15,5 2-1-15,1-8 1 0,-2 0-5 0,6-3-4 16,1 0 2-16,1 0 10 0,-3 0 36 0,5-5 37 15,0 0-10-15,0 0-7 0,17-8-8 0,-4 0-9 16,4-5-11-16,9-4 1 0,-3 1-8 0,5-6-4 16,1 1-3-16,-3-3 0 0,2-1 3 0,-2 2-2 15,-1-3 18-15,-4 2 23 0,-2 3 3 0,-4 4 5 16,-2 3 4-16,-3 3 5 0,1 2-2 0,-4 1-3 16,-2 1-1-16,0 1-25 0,0 3-13 0,-4-1-10 15,4 3-9-15,-5 1-4 0,0 0 0 0,5 15-5 16,-1 1-2-16,0 7-4 0,1 8 2 0,5 3-4 15,1 15 3-15,7 1-27 0,-2 2-56 0,3-2-68 16,8 0-64-16,14 28-50 0,-11-23-51 0,4-2-63 16,-3 3-357-16,6-1-766 0,-3-2 339 0</inkml:trace>
  <inkml:trace contextRef="#ctx0" brushRef="#br0" timeOffset="-132813.09">18009 8025 135 0,'-11'0'145'0,"6"1"-6"0,-4 0-9 0,5 0-4 15,4-1-5-15,-9 3 1 0,9-3-4 0,-5 2-8 16,5-2 23-16,0 0 20 0,0 0 4 0,13 3-9 0,-8-1-8 16,9-2-15-16,8 2-13 0,11-1-11 0,6 2-8 15,17-1-8-15,6 1-9 0,2 1-9 0,5-1-5 16,32 0-8-16,-3 5-4 0,1-7-3 0,-1 5-9 15,4-3-1-15,2 3-4 0,0-1-2 0,3 0-4 16,5 2-6-16,0-1-1 0,-1-2-2 0,4 4 3 16,0-2-4-16,2 4-3 0,3-5-4 0,1 1 6 15,-4 1-6-15,3 1-3 0,6-1 1 0,2 2 1 16,3-2-1-16,7 3-1 0,5-3-5 0,1-2 4 16,2 6-4-16,-2-4 6 0,4 2-2 0,6 5-3 15,1-6 0-15,2 3-4 0,-4-3 4 0,1 1 3 16,0 6-4-16,-1 0 1 0,5 0-1 0,-7 0 0 0,1-2-1 15,2-1 0-15,-2 10-1 0,-3-3 2 0,3-4 0 16,-3 4-1-16,0-1 0 0,-5 0 1 16,0 1-4-16,4-1 4 0,-1 1 1 0,-4 2-4 0,-2 2 2 15,6-4 0-15,-8 3-1 0,1-2 1 0,3 3-3 16,-3-1 3-16,-1-3-5 0,-5 3 2 0,-3-4 4 16,-2 2-1-16,-5-1-2 0,0 1 0 0,-2 0 2 15,-3-2-3-15,-8 0-2 0,-2-2 4 0,2-2-2 16,-6 1 5-16,0-1-1 0,-4 3-1 0,-2-4 0 15,-2 0-2-15,-1 0 1 0,-27-2 0 0,28 0-1 16,1 2 2-16,-33-5 2 0,2-2-3 0,2 7 0 16,28-4 3-16,-35-3-2 0,8-1 2 0,-5 1-5 15,4-1 2-15,-5 1 2 0,4-2-5 0,-3-1 1 16,-1 3 5-16,-5-4-6 0,2 0 3 0,-8-2 1 16,-11 0 1-16,-1 0 1 0,0-2-1 0,-2 2-1 15,-1-4 18-15,-3 2 4 0,-1-1 0 0,-2 1 1 0,1 0-3 16,-11 0 3-16,2-1-3 0,-5 3 2 0,-1-4-4 15,-4 0 1-15,0 1 0 0,-3 0-3 0,0 0 2 16,1 1 4-16,-6 1-4 0,-1-1 3 0,2-1 0 16,-2 2-4-16,-1-2-6 0,-4 3 4 0,6-3-1 15,-6 3-4-15,3-2-3 0,-3 2-3 0,0 0-10 16,2-3-7-16,-2 3-17 0,0 0-20 0,0 0-29 16,0 0-37-16,0 0-29 0,-9-5-40 0,9 5-33 15,0 0-49-15,-11-2-154 0,8-1-454 0,-2 2 202 16</inkml:trace>
  <inkml:trace contextRef="#ctx0" brushRef="#br0" timeOffset="-132484.97">29135 8876 91 0,'3'8'229'0,"-1"-3"0"0,2 1-11 0,4 4 1 15,-1-2-11-15,7 5-7 0,-1 1-11 0,8 4-13 16,2 0-13-16,3 0-15 0,0-1-10 0,-1-2-11 16,3 1-4-16,-5 0-8 0,3-1-12 0,-5 3-6 15,-3-5-7-15,-2 0-7 0,-2-2-11 0,-2-2-6 0,-5 0-7 16,-3 0-1-16,2 2-7 0,-5-6-3 15,-4 1-1-15,-4 1-5 0,-4-1 1 0,-7 0-3 16,-12 2-3-16,-7-4 6 0,-3-2-17 0,-15 1 0 0,11-2-15 16,-9 0-45-16,8-3-46 0,6 3-57 0,-2 1-58 15,3 0-72-15,3 5-224 0,-1-4-529 16,8 2 234-16</inkml:trace>
  <inkml:trace contextRef="#ctx0" brushRef="#br0" timeOffset="-131203.68">24634 9410 143 0,'0'0'257'16,"4"-4"-4"-16,-1 2-7 0,-3 2-12 0,3-3-7 15,-3 3-16-15,2-2-13 0,-2 2-12 0,0 0-16 16,0 0-15-16,0 0-12 0,0 0-16 0,0 0-17 16,0 0-9-16,0 0-10 0,-15 0-11 0,3 2-8 15,0 1-5-15,-8-2-4 0,0 0-6 0,0 3-10 16,-10 1 1-16,0 0-3 0,0 3-8 0,2-3-1 15,-2 0-3-15,8 2 0 0,-8-4-2 0,6 2-2 0,-1 1-1 16,6-1-2-16,1 0-7 0,2-4-1 16,5 4 0-16,2-1-5 0,3 1 1 0,2-1-3 15,4 2 0-15,2 1-1 0,8 2 5 0,8 0-3 0,15 3 2 16,2 0-4-16,18 3 0 0,4-1-2 0,2 1 1 16,3-6 0-16,-2 3 0 0,1 1-5 0,-4-5-1 15,-1 1 1-15,-18-5 0 0,2 3 2 0,-5-4-4 16,-1 1-1-16,0-1 0 0,-15-2 3 0,0 1-1 15,-4-3 0-15,-3 0 2 0,-8 0 4 0,3-2-1 16,-5-1-1-16,-2-2-1 0,-4-1-1 0,-5-3-3 16,-7-1-1-16,-7-2 0 0,-7-3-1 0,-1 1 4 15,-2-1-2-15,-1 1-1 0,-3 0-3 0,-1 2 2 0,4 2 2 16,-4-2 3-16,6 0-2 0,0 4-3 16,4 0-13-16,7 1-28 0,2 3-46 0,4 1-37 15,3 2-47-15,3-4-49 0,0 4-42 0,4-1-233 0,5 3-537 16,-1-1 237-16</inkml:trace>
  <inkml:trace contextRef="#ctx0" brushRef="#br0" timeOffset="-130927.92">24789 9291 4 0,'0'-5'302'0,"3"1"0"0,-2-1-10 0,2 1-14 16,-3 0-26-16,0 4-25 0,1-2-26 0,-1 2-25 15,0 0-20-15,0 0-12 0,0 0-13 0,6 10 2 16,-5 0 6-16,-1 2-13 0,0 5-10 0,0 0-12 16,0 10-5-16,0 0-13 0,2 4-5 0,-4 3-11 15,1 1 2-15,1-2-17 0,-1-1-6 0,1 4 0 16,-5-4-5-16,5 0-5 0,0 0-2 0,0-1-2 16,-1-4-5-16,2 1-8 0,2-7 2 0,-1-1-16 15,0-1-31-15,2-2-39 0,0-1-33 0,0-3-38 16,-1 0-44-16,4-4-52 0,-2-2-63 0,5 0-187 15,-5-2-519-15,6-2 230 0</inkml:trace>
  <inkml:trace contextRef="#ctx0" brushRef="#br0" timeOffset="-128643.79">25368 9531 36 0,'5'-7'229'15,"-3"0"6"-15,5-3 1 0,-4 2 7 0,0-2-6 16,3 2-3-16,-3 1 1 0,-2-1 0 0,1 1-13 16,-1 1-8-16,1 1-8 0,-1-1-14 0,-1 1-15 15,1 0-25-15,-1 5-26 0,0-3-12 0,0 3-8 16,0 0-12-16,0 0-8 0,-16 13-10 0,9-4-17 16,-5 5 1-16,1 0-4 0,0 4-10 0,2 2 4 0,-5 3-6 15,5 1-6-15,-1 1 1 0,2-4-6 0,4-2-4 16,1 1-3-16,-1 2-2 0,3-3-6 15,1-1-2-15,2 1 1 0,1 1 3 0,1-4-5 0,0-1-12 16,4 0-29-16,2 0-39 0,0-2-37 0,0-4-39 16,7 0-42-16,-3-3-53 0,2-2-59 0,-2 0-244 15,6-5-583-15,-1 1 258 0</inkml:trace>
  <inkml:trace contextRef="#ctx0" brushRef="#br0" timeOffset="-128376.65">25743 9577 308 0,'0'-6'294'0,"0"6"-15"0,-2-4-17 0,2 4-25 16,0 0-26-16,-1-5-26 0,1 5-20 0,0 0-17 16,0 0-7-16,0 0-19 0,-18 8-10 0,11-2-14 15,-1 0-8-15,-4 1-6 0,-2 4-8 0,5-1-8 16,-5 4-9-16,3-7-3 0,-5 6-8 0,4 0-3 15,-3-1-8-15,3 1 2 0,-1 0-7 0,0-1-3 16,5-1-4-16,-2-3-27 0,-1 3-40 0,4-3-39 0,3-1-38 16,-3-2-35-16,6 0-30 0,-3 0-21 0,3-2-29 15,1-3-138-15,-3 1-402 0,3-1 177 16</inkml:trace>
  <inkml:trace contextRef="#ctx0" brushRef="#br0" timeOffset="-128189.16">25551 9590 155 0,'0'0'225'0,"0"-3"-24"0,0 3-19 0,0 0-15 16,0 0-22-16,0 0-1 0,0 0 21 0,0 0-1 15,9 16-8-15,-3-9 1 0,1 6-10 0,3 1-16 16,-1-2-15-16,3 4-10 0,0-1-10 0,0 2-5 16,5-2-12-16,-4 2-11 0,3-2-4 0,0-1-8 15,0 2-37-15,-4-1-53 0,3-2-49 0,-4-6-55 16,3 6-59-16,-4-6-200 0,3-2-431 0,-5 0 191 15</inkml:trace>
  <inkml:trace contextRef="#ctx0" brushRef="#br0" timeOffset="-127907.92">25870 9488 13 0,'0'0'434'0,"0"-5"-7"16,0 5-20-16,0 0-16 0,3-6-22 0,-3 6-35 16,0 0-35-16,0 0-31 0,4-3-27 0,-4 3-29 15,0 0-20-15,11 10-20 0,-6-2-11 0,4 2-19 16,-1 0-15-16,5 6-8 0,-2 1-15 0,0 0-12 0,3 1-4 16,0 7-13-16,-7-6-7 0,4 6-6 15,-4-5-9-15,2 6-2 0,-4-7-6 0,-4-1-6 16,3 4-24-16,-4-4-21 0,0 1-31 0,-4-1-32 0,1-1-33 15,-5-1-23-15,0-6-29 0,0 3-34 0,-4 0-38 16,1-5-41-16,3 0-47 0,-6-2-272 0,3 1-634 16,2-4 281-16</inkml:trace>
  <inkml:trace contextRef="#ctx0" brushRef="#br0" timeOffset="-125890.24">23372 9340 120 0,'-2'-7'274'15,"1"0"-21"-15,2 2-14 0,-2-2-13 0,1 1-13 16,0-1-11-16,0 2-12 0,-3-1-15 0,3 6-21 16,0-4-17-16,0 0-16 0,0 4-12 0,0 0-14 15,0 0-7-15,-4 13-11 0,4-7-5 0,0 4-11 16,-1 5-2-16,2 0-9 0,-1 2 1 0,-1 1-9 0,2 2-1 16,-1 0-4-16,4 2-4 0,-4-1-3 0,3-1-1 15,-3 1-4-15,6-1-6 0,-4-2-6 16,0 0 1-16,-1-2-5 0,3-1 2 0,-4-4 1 0,4 1-2 15,-4-1-1-15,4-4-2 0,-1 1 2 0,0-3-2 16,-2 0 2-16,0 1 3 0,2-3 5 0,-1-2-2 16,-2-1-1-16,0 0 2 0,13-3-3 0,-6-3 1 15,-2 1 9-15,1 0 13 0,-1-4 2 0,4-3 5 16,-2 3-1-16,2-2 3 0,-4 3 0 0,2-3-8 16,1 3 1-16,-1-1-14 0,0 1 9 0,-3 2-10 15,1 1-3-15,1 1-2 0,-1 1-3 0,-1 2-6 16,0-1-1-16,-4 2 0 0,14 5-4 0,-9-1 1 0,2-1 2 15,1 5-5-15,-2 0 1 0,3 0-1 0,-1 1 4 16,-1 3-4-16,2-2 2 0,1 2-2 16,-2-2 3-16,1-1 8 0,-2 3-13 0,2-4 3 0,-4 0-8 15,4 0 6-15,-5-3 2 0,0 0 4 0,1-1 3 16,-1-1 0-16,-4-3 0 0,8 1 9 0,-8-1 22 16,7-4 11-16,-1 0-15 0,-1-1-1 0,0-1 2 15,-3-5 0-15,2 1-2 0,-1-4-10 0,-1-3 0 16,3 1-2-16,-4-2-8 0,0-1 2 0,1 2 4 15,-2-1-6-15,2 0-2 0,1 5 0 0,-2 2-3 16,3-2-8-16,-2 3-16 0,0 1-42 0,-2 2-41 16,3-1-50-16,0 3-60 0,0 3-73 0,2 1-53 0,-1-1-234 15,1 0-612-15,-5 2 271 0</inkml:trace>
  <inkml:trace contextRef="#ctx0" brushRef="#br0" timeOffset="-125562.14">23989 9600 135 0,'0'0'197'0,"-4"-3"-20"15,4 3-22-15,0 0-16 0,0 0-15 16,0 0-12-16,0 0-10 0,0 0-10 0,0 0-11 15,0 0-7-15,0 0-7 0,0 14-3 0,0-14-10 0,4 7-3 16,-1-4-4-16,-1 0-1 0,-2-3-4 0,6 5 2 16,-3-4 4-16,-3-1 15 0,5 3 12 0,-5-3 13 15,4 3 9-15,-4-3-6 0,0 0-5 0,0 0-2 16,7-7-4-16,-5 4-5 0,-2 3-5 0,2-8-9 16,-4 2-6-16,0 2-7 0,2-1-4 0,-4-1-5 15,1 1-4-15,-1 1-5 0,-1-2-14 0,2 3-30 16,-1 0-40-16,-1-2-52 0,1 4-56 0,-2-2-55 15,6 3-190-15,-9-3-438 0,9 3 193 0</inkml:trace>
  <inkml:trace contextRef="#ctx0" brushRef="#br0" timeOffset="-124843.4">26421 9755 154 0,'-1'-5'335'0,"1"5"-2"15,-3-5 3-15,3 5 1 0,0-3 1 16,0 3-9-16,0 0-16 0,-1-4-14 0,1 4-21 0,0 0-28 15,0 0-22-15,0 0-25 0,0 0-22 0,0 0-15 16,0 0-14-16,0 0-20 0,0 0-11 0,0 0-8 16,15 1-8-16,-4 0-15 0,2 2-9 0,10-1-8 15,-1 2-9-15,4-1-10 0,3 0-32 0,-1-1-42 16,2 3-49-16,0-1-31 0,-7-2-42 0,-4 0-41 16,4-2-57-16,-4 1-67 0,2-1-59 0,-4-1-244 15,-6-1-662-15,3 0 293 0</inkml:trace>
  <inkml:trace contextRef="#ctx0" brushRef="#br0" timeOffset="-124327.8">26850 9664 108 0,'0'0'243'0,"5"2"-18"0,-5-2-24 15,0 0-15-15,2 3-20 0,-2-3-16 0,0 0-16 16,0 0-15-16,0 0-8 0,1 3-11 0,-1-3-5 16,0 0 15-16,4 3-11 0,-4-3-8 0,4 3-8 15,-1-1-5-15,-3-2-9 0,8 2-5 0,-4 0-2 16,-4-2-8-16,10 0-8 0,-5 1-5 0,3 1-3 16,-3-2-1-16,-5 0-6 0,13 0 0 0,-8 2-4 15,3-3 1-15,1 0 0 0,-3 2 16 0,1-2 2 16,-7 1-3-16,12 0-2 0,-12 0-1 0,10 0-7 0,-10 0-4 15,8 0 1-15,-2 2-8 0,-3 0-3 16,4 2-4-16,-4 1 0 0,3 1-4 0,-1 3 1 16,1 1-4-16,2 2 0 0,1 3-1 0,1 3 0 0,-1-2-1 15,2 7 3-15,-3-1-1 0,-1 3 4 0,2-5 24 16,0 7 0-16,-4 1-5 0,2 2 2 0,1-2-6 16,-4-1-4-16,4 1-1 0,-5-1-2 0,0-5 2 15,-2-3-7-15,2-1 6 0,-3 1-4 0,-3-3 15 16,3-1 12-16,-2-2-4 0,-3-2 10 0,1-1 15 15,-1-2 17-15,-2-1 19 0,-4-3 19 0,0 0 16 16,-2-3 2-16,-2-2 3 0,-7-1 1 0,-6-4 1 16,0-5 0-16,1-1-4 0,7 2-10 0,-1-2-11 0,-2-2-8 15,7-2-8-15,2-1-10 0,1-7-8 16,0 5-6-16,7 1-11 0,0-9-6 0,5 9-6 16,2 2-13-16,5-2-40 0,4-3-56 0,1 4-72 0,11-8-66 15,5 1-76-15,0 4-73 0,3 1-72 0,7-2-369 16,-6 5-845-16,1 2 375 0</inkml:trace>
  <inkml:trace contextRef="#ctx0" brushRef="#br0" timeOffset="-123984.06">27313 9639 299 0,'3'4'325'0,"-3"-4"-32"0,3 3-31 0,-3-3-28 0,4 6-12 16,0 1 18-16,4 0 1 0,0 2-14 0,6 5 3 15,1 0-31-15,0 3-7 0,3-1-3 0,0 5-16 16,5 1-25-16,-2 6-9 0,1-4-14 0,0 3-16 15,-3-3-9-15,-3 3-3 0,-1 2-12 0,-3 0-17 16,-1 2 2-16,-5-4 6 0,-2 1-22 0,-4 0-5 16,-6 0-13-16,-1 0-14 0,-6-1-33 0,-5 0-34 15,-4 1-36-15,-5-4-43 0,-5 2-56 0,-14 1-52 16,9-6-54-16,-14 0-61 0,2-3-186 0,7-6-578 0,3-3 255 16</inkml:trace>
  <inkml:trace contextRef="#ctx0" brushRef="#br0" timeOffset="-122501.97">23394 9076 66 0,'0'-5'259'0,"0"5"-32"0,-6-2-23 15,6 2-21-15,0 0-17 0,-13 17 13 0,4-4 2 16,-7 11 7-16,-2 1 9 0,2 3-2 0,0 5 2 16,-7 13-7-16,1 4-4 0,-1 0-18 0,4 1-3 0,1 3-17 15,3-2-7-15,2 3-12 0,0 2-12 16,5-3-11-16,0-5-1 0,8 7-11 0,1-4-10 15,7 3-6-15,6 1-11 0,4-5-4 0,4-4 0 0,3-1-15 16,7-4 1-16,7-1-2 0,6-3-23 0,-3-6-47 16,7-1-51-16,-1-3-58 0,3-3-70 0,2-3-72 15,-3-6-77-15,-9-6-192 0,3-1-589 0,-6-6 260 16</inkml:trace>
  <inkml:trace contextRef="#ctx0" brushRef="#br0" timeOffset="-120274.2">21201 9288 229 0,'2'-13'358'0,"-4"3"-24"0,4-3-19 15,-2 4-17-15,0 2-14 0,0-1-5 0,0 3-16 16,-2-2-20-16,2 3-25 0,0 4-24 0,-1-4-24 15,1 4-24-15,0 0-19 0,0 0-12 0,0 15-8 16,-1-4-15-16,-1 6-7 0,2 2-11 0,0 1-4 0,0 8-7 16,2 0-2-16,-1 2-9 0,-1-1-8 15,-1-1 1-15,2 2-13 0,-1-1 4 0,1-2-12 0,-1 0 5 16,0-7-3-16,4 2 1 0,-4-3-7 0,0-1-2 16,0 0-3-16,0-5 0 0,-2 0 4 0,4-4-2 15,-2 0-7-15,0-3 0 0,0 1 5 0,1-2 3 16,-2-2 0-16,1 1 1 0,0-4 3 0,0 0-7 15,0 0 1-15,0 0 0 0,0 0-6 0,0-19-1 16,0 9-1-16,0-4-3 0,-2-3 2 0,2-5 1 16,-2-5-4-16,4 1 1 0,-2-5-2 0,0 3 6 15,2-2-7-15,-1 0-4 0,2-1 4 0,-1 0-3 0,-2 3 0 16,4 1 2-16,-2-1-1 0,-2 10 3 16,3-5 3-16,1-2-5 0,-1 4 1 0,1 3 2 0,1 1-8 15,2 0 15-15,0 4-14 0,3-2 3 0,-4 4-1 16,3 1-6-16,-3-2 8 0,4 6-7 0,2-2 1 15,-2 1-11-15,-1 4 13 0,3 1-5 0,1 0 2 16,-1 0 11-16,-1 4-24 0,1 0 5 0,2 1 0 16,-1 3 8-16,-2 3-8 0,3 4 5 0,-5-3 9 15,3 7-10-15,-5-7 0 0,3 7 4 0,-5 0-8 16,-3-1 3-16,2 4 3 0,-4-2 3 0,1-2 4 16,-6 2-12-16,-1 1 13 0,1-1-3 0,-4-3-2 0,-1 2 1 15,0-1 1-15,-4-2 6 0,1 1-5 0,-1-1-6 16,0-1 9-16,0-2-3 0,0 1 1 15,3-5 5-15,0 4-1 0,1-4-16 0,3-2 13 0,-1 3-4 16,2-1-1-16,2-4 5 0,-1 2-9 0,-1 0 8 16,6 0 0-16,-4 1 5 0,4-1-3 0,0 0 5 15,0 2-16-15,4-1 12 0,2 1 4 0,0-1-4 16,4 2-2-16,-2 0 6 0,0 1-4 0,3-1-2 16,-1 2 0-16,-1-2-20 0,2 2-8 0,-1-4-14 15,-1 2-19-15,-1 0-14 0,2 1-14 0,-2 0-15 16,0-1-18-16,-1-1-16 0,-4-2-16 0,2 2-14 15,-1-2-25-15,-2 0-5 0,0-1-4 0,1-1-23 0,0 1-6 16,-1-2-6-16,-2-2-142 0,4 5-412 16,-4-5 183-16</inkml:trace>
  <inkml:trace contextRef="#ctx0" brushRef="#br0" timeOffset="-119867.95">21533 9639 115 0,'0'-3'180'15,"0"3"-6"-15,0-7-9 0,0 7-5 0,0 0 0 16,0 0-3-16,0-4-4 0,0 4-1 0,0 0-5 16,0 0-1-16,1-4-11 0,-1 4-14 0,0 0-10 15,5-3-11-15,-5 3-8 0,0 0-8 0,0 0-8 0,0 0-10 16,7-3-9-16,-2 1-2 0,1 1-12 16,-6 1-4-16,10-2-7 0,-6 0-4 0,3 0-3 15,-2-1 1-15,1 0-4 0,-1 0-2 0,1 0 1 0,-1-1-5 16,-1 2 0-16,0-3-2 0,2-1-3 0,-4 0 1 15,1 1-2-15,-1 0 1 0,-4 0 1 0,4-2 2 16,-1 1 2-16,-2 0 0 0,-1 0-4 0,2 3 0 16,-3-3-3-16,1 1 0 0,-4 0-2 0,3 2 3 15,-2 0-7-15,-2 2-2 0,1-2 3 0,1 2-3 16,-4 1-1-16,9 0 1 0,-18 1 2 0,13 1-2 16,-4 0 6-16,4 3 1 0,-3 1 2 0,4-1 1 15,-3 1 1-15,0 2-3 0,2 1 1 0,1-1-1 0,0 3 1 16,2-4-1-16,2 4 0 0,0-1 3 15,0 1 1-15,5-2-2 0,-3 4 2 0,1-5 1 16,4 2-1-16,2-1-5 0,2-1 1 0,1 1-1 0,-1-3-16 16,7 2-34-16,-3-1-36 0,-2-1-31 0,1-4-39 15,-3 1-33-15,4-3-42 0,-4 0-194 16,2-1-451-16,-3-1 199 0</inkml:trace>
  <inkml:trace contextRef="#ctx0" brushRef="#br0" timeOffset="-119508.59">21900 9520 160 0,'4'-3'295'0,"-4"3"-5"0,0 0-15 16,-2-7-15-16,2 7-18 0,0 0-16 0,-2-5-24 0,2 5-15 16,-4-3-21-16,4 3-20 0,-7-3-16 0,7 3-7 15,-12 1-8-15,5 1-6 0,-1 0-9 0,3 0-12 16,-3 1-4-16,1 0-5 0,0 3-11 0,0-2-9 15,2 1-5-15,-1 1-7 0,2 2-4 0,0 2-1 16,3-2-4-16,1 0 0 0,1 4-5 0,3-2-2 16,2 1-5-16,3 2-2 0,3 3 0 0,2-3 1 15,-2 0-8-15,-1-3-1 0,3 2-1 0,-1 0-1 16,2-1-3-16,-4-4 3 0,-1 2-6 0,-1-1 1 16,-1-2-4-16,-4 0 1 0,2-3-2 0,-2 1 5 15,-2-2-2-15,-2 2-1 0,0-4 2 0,-5 3 2 16,-3-1-4-16,1-2 1 0,-8 0 1 0,2-2-2 15,-2-1-4-15,0 3 1 0,-4-5-25 0,1 1-26 0,3 3-29 16,0-2-30-16,3-1-27 0,1 2-32 16,1 1-37-16,3-2-47 0,2 1-49 0,1-1-154 15,4 3-490-15,-2-3 217 0</inkml:trace>
  <inkml:trace contextRef="#ctx0" brushRef="#br0" timeOffset="-119289.84">22284 9666 260 0,'5'-1'258'0,"-1"-2"-18"0,-4 3-27 0,9-2-21 15,-7 1-15-15,-2 1-20 0,14-3-15 0,-9 3-16 16,2 0-12-16,0 1-11 0,2-1-13 0,-1 0-28 0,3 3-45 15,2-2-50-15,-1 3-44 0,-4-4-53 0,6 2-57 16,-8 1-101-16,4-2-311 0,-1 2 138 16</inkml:trace>
  <inkml:trace contextRef="#ctx0" brushRef="#br0" timeOffset="-119102.35">22228 9783 253 0,'-6'3'268'15,"1"-1"-10"-15,1 0-23 0,4 2 3 0,0-4 27 16,-1 8 9-16,1-8-2 0,5 5-14 0,2-4-25 16,5 0-26-16,1 5-17 0,1-5-19 0,8 2-19 15,-3-2-21-15,7 0-41 0,-3 0-46 0,8 2-39 16,-11-3-47-16,4 0-48 0,-5 2-73 0,0-2-81 16,-4 0-258-16,-1-1-542 0,-1 0 240 0</inkml:trace>
  <inkml:trace contextRef="#ctx0" brushRef="#br0" timeOffset="-116533.2">18221 4859 188 0,'0'-11'332'0,"0"1"-15"15,3 3 1-15,-3 3-26 0,0-3-28 0,0 2-29 16,0 1-27-16,0 0-27 0,0 4-22 0,0 0-13 16,0 0-18-16,0 0-3 0,1 18-21 0,-1-7-8 15,4 2-11-15,-2 5-7 0,0 3 1 0,4 8-19 16,-5 2-1-16,3-1-9 0,0 1 1 0,-1 1 4 16,0 0-14-16,-1-3 6 0,-2 1-16 0,0-3-8 15,0 1 3-15,-2-3 2 0,-1-2-6 0,0-4-11 16,-2 0 16-16,-3 0-11 0,2-2-3 0,-3 0 0 15,-2-2 5-15,0-2-5 0,1-2 4 0,-2-4-3 16,0 2-3-16,-1-4 4 0,0-3 3 0,1 3-6 16,-2-3-2-16,1 0-2 0,-1-2 14 0,5 0 26 15,-5-1 33-15,7 0 22 0,0-2 3 0,5-1 2 16,-3 2-2-16,1-1-14 0,0-1-5 0,4 0-10 0,0-2-12 16,0 6-4-16,6-6-10 0,3-1-10 15,2 3-3-15,4 2-4 0,8-1-1 0,7 1-7 16,1 1-6-16,2 1-36 0,0 0-21 0,2 0-54 0,2 1-33 15,-3 1-35-15,-3-2-35 0,2 4-46 0,-2-1-40 16,-1 3-49-16,-7-2-301 0,-3-1-681 0,0-2 303 16</inkml:trace>
  <inkml:trace contextRef="#ctx0" brushRef="#br0" timeOffset="-115835.45">18535 5274 119 0,'0'0'213'0,"0"0"-25"0,0 0-20 16,0 0-16-16,0 0-20 0,0 0-9 0,0 0-10 15,2 18-13-15,-1-12-12 0,0 1-12 0,1-1-3 16,-1 5-5-16,2-4-5 0,0 3-3 0,-1 0-7 0,4-2-7 16,-4 3-6-16,1-2-1 0,1-1-10 15,-1-3 7-15,1 3-5 0,0-2-8 0,-1-1 2 16,1-1 5-16,0-2 13 0,-1 1 11 0,-3-3 2 0,5 3-7 15,-5-3-1-15,0 0-6 0,8-7 0 0,-5 3-4 16,-2-1-1-16,1 0-1 0,-2-3-2 0,0 1 5 16,0-1 1-16,0-2-1 0,0-2-3 0,-3 2-4 15,-1-2-2-15,-3 1-3 0,6 0-2 0,-5 2 3 16,-2 0-2-16,4 1-5 0,-1 0-1 0,-4 0 0 16,7 2-1-16,-5 2-3 0,4-1 3 0,-1 2 5 15,3 0 5-15,-2-1 2 0,3 4-4 0,0 0-2 16,4-7-6-16,-4 7-2 0,6-2-1 0,3 2-3 15,3-2-3-15,-1 1 1 0,6 1-2 0,3 0-3 16,-2 1 4-16,3-1-1 0,1 2-3 0,-3-1-1 16,0 0-2-16,-5 0 0 0,1 4-2 0,-3-2 1 15,4 0-2-15,-5 1 1 0,0-1 0 0,-3 1-4 16,-1 0 0-16,0 1 1 0,-3 1 1 0,2 1 0 0,-1 0 0 16,-3 0-1-16,0 4 1 0,-1-3-3 15,-2 1 7-15,1 1-4 0,0 2 0 0,-3-4 0 16,2 3 0-16,2-1 9 0,-5-2-7 0,2-3-1 0,0 4 5 15,-2-3-7-15,1-1 1 0,2-2 1 0,-2 1 4 16,3-4 4-16,-3 6 5 0,2-4 16 0,1-2-3 16,0 0-4-16,0 0 1 0,0 0-5 0,6-12 2 15,-4 7-1-15,1-1 8 0,3-4-2 0,0 1 3 16,1-3-3-16,0-1-6 0,0 2 15 0,1-2 4 16,1-1 1-16,-2 1 8 0,0 1 2 0,2 1-6 15,-3 0 7-15,2 0 3 0,-4 2 9 0,2 3-8 16,3-2-1-16,-5 3-9 0,0 0 8 0,-1 1-8 15,1 1-9-15,0 0-9 0,-4 3-6 0,7-3 1 16,-7 3-6-16,0 0 4 0,14 6-5 0,-8-1-4 16,1-3-3-16,1 7 3 0,-1 0-14 0,1 0 10 15,3 5 1 1,-3 2-2-16,-1-5-5 0,3 3-35 0,-1 1-27 16,1 2-34-16,-3-1-40 0,-1 2-53 0,2-1-64 15,1-1-73-15,-3-5-230 0,-1 1-603 0,0-2 267 0</inkml:trace>
  <inkml:trace contextRef="#ctx0" brushRef="#br0" timeOffset="-112882.43">19282 8447 256 0,'-8'0'352'0,"8"0"-14"0,0 0-12 0,0 0-11 0,-6-3-9 16,6 3-2-16,0 0-18 0,0 0 1 0,0 0-20 15,0 0-21-15,0 0-20 0,0 0-19 0,0 0-21 16,0 0-19-16,0 0-16 0,0 0-10 0,0 0-20 15,0 0-11-15,0 0-11 0,18-2-10 0,-4 3-12 16,-1-2-25-16,2 1-37 0,4 0-43 0,-4 0-52 16,0 0-52-16,0 0-49 0,0 0-61 0,4-1-79 15,-8 1-336-15,1-3-712 0,-1 3 315 0</inkml:trace>
  <inkml:trace contextRef="#ctx0" brushRef="#br0" timeOffset="-112319.95">19612 8425 141 0,'0'0'275'0,"7"-2"-20"0,-7 2-14 0,3-4-22 16,1 1-17-16,-4 3-21 0,11-2-20 0,-6 1-15 16,4 0-13-16,-2-1-16 0,3 1-12 0,1 2-11 15,-4 1-13-15,8 0-4 0,-7 0-12 0,4 3-4 16,-1-1-8-16,0 1-5 0,-4-2-5 0,1 2-6 15,-4-1-4-15,2-2-1 0,-2 3-3 0,0 1-4 16,-3 0-3-16,-1-1-1 0,0 2-1 0,-1-2-1 16,-1 1-2-16,-2-2 3 0,0 3-8 0,-1-2 4 0,-2 0-3 15,2 0 1-15,-1-1 3 0,1 1-5 16,0 0-1-16,1-1 4 0,-1 1-1 0,2-2-2 16,1-1-1-16,-1 2-3 0,3-4 0 0,-3 5 12 0,3-5 19 15,0 7 14-15,6-3 4 0,-1-1-2 0,0 1-3 16,2 1-7-16,0 1-5 0,4 1-6 0,-3-2-1 15,-1-2-2-15,-2 2-4 0,4 0-4 0,-3 0 4 16,1-1-11-16,-3 1 1 0,0 0-6 0,-1-1 12 16,-2 1-11-16,1 1 0 0,-4-1-1 0,1 1 1 15,-2 0 4-15,-1-2-8 0,-3 2 2 0,2-2 2 16,-2 1-2-16,-5 2-1 0,1-4 1 0,-4 0-2 16,7 1 1-16,-4-1-5 0,-1-2-18 0,2-1-37 15,-2-1-45-15,3 2-51 0,2-2-62 0,0-2-61 16,3 1-247-16,1-3-558 0,-1 2 247 0</inkml:trace>
  <inkml:trace contextRef="#ctx0" brushRef="#br0" timeOffset="-111880.93">20510 8139 227 0,'4'-4'325'0,"-4"4"8"0,6-6-11 15,-5 4-6-15,-1 2-8 0,4-4-4 0,0 2-8 16,-4 2-14-16,4-3-22 0,-4 3-31 0,0 0-27 0,0 0-22 16,4-2-22-16,-4 2-18 0,0 0-18 0,0 0-10 15,0 0-8-15,4 6-11 0,-1-2-11 0,0-1-3 16,0 3-9-16,1 0-13 0,-3 0 0 0,3 1-6 15,-3 2-2-15,1 1-7 0,1 0 0 0,-2 2-25 16,2 1-23-16,-6-2-30 0,3 6-43 0,-3 0-28 16,0 1-33-16,2-1-35 0,-4 2-44 0,-1 1-35 15,2-1-36-15,0-1-54 0,0 1-192 0,0-2-578 16,0-1 255-16</inkml:trace>
  <inkml:trace contextRef="#ctx0" brushRef="#br0" timeOffset="-111615.31">20321 8606 283 0,'0'0'348'0,"-5"3"-10"15,5-3-5-15,0 0-16 0,0 0-5 0,0 0-12 16,0 0-27-16,0 0-24 0,0 0-25 0,0 0-22 16,0 0-22-16,0 0-25 0,17 0-16 0,-2-2-60 15,0 2-55-15,-1 0-50 0,1 2-52 0,0-2-58 0,-2 0-65 16,6 0-72-16,-6 1-234 0,-1-1-550 16,4 0 243-16</inkml:trace>
  <inkml:trace contextRef="#ctx0" brushRef="#br0" timeOffset="-111271.58">20599 8632 298 0,'0'0'336'16,"0"0"-10"-16,0 0-14 0,0 0-3 0,0 0-26 15,0 0-14-15,5 3-5 0,-5-3-18 0,8 3-20 16,-2-1-19-16,0 0-24 0,1 2-20 0,-1-2-17 15,-1 2-11-15,6 0-22 0,-6 0-2 0,4 1-12 16,-2 0-14-16,0 0-7 0,-1 0-11 0,-2 1-4 16,0-1-6-16,0 1-7 0,-2 0 1 0,-1 2-12 0,-2-2 0 15,-1 0 6-15,1 1-18 0,-3-1 6 0,0-1-5 16,-2 4 8-16,0-5-6 0,2 3-2 16,-1-3 7-16,0 0-7 0,2 1 1 0,0-2-2 0,1 1-1 15,2-4-1-15,-3 3-5 0,3-3 0 0,0 0 5 16,3 5-1-16,2-4-3 0,3-1 0 0,4 0-5 15,8 3-33-15,3-3-45 0,0 0-43 0,5-3-47 16,2 2-51-16,3 1-61 0,0-5-69 0,1 2-328 16,-2-4-716-16,1 0 318 0</inkml:trace>
  <inkml:trace contextRef="#ctx0" brushRef="#br0" timeOffset="-110927.84">21657 8256 212 0,'1'-3'313'0,"1"-2"-2"0,-1 3-6 0,0-2-7 0,-1 4-10 16,2-6-11-16,-2 6-21 0,1-6-26 0,-1 6-26 16,0 0-24-16,4-2-19 0,-4 2-25 15,0 0-10-15,0 0-15 0,0 0-9 0,-11 12-12 0,10-4-12 16,-1 0-4-16,1 6-4 0,1-2-6 0,0 3-8 16,-3 0-3-16,6-2-9 0,-3 3 0 0,1 2-10 15,1 1-52-15,1-1-40 0,-1 0-38 0,0-1-45 16,3 2-53-16,-4 0-55 0,1-5-55 0,-4-2-206 15,2 1-552-15,0-3 245 0</inkml:trace>
  <inkml:trace contextRef="#ctx0" brushRef="#br0" timeOffset="-110715.2">21473 8727 184 0,'-1'2'314'16,"1"-2"-7"-16,0 0-6 0,0 0-5 0,5 5-26 15,-5-5-24-15,8 2-22 0,-1-2-22 0,1 0-20 16,-1 0-16-16,3 3-20 0,2-2-28 0,0-1-54 0,3 3-58 16,0-3-59-16,1 4-64 0,3-4-80 0,-5 1-247 15,2-1-480-15,2 2 213 0</inkml:trace>
  <inkml:trace contextRef="#ctx0" brushRef="#br0" timeOffset="-110558.96">21832 8843 198 0,'0'0'243'0,"3"5"-15"0,-2-1-14 0,2 0-23 15,1-1-19-15,2 3-16 0,0-2-13 0,1 2-16 16,3-3-23-16,0 3-62 0,0-1-80 0,2-1-77 15,0-2-163-15,2-1-301 0,5 2 134 0</inkml:trace>
  <inkml:trace contextRef="#ctx0" brushRef="#br0" timeOffset="-110137.02">22992 8400 170 0,'0'-6'200'0,"3"1"1"0,0-5 5 0,-2 4-4 16,2-2 0-16,1-2 2 0,0 0-9 0,2 1-7 16,-2 0 3-16,1-1-5 0,0 0-2 0,0 4 9 15,-3 0-3-15,2-1 2 0,-1 1 2 0,1 2-5 16,-2-2-18-16,-1 4-13 0,1-2-27 0,-2 4-17 16,0 0-13-16,0 0-9 0,0 0-19 0,0 0-5 15,0 12-3-15,-2-4-9 0,-1 3-5 0,2 6-6 16,-2 0-1-16,0 2-6 0,2 2 3 0,-2-1-6 15,2 5-3-15,1 3-4 0,0 0 3 0,1-3-9 16,1-4-63-16,-1-1-53 0,0 2-46 0,2-2-56 0,-4 2-74 16,5-4-82-16,-3-1-247 0,-1-6-648 0,0-1 287 15</inkml:trace>
  <inkml:trace contextRef="#ctx0" brushRef="#br0" timeOffset="-109808.9">22837 8798 299 0,'0'0'306'15,"-4"7"-4"-15,8-2-2 0,-4-2-14 0,0 2-3 0,2 1-27 16,0 0-17-16,1 0-5 0,0 2-18 15,2 0-22-15,1 4-15 0,2-5-15 0,1 2-17 16,2 0-13-16,0 0-13 0,1 1-12 0,2-2-8 0,0 0-6 16,-2-3-13-16,1 0-7 0,-2 0-11 0,2-1-6 15,-1-3 2-15,-1 0-3 0,0-1-9 0,-1-1-8 16,-1-2-14-16,2 1-11 0,-2-5-5 0,-1 4-7 16,-4-2-7-16,0-3-4 0,-1 1-8 0,0-4-8 15,-3 0-13-15,-3 2-16 0,0-2-14 0,-1 1-18 16,-4-1-20-16,3-1-25 0,-5 2-28 0,2-1-36 15,-2 3-35-15,0-3-35 0,-1 2-258 0,0 1-565 16,-1 1 251-16</inkml:trace>
  <inkml:trace contextRef="#ctx0" brushRef="#br0" timeOffset="-109262.05">24460 8442 256 0,'1'-8'352'0,"5"2"-6"16,-2-1 12-16,0 0-6 0,0 2-4 0,-3 2-10 16,2-3-23-16,-2 3-34 0,1 0-28 0,-2 3-33 15,0 0-26-15,0 0-19 0,0 0-21 0,0 0-13 16,8 14-15-16,-8-7-13 0,0 6-10 0,0 0-10 0,0 3-10 15,4 4-1-15,-4-1-12 0,5 8-3 16,-3 0-28-16,2-7-68 0,0 7-50 0,0 0-49 0,-1-7-59 16,1 1-63-16,0 0-79 0,0-2-315 0,-3-2-695 15,1 0 307-15</inkml:trace>
  <inkml:trace contextRef="#ctx0" brushRef="#br0" timeOffset="-108777.7">24476 8948 98 0,'0'0'366'15,"0"0"-5"-15,0 0-13 0,4-1-15 0,-4 1-28 0,0 0-33 16,0 0-27-16,0 0-28 0,0 0-26 16,0 0-19-16,0 0-17 0,0 0-15 0,-1 11-16 15,1-6-10-15,-3 0-8 0,3 3 5 0,0 2-22 0,0-2-10 16,0 2-11-16,0 2-10 0,3-1-50 0,-2 2-46 15,3 0-43-15,2 0-53 0,-2-1-59 16,0-1-65-16,3-1-285 0,1 0-588 0,-1 0 260 0</inkml:trace>
  <inkml:trace contextRef="#ctx0" brushRef="#br0" timeOffset="-108369.92">25492 8632 4 0,'3'-5'294'16,"1"-2"-4"-16,-4 3 0 0,4-2-3 0,-2 0-11 15,3 1-6-15,-1-1 24 0,0 3-31 0,0-3-2 0,2 0-19 16,-4 1-7-16,1 1-7 0,1-2-10 0,2 3-7 16,-1-1-21-16,-2 2-19 0,-1-1-14 0,1 1-17 15,-3 2-18-15,4-4-24 0,-4 4-10 0,0 0-10 16,0 0 1-16,7 9-12 0,-7-3-7 0,2 2-5 15,-1 0-6-15,0 6-5 0,-1-2-2 0,0 7-7 16,0-1-4-16,-1 1-39 0,1 3-34 0,0-3-29 16,0 2-27-16,-3 9-29 0,2-10-35 0,-2 3-36 15,0-3-44-15,-2 1-42 0,2-2-51 0,-5 2-266 16,1-5-650-16,0 2 288 0</inkml:trace>
  <inkml:trace contextRef="#ctx0" brushRef="#br0" timeOffset="-107932.45">25431 9108 79 0,'0'0'365'0,"0"0"-4"0,0 0-8 0,0 0-17 16,0 0-9-16,7 0-30 0,-7 0-18 0,0 0-32 16,12-3-24-16,-12 3-20 0,12-1-26 0,-5 2-1 15,-1 1-34-15,-1 0-16 0,3-1-11 0,-2 3-9 0,-1 1-15 16,1-2-7-16,1 2-14 0,-2-1-5 15,0 2-9-15,-2 2-9 0,0-3 2 0,-2 1-6 16,-1 2-4-16,1 0 0 0,-2-2 4 0,0 1-17 0,-1 0 2 16,-2-1-7-16,1 1 0 0,-2 1 5 0,3-1-12 15,-1-1 7-15,-1-1-10 0,2 0 6 0,-2-1 12 16,4 0-17-16,0 1 1 0,0-5-5 0,0 5 4 16,4-4 3-16,5 3 2 0,1 0-1 0,4-4-23 15,5 0-50-15,-1-4-36 0,3 4-36 0,0-2-46 16,1 1-48-16,6-3-59 0,2-1-78 0,3-1-227 15,-3-4-635-15,1 1 281 0</inkml:trace>
  <inkml:trace contextRef="#ctx0" brushRef="#br0" timeOffset="-107526.21">26708 8821 98 0,'3'-6'335'0,"0"-1"-13"0,1 1-4 0,1-1-6 15,-3 1-6-15,0 1 2 0,2 0-13 0,-1 0-15 0,-3 0-21 16,4 3-31-16,-4 2-20 0,4-2-28 0,-4 2-25 16,0 0-15-16,0 0-15 0,0 0-13 0,11 9-10 15,-10-3-7-15,2 3-19 0,1 1 0 0,-4 2-14 16,0 1-2-16,2 3-5 0,-4 2-5 0,4 0-7 15,-2 1-5-15,-2-1-10 0,2 0-62 0,0 0-42 16,0 1-48-16,-2-1-50 0,0 0-66 0,-1-1-66 16,1-3-313-16,-2-1-670 0,0 0 296 0</inkml:trace>
  <inkml:trace contextRef="#ctx0" brushRef="#br0" timeOffset="-106932.48">26478 9282 239 0,'-4'-2'341'0,"3"-4"-9"16,1 6-13-16,0 0-19 0,0 0-12 0,0 0-20 15,0 0-24-15,5-5-10 0,-5 5-34 0,9-1-23 16,-9 1-18-16,11 1-14 0,-4-1-17 0,2 0-13 0,-2 0-13 15,2 1-20-15,3 3 4 0,-1-1-15 0,1 2 10 16,-5-2-25-16,1 2-8 0,2-3-5 0,-2 3-6 16,-4-2 18-16,4 1-27 0,-5-2-1 0,1 1-5 15,0 2-2-15,0-3-4 0,-2 4-2 0,-1-2 0 16,-1 1 3-16,0 0-3 0,-1 0-6 0,1-1 3 16,-4 1-5-16,2 0 2 0,-2 0-10 0,2-1 11 15,0 1-1-15,1 0-1 0,-3 1-6 0,-1-3 6 16,4 1-3-16,-2 0-3 0,3-1-1 0,-1 2 4 15,-2-1 0-15,3-4 5 0,0 7-6 0,0-3 4 16,0-4 12-16,3 8-2 0,-2-3 10 0,-1-2 2 16,3 2-4-16,0 2-5 0,2-4 6 0,-2 0-11 15,1 4 4-15,4 1 1 0,-4-3-6 0,3 2 0 0,-1-1-5 16,-1-1 5-16,-1 1-8 0,1-1 2 16,-2-1-6-16,1 1 0 0,-1 0 5 0,-3 1-1 15,0-4 2-15,0-2-13 0,-5 9 8 0,0-7-2 0,-4 2-2 16,-2 0-39-16,-2-1-37 0,-9-1-48 0,1 2-57 15,-10-3-79-15,3 0-95 0,-5-3-258 0,-4 0-665 16,3-5 295-16</inkml:trace>
  <inkml:trace contextRef="#ctx0" brushRef="#br0" timeOffset="-104686.42">23014 8846 173 0,'-4'-3'198'0,"4"3"3"0,-3-3-6 0,3 3 0 0,0 0 1 16,0 0 0-16,-5-2 1 0,5 2-7 0,0 0-11 15,0 0-5-15,-1-4-7 0,1 4-18 0,0 0-13 16,-5-4-10-16,1 2-17 0,4 2-6 0,-5-4-14 16,1 1-7-16,4 3-8 0,-8-4-6 0,4 2-10 15,-2-1-3-15,-2-1-9 0,4 2-8 0,0-1 3 16,-3 0-3-16,3 1-5 0,-4 1-2 0,1-1-4 16,3 0-9-16,-3-1-2 0,7 3-27 0,-8 0-41 15,8 0-42-15,-15 4-37 0,10-3-40 0,-1 2-32 16,-1-1-28-16,-1 1-36 0,0 1-140 0,-2 0-440 0,4 0 195 15</inkml:trace>
  <inkml:trace contextRef="#ctx0" brushRef="#br0" timeOffset="-103013.09">23110 8256 8 0,'2'-4'159'0,"-2"4"0"0,0 0 4 0,-2-5-6 15,2 5-1-15,0 0-11 0,2-5 8 0,-2 5-3 16,0 0-1-16,0 0-14 0,0-7-1 0,0 7 0 16,0 0-2-16,0 0-5 0,0-4-12 0,0 4-2 15,0 0-8-15,0 0-13 0,0 0-7 0,0 0-3 16,0 0-8-16,0 0-10 0,0 0-7 0,0 0-6 0,0 0-9 16,0 0-4-16,0 0-6 0,0 0-3 15,0 0-3-15,0 0-1 0,0 0-4 0,0 0-5 16,0 0 1-16,0 0-2 0,-15 8-2 0,10-5 2 0,1 2-2 15,-1-4-1-15,-3 4 2 0,2-2-2 0,-4 4-2 32,1 0 3-32,-2-1-4 0,0 0 2 0,-7 4-5 15,7-3 0-15,-6-1 2 0,0 2-3 0,1 1 1 16,-1 0-3-16,0 0 2 0,3-3-1 0,-1 3 2 16,4 0-4-16,-1-2 1 0,1-1 0 0,2 1-2 0,-1 0 1 15,2-1 1-15,1-1 1 0,3 1-4 0,-1-4-2 16,0 2 6-16,3 0 2 0,-2-1 0 0,4-3 1 15,-5 4 1-15,5-4 14 0,0 0 4 0,0 0 0 16,0 0-3-16,0 0-2 0,0 0-6 0,0 0 4 16,21-6-3-16,-13 2-3 0,-1-1 2 0,5 0-5 15,-1-1-1-15,-1-1-1 0,3-1 0 0,3 0-3 16,-2-3 2-16,3 1-5 0,-1 1 4 0,-1-1-2 16,3-1 5-16,-6 5-5 0,0-1 0 0,3-3 0 15,-1 4-1-15,-5-2-2 0,2 2 1 0,0-3 7 16,-2 4-7-16,1-2 0 0,-1 0-3 0,1 1 3 15,-2 0 2-15,-2 1 1 0,3 0 10 0,-5 1 7 16,2 0 3-16,2 1 10 0,-7-1-4 0,5 0-3 0,0 0 7 16,-3 1-7-16,1 1-4 0,-4 2 1 15,4-4-1-15,-4 4-7 0,7-2 1 0,-7 2-8 16,3-3 3-16,-3 3 1 0,0 0-6 0,4-4 5 0,-4 4-7 16,0 0 3-16,0 0-3 0,0 0-5 0,5-1 2 15,-5 1 0-15,0 0-1 0,0 0 2 0,0 0-2 16,0 0-4-16,0 0 4 0,0 0-1 0,0 0 0 15,0 0 3-15,0 0-4 0,0 0 0 0,0 0-1 16,0 0 8-16,0 0-9 0,0 0 2 0,0 0 2 16,0 0 7-16,0 0-12 0,0 0 7 0,0 0-5 15,0 0-1-15,0 0 0 0,0 0-2 0,0 0 9 16,0 0-9-16,0 0-4 0,0 0 8 0,0 0-5 16,0 0-3-16,0 0 2 0,-12 6 4 0,9-2-2 15,-1 0 3-15,0 1-1 0,-1 0 2 0,-5 2-2 16,5 0 2-16,-7 1 2 0,0 1-1 0,2-2 4 0,-7 4-5 15,1-1 7-15,2 1-8 0,-2 0 0 0,5-4 4 16,-5 5-17-16,7-4-31 0,-1 1-33 0,-1-2-32 16,3 1-42-16,-2 1-39 0,4-1-43 0,2-4-27 15,1 1-39-15,0 1-153 0,-1-2-489 0,4 3 218 16</inkml:trace>
  <inkml:trace contextRef="#ctx0" brushRef="#br0" timeOffset="-102200.61">22871 8250 151 0,'0'0'245'0,"4"-3"-3"0,-4-2 0 0,0 5-7 16,3-3-2-16,-3 3-8 0,6-4-1 0,-6 4-9 16,2-4-5-16,-2 4-9 0,0 0-11 0,0-3-17 15,0 3-17-15,3-4-13 0,-3 4-14 0,0 0-15 16,0 0-17-16,0 0-9 0,4-2-13 0,-4 2-9 15,0 0-10-15,0 0 1 0,0 0-9 0,0 0-4 16,0 9-5-16,2-5 3 0,0 1-9 0,1 1-3 16,-2 0-7-16,3 2 5 0,2 2-7 0,1-1 0 15,-2 0 5-15,2 2-8 0,2-1-2 0,0 1-9 0,0 2 0 16,5 0 7-16,-5-1 0 0,6 1-4 16,-4-1-3-16,1 1 2 0,0 0-1 0,-1-4 2 15,3 4-6-15,-6-3 3 0,0-2 1 0,2-1-1 0,-2 1-6 16,0 0 0-16,-4-3 3 0,2 0-4 0,2-2 3 15,-6 3-3-15,1-2-3 0,1-2 2 0,-2 2-2 16,-1-2 7-16,3 1-4 0,-4-3-1 0,3 3 0 16,-3-3 2-16,1 4 1 0,-1-4 0 0,0 0 1 15,0 0-3-15,3 2 1 0,-3-2 2 0,0 0-2 16,0 0 1-16,0 0-1 0,0 0 2 0,0 0-1 16,0 0-1-16,0 0 2 0,0 0 0 0,0 0 5 15,0 0-6-15,0 0 6 0,0 0-4 0,0 0 4 0,0 0-2 16,0 0-2-16,0 0 0 0,0 0-4 15,0 0 0-15,0 0 3 0,0 0-5 0,-7-13 5 16,6 11-4-16,1 2 3 0,-6-7-4 0,2 2 2 0,1 1 0 16,-2-2 0-16,0 1 2 0,-1-6-1 0,1 0-1 15,-5 3 3-15,-1-2-3 0,3 1-3 0,-3-5-1 16,-1 1 4-16,3 1-2 0,0-1 2 0,1 2 3 16,-1 0-1-16,-1 1-4 0,3 1 5 0,-1-3-3 15,0 2 3-15,4 1-1 0,-3-3-2 0,-1 6 0 16,4-5 10-16,0 4 7 0,-2-1-3 0,5 0 5 15,-2 3-8-15,-1-2 4 0,1 1 1 0,-2 0-11 16,5 3 6-16,-2-1-4 0,2 4 0 0,-2-5-3 16,2 5-3-16,-1-6 0 0,1 6-8 0,-2-3 6 15,2 3-10-15,0 0 4 0,0 0-3 0,0 0 3 16,0 0-4-16,3 14 3 0,-1-9 4 0,0 1-3 16,3 0-12-16,1 2-12 0,-2 0-14 0,4 1-19 0,-1 2-23 15,2-3-30-15,1 6-39 0,1 1-46 0,4-2-53 16,-3-1-73-16,4-1-192 0,-7-1-562 15,7-2 248-15</inkml:trace>
  <inkml:trace contextRef="#ctx0" brushRef="#br0" timeOffset="-90857.88">24476 9032 11 0,'0'0'71'0,"0"0"-1"0,0 0-9 0,0 0-6 16,0 0-5-16,0 0-4 0,0 0-3 0,0 0 0 0,0 0-13 15,0 0-2-15,0 0-1 0,0 0-4 0,0 0 0 16,0 0-4-16,11 8 11 0,-11-8-3 0,0 0 1 16,3 4-6-16,-3-4 0 0,0 5-3 0,0-5-2 15,1 4 2-15,-1-4-2 0,2 6-2 0,-2-2 0 16,0-4-2-16,0 6-3 0,0-3 4 0,0 1-2 16,0-4-3-16,-2 10 3 0,2-7-9 0,-1 2 5 15,-2 0 5-15,2-1-3 0,-1 2-4 0,2-1-2 16,-1 2 0-16,-2 0 3 0,3 0-4 0,0-2 1 15,-4 1 2-15,4 2-4 0,0 0 10 0,-1-3-10 16,-3 2 1-16,2-3 4 0,2 3-1 0,-2-2 1 16,1-1 1-16,1-1 14 0,-2 2 3 0,2-5-6 0,0 5 8 15,-4-3-5-15,4-2 15 0,0 5 2 0,0-5 8 16,0 0 12-16,0 6 4 0,0-6 8 16,0 0 9-16,0 0 0 0,0 0 3 0,0 0-3 0,0 0-4 15,0 0-4-15,0 0-8 0,0 0-8 0,0 0-2 16,0 0-7-16,0 0-4 0,0 0-5 0,0 0-3 15,0 0-3-15,0 0-2 0,0 0-5 0,7-11-1 16,-7 11-4-16,0 0-2 0,4-4-2 0,-4 4-1 16,1-5-4-16,-1 5 2 0,4-3-3 0,-1 1 0 15,-2-2-2-15,-1 4 2 0,3-5-2 0,-2 1 0 16,5 0 2-16,-3-1 1 0,-2 0 9 0,3-1 4 16,-1 0 5-16,1 3 5 0,0-2-6 0,0-2 0 0,-3-1-2 15,2 1-1-15,4-1-1 0,-4 0 0 16,3 1 9-16,-2-4 10 0,1 5-2 0,-3-1-1 0,1 0-2 15,1 1-5-15,0-1 0 0,-2 1-7 0,-1 1 7 16,4 0-11-16,-5-1-1 0,4 3-5 0,-4-1 1 16,0 4-5-16,3-5-4 0,-3 5-1 0,4-3-22 15,-4 3-49-15,0 0-47 0,3-3-43 0,-3 3-41 16,0 0-57-16,0 0-153 0,0 0-439 0,0 0 194 16</inkml:trace>
  <inkml:trace contextRef="#ctx0" brushRef="#br0" timeOffset="-89675.85">24510 8496 127 0,'0'-4'213'0,"0"4"-9"0,4-8-2 16,-4 2-6-16,0 2-4 0,0-1-6 0,0 0-13 16,0 0-5-16,0 0-8 0,3 0-13 0,-3 5-8 15,0-7-13-15,0 3-4 0,0 4-19 0,0-6-9 16,0 6-16-16,0 0-7 0,0 0-9 0,0 0-3 16,-3-4-12-16,3 4-7 0,0 0-5 0,0 0-4 15,0 0-2-15,0 0-3 0,0 0-1 0,-4 14-2 16,3-9-1-16,-2-1-5 0,3 4-1 0,-1-2-2 15,1 4-2-15,0-2 2 0,0 2-3 0,0 0-1 16,0 1-1-16,0-2 0 0,0 2 0 0,0-1 1 0,0 1-1 16,0-1-4-16,0 0-6 0,-2 2 3 0,2-6-1 15,0 3 1-15,0-2 2 0,-2 1 0 16,2-1-1-16,-3 1-2 0,3-3 2 0,0 1-1 0,-2-3-2 16,0 2 3-16,2-1-3 0,0-1 1 0,0-3-1 15,-3 7 5-15,3-7-2 0,0 4 4 0,0-4 1 16,0 0 15-16,0 0 20 0,0 0-4 0,0 0-4 15,0 0 5-15,0 0 2 0,0 0 3 0,-4-14 1 16,4 7-5-16,-1 2 2 0,1-3-4 0,0-2 3 16,0 2-3-16,1-2 2 0,2-3 5 0,-2 3-1 15,2-2 2-15,-3-3-12 0,2 2 2 0,0 1-4 16,1-1 0-16,-1 2-6 0,1-2 0 0,0 1-4 16,-2 2-1-16,3-2-3 0,-1 2-1 0,-3 3-7 15,2-4 5-15,-2 6-7 0,1 0 0 0,2-3-6 16,-2 5 6-16,2-1-5 0,-2 1 11 0,-1 3-16 15,0-5-4-15,0 5 2 0,0 0-5 0,0 0 6 0,0 0-9 16,0 0 8-16,0 0 2 0,0 0-5 0,0 0-5 16,-1 14 11-16,-1-9-5 0,1 2 4 15,0-1 1-15,-2 1 16 0,0 1-23 0,3 1-7 0,-3 0-9 16,3 1-11-16,-1 0-6 0,-2 1-18 0,3-2-13 16,-1 1-13-16,1 0-15 0,0-2-19 0,-3 2-26 15,2-2-16-15,1-1-28 0,0 0-40 0,0 0-19 16,4-1-218-16,-3 2-502 0,-1-4 223 0</inkml:trace>
  <inkml:trace contextRef="#ctx0" brushRef="#br0" timeOffset="-87386.79">19758 7273 236 0,'-7'-5'282'0,"6"3"2"0,1 2 0 0,-7-2-4 15,7 2 3-15,0 0-5 0,-3-2-6 0,3 2-11 16,0 0-7-16,0 0-9 0,-7-5-10 0,7 5-12 0,-4-2-15 16,4 2-15-16,-5-3-10 0,5 3-14 0,-7-1-12 15,7 1-12-15,0 0-14 0,-9 0-8 0,9 0-15 16,-9 0-9-16,9 0-11 0,0 0-8 0,0 0-9 16,0 0-9-16,-9 1-2 0,9-1-6 0,0 0-11 15,0 0-3-15,-4 3-4 0,4-3-2 0,0 0-1 16,0 0-1-16,13 4-4 0,-6-2-14 0,0-2-37 15,4 1-35-15,3 1-28 0,-2-2-25 0,1 2-29 16,0-1-19-16,0 0-30 0,-2-1-29 0,-3 0-28 16,1 2-29-16,0-2-33 0,-1-2-27 0,-8 2-242 15,10 0-625-15,-10 0 277 0</inkml:trace>
  <inkml:trace contextRef="#ctx0" brushRef="#br0" timeOffset="-86668.07">19316 7209 212 0,'0'0'363'0,"0"0"-12"15,0 0-16-15,-1-2-34 0,1 2-34 0,0 0-27 16,0 0-34-16,0 0-23 0,0 0-17 0,-4 8-14 16,2-1-11-16,-1-1-16 0,1-1-14 0,-2 6-9 15,-1 0-7-15,0 2-12 0,1 0-8 0,0 2-3 16,3-1-12-16,-1 2-16 0,0 0-54 0,0 1-54 0,-1-1-75 15,5 1-74-15,-1-4-84 0,2-1-197 16,0-1-535-16,2 1 237 0</inkml:trace>
  <inkml:trace contextRef="#ctx0" brushRef="#br0" timeOffset="-85933.72">19777 6461 34 0,'0'0'366'0,"0"0"-8"0,0 0-10 16,0 0-7-16,0 0-15 0,0 0-10 0,0 0-14 15,0 0-12-15,0 0-16 0,0 0-17 0,0 0-24 16,0 0-23-16,0 0-16 0,0 0-17 0,0 0-6 16,0 0-21-16,23 1-32 0,-4 2-8 0,0-2-13 15,6 0-8-15,-4 3-12 0,11-2-54 0,-2 0-53 16,1 1-54-16,-3-1-54 0,-6 0-66 0,0 0-78 15,0-3-88-15,-4 1-256 0,-4-1-678 0,0-1 300 16</inkml:trace>
  <inkml:trace contextRef="#ctx0" brushRef="#br0" timeOffset="-85267.16">19293 6335 37 0,'0'0'374'0,"5"-4"-10"0,-5 4-11 0,4-6-24 16,-1 5-13-16,0-3-15 0,0 2-19 0,-3 2-27 15,5-3-18-15,-5 3-29 0,0 0-23 0,6-1-25 0,-6 1-11 16,0 0-22-16,0 0-13 0,9 4-14 0,-9-4-15 15,4 6-3-15,-3-2-7 0,2 0-13 16,-2 2-4-16,2 1-2 0,-3-1-11 0,0 1 1 0,-3 1-10 16,2 0-5-16,1 1 5 0,-5-4-4 0,0 7 1 15,0-5-8-15,-3 4 3 0,4-5-6 0,-2 1-4 16,1-2 6-16,-1 0-5 0,1 0-1 0,1-1-4 16,0 0 0-16,1 1 0 0,2-3 8 0,1-2-10 15,-3 3 6-15,3-3-4 0,0 0 4 0,11 2-7 16,1-1 0-16,6-1 5 0,5 0-18 0,6-1-17 15,1 0-23-15,2-2-43 0,2 2-35 0,-4-1-40 16,4-1-54-16,2-2-68 0,-2-4-78 0,5 2-241 16,-8-4-650-16,5 0 288 0</inkml:trace>
  <inkml:trace contextRef="#ctx0" brushRef="#br0" timeOffset="-84704.68">19955 5762 195 0,'0'0'280'0,"0"0"2"15,0 0-9-15,0 0 0 0,0 0-5 0,0 0-12 16,0 0-4-16,0 0-7 0,0 0-12 0,0 0-10 16,0 0-4-16,0 0-6 0,0 0-8 0,0 0-16 0,0 0-14 15,29 2-18-15,-17-2-13 0,4 0-14 16,2-3-15-16,1 2-13 0,4 0-7 0,-1 1-12 16,1-4-32-16,0 8-47 0,-1-8-55 0,-3 3-52 0,3 0-60 15,-8 0-60-15,0-2-84 0,0 1-330 0,-6 1-688 16,-3-2 305-16</inkml:trace>
  <inkml:trace contextRef="#ctx0" brushRef="#br0" timeOffset="-83985.96">19407 5589 274 0,'0'0'300'0,"0"0"-16"16,0 0-6-16,0 0-31 0,0-5-17 0,0 5-25 15,0 0-17-15,0 0-12 0,4-6-15 0,-4 6-27 0,0 0-12 16,4-3-13-16,-4 3-11 0,10-2-10 0,-10 2-11 16,5 0-6-16,-5 0-11 0,0 0-7 0,0 0-1 15,14 1-7-15,-14-1-9 0,6 2 1 0,-1 0-8 16,-5-2-2-16,5 4-4 0,-5-2-8 0,4 1 2 16,-4-3 10-16,2 6-13 0,-2-4-3 0,2 3 0 15,-2-5-2-15,3 6-1 0,0-2-4 0,-2-1-2 16,1 1 1-16,-1-1 1 0,-1 2 0 0,5-2 2 15,-5 0-3-15,6 0 0 0,-4 3 0 0,1-3 1 16,1 1-2-16,0 0 0 0,-1-2 5 0,1 3-6 16,0-3 2-16,2 2-3 0,-4-1-1 0,2-3 1 15,1 3 1-15,-5-3-1 0,2 4 3 0,-2-4-5 16,6 2 4-16,-6-2-6 0,0 0 4 0,0 0-2 0,0 0-3 16,-2 6 9-16,2-6-2 0,-5 3 3 15,-1 0-4-15,6-3 2 0,-9 2-2 0,2 1 3 16,0-1 2-16,3 3-1 0,-1-3-2 0,-1 1 0 0,-1-1-5 15,4-1 1-15,-1 2 0 0,-3-1-1 0,4 1 3 16,3-3 0-16,-8 5-5 0,3-3-9 0,5-2-26 16,-5 5-26-16,1-5-26 0,1 5-29 0,-1-3-18 15,0 1-34-15,0 0-21 0,4-3-32 0,-12 3-197 16,8-1-458-16,-4-1 203 0</inkml:trace>
  <inkml:trace contextRef="#ctx0" brushRef="#br0" timeOffset="-83093.75">20099 5111 222 0,'-6'1'330'0,"6"-1"-15"16,0 0-4-16,0 0-13 0,0 0-9 0,0 0-7 15,0 0-7-15,0 0-14 0,0 0-20 0,0 0-24 16,0 0-12-16,0 0-21 0,0 0-18 0,24 0-15 16,-12 0-16-16,2 0-11 0,-2 1-17 0,10-2-11 15,-2 2-33-15,0 0-50 0,1 1-52 0,2 0-53 0,-5 0-57 16,1 0-67-16,0 1-80 0,-7-2-287 16,3 0-630-16,-3-1 279 0</inkml:trace>
  <inkml:trace contextRef="#ctx0" brushRef="#br0" timeOffset="-82484.31">19531 4894 110 0,'0'0'315'16,"0"0"-25"-16,0 0-30 0,0 0-29 0,0 0-22 16,1 5-23-16,-1-5-20 0,0 0-19 0,0 0-16 15,0 4-13-15,0-4-12 0,0 7-10 0,0-7-6 16,-2 5-11-16,0-2-8 0,2-3-7 0,-1 10-3 15,1-8-8-15,-2 2-4 0,4 0-4 0,-2-4 0 16,-2 8-8-16,5-5-2 0,-1 1 0 0,0 0-2 0,1-1-1 16,0 1-9-16,2-1 1 0,-1 1-1 0,4-3-2 15,-3 2-2-15,0-2-2 0,4-1 2 0,-3 1-4 16,-1 0-4-16,2-1 4 0,-7 0-2 0,8 0-2 16,-8 0-2-16,10 0 1 0,-10 0 2 0,5 2-3 15,-5-2 9-15,0 0 1 0,8-2-1 0,-8 2-4 16,0 0-5-16,0 0-5 0,6 2-1 0,-6-2 3 15,1 5-2-15,-1-2-3 0,4 0-1 0,-4 2 4 16,-4 2 1-16,4-2-3 0,0 1 2 0,0 2 0 16,4 0-4-16,-4 1 3 0,0 0-3 0,3 0-40 15,-2 1-47-15,2 0-51 0,-2 1-64 0,2-5-53 16,0 1-203-16,1-1-494 0,0-2 219 0</inkml:trace>
  <inkml:trace contextRef="#ctx0" brushRef="#br0" timeOffset="-81953.08">20177 4580 233 0,'0'0'387'0,"0"0"-3"0,0 0-20 16,7-10-12-16,-6 6-23 0,3 0-30 0,-1 1-25 16,1-4-30-16,-1 2-22 0,1 1-28 0,1-1-19 15,1 0-16-15,4-2-19 0,1 2-21 0,2-1-18 16,4-1-58-16,2 5-48 0,1-2-42 0,1 0-41 0,-1 2-52 16,-2 2-58-16,1-2-57 0,-5 2-67 0,2-2-172 15,-2 2-536-15,-1 0 238 0</inkml:trace>
  <inkml:trace contextRef="#ctx0" brushRef="#br0" timeOffset="-81302.33">20275 4028 135 0,'0'0'358'0,"3"-3"-4"0,-3 3-10 0,0 0 0 15,0 0-9-15,0 0-15 0,4-4-24 0,-4 4-21 16,0 0-20-16,0 0-32 0,2-4-23 0,-2 4-19 0,3-4-15 16,-3 4-19-16,8-3-20 0,-5 2-10 15,-3 1-17-15,11-2-27 0,-6 0-50 0,5-1-38 16,1 0-44-16,-1 0-42 0,3-1-38 0,2 1-55 0,-3 0-58 15,0-2-59-15,3 2-240 0,0-3-596 0,0 2 264 16</inkml:trace>
  <inkml:trace contextRef="#ctx0" brushRef="#br0" timeOffset="-80786.72">20359 3591 157 0,'0'0'330'0,"0"0"-21"0,0 0-15 0,0 0-20 16,0 0-19-16,0 0-19 0,0 0-22 0,19-4-24 16,-15 1-20-16,-4 3-17 0,7-3-10 15,-3 1-21-15,0-2-12 0,4 3-11 0,-1-2-19 16,3 1-30-16,-2-1-49 0,7 2-35 0,-1 0-47 0,0 0-33 15,-4-4-40-15,5 4-57 0,-3-1-222 0,3-2-467 16,-3 0 207-16</inkml:trace>
  <inkml:trace contextRef="#ctx0" brushRef="#br0" timeOffset="-80458.61">20230 3201 262 0,'0'4'365'0,"0"-4"-18"16,0 0-32-16,0 0-28 0,0 0-14 0,0 0-15 16,24 0-20-16,-11 0-24 0,6 3-23 15,1-3-14-15,-1 1-18 0,1 2-17 0,5-2-14 16,-2 1-17-16,9 0-21 0,-3 0-66 0,0 1-51 0,0 2-61 16,-5 0-80-16,-5-1-101 0,0 0-237 0,1 0-546 15,-6-3 242-15</inkml:trace>
  <inkml:trace contextRef="#ctx0" brushRef="#br0" timeOffset="-78220.59">19634 4518 271 0,'0'0'314'0,"0"0"-27"0,0 0-22 16,0 0-26-16,0 0-27 0,3 3-23 0,-3-3-19 15,0 0-21-15,0 5-18 0,0-5-9 0,1 3-13 16,-1 2-5-16,0-5-15 0,4 8-6 0,-1-3-7 16,4 0-3-16,-3 0-8 0,0 2-9 0,4-2-4 15,0 1-8-15,-1 2 0 0,-1-3-3 0,-1 0-8 16,2 0-1-16,-3 0-4 0,0 1-9 0,0-2 7 0,2 1-4 15,-5-1-8-15,2 0 3 0,-2 2-4 0,-1-2-4 16,0-4 2-16,0 6-5 0,-1-1 0 16,-5-3-6-16,-2 0-21 0,3 1-25 0,-6-1-23 0,-3-1-18 15,3 0-30-15,-1 1-27 0,0-1-27 0,2-1-28 16,-2 0-42-16,1 0-147 0,4-1-420 0,-6-3 186 16</inkml:trace>
  <inkml:trace contextRef="#ctx0" brushRef="#br0" timeOffset="-78001.85">19642 4474 298 0,'0'0'340'0,"6"-5"-7"0,-3 2-11 16,1 1-7-16,-3-2-26 0,-1 4-27 0,2-5-19 15,0 3-21-15,-2 2-25 0,7-6-28 0,-3 2-14 0,1 2-12 16,0-1-19-16,4 1-11 0,2-2-27 0,1 0-29 15,-1 1-34-15,8 0-33 0,-3 0-42 16,2 2-37-16,2-3-45 0,0 2-51 0,1-4-44 16,0 4-69-16,-3-3-151 0,2 0-487 0,-1-1 215 0</inkml:trace>
  <inkml:trace contextRef="#ctx0" brushRef="#br0" timeOffset="-77408.12">19830 3885 80 0,'0'0'322'0,"0"-5"-8"0,0 5-30 15,0-4-23-15,0 4-31 0,0 0-25 16,0 0-26-16,0 0-17 0,0 0-19 0,0 0-15 0,0 0-10 16,-15 14-13-16,14-10-12 0,-6 4-6 0,2 1-2 15,-2 1-2-15,0 0-5 0,2 1-9 0,-4-1-6 16,4 0-5-16,-1-1-7 0,0 1-9 0,0 0 2 15,2 2-6-15,0-6 0 0,1 3-6 0,3-2-3 16,0 0 0-16,0-1-2 0,2 0 4 0,-1-2-5 16,6-1-3-16,1 0-2 0,0 0 4 0,2-3-4 15,2 0-2-15,-4-1-4 0,3-2 4 0,1 0-5 16,-2-1-3-16,-1 1 0 0,1-4-5 0,-5 2 1 16,2-1 1-16,-3 1-3 0,0 1-5 0,-1-2-5 15,-3 3-7-15,0 3-5 0,-7-10-12 0,0 7-24 16,-6 0-14-16,-5 1-15 0,-2 0-25 0,-2 1-28 15,0 0-26-15,-1 1-47 0,-3 0-53 0,3 0-173 16,-7 1-470-16,12 0 208 0</inkml:trace>
  <inkml:trace contextRef="#ctx0" brushRef="#br0" timeOffset="-76578.51">19898 3541 135 0,'0'0'282'16,"0"0"-5"-16,-7-7-3 0,7 7-9 0,-4-4-12 15,4 4-17-15,-3-3-6 0,3 3-12 0,-1-5-18 16,-3 2-14-16,4 3-14 0,-4-7-7 0,3 4-19 15,1 3-16-15,-2-4-6 0,2 4-14 0,0-7-10 16,0 7-15-16,-1-5-10 0,1 5-5 0,0 0-9 16,1-5-9-16,-1 5 0 0,0 0-13 0,0 0-8 15,0 0-5-15,10-1-17 0,-10 1-9 0,11 1-6 16,-3 1-10-16,0-1 10 0,0 0-10 0,4 4-2 16,-2-3-6-16,3 4-2 0,-3-4-1 0,2 1-1 15,-4 3-6-15,-1-2-6 0,0 1 17 0,-3 2 0 0,1-2 3 16,-2 0 1-16,1 3-2 0,-8-1 2 0,4 1 6 15,-3 0-2-15,-3 3 4 0,-2-2 3 16,-1 2-1-16,1-1 0 0,-7 3 2 0,2-4 8 0,-4 2-3 16,4 0-1-16,-1-2 3 0,1 3 3 0,3-4-4 15,2-1 3-15,-3 0 1 0,4-2-2 0,2 1 1 16,1-1 0-16,0-1 3 0,2 0-2 0,0 0 5 16,0 0 10-16,2-4 21 0,6 6 9 0,-1-3-9 15,4-1-5-15,4 0-5 0,-1-1-2 0,2 0 0 16,6-2-3-16,-8 0 1 0,2-1-3 0,1 0-3 15,-3-1-1-15,0 0-3 0,-3 0 1 0,-3 0 6 16,3-1-9-16,-3-1-3 0,-2 0-5 0,-1 0-7 0,-2-1 4 16,1 1-7-16,-4-2-3 0,-2 1 0 15,-4 0-2-15,-3-4-17 0,0 3-12 0,-1-1-12 0,0 0-17 16,0 5-17-16,-7-7-27 0,1 3-20 0,6 2-25 16,-8-1-23-16,10 3-32 0,-3-2-41 0,3 1-196 15,0 1-487-15,5-1 216 0</inkml:trace>
  <inkml:trace contextRef="#ctx0" brushRef="#br0" timeOffset="-75942.15">19788 3491 163 0,'0'0'251'0,"0"0"-24"15,0 0-23-15,0 0-19 0,0 0-19 0,0 0-19 16,-3 3-13-16,3-3-11 0,0 0-12 0,0 0-5 16,0 0-6-16,0 0 1 0,0 0-5 0,7 7 3 15,-4-5 6-15,-3-2-2 0,7 2-5 0,-1-1-9 16,1-1-8-16,3 1-6 0,-1-1-10 0,5 0-5 16,2 2-7-16,3 1-2 0,-7-3-9 0,2-2-1 15,1 4-5-15,-3-4-1 0,2 2-9 0,-5 0 4 0,1 0-7 16,-5 0-1-16,3-1-4 0,-1 2-3 15,-7-1-2-15,9 2-7 0,-7 0-2 0,-2-2 3 16,2 5-3-16,0-1 3 0,-4 0-1 0,-1 3-3 0,-1 1 2 16,-2 1 4-16,-1 1-2 0,-1 2 0 0,-1 3 0 15,-1-1-2-15,1 1 3 0,-2 2 8 16,1-1-10-16,2 0-3 0,-3 0 5 0,7-4 1 16,-1 4-9-16,-1-3-14 0,4-2-35 0,-3-1-31 0,4 0-47 15,1 1-53 1,0-1-58-16,0-2-218 0,4-4-493 0,-2-1 218 15</inkml:trace>
  <inkml:trace contextRef="#ctx0" brushRef="#br0" timeOffset="-75318.5">19800 3152 62 0,'-3'-5'301'0,"2"-3"-17"0,1 0-14 15,-3 1-21-15,5-4-16 0,-8 2-14 0,8-2-7 16,-1 1-21-16,0 0-15 0,1-1-10 0,-1 1-21 0,3 0-11 16,-4 3-14-16,4-2-14 0,2 0-14 0,-2 0-9 15,-1 5-4-15,5-5-18 0,-2 4-1 16,1 2-9-16,-1-3-5 0,3 4-9 0,-3-3-1 0,2 3-9 16,-3 1 0-16,6 0 2 0,-11 1-8 0,15 1-2 15,-8 0-5-15,2 2-22 0,-3-2-1 0,1 4 6 16,-2-1-8-16,1-1 1 0,0 2 0 0,-3 1 2 15,1-1-5-15,-1 2 13 0,-2-2-10 0,-1 0 2 16,0 0 2-16,0 1 0 0,0 1-1 0,-3-1 2 16,-2-1-1-16,-2 3 0 0,2-2 4 0,-5 2 0 15,2 0-2-15,-7 3 4 0,4-2-3 0,3 0-1 16,-3-1 1-16,2 1 4 0,-1-1-3 0,1 3 1 16,1-4 1-16,2 1 2 0,1 2-1 0,-1-1 1 15,4-1-1-15,2-1 1 0,5 3 1 0,-2 0 3 16,3-1-1-16,4-1 4 0,2 2-6 0,3-1 4 15,0-3-3-15,4-1 1 0,0 2 2 0,-5-3-2 16,1-3 3-16,-1 0 1 0,0 2-2 0,-1-4 10 16,-2-1 23-16,-1 1 3 0,-3-3 16 0,-1 1-20 15,-1 0 3-15,-5-4-11 0,0 1-1 0,0 0 0 16,-5-3-6-16,-4 0-3 0,1 0-6 0,-8-4-4 16,1 4 1-16,-7 0-6 0,5 1-25 0,-5 0-42 15,-3 3-45-15,2-2-51 0,3 2-75 0,-1 1-93 0,1 2-177 16,6-2-543-16,2 2 239 0</inkml:trace>
  <inkml:trace contextRef="#ctx0" brushRef="#br0" timeOffset="-67788.03">6521 15242 38 0,'-1'-7'238'0,"-2"1"3"16,3 0 1-16,-1-6 6 0,-3 4-1 0,3 0-5 15,1 1 2-15,1 0-8 0,-1 1-8 0,0-1-1 0,0 1-18 16,0 0 3-16,4-1 4 0,-8 2-40 0,8 0-11 15,-4 1-18-15,0 4-20 0,0-7-1 0,0 7-30 16,0 0-7-16,0 0-6 0,0 0-13 0,0 0 6 16,0 0-21-16,8 16 0 0,-4-6-4 0,0-1-11 15,3 3-2-15,0-1-7 0,-2 1-2 0,5 3-2 16,-2 1-1-16,3 1-3 0,-3-1 4 0,3 0-17 16,0 0 9-16,-2-3-5 0,-1-1-8 0,-1-1 5 15,4 0 2-15,-4-1-1 0,1-1-4 0,-1 1 0 16,1-6 7-16,-4 1-7 0,3-1 10 0,1 0 5 15,3-2 13-15,-2-2 3 0,4-2-2 0,0-4 7 16,5-2 3-16,8-5 4 0,1-4-7 0,3-2 1 16,1-4 3-16,2-1-2 0,16-11-2 0,0-3 1 0,-2 2-10 15,1-5-3-15,1 4-3 0,3-2-4 0,-2 0-3 16,-1 0-1-16,0 4 3 0,-7 3-7 16,-8 10-1-16,-4 1-1 0,4 2-1 0,-10 1-8 0,-3 6-29 15,-1 3-30-15,-3-2-39 0,-6 4-34 0,-2 2-40 16,-1 0-36-16,-4 2-24 0,-2 1-15 0,-2 2-16 15,0 0-22-15,0 0-27 0,-19 13-28 0,2-4-211 16,-2 3-590-16,-11 3 261 0</inkml:trace>
  <inkml:trace contextRef="#ctx0" brushRef="#br0" timeOffset="-67084.93">6604 15211 26 0,'-1'-6'249'16,"1"6"-14"-16,-1-4-8 0,1 4-12 0,0 0-7 16,0-5-10-16,0 5-11 0,0 0-12 0,0 0-11 15,0-5-8-15,0 5-17 0,0 0-11 0,0 0-12 16,6-4-17-16,-6 4-9 0,0 0-14 0,0 0-8 0,0 0-3 15,8 6-7-15,-5-1-10 0,0 0 0 0,1 2-2 16,0 1-7-16,2 2-3 0,0-1-6 16,2 4-2-16,2 1 7 0,-3-1-15 0,2 1-1 0,-2 1 0 15,3 1-2-15,-4-5-2 0,1 1 1 0,0 2-1 16,1-2 0-16,-5-1-4 0,5-2-1 0,-3 0 33 16,-2 0-5-16,0-4 6 0,0 1 15 0,-2-1 31 15,3-1 33-15,0-1 30 0,-4-3 0 0,10-2-19 16,-5-1-15-16,3-4-14 0,2-2-4 0,6-5-8 15,-1-1-6-15,7-6-5 0,2-4-5 0,2-4-8 16,11-7-7-16,4-3-6 0,5 0-5 0,0-2-4 16,5 0-7-16,-1 1-3 0,3 0-6 0,-1 0-2 15,-1 3 1-15,-3 5-5 0,-3 1-33 0,-11 11-21 0,-3 1-10 16,0-1-51-16,-1 5-37 0,-8 6-51 16,-6-1-38-16,2 2-61 0,-8 3-43 0,-1 2-52 15,-2 0-240-15,0 1-662 0,-7 2 293 0</inkml:trace>
  <inkml:trace contextRef="#ctx0" brushRef="#br0" timeOffset="-49280.08">24503 7710 72 0,'0'0'74'0,"0"0"-8"15,0 0-7-15,0 0 5 0,0 0-13 0,0 0-1 16,0 0-9-16,0 0 0 0,0 0-2 0,0 0-5 15,0 0 5-15,0 0-6 0,0 0 5 0,0 0 8 16,0 0-2-16,0 0 4 0,0 0-9 0,0 0 4 16,0 0 0-16,0 0-3 0,0 0-1 0,0 0 0 15,0 0 12-15,0 0-11 0,0 0 9 0,0 0-16 16,0 0 9-16,0 0-3 0,0 0-3 0,0 0-3 0,0 0-2 16,0 0-8-16,0 0-2 0,0 0-3 0,0 0-2 15,0 0 1-15,0 0 0 0,0 0-8 16,0 0 4-16,0 0-3 0,0 0-14 0,0 0 7 0,0 0-3 15,0 0 3-15,0 0 0 0,0 0 5 0,0 0-6 16,0 0 2-16,0 0-1 0,0 0 2 0,0 0-1 16,0 0 4-16,0 0-2 0,0 0-2 0,0 0 4 15,0 0-15-15,0 0 10 0,0 0-3 0,0 0-9 16,-9 3 16-16,9-3-2 0,0 0-8 0,0 0 8 16,-3 3-4-16,3-3 5 0,0 0-4 0,-1 5-3 15,1-5 7-15,-4 4-3 0,4-4-2 0,0 0 4 16,-3 4-1-16,3-4-6 0,-3 2 5 0,3-2 1 15,-1 5-2-15,1-5 1 0,0 6 0 0,0-6-5 0,-3 4 3 16,3-4 3-16,0 2-6 0,0-2 5 16,0 5 4-16,0-5-6 0,-1 7 2 0,1-7-1 15,0 6 4-15,0-6-3 0,0 2-3 0,0-2 7 0,1 7-4 16,-1-7 3-16,0 0 2 0,3 3-2 0,-3-3 1 16,0 0 0-16,1 2 9 0,-1-2 9 0,0 0 3 15,0 0-4-15,0 0-1 0,0 0 2 0,0 0 5 16,14-8 2-16,-12 6 0 0,0 0 1 0,3 0 3 15,-5 2 4-15,6-6 1 0,-5-1 6 0,-1 3 0 16,4 2 1-16,-4-3-1 0,0 5 4 0,3-6-6 16,-3 6-3-16,0-6 0 0,0 6-8 0,0-4-4 15,0 4-5-15,0 0-2 0,-4-5-4 0,0 3-2 16,4 2-2-16,-11-3-3 0,11 3-3 0,-14 0-1 16,9-2 3-16,-3 2-2 0,-2 4-2 0,2-4-2 15,1 2 0-15,0 1-3 0,-2-1 4 0,4-1-5 0,-1 2 3 16,2-2-5-16,4-1 3 0,-7 6 0 0,5-1-1 15,0-2 4-15,2-3-2 0,0 6-4 16,4-1 6-16,0 0-3 0,0-2 1 0,3 2 2 16,0-1-4-16,1 2 3 0,2-3 0 0,-3 1-4 0,2-3-1 15,-1 1 4-15,0-1-3 0,-1-1 3 0,0 0 0 16,2 0 1-16,-2-1-1 0,-3-2 0 0,1 1 0 16,0-1 6-16,-2 0 1 0,-2-2 0 0,3 1 1 15,-4-1 3-15,0 2-2 0,0-4 2 0,0 7-4 16,-4-6 0-16,0 1 0 0,-1 1 1 0,0 2-3 15,0-2 5-15,-1 2-4 0,-1 1-1 0,2 0-3 16,-3-1 1-16,1 1-2 0,7 1 3 0,-12 1-4 16,5 1 2-16,0-1-3 0,3 0 0 0,0 3 1 0,-2 0-1 15,3 1 4-15,0 0-1 0,3-3 1 16,0 5-3-16,0-2 0 0,3 0 2 0,0 0-1 16,3 1-1-16,-2-1 2 0,0-2-5 0,1 1 0 0,1 0 1 15,0-1-1-15,3-1-1 0,-5 0 3 0,2-1-1 16,-6-1 1-16,12-1 0 0,-7-2-2 0,2-1 0 15,-3 0 2-15,1-1 0 0,-1 1 1 0,-2-2 3 16,1-1 6-16,-3 1-1 0,0 1 5 0,0-3 6 16,0 3 6-16,0-2-5 0,-1 0-2 0,-1 2 0 15,0-2-3-15,-4 1-1 0,3 2-2 0,-1 1-4 16,0-2-2-16,1 2-2 0,3 3-4 0,-9-4 1 16,5 3-2-16,4 1-1 0,0 0-6 0,-11 4-12 15,8 0-22-15,-2-1-19 0,3 2-23 0,2-5-26 16,-2 10-21-16,4-3-35 0,0-3-27 0,-1 1-46 15,3 3-144-15,0-2-411 0,-2-2 183 0</inkml:trace>
  <inkml:trace contextRef="#ctx0" brushRef="#br0" timeOffset="-47103.47">21755 8738 267 0,'-3'-5'310'16,"3"5"0"-16,0-4-4 0,0 4-8 0,0-6-9 0,0 6-6 16,0 0-3-16,0-6-13 0,0 6-14 0,3-3-1 15,-2-1-12-15,-1 4-14 0,0 0-5 0,0-5-14 16,0 5-13-16,0-4-16 0,0 4-19 0,0 0-22 15,0 0-12-15,0 0-19 0,0 0-15 0,0 0-9 16,0 0-11-16,0 0-4 0,0 0-8 0,-5 10-6 16,3-6-7-16,0 1-3 0,-3 0-6 0,4 3-4 15,-2-2-1-15,1 5-3 0,-3-3 0 0,3 3-3 16,-3-3-6-16,3 4-1 0,-2-1-1 0,3 0-3 0,-2 0-2 16,0 1 1-16,2-2-3 0,-1 0 1 15,2 0-1-15,0-3-1 0,0 0-2 0,-1 0 1 16,-2 0-3-16,3-1 2 0,3 1-2 0,-3-3-1 0,0 0 1 15,0 0-1-15,0-4 4 0,0 8-2 0,1-6 1 16,-1-2 3-16,0 0 2 0,0 4-4 0,0-4 4 16,0 0-3-16,0 0-10 0,0 0-16 0,0 0-21 15,0 0-29-15,0 0-38 0,0 0-29 0,0 0-46 16,0 0-44-16,0 0-55 0,0-14-56 0,0 14-73 16,2-5-278-16,-2 5-740 0,0-4 327 0</inkml:trace>
  <inkml:trace contextRef="#ctx0" brushRef="#br0" timeOffset="-44991.57">21688 7375 59 0,'0'0'206'0,"0"0"2"0,0 0-2 0,0 0-4 16,0 0-7-16,0 0-5 0,0 0-10 0,0 0-9 16,0 0-12-16,0 0-10 0,0 0-8 0,0 0-8 15,0 0-3-15,0 0-21 0,0 0-8 0,0 0-13 16,0 0-9-16,0 0-8 0,0 0-9 0,0 0-4 15,0 0-8-15,0 0-13 0,0 0 0 0,0 0-5 16,0 0-6-16,0 0 1 0,0 0-3 0,-9 11 0 16,6-10-2-16,3-1-6 0,-2 5-3 0,2-5 5 15,-2 4-5-15,2 1-3 0,0-5-4 0,-2 5-8 0,2-5-11 16,0 4-6-16,0-4 2 0,0 0 1 16,2 7-2-16,-2-7 7 0,2 4 0 0,-2-4 2 15,5 1 1-15,-5-1 1 0,4 1-2 0,-4-1 4 0,0 0 0 16,9-4 1-16,-9 4 3 0,3-5 2 0,1 2-4 15,-3 0 2-15,3 0 1 0,-4-1-1 0,0 4 2 16,0 0-1-16,0-9 11 0,0 5-5 0,0 4 0 16,0-3-2-16,-4-2 0 0,0 0 2 0,4 5-4 15,-4-3-1-15,0 0 0 0,1 2 0 0,-3-2-3 16,6 3 1-16,-9-2 0 0,0 1-3 0,9 1 1 16,-11 0 1-16,11 0-1 0,-10 1 0 0,6 1 2 15,-4 1-4-15,4-2 2 0,0 2 2 0,1 0-2 16,-1 2 1-16,3-3 3 0,-2 4-7 0,3-1 5 15,0-1-5-15,1 3 4 0,1-2 0 0,2 0-1 16,-1 0 0-16,1 2-4 0,-1-5-6 0,-1 4 4 16,6-1-7-16,-4-2 2 0,0 1-2 0,2-2 1 0,-2 1 3 15,-4-3 4-15,7 1-5 0,-3 0 5 0,-4-1-2 16,0 0 5-16,12-2 0 0,-9-2 1 16,0 2 0-16,-3 2 4 0,5-8 2 0,-5 5 3 0,2-2 8 15,0 3 6-15,-2 2 4 0,0-8 1 0,0 8 10 16,0-7-4-16,-2 4-2 0,2 3-2 0,-2-4 0 15,2 4-4-15,-3-6-2 0,3 6-3 0,-4-3-6 16,4 3-1-16,0 0-1 0,0 0 0 0,0 0-5 16,-11 7 0-16,11-7 2 0,-5 6-2 0,4-4 0 15,-2 3-1-15,3 0-3 0,-1-2 0 0,-1 1 0 16,2 1 2-16,0-5 0 0,2 8-3 0,-2-4-1 16,1 1-2-16,0-2 0 0,1 0 0 0,-1 1 1 0,-1-4 1 15,5 4 1-15,-1-3 0 0,-4-1 1 16,6 1 2-16,-6-1 2 0,0 0 0 0,8-5-2 15,-4 3-1-15,-1-1 2 0,-3 3-1 0,5-6 3 0,-1 2-1 16,-1 0-1-16,-2 1 2 0,1-2 3 0,-1 1 2 16,-1 4 5-16,3-4 8 0,-3 0-5 0,0 4 0 15,0 0-3-15,0-8-2 0,0 8-7 0,-1-5 3 16,1 5-5-16,0 0 1 0,0 0-1 0,-9 1 0 16,9-1-4-16,0 0-3 0,-14 6 3 0,9-1 2 15,0-2 2-15,1 0-7 0,0-1 0 0,1 4 3 16,-4-1 0-16,6 0-1 0,-2 0-3 0,2-2 3 15,1 1-5-15,0 2 2 0,1-4 1 0,-1-2-1 16,3 6 1-16,-2-4 1 0,7-1-3 0,-4 1 2 16,-4-2-2-16,11 0 1 0,-11 0 1 0,11 0-2 15,-3-2 4-15,-1 1-3 0,0-4 2 0,-3 1 0 16,0 0 3-16,4-3-4 0,-4 2 1 0,-1 0-1 0,-3-1 2 16,4-1 4-16,-2 4 5 0,-2-2-2 0,0-3 4 15,0 8-5-15,-2-6 2 0,-1 3-2 0,2-1-4 16,-3 0-3-16,-2 2-1 0,6 2-1 0,-9-2-1 15,9 2 5-15,-14 2-2 0,10-1 1 0,-4 0-5 16,0 1 1-16,5 3 9 0,-3-3-8 0,1 1-3 16,3 0 8-16,0 2-4 0,-3-1-2 0,4 1 7 15,1-5-2-15,0 7-7 0,1-3 8 0,4 0-2 16,-1 0 3-16,-2-1 0 0,5 1-4 0,-2-1 2 16,1 1 3-16,4-3 2 0,-6 2 2 0,5-3-4 15,-9 0 0-15,9 0 4 0,-1 0-2 0,-8 0-1 16,11-3 12-16,-7 0-1 0,-1 1 10 0,1-1 0 0,0-1 9 15,-3-1 3-15,-1-1-3 0,0-1 6 0,0 4-5 16,-5-3-4-16,5 1-1 0,-4-1-5 0,3 2-4 16,-5 1-4-16,2-3 2 0,0 2-4 0,-3 3-6 15,7 1-7-15,-9-2-24 0,9 2-33 0,-10 1-44 16,6 1-66-16,0 1-76 0,0 4-302 0,0-1-587 16,4-3 259-16</inkml:trace>
  <inkml:trace contextRef="#ctx0" brushRef="#br0" timeOffset="-26938.57">25684 7050 9 0,'0'0'70'0,"0"0"-3"0,0 0-8 0,0 0 7 16,4 4-1-16,-4-4 6 0,0 0-8 0,0 0-1 16,0 0 5-16,0 0 4 0,0 0-1 0,-4 6-2 15,4-6-4-15,0 0-2 0,0 0 0 0,0 0-2 16,-3 6-3-16,3-6-5 0,0 0-2 0,0 0 10 16,0 4-2-16,0-4-5 0,0 0-3 0,0 0-7 15,0 0-4-15,0 0-1 0,-1 3-4 0,1-3-5 16,0 0-2-16,0 0-4 0,0 0-6 0,0 0 3 15,0 0 1-15,1 6-5 0,-1-6 1 0,0 0-1 16,0 0-2-16,0 5 0 0,0-5-2 0,0 0-5 16,3 4 0-16,-3-4 1 0,6 2 0 0,-6-2 2 15,2 2-2-15,-2-2-3 0,3 3-1 0,-3-3 3 16,4 1 0-16,-4-1-1 0,5 3 7 0,-5-3-4 0,0 0 3 16,0 0-6-16,0 0 1 0,0 0-1 0,7-7 16 15,-7 7 12-15,3-3-2 0,-2 0 3 16,-1 3-3-16,0-7 9 0,0 1-1 0,0 3 1 0,0-1 2 15,0 4 3-15,0-11 5 0,0 8-1 0,-1-2-1 16,-2-1-2-16,3 2-7 0,-1 1-2 0,1 3-1 16,-4-5-6-16,0 1-4 0,4 4-9 0,-6-4 3 15,5 1-6-15,1 3-5 0,-10-1 6 0,10 1-4 16,-9 2-2-16,1 0-2 0,2 1 2 0,2 2-5 16,-1-3 1-16,-1 3-1 0,2 0-2 0,1 2-4 15,-2-2-4-15,3 0-4 0,0 4-4 0,2-4-4 16,0 2 2-16,2-1-4 0,0 1-12 0,3-2 0 15,0 1-6-15,-1-1-3 0,1-1 0 0,2-1-3 16,-3 1-2-16,4-3 6 0,-4 3-3 0,2-3 1 16,1-1 7-16,-7 0-1 0,9-1-3 0,-1-3 10 15,-4 2 5-15,0-1 5 0,2 0-1 0,-3-1 19 16,-2 0 8-16,2-1 11 0,-2 0 3 0,-1 0 9 0,4 1 6 16,-4-2 3-16,0 0 0 0,0 3 0 0,-4-1-3 15,4 4-3-15,0-8-3 0,0 8-6 0,-3-5-2 16,1 2-3-16,2 3-5 0,-10-1 2 0,10 1-1 15,-10 0-5-15,2 3 2 0,4-1-4 0,-3 1-2 16,2 1 0-16,2 1-1 0,-1 0-2 0,-1 0 0 16,2 2 1-16,0-4-1 0,-1 1 1 0,4 1-2 15,0 1 0-15,0-1-5 0,0-2 2 0,0 2-3 16,4-2-1-16,-4-3 0 0,5 5 3 0,2-1-5 16,-4-3-1-16,4 0-2 0,1 1-1 0,-8-2 3 15,14-2-2-15,-6 1 3 0,-1 0-2 0,1-1 3 16,-3-3 2-16,4 3 0 0,-3-2 0 0,0 0 1 15,-1-1-2-15,2 0 3 0,-2 0 4 0,-2-1 10 16,0 1 3-16,-2 0 8 0,1-1 0 0,-4 2-6 16,2 1 1-16,0 3-2 0,-2-10-8 0,-3 5 4 15,0 3-7-15,-2-1 5 0,2 2-2 0,5 1-3 16,-12-3-1-16,3 2 1 0,1 0 1 0,0 1 0 0,8 0-2 16,-12 5-1-16,2-2-2 0,6-2-4 0,-3 3 4 15,3-2-2-15,0 2 2 0,1 1 0 16,2-1 1-16,0 0-3 0,-3 2 4 0,4-2-1 15,4 1-2-15,-2-2 3 0,1 3-1 0,1-2 1 0,0 0 0 16,3-1 1-16,-3-1-2 0,6-1 1 0,-5 0-1 16,2 1 1-16,-7-2 0 0,11-2 2 0,-11 2-1 15,9-2 3-15,-4 0 3 0,-3-3-1 0,1 3 1 16,-2-2 0-16,4-1 0 0,-4 3-5 0,-1-3 2 16,0 5-5-16,-3-10 0 0,0 5-3 0,-1 3-20 15,-3-1-30-15,-2 0-37 0,2 0-47 0,-1 0-66 16,-4 3-213-16,0-1-448 0,-2 1 199 0</inkml:trace>
  <inkml:trace contextRef="#ctx0" brushRef="#br0" timeOffset="-23301.82">21012 6515 104 0,'0'0'114'0,"-11"1"-7"0,11-1-6 0,-7 3 0 16,7-3-12-16,-8 2-4 0,8-2-5 0,-4 5-9 0,2-3 3 15,2-2-7-15,-6 3-9 0,3-1-5 0,3-2-10 16,-2 4 2-16,2-4-8 0,-2 6-4 16,2-6-6-16,-1 6 2 0,1-6-4 0,0 0 1 0,1 5-12 15,-1-5 14-15,0 5-8 0,0-5-1 0,0 0 1 16,4 2-4-16,-4-2 5 0,4 4-1 0,-4-4-5 16,0 0 1-16,0 0 4 0,0 0 12 0,0 0 11 15,15-5 8-15,-15 5 2 0,7-4-1 0,-6 2 4 16,-1 2 8-16,3-5 4 0,-1 3 3 0,-2 2 9 15,4-4-3-15,-4 4 3 0,0-5 1 0,1 1 1 16,-1 4-5-16,0 0-3 0,0 0-10 0,0 0-6 16,1-3-6-16,-1 3-9 0,0 0-7 0,0 0-7 15,0 0-1-15,0 0-4 0,0 0-1 0,0 0-4 16,-11 8-2-16,10-3-3 0,-2 0 1 0,1-2-6 16,2 4-4-16,-2-1-11 0,4-1 3 0,-1 3 0 15,3-2-2-15,-3 2-4 0,4-1-4 0,0-2 1 0,2 2-5 16,-2-2 0-16,2-1 3 0,1 1 0 0,-4-1 1 15,3 0 1-15,-2-2 3 0,2 0 4 0,0-4 0 16,-7 2 4-16,10 0 8 0,-5-2 14 0,-5 2 17 16,8-5 3-16,-4-1 1 0,-1 1 17 0,-3-1 3 15,1-2 8-15,-1 2 6 0,-1 0-1 0,0-1 4 16,1 1-5-16,-4-3-3 0,2 2 1 0,-1 0-4 16,1 2-5-16,-1-1 2 0,-2 1-19 0,3 2 0 15,1-1-15-15,-2 0 8 0,3 4-16 0,-4-4 11 16,4 4-52-16,-4-3-33 0,4 3-35 0,0 0-41 15,0 0-53-15,-10 7-52 0,10-7-50 0,-5 5-239 16,5-5-564-16,3 9 250 0</inkml:trace>
  <inkml:trace contextRef="#ctx0" brushRef="#br0" timeOffset="-18657.37">22972 8451 140 0,'0'0'145'0,"0"0"2"0,0 0-12 16,0 0-4-16,0 0-4 0,0 0-1 0,0 0-10 15,0 0-6-15,0 0-9 0,0 0-2 0,0 0-7 16,0 0-9-16,0 0-6 0,0 0-3 0,0 0-7 16,0 0-2-1,0 0-1-15,0 0-5 0,0 0-2 0,0 0-3 0,0 0-6 16,0 0 0-16,0 0-6 0,0 0-5 16,0 0-2-16,0 0 0 0,0 0-5 0,0 0-1 0,0 0 0 0,0 0-2 15,0 0-3-15,0 0-1 0,0 0 1 0,0 0-5 16,0 0 1-16,0 0-1 0,7-9-3 0,-7 9 0 15,0 0-5-15,0 0 3 0,7-4-4 0,-2 0 0 0,-5 4-1 16,5-1-1-16,0-1-2 0,-1-1 2 0,0 1-3 16,1 0-2-16,-5 2 2 0,10-5 5 15,-4 1-6-15,-3 2-1 0,3-2 3 0,-1 3-7 0,1-2 2 16,0-2 0-16,1 1 2 0,-1 0-1 0,-1 1 1 16,2-2-1-16,0 3 1 0,-2-2 0 0,3 0-5 15,-2 1 0-15,2-2 2 0,-3 3 2 0,-1-3-3 16,3 1 3-16,-3 0-3 0,3 0 3 0,1 2 1 15,-4-1-4-15,3-1 2 0,-1 1-3 0,-1 0 2 16,0-1-3-16,2 1 5 0,-3 1-1 0,2-1-2 16,-1 1 1-16,3-3 0 0,-4 2 1 0,2 2 2 15,-1-3-2-15,-1 0-1 0,2 2 1 0,0-1-1 16,1-2 0-16,-3 2-1 0,2-1 7 0,-1 1-7 16,1-1 2-16,2-1-1 0,-3 1 0 0,0 1 0 15,-1-1-2-15,1 2 5 0,-1-2-4 0,1 2 4 16,-2-3-5-16,5 4 3 0,-3 0-1 0,-1-3 2 0,1 2-2 15,2 1-1-15,-7 1 4 0,9-5-6 0,-6 2 3 16,3 0 3-16,-2 2-1 0,1-3-4 0,0 2 2 16,-1-1 0-16,2 2-1 0,-2-2 0 0,0 1-1 15,0-1 3-15,4 0-1 0,-4 1 1 0,1-1-2 16,1 2 1-16,-6 1 3 0,11-4-4 0,-7 2 2 16,0-1-1-16,0 2 0 0,-1-2-2 0,4 1 2 15,-3-1 0-15,1-1 0 0,1 2 0 0,-2-1 1 16,0 1-1-16,2 0-1 0,-2 0 2 0,0-2-5 15,1 3 3-15,-1-3 3 0,0 1-2 0,2 2-1 16,-2-1 4-16,1-1-1 0,1 1-4 0,-1 0 0 16,1-1 1-16,-2 0 1 0,1 0-1 0,-1-1 2 15,0 1-1-15,2 1-2 0,-1-1 2 0,-1 1 2 0,0-2-1 16,2 0-1-16,-1 0-1 0,0 3 1 16,2 0-3-16,0-3 4 0,-3 3 1 0,1-2-4 15,2 1 4-15,-1-2-1 0,1 3 0 0,-2-4-1 0,-1 5-4 16,6-1 3-16,-5-1 1 0,-1 0-2 0,2 0 3 15,-1 0-1-15,1-1 0 0,-1 1 1 0,2 2-4 16,-3-4 3-16,-4 4 0 0,12-2-1 0,-5 1 0 16,-2-2 0-16,1 0 2 0,-1 1-2 0,1 0-1 15,-1-1 3-15,3 1 0 0,-2 0-3 0,-1-2 3 16,2 2-4-16,-3-1 3 0,1 1 0 0,2-2 3 16,-3 2-2-16,2-3 2 0,1 4-3 0,-1-3-2 15,0 3 1-15,-1-3 2 0,2 1 1 0,-1 0-2 16,0-1-3-16,-2 1 3 0,3 1-2 0,-1-1 4 15,-2 1 0-15,1-2-1 0,1 1-1 0,-4 1-1 16,2-2 3-16,3 1-3 0,-4 1 3 0,1-1-1 16,0 0-1-16,3 0 0 0,-3 0 0 0,0 1 0 0,0-1 0 15,0-1 1-15,1 2-2 0,-1-1 1 0,2 0-1 16,-2 0 1-16,0 0-2 0,-1 1 3 16,3-1-1-16,-2 1 0 0,1-4 2 0,0 4-2 0,0 0 2 15,-1 0-3-15,0-1-1 0,0 0 3 0,-1-1 0 16,1 3-2-16,1-4-1 0,-1 3 2 0,0 1 2 15,0-3-3-15,-4 4 2 0,6-6-1 0,-1 5 0 16,-2-3-6-16,1 2 7 0,-1 1-2 0,2-2 5 16,-1 0-5-16,-4 3 2 0,6-5 1 0,-2 2-2 15,1 0-3-15,-1-1 4 0,0 3 0 0,3-3 0 16,-3 1-3-16,-1 0 2 0,3 1 0 0,-1-3 1 16,0 2 3-16,-1 0-4 0,2 1-2 0,-1-1 4 15,0 1-2-15,0-3 0 0,0 3-3 0,2-1 2 16,-3 0 0-16,2-1 3 0,-2 1-3 0,1 2 4 15,0-3-2-15,0 1-2 0,-3 1 2 0,4-2 0 16,-1 2 1-16,-2-1-4 0,1-1 4 0,4 1-2 16,-5 1 0-16,2-2 0 0,-1 3 0 0,1-2 0 0,-1 1-1 15,1 0 4-15,0-2-3 0,0 1-2 0,0 1 5 16,1 1-4-16,-6 1 1 0,8-2-2 16,-2-1 3-16,-2 1-3 0,1 1 1 0,-5 1 0 0,9-6 4 15,-3 3-1-15,-1 2-3 0,2 0-1 0,-2-1 1 16,-1-1 0-16,0 1 1 0,2-3 2 0,0 3-1 15,1-2-1-15,0 3-3 0,-1-3 1 0,2 0 2 16,-1 2 2-16,1-3-3 0,-3 3 2 0,5 0-1 16,-4 0 0-16,1-3-2 0,2 2 1 0,-3-1-1 15,5 0 5-15,-3 0-1 0,1 0 0 0,-1 0-2 16,1 1 1-16,1-2-1 0,-5 0-2 0,7 2 2 16,-3-2 1-16,0-2-1 0,3 2-6 0,-5 0 6 15,4-2 1-15,-4 3 0 0,1 1 1 0,0-5 1 0,0 3-4 16,2-2-1-16,1 2 1 0,-2-1 2 15,2-1-1-15,0 1 0 0,-3 1 2 0,7-3-5 16,-3 3 3-16,0-2-2 0,-1 0 2 0,0-2 2 0,1 1-2 16,2 2-3-16,-4-1 0 0,6-4 1 0,-4 5 2 15,-1-3 1-15,-1 1 0 0,2 1 0 0,-1 0-1 16,-2-1-3-16,2 2 3 0,1-1 0 16,-1-1 3-16,1 2-4 0,-2-4 2 0,2 4-2 0,0-1 1 15,-1 0-2-15,0 2 2 0,1-4-5 0,-1 2 5 16,4 1 0-16,-4-1 3 0,-1 0-3 0,2 2 2 15,-2-2 3-15,3 1-7 0,-1-2-2 0,2 2 6 16,-5-2-5-16,2 2 5 0,-1-1-1 0,2 2-1 16,-1-1 2-16,0 2-3 0,-2-3-1 0,1 1 1 15,1 0 3-15,-2-1-2 0,-2 1-1 0,4 2 1 16,0-1-1-16,-2-3 0 0,2 5-4 0,0-2 7 16,-3-2-4-16,3 2 1 0,3 0 1 0,-5-2 1 15,1 2-1-15,-1 0-1 0,1-1 1 0,0-1 1 0,0 2 1 16,-2 0 1-16,-1-2-5 0,4 2 4 15,0 0 0-15,0 2-3 0,-3-3 1 0,0 2-1 16,0-2 1-16,2 1 1 0,1-2-5 0,-2 2 5 0,1 0-1 16,-2 1 1-16,3-2-2 0,-3 1 0 0,3 0 2 15,-2-2-1-15,2 3-2 0,-4-1 2 0,5-1-1 16,-1 1 2-16,-1 0 0 0,2-1-2 0,-2 2 2 16,-1-4 1-16,5 3-2 0,-5 0-2 0,2-2 4 15,1 2-2-15,-1 0-1 0,0 0 2 0,1-2-1 16,-2 2 1-16,1 0-2 0,2-1 0 0,-3 1-3 15,3 0 1-15,-2 0 0 0,4-1 3 0,-5 1-2 16,2 0 0-16,3 0 0 0,-4-2 1 0,0 4 4 16,2-4-7-16,0 3 4 0,0-3 0 0,0 1-3 15,0-1 2-15,-1 0 2 0,1 0 1 0,0 2-1 16,2-1-1-16,1-2-1 0,3 2-1 0,-4-4 3 16,-4 3-2-16,6-2 1 0,-1 0 0 0,2 0 0 15,1 0 0-15,-6 0-2 0,6-3 5 0,-4 2-1 0,4 0-4 16,-4-1 4-16,4-1-2 0,-1 0 0 15,1 1 4-15,1-2-3 0,-2 1 0 0,9-3-1 16,-8 4-1-16,3-1-1 0,4 1 2 0,1-2 0 0,-2 1 3 16,3-1-2-16,-3 0 1 0,0 1 0 0,4 0-3 15,-3-1 1-15,4 0-1 0,-1 0 2 0,0 0-1 16,-3-1 1-16,3 0-4 0,-1-1 4 16,4 3-2-16,-4-1-1 0,1 0 1 0,-2 1 1 0,1-2-1 15,0 3-2-15,0-3 1 0,-2 0 2 0,1 1 1 16,1-2 0-16,-3 1 0 0,2 1-3 0,1-1 3 15,-5-2 0-15,4 3-1 0,-4-2 1 0,3 1-2 16,-2 0 0-16,-6 2 3 0,1 2-2 0,2-1-1 16,-4 1 2-16,1 0-5 0,1-3 7 0,-3 2-5 15,-1 2 5-15,2 0-2 0,-4 2-1 0,-2-1 0 16,1 1 0-16,-1 0-1 0,-3 0 1 0,3 1 2 16,-5 1-1-16,1 1-2 0,-1-1 4 0,2 1-7 15,-5 0 5-15,1 2 0 0,1-1-2 0,0-1 0 0,0 1 0 16,-2 2 0-16,-3 1-14 0,0 0-17 15,5-2-22-15,-5 2-33 0,0 0-45 0,0 0-19 16,0 0-59-16,0 0-128 0,0 0-364 0,0 0 162 16</inkml:trace>
  <inkml:trace contextRef="#ctx0" brushRef="#br0" timeOffset="-15827.73">22962 8333 2 0,'0'0'51'0,"0"0"6"15,0 0 11-15,0 0 2 0,0 0-6 0,0 0 15 16,0 0 4-16,0 0 1 0,0 0 1 0,0 0 1 16,0 0-5-16,0 0-1 0,0 0-8 0,0 0-2 15,0 0-4-15,0 0 1 0,0 0-2 0,-5-3-3 0,4 0-6 16,1 3 6-16,-4-3 0 0,1 1 3 0,3 2-2 15,-7-3 3-15,7 3-5 0,-8-2-2 16,1-1-1-16,3 2 4 0,-1-2 0 0,-2 0 6 0,1 0-4 16,1 1 5-16,-4 0 2 0,-1-2-5 0,4 0 3 15,1 0 2-15,-7-1 3 0,5 3-3 0,-1-3-5 16,-2 0 5-16,2 0-3 0,1 0 1 0,-1-2-4 16,-3 1-2-16,5 4 1 0,1-2-2 0,-4-3-3 15,-1 0 6-15,4 2 2 0,0 0-1 0,-2-1-9 16,-1-1-3-16,3 3-5 0,-1-1-5 0,-1-1 2 15,1 1-6-15,1 0 5 0,-1 1 1 0,1-1 1 16,1-1-11-16,-5 0 3 0,5 2 3 0,-1-1-4 0,-2-1-4 16,3 1-3-16,-5-2 8 0,6 2-6 0,-3 0 1 15,2 1-2-15,2 0-7 0,-2-1-1 16,-1 1-3-16,0 2 8 0,0-3-3 0,1 0-3 0,-3 0 13 16,1 0-4-16,3 1-13 0,-2-3 3 0,1 3 7 15,-1 1 1-15,0-3-9 0,0 1 4 0,1 0 0 16,-1 0-2-16,1 0-1 0,-2 0-8 0,2-1 2 15,-1 0-3-15,1 1 2 0,-4 0-2 0,4-2 0 16,-2 0-6-16,0 2 4 0,2-1 0 0,-3-1-9 16,-2 1 4-16,2-1-4 0,0 2 2 0,-3-1 0 15,2-1-2-15,-2 1-2 0,1 1 0 0,2-3 0 16,-4 3 3-16,-2-1-3 0,3-1 2 0,0 3 3 0,-2-1-1 16,2-1-5-16,-3-1 2 0,3 3-5 15,-1-2 8-15,-3 1-3 0,7-2 1 0,-5 1-2 16,0 1 2-16,5 0 2 0,-3 1 5 0,0-1 6 0,4 0-5 15,-1 2 6-15,0-2 7 0,3 1 2 0,-2 0 3 16,1 1-6-16,-2-1-1 0,4-2-4 0,0 3 2 16,0-1-2-16,-3-1 0 0,3-1 0 0,-1 0 2 15,1 1-6-15,0 0 0 0,0-3 5 0,-1 3 1 16,1 0-3-16,-1 0 1 0,1 0-8 0,-3 0-4 16,2 0 0-16,-1-1 5 0,-1 3 1 0,2-4-9 15,-6 2 7-15,4-1 3 0,-1-1-13 0,-3 1 5 16,0 1-2-16,3-2 6 0,-3 2-9 0,0 0 0 15,2 0 4-15,-5-1 3 0,5 1-7 0,-1-1 5 16,-2 0 0-16,4 0 7 0,-2-1 7 0,2 3 4 16,1-2 1-16,-2 0-3 0,2 0 0 0,1 0 2 15,-3 1-4-15,4-2-3 0,-1 1 3 0,-1 2-3 0,-1-5-4 16,3 4 2-16,-2 0 0 0,1-2-4 0,2 0 2 16,-4-1-5-16,3 0 10 0,-1 3-10 0,0 0-2 15,0-2 1-15,0 0 2 0,-1 1-5 0,1 0 3 16,1-2 1-16,-1 1-8 0,2 2 5 0,-1-1-4 15,-3 1 2-15,2 0-1 0,2-2 2 0,-3 2-2 16,1 0 7-16,0 0-8 0,1-1-1 0,-4-1 1 16,4 3-1-16,-2-3 0 0,3 1 0 0,-3 1 4 15,0-2-3-15,-2 0 1 0,1 1 0 0,-2 0-1 16,1-1-5-16,-1 2 6 0,1-3-3 0,-2 3 3 16,0-1-1-16,1-1-3 0,-1 1 4 0,-1-1 1 15,1 1-5-15,2-1 4 0,-2 1 0 0,0 1 2 0,-1 0 1 16,0-2-2-16,5 2 1 0,-5-1-1 15,2 1 1-15,0-2-2 0,4 4-2 0,-1-2 3 16,0-2 1-16,0 1-3 0,-1-2 4 0,0-1 0 0,3 3-3 16,-1-1 1-16,1 0 3 0,-2-2-4 0,0 1 2 15,2-1-4-15,2 2 1 0,-2-1 1 0,-1-1-4 16,2 0 4-16,0 1-7 0,-3 0 15 0,2-1-10 16,-1-1 3-16,2 2 0 0,0 1-2 0,0 0 1 15,-1-1 2-15,-1 1-1 0,2-3-1 0,0 0-3 16,-2 1 0-16,2-2 3 0,3 5-1 0,-6-3-1 15,1 0 3-15,1 0-2 0,1 0 3 0,-1 0-1 16,1 0-3-16,-3 0 0 0,4 3-2 0,-4-3 4 0,3-1 5 16,0 0-5-16,-1 2 1 0,-2-3-1 15,3 1-7-15,-3 1 5 0,2-1 1 0,1 1 7 16,-1-1-6-16,0 1 2 0,1-1-2 0,0-1-4 0,-3 2 4 16,2-1 4-16,1-1-3 0,-2 1-1 0,2 2 1 15,0-2 3-15,1 2-7 0,-2-2 0 0,-1 2 4 16,2-1 1-16,-1 0-4 0,1-1 1 0,0 2 3 15,1 0 0-15,-1 2-2 0,1-4 0 0,-1 3 2 16,1 1-4-16,1-2 5 0,-1 2-2 0,-1 0-1 16,1 1 4-16,2-1-3 0,0-1-1 0,-2 1 2 15,1 1 5-15,0-1-1 0,0-1-1 0,0 1 1 16,0 1 2-16,1-1-1 0,1 3-3 0,-2-2 1 16,1 0-1-16,0-1-1 0,-2 3 1 0,3-4 4 15,-2 2-5-15,-1 3 3 0,3 2 0 0,-2-7-3 16,2 7 0-16,-1-6 2 0,1 6 1 0,-3-5-2 15,3 5 0-15,-1-3 0 0,1 3-2 0,-3-5-2 0,3 5 6 16,0-5-3-16,0 5-2 0,-3-4-1 0,3 4 1 16,-4-4 1-16,4 4-7 0,-4-3 8 15,4-2-1-15,-3 3-1 0,3 2 7 0,-6-5-10 0,2 1 2 16,0 1 5-16,1-1-8 0,-1-1 3 0,-2 2 1 16,2-1-3-16,-1-2 3 0,-2 0-4 0,0 0 1 15,-1-1 2-15,-1 0-2 0,2-1 1 0,-1-1 4 16,-1 0 0-16,1-1-5 0,-3 0 4 0,0-3-3 15,-2 1 2-15,2-3 1 0,-1 2-2 0,0-1-2 16,2-1 1-16,-5-2 0 0,5 3 0 0,-2-4 1 16,0 1 3-16,-2-4-6 0,-2 3-3 0,2-5 5 15,-2-2-1-15,1 2 4 0,3 7-1 0,-6-8-2 16,3 0-1-16,0 1 0 0,-1 0 2 0,1-2-1 0,-3 0-8 16,2 3 9-16,1-3 1 0,0 1 1 15,-4-1-4-15,0-1 0 0,1 2-2 0,2 0 0 16,-3 1 6-16,0 0-2 0,-1-2 0 0,0 2 0 0,2-1-7 15,-2-1 10-15,1 1-4 0,-1 0-3 0,-2-1 5 16,3-1-12-16,-2 2 12 0,0-2-4 0,1 0 1 16,-5-1 4-16,7-1-4 0,-3-1-1 0,-1 2 3 15,0-1-1-15,3-3 4 0,0 3-5 0,-4-2 2 16,5 2-8-16,-1 0 6 0,1-3 0 0,0 2 3 16,-5 1-2-16,6-1 2 0,-2-1 0 0,1 2-1 15,-2-1-2-15,2 1 8 0,3 0-5 0,-4 3 1 16,1-3 0-16,2 2-3 0,-2 0 3 0,4-1-5 15,-3 1 3-15,0 2 1 0,2-1-6 0,-2 1 4 16,1-2 1-16,1 1-3 0,0-1-3 0,2 2 1 16,0-1 6-16,1 1-3 0,-2-1 0 0,0 2 4 15,0-1-1-15,-1 1-1 0,4 3-2 0,0-4 3 0,0 0 0 16,0 5 1-16,3 0-4 0,3 1 0 0,-6-3 4 16,1-4-2-16,2 6-3 0,-1 1 3 15,-1-3 3-15,3 2-5 0,-2 0 4 0,1-1-5 16,1 4 1-16,0-2 3 0,-4 2-1 0,6 0 1 0,-1 3-4 15,2 0 7-15,0 2-5 0,1-1-1 0,-3 3-2 16,3 3 5-16,2-2-9 0,-1 3 6 0,1 0-8 16,-2 0-6-16,2 1-22 0,1 4-27 0,-3-5-44 15,3 5-46-15,0 0-25 0,4-6 16 0,-4 6-10 16,0 0-11-16,15 10-18 0,-5-3-50 0,3 2-62 16,2 3-303-16,3-1-669 0,-2 2 296 0</inkml:trace>
  <inkml:trace contextRef="#ctx0" brushRef="#br0" timeOffset="-14160.39">28354 5501 11 0,'0'0'121'0,"0"0"-6"0,-3-4 7 16,3 4-13-16,0 0-2 0,0 0-11 16,0 0-13-16,0 0-5 0,0 0-11 0,0 0-4 15,0 0-4-15,0 0-10 0,0 0-6 0,-15 5-2 16,10-1 0-16,-2-3-8 0,-1 3 0 0,1 0-4 0,-2 0-6 16,-2 2 5-16,-3-2-5 0,0 2 1 0,-2 4 8 15,-2-2-5-15,-1 0-6 0,3-1 5 16,-4 4-1-16,2-3-5 0,0 0 3 0,4 2-2 0,-7-2-4 15,5 2-2-15,-2 1-1 0,0-2-1 0,1 0 2 16,0 1-1-16,4-1 0 0,-2 2 0 0,-3-1 1 16,7-1-2-16,-6-2 1 0,3 5-17 0,0-6 14 15,3 1-5-15,0-2 6 0,-2 3-16 0,2-2 12 16,-2 3-5-16,3-4 3 0,0 2 2 0,-3 0 3 16,5-1-1-16,-2 1 0 0,-1 0 16 0,0-3 4 15,3 1-8-15,-4 5 5 0,7-7 2 0,-5 2-8 16,-1 0-3-16,3 2 3 0,-4 1-4 0,2-5 0 15,1 4-2-15,1-2-6 0,-1 0 4 0,-3 0-5 16,3 2 1-16,-1-1-1 0,-1-2 1 0,2 5-3 16,-1-3 1-16,-1 1-1 0,0 1 1 0,3-1 2 15,-2 0-5-15,1 0 4 0,1 1-4 0,-2 0-3 16,3 0 3-16,-2-1-1 0,1-1 3 0,-3 2-7 0,2-2 4 16,0 1 2-16,3-2 3 0,-4 1 11 0,2 1-2 15,0-2 1-15,0 1 2 0,1-1-3 16,0-1 0-16,-2 3-5 0,2-2 3 0,0-2 4 0,-1 5-6 15,2-3 1-15,1-1-2 0,-6 4 2 0,7-3-4 16,-3-1-3-16,0 2 1 0,2 0 1 0,-2-3-2 16,2 2 1-16,-1 0 0 0,-1 1-3 0,2-2 1 15,-2 0-1-15,1 1 0 0,1 1 0 0,-2-2 0 16,1 2 3-16,-1-2-7 0,0 1 4 0,3 0-2 16,-3-1 2-16,0 2-1 0,2-2 1 0,-2 0-2 15,0 1-2-15,3 0 3 0,-4 1-1 0,2-3-1 16,0 1-4-16,-1 2 6 0,0-2-1 0,2 2-17 15,-2 0-35-15,2-1-61 0,-1-3-56 0,1 1-204 16,-1 2-399-16,2-2 177 0</inkml:trace>
  <inkml:trace contextRef="#ctx0" brushRef="#br0" timeOffset="18658.3">21654 7537 74 0,'6'1'86'0,"-6"-1"4"0,14 2-3 0,-9-4-7 16,-5 2-8-16,13-1 18 0,-6-2 9 0,-2 1 0 15,2-2 1-15,0-1 8 0,-3 1 4 0,0 0-10 16,0 0 5-16,0 0 0 0,-1 1 7 0,-2-1 0 15,2 0-2-15,-3 0-2 0,0 4 10 0,0-9 1 16,0 5-2-16,0 4-3 0,0-5 0 0,0 5-12 16,0-8-9-16,0 8-10 0,-3-2-9 0,3 2-9 0,-2-5-5 15,0 2-11-15,2 3-1 0,0 0-7 16,-5-4-8-16,5 4-3 0,-7-1-3 0,7 1-6 16,0 0-1-16,0 0-3 0,0 0-3 0,-11 2-1 0,8 1-6 15,3-3 2-15,-4 4-2 0,0-3-2 0,4-1-1 16,-5 7-3-16,4-5-7 0,1-2 0 0,-2 6-3 15,0-1-1-15,2-2-1 0,0-3 0 0,0 7-3 16,0-7 2-16,0 3 3 0,2 0-1 0,-2-3 0 16,3 3 3-16,-3-3 1 0,9 1-1 0,-9-1 2 15,0 0 0-15,10-4 3 0,-6 0 0 0,0 2 3 16,-2-1 3-16,3-1 6 0,-3 1 9 0,3-2 13 16,-3 0 3-16,-2 0 6 0,3 0 7 0,-3 1 5 0,4-3 0 15,-4 2 9-15,2 1 4 0,0-2-1 16,-2 6-1-16,2-7-6 0,-2 5-6 0,0 2-13 15,1-4 0-15,-1 4-7 0,0 0-10 0,-5-6-4 0,5 6-5 16,0 0 3-16,0 0-11 0,0 0 1 0,0 0-8 16,-13 7-9-16,8-4-2 0,5-3-7 0,-7 4-5 15,7 0-6-15,-1 1 1 0,1-5 1 0,-3 6-1 16,3-3-1-16,0-3 3 0,0 7 0 0,3-5 5 16,-3-2 3-16,3 4-1 0,-1-1 6 0,2-2-2 15,-4-1 6-15,0 0 0 0,11 0-1 0,-11 0 4 16,6-4 3-16,-2 2 1 0,-4 2 11 0,5-6 1 15,-5 4-1-15,5-3 5 0,-3 0-1 0,-2 1-5 16,0-3 3-16,-2 4-4 0,2-2-5 0,0-1-3 16,-5 2 2-16,4 1-3 0,-2 0 1 0,-2 0-3 15,3-1-3-15,-5 1-11 0,7 3-22 0,-8-1-29 16,8 1-27-16,-9 4-40 0,2 1-34 0,3-1-44 0,1-1-50 16,0 5-204-16,3 0-506 0,3 2 224 15</inkml:trace>
  <inkml:trace contextRef="#ctx0" brushRef="#br0" timeOffset="20173.94">24486 7672 62 0,'0'0'224'0,"0"0"-9"0,0-5-16 0,0 5-12 16,0 0-8-16,-2-5-19 0,2 5-12 0,0 0-16 15,0 0-11-15,0 0-11 0,0 0-12 0,0 0-10 16,0 0-6-16,0 0-12 0,0 0 1 0,0 0-7 15,0 0-4-15,0 0-5 0,0 0-3 0,0 0-8 16,0 0-5-16,0 0 2 0,3-3-9 0,-3 3-5 16,0 0-1-16,0 0-8 0,0 0 1 0,0 0-6 15,0 0-2-15,0 0 2 0,0 0 2 0,0 0-7 0,0 0 1 16,0 0 2-16,7 8-4 0,-7-8-2 0,4 5 1 16,-4-2-2-16,0-3-1 0,7 3 3 0,-7-3-1 15,8 4-5-15,-4-4 3 0,-4 0 1 0,8 0 0 16,-8 0-1-16,8 1 0 0,-8-1-3 0,10-1-3 15,-5-1 6-15,2 0 0 0,-3-1 3 0,3 0 1 16,-3 2-3-16,-4 1 4 0,7-5 6 0,-4 3-1 16,-2-2 17-16,3 1 6 0,-4-1 1 0,0 4 2 15,7-4 1-15,-7 1-7 0,0 3-3 0,0 0-7 16,-5-7-5-16,5 7-2 0,-6-5-3 0,2 4 0 16,-3-1-2-16,7 2-5 0,-17 0-2 0,11 0 1 15,-4 2 4-15,1-1-4 0,4 2-2 0,-4-1 0 16,0 1-2-16,2-1-6 0,0 2-2 0,-1-1 0 0,4 0-4 15,0 2-3-15,-2-2 0 0,3 2-1 16,1-2-1-16,-1 2-4 0,3 0 7 0,3 2-5 16,-1-2 4-16,1 0 1 0,4-1 2 0,-3 0 0 0,3 1-2 15,0-2-3-15,5 2 4 0,-4-4-1 0,2 0 3 16,-1-1-5-16,1-1 6 0,-2-2-6 0,3 1 6 16,-3-1 1-16,-1 0 2 0,-3 1 1 0,2-3 1 15,2-2 2-15,-4 2 5 0,-2-1-2 0,3 0 7 16,-3 0 3-16,-2 1 5 0,0 0-2 0,-1 0-4 15,0-2-2-15,-1 2-5 0,-2-1 2 0,0 2-2 16,-3 0 1-16,-1 2-5 0,4 0 6 0,-3-3-2 16,0 7-4-16,1-4-1 0,6 2 0 0,-14 3 0 15,6-1 1-15,1 1-4 0,2 2 1 0,-1 0 2 16,2 0 0-16,1 3-2 0,-1-1-1 0,4-1 1 16,0 1 3-16,0-1-3 0,3 1 3 0,1 0-2 15,0 2-1-15,3-2 1 0,-3-3 1 0,3 2-4 16,4-1 4-16,-6-2-2 0,6 0 3 0,-6-2-2 0,5-1-1 15,-3-1 3-15,1 0 3 0,-1-2 0 16,-2-2 2-16,1-1 0 0,-2 3 2 0,-3-3-4 16,2 1 3-16,-2-3-2 0,-2 0-1 0,-2 2 2 0,-1-5-3 15,-1 3-2-15,-2-2 1 0,-3 3-4 0,1-2 2 16,-1 4-2-16,-1 0-1 0,-1 1 0 0,-2 2-7 16,-2 0-22-16,4 2-30 0,-7 4-39 0,2 1-53 15,4 0-62-15,3 1-167 0,0 3-417 0,4 1 186 16</inkml:trace>
  <inkml:trace contextRef="#ctx0" brushRef="#br0" timeOffset="29403.34">26005 5578 27 0,'0'0'107'0,"0"0"-15"16,0 0-3-16,0 0-13 0,0 0-9 0,0 0-11 16,0 0 11-16,0 0-4 0,-11 4-1 0,11-4-4 15,0 0-11-15,-4 2-3 0,4-2-3 0,-3 3 17 0,3-3-3 16,-7 4-4-16,7-4-10 0,-1 3-3 16,1-3-2-16,-4 6-3 0,4-6-4 0,-5 4-7 15,5-4 5-15,-6 3-16 0,6-3 15 0,-1 3-6 0,-2-1 1 16,3-2-3-16,-3 3-9 0,3-3 3 0,-2 5-2 15,2-5 1-15,0 4 3 0,0-4-4 0,-3 2 2 16,3-2 1-16,0 0-2 0,0 5 5 0,0-5 3 16,-1 5-7-16,1-5 1 0,0 5-5 0,2-2 2 15,-2-3-2-15,2 5 8 0,-1-2-6 0,-1-3-2 16,4 6 0-16,0-4 0 0,-1 0-1 0,-3-2 0 16,3 5-1-16,-3-5-5 0,4 2 5 0,-4-2-1 15,6 1 6-15,-6-1 1 0,0 0 0 0,5 1 5 16,-5-1 15-16,0 0 3 0,0 0 8 0,0 0 9 15,0 0 12-15,0 0 6 0,0 0-7 0,6-4-4 16,-6 4 3-16,3-3 6 0,-3 3 7 0,0 0-7 16,4-4-8-16,-4 4-1 0,3-4 4 0,-3 4 4 15,1-4-7-15,-1 4-4 0,3-3-3 0,-3 3 0 0,2-3-5 16,-2 3-1-16,0 0-5 0,0 0 4 16,0 0-14-16,0 0 0 0,3-4-7 0,-3 4-1 15,0 0-2-15,0 0-2 0,0 0-1 0,0 0-6 0,0 0 1 16,0 0-3-16,0 0-1 0,0 0-7 0,0 0 1 15,0 0-3-15,0 0-4 0,0 0 0 0,0 0-1 16,0 0 2-16,0 0 3 0,0 0-4 0,0 0 1 16,0 0 2-16,0 0 0 0,-19 7-2 0,17-4-4 15,-2 1 0-15,2-1-9 0,2-3 2 0,-4 5-4 16,-1-2-4-16,2 1 1 0,2-1-4 0,-1 1-2 16,2-4 0-16,-4 6 3 0,4-6 1 0,0 4 1 15,0-4-2-15,3 4 2 0,-3-4 5 0,8 2 2 16,-3 1-1-16,-5-3 5 0,11 0-3 0,-4 0 4 15,-7 0 0-15,14-3 3 0,-7 1 1 0,-2-1 0 16,2 2 3-16,-1 0-1 0,0-4 2 0,-2 1 8 16,4 0 3-16,-6 0 5 0,2 1 4 0,-3-2 9 0,3 2-1 15,-1 0 2-15,-3-2-7 0,0 5 1 16,0-7-1-16,0 4-5 0,0 3-3 0,-3-6-2 16,-2 4-7-16,-1-1 1 0,2 2 0 0,-5 0-1 15,-1 1 0-15,-1 0-1 0,3 1-4 0,-4-1 3 0,5 1-1 16,-2 2 1-16,-3 0-4 0,3 2 1 0,1 0 0 15,3-3-5-15,-5 2 2 0,6 0-4 0,-1 0-2 16,1 1-5-16,2 0 0 0,1 1 2 0,1-2 1 16,1 3 0-16,3-5-3 0,2 3 1 0,-1 1-8 15,3-4-2-15,2 2-1 0,-5-3-4 0,9 2 1 16,-2-3 2-16,-4 0-3 0,4 0 6 0,-3 0 2 16,-1-3 5-16,0 2 2 0,0-3 1 0,-4 2 1 15,4-4 4-15,-3 1 7 0,0 1 8 0,-1-2 9 16,-1 1 4-16,-1 1 5 0,-2-1 5 0,0 1-4 15,0-1-1-15,-5 1-3 0,2-1-4 0,2 1-4 16,-6 1-2-16,2-1-3 0,-1 2-1 0,1 1-3 16,-2-1 1-16,7 2-2 0,-14 0-3 0,10 0 1 15,-4 2 1-15,1 0-4 0,2-1-2 0,1 3 0 0,-2-1-3 16,2 0-3-16,1 0 0 0,3-3-1 16,0 7 1-16,0-3-1 0,0-4 0 0,5 7-1 15,-3-3 5-15,1 0-2 0,1-3 3 0,4 2 0 0,-1-2-2 16,-3 1 2-16,-4-2 0 0,11 0 4 0,-11 0 0 15,11-3 4-15,-6 2 11 0,-1-3 5 0,-1 1 7 16,3 1 11-16,-2-2-2 0,-3-1 6 0,1 1-7 16,-2-1 4-16,0 0-9 0,0 5-1 0,-3-8-4 15,4 4-4-15,-4 0-5 0,1 0-3 0,-4 1-6 16,2 0-21-16,-4 0-31 0,0 3-37 0,0 2-47 16,-4 2-66-16,-1-2-81 0,-1 2-156 0,1 1-467 15,-5 3 208-15</inkml:trace>
  <inkml:trace contextRef="#ctx0" brushRef="#br0" timeOffset="34468.97">21058 5094 106 0,'0'0'192'0,"0"0"-20"0,-3-3-15 15,3 3-18-15,0 0-16 0,0 0-10 0,0 0-14 16,0 0-5-16,0 0-9 0,-12 7-10 0,8-5-9 16,0 0-4-16,4-2-6 0,-4 7-2 0,0-4-6 15,1 2-4-15,0-2-9 0,2 2 1 0,-3-1 6 16,4-1-8-16,-1 1-3 0,1-4-8 0,-3 6 2 15,3-3-2-15,0-3-1 0,0 5-3 0,3-1-1 16,-3-4-1-16,5 4 2 0,-1-3-9 0,2 0 3 16,-1 0-4-16,3-1 1 0,-8 0-5 0,12-1 5 15,-3 0-2-15,-4-2 0 0,5 0-1 0,-1-1 0 16,-1-3-2-16,-1 2 2 0,0 0 0 0,0 0 4 0,-2 0 13 16,1-1 9-16,-2 1 8 0,-1 0 7 0,2-2 9 15,-5 2-1-15,5 1-2 0,-3 0-4 16,-1 0-2-16,-1 4-5 0,-1-7-5 0,-1 0-4 0,1 5-7 15,1 2-3-15,-7-3-4 0,7 3 2 0,-11-1-7 16,11 1 1-16,-11 3-2 0,3-1-3 0,4 1-5 16,-1 2 5-16,-3-3-4 0,3 1 0 0,-1 2-2 15,0-2-2-15,5 2 0 0,-2 0-1 0,-1-1-2 16,3 1-5-16,-2-1 3 0,3-1 0 0,0 1-1 16,0-4 2-16,0 6-2 0,3-4 2 0,1 1-2 15,-4-3 5-15,5 2-4 0,2-1 0 0,0 0 0 16,-7-1 3-16,11 0-1 0,-11 0-1 0,9-3 1 15,-1 2-2-15,-2-2 4 0,-1 1-2 0,-1-2 0 16,1 2 2-16,-1-2 1 0,1 1 3 0,-5 3 4 16,4-5 5-16,-3 1 6 0,-1 4 6 0,2-4 1 15,-2 4-4-15,1-4-2 0,-1 4-4 0,0 0-3 16,-5-5-4-16,5 5 1 0,-10-1-5 0,10 1 1 0,0 0-5 16,-15 3 6-16,10 0-5 0,-2-2-2 0,0 2 3 15,3-1-4-15,0 0-2 0,-1 3 2 16,2-1-6-16,-1-1 6 0,1 0-3 0,3-3 2 0,-7 2-1 15,7-2 0-15,-1 6 1 0,1-6 2 0,0 4-1 16,0-4 3-16,0 0 0 0,0 0-1 0,0 0 4 16,0 0-1-16,0 0-2 0,0 0 7 0,16-9 9 15,-10 5 5-15,-2 1 9 0,0-2 5 0,-3 1 3 16,2 0 1-16,-2-1 0 0,2 1 1 0,0-2-13 16,-2 1 5-16,-1 0 4 0,0 0-11 0,0 5-2 15,0-7-7-15,0 7-5 0,-7-6-2 0,7 6-10 16,-5-4-10-16,-1 3-20 0,6 1-18 0,-11 1-31 15,4 3-32-15,-3 2-43 0,4-1-69 0,-2 3-280 16,0 4-542-16,1-1 241 0</inkml:trace>
  <inkml:trace contextRef="#ctx0" brushRef="#br0" timeOffset="40127.32">27369 3089 26 0,'0'0'171'16,"-8"-1"-15"-16,8 1-15 0,0 0-15 0,0 0-27 16,0 0-3-16,0 0-3 0,0 0-10 0,0 0-6 15,-9 5-9-15,9-5-3 0,-4 3-5 0,2 1-8 16,2-4-3-16,-3 6 1 0,2-3-3 0,-2 1-6 15,3-4-4-15,0 9 4 0,0-4-12 0,0-1-1 16,0 1-2-16,0 1-1 0,0-1-4 0,0-5 0 16,0 5-2-16,0-1 2 0,0-4-4 0,3 7-3 15,-3-3-2-15,0-4-2 0,1 4 7 0,-1-4 0 16,3 3 3-16,-3-3 1 0,0 0 8 0,0 4 3 16,0-4-4-16,0 0 6 0,0 0-1 0,10 0 5 15,-10 0 5-15,8-5 0 0,-4 0 2 0,0 4 3 16,0-3 3-16,-1 0 5 0,0-1-1 0,1 0 5 15,-2 3 2-15,1-3 3 0,2 2 8 0,-3-1-11 16,0 0 2-16,-2 4-2 0,3-4-5 0,-1 1-4 16,-2 3-6-16,0 0-4 0,1-5-9 0,-1 5-7 15,0 0-5-15,0 0-2 0,0 0-1 0,-15-1-2 16,15 1-2-16,-8 4-2 0,4 0-5 0,-2-1-2 16,1 2-4-16,1-3-3 0,-3 3-3 0,4 1-5 15,2-4-7-15,-2 2 0 0,2 1 9 0,0 0-9 16,1-1 0-16,0-4 1 0,4 6 2 0,-3-2 2 0,3-2 0 15,4 1 0-15,-1-2 12 0,-2 1-8 16,2-2-2-16,0 1 5 0,2-2 1 0,-2-1-3 16,2 1 2-16,-2-2 3 0,2 0 2 0,0-3 2 15,-2 3 4-15,-1-3-2 0,0 3 10 0,0-3 14 0,-3 1 8 16,1-1 2-16,-3 0 3 0,2 1-1 16,-2 1 4-16,-1-1 9 0,0-2-11 0,0 2-2 15,-1 0-9-15,-3 1 3 0,0-1-8 0,-1 1-1 16,0 1-4-16,-2-2-3 0,3 3-5 0,-4 1 1 0,3-2-3 15,-4 1 0-15,1 0-2 0,1 1-2 0,-1 0-1 16,1 1-1-16,-1-1 0 0,8 1 0 0,-15 2-12 16,11-1-33-16,0 1-27 0,-4 0-42 15,3 3-46-15,2-2-81 0,0 2-288 0,3 0-566 0,2 1 251 16</inkml:trace>
  <inkml:trace contextRef="#ctx0" brushRef="#br0" timeOffset="42933.41">20325 2432 197 0,'0'0'200'0,"0"0"-14"0,-1-4-17 0,1 4-18 15,0 0-15-15,0 0-18 0,0 0-8 16,0 0-12-16,0 0-14 0,0 0-7 0,0 0-6 16,0 0-7-16,0 0-7 0,0 0-7 0,0 0-5 0,-4 10 2 15,4-10-11-15,0 7 0 0,-2-5-7 0,2-2-2 16,0 7-1-16,0-1 0 0,0-6-4 0,2 6 0 15,-1-3-3-15,2 1-2 0,-2 0 0 0,2-2-6 16,0 1 6-16,-1 1-7 0,-2-4 0 0,12 1 1 16,-5 0 0-16,-7-1-3 0,11-1-2 0,-1-3 3 15,-5 2 0-15,2-1 4 0,0-2 9 0,-2 1 13 16,3 1 9-16,-1-2 4 0,-3-1 3 0,2 1 11 16,-3 0 11-16,-1-3 0 0,1 1 12 0,-3 2-5 15,0-1 1-15,0 1-18 0,0-2 0 0,0 4-9 16,-1-2-4-16,-3 1-7 0,1-2-1 0,-3 4-11 15,2-1-2-15,-1 2-3 0,-5-1-4 0,10 2-1 16,-15 1-8-16,8 0 1 0,-2 0 0 0,2 3-5 16,0 0-3-16,0 1-6 0,5-1-9 0,-6 2-1 15,6 1-1-15,1 1-1 0,0-2-3 0,2 1 0 16,2-1 1-16,-2 1 2 0,7 1 1 0,-4 0 1 16,6-3 1-16,-5-1-1 0,2 1 2 0,4 0 4 15,-4-2-2-15,0-2 2 0,0-1-2 0,2 0 6 16,-9 0 15-16,9-3 16 0,-3 1 12 0,-3-2 4 15,1-3 8-15,-2 2 3 0,2-1 19 0,-4-1-7 16,0-4 2-16,0 5-2 0,-4-3-10 0,2 1-6 16,-1 0-8-16,0 3-8 0,1-2 3 0,-3 2-9 15,1-1-4-15,0 1-17 0,3 0-34 0,-3 3-35 16,-3-1-45-16,7 3-51 0,-9 0-38 0,9 0-84 0,-13 4-271 16,10 0-594-16,1 2 263 0</inkml:trace>
  <inkml:trace contextRef="#ctx0" brushRef="#br0" timeOffset="50248.51">20430 2417 56 0,'0'0'138'16,"0"0"-23"-16,0 0-5 0,0 0-13 0,0 0-8 15,0 0-4-15,0 0-11 0,0 0-6 0,0 0-9 16,0 0-6-16,13 7-1 0,-13-3 0 0,2 0 0 16,1 0-4-16,-3-4-8 0,4 9-8 0,-3-6 1 15,2 3-2-15,-2 0-1 0,1 0 1 0,0-1-4 16,-2 2-3-16,3-1 5 0,-3-1 11 0,4 5-3 16,-1-3 0-16,-1 1-4 0,1 2-5 0,-1 0 1 15,0 0-1-15,1 1-8 0,1-1-1 0,-4 0-1 16,0 0-1-16,4 2-4 0,-2-1-1 0,-1 1-1 15,3-1 4-15,-3 2-2 0,1 0-5 0,0-2 1 16,1 4-2-16,0-2 3 0,0-1-4 0,-2 1 1 16,0 0 0-16,2 1 2 0,1 3-2 0,0-1-3 15,0 1 0-15,-3-4 9 0,2 2-9 0,1-2 3 16,-1 0 2-16,-3 1-4 0,1-1 6 0,2 0-13 16,-1 0 3-16,-1 0 1 0,0 0 0 0,-1 0 0 15,0 0 1-15,0-1 0 0,2 0 2 0,-2 0-3 16,1-1-6-16,-1 1 4 0,3-2 2 0,2 1 0 15,-4 0-2-15,-1-1 2 0,3-1 3 0,-1 0-1 0,3 0-3 16,-5 1 6-16,1-2-6 0,2 0 34 0,-3 2-6 16,2-1-3-16,0-2 0 0,-2 3-3 15,2-3 0-15,0 2-3 0,-2-2 0 0,3 1-3 0,-1 0-1 16,0 1-3-16,-1-2-1 0,-1 1-1 0,0 0 1 16,0 0-5-16,4-1 1 0,-4 1 1 0,0 1 0 15,3 0-3-15,-3 1-1 0,0-3 1 0,2 4 2 16,0-2-2-16,0 2-1 0,-1-2-1 0,-1 2-1 15,0 0 1-15,3-2-2 0,-3 3 2 0,0-4 2 16,1 3-3-16,-1-3 2 0,0-1 0 0,0 4 6 16,0-1 3-16,0 0 5 0,0-1-4 0,-1-1-4 15,2 1 0-15,-1-2 1 0,-1 1-2 0,1 0-3 16,1 2 1-16,-2-3 0 0,1 1 1 0,-3 0-4 16,3 0 4-16,0 0-2 0,0-1-2 0,-1-1 3 15,1 2-5-15,0 0 1 0,1 1 0 0,-1 1-2 16,-1-4 2-16,1 4 1 0,0-4-3 0,0 2 0 15,-2-1-3-15,2 1 4 0,0 0-3 0,-2 2 6 16,2-2-4-16,4 2 0 0,-6 2 2 0,2-6 0 16,2 2-1-16,-1 2 0 0,-1 0-1 0,3-1 3 15,-2 1-2-15,-1-2 2 0,3-1-1 0,-2 1-1 16,1 1 0-16,-1-1 1 0,2 1 0 0,-1-2 0 16,0 1 1-16,-1 0-2 0,2 0 0 0,-2 2-2 0,-1-5 0 15,0 2 2-15,1 0-3 0,-1-2 2 0,3 4-2 16,-3-3 3-16,0-1-2 0,2 5 0 15,-2-4-1-15,4 1 0 0,-4 1 1 0,0-1-1 16,1 0 2-16,0 0 1 0,1-1-2 0,-1 2-2 0,2-3 3 16,-2 1 0-16,-1 1 1 0,5-1-2 0,-2 3 4 15,-1-1-2-15,-1-2 1 0,2 0 0 0,-2 1 3 16,3 1-1-16,0-5-3 0,-2 4 0 0,1 1 2 16,-2-3-3-16,2 0 2 0,0 3 0 0,0-2-2 15,-1 0 2-15,0 1-1 0,0 0 2 0,2 0-2 16,-3-1-3-16,2 2 2 0,0 0 4 0,-1-3-4 15,0 2 4-15,2 0-5 0,-3 1 0 0,3-2 2 16,0 1 2-16,-4 0-4 0,4-2 2 0,-4 3 0 16,3 2-1-16,0-4 1 0,-2 1 2 0,3 0 1 15,-4 0 0-15,3 1-1 0,0-2 9 0,1 2 12 16,-2 1-1-16,1-2-3 0,1 2 9 0,0 0-14 16,-2-1 1-16,0 1-4 0,4 1-1 0,-5-2 0 15,2 0-3-15,4 3 2 0,-5-2-2 0,1 1-5 16,1-1 3-16,-1-1 1 0,0 2-2 0,1 2-5 15,0-4 3-15,1 3-1 0,-1-2 0 0,-1 1 0 16,1 1-1-16,-1 0-1 0,-2 1 1 0,2-2 1 16,-2 1-4-16,2-1 0 0,1 2 2 0,0-2 1 15,-1 1-3-15,-2 0 2 0,3-4 0 0,-4 4-1 0,4-6 0 16,-1 6 1-16,-1-1-1 0,2 1 1 16,-3-2 1-16,3 1-1 0,-4-4-1 0,5 1 2 15,-3-1-1-15,1 2-2 0,-2-1 1 0,0-2 2 0,3 1-2 16,-1 1 1-16,0-2-1 0,-2-1-1 0,2 0 0 15,-2 2 1-15,1-1 2 0,-1-2-2 0,-1 4 1 16,3-4 0-16,-2 2-3 0,-1-2 3 16,3 2-3-16,-2-1 0 0,0 0 0 0,1 1 1 0,-1 0-2 15,2-1 3-15,-2 0-1 0,1 0-2 0,-1 1 3 16,2 0 2-16,-2-1-2 0,2 1 5 0,-2 0-4 16,1 0-1-16,-1 1-1 0,2-2 0 0,-2 1 0 15,4 0 3-15,-3 1-2 0,0-1-2 0,1 2 2 16,0-2 0-16,0 1-2 0,-1 1 2 0,3-3-3 15,-3 3 2-15,1 0 4 0,2-1-5 0,-1 2 1 16,-4-2 2-16,5 0-4 0,-3 3 4 0,2-2 0 16,-1 2-3-16,1-4 1 0,-2 4 0 0,3-1-1 15,-4 3-2-15,2-4 2 0,-2 0 0 0,3-1 0 16,-1 5 6-16,-3-1-6 0,2-1 3 0,0 1-1 16,0 1 1-16,-1-4-2 0,0-2-1 0,2 3 1 15,0-1-1-15,-3 3 2 0,1-3 1 0,3 5-3 16,-3-7 1-16,4 5-2 0,-1-1 2 0,-3 1-1 15,2-3 3-15,-2 3 2 0,3 0-2 0,-2 0-4 0,3 0 3 16,0-3 2-16,-2 2-1 0,-3-1 4 16,4-1-7-16,-1 3 1 0,1-2 3 0,0 2-2 15,0-1-1-15,-4-2-1 0,5 1 3 0,-3 0-3 16,2 3 0-16,-1-2 1 0,-2-1 1 0,3 0-3 0,-1 2 3 16,0 0-2-16,-2-4 2 0,2 3-1 0,-2 1 2 15,2-2-2-15,-2 1 1 0,2-1 0 0,1 2 1 16,-4 0 0-16,3-1-2 0,-2 0 1 0,3-1-1 15,-1 0 3-15,-2 0-6 0,2 0 4 0,-2 0-2 16,2 1 1-16,-1 0 0 0,0-3 1 0,1 2 1 16,-3 0-2-16,4-1 1 0,-3 1 1 0,2 1-2 15,0-2 2-15,-2 0-1 0,2 1-1 0,-2-1-1 16,3 1 0-16,-2-1 1 0,-1 2 1 0,0-2-1 16,4-1 3-16,-3 3-1 0,2 1 2 0,0 0-2 15,-2-4 1-15,0 1 0 0,1 4-3 0,0-1 1 16,-2-3 1-16,3 1-1 0,-1 2-1 0,-1-3 1 15,-1 2-1-15,2-1 4 0,3 2-2 0,-4-2-3 16,0 0 2-16,1 2 1 0,0 0-1 0,0 0 2 16,-1-1-4-16,1-1 5 0,1 1-4 0,-2-2 5 15,3 5 0-15,0-5-1 0,-2 1 1 0,-2 0-2 16,2 4 0-16,0-2 3 0,-2-4-3 0,5 3-1 16,-5-3-1-16,4 6 1 0,-3-3 0 0,0-1 1 0,-2-1-4 15,5 2 1-15,-4-1 2 0,0 1-2 0,2-1 2 16,-2 2 0-16,2-2 2 0,1 0 1 15,-1 4-1-15,-2-3-1 0,1 1 1 0,-1-1-1 16,3 3 0-16,-3-5 0 0,-1 4-1 0,4-1 0 0,-4-3 2 16,6 1-5-16,-5 1 7 0,2 1-6 0,0-1 4 15,-2 2-4-15,-1-4 3 0,4 4-3 0,-4-4 1 16,2 2-1-16,-1 0 3 0,3-1-1 16,-3 3-1-16,2-3 0 0,-3 0 1 0,1 0-3 0,2 3 1 15,1-2 0-15,-2-1 3 0,-1 0-3 0,2 1-2 16,-2-2 3-16,3 0 0 0,0 3 0 0,-4-3-1 15,3 4 3-15,-3-4-3 0,1 1 0 0,0 1 0 16,1 0 0-16,-2-3-1 0,1 2 1 0,2-2 0 16,-2 3 2-16,1-2-1 0,-2-1 1 0,3 2 2 15,-1-3-5-15,0 1 1 0,-1 1 0 0,0-1 3 16,1-1-2-16,-1 1-2 0,-1-2 2 0,2 0 1 16,-1 1-3-16,-1 1 1 0,1-1 0 0,-1-2 3 15,0 2-3-15,5-1 1 0,-5 2 4 0,2-1-3 16,-1 0-3-16,1-2 7 0,0 3-9 0,1-2 5 15,-2-1-3-15,-1 2-1 0,2-2 5 0,-1 1-4 16,3 0 2-16,-2 0-2 0,-1-1 2 0,-1-3-1 16,1 7-3-16,1-1 4 0,3-2 3 0,-1 0-5 15,-4-1 5-15,3 4-3 0,-2-2-2 0,2-1 6 0,1 2-8 16,0 0 3-16,-2 0 0 0,2-1 1 16,-2 1 0-16,2 0 3 0,0 0-6 0,-1 0 4 15,1 1-1-15,0 0-4 0,-1 0 3 0,4-1 0 16,-4 5 0-16,2-2 0 0,0 1 0 0,0-4 0 0,-3 3 8 15,2-2-11-15,2 5 1 0,-1-4 6 0,3 4-4 16,-5-3 1-16,1 1 0 0,3-1 1 16,-6 1-1-16,4-4 2 0,1 6-4 0,0-3 4 0,0 1-1 15,-3 2-2-15,1-2 1 0,2 2-2 0,0-4 1 16,-3 3 0-16,5 0 2 0,-5-4-3 0,1 4 1 16,0-2-1-16,-1 4 2 0,4-4-2 0,-5 0-1 15,1 1 3-15,3-1 1 0,-2 0-3 0,-1 1 1 16,1-2 3-16,2 2-1 0,-4-1-3 0,2-1 0 15,0 2 1-15,-1 0 3 0,-1 0 1 0,2 0 0 16,3-1-2-16,1 0-3 0,-4 3 2 0,1-3 3 16,1 4-3-16,-1-4 1 0,0 2 0 0,0-3 1 15,2 2 0-15,-4 1-3 0,1-1 0 0,3 0 0 16,-2-1 0-16,-1 0 0 0,2 0 1 0,-4-1-2 16,1-2 0-16,1 5 2 0,-2-5 0 0,2 1-1 15,-3 1-1-15,2-2 5 0,-2 2-5 0,4-1 0 16,-3-1 1-16,2-1-2 0,-1 2 8 0,1-2-6 15,-3 1 1-15,1 1 0 0,0-4-3 0,0 4 3 16,2-2-1-16,-3-1 1 0,3 2 0 0,-3-1 4 16,3 0-5-16,-1 2 1 0,1-2 5 0,0 1 16 15,-1 1 14-15,4-1-3 0,-4 0-2 0,3 4-2 16,-2-3-5-16,5 2 2 0,-4-1 0 0,4 0 0 16,-2 2-7-16,0 0 3 0,0-1-10 0,2 0 6 0,-3 0-4 15,2 0 0-15,0 1-7 0,-3-1 3 0,2-1 0 16,0 3-1-16,-1-3 2 0,2 2-3 15,0-1-2-15,0 1 0 0,-4-2-1 0,5 2-1 16,-4-2 1-16,2 2-1 0,-2-1-1 0,-1 0-2 0,5-1 2 16,-5 1-3-16,-2-4 4 0,4 4 0 0,-4-3-3 15,4 2-1-15,-3-2 0 0,-1 2 0 0,1 0 2 16,1-3 1-16,-1 1 0 0,2 1 1 0,-2-1-2 16,-2 1-1-16,5 0 3 0,-2-2-3 0,1 6-1 15,-1-5 1-15,2 0 5 0,0 5-5 0,0-5 9 16,0 4-10-16,0-1 1 0,1-1 3 0,0 1-3 15,1 0 1-15,-4 0-1 0,4 1-1 0,0-4 6 16,-2 3-6-16,2-1 3 0,-2 0 8 0,0-1-13 16,2 1-1-16,1-2 8 0,-4 0-8 0,1 0 3 15,0 0 0-15,-2-1-4 0,3 1 0 0,-3 0 6 16,0-1-3-16,-1-3 3 0,1 3 0 0,1 0-2 16,-3 0 6-16,2-2-8 0,-1 1 1 0,1 1-3 15,-4-5 5-15,5 6 0 0,-1-3-2 0,1 0 1 16,-2 2-1-16,0-1 5 0,-3-4-4 0,8 5 2 15,-5-1-1-15,0 0 0 0,2 0 0 0,0 0-2 16,1-1 1-16,-2 1 1 0,2-1-1 0,1 0 2 16,1 4 0-16,-2-3 3 0,1 0 0 0,0-1-5 15,1 4-5-15,3-2 4 0,-1 0 2 0,1 2 2 16,-1-2-2-16,1 0-1 0,-2 0-4 0,0-2 2 16,-4 2 10-16,1 1-13 0,-1-1 4 0,2-3 3 15,-2 2-1-15,2 1-1 0,0-2-2 0,0 0 4 16,-3 0 1-16,0-1-3 0,-4-2-1 0,12 8 1 0,-9-5 1 15,1 0 5-15,-4-3-9 0,10 5 1 0,-4-3 7 16,-2 3-7-16,1-2 4 0,-5-3-2 16,9 5-6-16,-5-2 6 0,3 1 2 0,-2 0-1 0,-1-2 2 15,-4-2-3-15,7 8 0 0,-4-4 0 0,3-2-2 16,-1 2-1-16,-3 0 5 0,-2-4-2 0,7 8 0 16,-3-5 3-16,-1 2-4 0,3-3-1 0,-3 2-1 15,4 0 1-15,-7-4 3 0,6 9 0 0,-3-7-1 16,-1 5 0-16,3-5 7 0,-3 2-9 0,2 0 2 15,-4-4 1-15,8 6 0 0,-4-1-1 0,-1-1-1 16,-3-4 2-16,7 7 3 0,-3-5-7 0,-2 4 3 16,2-1 1-16,4-1-4 0,-6 0 3 0,2 0 0 15,1-1 0-15,0 0-4 0,-1 0 7 0,0 1-4 16,2 1 0-16,-1-2 4 0,-5-3-4 0,8 5 4 16,-2-3-3-16,-2 1-1 0,-4-3-3 0,9 4 7 15,-3-2-2-15,-2 2 0 0,-4-4 1 0,4 4 1 16,-4-4-2-16,7 2-1 0,-3 1 0 0,-4-3 0 15,8 3 2-15,-8-3-3 0,7 2 3 0,-7-2-2 16,7 2 3-16,-7-2-4 0,6 3-2 0,-6-3 3 16,10 3-2-16,-10-3 6 0,5 2-2 0,-5-2-7 15,9 2 5-15,-5 0 2 0,-4-2-5 0,0 0 5 16,14 3-3-16,-8-2-1 0,-6-1 0 0,7 3 3 16,-2-2 1-16,-5-1-2 0,12 3-2 0,-12-3 7 0,7 2-11 15,-7-2 5-15,10 1 2 0,-5 1 1 16,-5-2 0-16,12 1 0 0,-12-1-2 0,10 4 1 15,-10-4-2-15,8 0-2 0,-1 3 8 0,-7-3-7 0,9 1 2 16,-9-1 3-16,9 1-3 0,-9-1-2 0,9 4 1 16,-2-3-1-16,-7-1 5 0,9 4-1 0,-2-3 1 15,-7-1-3-15,12 3-2 0,-8-2 4 16,-4-1-4-16,10 3 3 0,-10-3-4 0,10 2-1 0,-10-2 5 16,9 4 0-16,-9-4-1 0,7 1 0 0,-3 2 3 15,-4-3-7-15,8 2 1 0,-8-2 4 0,10 4 5 16,-10-4-9-16,6 0 0 0,-6 0 6 0,5 3-5 15,-5-3 2-15,0 0-1 0,8 4 3 0,-8-4-1 16,8 1-3-16,-8-1 4 0,0 0-1 0,8 1-1 16,-8-1 2-16,0 0-2 0,8 3 3 0,-8-3-6 15,7 3 1-15,-7-3 2 0,0 0 2 0,12 0 0 16,-12 0-1-16,0 0 1 0,11 0 1 0,-11 0-3 16,0 0 1-16,15-1 1 0,-15 1-5 0,8 0 0 15,-8 0 5-15,11 1-2 0,-11-1-2 0,0 0 7 16,10-1-7-16,-10 1 1 0,12 0 2 0,-12 0-4 15,0 0 3-15,14 0 4 0,-9-2-11 0,-5 2 7 16,12 0 4-16,-12 0-5 0,13-1 2 0,-5 2-4 16,-8-1 5-16,12-3-4 0,-12 3-1 0,0 0 6 15,20 0 4-15,-20 0-13 0,14-1 5 0,-14 1 9 16,12-1-10-16,-12 1 0 0,18-3 0 0,-10 3 0 16,0-1-1-16,4 0 3 0,-3-1 5 0,-9 2 1 15,16-1 0-15,-7-2-5 0,-2 2 2 0,0 0-3 0,2-2 1 16,4 1 1-16,-6 1 2 0,3-2-3 0,-3 1 0 15,3 0 4-15,-5 1-1 0,7-3-1 16,-5 3-2-16,4-3 3 0,-2 3-3 0,1-2-1 16,-2 1 4-16,2 0 0 0,-3 1-2 0,-1-2-5 0,3 1 10 15,-1-1-5-15,-8 3 12 0,15-4 6 0,-8 1 3 16,3 0-6-16,-4 0 5 0,1 1-2 0,-1-2-3 16,1 1-3-16,1 1 1 0,-4-1 0 0,-4 3 0 15,14-5 4-15,-5 2-7 0,-2 1 1 0,0-2-1 16,-1 0-3-16,1 2 2 0,2-2-2 0,-1 1-2 15,-1-1 11-15,0 2-6 0,1-2 6 0,-1 0 2 16,0 0-5-16,1 2 4 0,0-1-3 0,-1-1-4 16,2 2-3-16,-3-3 21 0,4 3-18 0,-3-2-6 15,0 1 2-15,-1-1 6 0,1 0-3 0,4-1 2 16,-5 1 3-16,2 3 0 0,-1-4-4 0,1 1 2 16,0-1-1-16,-1 1 2 0,2 0 0 0,-2 0-1 15,0-1 2-15,3-1-10 0,-4 2 13 0,1-2-10 16,0 1-6-16,1-2 8 0,2 3-4 0,-1-2-3 15,-3 1 7-15,1-2-4 0,2 2-5 0,-1-1 9 0,0-1 3 16,2 1-1-16,-3 1 3 0,-1-3-1 16,3 2-2-16,0 0 3 0,-1-3 2 0,2 4-12 15,-2-3 11-15,1 1-7 0,2 0 4 0,-1 0-1 16,-1-1-1-16,2 0-1 0,-4 0-3 0,5 0-4 0,-4 1 4 16,2-3-1-16,1 3-5 0,-3-1 2 0,0 2 23 15,2-2 5-15,-1 1-5 0,-1 0 0 16,1-1-3-16,1 0-2 0,-1 1-1 0,0-2-2 0,0 2-2 15,0 1 1-15,0-3 0 0,2 2-15 0,0-3 11 16,-4 4 2-16,1-3-1 0,3 1 8 0,-2 0-1 16,2 0-2-16,0 0-1 0,-3 2 5 0,-1-3 2 15,4 0 1-15,-3 1-1 0,3 0-2 0,-1-1-3 16,-1 3 0-16,1 0-2 0,-1-4 0 0,1 3-1 16,-1 0 0-16,0-2 1 0,1 3-7 0,-3-3 17 15,1 3-2-15,1-3-4 0,1 3-1 0,-2 0 3 16,-2 0-5-16,2-2-2 0,3 1-4 0,-4-1 6 15,1 1-5-15,0 0-3 0,0 1-1 0,-1 0-1 16,0 0 0-16,1 1-2 0,-3-1 0 0,4 3-1 16,-3-2-2-16,1-3 1 0,4 1 0 0,-7 2 1 15,6-1-1-15,-3-1 0 0,2 0 1 0,-1 2-1 16,-2 1-5-16,2-4 4 0,-2 5-1 0,3-6-2 16,-4 3 1-16,3 1 1 0,0-1 3 0,-2-1-6 0,1 1 2 15,2 0-6-15,-2-1 7 0,1 2 0 16,-1-1-1-16,1-1 0 0,-1 0-2 0,2 0 1 15,2 1 3-15,-5 1-5 0,3-3 1 0,-1 1 1 16,-1 1 2-16,-1 0-2 0,2-1-4 0,1 1 3 0,-2-3 0 16,2 2-1-16,-2-1 0 0,0 3 1 0,0-3-2 15,1 0 3-15,2 3-2 0,-5-3 0 16,5 1-3-16,-2-1 6 0,0 0-4 0,-1 3 4 0,1-1-4 16,0-2 2-16,0 1 0 0,1 0-2 0,-3 1 1 15,-3-1-1-15,5-1 1 0,0 2 1 0,-1-1 0 16,0 0-1-16,-3-2-1 0,5 1 2 0,-3 2-1 15,-1 0-5-15,1-4 6 0,2 2 4 0,0 2-5 16,-1-5-4-16,-1 2 2 0,2 0-2 0,-2 2 3 16,1-3-1-16,1 2 0 0,-2 0-1 0,1-1 3 15,-2 1-3-15,3 0-1 0,-4 2-6 0,3-4 5 16,2 3-2-16,-2-1-3 0,2 1 1 0,-2 0-3 16,2-2 5-16,0 2-2 0,2-2 5 0,-6 2-2 15,5 0 2-15,-3 0-1 0,3-3-4 0,-3 3 6 16,0-1 0-16,0-2 1 0,0 4-1 0,2-4-1 15,0 2 4-15,-4 0-3 0,5 0 3 0,-5-1-2 16,6 1 1-16,-7 3-2 0,4-3-1 0,-2 1 3 16,2 1-1-16,-3-4 3 0,-1 6 3 0,2-3-6 0,-2 2 5 15,2-1-12-15,0-2 7 0,-2 4-2 16,2-1 2-16,1-1-3 0,-2 1 5 0,2-2-2 16,-2 2 0-16,-1 0 0 0,2 1 3 0,-2-4-2 0,0 3 1 15,5 1-2-15,-3-4-4 0,-1 5 5 0,-1-2 1 16,3 0 0-16,1-1 0 0,-2 1 0 0,3-4 3 15,-4 4-3-15,3-1 0 0,1 0-2 0,-5 1-3 16,4-1 4-16,-1 0 3 0,3-2 1 0,-1 2 0 16,-1-2-2-16,-1 2-1 0,3-2 0 0,-1 0 1 15,0 3 0-15,-2-4 0 0,2 4-2 0,0-2-1 16,1-1 1-16,-5 3 1 0,3-3 1 0,1 1 3 16,0 0-2-16,-1-1 0 0,2 0-1 0,-3 0-1 15,1 1 1-15,-2 1-1 0,1-2 3 0,0 0-5 16,2 1 7-16,-2-1-6 0,-3 2 6 0,2-3 0 15,2 3-3-15,-5 0 1 0,3 0 1 0,0-3-3 16,-3 1 3-16,4 1-2 0,-3 0 1 0,-2-1-2 16,4 2 1-16,-2-1-1 0,-1 1 1 0,-1-1 1 15,1 0 0-15,1 1 0 0,-4-1-5 0,4 1 6 16,-1 0 1-16,0-1-2 0,-2 2 0 0,3 0-9 16,-3-2 6-16,3 1 0 0,-1 0 3 0,0-1-2 15,0 2 1-15,-1-1-2 0,1-1 0 0,-1 3 3 16,0-1-3-16,1 1 3 0,1-2-3 0,-3 1-6 0,-1 0 9 15,4-2 2-15,-4 4-2 0,4-3 0 0,-1 1 0 16,-1 1 0-16,0-1 5 0,0 1-8 16,-1 0 3-16,3 1-2 0,-2-1 2 0,-1-1 0 0,0-1-3 15,1 1 7-15,0 2-6 0,-1-1-1 0,4-2-1 16,-5 3 0-16,1-1 2 0,2 0-1 0,-2-1 1 16,2 0-1-16,-2 1-2 0,2-2 1 15,-2 2-2-15,-1-2 3 0,3 3 2 0,1-3-7 0,-4 2 6 16,5-3 4-16,-3 2-6 0,1-1 1 0,-1-1 1 15,0 5 0-15,0-5-3 0,3 1 2 0,-3-1 0 16,2 2-2-16,-1-2 3 0,2 0-1 0,-1-2-1 16,-1 3 2-16,5-2-3 0,-5 3 0 0,1-1 7 15,0-3-7-15,-1 1 2 0,5-1-2 0,-4 3 4 16,3-2-2-16,-3 0 0 0,0 1 1 0,2-5 0 16,-1 7 2-16,-1-7-4 0,0 4 2 0,0-3 1 15,-1 2-2-15,1-2 2 0,4 2 0 0,-2 0-2 16,-2-1-2-16,-3 0 1 0,3 0 3 0,2 3-1 15,-1-4-1-15,-1 3 0 0,-3-4-1 0,5 3 2 0,-3 3 0 16,-2-4 0-16,3-3 0 0,0 5-1 16,0-4 2-16,1 4-2 0,0-3-1 0,0 1 2 15,-1 0-2-15,3 1 0 0,-4-2 1 0,1 2-2 16,3-2 3-16,-2 1-3 0,1 0 4 0,-2 1-1 0,1-2 0 16,-1 1-3-16,2-1 2 0,0 2-2 0,0-3 2 15,-2 0 1-15,2 4 0 0,-1-7-2 16,2 4 0-16,-2-1 2 0,-1-1-2 0,0 2 0 0,3-2 2 15,0 0-2-15,-2-2 0 0,2 0 3 0,-3 1-2 16,0 2 0-16,1-2 0 0,0 0 0 0,0 5-3 16,-1-5 2-16,0 1 1 0,5-3 7 0,-4 4-9 15,0-1 0-15,-1 2 9 0,2-2-6 0,-2 0-6 16,2-1 2-16,-1 4 1 0,0-3 0 0,2-4 2 16,-1 4 1-16,-1 2-1 0,1-5-1 0,-2 2 2 15,2 3-4-15,-2 0 1 0,1-1 2 0,0 2-2 16,3-2 0-16,-3 1 1 0,1 0 6 0,-2-2-6 15,2 1-1-15,-1 1-1 0,3 0 0 0,-2-1 2 16,-1 1 2-16,-1 1 0 0,2-2-1 0,-4 2 2 16,5-2-1-16,-3 1-1 0,2-1 3 0,-2 1-3 15,1 1 0-15,1 0 3 0,-2-1-1 0,2-1-3 16,-2 1 0-16,3 2 1 0,-1-4 0 0,-2 3-1 16,0 0-1-16,3-2 4 0,-3 4-4 0,1-5 2 0,-1 3 3 15,1-1-4-15,0 2 2 0,0-2-2 16,2 0 1-16,-3 1-1 0,4 0 3 0,-2 0-3 15,0-1-3-15,1 0 4 0,-1 2-1 0,-1-2 1 0,1 0 3 16,-1 0-4-16,3-2 3 0,-1 3-2 0,-3-1-1 16,3 0 1-16,0 1 2 0,-2-1-2 0,3 1 0 15,-3-2-2-15,0 4-1 0,1-4 3 16,1 1 0-16,-1 0-2 0,-1 0 4 0,1-1-4 0,2 2 2 16,-3-1 3-16,-1-1-4 0,5 2 1 0,-4-2-1 15,5 3 0-15,-4-2 0 0,1 1 0 0,0-2-1 16,-3 2 2-16,6-1 3 0,-4-3-3 0,0 7-3 15,1-5 5-15,-2 1-4 0,5 1 1 0,-5-1-1 16,5 1 0-16,-6 0 1 0,5-2 6 0,-6 3-7 16,4-1-1-16,-2 1 4 0,1-3-2 0,-1 2 1 15,3 1 0-15,-4 0 0 0,0 1-1 0,6 0-2 16,-3-2 1-16,2 3-3 0,-3-5 6 0,-1 4-4 16,3-3 2-16,0 5-1 0,-1-3 2 0,0-1 0 15,0 1-2-15,0 0 1 0,1-1-1 0,-3 2 9 16,2-1-7-16,0-2 0 0,-2 1-2 0,3 1 0 15,-1-1 2-15,0 1-1 0,1 0 1 0,0-1 0 16,-1 2-2-16,-1-2 0 0,2 1 0 0,-1 0-6 16,1-1 8-16,-1 1 2 0,-1-1-2 0,2 0 6 0,-3-1-6 15,1 2 0-15,-1 0-1 0,1-1-1 16,2 0 1-16,-1 1 7 0,0-3-6 0,2 4-2 16,-4-4 0-16,1 2 1 0,3-1 3 0,-4 1-4 0,3 1 2 15,0-2-5-15,-1 0 5 0,1 3-2 0,0-5 2 16,-1 2 2-16,-1 0-2 0,-1 2-1 0,5-1 0 15,-5-1 0-15,3 1 2 0,-4-2-4 0,3 4 4 16,1-3-1-16,-1 1 0 0,1 0-2 0,-4 0 1 16,3-2 1-16,0 3-5 0,0-1 4 0,-2 1 3 15,3-1-3-15,-1 1 0 0,1-3 0 0,-2 2 0 16,2 0-6-16,-2-2 6 0,3 1 1 0,-4 1-1 16,-1-1 0-16,3-1 1 0,0 3 7 0,0-4-6 15,1 5-4-15,-3-2 3 0,2-2-4 0,-3 3 10 16,4-2-8-16,-1 0 2 0,-3 3 0 0,5-4 0 15,-3 3-2-15,2-3 4 0,-1 4-5 0,-1-2 3 16,2 2 2-16,-1-3-1 0,-2 3-1 0,1-3-3 16,0 2 3-16,2-1 0 0,-4 2 0 0,1-1 0 15,0 0-2-15,1 0 1 0,-1 3 3 0,0-2-2 0,-1 2-2 16,1-1 0-16,0 1 2 0,-1-1-1 16,0 1-1-16,0-1 2 0,3 1-1 0,0-1 2 15,-3-1-3-15,0 3 2 0,2 1 1 0,1-5-3 0,-4 4 5 16,1-3-31-16,0 3 6 0,3-3 3 0,-3 1-2 15,-1 2 3-15,4-1 3 0,-4-1 2 0,2 1 1 16,-1-1 0-16,0-1 1 0,0 2 4 16,1 0 2-16,-3-1-5 0,3 1 3 0,2-3-6 0,-1 0 11 15,-1 2-4-15,1-2-4 0,0 1 7 0,-2 0 3 16,1-2 0-16,3 2 0 0,-3-2-5 0,1-1 4 16,2 3 3-16,-4-4-4 0,1 2 1 0,1-1-2 15,-2 1 6-15,3 1-4 0,-3 0 3 0,0-1-1 16,0 1 7-16,1 0-11 0,-2 3 3 0,0-3 1 15,0 2-2-15,0 2 0 0,0-2 0 0,1 0-1 16,-1 2 1-16,-2-1 0 0,2 2-1 0,-1 0-1 16,0 0 0-16,1-1 6 0,-3 5-5 0,3-5 4 15,-3 5 0-15,1-4-5 0,-1 4 1 0,2-3 0 16,-2 3 1-16,0 0-1 0,5-3 1 0,-5 3-2 16,1-5-2-16,-1 5-4 0,3-5 2 0,-2 2 2 15,-1 3-1-15,4-5 3 0,-2 1-3 0,0 1 0 16,1-2 3-16,1 2-2 0,-1-2 1 0,-1-1 0 15,3 2-6-15,-1-1 8 0,0 1-2 0,0-2 2 16,-1 1 3-16,4-4-5 0,-3 4 2 0,-1 1 2 16,2-2-1-16,3-1-4 0,-3 0 5 0,2-2 2 15,-3 6-3-15,0-2 0 0,3 0-5 0,-3-3 9 16,0 4 2-16,0-2 1 0,-1 2 3 0,1-1-4 16,-2 3 1-16,-2 2-1 0,5-7 1 0,-4 6 2 0,-1 1 1 15,0 0-6-15,4-5-3 0,-4 5 1 16,0-3 2-16,0 3-5 0,0 0 1 0,0 0-4 15,0 0-6-15,0 0-21 0,0 0-17 0,0 0-20 16,5-3-41-16,-5 3-35 0,0 0-34 0,0 0-26 0,0 0-28 16,0 0-32-16,0 0-57 0,0 0-342 0,-21 1-719 15,14-1 318-15</inkml:trace>
  <inkml:trace contextRef="#ctx0" brushRef="#br0" timeOffset="50998.48">29092 3410 92 0,'11'-4'277'0,"-4"2"-3"16,5-1-4-16,-6 0-7 0,1 2-4 0,-2-1-15 16,-5 2-21-16,0 0-22 0,11-3-22 0,-8 2-14 15,-3 1-26-15,0 0-19 0,0 0-14 0,0 0-5 16,0 0-13-16,-28 2-5 0,10 3-11 0,-12 0-7 15,-3 3-6-15,-4-3-5 0,-7-1-6 0,-10 4-4 16,-8 0-6-16,-2 2 1 0,-3-4-8 0,3 4-3 16,-6-3-1-16,1-1 2 0,3 5-7 0,-1-3-3 15,6 5-1-15,7-3 2 0,-1 0-7 0,14 1-3 16,1-4 3-16,2 1 1 0,-1-3-2 0,3 3-7 0,3-3 3 16,4 2 0-16,6-2 1 0,3 0-3 0,2-1 0 15,3 1 1-15,2-2-5 0,4-1 3 16,-3 2 0-16,4-3 3 0,1 2-1 0,1-3 1 0,6 0-2 15,-9 2-12-15,9-2-8 0,-4 2-14 0,4-2-10 16,0 0-13-16,-8 1-14 0,8-1-16 0,0 0-22 16,0 0-48-16,0 0-51 0,0 0-40 0,0 0-236 15,-3-6-519-15,3 6 230 0</inkml:trace>
  <inkml:trace contextRef="#ctx0" brushRef="#br0" timeOffset="51373.47">28058 3364 17 0,'0'0'229'16,"0"0"-28"-16,0 0-19 0,0 0-20 0,0 0-1 15,0 0-9-15,0 0-12 0,-13 9-16 0,5-7-4 16,1 2-12-16,-1 3 2 0,-7-1 2 0,0 2-11 16,-4 0-7-16,4-1-8 0,-4 2-10 0,1 0-7 0,-5 0-5 15,3 1-1-15,2 0-9 0,-3-2-3 16,0 4-2-16,6-3-2 0,-2 1-4 0,4-1-5 16,1 1 0-16,3-3 3 0,0 3 2 0,1 0 11 15,2-1 11-15,1-1 4 0,1 2 10 0,3 0 4 0,2 2 8 16,3-3 3-16,1 1-5 0,4 2-5 0,2 1-8 15,3-2-6-15,4 3-2 0,1-3-8 16,9 2 1-16,-4 1-28 0,-3-5-28 0,-1-1-38 0,0 0-58 16,1-2-80-16,0 1-103 0,-7-5-275 0,5 3-593 15,-5-1 264-15</inkml:trace>
  <inkml:trace contextRef="#ctx0" brushRef="#br0" timeOffset="54242.37">29533 3024 232 0,'0'0'274'16,"2"-3"-12"-16,-2 3-14 0,0 0-14 0,1-4-12 16,-1 4-20-16,6-1-20 0,-6 1-21 0,0 0-13 15,0 0-2-15,0 0-24 0,0 0-15 0,0 0-12 16,0 0-11-16,4-4-7 0,-4 4-9 0,0 0-9 16,0 0-9-16,0 0-5 0,0 0-6 0,0 0-5 15,0 0-3-15,0 0-3 0,0 0-2 0,0 0-4 16,0 0-1-16,0 0-5 0,0 0-2 0,0 0 1 15,-2 11 1-15,2-11-5 0,0 7 1 0,0-2-1 16,2 1-3-16,-2 1 0 0,2 0 3 0,2 4-3 16,-1-1 1-16,1 3-1 0,0-2-1 0,-2 1 0 15,2 2-1-15,4-1 2 0,-2 0-4 0,-1 2 2 16,-1 1-2-16,1 1 3 0,-2-4-3 0,-2 0 1 16,1-2-3-16,2 2 2 0,-1 0 1 0,-3-2-5 15,2 2 0-15,-4-3 3 0,-3 0-2 0,5-3-2 16,-2 0 2-16,0 2 12 0,-2 2-11 0,1-6 4 15,-2 1-7-15,-1 5 5 0,0-6-1 0,-2 0 1 16,2-1 1-16,-2-2 1 0,-3 4-4 0,0-4 3 16,4 1 1-16,-3 2-3 0,3-3-1 0,-1-2 2 15,3 1 10-15,-1 2-14 0,-2-1 4 0,2-1-1 16,6-1 13-16,-5 1-11 0,5-1 3 0,0 0 10 16,0 0 13-16,-7 0 11 0,7 0 7 0,0 0-4 15,0 0-3-15,0 0-4 0,0 0-7 0,28 0-2 16,-15-1-5-16,0 1-4 0,4 1-2 0,6-1 0 15,-3 0-3-15,-1-1 4 0,1 1 0 0,3 1-10 0,-3-3-17 16,1 0-26-16,0 1-28 0,3-2-44 16,-5-1-48-16,-2 1-67 0,5-1-75 0,-4 1-228 15,-7-2-567-15,4 1 252 0</inkml:trace>
  <inkml:trace contextRef="#ctx0" brushRef="#br0" timeOffset="55133.04">29933 3281 104 0,'0'0'169'0,"-8"0"-12"0,8 0-13 0,0 0 4 16,-11 6-11-16,11-3-15 0,-4 1-7 0,0 2-6 15,3 1 4-15,-4-2-7 0,1 8-11 0,3-7-7 16,0 4-4-16,1 0-5 0,-2 0-6 0,2 1-4 16,4-1 1-16,-1-1-10 0,-2 1 1 0,6 0-11 15,-1-2 0-15,-1 1-2 0,2-4-5 0,0 1 0 16,1 1-5-16,0-3-5 0,0-2-1 0,0 0-6 16,3-2 0-16,-3 1-1 0,-1-4-1 0,-1 0 0 15,2 0 8-15,-3-2-7 0,-1-2 1 0,0-1 1 16,0-3 0-16,-1 2-3 0,-3-1-2 0,0-1 1 15,-3 0-9-15,2 1 1 0,-4 0-3 0,-1 1 0 16,2-4-3-16,-4 6 1 0,1-4-1 0,0 5-3 16,-1-2-5-16,4 4 0 0,-3 0 2 0,2 1-3 15,1 1 6-15,0-3-9 0,-1 4-2 0,5 1-3 16,-5-4-2-16,5 4 2 0,0 0 0 0,0 0 3 16,0 0 1-16,0 0-1 0,0 0-1 0,25 7 1 15,-13-4 1-15,2-1 2 0,-1 0 4 0,3-2-5 16,2 3-2-16,-3-3 2 0,5 1-3 0,-6-1 1 15,1 0-4-15,4 0 9 0,-3-1-1 0,-3-2-1 16,-1 2 1-16,3 0-1 0,-4-3-1 0,-2 3 3 16,-1-2-1-16,-1 0 3 0,0 1 6 0,-1 0 3 15,-1 1-1-15,-5 1-3 0,7-1 1 0,-7 1-1 0,0 0-5 16,8 0-4-16,-8 0 2 0,0 0-1 0,8 4-1 16,-3-3 7-16,-5 3-5 0,5 0-1 0,-3 1-3 15,2 1 4-15,-1 0 1 0,1 0-1 0,3 1 0 16,-4 1-2-16,-2-1 0 0,4 4 2 0,-3 0-4 15,-1-4 10-15,-1-1-8 0,3 2 2 0,-3-3-3 16,0 2 2-16,-3-4-1 0,2 1 0 0,-1 1 2 16,0 1-2-16,-1-4 4 0,-1 1 3 0,4-3-2 15,-8 3-2-15,2-3 0 0,6 0 3 0,-8 0 1 16,8 0 3-16,0 0 15 0,-10-2 16 0,10 2-1 16,-6-3 6-16,6 3 4 0,-3-5-1 0,2 1-1 15,1 4 4-15,4-7-16 0,0 0-2 0,0 2-1 16,7-1-8-16,-6 1 0 0,2-3-7 0,4 3 3 15,0-2-2-15,-1-1-3 0,-1 1-2 0,2 2-2 16,1 1-2-16,-3-3 2 0,1 4 0 0,0-2-1 16,-1 4-1-16,1-4 0 0,-5 3-1 0,2-2-2 15,-1 3 2-15,-4-2-5 0,-2 3-2 0,11-1 0 16,-11 1-1-16,0 0-1 0,10 4 1 0,-4-2 1 16,-3 1 0-16,2 1-2 0,0-1 0 0,-3 0 13 15,1 2-14-15,0 0-2 0,0 2 2 0,-2-3 0 16,3 1-1-16,-3 1 2 0,-1-1-2 0,2-1 0 15,-2 2 9-15,1 0-10 0,-2-1-4 0,1 0-8 16,0 0-12-16,-2-1-16 0,2 0-15 0,-4 1-15 16,2 0-34-16,-1 0-35 0,1-2-61 0,-2-1-50 15,2 1-160-15,-3-1-451 0,5-2 200 0</inkml:trace>
  <inkml:trace contextRef="#ctx0" brushRef="#br0" timeOffset="56873.95">30685 3600 228 0,'2'-4'290'0,"-1"-1"1"0,4 0-9 0,-5 0-16 15,0 0-14-15,2 2-20 0,-2 3-22 0,0-7-19 16,0 4-25-16,0 3-18 0,-2-6-12 0,2 6-23 16,-8-4-12-16,8 4-9 0,-8-1-12 0,8 1-6 15,-14 1-11-15,4 1-8 0,2 1-3 0,-5 2-8 16,1 0-1-16,5-2-5 0,-1 2-6 0,1 1-4 16,-5-1-2-16,5 1-3 0,0-2-8 0,3 3-1 15,-2-2 2-15,2 0-2 0,-1-1-3 0,1 5 0 16,3-7-4-16,-2 4 3 0,0 0-2 0,3 0-2 15,3-1-1-15,-3 3 4 0,3-3-2 0,-2-1 2 16,2 2-3-16,1 1-2 0,-1-2 3 0,6 2-2 16,-5 2 0-16,5-1 0 0,-4 0-2 0,3-2 0 15,-3 0-4-15,1 1 2 0,-2-2 1 0,0 1-1 16,-2 1-1-16,0-1-3 0,1-1 3 0,-2 0-3 16,1 1-1-16,-2-1 2 0,1 0 3 0,-2-1-8 15,-1-1-2-15,1 2 2 0,-2-3 1 0,-2 3 1 16,-1-5 2-16,-1 2 0 0,-2 0 0 0,0-1-2 0,0 0-2 15,-1-1-7-15,-3 1-8 0,6-2-14 16,-1 1-10-16,8 0-14 0,-15-1-9 0,11 1-10 16,4 0-19-16,-9-3-33 0,6 1-37 0,3 2-37 15,0 0-32-15,7-7-181 0,1 3-454 0,0 1 201 0</inkml:trace>
  <inkml:trace contextRef="#ctx0" brushRef="#br0" timeOffset="57438.13">30932 3672 30 0,'2'-2'234'16,"3"-1"-3"-16,-2 0-6 0,-1-1-3 0,0 0-13 15,-2 4-2-15,2-5-13 0,-2 5-12 0,3-4-16 16,-3 4-14-16,-3-7-17 0,3 7-13 0,-2-7-16 16,0 3-10-16,2 4-11 0,-5-7-12 0,-1 3-8 15,0 2-6-15,2-2-5 0,-4 2-7 0,1-1-6 16,-2 3-3-16,-1-1-7 0,2 0-2 0,-3 2-2 0,5 0-4 15,-3 1-1-15,0-1-5 0,-1 0-6 16,3 2-11-16,-4 0 0 0,7 2-6 0,-2 0-5 16,0-2 0-16,5 2 1 0,-3 0-6 0,1 1 1 15,3-2 3-15,0 2 3 0,1 2 1 0,2-2 0 0,1 1 1 16,2 0 1-16,0-3 2 0,4 3 1 0,-2 0-3 16,4-1 3-16,-5-3 4 0,4 2-2 15,-4-4 3-15,4 5 1 0,-6-4 1 0,3-1 4 16,-3 2 1-16,0-2 5 0,0 2 2 0,-5-3-5 0,7 2-2 15,-7-2-1-15,3 1-4 0,-3-1-5 0,3 5 0 16,-1-2 0-16,-2-3 1 0,0 8 2 0,-2-3-2 16,0 2-4-16,1 1 3 0,1 2-2 15,-3 0 1-15,0 0 5 0,1 1-1 0,-4 3 0 0,4 0-4 16,0-2 2-16,1 5 1 0,0-4 0 0,1 2-1 16,-3-1 3-16,3-1 0 0,1-1 0 0,1-1-1 15,-1-1 5-15,0 0 10 0,1-2 5 0,-1-3 15 16,0 1 15-16,-1-1 29 0,4 0 43 15,-4-2 44-15,0-3 45 0,0 5 39 0,0-5 25 0,0 0-20 16,0 0-21-16,0 0-9 0,11-8-19 0,-5 2-20 16,-1-1-15-16,4-5-14 0,-2 2-11 0,-1-2-22 15,4-4-11-15,3 1-11 0,-5 0-14 0,3-4-17 16,4 1-22-16,0-4-35 0,1 0-45 0,-2 5-50 16,-1 0-40-16,1 2-46 0,1 0-47 0,-5 4-46 15,-2 2-54-15,0 1-82 0,-1 5-87 0,-3-1-264 16,3 1-805-16,-2 3 356 0</inkml:trace>
  <inkml:trace contextRef="#ctx0" brushRef="#br0" timeOffset="58250.6">29944 5995 95 0,'0'0'219'0,"8"-3"-24"0,-8 3-23 16,0 0-21-16,4-1-17 0,-4 1-10 0,0 0-15 16,0 0-13-16,-19 9-6 0,8-4-13 0,-2 2-7 15,-5-2-4-15,-11 5-8 0,0 1 0 0,-4-1-7 16,3 0-3-16,-8 0 1 0,-3 3 10 0,-9 0-6 16,8-3-3-16,-13 6-7 0,3-3-1 0,-2-1-5 15,-2 0-2-15,5-1-1 0,9-3-8 0,-13 2 1 16,12-3 1-16,-10 0 1 0,13-1 15 0,-1-3-1 15,-13 1 0-15,14 1-7 0,-3-4 4 0,-14-1-6 16,17-1 9-16,-2-1-3 0,-1-1 1 0,0-1-2 16,-14 0-3-16,15-2 1 0,0-2 3 0,-11-2 7 15,12 4 8-15,2-5 0 0,1 1 1 0,1 0-5 0,2 1-3 16,2-2-3-16,3 2-7 0,0-2-5 0,8 5 0 16,2-2 3-16,2 3-5 0,6 0-2 15,-2 0 5-15,0-1-11 0,2 4-8 0,3 1-2 16,2-2 6-16,0 2-8 0,2 0-5 0,5 1 0 0,-11-2-2 15,11 2-3-15,-7-1-12 0,7 1-9 0,0 0-5 16,-6 3-5-16,6-3-7 0,-3 3-17 0,3-3-22 16,0 0-25-16,0 0-36 0,5 8-44 0,-1-6-61 15,1-1-194-15,-5-1-473 0,10 2 209 0</inkml:trace>
  <inkml:trace contextRef="#ctx0" brushRef="#br0" timeOffset="58688.09">28464 5945 228 0,'0'-5'259'16,"0"5"-24"-16,0 0-23 0,0 0-20 0,0 0-18 15,-5-3-19-15,5 3-17 0,0 0-11 0,-6-4-18 16,6 4-14-16,-13 2-6 0,13-2-9 0,-17 2-11 0,6 1-5 16,-3 0-10-16,0-1 0 0,-4 3-6 15,-1 2-5-15,-1-3-6 0,-2 1-2 0,-8 1-1 16,12-1-6-16,-5 0-3 0,0 0-2 0,2 0-2 0,-1 1 0 16,0-1-4-16,0 0-2 0,4-1-1 0,1 0 11 15,3-2 8-15,-2 1 4 0,6 1-3 0,1-3 2 16,-2 0-5-16,4 0 1 0,0 1 9 15,3-1 2-15,4-1 0 0,-9 1-1 0,9-1 5 0,-6 3-2 16,6-3-3-16,0 0 3 0,-4 5 0 0,4-1 11 16,0-4-8-16,4 6 1 0,2 2-9 0,3 0-2 15,-1 0-2-15,3 4-3 0,6 1-4 0,-1 1-2 16,4 4 0-16,-3-3-10 0,0 1 3 0,6 3-3 16,-2 0-3-16,3 3-22 0,-1-2-30 0,-2 0-41 15,1-3-52-15,-1 3-69 0,2-4-96 0,-5-3-207 16,0 0-544-16,-2-1 241 0</inkml:trace>
  <inkml:trace contextRef="#ctx0" brushRef="#br0" timeOffset="60953.77">30284 6141 326 0,'4'-6'372'0,"-1"0"-16"0,-1 1-19 15,1 2-15-15,0-1-30 0,0 0-22 0,-3 4-28 16,0-5-25-16,2 2-31 0,-2 3-21 0,0 0-24 16,0 0-17-16,0 0-11 0,0 0-15 15,-2 19-5-15,-1-7-12 0,0 5-7 0,0-1-7 0,1 2-9 16,-5 3-12-16,6-3 8 0,-5 3-11 0,2 0 0 15,1 0-4-15,-1 1 14 0,2-4-25 0,-3 4 14 16,0-2-17-16,3 0 1 0,-3-3-6 0,3 1-5 16,-2-2 2-16,4-3 9 0,-5 1-14 0,1-3-2 15,0 1-1-15,-1-2-3 0,4-2-1 0,-4-2 7 16,3 1-15-16,-1-2 15 0,0 0-1 0,0 0-1 16,-1 0-5-16,-2-1 6 0,0-2 9 0,1-1 2 15,-1 0 9-15,6-1 10 0,-5 1 9 0,5-1 12 16,0 0 10-16,-6 2 8 0,6-2 4 0,0 0 3 15,0 0 1-15,0 0-3 0,0 0-12 0,-5-7-5 16,5 7-12-16,9-8-7 0,1 5-12 0,-2 0-6 16,10-1-2-16,-2 1-13 0,5 0-1 0,0 1-20 15,9-1-17-15,0-1-18 0,1 3-22 0,3-3-19 0,0 1-17 16,-2 2-10-16,-2 1-7 0,1 0-10 16,-2-2-2-16,-8 1-4 0,-2 1-6 0,-4-1 4 15,4-2 3-15,-4 2 7 0,-4 0 10 0,-2 0 8 0,-2-1 7 16,-2 0 14-16,1 1 6 0,-1-2 7 0,-5 3 3 15,5-3 5-15,-5 3 6 0,3-2 2 0,-3 2 9 16,0 0-1-16,0 0 5 0,0 0 6 0,0 0 2 16,0 0 3-16,0 0 0 0,0 0 4 0,0 0 3 15,0 0 2-15,-17 8 0 0,16-6 4 0,-2 2-2 16,2 0 7-16,-1 1 1 0,2-1 1 0,0-4 5 16,0 9 2-16,0-4 0 0,0 0 1 0,0 0 2 15,0-1-1-15,2 2 4 0,-1 0-3 0,2-4 6 16,0 2-3-16,-2 2 1 0,3-2-1 0,-2-1 3 15,0-1-3-15,2 3 9 0,-1-3-7 0,-3-2-1 16,9 3 3-16,-6-3 0 0,-3 0 1 0,0 0-3 16,11-2 3-16,-11 2 1 0,6-4 4 0,-4 2 2 15,-2 2 4-15,7-4 6 0,-6 0 3 0,-1 4 5 16,0-5 5-16,0 0 3 0,0 5-4 0,0-7 2 16,-1 3 1-16,-2-1 2 0,-1 0 4 0,4 1-3 15,0 4 1-15,-4-6-4 0,0 2-3 0,0 0-2 16,4 4 1-16,-3-5 1 0,2 2 11 0,1 3 6 0,-4-4 0 15,4 4 7-15,-4-5-6 0,4 5 2 0,0-3 8 16,0 3-17-16,5-5-11 0,-1 3-5 0,0-1-9 16,3 1-10-16,4-2-5 0,-3 2-7 15,3-1-5-15,0 0-6 0,1-1 3 0,3 2-7 0,-3-2 6 16,1 2 2-16,-3-1-2 0,4 1-2 0,-2-2 0 16,-1 2 1-16,0 0-8 0,0-1 23 0,0 1 1 15,-4 0-1-15,0-1 5 0,-1 2 2 0,1 1-8 16,-3-3 6-16,-4 3-6 0,8-1 2 0,-3-2-4 15,-5 3-4-15,5-2 2 0,-5 2-6 0,0 0 0 16,5-2-7-16,-5 2-8 0,0 0 2 0,0 0 3 16,0 0-2-16,0 0 3 0,0 0 2 0,-5 12 4 15,2-7-8-15,2 0 6 0,-2 2 0 0,3-1 3 16,0 1-4-16,-1 1 4 0,2 2 1 0,-1 1 0 16,2 0-1-16,-1-1 4 0,3 2 0 0,1-2-4 15,-3 2 4-15,5-2-2 0,-6-1 8 0,3 0-8 16,0-3 1-16,-2-2 0 0,0 3 2 0,0-3 4 15,0 1-2-15,-1 0-1 0,-1-5 2 0,0 4 10 0,0-4-4 16,0 0 5-16,0 0 1 0,0 0-4 16,0 0 3-16,-16-5 5 0,11 0 3 0,1 1-1 15,-1 2 2-15,0-2 1 0,1-1 6 0,1 1-4 16,-1 0 14-16,4 1-12 0,-2-4 5 0,2 3-2 0,2-1-9 16,0-1 2-16,2 2-1 0,4 0-8 0,1-4-5 15,2 5 0-15,4-2 1 0,-2 0-2 0,5-2-2 16,0 2-2-16,1 1 2 0,-1-1-3 15,1 1 0-15,-4 1 6 0,-1 2-6 0,-1-3 0 0,-1 2-1 16,-1-1-2-16,0 2 2 0,-5-1 0 0,-1 1 5 16,3 0-4-16,-8 1-4 0,6-1-3 0,-6 1-8 15,0 0 3-15,0 0 2 0,9 5-2 0,-9-5 0 16,-3 8 5-16,3-3-4 0,-1 0 4 0,-1 3 0 16,-1-2 0-16,1 4-2 0,2-2-6 0,-2 1-11 15,0 0-20-15,0 1-23 0,-1 2-11 0,0-3-23 16,0 4-32-16,1-1-58 0,-1-3-59 0,1 0-72 15,-4 0-177-15,3 1-539 0,2-2 238 0</inkml:trace>
  <inkml:trace contextRef="#ctx0" brushRef="#br0" timeOffset="62078.83">31051 6921 33 0,'0'0'394'0,"0"0"-11"16,0-6-8-16,0 6-7 0,0-7-18 0,0 7-29 15,0 0-30-15,0-3-33 0,0 3-30 0,0 0-31 16,0 0-22-16,0 0-21 0,0 0-13 16,0 0-13-16,-4 17-12 0,4-8-16 0,-3 2-6 0,3 0-8 15,0 3-14-15,-1 3 0 0,1-1-10 0,1-2-12 16,-1 3 1-16,0 0-9 0,0 1-2 0,-1-6-11 15,1 0-9-15,-1 1-13 0,-1-3-11 0,2 1-15 16,-3-4-9-16,5-1-17 0,-4 1-6 0,2-3-6 16,-2 1 7-16,0-3 10 0,2-2 3 0,0 0-11 15,0 0-15-15,0 0-6 0,0 0-14 0,0 0 0 16,7-14-13-16,-3 8-14 0,1-4-18 0,-3-2-18 16,8 0-12-16,-4-3-42 0,3-3-17 0,2-1-16 15,-1 2 9-15,0 1 27 0,-2-2 19 0,1 2 19 16,-4 5 32-16,0 0 31 0,-1 0 35 0,2 2 25 15,-5-1 13-15,2 2 31 0,2 2 10 0,-5 0 12 16,1 1 9-16,-1 0 9 0,0 0-3 0,2 2 3 16,-2 3-16-16,0-4-2 0,0 4-5 0,0-6-5 0,0 6 0 15,0 0-3-15,0-5-2 0,0 5 1 0,0 0 1 16,0 0 5-16,0 0 3 0,0 0 1 16,0 0 3-16,0 0 3 0,0 13-1 0,3-9 0 15,-2 1 1-15,2-1-4 0,-2 1-6 0,5-1 4 0,-4 2-5 16,4 1-2-16,0-1 0 0,1 2-2 0,-4-1-9 15,2-3-11-15,2 3-11 0,-3 0-14 0,2-3-3 16,-1 3-9-16,-1-1 4 0,0-1-5 16,-2 0-2-16,2-1 6 0,-3 1 6 0,2 1-3 0,-2-3 6 15,-1 0 5-15,0-3 5 0,0 7-1 0,0-7 0 16,0 7 8-16,-1-4-5 0,-2 0 1 0,0 1 4 16,-1-1 1-16,2-1-1 0,-3 4 4 0,4-5 1 15,1-1 3-15,-9 5-7 0,3-1 3 0,5-1 5 16,-5 0 2-16,2 1-6 0,4-4 0 0,-7 4 3 15,3-3 2-15,-1 3-2 0,5-4 4 0,-5 2 3 16,5-2 18-16,-2 3 14 0,2-3 15 0,0 0 7 16,0 0-6-16,0 0-7 0,0 0 2 0,0 0-7 15,0 0-4-15,4-13 3 0,-1 8-7 0,2-3-3 16,2 3-3-16,-4 0 1 0,5-5 7 0,-2 4-1 16,2-6 9-16,1 2 0 0,1-1-1 0,-2 3 9 15,3-3 18-15,-4 1 11 0,1 1 9 0,1 0 10 16,-3 1 5-16,-1 1 12 0,-1 2-3 0,0 1 7 15,2 0-10-15,-1 0-1 0,-2-1-13 0,-2 3-12 0,-1 2-10 16,6-3-19-16,-6 3-6 0,0 0-9 16,0 0 1-16,0 0-7 0,4 9-3 0,-6-3 2 15,5 2 2-15,-3-1-11 0,0 4-4 0,0-1 0 0,0 2-7 16,0 4 1-16,0-3-3 0,2 0-9 0,-1 4-2 16,0-6-16-16,2 1-8 0,0 1-15 0,1-5-16 15,-4 4-17-15,4-2-17 0,-3-1-31 0,3-1-39 16,-4-3-39-16,6 0-48 0,-2-2-59 0,0 0-182 15,2-1-528-15,-1-1 234 0</inkml:trace>
  <inkml:trace contextRef="#ctx0" brushRef="#br0" timeOffset="62547.56">31583 6931 40 0,'3'-3'320'0,"-3"3"-23"15,0 0-24-15,-2-4-26 0,2 4-26 0,0 0-20 16,0 0-19-16,0 0-8 0,0 0-12 0,0 13-7 16,-4-6-18-16,0-2-6 0,4 1-15 0,-1 5-12 15,-5-1-8-15,2 0-7 0,0 2-11 0,-1-1-7 16,0 2-9-16,-4 2-3 0,4-3-4 0,-2 0-7 16,1-1-4-16,0 1-4 0,0-1-4 0,-1-2-3 15,2-1-2-15,2-2-2 0,-2 1-7 0,1-2-2 0,-2-2-2 16,5 1 2-16,-3-1-1 0,4-3 0 15,-6 1-3-15,6-1 1 0,0 0-2 0,0 0-3 16,-4-9 2-16,4 9-2 0,4-12-2 0,-1 6-1 0,3-2-3 16,-1-4 7-16,-1 1-5 0,7-5-4 0,-3-1 0 15,2 2 2-15,0-1-3 0,-3 5 1 0,0-1 10 16,4 1 16-16,-6 1 9 0,4 0 27 16,-2-1 23-16,-1 3 7 0,1 1 0 0,-3 2 3 0,-1-1 1 15,2 0 2-15,-3 2-9 0,0 2-12 0,1-2-7 16,-3 4-13-16,3-4-13 0,-3 4-4 0,0 0-9 15,0 0-11-15,0 0 8 0,9 10-2 0,-6 1-3 16,-2-4-7-16,3 3-1 0,-1 1-2 0,-1 0 3 16,2 2-14-16,-2 1 9 0,3 3-1 0,1 0-9 15,-2-5-3-15,-2 1-16 0,3 1-18 0,-1-3-21 16,0 0-32-16,1 0-24 0,1 0-11 0,-3-5-30 16,-2 1-26-16,1-2-26 0,2 0-23 0,-2-2-28 15,0-1-54-15,-2-2-272 0,0 0-628 0,0 0 278 16</inkml:trace>
  <inkml:trace contextRef="#ctx0" brushRef="#br0" timeOffset="62735.05">31542 7060 100 0,'0'0'178'0,"0"0"2"0,0 0 12 16,0 0 4-16,0 0-2 0,0 0-3 0,4 8-2 15,-4-8-2-15,10 8-7 0,-8-5-19 0,5 1-15 16,2 1-13-16,1-4-12 0,3 4-14 0,0-2-9 0,2 0-9 15,5 1-19-15,-2 0-30 0,-3-3-37 0,3 0-53 16,1-1-49-16,-1-1-61 0,-1-1-61 16,4-1-151-16,-5-2-401 0,0-2 179 0</inkml:trace>
  <inkml:trace contextRef="#ctx0" brushRef="#br0" timeOffset="62969.42">31928 6907 2 0,'0'0'254'0,"0"0"-16"16,-4-2-18-16,4 2-19 0,0 0 0 0,0 0-5 16,0 0-6-16,-12 6-6 0,12-2-19 0,-4 0-11 15,3 3-10-15,-3 0-11 0,1 0-13 0,1 2-7 16,1 1-9-16,-2 1-12 0,3 1-7 0,-5 0-8 16,2 1-4-16,3 2-8 0,-4 2-10 0,4-4-2 15,-2 1 0-15,0 3-7 0,-1-5-9 0,2 0-21 16,-2-2-27-16,1 1-31 0,-1-1-49 0,1 1-62 15,2-5-63-15,-2 1-244 0,-1-2-498 0,3-1 221 16</inkml:trace>
  <inkml:trace contextRef="#ctx0" brushRef="#br0" timeOffset="64065.35">31886 6939 2 0,'0'0'345'0,"3"-5"8"0,1 2 0 16,-4 3 0-16,1-3-9 0,2-1-21 0,-3 4-19 15,1-5-29-15,-1 5-17 0,3-2-33 0,-3 2-15 16,0 0-25-16,6-2-16 0,-6 2-19 0,0 0-13 15,0 0-18-15,11 6-15 0,-5-1-6 0,2 3-14 16,-3 0-4-16,1 2-15 0,0-2-3 0,-2 5-6 0,3-1-9 16,-2 4-2-16,-1-3-7 0,0 4-2 15,-1-3-4-15,0 2-7 0,-2-4-12 0,-2 3-9 16,1-3-14-16,-1 0-12 0,-4 0-17 0,-1-1-20 0,1-1-22 16,-1 0-12-16,-4-2-19 0,-4 0-13 0,2-2-17 15,-7 2-20-15,2-3-27 0,2 0-39 0,-7-1-45 16,2-1-34-16,-1-1-202 0,-1 1-552 15,2 0 245-15</inkml:trace>
  <inkml:trace contextRef="#ctx0" brushRef="#br0" timeOffset="65912.22">30951 7000 333 0,'0'0'346'0,"0"0"0"15,-7 0-8-15,7 0-16 0,0 0-36 0,0 0-17 16,0 0-34-16,28-2-14 0,-9 2-20 0,3 1-18 16,8 0-15-16,5 2-6 0,1 0-8 0,4-2-7 15,-1 1-23-15,4 0-3 0,10 0-14 0,-9 1-4 16,-4-3-20-16,0 1 0 0,0-1-3 0,-4 0-15 15,2-1-7-15,-8-2-4 0,-7 2 0 0,2-2-9 16,-5 1-3-16,0-1-14 0,-2 0 4 0,-7 3 1 16,1-2-11-16,-5 1-13 0,1-1-37 0,-1 1-37 15,-2 0-44-15,-5 1-34 0,0 0-45 0,9 0-31 16,-9 0-29-16,0 0-39 0,-2 5-44 0,2-5-209 16,0 0-584-16,-9 10 259 0</inkml:trace>
  <inkml:trace contextRef="#ctx0" brushRef="#br0" timeOffset="66537.28">31072 7084 211 0,'5'-3'371'0,"2"-1"-12"0,6 0-21 15,1 1-20-15,8 1-23 0,8 0-25 0,2 1-17 16,4-1-22-16,2 2-26 0,1 2-15 15,3 0-24-15,13 1-9 0,0 0-16 0,-12 2-11 0,10 1-15 16,-15-2-11-16,1 2-11 0,-3-3-3 0,-1 3-19 16,0-1 2-16,-2-1-14 0,-10-2-5 0,-1 1 11 15,-2 0-18-15,-6-1-12 0,1 0-20 0,-3 0-42 16,-6-2-41-16,3 1-53 0,-4-1-54 0,-5 0-53 16,5 3-53-16,-5-3-63 0,0 0-192 0,0 0-579 15,-21 2 256-15</inkml:trace>
  <inkml:trace contextRef="#ctx0" brushRef="#br0" timeOffset="67193.5">31149 7351 45 0,'-4'6'192'15,"1"-3"-2"-15,2 5-18 0,-2-4-6 0,-1 1-8 16,0 4-18-16,-2-2-14 0,1 6-9 0,-3-2-15 16,0 2-6-16,0 4-8 0,-2 1-12 0,3-1-6 15,-4 1-4-15,5-2-5 0,-4 0-5 0,3 0-10 16,2 1-5-16,-1-7-2 0,0 3-6 0,2-1-2 16,-5-4-5-16,5 2 1 0,0-3-5 0,1-1-1 15,-1-2-1-15,1 2 3 0,1-1 13 0,-1-4 46 16,3-1 19-16,0 0-4 0,0 0-10 0,0 0-12 15,0 0-2-15,8-12-5 0,-2 2-3 0,-1 0-4 16,2-2-5-16,5-3-5 0,-1-4-3 0,0 1-4 16,5-5-7-16,1 0 3 0,-2 0-6 0,0 0 2 0,1 1-13 15,-4 6 7-15,2-1 12 0,-3 0 13 0,0-1 14 16,-1 4 6-16,-3 3 17 0,3-1 4 16,-5 3-3-16,3-3 2 0,-4 6 9 0,1-1-9 0,-1 4-6 15,0-2-6-15,-3 1-12 0,3 0-13 0,1 0-9 16,-2 1-10-16,-3 3-8 0,0 0 0 0,0 0-3 15,7 8-6-15,-4-1 13 0,-2 0-14 0,3 2-4 16,1 4-5-16,-1 4-1 0,-2-4 1 0,2 6 0 16,2 0 2-16,-2 0-4 0,1-1-4 0,-2 1 2 15,1 2-2-15,-2-2 2 0,-2 0-5 0,1-1-20 16,0-1-15-16,2-3-20 0,-6-1-10 0,3-5-25 16,-2 4-16-16,0-4-15 0,-2 3-10 0,1-6-9 15,-1 4-6-15,1-5-19 0,-1 1-31 0,-4-1-27 16,8-1-41-16,0-3-38 0,-6 1-180 0,6-1-519 15,-5 3 230-15</inkml:trace>
  <inkml:trace contextRef="#ctx0" brushRef="#br0" timeOffset="67412.24">31140 7551 52 0,'-5'-1'245'0,"0"-2"3"0,1-2 5 0,2 3 0 16,2 2-4-16,-9-3-12 0,9 3-9 0,-4-3-5 15,4 3-15-15,-3-4-7 0,3 4-20 0,0 0-17 16,0 0-18-16,0 0-16 0,14-2-14 0,-7 1-15 16,2-1-27-16,2 2-23 0,4 0-19 0,0-1-26 15,4 1-28-15,-3 0-32 0,3-1-37 0,2-2-44 16,-3 2-45-16,3 0-47 0,-2-3-222 0,-1-1-485 16,2-2 215-16</inkml:trace>
  <inkml:trace contextRef="#ctx0" brushRef="#br0" timeOffset="67849.73">31500 7375 88 0,'1'-3'229'16,"-2"-1"10"-16,1-1 4 0,1 1 12 0,1-1 3 15,-1 1-2-15,-1 4 3 0,0-4 8 0,0 4-27 16,0 0-12-16,1-6-8 0,-1 6-28 16,0 0-16-16,0 0-19 0,0-4-24 0,0 4-14 0,0 0-15 15,0 0-11-15,0 0-15 0,0 0-1 0,-2 16 2 16,0-8-12-16,1 0-14 0,-5 2 9 0,4 2-25 15,-1 2 0-15,-1 1-17 0,0 3 15 0,0-4-10 16,-2 4-1-16,2-1 1 0,-3-2-8 0,2-2 4 16,3 0-4-16,-1-2-9 0,-1 1-8 0,1-3-1 15,1-2-5-15,-2-2 4 0,4 1 0 0,-1 0 2 16,-2-2-1-16,3-4 6 0,0 3 5 0,0-3-3 16,0 0-4-16,0 0 6 0,0 0-1 0,13-2-6 15,-13 2 5-15,14-2-9 0,-7-2 8 0,0-1-2 0,4 0-3 16,3 2 1-16,-3 0 3 0,2 0 1 15,-1-2 2-15,-5 1-3 0,8 2-1 0,-4 2 0 16,1-2 6-16,-5 0-1 0,-2 2-12 0,-5 0 7 0,14 0-1 16,-6 2-4-16,-4-1-5 0,0 1 7 0,0 4-9 15,-1 0 1-15,1-2-6 0,-2 2 4 16,-2 2 2-16,0-2 4 0,-2 4 4 0,0-2-4 0,0 3-6 16,-3-3-3-16,-1-1-15 0,-2 1-12 0,0-1-18 15,-2 1-8-15,1-2-17 0,-2-1-15 0,0 0-17 16,-1 0-26-16,1-2-24 0,0 0-40 0,0-2-37 15,3-1-48-15,-1 0-203 0,-1-1-532 0,10 1 236 16</inkml:trace>
  <inkml:trace contextRef="#ctx0" brushRef="#br0" timeOffset="68380.96">31884 7426 33 0,'0'-9'342'16,"-2"6"29"-16,2 3 17 0,0-5 15 0,-2 2-13 0,2 3-13 15,0 0-26-15,0-5-36 0,0 5-30 0,-2-5-32 16,2 5-25-16,0 0-29 0,0 0-27 16,0 0-15-16,0 0-18 0,0 0-12 0,-4 12-12 15,1-8-10-15,2 8-11 0,0-1-9 0,-2 0-9 0,1 2-7 16,-3 1-3-16,5 4-7 0,0-2-13 0,-4-3-12 15,1 4-23-15,1-1-28 0,0-1-42 0,-1-2-40 16,1-2-28-16,-1 2-33 0,0-3-28 0,0-1-27 16,-1-2-39-16,1 0-42 0,1-3-56 0,-2 0-236 15,1-3-636-15,3-1 282 0</inkml:trace>
  <inkml:trace contextRef="#ctx0" brushRef="#br0" timeOffset="68646.58">31882 7377 324 0,'0'0'323'0,"2"-4"-12"15,-2 4-17-15,2-3-25 0,-2 3-23 0,0 0-1 16,0 0-14-16,0 0-9 0,14 7-23 0,-7-3-17 16,-2 2-13-16,1-1-6 0,4 4-5 0,-3-1-12 15,3 4-18-15,-2-4-6 0,4 6-11 0,-1 0-12 16,-2 2-13-16,0-5-10 0,-4 2-9 0,2-1-3 15,-1-1-13-15,-1 2-5 0,-3 1 0 0,1-2-1 0,-6-1-10 16,2 3-5-16,-7-3 2 0,0 2 1 16,-4 2-11-16,-3-4-13 0,-2-1-24 0,-3-1-39 15,0-1-32-15,-5 1-35 0,2-1-31 0,3-2-37 0,0-1-48 16,1 0-46-16,-1 1-56 0,6-4-179 0,0 2-562 16,4-2 249-16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09:58:47.8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12726 1159 119 0,'7'-12'145'0,"0"-5"9"0,4 0 7 0,-3 2-5 15,-4-2 9-15,4-1 4 0,-3 1 12 0,1-2 4 16,-2 4 10-16,-1 2 21 0,0 0 1 0,-2-1 3 16,0 1 4-16,2 0 7 0,-1 1-15 0,0 4-11 15,-1-1-25-15,1 2-8 0,-2 2-22 0,1 0-19 16,-1 2-15-16,0 3-14 0,3-6-12 0,-2 2-6 15,-1 4-42-15,0 0 14 0,4 13 2 0,-4-2-9 16,2 5-4-16,0 3 2 0,1 9-12 0,-3-8-1 16,4 10-3-16,-4 0-1 0,0 2-3 0,2 0-3 15,-2 3-4-15,-2-2-9 0,2 1 5 0,0-1 3 16,-4 0 1-16,3-2 1 0,-2-3-8 0,-1 0-2 16,1-8 5-16,-1 1-4 0,0 6-2 0,0-8 6 15,-1-1-16-15,-1-1 12 0,2-3-4 0,1-2-6 16,0 0 11-16,-2 0-7 0,5-4-1 0,-3 0 1 15,-2-1 3-15,4-2 32 0,1 0-1 0,0-1 35 16,0-4 14-16,-2 6 19 0,2-6 8 0,3 4 6 16,-3-4-4-16,4 4-5 0,-4-4-15 0,0 0-9 15,0 0-12-15,22-9-8 0,-7 5-10 0,1-1-30 16,7 0-48-16,7-3 1 0,0 3-27 0,1 1-27 16,2-1-35-16,-2 1-43 0,2 1-53 0,-2-2-40 15,-2 3-43-15,-6 0-68 0,7 0-74 0,-10-2-277 16,1 2-763-16,-3-2 338 0</inkml:trace>
  <inkml:trace contextRef="#ctx0" brushRef="#br0" timeOffset="921.8">13326 1364 100 0,'0'0'334'0,"0"0"-31"0,0 0-28 0,0 0-37 15,0 0-24-15,0 0-23 0,0 0-26 0,0 0-10 16,0 0-24-16,-4 11-13 0,4-6-9 0,-8 3-13 16,8 0-11-16,1 1-3 0,2 1-8 0,-3 2-9 0,1 0-2 15,3-1-10-15,0 2-1 0,2-2-7 16,-3 1-4-16,3 0-4 0,5-1-3 0,-5-1-1 16,2 0-1-16,0 0-2 0,3-3-1 0,-6-1-3 15,6 0-4-15,-4-1 0 0,1-4-1 0,-1 1 2 16,1-2-4-16,-8 0 2 0,12-3-2 0,-6-2-3 0,-2 2-2 15,0-2-3-15,-3-3 3 0,2-1 1 0,-3-1-3 16,-3 0-1-16,-1 0-2 0,0-2 1 16,-3 0 0-16,2 1 3 0,1 2 1 0,0-1 8 15,-3 0-8-15,0 2-3 0,1-2-1 0,1 5-1 16,1-1-2-16,1 1 0 0,-1 2-3 0,2-1-5 0,0 2-17 16,-2-2-14-16,4 4-16 0,-4-4-1 0,4 4 2 15,0 0 1-15,0 0 7 0,0 0 0 16,0 0 4-16,19 3 3 0,-5-3 3 0,-2 1 0 15,4-1 2-15,3 1-3 0,2-3 5 0,-1 2 2 0,2 0 1 16,-2-1-1-16,-2-1 6 0,2 1-3 0,-5-1 2 16,-2 2 4-16,-2 0 0 0,2-3 1 0,-7 1 2 15,2 2 2-15,-3 0 1 0,-5 0 0 0,11 0-4 16,-11 0 4-16,0 0-1 0,8 0 1 16,-8 0-1-16,8 6 1 0,-5-4-4 0,2 2 6 0,-1 1-1 15,-2 0 2-15,2 1 1 0,0 4 1 0,-1-2-2 16,1 0 4-16,-1 4-1 0,1-4 0 0,1 3 4 15,-1-1-2-15,0 0 2 0,0 1-2 0,-1-2-2 16,-3 1-1-16,0-2 1 0,0-2 1 0,0 0 0 16,-1 1 6-16,-2-1-6 0,-1-2 1 0,-3 1 0 15,-1-1 0-15,1 0 2 0,-4 0-1 0,-1-2 3 16,1 0 3-16,2-1 13 0,-1-1 11 0,2 0 17 16,8 0-1-16,-11-4 1 0,4 2-3 0,3-1-6 15,3-2-2-15,1 5-3 0,8-10-5 0,-3 2-4 16,8 0-5-16,3 0-4 0,2-4 1 0,2 3-1 15,10-4-4-15,-3 0 0 0,-8 3-1 0,10 0-2 16,-9 0-3-16,3 2 2 0,-5-2-3 0,2 3 0 16,-6 2-3-16,-2-3 5 0,-1 5 2 0,0-3-4 15,-6 2 1-15,1 2-4 0,-2-1-4 0,0 1 4 16,0 1-4-16,-4 1-5 0,4-3-1 0,-4 3 0 16,0 0-1-16,0 0 5 0,0 0-5 0,0 0 3 15,-6 11 0-15,0-5-2 0,5-4 3 0,-5 3-1 16,2 0-2-16,1 0 2 0,-2 3 0 0,5 0 0 15,0 0 1-15,0 1 3 0,0 0 0 0,7-2 1 16,-5 3 2-16,3 0-3 0,3-1 2 0,1 1 0 16,1-2 1-16,-1 2 6 0,2-2-6 0,1-1 1 15,-2 2-1-15,2-3-1 0,-6 0 0 0,0-1 1 16,1-2 1-16,-1 1-1 0,-2 0 0 0,-2-1 2 16,0 1 3-16,-1-2-4 0,-1-2 2 0,-8 4 3 15,1-2-1-15,-5 1-2 0,-3-1 2 0,-3 1-2 16,-2-3-3-16,0 3-7 0,0-4-15 0,-3 1-21 15,4 0-24-15,3-2-31 0,1 2-51 0,3-3-55 16,-1 2-63-16,4 1-142 0,2-2-441 0,6-1 196 16</inkml:trace>
  <inkml:trace contextRef="#ctx0" brushRef="#br0" timeOffset="1437.39">14653 1195 198 0,'0'-5'345'0,"0"1"-31"0,0 4-37 0,2-7-30 16,-2 7-35-16,0 0-23 0,0 0-20 0,0 0-17 16,0 0-14-16,1 17-12 0,-1-6-14 0,4 1-11 15,-4 6-10-15,2 0-9 0,2 3-9 0,-3-1-4 16,5 1-7-16,0 5-6 0,-2-7-6 0,-2 2-5 15,2-2-2-15,0 3 1 0,0-1-4 0,-1-3-10 16,-2-6-18-16,1 1-21 0,0 0-22 0,2-4-28 16,-4-2-22-16,0 2-8 0,0-5-16 0,0-1-62 15,0-3-65-15,0 0-186 0,0 0-452 0,0 0 201 16</inkml:trace>
  <inkml:trace contextRef="#ctx0" brushRef="#br0" timeOffset="1640.5">14640 1162 89 0,'1'-4'250'0,"3"0"-19"0,-4 0-22 0,0 4-25 16,4-3-18-16,-4 3-15 0,0 0-16 0,0 0-16 15,11 6-6-15,-7-2-12 0,2 1-14 0,3 1-5 16,-2 4-8-16,0 1-10 0,3 2-2 0,0 3-8 16,0-1-3-16,5 2-1 0,-3 0-7 0,3-1-3 15,1 6 5-15,-2-7-51 0,-3-2-42 0,3 3-52 16,3-5-57-16,-3 1-192 0,-4-4-376 0,0-1 166 15</inkml:trace>
  <inkml:trace contextRef="#ctx0" brushRef="#br0" timeOffset="1999.84">15016 1313 174 0,'0'-6'247'0,"0"3"-26"0,0 3-22 0,0 0-30 15,0 0-16-15,0 0-15 0,0 0-12 0,0 0-10 16,-20 11-16-16,15-7-11 0,-6 5-7 0,3-1-10 15,-2 2 0-15,2 0-12 0,-1 2-6 0,-2 0-1 16,2-1-6-16,2-1-6 0,-2-1-5 0,1 0-2 16,2-1-5-16,0-2 1 0,2 0-2 0,1-1-1 15,2-2 6-15,-2 0 12 0,3-3-7 0,0 0-4 16,0 0-4-16,5-11-3 0,1 4 1 0,0-6-6 16,3-2-2-16,0-4-5 0,8-7 0 0,-4 0 0 15,2-2-6-15,-3-3 4 0,-1 6-4 0,4 0 0 16,-4 1 21-16,-3 7 26 0,-1-1 23 0,1 7 24 15,-4-1 17-15,3 2 16 0,-3 4-7 0,0-1-2 16,-2 0-33-16,0 2-1 0,-2 2-13 0,0 3-6 16,6-4-16-16,-6 4-9 0,0 0-6 0,5 12 1 15,-2-1-8-15,-6 1-5 0,7 7-3 0,4 6 5 16,-5-3-8-16,1 5-2 0,6 4 4 0,-3-3 1 16,1 3-14-16,1-3-34 0,0-1-7 0,-1 0-28 15,-2-1-23-15,1-6-25 0,0 1-35 0,-3-5-43 16,-1-3-48-16,2-1-60 0,3-3-245 0,-6 0-577 15,0-5 255-15</inkml:trace>
  <inkml:trace contextRef="#ctx0" brushRef="#br0" timeOffset="2202.94">15295 1387 216 0,'3'-5'254'0,"-3"5"-21"0,0 0-24 0,0 0-23 16,0 0-22-16,0 0-19 0,0 0-15 0,0 0-12 15,0 0-10-15,10 10-10 0,-9-5-11 0,-1 0-7 16,3 2-7-16,-2-1-9 0,5 5-1 0,-5-3-8 16,3 0-1-16,0 0-6 0,-1 1-5 0,-2-3-5 15,6 2-24-15,-1 1-56 0,-4-3-46 0,5-2-72 16,-2 0-205-16,1-3-396 0,-1-1 175 0</inkml:trace>
  <inkml:trace contextRef="#ctx0" brushRef="#br0" timeOffset="2577.92">15510 1351 62 0,'0'0'209'0,"0"0"-22"15,0 0-19-15,0 0-15 0,0 0-26 0,0 0-11 16,0 0-13-16,0 0-9 0,6 16-7 0,-4-11-6 16,0 2-7-16,-1 0-4 0,3 4-9 0,2-2-5 15,-2 4-4-15,1-4-6 0,-1 2-4 0,3-1-3 16,-3 2-4-16,2-5-2 0,-2 4-2 0,1-4-2 15,-1 2-2-15,-4-5-3 0,4 3 2 0,-1-3-1 16,-2 0 1-16,2-2 4 0,-3-2 5 0,6 1-4 16,-6-1-3-16,0 0 6 0,10-8 6 0,-8 4 16 0,0-2-1 15,3 2 13-15,0-5 8 0,-2 3 15 16,1 0 7-16,5-1 9 0,-5 0 11 0,1-1 5 16,0 2-7-16,-1 2 5 0,0-2-14 0,0 1-5 15,3 2-23-15,-3 1 4 0,-3-3-10 0,-1 5-12 16,6-2 18-16,-2 1-32 0,-4 1-9 0,0 0-3 0,13 6-6 15,-6-3 4-15,-3 1-7 0,2 2-6 16,1 1-5-16,-2-1 6 0,5 5-7 0,-5-3-8 16,1 5-30-16,2-5-23 0,-2 0-23 0,1 3-21 15,-1-1-48-15,-2-5-40 0,0 0-44 0,2-1-47 16,-3 0-253-16,0-2-566 0,-3-2 250 0</inkml:trace>
  <inkml:trace contextRef="#ctx0" brushRef="#br0" timeOffset="2796.74">15929 1402 15 0,'5'-2'255'0,"-5"2"-22"0,0 0-24 0,0 0-25 15,0 0-19-15,0 0-12 0,2 8-19 16,-2-8-6-16,-4 7-10 0,4-2-12 0,0 2-7 16,0 0-10-16,0 3-8 0,0-2-1 0,0 5-13 15,0-3-8-15,2 1-2 0,0 1-7 0,-2 0 0 16,7-1-6-16,-6 0-5 0,3-1 1 0,0-1-3 0,-1-4-9 15,3 5-32-15,-5-5-46 0,3-1-63 0,1 0-70 16,2-3-179-16,-7-1-392 0,0 0 173 16</inkml:trace>
  <inkml:trace contextRef="#ctx0" brushRef="#br0" timeOffset="3343.57">16089 1353 53 0,'0'0'251'0,"0"0"-22"0,0 0-22 0,0 0-21 16,0 0-23-16,0 0-20 0,0 0-12 0,0 0-13 16,0 0-13-16,0 0-8 0,5 15-11 0,-5-10-9 0,4 0-1 15,-1 4-10-15,-1-1-7 0,1 1-5 16,1-2-7-16,0 2-2 0,-1 0-1 0,0-1-9 16,2 1 1-16,-1-3-2 0,-2 2-8 0,2-1 2 15,0-4-5-15,-1 4-12 0,1-4-4 0,-3 0-6 0,-1-3-2 16,7 3-8-16,-2-3-10 0,-5 0 3 0,0 0 3 15,14-3 1-15,-9-2-2 0,-2 1 2 16,5-2-2-16,-4 2 8 0,0-1 8 0,4-4-1 16,-1 3 21-16,-3-1 11 0,2 2 11 0,-1 0 15 15,-2 2 3-15,1-3 8 0,-1 3-3 0,0 1-1 0,1-2-9 16,-4 4-6-16,2-4-7 0,-2 4-8 0,3-4-9 16,-3 4-3-16,0 0 0 0,0 0-3 0,0 0-4 15,8 9 0-15,-7-4-2 0,1-1-1 16,-1 3-1-16,1-2-2 0,0 1 1 0,-2 1-4 15,3-4 0-15,-2 6 0 0,1-4 0 0,1 1-3 0,0 1 3 16,0-3-3-16,0 0-2 0,-2-1 3 0,-1-3-2 16,6 5 1-16,-4-5 0 0,-2 0 1 0,0 0-4 15,10-4 2-15,-6 1-2 0,0-2 1 16,0 1 0-16,-1-2 1 0,2 1 3 0,-2-2 5 16,1 0 20-16,3 0 10 0,0-2 15 0,-3 2 9 0,1-3 18 15,1 4-6-15,-1 0-4 0,3-2-5 0,-4 3-6 16,-1 1-5-16,4-1-9 0,-6 0-4 0,3 1-6 15,-1 2-6-15,1-1-2 0,-4 3-10 16,0 0 1-16,11 0-8 0,-11 0 3 0,4 5-19 0,2-1 4 16,-2 1 7-16,1 0 3 0,-1 1 1 0,3 3-37 15,-2 0-21-15,2 0-14 0,0 0-18 0,1-1-29 16,2 2-32-16,-6-3-46 0,3-1-50 0,-2-1-48 16,3-1-223-16,-2 1-546 0,-1-2 242 15</inkml:trace>
  <inkml:trace contextRef="#ctx0" brushRef="#br0" timeOffset="3546.68">16660 1406 114 0,'0'0'184'0,"0"0"-15"0,0 0-7 0,0 0-1 16,8 8-9-16,-8-3-13 0,1 0-14 0,-1 0-10 15,3 0-13-15,-3 3-5 0,4 0-13 0,-4 1-9 16,5-1 0-16,-2 3-7 0,1 1-8 0,0-4-8 15,-4 0-2-15,7 2-2 0,-4-3-5 16,-2 0-30-16,2 1-54 0,1-2-56 0,0-3-66 0,-1 1-136 16,-3-4-321-16,4 4 142 0</inkml:trace>
  <inkml:trace contextRef="#ctx0" brushRef="#br0" timeOffset="4390.37">16820 1330 221 0,'-1'-7'260'0,"1"7"-15"16,1-4-22-16,-1 4-20 0,0 0-21 0,-3-4-22 15,3 4-14-15,0 0-19 0,0 0-15 16,0 0-7-16,0 0-14 0,0 0-8 0,0 0-9 0,0 0-6 16,6 12-3-16,-2-7-8 0,3 0-4 0,-2 0-6 15,3 3-7-15,5-2 1 0,-4 4-6 0,2-3-6 16,-1 3-1-16,0-1-3 0,1 0-3 0,0 4 1 15,0-3-7-15,-5-3-2 0,3 3-3 16,-5-1-3-16,0 0 3 0,2 0-2 0,-2 2-2 0,-3-2-3 16,-1 2 0-16,0 0 0 0,3 2 0 0,-6-1-2 15,3 0-1-15,0 1 1 0,-4 2 1 0,1 3 0 16,2-1-3-16,2 3 1 0,-5 1 7 0,7 1-5 16,1-2 0-16,-3 7-1 0,2-1 0 15,8 0 5-15,-2 4-4 0,-2-2 3 0,1 0-4 0,3 0 2 16,0-2-2-16,-1 0 4 0,-6 2-3 0,1-8 4 15,3 0-4-15,-1-2-1 0,-3 1 1 0,-1-3-2 16,1-4 2-16,-2-2 0 0,-1-2 5 0,-1 0 18 16,3-1 25-16,-6-3 27 0,2 1 50 15,1-5 26-15,-9 5 4 0,-3-5 5 0,12 0-4 0,-22-6-13 16,3 1-14-16,1-8-6 0,-7-2-33 0,2-2 2 16,-2-1-4-16,6-1-17 0,-1 0-2 0,-3-4-4 15,6 1-15-15,5 4-20 0,1-12-41 0,3 3-21 16,5-4-57-16,4-1-32 0,9-1-33 0,6 4-35 15,4 2-16-15,7 1-10 0,-2 4 4 0,5-1-16 16,3 0 7-16,0 5 18 0,2-5 6 0,-1 4 14 16,4 3 16-16,-3 0 14 0,-3 1 22 0,-4 3 11 15,-3 0 8-15,-6 1 23 0,-2 4 27 0,-6-1 31 16,-1 0 18-16,1 0 26 0,-4 2 0 0,-2-1 4 16,-4 0-3-16,2 5 1 0,-3-4-8 0,-4-1 3 15,4 3-3-15,-7 2 1 0,2-3-5 0,-6 0 0 16,0 5 4-16,-2-1-8 0,2 0 3 0,-2 3-3 15,1 1 3-15,0-1-3 0,-3 3 2 0,4-3-2 16,0 3-3-16,-1 1 1 0,7 0-1 0,-4-4 3 16,5 3 0-16,0 3 1 0,-2-3-4 0,4-1 3 15,-1 1 6-15,3 1 0 0,0-1-4 0,0-2 5 16,3 0-1-16,5 2-2 0,-4-4 9 0,4 1-4 16,5 3-4-16,-3-4-5 0,0-1 1 0,1 0 1 15,2-2 0-15,-2-2-2 0,1 3 8 0,0-1-8 16,-3-1 11-16,-2 1 30 0,1-1 7 0,0 0 22 15,-2 0 19-15,-1 0 8 0,-1-1 2 0,-1 2 16 16,1-2 6-16,-1 2-14 0,-3 2-9 0,5-3-4 16,-5 3-13-16,1-4-12 0,-1 4-10 0,0 0-8 15,3-3-11-15,-3 3 0 0,0 0-8 0,0 0-4 16,0 0-7-16,0 0-3 0,0 0-1 0,2 10-4 0,0-7-7 16,1 2-4-16,1-1-7 0,1 2-4 0,-1-1-8 15,6 0-18-15,-2-1-31 0,4 1-31 16,1 0-41-16,-1-3-45 0,2 1-46 0,-1-2-38 15,5 0-178-15,-4-2-480 0,0-1 213 0</inkml:trace>
  <inkml:trace contextRef="#ctx0" brushRef="#br0" timeOffset="4655.97">17637 930 205 0,'0'-4'352'16,"3"1"-38"-16,-3 3-33 0,-1-5-28 0,1 5-35 0,0 0-21 16,0 0-22-16,0 0-22 0,0 0-15 0,0 0-10 15,5 22-17-15,-2-11-10 0,3 5-8 0,-1 4-11 16,3 1-12-16,-4 7 1 0,3 3-11 0,-1-2-2 16,-1 2-4-16,2 2-7 0,-3 1-6 15,1-5 3-15,-2 2-4 0,1 1-7 0,2-5-3 0,-4-2 0 16,0 3-4-16,-1-11-21 0,-1 1-34 0,0 0-31 15,4-5-38-15,-7 0-34 0,2-2-25 0,1-3-43 16,-1-4-28-16,1 2-190 0,-4-2-452 0,-2-3 199 16</inkml:trace>
  <inkml:trace contextRef="#ctx0" brushRef="#br0" timeOffset="4937.2">17666 1274 204 0,'0'-8'277'0,"-1"0"2"16,-1 1 2-16,0-1 0 0,2 2 1 0,0 1-7 15,0 0 0-15,0 0-17 0,0 5-16 0,0-7-23 16,2 4-12-16,-2 3-23 0,0-7-16 0,0 7-21 16,3-3-19-16,-3 3-6 0,0 0-24 0,10-1-6 15,-10 1-7-15,16 6-10 0,-8-2-10 0,2 0-7 16,2 3-7-16,7 2-6 0,-3 0-3 0,-5-1-16 16,4 2-12-16,4 0-1 0,-3 3-19 0,-2 0-12 15,-6-5-11-15,10 5-19 0,-10-2 11 0,0-2-3 16,3-1-14-16,-3 4-3 0,-1-1-11 0,-1-2-7 15,-5 1-8-15,6 0-7 0,-5-3-15 0,-2 0 0 16,-1 3-8-16,-2-3-14 0,-2-1-17 0,4-1-9 16,-5 4-18-16,2-5-34 0,0 2-24 0,0-3-20 15,1 2-133-15,0-2-412 0,3-3 182 0</inkml:trace>
  <inkml:trace contextRef="#ctx0" brushRef="#br0" timeOffset="5531.07">18084 1350 129 0,'0'0'206'0,"0"0"-17"0,1-2-21 0,-1 2-16 16,0 0-20-16,0 0-11 0,0 0-13 0,0 0-9 0,2 9-7 16,-2-4-8-16,4 0-10 0,-3 0-5 0,3 1-8 15,-1 1-4-15,-1 0-4 0,5 1-2 16,-3-2-7-16,2 3-4 0,-1-3-5 0,2 0 0 15,-3 0-4-15,0 0-4 0,2 0 0 0,-2-4 5 0,0 1-9 16,1-1 4-16,-5-2-2 0,4 4 1 0,-4-4-5 16,0 0 5-16,7-6-4 0,-4 2-2 15,-2 0 1-15,1-2 3 0,0-2 0 0,-2 0-2 16,0-1 5-16,0 2-2 0,0-4 8 0,0 1 5 0,3 0 4 16,-3-1 6-16,3 0 5 0,-5 3-3 0,4 1 1 15,-2-3-2-15,0 4-2 0,3 0-5 0,-3 0-4 16,3 5-2-16,-3 1-11 0,3-7-4 0,-3 4-2 15,0 3-4-15,0 0 0 0,0 0-3 0,0 0-1 16,12 8-1-16,-9-5-3 0,1 4 0 0,4 3-3 16,-5-4 2-16,5 4 2 0,-4 0-2 0,6 0-1 15,-5 0-2-15,6-2-1 0,-4 1 4 0,1 1-1 16,0 2-4-16,0-6 2 0,-5-1 1 0,4 2 1 16,-3-2 0-16,0-2 3 0,0 2 1 0,0-2 0 15,-4-3-1-15,8 1 8 0,-8-1 7 0,7-4 8 16,-1 0 12-16,-2 0-3 0,0-2 1 0,0-1 10 15,1 1 6-15,1-3-4 0,-2 0 19 0,0 3 6 16,1-2-10-16,1-1 7 0,-1 0 0 0,-1 2 10 16,1 1-4-16,-3 1-1 0,1 0-13 0,2 1-6 15,-1-1 0-15,-2 3-11 0,2-2-14 0,-4 4-7 16,4-1-8-16,-4 1-1 0,0 0 0 0,12 3-7 16,-4 0 5-16,-4 2-7 0,1-2-4 0,1 6-14 15,1-2-20-15,0-1-4 0,-2 2-28 0,-1 0 0 16,1-2-22-16,4 3-16 0,-5 0-14 0,6-2-23 15,-5 0-47-15,1 4-62 0,-1-8-40 0,-1 1-265 16,1 2-593-16,-2-6 263 0</inkml:trace>
  <inkml:trace contextRef="#ctx0" brushRef="#br0" timeOffset="5687.31">18198 1024 201 0,'-18'-7'208'0,"2"2"-21"16,-6-1-18-16,-1 2-22 0,3 0-32 0,-9 3-61 0,0-3-74 15,-2 4-158-15,1 1-191 0,-4 0 85 16</inkml:trace>
  <inkml:trace contextRef="#ctx0" brushRef="#br0" timeOffset="6077.91">16639 1068 305 0,'11'-3'450'0,"-5"3"-35"0,-6 0-27 0,13-2-33 16,-10 1-3-16,4-1-19 0,-7 2-22 0,8 0-33 16,-4-2-32-16,-4 2-23 0,0 0-32 0,1-4-50 15,-1 4-65-15,0 0-74 0,0 0-81 0,4-3-66 16,-4 3-57-16,0 0-74 0,0 0-285 0,0 0-608 16,0 0 269-16</inkml:trace>
  <inkml:trace contextRef="#ctx0" brushRef="#br0" timeOffset="6312.26">16011 1095 335 0,'-3'1'413'0,"3"-1"-25"15,0 0-49-15,0 0-2 0,0 0-29 0,0 0-33 16,0 0-49-16,-12-5-4 0,12 5-18 0,0 0-22 16,0 0-23-16,0 0-47 0,0 0-61 0,13-5-55 15,-13 5-66-15,5-5-84 0,-5 5-111 0,2-3-245 0,-2 3-552 16,0 0 244-16</inkml:trace>
  <inkml:trace contextRef="#ctx0" brushRef="#br0" timeOffset="6515.37">15634 1086 365 0,'0'0'443'0,"0"0"-13"0,0 0-32 0,0 0-30 16,0 0-33-16,0 0-34 0,0 0-34 0,-3-10-22 15,3 10-27-15,0 0-41 0,0-4-59 0,0 4-76 16,0 0-86-16,0 0-89 0,0 0-111 0,0 0-304 15,-8-4-594-15,8 4 264 0</inkml:trace>
  <inkml:trace contextRef="#ctx0" brushRef="#br0" timeOffset="8379.83">19588 1003 320 0,'7'-17'333'0,"-2"5"-7"0,1 0 5 15,-2-1-3-15,0 3-2 0,0 1-18 16,-3 4-15-16,2-3-26 0,1 3-28 0,-4 0-22 15,0 5-37-15,0-2-48 0,0 2-41 0,0 0-13 0,0 0-2 16,0 17-13-16,2-5 11 0,-4 2-23 0,-1 4-3 16,6 3-2-16,-7 0-3 0,1 7-8 0,3 0 5 15,0-1-5-15,0 0-4 0,3 0-1 16,-2-7-6-16,2 3-34 0,1-6-24 0,0 2-22 0,0-2-20 16,-1 1-25-16,-2-5-26 0,2-2-42 0,-3-4-36 15,3 0-46-15,2-3-60 0,-3-1-194 0,-2-3-545 16,0 0 241-16</inkml:trace>
  <inkml:trace contextRef="#ctx0" brushRef="#br0" timeOffset="8598.56">19655 848 81 0,'0'-8'377'15,"0"3"-9"-15,0-3-12 0,1 2-4 0,-1 1-20 16,0-2-11-16,2 1-26 0,0 1-25 0,-2-1-33 15,2 2-18-15,3-1-13 0,-4 1-1 0,6-1-14 16,-3-1-27-16,3 4-19 0,0 1-32 0,5-3-37 16,-1 3-44-16,2 1-38 0,-2 0-40 0,2 1-36 15,2 1-32-15,-2 2-40 0,1 2-39 0,-3 0-44 16,2 0-47-16,-2 2-32 0,-3 1-169 0,-1 0-526 16,-2 1 234-16</inkml:trace>
  <inkml:trace contextRef="#ctx0" brushRef="#br0" timeOffset="8786.04">19524 1159 47 0,'0'0'301'0,"0"0"-15"0,0 0-13 0,0 0-26 0,0 0-25 16,0 0-19-16,23-2-27 0,-13-1-15 0,2-2-16 15,0 3-18-15,6-1-12 0,2-4-14 16,2 5-52-16,-3-4-55 0,-3 1-69 0,7 0-78 15,-6-1-218-15,3 0-399 0,-7 3 176 0</inkml:trace>
  <inkml:trace contextRef="#ctx0" brushRef="#br0" timeOffset="9442.25">19902 1153 26 0,'3'6'176'0,"5"0"-15"0,-4 4-13 0,3-3-15 16,-4 1-17-16,4 1-1 0,-2 0-12 0,0 1-17 0,-2-1-5 15,1 0-7-15,-1 3-4 0,-2-4-12 0,-1 3 8 16,0-4-18-16,0 2-2 0,0-3 1 0,-3 2-5 16,-1-3 3-16,0 0-2 0,-1 1 12 15,1-1 11-15,-2-1 9 0,1-1 10 0,-2-1 11 0,-1-1 14 16,8-1 4-16,-8-2 2 0,8 2-6 0,-10-4-13 15,8 0-8-15,0-1-10 0,2-1-8 0,4-1-18 16,2-3-15-16,3 1-35 0,6-3-25 0,3 1-34 16,9-1-28-16,2-1-34 0,2 3-25 0,3 1-28 15,4 3-14-15,-3 2 5 0,-2-1 1 0,0 2 8 16,-2 3 11-16,0-2 14 0,-8 2-75 0,-1 0-240 16,-3-1 781-16,-8 1-412 0,1 0 24 0,-1 0 28 15,-2-2 30-15,0 2 19 0,-5-1 14 0,-4 1 16 16,0 0-2-16,0 0 13 0,0 0 22 0,0 0 11 15,-13-8 14-15,4 7 2 0,2-1 0 0,-5 1 3 16,0 1-3-16,-2-1 0 0,-5 1 1 0,0 1-6 16,4 0-9-16,-8 1-10 0,7 0-2 0,2 3-10 15,-5-2-6-15,4 1-8 0,3 2-2 0,-3 2-9 16,4-2-2-16,0 2-3 0,3 2-3 0,1 0 0 16,-1 0 0-16,4 1-7 0,-4-1 0 0,5 2 0 15,3 1-1-15,2-5 2 0,3 3-2 0,0-1-4 16,1-1-12-16,2-3-14 0,4 1-14 0,3-3-15 15,-4-2-14-15,5-1-8 0,-2-1-6 0,5-2 0 16,-4-2 4-16,0-1 12 0,1-2 6 0,-1-4 5 0,0 0 6 16,-1-1 26-16,-6 2 27 0,3-4 25 15,-4 2 31-15,-2 4 20 0,2-3 29 0,-4 1 23 16,-1 3 9-16,4 1 7 0,-2-1-6 0,-3 1-18 16,-1 3-13-16,4-1-14 0,-4-2-12 0,0 6-25 0,2-4-11 15,-2 4-1-15,0 0-5 0,0 0-13 0,0 0-5 16,0 0-8-16,-7 17-6 0,8-9-11 0,-2 0-17 15,1-1-8-15,1 5-8 0,-1 0-15 16,0-2-13-16,4 2-12 0,-2-1-20 0,0-4-26 0,-2 2-23 16,6-2-28-16,-2-1-31 0,0-1-41 0,4-1-38 15,-4-1-198-15,3-1-499 0,-1-2 221 0</inkml:trace>
  <inkml:trace contextRef="#ctx0" brushRef="#br0" timeOffset="10160.95">20494 1214 95 0,'4'-6'217'0,"-1"-1"8"0,-1 3 3 15,1 0 1-15,-3 0-9 0,0 4-18 0,4-6-22 16,-1 4-19-16,-3 2-22 0,0 0-17 0,0 0-13 16,0 0-11-16,0 0-10 0,0 0-7 0,0 0-11 15,-4 13-5-15,2-8-7 0,2 1-6 0,2 1-5 16,-4 3-4-16,1 0-2 0,2-4-4 0,-1 6 0 16,2-3-5-16,-2 1-5 0,0-1-2 0,4 0 0 15,-4 0-5-15,0-4-1 0,1 1-9 0,-1 0-3 16,0-2-2-16,0-4 5 0,3 2 1 0,-3-2-5 15,0 0-1-15,0 0 6 0,0 0-5 0,15-9-2 16,-10 1-2-16,2 2 2 0,-1-3-2 0,-1 3 3 16,5-6-1-16,-4 6 4 0,-1-4 13 0,1 0 14 15,2 4 16-15,-5 1 13 0,1 0-1 0,0 0-4 16,-1 2-6-16,1-1-7 0,-1 1-4 0,-2 0-15 16,-1 3-6-16,3-2-8 0,-3 2 6 0,0 0-4 15,0 0-1-15,0 0-12 0,3 10 10 0,-6-4-3 16,3 1 0-16,3-1 3 0,-1 1-6 0,-4 1-2 15,6-1-6-15,-3 2-5 0,-4 2-4 0,5-3 2 16,-1-3 2-16,2 3-5 0,-2-3 6 0,-1-2-2 0,1 2 4 16,2-2-1-16,-3-3 5 0,7 3-2 15,-7-3 0-15,0 0 4 0,12-4 3 0,-6 2 0 16,-1-3-5-16,-1-1 6 0,2 0 3 0,-2-2 18 16,2 0 5-16,1-3 8 0,-1 4 4 0,-1-1 11 0,-1 1-3 15,1 1 8-15,0 1-3 0,0 0-9 0,-3-1-3 16,0 2 0-16,1 2-10 0,0-2-5 15,0 2-10-15,-3 2-5 0,0 0-8 0,0 0 0 16,0 0-2-16,0 0-6 0,13 8-12 0,-10-4-3 0,2 3-1 16,-1-1-2-16,-1 3-4 0,4-1-13 0,-1 2 8 15,1-1-6-15,3 0-4 0,-3-1 1 0,2 2 4 16,2-3-1-16,-3-1-7 0,6 0 0 16,-2 0 2-16,-1-4 1 0,1-1 5 0,1 1 2 0,-1-4 3 15,-1-1 3-15,0 0 4 0,1-1 3 0,-3-1 1 16,2-6 4-16,-4 5 0 0,0-4-1 0,0-2 3 15,0 2 2-15,-3-3 1 0,1 3 10 0,-2-1 18 16,2 0 10-16,-4 5 16 0,-1-5 4 0,3 4-1 16,-6 1-4-16,2 0-10 0,-4 0-8 0,2 2 3 15,-4 1-9-15,0 0-4 0,1 1-2 0,6 2-16 16,-19 3 12-16,10-1-3 0,1 0 6 0,-1 5-11 16,1 0 3-16,-1 1-5 0,1-1 2 0,0 4 1 15,3-1-5-15,2 1 10 0,2 2-3 0,1-1-4 16,1-1 1-16,2 3 0 0,2-1-5 0,3-2-20 15,0-1-29-15,3-2-33 0,5-1-38 0,2 2-48 16,0-2-58-16,13-4-66 0,-12-1-210 0,0-2-545 16,4-3 241-16</inkml:trace>
  <inkml:trace contextRef="#ctx0" brushRef="#br0" timeOffset="10660.91">21228 1037 14 0,'-1'-2'239'16,"1"2"-28"-16,-7-2-22 0,7 2-17 0,0 0-18 16,-11 3-17-16,11-3-14 0,-6 8-8 0,3-1-10 15,0 2-16-15,0 1-9 0,-2 1-6 0,4 2-6 16,-2-2-8-16,-1 8-4 0,2-1-2 0,2 0-6 16,-2-1-3-16,0 0-3 0,2 1-2 0,-1 0-5 0,2-7-5 15,-1 2 3-15,2-1-3 0,0-4-4 0,-2 0-6 16,0-3-6-16,3 2 1 0,-2-5-4 15,4 1 2-15,1-2-1 0,-6-1 0 0,12-1-5 16,-3-3 0-16,-1-4 0 0,2 3 2 0,0-4-1 0,0 2 23 16,-2-3 21-16,1 3 19 0,2-1 13 0,-4-1 13 15,-1 4 10-15,0 0 0 0,-2-2 10 0,2 4 0 16,-2-1 3-16,0 1-26 0,-2 0-12 16,-2 3-12-16,4-2-17 0,-4 2-7 0,0 0 0 0,0 0-7 15,6 9 1-15,-2-5-10 0,-1 2-2 0,1 5 0 16,2-1-6-16,-1-1-1 0,2 5 3 0,-3-5-7 15,4 4-1-15,-1-3 4 0,6 3-4 0,-6-2-4 16,0-4 1-16,-1 2 3 0,1-2-8 0,0 1 6 16,-1-4-1-16,-1-1 0 0,2 0 1 0,1-3 3 15,-8 0 0-15,11-3-4 0,-5 0 0 0,-1-3-16 16,1 0 16-16,3-4-3 0,-5-2-1 0,0-1 5 16,0 1-5-16,2-4-3 0,-2-2 3 0,-3 0-6 15,3 6 8-15,-4-1-11 0,0 2 0 0,0-1-2 16,0 1-15-16,-4 3-23 0,4 0-31 0,-1 2-26 15,1-1-37-15,-3 4-36 0,2-2-51 0,1 5-47 16,-4-5-39-16,4 5-179 0,0 0-527 0,0 0 233 16</inkml:trace>
  <inkml:trace contextRef="#ctx0" brushRef="#br0" timeOffset="11176.49">21680 1178 172 0,'-1'-5'283'0,"1"5"-18"0,-3-3-15 16,3 3-24-16,-4-5-22 0,2 2-22 0,2 3-17 16,-12 0-18-16,12 0-20 0,-9 2-12 0,3-1-12 15,-1 4-11-15,-1-2-10 0,1 3-2 0,-1 1-11 16,4 0-9-16,0 0-5 0,-3 4-4 0,5-2-3 16,-1 2-6-16,0-1-3 0,2 0-3 0,-1 2-5 15,4-6-3-15,1 6 1 0,-1-4-6 0,1-2-1 0,1 0 1 16,1 0 1-16,2-3-4 0,-1 0-2 15,2-2 0-15,1 0-4 0,-2-2 1 0,4-1 0 16,-1-3-4-16,2 2 1 0,-3-4-3 0,0 1-1 0,4 0-2 16,-3-1 1-16,-3-2 13 0,6 1 11 0,-3 0-1 15,-1 1 5-15,2-1 17 0,-3 2 15 0,-2 1 8 16,1 1 3-16,0-1-9 0,-2 1-3 16,-1 1-14-16,0 0-4 0,0 2-9 0,-4 1-5 0,5-2-6 15,-5 2-3-15,0 0 0 0,15 3-4 0,-9 2-2 16,-1-1 0-16,1 1-2 0,-1 0-5 0,3 3-2 15,-4-2-3-15,3 1 1 0,2 1 14 0,-3 2-17 16,-2-4-1-16,3 0 1 0,-6 1 0 0,3-3-2 16,-2 2 4-16,1-2-3 0,-1-1-2 0,2 0-4 15,-4-3 13-15,1 3 2 0,-1-3 20 0,3 4 16 16,-3-4 8-16,0 0-15 0,0 0 1 0,0 0-8 16,-8-12 2-16,12 7 5 0,-9 0 0 0,4 0-9 15,-4-7-9-15,5 5 0 0,0-5-7 0,0 0-9 16,0 1-21-16,2-1-24 0,1 0-47 0,4-4-40 15,-4 0-47-15,4-2-53 0,4-2-62 0,1-6-49 16,0 9-233-16,0-12-614 0,2 6 271 0</inkml:trace>
  <inkml:trace contextRef="#ctx0" brushRef="#br0" timeOffset="11363.98">22103 874 122 0,'1'-4'218'0,"1"1"3"0,-2 3-16 15,2-5-17-15,-2 5-27 0,0 0-18 0,0 0-16 16,4-1-15-16,-4 1-13 0,0 0-9 0,3 12-8 15,-3-5 0-15,2 4 24 0,-1 0-10 0,0 0-9 16,1 3-7-16,0 4-5 0,0 3-8 0,4-1-2 0,0 10-8 16,-2-1-4-16,0-2-7 0,2 4-2 15,-1-5-4-15,0 5-1 0,3-2-6 0,-2 0-1 16,-2-1 0-16,2-2-6 0,0-4 1 0,-2-3-5 16,-1-1-47-16,1-3-48 0,-4-4-58 0,0-2-55 0,4-3-44 15,-4 0-142-15,0-4-403 0,0-2 178 0</inkml:trace>
  <inkml:trace contextRef="#ctx0" brushRef="#br0" timeOffset="11582.71">22354 1134 391 0,'3'-5'381'0,"-3"0"-11"16,2 2-21-16,-2 3-36 0,-2-8-28 15,2 8-30-15,-5-4-25 0,-2 3-19 0,-1 0-27 0,-2 2-5 16,-2 2-26-16,-1-1-19 0,0 4-5 0,4 1-20 15,-2-1-9-15,-2 2-7 0,7 1-17 0,-2-1 1 16,2 0-5-16,5 3-6 0,1-1-5 16,3 3 0-16,6-3-21 0,6 5 12 0,8 2-8 0,2-2-21 15,6-2-34-15,4 4-33 0,3-6-76 0,2 4-77 16,14-7-103-16,-14 2-328 0,-3-5-680 0,0-3 301 16</inkml:trace>
  <inkml:trace contextRef="#ctx0" brushRef="#br0" timeOffset="13678.72">12665 2183 69 0,'-4'2'141'15,"4"-2"-14"-15,0 0-3 0,0 0-4 0,0 0 5 16,0 0-6-16,0 0-8 0,0 0-4 0,0 0-7 16,20-3-11-16,-10 3-2 0,2 0-17 0,0 0-4 15,2 0-6-15,2 1-10 0,2-1-3 0,1 2-2 16,4 0-2-16,0 1-12 0,-2-3 0 0,3 1-3 15,5 0-2-15,1 0-7 0,-9 1 5 0,3 1-8 16,6-2 3-16,-1 0-9 0,0 2 6 0,-6-3-2 16,6 0-3-16,0 0 3 0,-3 2 0 0,4-3-5 15,0 1 0-15,1-1-1 0,1 2 4 0,-2-4-10 16,2 1 5-16,-1 0-3 0,2 0-2 0,1 0 0 0,2 0 2 16,-2-1-1-16,0 2-1 0,0 0-3 15,2-2 6-15,1 1-4 0,-3 0 2 0,3-4 0 16,2 5-10-16,-1-2 8 0,-2 1 1 0,4 1 1 15,-3 2-3-15,1-4 0 0,-3 1 2 0,5 1 1 0,-2-1-4 16,-1 0-1-16,4 2 5 0,-3-3-1 0,0 3-2 16,1 0-2-16,1 0 2 0,-1 0-2 15,1 0 5-15,0-2-2 0,-3 4-1 0,1 0 0 16,-1-2 0-16,5 0 1 0,-4 1-2 0,-1 1 1 0,-2 0 1 16,4 0 2-16,-2 3 0 0,0-4-3 0,0 2 2 15,-2-1-4-15,2 3 1 0,1-3 2 0,1 0-2 16,1 2 6-16,-2 0-3 0,3-2 2 15,1 4-3-15,14-2-3 0,-17-1 4 0,2 0 3 0,4 1-1 16,11-1-2-16,-3 0-2 0,-10 0 1 0,13 2-1 16,-15-4 0-16,13 3 4 0,-13 4-3 0,16-6-4 15,-16 2 3-15,13 1 1 0,-15 1 1 0,5-3 0 16,-4 0 0-16,17 1-6 0,-15 1 6 0,12-2-1 16,2 0-2-16,-15 2 2 0,13-3 0 0,-10-1 0 15,12 3 5-15,-14-2-6 0,14 1 0 0,-16-2 3 16,15 4-5-16,-13-2 2 0,0-2 2 0,-1-1-1 15,18 1 3-15,-19 1-1 0,1-2-3 0,13 2 5 16,-11-1-4-16,-4-1-2 0,6-1 2 0,-3 0 0 16,14 2-1-16,-18-2 0 0,4 1 2 0,-1-3-4 15,1 3 1-15,0-1 1 0,2-1 2 0,-1 0-1 16,-2 0-1-16,1-4-1 0,0 5 1 0,13-1-1 16,-12-1 0-16,14 1 1 0,-14-1 0 0,15-1-2 15,-4 1 5-15,5 0-4 0,-3 0 1 0,2 1-1 16,2-1-1-16,4 2 2 0,-1-3-2 0,3 2 6 15,1 0-6-15,0 1 5 0,3-2-3 0,-3-1-3 16,6 1 4-16,-6 0 1 0,2-2-8 0,2 1 11 16,-3 4-2-16,4-3-8 0,-4 0 5 0,29-1 0 15,-33 1 0-15,5 1-3 0,-4-2 7 0,1 1-2 0,3 1-2 16,-2-2-2-16,-5-1 4 0,9-2-5 0,-6 3 5 16,1-3-5-16,-3-2 4 0,7 4-1 15,-6-1 2-15,4-5 21 0,-2 7-1 0,1-3-5 16,-2-4 4-16,-1 5-2 0,-3-2-5 0,3 2-3 0,-1-3 1 15,-2 2 1-15,2 5-9 0,1-4 7 0,-4-1-3 16,4 2 0-16,-2-1-2 0,2-1 0 16,-1 3 0-16,-1 3-9 0,-5-3 13 0,3 0-9 15,-6-1-1-15,6 2-1 0,-20 1 5 0,14-3-2 16,-13 4 0-16,2 1 1 0,-2-3-1 0,-3 2-2 0,7 0 3 16,-5 1-3-16,-2-1 4 0,0-1-2 0,-2 4 0 15,0-5 3-15,-2 3-5 0,0-1 1 0,-3 0 0 16,-12-3 3-16,2 4 13 0,-2-1 2 15,0-1-1-15,-2 0 9 0,-2 1-7 0,-4 0-3 0,2 0 3 16,-3 1-3-16,0 0 5 0,-2 0 0 0,0-3-2 16,0 3-2-16,-2-1 1 0,1 1-2 0,-7 0 10 15,12-1-11-15,-7 1 4 0,-5 0 2 0,10-3-2 16,-10 3 2-16,8-1-1 0,-1-1-2 0,-7 2 0 16,5-2 1-16,-2-1 2 0,-3 3-10 0,0 0 2 15,5-1-6-15,-5 1 1 0,0 0 4 0,6-2-12 16,-6 2-7-16,5-2-14 0,-5 2-13 0,0 0-5 15,15 4-11-15,-8-3-5 0,-1 0-10 0,4 1-6 16,0 0-2-16,2 1-1 0,0 0 0 0,3-2 4 16,2 3 3-16,0-1 4 0,2 1 4 0,2 1 6 15,-2 0 7-15,3-3 1 0,-1 2 9 0,-3-3-2 16,2 1 4-16,-3 1 12 0,2 0 12 0,-5-2 8 16,0 0 23-16,0 1 15 0,-1-2 11 0,-6 0 16 15,3 1 15-15,-6-1 0 0,-4 0 8 0,15 0 1 16,-11 0 2-16,-4 0-3 0,8 1-4 0,-8-1-3 15,0 0-7-15,0 0-7 0,11 0-11 0,-11 0-21 16,0 0-28-16,0 0-48 0,0 0-73 0,0 0-67 16,0 0-69-16,0 0-137 0,0 0-418 0,0 0 185 15</inkml:trace>
  <inkml:trace contextRef="#ctx0" brushRef="#br0" timeOffset="72840.49">3336 3163 16 0,'0'-5'328'0,"0"-1"-1"15,4 2-4-15,-4 1-10 0,0 3-10 0,3-9-13 16,-3 9-28-16,0-4-31 0,0 4-36 0,2-2-21 16,-2 2-21-16,0 0-16 0,0 0-8 0,0 0-13 0,2 15-4 15,-1-11-13-15,0 5-8 0,1 0-10 0,-1 2-9 16,2 0-1-16,1 0-5 0,-4 1-12 16,3 4 5-16,0-3-9 0,-2 0-8 0,2 0-8 0,3 4 3 15,-3-1-1-15,0-3-9 0,-1 2 2 0,0-1-4 16,-1-2-2-16,2-1-2 0,-2 1-3 0,2-3 1 15,-3 2 2-15,0-3-7 0,1 1 0 0,-1-3-3 16,0 2 0-16,0-2 0 0,0-1 2 0,-1 0 11 16,2 0-20-16,-1-2 3 0,0-3 2 0,3 6 2 15,-3-2 1-15,0-4 7 0,0 0 1 0,0 5 14 16,0-5 20-16,0 0 3 0,0 0-5 0,0 0 7 16,0 0-10-16,0 0-7 0,2-13-1 0,0 8-7 15,-2-3-3-15,4 0-1 0,-1 1-6 0,1-4-4 16,-4 0 4-16,4-1-8 0,-1 0 4 0,1 1-2 15,-1-1-3-15,1 0-6 0,-1-2 3 0,5 2-1 16,-6 0-1-16,1 0 1 0,3 1 0 0,-1-1 1 16,-1 1-4-16,4 3 0 0,-4-3 1 0,-1 4-3 0,2 0-7 15,0 1 5-15,-1 1 4 0,-2 0-5 0,2 0-2 16,-1 2 0-16,1 0-1 0,-4 3-4 16,4-2 0-16,-4 2-7 0,7-2 3 0,-7 2-3 15,0 0 8-15,15 3-9 0,-7 2 9 0,-2-1-7 0,-1 4 0 16,6 1 5-16,-4 0-6 0,1 0 5 0,2 5 1 15,-1 0 1-15,-2-2-3 0,2 3 1 0,2 1 2 16,-4 0-1-16,1 0 5 0,-1 0 0 0,-4-4 0 16,2 1 0-16,-1-3-3 0,0 2 0 0,-2-2 3 15,-1-1-3-15,2-1 3 0,-2-1 0 0,2-4 0 16,0 4 6-16,-2-4-1 0,-1-3 4 0,0 6 4 16,0-6 2-16,0 0 17 0,4 2 4 0,-4-2 9 15,0 0 0-15,0 0-2 0,0-16-2 0,1 11-1 16,3-6 1-16,-2 4-6 0,2-5 4 0,-3-1-11 15,2 2 5-15,1 1 12 0,1-2-2 0,1 1-4 16,-2 0-3-16,1-1 1 0,1 1-3 0,-2 3 1 16,0 0-4-16,2-3 1 0,-1 4-3 0,0 2-4 15,1-2-4-15,-2 2-3 0,0 0-4 0,0 1-2 0,2 0 1 16,0 0-8-16,-2 2-3 0,4 0-2 16,1 1 2-16,-9 1-5 0,14 0 2 0,-4 1-2 15,-2 3-1-15,2 0 0 0,-2 3 0 0,0-2 0 0,-1 2-1 16,5 2 3-16,-6 0-6 0,2 2-6 0,-5-4-5 15,4 6-13-15,-1-2-7 0,-2-2-18 0,0 5-10 16,-4-2-40-16,3 0-20 0,1-1-22 16,-4-2-30-16,3 2-23 0,-2 1-21 0,-1-2-24 0,0-2-40 15,0 2-25-15,3-1-40 0,-3-5-265 0,0 0-667 16,1-1 296-16</inkml:trace>
  <inkml:trace contextRef="#ctx0" brushRef="#br0" timeOffset="73074.85">4104 3264 217 0,'0'-4'368'0,"0"4"2"16,3-5-4-16,-3 5-18 0,0-4-26 0,0 4-33 16,0 0-33-16,0 0-31 0,0 0-23 0,0 0-23 15,0 0-17-15,0 0-17 0,0 0-10 0,12 13-20 16,-10-6-10-16,4 3-8 0,-3 0 2 0,4 3-24 15,1 2-8-15,-4-3-12 0,3 6-37 0,-1 0-28 0,-1-3-35 16,6 1-41-16,-6 1-42 0,-2 0-48 0,4-2-51 16,-3-5-59-16,4 0-258 0,-7-1-587 15,3 2 260-15</inkml:trace>
  <inkml:trace contextRef="#ctx0" brushRef="#br0" timeOffset="73496.69">4318 3233 45 0,'0'0'278'0,"3"-2"-24"15,-3 2-32-15,0 0-22 0,0 0-9 0,0 0-10 16,0 0-11-16,9 7-15 0,-9-3-16 0,3 2-10 16,0 1-12-16,-1 1-11 0,5 1-12 0,-5 0-7 15,3 2-11-15,3 2-7 0,-4-2-2 0,-3 0-11 16,4 1-3-16,0 0-6 0,-1-3-2 0,-4 0-7 15,4-1-2-15,-1 0-3 0,-2-3-4 0,3 0-4 16,-2-2 5-16,-1 0-3 0,-1-3-1 0,4 2-2 16,-4-2-2-16,4-8-1 0,2 5 3 0,-2-3 18 15,-3-1 16-15,2 1 0 0,5-7 18 0,-4 4 19 16,0-1 5-16,3-1 23 0,-3 0 10 0,4 0 8 16,0 2 1-16,-1 0 8 0,-1 0-3 0,-1 1-2 15,7 1-6-15,-10 1-6 0,2 1-13 0,0 0-17 0,0 3-12 16,0-1-15-16,0 2-5 0,-4 1-12 15,14 2-7-15,-8 0-3 0,0 3-5 0,5 1-7 16,-3-1-3-16,-3 4-3 0,5 2-4 0,-2-1-5 16,2 4-16-16,-5 3-12 0,3-6-19 0,0 4-32 0,-4-2-28 15,5 2-31-15,-4-3-32 0,1 0-30 0,-1-2-27 16,-1 1-35-16,-3-1-43 0,3-5-43 16,-1 1-33-16,-1-1-240 0,-1 0-649 0,2-3 288 15</inkml:trace>
  <inkml:trace contextRef="#ctx0" brushRef="#br0" timeOffset="73715.42">4769 3263 370 0,'3'-5'392'0,"-3"5"-6"0,0-4-8 0,0 4-24 16,0 0-27-16,2-4-37 0,-2 4-17 0,0 0-48 15,0 0-8-15,0 0-27 0,1 10-19 0,0-6-16 16,1 3-12-16,-1-1-16 0,2 2-9 0,-2 2-14 15,3 3-5-15,1-1-14 0,1 5-8 0,1-2-11 16,-3 2-28-16,6-1-40 0,-4-1-37 0,4 0-43 16,-1 1-40-16,-3-6-48 0,-1 0-56 0,1 1-62 15,0-5-60-15,0 1-204 0,-1 0-597 0,2-4 264 16</inkml:trace>
  <inkml:trace contextRef="#ctx0" brushRef="#br0" timeOffset="74277.88">4941 3242 270 0,'0'0'313'15,"0"0"-20"-15,0-4-22 0,0 4-25 0,0 0-28 16,0 0-23-16,0 0-19 0,0 0-16 0,0 0-13 16,0 0-19-16,15 12-6 0,-14-8-17 0,2 0-11 0,5 2-8 15,-5-1-8-15,5 5-9 0,-3 0-7 0,1-2-3 16,-2 3-6-16,1 0-8 0,0 0 0 15,-3-3-5-15,2 1-1 0,0 1-14 0,-1 0-11 0,-2-4-3 16,2-1-8-16,1-1 4 0,-2 1-3 0,2-2 5 16,-4-3 2-16,0 0-5 0,5 1 0 0,-5-1 2 15,0 0-3-15,5-9 3 0,-2 2-5 0,3 1-1 16,-5 0 1-16,3-3 4 0,0 0 8 0,4 0 6 16,-5 0 7-16,2-2 21 0,0 2 10 0,-1 2 25 15,-3 1-6-15,3-1 3 0,-1 4 3 0,1-3-11 16,0 4-7-16,-1-2-17 0,-3 4-8 0,1-4-11 15,-1 4-4-15,5-1 0 0,-5 1 21 0,7 5-31 16,-4-1 2-16,1 2 0 0,3 1-6 0,0 0-7 16,-2 4-10-16,1-3-21 0,-2 4 3 0,0 0-5 15,2-2-4-15,0 2 1 0,-2-6-1 0,0 1-5 16,-2-1 1-16,0 2-3 0,2-3 10 0,2 2 2 16,-5-3 8-16,3-2 0 0,-4-2 4 0,6 2 1 15,-6-2 1-15,0 0 5 0,9-10 2 0,-6 4 8 16,1 0 10-16,0-1 11 0,-1 0 17 0,2-1 11 15,-1-2 18-15,2-2 13 0,-1 2 7 0,-1 1 10 16,4-2 17-16,-1 3-3 0,-3-2 7 0,2 1-1 16,2 1-2-16,-6 2-3 0,3 1-13 0,0 0-11 0,-5 2-6 15,4 0-17-15,-1 1-9 0,-3 2-10 16,5-3-6-16,-5 3-6 0,11 4-5 0,-7-2-3 16,-1 3-11-16,4 2-13 0,-3 2-18 0,0-1-24 0,4 3-29 15,-1 1-27-15,0 5-37 0,-3-5-21 0,3-2-29 16,1 8-14-16,-3-5-28 0,3 2-43 0,-2 1-39 15,2-6-40-15,-4 0-271 0,0 0-667 0,0-3 295 16</inkml:trace>
  <inkml:trace contextRef="#ctx0" brushRef="#br0" timeOffset="74496.62">5579 3294 213 0,'0'0'327'0,"1"-4"-24"15,-1 4-35-15,0 0-31 0,0 0-25 0,0 0-18 16,0 0-7-16,0 0-10 0,0 14-14 0,0-9-17 16,0 0-15-16,0 4-10 0,0 2-10 0,0 2-10 15,0 4-9-15,3-1-10 0,-2 0-17 0,2-4-28 16,-2 2-42-16,3 2-52 0,-2-3-59 0,-1-1-62 16,3-1-57-16,-1 1-195 0,1-5-465 0,0 1 206 15</inkml:trace>
  <inkml:trace contextRef="#ctx0" brushRef="#br0" timeOffset="75184.06">5686 3223 72 0,'-3'-6'384'0,"-2"2"-1"0,4 0-1 15,-2-1 1-15,2 1-14 0,-1 0-31 16,2 4-36-16,-1-5-35 0,1 5-30 0,0 0-24 0,4-4-23 15,-4 4-20-15,0 0-17 0,18 5-18 0,-9-1-12 16,5 1-17-16,-3 3-5 0,1-2-18 0,4 4-20 16,-2 0-14-16,1 1-20 0,-6-2-14 0,6 4-13 15,-1 0-13-15,-3 3-11 0,2 0-3 0,-3-1-1 16,-6 3 7-16,0-1 2 0,3 0 0 0,-2 1 2 16,-2 3 3-16,1-2 5 0,-4 1-1 0,4 9 1 15,-4-9-3-15,2 0 1 0,-4 8 14 0,2-1-12 16,3 1 8-16,0-2-5 0,-2 4-1 0,7-3 5 15,-4 1 0-15,0-1 0 0,0 1-1 0,0-2-4 16,1-4 4-16,2 2-4 0,3 3 6 0,-6-7 3 16,2 1 4-16,-2-2 10 0,1 0 27 0,2 0-14 15,-2 0 2-15,-2-1 5 0,3-1 12 0,-4-3 7 16,1-1 2-16,-3-1-2 0,0-5 9 0,0 2 15 0,-1-1 24 16,-3-1 21-16,1-2 11 0,-4-3 6 0,-6-2-7 15,-1 0-4-15,-6-4-6 0,-1-2-9 16,-10-6-9-16,1 1-9 0,1-3-7 0,-1-3-10 15,3 0-6-15,3-2-7 0,2-1-6 0,4-4-6 0,3-2-7 16,4-1-21-16,5-4-19 0,6 0-18 0,5-2-12 16,6 1-16-16,5-1-11 0,9 1-11 0,11-6-7 15,-7 11-5-15,15-8 3 0,-2 6 2 0,-7 7 3 16,13-8 0-16,-14 11 7 0,1-3-1 0,-2 3 2 16,2 0 3-16,-2 3 7 0,-5-3 9 0,1 0 1 15,-7 3-3-15,-5 3 12 0,-3 2 0 0,-3 1 19 16,-3 1 0-16,-4-1 5 0,0 3 2 0,-2-5-9 15,-4 6 0-15,-1-2 4 0,1 1-5 0,-7 0 2 16,0 0 1-16,-2 2 0 0,-4 1 0 0,3 2 7 16,-2-2-2-16,-1 4-10 0,2 1 7 0,-1 3-10 15,-4 0 12-15,5 1 3 0,2 5 2 0,1-3-2 16,-3 7 0-16,5-3 3 0,-2 4-1 0,2 0 3 16,4 3 1-16,0-2-3 0,1 1 6 0,7 1-1 15,-1-2-1-15,4 2-1 0,1-2 1 0,1-1 2 16,4-1-6-16,-1-1-20 0,-1-4-31 0,-1-3-48 15,4-1-56-15,0-1-48 0,-1-1-56 0,3-2-55 0,-2-1-67 16,4-4-322-16,-3 0-757 0,-4-3 336 0</inkml:trace>
  <inkml:trace contextRef="#ctx0" brushRef="#br0" timeOffset="75652.78">5536 3024 394 0,'0'0'403'0,"0"0"-17"0,3-5-15 15,-3 5-30-15,0 0-26 0,0 0-31 0,0 0-31 16,0 0-25-16,0 0-33 0,0 0-13 0,0 0-20 0,0 0-14 15,0 0-27-15,0 0-10 0,0 0-9 0,0 0-13 16,0 0-4-16,0 0-7 0,0 0-7 16,0 0-15-16,7 0 6 0,-7 0 0 0,0 0-8 0,0 0-3 15,11-2-4-15,-7-1-5 0,-4 3-2 0,4-3-6 16,-3-1-4-16,2 1-2 0,-3 3-8 0,3-5-8 16,-3 5-9-16,1-7-4 0,-1 4-32 15,0 3-39-15,-4-7-37 0,0 5-38 0,-1-2-41 0,-3 3-47 16,-2 0-47-16,-1-1-45 0,-4 1-251 0,-3 2-626 15,4 1 277-15</inkml:trace>
  <inkml:trace contextRef="#ctx0" brushRef="#br0" timeOffset="76006.67">4911 2938 337 0,'0'-5'335'0,"0"5"-14"0,0 0-16 16,-1-4-24-16,1 4-26 0,0 0-23 0,0 0-23 15,0 0-24-15,0 0-21 0,-4-3-18 0,4 3-12 16,0 0-19-16,0 0-3 0,-7 7-17 0,7-7-6 15,0 0-10-15,-3 3-5 0,3-3-10 0,0 0-6 16,0 0-7-16,0 0-5 0,0 0-5 0,4 7 3 16,-4-7-4-16,0 0-4 0,6 1-3 0,-6-1-1 15,0 0 1-15,0 0-15 0,13-6-3 0,-12 3-14 16,3 1-11-16,-2-2-17 0,-2 4-17 0,1-8-20 16,-1 4-22-16,0 4-20 0,-3-7-35 0,-1 1-40 15,-3 2-42-15,1 1-43 0,-5-1-206 0,-1 1-512 16,-2 1 227-16</inkml:trace>
  <inkml:trace contextRef="#ctx0" brushRef="#br0" timeOffset="76350.39">4167 2888 101 0,'0'0'322'0,"0"0"-22"0,-4-3-32 0,4 3-31 15,0 0-25-15,0 0-28 0,0 0-18 0,0 0-20 16,0 0-10-16,0 0-15 0,-3 9-8 0,3-9-15 16,3 5-6-16,0-2-10 0,-3-3-5 0,5 5-9 15,0-1-6-15,1-3-3 0,-2 2-7 0,3-1-3 16,0 1-4-16,-2-2-3 0,-5-1-3 0,9-1-2 15,-9 1-2-15,10-4-5 0,-7 1 3 0,1 0 1 16,-3 0 0-16,1-2 2 0,0 1-4 0,-2-1 0 16,0 0-6-16,-2-1-2 0,-1 1-3 0,0 2-4 15,-1-2-4-15,0 0-2 0,0 2-3 0,-3 0-19 16,-1 1-34-16,8 2-42 0,-11 0-43 0,3 1-54 16,0 1-53-16,1 1-230 0,2-1-506 0,-4 3 225 15</inkml:trace>
  <inkml:trace contextRef="#ctx0" brushRef="#br0" timeOffset="78350.25">7050 2602 198 0,'0'-13'354'0,"-1"4"-15"16,-2-4-13-16,2 5-2 0,-1 0-1 15,2 3-19-15,2 0-21 0,-4 0-33 0,2 5-34 0,-1-7-28 16,1 7-25-16,0 0-22 0,0 0-11 0,0 0-12 16,0 0-11-16,3 22-9 0,-3-9-7 0,0 0-7 15,1 6-2-15,-1 1-6 0,3 7 0 0,-3 2-3 16,0-3-2-16,0 2-1 0,0 1 3 0,0 1-2 16,0-3-15-16,0 4 8 0,0-4-7 0,0 1-4 15,0-8 0-15,0 2-8 0,1-1-6 0,1 0-2 16,-1-2-3-16,0 1-5 0,4-2-2 0,0-2-3 15,0 1 5-15,1-6 3 0,-1 1-9 0,2 0-2 16,3-2 4-16,-1 0-6 0,2-1 0 0,-3 2-3 16,4-5-10-16,2 1-24 0,0 0-19 0,-3-1-31 15,2-1-38-15,1-1-28 0,-1 0-28 0,-2 0-32 16,0-2-30-16,-4 1-31 0,0 1-33 0,2-3-25 0,-2 0-37 16,-3 0-182-16,3-1-575 0,-7 0 254 0</inkml:trace>
  <inkml:trace contextRef="#ctx0" brushRef="#br0" timeOffset="78709.59">7313 3022 229 0,'0'-5'259'0,"0"5"-21"0,0 0-23 15,0 0-25-15,0 0-18 0,5-1-15 0,-5 1-12 16,0 0-9-16,11 6-10 0,-7-2-8 0,3 0-11 15,2 2-14-15,0 0-7 0,-1 1-7 0,4 1-8 16,-2-1-3-16,3 5-10 0,2 0-7 0,-2-1-6 16,-3-2-4-16,3 4-4 0,-5-3-4 0,1 2-6 15,-1-3 2-15,1 4-3 0,-2-4-2 0,0 2 0 16,-2-1-7-16,-1 0 2 0,-3-3-3 0,0-1-2 16,1-1 0-16,-1 2-2 0,-4-4 10 0,2 1 4 15,1-4 7-15,-8 3 20 0,8-3 7 0,-15-2 19 16,10 0 13-16,-2-2 14 0,-4 0 12 0,1-1-7 15,3-3 0-15,1 3-10 0,2-5-14 0,0 0-3 16,1-1-21-16,3-1 3 0,0 1-14 0,4 0-26 16,5 0-36-16,1 1-41 0,4-2-36 0,2 3-33 0,1 1-38 15,1 2-41-15,1 0-40 0,3 3-35 0,1 3-248 16,-4 0-565-16,4 0 250 0</inkml:trace>
  <inkml:trace contextRef="#ctx0" brushRef="#br0" timeOffset="79178.31">7847 3094 229 0,'-1'-5'265'16,"1"-1"-5"-16,-3 3-9 0,2-2-5 0,-2 1-10 16,3 0-14-16,-6 1-19 0,6 3-24 0,-6-5-20 15,3 4-16-15,3 1-17 0,-12-3-13 0,5 5-6 16,-1 0 1-16,-3 2-2 0,-1-1-12 0,-2 2-8 15,3 1-6-15,-3 0-8 0,3 2-2 0,-4 2-3 16,0 2-9-16,0 1-5 0,5-5-4 0,-1 5-5 16,2-2-6-16,2-2 0 0,0 2-3 0,3 0-1 15,3-4-4-15,-2-1-2 0,6 4-3 0,-2 0 2 16,3-6-4-16,2 1 3 0,2 0 0 0,4-1-8 16,2-2 2-16,-4 1-5 0,4-4-17 0,0-2 0 15,2-1-5-15,-4 0-4 0,3-1 5 0,-1 0 4 16,1-3-3-16,-4 1 3 0,4-4-5 0,-6 3 0 0,-2-3 2 15,-1 3 2-15,0-2 2 0,-2-1 5 0,-1 1 10 16,-2 3 16-16,1 1 26 0,-2-2 7 16,0 1 16-16,2 2 14 0,-4-1-18 0,4 1-4 15,-2 5-4-15,-4-4-17 0,4 4-9 0,-1-2-2 0,1 2-10 16,0 0-1-16,0 0-3 0,0 0-2 0,0 0-4 16,-7 15-4-16,7-8 4 0,0 0 1 15,0 1-3-15,0 1-1 0,4 1 0 0,-4-3-2 0,4 6 6 16,2-5-49-16,-2 2-20 0,0-2-39 0,0 1-29 15,3 0-33-15,-2 0-30 0,-1-4-37 0,2 0-40 16,1-1-44-16,-3-1-49 0,2-2-176 0,-6-1-569 16,11-1 251-16</inkml:trace>
  <inkml:trace contextRef="#ctx0" brushRef="#br0" timeOffset="79381.42">8012 3053 178 0,'0'0'316'0,"0"0"-11"0,0 0-15 0,0-5-18 16,0 5-38-16,0 0-24 0,0 0-25 0,0 0-12 16,0 0-8-16,0 0-10 0,0 12-11 0,-1-5-11 15,1-1-15-15,0 2-7 0,0 1-10 0,1 0-10 16,0 1-12-16,2 0-3 0,0 1-8 0,-2 1-4 16,1-1-18-16,0 1-31 0,1-3-29 0,-2 2-40 0,1-2-43 15,2-3-49-15,-3 1-46 0,3-4-42 16,-2 1-232-16,-1-1-504 0,3-1 224 0</inkml:trace>
  <inkml:trace contextRef="#ctx0" brushRef="#br0" timeOffset="79772">8134 3064 273 0,'2'-5'296'0,"-2"5"-8"15,0-4-16-15,0 4-25 0,0 0-21 0,0 0-27 16,0 0-26-16,0 0-15 0,0 0-20 0,0 0-13 15,0 0-9-15,0 0-9 0,4 13-11 0,0-8-9 16,0 2-12-16,0-2-4 0,0 4-9 0,3 0-5 16,-3 1-5-16,2-1-11 0,0 3 0 0,0-3-3 15,-1 2-16-15,2 0-11 0,-4-8-9 0,0 6-5 16,2-4-4-16,-1 0-6 0,-1-1 2 0,-1 0 4 16,1-2 1-16,-3-2 1 0,0 0-1 0,0 0 8 15,0 0 7-15,15-6 10 0,-13 1 4 0,3-2 5 16,-4 1 6-16,3-1 18 0,0 0 22 0,0-4 12 15,2 0 18-15,-2 4 16 0,4-2 7 0,-5-1 7 16,2 3-5-16,-1-2 10 0,1 3-11 0,0 2 3 16,-2-3-25-16,2 2-11 0,-2 0-12 0,1 3-8 0,0-2-16 15,1 1 3-15,-5 3-14 0,11 0-9 16,-11 0-6-16,11 5 2 0,-4-1-7 0,-3 1 8 16,7 3-16-16,-3 1 0 0,-1 1-4 0,-2 1-18 15,2-1-23-15,0 1-26 0,1 0-33 0,-2 2-34 0,0-2-23 16,1 1-25-16,0-1-21 0,-3-2-35 0,-1 1-32 15,-2-2-29-15,3-2-29 0,-1-1-28 0,-2-1-181 16,-1-1-565-16,0-3 251 0</inkml:trace>
  <inkml:trace contextRef="#ctx0" brushRef="#br0" timeOffset="80631.32">8503 3044 259 0,'0'0'257'0,"0"0"-27"0,1-4-30 16,-1 4-20-16,0 0-11 0,0 0-14 0,0 0-7 16,0 0-8-16,0 15-8 0,0-8-12 0,2 1-9 15,-2-1-14-15,0 1-7 0,3 2-7 0,-2 1-8 16,0 0-7-16,2 1-3 0,2 0-6 0,-2-3-5 16,4 4-5-16,-3-5-6 0,0 0-1 0,2 0-5 15,1 0-5-15,0 1-2 0,-3-4-2 0,-1-1-1 16,4 0-4-16,1-3 0 0,-1 0-8 0,1-1-4 15,-1-4-4-15,-1 2-2 0,3-3 0 0,-4 1-5 16,4-4 2-16,-4-1 1 0,3 1 0 0,-3-1 4 16,2 2 0-16,-3-6 4 0,2 4 11 0,-1-2 2 15,-1 2 10-15,-4 1 10 0,3 2 15 0,1-2 7 16,-2 2 5-16,-1-1-6 0,2 3-7 0,-3-1-5 0,1 1-5 16,-1 4-11-16,4-5-12 0,-4 5 1 0,0 0-5 15,0 0-2-15,0 0-1 0,0 0-1 16,0 0 0-16,3 17 0 0,-3-11-6 0,-1 1-11 0,2 3-8 15,2-2-3-15,-3 0 0 0,3-1-1 0,3 1-7 16,-5 0 2-16,2-1 2 0,3 5 1 0,-4-7-4 16,4 2-1-16,-3-3 3 0,2 0 2 0,-3-1 3 15,4-1 2-15,-2 1-2 0,-4-3 3 0,10 0 1 16,-10 0-1-16,5-4 6 0,-1 1 7 0,-1-1 6 16,0 0 0-16,1-1 4 0,-3-1 2 0,-1 3 2 15,4-4 8-15,-4 1 0 0,0 1 2 0,0-3-1 16,2 1 2-16,0 2-10 0,-2 0 3 0,2 1 2 15,0-1-8-15,-2 5 0 0,2-4-6 0,-2 4 0 16,3-3-5-16,-3 3-6 0,3-3 10 0,-3 3-15 16,10 1-11-16,-10-1-12 0,16 4-10 0,-4-3-2 15,2 4-12-15,1-2-8 0,0-1-2 0,5 3-2 16,2 0 0-16,8-2-1 0,-8 1 5 0,-2-3 6 16,5-1 3-16,-1-2 6 0,-2 3 4 0,0-2 1 0,1-4 4 15,-5-1 4-15,2 0 4 0,-1 0 2 16,0-2 4-16,-7 2 0 0,-1-2 4 0,0 0 8 15,-3 1 7-15,-1-4 5 0,-3 2 7 0,-3 3 8 0,2-2 5 16,-3 1 4-16,0-1 8 0,-4 0 5 0,3 2 1 16,-6 1-1-16,4-1-3 0,-5 1-4 0,3 2-4 15,-4 0-3-15,1 2 1 0,-2-1-5 16,-1 3 2-16,1 0-9 0,-1 3 6 0,0 2 2 0,2-1-4 16,-2 3 3-16,4 1 5 0,-1 2 6 0,1 2 4 15,2 4 0-15,1-1 4 0,2 2 11 0,2 3 8 16,3-1 2-16,0 9 3 0,6-3-12 0,1 2-8 15,1 0 1-15,-1-2 7 0,0 5-12 0,4 0-4 16,-2-2-4-16,0-3-7 0,0-1 6 0,-4 1-6 16,-1-5 0-16,-1-1-8 0,-2-2 6 0,-4-5-7 15,1 0 11-15,-1-2-18 0,-1-1 6 0,1-2-1 16,-3 0 3-16,-4-3 3 0,3-1-5 0,-7-3-2 16,-1 0 1-16,-3-3-8 0,-4-3 2 0,-3-3-25 15,-2-4-43-15,-5-3-43 0,-1-4-60 0,-4-1-80 16,2-1-87-16,-13-11-275 0,4 0-654 0,-1-2 290 15</inkml:trace>
  <inkml:trace contextRef="#ctx0" brushRef="#br0" timeOffset="81146.91">8500 2766 307 0,'0'0'371'0,"0"0"-16"0,0 0-14 15,0 0-23-15,0 0-26 0,0 0-27 0,0 0-32 16,0 0-25-16,0 0-25 0,0 0-20 16,0 0-21-16,0 0-13 0,0 0-8 0,0 0-24 0,0 0-9 15,0 0 1-15,0 0 0 0,2 9-16 0,-2-9-10 16,2 4-4-16,-2-4-4 0,6 4-2 0,-5-2-7 16,2-1-1-16,-3-1-7 0,5 3-9 0,-5-3-21 15,6 2-25-15,-6-2-28 0,0 0-25 0,0 0-40 16,0 0-47-16,0 0-59 0,0 0-56 0,0 0-291 15,0 0-609-15,0 0 270 0</inkml:trace>
  <inkml:trace contextRef="#ctx0" brushRef="#br0" timeOffset="81459.38">7985 2812 185 0,'0'0'355'0,"0"0"-14"15,5-10-13-15,-5 10-28 0,0 0-27 0,0 0-28 16,0 0-26-16,0 0-22 0,0 0-26 0,0 0-16 16,0 0-22-16,0 0-9 0,0 0-11 0,0 0-6 0,0 0-18 15,15 3-7-15,-15-3-9 0,6 4-4 16,-6-4 1-16,5 1-11 0,-5-1-3 0,3 1-4 15,-3-1-5-15,0 0-3 0,0 0-6 0,0 0-13 0,11-4-18 16,-11 4 0-16,1-4-24 0,-1 4-25 0,-1-7-29 16,1 7-38-16,-6-8-45 0,1 5-46 0,-1-3-44 15,2 2-45-15,-8 2-184 0,1-5-513 16,-1 2 226-16</inkml:trace>
  <inkml:trace contextRef="#ctx0" brushRef="#br0" timeOffset="81865.6">6969 2740 315 0,'-11'0'432'15,"5"-2"-14"-15,-3 2-18 0,4-1-5 16,-2-2-14-16,1 2-19 0,-2 0-19 0,8 1-24 16,-8 0-29-16,8 0-27 0,-8-2-27 0,8 2-22 15,0 0-22-15,-4-3-22 0,4 3-15 0,0 0-16 0,23 0-13 16,-5 2-27-16,3 1-48 0,9-5-53 0,0 5-58 16,4-2-69-16,2 0-53 0,-2 2-60 0,1-1-74 15,3 1-70-15,-6-2-279 0,1 0-718 0,1-1 318 16</inkml:trace>
  <inkml:trace contextRef="#ctx0" brushRef="#br0" timeOffset="82710.8">9884 2606 266 0,'-2'-4'321'15,"1"2"-2"-15,1 2-18 0,0-5-18 0,0 5-32 16,-2-6-32-16,2 6-28 0,0 0-22 0,0 0-17 16,0 0-15-16,0 0-2 0,3 17-19 0,1-7-11 15,0 3-12-15,1 5-4 0,0 1-14 0,3 3-1 16,-7 7-14-16,8 1 0 0,0-1-8 0,-5 2-3 15,6-3-2-15,-8 4-10 0,1-4-3 0,1 0 4 16,-4-4-8-16,3-4-8 0,-3 0 3 0,3 0-6 16,-2-3 5-16,-2 1-3 0,-2-6-3 0,0 1-4 15,3-4 3-15,0 1-6 0,-3-3 4 0,3-2 18 16,0 0 40-16,0-1 42 0,0-4 37 0,0 4 22 16,0-4-7-16,0 0-9 0,0 0-3 0,0 0-13 15,0 0-5-15,0 0-18 0,0 0-7 0,3-17-15 16,-3 12-12-16,6-2-9 0,-2 1-8 0,1 2-9 0,3 0-6 15,3-1-5-15,1 1-11 0,6-1-20 0,2 1-34 16,2 3-31-16,9-1-42 0,-2 0-40 16,5 4-44-16,-8-1-36 0,8 1-34 0,-15 1-40 15,4-2-36-15,7 4-28 0,-11-1-47 0,0-1-223 0,1-1-669 16,-6 1 296-16</inkml:trace>
  <inkml:trace contextRef="#ctx0" brushRef="#br0" timeOffset="83642.96">10366 2974 45 0,'0'0'243'0,"0"0"3"16,-8 9-16-16,6-5-7 0,0 1-5 0,-1 3-6 16,2-1-19-16,1 0-16 0,-4 2-16 0,3-1-13 15,2 3-12-15,-2-1-13 0,1 0-15 0,1 0-5 16,0 0-15-16,3 1-11 0,-1-3-2 0,1 2-4 15,4-2-8-15,-5 0 7 0,7-3-16 0,-5-1-2 16,7 1-6-16,-1-1 1 0,-4-2-9 0,5-2-3 16,-1 0-6-16,-3 0 2 0,-1 0-3 0,2-2-9 15,-3-2-1-15,1-2-2 0,-2 1 0 0,0 1-4 16,0-5-3-16,-4 1-1 0,-1 0-2 0,0 0 0 16,0-2-1-16,-3 0 0 0,-3 1-4 0,0-1-1 0,1 1 5 15,-4 0-5-15,0 1 1 0,-2 1-1 0,3-2 1 16,-4 2-2-16,4 0 3 0,-1 2-1 15,5 0 2-15,0 2-1 0,-2-1 3 0,2 2 1 0,4 2-2 16,-6-4 3-16,2 1-2 0,4 3-1 0,0 0-4 16,0 0 3-16,10-5-3 0,0 5-2 0,3-2-3 15,0 2-8-15,8-1-1 0,-3 1-11 0,3 0-3 16,-1-1-4-16,-1 2-1 0,2-2-1 0,-1 1 5 16,-1-4-1-16,-1 3 3 0,-2 1 4 0,-2-2 2 15,-1-1 3-15,-2 1 0 0,-1-1 2 0,-1 2 2 16,1 1 5-16,-6-4 9 0,3 2 8 0,-7 2 8 15,8-2 2-15,-4 1 2 0,-4 1 0 0,5-3 0 16,-5 3-6-16,0 0-1 0,0 0-3 0,0 0-1 16,0 0-5-16,0 0 7 0,0 0-9 0,-13 9 1 15,9-6-1-15,1 1 0 0,-1-2 2 0,1 3-2 16,2 0 3-16,-1-1 3 0,0 1 0 0,0 4 2 16,4-3-1-16,-1 3 0 0,3 2 3 0,0-2-1 15,5 1 7-15,-4 1 4 0,9 4-1 0,-2-1-3 16,-1-4-3-16,0-1 3 0,0 4-5 0,-1-4 4 15,-2 0-6-15,1-1 0 0,-1-1-3 0,-3-2-1 16,1 2-9-16,-4-3 5 0,1-1 1 0,-1 1 6 0,0 0 3 16,-2-1 18-16,0-3 10 0,-8 4 2 0,0-3 4 15,-6-1 6-15,6-1-10 0,-8-1-4 0,2-1-4 16,-2 1-2-16,0-3-5 0,1 1-3 16,1 2 1-16,0-2-4 0,4 0 0 15,0 0-2-15,3 1 2 0,-1 0-1 0,4 0-3 16,1-1-3-16,2 0-15 0,1 4-9 0,1-7-18 15,3 3-10-15,7-3-21 0,0 2-17 0,5-1-14 0,5 0-22 16,2 0-14-16,5-1-11 0,1-1-12 0,1 1-2 16,-2-1 2-16,1 0 16 0,-7 1 12 0,0 3 14 15,-2-3 11-15,-4-1 8 0,-1 2 9 16,-7 0 10-16,2 1 22 0,-2-2 17 0,0 1 12 0,-2-1 13 16,-3 2 14-16,-1-1 13 0,-2 0 11 0,0 1 15 15,0 0 11-15,-1 0 18 0,-2 1 9 0,0 0 12 16,3 4 5-16,-4-6-3 0,2 4-5 0,-4-1-10 15,6 3-9-15,0 0-7 0,-5-3-12 0,5 3-6 16,0 0-4-16,0 0-3 0,-6 9 0 0,6-2-2 16,0-1 3-16,0 2 1 0,2 4-2 0,0-1 5 15,5 2-6-15,-1 4-8 0,2-1 4 0,0-1-8 16,1 2 9-16,2 1-17 0,-2-1 1 0,3 1-1 16,-3-3 0-16,-2 1-5 0,-1-4-2 0,-1 2 3 15,0-4-30-15,-3 0-20 0,-2 2-27 0,-2-2-30 16,-3-2-38-16,-2-2-36 0,-4 0-55 0,-4-3-48 15,-4 0-261-15,-11-1-567 0,0-3 252 0</inkml:trace>
  <inkml:trace contextRef="#ctx0" brushRef="#br0" timeOffset="85619.29">2153 3351 269 0,'-9'0'280'0,"0"0"0"0,1-2 20 15,-2 2 5-15,2 2 3 0,0-1-1 0,2-1 12 16,6 0-13-16,-9 0-10 0,9 0-11 0,0 0-20 16,-9 2-17-16,9-2-24 0,0 0-18 0,-9-3-18 15,9 3-24-15,0 0-11 0,0 0-19 0,0 0-14 16,0 0-11-16,26-4-11 0,-6 4-12 0,0 0-7 16,10-1-8-16,-7 2-6 0,16-1-5 0,0 0-10 15,2 4-5-15,-1-4-4 0,3 0-5 0,-5 1-3 0,6-1-6 16,-6 2-5-16,0-1-4 0,0 0-7 0,-5-2-6 15,-1 5 4-15,-9-3-25 0,-2-1-13 16,1-1 2-16,-3-1 0 0,-10 1 1 0,1 1-2 16,-1-1 8-16,-2 2 5 0,-7-1-3 0,10-2-12 0,-10 2-5 15,8 0-16-15,-8 0-7 0,1-5-28 0,-1 5-24 16,0 0-10-16,0 0-33 0,-16-5-10 0,9 3-22 16,-5 2-34-16,6-3-35 0,-2 2-41 0,0 0-33 15,1 0-261-15,2-1-636 0,-2 0 281 0</inkml:trace>
  <inkml:trace contextRef="#ctx0" brushRef="#br0" timeOffset="86041.13">2653 3195 188 0,'0'0'312'16,"-3"-3"-13"-16,3 3-12 0,0 0-21 0,0 0-21 0,0 0-22 16,0 0-14-16,0 0-41 0,0 0-19 0,0 0-13 15,0 0-12-15,0 0-13 0,0 0-7 0,0 0-11 16,9 12-5-16,-5-7-10 0,5 0-5 0,-1 1-6 16,2 1-6-16,3-2-6 0,4 4-6 0,-2-2-5 15,-4-1-3-15,2 0-4 0,1 1 1 0,-3-2-8 16,-1 0-6-16,3 0 14 0,-1 0-19 0,-4 0-4 15,0-1 0-15,-2-1-2 0,-2 0-4 0,1 2-3 16,-1-4 2-16,-1 3 0 0,-2-1-3 0,-1-3 3 16,0 8 0-16,-2-4 4 0,-2 0-1 0,-2 3-2 15,1-1 0-15,-2 1 3 0,-4 1-4 0,3 0-1 16,-4 3 6-16,-2 1-4 0,-2-2-4 0,2 0 3 16,-3 2 4-16,3-1-7 0,3-3 3 0,-4 1-7 15,0 3 2-15,4-5 1 0,-5 0-6 0,5 4-22 16,3-6-38-16,-3 1-43 0,6 0-56 0,-1-3-58 15,2-1-50-15,4 3-239 0,0-5-550 0,0 0 243 16</inkml:trace>
  <inkml:trace contextRef="#ctx0" brushRef="#br0" timeOffset="102865.9">5438 4906 304 0,'3'-7'330'0,"0"1"4"16,0 0-1-16,0-1-1 0,-1 1 0 0,0-1-9 16,0 2-18-16,1-1-15 0,-1 1-14 0,0 2-22 0,0 0-21 15,-2 3-26-15,2-6-32 0,-2 6-21 0,0 0-19 16,0 0-16 0,0 0-14-16,0 0-15 0,0 0 0 0,1 13-15 0,-1-4-5 15,0-1-13-15,0 5-2 0,-1 2-5 0,-1 3-4 16,2 2-2-16,0 8-4 0,0-1-12 0,-2 2 7 15,6-3-2-15,-3 2-4 0,-1-6-4 0,3 5 0 0,0-7-6 16,-2 7 6-16,2-6-1 0,1-1-10 0,-2 1 4 16,3-1-4-16,-2 0 0 0,0-4-4 0,0 0-12 15,-1-4-21-15,0 1-28 0,0-4-42 0,1 0-26 16,-2-3-28-16,-1 2-24 0,1-3-17 0,-1-2-13 16,0 1-15-16,0-4-41 0,0 0-44 0,0 0-40 15,0 0-220-15,0 0-606 0,-16-9 268 0</inkml:trace>
  <inkml:trace contextRef="#ctx0" brushRef="#br0" timeOffset="103225.25">5342 4817 98 0,'-4'-2'327'15,"-1"-1"3"-15,-1 1-16 0,-1-1 4 0,3 0-5 16,-1 1-9-16,1-1-5 0,4 3-9 0,-6-3-12 16,6 3-18-16,-4-2-19 0,4 2-18 0,0 0-21 15,0 0-18-15,0 0-15 0,0 0-21 0,18-5-15 16,1 4-13-16,11 1-15 0,3-2-7 0,-1 2-10 15,4-1-10-15,-1 0-9 0,0-1-4 0,2 2-12 16,-6 0-2-16,3-1-10 0,-5 2 0 0,-5-1-8 0,-3 0-18 16,0-1-18-16,-2 1-24 0,-5-1-17 15,-3 2-19-15,-4-1-18 0,1 0-24 0,-3 0-35 16,-5 0-29-16,0 0-23 0,0 0-30 0,0 0-40 0,-13 7-38 16,2-4-35-16,-3 2-223 0,2-2-604 0,-7 3 268 15</inkml:trace>
  <inkml:trace contextRef="#ctx0" brushRef="#br0" timeOffset="103725.21">5633 5136 110 0,'4'-3'326'16,"2"1"-2"-16,-2 1-6 0,5-2-11 0,-5 2 2 0,2-1-37 15,-6 2-25-15,8-2-27 0,-4 0-23 0,-4 2-20 16,0 0-22-16,15 5-17 0,-11-3-16 15,3 2-12-15,-3 0-9 0,3 1-11 0,2 3-13 0,-3 0-5 16,2 3-7-16,-3-1-13 0,3 3 0 0,-2 0-1 16,2 2-9-16,-2-2 0 0,0 0-6 0,-2 3-2 15,2-3-1-15,-2 5-4 0,-3-5-7 0,2-2-2 16,1 2 2-16,-4-2-8 0,2 0-1 0,-2-4 2 16,0 3-2-16,0-5-3 0,0 1 9 0,-2-2 7 15,2 0 19-15,0-4 20 0,-3 2 19 0,3-2 12 16,0 0 14-16,0 0-3 0,-8-6-3 0,5 1-5 15,-1-4-4-15,2-2-10 0,3 0-7 0,0-2-12 16,-1-1-4-16,4-2-6 0,1-2-10 0,0 1-6 16,2 0-1-16,5 3-11 0,-4 4-17 0,3-5-28 15,1 2-31-15,6 1-31 0,-3 1-40 0,4 3-34 16,0 1-32-16,-6 5-34 0,1 1-32 0,5-2-24 0,0 6-24 16,2 0-8-16,-8 3-31 0,5-2-214 0,-4 1-597 15,1 3 264-15</inkml:trace>
  <inkml:trace contextRef="#ctx0" brushRef="#br0" timeOffset="104193.93">6258 5238 115 0,'2'-3'189'0,"-2"3"10"0,-2-10 2 0,0 4 1 16,-1-1 2-16,2 2 0 0,-2-3-2 0,0 1-7 16,-2 2-13-16,2 0-16 0,-6-1-4 0,3 1-21 15,1 2-12-15,-5-2-11 0,1 1-13 0,1 3-15 16,-3-2-6-16,0 3-5 0,-3 0-1 0,1 1-7 15,2 2-4-15,-3 4-6 0,-1-1-3 0,0 1-4 16,-1 1 8-16,0 5-9 0,5-5-1 0,-3 4-4 0,2 1-4 16,3-1-8-16,-1-2 1 0,3 2 2 15,2-1-10-15,1 0-2 0,0 0-1 0,2-1-2 16,2 2-1-16,0-3 3 0,6-1 14 0,-2 2-17 0,5-3 1 16,2 1-1-16,2-3-5 0,1-1 3 0,3 2-6 15,3-3 2-15,-1-3-1 0,2 0 0 16,-1-3-15-16,-2-1 13 0,-1-2-17 0,-2 2 2 0,2-5 2 15,-5 2-3-15,0-5 1 0,-1 3 2 0,-3-1-6 16,2 0 5-16,-5-2 7 0,1 1 11 0,-4 1 18 16,0 1 18-16,0-3 7 0,-2 3 10 0,0 1 15 15,-2 2 3-15,0 0 2 0,1 0-11 0,0 2 0 16,-1-1-10-16,-2 3-14 0,4 2-7 0,-3-5-10 16,3 5-7-16,0 0-6 0,0 0 0 0,0 0-4 15,0 0 6-15,0 0-5 0,-7 14-1 0,7-8 8 16,2 2-9-16,-2 1-4 0,1 1 1 0,1 2-1 15,-1-1 0-15,3 0 1 0,0 1-8 0,2 0-22 0,-1 0-27 16,0 0-45-16,1 0-29 0,2-2-29 16,3 0-25-16,-7-1-36 0,7 0-46 0,-4-3-36 15,2 1-49-15,-2-2-281 0,1-2-666 0,-2-2 296 16</inkml:trace>
  <inkml:trace contextRef="#ctx0" brushRef="#br0" timeOffset="104772.01">6426 5168 128 0,'0'0'340'0,"0"-7"-10"0,0 7-15 0,0 0-29 15,0 0-33-15,0-3-31 0,0 3-21 0,0 0-23 16,0 0-7-16,0 0-11 0,8 10-17 0,-6-4-15 16,-1 2-10-16,3-3-11 0,-1 7-9 0,1-2-8 15,-3 3-13-15,3 0 5 0,2 0-16 0,-5-1-8 16,3 1-4-16,0 1-5 0,-1-1-5 0,1-2-5 15,-1 1-1-15,0-1-11 0,-2 1-10 0,4-7-16 16,-5 1-2-16,2 2-4 0,2-5 3 0,-3-1 5 0,-1-2 0 16,3 5-4-16,-3-5 3 0,0 0 0 15,0 0-3-15,9-10 7 0,-4 5-3 0,-4-4-1 16,4 3-6-16,-1-2 6 0,2-1 1 0,-1-1 12 0,-1 0 17 16,0 4-6-16,3-4 5 0,-3 3 6 0,2 0 3 15,-4 1 3-15,3 0 6 0,-4 2-9 0,3-2-10 16,0 4-10-16,0-1-4 0,-4 3-8 0,0 0-1 15,0 0-1-15,10 5 2 0,-9 1-2 0,3 0-1 16,-1 1-2-16,0 0-5 0,1 3-2 0,-2 2-11 16,2-2-9-16,-1 0-7 0,0 0 0 0,-1 1-5 15,1-2-1-15,0-1-2 0,1-2 4 0,-4-2-1 16,4 2 11-16,-1-2 6 0,0-3 10 0,-3-1-8 16,0 0 7-16,10 0-6 0,-10 0 9 0,9-6 2 15,-4-1 8-15,-1 4 12 0,4-8 12 0,-1 2 1 16,0-1 21-16,4 1 7 0,-3-3 18 0,0 1 18 15,-1 1 21-15,0 1 18 0,-2-2 11 0,3 3 6 0,-5 1-7 16,4 3-7-16,-3 1-10 0,-1-4-11 0,1 5-17 16,-2-1-15-16,1 0-15 0,-3 3-8 15,0 0-7-15,0 0-3 0,10 6-8 0,-8-2-5 16,1 1-2-16,0 1-26 0,0 2-20 0,-1-1-32 0,2 3-22 16,-1-1-33-16,2 2-36 0,0-2-35 0,-3-2-27 15,1 1-35-15,-2-2-30 0,2 4-43 16,0-7-39-16,0 2-29 0,-3-2-211 0,2 2-634 0,-2-5 280 15</inkml:trace>
  <inkml:trace contextRef="#ctx0" brushRef="#br0" timeOffset="104959.5">6602 4863 83 0,'-2'-5'318'15,"0"-2"-30"-15,0 4-27 0,1-2-30 0,-1 0-21 16,2 5-24-16,-2-5-21 0,2 5-41 0,0 0-40 0,0 0-38 16,0 0-50-16,0 0-57 0,0 0-57 15,0 0-185-15,4 14-327 0,1-10 146 0</inkml:trace>
  <inkml:trace contextRef="#ctx0" brushRef="#br0" timeOffset="105382.79">6935 4799 121 0,'4'-2'285'0,"0"1"-28"0,-4 1-27 0,0 0-16 16,9 4-12-16,-6 1-8 0,1 1-16 0,5 3-5 15,0 1-9-15,-2 7-15 0,1-1-12 0,0 2-14 0,0 3-8 16,-1-1-10-16,1 10-11 0,0-4-11 0,2 3-4 15,-2-2-12-15,-3 1-2 0,0-2-11 16,0-5 4-16,-2 5-9 0,-1-6-7 0,0 1-5 0,-2 0-2 16,1-1-3-16,-1-1-9 0,0-2 2 0,0-1-3 15,-1-3 0-15,-3 0-3 0,3-3 0 0,-1-2-1 16,-1-1 19-16,1 1 6 0,0-4 6 0,1 0 14 16,-1 1 9-16,1 0 14 0,-2-4 11 0,3-1 8 15,-1 4 0-15,-3-1 0 0,4-3-5 0,0 0-1 16,0 0-9-16,0 0 2 0,-11-2-12 0,11 2-1 15,0 0-9-15,0 0-2 0,-8-3-6 0,8 3-7 16,0 0-3-16,0 0-7 0,0 0-4 0,0 0-11 16,0 0-3-16,0 0-9 0,0 0 0 0,0 0-5 15,0 0-5-15,33 2-17 0,-20-1-21 0,2 1-17 16,5 0-14-16,2-1-12 0,0 2-17 0,1-3-20 16,2 0-17-16,-3-3-25 0,-1 1-18 0,11-1-28 0,-11 1-30 15,-1-1-33-15,1-5-25 0,-2 1-35 0,-4-1-202 16,1-2-566-16,-3 3 250 0</inkml:trace>
  <inkml:trace contextRef="#ctx0" brushRef="#br0" timeOffset="106226.48">7443 5190 121 0,'0'0'207'0,"-10"7"-1"0,7-3 3 0,3-4-3 16,0 7-4-16,-3-1-9 0,2 0-11 0,-2 1-7 15,3 2-13-15,0-1-12 0,0 1-12 0,0 1-14 16,0 0-9-16,3 1-11 0,0-2-5 0,-2 2-11 16,3-1-8-16,1 0-9 0,2 0-7 0,-1 2-7 0,1-3-2 15,1 0-8-15,-2-4-1 0,0 1-7 16,1-2-11-16,-2 0-13 0,4-1-8 0,0-2-15 16,-4-1-7-16,-5 0-3 0,13-1-4 0,-8-2 1 15,-1-1-4-15,0-2 2 0,-3 0 2 0,2-6 0 0,-3 2 1 16,-3-3 3-16,2 0 1 0,-3 2 1 0,-4-6 3 15,1 0-2-15,0 3 15 0,2 2 9 16,-2 0 7-16,-2 1 9 0,2 0 7 0,0 1-1 0,1-2 5 16,0 7 7-16,2 2 7 0,-2-4-9 0,2 3 2 15,3-1-13-15,-1 3-3 0,2 2-4 0,0 0-5 16,0 0-3-16,0 0-1 0,14 0 5 0,-2 1-8 16,3 1 2-16,0 5-18 0,0-5 0 0,5 5-10 15,2-3-7-15,-4-1-1 0,2 4-2 0,-3-5-2 16,4 2-2-16,-6-1 2 0,-1-2 3 0,-3 2 1 15,1-1 7-15,-4-1 0 0,-1-1 2 0,-1 2 5 16,0-1 2-16,-6-1 8 0,0 0-1 0,11 0-4 16,-11 0 0-16,0 0 1 0,0 0-3 0,0 0-1 15,0 0 0-15,0 0 1 0,0 0-3 0,0 0 1 16,0 0-1-16,0 0 4 0,0 0-4 0,-5 9 5 16,6-4 3-16,-1 0-2 0,0 1 3 0,1-1 1 15,2 1-2-15,0 2-1 0,1-2 3 0,1 3-1 0,-2 0 2 16,4 0-3-16,0-1 0 0,-3 0 0 15,1 1 0-15,-1-1 0 0,-1-3 1 0,2 0-1 16,-3 2 2-16,2-5 2 0,-3 0 0 0,2 0-1 0,-3-2 1 16,0 0 0-16,0 0-1 0,0 0 1 0,0 0-1 15,0 0 4-15,-10-13 10 0,5 8 6 0,2 0 9 16,-1 0 3-16,2-2 4 0,-1 1 1 0,1 0 4 16,2-1-3-16,0 1 4 0,0 0-11 0,0-1-3 15,0 1 0-15,3 0-6 0,1 0 3 0,0 0-8 16,2 1 3-16,0-1-10 0,0 0 3 0,2 1-2 15,4 0-4-15,-4-2-2 0,3 4 0 0,0-2-3 16,1 1-3-16,-2 3 6 0,1-2-5 0,-2 0-2 16,1 3 0-16,-3-1-1 0,5 0 1 0,-2 1 1 15,-2 0-3-15,4 0 1 0,-8 0 1 0,-4 0-7 16,12 1 3-16,-5-1 2 0,0 3-4 0,-3-1 1 16,0 1-6-16,-1-1 5 0,1 2 0 0,-3 0 2 0,2 1 2 15,1-1 0-15,-3 2-3 0,1-1 2 0,-4 3-1 16,4-1 3-16,-2-1 0 0,0 2-4 15,0-1 2-15,-2 1 1 0,1 1 2 0,-2-2-3 16,1 3 1-16,-1-3 1 0,-1 2 3 0,-2-1 0 0,4-2 0 16,-4 2-2-16,3-3 2 0,-2 0-1 0,1 1 5 15,1-1-6-15,-5-2 2 0,4 0-8 0,-2 2-25 16,0-2-37-16,2-1-51 0,-5 0-73 0,9-2-80 16,-8-2-235-16,8 2-546 0,-9-5 242 0</inkml:trace>
  <inkml:trace contextRef="#ctx0" brushRef="#br0" timeOffset="106867.06">8401 4913 210 0,'4'-5'347'16,"-1"0"2"-16,-2 0-6 0,2 0-1 0,-2 0-1 15,1 1-6-15,-2-1-32 0,0 0-24 0,1 0-23 16,-1 5-28-16,-4-6-23 0,1 2-19 0,-1 3-25 16,4 1-17-16,-10-4-11 0,-2 4-11 0,0 2-10 15,-3 3-6-15,0 1-9 0,-2 4-3 0,-1 1-9 16,0 4-11-16,-3 3 3 0,4-3-11 0,-1 8 0 15,1-1-4-15,0 4-5 0,9-7-9 0,-1 9 2 16,2-2-5-16,4-5-1 0,1 7-5 0,3-2-5 16,0-4-1-16,6 5-2 0,0-8 2 0,5 7-5 15,1-2-2-15,-3-7-12 0,7 4-26 0,-3-4-34 16,0-6-36-16,2 2-53 0,1-1-28 0,-1-4-47 16,-5-1-59-16,5-1-42 0,-5-4-33 0,5-2-54 0,-3 0-209 15,1-2-655-15,-1-1 290 0</inkml:trace>
  <inkml:trace contextRef="#ctx0" brushRef="#br0" timeOffset="107492.01">8583 5078 216 0,'0'-3'307'0,"3"-1"-3"0,-2-2 1 0,-1 0-4 15,2 1-6-15,-2 0-5 0,0 1-19 0,0-1-9 16,0 5-12-16,4-6-8 0,-4 6-37 0,0-5-27 16,0 5-23-16,0 0-26 0,0 0-18 0,0 0-6 0,0 0-15 15,0 0-10-15,-6 16-4 0,2-8-5 0,4 4-12 16,0-1-1-16,0 4-9 0,0 2-1 15,0 0-4-15,0-1-5 0,0 2-9 0,4-3-11 0,-2 2-10 16,2-1-7-16,0-4-9 0,0 0-9 0,-3-2-10 16,7-1-7-16,-5-3-2 0,4 4 6 0,-3-5-1 15,2-2-6-15,-1-2 15 0,3 1-15 0,-1-2 3 16,-7 0-2-16,14-6 4 0,-8 2 2 0,1-1 9 16,3-4 1-16,-3 1-1 0,0-1 1 0,0-2 7 15,-1-4 4-15,2 6 16 0,-4-2 6 0,3-2 22 16,-5 4-2-16,4-1 17 0,-5 0 15 0,2 0-7 15,1 4-5-15,-4 0 15 0,3-1-21 0,1 4-4 16,-4-1-3-16,3 1-21 0,-3 3-1 0,0 0-2 0,5-2-5 16,-5 2-7-16,0 0 10 0,10 10-10 15,-5-3 6-15,-1 0 5 0,3 3-7 0,1 0 0 16,-2 0 0-16,-1 2-2 0,2 1 4 0,4-4-7 0,-6 4-10 16,5-3 8-16,-2-1 3 0,1-1-3 0,-2 0-2 15,0-3 3-15,3 0-1 0,-4-2 6 16,4 1-1-16,-3-2 3 0,1-4-13 0,1 2 0 0,-2-2 12 15,0-1-19-15,0-1-1 0,2-3 9 0,-5 0-9 16,2-3 4-16,-1 0-3 0,-2-2-5 0,1-2 9 16,-4-3 1-16,0 1 0 0,0-2 4 0,0 2-4 15,-4-2-1-15,-2 1-3 0,2 4-4 0,2 0-3 16,-3 2-20-16,0 0-16 0,1-1-16 0,0 5-22 16,0-1-30-16,-3 5-37 0,2-1-36 0,-1 1-32 15,-3-1-26-15,3 3-33 0,6 1-254 0,-11 1-582 16,9 3 257-16</inkml:trace>
  <inkml:trace contextRef="#ctx0" brushRef="#br0" timeOffset="107955.21">9130 4833 346 0,'-1'-4'417'0,"-3"3"-16"0,4 1-17 0,-6-7-12 16,5 6-18-16,1 1-30 0,0 0-34 0,-4-5-26 15,4 5-31-15,0 0-28 0,0 0-22 0,0 0-18 16,0 0-15-16,0 0-9 0,7 15-11 0,-2-4-8 16,6-3-6-16,1 6-4 0,0 2-10 0,5 0-9 15,0 6-11-15,-3-6-6 0,3 5-14 0,0 3 1 16,-1 2-8-16,-2-3-8 0,-4-3 0 0,0 4-6 0,1 1-9 15,-8-7 1-15,1 3 3 0,-3-2-4 16,1 0-5-16,-5-1-4 0,-4 0 0 0,3 3 5 16,-4-5-11-16,-3 2-2 0,-1-3-19 0,-6 2-37 0,3-3-49 15,-1 0-49-15,-1-1-51 0,1 1-52 0,-3-1-54 16,1-4-67-16,2 3-350 0,-2-2-773 0,7-2 341 16</inkml:trace>
  <inkml:trace contextRef="#ctx0" brushRef="#br0" timeOffset="124583.96">10087 4980 14 0,'0'0'335'0,"0"0"-20"0,0 0-14 16,0 0-25-16,0 0-21 0,0 0-17 0,0 0-18 15,0 0-18-15,-5 2-12 0,5-2-13 0,0 0 4 0,0 0-17 16,0 0-6-16,0 0-6 0,0 0-10 16,0 0-8-16,0 0-7 0,0 0-6 0,0 0-2 15,0 0-10-15,25-4-11 0,-20 3-8 0,4 0-13 0,4-2-4 16,-5 2-3-16,4-2-22 0,2 0 1 0,-5-1 1 15,6 1-6-15,-2 2 5 0,1 0-15 0,-1 0-16 16,0-1-28-16,1 1-33 0,1 0-26 16,-3 1-33-16,-1 1-25 0,-2-1-32 0,-2 3-30 0,2-1-31 15,-4 0-26-15,2 2-21 0,-2 1-29 0,-2 1-188 16,-2-1-524-16,-1 3 232 0</inkml:trace>
  <inkml:trace contextRef="#ctx0" brushRef="#br0" timeOffset="124787.06">10195 5203 95 0,'0'0'276'0,"-3"2"1"15,3-2 1-15,0 0-5 0,0 0 3 0,0 0-14 16,0 0-7-16,0 0-7 0,0 0-13 0,0 0-3 16,0 0-28-16,0 0-18 0,0 0-9 0,0 0-27 15,0 0-16-15,0 0-10 0,14-5-11 0,-14 5-17 16,15-1-24-16,-4-1-43 0,2-3-43 0,1 4-52 0,1 2-59 15,3 1-84-15,3-1-72 0,-3-1-269 0,5 5-596 16,9-4 265-16</inkml:trace>
  <inkml:trace contextRef="#ctx0" brushRef="#br0" timeOffset="125913.51">11954 4181 255 0,'0'-9'278'0,"0"4"-1"15,0-3 2-15,1 0-19 0,-1 3-5 0,0-2-4 0,4 1-10 16,-4 1-9-16,0 0 1 0,0 2-8 0,0 3-13 15,0-7-19-15,0 3-6 0,0 4-21 0,0 0-16 16,0-5-15-16,0 5-11 0,0 0-20 0,2-4-11 16,-2 4-13-16,0 0-9 0,0 0-11 0,0 0-4 15,0 0-13-15,0 0 0 0,0-5-5 0,0 5 2 16,0 0-12-16,0 0-5 0,0 0 2 0,0 0-6 16,0 0-2-16,1 14-4 0,-1-14 0 0,4 6 4 15,-4-4-3-15,1 3-4 0,0-1-3 0,2-1 3 16,-3 3-9-16,0-2 6 0,3 2-4 0,-3-4 5 15,1 2-4-15,2 3 2 0,-3-1 1 0,0-1-4 16,1 3 1-16,2 1 13 0,-1-1-14 0,-1 2-3 16,2 0 0-16,-2 2 4 0,-1 1-8 0,0 2 1 15,3 1 19-15,-2-1-21 0,-1 1 8 0,4 3-2 0,-3 1-2 16,2-1 5-16,0 0-2 0,-2 0 2 16,2 3-3-16,-2-1-1 0,2-2-7 0,1 2 10 15,-4 1 1-15,4-1-9 0,-1-1-18 0,2-2-25 0,-2 0-15 16,1-1-21-16,0 0-17 0,-1-1-13 0,1-3-20 15,-2-3-26-15,0 4-40 0,-2-5-53 0,4 2-62 16,-2-4-246-16,-2 1-607 0,2-3 269 0</inkml:trace>
  <inkml:trace contextRef="#ctx0" brushRef="#br0" timeOffset="127507.14">15090 4350 236 0,'3'-3'269'0,"1"1"-6"0,0-1-13 0,0 1-7 16,1-3 1-16,-3 2-29 0,-2 3-15 0,0 0-19 15,2-5-13-15,-2 5-22 0,0 0-13 0,0 0-16 16,0 0-15-16,0 0-10 0,0 0-8 0,0 0-9 15,0 0-11-15,-20 10-2 0,9-1-11 0,1-2-5 0,-4 3-5 16,-5 0 2-16,-11 3-4 0,4 2-2 0,-4 1-1 16,-4 0-2-16,0-1-1 0,-1-1 1 15,-2 2-1-15,-13 4-8 0,-1-3 20 0,11-1-4 0,-11 4-1 16,13-7-4-16,-12 3 1 0,10-3-5 0,1 1 3 16,4-3-6-16,2 2 3 0,3-2-5 0,0-1-5 15,7-2 2-15,4 1-4 0,0-3 1 0,2 2-5 16,7-3-2-16,-3 0-3 0,1 1 2 0,4-1-1 15,0-2-7-15,1 0 2 0,1 1 2 0,0-2-1 16,3-1-6-16,-1 2 8 0,4-3-3 0,-4 2 2 16,4-2-1-16,0 0 2 0,5 6 3 0,-5-6 1 15,11 2-5-15,-4 0 2 0,5-2-4 0,3 1 11 16,3-1-10-16,4 1-1 0,1-1-6 0,7 1 8 16,1 1-10-16,-1-1 1 0,0 1 3 0,4 0-1 15,1 1 1-15,1 2-1 0,-1-3 1 0,2 3-3 16,1-2 3-16,-4 0 1 0,1 2-10 0,-2 0 9 15,-1-2-8-15,-9 1 4 0,6-2-2 0,-10 1 6 16,-4 0-3-16,-1 1-3 0,-1-3 0 0,-2 2 1 0,-3-2-3 16,0 0-4-16,-2 1-1 0,-2 0-9 15,0 0 11-15,0 1-7 0,-1 0 3 0,-3-3 2 16,0 5-4-16,0-5 6 0,-7 7 3 0,3-1-4 0,-2-1 9 16,-4 0-4-16,-3 2-3 0,-3-1 3 0,1 5-2 15,-6-3 4-15,1 2-2 0,-8 2-1 0,-1 0 2 16,-4 1-2-16,2 0 2 0,-7 1 1 15,4 0 0-15,0 1 5 0,0 2 0 0,0 1-2 0,0-3 8 16,0 1-10-16,3 0-1 0,2-3 3 0,-1 0-2 16,3 1 0-16,7-3 5 0,1-3-3 0,1 3 0 15,2-4 3-15,1 3 4 0,5-4-5 0,-3 0 1 16,9-2 11-16,-3-1-4 0,3 3-11 0,-2-5 16 16,3 2 12-16,3-3 22 0,0 0 23 0,-1 3 31 15,1-3 15-15,8 3 6 0,5-3-6 0,6 0-12 16,4 0-6-16,8-3-13 0,9 2-9 0,-1-3-9 15,21 3-6-15,-2-1-6 0,6-3-5 0,-5 2-7 16,-1 0-3-16,3 2-5 0,-1-3-6 0,-19 3-1 16,0-1-4-16,0 0 5 0,-2-2-11 0,-1 4-7 15,0-3 4-15,-8 3-2 0,-8-1-2 0,2 1-4 16,-3 0-9-16,-2-1-20 0,-6 0-15 0,-2-1-31 16,-2 2-33-16,-1 0-38 0,-3 0-39 0,1-1-33 0,-6 1-37 15,0 0-45-15,0 0-55 0,0 0-65 0,0 0-214 16,0 0-675-16,-26-1 298 0</inkml:trace>
  <inkml:trace contextRef="#ctx0" brushRef="#br0" timeOffset="128126.68">14474 5738 280 0,'0'0'325'0,"-4"-3"-11"0,4 3-14 0,0 0-24 0,0 0-26 15,-6-4-27-15,6 4-23 0,0 0-28 0,0 0-12 16,-12 6-12-16,8-2-20 0,-1 1-10 0,-2 2-4 15,1 4-13-15,0-3-9 0,2 5 3 0,0 2-5 16,-1-3-2-16,3 6-9 0,-1-5-3 0,3 6-9 16,1-1-3-16,2-2-3 0,-2 0-2 0,4-3-11 15,-1-1 1-15,1-1-7 0,4 1-1 0,1-4-10 16,0 1 3-16,3-2 13 0,2-1-44 0,0-2-36 16,-1-1-42-16,1-2-50 0,-2-2-62 0,2-4-85 15,-4 2-309-15,0-2-629 0,2-7 279 0</inkml:trace>
  <inkml:trace contextRef="#ctx0" brushRef="#br0" timeOffset="128517.27">14560 5568 177 0,'0'0'272'16,"0"0"-12"-16,0 0-20 0,0 0-16 0,0 0-19 16,0 0-21-16,0 0-22 0,0 0-13 0,0 0-15 15,-10 0-13-15,10 0-17 0,0 0-11 0,0 0-10 16,0 0-8-16,0 6-11 0,0-6-1 0,0 0-10 16,0 0 1-16,0 7-9 0,0-7-5 0,0 0-4 15,5 3-2-15,-2 0 0 0,-3-3-3 0,0 0-3 16,0 0 2-16,3 2 0 0,-3-2 14 0,7 2 0 15,-7-2 8-15,0 0-5 0,0 0-2 0,11-7 12 16,-7 5 5-16,0-2-7 0,-3 0-8 0,3 0 3 16,-4 0 1-16,2-1 4 0,0 0 0 0,0-1-1 15,-2 3-6-15,0 3-1 0,0-7-4 0,-2 0-4 16,2 3-6-16,0 4-5 0,0-5-1 0,0 5-21 16,-4-7-21-16,4 7-26 0,-4-3-25 0,4 3-28 0,0 0-28 15,0 0-44-15,-13 9-54 0,11-7-60 0,-2 2-222 16,3 0-543-16,-2 3 239 0</inkml:trace>
  <inkml:trace contextRef="#ctx0" brushRef="#br0" timeOffset="130462.56">13058 5972 38 0,'0'0'268'0,"0"-6"-11"15,0 6-12-15,1-8-8 0,2 6-10 0,-3 2-19 16,2-7-10-16,-1 4-17 0,0 0-5 0,1-2-12 0,0 0-20 15,2 3-13-15,0-2-12 0,-1 2-12 0,1-1-10 16,0 1-11-16,-4 2-9 0,7-5-8 16,0 3-8-16,-2 1-2 0,-5 1-12 0,9-4-3 0,-4 3-7 15,-5 1-5-15,10 1 5 0,-5 3-13 0,0-1 5 16,-2-1-10-16,4 3-5 0,-2-1-3 0,0 2 0 16,2 1-2-16,-4 0 2 0,4 3-2 0,-6-4-3 15,4 4 2-15,-4 0 0 0,2 0-1 0,-2 1-1 16,2-2-2-16,-6 2 2 0,3-3-4 0,-1 1 1 15,-2-1 3-15,2 3-3 0,-5-6 4 0,2 0-2 16,1 3-4-16,0-3 3 0,-2-2-3 0,-2-1 10 16,5 1-8-16,-4 0 1 0,3-1 4 0,1 1-1 15,2-3 17-15,0 0 7 0,-11-1 1 0,11 1 3 0,-4-6-4 16,3 1 1-16,1 0-6 0,2 0-4 0,1-3 1 16,5 1-5-16,-4-6-4 0,4 5-1 0,-1-4 4 15,5 0-3-15,-1 1-2 0,-1 1 1 0,0 1-2 16,-3 0-2-16,4 0 1 0,0 2-3 0,-3-1-5 15,-1 0 6-15,1 1-2 0,3 0 0 0,-7 3 2 16,2-1-2-16,-2 2 0 0,0-1 5 0,-1 0 3 16,0 1-3-16,0 1 1 0,-3 2-8 0,7-3 6 15,-7 3-3-15,1-4-6 0,-1 4-1 0,3-2-3 16,-3 2-1-16,0 0-3 0,0 0 3 0,0 0 0 16,0 0-2-16,3 9 4 0,-3-9-4 0,-1 7 6 15,1-1-6-15,-2-1 17 0,2 0-14 0,-4-1-4 16,4 5 4-16,1-2 3 0,-2-1-5 0,1 1 4 15,0 0 1-15,0 0 0 0,0 1 2 0,0-1-2 0,1 2-3 16,2-1 4-16,-6 1-7 0,6 0-18 0,-3-3-20 16,2 3-16-16,-1-4-27 0,0 2-33 15,2 1-35-15,0-2-45 0,1-4-46 0,3 5-50 0,-5-3-173 16,5 0-508-16,-3-1 226 0</inkml:trace>
  <inkml:trace contextRef="#ctx0" brushRef="#br0" timeOffset="130712.55">13444 6113 205 0,'0'0'234'0,"0"0"-10"16,6 2-13-16,-6-2-15 0,4 2-17 0,-4-2-18 15,1 3-15-15,-1-3-13 0,4 3-15 0,-1 1-11 16,0-2-11-16,0 3-7 0,-2 0-6 0,0-2-8 15,1 2-10-15,-2 2-5 0,0 1-5 0,0-2-6 0,0 2-2 16,-2-1-3-16,-2 4-7 0,1-1-2 0,-1-2-1 16,0 2-4-16,1-4-3 0,-3 1-17 15,-1-1-26-15,3-1-34 0,-3 1-43 0,3-1-40 0,0-3-58 16,0 2-188-16,-3-4-408 0,7 0 181 0</inkml:trace>
  <inkml:trace contextRef="#ctx0" brushRef="#br0" timeOffset="131243.75">13573 5950 112 0,'0'0'248'0,"0"0"-27"0,0 0-24 16,0 0-20-16,0 0-18 0,0 0-19 0,0 0-12 15,0 0-14-15,0 0-11 0,0 0-9 0,3 14-10 0,0-10-9 16,-2 0-5-16,-1 0-10 0,3 0-6 0,1 1-3 16,-2-1-4-16,0-3-5 0,1 3-1 15,2-1-1-15,-5-3-8 0,3 3 1 0,0 0-5 0,-3-3 2 16,7 2-3-16,-7-2-4 0,5 0 1 0,-5 0 12 16,12-3 7-16,-8 0 2 0,0-1 9 0,1 1 3 15,0 0 4-15,-1-1 6 0,2 0 7 0,2 0 3 16,-4-1 5-16,-2 2-7 0,1 0 5 0,1-1-2 15,-2 0 6-15,0 2-5 0,-2 2-11 0,3-3 0 16,-3 3-18-16,0 0-8 0,3-4-6 0,-3 4-7 16,0 0 0-16,0 0-8 0,0 0 2 0,0 0-5 15,12 11 13-15,-8-7-20 0,2 3 2 0,-2-1 0 16,1 3 2-16,0 0-1 0,2 1-8 0,0 2 0 16,1-1 2-16,-1 2-3 0,3 0-1 0,-1 2-1 15,-1 2 2-15,0-1 1 0,1-1 0 0,-4-3-4 16,2 0-3-16,-2 1 3 0,-1-2-4 0,-1 0 6 0,1 0 1 15,-4 0 0-15,0-3-4 0,0 2 5 0,0 1-3 16,-3-3 2-16,2-1 9 0,-2-2 1 0,-5 3 0 16,3-3 0-16,-5 0-4 0,3-1 2 0,-5-1-2 15,1 1 2-15,0-3-5 0,-1-1-2 0,3 0-17 16,-2 0-21-16,-1-1-22 0,5-2-30 0,-2 2-27 16,0-1-48-16,4 0-57 0,-1-3-60 0,2 0-255 15,4-1-575-15,0-2 254 0</inkml:trace>
  <inkml:trace contextRef="#ctx0" brushRef="#br0" timeOffset="131634.35">13866 5839 56 0,'0'0'307'0,"0"-5"-20"16,0 5-20-16,0 0-25 0,0 0-24 0,0 0-22 16,0 0-18-16,0 0-17 0,12 8-15 0,-8-5-13 15,0 1-16-15,2 0-8 0,-2 3-11 0,4 3-6 16,-3 0-7-16,2-1-7 0,2 5-6 0,-4-4-6 15,7 7-6-15,-5-1-7 0,1 1 3 0,-1 0-10 16,2 2-6-16,-5-1-5 0,2 1 1 0,-3 2-2 16,2-3-6-16,-5 1-2 0,0 3 1 0,0-2-6 15,-4 1-3-15,1-1-1 0,-2-1 0 0,-1-2-1 16,-4 1-14-16,-1 1-14 0,1-4-15 0,-2-1-30 16,-2 0-33-16,-2-3-40 0,1-1-41 0,2-4-40 15,0-1-54-15,-1 1-149 0,1-1-447 0,-1-1 199 16</inkml:trace>
  <inkml:trace contextRef="#ctx0" brushRef="#br0" timeOffset="132493.66">12991 5795 80 0,'0'0'291'16,"0"0"-15"-16,0 0-17 0,2-5-21 0,-2 5-15 15,0 0-16-15,0 0-24 0,0 0-14 0,0 0-22 16,0 0-13-16,0 0-14 0,0 0-14 0,0 0-8 15,-10 14-11-15,5-9-5 0,1 2-3 0,-3 2-8 16,0 3-1-16,0 3 0 0,-1 0 4 0,3 3-5 0,-1 0-4 16,-2 1-4-16,0-1-2 0,3 0-7 15,2 3-2-15,0-1-4 0,2 1-5 0,1 2-9 16,0 2 2-16,4-5-1 0,0 1-4 0,7 5 1 0,0 1-5 16,2-11-14-16,6 6-44 0,-4-4-62 0,7 1-79 15,4-2-107-15,-6-6-239 0,-1 0-563 0,0-4 249 16</inkml:trace>
  <inkml:trace contextRef="#ctx0" brushRef="#br0" timeOffset="135781.64">14545 5819 25 0,'0'0'217'0,"0"0"-3"16,0 0-6-16,0 0-10 0,0 0-8 0,-4-6-4 16,4 6-8-16,0 0-7 0,0 0-8 0,0 0-7 15,0-4-12-15,0 4-9 0,0 0-13 0,0 0-5 16,0 0-19-16,0 0-7 0,0 0-18 0,0 0-5 16,0 0-7-16,-10 11-7 0,7-7-6 0,-2-1-6 15,-2 5-4-15,-1 0 0 0,1 3-4 0,-3-2 8 16,3-1-1-16,-3 4 8 0,3 2 3 0,-5 2-3 15,5 1 7-15,-4-1 7 0,-1 1-1 0,3 0-6 16,-1 1 4-16,3 1-9 0,-1-2 4 0,3 2-2 0,-1-3-8 16,3 3-1-16,2-4 4 0,-2 2 1 0,3-1-6 15,3-2 4-15,1-2 3 0,3 3 8 16,-3-2-6-16,7 0-1 0,-3-6 0 0,7 6-8 0,1-1 1 16,5-5-4-16,-2 1-2 0,-2-1-10 0,4-2-17 15,-1-3-15-15,-1 2-30 0,2-3-36 0,-8 0-30 16,1-2-41-16,2 0-49 0,-6-2-64 0,-1 0-55 15,1-2-258-15,-6 0-614 0,0-3 273 0</inkml:trace>
  <inkml:trace contextRef="#ctx0" brushRef="#br0" timeOffset="136234.79">14407 6005 56 0,'0'0'339'15,"-5"-2"-13"-15,5 2-14 0,0 0-22 16,0 0-19-16,0 0-23 0,0 0-18 0,0 0-25 16,0 0-24-16,0 0-16 0,0 0-12 0,0 0-12 0,0 0-12 15,0 0-5-15,0 0-3 0,16 5-16 0,-9-3-7 16,5 1-14-16,-1 0-2 0,3-1-5 0,-1 1-14 15,6 1-6-15,2-3-3 0,-8 0-5 0,8 2-14 16,-2-2 1-16,-4 0-4 0,-2 1-11 0,-2-2-9 16,4 1-16-16,-2 0 0 0,0-1-10 0,-5 0-3 15,-1 0-5-15,0 2 5 0,-7-2 0 0,11 0 1 16,-11 0-2-16,8 0 2 0,-8 0 2 0,3-3-14 16,-3 3-1-16,0 0-1 0,0 0 0 0,0 0 6 15,0 0 4-15,-18-4 3 0,18 4-2 0,-12 0 1 16,1 0 4-16,0-1 7 0,0 1-5 0,-1-2 2 15,-2 2 1-15,0-1 3 0,1 2 5 0,1 1-2 16,-2-1 3-16,-1 0-3 0,4-3 1 0,-1 3 2 0,1 2-1 16,3-2 0-16,1 0-2 0,2 1-5 15,-2-2-19-15,7 0-17 0,-7 2-29 0,7-2-31 16,0 0-24-16,0 0-36 0,0 0-50 0,0 0-57 0,0 0-166 16,0 0-472-16,8-10 209 0</inkml:trace>
  <inkml:trace contextRef="#ctx0" brushRef="#br0" timeOffset="136969.21">14633 5760 95 0,'0'0'242'0,"0"0"-4"0,0 0-13 0,0 0-18 16,0 0-17-16,0 0-21 0,0 0-18 0,0 0-18 15,0 0-14-15,0 0-15 0,0 0-9 0,0 0-10 16,0 0-8-16,0 0-8 0,-18 6-7 0,14-2-5 16,-1-1-9-16,-1 4-4 0,-2-3-2 0,3 0-7 15,-3 2 0-15,-2-3-5 0,2 2 0 0,-3 0-4 16,2 1 1-16,-1 0-4 0,-1 0 0 0,6-4-4 15,-3 2-2-15,2-1-2 0,-1 1 1 0,2-2-3 16,0 1 1-16,2-1-5 0,-1 1 0 0,4-3 2 16,-7 1 1-16,7-1-1 0,0 0 0 0,0 0 0 0,0 0 0 15,0 0 2-15,0 0 0 0,0 0 2 0,0 0-2 16,12 3-1-16,-12-3-2 0,15-3 0 16,-7 2-1-16,-2-2 0 0,6 1-6 0,0-1 9 0,-4-2-6 15,7 1-1-15,-4 0-3 0,3 1-1 0,-5-2-1 16,2 0-5-16,1 2 0 0,-1-4-2 0,-1 4 3 15,-5 0-1-15,5-2 0 0,-2 2 2 0,-3-1 2 16,1 1 1-16,-2 0 0 0,1 2-2 0,-5 1 2 16,7-2 6-16,-7 2 1 0,4-4-1 0,-4 4 0 15,3-2-3-15,-3 2 2 0,0 0-2 0,0 0 0 16,0 0-1-16,0 0-1 0,0 0 2 0,-19 6 0 16,14-4 0-16,-1-1 1 0,-1 3 3 0,-1-2 3 15,-3 3 10-15,0 1 6 0,2-2 2 0,-5 2-2 16,3-4-3-16,-1 3 2 0,1 1-5 0,0-1-1 15,1 0-3-15,-1 0-1 0,1 0-2 0,-1 0 1 16,4-2 0-16,0 1-3 0,2-2-2 0,-1 2-1 0,1 1-5 16,1-2-16-16,-1-2-23 0,2 2-28 0,3-3-35 15,-6 5-50-15,6-5-64 0,2 5-245 16,-2-5-495-16,5 4 219 0</inkml:trace>
  <inkml:trace contextRef="#ctx0" brushRef="#br0" timeOffset="137423.82">15112 5888 104 0,'0'-5'391'0,"0"0"-4"0,-2-2 0 16,2 3-13-16,0 4-12 0,2-7-25 0,-4 3-34 16,2 4-31-16,0 0-34 0,0-7-29 0,0 7-23 15,0 0-27-15,0 0-11 0,0 0-14 0,0 0-16 0,3 18-13 16,-2-6-9-16,1-3-8 0,-1 5-13 0,2-1-7 16,0 4 3-16,-2 1-1 0,3-1-17 15,-1 2-6-15,0-1-5 0,1 1-2 0,-2-1-13 0,0 0-44 16,0-3-38-16,1-1-34 0,0 1-32 0,-2-2-25 15,-1-2-52-15,0-1-53 0,0-3-71 16,3 0-294-16,-7-1-666 0,4-1 294 0</inkml:trace>
  <inkml:trace contextRef="#ctx0" brushRef="#br0" timeOffset="137783.17">15029 5812 222 0,'-3'-5'394'0,"3"2"4"16,-1-1 0-16,-2-1-10 0,2 1-19 0,1 4-26 0,0-6-27 15,0 6-34-15,1-5-28 0,-1 5-28 0,8 0-23 16,-8 0-19-16,19 2-21 0,-8 0-17 0,2 2-11 16,7 3-20-16,-3-1-8 0,1 1-12 0,3 4-12 15,-1-1-8-15,-1 0-10 0,0 1-2 0,-2 5-8 16,0-3-7-16,3-1 2 0,-6 5-13 0,1-1-6 15,-1-1-5-15,-2 3 0 0,-1-2-1 0,-3 0-3 16,-1 0-3-16,-3 2-4 0,-3 0-1 0,-1 2-6 16,0-2 3-16,-5-3-3 0,-1 2 2 0,-2 0-5 15,-3 0 2-15,-2 0-3 0,-2-2 0 0,0 1 0 16,-3-3-2-16,0 0-1 0,-3 0-3 0,3 0-15 16,-3-3-7-16,1-1-20 0,4-1-29 0,1-2-33 15,2 0-9-15,0-1-34 0,1-1-20 0,1-1-24 0,1 0-38 16,5-3-63-16,-1 0-70 0,6 0-249 15,-6-5-664-15,6 5 295 0</inkml:trace>
  <inkml:trace contextRef="#ctx0" brushRef="#br0" timeOffset="138200">15438 6200 333 0,'-1'-6'376'0,"1"6"-4"16,0 0-25-16,0-4-23 0,0 4-33 0,0 0-29 16,0 0-33-16,0 0-25 0,0 0-27 0,0 0-18 0,0 0-18 15,0 0-14-15,-3 16-9 0,3-9-8 0,0 1-15 16,0 0-1-16,-1 4-8 0,1 1-12 16,0-2-4-1,-3 2-10-15,3 0-2 0,-1 3-1 0,-1-3-12 16,1 0-11-16,1 4 2 0,-1-3 4 0,-1-2-2 15,2 0 0-15,0 2-7 0,0-2-3 0,0-1-3 0,2 0-2 0,-2-4-8 0,1 3-23 16,0-3-19-16,2-1-19 0,1 1-26 0,0-3-36 16,1 1-44-16,4-3-64 0,-4 1-60 0,4-3-53 15,-3-2-219-15,5 0-593 0,-3-1 263 0</inkml:trace>
  <inkml:trace contextRef="#ctx0" brushRef="#br0" timeOffset="138434.46">15395 6348 78 0,'-6'0'302'0,"2"-1"-1"15,-4 0 3-15,8 1-8 0,-7-3-8 0,-1 3-5 16,8 0-7-16,0 0-3 0,0 0-5 0,0 0 1 0,-5-1-23 16,5 1-14-16,0 0-15 0,0 0-15 0,0 0-18 15,0 0-17-15,0 0-19 0,0 0-11 0,0 0-16 16,0 0-28-16,28 3-20 0,-21-3-31 0,5 1-39 15,3 0-48-15,-4 2-47 0,2-5-38 0,1 5-36 16,0-3-48-16,-2 0-48 0,2 0-52 0,1 0-283 16,-3 0-647-16,-1 0 286 0</inkml:trace>
  <inkml:trace contextRef="#ctx0" brushRef="#br0" timeOffset="139153.24">15608 6345 23 0,'0'0'258'0,"0"0"-9"0,0 0-12 16,0 0-11-16,0 0-17 0,0 0-14 0,0 0-16 0,0 0-13 16,-1 6-19-16,4-3-12 0,2-1-17 15,1 1-6-15,-2 2-11 0,4-1-8 0,-4-1-10 16,3 0-11-16,-2 1-6 0,1 4-5 0,-2-4-7 0,2 2-6 16,-3 0-5-16,1-1 1 0,-1 3-6 0,1-1-8 15,-1-1 0-15,-2 1-2 0,-1-1-1 0,-1 0 1 16,-2 0-6-16,0-2-2 0,-1 1-4 0,1 0-1 15,-1 0 2-15,-2-3-2 0,2-1 3 0,-2 1 6 16,1 0 6-16,5-2 17 0,-10 0 10 0,10 0 1 16,0 0 2-16,-13-4 10 0,10 1-16 0,1 0-5 15,2-2-4-15,0 5-7 0,2-8-7 0,2 2-13 16,2 0-9-16,3-1-7 0,-1 1-26 0,3-1-28 16,1 0-30-16,5-2-24 0,4 8-33 0,-2-6-31 15,2-1-26-15,-1 4-18 0,2-1-11 0,-3 0 6 16,1 3 5-16,-1-1 11 0,-1 2 19 0,-2 0 16 15,-6-2 17-15,2 3 24 0,0 0 30 0,-5 0 24 0,0-2 32 16,-1 1 33-16,-6 1 36 0,10 0 16 16,-10 0 10-16,4-4 17 0,-4 4 20 0,0 0 7 15,0-5 15-15,0 5 8 0,0 0 3 0,-12-2 6 0,5 1 3 16,7 1 4-16,-11-3 1 0,6 1-4 0,-6 1-3 16,4 1-10-16,-1 0 12 0,1 1-22 0,-2 1-14 15,-1-1 7-15,2 1-28 0,1 0-5 0,-1 1-9 16,-1 0 0-16,2 2-7 0,-3-3-7 0,2 4-8 15,3-2 5-15,-4 2-10 0,5 0-5 0,-1 0-1 16,-2 0 0-16,6-1-8 0,-3 3 1 0,4-3 2 16,-3 1-12-16,3 1 2 0,3-1-6 0,-3 1-6 15,4-2-9-15,0 0-4 0,5 1-8 0,-2-3-14 16,0-1-11-16,3 2-11 0,-1-2-4 0,3-1 1 16,-3-1 1-16,3-1 5 0,-3 0 8 0,1-4 3 15,1 3 6-15,-2-3 3 0,1 0 3 0,-2 1 13 16,-3-1 14-16,-2 1 21 0,1-1 20 0,0-1 14 0,-1 0 14 15,1 1 17-15,-2 0 17 0,0-2 23 0,-2 5 24 16,3-3-9-16,-3 5 4 0,4-5 3 16,-3 1-9-16,-1 4-9 0,0-4-15 0,0 4-9 0,0 0-17 15,0 0-9-15,3-2-10 0,-3 2-11 0,0 0-12 16,0 0-3-16,0 0-3 0,0 0-20 0,0 0-1 16,1 11-31-16,-1-6-13 0,3-1-33 0,-3 0-15 15,1 3-47-15,2-4-22 0,1 3-26 0,-1 0-26 16,1-1-46-16,1 1-56 0,1-2-55 0,-3 2-254 15,-1-4-656-15,5 2 290 0</inkml:trace>
  <inkml:trace contextRef="#ctx0" brushRef="#br0" timeOffset="139543.82">16095 6390 76 0,'0'0'306'0,"-3"-3"-4"16,3 3 1-16,0-5-12 0,0 5-18 0,-5-5-13 0,5 5-28 15,0 0-23-15,-3-3-21 0,3 3-21 0,0 0-15 16,0 0-9-16,0 0-21 0,0 0-15 0,0 0-9 16,0 0-10-16,2 14-6 0,-1-8-7 0,1 0-9 15,1 0-8-15,0-2-5 0,0 4-5 0,-2-1-6 16,2 0-13-16,1-1-5 0,-3-1-8 0,2 2-17 16,1-1-9-16,-2 0-2 0,0-2-5 0,0 1-6 15,3-2 1-15,-4 1 0 0,2 0 0 0,-3-4 4 16,6 3-1-16,-5 0 6 0,-1-3 0 0,0 0 4 15,8-1-2-15,-8 1 6 0,6-4-3 0,0 1 6 16,-3 1 5-16,1-2 19 0,0 1 13 0,-1-2 14 16,1 1 8-16,0 2 11 0,-1-2 7 0,1 1 21 15,3-2-2-15,-6 3 5 0,3-2 8 0,0 0-1 0,-1 2-16 16,-3 2-5-16,6-5-6 0,-4 4 3 16,-2 1-18-16,4-4-10 0,-4 4-6 0,7-1-4 15,-7 1-6-15,0 0-7 0,11 3-3 0,-7 0-5 0,0-2-22 16,-4-1-32-16,8 4-38 0,-4-2-33 0,-1 1-24 15,0-1-37-15,1 3-40 0,-3-2-56 0,-1-3-56 16,7 3-318-16,-7-3-684 0,0 0 302 0</inkml:trace>
  <inkml:trace contextRef="#ctx0" brushRef="#br0" timeOffset="139731.31">16110 6136 267 0,'-4'-8'320'0,"-4"1"-27"0,4 2-26 0,-3-2-30 0,3 2-24 15,-3-4-24-15,2 5-27 0,-1 0-44 0,-2 2-53 16,0-1-62-16,1 3-78 0,-4-2-99 16,-2 1-141-16,-1-1-340 0,-4 2 151 0</inkml:trace>
  <inkml:trace contextRef="#ctx0" brushRef="#br0" timeOffset="144912.79">16126 4379 38 0,'3'-11'387'16,"-1"4"-10"-16,-1-1-8 0,0 2-12 0,1 0-5 0,-1-1-18 16,3 2-16-16,-4 3-26 0,0-2-29 0,0 4-38 15,2-6-18-15,0 3-34 0,-2 3-10 0,0 0-21 16,0 0-19-16,4 10-9 0,-1-4-12 0,2 5-12 15,-2-1-7-15,1 4 2 0,0 3-18 0,-2-4-7 16,3 6-8-16,-1 2-1 0,-1-2-7 0,-2 6-2 16,-1 4-5-16,3-8 0 0,-3 1-15 0,0 0 7 15,0-2-3-15,-3 7 0 0,2-8-6 0,1 0-6 16,0-1 2-16,-3 2-1 0,3-2-1 0,-1-2 1 16,-2 1-5-16,3-4 5 0,-1 0-4 0,-2-5-2 15,2 3 2-15,-1 0 1 0,2-3-2 0,-2-1-4 16,2 2 0-16,0-5-3 0,-2 1 4 0,2 0 2 15,0-1 0-15,0-4 4 0,-3 4 0 0,3-4 3 0,0 4 25 16,0-4 31-16,0 0 8 0,0 0-5 16,0 0-6-16,0 0-6 0,0 0-10 0,0 0-5 15,13-10-3-15,-12 5-3 0,3 1-3 0,-1-1 0 0,1 1 0 16,1-1-10-16,-2-2-4 0,3 4-1 0,5-3-5 16,-4 0-2-16,7 2-7 0,-1 1 6 0,3 0-16 15,3 0-5-15,0 0-15 0,5 2-20 0,6 0-22 16,-1 0-36-16,2 1-38 0,-1 0-35 0,0 0-32 15,-7 1-32-15,0 1-43 0,0 2-64 0,3-2-62 16,-7 2-295-16,2-2-757 0,-4 0 335 0</inkml:trace>
  <inkml:trace contextRef="#ctx0" brushRef="#br0" timeOffset="145897.18">16771 4753 114 0,'0'0'319'15,"0"0"-26"-15,0 0-31 0,0 0-31 0,0 0-20 16,0 0-24-16,0 0-12 0,-16 13-19 0,10-9-10 16,2 2-13-16,-1-1-7 0,0 2-14 0,-1 2-9 0,-1-1-11 15,2 2-7-15,1 0-8 0,-3-2-7 16,4 2-6-16,1-2-8 0,0 0-2 0,1 0-1 15,-1 0-4-15,4-2-5 0,1 5-3 0,-1-5-11 0,1 0 7 16,5 0-6-16,-3-1 1 0,1-2-3 0,1 1-4 16,1-3 1-16,-1 2-4 0,0-3-2 0,-7 0-2 15,16-3-2-15,-9 0-2 0,-2-1-6 0,1-1-2 16,-4-2-5-16,7 0 3 0,-6-3-12 0,-1-1 8 16,-2 1-6-16,-5-3 1 0,0 3-3 0,0-3-1 15,-3-2 2-15,1 4 2 0,-2 1-3 0,-1 0 3 16,2 2 2-16,-3 0-1 0,1 0 2 0,5 0 5 15,-2 3-2-15,-1 0-1 0,4 1 5 0,1 0-1 16,-1 2 1-16,1-1 0 0,3 3-2 0,-1-5-3 16,1 5 3-16,0 0-4 0,11-4 6 0,1 4-6 15,-1 0 0-15,4 1 1 0,3-1 1 0,3 0-2 16,-3 1-3-16,5-1-5 0,7 0 0 0,-8 0-2 16,-4 0 0-16,2 0 0 0,-4-1 3 0,2 1 1 0,-6-1 2 15,2-2-4-15,-2 1 6 0,0-3-3 16,-6 2 2-16,-1 2 4 0,1-3-4 0,0 0 1 15,-2-1 9-15,-1 1-1 0,1 1 1 0,-2 0 3 0,0 0-1 16,-2 3-7-16,2-5 3 0,-2 5-1 0,1-4-1 16,-1 4-4-16,0 0 0 0,0 0-1 0,0 0 1 15,0 0-3-15,0 0 5 0,2 14-1 16,-2-8 1-16,1 0-4 0,3 1 2 0,-3-1 1 0,5 3 3 16,-2 0-3-16,-2 1 1 0,5 0-6 0,-4 2 6 15,0-3 1-15,0 2-4 0,1-2 2 0,-3 1 0 16,1-2-1-16,-2-2 3 0,3 1 1 0,-3 1-4 15,0-3 1-15,-3 0 4 0,1 1-3 0,-3-2 3 16,0-1 1-16,1-1 0 0,-3 1 4 0,1-1 1 16,-1-2 5-16,-1 1 17 0,2 1-2 0,6-2 3 15,-15-2 10-15,11 1 7 0,-1-3-4 0,5 4 0 16,-8-3-2-16,6 0-4 0,-3 0 1 0,5 3-9 16,0-9-3-16,0 6-6 0,2-2-6 0,1-1-11 15,3 0 2-15,-1 0-10 0,7-2-10 0,-1 2-12 16,-1-2-6-16,6-2-11 0,-1 0-5 0,4 0-8 15,0 0-7-15,0 1 3 0,0 0 2 0,-4 0 8 16,-1 3 2-16,-2-2 8 0,-1 4 5 0,0-2 2 0,-2-2 7 16,0 3 5-16,-3 1 13 0,-2-2 21 0,0 2 8 15,1 1 2-15,-3 2 10 0,1-2 2 0,-3 3 0 16,4-5-3-16,-4 5-5 0,4-2-1 0,-4 2-1 16,0 0 4-16,0 0-14 0,0 0-4 0,0 0 2 15,0 0-8-15,0 0 5 0,-9 11-5 0,6-7-1 16,2 0 5-16,-1 4 0 0,2-3 7 0,0 3-11 15,2-1 0-15,-2 0 1 0,2 3-1 0,1-2-1 16,1 2 1-16,2 0-1 0,0 0-1 0,-2 0-2 16,3-2 4-16,-3 1 1 0,3 0-6 0,-3-3 3 15,0 4-4-15,-1-5 5 0,0 1 0 0,-1 1-2 16,-2-4 0-16,3 1-5 0,-3-4 5 0,0 8 7 16,0-3 3-16,0-5 1 0,-5 4 7 0,2-2-12 15,3-2-3-15,-7 5 3 0,2-3-23 0,-3 1-18 16,2-1-28-16,1-1-32 0,-2 1-40 0,0 0-57 15,0-2-62-15,2 5-275 0,1-4-570 0,-2 2 253 16</inkml:trace>
  <inkml:trace contextRef="#ctx0" brushRef="#br0" timeOffset="146584.63">18021 4425 207 0,'7'-6'332'0,"-4"0"4"0,3 0-5 16,-4 3 17-16,0-1-25 0,1 0-20 0,-1 0-24 15,-2 4-28-15,1-4-30 0,-1 4-24 0,0 0-20 16,0 0-16-16,0 0-18 0,-27 13-16 0,17-5-5 16,-2 5 0-16,-4 1-6 0,0-1-3 0,0 4-3 15,-3 4-12-15,0 2-8 0,0 0-5 0,0 1-6 16,10 1-2-16,-6-2-8 0,1 1-4 0,3 2-6 15,7-7-4-15,-2 4-5 0,6-5-1 0,2 9-2 16,-1-8-6-16,6-1-1 0,0-1-7 0,6-1 3 16,0 0-10-16,-1-3-25 0,6 0-39 0,1-1-48 15,1-2-43-15,3-2-35 0,-2 1-43 0,-3-4-58 16,6-1-71-16,-6-3-347 0,-1-1-739 0,-3-3 327 0</inkml:trace>
  <inkml:trace contextRef="#ctx0" brushRef="#br0" timeOffset="147240.82">18201 4661 249 0,'2'-5'316'0,"1"0"-7"0,1 1-12 16,-4-1-13-16,4 0-17 0,0-1-7 0,2 1-22 15,-4 0-14-15,3-1-10 0,-1 1-20 0,1 0-17 16,-1 1-20-16,0-1-9 0,2 1-16 0,-1 0-15 16,1 1-8-16,-2 0-13 0,3-1 6 0,1 3-31 15,0-1-5-15,-3 1-12 0,-5 1 1 0,15 1-7 16,-9 1-15-16,3 0 1 0,-2 2 0 0,2-2-8 16,-2 5-5-16,4-2 1 0,-2 1-3 0,-2 1 1 0,0 2-4 15,0-2-8-15,-3 4-8 0,3-1-8 16,-4 0 2-16,1 0 0 0,-2 2 4 0,0-3-15 15,-1 2-6-15,-1-1 9 0,-3 1 0 0,1-2-3 16,0-1 1-16,-2-2 16 0,-1 1-15 0,0-2 7 0,-1 0-1 16,-1-2 4-16,0 3-4 0,1-4 7 0,0 1 2 15,2-2 2-15,1 0 15 0,-5 1 9 16,8-2 15-16,-5-4 1 0,5 4-1 0,-7-5 12 0,7 5 1 16,0-7-5-16,0 2-3 0,0-1 0 0,4-1-2 15,0 0-4-15,3-2 1 0,-2 0-8 0,2-3-3 16,2 2-3-16,1 1 1 0,-2-4-8 0,2 4-8 15,-1-3 6-15,1 1-3 0,0 1 4 0,0 1-6 16,-4 0 19-16,3 0 4 0,-2 1-2 0,0 3 13 16,-2 0 9-16,-2 0 1 0,1 2 0 0,-2 0-2 15,-1-1-3-15,3 1-3 0,-1 0-7 0,-3 3-2 16,0 0-6-16,4-3 0 0,-4 3-6 0,0 0-3 16,1-3-7-16,-1 3-2 0,0 0-6 0,0 0-4 15,0 0 1-15,0 0-1 0,0 0 2 0,3 11-2 16,-3-11-2-16,-3 8 0 0,3-3 0 0,0 2 2 15,0 1 0-15,0-1-1 0,0 4-3 0,0 0-1 16,0-1 2-16,4 2 4 0,-3 2-5 0,1-4-2 0,2 1-13 16,-1 2-13-16,-2-3-17 0,3 2-25 0,0-3-30 15,-1 0-25-15,6 0-18 0,-2 0-22 16,0-3-29-16,-3 1-32 0,2-2-48 0,2 0-53 0,-3-3-45 16,3 2-254-16,-1-2-676 0,1-1 299 0</inkml:trace>
  <inkml:trace contextRef="#ctx0" brushRef="#br0" timeOffset="147454.32">18833 4750 8 0,'0'0'282'0,"1"3"-9"16,-1-3-4-16,0 0-12 0,4 7-1 0,-4-5-5 15,0-2-19-15,2 8-8 0,-1-5-8 16,1 2-30-16,-1-1-16 0,0 2-13 0,-1 0-19 0,0 0 6 15,0 1-29-15,-1 3-10 0,1 1-15 0,-3-3-9 0,-1 4-19 0,-2-2-36 0,0-1-40 16,2 3-45-16,-2-1-44 0,-2-1-55 0,4 0-75 16,-4 0-59-16,0-4-156 0,-2 2-484 0,1-4 214 15</inkml:trace>
  <inkml:trace contextRef="#ctx0" brushRef="#br0" timeOffset="147969.91">19022 4503 66 0,'0'0'309'16,"0"0"-29"-16,0 0-26 0,0 0-26 0,0 0-24 0,0 0-19 15,0 0-19-15,14 7-14 0,-13-2-15 0,5 0-11 16,-2 0-13-16,1 1-12 0,-1 0-10 15,3 0-8-15,-1-2-7 0,0 5-7 0,1-3-6 0,-2 1-7 16,2-2-4-16,-3 0-3 0,1 0-12 0,0-2 0 16,0 1 0-16,-1-2-3 0,0 1-3 0,-4-3-1 15,9 1-5-15,-9-1-4 0,12-2-2 0,-10-1 0 16,3 1-1-16,0-3-5 0,2 2-2 0,-3-2 11 16,3 0 2-16,-2-5-3 0,2 5 26 0,-3-1 25 15,3-3 7-15,-1 1 2 0,1 2 6 0,0 2 11 16,-4-2 2-16,1-1 4 0,0 3 1 0,-1-1-7 15,2 1-16-15,-1 1-12 0,-4 3-5 0,4-3-20 16,-4 3 7-16,0 0-8 0,0 0 0 0,12 6-11 16,-7 2-3-16,-1-1-5 0,4 3-1 0,-2 0 11 15,-1 1-17-15,3 2-1 0,-3 4 2 0,2 0-8 16,2-2-3-16,-4 1 2 0,3 1-3 0,-1 1 4 16,-2-2 7-16,2-1-15 0,-5 3 2 0,-1-4 3 15,2-2 1-15,-3 0-7 0,-2-1 3 0,1 2 10 0,-2-5-1 16,-1 1 8-16,-1 0 2 0,-5 0 4 15,1-1-3-15,-1-3 3 0,-3 1 0 0,0 0-1 16,-3-4-6-16,2 2-1 0,2 0 0 0,-3-1-3 0,3 0-23 16,-3 0-38-16,3-3-54 0,2 1-42 0,2-1-34 15,1 1-38-15,0 1-49 0,7-2-55 0,-4 1-329 16,4-1-699-16,0 0 309 0</inkml:trace>
  <inkml:trace contextRef="#ctx0" brushRef="#br0" timeOffset="148204.26">19517 4881 228 0,'0'0'307'0,"6"1"-23"0,-6-1-22 0,4 3-26 16,-4-3-10-16,4 5-19 0,-3 0-17 0,2-1-15 15,0 0-10-15,-2 3-13 0,2-2-12 0,-2 1-9 16,-2 2-18-16,1-1-9 0,-3 1-9 0,3 2-11 15,-3-1-8-15,2 4-5 0,-4-1-5 0,2 3-9 16,-3-5-17-16,4 2-24 0,-4-3-29 0,0 1-33 16,0-2-40-16,-1 0-50 0,3-2-57 0,1 0-45 15,-1-2-215-15,4-3-489 0,0-1 216 0</inkml:trace>
  <inkml:trace contextRef="#ctx0" brushRef="#br0" timeOffset="148829.22">19850 4572 115 0,'0'-6'331'16,"0"6"-28"-16,-2-4-32 0,2 4-27 0,0 0-26 15,0 0-22-15,0 0-19 0,0 0-19 0,-10 11-17 16,8-5-12-16,0 0-15 0,2 1-7 0,-3 2-13 15,1 0-5-15,0 2-10 0,2 0-4 0,2 0-5 16,-2 2-11-16,0-2-5 0,1 1-6 0,0-2 2 16,2 0-10-16,-1 1-4 0,-2-1-3 0,0-2-2 15,2-1-5-15,-2-2 0 0,2 2-2 0,0-2-5 16,0-1-4-16,2 1-2 0,-2-3-3 0,1 1-5 16,1-1 2-16,-4-2-8 0,7 2-4 0,-7-2 0 15,8-1 4-15,-1-2-1 0,-2 0 0 0,2 0 1 16,0 0-2-16,0-2 2 0,4-2-2 0,-6 1 4 15,5-1 1-15,-5-1 7 0,6 0 11 0,-4-1 24 16,-2 1 8-16,5 0 24 0,-2 1 6 0,-1-2 7 16,0 1 17-16,-3 2 5 0,0 1-5 0,-1 0 4 15,0 1-13-15,0-3-7 0,1 4-13 0,-4 0-2 16,0 3-11-16,4-3-13 0,-4 3-12 0,3-4-5 16,-3 4-8-16,0 0 2 0,0 0-9 0,7 12-3 0,-3-8-8 15,-2 3 0-15,-1-1-5 0,4 3-8 16,-2-3 0-16,2 3-7 0,-2-1-1 0,1 1-6 15,0 0-1-15,6 0-2 0,-5-2-1 0,3 1-1 0,-3-3 9 16,3-1-4-16,-2 1 4 0,1 1 2 0,0-3 3 16,1-1-3-16,3-1 4 0,-6 0-2 0,5-1 2 15,-2 0 4-15,2-1 1 0,-5-3 1 0,5 0 0 16,-5 0 5-16,5-2 1 0,-5 0 0 0,-1-4 12 16,0 2-14-16,0-4 20 0,-1-1-2 0,-1 3 15 15,-2-4-21-15,2 0 13 0,-1-3-11 0,-1 1 6 16,0-1-14-16,2 4 0 0,-4 0-7 0,1 2-11 15,-3-1-23-15,1 1-35 0,1-1-18 0,0 3-34 16,-2 0-29-16,0 4-38 0,3 0-50 0,-3-1-57 16,2 0-57-16,-2 2-181 0,-1 1-578 0,2 0 257 15</inkml:trace>
  <inkml:trace contextRef="#ctx0" brushRef="#br0" timeOffset="149204.19">20309 4251 14 0,'1'-4'387'0,"-1"4"-11"0,0 0-10 0,4-3-19 16,-4 3-19-16,3-3-29 0,-3 3-37 0,0 0-26 15,0 0-31-15,0 0-18 0,12 4-15 0,-9-2-17 16,8 5-15-16,-4-1-17 0,2 3 1 16,5 4-20-16,-2 0 7 0,0-1-18 0,6 5-6 0,0 2-8 15,-5-2-4-15,0 0-6 0,3 6-2 0,0 0-10 16,-4-5-11-16,1 6 3 0,-1 0-8 0,-3 2-6 16,-2 1 2-16,-3 0-9 0,2-6 0 0,-5 7-2 15,-1 1-5-15,0-5-1 0,-1 4 1 0,-5-6 0 16,2-1-6-16,0 6 2 0,-3 0-1 0,2-8-1 15,-3 0-1-15,0-1-1 0,-2 0-1 0,-1 0 22 16,-2-3-33-16,-2 0-4 0,-2-2-11 0,1-2-28 16,-2 0-43-16,2-1-46 0,-2-1-43 0,-1-1-63 15,5-3-89-15,-6 0-335 0,-3-2-714 0,3-5 316 16</inkml:trace>
  <inkml:trace contextRef="#ctx0" brushRef="#br0" timeOffset="151584.42">11185 4996 128 0,'-11'0'289'0,"3"0"-5"0,-1-1-11 15,9 1-17-15,-13 3-5 0,13-3-17 0,-5 0-12 16,5 0-17-16,-7 1-16 0,7-1-17 0,0 0-10 16,0 0-6-16,0 0 11 0,0 0 6 0,0 0 8 15,21 4-19-15,-3-4-7 0,5 0-13 0,12 1-18 16,-1-1-12-16,8 2-11 0,-3 0-4 0,17-7-14 16,0 2-15-16,2 1 3 0,-2-3-6 0,1 2-2 0,0 1-12 15,6-1-6-15,0-1-2 0,0-2-6 16,-5 2 3-16,7-3-3 0,-7 0 13 0,-2 2 9 15,0 0 7-15,-14-1 9 0,17 0 1 0,-19 4-5 0,1 0-4 16,0-4 0-16,1-1-12 0,-4 1-1 0,0 1-2 16,0-3-5-16,-4 3-4 0,4-1-4 0,-4 3-2 15,-1-1-7-15,-2 0-3 0,-1-2-3 0,-7 2 1 16,8 1-7-16,-11 2 1 0,0 0-2 0,0-2-7 16,-6 2 3-16,-2 1-2 0,3-2-1 0,-4 2 3 15,3-2-5-15,-5 1 0 0,-2 1 1 0,0 0-1 16,-7 0 0-16,12-1-4 0,-12 1-1 0,8-1 4 15,-8 1-1-15,7 0 0 0,-7 0 0 0,0 0-1 16,8-2 0-16,-8 2-2 0,0 0-3 0,0 0-2 16,0 0-9-16,6-1-12 0,-6 1-25 0,0 0-48 15,0 0-54-15,0 0-62 0,0 0-59 0,0 0-70 16,-17-7-87-16,9 4-309 0,1 0-797 0,-2 2 353 16</inkml:trace>
  <inkml:trace contextRef="#ctx0" brushRef="#br0" timeOffset="152537.47">11317 5456 285 0,'0'-6'313'0,"0"0"-15"0,0 0-11 16,0 2-9-16,0 1-17 0,0 3-30 0,0-5-25 15,0 5-21-15,4-3-23 0,-4 3-16 0,0 0-14 16,0 0-12-16,0 16-9 0,-4-4-9 0,4 5-7 16,4 2-5-16,-8 1 6 0,4 7-12 0,0 3-16 15,4 0-6-15,-4 2-1 0,0 3-6 0,4-1 5 16,-7 6-4-16,6 9-3 0,1-13 2 0,-1 0-1 15,1 4 1-15,-1-4-2 0,1 3 1 0,4-2 15 16,-4 0-20-16,0-1-5 0,2 0-3 0,-4-3-2 16,3-1-4-16,-4-1-5 0,3 0 1 0,1-5-9 15,-5 0 2-15,2 1-7 0,0-7 6 0,0 1-5 16,-2-4 2-16,0-4 4 0,-3 0-4 0,4-1-1 16,-1-1-2-16,2-3-3 0,-4-2 3 0,2 1-2 0,0-2-2 15,0 0 1-15,0-1 3 0,0-4 0 0,2 4-31 16,-2-4-15-16,0 0-34 0,0 0-28 15,0 0-35-15,12-7-38 0,-9 4-53 0,0-2-62 0,2-3-56 16,-1 0-249-16,1 0-632 0,0-2 280 0</inkml:trace>
  <inkml:trace contextRef="#ctx0" brushRef="#br0" timeOffset="153193.76">11611 5656 223 0,'1'-7'315'0,"1"2"-2"0,-1 1-6 15,-1-2 3-15,3 1 11 0,-2 2-6 16,-1-1 3-16,0-1-2 0,0 5-16 0,0-5-20 0,0 5-27 16,0-6-24-16,0 6-26 0,0 0-26 0,3-2-20 15,-3 2-17-15,0 0-14 0,0 0-5 0,6 16-17 16,-4-10-14-16,1 6-8 0,-1 1-4 0,1 0-9 16,0 2-7-16,-6-1-9 0,9 5 1 0,-2 0-9 15,-3-1-2-15,2 2-5 0,-2 0-1 0,2-2-6 16,1 2-9-16,-3 1-16 0,0-2-29 0,1-2-26 15,-1-3-31-15,2-4-32 0,-3 4-32 0,0-4-22 16,1 1-19-16,-1-4-30 0,2 0-37 0,-1-1-32 0,-1-2-56 16,4 0-275-16,-4-4-666 0,0 0 295 15</inkml:trace>
  <inkml:trace contextRef="#ctx0" brushRef="#br0" timeOffset="153584.35">11589 5625 275 0,'0'-3'293'15,"0"-3"-11"-15,0 6-3 0,-1-6-15 0,1 6-5 16,0-5-18-16,0 5-17 0,1-5-15 0,-1 5-24 16,0-6-19-16,4 4-18 0,2-1-21 0,-6 3-11 15,12-1-11-15,-4 1-8 0,3 0-16 0,1 3-2 16,-1-1-12-16,4 2-8 0,-3 0-1 0,6 2-8 15,-6 0-7-15,3 1 0 0,-1 2-8 0,-2 0-5 16,2 2-2-16,-2 1-8 0,1 1 8 0,-3 1-8 16,2 4-1-16,-5-3-3 0,0 1-3 0,-2 1-1 15,-1 2 1-15,4 1-2 0,-5-1 3 0,-3 0-3 16,4 2 2-16,-4-2-2 0,0-1-4 0,0 1-4 16,-5-1 3-16,2 1 0 0,-5-2 1 0,0-2 4 15,-2 2-4-15,-2-3 2 0,1-1 3 0,0-6-2 0,-4 8-2 16,2-7-3-16,-4 3 1 0,5-5 4 0,-7 1 0 15,5-2-1-15,-6-1 2 0,8-2-4 16,-7-1-2-16,5 0 5 0,-1-1-3 0,3-1-9 0,0 1-14 16,1-1-15-16,4-1-26 0,-1 2-20 0,8 0-31 15,-7-3-44-15,7 3-51 0,0-5-50 0,0 5-60 16,12-4-187-16,-2 1-542 0,-2 2 241 0</inkml:trace>
  <inkml:trace contextRef="#ctx0" brushRef="#br0" timeOffset="154080.13">11962 6032 277 0,'0'0'318'0,"0"0"-10"0,0 0-12 16,0 0-22-16,1-4-15 0,-1 4-14 0,0 0-32 15,0 0-19-15,0 0-22 0,0 0-12 0,0 0-7 16,0 0 4-16,0 0 2 0,-8 17-5 0,4-13-4 16,1 1-8-16,-1 2 8 0,1-1-15 0,-1 1-7 15,-1 0-9-15,1 3-8 0,1-1-6 0,-1-1-7 16,1 2-3-16,-1 1-13 0,3 1-7 0,-2 0-14 16,2 0 4-16,-1 0-10 0,2 2-7 0,0-1 3 15,3-1-1-15,-2 0-10 0,2 1 0 0,1-1-2 16,3-2 4-16,-3 0-15 0,3 1 0 0,0-1-4 0,4 0-3 0,-4 1-14 0,3-4-28 15,1 0-27-15,0-3-28 0,4 1-24 0,-5-1-16 16,3-1-15-16,-5-2-21 0,-1 0-28 0,1 0-30 16,-1-3-38-16,-2-1-31 0,2 0-26 0,-4-2-21 0,1-2-193 15,-5-1-563-15,1 1 249 0</inkml:trace>
  <inkml:trace contextRef="#ctx0" brushRef="#br0" timeOffset="154283.24">11890 6170 84 0,'0'0'282'0,"-7"-3"8"0,7 3 7 0,-6 0 5 0,6 0 3 16,-4-3 3-16,4 3 6 0,0 0-21 0,0 0-17 15,-6-2-23-15,6 2-30 0,0 0-27 0,0 0-18 16,0 0-11-16,16-4-19 0,-16 4-16 0,8-1-19 16,-8 1-3-16,11 1-35 0,-2-1-44 0,0-1-47 15,-2 1-39-15,2 0-40 0,-9 0-42 0,15 0-55 16,-7 0-63-16,0 0-50 0,-1 0-249 0,-7 0-600 15,14 1 265-15</inkml:trace>
  <inkml:trace contextRef="#ctx0" brushRef="#br0" timeOffset="154626.97">12027 6153 69 0,'0'0'256'0,"1"-4"-4"0,-1 4-6 0,4-4-11 16,-4 4-16-16,9-3-8 0,-9 3-23 0,5-2-12 15,2 1-17-15,-7 1-14 0,8-2-19 16,-8 2-10-16,5 4-11 0,1-3-18 0,-2 2-3 16,0 1-9-16,0-2-6 0,3 4-7 0,-4 0-6 0,1 0-6 15,1 1-6-15,-2 0-5 0,0 0 0 0,0 1-6 16,-1 2 0-16,2-2-6 0,-1-1-1 0,0-1-1 16,-2 4-6-16,3-4-2 0,-4-1 2 0,0 2-4 15,0-1 1-15,0-1-9 0,-1-1 7 0,1 1 0 16,0-5 0-16,-2 5 6 0,2-5 4 0,-1 4 7 15,1-4 5-15,-7 1 6 0,7-1 12 0,0 0-6 16,0 0-5-16,-9-6-1 0,6 2 5 0,0 0-15 16,-1-1-3-16,4-1-4 0,0 1-3 0,-1-2-13 15,1 1-4-15,1-2-19 0,-1 0-17 0,6 2-25 16,-2-3-25-16,1 1-28 0,5-1-35 0,-5 1-32 16,5 2-26-16,-1 0-21 0,3-1-14 0,-1 2-10 15,0 1-149-15,-3 2-429 0,3-2 189 0</inkml:trace>
  <inkml:trace contextRef="#ctx0" brushRef="#br0" timeOffset="155251.92">12272 6137 43 0,'0'0'50'0,"8"-1"28"16,-8 1 23-16,7-1 15 0,-7 1 13 16,4-2 13-16,-4 2 9 0,4-4 1 0,-4 4 6 0,0 0 1 15,0-3-3-15,0 3-4 0,0 0-11 0,0 0-7 16,0 0-9-16,-4-6-12 0,4 6-9 0,-6-2-14 16,6 2-3-16,0 0-10 0,-17 3-6 15,11-2-6-15,1 1-1 0,1 2-4 0,-4 1-5 0,0-1-9 16,-2 4 1-16,3-2-8 0,-3 2-1 0,4 0-6 15,-1 1-2-15,2-2 4 0,-1 3-9 0,1-4 0 16,1 3-3-16,1-5 0 0,3 3-2 0,-1 0-3 16,2-2-3-16,2 1 1 0,2-2-8 0,0 0-15 15,1-2-16-15,2-2-14 0,-1 3-8 0,4-1-4 16,-6-4-8-16,5-1 0 0,1 3 8 0,1-2 2 16,2-2 1-16,-1-1 7 0,-2-2 6 0,-2 2 0 15,2-3 8-15,-2 1 12 0,-4 1 21 0,4-3 13 16,-3 2 11-16,-5 2 14 0,5-2 12 0,-3 1 0 0,-2 0 3 15,2 1 11-15,-2 0 2 0,-1 1 3 16,3 0-6-16,-3-1-11 0,0 5-5 0,4-4-4 16,-4 4-13-16,2-2 5 0,-2 2-7 0,0 0-5 15,0 0-2-15,0 0-5 0,0 0-4 0,0 10 1 0,0-10-6 16,-1 7 0-16,1-1 2 0,0 0-3 0,0-1-2 16,1 2-3-16,-2-2 8 0,2 2-9 15,1 0-3-15,-2-1 3 0,-3 2-4 0,3-3-1 0,1 1-5 16,-2-1-7-16,1-1 2 0,0 0-9 0,1 1-2 15,-1-5 3-15,0 5 3 0,0-1 7 0,0-4-3 16,3 4 1-16,-3-4 0 0,0 0 2 0,0 0 1 16,0 0 1-16,0 0-1 0,0 0 0 0,11-8 0 15,-7 6 1-15,0-3 1 0,4-1 0 0,-5 3 3 16,3-2 2-16,-2 0 7 0,1-1 11 0,1 4 9 16,-2-3 4-16,2 0 12 0,1 0 6 0,-5-1 11 15,2 2 15-15,1 2 9 0,-2-2 0 0,-2 2 0 16,-1 2-8-16,7-5-2 0,-4 3-8 0,-3 2-15 15,0 0-3-15,4-4-6 0,-4 4 2 0,0 0-15 16,0 0-3-16,0 0-8 0,0 0 3 0,0 0 12 16,8 5-17-16,-8-5-7 0,4 6 0 0,-1-4-1 15,-3-2-7-15,4 5-23 0,-2 0-28 0,1-4-18 0,3 2-32 16,-5 1-24-16,3-3-40 0,0 3-48 0,0-1-51 16,-4-3-65-16,11 2-247 0,-11-2-619 0,0 0 275 15</inkml:trace>
  <inkml:trace contextRef="#ctx0" brushRef="#br0" timeOffset="155408.15">12439 6021 129 0,'-3'-4'324'0,"-1"-1"-28"0,4 1-21 15,-4 1-31-15,4 3-25 0,-2-6-20 0,-1 2-19 16,3 4-23-16,-1-4-19 0,1 4-41 0,0 0-51 15,-2-4-68-15,2 4-66 0,0 0-77 0,0 0-174 16,0 0-366-16,0 0 163 0</inkml:trace>
  <inkml:trace contextRef="#ctx0" brushRef="#br0" timeOffset="155954.99">12567 5457 24 0,'1'-6'316'0,"1"-1"10"0,-1 0-19 0,1-1-13 15,-1 2-13-15,-1-1-7 0,1 2 3 0,3 0-4 16,-1 0-10-16,-2 1-17 0,1 0-13 0,-1-1-3 15,-1 5-22-15,1-3-21 0,-1 3-14 0,3-3-23 16,-3 3-19-16,0 0-18 0,0 0-11 0,0 0-13 16,0 0-10-16,0 0-6 0,6 11-7 0,-4 0-6 15,1-1-8-15,1 3 3 0,0 4-4 0,2 1-1 16,-1 2 2-16,3 8 0 0,2 0 4 0,-1-1 1 0,-1 1 0 16,2 3-4-16,-1-1 0 0,2 5-5 15,-1 0-5-15,5 0-1 0,-3 1-1 0,-1 0 2 16,1 0-9-16,-5 1-4 0,4 1-1 0,2-3-1 0,-4 0-3 15,-1-1 1-15,-2-1-4 0,-1-2-2 0,-4 1 0 16,5-2 2-16,-6-3-2 0,-2-5 0 0,1-1 1 16,-3-1-1-16,-1-1 0 0,0-1 2 0,1-2-1 15,-1-2-1-15,-1-2-1 0,-2 0-2 0,5-1 0 16,-3-4 0-16,2 0 0 0,-1 1-3 0,3-4 1 16,0 2 9-16,0-3-10 0,2 0-3 0,-3 1 1 15,3-4 3-15,-4 4-3 0,4-4 0 0,0 4-4 16,0-4-4-16,0 0-8 0,0 0-3 0,4 4-20 15,-4-4-25-15,7 0-33 0,-7 0-20 0,0 0-32 16,12-3-17-16,-4 2-32 0,-3-3-26 0,-5 4-35 16,6-3-52-16,1 1-67 0,-2-1-359 0,-1 0-785 15,-3-4 348-15</inkml:trace>
  <inkml:trace contextRef="#ctx0" brushRef="#br0" timeOffset="159291.62">10989 6117 111 0,'-9'0'238'0,"-5"-1"-7"0,3 2-7 16,-12 2-1-16,0 0-5 0,-7 5-1 0,-2 1-7 15,0 4 0-15,0 2 1 0,-4 5 5 0,-10 8 0 0,1 6-5 16,0-1 1-16,0 7-11 0,2-4-12 0,-5 5-5 16,6 2-7-16,-3 4-11 0,-1 1-17 0,-13 24-11 15,20-21-8-15,-17 25-11 0,18-26-5 0,-11 22-17 16,14-16-14-16,-13 18-3 0,16-23-12 0,2-1-1 16,1 0-7-16,7-1-1 0,3-13-11 0,-1 9-2 15,5-9-8-15,5-5-1 0,1 1 1 0,-1-2-9 16,3-3-1-16,3-7-14 0,-1-1-49 0,4-6-40 15,1-3-37-15,1-2-18 0,-1 0-28 0,4-3-50 16,-1 0-65-16,1-4-83 0,1 0-304 0,-5-1-715 16,10-4 316-16</inkml:trace>
  <inkml:trace contextRef="#ctx0" brushRef="#br0" timeOffset="160025.94">10770 6085 173 0,'0'0'211'0,"0"0"-17"0,0 0-16 15,0 0-11-15,10 0-9 0,-10 0-15 0,0 0-7 16,12 2-17-16,-8-1-11 0,2 1-11 0,-1 1-4 16,3-1-15-16,-1 3-4 0,5 1-4 0,-1 1-9 15,1 1-7-15,-4-2-3 0,5 2-6 0,-1 1-1 16,-2-3-4-16,1 2-4 0,1-2-4 0,-3 2-1 15,1-3-4-15,3 1 2 0,-7-2 16 0,-1 2-1 16,3-4 0-16,-1 2 3 0,-3 0 8 0,2-2 8 16,-2 1 4-16,-1-3-4 0,-3 0 2 0,5 2-2 15,-5-2-2-15,1 4-7 0,-1-4-2 0,3 4 0 16,-3-4-10-16,-4 6-5 0,-1-2 1 0,-2 3-3 16,0-1-6-16,-4 3-1 0,1 0 0 0,-2 2-5 15,-3 2-1-15,2 1-18 0,-5 2-26 0,-4 4-34 0,3 2-42 16,-4 1-60-16,1 1-83 0,0 2-249 15,2 0-529-15,3 2 234 0</inkml:trace>
  <inkml:trace contextRef="#ctx0" brushRef="#br0" timeOffset="160869.62">9491 7746 248 0,'0'-5'274'0,"0"5"-23"0,0-9-17 16,0 9-25-16,2-3-24 0,-2 3-22 0,0 0-18 16,0 0-14-16,0 0-12 0,0 0-11 0,7 14-8 15,-7-9-10-15,4 7-5 0,-3-4-7 0,-1 5-9 16,3-1-2-16,-2 4-3 0,2-1-10 0,-1 1-5 16,-1 1-2-16,-1-4-6 0,0 0-4 0,0 0-3 15,0-1-3-15,0 0-5 0,-1-2-1 0,2 3 1 16,-2-7-1-16,1 1-5 0,-2-2 0 0,1 0 15 15,1-2 24-15,0-3 25 0,-2 6 30 0,2-6-15 0,0 0-4 16,0 0-9-16,0 0-4 0,6-14-9 0,-3 7-10 16,2-1 0-16,-1-3-10 0,0-1-3 15,3-2 5-15,3-1 4 0,1 0-4 0,1 1-1 0,-1-1 8 16,1 2-3-16,-1-2 5 0,-3 5 2 0,4-1-6 16,-5 3 0-16,1-1-3 0,0 0-8 0,3 2-4 15,-6 4 1-15,1-3-13 0,-2 0-3 0,3 3-13 16,-3 1 4-16,3 2-2 0,-7 0 0 0,9 2-8 15,-2 1 0-15,-3 4 2 0,0-2-4 0,6 2 0 16,-5 2 0-16,-2 1-2 0,2 2-3 0,0 0-4 16,-4 0-12-16,4 1-28 0,-1 0-21 0,-1 1-11 15,0-1-27-15,-2 1-11 0,-1 0-17 0,1-1-13 0,-1-2-27 16,-1 2-38-16,1-2-34 0,-1-4-42 16,2 1-43-16,-2-2-200 0,1-2-565 0,1 0 250 15</inkml:trace>
  <inkml:trace contextRef="#ctx0" brushRef="#br0" timeOffset="161197.73">9904 7819 148 0,'1'-6'231'0,"-1"6"-21"0,0 0-20 16,0 0-7-16,0 0 3 0,0 0-4 0,0 0-7 15,-8 13-11-15,6-7-9 0,0 1-6 0,-2 2-12 16,4 0-9-16,-4 0-13 0,4 1-13 0,0 2-9 15,0-3-8-15,1 2 0 0,2-3-14 0,-2 1-6 16,4-3 0-16,-1 2-13 0,2-1-2 0,1-2-8 16,4 1-1-16,-3-4-1 0,4 2-7 0,-2-4-3 15,2 1-3-15,-1-2 0 0,0-1-4 0,1-1-2 0,-5 1-3 16,4-5-1-16,-6 2-1 0,2-4-2 16,0 1-3-16,-4-4 1 0,-2 2-1 0,-1-1-4 15,-1 0-1-15,-2-1 2 0,0 2-4 0,-1-2 3 0,-4 1-3 16,1 0 0-16,-1 4 0 0,-2-2-4 0,1 2 1 15,-2 2 0-15,4 3 6 0,-5-2-25 0,1 2-16 16,3 1-24-16,-4 4-29 0,1 0-29 0,1 0-33 16,2 1-40-16,1 1-45 0,3 2-195 0,-1 2-465 15,1-1 206-15</inkml:trace>
  <inkml:trace contextRef="#ctx0" brushRef="#br0" timeOffset="161589.94">10306 7898 238 0,'0'0'255'16,"0"0"-17"-16,0 0-18 0,0 0-11 0,0 0-9 15,0 0-3-15,0 0-13 0,0 0-12 0,-20 9-14 0,16-8-11 16,-2 0-15-16,0 4-15 0,0 0-13 16,1-3-6-16,1 0-11 0,1 2-8 0,-4-3-10 15,7-1-9-15,-4 4-1 0,-1 1 1 0,5-5-12 0,0 4-4 16,0-4-4-16,0 0-3 0,0 4-1 0,0-4-5 16,0 0-3-16,0 0-2 0,13-1-1 0,-13 1 0 15,9-3-10-15,-9 3 3 0,6-3-3 0,-3-3 5 16,2 4-9-16,-2-1 3 0,-2 1-4 0,-1-3 0 15,0-1-2-15,0 6-2 0,-1-7-1 0,0 1 0 16,-3 2 2-16,0-2-2 0,0 4-1 0,0-3-3 16,-2 2-8-16,-1 2-18 0,7 1-22 0,-10-2-25 15,10 2-30-15,-11 1-41 0,5 0-48 0,1 2-44 16,5-3-225-16,-2 6-497 0,2-4 220 0</inkml:trace>
  <inkml:trace contextRef="#ctx0" brushRef="#br0" timeOffset="162293.01">10602 7853 39 0,'-2'-5'290'0,"2"5"-20"0,0 0-15 0,-4-4-23 0,4 4-21 16,0 0-22-16,0 0-20 0,0 0-15 0,0 0-19 15,0 0-10-15,-11 8-16 0,8-4-8 0,3-4-14 16,-5 5-5-16,4 0-8 0,1-1-8 0,0 1-8 16,-3 0-2-16,6 1-1 0,-3-2-7 0,1 2-7 15,3-3-5-15,0 3-3 0,2-2 1 0,-1-1-6 16,1 1-1-16,3 1-3 0,-3-4 2 0,2 0-6 16,-4 1 1-16,1-1-5 0,6-1 0 0,-4 0 2 15,-7 0-4-15,10-1-2 0,-5-2 0 0,-5 3-3 16,5-3-1-16,-5-1 0 0,4-1-1 0,-4 5-1 0,0-5-1 15,-1-1-2-15,-2 3 2 0,-1-2-1 0,3 3-2 16,-3-1-1-16,1-2 1 0,3 5-4 16,-8-6 6-16,5 3 4 0,-1 1-6 0,4 2 1 0,-6-3-1 15,4 1-3-15,2 2 2 0,0 0-2 0,0 0 0 16,0 0 2-16,0 0-2 0,15-3 2 0,-4 1-1 16,4-1-10-16,-1 2 1 0,4-3-4 0,2 0-3 15,0 1-2-15,3-2-4 0,-4-1-9 0,11-2-12 16,-4-3-11-16,1 0-12 0,0-3-14 0,-8 3-7 15,-1-2-1-15,1-3 3 0,-4 3 10 0,1-3 4 16,-2 1 10-16,-2-2 15 0,-2 0 18 0,-3 4 14 16,-2 0 13-16,0 0 21 0,-2-3 7 0,-2 2 16 15,-1 0 10-15,-1 2 12 0,0 1 7 0,-5-1-1 16,5 3 1-16,-3 1-7 0,-2 1 1 0,2 2-6 16,0 0-8-16,-1 0-3 0,-2 1-8 0,-1 3-5 15,-2 0-3-15,2-1-4 0,0 5-1 0,-2 2-5 0,4-1-3 16,-1 4-4-16,-1 2-1 0,2 1 0 0,2 5 0 15,0-1-4-15,4 3 0 0,3 3 3 16,1 0-3-16,3 7-3 0,2-1 1 0,2 4 0 0,0-1 0 16,3 1 0-16,-1-1 0 0,3 1-1 0,-3 0-1 15,0 0-4-15,-2 0 4 0,-1-2-2 0,2 1 1 16,-3-1 1-16,-3-1 1 0,-2 1-2 0,-4-9 1 16,2 1 1-16,-2 5-1 0,-2-5-2 0,-2-3-4 15,0 2 5-15,-3-3 1 0,-1-2-2 0,-2-2-1 16,5 1-8-16,-2-3-16 0,0-4-12 0,-1 1-21 15,3-3-22-15,1 0-35 0,1 1-48 0,-3-6-67 16,6 0-252-16,0 0-515 0,0 0 228 0</inkml:trace>
  <inkml:trace contextRef="#ctx0" brushRef="#br0" timeOffset="162496.12">11011 7944 210 0,'-4'-3'359'0,"0"0"-16"0,4 3-23 16,-7-6-23-16,7 6-1 0,-1-2-41 0,1 2-14 15,0 0-14-15,0 0-36 0,0 0-16 0,1-4-18 16,-1 4-20-16,13 0-19 0,0-1-52 0,-3-1-53 16,4 4-63-16,4-1-78 0,5-1-85 0,-1 1-290 15,-1 0-544-15,4-1 241 0</inkml:trace>
  <inkml:trace contextRef="#ctx0" brushRef="#br0" timeOffset="163027.32">11668 7422 284 0,'0'-6'350'16,"0"0"-6"-16,-1 4-2 0,1 2-3 0,0-5-21 15,0 5-21-15,-2-6-25 0,2 6-34 0,0 0-23 16,0 0-21-16,0 0-26 0,0 0-13 0,0 0-11 16,-1 15-11-16,2-3-11 0,-2-1-14 0,4 7 0 15,-2 0-13-15,-1 3-3 0,1-1-12 0,1 8-6 16,-1 1-13-16,3-3 5 0,-1 2-12 0,0-3-2 16,-1 4-3-16,2-4-6 0,-1-2 9 0,1-1-44 0,-4-2-28 15,2 1-42-15,2-2-42 0,-3 0-30 16,0-2-39-16,1 0-61 0,-2-6-73 0,0-1-331 15,0-2-690-15,0-1 306 0</inkml:trace>
  <inkml:trace contextRef="#ctx0" brushRef="#br0" timeOffset="163371.06">11752 7685 179 0,'0'0'264'0,"-1"-3"-18"0,1 3-18 0,0 0-21 16,0 0-3-16,0 0-12 0,8-3-12 0,-8 3-16 16,11 4-12-16,-3 0-15 0,0-2-11 0,3 3-8 15,-1-1-12-15,2 1-13 0,-2 2-8 0,1-1-8 16,-1 3-6-16,1-4-8 0,1 6-7 0,-2-4-4 0,-2 2-6 16,-1-1-4-16,2 0-5 0,-6 0-3 0,1 1-3 15,0 0-2-15,-2-1-2 0,-2-3 1 16,-2 2-8-16,1-2-3 0,-3-3-1 0,-2 2 2 15,0-2-4-15,-1-2 0 0,0 2 1 0,7-2-4 0,-12-2-1 16,4 0 3-16,1-2 3 0,3 2 7 0,-2-3-13 16,2-1 1-16,3 1-3 0,1-1 3 0,1-2-2 15,3 0-3-15,3 0-16 0,4-2-16 0,8 3-30 16,1-2-28-16,0 3-27 0,9-3-28 0,4 2-27 16,-4-2-22-16,3 4-17 0,1 1-7 0,-4 0-5 15,2 4 8-15,-8 0-107 0,1 0-342 0,-4-2 151 16</inkml:trace>
  <inkml:trace contextRef="#ctx0" brushRef="#br0" timeOffset="163761.65">12287 7708 802 0,'8'0'-52'0,"4"0"27"0,-8 0 18 0,-4 0 32 16,10-3-3-16,-10 3 28 0,0 0 21 0,0 0 17 16,0 0 8-16,0 0 8 0,-17-7 8 0,8 5 6 15,2-1 1-15,-4 0-3 0,-2 1-1 0,3 2-1 16,-1-1-11-16,-5-1-2 0,4 2-8 0,-2 2-4 0,3-1-4 16,-1 1-7-16,1 1-6 0,2 1-10 15,-2 0-4-15,1 1-7 0,1 1-4 0,-1 1-6 16,2 3 1-16,1-3-8 0,2 4 0 0,-2-3-2 15,2 3-5-15,2 0-1 0,0-2-2 0,3 2-4 0,0-1-3 16,3-1 1-16,1 0 0 0,0-2-1 0,0 0-3 16,0-1-1-16,3-1 0 0,-1 0 1 0,3-3-3 15,-1-1-8-15,0 1 0 0,1-2-3 0,-2-3 2 16,4-2-4-16,0 0 3 0,0 0-1 0,-3-3 3 16,2 0-4-16,-2-2 1 0,3 1 0 0,-7-2 0 15,3 0 9-15,-3-1 22 0,1 2 24 0,2-1 19 16,-4 1 16-16,-2 2 3 0,2 2 10 0,-3-1 10 15,4 2 9-15,-4 1-4 0,1 0-6 0,1 1-5 16,1-1-21-16,-3 4-19 0,1-4-4 0,-1 4-20 16,0 0 5-16,0 0-5 0,0 0-1 0,-1 13-7 15,-2-9 3-15,6 5-13 0,-2-3 1 0,-1 3-12 16,4 1-27-16,1 1-13 0,1-2-17 0,-2 1-21 0,0-3-21 16,2 5-27-16,-1-3-33 0,0 0-40 15,2 0-53-15,0-6-56 0,1 4-287 0,0-3-629 16,-1-2 279-16</inkml:trace>
  <inkml:trace contextRef="#ctx0" brushRef="#br0" timeOffset="163980.39">12456 7693 32 0,'2'-5'306'0,"-2"5"-5"0,0-4-7 0,0 4-20 15,0-5-22-15,0 5-22 0,0 0-25 0,0 0-23 16,0 0-21-16,0 0-8 0,0 0-1 0,0 0-11 15,3 14-13-15,1-7-11 0,-4 1-10 0,3-3-11 16,-1 7-4-16,1-3-13 0,-1 3 5 0,2 1-23 16,-3-4-2-16,3 4-3 0,-1-1-10 0,-1-1-25 15,2 0-36-15,1-2-37 0,-5 1-43 0,1-2-54 16,3-3-51-16,-1 0-49 0,-2-1-230 0,3 0-518 0,-1-3 230 16</inkml:trace>
  <inkml:trace contextRef="#ctx0" brushRef="#br0" timeOffset="164761.57">12594 7665 25 0,'0'0'237'0,"-1"-5"-19"0,1 5-27 0,0 0-17 16,0 0-10-16,0 0-1 0,0 0-12 0,0 0-10 15,5 14-17-15,-3-9-6 0,-2-1-9 0,1 2-10 16,2-1-6-16,0 3-7 0,-1 2-9 0,5-1-5 15,-3 0-8-15,0 2-8 0,0-3-4 0,-1 4-4 16,0-5-4-16,1 2-5 0,-1-3-5 0,3 1-9 16,-4-1-17-16,0-1-19 0,2-2-10 0,-1 0 1 15,0 1 0-15,-2-2 3 0,-1-2 0 0,0 0-4 0,7 2 8 16,-7-2-7-16,0 0 10 0,8-8 3 0,-5 4-6 16,-2 0 6-16,2 1 3 0,1-3-3 15,2-1 8-15,-4-3 8 0,1 3 9 0,4-2 10 0,-2 1 8 16,2 2 13-16,-3-5 13 0,3 4-3 0,-3 1-2 15,1-1-2-15,1 3-1 0,-1-1-6 0,-2 2-3 16,1-1-7-16,0 0-4 0,3 1-6 0,-3 2 0 16,-4 1-4-16,10 0-4 0,-10 0-3 0,8 2 0 15,-4 1-2-15,0 0-1 0,0 2-2 0,0-1 0 16,0 2-3-16,0-1 0 0,-2 0 0 0,2 3-2 16,1-3-1-16,-3 2 4 0,1-1-6 0,0-1 1 15,-1 3 0-15,-1-2-1 0,0 0-1 0,1 1-7 16,-1-2-1-16,3-1 0 0,-4-1 1 0,2 2-1 15,-2-5-2-15,4 6 6 0,-2-4 3 0,0 1-4 16,-2-3 1-16,8 1 0 0,-8-1 0 0,9 0 1 16,-9 0 0-16,10-1-3 0,-5 0 9 0,-5 1-9 0,12 0 3 15,-2-2-3-15,-6 1 3 0,6 1-1 0,-1-1-1 16,2 1 2-16,1 0-3 0,-1-1 0 0,2 2-14 16,3-1-8-16,-2 1 0 0,0-1-2 15,6 1-3-15,1 1-6 0,1-1-1 0,0 0-1 0,0 0-2 16,3 1-3-16,2-1-7 0,-1-2 10 0,6-1-1 15,0 1-2-15,-2 1 4 0,-1-4-6 0,-5 2 1 16,-3-2-1-16,3-3 4 0,-2 1 1 0,-3-1 5 16,4-3 4-16,-7 4 2 0,2-4 7 0,1 2-1 15,-8 0 6-15,2 1 10 0,-3-2 5 0,-4 0 19 16,-2-1 11-16,-2 1 6 0,-2 1 11 0,0 1 2 16,-4-3 2-16,-1 2 4 0,-1-2 4 0,-6 2-4 15,1 0-2-15,0 3 1 0,-5 0 0 0,1 1-3 16,0 3-4-16,0 0 3 0,-4 1 7 0,4 2-10 15,-1 4 3-15,-2 2 8 0,3 1 3 0,4 0 1 16,1 2 0-16,-3 4 4 0,4 2 11 0,-1 1-10 16,3 1 1-16,3 9-2 0,0-1 15 0,0 0 5 0,4 3-4 15,4-1-7-15,0-2-6 0,2 2-11 0,2-1-2 16,1 0-7-16,-2-3-4 0,-1-6-9 0,-1 2 6 16,-1-3-12-16,0-6-37 0,0-1-28 0,-2 2-28 15,-1-3-24-15,2 0-34 0,-3-2-38 0,0-3-53 16,0-4-69-16,0-1-284 0,0 0-614 0,0 0 273 15</inkml:trace>
  <inkml:trace contextRef="#ctx0" brushRef="#br0" timeOffset="164980.31">12820 7392 158 0,'-4'-4'249'0,"1"2"-25"0,1-2-22 15,2 4-19-15,-6-4-26 0,6 4-48 0,-7-4-51 16,7 4-52-16,0 0-71 0,-12 4-149 0,12-4-232 16,-5 2 104-16</inkml:trace>
  <inkml:trace contextRef="#ctx0" brushRef="#br0" timeOffset="165480.34">11528 7597 329 0,'0'0'334'0,"-7"3"1"0,7-3 0 0,0 0 2 15,0 0-4-15,0 0-8 0,0 0-9 0,0 0-29 16,0 0-27-16,0 0-25 0,0 0-15 0,26-8-32 16,-6 5-19-16,2 1-19 0,1-1-14 0,7-2-23 15,0 1-52-15,0 0-42 0,1 2-52 0,2-1-55 16,-2 0-56-16,2-2-74 0,-2-2-94 0,-8 4-303 16,0-3-665-16,-1 2 294 0</inkml:trace>
  <inkml:trace contextRef="#ctx0" brushRef="#br0" timeOffset="166308.4">14080 7639 139 0,'-11'2'211'0,"11"-2"-12"16,0 0 5-16,-7 2-8 0,7-2-8 0,-2 4-8 15,2-4-6-15,-2 4-12 0,2-4-6 0,2 6-3 16,-2-6-3-16,3 5-7 0,3-2-12 0,-1-2-9 0,3 2-12 16,3-2-11-16,4-2-8 0,0 2-12 15,0-2-3-15,4 1-8 0,-5-2-12 0,5 0-1 0,-6 1-9 16,6-4-1-16,-5 0-8 0,-2 2-7 0,-1-5-9 16,0 2-12-16,0-3-4 0,-2 0-9 0,-2-2-1 15,-1 3 1-15,-3-4-3 0,0-1 8 0,-3 4-6 16,0-3 0-16,0 3 5 0,-5 2-2 0,1 1-1 15,0-4 2-15,0 4 2 0,-2 1 2 0,-2 1 1 16,-3 1 7-16,2 1 1 0,0 2-1 0,-3 0 1 16,4 3 2-16,1 1-1 0,-5-1 3 0,5 1 5 15,-4 3 12-15,2 0 1 0,-1 1 1 0,2 2 1 16,1 1-2-16,-2-1 0 0,6 3 2 0,-2-3-5 0,2 4-2 16,3-1-3-16,1-2 1 0,1 0 2 15,3 0-8-15,-1 1 7 0,7-2-6 0,3 3-3 16,1-3 0-16,0 1-2 0,4-5-9 0,2 3-21 0,0-3-33 15,7 3-36-15,-7-3-27 0,3-3-30 0,-2-2-27 16,8 0-32-16,-5-1-32 0,-1-1-35 0,-1-1-183 16,-2-3-486-16,-3-2 215 0</inkml:trace>
  <inkml:trace contextRef="#ctx0" brushRef="#br0" timeOffset="166542.76">14660 7550 217 0,'2'-2'245'0,"-2"2"-5"0,0-5-13 0,0 5-17 15,0 0-23-15,2-3-18 0,-2 3-19 0,0 0-9 16,0 0 8-16,0 0-6 0,0 0-12 0,-8 11-3 16,7-4-8-16,-5 0-9 0,4-2-5 0,-5 7-9 15,2-4-11-15,-1 4-3 0,-2-1-7 0,1 1-6 16,-4 0-8-16,2-2-8 0,-1 4-2 0,-1-4-2 0,3 1-4 16,-3-1-9-16,5-1-3 0,-5 0-11 15,2-1-16-15,1 0-23 0,4-4-24 0,-1 2-25 16,1-1-28-16,-2-4-31 0,2 1-41 0,4-2-29 0,0 0-19 15,0 0-17-15,0 0-156 0,-11-7-417 0,11 2 185 16</inkml:trace>
  <inkml:trace contextRef="#ctx0" brushRef="#br0" timeOffset="166714.62">14498 7641 99 0,'0'-10'140'0,"-1"3"23"16,0 1 16-16,1 0 12 0,-3 0 7 0,1 0-7 16,0-4 6-16,-1 7 1 0,1-2-1 0,0-2-7 15,1 3-12-15,1 4-17 0,-4-2-24 0,4 2-15 16,0 0-9-16,0 0-10 0,0 0-6 0,5 12-2 15,1-7-4-15,3 3-9 0,1 3-6 0,3 3-5 16,4-2-9-16,0 1-8 0,1 2 1 0,6 1 2 16,1-1-17-16,-1 1-4 0,1-2-3 0,-6-4-4 15,2 1-32-15,0-3-29 0,5 6-35 0,-6-4-42 16,-3-2-56-16,-4-4-62 0,6 1-55 0,-8 1-177 16,0-5-497-16,2 0 221 0</inkml:trace>
  <inkml:trace contextRef="#ctx0" brushRef="#br0" timeOffset="167652.04">15064 7600 218 0,'-1'-8'241'0,"-2"4"-4"0,2 2-6 0,-5-1-5 15,2-1-9-15,-2-1-11 0,-1 1-11 0,1 2-10 16,1-2-16-16,-4-2-11 0,3 2-15 0,-2 2-14 15,-2-2-11-15,-2 4-9 0,1-3-14 0,0 1-1 16,-2 2-16-16,-1 0-10 0,2-1-9 0,-2 4-4 16,3 0-6-16,-2-1-10 0,2 2-1 0,-3 2-3 15,5 2-2-15,-1-1-5 0,1 4-4 0,1-3 6 16,2 3-9-16,5-1 1 0,-2 1-5 0,0 0 0 0,6 0 0 16,1 0 7-16,0-1-13 0,2-1 2 15,4 0 0-15,3 2-4 0,-2-3 14 0,2-2-20 16,-1 0-3-16,2-3-7 0,0 2-1 0,0-3-3 0,-1-2 1 15,-1 0 1-15,2-2-3 0,-1-1 2 0,-3-2 1 16,-1-1 0-16,1 0-1 0,-5 0 0 0,0-1 3 16,1-2 3-16,-2 2-2 0,-1-3-2 0,-2 0 5 15,2 4 9-15,-3-2 4 0,0 0-1 0,0 1 8 16,0 0-1-16,-3 3-1 0,3-2 2 0,0 1-3 16,0 5-3-16,-4-6 0 0,4 6-2 0,0-5-8 15,0 5 2-15,0 0 2 0,0 0-2 0,0 0-2 16,0 0 4-16,-11 13-3 0,7-6 1 0,4-1-1 15,0 2-7-15,4 0 9 0,-3 1 2 0,2-1-13 16,3 3-4-16,-2-2-4 0,0 0-8 0,4 0-3 16,0-1-8-16,-1 0-6 0,1-3-7 0,2 2-8 15,-1-1 0-15,2-2-2 0,-4-2 2 0,1 2 0 16,0-3 1-16,1-1 8 0,-4-3 5 0,8 0 3 0,-6 2 2 16,3-3 4-16,-2-1 7 0,-1 0-1 15,-3-1 3-15,4-3 0 0,-4 1 8 0,3-1 1 16,-2 0 4-16,-2 1 12 0,2 0 16 0,0-2 13 0,0 0 3 15,-1 4 5-15,-2-2-1 0,3 2 0 0,-1-1 4 16,-3 2 3-16,2-1 0 0,-2 2 2 16,2-1-11-16,-3 2-5 0,0 3-1 0,4-3-5 0,-4 3-9 15,3-5-1-15,-3 5 1 0,0 0-2 0,0 0 0 16,0 0-3-16,0 0 1 0,9 7-3 0,-6-3-6 16,-3 1 6-16,3 0-4 0,1 0 3 0,-1 0-5 15,-2 1 3-15,3 1-1 0,0-2-1 0,-1 2 1 16,0-1 0-16,2 0-7 0,-4-1-7 0,3 2-2 15,1-3-9-15,-3 1 0 0,0-1-1 0,2 1 2 16,-3-2-4-16,5-1 8 0,-1 2-5 0,-1-3 5 16,-4-1 0-16,12 1 3 0,-12-1 1 0,14-1 1 15,-7-1 1-15,-2-1-1 0,2 1 5 0,-1-2-3 0,1 0 3 16,-2 0-1-16,0 0 4 0,-1-1 6 16,0 0 5-16,0 1 16 0,-1-1 9 0,1 1-4 15,0-1 7-15,-4 1 4 0,1-1 5 0,2 2-6 0,-1 0 0 16,-2 3-10-16,1-5-3 0,-1 5-3 0,1-5-4 15,-1 5-6-15,0 0-2 0,0 0-1 0,0 0-1 16,0 0 2-16,0 0-4 0,10 11 0 16,-9-7 1-16,2-2 0 0,0 2-3 0,2 1 1 0,-1-1-3 15,0 1 11-15,0-2-13 0,2-1-2 0,-2 2 2 16,3-1 1-16,-2-1-2 0,2 2-2 0,-3-3-2 16,3-1-5-16,-7 0-3 0,11 0-2 0,-3 0-7 15,-4-2-16-15,3 1-7 0,-3-2-15 0,4 1-22 16,-3 0-28-16,1-1-25 0,-2 1-33 0,7-1-31 15,-6 0-31-15,2 0-36 0,-1 1-141 0,-1-2-439 16,1 2 194-16</inkml:trace>
  <inkml:trace contextRef="#ctx0" brushRef="#br0" timeOffset="167902.04">15729 7582 75 0,'0'0'270'0,"0"0"-21"0,0 0-27 16,0 0 6-16,0 0 6 0,3 8-6 0,-3 1-7 16,0-5-10-16,0 6-4 0,3 0-13 0,-2 1-17 15,1 6-9-15,0 1-13 0,0 0-3 0,2 0-15 16,-1 7-16-16,-1 4-11 0,2-3-9 0,0 2-8 16,-1-1-6-16,1 1-12 0,-4 1-4 0,0-7-20 15,0 4-15-15,0-5-33 0,0-3-25 0,-3 1-24 16,3-6-33-16,-1-1-33 0,1 0-50 0,-3-3-38 15,3-2-35-15,-3-2-50 0,2 1-172 0,1-3-493 16,0-3 219-16</inkml:trace>
  <inkml:trace contextRef="#ctx0" brushRef="#br0" timeOffset="168245.76">15763 7653 91 0,'-4'-12'308'0,"0"-5"5"0,-2 4-21 16,3-3-2-16,1 5-2 0,-2-2-13 0,2 5-13 16,0-3-14-16,2 4-15 0,0 0-4 0,-1-1-37 15,1 5-17-15,1-1-17 0,-1 4-21 0,4-4-10 16,3 3-18-16,1-5-13 0,-8 6-7 0,15 6-6 16,-4-2-21-16,4 1-11 0,-3 1-11 0,3 2-6 15,-2 1-5-15,-1-3-10 0,-3 3-9 0,2-2-4 16,1 4-3-16,-5-4-9 0,1 4-5 0,-4-1-9 15,2-1-8-15,-1-1 7 0,-5-1-2 0,0 1-3 16,0-2 6-16,-5 2-3 0,1-1 9 0,-3 0-8 16,-5 0 5-16,-2-2-3 0,2 1-14 0,-7-2-16 15,1 1-7-15,3-2-10 0,0-1-7 0,0 0-7 0,6-1-8 16,-5 1-13-16,7-2-8 0,-1 0-27 16,4 2-17-16,4-2-25 0,-7-4-13 0,7 4-14 15,4-6-21-15,-1-1-147 0,3 3-404 0,5-1 179 16</inkml:trace>
  <inkml:trace contextRef="#ctx0" brushRef="#br0" timeOffset="168730.1">16025 7268 247 0,'0'-6'282'15,"0"-1"-4"-15,0 1-6 0,0 1-10 0,-2-1-23 16,2 0-17-16,0 6-15 0,2-5-30 0,-2 5-21 15,0 0-16-15,0 0-13 0,0 0-17 0,0 0-13 16,0 0-6-16,-6 17-9 0,6-12-8 0,0 8 0 16,-1-1-16-16,-2 5-5 0,2 1-3 0,-1 1-9 15,2 0 1-15,0 2-5 0,0 4-7 0,-1 4 1 16,-1-10-4-16,2 8 3 0,-1-6-7 0,-2 5-2 16,6-6-3-16,-6-1-7 0,6 1-8 0,1-4-7 15,0 2-6-15,-1-5-1 0,3-1-3 0,0-2-9 16,2-1-1-16,2 0-8 0,0-1-2 0,2-2-3 0,0-1-1 15,1-1-2-15,1-4 0 0,1 1 6 0,4-2-1 16,-4-1 6-16,-1-3 0 0,3-5 4 16,-6 4 3-16,0-1 2 0,3-1 0 0,-6-1 3 0,4-5 0 15,-6 2 5-15,2-2 2 0,-3-1 12 0,-1-2 10 16,-1 3 9-16,-1 1 9 0,-1 2 17 0,-1 3 10 16,2-1-8-16,-5-2 3 0,1 3-4 0,-1 0 1 15,-1 1-8-15,0 1-5 0,0 0-4 0,-3 2-7 16,3 0 1-16,-4 1-3 0,1 2-4 0,-1 1 3 15,1 3-5-15,-1 2-8 0,1-1 2 0,2 2-1 16,-1 0-1-16,-2 4 0 0,4 1 6 0,0-1-5 16,3 2 0-16,1 4 1 0,0-4-4 0,1-3-9 15,3 3-17-15,-1-1-22 0,4-2-24 0,-2 3-33 0,1-4-47 16,3 3-44-16,0-5-56 0,1 0-245 16,3-2-532-16,-3 2 236 0</inkml:trace>
  <inkml:trace contextRef="#ctx0" brushRef="#br0" timeOffset="169042.57">16496 7464 237 0,'-2'-5'284'16,"-1"1"-17"-16,3 4-10 0,-3-4-14 0,3 4-20 15,-2-4-17-15,-1 2-28 0,3 2-11 0,0 0-18 16,-10 0-12-16,10 0-15 0,0 0-16 0,-11 5-9 15,6-3-2-15,4 2-13 0,-2 0-7 0,0 1-11 16,1 0-4-16,0 1-7 0,2 2-5 0,0-1-3 16,0 4 0-16,4-1-8 0,-1 1-3 0,4 0-1 15,1 2-7-15,-1-2 1 0,1 2-4 0,-1 2-2 16,2-6 0-16,-2 2-6 0,-3-2 1 0,4 0 2 16,-5-3-4-16,4 3-4 0,-2-2 1 0,-3-1 0 15,0-1-1-15,1-1-1 0,-3 0 1 0,-1 0-3 16,-3-1-2-16,-2 0-21 0,2 0-26 0,-5-1-39 0,-1 2-41 15,-2-1-51-15,-2-3-63 0,2 2-252 0,-8-1-529 16,-1-1 233-16</inkml:trace>
  <inkml:trace contextRef="#ctx0" brushRef="#br0" timeOffset="185041.3">7789 9514 195 0,'1'-4'393'0,"1"-1"-12"0,-2 1 12 0,1 0-25 16,0 0-11-16,-1 4-22 0,2-6-24 0,-1 3-30 15,-1 3-27-15,0 0-31 0,0 0-17 0,0 0-36 16,0 0-18-16,0 0-14 0,0 0-21 0,0 0-7 16,0 0-14-16,6 21-9 0,-5-11-7 0,4 2-5 15,-1 4-6-15,-1 1-6 0,4 1-9 0,-6 0-7 16,2-1-4-16,1 1-1 0,-1 0-6 0,2 2-4 15,-2-4 5-15,1-3-10 0,-4 1-4 0,1-1-3 16,3-1-1-16,-1-2 0 0,-3 0-3 0,3 0-1 16,-3-5 4-16,4 2-9 0,-4-1 3 0,0-2 2 15,0-2 2-15,0-2-1 0,2 10 4 0,0-9 11 16,-2-1 19-16,0 0-2 0,0 0-5 0,0 0-5 0,0 0-3 16,11-11-2-16,-10 6-6 0,3-2 6 0,-1 0-9 15,0-3-2-15,1 0-3 0,3-2-1 0,-2 1 0 16,2-4-1-16,-2-1-3 0,2 3 1 0,-1 2 4 15,-1-2 3-15,0 0-5 0,0 3 4 0,-1-3 0 16,1 0 3-16,1 4-2 0,-4 0 1 0,4-1-1 16,-4 4-4-16,1-1-1 0,0 2-1 0,0 0-2 15,-2 2-11-15,2-2 2 0,-2 3-5 0,-1 2-9 16,4-3-3-16,-4 3 1 0,0 0 0 0,0 0 1 16,15 8 1-16,-11-3-1 0,-1 1 0 0,2 4-3 15,1 0 0-15,0-1 3 0,0 3-12 0,-1 0-9 16,1-1-8-16,1 4-9 0,-2 1 2 0,-1 1-4 15,0-6-1-15,3 0-10 0,-3 0 1 0,-1 4 4 0,0-4 4 16,1-4 2-16,0 0 0 0,-3-1-1 0,0 2 11 16,2-4 4-16,-1 0 4 0,-2-2 9 15,2 3 19-15,-2-5 23 0,0 0-2 0,0 0 3 0,0 0 1 16,0 0 20-16,10-10 4 0,-6 5 2 0,-3-3 10 16,6-1 6-16,-3-2 7 0,0-1 2 0,3 1 2 15,0-4 7-15,2 0 1 0,-2 4 6 0,-3-2-1 16,3 1 1-16,0 2-1 0,2-1-3 0,-2-1-11 15,0 4-2-15,-1-2-8 0,1 1-5 0,-2 4-8 16,0 1-3-16,-1 1-8 0,-1-2-7 0,2 3-6 16,2 1-6-16,-7 1-1 0,11 1-4 0,-6 1-2 15,4 3 3-15,-3-2-7 0,4 6-1 0,-5-2-1 16,2 2-3-16,0-2-3 0,1 4-8 0,-1-3-10 16,-3 3-11-16,3-4-25 0,-2 5-24 0,-1-2-28 15,3 2-37-15,-6-4-34 0,4 2-38 0,-4-3-22 16,2 4-21-16,-2-1-24 0,2-1-40 0,-3 0-41 0,1-2-54 15,2 0-292-15,1 0-766 0,0-1 338 0</inkml:trace>
  <inkml:trace contextRef="#ctx0" brushRef="#br0" timeOffset="185322.57">8597 9579 177 0,'3'-5'377'0,"-3"0"-6"15,0 1-13-15,1 0-6 0,-1 4-28 0,1-7-26 16,-1 2-34-16,0 5-28 0,0 0-34 0,0 0-25 0,0 0-13 16,0 0-15-16,7 12-17 0,-6-4-16 15,1 1-6-15,0 2-15 0,0 3-5 0,-1-2-17 16,2 6 1-16,1 2-4 0,-3-3-13 0,1 1-6 0,-1-1-1 15,1 0-8-15,-1 0-28 0,-1-2-31 0,0-2-35 16,3 4-20-16,-3-7-19 0,1 2-36 0,-1-3-37 16,3-2-35-16,-3 0-46 0,2-2-41 0,0-1-243 15,0-2-572-15,-2-2 254 0</inkml:trace>
  <inkml:trace contextRef="#ctx0" brushRef="#br0" timeOffset="185744.5">8790 9601 33 0,'0'0'236'15,"2"-5"-24"-15,-2 5-21 0,0 0-21 0,0 0-16 0,0 0-5 16,-3 14-1-16,3-9-9 0,0 6-12 16,1-4-12-16,-1 4-9 0,2 0-9 0,0 1-9 15,-2 1-9-15,1-2-7 0,-1 4-4 0,3-2-9 16,-3-2-5-16,4 2-6 0,-1-2-1 0,0 1-6 0,-2-3-5 15,2-1-4-15,-2-2-2 0,-1-2-1 0,3 2 1 16,-2-2-4-16,2 0 2 0,-3-4-1 0,0 0-6 16,8 0-2-16,-8 0 1 0,8-9 8 0,-4 2 17 15,2 2 6-15,-2-3 5 0,2 0 9 0,0-4 10 16,2 1 7-16,-1 0 8 0,0 0 10 0,2 0 15 16,-3-1 9-16,2 1 4 0,-1 3 2 0,4-3 4 15,-5 4-4-15,1-2-7 0,0 2 8 0,1 2-18 16,-4 2-9-16,2 0-16 0,2 1-6 0,-4-1-9 15,7 3-13-15,-11 0-5 0,12 5-7 0,0 0-6 16,-4 1-5-16,-1 1 0 0,3 2-4 0,-1 0-4 16,-1 1-1-16,1 1 4 0,-4 0-16 0,3 1-5 15,-4-1-31-15,2 2-22 0,1-1-30 0,-6-3-27 0,3 3-29 16,0-2-15-16,0-1-24 0,-4 3-27 16,1-7-39-16,-2 3-52 0,1-5-38 0,-1 1-264 15,1-4-636-15,-7 5 282 0</inkml:trace>
  <inkml:trace contextRef="#ctx0" brushRef="#br0" timeOffset="185931.99">8650 9263 107 0,'-3'-9'364'0,"0"2"-36"0,2 1-27 0,0-1-29 15,-3 4-23-15,1-2-59 0,-1 2-64 16,4 3-63-16,0 0-54 0,0 0-76 0,0 0-96 16,0 0-134-16,7 14-321 0,-1-6 142 0</inkml:trace>
  <inkml:trace contextRef="#ctx0" brushRef="#br0" timeOffset="186449.12">10003 9257 267 0,'0'-5'353'0,"0"5"-22"0,0-3-26 0,0-2-27 15,0 5-34-15,0 0-24 0,0 0-26 0,0 0-18 0,0 0-23 16,0 0-13-16,4 11-2 0,-1 2 5 0,0 0 9 16,2 3-14-16,-2 5-9 0,2 0-5 0,1 7-3 15,-1-1-10-15,2 4-15 0,-3-5-4 0,5 5-2 16,-3-2-14-16,2 1-11 0,-2-2-5 0,2-1 8 15,-1 0-21-15,1-6 1 0,-5-1-5 0,2 5 3 16,1-7-15-16,0-3-13 0,-2-1-39 0,0-5-32 16,-1 2-31-16,1-1-34 0,-1-4-45 0,-2 1-47 15,2-1-60-15,-3-2-79 0,0-3-190 0,0-1-583 16,0 0 259-16</inkml:trace>
  <inkml:trace contextRef="#ctx0" brushRef="#br0" timeOffset="186745.97">9685 9221 14 0,'-7'-6'453'0,"3"1"6"16,-3-1-21-16,3 2-17 0,0 0-15 0,3-1-9 15,-5 3-10-15,4-2-15 0,0 0-20 0,2 4-34 16,0-8-28-16,3 4-32 0,5 2-28 0,0-2-27 15,6-1-19-15,10 0-19 0,5 1-16 0,2-1-16 16,3 2-13-16,3 3-11 0,2-1-17 0,-1 2-17 16,2-2-21-16,-5 2-23 0,3 4-25 0,-4-1-28 0,-4 1-31 15,0 3-34-15,-12-4-38 0,5-2-34 16,-3 3-26-16,-9-1-18 0,3 0-31 0,-2 1-37 16,-5 2-34-16,1-4-35 0,-5 4-48 0,2-2-236 0,-5 1-676 15,-2 1 299-15</inkml:trace>
  <inkml:trace contextRef="#ctx0" brushRef="#br0" timeOffset="187199.06">10301 9566 112 0,'5'-2'301'0,"-2"-1"-22"0,4 2-26 16,-7 1-23-16,8-1-27 0,-8 1-18 0,15 2-15 16,-8 1-21-16,4 2-14 0,1 2-14 0,-2 0-12 15,-1 3-11-15,6 3-10 0,-1-1-7 0,1 0-7 16,-2 5-9-16,-1-3-6 0,-2 2-8 0,1-2-2 15,0 1-6-15,-6-3-6 0,-1-1-4 0,0-2-2 16,-1 2-3-16,0-2 0 0,-4 0-3 0,1-2 1 16,0 0 11-16,-2-2 21 0,-1-2 19 0,1 1 21 15,-4-1 9-15,-1-1 11 0,-1-2 7 0,0 0 1 16,-2-4 12-16,1 0 8 0,-2 0 1 0,3-4-11 0,-3 0-5 16,6-2-12-16,-1 0-10 0,2-1-10 0,0-1-11 15,4 1-7-15,4-2-26 0,0 0-25 16,3-2-28-16,1 4-28 0,7-1-29 0,11-2-31 0,-6 5-23 15,8 0-14-15,-5 4-18 0,1 2-28 0,9 3-14 16,1 0-21-16,-3 3-22 0,1 3-16 0,3-2-14 16,-2 1-5-16,-1 4 0 0,-2-4-1 0,-1 3-153 15,-6-3-449-15,0 2 199 0</inkml:trace>
  <inkml:trace contextRef="#ctx0" brushRef="#br0" timeOffset="187620.9">10989 9690 714 0,'7'1'-6'0,"0"-1"36"0,-7 0 15 0,8-1 11 15,-8 1 22-15,1-5 7 0,-1 5 14 0,-1-7 12 16,1 7 8-16,-8-9 5 0,1 1 3 0,0 0 8 0,-1 2-4 15,0-3 0-15,0 1-3 0,-2 1-8 0,-2-1 1 16,1 1-6-16,0 0-5 0,-2 0-8 16,-1 2-10-16,-2-4-7 0,-2 6-7 0,-1-3-11 0,0 6-4 15,0-2-10-15,0 3-5 0,1 1-2 0,-1 0-7 16,4 3-3-16,0 3-5 0,3-3-4 0,0 4 3 16,-2 2-4-16,2 0-4 0,5-1-4 15,-1 3-2-15,1-2-1 0,4 1 2 0,-2 1-1 0,1 0-2 16,4-2-1-16,1 1-1 0,4-3-1 0,1 4 5 15,1-4-1-15,3 0-1 0,3 0-3 0,-2-4-2 16,3 1 3-16,1-1 1 0,2-4 0 0,4-1-9 16,-7-1 5-16,2-1 0 0,-2-1 1 0,4-4-1 15,-6 2 1-15,2-3-1 0,-4-1-5 0,0-1 2 16,3-4 1-16,-4 0-1 0,2-1 1 0,-7 3 13 16,3 0 23-16,-4 0 23 0,1 0 15 0,-3 1 17 15,2 3 15-15,-2-1 2 0,-1 1 2 0,4 4-2 0,-2-3-6 16,-2 2-12-16,0 1-15 0,0 4-16 0,0-4-7 15,0 4-8-15,0 0-3 0,0 0-4 16,0 0-7-16,0 0-7 0,-7 13-4 0,4-4 0 0,3 1 2 16,3 0-5-16,-3 3 0 0,1-1-5 0,6 0 0 15,-3 4 1-15,3-1-11 0,1 1-11 0,0-5-16 16,-1 6-28-16,1-7-23 0,3 0-24 0,1 0-24 16,-1-1-28-16,0-1-26 0,1-1-41 0,-2 0-47 15,1-2-44-15,1-4-47 0,-5 1-237 0,1-2-637 16,-1-2 282-16</inkml:trace>
  <inkml:trace contextRef="#ctx0" brushRef="#br0" timeOffset="187839.63">11177 9601 10 0,'0'0'318'0,"-3"-5"-8"0,3 5-25 0,0 0-19 15,0-6-25-15,0 6-32 0,0 0-18 0,0 0-20 16,0 0-17-16,0 0-6 0,0 0-2 0,0 0-15 15,-1 20-12-15,4-14-11 0,-2 3-10 0,-1 2-10 16,4-1-7-16,-1 0-5 0,0 0-1 0,1 2-18 16,1-3-14-16,-1 2-24 0,0-1-30 0,0 2-34 15,2-3-46-15,-1-1-56 0,-1-1-58 0,3-2-56 16,-3 2-170-16,0-3-467 0,3 2 207 0</inkml:trace>
  <inkml:trace contextRef="#ctx0" brushRef="#br0" timeOffset="188261.47">11359 9629 208 0,'0'0'237'0,"-1"-4"-24"0,1 4-24 0,0 0-24 16,0 0-12-16,0 0-18 0,0 0-10 0,0 0 9 16,0 0-15-16,3 17-13 0,-1-11-5 0,0 1-8 0,0 2-10 15,0-1-9-15,1 3-5 0,-2-1-7 0,-1-2-3 16,4 2-8-16,1-2-4 0,-1 0-7 0,-1-1 1 15,1-1-6-15,0-1-5 0,-1 2-3 0,0-3-10 16,0 0-3-16,-2-1-3 0,4 0 0 0,-1-1-1 16,-4-2-3-16,0 0 3 0,10-5-2 0,-6 2-1 15,0-1-1-15,0-2 0 0,4 1 2 0,-2-2-6 16,1-1 4-16,1 0 14 0,-2 0 11 0,1-1 13 16,0 0 14-16,-1 1 6 0,1 0 17 0,0 0 4 15,0 1 9-15,0-1 5 0,-3 3 5 0,3 0-6 16,0 1-9-16,0-1-1 0,-2 0-9 0,1 2-6 15,-1 2-8-15,3 1-14 0,-8 0 0 0,11 1-10 0,-3 5-4 16,0-3-4-16,-2 1-4 0,1 1 0 0,-2 3-7 16,2 0 2-16,1 0-6 0,-1 3 0 15,-2-3-1-15,2 2 2 0,-1-3-6 0,1 4 1 0,-2-5-2 16,-1 0-3-16,1 1-2 0,-2-2-10 0,0 1-19 16,1-1-17-16,0-3-9 0,-2 2-17 0,1-2-23 15,-3-2-58-15,6 1-52 0,-6-1-52 0,0 0-62 16,8-5-216-16,-7 2-571 0,-1-3 253 0</inkml:trace>
  <inkml:trace contextRef="#ctx0" brushRef="#br0" timeOffset="188448.96">11386 9260 159 0,'-13'-8'313'0,"-1"5"-34"0,5-6-29 0,-2 3-21 15,3 1-23-15,-2 2-21 0,5-1-20 0,-3 2-22 16,2-2-18-16,2 3-36 0,4 1-49 0,0 0-47 16,-12 7-55-16,9-3-71 0,2 1-198 0,-2 1-357 15,3 1 158-15</inkml:trace>
  <inkml:trace contextRef="#ctx0" brushRef="#br0" timeOffset="189105.16">12028 9127 56 0,'-1'-13'307'0,"-3"7"-3"0,4-3-14 15,-1 4-14-15,1 0-24 0,0 1-27 0,-2-2-26 16,2 6-23-16,-2-5-20 0,2 5-17 0,0 0-15 16,0 0-13-16,-4 15-6 0,2-2-7 0,2 3 0 15,0 2 0-15,0 4 2 0,-4 4-5 0,3 2-4 16,-2 1-4-16,3-1-7 0,-6 2-3 0,5-1-1 16,0-2-1-16,-2 0-3 0,3 1-2 0,0-8-6 15,3 9 1-15,-3-9-10 0,1 0-2 0,0-2 8 0,2-1 4 16,1 0-4-16,-1-1 4 0,1-3 1 15,0-1 2-15,3 1-4 0,1-5-2 0,2 4 3 16,-5-4-8-16,9 1-1 0,-2-2-7 0,7 0-7 0,-5-3-1 16,5 2-9-16,0-2-16 0,2 0-27 0,2-3-31 15,0-1-39-15,1-1-36 0,-1-1-39 0,-3 1-46 16,-2-1-51-16,4-2-57 0,-3-1-58 0,-3-2-200 16,-1 2-614-16,4-1 271 0</inkml:trace>
  <inkml:trace contextRef="#ctx0" brushRef="#br0" timeOffset="189808.33">12492 9514 227 0,'0'0'278'0,"-5"-4"-18"0,5 4-16 15,-3-3-14-15,3 3-9 0,0 0-8 16,-11 5-7-16,11-5-3 0,-9 5-17 0,1 0-13 0,2-2-8 16,1 5-11-16,-1 0-13 0,2-1-12 0,-5 4-2 15,3-1-15-15,2 1-13 0,-1 1 0 0,2 2-19 16,0-4-6-16,2 3 1 0,-1 2-12 0,4-2-3 15,-1 0-8-15,3 0-7 0,0 1 0 0,3-3-6 16,-1 0-13-16,3-1-8 0,1-1-9 0,-1 0-12 16,2-2-7-16,0-3-11 0,0 0-3 0,1 1-10 15,-2-4-6-15,-1 1-8 0,2-5 1 0,-3-1 3 16,-1-1-2-16,0 1 1 0,-2-3-1 0,1-2 5 16,-2-2 4-16,-3 0-1 0,-2-2 6 0,1-1 4 15,-2-3-1-15,0 4 5 0,-4-4 9 0,3 4 5 16,-3 0 7-16,0-2 6 0,1 4 3 0,-2 1 2 15,0 1 6-15,1-1 7 0,-1 2 2 0,4 1 8 0,-1 2 5 16,1 0 7-16,0 0-1 0,0-1-3 0,2 4 9 16,-2-1-8-16,3 3-5 0,0 0 1 15,0 0-11-15,4-6 1 0,-4 6-2 0,10 0-3 0,-10 0-1 16,14 3-8-16,-5-2 0 0,-1 0-1 0,2 2 2 16,1-1-3-16,0 2-5 0,-2-1 3 0,6 2-1 15,-5-1-5-15,3 1 4 0,-5-1 0 0,2 3 10 16,0-2-14-16,0 1-5 0,0 1 1 0,-2-1 4 15,0 3-6-15,-4-4 3 0,0 4-6 0,2-1 8 16,-1 2-12-16,0-1-3 0,-3 0-10 0,-2-1 1 16,3-2-10-16,-2 5 17 0,-1-5-11 0,0 2-2 15,0-2-4-15,0-2 2 0,-1 1 1 0,-2-1 9 16,3 1 0-16,0-5 4 0,0 4 4 0,0-4 3 0,0 0-1 16,0 0 3-16,0 0 3 0,0 0 3 15,0 0-2-15,0-17-1 0,0 11 8 0,4-3-3 16,0-3 3-16,0 2 0 0,3-3 3 0,0 0 0 0,2-3 8 15,2-1 3-15,0 2 8 0,1-1 2 0,1 1 6 16,-1-1-6-16,-1 8 18 0,-3-3 8 0,4 3 8 16,-4 0 11-16,-1 0-9 0,-1 3-5 0,2 3-9 15,-3-2-3-15,1 1-3 0,-1 3-7 0,-5 0-6 16,12 4 10-16,-4 1-17 0,-1 3-4 0,-1 2 1 16,-1 0-5-16,2 3-7 0,1 4 7 0,-4 0-4 15,0 2-3-15,-2 0 0 0,3 0-7 0,-1 3 10 16,-1-4-3-16,-2-1 6 0,3 0-29 0,-1-4-28 15,-3 1-21-15,1-3-21 0,1 1-23 0,-4-2-36 16,1 1-38-16,-2-4-46 0,3-3-59 0,-5 1-280 16,2-3-615-16,3-2 272 0</inkml:trace>
  <inkml:trace contextRef="#ctx0" brushRef="#br0" timeOffset="190152.05">13296 9269 261 0,'5'-4'355'0,"-2"-1"-16"0,-3 0-18 0,2 1-16 15,-1 2-22-15,0-2-26 0,-1 4-25 0,3-5-20 16,-3 5-27-16,0 0-22 0,0 0-16 0,-15 7-3 0,9-2-25 15,-3 3-14-15,-2 1-12 0,-2 7-5 16,-1 2-12-16,0-2-4 0,-2 9 0 0,-1 0-3 16,6-2-6-16,-2 4-2 0,1 1-2 0,4-5-12 0,0 4-3 15,2-6-5-15,0-1-6 0,3 1-1 0,2-2 7 16,1 10-4-16,2-11-7 0,1 0 1 0,5-1-4 16,-4 0-11-16,6-3-17 0,-3-2-18 0,3-1-27 15,4-1-36-15,2-2-38 0,2 0-45 0,-6-4-57 16,3-1-38-16,1-1-50 0,-2-4-223 0,5-1-577 15,-4-1 256-15</inkml:trace>
  <inkml:trace contextRef="#ctx0" brushRef="#br0" timeOffset="190667.64">13459 9427 121 0,'0'0'219'0,"-4"-4"-25"0,4 4-19 0,0 0-17 15,0 0 1-15,-11 6-6 0,6-3-8 16,4 2-11-16,-2 3-13 0,0-3-5 0,-1 6-8 0,3-2-9 16,-1 4-8-16,2 0-9 0,0-2-9 0,0 2-6 15,0 1-5-15,2-1-5 0,2 0-10 0,-1 4 0 16,-1-5-5-16,1 0-1 0,2-2-5 0,-1 2-6 16,2-4-12-16,-2 3-18 0,0-5-9 0,0 1-8 15,0-3-18-15,3-1-3 0,1 0 0 0,-2-2 6 16,-4 0-3-16,7-1 8 0,-9 0 0 0,14-5 4 15,-4 0 6-15,-2-3 0 0,2 1 0 0,-1-2 9 16,2 1 18-16,-3-4 17 0,0 5 14 0,1-5 14 16,0 5 20-16,-4-4 9 0,1 1 7 0,2 3 2 15,-4 0 8-15,-2 1 2 0,4 2-6 0,-3-1-6 16,-2 1-8-16,2 0-12 0,-3 4-14 0,4-2-1 16,-4 2-6-16,0 0-6 0,7 6-3 0,-3-1-5 0,0 2-3 15,1-1-9-15,0 4 3 0,0 1-5 0,-1 1 1 16,2 1-2-16,-1 0-3 0,3-3-2 15,-1 3-3-15,0 0 0 0,0-4-3 0,1 1-2 0,-1-1 2 16,-1 0 0-16,1-3 1 0,3 1 4 0,-1-3-7 16,-3 1 0-16,-1-4 1 0,3 1 0 0,2-2 0 15,-3 0-2-15,-1-2 3 0,1-1 1 0,1 0-6 16,-4-1 3-16,3-2-3 0,-1-1-2 0,-2-4 3 16,1 0 1-16,-1-1-9 0,-2 0 6 0,0-5-3 15,0-2 3-15,-1 0-1 0,2-1-2 0,-6 1-15 16,2 0-21-16,1-1-15 0,-4-1-21 0,2 1-31 15,-1 2-41-15,2-2-49 0,-1 4-46 0,-2-4-64 16,2 7-166-16,-1 1-506 0,2 0 224 0</inkml:trace>
  <inkml:trace contextRef="#ctx0" brushRef="#br0" timeOffset="190995.74">13995 9190 252 0,'0'0'262'0,"0"0"-9"16,0 0 2-16,7 8-9 0,-3-2-11 0,-1-1-18 15,1 2-9-15,1 4-13 0,2-1-19 0,3 2-4 16,-1 4-15-16,5 1-10 0,-1 0-14 0,2 8 9 15,3-2-27-15,0 0-13 0,-2 1-6 0,-5 1-13 0,5 1-7 16,-5-7 7-16,1 5-25 0,-5-5-2 0,-3 2-7 16,2-2-3-16,-2 0-6 0,-3 4-13 0,-2-4 8 15,-1-1-9-15,-2 2-11 0,-1-2-14 0,-2-2-20 16,-4 1-29-16,-4-2-28 0,-8 3-31 0,7-5-34 16,-9 1-30-16,4-1-61 0,-4 0-296 0,2-7-571 15,-3 7 253-15</inkml:trace>
  <inkml:trace contextRef="#ctx0" brushRef="#br0" timeOffset="194119.37">7751 10744 55 0,'-2'-5'280'0,"5"1"-4"0,-2 0-5 0,2-1 2 0,-1 0-16 15,-2 0-11-15,0 0-12 0,0 1-9 0,1 1-8 16,-1-2-6-16,0 5 2 0,0-7-8 0,0 7-22 16,3-6-3-16,-5 1-20 0,2 5-21 0,0-3-5 15,0 3-18-15,0 0-16 0,2-5-12 0,-2 5-11 16,3-3-5-16,-3 3-20 0,0 0-17 0,0 0 7 16,0 0-6-16,0 0-3 0,-5 17-6 0,5-10 1 15,-1 4-2-15,0-1-1 0,-1 0-8 0,2 3 6 0,0 0-11 16,0 6 2-16,0-9-1 0,3 4-8 0,0 0-7 15,-2-1-4-15,3-3-14 0,-1 3 6 0,1-2-3 16,1 1 1-16,-1-3-1 0,2 0 0 0,1-1-3 16,1-2-1-16,-3-2-3 0,2 1-1 0,1-2 5 15,-1-1 6-15,1 1 0 0,-1-3 2 0,3-2 0 16,-5 0 1-16,4-2 2 0,-2 0-2 0,2-4-1 16,-4 2-1-16,2-1 2 0,1-3 6 0,-4 2 0 15,1-4-1-15,2 3 4 0,-3-1-3 0,-1 0-5 16,2 1 7-16,-2 4 0 0,0-2 3 0,0 1-2 15,-2 1 4-15,2 0 0 0,-2-1-3 0,-1 1-1 0,0 5 0 16,0 0-8-16,4-4 5 0,-4 4-2 0,0 0-4 16,0 0 5-16,0 0 3 0,7 16-4 0,-3-11-2 15,-1 1 3-15,1 3 1 0,0 1 3 0,1 0-2 16,1 1 3-16,-1 1-4 0,6-1 2 0,-7 0 0 16,4 0 0-16,1-1-2 0,0 0-2 0,-1-2 3 15,-1-1-2-15,2 0 3 0,-2-2 0 0,0-1-1 16,0-2 8-16,4 1-4 0,-4-3 0 0,1 0 0 15,-8 0-1-15,16-4-1 0,-9 0 2 0,0-1 3 16,0-1 0-16,-2-3-2 0,2-2 3 0,-3-1-1 16,0 0-3-16,-3 1-3 0,3-2 6 0,-2-4-2 15,-1 1 0-15,-1-1 0 0,-3 3-2 0,2 1 0 16,-2 2-3-16,-1-1-21 0,1 0-12 0,1 2-26 0,-5 2-24 16,3 1-26-16,1 2-35 0,0 0-45 0,-1-2-48 15,0 5-59-15,3-2-185 0,-2 2-523 16,3 2 232-16</inkml:trace>
  <inkml:trace contextRef="#ctx0" brushRef="#br0" timeOffset="194588.09">8567 10597 180 0,'0'-5'294'0,"0"1"-12"0,0-1-8 0,0 5-11 16,0-9-8-16,0 4-8 0,1-1-21 0,-2 3-17 15,1 3-4-15,-3-8-8 0,3 3-14 0,-1 1-15 16,-2 1-19-16,3 3-22 0,-7-3-7 0,7 3-13 15,-5-2-1-15,5 2-24 0,0 0-6 0,-18 3-5 16,14-1-10-16,-3 3 0 0,-2-1-9 0,1 2 2 16,-2 1-3-16,-1 1-6 0,3 2-1 0,-2-1-1 15,2 0-3-15,0 3-4 0,0-2-2 0,3 2-3 16,0-1-3-16,0-1 7 0,3 6 6 0,2-5-2 16,0 2-3-16,2 0-1 0,2-1-2 0,-1 1-2 15,4 2 2-15,0-4 6 0,5 2-10 0,-1 2 0 0,1-5-4 16,4 2-2-16,-2-3 2 0,2 3-10 0,-5-6-12 15,5-1-18-15,-5 2-19 0,4-2-20 0,-1-2-22 16,0 1-22-16,-1 0-16 0,-3-2-24 0,2 0-26 16,-6 1-31-16,3-2-33 0,-4-1-27 0,-5 0-32 15,8-4-21-15,-8 2-177 0,0 2-524 0,4-5 232 16</inkml:trace>
  <inkml:trace contextRef="#ctx0" brushRef="#br0" timeOffset="194806.83">8510 10747 80 0,'-8'0'245'0,"8"0"-1"16,0 0 2-16,-6-1-5 0,6 1 0 0,0 0-6 0,-4-3 2 15,4 3-2-15,0 0-4 0,0 0-3 0,0 0-14 16,0 0-11-16,0 0-11 0,-3-4-18 16,3 4-4-16,0 0-17 0,0 0-16 0,0 0-8 0,0 0-10 15,0 0-13-15,0 0-10 0,0 0-8 0,0 0-11 16,0 0-14-16,0 0-27 0,21 1-23 0,-12-1-37 15,-2 0-25-15,4 0-26 0,5 0-42 0,-2 1-44 16,1-1-53-16,4-2-61 0,4 3-66 0,-9-2-189 16,5 0-574-16,-2 1 254 0</inkml:trace>
  <inkml:trace contextRef="#ctx0" brushRef="#br0" timeOffset="197505.27">9005 10596 148 0,'-1'-5'350'0,"1"0"-9"0,-3-2-8 0,3 2-11 15,0 1-22-15,0 4-33 0,0-7-30 0,0 7-25 16,0 0-25-16,0 0-21 0,0 0-21 0,0 0-13 0,0 0-12 15,12 15-16-15,-7-5-7 0,-2 0-12 0,1 3-14 16,3 4-6-16,-4 1-8 0,2 0 0 16,2-1-8-16,-4 4-3 0,-1 6-4 0,1-7 5 0,-3 6-15 15,-1 2-4-15,1-7 0 0,-2-1 9 0,1 2-15 16,0-2-1-16,-2 0 1 0,0-1-8 0,2-2 12 16,-2-1-31-16,3-3-28 0,-2 0-26 0,-1-3-12 15,3 0-22-15,0 0-25 0,0-2-23 0,5-3-29 16,-5 0-48-16,4-2-35 0,-1-1-46 0,-3-2-160 15,11-1-497-15,-11 1 221 0</inkml:trace>
  <inkml:trace contextRef="#ctx0" brushRef="#br0" timeOffset="197817.74">9231 10589 121 0,'0'-6'358'0,"0"-1"-3"0,1 4-17 15,-1-1-24-15,0 4-21 0,0-8-31 0,0 8-31 16,0 0-26-16,0-4-21 0,0 4-21 0,0 0-22 16,0 0-13-16,0 0-14 0,0 14-13 0,0-6-2 15,3 2-14-15,-3 3-12 0,1 0-3 0,0 5-11 16,2 1-8-16,-1 2 4 0,-1 5-13 0,0 1 4 16,-1-5-7-16,3 4-3 0,-2-1-6 0,1 2-3 15,-4-6-1-15,4-1 1 0,-2 7-7 0,1-9 0 16,-2 1 0-16,2-5-6 0,-2-1-11 0,-1 0-24 15,2-1-15-15,0-4-8 0,0 4-28 0,0-6-19 16,0 2-27-16,-1-3-24 0,1 2-36 0,0-4-36 16,1 1-56-16,-1-4-224 0,0 0-536 0,0 4 238 15</inkml:trace>
  <inkml:trace contextRef="#ctx0" brushRef="#br0" timeOffset="198380.2">9034 10493 37 0,'1'-13'268'0,"-1"2"-8"16,5-1-14-16,-2 4-9 0,1-4-12 0,0 2-15 15,0 1-20-15,-1-1-14 0,1 3-13 0,2 1-18 16,0 0-16-16,-2-1-14 0,5-1-10 0,-4 3-4 16,6 0-16-16,-3 1-7 0,3-1-13 0,-3 3-5 15,4 0-6-15,-1 1-8 0,1 1-1 0,-1 3-2 0,0-1-9 16,4 2-3-16,-1 1-4 0,5 2-9 16,-7-1 0-16,4 2 1 0,-5 4-4 0,4 1-2 15,-3 0 0-15,-1 1-4 0,0 1 1 0,0 1-2 0,-4 0-5 16,1-3 6-16,-4 3-5 0,0 0-2 0,-3-3 1 15,2 0 6-15,-3 3-9 0,0-1-1 0,-1-2-1 16,1-1 3-16,-3 1-2 0,-1-2-1 0,1 2 4 16,-6-3-3-16,5 2-1 0,-4-2 4 0,-2-1-1 15,-1 0 0-15,4 0-2 0,-2 0 8 0,-2-1-6 16,0-2-4-16,1 0 4 0,1 1 0 0,-2-2 0 16,6-1 2-16,-2 1-1 0,4-3 3 0,-5 3-2 15,4-4 0-15,1 1 1 0,1 1-1 0,0 1-1 16,2-4 3-16,-4 6 2 0,5-1 0 0,2-1 4 15,3 1 4-15,2 3 0 0,4 0 1 0,-1 0-1 16,9 4-1-16,-3 1 0 0,2-3-2 0,5 3 0 16,-6-2 1-16,2 1-3 0,-1-2 2 0,-4-1 1 0,3-1-9 15,-3 2 2-15,-2 0 0 0,-3-2-1 16,0 0-2-16,0-3 2 0,-7-1-4 0,4 1 0 16,-3-1-8-16,0-2-17 0,-2 2-11 0,3-3-19 0,-5 3-17 15,0-4-31-15,0 0-44 0,3 4-59 0,-3-4-57 16,0 0-184-16,0 0-483 0,0 0 213 0</inkml:trace>
  <inkml:trace contextRef="#ctx0" brushRef="#br0" timeOffset="200660.54">9530 10283 125 0,'0'0'224'16,"0"-6"-13"-16,0 6-8 0,0 0-4 0,0-4-2 15,0 4-13-15,0 0-11 0,0 0-7 0,-1-4-14 16,1 4-4-16,0 0-13 0,0 0-10 0,0 0-11 15,0 0-8-15,1-6-13 0,-1 6-8 0,0 0-9 0,0 0-5 16,-4-3-11-16,4 3-8 0,0 0-8 16,0 0-5-16,0 0-4 0,0 0-6 0,-7-1-3 15,7 1-4-15,0 0-2 0,-8 0-4 0,8 0 0 0,-11-1-3 16,11 1-1-16,-11 0-2 0,11 0-3 0,-8 2 1 16,1-2 0-16,0 1-1 0,2 1-3 15,1 0-4-15,-3 2-1 0,7-4 1 0,-7 4-2 0,1-1 2 16,1 0 0-16,1 2-1 0,3 0-1 0,-5-2 0 15,4 2 1-15,-2 2-4 0,2-3 5 0,2 1-3 16,-4 1 1-16,0 0 4 0,3-1 0 0,-2 2-1 16,5-1 0-16,-4 0 1 0,4 0-1 0,-2 0 1 15,2 0-4-15,0-1 5 0,3 0 1 0,-4 0-1 16,3-2 3-16,0 3-3 0,2-2 7 0,-2-2-7 16,0 2-1-16,1-3 1 0,2 2-1 0,-7-3 3 15,8-2 3-15,-8 2-4 0,11-1 1 0,-1-1-3 16,-5 0 5-16,-2 0 0 0,3-3-6 0,-1 1 4 0,3-1-4 15,-7-2 4-15,5 3-2 0,-2-3 2 16,0-2 3-16,0 0 4 0,2-1 0 0,-1 1 10 16,-4 0 0-16,2-3-5 0,-2 1 9 0,3-1 1 0,-2 0 9 15,2-1-9-15,-4 1-5 0,4 1 3 0,0-2 0 16,-2 2 1-16,-1-2 2 0,3-1 1 0,-2 3-4 16,0-2 5-16,-1 2 2 0,1 2 8 0,-1 0-1 15,3 0-3-15,-4-2 10 0,0 3 10 0,2 1-10 16,-2 1 0-16,0-1 15 0,1 1-17 0,-1 2-2 15,0-1-8-15,0 5 2 0,1-6-4 0,-1 3-10 16,0 3-5-16,2-3 0 0,-2 3-9 0,0 0-6 16,0 0-4-16,0 0-4 0,0 0 1 0,0 0-1 15,0 0-8-15,0 0 6 0,0 0 1 0,0 0 1 16,-6 11 2-16,6-7 2 0,-4 1-3 0,4 2 0 16,0 0 19-16,-3-1-22 0,3 3 5 0,-3-2-11 15,1 4 5-15,2-4 6 0,0 4-3 0,-3 0 3 0,2 1 5 16,1 0-2-16,0-1-5 0,1 2 4 0,-1-1-1 15,3-1 3-15,-2-1 2 0,3 2-5 16,-1-1 5-16,4 2-3 0,-3-4 1 0,0 3 1 0,0 0-2 16,1-4 0-16,-2 2-1 0,0 0-6 0,5-2 5 15,-5 0 5-15,0-1 1 0,1-1-4 0,-3-1-1 16,4 2-12-16,-2-4 10 0,0 2-6 0,0-1-3 16,-1 0-5-16,4-1-8 0,-2 2-12 0,0-2-14 15,3 0-11-15,-5-1-19 0,5 2-22 0,-4-3-41 16,-3-1-41-16,11 1-56 0,-4-1-54 0,-7 0-205 15,8 0-541-15,-8 0 240 0</inkml:trace>
  <inkml:trace contextRef="#ctx0" brushRef="#br0" timeOffset="-60432.75">3600 5174 168 0,'0'0'230'0,"1"-5"-14"0,-1 5-14 0,0-2-16 16,0 2-16-16,0 0-18 0,0 0-18 0,0 0-16 16,0-7-15-16,0 7-5 0,0 0-14 0,0 0-8 15,0 0-11-15,0 0-8 0,0 0-3 0,0 0-8 16,4 16-4-16,-4-10-5 0,2-1 2 0,-1 0-10 15,0 7-1-15,2-6-3 0,-2 6-1 0,1-2-6 16,3 1 4-16,-4-1-6 0,2 1 0 0,0-1-2 16,0 1-4-16,-1-1 2 0,1 0-1 0,0-2-1 15,-3-1-3-15,4 1 2 0,-4 1-2 0,3 0-1 16,-2-4 0-16,3-1 0 0,-1 3 0 0,-3-1 0 16,1-4 1-16,-1-2-3 0,0 8 2 0,0-5 0 15,0-3 2-15,0 0 3 0,0 6-2 0,0-6 21 0,0 0 18 16,0 0 15-16,4 1 18 0,-4-1 17 0,0 0 1 15,0 0-1-15,0 0-15 0,0 0-5 0,7-10 0 16,-4 4-16-16,1 1-11 0,-3-2-2 16,2-1-3-16,6 2-7 0,-3-2-4 0,-5 2-8 0,5-2 1 15,1 0-1-15,-2 1-7 0,3 1 0 0,-4 0-1 16,0 1-3-16,5 0 3 0,-5 0-7 0,2 1 0 16,0 0-5-16,-2 2 0 0,0-1-4 0,0 1 0 15,2 1-3-15,-6 1 1 0,10-2-6 0,-10 2 0 16,11 4 2-16,-4 0-2 0,0-1 1 0,-3 1-5 31,4 2 0-31,-4 1 0 0,2 3 7 0,-2-1-13 16,4 0 0-16,-3 2 2 0,2-1 0 0,-3 0 1 0,0 1-6 15,4-3-4-15,-5 3 3 0,1-2 3 0,2-1-4 0,-2-1 3 0,-3-1-1 16,3-1 3-16,-2 1 2 0,0-2-1 16,-2-1 4-16,5 0 5 0,-5-3 1 0,2 5 3 0,-2-5 10 15,1 2 22-15,-1-2 19 0,0 0-5 0,0 0-7 16,0 0-1-16,0 0 4 0,4-12 1 0,-1 7 3 15,1-2 3-15,2-2 12 0,-2 1-2 0,-3 2 7 16,3-3-1-16,3-1 4 0,-3 2-4 0,0-2-8 16,4 2-2-16,-2 0-7 0,0 1-1 0,3-1-13 15,-4-1 1-15,2 4 0 0,1-1-9 0,-4 0 0 16,3 4-2-16,-2-2-1 0,2 1-8 0,-3 0 1 16,3 2-7-16,1 0-2 0,-4-3-4 0,-4 4 1 15,10 2-1-15,-3 1-10 0,-1-2-7 0,-1 3-13 16,0-1-14-16,1 4-6 0,-1 0-8 0,0-1-6 0,1 3-11 15,-1 0-6-15,-2 5-12 0,2-5-12 16,-3 5-13-16,2-1-14 0,1-1-19 0,-5 0-24 16,1-1-31-16,2 0-35 0,-3 0-32 0,2-2-212 0,-1 1-521 15,0-2 231-15</inkml:trace>
  <inkml:trace contextRef="#ctx0" brushRef="#br0" timeOffset="-60189.48">4262 5331 99 0,'2'-3'278'16,"0"-2"-13"-16,-2 1-21 0,0 4-26 0,4-5-23 16,-4 5-20-16,0-4-22 0,0 4-17 0,0 0-15 15,0 0-13-15,0 0-11 0,0 0-9 0,3 12-10 16,-3-6-6-16,4 0-6 0,-4 5-8 0,1-2-3 15,2 4-11-15,-3-2-27 0,3 3-25 0,1-2-35 16,0 5-31-16,1-6-33 0,-1 2-46 0,-1-3-38 16,4 0-142-16,-3 0-359 0,-1-3 160 0</inkml:trace>
  <inkml:trace contextRef="#ctx0" brushRef="#br0" timeOffset="-59767.64">4465 5365 104 0,'1'-2'231'0,"-1"2"-20"16,3-7-25-16,-3 7-17 0,0-4-18 0,0 4-17 15,0 0-12-15,0 0-20 0,0 0-6 0,0 0-14 16,15 10-7-16,-14-7-7 0,3 1-5 0,-1 0-5 16,0 4-7-16,1-3 0 0,0 2-12 0,0 0-2 15,-3-1-1-15,2 1-5 0,1-1 0 0,-1 1-6 16,1-1-3-16,-3 0-1 0,2 1 1 0,-2-3-8 15,2-2 4-15,-2 0 3 0,1 2-3 0,1-1-1 16,-3-3-2-16,0 0 1 0,0 0-4 0,0 0 2 16,12-7 7-16,-8 5 26 0,0-2 11 0,1-1 7 15,1-2 2-15,-2 1 10 0,4 0-6 0,0-2 4 16,-4 1 6-16,5-3-2 0,-3 4 5 0,2-3 6 16,1 3-13-16,-3-2-4 0,2 4-6 0,-3 1-5 15,0-4-3-15,3 3-8 0,-1 2-4 0,-2 0-7 16,2 0-6-16,-1 1-7 0,1 1-4 0,-7 0 2 0,9 1-6 15,0 0 0-15,-3 2-8 0,2-1 5 16,-2 3-8-16,2 4 1 0,-1-1-6 0,-3-2-10 16,0 2-12-16,0 1-13 0,1 1-8 0,1-1-20 15,-5 3-7-15,3-4-19 0,-4 2-16 0,0-4-22 0,0 0-27 16,0 2-28-16,-4-2-23 0,3-1-34 0,-5 0-189 16,2 0-458-16,-1-4 203 0</inkml:trace>
  <inkml:trace contextRef="#ctx0" brushRef="#br0" timeOffset="-59595.78">4642 5080 120 0,'-3'-4'250'15,"1"-2"-26"-15,-3 2-24 0,4 0-21 0,-2 0-22 16,3 4-21-16,0 0-49 0,0 0-44 0,-4-3-28 15,4 3-47-15,0 0-56 0,-3 12-128 0,2-4-233 16,1 2 104-16</inkml:trace>
  <inkml:trace contextRef="#ctx0" brushRef="#br0" timeOffset="-58767.73">4115 6106 4 0,'0'0'208'0,"0"0"-26"0,0 0-22 16,0 0-16-16,0 0-16 0,0 0-17 0,0 0-8 15,0 0-6-15,-9 12-14 0,9-6-8 0,-2 1-10 16,1 1-4-16,1 2-9 0,0 0-1 0,0 1-4 0,0 1-10 15,0 1 5-15,1 0-9 0,2 0-1 16,-1-5-5-16,4 5-1 0,-5-2-1 0,2-2-3 16,0-2-2-16,0 0 0 0,2-1-3 0,2-1 2 0,-4 1-4 15,6-4 3-15,-2-1 1 0,0-2-6 0,-7 1 2 16,16-4 5-16,-5-1 18 0,-4-2 5 0,2 0 13 16,-2-1 12-16,0-2 17 0,3 1 16 15,-2 0 1-15,-2 0 4 0,0 0-1 0,-2 0 3 0,-1 4-4 16,1-3-7-16,1 2-5 0,-1 3-10 0,-1-2-11 15,-3 3-13-15,4-2-8 0,-4 4-10 0,0 0-2 16,0 0-9-16,0 0 1 0,10 6-5 0,-6-1-2 16,0 1 3-16,2 4-8 0,1-3-3 0,0 5 2 15,3-3-4-15,-2 4 0 0,0-2-1 0,4 2-3 16,-1-4-2-16,-1 1 4 0,-2-1-3 0,1 0-1 16,-2-1 4-16,3-2-4 0,-5-2 0 0,4 0 2 15,-3-2 2-15,1 0 1 0,1-2 0 0,0 0 5 16,-8 0 17-16,12-6 14 0,-6 1 9 0,2 0 17 15,-1 1 3-15,-2-6 8 0,1 2 8 0,-2-4-2 16,0 1-11-16,0 1-3 0,-1-3-7 0,1 3-7 16,-2-3-6-16,0 2-11 0,-1-2-13 0,2 1-21 15,-3 0-38-15,0 0-43 0,-3 1-40 0,0 0-42 0,1 2-53 16,-5-1-79-16,0 2-81 0,0-1-233 0,-1 3-645 16,-4 1 287-16</inkml:trace>
  <inkml:trace contextRef="#ctx0" brushRef="#br0" timeOffset="-54594.74">3377 4200 114 0,'-3'-2'120'0,"3"2"5"16,-8-3-9-16,8 3-1 0,-7-4 0 0,4 1-4 16,3 3-8-16,0 0-16 0,-7-1 0 0,7 1-11 15,0 0-4-15,0 0-10 0,0 0-5 0,0 0-6 16,0 0-7-16,0 0-3 0,-4-1-3 0,4 1-8 16,0 0-1-16,0 0 0 0,0 0-3 0,0 0-8 15,0 0-1-15,0 0 1 0,0 0 8 0,0 0-8 16,0 0 5-16,20 1-9 0,-10 0 3 0,0-1-3 15,2 3 0-15,3 0-3 0,-1-1-2 0,3 1-1 0,4-3 5 16,-1 1-1-16,3 2 0 0,-1 0-18 0,11 1 14 16,-5-1 9-16,6 1-8 0,-1-3-1 15,1 4-7-15,0-2 5 0,0-1-2 0,0 2 3 0,4-2-11 16,0 0 9-16,-3 3-1 0,4 0 4 0,0-1-5 16,0 0 0-16,2-1-1 0,0-1 5 0,-4 2-2 15,3-2-3-15,-3 2 4 0,0-2 0 0,3 4-3 16,-3-2-2-16,0 1 5 0,1-2-3 0,1 2-2 15,-4-1-2-15,4 1 5 0,-2-1-2 0,-2-2 2 16,1 2-5-16,-2-1 2 0,0 0 0 0,1 3 0 16,-1-4 3-16,-1-1-3 0,-1 3 1 0,5 0 0 15,0 1-1-15,-2-3-1 0,3 1 0 0,-3-2 2 16,1 0-2-16,-2 4 8 0,4-2-11 0,-2 1 1 16,0-1 3-16,-1-1 3 0,1 1-4 0,-1-2 3 15,1 3-3-15,-1-1 1 0,-1-1 3 0,1 3-3 16,2-1 0-16,-3 0-1 0,3 0 3 0,-2-2 1 15,-1 2-6-15,-1 1 2 0,0-2 1 0,-2 2 1 0,1-2 1 16,4-1-2-16,-4 3-1 0,1-2 3 0,-3-1 1 16,2 1-5-16,-2 2 1 0,2-1 2 15,-4-2-4-15,2 1 2 0,-1-1 0 0,1 1-1 16,-8 0 1-16,9-1 0 0,-3 2 1 0,5-2 1 0,-3 1-1 16,1-1-1-16,-9 0 0 0,11 0-1 0,-1 0 4 15,-6-1-2-15,5-1 0 0,-8 2-1 0,-1-2 5 16,10-3-5-16,-4 3-2 0,-6 0 4 0,1 0-1 15,0-1 3-15,-1 1-6 0,2-1 1 0,-2-3 2 16,-3 3 1-16,3 2 1 0,1-3-5 0,8-1 6 16,-9 2-2-16,0-1 6 0,2 1-7 0,-1-1 2 0,0 0-3 15,9-3 0-15,-12 3 1 0,3 1-1 16,7 0 0-16,-7 1-1 0,7-3-1 0,-6 2 3 16,4-3-2-16,-5 4 4 0,2-1-6 0,-1 0 0 15,7-5 3-15,-9 5 0 0,8 0-3 0,-7 1 2 0,2-3 3 16,5 4-1-16,1-3-3 0,-3-1 5 0,2 2-3 15,-5 1 0-15,-2-1 3 0,0 0-1 16,7-3-1-16,-7 4-1 0,1-1 0 0,5-2-1 0,-7 1-1 16,1 1 2-16,6 0 1 0,3 0 2 0,-10-1-4 15,0 0 4-15,2-2-1 0,-1 3-2 0,2-3 1 16,5 4-3-16,-8-4 1 0,6 3-1 0,2-2 1 16,-4 2 1-16,5 1 3 0,-2 0-3 0,2 0-4 15,0-1 6-15,-1 1-6 0,3-2 2 0,-2 0 2 16,2 2-4-16,-2 0 4 0,3-1 1 0,-2 1-2 15,0 0 2-15,2-2 1 0,-2 1 0 0,-2-3-4 16,3 4 2-16,-3-1-3 0,3 1-2 0,-3 0 5 16,2-2 5-16,-2 2-7 0,4 0 2 0,-3 0 3 15,1 0-5-15,-1 0 6 0,0 0-5 0,-1 0 0 16,0-2 0-16,0 2-1 0,0-1 2 0,1-1-3 16,-1 4 0-16,4-4 6 0,-1 4-7 0,-2-4 3 15,0 1 1-15,4 2 2 0,-4-2 2 0,4 2-4 16,-1-2-4-16,-1-1 4 0,-2 0-1 0,4 2-1 0,-3-1 0 15,-1-1 1-15,4 0 1 0,-5-2-3 16,0 4 2-16,4 0 5 0,-4-2-4 0,0-1 1 16,0 2-1-16,1 0 1 0,-1-4-3 0,-8 2 0 15,8-1 6-15,1 4-4 0,-9-1-3 0,9-1 4 0,-2 1-3 16,1-4 2-16,-7 5-1 0,7-2 0 0,1-1 4 16,-1 0-4-16,-2 1 0 0,2 0 0 0,-6 0-2 15,7 0 4-15,-2 0-2 0,-1-1 0 16,2 0 0-16,0-1-1 0,-7 2 1 0,8-1 0 0,-2-1-1 15,2 2 3-15,-2-1-1 0,-6-1-1 0,8 1 2 16,-5-2 2-16,5 3-3 0,-1-2-2 0,-1 0 3 16,-6 2 0-16,8-2 0 0,-2-4-2 0,-1 4 1 15,1 1 0-15,2-2 1 0,-3 0-3 0,2-1-1 16,-1 4 0-16,-7-1-1 0,9-4 4 0,-1 5 0 16,-7-1-4-16,10-2 4 0,-3 0-1 0,1 1 2 15,-1 4 5-15,-1-2-8 0,2-3 2 0,0 2-1 16,-1-2-1-16,0 5 3 0,1-3-2 0,-1 1-1 15,0 0 1-15,1 0-2 0,-1-3 4 0,3 4-2 16,-11-2 4-16,10 1-5 0,-2 4 0 0,0-4 1 16,1 1 2-16,-1 0-1 0,-1 1 0 0,1-1 0 15,-7 1-2-15,8-2 7 0,-2 2-8 0,1 0 3 16,0-2 3-16,0 0-4 0,1 0 1 0,-3 0-1 16,1 1 1-16,2 1 2 0,-1-5 0 0,0 5-1 15,0-1 0-15,0 0-3 0,-6 1 1 0,9-2 2 16,-3 2-2-16,-2 0-2 0,5-1 6 0,-3 2-2 15,-1-1 0-15,3-1-3 0,-3 2 2 0,2-1 0 0,-1 2 3 16,4-1-1-16,-3-1-1 0,1 0-1 0,-1-1 0 16,0 2 1-16,3-1-1 0,0 0-2 0,-1 3 1 15,1-2 3-15,1-1 1 0,3 2-2 16,-4-2 0-16,3 1-1 0,-2-1-1 0,5 2 1 0,-2-2 6 16,0 2-8-16,-1-2 6 0,1 2-5 0,-4-1-1 15,5 0 0-15,-5 1 1 0,4-1 0 0,-1 0-1 16,-1-1 3-16,1 1 0 0,2-1 1 0,-3 2 0 15,0-5-1-15,-1 2-1 0,3 1-1 0,0-1 2 16,-1 1 0-16,-2-2 0 0,4 5-1 0,-2-3 1 16,2 0 0-16,-1 0-2 0,0 2 0 0,0 0 5 15,1-2-4-15,1 2-1 0,-3-2-3 0,3-2 5 16,1 4-2-16,-1-1 3 0,0 0-4 0,2-1 2 16,-1 1 0-16,0 3-1 0,0-3-3 0,0-2 3 15,1 1 1-15,-3 0 2 0,2 1-2 0,2-1 3 16,-2 1-5-16,16 1 2 0,-17 0 3 0,16-3-4 15,-17 5 2-15,-1-3 2 0,6-1-3 0,-2 2-1 16,12-2 3-16,-13 2-3 0,4 2 3 0,12-2-3 16,-17 0 3-16,15-1-3 0,-15 0 0 0,14-1 3 0,-13 1-5 15,1-1 3-15,11 6-1 0,3-5 0 16,-15 3-2-16,17-2 3 0,-3-2 0 0,0 4 2 16,-12-3 6-16,15 2-8 0,-4-3-3 0,2 1 2 15,-1 3 3-15,1 1-4 0,-1-2 1 0,2 1 0 0,0-2 2 16,-2 2-3-16,-1 0 1 0,6-1 3 15,-3 0 1-15,4 1-5 0,2 0 2 0,-3 3-2 16,1-4 1-16,2 2 0 0,-1 3 1 0,-3-4-2 0,3 0 1 16,2 1 2-16,-4 3-5 0,4-3 4 0,-4 1-1 15,-2-2 1-15,6 3 0 0,-4 0 0 0,3-2 2 16,-1-1-4-16,-1 1 1 0,3 1 2 0,-2-2 0 16,-3 0-2-16,1 3-1 0,-1-4-2 0,2 2 4 15,0-3 3-15,-4 2-1 0,3-2-3 0,-3 3 1 16,3 0 2-16,0-3 1 0,1 3-1 0,-1-1-1 15,1-2 2-15,-4 2-5 0,3-1 3 0,-1 0-2 16,-1 0-2-16,3 1 1 0,-2-3 0 0,3 2 1 16,-6-1-1-16,4 1 7 0,-3 1-2 0,-2 0-6 15,3 0 7-15,3-2-5 0,-4 1-1 0,3 0 1 16,-3 1-1-16,4-2 0 0,-4 4-1 0,2-3 3 16,-3-1 1-16,2-1 0 0,-3 2-2 0,2 0 1 15,1 2 1-15,-6-1-3 0,5-2 4 0,-2 3-3 16,0-1-1-16,-14-3 0 0,16-1 2 0,-4 6 5 15,4-3-5-15,-5 5-2 0,3-6 1 0,-13 1 1 16,12 0 0-16,-13 2 1 0,0-3-5 0,1 2 2 16,1 0 1-16,11-1-1 0,-14 2 7 0,0-3-8 15,-2 1 5-15,0 2-4 0,-2-4 0 0,1 4 4 0,-3-3 0 16,3 0-1-16,-3 1 1 0,0-1-4 0,0 2-2 16,-3-3 3-16,1 3 0 0,-2-2-5 15,-2 0 7-15,-5-2 1 0,0 1-1 0,-1 1 3 16,-1-2-3-16,-1 0-3 0,-1 0 3 0,1 0-2 0,-6 0 1 15,0-2 0-15,-3 1-3 0,3 0 3 0,-4-2 1 16,0 2 2-16,0-1 4 0,-3-1-7 0,-1 0 2 16,0-1 1-16,2 2-5 0,-2-2 2 0,-2 0 2 15,0 3 1-15,0-3 2 0,-1 1-1 0,0 0 2 16,-2-2-5-16,3 2 4 0,-4 3 5 0,1-4-5 16,-1 4 0-16,3-4-3 0,-3 4 2 0,0 0-3 15,0 0 2-15,-3-7 0 0,3 7-3 0,0 0-4 16,0 0 1-16,0 0-3 0,0 0 2 0,0 0 1 15,0 0-3-15,0 0 2 0,0 0-1 0,0 0-1 16,0 0 2-16,0 0-2 0,0 0 5 0,0 0-3 16,0 0 1-16,0 0 6 0,0 0-9 0,0 0 6 15,0 0-1-15,0 0-3 0,0 0 2 0,0 0-1 16,-1 15 2-16,-3-12-5 0,4 2 5 0,-1-2-4 16,-2 2 6-16,0 2-4 0,3-1 3 0,-2 1-5 15,0 1 5-15,2 0 5 0,-3 4-8 0,-1-1 0 16,3 2 3-16,-5 4 0 0,4 0 0 0,-4 2-2 15,4 0 2-15,-5-1 2 0,1 2-3 0,1 1 1 0,-4 6-2 16,3-7 3-16,-2 7 1 0,2-1-2 0,-2 1 1 16,-1-1 2-16,2 0-6 0,0 0 5 0,2-6-3 15,-3 6 1-15,2-5 1 0,-1-1 2 16,3 0-4-16,-1-1 2 0,-2 1 0 0,3-4 0 0,0 2 0 16,1 1 0-16,-1-2 1 0,0-7-2 0,1 3 1 15,0 0 0-15,1-2 0 0,-4 1-2 0,5-2 4 16,-2 1-2-16,2-5 6 0,0 0-3 0,-1 1-4 15,1 0 4-15,-1-3-3 0,2 3-1 0,-1-2-1 16,1 0 5-16,-1-2-2 0,1-3 1 0,0 6 1 16,0-6-2-16,0 6-2 0,0-6 3 0,0 4-3 15,0-4 1-15,0 0-3 0,-4 4 1 0,4-4 0 16,0 0 1-16,-2 5 0 0,2-5 1 0,0 0 1 16,0 0-1-16,0 0 0 0,-1 3 0 0,1-3-2 15,-3 2 0-15,3-2 5 0,0 0-4 0,-9 3 0 16,9-3 2-16,-6 1-1 0,6-1-2 0,-7 0 1 15,7 0 2-15,-11 0-2 0,11 0-1 0,-14-1 3 16,3-1 3-16,1 2-2 0,-3-1 1 0,-1 1 0 16,-5-4 0-16,-3 2-1 0,-1-1 3 0,1-1-3 0,-8 3-1 15,0-3 2-15,-4 1 0 0,0-1 0 16,-2 1 2-16,-1 0-1 0,-1 1 0 0,-2-1 1 16,-2 1-5-16,-15-1 4 0,5 0-2 0,9-1 1 15,-10 2 1-15,9 2-3 0,-11-3 1 0,12 2-1 0,3 0 2 16,-13 0-2-16,12 0-2 0,-3 1 1 15,5-2 2-15,-2 2-1 0,0 0-1 0,3 0 1 16,-1-1-2-16,2 1 0 0,-4 0-3 0,3 0 7 0,-1 0-1 16,0 0-3-16,2 0 7 0,1 1-12 0,5-1 2 15,-3 2 5-15,1-2-2 0,3 0 1 0,0 1-2 16,-1 0 1-16,3-3 0 0,5 4 3 0,-5-1-3 16,5 2 0-16,0-3 2 0,1 2-1 0,0-1 0 15,-1-1 1-15,0 2-2 0,3 0-3 0,-1-1 4 16,1-1-1-16,-2 4-1 0,2-2 0 0,1-1 1 15,0 0 2-15,1 3-3 0,2-3-1 0,2-1 7 16,-2 2-6-16,2 0 2 0,-1-1-1 0,2 0-1 16,-1-1 2-16,0 1 0 0,2 1-2 0,-3-1-2 15,3 0 6-15,2 0-3 0,-3 2 1 0,0-2 1 16,0 0-3-16,2-1 4 0,3 1-3 0,-6 1 1 16,3-1 0-16,-2 0 0 0,-1 1-1 0,3-1-2 15,-4 0 2-15,6-1-1 0,-2 4 2 0,0-4-4 16,2 1 3-16,0 1 3 0,1-2-5 0,0 1 4 15,3 0-5-15,5-1 0 0,-9 3 3 0,9-3 1 16,-8 0 0-16,8 0 2 0,0 0 2 0,-6 0 13 16,6 0 10-16,0 0 13 0,0 0 8 0,0 0 7 15,0 0 7-15,0 0 1 0,0 0-7 0,0 0-4 0,0 0-9 16,0 0-4-16,0 0-2 0,0 0-5 0,0 0-5 16,12-8-1-16,-12 8-3 0,11-4-7 15,-7 3-15-15,3-2-29 0,-3 2-32 0,2 0-43 16,-6 1-43-16,15-3-43 0,-5 2-42 0,-3 1-128 0,2 0-389 15,-3 1 172-15</inkml:trace>
  <inkml:trace contextRef="#ctx0" brushRef="#br0" timeOffset="-54407.26">18743 5416 33 0,'0'0'173'0,"-4"5"11"16,4-5 2-16,0 0 1 0,0 0-7 0,0 0-6 15,0 0-3-15,0 0-9 0,0 0-8 0,0 0-13 16,0 0-11-16,0 0-15 0,0 0-10 0,0 0-13 16,0 0-7-16,0 0-12 0,0 0-15 0,0 0-34 15,0 0-41-15,0 0-44 0,0 0-61 0,0 0-65 16,0 0-153-16,0 0-369 0,11 5 163 0</inkml:trace>
  <inkml:trace contextRef="#ctx0" brushRef="#br0" timeOffset="-50521.15">21170 5414 157 0,'0'0'220'0,"4"-4"-17"0,-4 4-16 0,0 0-17 16,1-5-17-16,-1 5-18 0,0 0-16 0,0 0-19 15,0 0-7-15,0 0-14 0,0 0-8 0,0 0-6 16,0 0-4-16,0 0-9 0,-5 17-4 0,2-8-5 0,0 2-5 16,-1 2-5-16,0 5-7 0,-1 0 4 15,1 2-5-15,-3 1-2 0,-1 6 2 0,2 0-4 16,-2 0-4-16,-3 2-4 0,3 1 4 0,-1 3-3 0,2 0-2 16,-3 0 2-16,6 4-3 0,-4 0 5 0,1-2-2 15,-1 0 1-15,3 0 2 0,-1-3 3 0,2 3 10 16,-1-3 0-16,-1-1-3 0,1-1-3 15,-3-1-3-15,4-1-2 0,2-8-2 0,-6 6 0 0,4-4 0 16,-3-5-5-16,3-4 1 0,0 3-1 0,0-3 2 16,1-2-6-16,0 2 2 0,-1-4 2 0,0 1-1 15,3-4-5-15,-2 2 1 0,3-1 1 0,-2-1-1 16,0-2-3-16,-1 2 4 0,2-2-2 0,0 1-3 16,-1 0 2-16,2-2-2 0,0-3-1 0,-1 8 5 15,1-5-4-15,-1 1 2 0,1-4-2 0,0 9 0 16,1-4 1-16,-1-1 0 0,0 2-1 0,0 0 0 15,0-1 0-15,1 1-1 0,-1 0 1 0,-1 1-1 16,2-2-3-16,-1 3 0 0,0-2 1 0,-1 0 1 16,0 2-1-16,1-1-1 0,-2 0 1 0,1 0 2 15,1 0 0-15,-2 0-1 0,2-1-2 0,0-1 3 16,-1 3-1-16,1-5-4 0,-1 2 2 0,-1 2 7 16,2-1-6-16,-5-4 3 0,5 3-2 0,0-5 0 0,0 7 1 15,0-7-1-15,-1 4-1 0,1-4-1 16,-2 5 2-16,2-5 1 0,0 0-1 0,0 0 1 15,0 5 2-15,0-5-3 0,0 0 1 0,0 0 0 16,-2 2 1-16,2-2 0 0,0 0 3 0,0 0-3 0,0 0-1 16,0 0 1-16,0 0-2 0,0 0 1 0,0 0-2 15,0 0 1-15,0 0-2 0,0 0 2 0,-10 0-5 16,10 0 4-16,-7 0 0 0,7 0 0 0,-13 0 0 16,6 0 2-16,-3 0-2 0,-2 0 1 0,3 0-2 15,-4 0 3-15,-3 0 0 0,4-1-5 0,-7 3 5 16,2-2-6-16,-4 0 6 0,0 0-2 0,1 2 0 15,-3-1-2-15,0 0 1 0,-13 0 4 0,6-1-2 16,-5 0-1-16,2 0 0 0,1 2 4 0,0-2-4 16,2 3 0-16,-4-3 1 0,2-1 0 0,-5 1-1 15,2-2 1-15,1 4-2 0,0-4 0 0,0 0 3 16,2 1-4-16,1-1 2 0,-2 0 1 0,5 4-2 16,5-2 3-16,1 0-5 0,-1 0 4 0,0-3-1 15,1 3 1-15,0 0-1 0,3-1 0 0,0 2-1 0,0-1 3 16,4-1-2-16,-3 2 1 0,-2-2 0 15,5 0-1-15,0 1 2 0,-4 0-1 0,6 1 0 16,-2-3-3-16,1 2 4 0,-2 0-1 0,-2-2 1 0,3 1-2 16,0 1 2-16,-4-4 1 0,1 4-5 0,-2 0 2 15,6 0 2-15,-5-3-2 0,0 2 1 0,0 1 1 16,-1-1-4-16,0 0 4 0,0-1-3 16,-1 1 0-16,0 1-2 0,1-1 3 0,-3 0 1 0,0-2 1 15,2-1-1-15,-3 2 0 0,-6 2 2 0,5-2-2 16,-5 1-2-16,0 1-1 0,7 0 4 0,3 0 1 15,-9-1-5-15,5 1 4 0,-1 0-2 0,2 0 2 16,0-2-2-16,-7 1 2 0,7 1-1 0,1 0-3 16,-1 0 2-16,4 1 1 0,-4 1-1 0,1-4-2 15,3 2 3-15,-1 0 0 0,-2 0-1 0,4 0 0 16,-2 2-1-16,1-1 2 0,0 0 0 0,-1 1-1 16,2-2 3-16,0 1-3 0,4 0 0 0,-2 3-1 15,-2-1 1-15,-2-1 0 0,7 1 1 0,-1-1-2 16,-5-1 0-16,3 5 3 0,-1-4-1 0,4 1-1 15,-2-2-1-15,1 1 0 0,-6 2 1 0,6-1 0 16,-1 1-1-16,0-1 0 0,-2 0 1 0,-1 1 1 16,-1-2-2-16,5 1 3 0,-1-2 2 0,0 2-4 0,0 1-3 15,4-2 3-15,-2 1 2 0,-1-2-3 0,0 2 0 16,0 0 1-16,3-1 1 0,-3 1 0 16,3-1-5-16,2 1 7 0,-2-2-5 0,1 1 4 15,2 0-1-15,-4 0 0 0,4-1-1 0,-3-1 1 0,0 3 1 16,0 0-4-16,4-2 1 0,-2 0 2 0,-1 1-1 15,2 0 1-15,0 2 0 0,-4-3-1 0,-2 2 3 16,2-1-6-16,0 1 2 0,-3 0 2 0,1-2-1 16,0 1 2-16,-5 1-1 0,-1-2-2 0,2 2-1 15,-3 3 4-15,0-4-1 0,1 0-2 0,-9 2 2 16,6-2 1-16,0 2-3 0,1-1 0 0,-8-2 2 16,7 2-2-16,0-2 3 0,1 2-2 0,2-1-2 15,-5 2 3-15,4-3 0 0,-2 0 3 0,-1 1-4 16,4 0 0-16,-2 0 0 0,2 0 2 0,-1 0-2 15,0 1 0-15,3 0 1 0,0-2 0 0,2 0-1 16,1 2-2-16,1-2 3 0,-2 0-2 0,2 0 1 16,1 3-1-16,2-3-1 0,-4 0 2 0,4 2 0 15,-1-3 0-15,1 2 2 0,0-2-3 0,-1 1 1 0,1 2 0 16,0-2-1-16,3 0 1 0,-1 0 2 16,2 1-1-16,-2-2 2 0,1 2 0 0,2 0-3 15,-1-1 0-15,7-1 2 0,-13 0-1 0,4 1-1 16,4 1 0-16,-1-1-2 0,6-1 1 0,-12 0 4 0,5 1-4 15,7-1 0-15,-9 1 0 0,9-1-2 0,-11-1 3 16,5 2 0-16,6-1 1 0,-11 0 0 16,11 0-2-16,-12 0 1 0,5 2 0 0,-2-4 1 0,-1 4-2 15,-2-2 0-15,0-2 5 0,-1 2-5 0,-1-2 1 16,0 1 0-16,-6-1 4 0,2 1-3 0,-5-1 1 16,0 1-1-16,-2 1 1 0,-3 0 0 0,-5-6-1 15,3 3-2-15,-2 1 2 0,-1 2 0 0,-1-1 1 16,3-2-4-16,-5 3-2 0,1-2 2 0,1-3 4 15,-2 5-1-15,1-1 0 0,0-1-1 0,-1-1 0 16,2 1 1-16,3-1 0 0,-2 0-2 0,2 1-1 16,-2 1 3-16,5-2 1 0,-1 3-2 0,-2-2 3 15,9-1-2-15,-1 2-1 0,-6 0 1 0,8-3-1 16,-9 4-2-16,1-1 2 0,-2-2-2 0,1 2 6 16,7 1-3-16,-8-3-4 0,2 0 0 0,-1-3 4 15,0 5 0-15,3-2 0 0,-7 3 1 0,4-3-2 16,-1 0 2-16,-3-4-4 0,3 5 2 0,-2-3 3 15,-1 1-4-15,-3 0 1 0,3 1-2 0,0 0 3 0,-3 0 1 16,1 1-4-16,1-2 1 0,-1 1 1 16,2 0-2-16,-3-2 2 0,-2 2 0 0,0-1 2 15,0 0 1-15,0 1-2 0,-2-2-1 0,0 3 2 16,-1-1 0-16,2-2-3 0,-3 4 3 0,2-5-2 0,2 3 0 16,-3-2-1-16,2 2 1 0,0-2-1 0,0 1-1 15,1 1 2-15,3-1 1 0,-3 1-1 16,2-4-1-16,3 2-1 0,-4 2-3 0,1-4 4 0,3 5 2 15,-1-2-4-15,1-1 3 0,-3-2 0 0,2 4 0 16,2-3 0-16,-1 0-1 0,0 2-1 0,0-1 2 16,1 1 0-16,-2-1 0 0,4 0 0 0,-3 1 0 15,3-3 2-15,-2 5-3 0,-1-4 0 0,3 3-3 16,-2-2 5-16,0 0 2 0,1 1-1 0,-1 0-2 16,3 1-4-16,-4-2 3 0,3 0 0 0,0 3-1 15,-1-2 3-15,2 2-4 0,0-3 5 0,-1 3-1 16,1-2-2-16,-1 1 1 0,0 0-1 0,-2-1 0 15,0 3 1-15,2-4-3 0,2 2 4 0,-2 2-1 16,0-2-1-16,0 1 1 0,-2-2-2 0,3-1 0 16,-1 4 2-16,-2-1 1 0,3-1-2 0,-2 1 3 15,-2 1-2-15,4-1 0 0,-3-1-1 0,3 3 0 16,-2-4 0-16,2 4 1 0,-1-2-1 0,1 2 0 0,8 0 2 16,-8 0-1-16,5 0-6 0,-5 0 4 0,0 2 2 15,7-2-1-15,-1 1 1 0,2 0 1 0,-2-1-4 16,-5 2 3-16,6 0 0 0,-7-1-3 0,11 2 4 15,-3-2-1-15,1 3 1 0,1-3 0 0,0 0-1 16,6 0-5-16,-1 1 6 0,2 2-3 0,-1-3 2 16,3 2-1-16,2-2 0 0,-2 3-2 0,0-2-3 15,4-1 6-15,-1 3-3 0,3-1-1 0,1-1 3 16,-2 0-1-16,2-1-1 0,4-1 2 0,-8 4 1 16,5-2-1-16,3-2 2 0,-4 4-5 0,1-1 4 15,3-3-2-15,-1 4 2 0,1-4 0 0,-3 4 0 16,3-4 0-16,0 3-3 0,0-3 3 0,0 5 1 0,0-5-2 15,0 5 2-15,0-5-1 0,2 6 2 16,-1-4 0-16,-1-2-7 0,3 5 2 0,0-3-20 16,-3-2-24-16,5 4-28 0,0-3-42 0,-5-1-54 0,15 0-62 15,-8-1-125-15,5-3-386 0,-4 0 171 0</inkml:trace>
  <inkml:trace contextRef="#ctx0" brushRef="#br0" timeOffset="-49166.77">11971 6498 30 0,'-15'3'88'16,"2"-1"3"-16,-3 0 4 0,-1-1-12 0,1 0 4 15,1 1-7-15,-3-2-4 0,0 0-1 16,-2-2-4-16,1 1-5 0,3 0 7 0,-3-1-8 0,-3 0-6 15,4 1-3-15,-1-3-4 0,-3 1-2 0,1 0-5 16,0 0 8-16,2-1-3 0,-9-2-5 0,6 2-5 16,-8-3 1-16,7 3 4 0,-6-1 4 0,-1 2 4 15,7 0-7-15,-5-2-1 0,-1 0-6 0,5 2 2 16,-1 1-12-16,4-2 0 0,-11 0-4 0,1 1-8 16,1 3 9-16,-3-3-5 0,-1 1 11 0,-2 0 6 15,-3 1 7-15,3-2-4 0,-4 3 4 0,2 0-4 16,-1-4-1-16,-6 2-2 0,4 4-4 0,0-5-2 15,-16 1-3-15,0 1 2 0,16-1-7 0,-19 1 3 16,3-1 1-16,0-1 0 0,3-1 2 0,-3 2 0 16,1 0-1-16,0-2-1 0,-1 3-2 0,0-4-1 15,-3 3-6-15,4-2 3 0,-1 0-3 0,14 2-2 16,-15-5 0-16,4 3-3 0,12 2 2 0,-14-5-3 0,12 3 0 16,-10-2 0-16,-3 2-2 0,4-3-1 15,14 4 3-15,-4-1-6 0,-12-2 1 0,11 1-2 16,-10 0-1-16,9 2 1 0,-10-2 0 0,13 0 0 0,-15-1 0 15,15 4-3-15,1-3 2 0,-1 2 0 0,-2-1-1 16,-11 1 1-16,12 0 2 0,-11-2 2 0,13 2-5 16,-15-2 3-16,13 2-2 0,2 1 0 0,2-1-1 15,-18 1 2-15,13 1-5 0,-9-1 1 0,10 1 1 16,0 0 0-16,-10-2 2 0,11 3 0 0,1-1-2 16,-1 1 5-16,-11 0-5 0,10 0 8 0,2 0-2 15,-1 1 1-15,1-1 0 0,0 3-3 0,-15-1 0 16,15-2-1-16,-1-1 2 0,3 2-2 0,-2 1 2 15,-1-1-2-15,2 1 0 0,2 0-1 0,-2 0-1 16,3-1 0-16,-3 2-1 0,2 1 11 0,1 0-2 16,1 0 2-16,-1-1-6 0,3 1-1 0,-4 0-3 15,4-1 4-15,0 0-2 0,-2 1-1 0,4-1 1 16,-3 0-1-16,-1 2-1 0,1 0-1 0,1-2 2 0,3 1-4 16,-2 1 3-16,2-2 0 0,-2 1-3 15,0 1-1-15,3-1 1 0,-1 0 6 0,-3-2-6 16,4 2 0-16,-2 0 5 0,2-2-6 0,-4 2 2 15,0-1 6-15,1 0-8 0,-1-2 2 0,0 1 2 0,0 1-4 16,0-2-2-16,-3 0 8 0,3 2-6 0,-4-3 5 16,7 1-7-16,-7 2 3 0,1-3 3 15,3 0-3-15,-4 0 2 0,0 0 10 0,-4 0 7 16,5 0 0-16,0 0-2 0,-2 0 2 0,-2 0-2 0,-4 0-2 16,-8-2-1-16,13 2-1 0,-1-1-3 0,-2 1 3 15,-11 0-2-15,-3 0-3 0,16-1 1 0,2 1-4 16,-5-3 3-16,2 2-4 0,0 2 2 0,1-1-3 15,-13-2 4-15,16 1-2 0,-6-1 0 0,6 2 1 16,-3-1-3-16,3 0 5 0,1 1-1 0,-5-1-1 16,4 1 0-16,0-2-1 0,1 1 1 0,1-1 3 15,-1 2-6-15,0-1 0 0,0 0 2 0,3 0-3 16,0-1 3-16,-2 2-2 0,5-1-2 0,-2 2 5 16,0-2-4-16,13 0 0 0,-13 1-1 0,9 0-4 15,-9 1 2-15,3 0 2 0,7-1-3 0,0 0 2 16,1 0 3-16,-7 3-6 0,5-2 2 0,2-2-1 15,-2 2 3-15,3-1-1 0,-2 1-1 0,0-1 3 16,1 2-3-16,2-1-2 0,1-1 4 0,-4 3-3 0,9-3 2 16,-2 0-1-16,-2 0 0 0,3 1-3 15,3 0 8-15,1-1-3 0,-4 0 0 0,4 2 0 16,3-1-2-16,-1-1 0 0,3 1-3 0,-2 0 2 16,8-1-1-16,-11 0 0 0,11 0 4 0,-8 0-1 0,8 0-1 15,-8 0 2-15,8 0-2 0,-6 3-1 0,6-3 2 16,0 0-3-16,-9 1 0 0,9-1 1 15,0 0 1 1,-11 0-2-16,8 1-2 0,3-1 3 0,-8 2 3 16,0-1-3-16,4 2 3 0,-3-2-1 0,0 2-4 15,-3-1 5-15,1 2 2 0,1-3-6 0,-2 2 3 0,-3-1 2 0,2 1-4 16,-2-2 2-16,3 4 2 0,-4-3-3 0,2 0 5 16,1-1-7-16,0 1 3 0,2-1-1 0,2 0 3 0,-1 0 4 15,2-1-6-15,6 0 0 0,-12 1 3 0,11 1 0 16,1-2 4-16,-7 0 0 0,7 0 1 0,0 0-2 15,0 0-4-15,-1-8-17 0,1 8-19 16,5-10-30-16,2 4-35 0,1-4-48 0,4-2-57 0,2-6-55 16,5-3-226-16,-8-4-524 0,6-5 232 0</inkml:trace>
  <inkml:trace contextRef="#ctx0" brushRef="#br0" timeOffset="-48401.22">3315 4287 117 0,'-1'-2'242'0,"-3"-2"-30"0,4 4-18 0,0 0-22 0,-3-4-20 15,3 4-19-15,0 0-15 0,0 0-17 0,0 0-11 16,0 0-9-16,0 0-12 0,-2 14-3 0,3-2-8 15,0 1-6-15,1 7-3 0,-2 9-6 16,0 1 0-16,0 4-8 0,1 15-5 0,-1-12 4 0,0 15 24 16,0 0-2-16,0-1-6 0,0 3 1 0,0-3 16 15,-1 2 6-15,-1 1-7 0,2 2-1 0,-1-5-7 16,1 1-2-16,-1 1 6 0,1 0 2 0,0-1-1 16,-3-2-7-16,3-12 2 0,0 11-9 0,0 1-4 15,-3-14-2-15,3-1-2 0,-1 1-4 0,2 1-1 16,-1-1 1-16,-1-1-5 0,-2-2 0 0,2 2-6 15,-2-1-2-15,0 0-2 0,2 0-2 0,-2-2 1 16,2 2 1-16,-3-4-3 0,3 1 2 0,-4-3-5 16,5 3 1-16,-1-4-1 0,-3 1 2 0,1-2-2 15,0 2 0-15,2-1-5 0,-2-7 5 0,-1 8-6 16,4-7 5-16,-1-1-5 0,-2 1 1 0,-2 4-4 16,5-6-2-16,-1 3 2 0,1-3 0 0,-2-2-1 15,-2 1-2-15,1-1 3 0,3-4 0 0,-1-1-1 16,-2-1-2-16,3-3 2 0,0-1 2 0,0 2-2 0,0-3-4 15,0-2 6-15,0 3-4 0,0-4 2 16,0-3 0-16,0 5-5 0,0-5-13 0,0 5-13 16,0-5-17-16,0 0-24 0,0 5-33 0,0-5-57 15,0 0-45-15,0 0-52 0,0 0-238 0,0 0-533 0,0 0 236 16</inkml:trace>
  <inkml:trace contextRef="#ctx0" brushRef="#br0" timeOffset="-47614.16">2417 5205 90 0,'0'0'205'0,"0"0"-8"0,0 0-13 0,0 0-14 0,0 0-17 0,0 0-9 16,0 0-15-16,0 0-17 0,0 0-11 0,0 0-10 16,0 0-4-16,0 0-10 0,0 0 0 0,0 0 4 15,16 10 5-15,-7-7 2 0,5 2 10 0,-2-2-6 16,11 3-7-16,3 0-10 0,5 0-3 0,-1-1-10 15,3-1-2-15,0 1-11 0,-4-1 2 0,1-2-8 16,2 2-5-16,-13-1-3 0,1-2-3 0,3 1-5 16,-5 2 1-16,1-2-6 0,-3 0 4 0,-5 0-8 15,2-1-6-15,-3 0-22 0,-3 0-22 0,0 2-26 16,-2-3-18-16,0 1-28 0,-5-1-37 0,10-1-22 16,-10 1-37-16,7-4-170 0,-7 4-399 0,2-4 177 15</inkml:trace>
  <inkml:trace contextRef="#ctx0" brushRef="#br0" timeOffset="-47286.07">2928 5126 275 0,'0'0'262'0,"0"0"-20"0,0 0-22 15,0 0-25-15,-3-4-15 0,3 4-23 0,0 0-17 16,0 0-17-16,0 0-11 0,0 0-11 0,0 0-8 0,13 11-6 16,-7-6-7-16,1-1-13 0,3 3-3 0,-1 0-3 15,3 0-12-15,2 1-3 0,-5-1-3 0,4 2-1 16,0 4-10-16,-2-5-4 0,0 1-1 0,-1 0-3 16,3 2-1-16,-3-2-4 0,0 1-1 0,-3 0-1 15,1-3-6-15,1 4 0 0,-4-4-1 0,0 0 0 16,2 2-1-16,-1-1-1 0,-3-1 0 0,-1 0-3 15,0 1 4-15,-2 2-3 0,-3-3 2 0,0 4 6 16,-4-3-7-16,-1 4 1 0,-4-1 6 0,0 2-7 16,-5-3-9-16,1 3-38 0,-3-3-58 0,-5 5-71 15,4-5-79-15,1-1-155 0,-1 2-436 0,1-2 193 16</inkml:trace>
  <inkml:trace contextRef="#ctx0" brushRef="#br0" timeOffset="-45394.08">23215 4908 147 0,'0'-6'236'0,"2"1"-20"0,-4-2-24 15,0 1-23-15,-2 1-17 0,0 0-17 0,0 0-14 16,-2 3-11-16,-1 2-15 0,2-1-11 0,-9 2-4 15,1 2-10-15,-4 6-6 0,2-1-4 0,-6 0-6 16,4 7 0-16,0-4-5 0,-1 3-4 0,2 7-5 16,1-6-3-16,4 3-5 0,3 1 3 0,2 0-4 15,3 1 2-15,2-2-4 0,2-1 6 0,5 0 0 16,2 0-2-16,4-2 7 0,5-1-5 0,3-3-2 16,8 4 1-16,-1-7-4 0,5 0-1 0,3-4-6 0,-1-1 4 15,-4-3 16-15,-8-3 17 0,3-1 12 16,-4-1 11-16,-3-4-3 0,1-1 0 0,-3-3-9 15,-2-2-7-15,-4-3-5 0,0 1-8 0,-6-1-2 0,-1-1-8 16,-3 0-4-16,-3 2-8 0,-1-2 1 0,-8 4-8 16,7-2-10-16,-8 3 1 0,1 1-9 0,-3 3-12 15,-2 1-18-15,7 1-25 0,-5 2-20 0,3 3-30 16,4 1-30-16,-1-1-46 0,0 5-23 0,9-2-15 16,-8 2-11-16,8 2-177 0,0-4-438 0,8 10 194 15</inkml:trace>
  <inkml:trace contextRef="#ctx0" brushRef="#br0" timeOffset="-45128.48">23655 5034 33 0,'4'-2'313'16,"-4"2"-11"-16,4-2-32 0,-4 2-26 0,0 0-30 16,0 0-27-16,0 0-22 0,8 7-20 0,-12 0-11 15,4-2-16-15,0 8-11 0,-1 0-10 0,-2 6-10 16,2 7-9-16,-3 4-5 0,-2 2-8 0,3 1-8 15,-1 5-5-15,1 0-4 0,3 10-6 0,0-8-4 16,-1 9-3-16,2-12-1 0,1-1 1 0,-1-2-5 0,2-1-5 16,2-1-1-16,-2-3-1 0,1-2-2 0,-1 1-3 15,1-10 1-15,1-4-7 0,-2-2 5 0,1-1-4 16,-2-1-7-16,0-5 4 0,1 0-25 16,0-4-42-16,-3-1-33 0,0 0-43 0,12-9-49 0,-7 0-46 15,0-5-187-15,-3-6-449 0,1-6 199 0</inkml:trace>
  <inkml:trace contextRef="#ctx0" brushRef="#br0" timeOffset="-44847.26">23660 5058 194 0,'-1'-10'303'0,"0"1"-3"0,-2 0 6 0,3 4-1 16,0-1 8-16,-2 0-7 0,4 1 4 0,-2 1-21 15,0-1-19-15,0 5-24 0,1-6-35 0,2 3-18 16,1 1-24-16,0-1-18 0,4 3-16 0,3 0-18 15,0 3-10-15,5-3-11 0,-2 2-11 0,4 4-17 16,-1 2-9-16,0-1-11 0,2 4-9 0,-2-2-17 16,-2 5-14-16,0 0-18 0,4-1-17 0,-8 1-8 0,1 0-1 15,-5-3-21-15,3 4-5 0,-6-5-3 0,0 1 1 16,-4 0-2-16,1-1 6 0,-2 0 8 16,-3 1-3-16,-2-1 0 0,-3-2-9 0,-5-1-12 15,-1 4-9-15,0-5-11 0,-4 1-14 0,0-2-18 0,1-2-21 16,-2-1-25-16,5-1-16 0,0-1-22 0,3 0-17 15,-2-1-187-15,5-1-450 0,-2-1 199 0</inkml:trace>
  <inkml:trace contextRef="#ctx0" brushRef="#br0" timeOffset="-44550.41">24094 4747 260 0,'2'-5'344'16,"0"0"-16"-16,1 0-16 0,-2 1-30 0,2 1-32 16,-3 3-31-16,4-5-27 0,-4 5-28 0,0-3-14 15,0 3-19-15,0 0-11 0,4 12-14 0,-2-6-10 16,-1 7-6-16,3 2-12 0,-1 4-7 0,1 1-9 16,1 6-3-16,-4 2-6 0,2 0-6 0,0 1-5 15,-2 5-3-15,-1-1-1 0,0-1-5 0,0 1-2 16,0-1-3-16,0 2-2 0,0-5-6 0,-1 0-11 0,1-1-26 15,-1-7-4-15,-2-1-21 0,1-2-22 16,1-1-32-16,-4-3-38 0,2-4-43 0,3 2-45 16,0-6-31-16,-1-1-190 0,-2-1-479 0,3-4 212 15</inkml:trace>
  <inkml:trace contextRef="#ctx0" brushRef="#br0" timeOffset="-43805.67">24106 5045 260 0,'0'0'254'16,"0"-4"-13"-16,0 4-19 0,0-7-11 0,0 7-14 16,-1-4-11-16,1 4-20 0,0 0-14 0,0 0-13 15,0 0-13-15,0 0-6 0,1-3-12 0,-1 3-9 16,0 0-6-16,0 0-2 0,0 0-4 0,17 0-10 16,-5 2-6-16,2-1-8 0,0 0 2 0,0 0-16 15,6-1-3-15,-6 2-3 0,0 0-8 0,-1-2 1 16,0 3-7-16,0-2-3 0,1 1-4 0,-4 0-3 15,0 1-7-15,-2-2 2 0,-1 3-5 0,1-2-1 16,-2 1-2-16,-2 0-1 0,1 0 0 0,-2 1-1 0,0 1-1 0,1 0-3 0,-3 0-1 16,0 2-2-16,-1-2 3 0,2 1-7 0,-2 2 5 15,-2 2 3-15,2-2-1 0,0-1 0 0,0 2-1 16,0 2 5-16,2-1-2 0,-1 0 1 0,0 2-2 16,2-3 4-16,3 1-4 0,-5-5 4 0,2 4-1 15,0-2 0-15,-1-2 7 0,5 1-6 0,-3-2 7 16,0 1-9-16,0-1-6 0,3-2-14 0,-1-2-8 15,2 2-7-15,-2-2-5 0,1-3-5 0,0 1 0 16,5-3-2-16,-4-1 4 0,-1 0 1 0,3-2 2 16,-1 0 8-16,-2 0 1 0,0 0 7 0,1-1 10 0,-1 3 18 15,-2-5 15-15,-1 6 16 0,1 0 10 0,-1 0 13 16,-2 0 10-16,1 1-3 0,1 0 6 16,-3 1-5-16,-1 3-6 0,2-5-8 0,-2 5-7 15,0 0-8-15,2-2-1 0,-2 2-9 0,0 0-9 0,0 0-14 16,0 0-8-16,0 0-5 0,0 0 4 0,0 0-3 15,0 0 1-15,3 12 4 0,-3-8-10 0,0 3-1 16,-3 1 1-16,3-2-3 0,0 0-3 0,0 5-3 16,0 0 4-16,0-3 1 0,0-2-6 0,3 2-9 15,-1 0-8-15,-2-3 5 0,1 1 5 0,0 1-2 16,2-2 1-16,-2-2 7 0,-1 1 0 0,3-2 4 16,-3-2 3-16,7 2 2 0,-2 0 1 0,-5-2 0 15,0 0 2-15,14-7 4 0,-10 3 8 0,0-1 8 16,7 1 8-16,-6-2 18 0,2-1-1 0,-1 4 11 15,1-2 5-15,1-2 7 0,1-2 24 0,-5 7-16 16,2-4 8-16,-2 0-4 0,2 1 8 0,-1 2 3 16,-1 0 4-16,-3-4-10 0,5 4-4 0,-6 3-8 15,4-3-8-15,-4 3-14 0,2-3-5 0,-2 3-14 0,0 0-26 16,0 0-14-16,0 0 1 0,0 0-4 16,12 8 11-16,-9-5-29 0,-1 4-3 0,0-3-6 15,1 1-5-15,1 4 1 0,-4-4-10 0,2 3 5 16,0 0-6-16,4-1 0 0,-4-1-8 0,2 4-14 0,1-5-8 15,1 0-14-15,0 0-15 0,-1-2-22 0,5 0-32 16,-2-1-28-16,2-2-15 0,0-2-13 0,1 1-10 16,0-3-138-16,1 0-409 0,-2-1 181 0</inkml:trace>
  <inkml:trace contextRef="#ctx0" brushRef="#br0" timeOffset="-43649.43">24890 5220 664 0,'11'-5'-13'0,"-2"-1"40"0,-1 0 28 0,-1-2 28 16,0 2 37-16,-2 2 23 0,1-3 22 0,-3 3 12 15,1 1-5-15,-3 0-6 0,0 1-19 0,-1 2-17 16,5-5-15-16,-5 5-13 0,0 0-20 0,2-2-7 15,-2 2-6-15,0 0-9 0,0 0-5 0,0 0-6 16,-4 12-5-16,4-7-4 0,-3 3-2 0,3-2 0 16,0 4-7-16,-1-1-10 0,1 1-38 0,0 2-36 15,-1 0-38-15,2-1-55 0,0-1-67 0,2 0-177 16,1 0-421-16,1-4 186 0</inkml:trace>
  <inkml:trace contextRef="#ctx0" brushRef="#br0" timeOffset="-42837">25106 5091 52 0,'2'-5'339'16,"-1"1"-10"-16,0 0-10 0,3-1-24 0,-4 0-23 0,3 3-28 15,0-2-25-15,-3 4-21 0,4-4-24 16,-4 4-17-16,2-3-18 0,-2 3-10 0,0 0-16 15,11 2-12-15,-11-2-11 0,6 8-10 0,-1-3-9 0,-4 0-8 16,4 1-7-16,-1 1-3 0,1 1-13 0,-2 4-7 16,2-2-9-16,-2 3-8 0,4 3 4 0,-5 0-11 15,3 3 0-15,0-1-1 0,-2 0-2 0,1 1 0 16,0 7 0-16,1-5 0 0,1 5-3 0,-2 1-3 16,-1 1 1-16,-1-1-1 0,3 0 5 0,-3 0-2 15,1 0 0-15,2 0 1 0,-5 1-2 0,2-3-1 16,0-3 0-16,-2 5-1 0,3-6 3 0,-3 5-3 15,-3-5-2-15,3-2 2 0,-2-1-3 0,0-1 0 16,-3 1 5-16,2-6 3 0,-4 4-9 0,2-4 1 16,-1-4 6-16,-3 0 13 0,5 1-3 0,-4-2 22 15,2-1 19-15,-2-2 23 0,-3-1 27 0,-1 0 11 16,-1-2 11-16,-3-2-2 0,-1-2-6 0,-2-2-6 16,4 0-10-16,-3-3-9 0,2 0-8 0,-1-3-5 15,3 0-3-15,7 2-6 0,-2-2-4 0,0-2-13 16,5 0-1-16,1 0-6 0,5-1-12 0,3-4-22 15,4-1-29-15,9-7-34 0,8 0-37 0,4 1-38 16,12-12-41-16,4-1-45 0,-1 3-41 0,1-2-20 0,1 5-15 16,0 1 7-16,-2 4 23 0,-11 6 24 0,1 1 21 15,-2 1 22-15,-2 1 23 0,-6 0 37 0,-2 0 47 16,-5 3 39-16,-3-1 37 0,-2 5 36 0,-2-3 30 16,-2-2 14-16,0 6 10 0,-6-1 2 0,-1-1-5 15,0 1-4-15,0 0-9 0,-6 4-7 0,4 0-7 16,-4 1-9-16,1 1-6 0,-6 1-9 0,2 3 1 15,-4-2-5-15,-2 4-3 0,3 2-4 0,-2 1-2 16,-2 2-2-16,5 1-3 0,-2 2 1 0,3 0 1 16,0 3-4-16,-1 4 1 0,3-5 0 0,0 2 0 15,2 2-3-15,0-1 0 0,4-1-5 0,-1-1-2 16,1-1-6-16,1 0-4 0,-1-4-5 0,0 0 1 16,3 0 2-16,-3-2 2 0,1-1 6 0,1-2-1 15,-2-2 2-15,7 2 0 0,-7-2 1 0,0 0 0 0,10-9 1 16,-7 4 3-16,0 0 11 0,1-2 17 15,0 1 18-15,1 0 10 0,-2-1 5 0,2 2 7 16,-1 0 10-16,1 0 26 0,-1 1-24 0,-2 0-12 16,1 0-10-16,0 2-5 0,-3 2-12 0,5-3-2 0,-5 3-6 15,11 3-6-15,-5-1-6 0,0 5-3 16,7-1 16-16,-4 2-27 0,-1 4-10 0,4-2-11 16,-1 4-9-16,0-2-6 0,4 1-15 0,-1 2-12 0,-3-3-22 15,2 0-27-15,-2-4-27 0,-1 0-34 0,2-1-44 16,-2-4-42-16,4 2-36 0,-7-4-182 0,0-1-506 15,5-6 225-15</inkml:trace>
  <inkml:trace contextRef="#ctx0" brushRef="#br0" timeOffset="-42602.65">26013 4807 325 0,'0'-10'331'0,"4"4"-13"0,-4-1-14 0,3 2-19 15,-3 1-38-15,0 0-19 0,3 2-23 0,-3 2-24 16,1-6-23-16,-1 6-15 0,0 0-18 0,0 0-17 16,0 0-6-16,3 13-15 0,0-3-9 0,-2 1-6 15,2 2-8-15,3 5-3 0,-2-1-8 0,3 2-3 16,-3 9-6-16,1-8-4 0,-3 2-6 0,1 4-6 16,-2 3-17-16,2-2-19 0,-3-6-20 0,5 1-17 15,-5-3-26-15,2-1-38 0,-4 0-38 0,2-1-47 16,-2-4-29-16,2-2-41 0,-3 1-169 0,-1-6-467 0,-1-1 207 15</inkml:trace>
  <inkml:trace contextRef="#ctx0" brushRef="#br0" timeOffset="-42149.57">26026 5062 177 0,'2'-8'273'16,"2"2"-10"-16,2-1 1 0,-1-2-13 0,-1 3-10 15,4 1-23-15,-3-2-9 0,4 4-22 0,-4 0-13 16,6 1-24-16,-4-1-16 0,5 0-15 0,-1 2-12 15,0 6-12-15,4-1-9 0,0 2-1 0,0 2-19 16,0 2-7-16,0 2-6 0,-1-1-7 0,-4 4-2 16,4 0-4-16,-3 0-5 0,0 1-5 0,-3 0-7 15,0 1 2-15,1-3-8 0,-4 2-8 0,-3-3-9 16,1 2-5-16,-3-4-7 0,1 2-8 0,-1-3 0 16,-1-2-1-16,1-1 0 0,-3 0 3 0,2-2 0 15,0-1 6-15,1-1 4 0,0 1 5 0,0-4 0 16,-5 3 23-16,5-3-6 0,0 0-2 0,0 0 4 15,0 0 1-15,0 0-2 0,14-8-5 0,-10 5-2 16,3-1 2-16,3-1-2 0,-1-2 0 0,1 2-5 16,3 0 3-16,-2 0-1 0,-3 0 2 0,4 1-2 15,-2 0 1-15,-3 2 0 0,2-1-2 0,-2 1 0 16,-3 0 1-16,3 1-4 0,-7 1 0 0,7-2-2 0,-7 2 0 16,5-3 6-16,-5 3-9 0,6-2-6 0,-6 2 15 15,0 0 3-15,0 0-4 0,8 4 2 16,-8-4 5-16,5 4-8 0,-2-3 3 0,0 3-2 15,1-1 3-15,3 1 3 0,-1-2-6 0,1 1 3 0,3 0 1 16,3 2-5-16,-3-2 6 0,1 1-5 0,1-1 2 16,-1-1 3-16,2 2-4 0,1-3-2 0,-2 1-1 15,-2-1-21-15,2 0-39 0,-1-2-42 0,-3 1-54 16,2-3-67-16,0-2-69 0,-3 1-174 0,-3-2-502 16,3-2 222-16</inkml:trace>
  <inkml:trace contextRef="#ctx0" brushRef="#br0" timeOffset="-41993.33">26481 4854 205 0,'-8'-5'207'0,"0"3"-23"16,2-2-19-16,-2 0-33 0,5 1-70 0,3 3-69 15,-1-3-151-15,1 3-172 0,12-5 77 0</inkml:trace>
  <inkml:trace contextRef="#ctx0" brushRef="#br0" timeOffset="-41618.36">27432 4605 133 0,'4'9'161'15,"-4"-3"-15"-15,1 5-15 0,-2 0 8 0,-2 2 13 16,0 5-15-16,-3 1-6 0,2 8-8 0,0-1 17 0,-2 2-5 16,2 1-18-16,-2-2-8 0,4 2-9 0,-5 1-9 15,6 0-9-15,-1 1-7 0,1-2-7 0,1 1-5 16,0-6-5-16,1-2-5 0,-1-3 0 16,2 1-7-16,-1-4-9 0,-1-3-12 0,5-4-50 0,-5 1-45 15,0-3-54-15,3-2-79 0,0-2-145 0,-3-3-376 16,8-2 167-16</inkml:trace>
  <inkml:trace contextRef="#ctx0" brushRef="#br0" timeOffset="-41305.89">27418 4634 25 0,'2'-12'414'0,"-1"3"-8"0,-1-2-2 16,3 0-20-16,1 2-7 0,-2-1-12 0,0 3-17 15,1-1-11-15,1 3-29 0,-2 0-35 0,1 0-29 16,1 1-25-16,-2 2-27 0,3-1-23 0,-5 3-21 16,11 1-10-16,-3 2-18 0,2 2-15 0,3 3-7 15,-1-1-21-15,-1 2-12 0,4 3-15 0,-5-2-13 16,-1 4-16-16,2 2-18 0,-4-1-19 0,1-4-10 16,-4 6-20-16,-1-4-2 0,-2 1-18 0,-1-1-11 15,0 1-7-15,-3-1-10 0,-1-2 1 0,-5 3-2 16,-3-1-4-16,-2 0-12 0,-2-1-15 0,-3-4-17 15,-3 2-22-15,2-1-22 0,-5 4-41 0,4-1-52 0,3-6-51 16,-3 3-171-16,6-1-545 0,3-4 241 16</inkml:trace>
  <inkml:trace contextRef="#ctx0" brushRef="#br0" timeOffset="-40757.54">27572 4985 267 0,'0'0'349'0,"4"-7"-18"15,0 5-14-15,-4 2-22 0,5-5-21 0,-2 3-26 16,4-1-25-16,-3 1-22 0,4 0-20 0,2 0-17 16,1 4-19-16,2-1-18 0,2 0-14 0,-2 5-12 15,0-1-13-15,4 2-4 0,-1 4-8 0,-2 0-13 16,3-1-5-16,-5 3-9 0,2 1-3 0,-5 0-18 15,0-1-12-15,-3 1-15 0,-2-1-10 0,0 0-3 16,-1-2-3-16,-3 1-5 0,-1-2 0 0,-5-1 1 16,2 0 3-16,-2 0 0 0,-3-5 2 0,0 0 0 15,-2 2 2-15,0-3 3 0,0-3 1 0,-1 0 3 16,5 0 3-16,0 0 6 0,7 0-3 0,-13-6 7 16,9 5 2-16,2-5 10 0,1 3-4 0,1 3-1 15,1-8-4-15,5 3 0 0,5 0-2 0,-3-1-1 16,4 1 0-16,0 2 7 0,2-1-5 0,5 2-8 15,-5 1 0-15,-1 1 0 0,5 2-1 0,-5-2-2 16,7 3 2-16,-6-1-2 0,0 2-2 0,0 2 1 16,-3-5-4-16,2 5 5 0,-3 0 4 0,1 2-5 15,-1-2-3-15,-1 2 4 0,3-3-3 0,-4 3 3 16,1 1 5-16,0-3-5 0,0 2-1 0,-1-3 7 16,2 2-4-16,0-1-1 0,-3-2 6 0,3 0 0 15,-3 0-4-15,4-3 4 0,-2 0 3 0,-1-1 24 16,1 0 13-16,-1-1 13 0,0-2 13 0,-1 1 21 0,-2-2-17 15,2-1 0-15,-2-3-12 0,-1 0-14 16,-1-1-4-16,-3-1-4 0,0-1-6 0,-3-1-12 16,-1 3 3-16,-2-1-21 0,0 1-26 0,-1-2-22 0,-4 2-16 15,1 0-28-15,-3-2-29 0,1 3-28 0,0 3-35 16,0 3-50-16,0-3-52 0,3 2-57 0,2 2-178 16,0 1-555-16,7 0 245 0</inkml:trace>
  <inkml:trace contextRef="#ctx0" brushRef="#br0" timeOffset="-39991.99">28295 4735 304 0,'0'0'293'0,"-1"-3"-35"0,1 3-22 0,-4-3-31 16,4 3-20-16,0 0-22 0,-5 9-14 0,3-4-11 15,1 3-19-15,-2 1-11 0,3 2-11 16,0 2-2-16,0 3-8 0,2 2-13 0,0-1-8 16,0 1 0-16,-1 3-11 0,2-2 0 0,-2 0-12 0,0 0-5 15,2-2-10-15,-2-5-26 0,-1 1-14 0,0 2-20 16,0-5-13-16,0-1-10 0,0-3-9 0,0 2 8 16,3-2 4-16,-1-3 5 0,-2-1 9 15,0-2 4-15,5 4 1 0,-1-3 4 0,-4-1 2 0,7 3 8 16,-7-3 15-16,14-4 9 0,-9 4 4 0,2-4 6 15,1 8 3-15,-1-8-3 0,2 4-4 0,2 0 7 16,-1 2-8-16,-1 1-1 0,1 0-1 0,0 1 3 16,3 4-5-16,-3-2-6 0,4 6 2 0,0-1-1 15,-3-1 1-15,-2 5-1 0,1-5 0 0,-2 6 0 16,-1-3 0-16,-2-2 4 0,-1 2-5 0,1 2-1 16,-3-5 2-16,-2 3-4 0,0-2 1 0,0-2 1 15,-2 1 1-15,-3-2 6 0,3-3-3 0,-3 0-1 16,-3-1 2-16,-2-3 1 0,0 3-4 0,-5-5 7 15,1-2-5-15,2-1 5 0,-8-2-4 0,7 0 2 16,-3-5 0-16,4 4 3 0,1-1 0 0,4-2 2 16,-2-1 20-16,5 0 1 0,1-3 3 0,0 2-1 15,3-1 0-15,6-4-3 0,0-2-1 0,5 3-5 16,4 1-4-16,2 1-3 0,6-4 0 0,4-1-2 16,0 2-3-16,0-1 0 0,6 1-6 0,1-2 2 15,-1 3-2-15,-1 0-1 0,1 0-2 0,-2 0 4 16,-2 1 0-16,-3 0 0 0,-9 5 32 0,0 1 21 15,-9 2 8-15,1-1 9 0,-1 3-3 0,-1 0-1 0,0 0 2 16,-3 1-11-16,0 3-9 0,2-2-13 0,-4-1-10 16,-2 4-3-16,0 0-6 0,0 0-4 15,0 0-1-15,0 0-2 0,-10 18-3 0,4-8 0 16,1 4-3-16,-4 0 0 0,1 6-2 0,2-2 3 0,-4 0-4 16,0 7 1-16,-2 1-1 0,8 1-6 0,-3 2 2 15,0-3-2-15,6 2 3 0,-3-2 1 0,4 3-3 16,5-2 1-16,4 1 1 0,-1-2-5 15,5-2 7-15,-3-5 0 0,1-1 0 0,4-1 1 0,0-2-2 16,2-2 0-16,1-3 2 0,4-1-3 0,-2-2-1 16,0-4 3-16,1-3-5 0,1-1 4 0,-3-1 4 15,-4-4-11-15,5-1-21 0,-3-4-18 0,-1 0-12 16,-4-3-22-16,2 1-25 0,-8 2-33 0,3-6-29 16,-7 0-45-16,1 0-39 0,-7 1-241 0,-3-1-525 15,-5 2 232-15</inkml:trace>
  <inkml:trace contextRef="#ctx0" brushRef="#br0" timeOffset="-35640.65">2869 12697 126 0,'-11'1'230'0,"-1"0"-18"0,4-1-20 0,1 1-19 15,2 1-20-15,-1-1-14 0,6-1-7 0,-1 4 14 16,1-4 0-16,7 5-10 0,5-2-4 0,8 0-19 16,10-1-9-16,4 2-10 0,3-2-11 0,0 1-11 15,0-2-3-15,1-1-6 0,-3 1-5 0,-2 1-9 16,-9-2-6-16,-6 1-1 0,-2-1-4 0,-2-1 1 15,-5 1 4-15,1 1 3 0,-6-1-8 0,-4 0-1 16,0 0-6-16,0 0-2 0,0 0-2 0,-41-4-2 0,11 3-2 16,-1 0-3-16,-1 1-3 0,0 0-2 15,1 0 3-15,6 1-4 0,-5-1-4 0,10 1-1 16,2-1-17-16,3 0-25 0,7 0-35 0,2 1-35 0,0 1-51 16,6-2-66-16,0 0-214 0,0 0-469 0,0 0 207 15</inkml:trace>
  <inkml:trace contextRef="#ctx0" brushRef="#br0" timeOffset="-33623.7">4139 12300 228 0,'-2'-6'256'0,"-2"-1"-25"16,0 2-24-16,0 0-20 0,-2 1-27 0,2 0-13 15,-5 3-19-15,-1 0-11 0,-1 2-13 16,-5 2-11-16,4 0-9 0,-4 7-8 0,-2 1-5 0,0 3-9 15,2 1-6-15,-3 5-3 0,1 5-5 0,3 1-4 16,-1 0-3-16,6 0 1 0,2 1-3 0,-1-6-5 16,3 8-2-16,5-1-3 0,-2-1 0 0,7-7-1 15,-1 1-2-15,5-3 2 0,0 0 24 0,3-2 4 16,7-1 2-16,-2-4 6 0,2-1 2 0,2-3 5 16,10-2-1-16,-1-1 8 0,-8-5-7 0,4-4 5 15,-4-1 3-15,0-3 6 0,5-4 9 0,-3-5 13 16,0 0-16-16,-5-3 2 0,-1-5-17 0,-1-1-6 15,-3 2-6-15,-2-4-4 0,-3 0 0 0,-1 4 9 16,-6 3 8-16,-1 1-9 0,-3 2-7 0,-2 1-4 16,0 0-10-16,-4 3-2 0,1 5-6 0,-8-3-9 15,1 4-8-15,3 1-1 0,-9 3-12 0,2 3-20 0,-1 3-22 16,1 0-34-16,-6 4-23 0,5 4-25 0,-7 4-22 16,4 2-21-16,5-1-24 0,-2 6-32 15,9-4-28-15,1 2-29 0,6 3-30 0,3-2-191 0,-3 2-531 16,8-1 236-16</inkml:trace>
  <inkml:trace contextRef="#ctx0" brushRef="#br0" timeOffset="-33326.84">4640 12455 166 0,'0'-4'285'0,"0"4"-32"0,2-4-26 0,-2 4-26 15,0 0-21-15,0 0-19 0,0 0-17 16,-13 13-13-16,12-3-15 0,-3 1-12 0,0 6-10 16,-3 5-5-16,0 4-10 0,1-1-10 0,4 6-5 0,-2 1-8 15,0 4-5-15,3 0-6 0,-1 0-5 0,2 1 1 16,-4 0-7-16,3 1-2 0,-1-1-4 0,2-2-1 16,-2-1 0-16,3-3-4 0,0 0-3 15,1-4-1-15,-1-7 0 0,-1-2-5 0,1-3 3 0,-1-4-4 16,3-1-27-16,-1-3-19 0,-2-1-15 0,1-2-47 15,-1-4-49-15,4 0-34 0,-4 0-42 0,4-8-137 16,0 2-385-16,3-5 170 0</inkml:trace>
  <inkml:trace contextRef="#ctx0" brushRef="#br0" timeOffset="-33045.62">4673 12467 245 0,'-3'-17'337'15,"-2"4"-4"-15,2 0-12 0,2 3-2 0,-2-1 7 16,3 5-33-16,0 1-14 0,0-1-29 0,3 0-20 16,-2 3-24-16,2-1-27 0,5 1-15 0,0 3-22 15,3 0-16-15,4 4-8 0,6 0-15 0,-3 1-12 0,4 3-9 16,2 3-17-16,-4 0-3 0,-3 2-10 0,4 6-5 16,-2 1-6-16,-6-2 8 0,-3 3-22 15,-2-5-7-15,-2 4-9 0,-5-2-2 0,2 0-8 0,-6 0 1 16,-1 2-1-16,-6-2-2 0,1-2 0 0,-5-1-1 15,-2-3-1-15,-5 1 4 0,0-3-7 0,-5 2-12 16,8-5-25-16,-5-1-28 0,1-3-20 0,4 1-24 16,4-3-22-16,0 1-36 0,4-2-63 0,4-3-63 15,2-1-257-15,2-1-603 0,4-1 267 0</inkml:trace>
  <inkml:trace contextRef="#ctx0" brushRef="#br0" timeOffset="-32733.15">5047 12082 366 0,'3'-4'355'0,"-3"4"-27"0,-3-6-35 0,3 6-34 16,3-2-30-16,-3 2-25 0,0 0-20 15,0 0-18-15,0 0-20 0,0 0-15 0,5 15-13 16,-3-4-14-16,0-1-9 0,-2 5-9 0,2 4-8 0,-1 1-7 15,2 8-5-15,-3-2-6 0,2 1-7 0,-2 1-3 16,0 2-4-16,-5 1-5 0,-2-1-2 0,3 2-3 16,0 2-5-16,0-3 8 0,-3 3-11 0,7-4-4 15,-8 1-3-15,7-2-5 0,-2 0 5 0,3-1-4 16,1 0-3-16,1-7-7 0,2-2-9 0,1-1-7 16,-1-2-27-16,7 0-19 0,-3-2-31 0,3-7-39 15,-1 3-32-15,1-4-33 0,2-5-50 0,2 0-42 16,-2-3-158-16,0-2-477 0,-2-2 210 0</inkml:trace>
  <inkml:trace contextRef="#ctx0" brushRef="#br0" timeOffset="-32498.8">4998 12456 236 0,'0'0'242'16,"0"0"-2"-16,0 0 1 0,-8 0-5 0,8 0-4 16,0 0-8-16,0 0-10 0,0 0-15 0,0 0-20 15,0 0-17-15,0 0-19 0,0 0-11 0,14-7-14 16,-7 5-12-16,0 2-12 0,6-2-41 0,-1 3-40 16,0-2-29-16,3 2-35 0,4 0-37 0,0 2-39 15,0 1-45-15,0-1-52 0,-1 0-174 0,-4 1-431 16,-1 0 190-16</inkml:trace>
  <inkml:trace contextRef="#ctx0" brushRef="#br0" timeOffset="-32175.9">5316 12558 47 0,'3'-3'349'0,"-3"3"-8"0,1-4-11 0,-1 4-18 0,0-5-33 0,0 5-24 0,0 0-26 15,3-3-24-15,-3 3-27 0,0 0-21 0,0 0-18 16,0 0-11-16,0 0-11 0,4 13-17 0,-4-7-7 16,1 5-1-16,-1 0-17 0,-1 1-7 0,1 1-12 15,-1 3 1-15,1 1-7 0,-4 0-5 0,4 0-8 16,0 1 3-16,-2 1-17 0,2-6-17 0,0 0-22 0,0 1-6 15,3-1-19-15,0-2-24 0,-1 1-25 16,1-3-32-16,0-2-38 0,-2-1-41 0,3-5-44 16,3 1-230-16,-3-2-514 0,-4 0 228 0</inkml:trace>
  <inkml:trace contextRef="#ctx0" brushRef="#br0" timeOffset="-31597.83">5523 12542 139 0,'0'-4'277'16,"0"0"-6"-16,0 4-25 0,0-5-25 0,0 5-23 16,0-5-25-16,0 5-17 0,0 0-19 0,0 0-13 15,0 0-13-15,0 0-11 0,4 13-10 0,0-8-8 16,-4 3-8-16,4 2-7 0,0 0-10 0,-1 0-1 16,-3 3-9-16,4-1-5 0,-4 2-2 0,3-1-3 15,-3 0-3-15,3 0-5 0,1-1 3 0,-3 1-8 16,-1-4-1-16,3 2-2 0,-2-3-4 0,-1-3 0 15,0 0 0-15,0 0 2 0,0-2-3 0,0-3 2 0,0 5 4 16,0-5-6-16,0 0 0 0,0 0 1 16,0 0 14-16,11-11 13 0,-7 5 2 0,0-1 0 15,-1-3 4-15,5 0 8 0,-4 0-1 0,0 0 0 0,3-2 4 16,-2 5-4-16,1-4 2 0,-1 5-3 0,1-1-5 16,-1 1-12-16,-1 0-2 0,2 2 4 0,-2 2-18 15,2 0-2-15,0 1 0 0,-6 1-5 16,11 0 0-16,-6 3-2 0,1 0-12 0,0 1 10 0,1 3-4 15,-4-1-2-15,4 3-1 0,-6-2-5 0,3 4 7 16,-1 1-11-16,2-4 4 0,-2 2-11 0,-3-2 11 16,4 3-12-16,-4-4-1 0,2-1-1 0,-1 0 5 15,-1-1 1-15,1-3 7 0,1 2 3 0,-2-4 13 16,2 3 3-16,-2-3 4 0,0 0 0 0,0 0 1 16,11-9 0-16,-3 4 2 0,-2-1 6 0,-2-2 16 15,3 0 16-15,2-2 13 0,-3 0 8 0,2-2 2 16,0 3 0-16,0-1 5 0,0 1 8 0,2 0 2 15,-2 1 1-15,1 0-3 0,0 1-8 0,-4 2-8 16,1-1-8-16,-2 3-8 0,0 0-9 0,1-1-14 16,-2 2-6-16,-3 2-5 0,0 0-1 0,14 6-11 15,-10-3 1-15,1 2-8 0,-2 1-8 0,-1 3-12 0,3 3-24 16,-5-1-25-16,5 1-33 0,-4 2-23 0,2-3-21 16,3 5-12-16,0-1-15 0,-2-4-17 0,2 1-31 15,-3 0-38-15,2-3-46 0,-1-1-41 16,4 2-281-16,-1-7-664 0,-3 1 295 0</inkml:trace>
  <inkml:trace contextRef="#ctx0" brushRef="#br0" timeOffset="-31394.72">6131 12621 45 0,'0'0'309'15,"0"-6"-17"-15,1 3-29 0,-1 3-30 0,0 0-24 16,0 0-19-16,0 0-22 0,0 0-16 0,0 0-17 15,-4 12-11-15,3-6-13 0,-2 4-10 0,0 1-7 16,1 1-14-16,0 1-5 0,-1 5-7 0,0 1-5 16,0-1-5-16,-1 2-28 0,2-2-35 0,0 1-44 15,0-1-60-15,1-4-50 0,2-3-70 0,-2 2-147 16,1-4-405-16,1-1 180 0</inkml:trace>
  <inkml:trace contextRef="#ctx0" brushRef="#br0" timeOffset="-30519.8">6260 12539 244 0,'-2'-5'305'0,"0"0"-10"0,2 2-8 0,-3-2-25 15,3 5-24-15,-1-6-20 0,1 6-20 0,0-5-23 16,0 5-15-16,0 0-20 0,0 0-13 0,0 0-11 15,0 0-7-15,0 0-15 0,0 0-12 0,20 10-8 16,-11-6-7-16,-4 0-8 0,5 2-7 0,-1-1-1 16,1 2-7-16,-1 0-6 0,0 1-5 0,1 1-4 15,-3-1-4-15,0 0-7 0,-1-1 3 0,1 1-4 16,-4-2-10-16,1 2 7 0,-1-2-5 0,-2 2 3 16,1 0-1-16,-1 1-5 0,-1 2 1 0,0 1-3 15,-1-4 0-15,1 5 1 0,0-1-8 0,-3 2 4 16,2 4-2-16,-1 0-1 0,2 1 8 0,0 0-7 15,-4 3 4-15,8-2-4 0,-4 9 2 0,4-4-3 0,-1 3 7 16,0-7-5-16,2 7 2 0,0-1-1 0,1-7 0 16,2 9 4-16,-2-2-8 0,3-3 6 0,-1 1-5 15,-1-4 3-15,-3-2-4 0,4-1 1 16,-5 0 2-16,1 1 0 0,-4 2 0 0,3-5-1 0,-6-3 2 16,3-1 8-16,-1 1 6 0,-5-3 17 0,1 1 27 15,-5-1 20-15,2-4 17 0,-7 1 9 0,3-3 7 16,-8-4-2-16,0 4 2 0,0-4-8 0,-6 2-4 15,3-5 0-15,0-1-16 0,0 1-7 0,-6-4-9 16,9 2-2-16,2-2-12 0,-1 1 5 0,4-3-2 16,3 2-8-16,5 1 8 0,0-3 1 0,5 1 0 15,0-2-7-15,2-1-9 0,6-1-20 0,5-3-13 16,10-6-29-16,5-1-16 0,7 0-46 0,16-10-31 16,1-1-33-16,3-1-26 0,0-2-20 0,5 3-2 0,-6 1 3 15,0-3 15-15,-3 6 12 0,-4-1 20 16,-15 6 8-16,-2 1 15 0,1 2 14 0,-11 0 9 15,-3 3 10-15,-4 0 14 0,-3-2 19 0,1 1 19 0,-5 2 16 16,-1 1 19-16,-4 6 9 0,-1-4 2 0,-1 2-2 16,-3 3 0-16,-2 0-2 0,-1 1 3 15,0 3-4-15,-3 2 2 0,-2 3-4 0,-1 0 1 0,1 2-4 16,-3 4 4-16,0 2-3 0,-1 0-3 0,4 2 8 16,-1 3-6-16,4 1 2 0,-1 2 0 0,5-1-1 15,0-4 3-15,2 3-2 0,3 3 0 0,-2-2-1 16,4-2 2-16,0 0 1 0,2-2-3 0,-1 0-1 15,2-2-5-15,-2-1-4 0,3-2 1 0,-1-3-4 16,1 0-2-16,0-2-5 0,-4-1 1 0,0 0-2 16,14-5 3-16,-10 0 1 0,0 0 2 0,0-1 3 15,3-4-1-15,1 0 7 0,-4 0 22 0,0 0 5 16,2 0 12-16,-1 1 16 0,-1 0 11 0,-1 1 8 16,-1 0-1-16,0 2-6 0,2-1 5 0,-1 4-5 15,-2-1-8-15,-1 1-8 0,0 3-9 0,4-3-2 16,-4 3-9-16,0 0-5 0,0 0 3 0,8 10-1 15,-5-4-7-15,0 1-7 0,2 3-9 0,2-1-7 0,-3 4-13 16,4-3-11-16,-1 0-16 0,1 2-24 0,2-2-24 16,-1 0-33-16,1-2-39 0,1-2-31 15,1 0-37-15,-1-2-42 0,-2-1-155 0,2-3-468 16,1-1 207-16</inkml:trace>
  <inkml:trace contextRef="#ctx0" brushRef="#br0" timeOffset="-30033.89">7087 12123 62 0,'-4'-6'305'0,"4"1"-34"16,-3 1-32-16,2 1-23 0,1 3-23 0,0 0-19 16,0 0-19-16,-7 14-17 0,7-3-11 0,0 7-12 15,-1 1-10-15,3 5-9 0,0 5-6 0,1 0-8 16,2 1-4-16,-1 1-2 0,2 3-8 0,3 1-1 15,-4 1-8-15,5 0-8 0,-3-2-3 0,2-3 0 16,-2 3-8-16,3-3-1 0,-3-2-3 0,2-2-5 0,-5-8-4 16,0-1 0-16,2-2-4 0,-4-4-4 0,0-2-19 15,-1-4-10-15,-1 0-10 0,0-2-25 16,0-2-25-16,0-2-18 0,0 0-14 0,0 0-3 0,-15-9-7 16,11 4 11-16,-5-5 13 0,3 2 7 0,2-2 6 15,-2-2 10-15,1 1 5 0,1-2 9 0,-4 0 20 16,5 1 14-16,0 0 23 0,2 2 17 0,-3-1 19 15,1 0 10-15,2 3 23 0,1 1 12 0,1 0 6 16,1-1 2-16,2 2 1 0,1-1-8 0,-2 2 0 16,6 0-16-16,-1 1-7 0,5-2-6 0,-2 5-4 15,4-3-3-15,-2 3-2 0,6-1-4 0,2 4-6 16,0-2-1-16,-1 5-7 0,1-2-4 0,-3 3 0 16,1-4-7-16,1 5-1 0,-9-1-4 0,4 2 1 15,-5 1-5-15,1 0-1 0,-4 1 3 0,2 2-3 16,-4-2-2-16,-2 1-3 0,1 2-9 0,-1 0-15 15,-3 3-20 1,0 1-22-16,-1-2-28 0,-2 1-23 0,0 0-21 16,-1-3-27-16,1-1-26 0,2-1-19 0,-2 1 8 15,0-2-19-15,3 1-123 0,-3-5-365 0,6-1 162 16</inkml:trace>
  <inkml:trace contextRef="#ctx0" brushRef="#br0" timeOffset="-29627.67">7597 12734 126 0,'4'-5'253'0,"-4"1"-5"0,6 2-8 0,-6 2-16 16,1-5-17-16,-1 5-24 0,4-3-21 0,-4 3-17 15,0 0-19-15,0 0-14 0,0 0-8 0,0 0-10 16,3 9-12-16,-3-5-7 0,0 1-7 0,1 2-5 0,1 0-7 16,-1 0-3-16,4 1-9 0,-3 0-2 15,2-2-2-15,-3 1-5 0,3-2-2 0,-2 1 0 16,3-1-4-16,-2-1-2 0,1-1-3 0,-4-1 1 15,6 1-3-15,-6-3-2 0,0 0 0 0,6-6-6 0,-6 6-2 16,3-11 2-16,-2 5-4 0,-1-5-2 0,3 3 3 16,-2-4-3-16,-1-1 2 0,0 0-3 0,-1-3-2 15,-2 3 2-15,3 0 2 0,0-1 0 0,3 2 1 16,-2 0 0-16,-1 1-4 0,6 3 2 0,-3-3-1 16,-2 6 0-16,3 0-1 0,1 0-7 0,-2 4 2 15,4-2 0-15,-7 3-3 0,11 3 2 0,-2-1-2 16,-3 2 0-16,0 2 0 0,3 2 3 0,0 2-3 15,-1 1 0-15,1-1 0 0,0 4 2 0,2 2-2 16,-3-8 1-16,-1 5-1 0,-2-3 2 0,3 1-1 16,2-1 2-16,-5-1-3 0,4 0 4 0,-3-4 1 15,0 0 5-15,-1-1-3 0,1 0 1 0,-3-2 0 16,4-1-1-16,-4 1 0 0,4-2-1 0,-7 0-1 16,7-5 0-16,-3 2-33 0,3-1-44 0,-2-1-53 15,1 0-65-15,-1-1-73 0,1-1-158 0,-2 1-458 16,1-1 203-16</inkml:trace>
  <inkml:trace contextRef="#ctx0" brushRef="#br0" timeOffset="-29455.82">7796 12516 42 0,'-6'-6'288'0,"2"2"-27"0,0-4-30 0,1 3-23 0,-2 0-19 15,-2-2-21-15,3 1-18 0,0 3-49 0,-2-1-54 16,1 0-62-16,-2 1-69 0,7 3-181 0,-11-2-286 16,5-2 127-16</inkml:trace>
  <inkml:trace contextRef="#ctx0" brushRef="#br0" timeOffset="-27304.39">1010 1183 170 0,'0'-20'215'16,"1"2"2"-16,1 0 3 0,-2 2 2 0,3 6-5 15,-3-1-18-15,0 6-18 0,0-2-24 0,1 2-20 16,-1 2-17-16,0 3-17 0,0 0-9 0,0 0-9 16,8 11-9-16,-5-1-9 0,2 4-8 0,-2 4-5 15,1 9-7-15,0 4-1 0,-3 0-8 0,2 0-3 16,-3 0-2-16,0 3-4 0,0 0-1 0,0-1-5 15,-3 5 1-15,2-4-6 0,-3 2 1 0,3-3-3 16,-2 2 2-16,0 0-4 0,-2 1 14 0,2-2-13 16,-1-3-2-16,1 2-7 0,-1-7 6 0,0-5-4 15,0-1 0-15,-3-1 2 0,2-4-5 0,-2-5 10 16,3 2-8-16,0-5 4 0,1 0-1 0,-1-2 28 16,0 0 42-16,0-2 42 0,3-1 43 0,1-2 5 15,0 0-8-15,0 0-21 0,-10-6 7 0,10 1-12 16,0-1-9-16,0-1-10 0,0 0-12 0,1-1-10 15,3-2-13-15,3 0-8 0,0 2-10 0,4-4-8 16,-2 3-10-16,2 0-4 0,3 4-11 0,5 1-8 16,0-1-10-16,4 5-10 0,10 4-10 0,-12-3-11 15,15 3-6-15,-2 0-6 0,4 4-24 0,3-2-12 16,-5 0-8-16,3 6-5 0,0-3 6 0,-1 1-8 16,-4-2-7-16,0 0 5 0,1-3-7 0,-2 1 6 15,-2-1-2-15,-9-2 4 0,0-2 9 0,-3-2 2 16,1-2 10-16,-6-1 10 0,-1-1 3 0,-2-2 3 15,-1-1 8-15,1-2 2 0,-6-3 3 0,1 1 5 16,-4-3-3-16,-3-7 11 0,0 2-3 0,-5-1 18 16,-2 5 14-16,-4-9 13 0,5 7 3 0,-3 3 5 15,-3-2 2-15,2 4-4 0,-2 1-3 0,0-1-3 16,4 5 4-16,-2 3-15 0,0-2-4 0,0 4 0 16,-1-1-7-16,-1 3 3 0,1 2-5 0,4 1-1 15,-3 3 4-15,2 2-7 0,-1 1 1 0,6 2 4 16,0 1-9-16,1 7 4 0,6-1-3 0,1-1 7 15,7 8-3-15,4-1-2 0,7 0 6 0,-2-2-4 16,9-3-4-16,2 2-4 0,6-5-5 0,2 0-11 16,16-2-8-16,-15-2-4 0,15-3-3 0,-13-4-4 15,0-2-5-15,0 0 6 0,-5-2 3 0,0-5 2 16,-2-1 5-16,-2-6 4 0,-6 2 6 0,1-4 2 16,-9 5 6-16,5-10 2 0,-9 3 23 0,-4-2 13 15,-1 1 23-15,-3 2 4 0,-6-2 8 0,4 5 8 16,-5 0-16-16,-2 1-4 0,-5 0-5 0,3-2-5 15,-1 2-5-15,-5 5-4 0,1-3-6 0,-3 1-3 16,-6 1-4-16,-1 2 0 0,4 3-5 0,-5 2 3 16,1 1-3-16,-1 3-3 0,2 3 1 0,-3-1 1 15,2 6-4-15,0-4 2 0,1 5-8 0,2 0-1 16,1 2-4-16,0 3-5 0,5 0-1 0,1 3-3 16,1-5-2-16,1 1 0 0,4-1-1 0,1-4 4 15,2 0 2-15,1-1 2 0,2-2 2 0,1 1 3 16,1-6-1-16,3 0 3 0,2-1-1 0,-1-2 7 15,5-3-1-15,-2-4 5 0,1 1-4 0,3-4 4 16,-1-2 0-16,-3-1 8 0,-1 2 36 0,2-4 4 16,1-3 21-16,-3 3 18 0,-3 2 21 0,-1 2 15 15,0-1-1-15,-2-1-1 0,-1 3 3 0,0 3-10 16,0-1-12-16,-1 4-16 0,0-1-13 0,0 0-18 16,-3 4-19-16,5-4-49 0,-5 4-26 0,0 0 2 15,0 0 0-15,0 0 4 0,13 14-7 0,-10-3 9 16,4-2-18-16,4 7-7 0,0 2-16 0,-2-4-5 15,5 3-13-15,0 0-16 0,-5-2-17 0,6 0-30 16,-5-5-25-16,1 2-27 0,3 0-55 0,-1-7-43 16,-1-1-215-16,-4-2-555 0,0-4 245 0</inkml:trace>
  <inkml:trace contextRef="#ctx0" brushRef="#br0" timeOffset="-27033.26">2441 1609 97 0,'0'-4'219'0,"3"-2"-18"0,-3 3-22 16,0 3-17-16,3-5-19 0,-3 5-13 0,0 0-16 16,13 2-10-16,-6 3-12 0,1 1-8 15,0 1-7-15,3 1-10 0,-1 1-6 0,3 3-4 16,-2 3-3-16,0 0-9 0,2 4-9 0,-3-1-1 0,-2 0-2 16,0-1-4-16,2-1-1 0,-7-3 0 0,1 1-3 15,-3-2-7-15,2-2 3 0,-2-1-7 0,-1-4 6 16,-1 0-3-16,1 3 8 0,-3-6 29 15,3-2 21-15,-7 6 15 0,7-6 11 0,0 0 7 16,-14-9 2-16,12 2-5 0,-5 2-8 0,7-6-11 0,-3 1-12 16,3-5-12-16,3 1-15 0,1-3-26 0,4 1-39 15,2 1-49-15,2-3-47 0,3 2-59 0,8 0-54 16,-5 2-214-16,8 0-478 0,-6 3 211 16</inkml:trace>
  <inkml:trace contextRef="#ctx0" brushRef="#br0" timeOffset="-26173.97">2874 1646 95 0,'1'5'139'15,"-1"-5"4"-15,4 6-16 0,-4-6-12 0,5 6-8 16,-5-1-11-16,0-5-5 0,4 9-7 0,0-2-9 0,-1-1-5 16,0 5-5-16,-2-4-5 0,2 1-9 0,1 1-7 15,-2 0 10-15,-1-1-28 0,1-1 14 0,1 2-2 16,-3-2-7-16,0-1-3 0,0 0 2 15,0 2-7-15,0-8-3 0,0 8 0 0,0-3 1 16,0-5 2-16,0 7-3 0,0-7 6 0,0 0 27 16,0 0 11-16,3 2-8 0,-3-2-6 0,0 0-7 0,11-9-2 15,-6 0-4-15,2 2-2 0,4-3 4 0,-4 4 5 16,5-9 9-16,-1 3 10 0,-3 2 6 16,-1 1 3-16,2 0 9 0,1 0 0 0,-6 1 4 15,2 2 2-15,-1 1 3 0,2-2-5 0,-6 4-6 16,3-2-9-16,-4 5-8 0,3-7-11 0,-3 7-8 0,0 0-3 15,3-4-11-15,-3 4-6 0,0 0-1 0,0 0-4 16,0 0-2-16,5 14-5 0,-5-6-2 16,3 1-4-16,-2 4-8 0,-1-3-2 0,3 7-3 15,-2-4 8-15,3 4-15 0,-3-6 1 0,5 5-7 16,-1-4 3-16,-2-3-2 0,1 2-2 0,3-3-1 16,1 0-4-16,3-2-5 0,-3 1-7 0,4-4 1 0,2 0-5 15,0-1-2-15,-1-2-2 0,6-1 6 16,2 0-2-16,-5-4 6 0,5 0 1 0,-4-2 4 15,2 1 2-15,-1-3 5 0,1-3 2 0,0 2 2 16,-4-3 3-16,0-5-1 0,-2 4 4 0,1 2 7 16,-6-4 8-16,-1 4 14 0,-4 3 8 0,-1-3 5 0,0-3 5 15,2 6 11-15,-5 2-3 0,-2-2-1 0,-1 0-8 16,1 3-3-16,-1-1-7 0,-3 4 0 16,0-2-7-16,2 3-2 0,-5-2-2 0,10 4 2 15,-19 0-4-15,8 3-1 0,2 1-3 0,0-3-1 16,2 4 0-16,-2 4 1 0,3-2 7 0,2 1-9 0,-2 0 7 15,3 0-6-15,3-2 2 0,-1 5-2 16,4-4 3-16,0 2-1 0,2 1 1 0,3-4-3 16,-1 1 8-16,7-1 0 0,-1-3-4 0,4-1-1 15,3 4 4-15,3-6-6 0,-4-3 3 0,4 2-4 16,-1-3 5-16,-2-2-8 0,2 1 8 0,1 0-1 0,-4 0 3 16,0 2 2-16,0-2 2 0,-6 1 0 0,1 2-1 15,-3 0-5-15,-1 0-2 0,2 4-2 16,-12-2 2-16,11 2 3 0,-4 3-8 0,-2-3-3 15,5 8 2-15,-5-1 3 0,-1 2-1 0,0 1-4 16,-1 0 1-16,0-1 2 0,-3 1-2 0,0-3-3 16,3 4 0-16,-3-3 3 0,1-2-2 0,-2-5 4 0,1 6-1 15,0-3 1-15,0-6 13 0,0 6 41 0,0-6 50 16,0 6 54-16,0-6 42 0,0 0-1 16,0 0-17-16,0 0-21 0,0 0-9 0,14-20-20 15,-7 12-10-15,3-2-14 0,2-3-15 0,-1 0-5 16,5-1-10-16,-2-1-12 0,-1-1-8 0,2 5-19 0,-3 2-19 15,5-2-30-15,-5-1-49 0,3 0-18 0,-4 6-51 16,3 2-30-16,-5-1-49 0,-2 2-47 16,-7 3-47-16,19 2-45 0,-12-1-294 0,-7-1-692 15,11 10 306-15</inkml:trace>
  <inkml:trace contextRef="#ctx0" brushRef="#br0" timeOffset="-25314.67">3856 907 113 0,'-50'-22'154'16,"-3"0"-11"-16,-2 1-4 0,2 0-3 0,-1-1-11 16,0 3 1-16,-3 1-30 0,0 0-6 0,1-2-7 15,-4-1-12-15,-2 2 4 0,-1 0 2 0,-1 0-1 16,-1-1-5-16,-2 0-7 0,-24-7-6 0,27 8-6 16,-4 1 5-16,-30-6-5 0,33 8 4 0,3-3-1 15,-5 1-12-15,-27-7 0 0,30 8 5 0,-3 3-1 16,-26-3 2-16,27 6-2 0,4 0-5 0,-5 1 0 15,-1 3-2-15,3 4-3 0,2 4-6 0,3 1-1 16,2 5-7-16,2 4 1 0,13-1-7 0,-13 9 1 16,0 4-4-16,-1 2 4 0,-2 9-5 0,2 2 0 15,0 0-5-15,-15 18 5 0,22-10-6 0,-2 1 4 16,-14 24 0-16,3 0-3 0,26-17 3 0,-17 28-1 16,25-24 0-16,-6 26 4 0,12-22-2 0,5 2 4 15,6 25-2-15,5-29 3 0,4 29 3 0,9-29-1 16,4 30 5-16,10-29 4 0,15 23 4 0,10-3-7 15,9-3 4-15,10-5-1 0,10 0 1 0,6-7-4 16,4-4 3-16,11-4 1 0,7-3 0 0,11-6-2 16,-1-2 6-16,8-8-9 0,3 0 9 0,3-2-6 15,1 1-1-15,1-5 11 0,4-8-9 0,0 1 3 16,-4-5 1-16,4-3-3 0,-12-8-5 0,-3 4 11 16,-3-12 0-16,-7-2 3 0,-6-8 0 0,-30 2 2 15,27-7-1-15,-30-1 9 0,-2-7-4 0,24-12 2 16,-31 4-4-16,-1 3-3 0,-5-9-10 0,-2-4 2 15,-5-2-12-15,-7-6 6 0,-8-4-2 0,2-4 9 16,1-27 1-16,-15 29 5 0,-3-3 10 0,-4-7 12 16,-6-21-7-16,-6 26-8 0,-4-1 14 0,-3 1-17 15,-8-3-7-15,-12-19-7 0,2 27-6 0,-7-1-7 16,-21-20 2-16,9 24-12 0,-22-21-8 0,-4 8-10 16,-8 9-19-16,-3 2-19 0,21 22-17 0,-35-11-18 15,-2 4-10-15,2 5-15 0,-11 8-8 0,0 9-17 16,-4 1-14-16,-2 10-16 0,-2 7-12 0,1 4-16 15,3 8-6-15,4 1-4 0,1 11-22 0,6 6-18 16,8 8-138-16,0 7-415 0,32-10 184 0</inkml:trace>
  <inkml:trace contextRef="#ctx0" brushRef="#br0" timeOffset="-23547.7">1750 2347 137 0,'1'-6'186'0,"-1"1"-3"0,-1-1-17 0,-3 3-19 16,-3-1-15-16,-5 0-19 0,1 2-9 0,-4 2-12 16,-4 0-12-16,-4 5-5 0,-7 5-7 0,-4 1-10 15,1 4-5-15,-2 4-2 0,-13 8-6 0,-5 5 5 16,3 5 7-16,1 4 2 0,-4 1 1 0,3 3-4 15,-21 17-3-15,22-15-4 0,-18 17 2 0,20-16-3 16,-19 20 5-16,24-18-2 0,-19 23 1 0,19-22-6 16,-2-1-5-16,-6 25-1 0,19-20 1 0,-2 3-6 15,5 1 1-15,-5 22-1 0,14-20 4 0,1-4 7 16,4 1 4-16,1 5-4 0,7-6-2 0,1 0-2 16,2 1-4-16,7-3 0 0,0 2-2 0,2 0 2 15,4-6-3-15,6 2-3 0,4-2-1 0,2-5-2 16,4 0 2-16,5 4 0 0,6-4-2 0,5-2 0 15,3-2 6-15,5-2 0 0,4-2 2 0,4-5 0 16,26 12-3-16,-30-19-2 0,6 2-1 0,6-1-1 16,-2-3-3-16,-3-1-4 0,3-3-1 0,1 0-6 15,-1-1-3-15,-4-3 6 0,-2-1-1 0,2-4-2 0,-20 0 3 16,0-4-5-16,1 1-4 0,-4 0-1 0,-6-2 0 16,-8-2 2-16,-4 0 5 0,-5-1 41 15,-3-2 11-15,0-1 16 0,-11 0 9 0,11 0 3 16,-11 0 1-16,12 2-6 0,-12-2-5 0,0 0-5 15,0 0-4-15,12 0-8 0,-12 0-1 0,0 0-12 0,0 0-2 16,0 0-6-16,0 0-6 0,0 0-4 0,0 0-4 16,14 2-5-16,-14-2-4 0,0 0-12 15,0 0 6-15,0 0-3 0,0 0 2 0,0 0-2 16,0 0-2-16,0 0-18 0,0 0 8 0,0 0 0 0,0 0 8 16,0 0-2-16,8 1-6 0,-8-1-3 0,0 0 2 15,0 0-3-15,0 0 0 0,0 0 1 0,0 0-2 16,0 0-3-16,0 0 3 0,0 0 0 15,0 0-4-15,0 0-3 0,0 0 0 0,0 0-4 16,0 0 9-16,0 0-7 0,0 0-4 0,0 0 3 0,0 0 1 16,0 0 1-16,0 0-2 0,0 0-1 0,0 0 4 15,0 0-4-15,0 0 5 0,0 0-2 0,0 0 4 16,0 0-11-16,0 0 5 0,0 0 6 0,0 0 1 16,0 0-1-16,0 0 2 0,0 0-2 0,0 0 3 15,0 0-4-15,0 0-2 0,0 0 8 0,0 0 2 16,0 0-4-16,0 0-7 0,0 0 15 0,0 0-6 15,0 0-23-15,0 0 22 0,0 0 0 0,0 0-1 16,0 0-5-16,0 0 1 0,0 0-8 0,0 0 3 16,0 0-3-16,0 0 2 0,0 0-2 0,0 0-2 15,0 0 6-15,0 0 4 0,0 0-1 0,0 0-1 16,0 0 1-16,0 0 0 0,0 0 10 0,0 0-6 16,0 0 0-16,0 0-1 0,0 0-3 0,0 0 7 15,0 0 1-15,0 0 0 0,0 0 2 0,0 0-6 16,0 0-2-16,0 0 2 0,0 0-1 0,0 0 7 15,0 0-2-15,0 0 0 0,0 0-6 0,0 0 5 16,0 0 2-16,0 0-3 0,0 0 1 0,0 0 0 16,0 0 2-16,0 0-4 0,0 0 3 0,-14 13-1 15,14-13 3-15,0 0-2 0,0 0-3 0,0 0-1 16,0 0 0-16,0 0-3 0,0 0-2 0,0 0-3 16,0 0 2-16,0 0-4 0,0 0 13 0,0 0-8 15,0 0 2-15,0 0-3 0,0 0 3 0,0 0-16 16,-4 5 19-16,4-5-2 0,0 0 4 0,0 0 4 15,0 0-8-15,0 0 5 0,0 0-4 0,0 0 5 16,0 0-4-16,0 0 4 0,0 0 0 0,0 0-13 16,0 0 16-16,0 0-4 0,-10 2-3 0,10-2 5 15,0 0-6-15,0 0 4 0,0 0 0 0,0 0 5 16,0 0-3-16,0 0-6 0,0 0 7 0,0 0-5 16,0 0 1-16,0 0 0 0,0 0 4 0,-10 3-1 15,10-3-3-15,0 0 3 0,0 0-3 0,0 0 10 16,0 0-11-16,-4 5 2 0,4-5-1 0,0 0-4 15,0 0 12-15,0 0-4 0,0 0-1 0,0 0 0 16,0 0 5-16,0 0-7 0,0 0-8 0,0 0 4 16,0 0-5-16,0 0 4 0,0 0-11 0,0 0 14 15,0 0 3-15,0 0-5 0,0 0 6 0,0 0-1 16,0 0 1-16,0 0-3 0,0 0 5 0,0 0-6 16,-4 5 6-16,4-5-5 0,0 0 7 0,0 0-8 15,0 0 5-15,0 0-3 0,0 0-4 0,0 0 1 16,0 0 4-16,0 0 4 0,0 0-2 0,0 0-22 15,0 0 18-15,0 0 1 0,-10 3-3 0,10-3 4 16,0 0 3-16,0 0-3 0,0 0 4 0,0 0-1 0,0 0-8 16,0 0 7-16,0 0-3 0,0 0 9 15,0 0-13-15,0 0 7 0,0 0-5 0,0 0 1 16,0 0 4-16,0 0-5 0,0 0 2 0,0 0-4 16,0 0 3-16,-8 4-9 0,8-4 5 0,0 0 6 15,0 0 3-15,0 0-3 0,0 0 2 0,0 0-1 0,0 0-5 16,0 0 3-16,0 0 0 0,-8 5 0 15,8-5 3-15,0 0 0 0,0 0-5 0,0 0-1 16,0 0 3-16,0 0-1 0,0 0 4 0,-6 3-10 16,6-3 0-16,0 0 10 0,0 0-6 0,0 0 8 0,0 0-4 15,0 0 5-15,0 0-23 0,0 0 18 0,0 0-1 16,0 0-3-16,-5 6 2 0,5-6 7 16,0 0-9-16,0 0 1 0,0 0 1 0,0 0-1 15,0 0 7-15,0 0-7 0,0 0 3 0,0 0-2 16,0 0 3-16,0 0 9 0,0 0-8 0,0 0 1 0,0 0 2 15,0 0-5-15,0 0 11 0,0 0-27 0,0 0-21 16,-3 2-16-16,3-2-25 0,0 0-23 0,0 0-16 16,0 0-27-16,0 0-23 0,0 0-27 15,0 0-39-15,0 0-52 0,0 0-258 0,0 0-587 16,0 0 260-16</inkml:trace>
  <inkml:trace contextRef="#ctx0" brushRef="#br0" timeOffset="-22891.51">1842 4779 116 0,'0'0'294'16,"0"0"-29"-16,-5-5-25 0,5 5-27 0,0 0-22 0,0 0-23 16,0 0-18-16,0 0-16 0,0 0-14 0,0 0-7 15,0 0-11-15,19 10-10 0,0-2-6 0,3 0-7 16,-3 2-5-16,3 0-5 0,10 1-8 15,0 3-7-15,-1 0-3 0,-3 1-4 0,1-5-6 16,-3 0-4-16,-11 0-3 0,5-2-5 0,-2 1-1 0,-3-4-5 16,-3 2 0-16,-1-1 2 0,-2-3-8 0,0 3-3 15,-5-3-3-15,2 0 3 0,-6-3-5 0,10 4 1 16,-10-4-3-16,0 0-2 0,4 8 3 16,-4-8-2-16,0 0 2 0,-8 10-5 0,-3-4 3 15,3 3 1-15,1 0-3 0,-8 3 2 0,3 3-2 0,-2 2-1 16,-2 5 1-16,-3 1-2 0,4-1 2 0,-4 2-1 15,4 1 0-15,-4 2 2 0,3 0-3 0,-1-1 1 16,4 0-1-16,-4 0 0 0,6-2 1 16,-2-1-2-16,3 0 0 0,2-6 2 0,0 0-3 15,-1-3 1-15,3-1 2 0,1-3-2 0,1-1 0 0,-1-1 39 16,3-3 64-16,-2-2 42 0,1 1 88 0,3-4 55 16,0 0-11-16,0 0-22 0,0 0-24 0,-5-23-13 15,6 11-13-15,-1-9-9 0,3-6-22 0,1-3-14 16,1-4-15-16,-1 3-14 0,0-8-17 0,2 2-8 15,1-13-10-15,-2 1-13 0,3 13-10 0,-2 0-4 16,-2 2-8-16,0 1-8 0,0 3-4 0,0 5-8 16,0 7-6-16,-4 3-25 0,3 2-32 0,-3 2-30 15,1 1-53-15,-2 3-56 0,1-1-92 0,0 8-91 16,0 0-31-16,0 0-28 0,0 0-61 0,0 0-303 16,-19 16-829-16,13-4 367 0</inkml:trace>
  <inkml:trace contextRef="#ctx0" brushRef="#br0" timeOffset="-19733.83">1010 4737 112 0,'0'0'100'0,"0"0"-6"15,0 0-12-15,0 0-3 0,0 0-11 0,0 10-9 16,0-10 3-16,0 10-22 0,-4-2 2 0,4 0-1 16,-2 1-4-16,1 5-7 0,0-1-2 0,-3 6 1 15,1-2-2-15,-2 2 14 0,-2 4 2 0,1 2 7 16,-3 2 0-16,2 3-2 0,-1-3-5 0,-3 4 0 15,-1 0 0-15,-2 2 13 0,-1 0-3 0,3-1-10 16,-1 1 2-16,0 3-3 0,-1-3-7 0,2 2-1 16,1 0-6-16,3 2 0 0,-7-1 0 0,4-2-8 15,-1 2 6-15,3 2-1 0,-1-1-6 0,-2-1-2 16,1 1 3-16,1 0 28 0,1-1 1 0,-2 13-5 16,3 0-1-16,-4-13-5 0,1 13 0 0,4-11-9 15,-4-1-2-15,3 13-2 0,-3-1-3 0,4 0 1 16,-2-12-6-16,2 0 0 0,0 0 1 0,0 1-3 15,-1 11-1-15,1-10-4 0,1-2 1 0,0-1-3 16,-3 16 5-16,3-17-1 0,-2 14-6 0,-2 2 1 16,3-3 0-16,1-10-2 0,-4 13 1 0,-1-3 1 15,-1 1-5-15,5-9 5 0,2 9-1 0,-8 1-3 16,3-2 0-16,0 2-1 0,1-12 4 0,2 11-3 0,-1-11-2 16,0 12 0-16,-3-1 5 0,-1-1-8 15,3-11 4-15,-1 17 1 0,3 1 0 0,-3-2 10 16,0 0 14-16,3-1 1 0,-3-1-3 0,5 0-7 15,-6-1 1-15,4-1-3 0,3-1 0 0,-3 4-2 0,1-5-3 16,0-10 2-16,2 1-2 0,-3 11 1 0,1 2-3 16,-4 0-1-16,7 3-2 0,-4-1 3 15,2-3-2-15,1 0-3 0,-2 0-1 0,2 1 2 16,-4 1-6-16,1-1 8 0,2 0-3 0,-1-2-2 0,-2 1 2 16,7-12 0-16,-3 11-3 0,-3 1 3 0,0 1-1 15,3-3-1-15,0 2-1 0,-4 1 6 0,2 6-3 16,2-2-2-16,1 0 4 0,2-2 0 0,0 1-3 15,-1 1 1-15,2-1-2 0,-1-3 3 16,1 2-5-16,1-2 6 0,-2-1-7 0,4-2 5 0,-2-9-1 16,-1 17 1-16,3-1 1 0,0-2 1 0,-3 1 0 15,5 1 0-15,-4-1-3 0,4 2 2 0,-4-6 0 16,-1 1 1-16,8 1-2 0,-7-13 0 0,2 10-2 16,1 0 1-16,0 2 7 0,2-14-9 0,2 14 1 15,0 1 1-15,-3-1-3 0,2-2 4 0,0-10 3 16,1 9-6-16,-1 5 2 0,1-6 1 0,2-10 0 15,2 12 4-15,-1 1-8 0,-4-13 0 0,1 13 4 16,0-13-4-16,2 0 10 0,-3-1-10 0,2 1-3 16,-1 1 3-16,4-2 6 0,-2 0 2 0,-2 3-10 15,4-5 2-15,4 15-1 0,5-2 1 0,-5 1 2 16,-4-15 0-16,2 1-1 0,-3 0 1 0,2 1-3 16,1 0 1-16,1-1 3 0,-1-2 1 0,0-1-1 15,-1 2 0-15,4-1-2 0,-3-2 2 0,1-1-1 16,0-3-2-16,4 2 2 0,-4-2 3 0,4 0-1 15,-4-1 3-15,4-1 4 0,-1 1-2 0,2-2 3 16,-5 1 0-16,6-3 0 0,-3-1 0 0,0 2-4 16,1 1 0-16,4-4 1 0,-5 5-3 0,4 1 2 15,1-4-5-15,-4 0 8 0,1 0-3 0,2-2-4 16,1 0 2-16,-2 0 0 0,3 1-2 0,-8-8 2 16,5 6 0-16,-1-6 1 0,1 0-1 0,3 3 0 15,5 1 9-15,-9-5-6 0,7 0 2 0,-1 3-1 16,3-1 3-16,-9-5-2 0,6 3 2 0,3-2-2 15,-1 0 1-15,-5-2-3 0,-1-1 5 0,0 0-3 16,1-2 2-16,0 1-2 0,7 0 6 0,-8-1 0 0,2-1-1 16,-2 0-3-16,8-2 3 0,-10-1-4 0,5 1-1 15,-2-1-3-15,1-1 2 0,1 0-4 16,2-1 4-16,3-2-2 0,-1 2-2 0,-6-2 4 16,0 1-6-16,0 0 0 0,-1 0-1 0,-2 0 4 15,-1-1-4-15,0 2 4 0,1-2-4 0,-3 2 0 0,-1-1-2 16,-5-1 5-16,3 1-2 0,-2 2-6 0,-1-1 4 15,-2 0-4-15,1 1-6 0,-2 1-7 16,4-1-1-16,-2 1-7 0,-2-1-2 0,3-1-13 16,0 4-5-16,0-2-5 0,-1 0 0 0,0 0-6 0,1 0 1 15,1 2-7-15,2-3 1 0,-2 2-7 0,2-1-11 16,-2 0-6-16,3 0-7 0,-2 0-6 0,-1 0-10 16,2-1-9-16,2 1-6 0,-2-1-13 15,1 1-18-15,1-3-8 0,-1 1-140 0,-1 0-325 0,-2-2 144 16</inkml:trace>
  <inkml:trace contextRef="#ctx0" brushRef="#br0" timeOffset="-19218.16">2644 12483 33 0,'0'0'228'16,"0"0"-19"-16,0 0-24 0,9 9-16 0,-3-4-16 15,7 3-19-15,4-1-7 0,7 9-11 0,3-2-12 16,3 1-9-16,0 1-7 0,1-1-10 0,2 2-2 16,2 1 3-16,2-1 3 0,-3 1-6 0,4-1-4 15,-8 0-7-15,4 1-4 0,-1-3-5 0,-5-1-2 16,-2-1-4-16,-7-6-2 0,-1 3 13 0,-7-4 5 15,2-1 2-15,-3-1 6 0,-5 0 3 0,4-2 13 16,-3 1 11-16,-2-1 5 0,2 1-6 0,-2-2 1 16,-3 2-5-16,-1-3-8 0,0 0-7 0,7 4-5 15,-7-4-6-15,0 0 12 0,-10 11-11 0,1-5-1 16,-2 2-11-16,-5 2 6 0,-3-1-17 0,-7 9-8 0,-3-2 2 16,-1 2-3-16,-1 0 9 0,3-1-50 15,0-1-42-15,-3 2-42 0,4 1-34 0,1 0-38 16,2-2-57-16,5-4-69 0,1-2-274 0,6 0-605 15,3-4 267-15</inkml:trace>
  <inkml:trace contextRef="#ctx0" brushRef="#br0" timeOffset="-16640.2">8843 12296 210 0,'0'-14'388'16,"1"3"-35"-16,1-1-17 0,-2 2-20 0,0 2-5 15,0 2-15-15,0-1-23 0,-2 3-31 0,2 0-21 0,0 4-20 16,-1-6-34-16,1 6-19 0,0 0-20 0,0 0-15 16,0 0-5-16,0 0-14 0,-3 14-11 0,2-6-4 15,0 1-10-15,-1 1-7 0,-1 3 5 0,2-2-21 16,0 4-3-16,-2 1-6 0,3-5-3 0,-1 1 1 16,-1 4-4-16,1-3 0 0,-2 0-8 0,2-2 0 15,-2 1-5-15,3-1 4 0,0 0-7 0,-1-2 1 16,1-1-4-16,0 0 0 0,0-2 0 0,0-1-3 15,0 1 0-15,0-1-3 0,0-2 5 0,0-3 3 16,0 0-2-16,0 5-7 0,0-5 4 0,0 4 2 16,0-4-3-16,0 0-1 0,0 4-2 0,0-4 0 15,0 0 1-15,0 0-10 0,-3 7 5 0,3-5-4 0,-1 3 3 16,-2 2 1-16,2-2 0 0,-2 0-3 0,-3 5 0 16,2 1 7-16,1 1-5 0,-6-1 1 15,4 5 3-15,-3-1-9 0,2 2 5 0,-2 0-7 0,1-2 6 16,3 1-4-16,0 0 3 0,-2-2-4 0,0-5 6 15,3 3-2-15,-1-4 0 0,1-1-10 0,2-1 1 16,0 1 0-16,-1-4 5 0,-1 1 4 0,2 0 7 16,1-4 15-16,0 0 2 0,0 0-6 0,0 0 3 15,0 0-4-15,3-14 0 0,-2 4-4 0,3 0 3 16,3-7 1-16,-4-1-6 0,6-6-8 0,-2 2 8 16,4-8-6-16,-3-1 9 0,3-5-9 0,-3 1-1 15,3 0-2-15,-3 0 3 0,-1 0-2 0,1-1-1 0,2 0 7 16,-5 3-1-16,3 0 14 0,-4 2 7 0,-1 0 12 15,3 4 2-15,0 1-1 0,-3 5 2 16,0 1-12-16,-2 3 11 0,3 3-1 0,-1 1 3 0,0 3 2 16,0 2-1-16,-1 1-6 0,0 0-6 0,1 2-3 15,-1-1-9-15,1 5-10 0,-3 1-3 0,0 0 1 16,15 7-4-16,-7 0-1 0,1 5-1 0,1 4-5 16,-1 2 3-16,6 5-2 0,-4 2 2 0,1 5 2 15,-1-5-4-15,-1 4 1 0,-1 0 0 0,-1 3-1 16,-2-3-2-16,2 3 3 0,0 1-4 0,-1 0-11 15,-3-2-14-15,2-1-14 0,-2 0 4 0,1-1 4 16,-3-9-16-16,1 3-1 0,-1-3-14 0,-1 0-12 0,1-2-12 16,-1-1-12-16,-1-5-12 0,0 0-8 15,1-1-10-15,-2-4-7 0,2 0-9 0,-1 2 3 16,0-5-1-16,0-1-13 0,0-3-26 0,0 5-36 0,0-5-8 16,0 0-7-16,0 0 3 0,-7-10 10 0,2 4 12 15,1-1 21-15,-1 1 20 0,-5-4 17 0,3 3 24 16,-4 0 22-16,3-1 22 0,-3 1 33 0,-1 0 17 15,1 1 28-15,-1 3 15 0,-2-1 9 0,2 0 16 16,0 0 1-16,1 3-1 0,-1-1 2 0,1 2-3 16,3 2 2-16,-1-1-2 0,2 2 14 0,0-1 3 15,1 1-6-15,2-1 4 0,1 1 11 0,0 1 17 16,3-4 17-16,-1 8 17 0,4-5 7 0,1 1-6 16,4-1-7-16,2-2-11 0,3 1-7 0,2 1-6 15,7-4-8-15,1 1-10 0,-1-3-7 0,8-1-1 16,-7-1-7-16,7-2-3 0,-1-2-3 0,-1-3-4 15,1 1-5-15,-4-6 0 0,1-1-7 0,-1-3-10 0,-1-2-18 16,-2-1-17-16,1-7-19 0,-4 5-12 0,2-3-6 16,-9 1 3-16,3 0 7 0,-4-1 6 0,-3 3 12 15,-3 0 15-15,-1 7 10 0,-4 0 13 0,0 2 13 16,-4-2 0-16,-1 4 3 0,4 2 7 0,-4 2-1 16,3 1-1-16,-2 0-4 0,-1 4-5 0,1 2-3 15,0-1-5-15,-1 2-2 0,-2 2-2 0,7 1-3 16,-11 6 4-16,6 2-6 0,-3 1 3 0,1 5-1 15,4 3-1-15,-1 0-1 0,1 4 7 0,-1 6-6 16,3-5-1-16,-2 6-2 0,6 0 4 0,-2 5-1 16,6-2 3-16,0 1 1 0,0 1-5 0,2 0 7 15,5-6-2-15,1 8-4 0,1-7 1 0,4 2 0 16,-3-3 1-16,3-1-17 0,3-2-20 0,2-3-13 0,1-1-28 16,2-5-18-16,-2-1-13 0,4-4-18 15,-7-5-9-15,6 2-4 0,-6-4 8 0,-3-1 3 16,-1-3 14-16,-1-3 7 0,1 0 20 0,-8-2 6 0,1-1 17 15,-1-3 13-15,1-3 23 0,-4-1 24 0,-4 1 17 16,-2 1 25-16,-2-7 13 0,-2 2 15 0,-2 0 16 16,-4 0 4-16,1 2 5 0,-1-1-2 0,-3 3-5 15,-1-5-8-15,0 6-8 0,-2 3-7 0,3-5-8 16,-1 8-5-16,-3-1-6 0,4 0-7 0,2 2-1 16,-5-2-7-16,3 5-2 0,3 1-6 0,0 0-3 15,1 1-1-15,-1 2-3 0,2 2-2 0,1-1 0 16,1 1 1-16,1 0-1 0,2 4-2 0,4-2 2 15,-2 0-2-15,6 6 0 0,-2-3 1 0,2 0-4 16,0 0 2-16,1 0 0 0,1 2 4 0,1-2 3 16,-2 1 2-16,3 2-3 0,-1-2 1 0,2 3-2 15,3 0-5-15,-6 1-1 0,1-2-1 0,2 3 0 0,-4 0 0 16,2 2-3-16,-1-1 0 0,-1 2-1 0,-1 2 1 16,3 5-3-16,-5-6 0 0,2 5 0 15,-1 0-1-15,-4 1-2 0,1-3 3 0,1 4-2 0,-2-5-1 16,1 5 0-16,-3-5 1 0,0-1 1 0,-1-1-1 15,1-1 1-15,-2 2 2 0,2-4-1 0,0-4-2 16,-2 1 0-16,2-2-1 0,-4-1 3 0,4-1-2 16,0-5 1-16,0 3 0 0,-1-4 1 0,-1 3 6 15,2-6 0-15,0 4 1 0,0-4-3 0,2 3 1 16,-2-3 0-16,0 0-2 0,0 0-1 0,4-13 2 16,-4 7 1-16,3-4-2 0,-1 2-5 0,1-2-3 15,-2-5-5-15,3-1 0 0,-4-1-1 0,6-3 2 16,-5-1-2-16,5-6 5 0,-2 5 3 0,4-3-3 15,-4 5-2-15,4-6 1 0,-3 8 1 0,1-1 4 16,-1 3 7-16,1 2 1 0,-1 4-1 0,-1-2 6 16,3 3 0-16,-5 2 9 0,2 2-6 0,1-1 1 0,-1 2-7 15,-3 0-1-15,3 1-5 0,-4 3 1 0,10 1-2 16,-10-1-2-16,11 6-1 0,-6-1 3 0,2 2-5 16,-3 3 4-16,3-1-4 0,-3 2 4 0,4-2-4 15,-2 4 1-15,-1-1-2 0,1-1 2 0,-2-1 5 16,-1-1-4-16,0-2-3 0,0 3 1 0,0-4-2 15,0 0 2-15,-1 0 5 0,0-3-2 0,-1 2 0 16,2-1 0-16,-2-1 6 0,-1-3-3 0,0 4 2 16,0-4 2-16,0 0 1 0,3 2-2 0,-3-2 3 15,0 0-17-15,0 0-24 0,0 0-34 0,8-9-45 16,-7 5-39-16,2-2-49 0,0 1-51 0,-1-2-192 16,1 2-477-16,0-1 212 0</inkml:trace>
  <inkml:trace contextRef="#ctx0" brushRef="#br0" timeOffset="-15780.94">9848 12803 37 0,'0'0'294'0,"0"0"-23"0,0 0-29 0,-1-5-28 16,1 5-25-16,0 0-18 0,0 0-11 0,0 0-24 0,0 0-14 15,-2 16-13-15,1-2-8 0,0-6-13 0,1 9-9 16,-2 5-9-16,2-2-1 0,0 6-2 0,-4 2-1 16,3-1-6-16,-3 2-10 0,0-2 2 0,0 3-8 15,-3-1-5-15,0 0-1 0,-1-1-7 0,0-1 2 16,-2 1 2-16,-1-2 4 0,0 0 3 0,0-7-2 15,-3 5-1-15,4-8 17 0,-5 0 6 0,4-1 2 16,-2-4 10-16,2 1 9 0,-2-6 34 0,1 1 5 16,-1-4 9-16,3-1 13 0,-6-1 1 0,1-4 3 15,3-2 1-15,-2-3 6 0,-1 0 6 0,4-7-6 16,0-1-4-16,3-2-10 0,0-3-9 0,7 0-14 0,1-7-11 16,1-3-11-16,3 1-16 0,7-3-17 0,3-2-20 15,10-9-29-15,6-1-42 0,1-2-42 16,6 2-17-16,1-1-49 0,3 1-32 0,-2 1-19 0,-1 4-5 15,1 2-11-15,-9 10-13 0,-2 0-16 0,-1 1-17 16,-2 3-13-16,-4-2-13 0,-3 3-8 0,-3 6 8 16,0-1 18-16,-7 4 18 0,2 6 17 0,-4-5 18 15,-1 5 20-15,-1 0 15 0,-1 3 19 0,-3 1 12 16,0 4 20-16,0 0 13 0,0 0 12 0,0 0 28 16,0 0 11-16,2 18 23 0,-2-13 10 0,3 8 13 15,-1-4 18-15,1 5 16 0,-1-1 2 0,2 3 8 16,0-3 5-16,-3 4 13 0,3 1 15 0,-1 0 2 15,1 0-4-15,0-1 32 0,0 1 5 16,0-2 3-16,0 3-6 0,2-2 7 0,-1-2 6 16,2 0-1-16,1-3-2 0,-1-1 3 0,1 0 4 15,-1-2 9-15,4 0 4 0,-3-3 14 0,0 0 10 0,0-1 17 16,0-4 8-16,2 0-20 0,2-2-4 0,0-4-4 16,-1 1 5-16,1-3-3 0,0 0-4 0,1-5-11 15,-1 1-10-15,-1-5-13 0,1 1-5 0,-2-3-4 16,-2-1-16-16,-1-2-9 0,1 3-7 0,-4-8-7 15,2-1-11-15,-5 5-12 0,3-4-16 0,-5 7-11 16,-2 0-15-16,-1 1-14 0,1 5-26 0,-1-1-34 16,0 3-35-16,-5 0-33 0,0 3-38 0,0 2-31 0,-3 0-26 15,-1 5-42-15,1-1-36 0,-4 2-296 0,1 3-659 16,-3 3 292-16</inkml:trace>
  <inkml:trace contextRef="#ctx0" brushRef="#br0" timeOffset="-12710.43">5912 13590 293 0,'1'-8'318'0,"-1"3"-14"15,3-2-12-15,-3 1-11 0,0 2-25 0,0 0-24 0,1-1-15 16,-1 5-27-16,3-4-6 0,-3 4-26 15,0-4-14-15,0 4-18 0,0 0-11 0,0 0-11 16,0 0-4-16,0 0 17 0,0 0-12 0,0 18 5 0,0-6-4 16,0-1 4-16,0 2-5 0,0 4-7 0,0 2-4 15,0-1-13-15,0 1-5 0,0 2-6 0,0-4-8 16,0 2-4-16,0 1-6 0,0-1-4 0,0-1-4 16,0 1-10-16,0-2-27 0,2-2-35 0,0 1-28 15,-2-6-24-15,2 0-18 0,-1 1-20 0,1-3-33 16,1 1-28-16,0-3-34 0,-3 0-35 0,4-1-24 15,0-1-28-15,2-2-192 0,-2 1-532 0,0-1 236 16</inkml:trace>
  <inkml:trace contextRef="#ctx0" brushRef="#br0" timeOffset="-12476.08">6155 13817 123 0,'0'-5'212'15,"0"5"-21"-15,0 0-18 0,0 0-14 0,0 0-2 0,0 0-5 16,0 0-9-16,-17 5-9 0,11-1-9 0,1 1-8 16,-2 2-10-16,-2-1-5 0,-1 3-6 0,-1-3-11 15,2 4-6-15,-1 0-7 0,1-2-10 0,-2 0-4 16,0 6-7-16,1-5-6 0,0-1-26 0,0 1-30 16,3 0-30-16,-4 0-33 0,3-1-24 0,1-2-30 15,0-3-28-15,1 2-37 0,-4-1-101 0,6-2-318 16,-4-1 141-16</inkml:trace>
  <inkml:trace contextRef="#ctx0" brushRef="#br0" timeOffset="-12304.22">5787 13904 192 0,'0'0'248'0,"-6"-1"-21"16,6 1-19-16,-4-3-25 0,4 3-21 0,0 0-15 15,0 0-14-15,0 0-8 0,0 0-16 0,0 10-8 16,0-10-15-16,4 6-5 0,3 0-6 0,-3-2-8 15,5 3-4-15,0 0-7 0,-4-1-44 0,8 5-32 16,-3-3-56-16,6 1-52 0,1 0-55 0,-5 2-129 16,2 1-337-16,1 0 149 0</inkml:trace>
  <inkml:trace contextRef="#ctx0" brushRef="#br0" timeOffset="-8449.99">6565 14236 268 0,'4'-12'283'0,"0"0"-14"16,-1 0-20-16,-1 1-13 0,0-4-13 0,-4 4-11 15,2 0-15-15,-1-1-11 0,0 2-10 16,-2-1-13-16,-2 1-10 0,2 2-12 0,0 2-14 0,-1-1-15 15,-3 0-15-15,3 3-7 0,-7 2-15 0,3-2-4 16,-4 4-9-16,-10 4-6 0,3-1-7 0,-8 9-2 16,1 1-6-16,-3 3-4 0,1 5-3 0,-2-2 6 15,0 4-12-15,1 2-5 0,1-1-2 0,-1 4-3 16,5 0 2-16,1 1-4 0,2-1-4 0,1 1 1 16,3 3-1-16,4-3 0 0,2 1 2 0,6-1-3 15,-2-2-4-15,7 3 5 0,0-10 2 0,5 2-5 16,5-3-4-16,-1 0 4 0,6-2 1 0,2-3-7 15,2 0 5-15,8 0-1 0,0-3 3 0,3 0 0 0,-1-4-5 16,-5-1 4-16,-1-2-3 0,0-3-1 0,-2-2-2 16,1-1 14-16,-4 0-14 0,-4 1 0 0,1-4 9 15,-5 2-12-15,-1-1-1 0,2-1 4 0,-4-1-3 16,-2-2-1-16,1-1 5 0,-2 0-3 0,0-1 2 16,-4 0-5-16,0 1 3 0,0-3-1 0,0 2 2 15,-1-1 3-15,-2 0 5 0,3 1 16 0,-1-1 27 16,-1 2-11-16,2 3 23 0,0-2 1 0,0 2 13 15,0 1 1-15,0-2-8 0,0 3 8 0,0 4-5 16,0-5-12-16,0 5-6 0,-1-5-3 0,1 5-17 16,0 0-8-16,0 0 7 0,0 0-18 0,0 0 7 15,0 0-5-15,13 12-5 0,-13-4-4 0,4 0 0 16,-1 4-1-16,0 1 2 0,1 2 1 0,-3-1-2 0,5-1-4 16,-5 5 3-16,2 0-7 0,-3-2 3 0,5 4 0 15,-2-9-2-15,-2 7-28 0,2-1-33 16,-3-4-35-16,3 0-27 0,-1-2-18 0,0 1-22 0,-1-5-35 15,1 4-45-15,-1-5-48 0,3 0-50 0,-3-1-253 16,5-2-639-16,-2 1 283 0</inkml:trace>
  <inkml:trace contextRef="#ctx0" brushRef="#br0" timeOffset="-7606.24">6743 14592 239 0,'3'-3'279'0,"-2"0"-13"0,5-1-20 16,-4 1-18-16,4-1-19 0,-1 0-15 0,-1 3-18 15,0-1-15-15,3 0-20 0,-3 1-12 0,-4 1-15 16,15 0-10-16,-9 1-10 0,2 1-10 15,-3 0-9-15,3-1-4 0,-2 4-12 0,2 2-6 0,0-1-6 16,-4 1-2-16,2 3-5 0,-2-2-3 0,-3 0-3 16,3 1-5-16,-4 2-4 0,3-2-2 0,-6 1-2 15,0 0 0-15,2 1 1 0,-2-1-6 0,-4-2 2 16,2-1 0-16,-2-2-4 0,3 0 2 0,-1 2 13 16,-1-3 8-16,2-2 19 0,-1-1 10 0,-1 1 4 15,1-1 10-15,5-1 11 0,-11-1-6 0,4-1 6 16,7 2-4-16,-5-8-4 0,2 0-6 0,3 1-16 15,6-4-3-15,-4-1-3 0,5 1-3 0,3-3-17 16,2 0-2-16,3-2-18 0,1 2-19 0,9-4-13 16,-1 3-23-16,2 0-12 0,-7 3-19 0,7 1-17 15,1-1-14-15,-5 7-27 0,-1-3-20 0,4 4-18 16,-5-1-16-16,3 3-14 0,-3 2-8 0,0 0 7 0,0 0 8 16,-5 0-2-16,0 2 14 0,-1-1 13 0,-2 2 18 15,0-2 14-15,-2 0 15 0,-3 1 12 16,1-1 16-16,-1-1 18 0,-2 2 26 0,-5-2 23 0,10 1 25 15,-10-1 21-15,8-1 27 0,-8 1 18 0,5-2 8 16,-5 2 10-16,6-4 8 0,-6 4-2 0,0 0 1 16,-3-7 4-16,3 7-6 0,-3-6-6 0,-2 1-5 15,1 3-1-15,-3-1-8 0,0 1-7 0,0 0-7 16,-2 1-5-16,-5 0 0 0,3 2-10 0,-4 2-2 16,2 0-2-16,-2 4-6 0,-3 1-4 0,-1 2 0 15,0 1 0-15,0 4-5 0,4-5 0 0,-3 6-1 16,5-1-2-16,-2-2-6 0,2 3-1 0,3-3 2 15,1 0-4-15,4-2 0 0,1-1 0 0,0 2 6 16,-1-3-8-16,5-2 7 0,1 0-3 0,0-2-3 16,6 1 1-16,0-4 7 0,1-1-6 0,4-1-1 15,-1 0 1-15,4-4-4 0,-3-1 2 0,3-3-2 16,4-1 1-16,-5 0 3 0,5-2 12 0,-4-1 3 0,1 0 11 16,-2-1 3-16,1-1 6 0,-6 4 3 0,2-1 5 15,-4 2 7-15,0-4 4 0,-2 8-6 16,2-1-1-16,-2-2 0 0,-2 3 5 0,0 1-10 15,0-2-3-15,-1 2-10 0,0 1-6 0,-2 3-4 0,0 0-11 16,0 0 18-16,0 0-17 0,0 0-3 0,-4 15-8 16,2-9 7-16,2 0-15 0,-1 6-7 0,1-2-18 15,0 2-12-15,1-2-6 0,3 0-12 0,-2 2-7 16,3-1-12-16,2 1-10 0,2-2-22 0,1 0-21 16,1-2-29-16,8 1-24 0,-4 0-35 0,8-3-10 15,-3 2-16-15,3-4-6 0,1-3-167 0,-3 0-447 16,2-2 198-16</inkml:trace>
  <inkml:trace contextRef="#ctx0" brushRef="#br0" timeOffset="-6122.01">7709 14607 120 0,'0'-6'169'15,"-2"-2"0"-15,1 1 11 0,0-1 4 0,-5 1-4 16,2 0-7-16,-6-1 3 0,4 3-6 0,-1 1-5 16,0 0-6-16,0 0-14 0,-5 2-4 0,1-1-8 15,-1 4-8-15,-3 2-6 0,4-2-5 0,-8 6-2 0,5-2-11 16,1-1-4-16,-5 6-6 0,1 0-4 15,1 1-10-15,2 0-6 0,0 1-7 0,3-3-5 16,-1 3-7-16,0 1-6 0,4-2-3 0,2 1-6 0,-1-1-4 16,2 1 1-16,-2-3-6 0,7 3-3 0,-3-6 1 15,6 2-4-15,-1-1 1 0,5 0-4 0,-1-2-1 16,2-1-6-16,2 0 1 0,0-2-5 0,3-2 4 16,2 1-12-16,-3-4-3 0,4 0-6 0,1-3-7 15,0-2-11-15,-2 0-3 0,2-5 2 0,-1 1 1 16,7-5 0-16,0-5 4 0,-4 2 1 0,0-4 1 15,2 0-1-15,-6 0 6 0,-2-3 2 0,-2-1-2 16,1 2 3-16,-2 0 2 0,-2-3 1 0,-4 4 2 16,-1-2 1-16,-2-1 17 0,-1 10 12 0,0-3 8 15,0 3 7-15,-1-1 17 0,-2 2 20 0,2-1 4 16,-2 6-6-16,0 0 6 0,0 0-3 0,-1 1 13 16,2-1-16-16,-2 5 1 0,2 1-11 0,0 2 0 15,2 0-11-15,-3 0-7 0,3 4-9 0,-3-6-10 16,3 6-2-16,-1-3-4 0,1 3-5 0,0 0 2 15,0 0-3-15,0 0 3 0,1 14-9 0,-1-6 3 16,3 2-1-16,0 0 3 0,-2 5-7 0,2 0 4 16,-2 4-1-16,2 0-8 0,-1 1 7 0,0 8 0 0,-1-2-3 15,-1 1 0-15,0 3 0 0,4-1-11 16,-4 1-2-16,0-4-9 0,0 2-14 0,0-2-4 16,0 1-7-16,3-6-7 0,-3-2 3 0,4-1 4 0,0-2 1 15,3 0 5-15,-4-3-4 0,-1-3 5 0,2-1 1 16,-2-1 1-16,2-1 8 0,-1-3-1 0,1 0 6 15,3 0-1-15,-1-2 1 0,-2-2 5 0,-4 0-3 16,15-5 10-16,-6 2-2 0,0-3 2 0,1-1 2 16,-3-3-3-16,6 0 4 0,-5 0-2 0,3-6 4 15,1 0 1-15,-1 1 2 0,-1-1-4 0,-1 2 16 16,1-1 5-16,-2 0 9 0,-3 2 11 0,2 1 2 16,-1 1-3-16,-1 0 4 0,1-1 0 0,-1 1-6 15,-1 5 0-15,-3 0-2 0,1 1-9 0,-1-2 2 16,3 2 3-16,-3 0 0 0,2 3-14 0,-3-3-8 15,0 5-8-15,0 0 8 0,0 0 1 0,0 0-7 16,0 0 1-16,8 11 0 0,-5-5-2 0,-3 2-1 16,3 1 0-16,-3 1 3 0,3 1 0 0,0 1-1 15,-1 2-5-15,-1-2-1 0,2 1-10 0,1-2-5 16,-3 2 0-16,4-2-3 0,0 0 5 0,-1-1-12 16,1-1-3-16,4-1 6 0,-1 2 2 0,-1-4-6 15,2 1-10-15,-2-2-3 0,1-3-4 0,3-1-6 0,1 2-8 16,2-2-7-16,1-1-8 0,-3-1-6 0,2-3-2 15,-2 3 2-15,3-3 4 0,-2 0 4 0,6-4 6 16,-6 4 6-16,4-3 3 0,1-1 8 16,-2 0 3-16,2-2 4 0,-3 0 9 0,0-1 3 0,1 2 4 15,-2-4 2-15,-1 0 4 0,-3 4 4 0,-2-1 4 16,1 0 10-16,0-1 14 0,-4 0 13 0,2-1 10 16,-5 0 8-16,0 0 5 0,0 1 12 0,-1 2 5 15,-1-3 6-15,-1 2-8 0,-2 1 1 0,0 0-8 16,-2 3-9-16,1-2 2 0,-2 3-6 0,-2 1-6 15,0-3-2-15,-3 5-4 0,4-1 1 0,-5 2-4 16,1 1-3-16,-1 1-1 0,0 3-2 0,-1 1 0 16,-2 0-3-16,4 4-5 0,-2 2-2 0,-1 0 4 15,0 2-1-15,2 1-2 0,4 2 2 0,1 0-9 16,-2-1 6-16,2 1-2 0,4-3 4 0,-1-1 1 16,3 2-6-16,2 2 2 0,1-5 1 0,-1 3 0 15,2-1-6-15,5 0 5 0,-2-1 9 0,4-1-18 16,-3-2-6-16,4 0-12 0,4-2-9 0,-4-1-4 0,2-3-13 15,2 1-4-15,0-2-1 0,-1 0-4 0,6-2-1 16,-7 0 3-16,1-1 3 0,0-2 5 16,1 1 3-16,-3-2 6 0,-2 0 3 0,2-1 5 0,-2-2 5 15,-1 1 3-15,1 0 7 0,-1-3 11 0,-2 1 9 16,0 0 14-16,2 1 11 0,-3 1 5 0,-2-1 11 16,0-1 2-16,-3 3 2 0,3-1-4 0,2-1 5 15,-2 4 1-15,-2-1-4 0,1-2-8 0,1 3-5 16,-1 0-11-16,-3 3-7 0,0 0 4 0,0 0-2 15,0 0 0-15,0 0-6 0,4 12 0 0,-4-7-3 16,0 1-4-16,0 3-3 0,0-2 2 0,0 3-14 16,3 1-7-16,-3 0 4 0,4-1-7 0,-1 0 5 15,1-1 1-15,0 2-7 0,0-3-1 0,1 3-5 16,1-3 0-16,2 0 1 0,-1-1 1 0,-2-2 2 16,2 0 0-16,0-1 0 0,0-2 5 0,1 1 4 15,-1-3-2-15,-1 0 4 0,1-4 0 0,1 2 1 16,-2-3 1-16,2 0 5 0,0-3 0 0,3 1 3 15,-6-1 10-15,5 1 7 0,-3-2 10 0,-1-1 15 0,1 0 3 16,0 2 1-16,0-1 7 0,-3 0 6 16,3 0 3-16,-4 1 4 0,2 2-3 0,-1-1 0 15,0 1-1-15,-2 1-8 0,2 2-11 0,-1-2 6 0,-1 1-8 16,-2 4-7-16,1-2-8 0,-1 2-6 0,0 0 17 16,0 0-24-16,3 10 4 0,-2-6-4 0,4 2-12 15,-4 0-6-15,2 0-13 0,2 3-4 16,-2-3-17-16,2 3-8 0,1 0-7 0,0-1-13 0,3-1-9 15,-4 1-7-15,4 0 7 0,1-2-14 0,0-1-8 16,-3-2-7-16,2-1 7 0,-2 1 5 0,1-3-4 16,-1 0-3-16,2 0 4 0,-2-1-6 0,1-3 3 15,3-2 4-15,-3 0 0 0,0-1-5 0,2-3-6 16,5-1-4-16,-4-3-2 0,0-1-2 0,2-3-14 16,6-4-12-16,-1-1-16 0,2-4-11 0,-2-1-87 15,1 1-275-15,0-1 121 0</inkml:trace>
  <inkml:trace contextRef="#ctx0" brushRef="#br0" timeOffset="-5912.62">9178 14337 701 0,'9'-25'-11'0,"-2"4"33"0,-6-1 24 15,2 3 22-15,-3-1 21 0,-4 0 29 0,-1 1 14 16,-1 0 20-16,2 7 11 0,-1 0 4 0,-1-1-6 16,-2 1-6-16,1 3-8 0,-1 2-8 0,4 1-12 15,-4 0-12-15,2 1-14 0,0 1-9 0,0 3-9 16,6 1-11-16,-10 1-7 0,5 4-5 0,0 2-5 0,-1 2-9 16,2 5 1-16,1 2-4 0,-1 3-5 0,4 2 1 15,3 6-5-15,-2 0 1 0,5 3-5 16,-2 0-2-16,0-1 1 0,4 2-4 0,-1 0 0 15,3-2-6-15,-4 4 1 0,4-4-6 0,-2-3 5 0,0 4-15 16,0-6-4-16,0-2-26 0,1-3-16 0,-2 1-31 16,-1-5-13-16,1-2-39 0,-2-3-28 0,1 0-44 15,-2-5-43-15,0 2-189 16,-1-4-465-16,2 0 206 0</inkml:trace>
  <inkml:trace contextRef="#ctx0" brushRef="#br0" timeOffset="-5704.82">9029 14419 146 0,'-1'-4'309'0,"-3"0"-13"16,1 2-11-16,3 2-15 0,-1-5-28 0,1 5-27 16,4-6-18-16,1 3-22 0,6 3-14 0,3-2-15 15,0 1-16-15,0 0-13 0,8 1-10 0,-1-1-11 16,3 1-12-16,-2 0-25 0,6-2-40 0,-7 1-41 15,-1 1-48-15,0 0-55 0,1-2-69 0,-5-1-247 16,-6-1-477-16,2 0 211 0</inkml:trace>
  <inkml:trace contextRef="#ctx0" brushRef="#br0" timeOffset="-5532.96">8583 13961 137 0,'-12'-7'233'0,"1"2"-23"0,0-1-22 15,6 1-27-15,-3 0-71 0,5 1-78 0,3 0-79 16,-3 0-94-16,3 4-175 0,7-5 78 0</inkml:trace>
  <inkml:trace contextRef="#ctx0" brushRef="#br0" timeOffset="-4923.64">10313 14271 74 0,'3'-17'331'0,"-6"-1"-21"0,3 5-12 0,0 0-12 15,0-6-25-15,-1 6-11 0,0 3-15 0,-1-2-5 16,1 5-25-16,-1 0-22 0,1 2-17 0,1-1-24 16,-1 2-12-16,1 4-17 0,0 0-13 0,0 0-14 15,0 0-3-15,-5 21-13 0,5-5-5 0,0 2-7 16,2 10-6-16,-2 0-8 0,3 5 1 0,-2-3 11 0,-1 5-18 15,0-1-13-15,0 4-3 0,-1-6-24 0,1 3-16 16,-3-3-19-16,3 0-14 0,0-1-12 16,-2-4-24-16,0-7-28 0,-2-1-35 0,4-2-34 0,-3-4-33 15,2-2-41-15,0 1-205 0,-2-6-501 0,1 0 221 16</inkml:trace>
  <inkml:trace contextRef="#ctx0" brushRef="#br0" timeOffset="-4251.83">10215 14022 53 0,'-4'-11'294'16,"4"-2"-16"-16,0 0-12 0,-1 4-12 0,1 2-15 16,1 0-18-16,-2 1-22 0,2 1-20 0,1 0-23 15,4 4-21-15,0 0-8 0,5 1-14 0,4 4-12 16,1 2-10-16,0 4-4 0,5 2-14 0,5 2-10 0,-2 7-4 15,2-2-4-15,1 3-1 0,2 3-5 0,-4 2-2 16,-1-1 7-16,0 2-11 0,-1-2-2 16,0 7-13-16,-5 0 4 0,1-1-3 0,-2 0-9 0,-7 3 3 15,4-6 8-15,-5 2-16 0,-2-3 1 0,0-1-2 16,-6-5-1-16,-1-2-1 0,-5-1-4 0,2 1 0 16,-2-2 2-16,-6-2-2 0,-3-2-1 0,-5 2 3 15,4-5-1-15,-9 4 0 0,-7-4 1 0,1-4 5 16,0 0 1-16,1-2 4 0,-3 0-3 0,9-3 1 15,2 1-3-15,-4-1 0 0,7 0-6 0,-3-2 7 16,8 1-8-16,0-2 9 0,2 2-8 0,5-1 4 16,0 0 2-16,6 0 1 0,-8 2-4 0,8-2-2 15,0 0 2-15,0 0-5 0,0 0 1 0,0 0-3 16,30 1-2-16,-18 0 1 0,8 2-8 0,0-1-1 16,0 1-1-16,0-3-3 0,2 2-2 0,3-2-2 15,-5 1-6-15,2-1-2 0,2 0-2 0,-2 0-6 0,-2-1-6 16,2 0 0-16,0 0 1 0,0-4-2 0,2 1-1 15,-6-3-2-15,2-2 3 0,-1 2 6 0,3-4 0 16,-2 3 8-16,-3-5-4 0,9-3 3 0,-10 3 5 16,3-7 0-16,-1 5-1 0,-6-3 7 0,1 1-1 15,0 0 1-15,-5 1 6 0,4-1 5 0,-8 2 8 16,2 2 7-16,-2 0 9 0,-3 1 1 0,2 2 2 16,-2 0 5-16,-1 2-8 0,0 1-2 0,-1 2-3 15,1-2 1-15,-3 3-5 0,-1 1 0 0,4 3-9 16,-7-2 4-16,7 2-1 0,-11 5 2 0,1 2-3 15,3 1-1-15,-3 0-2 0,-2 8 0 0,5-2 1 16,-4 2 0-16,2-2-2 0,-1 4 2 0,3-1-5 16,2 1 5-16,-2-4 3 0,3 4-5 0,4-1 3 0,0-1 2 15,2-3-1-15,3-1-8 0,0-1-15 0,3 1-12 16,1-2-30-16,6 1-27 0,1-2-34 16,2-1-20-16,-2-1-34 0,7-4-33 0,0 1-25 15,0-3-201-15,-1-1-467 0,1-2 208 0</inkml:trace>
  <inkml:trace contextRef="#ctx0" brushRef="#br0" timeOffset="-3861.24">11276 14320 277 0,'2'-4'253'0,"-4"-2"-22"0,2 1-16 0,-1 1-9 15,0 0-18-15,-1-1-15 0,-2 3-18 0,4 2-15 16,-7-5-16-16,7 5-10 0,-9 0-14 0,2-2-7 15,7 2-3-15,-14 4-4 0,8 0-9 0,0 2-6 16,-2 1-6-16,1 2-4 0,0-2-10 0,1 2 0 16,0 1-3-16,2 2-4 0,0-2-6 0,4 3 0 15,-1 1-1-15,1-1-4 0,4 2-7 0,0 0 0 0,3 0-4 16,-1 0 1-16,0 2-3 0,-1-4-1 16,-2-1-4-16,5-1-1 0,-2 0-3 0,-1-1 1 15,3 2-1-15,-5-3 3 0,0 1-4 0,-2-3-3 16,3-1 1-16,-2 1 0 0,-2-1 2 0,0-1-1 0,-2-1 1 15,-2 0 4-15,-3-2 5 0,0 2 1 0,-5-1-6 16,1-1 1-16,-1 0 2 0,-3 2-7 16,0-2 3-16,0-2-5 0,0 0 2 0,0 1 0 0,0-1-11 15,0 2-14-15,4-1-15 0,1 0-15 0,0 1-15 16,3 1-18-16,0-1-13 0,3 1-14 0,4 0-9 16,-4 1-25-16,4-4-19 0,8 6-24 0,-1-4-19 15,3 1-13-15,3 0-129 0,1-1-369 0,6 0 164 16</inkml:trace>
  <inkml:trace contextRef="#ctx0" brushRef="#br0" timeOffset="-2797.3">11619 14397 18 0,'-4'-6'201'0,"-1"0"-20"16,-1-1-5-16,2 3-18 0,-5 2-7 0,2-1-9 0,-3-1-9 15,2 1-11-15,-3 2-8 0,3 1-11 0,-2 1-5 16,1 2-5-16,-1 1-5 0,1-1-8 16,-2 0-6-16,1 5-5 0,1-1-4 0,-5 1-2 15,5 3 1-15,-5 1 2 0,5 3-5 0,-2-1-4 0,5-1-7 16,-3 0-3-16,5 0-8 0,-2 4-1 0,2 0-3 16,3-3-4-16,2 2-4 0,-1-1 1 0,4 1-2 15,2-1-2-15,-2-3-1 0,5 0-5 0,2 1 5 16,2-1-8-16,3-2 3 0,-1-1-4 0,4 0 2 15,0-2-6-15,0-1 3 0,4-3-1 0,0-2-1 16,7-1-2-16,-7 0-2 0,-1-1-3 0,0-6 5 0,-1 2 0 16,0-3-4-16,1 0 0 0,-2-3 0 15,1-1-1-15,-5 0-3 0,-1-3 2 0,-2-2 2 16,-2 2 1-16,1-3-1 0,-2-1-3 0,-5-2 0 0,0 4 2 16,-1-2 5-16,-3 2 5 0,-1 4 4 0,-1 0-6 15,-2 1 1-15,0 2-2 0,-2-2-1 0,-2 6 0 16,-2-4-5-16,0 3 1 0,-2 2 0 0,-1 1 0 15,1 3 5-15,0 1-9 0,-4 0 4 0,6 5-5 16,-6-1 2-16,4 1-1 0,1 4-5 0,-2-1 3 16,4 2 3-16,1 0-2 0,0 6 2 0,-1-1 1 15,4-2-6-15,3 0 6 0,0 4-2 0,2-4 1 16,0 3 1-16,2-2-3 0,2-3 4 0,2 2 0 16,-3-3 1-16,7 1-4 0,-1-3 6 0,-1 0-5 15,-1-3-1-15,2-1 1 0,2 0 1 0,-1 0-1 16,2-1 7-16,0-5-14 0,-2 1 2 0,-2 0-2 15,5-4 0-15,-2 2-1 0,-1-3-2 0,0-1 4 16,1-1 3-16,-4 0-5 0,2-2 2 0,-2 2 0 0,1-4-3 16,0 3 2-16,-2-3 4 0,-1 2-1 15,2 0 6-15,-5 0 4 0,1 1 10 0,2 1 11 16,-5 2 8-16,3-1-2 0,-4 2 4 0,2 0-5 16,0 1 1-16,-2 1-6 0,0 3-1 0,4-6-10 0,-4 6-5 15,0 0-1-15,1-2 0 0,-1 2-1 0,0 0 1 16,0 0-4-16,-2 13 1 0,2-8-4 15,-3 1 0-15,3 2 2 0,-1 1-1 0,1-2 3 0,1 6-4 16,2-1-4-16,-2-2 4 0,3 4 2 0,-1-4-5 16,1 4 6-16,2-3-8 0,2-1 1 0,1 4 3 15,-1-4-4-15,3 1 0 0,0-3-5 0,-1-1 0 16,-1 0 3-16,1 0 0 0,-4-3-4 0,4-2 6 16,0 1-1-16,-2-2 6 0,1-1-5 0,-9 0 0 15,11-2 1-15,-1-4-2 0,-5 1 2 0,1 0-1 16,-1-1-2-16,1-5 1 0,0 2 3 0,-2-4 2 15,0 2-4-15,-1 0-4 0,-2-1 7 0,1 2-5 16,2-2 7-16,-4 4-1 0,1 0 2 0,1 1-6 16,-2 0 5-16,0 1-5 0,0 0 1 0,0 4-7 15,0 2 3-15,1-4-2 0,-1 4 1 0,0 0-2 16,0 0 3-16,0 0-1 0,3 12 2 0,-2-6-2 16,-1 1 1-16,4-2 1 0,0 6-4 0,0-4 4 0,-2 4-1 15,0-2 2-15,1 1-6 0,1 0 4 0,-1-4-1 16,1 5 1-16,0-5 2 0,-3 0 1 15,2 0 0-15,1-3 1 0,-1 1 4 0,-2 0 19 0,-1-4 6 16,6 2 0-16,-6-2-5 0,0 0-7 0,0 0 4 16,13-8-3-16,-11 4-1 0,3 0-2 0,-1-1-3 15,-1-1-2-15,4-2-4 0,-3 1 2 0,0 0 0 16,1 2-3-16,-2-2 0 0,4 2 2 0,-3 0-7 16,2-1-2-16,1-1-7 0,-1 6-6 0,-2-3-13 15,2 3-2-15,-1 1-4 0,-5 0-9 0,0 0-7 16,18 2-5-16,-16 1-7 0,7 2-9 0,-4 0-7 15,6 0-9-15,-6 2-7 0,3 1-15 0,1-1-12 16,-1 2-10-16,0-1-18 0,0-1-11 0,0 0-6 16,3 0-12-16,-3 0-11 0,2-2-18 0,-4-1-112 15,0 0-342-15,2-3 152 0</inkml:trace>
  <inkml:trace contextRef="#ctx0" brushRef="#br0" timeOffset="-2500.45">12575 13897 173 0,'-2'-5'164'0,"-1"2"-14"0,-1 1-16 15,4 2 0-15,0 0 0 0,0 0-7 0,-4 11 5 16,5-2-11-16,0 4 6 0,2 3-3 0,3 1-3 15,0 5-3-15,2 6-1 0,2 3-5 0,0 0-4 16,0 2-7-16,1-2-9 0,-1 1-8 0,3 3-10 16,-3 0-8-16,-2 3-6 0,4 8-4 0,-5-10-4 15,0 0-6-15,-3 0-6 0,0-2-3 0,0-2-4 16,-1-1-10-16,-2-1-18 0,-1-9-31 0,0 0-23 16,0-3-43-16,0-1-28 0,0-5-26 0,3 0-45 15,-6-5-183-15,3 0-405 0,0-1 180 0</inkml:trace>
  <inkml:trace contextRef="#ctx0" brushRef="#br0" timeOffset="-2312.97">12473 14313 280 0,'-8'-11'260'0,"-3"4"-20"0,6-2-12 0,-5 0-12 16,6 4-8-16,4-6-22 0,-3 8-21 0,6-2-16 15,1 2-18-15,2 1-9 0,5 0-15 0,3 1-40 16,8 1-43-16,8 4-56 0,4-2-57 0,3 1-70 16,2 2-192-16,3 2-379 0,13-2 167 0</inkml:trace>
  <inkml:trace contextRef="#ctx0" brushRef="#br0" timeOffset="-349.35">13681 13978 242 0,'7'-11'295'0,"1"2"-21"0,-4-1-14 15,0 3-17-15,-1 1-19 0,1 0-23 0,-1 2-24 16,-3 0-24-16,0 4-14 0,0 0-10 0,0 0-8 16,0 0-18-16,-14 15-12 0,10-3-7 0,-7 4-8 15,0 9-4-15,-1 3 0 0,0 4 3 0,-2 0-8 16,1 3-2-16,-1-1-2 0,3 3-11 0,-4-4-5 0,1 3-3 16,2 2-5-16,1-5-4 0,-1 1-7 0,3-3 0 15,0 1-3-15,1-4-6 0,-1 0 3 16,3-9 2-16,2 1-1 0,1-7-6 0,1 1-1 15,0-3-2-15,-2 1-2 0,4-6-2 0,0 1 0 0,0-2-1 16,0-5-3-16,0 2-24 0,0-2-3 0,0 0 0 16,0 0-4-16,13-14-5 0,-11 4-9 0,8-5-5 15,-1-3-1-15,2-7-3 0,0 0-5 0,1-3-4 16,2-3-3-16,2-1 2 0,-3-3 3 0,1 2 9 16,2-1 4-16,1-13 4 0,-3 13 2 0,-1-3 7 15,-2 2 3-15,0 2 8 0,1 0 19 0,-5-1 10 16,6 3 19-16,-3 2 12 0,-3-1 12 0,0 4 6 15,-2 5 5-15,1 1 9 0,-1 0-3 0,-1 2 5 16,-2 2 5-16,0 5 4 0,1 0 0 0,-2 5-5 16,-1 0 9-16,2-1-26 0,-1 3-11 0,1 0-7 15,-2 4-8-15,0 0 4 0,0 0 12 0,2 21-29 16,0-10 1-16,-1 3-12 0,0 5 11 0,2 4-4 16,-2 3-3-16,1 7-6 0,0 0 7 0,0 1-7 0,0 2-3 15,1 1 3-15,-1-1-2 0,2 1 11 16,-4 0-16-16,1 0 15 0,0-2-10 0,-1 0-9 15,0 0 4-15,-1-4-2 0,1 2-10 0,-1-2-9 0,1-4-19 16,-3-8-10-16,3-1-9 0,0-1-14 0,-1-3-12 16,1-3-15-16,-2-2-11 0,2 0-11 0,-3-4-7 15,1-1-26-15,-2-1-13 0,-2-2-7 0,6-1-14 16,0 0 0-16,-17-10 0 0,8 3-2 0,-1-3 4 16,-3-3 6-16,-1-1 16 0,1 0 13 0,-1-1 19 15,1-2 8-15,-2 1 33 0,0 0 29 0,0-1 37 16,-1 5 17-16,-1-2 15 0,2 2 3 0,0 2 17 15,3 2 3-15,1 0 1 0,2 2 4 0,2 3 0 16,0-1-1-16,2 2 2 0,-1 2 17 0,6 0 12 16,0 0 3-16,-4 10 1 0,8-3-9 0,3 1 1 15,0 0-3-15,8 7-3 0,1-4 1 0,3 2-3 16,7 4-2-16,1-2-7 0,1-2-2 0,0-2-8 16,2 0 0-16,-1 1-6 0,1-3-3 0,-2-2-2 0,-5-5-3 15,0-1-1-15,-1-2-3 0,1 0 0 16,-1-4-2-16,-3-1-5 0,0-2 0 0,1-4-10 15,-7-4-23-15,0 0-8 0,2-6-7 0,-2-5-5 0,1 2-2 16,-5-6 5-16,3 1-9 0,-1-3-2 0,-6-1-7 16,3-4 6-16,3 4 0 0,-4 0 11 0,0-1 5 15,-3 2 4-15,-3-2 1 0,-1 3 2 16,2 2 23-16,2 1 12 0,-8 0 13 0,8 10 2 0,-8-2 4 16,1 2 2-16,3 6 1 0,-3 0-5 0,2 3-3 15,-2 1-2-15,-1 3-3 0,-3 1-5 0,3 2 0 16,-1 3-3-16,5 0-1 0,-13 6 3 0,9 4 4 15,-1 0 10-15,-1 6-3 0,1 5 1 0,1 5 1 16,-1 0-2-16,3 5 0 0,-1 1-4 0,-1 1 2 16,3 2-1-16,1-2 1 0,-1 4-2 0,2-2-1 15,0-1-4-15,2 2 1 0,1 0-2 0,0-1 2 16,3-2-6-16,1 1 3 0,3 0 2 0,1-4-6 16,3-1 2-16,6-4-13 0,-2-2-17 0,0-2-16 15,1-3-12-15,5-2-12 0,-5-7-5 0,2 3 0 16,-3-7-6-16,1 0-6 0,3-2 7 0,1-2-10 15,-1-3 1-15,5-4 11 0,-8 1 10 0,1-1-5 16,-2-7 10-16,0 2 14 0,-1-5-3 0,-6 1 1 0,-3-6 12 16,1 2 7-16,-3-6 12 0,-3 4 19 15,-4-1-1-15,-4-5 30 0,1 7 10 0,-5 0 9 16,1 0-1-16,-3 3-3 0,-3-1-4 0,2 2 5 0,-2 1-2 16,-1-2 3-16,-2 4 1 0,2 4-5 0,-2-4-8 15,2 8 2-15,2 0-6 0,-2-2 1 0,3 4-8 16,1 1-5-16,0 1-5 0,5 1-1 0,-4 1 0 15,4 2 7-15,0-1 8 0,3 4 7 0,1-1 0 16,1 1-3-16,1 5-4 0,2-4 0 0,1 5-2 16,1-1-1-16,-1 0 2 0,3-1-3 0,0 1-2 15,4-1 0-15,-4 1 2 0,4 3 1 0,2-2-1 16,-5 4-4-16,6-2 3 0,-3 2-10 0,-2-1-1 16,4-1-3-16,-4 3 3 0,-5-5-3 0,3 1-5 15,1 4 0-15,-4-2-3 0,4 3 2 0,-4-1-5 16,1 2 3-16,-1-1-3 0,-3 2 1 0,2 1 0 15,-2 1-1-15,3 3 4 0,-6-4-3 0,0 7-2 16,2-2-5-16,0-5 3 0,0 7 0 0,0-1 2 0,0 0-5 16,0-5 2-16,-1-2-4 0,1 2 3 0,0-1-1 15,0-3 2-15,0 2-1 0,-3-2-2 16,3 0 4-16,-1-4-1 0,1-1-1 0,0-2 3 0,-2-1-4 16,2 1 1-16,-1-5 2 0,1-1 2 0,-1 1 26 15,-1-4 15-15,2-2-2 0,0 0 4 0,0 0-4 16,0 0-2-16,-15-7 1 0,11 1-1 0,0-1-9 15,-3-6-3-15,2 2 3 0,-1-2-4 0,0-1-3 16,0-1 1-16,-1-2-4 0,5-1-2 0,-1-2-3 16,0 2-2-16,2-2 2 0,2 1-5 0,2-10-2 15,1 9-2-15,6-6 2 0,0 1-5 0,4-4-5 16,6 3-13-16,2-2 1 0,4 2-7 0,1-2-6 16,13-8 0-16,-9 10-2 0,11-5-18 0,-9 10-2 15,-1-1 3-15,1 3 4 0,-2-2 7 0,-5 7 5 16,1-1-1-16,-9 3 7 0,1 1 7 0,-1 2 7 15,-7 3 3-15,-2-1 8 0,-3 4 2 0,2 0-2 16,-4 0-6-16,1 2 3 0,-5 1-1 0,0 0-2 0,0 0 4 16,2 9-1-16,-6-3 3 0,-2 3 10 0,1 2 2 15,-2 6 0-15,0 2 5 0,2 1-2 16,-1 0 8-16,1-1 4 0,1 7-1 0,0-5 0 16,1-2-5-16,3 3 2 0,1-3-5 0,3 1-1 0,-1-2-9 15,6 0 6-15,-4-5 13 0,4-1-15 0,-2-3 2 16,4 4-4-16,-2-5 6 0,1-3-8 0,2-1-2 15,-2-3 1-15,-1-2-3 0,2 0 1 0,1-5-8 16,-2-1-4-16,1-3-6 0,1-4 4 0,-5-3-5 16,-2-2 0-16,3-9-8 0,-8-2-1 0,-2 0-6 15,0-1-2-15,-6-3 2 0,0 3-3 0,1-2-7 16,0 5-7-16,-5-1-12 0,-2 2-1 0,2 3-1 16,0 5-12-16,1 6-11 0,-2-4-17 0,-1 5-21 15,-4 1-16-15,5 7-15 0,-1 0-23 0,-1 3-14 16,0 2-16-16,-3 2-157 0,-2 4-390 0,-4 8 173 15</inkml:trace>
  <inkml:trace contextRef="#ctx0" brushRef="#br0" timeOffset="13593.97">6147 12223 24 0,'-5'-1'201'15,"5"1"1"-15,-10-2 1 0,10 2-10 0,-11 4-14 16,7-3-17-16,-2 2-9 0,2 0-9 0,1-1 0 16,-1 2-11-16,-2 0-5 0,6-2-5 0,-4 3-12 15,4-2-7-15,0-3-10 0,0 9-8 0,0-4-7 16,4-1-8-16,-1 1-7 0,1-1-3 0,2 0-6 16,-1-2-4-16,2 1-7 0,-1 0-2 0,0-2-5 15,-1 0 3-15,-5-1-10 0,11 0-2 0,-11 0-2 0,10-1 0 16,-10 1-1-16,8-2 7 0,-7-1-2 0,-1 3-5 15,3-5-1-15,-3 1-3 0,0-1 0 0,0 5-5 16,-7-8 4-16,2 4-6 0,-1-1 2 0,-3 0-6 16,2 3 5-16,0-3-6 0,-2 2-2 0,-3 0-2 15,2-2-23-15,-1 4-35 0,0 0-44 0,4 2-55 16,-1-2-50-16,-1 2-61 0,2 0-162 0,0 0-458 16,2 1 203-16</inkml:trace>
  <inkml:trace contextRef="#ctx0" brushRef="#br0" timeOffset="14265.78">5353 12250 39 0,'0'0'270'0,"1"-4"-8"0,-1 4-17 15,0 0-14-15,3-4-23 0,-3 4-23 0,0 0-16 16,0 0-19-16,0 0-15 0,0 0-13 0,0 0-15 0,0 0-9 16,0 0-10-16,0 0-10 0,0 0-2 0,-4 16-9 15,4-14-4-15,-3 3-4 0,3-5-3 16,3 7-5-16,-3-7-5 0,-3 5-1 0,3-5-4 0,3 2 2 15,-3-2 10-15,0 0 4 0,4 5 10 0,-4-5 1 16,0 0-5-16,7-1-3 0,-7 1-6 0,8-6-6 16,-3 3-3-16,-1 0 2 0,1-1 4 0,-3-2 0 15,4 3-1-15,-2-2-4 0,0 1 8 0,-4-2-9 16,7 4-5-16,-6-2-2 0,2-1-2 0,-2 3-5 16,-1 2 6-16,3-6-28 0,-3 6-32 0,0-4-39 15,0 4-41-15,0 0-47 0,0 0-77 0,0 0-73 16,-20 7-221-16,11-4-562 0,4-1 249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10:07:14.6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2528 1583 163 0,'-4'-20'248'16,"-3"1"-18"-16,-1 1-15 0,-2 0-13 0,1 0-6 16,-6 2-10-16,1 3-6 0,-2-2-10 0,1 6 6 15,-3 0-20-15,-1 5-11 0,-9 1-11 0,-4 2-12 0,5 7-11 16,-4 4-9-16,-2 1-7 0,-1 9-6 0,0-1-6 15,-1 5-3-15,-3 10-1 0,9-7-8 0,-2 14-2 16,12-6-7-16,-4 10-8 0,8-11-4 16,1 12-7-16,7-10-2 0,2 3-3 0,9-2-2 0,3-1 0 15,9 11 2-15,1-13-5 0,14 5-1 0,-8-12-11 16,7 0-1-16,1-3 0 0,6-1 5 0,8 4-3 16,-10-10 8-16,-1-4 0 0,0-1-10 15,0-3-3-15,2 0 3 0,-8-5-7 0,-3-3-7 16,-3-1-2-16,-4-1 3 0,-1 0 1 0,-4-3-1 0,-3-2-2 15,1-2-1-15,-3-1 1 0,0-2 2 0,-1 0-1 16,-2-5 0-16,-2-2 5 0,0 6 13 0,-3-2 20 16,2-1 24-16,-4 2 20 0,2 1 12 0,-2 2 6 15,4 0 0-15,-5 2 5 0,0 0-5 16,6 3-3-16,-3 0-16 0,0 5-13 0,0-6-12 0,0 6-10 16,0 0-11-16,0 0-6 0,0 0-2 0,0 0-4 15,14 15 0-15,-9-5-4 0,7 4 1 0,-4 3-4 16,1 1 3-16,1 1-7 0,0-1 0 15,1 5 1-15,0-4-2 0,-3 1-20 0,0-1-17 0,0-1-25 16,-1 1-34-16,0-2-37 0,-2-2-41 0,2 2-44 16,-4-4-41-16,0-2-46 0,2-3-55 0,-1-1-48 15,-3-2-220-15,2 0-661 0,-3-5 292 0</inkml:trace>
  <inkml:trace contextRef="#ctx0" brushRef="#br0" timeOffset="2292.71">2782 2091 177 0,'2'-4'314'0,"-1"-1"-7"0,-1 0-16 0,4 1 1 0,-4-1-25 15,3 1-21-15,-2 1-26 0,5 0-29 16,-2 0-16-16,0 1-17 0,4 0-20 0,-1 1-9 0,-7 1-18 16,15 3-9-16,-7-2-12 0,4 2-14 0,-1 1-1 15,2-1-13-15,0 2 0 0,-1 0-10 0,0 2-3 16,-1-1-4-16,0 4-7 0,0 0-5 0,-1-3-4 15,2 2-4-15,-4-1-3 0,-4 0-2 16,1-1-5-16,0-1-7 0,-4 0 1 0,2-1 7 0,-2 0-2 16,3-4-5-16,-4-1 8 0,0 4 5 0,0-4-6 15,0 0 9-15,0 0-5 0,-15-7 11 0,11 0-9 16,0 0 17-16,0-2 4 0,0-3-10 0,1 2-4 16,0-4-1-16,3-3-6 0,3 6-4 0,4-7-26 15,5 1-23-15,-2 3-26 0,3-3-22 0,2 3-20 16,4 0-13-16,6-3-15 0,-5 9-9 0,0-5-11 15,8 2-1-15,-7 5-2 0,0-2 4 0,2 3 5 16,0 1 7-16,-5 0 14 0,2-1 17 0,-1 3 2 16,-7 1 10-16,-1 2 11 0,-1-1 7 0,-10 0 24 15,14 2-4-15,-14-2 10 0,9 0 26 0,-9 0 11 16,7 0 26-16,-7 0 20 0,0 0 16 0,0 0 2 16,0 0 8-16,0 0 12 0,0 0 5 0,-21 3-1 15,21-3 1-15,-19 4-3 0,7-1-7 0,1 2-3 16,-1 0-11-16,0 0-4 0,2 1-5 0,-6 4-8 15,-2-1-3-15,3 4-6 0,7-2-1 0,-1-1-3 16,-1 5-2-16,3-4-1 0,3 2-1 0,-1 1-4 16,1-2 0-16,2 1 0 0,0-2-2 0,4-1 0 15,4 2-2-15,-1-2 0 0,-1-2 3 0,2 0-3 16,2-3-2-16,4-2 1 0,-4 2-3 0,2-4-1 16,5-1 2-16,-3-6-6 0,3 3 0 0,-4-4-3 15,3-3-1-15,-4 2 5 0,1-3-3 0,-3 1-1 16,0-2 4-16,1 2 15 0,-4-1 20 0,-2 0 26 15,1 1 25-15,0 2 12 0,-4 0 14 0,0 2 0 16,0-1-2-16,0 1-7 0,0 6-17 0,0-9-9 16,4 7-17-16,-4 2-11 0,0 0-7 0,0 0-4 15,0 0-11-15,0 0-2 0,0 0-5 0,0 0-9 16,0 0-2-16,0 0-32 0,4 20-6 0,2-12-17 16,2 1-30-16,5-2-22 0,-6 0-21 0,4 2-19 15,5 0-14-15,2 1-17 0,-2-4-13 0,2-2-12 16,2 0-3-16,2-1-6 0,-1-3 1 0,-1 1 12 15,-1-3 6-15,3-1 21 0,-2-2 19 0,-1-3 12 16,-1 2 17-16,-2-3 17 0,-2-3 24 0,-3 4 32 16,1 0 37-16,-4-2 25 0,-1 1 30 0,-2-1 28 15,-1 2 21-15,-2 1 23 0,-1-2 3 0,0 4 12 16,-2-4-1-16,-2 4-4 0,-2 1-20 0,0-2-9 16,-1 3-7-16,-5-1-14 0,0 4-9 0,-1 0-10 15,-3 3-10-15,-4 3-4 0,4 1-2 0,-4 0-5 16,2 5-9-16,0-2-4 0,4 2 13 0,0 3-37 15,1-1 20-15,0 1-3 0,2 1-8 0,2-1 1 16,5 1-1-16,-5-1 0 0,6-2 1 0,4 1-5 16,0-2-3-16,0 1-11 0,5-2 14 0,-2-2-1 15,1-2 3-15,1 1-3 0,5-3-2 0,0-1 2 16,1-3-10-16,0 0-2 0,4-5-7 0,3 1-8 16,-4-6-6-16,2 0-6 0,2-2-8 0,-1-9-19 15,2-3-15-15,-5-3-18 0,-4-2-26 0,2-3-13 16,1 1-18-16,-7-3 3 0,-2-5 5 0,-1 6 16 15,-1 1 9-15,-3-3 17 0,-4 5 33 0,-3-2 28 16,-1 3 42-16,3 10 28 0,-3-2 25 0,0 0 23 16,1 4 13-16,-4-4 10 0,4 6 15 0,1 3-13 15,1 0 12-15,-1 4-1 0,1 0-6 0,-1 1-10 16,0 2-23-16,5 2-9 0,-3-4-17 0,2 2-14 16,1 4-3-16,0 0-3 0,0 0-8 0,0 0-2 0,0 0-2 15,4 21 1-15,-1-9-7 0,2-1 2 0,2 7-3 16,2 2 3-16,-2 5-3 0,6 0-3 0,-7-4 2 15,7 6-4-15,-5 2-6 0,2 2-4 0,-1-3 1 16,-1-1-17-16,0 0 6 0,1 2-2 0,1-2-7 16,-6 0-23-16,5-1-3 0,-3-7 6 0,0 0 3 15,-1-2-2-15,1 0 7 0,-2-5-5 0,2-1 5 16,-2-1 3-16,0-1 0 0,1-3 4 0,-1-1 4 16,0-1 9-16,0-1-5 0,-4-3 14 0,16-1-12 15,-16 1 6-15,15-10-1 0,-4 5 1 0,-1-6 1 16,1 1 0-16,-1-5-13 0,0-1 9 0,-1 0 3 15,2-1 3-15,-4 0-1 0,1-1 8 0,-2 1-5 16,0 2-17-16,4-1 24 0,-9 8-1 0,5-4 8 16,-3 3 4-16,-3 2 3 0,1 0 2 0,-1 2-6 15,0 5-8-15,4-8-15 0,-4 8 2 0,1-4-1 16,-1 4 6-16,0 0-6 0,0 0 3 0,0 0-6 16,0 0 3-16,0 25-5 0,0-16 12 0,2 2-12 15,0 1-10-15,1 2-26 0,0-4 17 0,2 2-6 16,-2 2-1-16,1-2 8 0,0 0-10 0,0 0 8 15,1-4 2-15,1 1 0 0,-2-1-1 0,0-3 5 16,3 0 2-16,-4-1 16 0,1-1-9 0,-4-3 2 16,0 0-1-16,12 0 3 0,-12 0 2 0,8-9-8 15,-4 2 12-15,2-3 1 0,-1 0 4 0,-1-1 0 16,0-1-6-16,0 0 7 0,2-5 2 0,1 6 3 16,-6-3 11-16,7 2-3 0,-4 2-1 0,-1-4-4 15,-3 4 9-15,4 1 2 0,-1 1-3 0,0 2-13 16,-2 1 9-16,-1 5-8 0,-1-8-3 0,1 8-6 15,0 0-5-15,0 0-3 0,0 0 5 0,0 0 7 16,0 0-7-16,9 14-1 0,-8-7 1 0,6 1-5 16,-4-1-5-16,5 3-15 0,-1 2-8 0,2-5-8 15,0 5-7-15,-1-4-3 0,1 1-3 0,2-3 2 16,-1-3 2-16,2 1 1 0,-3 0 0 0,2-2 7 16,0-2 9-16,0 0 6 0,-1-3 3 0,-1 0-11 15,-1-3 10-15,-1 3 3 0,1-4 5 0,-4-3 0 16,3 2 6-16,-3-3 5 0,-1-1 1 0,-3 3 13 15,0-3 2-15,-3 2 23 0,2 0 11 0,-2 1 5 16,2 3 5-16,-5-1-3 0,2 1-13 0,3 1 8 16,-6 1-15-16,7 4-1 0,-10-4-3 0,10 4-6 15,-16 0-5-15,16 0 1 0,-15 8-1 0,3-3-9 16,2 4 1-16,2-1 12 0,-1 2-10 0,2 1-4 16,2-1 7-16,-1 3-3 0,1 5-14 0,2-5 12 15,4 1 4-15,-4 0-7 0,5 1 9 0,1-4 0 16,2 1-2-16,-1-1 4 0,3-1-9 0,2 0-11 15,1-2 16-15,0-2 5 0,3 1-8 0,1-3 0 16,-5-3 1-16,6 0 1 0,-1-2-1 0,5-1-3 16,-3-3-2-16,-1 0-1 0,2-1 5 0,-7-2-2 15,3 1-4-15,-5-2 6 0,1 0-4 0,-2-1 2 0,0 0 1 16,0 2 4-16,-2-3-3 0,-1 1-2 16,0 1-5-16,-2 3 9 0,0 2-8 0,-2-3 0 15,3 4 3-15,-3 3-7 0,1-5-4 0,-1 5-5 16,0 0 0-16,3-7-8 0,-3 7 6 0,0 0-1 15,0 0 5-15,0 0-3 0,0 0 1 0,3 14-4 0,-2-7-7 16,2-2-7-16,2 5-8 0,1-2-10 16,2 0 1-16,-7-1-5 0,5 2-4 0,2 0 5 15,-3 0 3-15,5-2 1 0,-5 0 1 0,2-2 7 16,0 1 2-16,-3-3 3 0,3 0 4 0,0 1 4 16,-3-4 3-16,4 1 2 0,-8-1 6 0,9-3 7 0,-2 2 5 15,-4-3 6-15,4 0 10 0,-1 2 9 16,-1-3 10-16,0 2 10 0,-1-1 5 0,-4 4-1 15,7-6 5-15,-3 2-14 0,-4 4-2 0,7-4-6 16,-7 4-18-16,5-3 5 0,-5 3-8 0,0 0 0 16,0 0 0-16,0 0 3 0,14 6-8 0,-8-1 3 0,-1 0 1 15,0 0 6-15,3 3-8 0,1 1 0 0,0 0 2 16,2-1 4-16,0 2-7 0,5-2-5 16,3 2-16-16,-4-5-9 0,4 0-13 0,-5-1-15 15,6-3-13-15,-6 0-8 0,2-3-16 0,2-4-13 16,-1 3-5-16,-1-6-2 0,-2-3-2 0,0-1 6 0,-2 1-6 15,-1-5-4-15,-1 0 0 0,0-7-13 0,-1-3-12 16,-4-1-6-16,-1 0-6 0,-1-6-5 16,-4 0 0-16,-1-3 7 0,1-1 16 0,1 3 10 15,-3-1 20-15,0 4 42 0,-2 0 54 0,1 1 41 0,0 3 34 16,-3 9 39-16,3 0 26 16,1 1 27-16,2 6 18 0,-2-5 7 15,0 5 22-15,2 6 11 0,-2-1-6 0,-1 1-2 0,4-2-16 16,-1 1-14-16,1 7-28 0,-5-6-19 0,5 6-21 15,0-5-13-15,0 5-14 0,0 0-9 0,0 0-18 16,0 0 9-16,10 22-11 0,-3-12-3 0,-3 3 3 16,3 4-9-16,-2 0-7 0,5 9-18 0,-2-1 13 15,-1 3 5-15,1 2-8 0,-1 2 0 0,1 0-4 16,2 0-25-16,-1-3-33 0,1 4-34 0,-1-4-41 0,-2-1-34 16,0-2-37-16,-3-5-34 0,1-1-53 15,-2-1-39-15,1-2-247 0,-1-3-598 0,-2-5 265 16</inkml:trace>
  <inkml:trace contextRef="#ctx0" brushRef="#br0" timeOffset="2495.81">5074 1749 2037 0,'-13'-13'128'0,"4"3"46"0,0 1-34 16,-2-1-11-16,-3-2-12 0,5 5 1 0,-1 1-9 15,1-2 15-15,1 2-14 0,2 2 6 0,0-2-4 16,0 3-9-16,2 0-24 0,4 3 2 0,-4-6-8 0,4 6-30 15,0 0 6-15,-4-3-15 0,4 3-24 16,0 0-23-16,20 0-40 0,-8-1-45 0,8 1-55 16,1 1-46-16,9-4-58 0,-4 1-51 0,-3-1-160 15,-1 0-506-15,7-4 223 0</inkml:trace>
  <inkml:trace contextRef="#ctx0" brushRef="#br0" timeOffset="2652.05">4617 1414 284 0,'-23'-3'287'0,"0"0"-27"0,8 0-31 15,0 0-20-15,4 2-21 0,4 0-26 16,0-1-44-16,7 2-54 0,-9 3-44 0,9-3-73 16,4 7-80-16,1-2-140 0,5 0-295 0,2 1 130 15</inkml:trace>
  <inkml:trace contextRef="#ctx0" brushRef="#br0" timeOffset="3073.89">6755 1526 1905 0,'-2'-29'138'0,"2"9"83"0,-3-8-9 0,0 10-36 15,-1 5-48-15,1 0-34 0,0 0-8 0,-2 3-6 16,1 0 12-16,0-1 21 0,3 4 12 0,-1 1-4 16,-2-1-14-16,1 2-17 0,2 2-2 0,1 3-31 15,-4-5-16-15,4 5 4 0,0 0-2 0,-1 14 0 16,1-3-3-16,1 5-3 0,3 5-3 0,3 5-10 16,0 3-5-16,-2 1-39 0,2 3-29 0,1-3-39 15,2 1-32-15,-4 2-30 0,-3-3-21 0,1 4-20 16,-2-6-25-16,-2-7-31 0,-2 6-39 0,-2-9-152 15,4-4-473-15,-4-3 211 0</inkml:trace>
  <inkml:trace contextRef="#ctx0" brushRef="#br0" timeOffset="3667.58">6508 1327 177 0,'-2'-20'419'16,"1"-1"-26"-16,-2 3-28 0,3 1-29 0,0 1-18 15,0 5-12-15,3 0-27 0,-2 3-27 0,2 0-28 16,0 4-22-16,2-1-27 0,3 0-19 0,2 3-15 16,12 5-21-16,-1 2-11 0,9 3-4 0,0 7-18 15,4 1-3-15,2 4-13 0,-2 3-4 0,12 11-9 16,-3-1-6-16,-14-5-7 0,13 7 0 0,-5 1-5 0,2 4-20 16,-17-13-13-16,4 2-18 0,2 13 1 15,-9-10-15-15,-2 3 2 0,-5 0 7 0,-1-1-2 16,-7-1-2-16,-3-1 3 0,-2-2 0 0,-6-1 5 15,-1-3 1-15,-11-1-3 0,0-3 9 0,-6-1-3 16,-2-3 1-16,-1-4 28 0,-4-5 5 0,-4 4 24 0,-2-8 13 16,5 3 8-16,2-6 8 0,9-2-8 15,-3-3 9-15,5 2-1 0,1-1-6 0,4-2-6 16,1 0-5-16,5-1-7 0,2-2 6 0,3 2-6 16,0 0-10-16,4-3-8 0,4 1-13 0,2-4-4 0,12 1-19 15,0-3-22-15,8 1-15 0,5-3-15 0,2 4-12 16,2 1-8-16,1-3-18 0,3 3-8 15,-2 2-4-15,1-3-1 0,4 1 1 0,-5 0 11 16,1-6 0-16,-1 3 8 0,-5 1 10 0,0-3 0 0,-4 1 8 16,1-1 5-16,-5 1 6 0,-10 3 5 0,1 1 10 15,-4-3 8-15,-3 2 9 0,-3 3 13 0,-1-3 16 16,-4 1 10-16,2 2 18 0,-4 0 1 0,-2-1 4 16,-1 2 10-16,1 2-8 0,-6-2 4 0,3 0-4 15,-2 4-3-15,-1 1 2 0,-2-1-8 0,0 3 5 16,1 0-3-16,0 0-23 0,-1 5 19 0,1 1-10 15,0 0-22-15,3 0 17 0,0 6 0 0,1-3 0 16,0 3 2-16,2 4 2 0,2 4-4 0,3-1 1 16,4 0 0-16,4 1-5 0,-1 0 3 0,3-4-8 15,-1-2-24-15,6 2-26 0,4-3-29 0,-1-5-38 16,2 2-33-16,3-3-38 0,-1-2-34 0,4-2-22 16,4-3-29-16,0-3-12 0,-2-6-6 0,-5 4-4 15,7-5-157-15,-4-6-480 0,0 1 212 0</inkml:trace>
  <inkml:trace contextRef="#ctx0" brushRef="#br0" timeOffset="3995.68">7685 1640 144 0,'14'-13'96'0,"-7"-5"49"16,-1 6 41-16,-1 1 28 0,-4-2 22 0,-1 3 1 16,0 2 0-16,0-1-2 0,-5 0 8 0,2 4-1 15,-5-4-18-15,1 2 0 0,-3 1-15 0,1 1-18 16,-2 1-9-16,0 1-25 0,-1 2-3 0,1 1-26 16,-1 0-18-16,5 2-8 0,-1 2-6 0,1 1-15 15,-1 1-2-15,3 0-9 0,1 1-12 0,4 0 2 16,-2 4-5-16,2-1-11 0,3 1 2 0,1 2 0 15,8 4 3-15,-2-1-11 0,1 0-5 0,2 1 3 16,1-3-4-16,6 10-7 0,-7-9-19 0,0-1 13 0,-2 0 0 16,0-1 0-16,1 2-9 0,-4-7-7 15,-1 2-21-15,-3-2 16 0,-1-1-2 0,-2-2 8 16,0 1-8-16,-6-1 7 0,0-2 10 0,-2 1-10 16,-7-1 1-16,-2 0-3 0,-3-2 0 0,-3-1 4 0,0 1 8 15,1 1-30-15,0-2 21 0,8 0-7 0,0-2-8 16,1 0-14-16,4-1-15 0,1 2-39 15,7-4-26-15,-4 3-23 0,4 2-22 0,4-8-17 16,0 1-11-16,7 2-12 0,5-4-20 0,2 2 1 16,4-1-19-16,9-4-1 0,2-1-3 0,0 5-7 0,-1-4-162 15,1 1-434-15,-5-1 192 0</inkml:trace>
  <inkml:trace contextRef="#ctx0" brushRef="#br0" timeOffset="5011.3">7981 1619 470 0,'13'-7'4'0,"-2"1"29"15,-3-1 31-15,-2 2 38 0,-1 0 27 0,-1 2 16 0,-2-5 7 16,-1 3 2-16,-1 0 0 0,0 5 1 0,-6-8-1 15,1 4 9-15,1 0-2 0,-3 0-3 0,-1 1-8 16,0 2-9-16,0-3-15 0,0 3-15 0,-1 1-12 16,0 1-6-16,9-1-15 0,-15 4-5 0,9-2-6 15,-3 3-9-15,4 0-1 0,-4 3-9 0,7 2 0 16,-5-1-6-16,4 1-5 0,-5 3 5 0,8 0-9 16,3 3-4-16,-3-3 6 0,6 8-6 0,-1-1-5 15,1-2 1-15,4 1 8 0,-1-1-9 0,1 0-5 16,4 0-13-16,1-6-14 0,-2 1-6 0,3-3-12 15,2 0-11-15,3-4-9 0,-3-1 1 0,5-4-5 16,-3-1 4-16,0 0 5 0,1-2 2 0,2-4 7 16,-3 1 3-16,-3-4 0 0,1-1 5 0,-2-3 1 15,-2-2 4-15,0 0 6 0,0-3 3 0,-8 0 6 16,1 2 9-16,0 0 17 0,-2-2 13 0,-3 5 18 16,-1-4 18-16,-2 5-4 0,-2 1 1 0,-1 0-5 15,0 5-5-15,0-3-16 0,-6 3-4 0,2 1-7 16,-1 1-3-16,-4 2-4 0,1 2 0 0,-1 3-8 15,-1 0-1-15,-1-1-4 0,3 4-1 0,-2 4-1 16,3-3 3-16,0 7 1 0,2-4-5 0,3 1 4 16,1 6-8-16,2-1 0 0,2-2 10 0,1 3-1 15,4-2 0-15,1-2 0 0,4-2 2 0,1-2-6 16,4 3-10-16,0-6-2 0,3 2-7 0,-2-4-11 16,3-2-4-16,2 1-3 0,2-4-3 0,-3-2 3 15,2-1 3-15,0 1 1 0,-4-5 2 0,0 0 5 16,-2-1 0-16,0-2 7 0,-5 0 4 0,-1 1 5 15,-2-2 10-15,1 4 13 0,-2-4 10 0,-1 1 13 16,-2 2 12-16,-2 1 0 0,1 0 2 0,-2-1-6 16,0 4-18-16,-2 0 4 0,2 5-3 0,-2-8-6 15,2 5-15-15,0 3-4 0,-6-2 1 0,6 2-4 0,0 0 1 16,-11 5 0-16,7 3 18 0,0-1-15 16,1-4-7-16,2 6 7 0,0 2-22 0,2 2 21 15,0 0 0-15,2 4-2 0,1 0-8 0,1-6-7 16,2 2-1-16,2 0-18 0,-4-4 7 0,3 1 0 15,0-2 0-15,-2-2 2 0,2-1 3 0,1-2 2 0,0-2-2 16,-3-1 3-16,-6 0 0 0,17-2 5 0,-9-1-1 16,1-1 4-16,-3-7-5 0,3 1 9 15,-1 2 7-15,-2-4-4 0,-2 1 18 0,3-1 3 16,-6-1 10-16,3 0 4 0,0 4 0 0,-2-1 13 0,0 3-5 16,0 0 0-16,-2 7-7 0,1-9-3 0,1 6-10 15,-2 3-9-15,5-7-9 0,-5 7-3 0,0 0-8 16,0 0 9-16,0 0 1 0,0 0 3 15,0 0-4-15,11 14-1 0,-6-3 2 0,-5 0-5 0,11 5-12 16,-4-7-10-16,2 2-9 0,2 3-6 0,2-2-21 16,0 1-16-16,-2-5-11 0,5 2-13 0,1-3-13 15,-5-1-12-15,0-3-11 0,3-1-12 0,0-3-15 16,0 0-15-16,-1-6-13 0,3 1-14 0,0-2-3 16,-3-5-9-16,2-1 10 0,0-1 0 0,-4 0 16 15,2-2 18-15,1-7 17 0,-6 5 12 0,5-9 19 16,-5 0 11-16,1 0 12 0,1-3 13 0,-3 4 12 15,-3-3 31-15,1-1 26 0,-2-2 41 0,1 1 51 16,-2 5 46-16,4 0 34 0,-7 5 19 0,0-3 14 16,0 4 12-16,0 4 12 0,-4 1 17 0,2 3-5 15,1-1-5-15,-2 3-16 0,3 3-15 0,-1 0-18 16,-3 1-15-16,4 1-24 0,-1 3-18 0,1 3-6 16,0 0-16-16,0 0-16 0,-10 9-11 0,7 3 1 15,-1 5-7-15,3 5-8 0,-2 6 1 0,6 3-13 16,-9 3 5-16,8 2-7 0,-1 0 0 0,2 1-6 15,1 0 4-15,-3 13-33 0,3-12-35 0,2-1-26 16,6 12-24-16,-4-13-27 0,-5-3-29 0,1-4-29 16,2-1-29-16,-2-8-29 0,1-2-28 0,-1-4-25 15,-1-4-39-15,-1-4-173 0,0-1-529 0,1-3 234 16</inkml:trace>
  <inkml:trace contextRef="#ctx0" brushRef="#br0" timeOffset="5151.91">9005 1528 290 0,'-11'-15'306'16,"3"5"-16"-16,0-2-8 0,-2 1-1 0,2 4-13 0,2-2-14 16,0 2-15-16,0 2-23 0,2 0-32 15,0 2-15-15,1 0-25 0,3 3-19 0,-2-4-18 16,2 4-32-16,0 0-36 0,0 0-59 0,19-1-69 16,-7 2-70-16,8-2-75 0,-2 1-228 0,5 0-499 15,10 0 221-15</inkml:trace>
  <inkml:trace contextRef="#ctx0" brushRef="#br0" timeOffset="6184.56">9999 1333 171 0,'3'-3'275'0,"0"0"-26"0,-3 3-29 16,0 0-31-16,0 0-18 0,0 0-16 0,0 0-19 16,1 15-10-16,-4-3-9 0,2 5-12 0,-5 3-10 15,0 8-8-15,-4 0-7 0,3 2-6 0,-1 1-10 16,0 0-5-16,1 4-3 0,0-3-4 0,0 0-3 16,-2-1-6-16,5 2-6 0,0-7-1 0,1-6-4 15,-1 1-2-15,1-3 2 0,2-7-5 0,1-2-4 16,-3 0 2-16,2-2 1 0,-3-4-1 0,1 0-4 15,3-3-5-15,0 0-2 0,0 0-3 0,0-16-4 16,0 3 0-16,8-7 1 0,-1-8-7 0,0-4 3 0,1 1-5 16,3-3-2-16,1-2-19 0,4-17-14 15,2 1-2-15,1 3 3 0,-5 0 4 0,2 1 4 16,-4 15 29-16,2 0 30 0,-5 3 38 0,3-1 40 16,-2 5 19-16,-6 7 18 0,3 0 16 0,-1 2 14 0,-2 4 3 15,-1 1 6-15,-1 0-9 0,2 5 1 0,-3-1-15 16,2 3-24-16,-6 2-21 0,6-1-18 15,-3 4-19-15,0 0-7 0,0 0-7 0,0 0-3 0,-4 25-7 16,4-9-9-16,-4 10 0 0,4 5-3 0,-2 1-9 16,2 1 8-16,2 7-5 0,2-3-7 0,0 10-1 15,0-9 0-15,3 11-20 0,0-10-23 0,1 13-18 16,0-16-23-16,-4 2-20 0,3-2-19 0,-3-3-22 16,4-3-9-16,-6-3-17 0,-1 0-18 0,3-9-18 15,-4-4-7-15,0-3-7 0,0 0 3 0,0-5 8 16,-1 0 20-16,-2 0 13 0,-4-6 19 0,3 1 10 15,4-1 11-15,-12-6 7 0,5 0 15 0,-4 0 9 16,3-3 25-16,-3 1 27 0,-2 2 24 0,-1-8 13 16,2 2 2-16,-2 5 14 0,0-4 12 0,4 2 2 15,-1 2 2-15,0-2 1 0,0 4 1 0,3-3-6 16,1 4-4-16,4 3-7 0,-3-2-6 0,0 2-5 16,6 1 0-16,0 0 3 0,-8 4 2 0,7 1-1 15,1-5 2-15,7 9 1 0,6-4 1 0,2 0-1 16,7 4-5-16,8-6 2 0,1 3-3 0,3 1-1 15,0-6 0-15,0 1-3 0,1-3-5 0,2-3-3 16,7-1 1-16,-8 0-5 0,-3-3-11 0,4-3-19 16,-6-9-16-16,-4 0-17 0,5-2-16 0,-4-2-25 15,-2-6-25-15,-6-6-11 0,-5 3-29 0,3-3-23 16,-3-9 13-16,-2 7 9 0,-6 4 22 0,-4-1 32 16,1 0 37-16,-7 2 48 0,2 2 52 0,-6 3 32 15,-1 4 14-15,1 4 21 0,2 3 5 0,-5 0 1 0,-2 1-3 16,0 3-1-16,-3-1-7 0,1 5-12 0,-2-1-4 15,-2 4-12-15,-2 5-10 0,6 1-6 16,-2 1-1-16,-2 7-4 0,-1 2-7 0,0 2 2 0,4 3-2 16,-2 8-5-16,0 3-1 0,2-1-2 0,7 6-4 15,1 0 3-15,4 0 2 0,5 3-4 0,2 0-2 16,4-4-27-16,4 1-27 0,-2 3-35 0,5-3-37 16,1-2-46-16,-1 0-31 0,8 0-28 0,-1-2-35 15,1-1-157-15,2-6-437 0,-1-4 194 0</inkml:trace>
  <inkml:trace contextRef="#ctx0" brushRef="#br0" timeOffset="6793.88">10961 1622 36 0,'11'-16'296'0,"-3"2"1"0,-4 2-10 0,-1-2-18 16,-1 1-10-16,-6 2-23 0,0-3-25 0,0 2-22 16,-1 0-20-16,-2 1-11 0,-3 3-16 0,-2 0-19 15,1 0-16-15,-4 4-7 0,3 2-12 0,-2 0-9 16,-2 4-7-16,5-1-9 0,-5 2-10 0,5 0-3 15,1 4 0-15,2-1-8 0,0 3-6 0,3 2-4 16,1-3-4-16,1 5 4 0,1-3-8 0,4 2 1 16,2 0-4-16,1 1-4 0,4 4 13 0,1 0-16 15,3 0-4-15,-1-2 2 0,1 1-1 0,7 10 1 16,-1-4-4-16,-2 2-2 0,0-1 2 0,0 3-1 16,0-2-3-16,-2 2 2 0,1 4-1 0,0 0 8 15,-3 3-11-15,4 2-3 0,-6 1 3 0,0 1 2 16,2 11 2-16,-7-11-4 0,0 1 0 0,-1-1 3 15,0-3-3-15,-6 1 1 0,1-1-3 0,-7-4 1 16,3-2 4-16,0-3 5 0,-6-4 3 0,5-2 9 16,-7-3 5-16,5-5 13 0,-1 1 3 0,-3-6 2 15,0 2 2-15,-1-6 21 0,-2-2-3 0,1 0 5 16,0-3-25-16,2-5 15 0,3 0-1 0,-2-3-6 16,1-3 1-16,5-6-12 0,3 1-5 0,5-9-1 15,1-1-12-15,10-9-31 0,4-9-47 0,7-1-35 16,4-2-33-16,1-4-29 0,2 4-17 0,1 1 8 15,0-1 14-15,-4 6 15 0,-5 13 23 0,-4 0 18 16,1 4 29-16,-7 2 26 0,3-1 41 0,-5 11 27 16,-7 4 28-16,3 1 13 0,-5 1 9 0,2 0-23 15,-5 4-3-15,2 2-9 0,-3 3-9 0,0 0-5 16,0 0-3-16,0 0 1 0,-14 18-2 0,8-6-8 16,-1 5-3-16,1 0 7 0,2 2-5 0,-1 9 7 15,3-7-1-15,2-1-13 0,4 0-1 0,6 5 1 16,-5-7-3-16,6 2 6 0,0-2-5 0,0-3 5 15,5-1-1-15,2-5 3 0,1 0-2 0,3-1-1 16,-2-4-15-16,2-3-4 0,0-2-8 0,-2-4 3 0,-8-2-6 16,6-2-9-16,-3-6-2 0,0 3-6 15,-3-6-6-15,-1-8-5 0,-7 7-5 0,-2-9-5 16,-8 3-8-16,1-2-1 0,-8-1-4 0,-7-2-22 16,-6 4-36-16,-7 3-42 0,-17-4-52 0,-3 5-48 0,-7 2-214 15,-8 4-518-15,-1 0 229 0</inkml:trace>
  <inkml:trace contextRef="#ctx0" brushRef="#br0" timeOffset="7996.89">2661 2990 11 0,'-13'2'163'0,"0"-1"-8"16,0 1-4-16,2-1-3 0,4 1-6 0,-2-1-5 0,2-1-1 16,0 0-14-16,7 0-4 0,-11 1-11 0,11-1-14 15,-8 0-5-15,8 0-7 0,0 0-10 0,0 0-4 16,0 0-5-16,0 0 4 0,0 0 1 0,0 0-8 15,30 1-3-15,-8-2-3 0,9 1-5 0,3-1-3 16,7 0-6-16,16-2-6 0,1-2-1 0,5 2-4 16,1 3-6-16,34-8 3 0,-34 3 1 0,35-2-8 15,-1 1-4-15,4 1 3 0,0-2-8 0,11-2 3 16,-3 0-2-16,4 1-2 0,2-2 3 0,6 1-5 16,5-2 5-16,5 2 0 0,-2 2-8 0,5-4 0 15,4 3 1-15,-6-4 6 0,7 0-8 0,4 1 2 16,6 2-4-16,-6-3 1 0,-2-4 0 0,3 6-1 15,-2 0 2-15,0-1 0 0,-2 0 1 0,-2 0-1 16,1 4-4-16,-5-4 5 0,-1 0 0 0,1-2-1 16,2 0-6-16,-5 1 6 0,2 5-2 0,-9-6-6 15,-3 1 8-15,3 6-2 0,-5-6 0 0,1-3 2 16,0-1 2-16,-4 5-4 0,-7-4 0 0,3 2 2 16,-6-3-1-16,2 3 2 0,1-1 0 0,-6-1 4 15,4 5-5-15,0-4 0 0,-2 0 9 0,-3 2-7 16,1 4-1-16,2-5-3 0,-7-2 4 0,-1 8-1 15,3-2-3-15,-2-1 3 0,0 0 2 0,-1 2-5 16,-2-3 0-16,-30 4-1 0,6 2 8 0,32-6-7 16,-35 4 2-16,28-2 2 0,-27 6-4 0,1-3 0 15,26-3 10-15,-31 5 9 0,-2-4 9 0,3 3-1 16,-1 1-1-16,-2-2 2 0,-4 1-5 0,-7 1 0 0,-8 1 2 16,9-2-2-16,-17 1 9 0,3 1-12 15,-6 1-2-15,-4 0 0 0,0-1-1 0,-7 0-2 16,-3 2-7-16,-5 0 12 0,-4 0-10 0,1-1 6 15,-4 2 3-15,-1-2 5 0,-1 2-4 0,0-1-5 0,-6 1-7 16,7-3-14-16,-7-1-24 0,0 4-40 0,0 0-52 16,0-5-49-16,0 5-60 0,0-5-194 15,0 5-461-15,0-5 205 0</inkml:trace>
  <inkml:trace contextRef="#ctx0" brushRef="#br0" timeOffset="13959.89">9654 3142 17 0,'-2'-6'178'0,"2"6"-6"0,2-6 1 0,-2 6-7 15,-2-4-8-15,2 4 2 0,-2-5-3 0,2 5 0 16,-2-5-2-16,2 5-7 0,0 0-4 0,0-5-15 16,0 5-13-16,0 0-8 0,0 0-14 0,-4-4-9 0,4 4-13 15,0 0-8-15,0 0-8 0,0 0-8 0,0 0-6 16,0 0-1-16,0 0-3 0,0 0-5 16,0 0-5-16,6 17-2 0,-6-12-4 0,0 1-2 15,0 2 0-15,1-2-4 0,0 3-3 0,5 0 0 0,-5 1-2 16,0-1 0-16,2 1 1 0,-3 1-4 0,1 0-1 15,2-3 0-15,-1-2 0 0,-1 6 2 16,3-2-5-16,-4-1 1 0,0 4-1 0,4-2 4 0,-4-1-6 16,3 3 0-16,-3-2 1 0,0 2 1 0,1-2 5 15,1-4-8-15,-2 4 2 0,1-1-2 0,2 2 1 16,-3-4-3-16,0 2 3 0,0 0 2 0,0-3-3 16,1 1 2-16,2 0 0 0,-2-2-2 0,-1 2-2 15,0-1 3-15,0 1-1 0,0-1-1 0,0-1 2 16,0 2 1-16,0-3-2 0,0 2 1 0,0 0-1 15,0-2 2-15,3 2-2 0,-3-1 0 0,-3 0 0 16,3-1 0-16,0 2 0 0,0-2 0 0,3 0 1 16,-3-1-2-16,0 1 0 0,0 0-2 0,1-1 4 15,-1 1 0-15,0-1-1 0,0 0 0 0,0-4 2 0,0 7-3 16,0-3 1-16,0 0 0 0,0-4 1 16,0 7 0-16,0-7 1 0,0 3 0 0,0-3 1 15,0 7-2-15,0-7 2 0,0 4 1 0,0-4-3 16,0 0 2-16,0 6-2 0,0-6 1 0,0 3 2 0,0-3 4 15,0 0-9-15,0 0 2 0,0 6 1 16,0-6 0-16,0 0 0 0,2 3 0 0,-2-3 2 16,0 0-2-16,0 0 0 0,0 5 0 0,0-5 1 0,0 0-2 15,0 0 4-15,0 0-4 0,0 0-2 0,0 6 0 16,0-6-1-16,0 0 6 0,0 3-3 0,0-3-1 16,0 0-1-16,0 4 0 0,0-4 0 0,0 0 3 15,2 7 1-15,-2-3-5 0,0-4 5 0,0 4-4 16,0-4 3-16,0 7 3 0,0-7-6 0,0 6 2 15,2-4-2-15,-2-2-1 0,2 8-1 0,-2-5 4 16,2 2-4-16,-2 0 5 0,1-3-2 0,-1 3 1 16,0 0-1-16,0-5-2 0,2 7 1 0,-2-7 2 15,-2 7-1-15,2-3 0 0,2 0 4 0,-4 1-6 16,4-1 4-16,-2 1-3 0,0 1 2 0,0-1-2 16,0 0 0-16,1 0 2 0,-1 0 5 0,0 0-9 15,0-1 2-15,1 0 2 0,-2 0 0 0,2 2-3 16,-1-1 1-16,0 0-1 0,0 1 1 0,0 0 0 15,0-3 2-15,3 4 1 0,-3 0-2 0,0-1 2 0,0-3-2 16,0 4-3-16,1-1 0 0,-1-2 3 16,0 2-2-16,0 0 6 0,0-1-5 0,0 1-1 15,-1 1 0-15,1-3 1 0,0 1 1 0,0 0 1 0,1 1-2 16,-1-1 0-16,0-1-2 0,0 0 3 0,0 3-2 16,0-4 2-16,0-3-3 0,0 9 5 0,0-5-3 15,4 1 3-15,-4-1-2 0,0 1 0 16,0-1-1-16,3 3 2 0,-3-4-1 0,0 2 3 0,0-2-5 15,1 0 1-15,-1-3 0 0,0 10 2 0,0-5-1 16,2-3-1-16,-1 5 1 0,-1-3 1 0,0 1-2 16,0-5 0-16,-1 8 2 0,1-2-2 0,0-1 0 15,0 1-2-15,1 0 4 0,-2-1-2 0,1 0-1 16,0 1 2-16,1 1-1 0,-1-1 2 0,0 0 2 16,0 1-4-16,0-2-1 0,0 1 1 0,0 2 0 15,0 0 3-15,0-2-2 0,3-1-1 0,-3 2 1 16,0 0-2-16,0 1 1 0,0 1 1 0,0 2-2 15,1-3 9-15,-1 0-8 0,-1-1 2 0,2 1-1 16,-1-1-1-16,0-1 0 0,0 1 0 0,3 3 6 16,-3-3-6-16,0 0 0 0,1 0 0 0,-1 3 0 15,0-2 1-15,0 0 1 0,2-3-3 0,0 2 4 16,-2 2 0-16,0-3 3 0,0 1-6 0,2 0 3 0,-2 0-3 16,0 0 0-16,0-1 0 0,-2 2 0 0,0-3 3 15,2 1-3-15,-2 1 1 0,2-2-2 16,-1 3 2-16,2-3-2 0,-2 0 2 0,1 0 2 15,0 1-3-15,0 0-2 0,0-2 2 0,-3 2 2 0,6-1-3 16,-6 0 2-16,6 0 0 0,-3 0-2 0,0 0 3 16,0 2-3-16,0-2-1 0,1 0 2 0,-1 2 0 15,2-3 2-15,-2 0-2 0,0 3-1 0,-2-3 2 16,2 2-2-16,0 2 2 0,0-5-4 0,2 7 3 16,-4-5 0-16,2 0 3 0,0 3-5 0,0-2 3 15,2 2-3-15,-4-2 2 0,2 0 3 0,2 1-2 16,0-1-2-16,-4 1 1 0,4-1-1 0,-4 1 2 15,4-1-4-15,-2 2 3 0,2-2 1 0,-4 0-1 16,2 2 0-16,0-1 1 0,-2-1 2 0,4 1-2 16,-2-1 0-16,2 2-2 0,-2-4 1 0,1 4 0 15,-1 1 1-15,0-4-1 0,0 3-1 0,0-2 3 16,0 0 4-16,2 2-3 0,-1-1-3 0,-1-1 2 16,0 2-2-16,4-2 0 0,-4 2 1 0,1-2 1 15,-1 6-2-15,0-6-2 0,1 0 0 0,-1 1 3 16,3 0-2-16,-3 0 2 0,0 2 0 0,0-1 2 15,2 0-1-15,-2 2 0 0,1-1-3 0,-1-4 1 16,0 5 2-16,1-1-1 0,1 0 2 0,-2-2-5 0,0 0 4 16,0 1 3-16,0 0-5 0,0 0 4 0,-2 2 0 15,4-3-1-15,-1 2 2 0,0-2 2 16,1 4 1-16,-2-6-5 0,0 5 2 0,0-2 4 0,1 1-1 16,-1 1 10-16,0-1 1 0,0 0-2 0,0 1-1 15,0-1 2-15,3-2-3 0,-3 3 0 0,-3-2-1 16,6-2-2-16,-3 2 1 0,0 0 0 0,0 0 1 15,0 2-4-15,0-4-2 0,0 4 1 0,0-3-6 16,0 0 0-16,1-1 3 0,-1 1-2 0,0 0 2 16,3 3 0-16,-3-4-3 0,0 1 0 0,-3 1-4 15,6-1 10-15,-3 4-11 0,1-4 7 0,-1 0-6 16,0 0 3-16,0 0 3 0,-1 4-3 0,2-2 2 16,-1 1 1-16,-1-2-2 0,1-1-1 0,1 2-2 15,-2 1 4-15,1 1-4 0,-3-5 0 0,3 4 6 16,3-1-5-16,-3 4 2 0,-3-4 1 0,6 3-3 15,-7-2 1-15,5 0 4 0,-2 1-3 0,1-3 2 16,0 4 0-16,0-1 9 0,0 1 17 0,0-2-11 16,0 1 4-16,0 0 0 0,0 0-3 0,0-1-5 0,-3 2 2 15,3-1-1-15,0 0 2 0,0 2-5 16,0-4-2-16,-1 5 1 0,1-3-2 0,0 0 0 16,0-2 0-16,1 3-3 0,-4 0 1 0,3-1-1 0,0 0-3 15,0 0-3-15,-1 2 3 0,2-2 1 0,-1 1-6 16,-1 1 5-16,1-2 3 0,0 2-2 0,-1 1 0 15,1-1-1-15,0 1-4 0,-2-1 5 16,2 3-1-16,0-3 0 0,-1 1-1 0,1-1 4 0,0 1-3 16,-1 0-5-16,1-2 6 0,0 4 0 0,0-1 19 15,0 3-25-15,-2-5 0 0,2-1 3 0,-3 1-2 16,3 1 2-16,0-1 0 0,0 1-5 0,-1 3 5 16,1-5 6-16,0 2-9 0,0-1-3 0,0 2 4 15,0-3 0-15,0 2 0 0,0 2 2 0,0 1-4 16,0-4 4-16,0 0-5 0,0 0 4 0,0 3 9 15,0 0-10-15,0-1-4 0,0-3 2 0,0 2 2 16,1 0-4-16,-1-1 3 0,3 3 0 0,-3-3 5 16,0-1-2-16,0 2 0 0,2-1 0 0,-4 0 0 15,2 0-4-15,0-1 28 0,-3 2 9 0,3 0 2 16,0-1-5-16,0 1 2 0,0-1-12 0,-1 1 5 16,1-2-2-16,0 4-4 0,0-3 0 0,-1 0-3 15,2 4-7-15,-2-4 0 0,2 4 5 0,-2-4-5 0,-3-1 1 16,4 5-5-16,-3 0 7 0,0 0-3 0,3-4-1 15,0 3 9-15,-2 1-17 0,0 1 2 16,1-2 6-16,1 1 8 0,-3 4-14 0,3-3-4 16,0-1 0-16,0 3 0 0,-1-2 0 0,-2 0 5 0,3 2-1 15,0-2-5-15,0-1 9 0,-1 1-5 0,1 2 2 16,-2 0-8-16,1-1 8 0,-2 1-2 0,3 0 1 16,-4-1 0-16,3 2-5 0,1-1 13 0,-3 1-4 15,2-2 8-15,0 0 11 0,-2 0-5 0,-1 1 4 16,2-1-6-16,0 0 3 0,0-1-7 0,-2 0 0 15,3 2 4-15,-2-3-6 0,2 1-2 0,-3 0 0 16,1 0-4-16,0-2 1 0,3 0 2 0,0-2-5 16,-1 3 1-16,-2-5 0 0,3 0 2 0,-3 2-2 15,2-1-2-15,0-2 2 0,1 1-2 0,-2-2-2 16,4 1-3-16,-4-1 4 0,2 0-1 0,0-2 4 16,0-2-5-16,-3-1 5 0,3 0-8 0,0-5-13 15,3 9-6-15,-3-9-18 0,0 4-23 0,0-4-42 0,0 0-42 0,0 0-52 0,0 0-56 16,7-26-72-16,-4 10-328 0,1-4-705 0,-1-9 312 15</inkml:trace>
  <inkml:trace contextRef="#ctx0" brushRef="#br0" timeOffset="15037.69">9612 3139 218 0,'0'0'221'0,"0"-7"-6"0,0 7-9 16,0 0-14-16,0 0-11 0,0 0-18 0,0 0-16 16,0 0-22-16,0 0-18 0,0 0-7 0,0 0-10 15,0 0-9-15,-9 15-6 0,5-6-6 0,1 2-4 16,-2 0-8-16,-2 1-1 0,2-1-5 0,-2 1-7 16,-1 2 1-16,0 3-6 0,0-2 0 0,-1-3-1 15,1 4-1-15,0-1-3 0,0-1-2 0,1-3-2 16,3 0-3-16,-4-4-4 0,5-1-1 0,-1-1 1 15,0 0-3-15,1-2 2 0,3 2 15 0,-1-2 22 16,1-3 14-16,0 0-11 0,0 0-5 0,0 0-3 16,10-12-7-16,-1 4-2 0,0 0-7 0,1-8-3 15,2 0-4-15,2 0 0 0,0-1-4 0,-1 1-2 16,-1-2-2-16,3 0-7 0,-4 0 10 0,0 1 17 16,0 4 2-16,-4 1 3 0,0 1 4 0,-2 2 30 15,3 1-18-15,-4-1 4 0,0 5-6 0,-1-3 14 0,-2 2-27 16,2 3-9-16,0-2-1 0,-3 4-12 0,4-4-11 15,-4 4 3-15,0 0-5 0,7 0-7 0,-7 0-3 16,8 7 8-16,-5-4-2 0,6 4-6 16,-2 1 1-16,5 2-3 0,-2 4 9 0,9 0 2 0,-3 1-4 15,7 4 16-15,0 2-17 0,2 1 1 0,-1-3-6 16,-1 0-47-16,5 1-28 0,-4 3-43 0,-1-4-54 16,-1 4-64-16,0-7-75 0,-3 6-277 0,-6-5-632 15,0-2 279-15</inkml:trace>
  <inkml:trace contextRef="#ctx0" brushRef="#br0" timeOffset="17070.27">9125 7184 32 0,'0'0'165'0,"0"0"-1"0,0 0-5 16,-6-2-5-16,6 2-5 0,0 0-7 16,0 0-9-16,0 0-8 0,0 0-10 0,0 0-10 15,0 0-5-15,0 0-14 0,0 0-6 0,-8-1-10 0,8 1-5 16,0 0-6-16,0 0-6 0,0 0-7 0,0 0-5 15,0 0 3-15,0 0-6 0,22-3-7 16,-14 3-2-16,4 0-2 0,0 0-3 0,2-1-4 0,6-2-2 16,-2 2-1-16,2 1 2 0,3-1-7 0,0 0 1 15,1-2-2-15,4 3 2 0,2-2-7 0,0 0 2 16,-7 0-2-16,-1 0 3 0,3 1-4 0,-4-2-1 16,4 1 0-16,6-2-2 0,-12 2 3 0,0-1-2 15,2 1 1-15,-4-1 2 0,2 0-2 0,-5 1-2 16,2-2 6-16,-2 0-7 0,2 3 0 0,-3-3 0 15,1-1 2-15,-4 1-2 0,6 0-2 0,-4-1 0 16,1 1 3-16,-1 0 2 0,0-2-4 0,-1 5 2 16,0-4 0-16,-1 0-2 0,3 2 1 0,-2-2-3 0,0 2 3 15,2 1 1-15,1-3-6 0,1 1 3 16,-4 0 1-16,4 1 2 0,4-2-2 0,1-1 2 0,0 3-4 16,1-2 2-16,1 3-5 0,8-1 6 0,-6-1 0 15,6 1 1-15,0 2-1 0,1-1 1 0,-9 0-2 16,8 0 0-16,0 1-1 0,4-1 2 0,-4-1-4 15,1 0 0-15,3 3 3 0,6-2 2 0,-5 2 2 16,5-2-2-16,-1 3-3 0,0 0 4 0,1-1-3 16,1 0 3-16,-1 0 1 0,0 0-3 0,1 2-2 15,2-1 2-15,-1 1 2 0,-1-1-3 0,15 1 0 0,-14 0 1 16,0-4 1-16,11 1 2 0,-15 4-2 16,2-3-2-16,1 2 0 0,2-1 5 0,11 2-5 15,-10-3 1-15,-3 2-1 0,16 0 2 0,-16-2 0 0,1 3-2 16,14-1 2-16,-3 1-1 0,-12-1 0 0,13-1 1 15,-12 2-4-15,-1-2 0 0,2 3 1 0,12 0 4 16,-12-1-5-16,0-2-2 0,-1 1 8 0,-3 1-4 16,2 2 0-16,16 0-2 0,-15-1 3 0,14-1 0 15,-13-2 4-15,-3 1-5 0,4 1-1 0,-1-2 1 16,-2 3 3-16,13 1-6 0,-13-2 3 0,1-2-1 16,-1 1 2-16,13 0 0 0,-14 1 0 0,1 0-1 15,1 0 2-15,-1 1-5 0,1-2 5 0,-2 2-2 16,4-3 0-16,-3 2 0 0,1-1-2 0,11-1 0 15,-9 4 5-15,-5-4-2 0,2 1-2 0,0 1 2 16,-2-1-1-16,-1 0 0 0,4 0 3 0,-4 1-1 16,1 0-4-16,0-1 2 0,0 1-2 0,0-1 1 0,-1 1 1 15,-3-1-1-15,2-1 2 0,-1 2 1 0,1 0 0 16,0-1 0-16,-3 1-3 0,3-2 5 16,-2 3-3-16,0-3-2 0,2 3 2 0,1-3 1 0,-1 2 0 15,2 0-4-15,-3-1 3 0,-1-1-2 0,-1 3 3 16,1-1-3-16,0-1 4 0,-1-1-2 0,2 2-1 15,-5 0 4-15,3 1-4 0,-1-3 1 0,-2 1 1 16,1 1-2-16,0-2 1 0,-3 0-1 0,-1 2 2 16,-6-3 0-16,4 4-1 0,4-1 2 0,-7-2-5 15,7 1 1-15,-3-2-1 0,-1 2 2 0,-4-1 0 16,8 0 2-16,-10 0-1 0,13 4-4 0,-9-2 4 16,10-5-1-16,-4 4 3 0,-7 0-3 0,7-1 2 15,1-1 1-15,-1 1-2 0,2 0 1 0,-3-1 0 0,-6 2-3 16,9-1 0-16,-3-1 3 0,-1 0 1 15,-3 0-3-15,7 0-3 0,-2 0 3 0,-7 1 3 16,7 0-3-16,0 0-2 0,1-1 1 0,-1-1 1 0,0 0-2 16,-8 1 2-16,1 0 1 0,7 0 0 0,0-1-2 15,-7 1 2-15,-1 0-1 0,1 0 1 0,0 0 0 16,8-1 0-16,-9-1-1 0,3 2 2 0,-3-2-2 16,9 1 3-16,-10-1-2 0,1 0-1 0,9 1 0 15,-10-1 2-15,2 1-1 0,-1-2-1 0,-1 1 1 16,-3 0-2-16,4 1 0 0,-6-1 2 0,5-1 0 15,-9 0 2-15,4 1-1 0,-2 0 1 0,2 1 2 16,-3-3 0-16,0 2 2 0,-2 1 4 0,4-3 2 16,-4 1 4-16,0 0 2 0,-2 2 2 0,1-3-4 15,-2 3 0-15,3-3-3 0,-3 2 0 0,-1-1-5 16,1 2 4-16,3-1-3 0,-4-1-3 0,2-1 2 16,-2 1-3-16,2 1-1 0,2-1 0 0,-4 1-2 0,4 0 6 15,-3 0-1-15,2-2 2 0,-3 1-2 0,2 1-2 16,-1-1-4-16,2 1 3 0,-4-1-1 15,4 2-2-15,-3-2 3 0,0 2 0 0,1-2 0 0,0 2-3 16,-1-1 0-16,-2 0 3 0,2 1-1 0,0-1-2 16,-2 1 2-16,-1-1-3 0,-4 2-2 0,7-3 3 15,-7 3 1-15,7-1-7 0,-7 1 1 0,5-1 2 16,-5 1 1-16,0 0-5 0,6-2-11 0,-6 2-22 16,0 0-20-16,0 0-30 0,0 0-29 0,0 0-32 15,0 0-34-15,0 0-187 0,0 0-399 0,0 0 177 16</inkml:trace>
  <inkml:trace contextRef="#ctx0" brushRef="#br0" timeOffset="17538.98">16361 7034 47 0,'0'0'220'0,"0"0"-9"0,1-5-14 16,-1 5-11-16,0 0-13 0,11 0-11 0,-7-3-17 16,-4 3-7-16,12 3-11 0,-4-3-14 0,0 2-9 15,0 1-8-15,5 0-11 0,0 1-10 0,-2 3-4 16,4-2-8-16,0 2-6 0,4 1-9 0,-2 1-3 15,0-2-3-15,0-1-6 0,-4 1 0 0,-2 0-6 0,4-1-4 16,-3 1 2-16,1 0-7 0,-1-3-1 0,0 1 1 16,-1 0-7-16,-2 1 1 0,-2-4-2 15,0 1 0-15,-3 1-1 0,3-1 3 0,-3 0 7 0,-3 0 12 16,-1-3 8-16,8 2 11 0,-8-2 13 0,5 3 2 16,-5-3 13-16,0 0 2 0,0 0 0 0,0 0-6 15,0 0-2-15,0 0-10 0,0 0 2 0,-9 6 4 16,1-3 3-16,0-2 4 0,1 3-9 0,-4 0-4 15,2 0 2-15,-6 1-8 0,1 1-6 0,1 2-8 16,0-2-6-16,-4 6 0 0,0-5-4 0,1 5 1 16,0-1-5-16,1 1-3 0,-2-3-13 0,8 0-15 15,-2 0-38-15,4 1-32 0,-2 0-41 0,2 1-40 16,4-4-57-16,1 0-68 0,2 0-64 0,4 0-183 16,0-2-564-16,2 1 250 0</inkml:trace>
  <inkml:trace contextRef="#ctx0" brushRef="#br0" timeOffset="33138.98">12587 7802 8 0,'2'-5'267'0,"-2"1"-6"15,1-3-11-15,-1 4-14 0,0 3-12 0,0-6-6 16,0 6-19-16,0-7-11 0,0 7-19 0,0-3-9 16,0 3-18-16,0 0-15 0,0 0-17 0,0 0-9 15,0 0-14-15,0 0-6 0,0 0-13 0,0 0 6 16,0 0 19-16,0 0 4 0,-5 11-19 0,5-11-5 16,-6 8-3-16,5-1-4 0,-3-1 0 0,4 1 2 15,-3-1-6-15,0 2-3 0,1-1-7 0,-1 3-3 16,2-3-15-16,-1 4 3 0,1-3-6 0,1 0 2 0,-3 1-5 15,3 0 0-15,-1 1-4 0,1-1-1 16,0 3-5-16,0-5 1 0,1 1-3 0,-1 0-1 16,3-1-5-16,-2 1 17 0,3 0-16 0,-1-3 1 0,1 1 0 15,-1-1 0-15,2 2 0 0,2-2-2 0,-3 0-6 16,3-1 5-16,-1 0-3 0,0-1 1 0,2 0 6 16,2 0-1-16,-5-3-7 0,4 1 1 0,1-1 3 15,0-1 8-15,-2-2-10 0,4 0 0 0,-4 0-2 16,-1-1-5-16,4-1 3 0,-3-2 5 0,-1 1-4 15,3-2-4-15,-2 0 6 0,-1 0-1 0,-2-3 1 16,1 1 0-16,-2 0-2 0,1 1 0 0,-1-2 0 16,-3 2-5-16,2 0 6 0,-2 3 0 0,1-1 7 15,-1 0 8-15,1 1-4 0,-2 0 7 0,0 1 0 16,1-1-12-16,-1 2 11 0,0 4-11 0,0-5-3 16,0 2 3-16,0 3-6 0,0 0-4 0,4-5-3 15,-4 5-2-15,0 0-1 0,0 0 13 0,0 0-5 0,0 0-5 16,6 10-2-16,-5-5 4 0,3 0 4 15,-3 0-2-15,0 0 2 0,1 3-2 0,1-2 9 16,-2 1-14-16,5 0 3 0,-5 0 4 0,4 3-1 0,-2-5 0 16,1 4-3-16,1-2 13 0,0 0-13 0,1-1 0 15,0 1 5-15,-2-1 5 0,5-1-10 0,-2 0 0 16,0-1 1-16,1 0-5 0,-1 1 13 0,2-2 1 16,1 1-5-16,0-1-4 0,-1-1 4 0,-1-1 3 15,-1 0-1-15,1-1-5 0,3 0 2 0,-4 0 3 16,3-2-3-16,-4-1 4 0,4-1-3 0,-5 3 18 15,4-3-21-15,-3 2 6 0,-2-4-3 0,4 1 2 16,-3 0 12-16,0 0-6 0,-1-4 1 0,3 2 4 0,-6-3-3 16,3 3 5-16,0-5-6 0,-1 2 1 0,0 0-5 15,-3 0 20-15,1-2 2 0,1 3 1 16,-2-1-2-16,1 0-7 0,-1 3-1 0,-1 0-1 0,-1 0-4 16,1 1-4-16,-2-1-2 0,2 1 1 0,-1 2-2 15,-2-2-1-15,0 2-7 0,3-1 4 0,-3 3 1 16,4 2-4-16,-6-7 2 0,4 5-5 0,2 2-1 15,-4-5 3-15,4 5-1 0,-6-2-4 0,6 2 4 16,-3-2 0-16,3 2-1 0,0 0 0 0,0 0-2 16,-4-4 6-16,4 4-2 0,0 0-6 0,0 0 7 15,0 0 0-15,0 0 4 0,0 0 0 0,0 0-4 16,0 0 5-16,0-6 2 0,0 6 6 0,0 0-3 16,0 0 3-16,0 0-7 0,0 0 7 0,0 0-7 15,0 0 0-15,6-3-4 0,-6 3 0 0,2-3-4 16,-2 3 5-16,5-2-3 0,-5 2 0 0,4-3-3 0,-4 3 1 15,0 0-2-15,5-4-1 0,0 2 6 0,-5 2-5 16,0 0 3-16,6-2-2 0,-6 2 10 0,0 0-17 16,7-1-6-16,-7 1-20 0,4-3-11 0,-4 3-52 15,0 0-35-15,4-5-33 0,-4 5-48 0,0 0-56 16,0 0-62-16,0 0-71 0,0 0-212 0,3 8-663 16,-3-8 293-16</inkml:trace>
  <inkml:trace contextRef="#ctx0" brushRef="#br0" timeOffset="36595.47">13296 1979 270 0,'0'-4'307'0,"4"-1"-26"0,-4 1-26 16,1 1-25-16,-1 3-28 0,0 0-24 0,0 0-21 16,0 0-13-16,0 0-14 0,-8 15-12 0,3-7-14 15,1 12-5-15,-3-1-12 0,3 6-8 0,-2-3-5 16,2 5-9-16,0 2-4 0,-4 2-7 0,3-3-3 16,-1-2-4-16,1 3-7 0,-1-8-5 0,0 3-1 15,4-3-1-15,0-3-4 0,-2-2-3 0,2 2 1 16,-1-5-5-16,2-3-1 0,0 1-3 0,-1-5 3 15,2 0 2-15,-1-1 44 0,-1-2 33 0,2-3 1 16,0 0-19-16,0 0 6 0,0 0-11 0,3-19-10 16,0 7-5-16,1-5-3 0,3-3 5 0,1-5-17 15,2-6-7-15,-1-1 12 0,3-5-20 0,5-11-6 16,-3 16-7-16,-3-4 8 0,1 3 16 0,-3 2 13 16,2-1 8-16,-3 1 13 0,0 5 7 0,2 0-4 0,-2 8 11 15,-3 1 6-15,1 2 8 0,-1 3-3 16,-1 1-2-16,-3 1-7 0,2 3-11 0,0 1-11 15,-2 2-13-15,3 1-16 0,-4 3-8 0,0 0 0 16,0 0-5-16,7 12 0 0,-2 0-4 0,1-1-1 0,-2 8 1 16,2 6-2-16,1-5-6 0,-2 10 0 0,4 2 2 15,-2-1-5-15,1 0 4 0,-1 0-2 0,1 0-5 16,-1-1 0-16,-1-2-3 0,-4-2-8 0,5 1-19 16,-4-5-14-16,1-3-15 0,-3-1-21 0,2 0-16 15,0 0-17-15,-2-5-28 0,0-3-21 0,1-2-19 16,-1 2-16-16,-1-4-10 0,-1-1 1 0,1-1-8 15,-3-1-23-15,-1 0-30 0,4-3-28 0,-9 0 0 16,9 0-17-16,-13-6-199 0,5 1-539 0,-3 0 238 16</inkml:trace>
  <inkml:trace contextRef="#ctx0" brushRef="#br0" timeOffset="36767.33">13387 2319 481 0,'-12'-5'9'16,"4"1"17"-16,-5 0 20 0,6 3 39 0,1 0 32 16,-1 1 25-16,0-1 22 0,-1-1 12 0,8 2 3 15,-9-2-6-15,5-1-3 0,4 3-6 0,0 0 8 16,0 0 0-16,-10-3-2 0,10 3 0 0,0 0-23 15,0 0-7-15,0 0-18 0,0 0-9 0,26-5-11 16,-14 3-11-16,3 1-10 0,4-2-8 0,0-4-11 16,0 2-39-16,6 2-43 0,-2-4-49 0,0 2-42 15,-1 0-62-15,9-5-60 0,-9 3-60 0,-2 1-153 16,1-2-482-16,3 0 214 0</inkml:trace>
  <inkml:trace contextRef="#ctx0" brushRef="#br0" timeOffset="37159.44">13878 2118 64 0,'3'-4'316'0,"-3"4"0"15,0 0-4-15,0 0-8 0,0 0-10 0,0 0-12 16,-4-5-19-16,4 5-13 0,-7-2-13 0,7 2-20 16,0 0-11-16,-11 1-15 0,11-1-23 0,-11 1-18 0,7 2-15 15,-5-3-15-15,2 2-14 0,-1 0-8 16,-3 3-11-16,1-1-8 0,1-2-6 0,-2 3-11 15,3 3-5-15,0-2-9 0,1-2-4 0,-1 4-3 0,4-3 0 16,-2 1-10-16,5 5-4 0,-1-5-4 0,4 1 5 16,2 4-5-16,3-2 0 0,2 0 1 0,1 0-6 15,6 2 2-15,-1-1-3 0,3 1-2 16,-2-1 5-16,0 2-7 0,-2-6-2 0,-1 3-3 0,2-1 3 16,-5 1-10-16,1-2 4 0,-3 1 1 0,2-3-4 15,-5 0 1-15,2 0-5 0,-3-1 0 0,-3 0 3 16,1 1-3-16,-4-1-3 0,-1 0 10 0,-2-1-5 15,-4 1 3-15,-1-2 12 0,-5 0-12 0,3 1-2 16,-2-2 8-16,-6 0-9 0,-2 1-20 0,4-1-12 16,2-1-31-16,1-1-26 0,2 1-31 0,0-3-23 15,1 2-12-15,5-2-32 0,0 1-47 0,3-2-56 16,2-1-40-16,2-2-213 0,1 1-587 0,3 1 261 16</inkml:trace>
  <inkml:trace contextRef="#ctx0" brushRef="#br0" timeOffset="37581.26">14188 2095 152 0,'3'-3'278'16,"-3"3"-11"-16,0 0-16 0,0 0-15 0,0 0-19 0,0 0-23 15,-1-5-24-15,1 5-14 0,0 0-14 0,0 0-13 16,0 0 7-16,0 0 13 0,-17 8-21 15,12-6-13-15,-2 1-6 0,0 2-9 0,-1-2-13 16,0 5-6-16,1 1-16 0,-6-4-3 0,6 1-2 0,0 2-5 16,0-2-7-16,-1 2-3 0,5-2-3 0,-1 0-6 15,0 1-1-15,1 1-3 0,2-2 3 0,2 2-4 16,2-2-6-16,-1 0 3 0,6 5-5 16,1-4 2-16,1 3-5 0,7 0 1 0,-4-2-2 0,4-1 6 15,-6-1-14-15,9 4 0 0,-6-4-1 0,1-1-1 16,3 4 2-16,-7-3-13 0,0-3 8 0,-3 5 0 15,0-4-3-15,-3 1-1 0,-1-4-1 0,2 6-6 16,-5-4 6-16,2 1-3 0,-3-4 2 0,0 6-1 16,0-6 2-16,-8 7-2 0,2-6 4 0,-4 2-1 15,1-2 5-15,-11 1 4 0,6 1-2 0,-2-2-3 16,-2 0 14-16,-2 2-11 0,2-3-5 0,3 1 2 16,-2-1 1-16,3 0-1 0,3 0-5 0,2 0-9 15,0 0-21-15,3 0-3 0,0 1-21 0,6-1-21 16,0 0-37-16,-8-2-43 0,8 2-47 0,0 0-44 15,0 0-32-15,16-9-190 0,-5 6-505 0,4-3 224 16</inkml:trace>
  <inkml:trace contextRef="#ctx0" brushRef="#br0" timeOffset="37987.49">14407 2191 86 0,'0'-4'303'0,"0"0"4"0,0 0-1 0,0 4-11 15,0 0-22-15,-1-6-2 0,1 6-37 0,0 0-29 16,0 0-19-16,-3-4-23 0,3 4-10 0,0 0-19 0,0 0 6 16,0 0-30-16,-8 12-3 0,7-6-14 15,-2-1 0-15,3 3-9 0,-1 2-6 0,1 1-10 16,0-1-1-16,1 0-7 0,-1 1-3 0,4 4-3 16,4 1-11-16,-2-6-3 0,-1 3 0 0,2-2-5 0,2-1-4 15,0 2-6-15,0-3-8 0,-1-2-4 0,4 1-6 16,-2-2-4-16,3 0-3 0,-2-3-1 15,2-3 5-15,-2 0-4 0,-2 0-2 0,1-2-2 16,0-4 10-16,0 1-4 0,-2-2-1 0,2-1 1 0,-5-1 6 16,1-2-5-16,0-1 1 0,-3-1 4 0,0-5 3 15,1 6 7-15,-3-3 11 0,2 2 6 0,-3-1 10 16,0 2 19-16,0 0 8 0,-3 2 2 16,3-1-15-16,0 4-2 0,-1 2-8 0,1 1-2 0,-3-2-8 15,2 2-12-15,1 4-14 0,0-5-7 0,0 5-20 16,0 0-21-16,0 0-35 0,0 0-16 0,0 0-26 15,-3 12-29-15,3-5-26 0,0 0-27 0,0 0-26 16,0 1-25-16,3-1-35 0,-2 1-31 0,3 1-186 16,0-3-539-16,-1 1 238 0</inkml:trace>
  <inkml:trace contextRef="#ctx0" brushRef="#br0" timeOffset="38487.44">14761 2185 10 0,'0'-4'302'15,"0"-1"-1"-15,0 5-4 0,3-7-2 0,-3 4-11 16,0 3-24-16,0 0-24 0,0-5-30 0,0 5-18 16,0 0-28-16,0 0-15 0,0 0-14 0,0 0-12 15,0 0-14-15,0 0-5 0,1 18 5 0,-1-14-30 16,0 3 1-16,3 1-14 0,-1 0-2 0,0 3-10 16,0-2-2-16,4 0-16 0,-5-2-12 0,2 0-13 15,1 1-20-15,-1-2-13 0,1-1-5 0,1 0-3 16,-2-1 6-16,-2 1-6 0,2-2 3 0,3-2 4 15,-6-1 0-15,0 0 6 0,0 0-1 0,15-4 3 16,-11-1-1-16,-2 0 4 0,2 0 2 0,3-5 0 0,-4 3 5 16,4-4-3-16,-1 1 2 0,0 0 4 15,-1 0 1-15,2 2 13 0,-3 0 3 0,-1 0 12 16,4 2 8-16,-5 0 2 0,3 2-4 0,-5 1-6 16,1-1-1-16,-1 4-9 0,3-4-4 0,-3 4 8 0,0 0-8 15,0 0-5-15,5 9 3 0,-3-4-4 16,-1 4 4-16,2-2-3 0,-2 2 4 0,1 2-2 15,-1-1-4-15,0-1 2 0,2 1-2 0,-2 0-1 16,-1-2-2-16,3 0 1 0,-3-2-2 0,3 2-1 0,-3-3 3 16,2-1 5-16,-2-2-1 0,0-2 1 0,2 4 4 15,-2-4 1-15,0 0 2 0,0 0 0 0,9-9 15 16,-5 4 10-16,2-1 8 0,-1-2 9 16,-1-1 4-16,2 1 11 0,-1 0 12 0,2-2-5 0,1 0 3 15,0 1 9-15,-2 0-10 0,-1 1-13 0,-2 2 9 16,3 1-22-16,-1 0-7 0,0 1-8 0,-1 0-3 15,2 2-14-15,-1 1-5 0,-5 1-18 0,12 2-46 16,-6 2-37-16,-1 0-34 0,-1 1-37 0,4 1-39 16,-1 4-48-16,1-3-57 0,2 5-276 0,2-5-625 15,2 6 277-15</inkml:trace>
  <inkml:trace contextRef="#ctx0" brushRef="#br0" timeOffset="39190.61">15777 1783 34 0,'0'0'251'0,"0"0"-30"0,0 0-23 15,0 0-18-15,0 0-23 0,0 0-5 0,-3 17 8 16,3-9-16-16,0 1-8 0,0 4-9 0,0 5-14 0,0 1 4 16,4 0-1-16,-2 2-14 0,1 6-11 0,0 0-11 15,-3-5-5-15,3 3-7 0,1 2-10 0,0-1-3 16,0-1-5-16,-1-4-5 0,1-2-2 15,3 0 5-15,-3-2-14 0,0-6-1 0,0 2-4 0,0-2-2 16,1 0 0-16,-1-5-4 0,2 1 3 0,0-2-4 16,-1-2-1-16,5 0-4 0,-3-2 2 0,5 1-4 15,0-5 0-15,-1-1-2 0,0 0-2 0,1-3-2 16,0-1 2-16,3-4-3 0,-1-3-2 0,-2 0-1 16,-1-2-1-16,-2 0 1 0,-2 7-1 0,-1-4-3 15,1-3 5-15,-1 6 6 0,-2-1 19 0,0 1 9 16,-4 1 5-16,2 3 6 0,-2-1 1 0,1 3-7 15,-1 2 4-15,0-2-16 0,0 5-4 0,0 0-10 16,0 0 5-16,0 0-4 0,0 0-2 0,0 0-6 16,-8 16 4-16,7-8-1 0,1 3-3 0,0 2 0 15,2 4 3-15,4 0-2 0,-2 2 2 0,3-2-8 16,0-1 3-16,5-1-1 0,-4 2-2 0,0-2 2 16,3 0-1-16,-2-5 0 0,1-1 4 0,2 0-1 15,-1-2-9-15,-1 0 3 0,3-2 1 0,-2-1 0 16,0-2 0-16,1-3 2 0,-4 0 3 0,3-2-4 15,0-1 15-15,-4-2-15 0,1-3 0 0,0 0-2 16,-2-3 1-16,-2-6-2 0,-1 0 1 0,-2-1-10 16,0-9 7-16,-2 0 1 0,-2-1-1 0,0-1-4 15,1 1 3-15,-4 2 0 0,5 7 1 0,-2-3 0 16,-2 4-2-16,2 3-3 0,-4-1 3 0,3 4-5 16,0 3-9-16,-2-2-21 0,0 4-39 0,-1 0-44 15,0 4-47-15,-1 3-39 0,0-2-51 0,-4 5-264 16,6 0-561-16,-1 0 248 0</inkml:trace>
  <inkml:trace contextRef="#ctx0" brushRef="#br0" timeOffset="39737.51">16914 1800 213 0,'0'-6'319'0,"0"1"-22"15,0 5-20-15,-7-2-20 0,3-1-18 0,-1 2-14 16,5 1-8-16,-14 2 8 0,0 0 12 0,0 0-1 16,-4 7-45-16,0 0-36 0,0 2-19 0,1 2-15 15,-1 2-38-15,-1 3-2 0,3-2-12 0,3 0-7 16,0 2 0-16,-1 6-10 0,6-4-8 0,-4-2 0 16,5 0-6-16,0 2-5 0,3-1 2 0,4 1-2 15,4-1 11-15,-1-1-16 0,5-1 0 0,4-1 0 16,2 0-7-16,4-3-1 0,4 3-7 0,6-2-15 15,-2-4-27-15,-3-3-32 0,6-2-37 0,-5 0-37 16,-5-3-53-16,4 0-47 0,-1-5-66 0,-3-1-218 16,-4-1-563-16,-3-1 249 0</inkml:trace>
  <inkml:trace contextRef="#ctx0" brushRef="#br0" timeOffset="39925">16772 2022 142 0,'-6'-1'257'16,"6"1"-13"-16,-7-1-6 0,7 1-8 0,0 0-9 16,-5-1-10-16,5 1-12 0,0 0-19 0,0 0-15 0,0 0-18 15,0 0-13-15,0 0-19 0,17-5-9 0,-5 4-6 16,2 1-14-16,2-1-13 0,3-4-13 0,-1 2-26 16,2-2-37-16,3 1-33 0,-2-1-47 15,-1 0-57-15,-2 0-63 0,5-4-211 0,-7 4-447 0,5-6 199 16</inkml:trace>
  <inkml:trace contextRef="#ctx0" brushRef="#br0" timeOffset="40128.1">17213 1723 114 0,'0'0'206'15,"0"0"-8"-15,0 0-8 0,0 0-6 0,0 0-16 16,0 18-14-16,2-7-11 0,0-1-15 0,0 4-12 15,-1-1-9-15,0 4-12 0,2 3-7 0,-3 1-11 16,3 0 4-16,0 5-16 0,-1 1-4 0,1-4-4 16,0 1 0-16,-3 3-46 0,0-7-45 0,1 0-46 15,2-2-58-15,0 0-66 0,-2-2-104 0,0-3-332 16,2-1 147-16</inkml:trace>
  <inkml:trace contextRef="#ctx0" brushRef="#br0" timeOffset="40406.37">17526 1718 92 0,'1'-3'382'0,"1"0"-26"0,-1-1-49 15,-1 4-34-15,3-4-28 0,-3 4-33 0,0 0-22 16,0 0-20-16,0 0-17 0,1 12-12 0,2 0-14 15,-3 2-14-15,0 4-7 0,3 5-9 0,-1 2-13 16,0 4-9-16,-1 1-2 0,2 1-9 0,-2 0-5 16,3 1-9-16,-4-3-1 0,0 0-25 0,3 1-20 15,-3-3-27-15,6-1-27 0,-8 0-36 0,2-6-18 16,-3-1-51-16,3-1-33 16,-1-5-52-16,-2-2-194 0,2 1-469 0,-2-5 207 15</inkml:trace>
  <inkml:trace contextRef="#ctx0" brushRef="#br0" timeOffset="41013.51">17209 1646 115 0,'3'-18'297'0,"0"5"-14"0,-2-4-15 15,2 6-5-15,-1-1-17 0,3 2-2 0,-4 0-24 16,2 0-19-16,-1 2-16 0,1 0-20 0,0 2-20 15,-1-1 20-15,1 2-14 0,1 0-19 0,-1 0-19 16,1 2-13-16,3 1-11 0,2-1 3 0,4 3-29 16,1 2-21-16,6 0-3 0,3 2-4 0,-2 1-12 15,11 3-6-15,-4 1-3 0,-3 1-4 0,5-3-5 16,-3 6 1-16,-1-1-4 0,1-2 2 0,0 3-2 16,-8-3-7-16,0 2 3 0,-1 1 1 0,-3-6-7 15,1 6 3-15,-5-4-2 0,-3 0-2 0,3-1-2 16,-4 2 0-16,1 0 11 0,-1-1-11 0,0 1 0 15,-2-3-2-15,-4-1 3 0,2 1-3 0,-1-2-2 16,-1 0 1-16,-1 0 2 0,-3 1 4 0,2-1 4 16,-2 1-1-16,0-1-2 0,-5-3 1 0,2 3 0 15,-1-1-1-15,0 4 0 0,-4-2 2 0,2 2 1 16,-2 0-1-16,0-1 1 0,1 1-1 0,2 2 3 16,0 0-2-16,0-2 3 0,1 3-3 0,1-1 4 15,2 1 2-15,3 1 1 0,1 1 0 0,1 0 3 16,2 0-3-16,4 2 2 0,0 3 2 0,3-3 0 15,3-1 2-15,2 2-1 0,9 0-2 0,-7-2 4 16,0-1 1-16,1-2-3 0,9 1-5 0,-12-3-15 16,4-2-31-16,-4 0-24 0,0 1-26 0,-4-5-34 0,0 1-36 15,-3-2-41-15,0-1-45 0,-4-1-190 0,4 0-473 16,-8 0 210-16</inkml:trace>
  <inkml:trace contextRef="#ctx0" brushRef="#br0" timeOffset="41857.24">17254 1797 22 0,'0'0'255'16,"2"-7"-6"-16,0 5-8 0,-2 2-11 0,0-5-15 15,0 5-5-15,2-6-8 0,-2 6-12 0,1-2-17 16,-1 2-14-16,0 0-15 0,0 0-10 0,0-5-16 16,0 5-11-16,0 0-12 0,0 0-13 0,0 0-1 15,0 0-9-15,0 0-16 0,0 0-5 0,0 0-6 16,0 0-4-16,0 0-6 0,0 0-4 0,0 0-6 15,0 0-3-15,0 0-6 0,0 0 0 0,0 0 0 16,0 0-2-16,0 0-5 0,-3 13 2 0,3-13 0 16,0 6-4-16,-2 2 0 0,2 0-1 0,0-1 0 15,-2 4-2-15,2 1 1 0,0 0-2 0,0 2 1 16,0-2-1-16,0 8 3 0,0-1-3 0,0 0 5 16,2 10-5-16,-2-9 2 0,2-1-2 0,1 9 0 0,1-7 0 15,-1-1 3-15,-1 6-1 0,1-7-4 16,-3 1 3-16,1 3 0 0,2-7-2 0,-3 3 0 15,0-2 4-15,0-4 3 0,0-1-6 0,2 0-4 16,-4-3 5-16,2 1-1 0,-3-2-1 0,2 0-1 16,1-2 5-16,0-2 3 0,0 1-4 0,0 0 1 0,0-5 5 15,0 6 11-15,0-6 40 0,0 3 20 0,0-3 21 16,0 0 13-16,1 5 12 0,-1-5-14 16,0 0 2-16,0 0-12 0,0 0-10 0,0 0-9 15,0 0-11-15,0 0-3 0,0 0-12 0,-1-14-3 0,1 14-8 16,0-8-2-16,0 4-10 0,0 4-5 0,0-5-10 15,0 5-18-15,0-7-33 0,0 3-38 0,0 4-58 16,0-5-51-16,0 5-52 0,-3-8-85 16,3 4-365-16,-1-1-735 0,0 1 324 0</inkml:trace>
  <inkml:trace contextRef="#ctx0" brushRef="#br0" timeOffset="59968.91">8042 4602 106 0,'0'-6'349'0,"0"1"-16"16,1-2-8-16,-2 1-9 0,1 2-6 0,-1-1-7 15,1 0-3-15,0 5-15 0,-2-7-15 0,2 7-22 16,0-5-31-16,0 5-26 0,0 0-21 0,0 0-22 15,0 0-11-15,0 0-17 0,0 0-11 0,0 0-3 16,0 23-19-16,2-13-6 0,-1 3-6 0,0 0-10 16,1 3-6-16,-4 4-2 0,4 0-7 0,2-2-6 15,-3 3-1-15,3-1-6 0,0-1 0 0,-3 2-8 16,2-3 1-16,0 2-2 0,1 3-5 0,0-6-4 0,-1 2 10 16,-3-2-10-16,3-3-2 0,1 2-2 0,0-4-3 15,-3 1-23-15,3-1-28 0,-4-3-34 16,0-2-34-16,2-1-23 0,0 0-24 0,-2-1-21 0,3 0-11 15,-3-2-10-15,1 0-41 0,-1-3-45 0,0 0-42 16,6 2-224-16,-6-2-593 0,0 0 263 0</inkml:trace>
  <inkml:trace contextRef="#ctx0" brushRef="#br0" timeOffset="60312.58">7873 4573 103 0,'0'-3'307'0,"-1"-1"-11"0,-3 2-4 0,4 2-9 0,-3-5-12 15,3 5-19-15,-2-5-23 0,2 5-15 0,0 0-26 16,0 0-25-16,0 0-14 0,7-4-13 15,-7 4-12-15,7 0-17 0,3 0-8 0,1 0-9 0,1 0-2 16,2 0-12-16,0 1-9 0,4-1-14 0,3-1 1 16,-1-2-6-16,2 3 1 0,0-3-6 0,1 0-2 15,1-1-7-15,6 0-7 0,-9-1 0 0,0 2 1 16,-2-2 1-16,0-1-6 0,-4 0-11 0,-1 4-8 16,-2-6-14-16,-1 4-17 0,-4-1-16 0,1 3-17 15,-3-3-5-15,-3 2-33 0,-1 1-44 0,-1 2-45 16,0 0-44-16,0 0-37 0,0 0-212 0,-15 8-519 15,8-4 231-15</inkml:trace>
  <inkml:trace contextRef="#ctx0" brushRef="#br0" timeOffset="60812.53">8205 4734 51 0,'10'-1'235'0,"-10"1"-16"0,6 0-15 0,-6 0-12 15,10 2-10-15,-6 0-12 0,1 1-19 0,-1 0-13 16,2-1-10-16,-3 3-5 0,1-2-9 0,0 1-11 16,0 1-10-16,1-1-9 0,-3 1-5 0,0 3-10 15,3-2-5-15,-3 2-8 0,-2-1-1 0,3 2-7 16,-2-1-5-16,-1 3-3 0,0-4-4 0,-1 3-2 16,1-4-4-16,0 2-3 0,-3 0 0 0,2-4-5 15,0 5-4-15,-2-1 0 0,0-3 0 0,2 0-3 16,-1-1 7-16,-3-2-8 0,5 2 12 0,0-4 24 15,0 5 10-15,0-5 1 0,0 0-4 0,0 0 2 16,0 0-3-16,0 0-5 0,-7-14-4 0,7 9 0 16,0-1-6-16,2-2-4 0,-1-3-1 0,2 1-2 15,-2-1-7-15,4 2-8 0,-2 0-4 0,3 0-10 0,-1 0-17 16,-1 4-15-16,0-2-25 0,3 3-22 16,1-3-25-16,-1 3-28 0,1 1-25 0,4 1-27 15,-1 0-26-15,0 0-21 0,1 2-20 0,-1 2-130 0,0-1-406 16,3-1 180-16</inkml:trace>
  <inkml:trace contextRef="#ctx0" brushRef="#br0" timeOffset="61593.71">8571 4761 123 0,'-4'-4'220'0,"0"2"0"0,0-2-6 15,-2 1-6-15,2 0-10 0,-2 1-13 0,-3-1-20 16,5 2-12-16,-1 0 3 0,-9 3-2 0,3 1-24 15,0 1-22-15,2 0-11 0,-2 0-12 0,4 1-8 16,-4 0-6-16,3 1-10 0,-1 3-3 0,-1-1-10 16,1 0-3-16,2-1-6 0,0 2-5 0,1-1 0 15,1 0-4-15,4-2-4 0,-2 3-3 0,2-4 6 16,1 3-7-16,1-1 0 0,2-1-4 0,3 0-1 16,0-1 0-16,4-1-8 0,-2 0-6 0,4-2-10 15,0 1-4-15,0-3-5 0,1 0-3 0,-1-1 2 16,-1-3-2-16,0 4 0 0,1-3 2 0,0-2 2 15,-5 1 4-15,1 2 2 0,1-5 1 0,0 4 5 16,-5-3 11-16,0 0 6 0,0 1 10 0,-1-1 9 16,1 0 8-16,-3 1 8 0,-1 2 12 0,3-4 14 15,-3 3 7-15,0 4 3 0,0-6-2 0,1 1 4 0,-1 5-9 16,0-5-5-16,3 3-9 0,-3 2-13 0,0 0-11 16,0 0-11-16,0 0-1 0,0 0-3 0,0 0-2 15,0 0-14-15,0 0-7 0,0 0-8 16,-4 13 3-16,4-8-7 0,1 1-4 0,-1 0-14 0,0 1-10 15,3-1-8-15,-2 1-9 0,3-2-9 0,-1 4-11 16,0-4-17-16,1 2-6 0,2-1-11 0,0-1-10 16,-2-2-10-16,3 3-6 0,0-5-7 0,0 1 4 15,2-4 9-15,-2 2 14 0,1-1 13 0,-2 0 9 16,3-4 12-16,-3 1 4 0,-1-1 21 0,1 0 24 16,-1-2 22-16,0-1 17 0,2 0 22 0,-3 0 18 15,0 0 13-15,-1 2 14 0,0-2 8 0,-2 2 4 16,2 0 1-16,1-1 1 0,-3 2-5 0,-1 1 2 15,1-1-10-15,-1 5-10 0,-1-7-7 0,1 7-10 16,3-3-12-16,-3 3-5 0,0 0-7 0,0 0-1 16,0 0 1-16,0 0-4 0,0 0-5 0,4 13 1 15,-4-8-5-15,1 1-9 0,2 1-9 0,-2 0-8 16,2 2-10-16,-1 0-6 0,3 2-6 0,-2-4-9 0,2 3 1 16,-1-2 7-16,2-2 2 0,-1 0 4 0,-1-1 3 15,0-2 5-15,1 0 6 0,-2-1 3 16,1 0 3-16,-4-2 4 0,10 1 2 0,-10-1 21 0,0 0 14 15,8-8 3-15,-5 5 12 0,1-3 13 0,0 0 6 16,-1 0 6-16,-2 0 12 0,-1 1 7 0,4-4 17 16,-1 5 4-16,0-2 4 0,-2 0 0 0,0 1 1 15,2-2-4-15,-3 3-11 0,3 0-7 0,-3 4-15 16,0-4-11-16,5 2-11 0,-5 2-12 0,0 0-4 16,0 0-5-16,6-3 2 0,-6 3-15 0,5 6-20 15,-1-4-14-15,0 1-15 0,2 0-14 0,-2 4-25 16,3-3-14-16,-3 0-22 0,1-1-24 0,1 4-30 15,-1-3-36-15,-2-2-39 0,6 1-32 0,-5-1-38 16,0-2-172-16,-4 0-514 0,0 0 227 0</inkml:trace>
  <inkml:trace contextRef="#ctx0" brushRef="#br0" timeOffset="61796.81">8809 4533 2 0,'0'-7'366'0,"0"2"-14"0,0-2-31 16,0 1-28-16,0 4-25 0,3-3-27 0,-2 1-24 15,-1 1-19-15,0 3-27 0,3-6-19 16,-3 3-34-16,0 3-52 0,0 0-60 0,0-6-63 0,0 6-66 16,0 0-61-16,0 0-218 0,9 0-434 0,-9 0 192 15</inkml:trace>
  <inkml:trace contextRef="#ctx0" brushRef="#br0" timeOffset="62640.57">8954 4482 96 0,'3'5'186'0,"-1"2"0"0,2 2-13 15,1 2 1-15,-2 1-15 0,1 0-13 0,1 6-8 16,2-1-15-16,1 1-7 0,2 1-11 0,-2 0-12 15,0-1-3-15,0 2-9 0,3-2-9 0,-4 0-11 16,3-1-7-16,-5 0 1 0,2-6-10 0,-2 2-1 16,-1-1-6-16,0-3-2 0,-2 0-4 0,1-3 0 0,-2 0-2 15,-1 0 23-15,-1-3 25 0,-1 1 6 16,1 1 6-16,-2-1 10 0,3-4 0 0,-7 3 4 16,7-3 2-16,-11 0-1 0,11 0-3 0,-9-6-5 15,2 5-7-15,0 0 1 0,2-2 5 0,-1 1-16 0,2-1-1 16,0 1-2-16,4 2-2 0,-7-3-5 0,7 3-1 15,-4-4-6-15,4 4-22 0,0-4-19 16,0 4-18-16,0 0-12 0,14-3-15 0,-6 1-16 0,4 1-16 16,1 1-10-16,1-1-8 0,0 0-9 0,5-1-7 15,-4 2-1-15,0 0-9 0,4-1 1 0,-4-1 1 16,-1 1 5-16,-2 0 8 0,0-1 10 0,-1 2 8 16,-3 0 7-16,-1-1 14 0,-7 1 11 0,11-1 12 15,-4 0 14-15,-7 1 5 0,6-1 3 0,-6 1 6 16,4-3 5-16,-4 3 4 0,5-2 3 0,-5 2 6 15,0 0-3-15,0 0-5 0,0 0-3 0,0 0-2 16,0 0-3-16,4-3-4 0,-4 3 1 0,0 0-2 16,0 0-2-16,0 0 1 0,0 0-1 0,0 0 4 15,-4 10-2-15,4-10-2 0,0 8 0 0,0-4-1 16,1 0 0-16,-1-1-4 0,0-3-3 0,0 6-4 16,3-2-5-16,-3-4-1 0,1 4 2 0,3-1-2 15,-1-1 2-15,-3-2 4 0,6 2 0 0,-6-2 5 16,0 0-1-16,0 0-2 0,10-4 6 0,-6 1-3 0,-4 3 1 15,6-8 0-15,-5 3 3 0,-1 1 0 16,0-4 2-16,3 0 9 0,-3 3 8 0,1-1 5 16,-1-1 4-16,0 1 7 0,0 1 1 0,0-2 2 15,0 1-4-15,0 1 3 0,-1 1-7 0,1 4-1 0,1-8-8 16,-1 8-5-16,-1-4-2 0,1 4-7 0,4-2 1 16,-4 2-2-16,0 0-2 0,0 0-1 0,0 0-5 15,7 13-8-15,-6-8 4 0,2 1-9 0,1-1-8 16,0 3-1-16,0-2-10 0,0 1-3 0,-1 1-4 15,1-2-2-15,0 0-6 0,1 1 0 0,-1-1 7 16,2-4 0-16,-3 5 6 0,1-4 5 0,-1-1 8 16,-2 1 4-16,-1-3 2 0,9 2 8 0,-9-2 13 15,0 0 10-15,0 0 8 0,9-5 16 0,-9 5 13 16,6-8 3-16,-4 3 13 0,-1-1 8 0,2 1 9 16,-2-1 13-16,7 0 10 0,-8 0 2 0,3-1 10 15,0 1 8-15,-1 1-4 0,1 0 0 0,0-2-5 16,-2 4-5-16,3-1-9 0,-1 0-11 0,-1 1-14 15,4 1-8-15,-6 2-13 0,7-3-5 0,-7 3-12 16,5 0-4-16,-5 0-2 0,10 3-6 0,-5 1-5 16,2 0-16-16,-3 1-30 0,0 1-31 0,5 2-34 15,-8-1-36-15,3 3-40 0,1 0-59 0,-5 3-50 16,7-4-74-16,-7 3-223 0,3 1-616 0,-3-3 273 0</inkml:trace>
  <inkml:trace contextRef="#ctx0" brushRef="#br0" timeOffset="75240.77">9972 4489 27 0,'0'0'171'0,"0"0"-1"0,0 0-5 0,0 0-2 15,0 0-10-15,0 0-10 0,0 0-12 0,0 0-12 16,0 0-6-16,0 0-16 0,0 0-6 0,0 0-13 16,0 0-10-16,0 0-9 0,0 0-5 0,0 0-9 15,0 0-5-15,0 0-2 0,0 0-7 0,0 0-1 16,0 0-4-16,3 6 1 0,-3-6-6 0,1 7-3 16,-1-3-3-16,3-2-1 0,-2 4-2 0,-1 1-1 15,4 0-2-15,-1-1 1 0,1 1 0 0,0 2-3 16,0-2 0-16,0 2-4 0,-1-2 4 0,0 2-2 15,2 0-2-15,-2-3 0 0,0 4 2 0,3 1 0 16,-3-3-5-16,1 3 1 0,-1-1 2 0,1-1 1 16,-1 1-6-16,-1-3 4 0,1 1 2 0,0-1-2 15,0 2 1-15,0 0-2 0,-1-1 3 0,2 0-2 16,-1-1-1-16,-1-1 2 0,1 2 12 0,0-1-15 16,-2 0 1-16,2-1 1 0,-1 0-1 0,-1 0 1 15,3 0 0-15,-2 1-3 0,1-1 0 0,-1 0 3 0,0 4-3 16,0-3 3-16,2-2 1 0,-3 3-1 0,1 1-2 15,0-1 4-15,-2-3-2 0,4 6 1 16,-2-5 0-16,1 1-3 0,-1 1 4 0,2-2 1 16,-3 1-4-16,2 0 0 0,-1 1 1 0,-1-2 4 0,2 1-2 15,1 1-7-15,-3-2 5 0,2 1 2 0,-2 1-2 16,2-2 1-16,-3 1 0 0,4 2 1 16,0-2-1-16,-1 4-2 0,-2 1 6 0,3-5-5 15,-1 3 4-15,0 1-5 0,1 0-3 0,-3-2 6 0,3 2 2 16,0 0-5-16,3 1 1 0,-3-2 1 0,0 1 0 15,0 2 0-15,2-2 0 0,-2 1-2 0,1-1 0 16,2 1 2-16,-3-1-2 0,0 1 1 0,3 2-2 16,-1-1 5-16,0-1-4 0,0-2-1 0,-1 1 3 15,1 1 0-15,-2-1-1 0,2 0 1 0,0-1 1 16,-2 2-3-16,0-3-1 0,2 1 1 0,-1 0-1 16,-1-1 2-16,1 1 4 0,-2 2-6 0,1-6 4 15,0 4-2-15,1 0 2 0,-3-2-1 0,1 1 1 16,5 0 1-16,-5-1-5 0,-1-1 4 0,3 3-1 15,-3-4 3-15,2 1-5 0,-1 0 5 0,0 0-2 16,6 3 2-16,-6-2-3 0,1 1-2 0,-3 0 3 16,5-5-2-16,-2 7 2 0,0-4-3 0,-2 2 1 15,4-2 0-15,-2 1 3 0,0 2-5 0,-1-5 3 16,3 2-3-16,-1 1 3 0,-2 0 0 0,2-4-1 0,-1 5 2 16,-1-4 1-16,1 1-2 0,0 1-1 15,-2-1 2-15,3 0 1 0,-1 1 0 0,-1-2 1 16,2 2-3-16,-2 0 0 0,1 0 4 0,0-3-3 15,3 1 1-15,-3 3 1 0,3-4-3 0,-6 1 2 0,3 2-2 16,0-1 3-16,-1-2-3 0,1 2 2 0,0 1-2 16,0-2 2-16,-1 1-1 0,4-2-1 15,-6 1-1-15,3 0 3 0,-1 0 0 0,1 1-2 16,-1-3 0-16,0 2 0 0,2 0 0 0,-1 0 0 0,-1 0 0 16,-1 1 0-16,4-1 6 0,-3 0-6 0,-1 1-1 15,4 1 4-15,-2-2 5 0,1 1-3 0,-1 1 0 16,0-2 16-16,2 0 10 0,-2 4-5 0,2-3-4 15,0 3-1-15,2-4 4 0,-2 2-6 0,-2 1-2 16,0-3-3-16,2 3 1 0,3-1-6 0,-5-2 0 16,4 3 3-16,-1 0-3 0,-2 0 0 0,2 0-3 15,0 0-2-15,1 0 1 0,-1-2-2 0,4 1 2 16,-4 3 1-16,4-4-1 0,-2 3-1 0,-1-1-3 16,0-1 2-16,3 2-1 0,0 0 0 0,-3 0 1 15,4 0 0-15,-2-3 4 0,-2 5-6 0,4-5 3 16,-2 3-2-16,0 0-1 0,2-1 0 0,-3 0 0 15,2 0 0-15,0 2-2 0,-3-3 2 0,2 1 4 16,-1-1-5-16,2 2 0 0,0-1 0 0,0 0 1 16,-2 1 0-16,4-3 2 0,-4 3-3 0,2 0-4 15,0-1 3-15,1 0 2 0,-1 0-1 0,0 0-2 16,1 0 3-16,-1-1 0 0,4 0 2 0,-4 2 6 16,1-4-7-16,-1 2 2 0,7 1 0 0,-6-2 2 15,-1 2 1-15,-3-1-5 0,5 0 2 0,0-1 6 0,-3 1-9 16,3-2 1-16,-1 1-1 0,-1 0 0 15,0 1 2-15,0 0-1 0,1-2 0 0,-1 1-4 16,-3 0 4-16,3 0-1 0,1 0 0 0,-1-2 1 16,-1 4-3-16,2-3 1 0,-1 1 0 0,-2-3-1 0,4 5 1 15,-3-3 0-15,1 0-1 0,2 2 0 0,0-3-3 16,-2 1 2-16,1 1-4 0,-2-1 5 16,-1 0 1-16,3-1 0 0,-1 1-1 0,3 0 0 15,-3 0-2-15,1-1 4 0,4 0 4 0,-6 1-9 0,2-2 6 16,-1 2-3-16,3-3 0 0,-2 3 2 0,0-1 3 15,-1 0-5-15,3 1 0 0,-2-1 1 0,-1 0-1 16,1 0 4-16,0 0-2 0,0-1 1 0,1 2 7 16,-2 0-3-16,2-3 3 0,1 2-3 0,-2 1 3 15,0 0-4-15,3-2 0 0,-4 1-2 0,8 2 2 16,-7-2-3-16,-1-1 1 0,4 0 0 0,-1 0-1 16,-1 1-1-16,0-2 1 0,-1 2 2 0,4 1-5 15,-3-1 4-15,1 0-7 0,0-1 2 0,-2 0 2 16,1 1-1-16,0-2-1 0,-1 2-2 0,2-1 7 15,-2 1-4-15,-1 1-1 0,3-2 4 0,-5 3-4 16,2-5 1-16,1 3-2 0,-5-2 1 0,7 2-2 16,-3 0 2-16,0-1 2 0,-2 1 0 0,3-1-2 15,-1 1-1-15,0 0 2 0,1-3-1 0,-1 2-1 16,3 1-3-16,-3 0 4 0,-2-3 5 0,-1 3-5 16,3-3 2-16,3 4-3 0,-2-3 0 0,-1 0 0 15,2 1 2-15,0 0-1 0,-2 1-2 0,2-3 4 16,-2 2 4-16,3 0-7 0,-2-2 3 0,0 0 0 15,3 1-3-15,-2 0 2 0,1 2-3 0,-1-3 2 0,0 0 0 16,-1 1-1-16,2 0-1 0,0 0 6 0,-5-1-6 16,6 0 6-16,-4-1 28 0,1 0-2 15,-1 2 0-15,-1-2-6 0,-2 2 0 0,3-1-1 16,-3-1 0-16,3 0-4 0,-2 0-4 0,-1 0 14 0,2-1-14 16,-2 1-3-16,4-2 1 0,-2 0-1 0,-2 2 2 15,3 0 0-15,-2 0 2 0,1 0 3 0,1-1 9 16,-3-2-10-16,3 3 5 0,0-1 0 15,0 0-11-15,-3 1 6 0,4-3-3 0,-4 2 2 0,3 1-5 16,1 0-4-16,-3-1 2 0,0-3 2 0,5 1-8 16,-3 2 1-16,-2 0 2 0,3 0 0 0,-1-2 0 15,-1 1-1-15,3 1-1 0,-2-3-3 0,-4 3 2 16,5 0-4-16,2 1 6 0,-5-4-4 0,2 3-2 16,-3 0 11-16,3-1-9 0,-1-1-4 0,-2 1 3 15,-1 1-1-15,6-1 5 0,-4-1-4 0,-3 1-1 16,4 1-4-16,-10 1 1 0,15-4-2 0,-7 3 13 15,1-2-6-15,-2 2-2 0,1 0-3 0,-8 1 6 16,17-4-3-16,-8 1 0 0,-2 1-4 0,4 2 3 16,-4-3 0-16,-2 1-2 0,3 1 1 0,-1-2 2 15,-7 3 4-15,19-4-6 0,-12 1 5 0,-7 3-5 16,13-2 10-16,-7-1-10 0,0 1 2 0,3 1-1 16,-1-2-3-16,-1 0 4 0,0 1-1 0,-7 2 3 15,13-5-1-15,-9 2 2 0,3 2-11 0,-7 1 9 0,11-4 4 16,-5 1-14-16,0 1 12 0,1-1-1 15,-7 3-4-15,10-4 4 0,-5 2-6 0,-5 2 4 16,11-2-2-16,-4 0 10 0,-7 2-11 0,8-5-2 16,-8 5 1-16,8-2 1 0,-8 2-4 0,8-2 11 0,-8 2-8 15,10-4 3-15,-10 4 1 0,5-1-1 0,-5 1 1 16,11-4 2-16,-11 4-3 0,8-2-5 16,-8 2 3-16,10-3 1 0,-6 0-4 0,0 1-2 15,4 2 9-15,-4-3-2 0,2 2-1 0,1 0 0 0,-7 1 1 16,10-3-1-16,-3 2 1 0,-3-1-2 0,4 0 4 15,-1 1 9-15,1 0-16 0,-1-1 6 0,0 1 4 16,0 0-3-16,2-2-2 0,-2 1-1 0,0-2-2 16,-3 1 2-16,4 2 2 0,-1 0-3 0,1 0 1 15,-4-1 5-15,2 1-6 0,2-1 1 0,-3 0 2 16,-1-1 2-16,3 1-5 0,-7 2 3 0,8-3-1 16,0 2-4-16,-4 0 2 0,2 0 0 0,1-1 2 15,-2 1 2-15,3 1-3 0,-4-4-1 0,3 3 1 16,-1-1 3-16,-1 0 8 0,1-1-11 0,2 2 3 15,-3-1 1-15,3-1-3 0,-4 0 4 0,2 2-1 16,2-2-5-16,-4 2 1 0,3-1 2 0,-2-1 2 16,1 1-5-16,-1-1 1 0,2 2 3 0,-2-2-5 15,1 2 4-15,1-2-1 0,-2 2-2 0,-1-2 7 16,4 0-8-16,-5 1 6 0,3 0-3 0,-2-2 3 16,1 2 4-16,0 0-9 0,-1-1 6 0,-4 3-5 15,9-3-2-15,-5-1 3 0,0 3 4 0,-4 1-5 16,11-4-1-16,-6 2 14 0,-2 0-13 0,-3 2-3 15,5-3 2-15,0 2 2 0,-1-2 0 0,-4 3-1 0,8-4 2 16,-4 2-1-16,1 0 6 0,-1-1-13 16,0 0 5-16,1 1 1 0,1-1-1 0,-2 1-3 15,-1-1 2-15,2 1 3 0,0-3-2 0,-1 4 3 16,-2-1-3-16,5-1 3 0,-3 1-2 0,-4 2-1 0,7-4 4 16,0 2-4-16,-3-2-2 0,0 2 3 0,4 1-2 15,-2-3-1-15,-1-1 6 0,-1 3-7 0,3-1 3 16,-2 1 4-16,1-1 1 0,-1 3 0 15,1-4-3-15,-1 0 4 0,-2 2-5 0,3-1 3 0,0 1 1 16,-3-1-6-16,1 0 5 0,1 1-3 0,0-1 0 16,-3 1 4-16,-2 2-5 0,10-4 1 0,-5 3-2 15,-5 1 2-15,4-3-1 0,0 0 2 0,-2 1 0 16,3-1-3-16,0 1 2 0,-5 2 1 0,7-4-3 16,-3 3 2-16,-4 1 8 0,9-4-8 0,-7 3 0 15,-2 1-4-15,7-5 8 0,-3 4 0 0,-4 1-10 16,4-2 4-16,-4 2 2 0,10-4 2 0,-10 4 2 15,4-4 1-15,0 3-4 0,3 0 0 0,-3-2 0 16,-4 3-3-16,7-4 3 0,-2 1 1 0,-1 2 1 16,0-1-5-16,-1-1 1 0,4 1 1 0,-3-1 4 15,0 0 1-15,1 1 3 0,-2-1-6 0,3 2-2 16,-6 1 12-16,7-5-14 0,-2 1 3 0,-4 2-1 16,4-1 4-16,-2-1-1 0,3 0 1 0,-2 2-3 15,1-1 1-15,-1-2-6 0,2 1 3 0,-2 2-1 16,4-1-3-16,-4-1 7 0,4-1-1 0,0-1-2 15,-2 2 1-15,-1-2 1 0,5-1 5 0,-1 3-8 16,-1-2 6-16,2 2-6 0,-5-1-1 0,6 1 1 16,-4 0 13-16,0-1-8 0,1 1-1 0,-4-1 0 0,4 1 0 15,-1-1-3-15,1 0-1 0,-1 2 12 0,0-2-13 16,-2 1 2-16,1 0 2 0,3 1-4 16,-3-1 5-16,-1 0-3 0,2 0-1 0,-3-1-1 15,5 2 3-15,-3-1 6 0,-2-1-6 0,4 1 0 0,0 0 12 16,-1 0-14-16,-3 0 2 0,3-1-4 0,-1 1 5 15,1 0-3-15,0-1 0 0,0 1 0 0,0 2 3 16,0-1 1-16,-3-1-2 0,1-1-1 16,2 3-2-16,0-1 5 0,-1-1-4 0,0 2 3 0,-2 0 7 15,2-3-8-15,-2 2-5 0,1 0 8 0,-2-1-5 16,5 1 2-16,-4 1-5 0,0-2 2 0,2 3-1 16,-1-2 5-16,-1-1 4 0,3 3 7 0,-3-2-15 15,0 0 4-15,0 0 0 0,0 1 0 0,-4 2-2 16,10-6 6-16,-9 4-4 0,7-1-1 0,-4-1 3 15,-4 4-2-15,9-4 1 0,-7 1 4 0,4 1-6 16,-2-3 2-16,3 1-2 0,-3 1 1 0,1-1-4 16,-1 0 0-16,2-1 5 0,-2 1-4 0,2 0 2 15,1-1 1-15,-2 0-1 0,0 1 0 0,1 2 10 16,0-1-7-16,1-2-5 0,-3 3 8 0,2-5-7 16,-1 6-1-16,2-2 2 0,-7 3-1 0,9-5 11 15,-5 0-13-15,3 1-1 0,-1 0 1 0,-1 2 2 16,-1-3 3-16,-4 5-4 0,8-7-1 0,-2 3 2 15,-6 4-1-15,7-4 2 0,-3 2 2 0,-4 2 2 0,6-4-6 16,-3 2 1-16,-3 2 2 0,0 0-2 0,10-5 1 16,-10 5 1-16,5-2 5 0,-5 2-6 15,6-3 2-15,-6 3-1 0,3-5 2 0,-3 5-1 16,0 0 0-16,7-3-2 0,-5 1-1 0,-2 2-2 0,2-4 2 16,-2 4 8-16,5-2-8 0,-3-1 3 0,-2 3-1 15,4-4 1-15,-1 2-2 0,2 0 4 16,-5 2-4-16,4-5 0 0,-4 5-2 0,6-4-1 15,-2 2 2-15,0-1 4 0,-4 3-2 0,6-3-1 0,-2 0-3 16,0 1 4-16,0-1-1 0,0 0 1 0,-4 3 1 16,7-5-4-16,-2 4 6 0,-2-1-6 0,0-1-1 15,-3 3 3-15,9-4 1 0,-5 2-2 0,-4 2-1 16,4-1 7-16,-4 1-7 0,4-2 1 0,-4 2-2 16,7-4 5-16,-4 2-2 0,-3 2 1 0,4-3-2 15,-4 3 2-15,0 0-4 0,8-1 2 0,-8 1 4 16,4-3 1-16,-4 3-4 0,0 0 2 0,0 0 0 15,4-2-6-15,-4 2 4 0,0 0-3 0,3-4 6 16,-3 4-3-16,4-4-2 0,-4 4 7 0,0 0 0 16,3-1-5-16,-3 1-3 0,6-3 2 0,-6 3 1 15,0 0 8-15,10-2-6 0,-7-1-5 0,-3 3 1 16,5-2 4-16,-5 2-2 0,7-5-2 0,-3 4 5 16,-4 1-5-16,8-4 4 0,-8 4-3 0,7-1-3 15,-3 0 7-15,-1-2-6 0,3 1-4 0,-6 2-5 16,6-6-2-16,-3 5-11 0,-3 1 2 0,5-5-6 15,-2 4-14-15,0-2-5 0,-3 3-13 0,5-5-27 16,-5 5-26-16,3-2-26 0,-3 2-41 0,1-4-56 0,-1 4-286 16,0 0-568-16,0 0 251 0</inkml:trace>
  <inkml:trace contextRef="#ctx0" brushRef="#br0" timeOffset="82358.62">12703 6763 81 0,'0'0'140'0,"0"0"-4"16,-4-2-1-16,4 2-6 0,0 0-16 0,0 0-1 15,0 0-6-15,0 0-6 0,0 0-14 0,0 0-11 16,0 0-5-16,0 0-16 0,0 0-1 0,0 0-1 16,0 0-8-16,0 0-5 0,0 0-2 0,0 0-9 15,-11 9 1-15,8-5-1 0,2-2-3 0,-2 2-4 16,3 0-5-16,-4-1 3 0,4 2-4 0,-5-2-1 16,5 1 0-16,0 0-3 0,0 1 0 0,0-5 2 15,2 7-3-15,1-2 4 0,-3-5 3 0,3 5-10 16,-2-4 3-16,3 2-1 0,-4-3-1 0,9 2 2 0,-4-2-4 15,-5 0-1-15,0 0 0 0,12-1 1 0,-12 1-10 16,7-1 13-16,-3-2-5 0,-4 3 14 16,4-5-11-16,-4 5 1 0,2-6 3 0,-2 2-3 0,0 4 10 15,-2-8 4-15,2 8 5 0,-2-6-7 0,0 3 1 16,2 3-6-16,-4-4 5 0,1 1-4 0,-1 0-2 16,4 3-3-16,-8-3-3 0,8 3-3 0,-7-2 2 15,6-1-2-15,1 3-1 0,-8-1 4 0,8 1-4 16,-6-1-2-16,6 1-1 0,0 0-2 0,-9 0 4 15,9 0-1-15,0 0-3 0,0 0 6 0,-6 3-5 16,6-3 0-16,0 0-1 0,0 0-9 0,0 0-26 16,3 7-35-16,-3-7-32 0,0 0-62 0,12 3-139 0,-8-3-330 15,5 1 146-15</inkml:trace>
  <inkml:trace contextRef="#ctx0" brushRef="#br0" timeOffset="166532.85">4797 9358 109 0,'4'-6'190'0,"0"0"2"0,0 0-3 15,3-3-15-15,-4 2-1 0,-1 1 5 0,2-4-10 16,-4 2-14-16,1 0-8 0,-1-1 0 0,3 0 0 16,-3 0-12-16,0-4-12 0,-3 4-7 0,3 0 1 0,-1 1-9 15,-3-3-11-15,0 1-4 0,0 0-10 16,0 1-11-16,-3 0-4 0,2 0-2 0,-1 4-2 16,-3-3-8-16,1 3-5 0,-2 0 2 0,-1 0-12 0,2 0-7 15,-2 0-5-15,-3 3-3 0,0 0 3 0,0 2-8 16,-4-1-3-16,-2 1 1 0,-2 2 3 0,4 1-9 15,-1 3-3-15,0 2 2 0,-3-2-5 0,2 2 1 16,2 2-1-16,2 2 0 0,1 0 1 0,0 0-3 16,3-1-1-16,1 0 0 0,1 0 2 0,5 3-7 15,-1-1 4-15,2-3-4 0,-1 3 6 0,5-1-2 16,1-2-2-16,6 2 4 0,-3-2 0 0,7-1-1 16,4 2-2-16,0-2 5 0,5-2-1 0,-2 1-1 15,2-3 2-15,2 0-3 0,0-3-3 0,1-2 3 16,3 0-1-16,-4-1 0 0,-2 0 2 0,3-1-4 15,-5-3 3-15,-2 3 3 0,-2 0-2 0,-3-2 6 16,1 3-8-16,0-3 15 0,-5 1 3 0,0 1 10 0,-2 0 6 16,3-2 15-16,-2 1-7 0,-2 2 5 0,-4 1-2 15,5-3-11-15,-5 3 3 0,7-1-16 16,-7 1 2-16,0 0-5 0,0 0-6 0,8 3-5 0,-8-3 7 16,4 6-4-16,2-1-7 0,-2 2 4 0,-3 1-2 15,5 3-2-15,2 2 2 0,0 2-1 0,3 1 4 16,0 12-8-16,-2-11 0 0,2 9 7 0,3 0-7 15,-5 1 1-15,4 1 3 0,0 0-3 0,-1 0 4 16,2-1-4-16,-6 1 0 0,3-2 3 0,-7-2-5 16,4-5 7-16,-4 8-5 0,-1-8-6 0,1-1 12 15,-4 0-1-15,0-1 2 0,0 0-7 0,-3-3 5 16,2-3 23-16,-5 2 17 0,2-2 10 0,-4 0 26 16,0-3 4-16,1-1 10 0,-2 2 11 0,-2-3 7 15,1-5 5-15,-3 1 2 0,3 1 5 0,-1-5-5 16,-2-1-4-16,2 0-4 0,0-4-11 0,-5-3-10 15,5 1-5-15,-4-3-7 0,1-3-8 0,6 1-7 0,-1-5-7 16,2-1-8-16,0-1-6 0,4-9-6 0,2 2-4 16,1-4-20-16,3-2-30 0,2 2-25 0,1-2-31 15,-1 3-28-15,3 2-36 0,2 0-42 0,-2 2-45 16,-3 1-37-16,1 8-61 16,-2-1-43-16,1 2-61 0,-5 1-290 0,0 4-771 15,0-2 341-15</inkml:trace>
  <inkml:trace contextRef="#ctx0" brushRef="#br0" timeOffset="166979.53">4904 9228 187 0,'3'-5'277'0,"1"-2"-8"0,1 3-9 0,-2-3-12 15,0 0-14-15,-1 4-21 0,5 0-20 0,-3 0-6 16,2-1-11-16,6 3-10 0,0 1-14 0,3 0-12 16,-1 2-18-16,1 1-12 0,-2 2-7 0,6 1-11 15,-2 4-13-15,2 1-7 0,0 0-6 0,-3 2-4 16,2-1-10-16,-2 4-3 0,-1-1-4 0,-4 2-7 15,1 0-4-15,-1-2-5 0,-3-1 1 0,-1-1-2 16,-1-2-2-16,-4 1-1 0,1-1-3 0,-2 0 1 16,-2-5 9-16,-2-1-7 0,1 3 10 0,-4-6 11 15,1 1 5-15,-2-1 11 0,-1-2 3 0,-4-2 27 16,1-1-16-16,-1-4-11 0,2 0 0 0,-1-3-7 16,0 2-3-16,4-5-10 0,0 1-4 0,3-5-3 15,3 5-12-15,1-5 1 0,4 6-18 0,3-4-23 16,1 0-49-16,7 1-33 0,3 5-32 0,-2-3-36 15,7 6-27-15,-2 2-28 0,2 2-24 0,9-1-22 16,1 4-18-16,-3 3-10 0,0 4-168 0,-7-5-499 0,7 4 221 16</inkml:trace>
  <inkml:trace contextRef="#ctx0" brushRef="#br0" timeOffset="167354.49">5610 9346 12 0,'0'0'221'0,"-4"-14"4"0,0 8 4 16,0-1-2-16,-3-1-1 0,-1 0 1 0,1 0 0 15,-3-1-5-15,4-2-4 0,-4 5-14 0,2-3-8 16,1-1-15-16,-2 4-16 0,-1 1-19 0,2-1-6 16,0 2-22-16,1 4 0 0,-4-1-31 0,-3 2-7 15,2 3-5-15,0 2-4 0,-1-1-19 0,-3 5 1 16,0 4-8-16,1-1 3 0,-1 3-9 0,5 2 12 16,-1-1-24-16,0 0 2 0,1 1-4 0,5 0-2 0,-3 1 1 15,6-3 8-15,-1 2-13 0,4-1-3 16,0-3 4-16,0-1-9 0,4-2 1 0,-1 0-4 15,5-3 4-15,-3 0-3 0,6-3 3 0,0-3 0 0,1-1-6 16,9-2-3-16,-4-3 5 0,1-4-2 0,-2 0 4 16,1-3 0-16,-1-2-1 0,-1 0 0 0,0 2-2 15,-3-5-7-15,0 2 6 0,-2-4 8 0,2 3-11 16,-5 5 6-16,-3-3-11 0,-1 0 19 0,2 3 0 16,1 1-4-16,-5 2 5 0,-1 1 3 0,1 1-15 15,2 1-1-15,-3 4-2 0,0 0 0 0,0 0 0 16,-5-3 1-16,5 3-7 0,-6 11-12 0,6-5-15 15,0 3-23-15,0 0-19 0,2 2-26 0,2-2-23 16,-3 3-24-16,7 1-29 0,-1 2-23 0,1 1-23 0,6-9-25 16,-1 6-23-16,5-2-193 0,-3-3-498 15,4 0 221-15</inkml:trace>
  <inkml:trace contextRef="#ctx0" brushRef="#br0" timeOffset="168949.6">5964 9422 149 0,'9'-10'187'0,"-1"1"11"0,-1-6 16 0,0 5 15 15,-3 1 7-15,0 0-3 0,-5-4-1 0,2 5 0 16,-2-4-7-16,-5 3-12 0,2-1-13 0,-4 2-12 16,1-2-13-16,-1 5-5 0,-5 0-18 0,-1-3-14 15,-4 4-11-15,0 3-4 0,0-2-5 0,0 4-24 16,-4 2 3-16,6-1-9 0,2 3-10 0,-1 2-4 16,2-2-9-16,-1 5-5 0,-1-2-8 0,1 2-4 15,5 1-3-15,-1-1-11 0,5 0 1 0,-2 2-2 16,2-2-4-16,2 3 0 0,3-2-7 0,0 2-3 15,4-3 6-15,0 3-5 0,3-3-1 0,1 0-2 0,3 2-3 16,0-3-12-16,-2-3 10 0,6 0-11 16,3-1-11-16,1-2-6 0,0-3 3 0,2 2-8 15,-7-4 4-15,4 0-2 0,-3-2 1 0,-3-1 2 0,1-3 0 16,1-2 4-16,0-2-16 0,1-3-9 0,-7-3 2 16,-1 1-7-16,1-1-7 0,-1-3 7 0,-3-6 0 15,0-1 6-15,-2-6 0 0,-2 8 9 0,0-3 0 16,-2-1 5-16,1 1-1 0,-2 9 13 0,2-7 18 15,-5 8 14-15,3 0 4 0,2 2 1 0,1 3 15 16,-4 1 4-16,3-5 4 0,1 7 14 0,-3-1 1 16,2 2 0-16,-3 2 2 0,4 2 7 0,-2 1-16 15,1-2-13-15,1 5-5 0,0 2-11 0,0 0 1 16,0 0-7-16,0 0 0 0,0 0-2 0,0 0 0 16,-3 17-9-16,5-7 5 0,-1 1 1 0,0 3-5 15,1 3 1-15,3 4-3 0,-2 6-1 0,2-1-3 16,-1 2 4-16,2 3-2 0,-2-4 1 0,0-7-4 0,3 9 2 15,-2-3-15-15,3 2-11 0,-2-9-8 0,-1 0 1 16,4 0-11-16,-3 0 5 0,2-2-9 16,-1-2-1-16,0-3 2 0,0-1-3 0,-2-2 9 0,-1 0-5 15,3-3 7-15,0 4 7 0,-1-7 0 0,0-3 6 16,1 2 0-16,-7-2 3 0,14-4 6 0,-4 0-2 16,-3-4 2-16,1 3 0 0,2-5 7 0,-2 1-5 15,-1-2 3-15,1 0 2 0,0-4-5 0,0 5 8 16,-4-3-4-16,0 2 11 0,2-1 12 0,-2-1 11 15,0 0-10-15,-1 0 0 0,-1 2-1 0,1 1 8 16,-2 2-12-16,1 1 0 0,-1 0 0 0,-1 2-7 16,0-1-4-16,3 3 1 0,-3 3-6 0,0-4-3 0,0 4 6 15,0 0-6-15,0 0 7 0,0 0-2 0,1 13-2 16,2-6 0-16,-1 0 1 0,2 4-11 16,-3-2 22-16,4 4-13 0,-2-1 2 0,2-2-7 0,1 4-25 15,1-1-5-15,-2-2-18 0,5 0-9 0,-2 0 9 16,0 0-25-16,5-3-2 0,1 0-6 0,-4 0-13 15,3-2-8-15,1 0-4 0,2-2-2 0,-2-2 3 16,-1-1 8-16,4-2 9 0,-2-2 8 0,-4 0 8 16,1-2 5-16,4 0 10 0,-5-1 6 0,1-3 6 15,-2-1 10-15,-1-4 1 0,-1 2 6 0,-1-1 3 16,0-2 6-16,-4 3 10 0,1 0 21 0,0-6 10 16,-4 3 15-16,0 2 10 0,-4 3 14 0,0-4 7 15,1 3 6-15,-1 1 0 0,-3-2-9 0,3 3-1 0,-4 2 1 16,1 1-6-16,-1 1-5 0,1 1-6 15,-4 1-2-15,2 0-4 0,-1 6-2 0,-3-3-7 16,3 3 2-16,-1 1-2 0,-1 4-2 0,2-2 0 0,1 2-3 16,1 1-7-16,1 2-1 0,2 1 3 0,0-2-2 15,4 4-4-15,-2-1 1 0,3 0 0 0,3 5-3 16,1-5-1-16,0 0 0 0,6 0-3 0,1 3 3 16,0-2 1-16,1-4-10 0,0 1 10 0,3 0-3 15,-3-4 3-15,6 0-7 0,-2-2-7 0,-1-1 0 16,0-1 8-16,3-2-11 0,-2-1-1 0,-2-5 3 15,-1 2 1-15,1-1 4 0,-2-1-4 0,-1 0 0 16,0-4 5-16,4 2 1 0,-7-3-5 0,-1 0 5 16,0 0 6-16,-1 0 7 0,-3 1 4 0,1-1 14 15,-1-1 13-15,-2 1-16 0,-1 2 21 0,0-2 1 16,0 4-10-16,-1-2 3 0,1 2-9 0,0 3-12 16,-4-1 14-16,4 4-22 0,0 0-2 0,0 0 4 0,0 0-2 15,-15 10-7-15,11-3 2 0,3 2 4 16,1 1-3-16,0 2-7 0,0-1 2 0,1 2-7 15,2 0-3-15,1 0-7 0,0-1-14 0,3-1-5 0,-5-3-5 16,5 4-11-16,0-3-8 0,2 0-5 0,1 0 8 16,-2-5 6-16,-2-1 3 0,3-1 6 0,-2-4 2 15,4 1 15-15,-2-1-10 0,2-2 5 0,-4-4 13 16,0-1-12-16,1-1 2 0,0-2 5 0,-2 1 4 16,0-4 7-16,1-2 18 0,-3 0 10 0,2 1 8 15,-4 3 16-15,1 1-5 0,0-2 1 0,0 3 13 16,-1-2-1-16,0 0 0 0,-1 7 2 0,1-2-6 15,3 3 0-15,-4 0-11 0,-1 2 2 0,0 3-19 16,1-3 2-16,-1 3-6 0,0 0 2 0,0 0-3 16,9 11-8-16,-4-4 2 0,-2-1 0 0,2 3 8 15,1 2-12-15,2 3 10 0,-4-4-8 0,6 5-10 16,-5-1 3-16,4-3 5 0,1 2-4 0,1 0-2 0,-2-3-11 16,1 2-13-16,-2-5-5 0,3 1-13 0,-2-4-8 15,-3 0-3-15,6 1-6 0,-4-4-5 0,0-2 7 16,2 1-5-16,-1-3-5 0,-2 0 6 0,3-6 3 15,-2 3-1-15,-1-2 3 0,1-4-2 0,0 1 4 16,0-6-1-16,0-2-2 0,-2-3 1 0,5-7-1 16,1 0-3-16,-4 0-6 0,3-1 4 0,-3 1 5 15,-1-1 7-15,-3-1 4 0,0 2 8 0,3 1 10 16,-4 1 20-16,-3 5 17 0,1 3 23 0,-1-1 10 16,2 0 18-16,-2 1-3 0,0 6 21 0,0-3 30 0,-2 3-8 15,1 3-1-15,1 2 14 0,0 0-3 0,-2 3-10 16,2 0-21-16,0 5-6 0,0-4-11 0,0 4-9 15,0 0 1-15,0 0-8 0,-4 14-2 0,3-3-9 16,1 3-7-16,-3 3 2 0,3 2-3 0,3 7-2 16,0 0 1-16,-3 4-4 0,1-1-3 0,0 2-2 15,2-1-5-15,1 4 2 0,1-2 1 0,0-2-4 16,0 1 0-16,-1 1-5 0,3-2-24 0,0-2-18 16,2-1-22-16,-5-7-34 0,1 1-28 0,0-3-21 15,-2-1-28-15,2-5-23 0,-2 0-29 0,2-2-20 16,-5-4-16-16,3-1-18 0,0 0-37 0,-1-3-168 15,-2-2-519-15,0 0 230 0</inkml:trace>
  <inkml:trace contextRef="#ctx0" brushRef="#br0" timeOffset="169137.08">7207 9158 265 0,'-7'-9'304'0,"0"0"0"0,-1-1-17 15,4 5-3-15,-1-1-6 0,0 1-1 0,3 0 2 16,-2 0-16-16,-2-3-28 0,4 2-18 0,0 1-15 15,2-1-19-15,0 3-23 0,2-2-18 0,0 1-13 16,5 0-13-16,1 2-15 0,0 0-50 0,3-1-43 16,4 1-42-16,0 1-33 0,-1 0-39 0,1-1-39 15,0 0-46-15,5 1-55 0,-6-1-61 0,0 0-192 16,0-1-539-16,0-1 239 0</inkml:trace>
  <inkml:trace contextRef="#ctx0" brushRef="#br0" timeOffset="169308.93">6804 8797 205 0,'-8'-4'252'16,"-1"0"-28"-16,2 0-21 0,0 1-22 0,1 1-21 16,4-1-31-16,2 3-47 0,-8-2-64 0,8 2-66 15,-3-3-77-15,3 3-89 0,0 0-232 0,0 0 104 16</inkml:trace>
  <inkml:trace contextRef="#ctx0" brushRef="#br0" timeOffset="170147.43">7902 8878 187 0,'8'-26'205'0,"-3"-1"16"0,2 0 16 0,-3 0 17 15,-1 7 4-15,-3-1 6 0,4 2-2 0,-4 1-11 0,0 4-10 16,-4 3-4-16,4-2-19 0,0 4-14 0,0 2-19 16,-1 1-25-16,-1 1-22 0,1 2-14 0,1 3-13 15,0 0-8-15,-11 13-8 0,6 4-11 0,-9 7 2 16,3 8-16-16,-8 14-6 0,0 4-7 0,-4 7-5 16,-1 3-1-16,-10 20-8 0,13-23 5 0,-6 27-10 15,9-27 9-15,-2 0-13 0,-2 33-4 0,7-34 0 16,3 5-9-16,-2 1 4 0,6-1-2 0,1-3-3 15,0-2 1-15,2-3-8 0,0-1 3 0,-1-15 9 16,-2 14-18-16,1-17 4 0,-1-5-3 0,1 1 0 16,0-8-15-16,5-6-54 0,-3-3-51 0,4-1-35 15,-3-4-34-15,3-3-54 0,1-2-40 0,0-3-59 16,0 0-256-16,0 0-638 0,16-19 283 0</inkml:trace>
  <inkml:trace contextRef="#ctx0" brushRef="#br0" timeOffset="170756.75">8498 9022 218 0,'2'-10'267'0,"-2"2"-8"0,-1-2-9 16,1 0-16-16,0 2-10 0,-3 0-12 0,2 3-12 15,-5-1-12-15,0-1-19 0,0 2-18 0,-1 1-12 0,-1 2-8 16,-4-1-7-16,-2 3-3 0,0 3-11 16,1 1-8-16,-6 1-7 0,7-3-9 0,-7 6-1 15,7-1-5-15,-1 0-3 0,1 1-4 0,3 0-5 0,-1 2-6 16,2 0-6-16,1-1 2 0,4 1 20 0,2 0 7 15,1 1-5-15,4 0 2 0,0 2-3 16,7 4-6-16,-1-7 3 0,5 0-11 0,4 2-6 0,-1 2-3 16,0-4-8-16,0 1 1 0,3 0-8 0,-4 0-4 15,1 0-3-15,-3-2-3 0,-4 0-5 0,2-1-1 16,-6 0-6-16,1-2 3 0,0 2 6 0,-2-1-11 16,-2-1-3-16,-3-2 5 0,-1 2 2 0,-4 1-3 15,-1-4 1-15,-2 2-3 0,-5 1 2 0,-2-1-2 16,-6-3-2-16,-1 1-2 0,2 1-1 0,-5 0-5 15,1 0-12-15,-2-6-22 0,3 2-20 0,2 0-28 16,1 0-28-16,4-1-31 0,0 0-32 0,4 2-34 0,4-2-35 16,-1 1-39-16,8 0-23 0,0 0-30 0,-8-2-211 15,8 2-583-15,0 0 258 0</inkml:trace>
  <inkml:trace contextRef="#ctx0" brushRef="#br0" timeOffset="171366.06">8701 9305 176 0,'10'-17'218'15,"-3"3"3"-15,-3 3-2 0,3-8 0 0,-1 0 1 16,1-1-2-16,0-7-11 0,0 2-8 0,-3-1-16 16,1 6-14-16,0 0-1 0,0 0-4 0,-1 1-20 0,-2-2-10 15,0 3-14-15,0 2-9 0,2-1-12 16,-3 6-4-16,-1-4-14 0,0 6-6 0,0 0-2 15,-1 4-9-15,1-1-9 0,0 1-8 0,-2 1-8 0,2 4-6 16,-8 0-3-16,8 0 4 0,-15 7-8 0,7 3-1 16,-2-4-5-16,2 6-8 0,-2 1-11 0,0 2 1 15,0 1-3-15,1 1-4 0,2 1-4 0,-1-1-6 16,1-1-5-16,0 3-11 0,3 0-10 0,2 1-6 16,3-2-3-16,2-2 7 0,3 1-5 0,1-1-3 15,0-5-2-15,1 1 5 0,3-3-3 0,-3 2-1 16,5-5 3-16,0 1 4 0,2-2 3 0,3-1 1 15,-5-2 7-15,2-1 2 0,-1-1 5 0,1 0 2 16,-3 2 2-16,0-6 6 0,-1 4 7 0,-4 0 15 16,0-1 23-16,1-1 18 0,-3 2 8 0,-5 0-3 15,10-2-4-15,-10 2-9 0,5 0-6 0,-5 0-5 0,0 0 1 16,6 5-2-16,-1-1 2 0,-4 1-3 0,2 3-2 16,-3-3 1-16,3 3 1 0,2 0-6 15,1 3-2-15,-2-2-1 0,4-1 4 0,2 2-6 0,-1-3-2 16,3 2-2-16,-1-2 2 0,2-1-2 0,1-1 3 15,0-1-3-15,1-1 1 0,0-1-2 0,0-2-3 16,-4-1 2-16,1 0 4 0,-1-6-6 0,0 1 4 16,0-1-4-16,-6 0-1 0,-1-6-1 0,-1 2-2 15,1 0 2-15,-8-2-2 0,1 1 1 0,-2-4-2 16,-5-1 6-16,1-2 2 0,-2 5-5 0,-4 3 4 16,1-2-1-16,-1 1 0 0,2 3-2 0,-2 3-4 15,4 1-3-15,-1 1-17 0,-2 0-12 0,3 3-17 16,-1 1-22-16,5-1-21 0,0 2-19 0,0 0-11 0,5 3-8 15,-2 0-20-15,1 0-15 0,3-4-27 16,8 6-21-16,-2-2-21 0,3 1-137 0,1-1-400 16,3 0 176-16</inkml:trace>
  <inkml:trace contextRef="#ctx0" brushRef="#br0" timeOffset="171600.51">9206 9172 177 0,'3'-1'190'0,"-3"1"-8"0,7-2-19 0,-7 2-10 16,0 0-13-16,0 0 14 0,9 5 18 0,-6 1 10 15,0-1-2-15,1 5-1 0,-3 3 8 0,3 4-3 16,-2-1-12-16,-2 6-16 0,2 5 2 0,-2 1-18 16,0 3-11-16,3 1-11 0,-3 2-11 0,-3-1-10 15,3 3-8-15,-1-1-10 0,0-3-11 0,1 1 1 16,0-1-12-16,0 1-6 0,-2-4-6 0,2-2-3 16,0-7-5-16,0-1-17 0,2-1-20 0,-2-5-16 15,-2 1-13-15,4-5-17 0,-2-1-12 0,0-3-2 0,1 1-13 16,0-3-28-16,-1-3-32 0,0 0-26 0,0 0-22 15,10-11-22-15,-5 5-31 0,1-6-197 16,-2 0-467-16,0-7 207 0</inkml:trace>
  <inkml:trace contextRef="#ctx0" brushRef="#br0" timeOffset="171881.73">9323 9216 38 0,'-1'-14'291'0,"-2"-1"-3"0,-1-3-13 16,1 5-2-16,-1 2-6 0,3-1-2 0,1 1-5 15,-3-2-7-15,3 7-9 0,0-2-18 0,3 2-21 16,-3-2-16-16,4 1-29 0,0 4-13 0,3 1-12 16,0-1-16-16,-1 2-12 0,-6 1-16 0,17 4-8 0,-8-2-7 15,2 0 0-15,1 3-6 0,-1 2-12 16,-2 0-8-16,3 4-7 0,-3-4 1 0,-1 4-9 0,3-1-9 16,-4 3-3-16,-3-2-3 0,2-2-13 0,-2 3 0 15,-3-2-14-15,-1 1-12 0,-1-1-6 0,-2-1-11 16,-4 1-13-16,0 0-16 0,0-2-11 0,-2 0-13 15,-2 0-15-15,3 0-13 0,-3-2-22 0,0 1-22 16,4-2-17-16,-2-3-22 0,2 0-18 0,0 0-19 16,3 2-19-16,0-3-157 0,4-1-447 0,0 0 198 15</inkml:trace>
  <inkml:trace contextRef="#ctx0" brushRef="#br0" timeOffset="172226.97">9493 9247 89 0,'0'0'138'0,"3"-3"3"16,-3 3-8-16,0 0-8 0,8-3-7 0,-8 3-15 16,5-1-10-16,-5 1-9 0,9-1-10 0,-9 1-2 15,16 0-12-15,-8-2-4 0,3 1-3 0,2-2-9 16,-1 2-1-16,-3-4-1 0,6 3 7 0,-5-1 7 16,3-3-2-16,-3 3 2 0,-1-3 0 0,-1-1 8 15,0 2 11-15,-1-3 0 0,-3 2 2 0,3-1 5 0,-4 1-1 16,-2 0 6-16,1-1 15 0,-2 1-1 15,0 0 0-15,-3-1 2 0,3-1-6 0,-4 7 1 16,-2-5-6-16,2 2 0 0,-4 0-5 0,0 1 1 0,1 2 2 16,-4 1 2-16,-1-2-1 0,-2 4 5 0,3-1-7 15,-2 2-6-15,2 1 15 0,-1 1-22 0,1 3-14 16,0-1-4-16,4 1-5 0,2-2 4 0,-2 4-8 16,6 0-8-16,-2 1-5 0,3 1 3 0,4-2-14 15,-3 1 4-15,9 0 5 0,-2 0-15 0,3-1-30 16,5 0-44-16,-1 2-35 0,0-8-37 0,4 6-53 15,2-5-65-15,-2-1-76 0,1 0-251 0,2-3-619 16,-3-1 274-16</inkml:trace>
  <inkml:trace contextRef="#ctx0" brushRef="#br0" timeOffset="172648.8">10158 8710 251 0,'3'-18'288'0,"0"1"-5"0,-1 5-7 0,0 0-11 0,-2 1-11 15,1 4-19-15,-1 1-18 0,-1 0-23 0,1 6-23 16,0 0-13-16,0 0 6 0,-14 14 0 0,5 3-8 16,-1 11-14-16,-4 4-15 0,-4 17-11 0,0 3-7 15,1 4-11-15,3 4-16 0,1 1-6 0,-2 27-5 16,-1 0-6-16,11-27 1 0,-1 2-20 0,2 27 10 15,0-27-14-15,4 1-8 0,2-1 6 0,4-4-3 16,4-1-4-16,-2-6-14 0,0-13 2 0,-1-3-17 16,0-6-26-16,-1-3-27 0,-3-8-36 0,0-2-56 15,-2-4-68-15,4-6-99 0,-3-4-283 0,-2-3-641 0,0 0 283 16</inkml:trace>
  <inkml:trace contextRef="#ctx0" brushRef="#br0" timeOffset="173086.34">10572 8825 187 0,'0'-3'284'0,"0"3"-17"0,4-2-22 0,-4 2-6 16,9-2-3-16,-9 2-9 0,7 8 2 0,-3-1-8 16,-1 0-8-16,1 2-5 0,4 4-13 0,-5 3-18 15,0 2-18-15,-1-1-12 0,4 10-13 0,-3-5-15 16,2 4-14-16,-5-6-9 0,4 7-7 0,-4 1-9 16,5-2-1-16,-3 2-13 0,-1-9-25 0,-1-1-17 15,0 0-28-15,0-1-31 0,3-4-32 0,-6-1-36 16,3 0-52-16,-1-2-57 0,1-2-63 0,0-2-261 15,-5-1-581-15,0-3 256 0</inkml:trace>
  <inkml:trace contextRef="#ctx0" brushRef="#br0" timeOffset="173992.6">10494 8798 121 0,'0'-8'262'0,"4"3"-15"15,-1-1-22-15,1-1-18 0,3 5-8 0,2 1-11 16,2-1-11-16,3 2-7 0,-2 2-12 0,6 1-12 16,2 4-21-16,-1 1-9 0,-1 2-13 0,2 1-8 15,2 1-13-15,0 3-7 0,-4-1-5 0,6 3-10 16,-5 4-1-16,0 0-9 0,-8-4-4 0,0 1-8 16,1 7 0-16,-8-5 2 0,3-2-9 0,-7 1-3 15,0 0-6-15,-5-2 3 0,-1 0-2 0,-5 1-3 0,-2-1-3 16,-1-2 3-16,-4-2-6 0,1-1 2 15,-2 1-3-15,-8-2-3 0,7-3 2 0,0-2 6 16,1 0-10-16,1-1 2 0,2-3-2 0,2 1-2 0,1-3 0 16,2 1 1-16,3 0 1 0,1-1 1 0,-1 0 3 15,8 0-7-15,-8-2 0 0,8 2-3 0,0 0 1 16,0 0-2-16,13-10-3 0,2 7-8 0,3 0-3 16,5 1-3-16,7-2-2 0,4 1-4 0,-1 1 2 15,2 0-2-15,3 0 2 0,0-2-2 0,0-2-2 16,-1 3-3-16,-2-2 5 0,3-2 3 0,-4 4 0 15,0-4 1-15,-5 1 6 0,-10-2-2 0,4-1 4 16,-4 0 1-16,-4 2 1 0,-1-3 2 0,-3 3 3 16,-3-6 0-16,-3 3 1 0,-4-2 2 0,2 0 12 15,-3 1 12-15,-1 2 12 0,-6-1 5 0,3 0 3 16,-1 2-11-16,-4 2 5 0,2-1-2 0,-3 2-7 16,-4-1-3-16,2 2 1 0,0 0-7 0,-1 1 0 0,-3 5 4 15,2-1-7-15,-5 1 0 0,6 3-9 0,-1 1 6 16,-1 3-5-16,3 0 2 0,1 4-1 15,0 2-2-15,3 0-3 0,1 2 4 0,3 1 1 0,0 0 3 16,4 1-5-16,4-2-3 0,-1 0-6 0,4 0-7 16,1-1-1-16,3-1-5 0,0-3-8 0,1 2-11 15,-3-5-10-15,5-3-15 0,-2-1-10 0,1 0-4 16,1-3-3-16,0-4 1 0,2 1 0 0,-2-2 8 16,-3-2 7-16,2-2 4 0,3-4 8 0,-2-3 5 15,-1 2 3-15,-1-4 5 0,-4 1 6 0,2-2 9 16,-1 0 13-16,-4 5 11 0,1-5 18 0,-2 4 4 15,4 3 10-15,-2-2 11 0,-1 2 6 0,-1 0 2 16,0 2 4-16,-2 2 3 0,0 1 2 0,1 0-14 0,-2 0-3 16,2 2-7-16,1 2-8 0,-4 1 0 15,11 0 0-15,-6 2-9 0,1 1-2 0,5 2-2 16,-2 1 1-16,2 2-8 0,0 4 2 0,3-1-2 0,-2 2-1 16,3-1 2-16,-3 3-6 0,4 0-3 0,-3-1 4 15,0-2 6-15,-2 3-7 0,-1-4 1 0,-1-1-2 16,-2 0 8-16,-2-1-11 0,1-2 0 0,-2-2-1 15,-3 1 2-15,1-4 2 0,1 1 14 0,-3-3-9 16,0 0 10-16,0 0 6 0,-10 2 9 0,10-2 7 16,-10-7-1-16,2 1 11 0,0-1 2 0,3-2 3 15,-2 0-2-15,0 0-7 0,3-1 7 0,0-2-23 16,3-1 20-16,-1 2-26 0,5 1-4 0,-3-5-7 16,8 0 6-16,-1 4-37 0,2-3-19 0,2-1-23 15,4 2-17-15,1 1-13 0,-1 0-20 0,-1 6-16 16,-2 0-13-16,-2 1-20 0,3-1-15 0,-2 4-16 15,2 0-13-15,0 0-11 0,-3 2-2 0,-3 0-2 0,2 2 5 16,-4 1 9-16,1-1-130 0,-3 3-356 16,-2-3 159-16</inkml:trace>
  <inkml:trace contextRef="#ctx0" brushRef="#br0" timeOffset="174351.94">11679 8976 148 0,'0'0'176'0,"1"-4"1"0,-1 4 14 0,3-4-2 16,-3 4-15-16,0 0-13 0,0 0-17 0,0 0-14 15,0 0-11-15,0 0 6 0,0 0-5 0,3 10-11 16,-3-10 0-16,2 11-1 0,-2-4-8 0,2 1-11 16,0 2-6-16,1 2-4 0,1-1-10 0,2 5-6 15,-1-4-3-15,1-1-7 0,0 0-5 0,3 5-6 16,-3-1-3-16,1-5-6 0,-3 3 2 0,3-4-4 0,0-1-3 15,-6-2-3-15,3 1-2 0,-1-2-3 0,3-3 2 16,-6-2-5-16,6 2 2 0,-6-2-4 0,0 0 2 16,8-8-4-16,-6 2 2 0,-1-2 2 15,2-1-3-15,-2-4 2 0,2 0 2 0,-2-3 2 0,2 1-1 16,0 2-1-16,2-4 1 0,-1 0 2 0,0-1-3 16,2 5-4-16,-2 1 0 0,-3-1 2 0,2 1-6 15,3 1 1-15,-1 2 1 0,-4 1-6 0,3 4-6 16,-1-1-1-16,0 0-11 0,-1 4-18 0,-2 1-31 15,0 0-32-15,15 7-29 0,-11-1-38 0,2-1-35 16,2 3-43-16,-1 0-191 0,4 4-463 0,1 1 205 16</inkml:trace>
  <inkml:trace contextRef="#ctx0" brushRef="#br0" timeOffset="174758.15">12224 9071 196 0,'2'-6'256'15,"-1"-3"4"-15,-2 2 0 0,-1-4-13 0,1 4-18 16,-3-3-25-16,-2 3-18 0,-3 0-19 0,-1-1-13 16,2 3-24-16,-7 1-8 0,2 0-15 0,-6 4-8 15,4 0-9-15,-6 3-11 0,2-1-5 0,0 2-10 16,0 3-5-16,4 2-8 0,2-2-4 0,3 2-3 16,0 1-5-16,1 2-6 0,4 5-2 0,0-9-2 15,5 5-1-15,0-3-5 0,2 2 0 0,5 0-6 16,-2-3-3-16,6 1 0 0,-1-5-5 0,4 1 0 15,-3-2-2-15,4-1 0 0,2-2-3 0,1-1 1 16,0-3 0-16,0 0-1 0,0-4 2 0,1 4-1 16,-7-4-2-16,4-2 1 0,-5 1 2 0,1-1-2 15,-1 4 12-15,-1-4 16 0,-1 2-3 0,1-1 4 0,-6 3 1 16,1 0-2-16,1 1-1 0,-2 0-1 16,1 2-12-16,-5 2 1 0,6-3-6 0,-6 3 2 15,0 0-1-15,0 0-1 0,9 7-4 0,-4-3-2 0,0 1 0 16,0 4 1-16,5 0-11 0,-2 2-12 0,3-2-11 15,-3 2-13-15,3-3-12 0,-3 4-18 0,4-2-20 16,2 3-23-16,-2-6-34 0,-2 0-30 0,2-2-30 16,4-1-25-16,-5-2-24 0,3-2-145 0,-5 0-432 15,2-1 191-15</inkml:trace>
  <inkml:trace contextRef="#ctx0" brushRef="#br0" timeOffset="175773.74">12574 8697 85 0,'0'-17'230'0,"-1"6"-11"16,1-1-4-16,-2 5-9 0,1-1-9 0,1 3-24 0,-2 0-21 15,1 1-16-15,1 4-10 0,0 0-12 0,0 0-12 16,0 0-11-16,-11 10-9 0,10 0-9 16,-1 3-6-16,1 4-6 0,0-2-11 0,1 6-3 0,0 5-1 15,-3-4-5-15,2 6 0 0,5 3-5 0,-3-1-8 16,0-1 0-16,-1 3-2 0,3 1-4 0,-3-1 0 15,4-1-4-15,2 3-1 0,-4-4-3 0,4 2-14 16,-2-5-6-16,4 0-3 0,-4-1-5 0,-1-10-14 16,-2 0-9-16,2-3-3 0,-2-1 3 0,1-3 9 15,-1-3 1-15,-1-2 0 0,2 1 7 0,-2-5-3 16,0 0 8-16,0 0-4 0,0 0 13 0,-9-13 15 16,8 6 8-16,-2-4 3 0,3-1 6 0,-1-6 16 0,1 3 12 15,1-5 7-15,-1 1 6 0,4-1-4 0,-2 0-8 16,2 2-5-16,3-1 5 0,-1 1-8 15,2 0-4-15,1 2 5 0,-2 1-7 0,3 3-2 0,-2-1-4 16,2 3-8-16,-1 1 4 0,1 4-7 0,1-3-1 16,-3 7-2-16,3 0-6 0,1 1 2 0,0 2-4 15,-2 1 0-15,1 3-3 0,1 2-4 0,-2 1 2 16,-1 0-1-16,5 6-2 0,-3-1 1 0,-2 2 2 16,2 2-3-16,-3-2 1 0,2 2-6 0,-4-2 6 15,3 5-2-15,-4-4 6 0,-1-4-8 0,0 0 3 16,0-1-3-16,-2 0-3 0,3-3 2 0,-4-3 1 15,2 1-2-15,-3-4 2 0,0 1-1 0,1 0-1 16,-1-4 3-16,0 0-6 0,0 0 1 0,0 0 8 16,0 0-5-16,-13-8-2 0,12 3 3 0,-1 0 2 15,1-1 0-15,-2 1 1 0,3-3 2 0,0 0 0 16,0-2 0-16,0 2 3 0,2-2-1 0,-1 2 0 0,0-1 2 16,1 4-2-16,0 1-4 0,0-3-3 0,3 4 6 15,-5-2-5-15,0 5 1 0,5-2 0 16,-5 2-6-16,0 0 5 0,14 5 0 0,-10-3-6 0,4 3 6 15,-4 2-2-15,3-1-1 0,0 3 3 0,0-2 1 16,2 3-4-16,1 0 3 0,-2-2 0 0,0 2-1 16,0-1-4-16,2 1 5 0,-2-2-2 0,4-3 1 15,-3-2-3-15,-1 4-4 0,1-3 4 0,-1-2 7 16,1 0-5-16,1-4-4 0,1 2 10 0,-1-2-6 16,1-3 0-16,-2-1-2 0,2 2 4 0,0-5 0 15,-4 1-6-15,4-1 0 0,-6-1 3 0,6 1-1 16,-3-2 4-16,3-2-4 0,-3 3-1 0,-1 2-1 15,1-3 7-15,-1 2-4 0,1-1 3 0,-4 2 1 0,2 2-1 16,-2 1-1-16,0 0-4 0,-3 1 2 16,5 2-4-16,-6 2 1 0,0 0 0 0,0 0 1 15,0 0-4-15,10 6 6 0,-7-1-6 0,0 0 6 0,0 3 0 16,-1-3 0-16,1 3-1 0,4 0 2 0,-1 1-2 16,0 0 1-16,-1-2-1 0,2 2 4 0,0 0-2 15,1-1 3-15,-1-1-7 0,1-1 6 0,3-2-7 16,-3-1 5-16,2-2-1 0,-2-1 3 0,4 0-4 15,0-4-3-15,-2 2 4 0,2-5-1 0,1 2-2 16,-3-1 1-16,0-2-3 0,5-1-10 0,0-4-3 16,-7 6-4-16,3-4 9 0,0-3 1 0,-4 4 1 15,-2-2 0-15,-1 1 1 0,0 1 3 0,-1-1 7 16,-1 0 8-16,-3 1 4 0,1 1 2 0,-1 1-2 16,-2 2 4-16,-1 1-2 0,-1-2 0 0,-1 5-10 15,-1-2 4-15,-1 2 3 0,1 2-4 0,7 0 5 16,-16 3 2-16,7 4-1 0,0-2-1 0,1 5-3 0,1-2 11 15,-1 0-11-15,6 4 0 0,-2 0-1 0,1-1-1 16,-1 2-1-16,2-1 2 0,5 1 2 16,1 0-3-16,0-1-1 0,0-1-9 0,6-1-16 0,-2 1-25 15,3-4-40-15,6 4-61 0,1-5-58 0,15 1-89 16,-3-5-202-16,1 0-534 0,-4-1 236 0</inkml:trace>
  <inkml:trace contextRef="#ctx0" brushRef="#br0" timeOffset="175929.98">13571 8717 24 0,'-22'-11'237'0,"3"2"-23"0,1 0-19 0,-2 0-28 16,6 5-52-16,-2-2-66 0,-2-1-65 0,2 3-82 15,-6 1-51-15,3 1-159 0,-11-1 71 0</inkml:trace>
  <inkml:trace contextRef="#ctx0" brushRef="#br0" timeOffset="176867.45">3234 9422 59 0,'-18'1'276'0,"5"1"-19"0,3 0-13 0,-2-1-11 16,4-1-7-16,2 0-11 0,-1 1-6 0,7-1-17 16,0 0-9-16,-12-1-23 0,12 1-13 0,0 0 8 15,0 0-3-15,0 0-1 0,41-3-17 0,-7 1-12 16,7 1-12-16,16-3-11 0,5 0-9 0,2 4-8 16,3-3-15-16,1-2 2 0,-2 4-7 0,-2 0-11 15,0 0-5-15,-7 1-2 0,-2-2-8 0,-11 2-1 16,-5 0-19-16,-1 2-29 0,-1-2-25 0,-10 1-33 15,-4 0-21-15,-3 0-32 0,-7-1-34 0,-3 3-19 16,-1-3-33-16,-4 1-27 0,-5-1-37 0,3 1-148 16,-3-1-456-16,0 0 202 0</inkml:trace>
  <inkml:trace contextRef="#ctx0" brushRef="#br0" timeOffset="177164.41">3879 9231 208 0,'0'0'307'0,"-6"-2"-24"0,6 2-24 16,-7-1-24-16,7 1-26 0,0 0-15 0,0 0-20 15,0 0-2-15,0 0 11 0,0 0-12 0,24 9-11 16,-6-3-15-16,7 0-14 0,8 1-17 0,1 4-9 15,-2-8-14-15,0 8-7 0,-1-4-4 0,-3 2-12 16,-6 0-5-16,0 0-6 0,-3 0-5 0,0 0-9 16,-8 0-1-16,0-1-3 0,-4 0-7 0,-2 2-2 0,-4 0 1 15,-3 1-9-15,-8 4 5 0,-8-1-24 0,-7 3-27 16,-4 1-36-16,-6 0-41 0,-1-1-60 16,-2-1-76-16,0 0-302 0,0 0-583 0,3-4 258 0</inkml:trace>
  <inkml:trace contextRef="#ctx0" brushRef="#br0" timeOffset="187246.15">6622 10279 102 0,'0'-6'285'16,"0"1"-14"-16,0-3-12 0,0 2-22 0,0 1-20 16,-3 1-20-16,3 4-17 0,0-5-20 0,0 5-16 0,0-5-19 15,0 5-14-15,0 0-11 0,0 0-11 0,3 12-10 16,1-1-6-16,-4 2-5 0,4 2-13 0,-2 3-1 16,-1 1-6-16,-1 2-8 0,3 0-1 0,-5 7-3 15,6-1 0-15,-6 2-8 0,0-4-2 0,1 4-2 16,-2-1-5-16,0-2 1 0,2-5-2 0,-3 0 4 15,4 7-3-15,-7-4 4 0,4-2-7 0,2-4-1 16,0-2 2-16,-1 1-6 0,-2-1 1 0,2-2 5 16,0-2-8-16,2-2 0 0,0 2-3 0,2-6 3 15,-2 2 0-15,0 0 2 0,2-5 20 0,2 5 25 16,-1-4 14-16,1-1 8 0,7 0 1 0,-3 2-9 16,4-2 1-16,2 0-7 0,5-2-8 0,7-1-4 15,-4-1-2-15,8-1-9 0,1 1-5 0,-1-2 1 0,-7 1-9 16,7-1 0-16,-8 2 0 0,-2 0-7 15,3 0-1-15,-4-1-2 0,3 4-26 0,-8-2-23 16,-3-2-21-16,-1 1-25 0,-2 2-31 0,-2-1-33 0,2 0-34 16,-8 0-27-16,7 3-31 0,-6-2-26 0,-1-1-40 15,0 0-150-15,-8 6-487 0,3-5 215 0</inkml:trace>
  <inkml:trace contextRef="#ctx0" brushRef="#br0" timeOffset="187652.39">6972 10721 121 0,'-3'-3'306'0,"3"3"-9"0,0 0-16 0,0-5-23 15,0 5-23-15,0 0-24 0,0 0-20 0,0 0-26 0,0-4-13 16,0 4-18-16,0 0-11 0,0 0-13 0,0 0-9 15,15 8-12-15,-10-4-8 0,2 0-8 16,1 1-7-16,4 1 0 0,-2 1-14 0,3-1-4 0,0 1-1 16,-1-1-13-16,0-1 2 0,-1 2 3 0,4-2-10 15,-5 3-4-15,-1-3-3 0,2 0-1 0,-6 0-2 16,1-1-2-16,1-2-3 0,-3 1-1 0,-3-2-2 16,3 2-4-16,-4-3 9 0,7 3-4 0,-7-3 1 15,0 5 5-15,0-5 5 0,-4 5 4 0,0-3-5 16,1 2 8-16,-2-1-5 0,-2 2-8 0,1 0 7 15,-2-1-8-15,0 0 3 0,-3 1-1 0,3 1-3 16,-5 1 3-16,3 0-4 0,-3 1-2 0,1-2-2 16,1 2 1-16,-1-1-2 0,1 1-2 0,2 1-11 15,1-1-25-15,0-2-26 0,2 3-28 0,1-3-29 16,2 4-43-16,0-5-63 0,3 0-59 0,3 1-213 16,-2-2-531-16,5 0 236 0</inkml:trace>
  <inkml:trace contextRef="#ctx0" brushRef="#br0" timeOffset="189805.61">7654 10534 271 0,'-5'-3'297'0,"5"3"-23"0,-3-5-21 16,3 5-29-16,0-6-20 0,0 6-24 0,11-2-15 15,-7 0-16-15,10 1-18 0,5 0-9 0,0 0-14 16,3-1-11-16,1 1-7 0,1 1-14 0,6 1-9 16,-8 1-9-16,1-2-3 0,0 0-7 0,-1 0-6 15,-4 0-3-15,-2 2-4 0,-4-1-3 0,0-1-3 16,-2 2-3-16,-3-2-2 0,-2 0 2 0,-5 0-1 16,8-2 2-16,-8 2-2 0,0 0-2 0,6-2 1 15,-6 2 12-15,0 0 4 0,0 0 5 0,0 0 4 16,-14-5 4-16,14 5-8 0,-5-1 0 0,5 1-6 15,0 0-7-15,-9 0-7 0,9 0-2 0,0 0-2 16,-4 6 1-16,3-1-4 0,1 0-2 0,1 2 2 16,1 2-4-16,0 2-3 0,1 0 0 0,0 2-7 0,2 4 8 15,1 1-1-15,-1-1-1 0,2-1-3 16,-2 3-3-16,0-2-4 0,-1 1 1 0,1 1 9 16,-2-2-10-16,-2-1 3 0,1-3 6 0,-2 1-3 0,-2 0 3 15,1-1 9-15,-2-1 10 0,-2 1 12 0,-1-4 2 16,-2 1 9-16,0-3 19 0,-3 1 2 0,-3-1 9 15,2-3 4-15,-11 1 3 0,9-1 10 0,-3-2-3 16,-1-1-2-16,3-2-4 0,1 0-7 0,0 0-3 16,1-1-6-16,4-1 1 0,3 1-11 0,-3-1-5 15,3 0-8-15,1-1-13 0,1-1-24 0,2 0-47 16,4-2-38-16,3-2-46 0,4 1-37 0,1 1-34 16,8-2-49-16,-2 1-51 0,13-7-41 0,-10 4-52 15,0 1-213-15,4 0-644 0,2-2 285 0</inkml:trace>
  <inkml:trace contextRef="#ctx0" brushRef="#br0" timeOffset="190447.76">8239 10505 245 0,'1'-8'283'0,"2"2"-6"16,-2-1-7-16,2 2-3 0,0 0-16 0,-3 0-14 15,1 3-23-15,2-3-20 0,-2 2-20 0,-1 3-23 16,2-5-24-16,-2 5-7 0,0 0-13 0,0 0-16 15,7 11-6-15,-6-6-8 0,1 7-12 0,1-3-1 16,-3 2-10-16,4 6-6 0,-2-4-3 0,2 0 1 16,-3 4-8-16,2-1-5 0,-3-2 2 0,1 4-13 15,2 1 5-15,-1-2-2 0,-1-5-3 0,0 0-3 16,2 4-2-16,-3-7 0 0,0 0-3 0,3 0 0 16,-3-5-2-16,0 2 2 0,1-3-2 0,-1 1 4 15,0 0 27-15,0-4 6 0,0 0-6 0,0 0-2 16,0 0-6-16,0 0-1 0,0 0 0 0,4-17 5 15,-4 11-7-15,1 0-3 0,2-5-3 0,0 5 0 0,1-1-6 16,-4 2 0-16,4-1 2 0,-3 2 6 0,2-1-14 16,0 1-4-16,1-1-9 0,1 4 8 15,-2 0-7-15,-3 1-2 0,11 0 3 0,-4 3-3 0,2 2 0 16,-2 2 3-16,4-2-5 0,-3 4 2 0,3 0 2 16,0 1-3-16,1 3-3 0,0 0 1 0,-1 1 1 15,4-3-12-15,0 1 5 0,-3-1 5 0,5 0-4 16,-2-1 4-16,-6-4-6 0,5 1 4 0,-3-3 0 15,1-2-5-15,3-1 3 0,-1 1-4 0,0-6 7 16,-4 1-3-16,1 0 4 0,2-5-4 0,-3 3 1 0,-2-2 6 16,4-2-5-16,-5 0 6 0,0-2 0 0,-3-2-2 15,0 0 0-15,1 0-1 0,-2 1 16 0,0-1-16 16,-3 0 5-16,0 0 5 0,0 0 6 0,0 5 17 16,-4-5-2-16,2 2-1 0,-1 5-2 0,1 1 4 15,-2-2-1-15,1 2-8 0,-1 3-6 0,-1 0 2 16,-1 1-12-16,-4 0 7 0,3 3-4 0,-2 2 1 15,-1 3-9-15,-1-1 20 0,1 3-16 0,3 0-5 16,-2-1 2-16,4 3-1 0,-4-1-8 0,4 2 13 16,2-1-1-16,-1 0 3 0,7 2 3 0,-6-2 5 15,7 1-2-15,0-1 3 0,0 1 3 0,6-1 0 16,0-3 1-16,7 3-14 0,2 1 0 0,2-3-11 16,7-1-23-16,-1-2-30 0,3 2-43 0,-1-6-36 0,-5 2-56 15,-1-3-74-15,8-1-74 0,-8 3-245 0,1-6-637 16,-2 2 282-16</inkml:trace>
  <inkml:trace contextRef="#ctx0" brushRef="#br0" timeOffset="191463.34">9601 10661 126 0,'5'-13'263'0,"-1"-1"-23"0,0-1-6 0,-5 3-9 16,2-2-7-16,-2 1-9 0,0 2-13 0,-1 0-13 15,-2 2-12-15,-3-3-12 0,-1 3-14 0,0 2-17 16,-3 2-15-16,-4 2-11 0,3-1-14 0,-3 3-5 15,0 2-8-15,-1-1-10 0,-1 4-6 0,-3 1-7 0,9 1-5 16,-4-1-5-16,-1 3-6 0,4 0-3 0,2-1-1 16,2 1-6-16,2 0 0 0,2-3-5 15,-2 1 5-15,4 1-11 0,1-1 1 0,1-1-2 0,1 1 5 16,2 0-6-16,6-3 2 0,-3 2 0 0,2-1-4 16,2 0 3-16,3-1-5 0,-2-2 0 0,1 2-2 15,0-2 1-15,3 0 2 0,-4 2-5 0,2 0 1 16,-3 0-4-16,3 0 2 0,-1-1-3 0,-3 2-2 15,5 1 1-15,-3 2-3 0,1-1 2 0,-1 5-2 16,0 0 5-16,1 3 0 0,-5-3-2 0,5 7-1 16,-4 1-4-16,1-1 8 0,-1 9-1 0,2 0-1 15,0-1 0-15,-2-1 0 0,3 2-2 0,-7 0 0 0,4 0 4 16,-2-5-4-16,-1 4 2 0,2-5-4 16,-3-2 3-16,0 1-1 0,-1-1 0 0,-3-2 3 15,1-4-2-15,-2 2 7 0,1-5 10 0,0 0 15 0,0 1 18 16,-3-4 38-16,-1-3 17 0,3 3 24 0,-2-4 12 15,-5-1 2-15,8-2-6 0,-12-2-10 0,2-3-10 16,-1-3-9-16,3 2-10 0,-7-6-7 0,2 0-11 16,-1-5-4-16,0 2-11 0,1-2-6 0,-1-5-3 15,2-2-16-15,4 5-17 0,-2-7-19 0,5-2-31 16,2-4-45-16,3 2-31 0,4 1-41 0,0-2-30 16,7-2-27-16,-1 6-26 0,-1-3-21 0,1 10-16 15,1-4 4-15,-2 4-1 0,2 4 11 0,-3 1 16 16,2-2 14-16,3 2 20 0,-6 7 19 0,1-4 27 15,-2 1 11-15,3 2 13 0,-1 0 25 0,-2 1 29 16,-1 1 29-16,3 1 32 0,-4 1 26 0,2 0 24 0,-5 0 18 16,2 1 5-16,2 1 7 0,0 0-1 0,0 0 2 15,-4 1-1-15,5-1-8 0,-2 1-4 0,-4 2-4 16,8-1-3-16,-8 1-8 0,12 1-3 0,-5 1-3 16,0 1-4-16,1 2-3 0,3 0 1 0,-3 3-6 15,3-2 2-15,1 1-5 0,-1 1 0 0,-1 1-5 16,0 0 1-16,0 1 0 0,-2 1-2 0,3 0-2 15,-3 0 3-15,-2 0-5 0,2-2-1 0,-4 4-2 16,0-5 1-16,0-2-2 0,-3 2 3 0,1-1-4 16,-4-2 4-16,-3 1-2 0,1-1 4 0,0-4-2 15,-6 1-2-15,3 0 4 0,2-2-1 0,-9-3-1 16,6 1 2-16,1-1 0 0,-1 1-2 0,3-3 3 0,2 0-5 16,-1-1 0-16,1 0-10 0,6-2-14 0,1-1-31 15,3 0-29-15,4 2-30 0,7-6-29 0,10 1-22 16,-1-1-20-16,3 3-8 0,0 2-113 0,3 0-325 15,1 1 145-15</inkml:trace>
  <inkml:trace contextRef="#ctx0" brushRef="#br0" timeOffset="191822.71">10267 10555 17 0,'14'-2'36'0,"-3"1"26"0,-2 1 21 15,-4-1 21-15,0 0-2 0,-5 1-3 0,0 0 11 16,0 0 11-16,0 0 10 0,0 0 6 0,-18-5-2 16,11 5 2-16,-3 0-4 0,-2 0-3 0,0 1-9 15,1 0-10-15,-5 2-11 0,4-1-10 0,0 2-7 16,-2 0-7-16,-1 3-8 0,3-1-6 0,-2 4-5 15,3-2-9-15,2 0 0 0,-1 3-7 0,3-4-4 0,3 5 1 16,0-1-7-16,4 0-2 0,-1 2-2 16,2-3-2-16,1 0 0 0,2-1-2 0,0-2 1 15,5 3-5-15,-2-2-6 0,1-1-4 0,2-2-6 0,2-2-6 16,-5-1-4-16,2-3 0 0,2 0-2 0,-3-2-4 16,3-2 1-16,-3-2 1 0,0 0 0 0,-2-4 2 15,1 2 1-15,-3-3 0 0,1 1 2 0,-1-7 1 16,-4 5 9-16,3 1 14 0,-3-1 14 0,1 2 20 15,-1-1 10-15,-1 2 5 0,1 4-1 0,0-2 1 16,0 3-8-16,-3 0-8 0,3 1-6 0,0 4-11 16,-1-6 1-16,1 6-8 0,0 0-2 0,0 0-4 15,0 0-3-15,0 0-4 0,-3 16 0 0,6-9-5 16,1 0-5-16,0 4-13 0,3-1-17 0,3-1-21 16,2 3-24-16,0 1-25 0,4 3-26 0,2-6-15 15,1 0-29-15,9 2-37 0,2-2-27 0,3-3-146 0,1-2-407 16,-3 0 180-16</inkml:trace>
  <inkml:trace contextRef="#ctx0" brushRef="#br0" timeOffset="193088.29">10761 10605 102 0,'-3'-8'202'0,"-1"-1"2"16,-1 0-2-16,-4 1-3 0,-1 4-5 0,0-5-6 16,-4 4-10-16,1 2-8 0,-1-1-6 0,-2 1-11 15,2 3-9-15,-6 0-7 0,2 0-10 0,2 4-12 16,-6 1-13-16,4 0-7 0,1 3-7 0,7 0-8 15,-5-1-5-15,3 6-10 0,5-3-6 0,-3-1-1 16,1 4-8-16,4-1-6 0,-1-1-2 0,6 1-2 16,-1-2-4-16,1 4-1 0,1-7-5 0,1 2 4 0,2 1-8 15,4-3-1-15,1 1 6 0,4 0-11 0,-1-3-3 16,4-4 2-16,-3 0-5 0,7-3-3 16,-8 0 5-16,3-1-10 0,-1-4-14 0,5-2-11 0,-3-2-8 15,0 0-8-15,-2-3-5 0,1-1-9 0,-4-1-11 16,4-7-9-16,-6-5-12 0,-2 9-3 0,0-6 8 15,0-3 6-15,-3 2 5 0,-4 4 8 0,0-6 7 16,-2 8 5-16,1-8 11 0,-2 10 25 0,-2 1 10 16,1 2 13-16,1 0 14 0,-2 4 11 0,2-1-2 15,-1 2 2-15,1 1-2 0,0 3-5 0,-2 3-6 16,4-1-3-16,-2 0-6 0,3 4-1 0,0 0-1 16,0 0 0-16,-5 11-4 0,3-6 3 0,2 5-3 0,0 2 5 15,2 1-8-15,2 3 2 0,-3 2-3 16,3-3 0-16,4 6-4 0,-4-3 3 0,2 2-4 15,1-2 2-15,3 9-2 0,-4-7 6 0,2 5-5 0,0-6 1 16,3 1 1-16,-3-3-2 0,-1 2-4 0,4-5 0 16,-3 3-1-16,0-4-3 0,-2-3-3 0,-1-1-1 15,3-2-5-15,-5-1 0 0,4 1-4 0,-3-2 1 16,0-2 2-16,3 1 3 0,-2-3 0 0,0 2-1 16,-5-3 5-16,10-2 2 0,-10 2-2 0,10-6 3 15,-2 1 1-15,-3 0 2 0,-1-1-2 0,0-2 4 16,2-1-5-16,-2-2 4 0,3 1 2 0,-3-1 1 15,-3-3 4-15,3 2 6 0,0 1 9 0,-1-1 0 16,0 2 6-16,-2 0 4 0,1 3-1 0,-2 0 0 16,1 1 0-16,-1 0-4 0,0 1-6 0,4 2-1 15,-4-2-8-15,0 5 1 0,1-3-4 0,-1 3 1 16,0 0-1-16,0 0 1 0,0 0-6 0,0 0 4 0,-1 15-3 16,1-8-2-16,0 2 2 0,1-1-1 15,3 3-1-15,-1-1 4 0,1 1-5 0,0 1-4 16,4-1 1-16,-1 2-3 0,4-4 0 0,0 5-1 0,5-2-4 15,-2-2-8-15,1 0-14 0,0-2-8 0,4-2-2 16,0 0-6-16,0 0-7 0,-4-2 3 0,0-4 8 16,2 0 4-16,-4-1 3 0,-2-2 4 0,1 1 2 15,0-4 3-15,-2 1 1 0,0-2 5 0,-1-3 0 16,-2 2-5-16,-1-2 7 0,-2-2 1 0,-1-1 4 16,-3 1 5-16,-1 1 1 0,-1-2 10 0,1-1 9 15,-2 2 6-15,-2 1 4 0,-1 1 3 0,0-1 1 16,1 3 2-16,-1-1 3 0,-2 5-6 0,-2-3 1 15,5 4-4-15,-4-3 0 0,3 5-2 0,-1-2-2 0,-1 5-11 16,1 0 7-16,0 2-1 0,2 0-3 16,-1 0-2-16,-2 3 0 0,4 3 0 0,0-1 1 15,-1 2 3-15,3-1-2 0,2 3 0 0,0 0 0 0,2-2 1 16,3 1-2-16,-3-2 2 0,3 2-5 0,-3 1 3 16,7-2 0-16,-4-3-2 0,6-2 0 0,-3 3-1 15,3-4 1-15,-2 0 3 0,2 0-4 0,0-1 3 16,1-4-5-16,-3 0 3 0,3-1 0 0,-1-3 1 15,-2 2-3-15,2-3 2 0,-1-2-5 0,-1 2 6 16,-3-1-1-16,3-4 4 0,-1 2 14 0,-1 1 4 16,-3-3 3-16,0 2 3 0,3 0 6 0,-3 3-3 15,0 0-3-15,-1 0-5 0,-2 1-4 0,1 0-1 16,-2 4-8-16,2-3-1 0,-2 3-3 0,0 0-5 16,0 0 4-16,0 0-1 0,0 16-4 0,-2-11-3 15,4 3-2-15,-2 1-1 0,2-3-4 0,2 6-4 16,-3-1-2-16,2 0 1 0,6 0 0 0,-2 0 0 0,3-4-1 15,-2 2-14-15,3 0 0 0,-4-5 2 0,1 2-5 16,1-2 0-16,-1-1 3 0,-1-3 2 16,0-2 2-16,2 4 2 0,-2-5 3 0,0-2 2 0,-3 3-1 15,5-8-1-15,-3 3 6 0,-2-2 3 0,0-1 1 16,0-2-2-16,1 1 4 0,-3-3 11 0,1 4 7 16,0-1 5-16,-2-1 15 0,2 4-4 0,-3-3 8 15,2 4 7-15,-2 0-3 0,0-1-3 0,2 2-2 16,-4 1-4-16,4 0-3 0,-1 1-3 0,-1 4-10 15,0-5-3-15,0 5-6 0,0 0 4 0,0 0 2 16,0 0-3-16,0 0-5 0,6 14 1 0,-5-8-3 16,-1 2-7-16,4 0 3 0,0-2-5 0,0 4-10 15,-1 1-3-15,2-1-2 0,5-2-15 0,-3 3-15 16,2-4-15-16,2 3-12 0,-1-4-7 0,-1 1-17 16,2-1-15-16,0-4-8 0,-1 1-7 0,0-1-22 15,1-5-7-15,-4 0-3 0,5-2 7 0,-4 0 4 0,-1-1-8 16,3-6-4-16,-1 5-116 0,-5-5-303 0,2 0 134 15</inkml:trace>
  <inkml:trace contextRef="#ctx0" brushRef="#br0" timeOffset="193291.41">11782 10439 185 0,'4'-28'35'0,"0"-1"20"0,-1 0 20 0,0 0 36 15,1 1 22-15,0 1 16 0,-1 8 9 0,-3 1 15 16,1 0 11-16,-2 2 16 0,1 4 14 0,1 1-1 16,-1 3-10-16,0 1-19 0,0-1-16 0,2 2-24 15,-4 4-16-15,2 2-15 0,0 0-12 0,0 0-8 16,0 0-7-16,-4 18-10 0,4-7-9 0,0 5-7 15,3 2-6-15,-2 2-4 0,3 7-6 0,0 3-3 16,0-4-1-16,5 5-13 0,-4-1 3 0,6 1 2 16,-3-4-9-16,2 1 4 0,0 3-4 0,1-6-11 0,0 0-11 15,-4-7-23-15,4 1-6 0,-3-2-32 16,0 1-37-16,0-7-52 0,-2 0-41 0,-1-1-34 16,1-5-45-16,-4-1-177 0,1 1-483 0,-3-5 214 0</inkml:trace>
  <inkml:trace contextRef="#ctx0" brushRef="#br0" timeOffset="193494.52">11577 10360 176 0,'-10'-6'324'0,"2"-4"-8"0,4 4-8 0,0 1-25 16,0-1-25-16,4 1-23 0,0 0-21 0,4-2-12 15,0 5-32-15,3-2-21 0,5 1-15 0,-1-1-11 16,5 3-8-16,2-3-14 0,1 6-28 0,4-2-38 15,-4 0-44-15,3 2-45 0,1 2-64 0,-1-3-77 16,-3 0-71-16,1-1-163 0,-6 2-465 0,1-2 205 0</inkml:trace>
  <inkml:trace contextRef="#ctx0" brushRef="#br0" timeOffset="193635.14">11514 10132 58 0,'-9'-4'279'0,"2"-1"-28"0,-3-1-26 16,5 2-19-16,-2 0-24 0,2 3-31 0,1-4-56 16,4 5-67-16,-3-3-78 0,3 3-86 0,0 0-80 15,0 0-232-15,0 0 104 0</inkml:trace>
  <inkml:trace contextRef="#ctx0" brushRef="#br0" timeOffset="194838.31">13885 10123 213 0,'1'-5'357'0,"-1"5"-13"0,2-5-29 0,-2 5-32 0,2-4-28 16,-2 4-35-16,0 0-26 0,0 0-19 0,0 0-19 16,0 0-14-16,2 21-13 0,-2-10-17 0,-2 6-9 15,2 2-10-15,-2 0-7 0,0 8-9 0,2 0-9 16,-1 1-6-16,1 2-6 0,0-5-4 0,-3 2-6 16,3-2-3-16,0-2-5 0,0-2-5 0,0 0 1 15,0-2-4-15,0-1-3 0,3-2-5 0,-3-1-17 16,0-4-24-16,0 0-34 0,0-1-31 0,1-3-41 15,1-1-47-15,2-1-65 0,-1-3-277 0,-3-2-556 0,4 1 247 16</inkml:trace>
  <inkml:trace contextRef="#ctx0" brushRef="#br0" timeOffset="195135.18">13669 10058 268 0,'-4'-4'371'0,"1"-1"-6"0,-4 1-7 0,6 1-9 15,1 3-21-15,-3-4-11 0,3 4-22 0,0-7-26 16,0 7-27-16,4-5-27 0,4 4-23 0,3-2-18 16,3 2-21-16,6 0-14 0,1-1-13 0,2 1-16 15,5-1-6-15,2 0-12 0,-5 2-9 0,6 2-7 16,-7-1-9-16,5 0-16 0,-7-1-17 0,0-1-15 0,-1 1-32 15,-2-1-24-15,-4 1-25 0,-1-2-18 16,-2 0-20-16,-1 2-31 0,-3 0-33 0,0 1-31 16,-8-1-44-16,9-1-46 0,-9 1-47 0,4 1-195 0,-4-1-570 15,0 0 252-15</inkml:trace>
  <inkml:trace contextRef="#ctx0" brushRef="#br0" timeOffset="195551.6">14074 10367 36 0,'1'-5'281'0,"4"3"-21"15,-3-2-23-15,2 1-21 0,-4 3-22 0,11-3-19 16,-4 3-16-16,1 0-13 0,2 3-18 0,-1 0-15 16,2 2-11-16,1 2-10 0,-2 0-7 0,-1 3-9 15,3 0-10-15,-2 0-4 0,1 3-7 0,0 1-6 16,-4-3-7-16,0 1-3 0,-2 2-3 0,-1-1-2 16,-1-2-5-16,-1-1-3 0,-2-2-2 0,0 2-2 15,0 0-1-15,-2-3-1 0,-1 2-2 0,-1-4 5 16,0 0 5-16,-2-1 6 0,2-2 9 0,-4 0 9 15,0-2 3-15,1 0 9 0,7 0 3 0,-9-5 1 16,4-2-6 0,0 3-3-16,0-5-3 0,2 3-9 0,3-6-11 15,3 3 0-15,0-3-11 0,6 1-14 0,0-5-28 16,4 4-24-16,4 0-28 0,0 3-29 0,2 0-31 0,-2 1-38 0,4 3-27 16,2-1-31-16,-1 2-20 0,1 2-159 0,-3 2-438 15,2-2 193-15</inkml:trace>
  <inkml:trace contextRef="#ctx0" brushRef="#br0" timeOffset="196317.2">14618 10410 50 0,'-4'-5'196'0,"-4"1"2"0,4-1 3 16,-4 0-7-16,1-2-8 0,-5 2-8 0,2-1-9 16,-1 1-17-16,0-1-10 0,2 4-11 0,-6 0-11 15,1 3-8-15,2-1-8 0,-3 2-17 0,-1 4-7 16,2-1-3-16,-1-2-13 0,-2 6-6 0,0 2-5 15,4 1-3-15,3-3-6 0,-5 4-3 0,8-4-3 16,-1 3-4-16,4 0-3 0,-4-1 0 0,5 2-3 16,3-2 0-16,0 0 0 0,3-1-4 0,2 1 0 15,2-3-4-15,3 0 0 0,2-1-1 0,-3-3-3 16,5 0-3-16,1-2 1 0,0 1 0 0,0-5-3 16,1 0-1-16,-1-1 0 0,0-3 1 0,-1 0-3 15,-2-1-1-15,-1-1 0 0,5-5-1 0,-8 4 0 16,-1-3-1-16,1 1 1 0,-2-2 2 0,-1 1 10 0,-5 1 14 15,4-1 11-15,-4 3 4 0,0-4 2 0,0 6 2 16,0 0-1-16,0 1-3 0,0 2-3 0,0-1-5 16,-1 1-8-16,1 4-8 0,0 0-1 0,0 0-3 15,0 0-7-15,0 0 2 0,0 0 0 0,-11 14-2 16,14-6-4-16,-3 1 1 0,1 1 9 0,2 2-14 16,1 1-2-16,-1-3-1 0,5 1-5 0,-3 1-6 15,3-1-5-15,-1-2-10 0,4 0-9 0,-3 0-5 16,3-2 3-16,-3-1-18 0,6 0-14 0,-3-2-12 15,-3 0 0-15,5-4 7 0,-3 0 1 0,-4-1 3 16,4-3 0-16,-6 0 3 0,3-1 12 0,0-2 6 16,0 1 2-16,-3-4 8 0,4 1 4 0,-5-2 3 15,1 1 6-15,0-1 9 0,0-1 19 0,1 4 19 0,-5-2 2 16,2 0 9-16,-1 0 7 0,0 4 2 16,-1 1 1-16,3-2 0 0,-3 2-6 0,0 1-1 15,0 4-11-15,3-3-6 0,-3 3-1 0,0 0-1 0,0 0-3 16,0 0 0-16,-7 12 0 0,7-5-2 0,0 3-3 15,0 1 1-15,0-1 0 0,0 1 0 0,1 1-3 16,2-2 1-16,0 2-1 0,-2 0 0 0,2-2 0 16,1 2-4-16,3-3 2 0,-2-2-2 0,-1-1 0 15,3 1-1-15,-4-2-1 0,5-1 2 0,-2-2 0 16,0 0-1-16,1-1 1 0,0-2 0 0,-3-2 1 16,3 1-1-16,1-3-2 0,-4 0 0 0,6-2 4 15,-5 0 9-15,4-3 16 0,-3 2 13 0,-2 0 11 0,4 0 12 16,-3-1 13-16,1 4 6 0,-3-4 6 15,1 4 5-15,-3 0 13 0,2-2-2 0,0 4-5 16,-2-1-5-16,3 1-11 0,-4-1-7 0,0 4-15 0,4-4-16 16,-4 4 4-16,0 0-11 0,0 0 4 0,11 7-6 15,-7-3-5-15,0-2-5 0,3 5-10 0,0-1-2 16,1-1-11-16,0 3-21 0,2 0-22 0,-1-4-27 16,2 3-28-16,2-2-31 0,-3-1-42 0,-3-1-39 15,1-1-45-15,-1-2-50 0,1 2-45 0,-1-2-191 16,-7 0-577-16,10-4 256 0</inkml:trace>
  <inkml:trace contextRef="#ctx0" brushRef="#br0" timeOffset="196504.69">14969 10103 2 0,'-3'-4'313'16,"1"-1"-29"-16,-3 1-28 0,4 0-27 15,-3 0-24-15,4 4-19 0,-4-4-23 0,4 4-29 16,0 0-17-16,0 0-38 0,0 0-51 0,0 0-69 0,-1 12-78 16,7-7-187-16,-2 0-332 0,5 4 147 0</inkml:trace>
  <inkml:trace contextRef="#ctx0" brushRef="#br0" timeOffset="196879.68">15306 10078 293 0,'-1'-3'275'0,"1"3"-33"0,0 0-29 16,0 0-18-16,0 0-20 0,0 0-17 0,-6 15-12 16,9-9-19-16,-1 7-9 0,0 0-12 0,1 6-12 0,1 0-6 15,-1 2-8-15,1-1-6 0,1 10-12 0,1-2-4 16,-2-1-4-16,0-1-5 0,2 0-7 15,-5-5-1-15,-1-1-6 0,1 1-2 0,-1-2-5 0,0 0 1 16,0-2-1-16,-2 1-8 0,0-4-1 0,-1-3 0 16,1 1-3-16,-1-4 2 0,0-2 7 0,2-1 22 15,-3 0 22-15,2 0 28 0,-3-2 13 0,4 0 32 16,1-3 11-16,-7 1 4 0,7-1 2 0,0 0 4 16,0 0-8-16,-13-7-5 0,12 5-10 0,1 2-9 15,0-6-9-15,-3 2-13 0,3 4-12 0,3-7-13 16,1 2-6-16,2 3-23 0,-1-2-9 0,5 1-17 15,-1 2-20-15,5-1-26 0,6 1-23 0,2 1-26 16,0 1-27-16,2 2-19 0,5 0-18 0,1 1-22 16,-2-2-21-16,-5 1-36 0,2 0-29 0,-3 0-27 15,2-3-25-15,-5 2-20 0,0-4-219 0,-4 2-571 16,-1-4 253-16</inkml:trace>
  <inkml:trace contextRef="#ctx0" brushRef="#br0" timeOffset="197551.53">15736 10415 44 0,'-4'-4'170'0,"3"1"2"15,-3 0 0-15,-2-1-6 0,6 4-15 0,-4-4-15 16,4 4-12-16,-4-1-13 0,4 1-11 0,0 0-7 16,0 0-4-16,-10 7-7 0,9-1-4 0,-2-1-8 15,3 2-4-15,0 1-4 0,0-1-8 0,0 0-2 16,3 4-5-16,-3 0-7 0,4-1 1 0,-2 2-5 16,2-3-4-16,-3 1 4 0,6-1-5 0,-3 0-3 15,1-2-5-15,-2-1-4 0,1-1 3 0,0 0-6 16,0-1 2-16,1-2-8 0,-3 1 6 0,-2-3-4 15,8 0-2-15,-8 0 0 0,0 0-1 0,10-5-4 0,-9 0 1 16,2 1-1-16,-3-3-1 0,1 0 3 0,-2 0 1 16,-2 0-4-16,3-1 4 0,-4-1 3 15,3 0 5-15,-5 0 19 0,2-1 5 0,0-2 9 0,3 6 1 16,-3-3 2-16,-2 0 2 0,6 1 6 0,-4 2 5 16,3-2 6-16,-2 4-2 0,3-2 6 0,-3 1-3 15,1 0 0-15,0-1-2 0,2 6-6 0,0-6-8 16,0 6-7-16,4-5-8 0,-4 5-1 0,3-3-4 15,1 1-2-15,4 1 2 0,-2 0-11 0,-6 1 2 16,16 0-1-16,-8 2-8 0,4 0 0 0,-1 0-5 16,-1-1-4-16,2 3 6 0,-1 1-6 0,0-1-4 15,1 4-2-15,-1-1-1 0,-1 1-3 0,2 0-4 16,-3 1-3-16,-2 0-1 0,5-2 1 0,-6 2-14 16,-1 3-5-16,2-4 5 0,-3 2 1 0,-1-1-4 15,2 1 2-15,-5 0-9 0,4-2-2 0,-4 0 5 16,3-2 0-16,-3 0 3 0,0 0 2 0,0-1-2 0,0-2 3 15,-3 2 4-15,3-5 10 0,-1 4-8 0,1-4 6 16,0 0-1-16,0 0 1 0,0 0 8 0,-11-7 5 16,9 3 1-16,4-2 6 0,-2 0-4 0,3-1 10 15,-2-1-1-15,3-2 6 0,0-1 3 0,0-1-1 16,5 1 6-16,-1-2-3 0,1-4 2 0,-5 5-7 16,5 1 3-16,-4 0 2 0,4 3 10 0,0-3-10 15,-3 3 5-15,3-2 7 0,-3 3-11 0,0 2 0 16,1 0-8-16,-2 2-2 0,1-1-2 0,0 2 1 15,1 0-5-15,-1 1 0 0,-6 1 0 0,14 4-5 16,-8-2 9-16,2 3-11 0,0 1 2 0,-2 1-1 16,3 1 0-16,-2 0 9 0,1 0-14 0,-1 3 4 0,1-1-2 15,-4 0 1-15,2 0-5 0,-1 2 2 0,-2-2-4 16,1-1-28-16,0 3-32 0,-1-3-24 16,-3 0-37-16,-3-1-46 0,0-2-69 0,2 0-79 0,-6 2-170 15,-2-3-531-15,3 0 236 0</inkml:trace>
  <inkml:trace contextRef="#ctx0" brushRef="#br0" timeOffset="198457.75">16437 10184 242 0,'0'-3'317'0,"0"3"-14"15,-2-5-12-15,2 5-29 0,0-5-27 0,0 5-19 16,0 0-27-16,0 0-18 0,0 0-24 0,0 0-14 15,0 0-12-15,0 0-12 0,-8 11-10 0,4-3-9 16,1 2-6-16,-2 2-7 0,-1 3-6 0,-2 0-2 16,0 2-10-16,4 1-5 0,-3 0-3 0,0 2-4 15,3 1-4-15,-1-2-2 0,2 8 2 0,2-6-7 16,0 0-2-16,2 1-2 0,2-3-2 0,3 0-4 16,-2-1 5-16,3 0-7 0,1-1 0 0,2-1-3 15,2-1-7-15,-1-2-25 0,4 2-39 0,-5-6-44 16,2-2-57-16,3 5-64 0,-2-7-52 0,1-1-241 15,-2-2-551-15,2 0 244 0</inkml:trace>
  <inkml:trace contextRef="#ctx0" brushRef="#br0" timeOffset="198973.36">16672 10351 3 0,'-3'-3'248'15,"1"-1"-21"-15,-4 1-21 0,6 3-23 0,-7-1-17 16,7 1-21-16,-5-2-12 0,5 2-11 0,-11 5-14 16,7 0-9-16,-2 0-12 0,2 1-7 0,1 2-9 15,2-1-7-15,-2 4-3 0,2 1-6 0,1 1-6 16,1 0-4-16,-1 0-4 0,3 1-4 0,-3-2-4 16,4 0 2-16,-2 2-8 0,3-4-1 0,-2 1 0 0,1-2-2 15,0 1-10-15,-1-3-1 0,2-2-4 16,1 1-3-16,-4-1-2 0,5-3 3 0,-3 2 0 0,-1-3 0 15,1 1-2-15,-4-2 0 0,11-2-3 0,-6 0 4 16,-1-1-3-16,1 0 1 0,0-2 1 0,0-1 5 16,1-1-1-16,-1 2 12 0,-1-3 14 0,3 2 6 15,-4-1 5-15,6-1 5 0,-5 1 1 0,1 2 9 16,-1-1 11-16,1-1-7 0,-2 3 0 0,1 0-4 16,-2 0-10-16,1-1-2 0,-1 3-9 0,-2 2-7 15,6-2 1-15,-6 2-6 0,0 0-1 0,10 3-4 16,-4 1-1-16,-3 1-3 0,3 0-2 0,-1 0-5 15,-1 1 4-15,6 2-2 0,-5 0-4 0,4 1-1 16,0 0 2-16,-2-1-2 0,5 1-1 0,-1-2-4 16,-1 0 3-16,0-1 2 0,-3-2-8 0,0-1 2 15,1 0-1-15,2-3 2 0,-5 1-4 0,3-1 6 0,-8 0-8 16,11-2 3-16,-5-1-1 0,-1-1 1 0,-1 0 0 16,0-3-4-16,-1 0 1 0,0 0 3 0,0-3 2 15,0 0 3-15,-3-1-3 0,0-2-3 0,0-2-1 16,0 2 3-16,-1-1-2 0,-3 1-12 0,3-5-17 15,-3 2-21-15,-2 0-20 0,5 4-32 0,-3-1-41 16,1 0-43-16,0 2-61 0,-5 0-208 0,7 1-492 16,-3-2 218-16</inkml:trace>
  <inkml:trace contextRef="#ctx0" brushRef="#br0" timeOffset="199254.6">17011 10209 288 0,'8'0'286'0,"-3"3"-19"0,-1 1-25 16,2-1-7-16,-1 2-13 0,3 3-25 0,-1 2-15 15,0 1-21-15,-2 1-10 0,4 0-19 0,-3 3-15 16,1 2-8-16,0 2-10 0,-3 1-11 0,0 0-8 15,3-1-5-15,-3 1-7 0,-3 0-10 0,-1-1-1 16,0 0-26-16,0-1-28 0,-4 1-19 0,-1-2-32 16,-2 2-57-16,0-2-41 0,-2-1-68 0,-2 0-223 0,-3-1-473 15,-2-2 210-15</inkml:trace>
  <inkml:trace contextRef="#ctx0" brushRef="#br0" timeOffset="200301.53">12817 10295 30 0,'-4'-1'317'0,"0"-2"-3"0,-1 1-4 0,-1 0-2 15,1-2 1-15,5 4 9 0,-8-5-12 0,4 3-7 16,1-1-2-16,3 3-24 0,0 0-23 0,0 0-17 16,-10-2-19-16,10 2-22 0,0 0-18 0,-1-2-16 15,1 2-14-15,0 0-14 0,0 0-13 0,0 0-10 16,26 4-8-16,-6 0-12 0,3-2-6 0,10 6-7 15,4-4-8-15,-2 1-9 0,2 0-3 0,1 0-6 16,-3-1-7-16,2 4-7 0,-3-4-10 0,1-2-11 0,-2-1-12 16,0 1-25-16,-13 1-18 0,3-3-19 15,-4 0-16-15,-4 0-9 0,-2 2-8 0,-4-4-15 16,-2 2-29-16,-2-2-30 0,-5 2-23 0,4-3-15 0,-4 3-15 16,0 0-23-16,-15-3-26 0,3 1-21 0,1 0-253 15,-12 1-587-15,0-3 260 0</inkml:trace>
  <inkml:trace contextRef="#ctx0" brushRef="#br0" timeOffset="200754.63">12740 10346 45 0,'0'0'244'0,"0"0"-7"0,0 0-15 16,0 0-10-16,0 0-13 0,0 0-13 0,0 0-10 16,18 8-12-16,-13-4-10 0,0-1-6 0,6 3-1 15,-1 1-3-15,3 1-14 0,2 2-13 0,3 1-13 16,-4 1-7-16,10 6-13 0,-5-5-8 0,0-3-7 0,4 4 0 16,-4 2-7-16,-2-4-12 0,2 3-1 0,-1-4-5 15,0 3-9-15,1-1 1 0,-5-1-3 16,4-1-6-16,-3 3-2 0,0-4-1 0,-4 1-2 0,-2-4-4 15,2 1 0-15,-3-2-8 0,2-1-7 0,-5 2-15 16,-1-3-13-16,-1-2-18 0,2 0-40 0,-5-2-47 16,0 0-46-16,0 0-36 0,0 0-42 0,0 0-171 15,0-13-459-15,0 13 204 0</inkml:trace>
  <inkml:trace contextRef="#ctx0" brushRef="#br0" timeOffset="201160.87">13379 10309 258 0,'4'-3'292'0,"-4"3"1"0,5-4-7 0,-5 4-10 15,3-2-3-15,-3 2-15 0,3-5-15 0,-3 5-27 16,0 0-27-16,0 0-22 0,0 0-10 0,0 0-9 16,0 0 2-16,-3 13 4 0,0-8-2 0,1 5-4 15,-8 0-2-15,6 1-10 0,-1 3-3 0,-5 1-5 16,0 4-3-16,-1-2-10 0,0 1-6 0,-4 5-10 0,5-4-12 15,0-1-5-15,-3 0-10 0,-1-1-6 0,2 0 1 16,3 0-13-16,-1 0-5 0,-1-1-4 16,3 2-2-16,1-4-4 0,3-1 0 0,-2 0-7 0,3-3-10 15,0 1-15-15,2-1-36 0,2-4-46 0,-1 1-34 16,3 0-42-16,0-1-59 0,0-1-80 0,6-1-96 16,-4-1-299-16,6 1-740 0,-3-3 327 0</inkml:trace>
  <inkml:trace contextRef="#ctx0" brushRef="#br0" timeOffset="202192.2">13301 10907 143 0,'-1'-6'256'0,"1"6"-11"0,0-6-5 0,0 6-9 15,0 0-4-15,0-4-12 0,0 4-15 0,0 0-17 16,-4-3-14-16,4 3-20 0,0 0-14 0,0 0-14 16,0 0-14-16,0 0-10 0,0 0-12 0,0 0-4 0,0 0-9 15,0 0-7-15,0 11-11 0,-1-6-1 16,-1 0-8-16,2 0-3 0,-1 2-6 0,1 1-2 16,0-1-4-16,0 2-2 0,-2-1-2 0,4 4-2 0,-2-4-5 15,3 4 0-15,-2-4 1 0,-1 3-3 0,4-1-2 16,0 0-4-16,-1-1-2 0,1 1 2 0,-1-3-3 15,1-1 2-15,3 2 0 0,-3-1-3 0,1-2 2 16,1 0-3-16,1-1 5 0,-1 0-5 0,1-2-7 16,1-1-1-16,-1 1 1 0,1-1-3 0,0-1 8 15,0-1-9-15,-2-2 0 0,2-1-1 0,-1 1 5 16,-2-3 0-16,1 1 1 0,-1-4 1 0,-1 1-2 16,2 0 0-16,-1-2 4 0,-2 1 0 0,-2-2 1 0,2 1 6 15,-3-1 9-15,1 4 7 0,-1 1 8 16,3-6 7-16,-3 7 3 0,0-3-6 0,1 3 18 15,-2 0-17-15,1 0 0 0,0 5-1 0,0-7-8 0,0 7-9 16,0-3-2-16,0 3-1 0,0 0-4 0,0 0-3 16,0 0 1-16,0 0-4 0,7 11 0 0,-6-6-1 15,1 0 2-15,-1 5 1 0,4-3 1 0,1 4 1 16,-1-4-10-16,-2 5 0 0,4-2 2 0,-2 0-3 16,2-1 5-16,0 0-2 0,0 0-2 0,0 0 2 15,2-1-4-15,-1-1 5 0,-1 0-1 0,1-3-1 16,0-1-3-16,-1 1 1 0,4-3 3 0,-2 1-1 15,-2-2-5-15,0 0 2 0,1-3-1 0,0 1 8 16,-1-2-6-16,3-1 0 0,-5-2 2 0,-1 1 6 16,1 0-7-16,0-5 8 0,-4-2 0 0,0 3-5 15,-1-2 2-15,-1-1 0 0,-2-4-3 0,0 0-1 0,-2 3 4 16,1-1-8-16,0 2 2 0,-3 1-9 0,0 1-14 16,-1 1-27-16,0 0-29 0,3-1-33 15,-5 3-44-15,1-2-49 0,3 3-65 0,-2-3-292 0,0 4-608 16,-2 1 269-16</inkml:trace>
  <inkml:trace contextRef="#ctx0" brushRef="#br0" timeOffset="210704.8">17973 10291 151 0,'2'-2'318'0,"-2"-4"1"16,0 6-21-16,4-5-22 0,-4 1-29 0,0 4-22 0,0 0-29 15,0 0-19-15,0 0-18 0,0 0-7 16,0 0-21-16,4 16-16 0,-3-6-14 0,2-1-7 16,-1 4-9-16,-1 0-7 0,2 1-7 0,-2 1-8 0,3 3-7 15,1-2-8-15,-3 2 0 0,3-1-4 0,-2-3-8 16,1-4-2-16,-3 2-2 0,4-1-2 0,-3-1-2 15,1-3-5-15,-3-1-4 0,5 0 6 0,-3-1-3 16,0-3 8-16,0 1 22 0,-2-3 5 0,8 1-8 16,-8-1 1-16,11-5-2 0,-3 0-6 0,-4-3 6 15,4-1 6-15,-1-1-7 0,2-1 4 0,-2 0-9 16,2-3 0-16,-4-2 3 0,3-1-12 0,2 3-4 16,-1 3 6-16,-3-1-4 0,3 0 3 0,-2 2-8 0,0-1-3 15,1 3 1-15,1 0-6 0,0 2-1 0,0 1-5 16,-1-2-3-16,4 6-4 0,1-2 5 0,-2 3-7 15,2 2 2-15,1 0-1 0,1 5-3 0,1-1 4 16,3 1-3-16,-3 3-4 0,1 1 2 0,-1-1 0 16,-1 2 0-16,1 0 2 0,-2 0-4 0,1 0-1 15,-8-3 2-15,2 2 4 0,-2-3-11 0,0 4 9 16,-2-6-2-16,-1 1-4 0,-1 0-6 0,-1-1 2 16,-2 2-6-16,-2-1 5 0,-2-1-13 0,1 0-2 0,-9 0-23 15,3 0-26-15,-4-4-26 0,-3 1-44 0,-2 0-45 16,-2 1-60-16,-2-2-67 0,-1-2-261 15,1 0-623-15,-1-2 276 0</inkml:trace>
  <inkml:trace contextRef="#ctx0" brushRef="#br0" timeOffset="211048.54">18104 10011 184 0,'-3'-3'308'0,"3"3"-32"16,0 0-28-16,-2-3-28 0,2 3-25 0,0 0-17 16,0 0-18-16,0 0-16 0,0 0-13 0,2 16-14 15,1-10-12-15,-2 0-10 0,4 1-4 0,-1-2-15 16,1 4-4-16,-2-3-9 0,2 1-8 0,-1-1-6 15,0-1-1-15,-1 0-4 0,1 2-3 0,-2-4-4 16,-1 0 13-16,2 0 33 0,-3-3 24 0,4 2 22 16,-4-2 3-16,0 0-20 0,0 0-5 0,5-8-17 15,-5 8-5-15,0-11-12 0,0 5-7 0,-4-2 3 16,2-1-15-16,-1 2-8 0,1-4-16 0,-2 1-29 16,4 2-31-16,-4-2-32 0,1 4-36 0,2 1-43 15,-2 0-64-15,2-3-72 0,-1 6-283 0,1-1-607 0,1 3 269 16</inkml:trace>
  <inkml:trace contextRef="#ctx0" brushRef="#br0" timeOffset="211579.77">19576 10056 123 0,'1'-14'352'0,"-2"0"-19"15,1 7-15-15,0-3-3 0,0-1-7 0,0 4-2 0,0 0-8 16,0 2-7-16,0 0-39 0,0 0-28 15,-2 1-25-15,2 4-32 0,0-5-14 0,0 5-19 0,0 0-11 16,0 0-15-16,0 0-9 0,3 24-7 0,-2-12-12 16,1 2-13-16,1 2-11 0,-1 2 0 0,1 3-17 15,-3-1 12-15,0 2 0 0,1 3-10 0,-1 3-9 16,2-1-1-16,-2-5 1 0,3-2 1 0,-2 0-3 16,2 2-9-16,-2-3-18 0,0 1-14 0,5-2-24 15,-2-5-34-15,1 0-21 0,-1-1-18 0,0-1-26 16,3 0-32-16,1-3-38 0,-4-1-44 0,2-3-42 0,1-2-47 15,-2 0-184-15,3-2-565 0,-8 0 249 0</inkml:trace>
  <inkml:trace contextRef="#ctx0" brushRef="#br0" timeOffset="212189.12">19781 9950 234 0,'0'-5'277'15,"0"1"-31"-15,0 4-24 0,0-7-27 0,0 7-17 16,0 0-23-16,0 0-14 0,0 0-16 0,0 0-12 16,0 16-10-16,0-4-11 0,2 0-8 0,0 3-11 0,-2 3-6 15,4 1-5-15,0 1-5 0,-2 1-6 0,0-1-6 16,1 6-1-16,1-4-9 0,-1 0-3 16,0-2-3-16,-2-1-3 0,-1-1-1 0,3 0-2 0,-3-1-1 15,1-3-2-15,1-3-4 0,-2-2-1 0,2 0 3 16,-2 0-2-16,1-2-1 0,-1-3 2 0,0 2 0 15,0-4 13-15,0-2 13 0,0 5 1 0,0-5-8 16,0 0-4-16,0 0-3 0,7-10-2 0,-4 5 9 16,-2 3 4-16,2-2-3 0,-1-3 7 0,2 2-4 15,-3 2-8-15,3-2 0 0,-1 0-3 0,-1 2 0 16,2 0-5-16,1 1 1 0,-5 2-9 0,9 0 1 16,-9 0-3-16,14 2 1 0,-9 1-6 0,5 0-6 15,-2 1 4-15,4 3 3 0,0 0 1 0,-2 2-5 16,6 2-1-16,-3-4 3 0,3 4-2 0,-4-5-1 15,6 3-2-15,-2-3-2 0,0-1-1 0,-2-1 0 16,-2-1-3-16,3 0-6 0,-3-3 6 0,2 2-8 0,-2-4-4 16,-1-1-1-16,0-1-2 0,-3 0 1 0,0-1-1 15,-1-4 9-15,0 0-5 0,0-1 2 16,-2-4 1-16,1 3-3 0,-4-1 6 0,1-1 3 0,0-4 5 16,-2 4 8-16,-1 6 10 0,0-2 26 0,0-2 3 15,0 4 5-15,-1 1 4 0,-2 0 0 0,3 0-2 16,-1 1-12-16,-2 2-3 0,0 0-4 0,3 3-6 15,-12 0 0-15,7 3-4 0,-2 1-3 0,0 0-2 16,-4 3-4-16,6 3 0 0,-4-2-2 0,4 3 0 16,-2 0 2-16,3 2-4 0,0 3 2 0,1-3-2 15,3-2 4-15,3 3-3 0,1-1 3 0,4 0-1 16,0-4-4-16,2 2 6 0,8 1-16 0,-2-1-9 0,6-4-28 16,-1 0-37-16,-1-2-34 0,1-2-32 0,4-1-47 15,-6 1-51-15,1-5-63 0,-1 1-225 16,-5-3-567-16,-1-2 251 0</inkml:trace>
  <inkml:trace contextRef="#ctx0" brushRef="#br0" timeOffset="212392.24">19525 10067 185 0,'-9'-2'298'0,"0"2"-16"0,0-1-14 0,9 1-9 15,-8-1-16-15,8 1-13 0,-4-1-19 0,4 1-25 0,0 0-16 16,0 0-17-16,23 2-15 0,-9-1-12 16,6 2-20-16,1 0-50 0,9 2-56 0,-6-1-70 15,4-1-83-15,2 4-77 0,-5-2-180 0,-5 1-444 0,9 2 196 16</inkml:trace>
  <inkml:trace contextRef="#ctx0" brushRef="#br0" timeOffset="213808.65">21228 10182 121 0,'-1'-6'234'0,"-4"0"-7"0,0-1-15 16,1 2-12-16,-4-3-12 0,0 4-9 0,-1 2-12 16,-2-2-10-16,-2-1-11 0,1 2-12 0,-3 3-13 15,3 0-9-15,0 3-8 0,-2 1-10 0,0 1-14 16,-2 1-5-16,2 3-5 0,-2 2-7 0,4 1-5 16,1-3-4-16,2 1-5 0,0 5-5 0,0-4-2 15,2 2-5-15,2-2-2 0,-1 1-3 16,2-2 2-16,1 3-5 0,3-4-5 0,0 2 3 15,0-4-6-15,5 4 5 0,0-2-3 0,3-1-2 0,2 0-4 0,-1-2 0 0,5-1 0 0,-2-3-3 16,7 3 0-16,-3-4-2 0,2-2-2 0,3-1 2 16,-4-1-2-16,1-1-6 0,1-3-7 0,-3-3-11 15,3-1-20-15,0-1-14 0,3-6-8 0,-7 4-20 16,-1-3-11-16,3-9-1 0,-2 2 10 0,-3 0 6 16,-5-1 8-16,0 4 4 0,-5 0 11 0,2-6 11 15,-4 7 21-15,-2-2 29 0,2 3 15 0,0-1 16 16,-4 0 8-16,0 0 15 0,3 3 8 0,-3-1 11 15,-1 3 6-15,4 1 6 0,-2 2 5 0,-2 1 5 0,2 2 0 16,-1 0-1-16,4 2 9 0,-4 0-6 0,4 2-16 16,-3-1-10-16,2 3-5 0,1-1-16 0,0 4-3 15,-3-4-11-15,3 4-9 0,0-5-16 0,0 5-6 16,0 0 7-16,0 0-6 0,0 0-3 0,0 0 3 16,0 0-6-16,3 18-1 0,-3-13 0 0,0 1-4 15,1 2-4-15,-1 1 2 0,0-2 0 0,3 5-3 16,-3-4 5-16,0 3-2 0,0 4-4 0,2-2 6 15,0 4-5-15,-2 1 4 0,3-1-2 0,-3 2 3 16,1 0-2-16,2 1-6 0,-3-3 1 0,4 1 3 16,-3 0 3-16,3 0-2 0,-1 0 2 0,1-1-4 15,-1-4 1-15,1 3 7 0,0-3-8 0,3 2-3 16,-3-5 13-16,0-1-14 0,3 0 3 0,0 0 0 0,1-1 12 16,0-1-14-16,0-1 4 0,2 0 0 0,2-2-6 15,-2-1 7-15,1-3 0 0,1 1-10 16,3-1 15-16,-2-1-15 0,1 1 2 0,-3-4 2 0,2-1 2 15,-2 1-6-15,-1-1 3 0,-2 2-3 0,0-5-5 16,-1 3-4-16,-1 2 2 0,1-3 2 0,-3 0-4 16,-1 1-8-16,1 0-4 0,-4-1-2 0,3 3-7 15,-3-3-14-15,0 3-8 0,0 3-15 0,0-7-14 16,0 7-7-16,0 0-12 0,-4-2-13 0,4 2-19 16,0 0-22-16,0 0-31 0,-10 7-27 0,10-7-29 15,-4 6-216-15,4-1-501 0,0 0 221 0</inkml:trace>
  <inkml:trace contextRef="#ctx0" brushRef="#br0" timeOffset="214277.39">21654 10053 59 0,'0'0'261'0,"-3"-6"-25"16,3 6-21-16,0 0-19 0,0 0-19 0,0 0-19 15,0 0-17-15,0 0-7 0,0 0-14 0,0 0-7 16,0 0-13-16,11 13-9 0,-9-9-7 0,3 2-7 16,-4 0-9-16,3 4-4 0,-2 0-8 0,1 2-7 15,1-2-2-15,-2 2-4 0,1 0-8 0,1 1-1 16,-2-1 1-16,3 1-10 0,-1 0 0 0,0-1 0 0,-3 1-4 15,2 0-4-15,0-2 0 0,1 1-1 0,-1-2-1 16,-2-2 0-16,-1-1-3 0,2 1 0 16,0-3 0-16,-2 0 1 0,0 2-4 0,0-3-2 0,0-4 3 15,3 4 0-15,-2-1 0 0,-1-3 15 0,0 0 26 16,0 5 16-16,0-5 15 0,0 0 17 0,0 0-3 16,0 0-9-16,0 0-7 0,0 0-11 0,0 0-3 15,0 0-9-15,-1-20-6 0,1 12-4 0,0 3-3 16,0-5-9-16,1 1-2 0,-1-3-2 0,4 1-8 15,-2-2 2-15,0 1-7 0,-2 1-4 0,3-2 2 16,1 1-9-16,0 1-4 0,2 1-14 0,-1-1-10 16,-1 3-18-16,2-4-9 0,-1 3-19 0,-1 2-22 0,3-1-31 15,-2 0-27-15,2 4-33 0,0 1-38 0,0 0-43 16,0 0-205-16,2 2-503 0,-2-2 223 16</inkml:trace>
  <inkml:trace contextRef="#ctx0" brushRef="#br0" timeOffset="214699.24">21993 10160 150 0,'0'0'243'0,"4"-3"-8"0,-4 3-8 0,4-7-11 16,-1 2-12-16,-1 1-9 0,2 0-13 0,-4-1-13 0,6 1-2 16,-5-1-13-16,2-2-3 0,-2 2-13 0,2 0-2 15,-3-2-6-15,0 2-6 0,1 1-13 0,-2-3-8 16,1 7-16-16,-3-7-1 0,3 2-14 0,-2 1-5 16,-1 0-9-16,0 1-6 0,-4 0-8 0,7 3-2 15,-9-1-8-15,2-1-7 0,7 2 3 0,-14 3-3 16,6-1-5-16,-1 1 2 0,-1 2-8 0,-1 0 5 15,3 1-6-15,1 2-8 0,-5-1-2 0,5 1 2 16,2 0 0-16,-2 1 0 0,2 3-1 0,0-2 5 16,0-1-2-16,4 2-2 0,0 1-5 0,2-1 3 15,2 1 0-15,3-2-1 0,0 1 2 0,3-2-2 16,6 4-1-16,0-4-11 0,4 2-9 0,0-1-28 16,4-4-26-16,6 4-27 0,-9-4-29 0,11-1-32 15,-1 1-27-15,-8-2-4 0,1-4-29 0,0 0-22 16,2-3 1-16,-6 1-136 0,4-3-407 0,-4 1 180 15</inkml:trace>
  <inkml:trace contextRef="#ctx0" brushRef="#br0" timeOffset="-214563.12">22346 10160 45 0,'-5'-11'134'15,"2"2"10"-15,-1 1 7 0,0-1 9 0,-1-1 8 16,-1 2-4-16,-2 2-4 0,1 0-11 0,2 3-9 16,-2-1-14-16,0 1-8 0,-2 1-9 0,2 2-8 15,7 0-9-15,-17 4-12 0,9-2-1 0,-1 4-6 16,1 1-7-16,-2 2-3 0,5-1-3 0,-1 5-4 15,-1-3-1-15,3 0-4 0,0 3-5 0,3 0 0 16,-2 0-5-16,3-1-4 0,0 3-3 0,7-2-2 16,-6-1 0-16,6-2-2 0,1 2-2 0,4 2 0 15,-2 0-4-15,5-1-2 0,1-4-4 0,1 1-1 16,2-3-12-16,0-1-8 0,4-2-33 0,-1-1-27 0,-1-3-12 16,2 0-28-16,-2-3-25 0,-1-4-23 0,1-1-20 15,-3 1-17-15,2-2-157 0,-5-5-373 16,1 2 165-16</inkml:trace>
  <inkml:trace contextRef="#ctx0" brushRef="#br0" timeOffset="-214297.5">22557 9844 124 0,'-5'-18'240'0,"-1"0"4"16,1 0 1-16,-1 2 2 0,2 3-4 0,-1 4-4 16,2-3-7-16,2 4-9 0,0 1-8 0,-1 1-12 15,1-1-16-15,-1 3-15 0,2 4-27 0,-1-5-14 16,1 5-20-16,-1-3-7 0,1 3-17 0,0 0-3 15,0 0-13-15,5 11-6 0,-1-3-7 0,-1 0-6 0,2 4 0 16,-1 1-12-16,2 5-4 0,-3 1-7 16,2-1-2-16,1 1-1 0,-1 2-2 0,0 7 2 15,-1 0-6-15,2 2 2 0,1-1-2 0,-2-2-5 0,0 0-5 16,0-2-19-16,-3 2-14 0,2-1-13 0,1-7-23 16,-3 0-12-16,2 3-16 0,2-4-38 0,-4-6-43 15,2 0-44-15,1-1-37 0,0 0-43 0,-2-4-165 16,0 0-494-16,1-3 219 0</inkml:trace>
  <inkml:trace contextRef="#ctx0" brushRef="#br0" timeOffset="-213985.01">22576 9987 115 0,'-4'-6'270'0,"1"-3"3"0,-1 6-3 0,1-3 3 16,2 0-7-16,0 1-13 0,1 5-8 0,-3-6-13 0,3 6-27 15,0-6-12-15,0 6-29 0,0-5-14 0,0 5-19 16,0 0-9-16,8-1-13 0,-8 1-10 16,11 4-12-16,-2-3-11 0,3 5 3 0,1-2-14 0,-1-1-15 15,2 2 1-15,4 2-6 0,-2 1-8 0,2-1 0 16,0 0-1-16,-1 2-6 0,-2-1-4 0,1 4-3 16,-5-6-3-16,1 2 2 0,-1-1-11 0,-2 2 8 15,0 0-7-15,-1-1-2 0,-2 0-6 0,1 0 1 16,-5 0-4-16,2 1 3 0,2 1-3 0,-4-3 0 15,-2 4-1-15,2-4-6 0,-2 4-6 0,0-5-9 16,-2 4-16-16,2 0-11 0,0-1-14 0,0 1-17 16,-2-3-18-16,0 0-24 0,2-1-30 0,2 2-36 0,0-3-41 15,2 1-51-15,2 0-187 0,-2-1-504 16,4-1 222-16</inkml:trace>
  <inkml:trace contextRef="#ctx0" brushRef="#br0" timeOffset="-213270.32">23016 10123 106 0,'0'0'217'0,"-10"-1"-18"16,10 1-18-16,-10 0-19 0,6 2-9 0,4-2-11 15,-8 6-10-15,6-5-11 0,-1 5-10 16,0 1-5-16,2-2-9 0,1 4-6 0,1-2-7 0,2 4-7 15,-2-3-2-15,2 3-9 0,1-2-6 0,1 1-5 16,2 0-4-16,-1 2-8 0,-1-3-1 0,3 0-6 16,0 1-6-16,-1-2-2 0,1-2 1 0,-2 0-5 15,-2 0-1-15,4-2-8 0,-3-1-4 0,2 1-2 16,-3-3-1-16,2 1-5 0,-6-2 1 0,0 0-3 16,12-3 0-16,-8-2-2 0,0 3 3 0,-2-3 0 15,0-3 0-15,-2 1-1 0,0-3 4 0,0 0-3 16,0-1 0-16,-2 0 3 0,2-1 1 0,-2-1-1 0,2 1 3 15,-1-2-1-15,1-3 1 0,-3-2 1 16,3 5 1-16,3 1 0 0,-6 0 3 0,6 1 3 16,-2 0 12-16,-1 1-2 0,0-1-1 0,0 5 2 0,2-2-1 15,0 5-3-15,0-5-3 0,-2 5 0 0,1 0-2 16,1-1-4-16,5 2-3 0,-4 2-3 0,-3 1-1 16,7-1 0-16,-7 1-1 0,8 5 1 0,-4-3-4 15,4 5 0-15,-5-1-1 0,3 2-1 0,2 2 0 16,-3-1-1-16,3 3 4 0,-1-1-12 0,1 4-2 15,-1 1-2-15,1 0-4 0,2 1 0 0,-5 0 0 16,2-6-9-16,1 6-6 0,0-2 5 0,-4-3 2 16,2 0-5-16,-1-1-6 0,0-1 4 0,0 0 4 0,0-1 1 15,-1-4 4-15,2 0 6 0,-3 0 6 0,2-2 8 0,-1 0 4 0,-4-3 7 16,0 0 12-16,0 0 3 0,8-7 11 0,-9 1 12 16,1 0 7-16,0-2 13 0,0-2 9 0,0-1-3 15,1-1 5-15,1 1 10 0,3-2 13 0,-4 1-3 16,2-1 1-16,0 0-3 0,0 0 6 0,1 2 8 0,-3-1 8 15,4 3-13-15,-1-2-6 0,-1 2 1 16,1 1-5-16,0 3-7 0,-1-3-4 0,1 2-5 16,-2 3-7-16,4 0-9 0,-6 0-6 0,0 3-7 0,7-3-7 15,-1 2-7-15,-6 1-4 0,0 0-6 0,9 4-2 16,-1 0-3-16,-4 2 0 0,0 0-7 0,-1 1 1 16,4-1-5-16,-3 6-7 0,0-4-31 0,0 0-9 15,0 2-25-15,2 1-21 0,-2-2-19 0,-3 0-21 16,3 1-20-16,-2-2-28 0,-1 0-30 0,-2-1-43 15,2-2-44-15,-1 0-57 0,0 0-192 0,-3-2-581 16,3-3 257-16</inkml:trace>
  <inkml:trace contextRef="#ctx0" brushRef="#br0" timeOffset="-213082.82">22922 9749 245 0,'-3'-6'276'0,"0"2"-27"15,2 1-24-15,-3-2-23 0,4 5-23 0,-3-5-21 16,3 5-43-16,-4-2-38 0,4 2-45 0,0 0-56 16,0 0-59-16,0 0-61 0,-15 8-108 0,12-4-272 15,-4 0 121-15</inkml:trace>
  <inkml:trace contextRef="#ctx0" brushRef="#br0" timeOffset="-212238.99">21534 10150 119 0,'3'-4'269'15,"-1"2"-3"-15,-2 2-5 0,2-5-10 0,-2 5-14 16,4-5-10-16,-4 5-16 0,0 0-22 0,0 0-18 16,4-3-21-16,-4 3-7 0,0 0-24 0,0 0-13 0,0 0-13 15,0 0-5-15,0 0-12 0,0 0-6 16,-3 15-8-16,2-11-4 0,1 5-8 0,0 0-4 15,0-1-6-15,1-1-3 0,2 4-12 0,1-3-16 0,-2 3-23 16,0-1-31-16,4-1-39 0,-2 0-44 0,0 0-60 16,3-1-57-16,-2-3-201 0,1 1-481 0,-1-3 214 15</inkml:trace>
  <inkml:trace contextRef="#ctx0" brushRef="#br0" timeOffset="-211801.51">21551 9910 203 0,'-2'-3'282'16,"2"3"-15"-16,0 0-17 0,0 0-22 0,0-5-21 15,0 5-19-15,0 0-26 0,0 0-15 0,0 0-19 16,0 0-14-16,0 0-10 0,0 0-11 0,0 0-10 16,0 0-8-16,0 0-10 0,0 0-3 0,0 0-6 15,2 14-5-15,0-12-6 0,0 2-4 0,-2-4-4 16,1 6-6-16,-1-3 0 0,0-3-10 0,3 4-2 0,-3-4-2 15,1 4 0-15,-1-4-3 0,3 2 0 16,-3-2-3-16,4 3 1 0,-4-3-3 0,0 0 1 16,0 0-2-16,0 0-1 0,11-8 3 0,-11 8-4 0,4-5 1 15,-3 4 0-15,-1-4 0 0,0 5-3 0,4-7 1 16,-4 7 1-16,2-3-1 0,-2 3-3 0,1-5 2 16,1 3-10-16,-2 2-19 0,0 0-32 0,0 0-36 15,0 0-29-15,0 0-38 0,0 0-52 0,0 0-205 16,0 0-450-16,0 0 199 0</inkml:trace>
  <inkml:trace contextRef="#ctx0" brushRef="#br0" timeOffset="-208902.24">24121 9889 283 0,'3'-9'335'16,"0"2"-5"-16,1-1-8 0,-2 1-10 0,0 2-5 16,1-1-22-16,-3 2-24 0,1 0-33 0,-1 4-22 15,1-4-34-15,-1 4-17 0,0 0-19 0,0 0-19 16,0 0-5-16,4 21-10 0,-2-11-13 0,1 3-6 16,-1 6-7-16,1 0-17 0,1 9 0 0,3-2-4 0,-3 1-7 15,0 0 1-15,1-1-8 0,1-1-3 0,-3-3-3 16,3 3-33-16,-3-3-14 0,0-4-19 0,0 1-20 15,-1-1-16-15,2-1-21 0,1-2-28 0,-1-2-39 16,0-3-41-16,0-2-52 0,1-2-53 0,-4-1-205 16,4-1-547-16,-3 1 242 0</inkml:trace>
  <inkml:trace contextRef="#ctx0" brushRef="#br0" timeOffset="-208136.64">24347 9886 135 0,'1'-5'305'0,"1"0"-27"0,-1 2-31 16,0-2-27-16,-1 5-25 0,0-3-22 0,0 3-18 15,0 0-16-15,0 0-13 0,3 13-12 0,-1-7-13 16,-2 7-13-16,4 3-4 0,-3 2-7 0,-1 3-11 16,3-1-2-16,-2 2-7 0,1-1-7 0,-1 0-3 15,3 0-3-15,0-1-6 0,-1 2-3 0,-2-3-2 16,2 0-7-16,-2-2-3 0,2-4 2 0,-2-2-5 15,-1 0-4-15,4-5-2 0,-4 1 1 0,2 0-1 16,1-3 0-16,-2-1 1 0,-1-3 0 0,7 0-4 0,-7 0 0 16,0 0-3-16,15-9 2 0,-7 3 0 15,-1 0 5-15,1-2 2 0,1 2 16 0,-2-3 12 16,4 1 4-16,-2-1 3 0,-3 3 0 0,2-2-5 0,1 2-4 16,-3 1-4-16,-1 2-4 0,0-1-2 0,0-1 0 15,-1 3-11-15,5 0 0 0,-2 2-1 0,0 3-4 16,4 2-2-16,-3 0 7 0,6 0-11 0,-1 3-10 15,5 1 1-15,1 1-16 0,-1 1-11 0,8 1-17 16,2 0-23-16,-1-2-19 0,-1 0-28 0,4-1-11 16,-8-2-17-16,-2-4-6 0,3 2-1 0,-1-2 8 15,-3-1 8-15,-4-2 12 0,-1-1 13 0,-1-3 13 16,0-1 5-16,-8 2 15 0,4-5 10 0,-2-2 8 16,-4-3 4-16,1 0 4 0,-4 0 7 0,0-3 20 15,-4-1 18-15,-3 0 30 0,2 0 10 0,-5 1 4 16,2 6-1-16,1 0-2 0,-5-3-3 0,1 3-2 15,2 3-4-15,-5 1-7 0,3 0-4 0,-1 3 5 0,-2 3-10 16,1 1 3-16,-1 0-3 0,3 3 0 0,1 0-5 16,1 0 0-16,5 1-1 0,-1 2 1 15,-1 0 1-15,2 0-1 0,0 1-1 0,4-1-3 0,0-1 4 16,0 2 0-16,4-2-4 0,0 3 2 0,2-4-1 16,-1 3-1-16,4-4-1 0,0-2 0 0,-4 0 3 15,8-1-6-15,-3 0 0 0,1-1 4 0,-1-1-1 16,2 0 0-16,-5-1 2 0,1 1 1 0,2-4 3 15,-2 0 4-15,-1 2 8 0,-1 2 9 0,-1-1 9 16,0-1 3-16,0-2-2 0,1 3-7 0,-2 0-3 16,-4 2-5-16,9-1 1 0,-9 1-6 0,10 2-2 15,-5 1 0-15,2 2-5 0,-1-4-2 0,3 7-1 0,-2-1 3 16,2 0-6-16,2 1 1 0,0-1-3 0,-3 2 4 16,3 1-4-16,0 0-1 0,4-2-7 15,1 2-9-15,-3-3-28 0,0-1-19 0,1-1-15 0,0-2-16 16,0 0-21-16,-3-2-7 0,3-5-15 0,-3 3-1 15,1-5-2-15,-1 1 8 0,-2-1-6 0,0-1 0 16,-3-4-1-16,2 0-5 0,-1-7-77 0,0 1-233 16,0-1 104-16</inkml:trace>
  <inkml:trace contextRef="#ctx0" brushRef="#br0" timeOffset="-207917.9">25321 9750 15 0,'1'-19'262'0,"1"3"10"15,-2 4-7-15,1 0-1 0,-1 5-10 0,2 0-4 16,-4 0-16-16,2 2-23 0,0 1-32 0,0 4-18 0,0 0-22 15,-1-5-14-15,1 5-11 0,0 0-5 16,-6 14-19-16,4-4-10 0,-1 1-14 0,1 6 0 16,-2 1-4-16,4 1-6 0,0 4-5 0,0 2-10 0,0-2 0 15,4 5-2-15,-2-7-5 0,2 8-6 0,0-1 9 16,4 3-12-16,-3-2 0 0,2-2-9 16,0-2-6-16,0 0-11 0,2-6-16 0,-3-3-19 0,2 2-31 15,-2-2-47-15,4 0-51 0,-3-8-52 0,1 0-67 16,-3-3-170-16,1 1-491 0,2-4 218 0</inkml:trace>
  <inkml:trace contextRef="#ctx0" brushRef="#br0" timeOffset="-207746.03">25105 9862 220 0,'-6'-1'354'0,"-1"-2"-10"16,3 2-10-16,-2-1-7 0,6 2-11 0,-6-5-18 0,6 5-25 15,0 0-36-15,0 0-21 0,15-2-27 16,-1 3-17-16,6 0-23 0,-2-1-27 0,6 0-41 16,-1 3-47-16,7 0-56 0,-1 1-57 0,-6-1-66 0,-1 1-72 15,8 0-78-15,-7-1-190 0,-8-2-526 0,-2 2 234 16</inkml:trace>
  <inkml:trace contextRef="#ctx0" brushRef="#br0" timeOffset="-207511.67">24078 10049 2 0,'-4'2'250'15,"4"-2"18"-15,0 3-1 0,0-3-14 0,0 0-24 0,18 2-27 16,-4-4-18-16,4 0-18 0,4-3-18 15,2 3-11-15,6-2-16 0,1-1-11 0,1 2-15 16,-1-2-21-16,-4 3-55 0,6-2-64 0,-3 0-85 16,0-1-81-16,-2 3-146 0,2-2-386 0,-8 0 170 0</inkml:trace>
  <inkml:trace contextRef="#ctx0" brushRef="#br0" timeOffset="-206355.46">26304 9862 10 0,'0'0'295'0,"-1"-6"-19"16,0 2-24-16,1 4-27 0,0 0-21 0,-2-4-25 16,2 4-21-16,0 0-15 0,0 0-16 0,0 0-13 15,-9 9-11-15,6-5-12 0,1 2-8 0,-3 1-9 16,1 1-5-16,0 2-6 0,1 2-7 0,2 0-5 15,-2 2-6-15,2 2-2 0,1 2-4 0,-2-1-5 16,2 1-5-16,2 0 1 0,1-4-4 0,-1 2-1 16,2-4 0-16,3 1-3 0,0 2 0 0,1-4-2 15,2-1-1-15,2-2-4 0,2 3-1 0,4-4 0 0,-4-1-4 16,5-2-1-16,-5-3-2 0,5-1 0 16,-1-1-3-16,-4-2-1 0,3-3 0 0,0 1-1 15,-3-1-3-15,2-6 0 0,-2-2-3 0,2 1-3 0,-3-1 2 16,-3-1 2-16,1 0 2 0,-4 3 1 0,-3 0 1 15,4 0 2-15,-4 2-1 0,0-1 4 0,1-1 2 16,-3 3 19-16,0 0 4 0,-1 3-1 0,-1 2 1 16,0-4-9-16,2 5-2 0,-2 0-6 0,0 3-2 15,0 0-5-15,0 0-1 0,0 0-1 0,0 0 0 16,0 0-4-16,-2 18 5 0,4-9-2 0,-2 2 0 16,2 0 0-16,-2 2 1 0,2-1 0 0,2 1-1 15,0-1-1-15,-2 0 2 0,1 0-2 0,-2-1-1 16,6 1 2-16,-3-2-1 0,-1-1-3 0,1-1 5 15,3-2-4-15,-3-1 0 0,0 0 2 0,0 0 0 16,3-2 2-16,0 0 4 0,1-3-5 0,-8 0-3 16,14-4 2-16,-7 0-2 0,3-2 7 0,-3-1-1 0,1-1 5 15,2 0 2-15,-4-2 23 0,1 0 16 0,-1 1 10 16,2-1 12-16,-3 0 13 0,1 0 12 16,-1-1 3-16,-1 1 6 0,0 1 3 0,-1 3-6 0,1 1-6 15,0-2-8-15,-2 3-4 0,0-1-10 0,1 0-8 16,-3 5-9-16,1-4-8 0,2 0-16 0,-3 4-6 15,0 0-17-15,0 0 0 0,0 0-3 0,10 5-11 16,-7 2-11-16,2-3-20 0,0 2-24 0,3 2-16 16,-3-2-8-16,1 2-25 0,1 1-20 0,1 0-34 15,0-1-31-15,-1-1-36 0,3 1-43 0,-1-1-27 16,1 0-250-16,2 2-588 0,4-3 261 0</inkml:trace>
  <inkml:trace contextRef="#ctx0" brushRef="#br0" timeOffset="-205798.38">27316 9897 206 0,'-1'-5'306'0,"-1"-1"-17"0,-2 1-18 16,0-1-17-16,-4 2-16 0,1-1-19 0,3 2-15 15,-5 0-24-15,2 0-18 0,0 2-16 0,-2 0-14 16,-1 2-14-16,1 0-10 0,-4 2-16 0,4 0-7 15,-3 2-10-15,1 0-11 0,1 1 1 0,-2 1-6 16,4 1-8-16,0 0-2 0,-2 3-7 0,5-1-4 0,1 2-3 16,-2-1-1-16,6 2-5 0,-1-1 1 15,1 1-7-15,1-2 5 0,5 1 0 0,-2-1-4 16,1 0-6-16,6 0-1 0,-3-2-4 0,3-1 2 0,1-3-1 0,-1 1-7 0,2-2 2 16,1-1-4-16,0-1 1 0,2 1-2 0,-2-2-1 15,-2-2 3-15,0-2-3 0,-1-1-2 0,4-1 0 0,-4-3 5 16,1 1-4-16,1-2 3 0,-1 0-4 0,-4 0 0 15,2 1 5-15,-1-2-4 0,0 2 1 16,0 0-3-16,-1-2 4 0,1 4 0 0,0-1-1 0,-4 2-2 16,3 2-1-16,-2 1 1 0,3-1-3 0,-2 1 0 15,5 4-1-15,-2 1 2 0,-1 1 4 0,2 0-7 16,-1 1 1-16,1 3-1 0,-2-1-4 0,0 5 3 16,1-4 6-16,-2 2-9 0,1 0-4 0,-3-1 3 15,-2 2-1-15,0-2 1 0,0-3 4 0,-1 0-6 16,1 1-6-16,-1-4-5 0,-2 2 6 0,-1-1 0 15,2-1 1-15,-2-3 1 0,-6 4 3 0,6-4 4 16,0 0 1-16,-13-3 1 0,8-1 3 0,-2 2-2 16,-2-3 3-16,2 0-1 0,-1-3 1 0,4 3 3 15,-2-3 3-15,1 1-8 0,1 0 1 0,4 1-16 16,0-2-20-16,4 2-20 0,3-1-26 0,1 1-26 16,6 1-27-16,2 1-22 0,3-1-20 0,10-2-17 0,-6 6-1 15,5-3-6-15,-2 3-3 0,1 0-133 0,5 2-366 16,0 1 161-16</inkml:trace>
  <inkml:trace contextRef="#ctx0" brushRef="#br0" timeOffset="-205189.02">28006 9969 25 0,'9'-7'53'0,"-2"2"21"0,0 0 18 0,3-1 8 15,-5 0 14-15,-4 0 16 0,5 0 1 0,-4-1 11 16,0-1 0-16,1 2 5 0,-2-1-6 0,0 1-9 16,-1-1-7-16,-1 1-10 0,0 0-6 0,-1-1-10 15,-1 1-8-15,2 2-11 0,-4-1-9 0,3 1-6 16,-6 0-8-16,1 1-5 0,-4 0-4 0,4 2-7 15,-7-2-6-15,3 5 0 0,-3-1-8 0,-1 0 0 16,-4 7-4-16,7-5-3 0,-2 4-3 0,-2 1 0 0,1 0-1 16,7-1-2-16,-3 2-3 0,2 1 3 15,0 3-2-15,5-4 2 0,2 3-3 0,0 3 8 16,4-1-10-16,2-4 2 0,4 7 1 0,3-1-1 0,4-1 3 16,2-1-3-16,1-3 0 0,11 4-3 0,3-3 1 15,1-1-2-15,-2 1-2 0,1-4 0 0,0-2 1 16,3-3-3-16,-5-1-3 0,-2-2 2 0,5 2-2 15,-11-5 0-15,1 1-3 0,-1-4-1 0,-3 1 0 16,2-4 3-16,-2-1 1 0,-6 0-2 0,3-2 0 16,-5-2 3-16,0 0-1 0,-4 4 2 0,-2-2 0 15,-5 0-2-15,3-5 3 0,-3 4-1 0,-4-1 3 16,0 2 1-16,-3 1 5 0,3 1 0 0,-4 0-2 16,-2 2-2-16,1-1-2 0,-2 3-2 0,0 0 3 15,-1 3-6-15,0 0 3 0,-2 2-1 0,1 1-2 16,-1 2 2-16,2 2-2 0,-1 1-1 0,0 2-2 15,3 1 3-15,-1 1 1 0,3 3 1 0,-1 0 0 0,3 4 0 16,2-2 0-16,3-1 0 0,-4 4-3 0,7-2 1 16,1-3 1-16,-2 1-4 0,3-2 6 15,0-1-1-15,3-1 0 0,-1-2-2 0,0-4 2 0,3 1-1 16,0 0 3-16,1-5-3 0,2 1 1 0,-2-2 1 16,3 0-3-16,-2-3 2 0,-3-1-2 0,4 0-1 15,-2-4 3-15,0 3 3 0,2-7 0 0,-4 3 12 16,-1 1 15-16,1 1 16 0,1-3 4 0,-3 0 5 15,-1 4 0-15,1-2 1 0,-4 2-1 0,3 1 2 16,-3 2-8-16,2 0 0 0,-3 2-9 0,2-2-5 16,-3 3-7-16,0 2-18 0,4-4-12 0,-4 4-1 15,0 0-1-15,0 0 2 0,0 0-9 0,0 0-1 16,6 13-9-16,-6-8-16 0,1-1-6 0,-1 2-16 16,3-1-22-16,-2 4-20 0,2-1-25 0,2 1-28 15,1-4-37-15,-1 1-33 0,1-1-201 0,-1 0-458 16,2-4 204-16</inkml:trace>
  <inkml:trace contextRef="#ctx0" brushRef="#br0" timeOffset="-204345.3">28833 9790 143 0,'-4'-4'233'0,"0"-1"-20"0,-2 0-15 0,-1 3-23 15,-1-1-14-15,1 2-20 0,-1-1-14 0,3 2-9 16,5 0-16-16,-14 2-9 0,10 0-5 0,1 4-11 16,1 0-5-16,0-1-8 0,4 7-8 0,-1-4-3 15,3 4-2-15,0 0-7 0,2-1-3 0,4 6-6 0,-1-3-3 16,-1 1-3-16,4 2-2 0,-4-2-3 0,1 1-2 16,1-1-2-16,-4-1-2 0,-2-4-1 15,1 2-4-15,-3-4-1 0,0 0-3 0,-2 0 3 0,0-1-2 16,0-1 4-16,0-1-4 0,-4-1 3 0,-1 1 7 15,1-3 12-15,-2 1 11 0,-2-2 3 0,-3-1-3 16,-2-1-4-16,3 1 0 0,-1-3-4 0,3 2-5 16,-3 1 1-16,7-2-2 0,-1 1 1 0,5 1 2 15,-14-2 4-15,12 1 0 0,2 1 2 0,0 0-2 16,-7-4-8-16,7 4-6 0,0 0-4 0,14-3-5 16,-5 2-3-16,0 0-4 0,7 1-7 0,-2 0-11 15,6-3-7-15,-2 1-7 0,5-1-8 0,-2 0-16 16,3-3-15-16,-5 1-3 0,4 0-12 0,0-1-13 15,-3-3 4-15,8-1 10 0,-7 0 1 0,-1 2-1 16,-1-2 11-16,-1 0 7 0,-2 2 8 0,0-3 14 16,-5 4 9-16,1-1 23 0,-5-1 28 0,-1 1 14 0,-1 2 23 15,-2 0 7-15,-2-2 9 0,-1 0-1 0,0 0-3 16,-1 2-7-16,-3 0-9 0,-2 0-3 16,-1 1-7-16,-2-1-6 0,0 2 1 0,-3 2-6 15,0-3-4-15,1 4-4 0,0 0-4 0,1 1 0 0,0 1-4 16,-2 0-1-16,1 4 1 0,4 0-1 0,0-3-1 15,2 3-5-15,-2 2 2 0,3-1 0 0,1-1-2 16,1 1 4-16,2 1-2 0,2-1-1 0,4 4 0 16,3-3-4-16,1 3-3 0,7-1-7 0,-1-3-11 15,2 1-17-15,3-1-18 0,-2-2-20 0,4 1-23 16,-1-4-16-16,-2 1-24 0,5-2-14 0,3 0-16 16,2-2-8-16,-8 1-11 0,1-1-1 0,0-3 6 15,-1 2-110-15,-3-1 247 0,1-1-192 0,-1-3 196 16,-3 2-152-16,-2-1 159 0,-3 1-55 0,0-1 9 15,-1-2 15-15,-4 0 17 0,0-2 23 0,-2 3 36 16,0-3 13-16,-2 1 27 0,0 0 21 0,-4 0 34 16,0 3 22-16,1 1 12 0,-2-1-3 0,0 2-9 0,-1 1-11 15,1-1-5-15,-2 1-7 0,0 2-7 0,-1 0-8 16,-1 0-8-16,7 2-7 0,-9 2-9 16,9-2-4-16,-12 3-5 0,6 2-6 0,2 1-3 0,1-2-3 15,1 5-3-15,0-1-5 0,1 1-1 0,0 2-2 16,2 1-2-16,2 1 3 0,-1 0-6 0,1 0-4 15,-1-2 3-15,2 2-8 0,0 0-2 0,2 3-2 16,1 1 0-16,-3 1-4 0,0-3-3 0,-1-2 1 16,0 0-3-16,-3-3-20 0,0 2-41 0,-3-3-33 15,0-1-50-15,-2-1-53 0,-5-1-253 0,0-1-474 16,-4-2 209-16</inkml:trace>
  <inkml:trace contextRef="#ctx0" brushRef="#br0" timeOffset="-203689.08">26417 9588 101 0,'0'0'318'0,"-1"1"-30"0,1-1-31 0,-3 3-23 16,3-3-28-16,0 0-14 0,0 0-21 0,0 0-23 16,-8 1-8-16,8-1-14 0,0 0-18 0,0 0-6 0,0 0-10 15,0 0-9-15,0 0-6 0,0 0-5 0,12 5-6 16,-5-2-4-16,0-1-8 0,-2 0-2 15,6-2-7-15,-3 1-1 0,1-2-7 0,0 2 2 0,-2-2 4 16,1-1 5-16,-3-1 5 0,2 1 7 0,-2-2-3 16,2 0 0-16,-4 1-12 0,1-4 3 0,-2 3-9 15,-1-3-5-15,-1 0-14 0,-3 1-18 0,1-3-25 16,-3 2-25-16,-3 0-35 0,-4 2-38 0,-6-1-54 16,-1 1-64-16,-2 0-250 0,-8 0-529 0,-4 4 234 15</inkml:trace>
  <inkml:trace contextRef="#ctx0" brushRef="#br0" timeOffset="-202785.13">7907 11649 383 0,'-1'-10'385'15,"1"1"-12"-15,0-1-14 0,0 4-18 0,0-1-10 0,0 1-20 16,-2 2-29-16,1 0-32 0,0 0-30 0,1 4-31 15,0-5-28-15,0 5-2 0,0 0-23 0,0 0-14 16,4 21-10-16,-3-10-9 0,5 7-24 0,-5 3 0 16,0 6-19-16,2 0 10 0,-3 2-9 0,0 0-13 15,0 2 11-15,-3 1-7 0,3 0-5 0,-1 0-26 16,1-1-32-16,0-2-16 0,0-1-18 0,0-5-26 16,-1-4-21-16,1 1-4 0,0-4-25 0,1-3-15 15,-1-1-31-15,0-2-35 0,0-4-22 0,4-1-38 16,-1-2-39-16,2-1-206 0,-5-2-549 0,12-5 244 15</inkml:trace>
  <inkml:trace contextRef="#ctx0" brushRef="#br0" timeOffset="-202222.65">8159 11634 233 0,'1'-5'279'15,"-1"-3"-14"-15,0 3-20 0,0 0-22 0,-1 1-19 16,1 4-29-16,0-5-20 0,0 5-13 0,0 0-19 15,0 0-12-15,0 0-11 0,0 0-10 0,0 17-6 16,1-6-10-16,-1 0-10 0,3 2-5 0,-3 4-8 16,0 2-2-16,1 0-6 0,-1 1-2 0,0-1-2 15,0 0-6-15,0 2-7 0,-1-2-3 0,1 2-4 16,-3 0-1-16,-1-3 0 0,3 0-1 0,-1 0 1 0,0-4-6 16,-1-1 1-16,-1-2-4 0,4-1 2 15,-4 0-3-15,4-3 3 0,0-3 0 0,0 0 3 16,0 0 13-16,0 1 16 0,0-5 7 0,0 0-1 0,3 2-1 15,-3-2-5-15,0 0-4 0,0 0-1 0,8-10-3 16,-6 8-9-16,-2 2 1 0,7-4-4 0,-3 3 5 16,-4 1-11-16,9-4 0 0,-4 2-5 0,3 2 6 15,-1 4-11-15,1-2-1 0,3 0 12 0,0 1-11 16,1 1 0-16,0-1 3 0,1 2-10 0,0 0 4 16,2-2 0-16,-4 0 1 0,8 3-1 0,0-4-3 15,-4 0-1-15,4 1 0 0,-5-3-2 0,1 0 5 16,0-1-7-16,-1-3 3 0,2 2-2 0,1-4 0 15,-6 1 5-15,0-1-6 0,1-1 1 0,-2-2 3 16,-2 0 5-16,0-2-9 0,0 1 2 0,-5-1 0 16,2-1 3-16,0 1 5 0,-4 2 0 0,4-2 11 15,-5 1 21-15,0 4 4 0,0-1 4 0,0 1 5 0,0 0-2 16,-5 3-8-16,4-1-6 0,-5 1 8 0,6 3-18 16,0 0-5-16,-15 2-6 0,9 0 2 15,0 3-3-15,-2 2-5 0,2 2-7 0,-2 1 7 0,1 2 2 16,3-1-2-16,-3 5-2 0,5-5 0 0,0 3-4 15,-1 4 2-15,6-6-1 0,-1-1 5 0,2 1 0 16,4-1-10-16,0-3-1 0,2 1-8 0,8-1-22 16,-1-4-31-16,3-3-34 0,-2 1-43 0,5-3-31 15,-1-1-48-15,0-3-48 0,-2-1-270 0,-1-2-584 16,-2-2 259-16</inkml:trace>
  <inkml:trace contextRef="#ctx0" brushRef="#br0" timeOffset="-202035.16">7765 11826 46 0,'-33'0'270'0,"3"1"-20"16,10 0-14-16,3 1-8 0,6-4-8 0,3 1-9 16,3 1-15-16,-1-2-24 0,6 2-11 0,6-9-20 15,2 4-17-15,12-3-19 0,9-2-43 0,6 0-66 16,3-2-72-16,18-4-95 0,-18 6-192 0,19 0-391 15,-1 1 173-15</inkml:trace>
  <inkml:trace contextRef="#ctx0" brushRef="#br0" timeOffset="-200774.85">9118 12245 127 0,'5'0'202'0,"-5"0"-17"16,19-4-15-16,-8 0-4 0,4-1-3 0,-1-3 6 16,3-1 9-16,-4-2-1 0,3-3-15 0,0-1-1 15,-1 0-12-15,6-6-16 0,-4-1-10 0,0-1-12 16,0-1-11-16,-3-4-9 0,-1-2-3 0,0 0-9 0,-2-1-9 15,-3-2-6-15,0 1-5 0,-2-2-8 16,-2 2 4-16,1 0 14 0,-4-1 5 0,-2 3 5 16,-2 3 2-16,1 8 6 0,0 1-11 0,0-1-2 0,-4 2-7 15,3 7-16-15,1 1-4 0,-1 3-1 0,-1-1-4 16,0 4-13-16,-3 2-2 0,1 0 13 0,6 1-20 16,-13 5-1-16,2 3-5 0,3 2 2 0,0 3-4 15,-2 4 0-15,-1 4-9 0,6 6 6 0,-3-7-5 16,2 8-4-16,0 0 5 0,0 0 8 0,3 4-17 15,3-2 1-15,-1-1 3 0,2-2-12 0,2 1-5 16,1-8-9-16,1 1-6 0,2-1-6 0,0-1-3 16,1-1-6-16,7-2-3 0,-4-2-4 0,0-1-5 15,1-6-14-15,-1 1-15 0,7 0-13 0,-5-5-3 16,4 2-6-16,-4-4 1 0,2-1 10 0,-1-1 11 16,6-2 6-16,-7-1 6 0,8 0 13 0,-7 0 5 15,-1-1 10-15,0 0 6 0,-4 0 12 0,2 0 24 0,-4 1 19 16,-2 0 10-16,2 1 10 0,-3 1-1 0,0-1-2 15,-4 3-7-15,6-2-6 0,-6 2-3 16,0 0 0-16,0 0-1 0,0 0-1 0,11 4-2 0,-9-1 2 16,5 2 1-16,-6 0-3 0,5-2-3 0,-1 1-3 15,2 1 2-15,1 2 4 0,0-3-5 0,-1-1 4 16,4 2-3-16,-4 0-1 0,5-2-3 0,-1 1-3 16,1-1 0-16,-1-2-4 0,0-1 1 0,-3 0-1 15,2-1 2-15,-2-1-5 0,-1 1-13 0,1-4-1 16,-4 0 2-16,1 0 1 0,-2-2-1 0,-1-4 3 15,-2 2 3-15,-2 0-1 0,-2-1 5 0,-3-1-1 16,3 0 2-16,-8-2 0 0,4 2 7 0,-7-2-1 16,1 2 4-16,3 1 1 0,1 3 0 0,-1-1 2 0,1 0 2 15,-1 2 1-15,2-1 6 0,3 2 16 16,1 0 9-16,-2 1 3 0,3 2 2 0,1-2-4 16,3 4 1-16,-4-5-5 0,4 1-5 0,0 4-1 0,7-4-5 15,-2 0-3-15,3 2-4 0,3-2-1 0,0 1 0 16,4 1-1-16,0-1-2 0,0 2-1 0,3-2-1 15,1 2-2-15,-4 1-2 0,0 0-1 0,1 0 0 16,-2 0-2-16,-2 1 0 0,3 0 1 0,-4 2-4 16,1 0 2-16,-4-1-1 0,3 1-2 0,-4 1-1 15,2-1 0-15,-3 3-2 0,2 0 2 0,-2 2-3 16,1 0 1-16,-1-1 0 0,-2-1 4 0,3 2-2 16,-3 1-2-1,0 0 3-15,0 1-1 0,0-2-3 0,-3 2 1 0,1-2-5 16,-1 1 0-16,1-2 2 0,-1-1 4 0,-1 1-4 15,-1-2-2-15,-1 0 1 0,1 1 2 0,-2-2 0 0,0-2 2 16,2 2 1-16,-3-2 0 0,4-2 4 0,-5 3-2 16,5-3 3-16,0 0 2 0,0 0-1 0,-13-4 2 15,13 4 4-15,-1-6-3 0,1 2 1 0,0 4 4 16,1-12-8-16,2 6-1 0,1-3 1 0,2-1-1 16,3-6 1-16,-2 5-3 0,3-3 0 0,-1 4 1 15,5-3 1-15,-6 3 2 0,5-2 0 0,-3 3 3 16,-1 0 7-16,0-1 5 0,0 2-1 0,-1 2 4 0,1-1-1 15,-2 2-2-15,-1 2-2 0,1-2-5 0,-2 2 1 16,-1 0-1-16,3 2-3 0,-2 0-2 0,-5 1-2 16,9 0-1-16,-9 0 1 0,9 5-3 0,-5-2 2 15,3 3 1-15,0-2-3 0,0 3-5 0,-2 2 3 16,2 0 3-16,1 2-1 0,-1 0 2 0,-3 1-8 16,4-1 6-16,-1 1-2 0,-4-1 0 0,3 6 0 15,-1-5 5-15,-4-2-4 0,3 2-2 0,-3-1 2 16,1 0-9-16,-4-1-18 0,1-1-29 0,-2-1-25 15,2 0-45-15,-3 1-58 0,1-4-58 0,-4 1-210 16,2-1-487-16,1-2 216 0</inkml:trace>
  <inkml:trace contextRef="#ctx0" brushRef="#br0" timeOffset="-198282.9">10917 11522 182 0,'-1'-14'365'16,"1"-3"6"-16,0 5 5 0,-3 2 17 0,3 0 1 0,0 1-11 15,-1 0-21-15,2 2-35 0,-1 0-17 0,0 0-19 16,0 2-19-16,0 1-22 0,0 0-24 0,0 4-26 15,0-6-27-15,0 6-20 0,0-4-22 0,0 4-17 16,0 0-9-16,0 0-11 0,3 13-11 0,4-3-6 16,-5 2-10-16,1 6-4 0,1 1-8 0,0 5-5 15,-2-2-3-15,3 9-15 0,-2 0-14 0,2-1-25 16,1 1-24-16,-1 1-33 0,-1-4-29 0,4-2-30 16,-1 2-24-16,1-1-19 0,-1 1-9 0,-3-9-8 15,0-2-10-15,3-1-26 0,-3-2-31 0,3-2-42 16,-3-4-35-16,0-2-289 0,0-1-667 0,0-4 295 15</inkml:trace>
  <inkml:trace contextRef="#ctx0" brushRef="#br0" timeOffset="-197689.18">11124 11415 96 0,'0'-10'252'0,"0"-1"1"16,0 5-10-16,-1 0-23 0,1 1-23 0,1 1-22 15,-1 4-18-15,0 0-20 0,0 0-15 0,0 0-13 16,0 0-12-16,0 13-9 0,3-6-7 0,-2 6-9 16,7 4-7-16,-5 2-11 0,0 2 0 0,-2 2-6 15,3-4-7-15,2 9-4 0,-2 0-2 0,-3 0-4 16,2 2-1-16,-2-1-4 0,4-7-5 0,-3 4 0 16,0-6-2-16,0-2 1 0,-2 0-4 0,1-4-2 15,-1-1 1-15,0-2-5 0,2-2 5 0,-2-1-3 16,0-4-1-16,0 1 3 0,0-1 17 0,0 1 26 15,0-5 7-15,0 3 0 0,0-3-8 0,0 0-5 16,0 0 2-16,0 0-2 0,1-13 1 0,3 9-1 0,-4 0 8 16,3-4-5-16,-2 3-1 0,2 1-10 0,0-2 4 15,-2 2-5-15,3 0-1 0,-3 1-10 16,3 1-3-16,1-1-1 0,-5 3-9 0,11 2 3 0,-6 1-7 16,3-1 1-16,0 2-3 0,3 0 4 0,0 3-7 15,3 0 2-15,-2-1-3 0,3 2 0 0,0 3-3 16,1-3 1-16,3-1-1 0,0 2-2 0,0-3-5 15,-1 0 2-15,4-1-3 0,-1-2-11 0,-1-2 0 16,0-1 3-16,-1 0-2 0,-5 0 4 0,0-3-5 16,-3 1 1-16,2-2 1 0,-3-3-1 0,0 0-2 15,-2-3-3-15,2 1-2 0,-5-4 3 0,1-2 1 16,-1-2 0-16,-1 2 3 0,-4 2 2 0,3 0 8 16,-6 1 3-16,3 1 17 0,-1 1 17 0,-2 1 8 15,3 0 0-15,-3 1-5 0,2 5-3 0,-2-4-4 16,-1 4-7-16,0 2 0 0,4 1-7 0,0 0-4 15,-19 4 0-15,15-1 1 0,-6 6-4 0,2-2 5 0,1 5-6 16,1 2-3-16,-1-2 15 0,0 5-16 0,6 1 3 16,-2 1-5-16,3 1 0 0,3-1 4 0,1-2 5 15,0 2-3-15,4-1 0 0,0-3 5 0,4-1-7 16,1 0-2-16,-4-5-1 0,6 0-10 0,-1-3-25 16,5-2-32-16,-6-1-34 0,6-2-42 0,-4-1-40 15,4-1-46-15,-1-6-62 0,-6 2-246 0,2-3-577 16,-7 0 257-16</inkml:trace>
  <inkml:trace contextRef="#ctx0" brushRef="#br0" timeOffset="-197486.06">10743 11610 140 0,'-23'-2'296'0,"3"0"-13"16,6 2-9-16,0 0-2 0,5-1-4 0,3-3-19 0,1 1-30 15,2 0-21-15,3 3-20 0,18-7-22 0,1 2-11 16,12 0-23-16,10-2-21 0,12 2-45 0,4 0-55 16,0 1-71-16,-2 1-84 0,2 1-89 0,-16 4-173 15,16-2-450-15,-4 5 200 0</inkml:trace>
  <inkml:trace contextRef="#ctx0" brushRef="#br0" timeOffset="-196569.74">12262 11636 301 0,'2'-6'306'0,"-2"4"-22"0,3-2-30 15,-3 4-27-15,1-4-25 0,-1 4-23 0,0 0-19 16,0 0-18-16,0 0-15 0,0 13-11 0,4-5-10 15,-4 1-15-15,5 5-10 0,-2-1-4 0,1-1-8 0,2 5-10 16,1 1 0-16,0-3-8 0,-1 2-3 0,-1 1-7 16,2-2-3-16,-4-4-10 0,1 1-2 0,4-2-2 15,-2-2-3-15,-4 0-3 0,2-2-1 0,-1 0-1 16,0-2 0-16,-2 0 4 0,1-2 11 0,-2-3 20 16,4 4 13-16,-4-4-5 0,6 0-8 0,-6 0 0 15,6-8-6-15,-3 3-5 0,2-1-1 0,-1-4-6 16,-1-1-5-16,1 2 0 0,1-3-2 0,2 0 6 15,-3 0 9-15,5-3-4 0,-7 5 7 0,4 0-4 16,0-1-3-16,-2-1 8 0,-1 4-11 0,1 1-6 16,-1 1 4-16,1-1-5 0,-1 4-4 0,-2-1-2 15,3 2-8-15,-4 2 4 0,0 0-11 0,7-5-2 0,-7 5-1 16,0 0 2-16,8 9-4 0,-5-2-2 16,1 0 5-16,0 0 4 0,1 2-8 0,4 0-8 15,-5 2 4-15,0 0-5 0,3 0-3 0,-3-2 1 0,1 3 2 16,2-2-8-16,-4-3 3 0,-1 1-3 0,1 0 7 15,1-3-1-15,-1-1 1 0,-2 1 6 0,2-1 0 16,0-2 9-16,-3-2 4 0,0 0-1 0,8-1 0 16,-8 1 3-16,5-5 1 0,-2-1 5 0,1 3 14 15,-1-5 7-15,5-2 3 0,-3 0 1 0,1 0 17 16,-1-1 6-16,2 0 7 0,1 1 7 0,-2-2 6 16,-1 1 8-1,1 1 3-15,-1 2-3 0,1-3-5 0,0 5-5 16,-2-1-9-16,-1 1-7 0,0 3-7 0,1 0-6 0,-3-1-10 15,2 2-8-15,-2-4-5 0,-1 6-6 0,0 0-1 0,0 0-2 16,15 6-6-16,-12-1-6 0,0 1-8 0,4 2-11 16,-2 0-18-16,-1 4-13 0,4-1-8 0,-1 1-27 15,1 2-17-15,3 1-22 0,-3 2-3 0,0-1-17 16,6-1-8-16,-6 1-34 0,2 0-24 0,-1-2-37 0,2 0-22 16,-3-4-49-16,-1-1-28 0,1 0-214 0,-1-1-596 15,-2-2 265-15</inkml:trace>
  <inkml:trace contextRef="#ctx0" brushRef="#br0" timeOffset="-196179.13">12944 11811 170 0,'0'0'158'15,"0"0"-3"-15,0 0-9 0,-14 11-11 0,10-5-18 16,4 1-10-16,-3 3-7 0,3 1-10 0,0-3 1 15,0 3-9-15,0 0-9 0,3 0 0 0,-2 0-11 0,6 1-3 16,-3-2 0-16,3 0-8 0,1-1-3 16,-1-1-4-16,0 1-4 0,4-4-4 0,1 0-4 15,-1-1-1-15,1 1 0 0,0-4-1 0,-1-1-5 0,-3-1 0 16,-1 1 2-16,1-5-3 0,1 0-2 0,-1 0 0 16,-3-6 1-16,2 3 0 0,-4-2 1 0,-3 0 4 15,-2-3 1-15,1 3 1 0,-3 0 13 0,-3-2 1 16,-1 0 7-16,-2-3 6 0,2 5-3 0,-1 0 4 15,-2 1-4-15,1-1-3 0,-2-1-4 0,1 5-8 16,2 0-3-16,-2 1-6 0,0 1-2 0,7 0-4 16,-3 3-3-16,0-3-3 0,3 3-9 0,0-2-8 15,4 3-3-15,0 0-1 0,0 0-3 0,0 0-2 16,0 0-17-16,22 5-30 0,-10-2-21 0,7-1-17 16,3-2-31-16,0 0-20 0,8 0-17 0,-7-2-12 15,1-1-7-15,6-1 5 0,1 1-119 0,-9-3-318 16,1 2 141-16</inkml:trace>
  <inkml:trace contextRef="#ctx0" brushRef="#br0" timeOffset="-195913.51">13292 11739 797 0,'12'-6'-46'0,"-3"-2"29"0,0-1 28 0,-5 1 15 16,-1-1 16-16,-2 3 13 0,-1-2 17 16,-1-3 13-16,-2 5 7 0,0 0 15 0,-2-1 6 0,-2 1 2 15,3 1-6-15,-2 0-9 0,0 0-11 0,-1 2-8 16,3 2-10-16,4 1-8 0,-11 1-1 0,11-1-9 16,-7 6-2-16,4-2-5 0,2 4-2 0,0-2-3 15,-1 0 4-15,5 6 0 0,-2 1 2 0,3 0 1 16,3 2 2-16,0 0-9 0,2 0 0 0,1-1-3 15,0 3-3-15,2-2-3 0,-1 1-5 0,-3-2-1 16,4-1-1-16,-4 3-6 0,-1-4 0 0,0-2-1 16,1-1-1-16,-3 0-3 0,-2-1-6 0,0-1 3 0,-2 0-4 15,-1-1 4-15,0 0 0 0,-2 1 18 16,-3-1-2-16,0-1 4 0,-4-1 0 0,3 0-3 16,-5 0-1-16,-1-1-1 0,5-1-7 0,-4 1 1 0,2-2-3 15,2 0-9-15,0-1-15 0,7 0-18 0,-12-2-26 16,12 2-38-16,-7-5-31 0,6 2-35 0,1 3-33 15,8-10-45-15,-4 3-149 0,4-1-415 0,1 1 184 16</inkml:trace>
  <inkml:trace contextRef="#ctx0" brushRef="#br0" timeOffset="-195632.27">13571 11417 152 0,'-2'-6'360'0,"2"4"-18"16,0 2-29-16,-2-7-20 0,2 7-36 0,-3-3-30 0,3 3-29 16,0 0-23-16,0 0-19 0,0 0-13 0,0 0-17 15,-7 13-4-15,6-7-15 0,-2 1-12 0,2 4-11 16,-1 0-4-16,1 1-10 0,-2 0-8 0,3 6-6 16,-2 1-3-16,-1 2-8 0,3-1-4 0,1 2 0 15,-1 5-4-15,2-1 5 0,0-4-11 0,-2-1 0 16,3 7-6-16,1-8-1 0,4 7-3 0,0-7-1 15,3 4-14-15,-2-4-9 0,4-4-18 0,-2 2-26 16,0-2-26-16,5-3-36 0,-2-1-45 0,-2-3-44 16,0-2-66-16,0-1-231 0,1-2-536 0,-2 1 239 15</inkml:trace>
  <inkml:trace contextRef="#ctx0" brushRef="#br0" timeOffset="-195444.78">13499 11649 288 0,'-6'-3'329'16,"5"-2"-19"-16,0 0-31 0,1 0-25 0,1 2-30 15,-1 3-20-15,8-8-20 0,-1 6-14 0,1-1-22 16,3 2-14-16,5 1-17 0,2 0-11 0,1 1-26 16,1-1-41-16,0 1-50 0,1 3-57 0,-6 0-62 15,8 0-71-15,-5-2-209 0,0 4-443 0,-5-1 196 16</inkml:trace>
  <inkml:trace contextRef="#ctx0" brushRef="#br0" timeOffset="-195116.67">13927 11863 261 0,'-12'-1'302'0,"8"2"-26"0,4-1-29 0,-10 1-24 15,10-1-23-15,-5 2-19 0,5-2-18 0,-4 3-14 16,2 1-12-16,2-4-13 0,-2 6-4 0,0-3-14 16,6 1-9-16,-4-4-9 0,3 7-4 0,0-2-10 15,1-1-8-15,0-1-2 0,4 0-5 0,-4 1-9 16,3-1-2-16,-3-1-6 0,2-1-5 0,0-1 1 15,-6 0-8-15,7-2 1 0,-7 2 0 0,7-1-6 16,-7 1 1-16,4-6-6 0,-2 2-5 0,-2 1-14 16,0 3-32-16,-6-8-39 0,6 4-55 0,-3 0-74 15,-1-1-87-15,-1 0-165 0,-6 0-488 0,6 0 215 0</inkml:trace>
  <inkml:trace contextRef="#ctx0" brushRef="#br0" timeOffset="-153933.33">26076 1397 141 0,'9'-9'323'0,"0"-2"-10"16,1-5-1-16,-3 3 3 0,0 0 0 0,-3 0-1 15,0-1-9-15,-2-3-11 0,-1 4-8 0,-1 1-12 16,0-4-16-16,-1 3-14 0,-1 3-17 0,0-2-16 16,0 4-21-16,-1 0-16 0,-1 0-25 0,2 1-13 15,0 2-21-15,-1 1-12 0,1 0-19 0,0 0-12 16,2 4-7-16,-9 0-16 0,9 0-8 0,-10 4-13 16,2 1-11-16,0 2-3 0,0 5-3 0,2 0-4 15,-2 5 0-15,1 2 2 0,1 4-10 0,2-3-1 16,-2 8 5-16,1-1 0 0,3 0-3 0,2 0 3 15,0-2 2-15,0 2-4 0,3 3 6 0,1-4 2 16,-4-6-3-16,3 8-3 0,-2 0-6 0,2-8 6 16,-2 4 2-16,4 5-5 0,-5 1 4 0,5-2 3 15,-5 0-30-15,1-1-14 0,-4-2-18 0,3-5-23 16,-2 1-24-16,1-4-14 0,1 2-22 0,-2-2-16 16,-1-2-12-16,-1 2-20 0,3-4-22 0,-2-2-32 15,3-1-51-15,-3 1-56 0,-1-4-206 0,4 3-599 16,-4-4 266-16</inkml:trace>
  <inkml:trace contextRef="#ctx0" brushRef="#br0" timeOffset="-153698.97">25914 1718 22 0,'-1'-10'354'16,"-1"0"2"-16,1 4-11 0,-2 0 25 0,3-1-41 0,0 3-16 15,0-1-13-15,0 0-23 0,0 5-11 16,0-7-41-16,3 4-20 0,-2 0-20 0,7-1-23 16,3 3-17-16,3 0-12 0,2 0-15 0,9 1-22 15,-5 0-23-15,5 0-32 0,5 1-40 0,-1-1-48 0,4 0-52 16,-3 0-48-16,-1 5-58 0,-1-5-62 0,-5 0-73 16,-2 0-196-16,0-3-580 0,1 2 257 15</inkml:trace>
  <inkml:trace contextRef="#ctx0" brushRef="#br0" timeOffset="-153417.73">26474 1401 331 0,'0'0'313'0,"0"0"-31"0,0 0-36 0,0 0-30 15,0 0-21-15,0 0-22 0,0 0-20 16,-12 9-10-16,9-4-9 0,-5 4-14 0,1-2-9 16,-2 4-14-16,1-1-7 0,-2 5-7 0,-2 0-6 0,4 0-11 15,-2 2-3-15,3 1-8 0,-1-2-2 0,4 2 0 16,0 2-10-16,1-2 3 0,3 0-4 0,2-1-5 16,-1 2-2-16,5 2-5 0,7 4-9 15,-5-11-15-15,3 1-42 0,4-1-47 0,2-1-70 0,0-4-77 16,1-1-239-16,5 2-508 0,-3-8 225 0</inkml:trace>
  <inkml:trace contextRef="#ctx0" brushRef="#br0" timeOffset="-153198.98">26869 1529 215 0,'5'-2'345'0,"-5"2"-31"0,0 0-34 0,0 0-38 0,0 0-20 15,0 0-28-15,-11-3-19 0,11 3-17 16,0 0-14-16,-8 11-15 0,3-4-11 0,-1 1-13 0,-3 0-8 16,2 3-8-16,0-1-11 0,-2 0-5 0,-2 6-10 15,0-2-2-15,0-3-9 0,-1 5-24 0,-1-3-31 16,1 3-30-16,1-1-30 0,0 0-42 0,-1-3-62 16,4-1-66-16,0-1-197 0,-3-2-465 15,7-3 205-15</inkml:trace>
  <inkml:trace contextRef="#ctx0" brushRef="#br0" timeOffset="-152995.87">26670 1557 263 0,'0'0'302'0,"0"0"-33"0,-3-5-27 0,3 5-26 15,0 0-24-15,0 0-18 0,0 0-15 0,0 0-14 16,11 16-13-16,-5-8-13 0,0 2-10 15,1-2-8-15,4 4-14 0,4 2 0 0,-4-2-12 0,8 2-8 16,4 4-14-16,-2-1-21 0,3-3-56 0,-6-2-73 16,2-3-84-16,9 1-240 0,-9-2-455 0,1 0 202 15</inkml:trace>
  <inkml:trace contextRef="#ctx0" brushRef="#br0" timeOffset="-152745.87">27073 1506 85 0,'-4'-2'340'0,"4"2"-35"15,-4-3-27-15,4 3-31 0,0 0-27 0,0 0-13 0,0 0-20 16,11 13-18-16,-5-7-8 0,2 2-12 0,-1 1-14 16,3 1-11-16,2 3-11 0,0 1-16 0,-2 3-6 15,2-1-14-15,-5 2-2 0,1 2-7 0,0 0-5 16,-3-1-8-16,-2 2-6 0,-1-1-21 0,-1 1-27 15,-2-1-25-15,-2 1-27 0,-1-6-28 0,-1-1-30 16,-1 1-45-16,-1-4-54 0,3-3-44 0,-3 2-157 16,-1-3-441-16,4-2 196 0</inkml:trace>
  <inkml:trace contextRef="#ctx0" brushRef="#br0" timeOffset="-152402.14">27679 1609 161 0,'0'0'462'16,"0"0"0"-16,0 0-16 0,0-5-18 0,0 5-26 15,0 0-32-15,2-7-36 0,-2 7-35 0,4-4-30 16,1 2-29-16,-1 0-26 0,2 0-22 0,3 1-23 16,2-2-28-16,3 2-32 0,4 5-40 0,3-7-44 15,2 6-48-15,-1-3-59 0,1 2-55 0,-1 1-49 16,1 0-45-16,0 1-58 0,6 3-66 0,-12-5-227 15,0 1-630-15,-5 1 279 0</inkml:trace>
  <inkml:trace contextRef="#ctx0" brushRef="#br0" timeOffset="-152230.27">27736 1749 97 0,'-5'3'227'16,"1"-2"1"-16,1 2 0 0,3-3-5 0,-7 2-2 15,7-2 3-15,0 0-5 0,7 8-14 0,0-4-20 16,5-2-15-16,2 2-19 0,5 3-17 0,4-5-17 16,7 2-40-16,0 4-78 0,0-3-100 0,2-1-107 15,-10-4-192-15,8 2-432 0,4 0 191 0</inkml:trace>
  <inkml:trace contextRef="#ctx0" brushRef="#br0" timeOffset="-150824.08">28416 1427 52 0,'0'0'402'0,"-1"-3"-18"16,-2-3-5-16,3 2-14 0,0 4-34 0,0-9 1 15,0 5-15-15,-1 0-17 0,2-1-26 0,2 0-18 16,-2 0-19-16,2 0-28 0,1 0-18 0,-1 0-19 0,1-1-20 16,-1 2-18-16,1 1-16 0,4 0-11 15,-4 0-15-15,4 0-14 0,3 0-8 0,0 2-7 16,0 1-28-16,0 1-8 0,1 0-5 0,1 4-23 15,-3-2-9-15,1 2-12 0,-1 0-2 0,0 2-21 16,1 0-5-16,-4 1 1 0,0 0-23 0,0 2 7 0,-2-1 9 16,-1 0 2-16,0-1 1 0,-4-1 0 15,2 5 1-15,-4-4 10 0,2 3 5 0,-1-3 0 16,-3-1 1-16,0 3 6 0,-2-3 2 0,1 0 5 16,-2-2 6-16,2 0-2 0,-2 0 6 0,1 0 3 0,0-1-2 15,0 1 7-15,2-3-18 0,-1 0 12 16,-1 0 3-16,6 3-4 0,0-5 7 0,-4 2 0 15,4-2 1-15,0 0 1 0,-1 5-10 0,1-5 15 16,0 0 0-16,5 6 5 0,4-2-7 0,-1 0-6 16,4 1 9-16,0 0-4 0,-1 0 7 0,3 2 0 0,5-1-13 15,-10 3 11-15,2-4-1 0,4 2-2 16,-7 1 1-16,3-2 1 0,-3 3-6 0,3-1 3 16,-3-1-2-16,-2-1 0 0,-1 2-10 0,5 0 11 15,-9-3-2-15,0 3-3 0,-2 2 8 0,0-2-1 0,-4-2 3 16,0 3 5-16,0-4 1 0,-5 1 4 0,-2 2-3 15,-2-4 9-15,-1 1 0 0,-4 0 2 0,2 0 3 16,-4 2-8-16,2-5 0 0,1 0-2 16,-2-2 23-16,1 0-32 0,5 1 6 0,1 1-7 15,2-2-14-15,3 0-13 0,2 0-25 0,-3 0-18 0,9 0-32 16,-5-2-54-16,5 2-63 0,0 0-69 0,6-9-293 16,5 6-624-16,0-1 276 0</inkml:trace>
  <inkml:trace contextRef="#ctx0" brushRef="#br0" timeOffset="-149761.61">29189 1452 170 0,'0'-2'407'0,"3"-2"-13"0,-3 4-11 0,0 0-22 15,1-5-37-15,-1 5-44 0,0 0-18 0,0-5-33 16,0 5-58-16,0 0 1 0,0 0-20 0,0 0-31 16,-15 11 13-16,11-1-16 0,-5-2-14 0,0 2-12 15,-5 5-8-15,1-1-10 0,1 1 1 0,1 0-12 16,-9 4-4-16,6-1-9 0,2-3-2 0,-2 3-5 16,2-3-3-16,0 3-3 0,1 0-4 0,-3-2-5 15,5-1-22-15,-1-2-28 0,2-2-20 0,0-1-40 16,3-2-29-16,-1 0-26 0,2-1-27 0,0-3-17 15,1 0-38-15,0-2-46 0,3-2-284 0,0 0-594 16,0 0 262-16</inkml:trace>
  <inkml:trace contextRef="#ctx0" brushRef="#br0" timeOffset="-149511.62">28967 1490 126 0,'0'0'211'16,"0"0"6"-16,0 0 2 0,0 0-10 0,10 14-11 15,-5-9 1-15,2 3-13 0,1 1-18 0,2-1-14 16,-2 3-16-16,2-1-10 0,2-1-12 0,0 5-13 16,2-3-9-16,-2 5-8 0,3-6-11 0,-2 3-5 0,-2 1-4 15,1-5-9-15,2 4-6 0,-3 0-5 0,-1 2-2 16,-1-6-2-16,2 3-2 0,-2-1-30 15,-2-4-34-15,4 4-51 0,-1-5-69 0,-1 0-75 16,0 0-214-16,0-4-467 0,-1 2 207 0</inkml:trace>
  <inkml:trace contextRef="#ctx0" brushRef="#br0" timeOffset="-146230.48">25645 2689 76 0,'0'0'193'0,"0"0"-12"0,0 0-23 0,0 0-15 0,2-3-13 15,-2 3-10-15,0 0-18 0,0 0-11 0,0 0-12 16,0 0-8-16,0 0-8 0,0 0-9 0,6 10-3 15,-5-5-7-15,-1 1-4 0,4 1-4 0,-1 3-3 16,-2 1-3-16,2-2 1 0,-3 4-3 0,3 1-13 16,3 4-5-16,-3 0 2 0,1 0 1 0,0 2-1 15,2 6 0-15,-2-7-2 0,0-1 1 0,3 3 4 16,-2 4-8-16,-1-3 2 0,2 0 3 0,1 3 1 16,-1-4 0-16,0 3-7 0,-2-3 3 0,-1-1-2 15,-1 1-2-15,7 7 4 0,-8-1-4 0,4 0-1 16,-1-1-3-16,-4 0 6 0,0 5-6 0,0-3 7 15,0 0-5-15,0-1 5 0,-1 5 0 0,-2-1 4 16,3 1 18-16,-4 2 1 0,0 1 3 0,2-2-3 16,0 6-2-16,-1-2-6 0,3 13-2 0,-4-13 4 15,2 0-5-15,-3 0 0 0,1 0-2 0,3 3 0 16,-6 8-1-16,5-12 23 0,0 1 7 0,-2 14-4 16,1-13-4-16,-1 12 0 0,3-12-5 0,-3 11-1 15,0-10-5-15,1-4 5 0,-1 16-11 0,-1-12 3 16,0-2-3-16,1 14-8 0,0-2 4 0,3-12-2 15,-3 0 0-15,-1-1-5 0,3 1 1 0,-1 0-2 16,2 0-2-16,-3-1 0 0,-2 1 1 0,6 1-1 0,-4 0-2 16,4 1 1-16,-4-3-3 0,4 4 2 15,-1-3-1-15,-1 0-1 0,-4 0 2 0,7-1 2 16,-3 3-3-16,0 9-2 0,-1-12-3 0,3-2 2 16,0 2 2-16,0-3 2 0,-1-1-1 0,1 1-4 0,0-2 0 15,-3 1 5-15,2-4 28 0,1 5 9 0,-3-4-7 16,6 0 0-16,-6-7-7 0,3 6 2 0,-1-1-5 15,1 1 0-15,0-8-2 0,-2 2-4 16,4-2 2-16,-4 1-3 0,1-1-3 0,1 0-1 0,1-1-7 16,-2 3-2-16,1-4 3 0,-1-2 1 0,2 0-1 15,-2-4-5-15,-1 1 6 0,0-2-5 0,2 0 3 16,-2-1 1-16,2-1-5 0,-4 0 2 0,3-1-4 16,1-3 6-16,-3 3-5 0,2-2 0 0,-1-1-2 15,1-1 1-15,0 1-1 0,-1-1 1 0,2 0 9 16,0-4-9-16,-2 5-1 0,2-5-1 0,-2 4 0 15,2-4 3-15,0 5 0 0,0-5-3 0,0 0-6 16,-4 4-14-16,4-4-19 0,0 0-22 0,0 0-38 16,0 0-86-16,0 0-86 0,0 0-191 0,14-13-500 15,-5 3 222-15</inkml:trace>
  <inkml:trace contextRef="#ctx0" brushRef="#br0" timeOffset="-145423.28">25665 2730 45 0,'-7'10'90'0,"3"2"-5"0,1-1 3 0,-5 2 1 0,2-1-13 15,-1 1-6-15,4-4-5 0,-4 1-2 0,3-3-8 16,1 3-7-16,-1-4-5 0,4-3 3 0,-4 3 25 16,2-2 11-16,0-1 26 0,1 1 19 15,1-4 23-15,0 0 8 0,0 0-21 0,0 0-10 0,0 0-13 16,15-12-9-16,-7 4-3 0,-3-2 0 0,9-4 5 15,-7 2-8-15,5-4 3 0,0 1 5 0,-2 1 5 32,1 0 20-32,-3 0-11 0,-1 4 6 0,-2 1 14 0,-1 0-1 15,0 2-12-15,-2 2-9 0,0 0-18 16,1 1-11-16,1 2-23 0,-4 2-11 0,1-3-6 0,-1 3-7 0,0 0-7 16,11 16-2-16,-7-8 3 0,3 9-31 0,1 2-9 0,5 8-17 15,0 2-22-15,8 1-27 0,0 3-44 0,9 10-18 16,4-2-55-16,4-2-87 0,2-2-288 0,5 1-608 15,-3-6 269-15</inkml:trace>
  <inkml:trace contextRef="#ctx0" brushRef="#br0" timeOffset="-143751.46">24782 5899 138 0,'0'0'142'0,"0"0"-6"16,0 0 5-16,0 0-4 0,0 0-6 0,0 0-10 15,0 0-6-15,0 0-4 0,-4-2-9 0,4 2-9 16,0 0-9-16,0 0-9 0,0 0-7 0,0 0-1 15,0 0-5-15,0 0-12 0,0 0-5 0,0 0-2 16,19 0-5-16,-12-1-1 0,1-1-7 0,0-1-6 16,3 2-2-16,1-1 1 0,-1 0-3 0,3 2-1 15,2 0-4-15,-2-1 0 0,6 0-2 0,-1-2-7 16,-1 3 5-16,5-2 3 0,-1-2-8 0,-3 2 5 16,4 2-6-16,11-1-1 0,-1-1 3 0,1 3 0 15,1-1-2-15,0 0-1 0,-1 0 1 0,2 0 1 16,-2 1-4-16,1-1 3 0,2 0-5 0,1 1 0 15,-3 1 3-15,1 1-1 0,-4-1 0 0,2-2 1 0,-2 0 2 16,-1 1-8-16,-1 2 4 0,-7-1 1 16,-1-2 1-16,1 2-2 0,-1-4-3 0,-1 1 5 15,1-1-1-15,0 2-2 0,-2-2 1 0,3 1 1 0,-1 0 0 16,8-3-2-16,-7 1 5 0,10 2-3 0,-2 0-3 16,2-2 2-16,1-1 2 0,0 3-2 0,4-3 4 15,-3 2-5-15,-1-1 1 0,4-1 1 0,1 2-8 16,-3-3 9-16,2 2-2 0,0 1 3 0,3 0-2 15,-2-2 2-15,2 2-8 0,-4-1 2 0,-1-1 2 16,2 2 1-16,1 2-2 0,-2-1 4 0,-2-1-1 16,3-1-2-16,-4 6 1 0,3-6-4 0,1 1 4 15,-3 2 1-15,4-1-1 0,-1-1-3 0,1 2 3 16,0 0 1-16,1 0 0 0,1-1-1 0,-2 1-6 16,2-2 6-16,0 0-2 0,15 4 4 0,-14-4-4 15,11 1-1-15,-11 1 2 0,-1 1-3 0,14-3 3 16,0 1 1-16,-14 0 4 0,1 2-4 0,1-1 0 0,14-1-3 15,-14-1 3-15,11 1 1 0,-12-1 1 0,0 2-2 16,14 3-5-16,-1-4 2 0,-11 1-4 16,10 1 3-16,1-1-7 0,-11 0 11 0,14 0 5 0,-16 2-6 15,14-1 2-15,0-1-2 0,0 0 3 0,-1 2-3 16,-14-2 0-16,15 4 5 0,-2-4-5 0,1 1 0 16,0 2-2-16,-16-2 2 0,19-1-1 0,-1 1 0 15,2 5 3-15,1-4-7 0,0 1 4 0,2-2 2 16,-3-1-4-16,-1 2 4 0,1 2-1 0,-2-1-3 15,1-2 7-15,0-1-4 0,-3 2-1 0,1-1 0 16,0-1 6-16,-2 1-4 0,4 7 1 0,-2-7 0 16,1-6-3-16,1 5 4 0,1-1-2 0,-6 2 0 15,-9-4-4-15,10 5-3 0,5-4 7 0,-4 1 0 16,3 1 0-16,-20 0 1 0,0-1 2 0,5 1-8 16,-5 0 7-16,3 0-1 0,-3 0 1 0,3-1-1 15,-3-1 0-15,0 2 1 0,0 3 0 0,0-4 0 0,-1-1 2 16,0 1-2-16,-3-1 3 0,1 1-5 0,-1 4 3 15,-1 0-4-15,-2-5 2 0,3 1-1 0,-13-1 7 16,2 1-6-16,1 1 3 0,-5 1-3 0,4 1 2 16,-2-5 0-16,-3 2 2 0,-4 0 0 0,-1 1-1 15,0-2 5-15,0 1 4 0,-2 0 1 0,-4 0 0 16,0 1 6-16,4-3 4 0,-3 3 4 0,0 0-1 16,-3-2-4-16,-5 2 1 0,11-2-4 0,-7 1-3 15,2-2-1-15,-6 3 1 0,4-1 7 0,0-2 0 16,-4 3-1-16,7-1-3 0,-7 1-3 0,0 0 3 15,5-2-4-15,-5 2 0 0,0 0-2 0,4-3-4 16,-4 3-5-16,0 0-26 0,0 0-34 0,-2-5-44 16,2 5-52-16,0 0-41 0,-2-7-197 0,-1 5-419 15,-3-1 186-15</inkml:trace>
  <inkml:trace contextRef="#ctx0" brushRef="#br0" timeOffset="-143454.6">31357 5725 56 0,'0'0'152'16,"0"4"10"-16,0-4 6 0,3 9-10 0,3-4 4 15,-3 3-3-15,1 0-11 0,6-2-2 0,-2 2-10 16,4 2-10-16,3 1-13 0,0 4-11 0,-5-7-5 15,7 6-14-15,-3-2-7 0,-3 1-3 0,4-4-11 16,-7-2-6-16,3 1-5 0,-2-2-6 0,-3-1-9 16,1 5-4-16,-6-5 1 0,3 1-6 0,-1-1 0 15,-3 0-5-15,-3 2 0 0,-1 1-1 0,-4-1-2 16,-7-1-19-16,-1 4-39 0,-13 2-47 0,-2 0-65 16,1 1-232-16,-5-1-414 0,-2 4 183 0</inkml:trace>
  <inkml:trace contextRef="#ctx0" brushRef="#br0" timeOffset="-142890.59">29253 6676 64 0,'1'-3'363'0,"1"-2"-11"0,-1-2-8 16,1 2-14-16,-1 2-19 0,-1 3-32 0,1-5-37 16,-1 5-19-16,0-4-31 0,0 4-29 0,0 0-14 15,0 0-16-15,0 0-15 0,-15 12-9 0,7-5 4 16,-3 4-23-16,2 4-14 0,-6 0 3 0,1 2-13 16,-5 4-9-16,3 0-11 0,-3 0 5 0,1-5-10 15,4 1-14-15,1 0-21 0,-2-2-21 0,3 2-27 16,-2-4-35-16,3 1-21 0,3-2-28 0,-1-5-34 0,3 2-53 15,2-2-70-15,-2-2-219 0,4-4-543 16,-1 1 239-16</inkml:trace>
  <inkml:trace contextRef="#ctx0" brushRef="#br0" timeOffset="-142703.1">28988 6740 101 0,'0'0'239'0,"0"0"2"15,0 0-4-15,8 10-3 0,-3-4-12 0,1 1-16 16,3 1-20-16,2 0-14 0,3 3-11 0,3 3-23 16,-1 0-12-16,8 3-10 0,4 0-16 0,-2 1-6 15,0-1-15-15,3 1-11 0,0-4-38 0,-4 2-67 16,2 1-80-16,3-3-106 0,-11-4-173 0,-1-1-428 16,0-1 189-16</inkml:trace>
  <inkml:trace contextRef="#ctx0" brushRef="#br0" timeOffset="-141521.17">25359 6183 259 0,'0'0'238'0,"-8"-1"-25"16,8 1-21-16,-12 5-21 0,6-4-19 0,0 4-14 15,0-2-13-15,1 4-16 0,-4-2-6 0,5 0-9 16,0 3-9-16,2-2-12 0,2 2-2 0,0 1-1 0,1 0-7 15,4 0-2-15,-1-1-3 0,7 1-5 0,0-1-6 16,5 1-1-16,3-3-4 0,-1-2-5 16,3 1-2-16,-2-3-4 0,4-1-3 0,-3-1-5 0,-6-1 0 15,1-3-3-15,-2 0-1 0,-1-1-6 0,1-2 0 16,-4 0 1-16,2-2 0 0,-5-2-4 0,-4 2 3 16,1-3 1-16,-4-1 3 0,-1 4 4 0,-2-2-2 15,0 2-3-15,-5-3-1 0,3 2 1 0,-2-1-4 16,-2 4-2-16,4-1-2 0,-4 2-3 0,6 2-12 15,-1 0-32-15,-5 0-37 0,6 1-53 0,1 2-54 16,2-4-60-16,1 5-129 0,0 0-403 0,0 0 178 16</inkml:trace>
  <inkml:trace contextRef="#ctx0" brushRef="#br0" timeOffset="-141052.43">26413 5803 127 0,'0'0'344'0,"0"0"-16"0,-1-5-17 15,1 5-16-15,0 0-29 0,0 0-17 0,2-4-30 0,-2 4-16 16,0 0-23-16,0 0-19 0,0 0-21 16,0 0-16-16,0 0-14 0,0 0-7 0,0 0-13 15,0 0-5-15,10 13-11 0,-7-9-5 0,0 2-3 0,-1 4-3 16,2 1-7-16,0-1-17 0,3-1-2 0,-3 2 5 16,4 2-7-16,-3 3-26 0,0-1-30 0,4 2-30 15,-5-2-42-15,2 2-47 0,-1-2-75 0,5 1-98 16,-3-4-186-16,1 0-540 0,2-1 238 0</inkml:trace>
  <inkml:trace contextRef="#ctx0" brushRef="#br0" timeOffset="-140443.08">27478 5785 354 0,'0'0'385'0,"0"-6"5"16,0 6-5-16,0-4-7 0,0 4-18 0,0 0-21 15,0 0-30-15,0 0-25 0,0 0-35 0,0 0-31 0,0 0-23 16,0 0-29-16,0 0-20 0,0 0-13 0,0 0-13 16,0 0-14-16,0 15-8 0,2-5-13 0,0-1-31 15,-2 3-16-15,5 5-49 0,-3-1-18 0,3 1-47 16,-1 1-22-16,1 0-39 0,1 0-53 0,1 1-75 16,4-1-93-16,-3 0-247 0,3-3-656 0,4-2 291 15</inkml:trace>
  <inkml:trace contextRef="#ctx0" brushRef="#br0" timeOffset="-139958.72">28370 5757 53 0,'0'0'345'0,"0"0"-12"0,0 0-16 0,0 0-21 16,0 0-19-16,0 0-8 0,0 0-44 0,0 0-18 15,0 0-20-15,0 0-22 0,0 0-8 0,0 0-29 16,0 0-14-16,0 0-9 0,5 12-13 0,-4-6-8 16,0 1-3-16,4 2-20 0,-2 2-9 0,0-1-29 0,1 7-25 15,0-4-31-15,0 2-35 0,2 7-24 16,-1-3-62-16,3-1-67 0,-2 1-280 0,3-1-541 16,5 1 239-16</inkml:trace>
  <inkml:trace contextRef="#ctx0" brushRef="#br0" timeOffset="-139474.36">29475 5773 394 0,'1'-3'404'0,"-1"3"-10"0,3-5-15 0,-3 5-36 16,0 0-35-16,3-4-50 0,-3 4-20 0,0 0-28 15,0 0-24-15,0 0-16 0,0 0-19 0,0 19-17 16,0-8-15-16,1 1-9 0,0 6-3 0,1-1-21 16,3 3-31-16,0 1-42 0,1 1-41 0,2 3-47 15,0 5-47-15,-1-2-47 0,1-3-81 0,-5 1-320 16,1-7-616-16,2-1 272 0</inkml:trace>
  <inkml:trace contextRef="#ctx0" brushRef="#br0" timeOffset="-138684.41">26677 6312 224 0,'0'0'419'0,"-1"-6"-9"0,1 6-37 0,0 0-31 0,-3-5-24 0,3 5-51 16,0 0-33-16,0 0-37 0,0 0-15 0,0 0-18 16,0 0-2-16,-6 12-27 0,4-6-17 0,2 4-8 15,-2 1-11-15,2-1-10 0,2 4-13 0,0-1-14 16,1 4-11-16,3-3-37 0,-1 4-34 0,7-1-39 16,-1-1-52-16,0 0-73 0,4-1-93 0,-3-3-290 15,5 0-612-15,-1-2 271 0</inkml:trace>
  <inkml:trace contextRef="#ctx0" brushRef="#br0" timeOffset="-138262.55">27416 6282 388 0,'0'0'386'0,"-3"-3"-1"0,3 3-16 16,0 0-17-16,0 0-16 0,0 0-26 0,0 0-29 15,0 0-22-15,0 0-29 0,4-6-22 0,-4 6-25 16,0 0-15-16,0 0-14 0,13 3-21 0,-6-1-16 15,0 1-7-15,-3-1-20 0,0 3-11 0,2 0-5 0,0-2-6 16,-3 3-9-16,1-1-11 0,-1 2-2 16,1-1-8-16,-2 2-10 0,0-1 0 0,-2-1 0 15,0 0-3-15,-2 2 0 0,2 1-4 0,-2-5-2 16,-2 2-5-16,1 2 3 0,1-3-5 0,-1-2 2 0,1-1-4 16,2 3 2-16,0-5 2 0,-1 4 3 0,1-4 4 15,0 0-5-15,1 5 1 0,-1-5 1 0,9 1-1 16,2-1-12-16,6 0-24 0,4-1-49 0,11-1-48 15,-1 0-42-15,2 0-65 0,0 1-65 0,6-6-100 16,0 3-278-16,0-2-720 0,3-4 320 0</inkml:trace>
  <inkml:trace contextRef="#ctx0" brushRef="#br0" timeOffset="-137668.83">28245 6226 94 0,'0'0'283'0,"-4"-4"-12"0,4 4-18 16,0 0-24-16,-3-6-24 0,3 6-19 0,0 0-15 16,0 0-24-16,7-6-12 0,-7 6-13 0,10 2-11 15,-10-2-14-15,16 1-11 0,-8 2-4 0,-1-1-12 16,2 1-6-16,0-1-12 0,-4 1-11 0,3-1-9 15,-1-1-3-15,-1 2-7 0,-2 2-4 0,0-1-5 16,-1-1-5-16,-1 0 1 0,2 2-4 0,-4-3-1 16,0-2-1-16,0 8 2 0,0-5-3 0,-4 1-2 15,4 0 3-15,-2 0-1 0,2-4-1 0,-5 6 1 16,3-2 1-16,0 0-1 0,2-4-3 0,-2 6 3 16,0-2-3-16,2 0 2 0,0 2-1 0,2-3 2 0,-1 2 3 15,4 0-4-15,1 3 0 0,3 0 0 0,-1 0 4 16,3 2 0-16,1-2-2 0,2 2-2 15,5 1 3-15,-8-4 0 0,3 4-3 0,-1-6 2 0,-3 5-2 16,-2-4 1-16,1 0-3 0,-2-1 2 0,0 0 0 16,-1-1-3-16,-4-2 2 0,2 3-1 0,0-3 1 15,-4-2-1-15,3 6 5 0,-3-6 1 0,-5 4 5 16,-1-2-4-16,1 2 1 0,-5-4 1 0,1 2-2 16,-5-1 0-16,-1 0 1 0,0-1-15 0,0 3-31 15,-2-3-43-15,-3 2-60 0,8-2-58 0,-3 0-215 16,3 2-449-16,5-2 199 0</inkml:trace>
  <inkml:trace contextRef="#ctx0" brushRef="#br0" timeOffset="-137043.84">29569 6228 275 0,'0'0'291'15,"0"0"-11"-15,0 0-22 0,0 0-20 0,0 0-24 16,-2-5-21-16,2 5-21 0,0 0-20 15,0 0-14-15,0 0-15 0,-4 13-12 0,0-8-11 16,3 1-8-16,-2 2-4 0,0 0-15 0,-1 2-5 0,0 1-4 16,-1 0-7-16,3 0-5 0,1 2-5 0,1 0-4 15,-3 0-2-15,3 0-4 0,2-3-3 0,-2 3-1 16,2-4-5-16,0-2-2 0,-1 3-2 0,3-3 0 16,0-2-5-16,2 0-2 0,-4-1 2 0,5-1-6 15,1-1 3-15,-1 0-6 0,1-2 0 0,3 0-4 16,-1-3 4-16,3 1 0 0,-3-3-5 0,0 3 3 15,0-2-2-15,0 2 1 0,-3-2 4 0,-2-1 21 16,3 3 14-16,-4 0 13 0,4-1 6 0,-5 1-4 16,1 0-5-16,-4 2-10 0,7-3-7 0,-7 3-5 15,4-2-11-15,-4 2-6 0,0 0 2 0,0 0-5 16,0 9 1-16,0-4-4 0,0 2-12 0,0 0-7 16,3 3-31-16,-3-1-18 0,1 2-26 0,0-1-5 15,2 4-35-15,0 3-54 0,-2-5-54 0,3 5-66 16,-2-5-199-16,3 2-538 0,-1-4 238 0</inkml:trace>
  <inkml:trace contextRef="#ctx0" brushRef="#br0" timeOffset="-136325.12">25477 5300 123 0,'0'0'347'0,"0"0"-11"0,0 0 4 15,0 0-3-15,-2 3 10 0,2-3-8 0,0 0-8 16,0 0-7-16,0 0-17 0,0 0-25 0,0 0-18 0,0 0-31 16,0 0-25-16,17-7-26 0,-6 4-26 15,11-3-54-15,6-1-53 0,4 2-68 0,0-2-56 16,4 1-60-16,-1-1-73 0,-1 2-73 0,0 1-105 0,0-2-199 16,1 2-632-16,-2-2 281 0</inkml:trace>
  <inkml:trace contextRef="#ctx0" brushRef="#br0" timeOffset="-135276.77">25250 5215 322 0,'-1'-3'393'0,"1"3"-35"16,0 0-35-16,0 0-33 0,-6-3-31 0,6 3-33 15,0 0-27-15,0 0-19 0,0 0-21 0,0 0-12 16,0 13-16-16,-2-8-15 0,2 6-12 0,0 0-11 16,0-1-14-16,2 2-20 0,-2-1-12 0,4 0-30 15,-1 3-25-15,0-2-34 0,1 0-30 0,0 1-39 16,2-2-66-16,0 1-65 0,1-4-233 0,1 0-516 15,-1-1 229-15</inkml:trace>
  <inkml:trace contextRef="#ctx0" brushRef="#br0" timeOffset="-134859.75">25533 4866 44 0,'0'0'257'0,"0"0"-7"15,0 0-2-15,0 0-6 0,0 0-12 0,0 0-12 16,0 0-15-16,27 1-18 0,-20-1-19 0,5-3-17 15,1 3-15-15,0-2-6 0,6-1-21 0,0 0-8 16,0 1-20-16,0 1-46 0,-1-1-55 0,-2 0-64 16,2 1-62-16,-6-2-77 0,-1 1-158 0,1-3-412 0,-1 1 182 15</inkml:trace>
  <inkml:trace contextRef="#ctx0" brushRef="#br0" timeOffset="-134281.65">25615 4525 197 0,'0'0'321'16,"-4"-4"-3"-16,4 4 8 0,0 0 1 0,-2-6-6 0,2 6-14 15,-4-5-10-15,4 5-21 0,0-4-21 16,0 4-15-16,0-5-27 0,4 0-19 0,-2 1-24 16,0 0-18-16,2-1-16 0,3 0-22 0,0-1-9 0,5 0-16 15,-2-1-20-15,2 2-26 0,3-2-31 0,4 2-40 16,-3-2-31-16,3-1-32 0,-1 4-46 0,-2-2-43 15,-2 3-50-15,-1-4-71 0,0 2-275 0,-1 0-624 16,-1 2 276-16</inkml:trace>
  <inkml:trace contextRef="#ctx0" brushRef="#br0" timeOffset="-133797.29">25620 4163 80 0,'0'0'222'0,"0"0"-17"16,0 0-17-16,0 0-17 0,22-4-15 0,-17 2-14 16,5 2-16-16,0-1-8 0,4-3-18 0,0 2-7 15,2-1-10-15,2 2-10 0,2-4-10 0,-1 2-5 16,-5 0-41-16,5-1-60 0,0-1-61 0,-7 1-188 0,-1 0-315 15,1 1 139-15</inkml:trace>
  <inkml:trace contextRef="#ctx0" brushRef="#br0" timeOffset="-133297.31">25658 3814 25 0,'0'0'234'0,"0"0"-20"0,0 0-17 16,0 0-15-16,0 0-18 0,0 0-6 0,0 0-6 15,0 0-9-15,0 0-15 0,0 0-10 0,0 0-10 16,32-1-11-16,-23 2-10 0,3-2-9 0,5 1-10 16,-2-1-3-16,0 0-11 0,-1-1-20 0,0 2-49 15,0-2-51-15,-2 2-65 0,1-5-73 0,-2 3-111 16,-2-2-342-16,1 2 151 0</inkml:trace>
  <inkml:trace contextRef="#ctx0" brushRef="#br0" timeOffset="-132844.2">25601 3452 125 0,'3'-2'195'0,"-3"2"-9"0,0 0-15 15,0 0-18-15,0 0-11 0,12 1-5 0,-12-1-11 16,12 0-13-16,-3 0-6 0,1-1-14 0,5 0-8 16,0-2-11-16,0 1-6 0,4-3-13 0,-1 2-7 15,0-2-36-15,2 2-53 0,-1-1-55 0,0-1-73 16,-4 1-95-16,-4-2-286 0,1 2 126 0</inkml:trace>
  <inkml:trace contextRef="#ctx0" brushRef="#br0" timeOffset="-132389.58">25661 3094 157 0,'0'0'259'0,"0"0"-22"0,0 0-20 15,0 0-29-15,0 0-17 0,20-5-18 0,-13 4-15 16,4-4-11-16,1 5-14 0,3 0-12 0,6-1-13 15,-1 1-13-15,1 1-29 0,-1-1-53 0,0 0-46 16,-1 2-74-16,-2-1-188 0,-4-1-339 0,-1 3 150 16</inkml:trace>
  <inkml:trace contextRef="#ctx0" brushRef="#br0" timeOffset="-131186.48">25182 4796 123 0,'0'0'361'0,"0"0"-20"0,0 0-17 0,0 0-26 16,0 0-6-16,0 0-37 0,0 0-16 16,0 0-28-16,0 0-6 0,0 0-38 0,0 0-8 15,0 0-13-15,0 0-25 0,0 0-16 0,0 0 9 0,0 0-30 16,8 8-3-16,-5-5-10 0,1 0-17 0,-1-1 0 16,1 2-8-16,-2 0-7 0,1 3-7 0,-1-5-4 15,-2 3 0-15,0-1-8 0,0-4-3 0,-2 9-3 16,2-7 0-16,-3 3-3 0,-2 0 2 0,4-1 0 15,-2 0 0-15,-1-1-1 0,1 2-3 0,-1-3-2 16,1 1 0-16,3-3-2 0,-1 4 3 0,1-4 5 16,-1 4 3-16,1-4 3 0,0 0 0 0,0 0 3 15,0 0 0-15,9 0 0 0,-2 2-8 0,5-4-5 16,3-1-25-16,4 0-36 0,-5 2-32 0,6-1-45 16,0-2-54-16,-6 0-63 0,4-1-65 0,0-2-235 15,-1 1-592-15,1 1 262 0</inkml:trace>
  <inkml:trace contextRef="#ctx0" brushRef="#br0" timeOffset="-130561.52">25196 4351 219 0,'1'-4'262'0,"-1"4"-13"0,0-6-19 16,0 2-15-16,0 4-15 0,0 0-15 0,4-5-16 15,-1 2-15-15,-3 3-17 0,0 0-12 0,0-2-16 16,0 2-14-16,0 0-12 0,0 0-4 0,0 0-8 0,11 0-11 16,-11 0-2-16,5 2-10 0,-1 3-10 0,2-2-9 15,-2 1-7-15,3 0-7 0,-2-1-3 16,-2 2-3-16,1 1-10 0,0-2-8 0,-3 1 2 0,4 0-6 15,-4-1-3-15,2 1 0 0,-2 0 2 0,1 0-2 16,-2 0 3-16,2-1-1 0,-4 1 3 0,2-1 4 16,-3 0-1-16,1 1 0 0,1-2-2 0,1-3 3 15,-1 6 1-15,1-6 0 0,-5 4 1 0,5-4 1 16,0 3-5-16,0-3 7 0,0 5-1 0,0-5-2 16,3 3 3-16,-3-3 4 0,6 5-5 0,-3-2-2 15,0 0 4-15,4 1-1 0,-3-2 4 0,0 0-2 16,2 2 0-16,-2-1 0 0,0 1 1 0,0-1-1 15,1-1-2-15,-5-2 1 0,3 5 0 0,-1-1-2 16,-2-4 0-16,0 5-1 0,0-5 1 0,-3 6 2 16,1-1 2-16,-2-2-1 0,0-1 0 0,0 1-2 15,-4 0 6-15,1 3-3 0,0-3 1 0,-3 2 1 16,0-5-7-16,0 3-30 0,2-1-32 0,-2 1-43 0,1-3-52 16,2 0-218-16,-5-3-410 0,3-1 181 15</inkml:trace>
  <inkml:trace contextRef="#ctx0" brushRef="#br0" timeOffset="-130061.53">25291 3992 213 0,'0'0'267'16,"0"0"-15"-16,0-5-19 0,0 5-21 0,0 0-20 15,0 0-18-15,0 0-24 0,0 0-17 0,0 0-17 16,0 0-12-16,0 0-12 0,0 0-10 0,0 0-9 15,0 0-6-15,0 0-9 0,0 20-4 0,0-14-7 16,0 3-6-16,3-4-5 0,-2 4-7 0,2-2 5 0,2 1-8 16,-5-1-6-16,4-1-8 0,0 1 3 15,1-3-5-15,-1 1-2 0,1 0-2 0,2-1-2 16,-2-1-3-16,-1 0-5 0,2-3-2 0,1 2 3 0,1-2-3 16,-8 0 4-16,11-3-2 0,-5 0-1 0,-1 1-1 15,0-2 3-15,3 0-2 0,-5 2 5 0,1-2 3 16,-1-2 1-16,1 4 14 0,-4 2 17 0,3-4 4 15,-1 2 2-15,-2 2-2 0,0 0-4 0,4-4-6 16,-4 4-5-16,0 0-7 0,2-3-4 0,-2 3-1 16,0 0-2-16,0 0 0 0,0 0-1 0,-2 13-1 15,2-7-5-15,0 1 2 0,6-2 1 0,-6 2-11 16,1 0-1-16,0 3-13 0,2 1-18 0,-2-2-23 16,2 0-33-16,-1-2-41 0,0-1-52 0,2-1-57 15,-1-2-140-15,1 3-414 0,1-4 183 0</inkml:trace>
  <inkml:trace contextRef="#ctx0" brushRef="#br0" timeOffset="-129660.08">25334 3693 28 0,'0'0'314'0,"-1"-5"-15"0,1 5-14 0,0 0-8 0,0 0-17 15,0 0-21-15,0 0-16 0,1-4-27 0,-1 4-14 16,0 0-22-16,0 0-20 0,0 0-16 0,0 0-17 15,0 0-13-15,0 0-3 0,0 0-12 0,11 9-13 16,-6-4-3-16,0-1-5 0,2 2-8 0,-1 1-6 16,0-2-1-16,2 4-5 0,0-2-4 0,0 0-5 15,-1-1-5-15,0 2 2 0,-1-3-2 0,2 2-17 16,-6-2-7-16,2-1-17 0,-4 0-5 0,3-1-10 16,0 1-9-16,-2 0-2 0,-1-1 3 0,0-3 5 15,0 0-6-15,-7 9-17 0,3-8-16 0,-2 0-27 16,6-1-31-16,-13 0-46 0,4-1-50 0,-2 0-199 15,0-3-464-15,1 1 206 0</inkml:trace>
  <inkml:trace contextRef="#ctx0" brushRef="#br0" timeOffset="-129456.96">25344 3618 95 0,'3'-3'155'0,"0"0"-20"16,-1 1-12-16,2-1-9 0,4 1-13 0,-4-1-8 15,6 2-16-15,-2-3 1 0,4 1-19 0,2 1-25 16,1-1-37-16,-4 0-34 0,3-1-47 0,0 1-73 0,-1-1-170 16,2 2 76-16</inkml:trace>
  <inkml:trace contextRef="#ctx0" brushRef="#br0" timeOffset="-128988.22">25316 3281 3 0,'0'0'158'0,"0"0"-15"0,0 0-12 0,0 0-17 16,-5 3-10-16,5-3-12 0,0 0-11 0,-4 5-6 15,4-5-10-15,0 6-7 0,0-2-1 0,0 1-4 16,0-5-8-16,0 8-2 0,0-1-6 0,0-1-4 15,0-1-4-15,0 2-2 0,0-2 0 0,4 0-2 16,-4 3 1-16,2-2-5 0,-1 2 0 0,-1 0-5 16,2 0 3-16,-1-1-1 0,2-2-2 0,-2 3-3 15,2-2 1-15,-2 1-1 0,3-1 4 0,-1-2-7 16,-1 0 1-16,-2-4-2 0,3 5 6 0,-3-3-1 16,0-2 19-16,3 6 28 0,-3-6 19 0,4 1 16 15,-4-1-3-15,0 0-3 0,0 0 3 0,0 0 0 16,0 0-4-16,0 0-1 0,1-10-1 0,-1 10-5 0,0-8 8 15,0 8-9-15,0-5-10 0,0 5-7 16,0-7-7-16,0 7-5 0,0-5-8 0,0 5-11 16,0 0-24-16,0 0-44 0,-1-3-47 0,1 3-63 15,0 0-60-15,-8-2-241 0,8 2-482 0,0 0 213 0</inkml:trace>
  <inkml:trace contextRef="#ctx0" brushRef="#br0" timeOffset="-128503.87">25186 2967 107 0,'-3'-4'323'16,"3"4"-13"-16,0 0-9 0,3-6-19 0,-3 6-26 15,0 0-22-15,0 0-18 0,0 0-24 0,0 0-16 16,0-5-25-16,0 5-13 0,0 0-14 0,0 0-14 15,0 0-9-15,7 0-11 0,-7 0-8 0,11 0-11 16,-11 0-4-16,12 0-5 0,-4 0-6 0,-1 1-8 0,1 0-3 16,3-1-8-16,-3 0-2 0,1 2-6 0,3-2 1 15,-3 0-1-15,2 0-6 0,1 0-1 16,-5 0-3-16,2 0-18 0,-2 0-1 0,0 0 3 16,-7 0-3-16,11 1 0 0,-5-1-3 0,-6 0 1 0,0 0 3 15,12-1-8-15,-12 1 1 0,4 1-12 0,-4-1-9 16,4 6-13-16,-4-4-11 0,1 2-5 0,2 2-15 15,-1 4-17-15,-4 3-21 0,2 0-28 16,0 5-51-16,0 1-52 0,0 0-215 0,0 8-493 0,0-2 219 16</inkml:trace>
  <inkml:trace contextRef="#ctx0" brushRef="#br0" timeOffset="-109169.77">23958 4139 230 0,'11'-14'302'15,"1"-3"-8"-15,-2 1-11 0,-1 0-10 0,-2-2-11 16,-2 0-4-16,2 0-6 0,-3 1-2 0,-1-1-21 15,0 0-9-15,-3 6-15 0,0-2 1 0,0 1-17 16,-3 2-17-16,0-1-16 0,1 0-15 0,-4 3-18 16,3 1-10-16,-2 0-17 0,-2 1-10 0,1 4-11 15,1-2-10-15,-4 4-10 0,-2 0-4 0,0 2-11 16,-1 2-3-16,-2 2-4 0,2 0-6 0,-6 7-2 16,3 0 10-16,-1 3-15 0,2 0-5 0,2 2-2 15,-3 5-1-15,6-3-1 0,-3 7-3 0,6 0-1 16,-2 1 3-16,3 1 1 0,2 2-7 0,-1 1 2 15,4 2-1-15,0 0 2 0,0-1 4 0,1 0-1 0,2-2-3 16,-2 3-2-16,1-5 2 0,1 3-1 16,-3-3 2-16,0 0-13 0,2-1 8 0,-4-7 3 15,-1 1-10-15,1-2-15 0,2-2-23 0,-4 1-12 0,1-2-22 16,1-4-23-16,0-1-13 0,-2-2-18 0,4 2-18 16,-3-5-9-16,2 2-8 0,-2-3-12 0,0 1-23 15,2-1-28-15,0-2-31 0,1-3-258 0,-5 2-560 16,5-2 248-16</inkml:trace>
  <inkml:trace contextRef="#ctx0" brushRef="#br0" timeOffset="-108951.02">23660 4365 157 0,'2'-6'335'0,"-2"0"0"16,0 1 4-16,1 3-27 0,2-2-12 0,-3 4-16 15,1-6-26-15,-1 6-21 0,7-4-32 0,-2 1-15 16,2 2-21-16,1 1-24 0,4-1-7 0,2 2-10 0,2-1-17 16,4 6-14-16,0-3-6 0,0 1-17 15,2-2-26-15,1 1-28 0,0-2-41 0,2 2-40 16,-3 0-44-16,1 0-61 0,0-1-53 0,7-1-63 0,-12-1-239 16,0-3-562-16,1 0 249 0</inkml:trace>
  <inkml:trace contextRef="#ctx0" brushRef="#br0" timeOffset="-108685.4">24197 4154 318 0,'0'-5'333'0,"0"5"-5"0,0 0-12 16,2-6-18-16,-2 6-30 0,0 0-22 0,1-3-27 15,-1 3-26-15,0 0-12 0,0 0-36 0,0 0-14 16,0 0-11-16,-7 11-12 0,4-5-12 0,0 4-12 15,0 1-5-15,0-2 8 0,-4 5-24 0,2-1-3 16,-1 5-8-16,-3-1-6 0,5-1-5 0,-2 1-3 16,1 1-5-16,-1 0 1 0,1 0 0 0,1 1-7 15,3-2-2-15,1-3-8 0,0-3-16 0,1 2-10 16,6-1-26-16,-3-1-9 0,1-3-31 0,2 0-45 16,3-1-55-16,2-1-49 0,6-3-63 0,1-2-222 0,2-2-552 15,-3 0 245-15</inkml:trace>
  <inkml:trace contextRef="#ctx0" brushRef="#br0" timeOffset="-108451.03">24532 4265 97 0,'1'-3'336'0,"-1"-1"8"0,0 4 4 0,0-5-9 16,0 5-4-16,0-6-17 0,0 6-30 0,0 0-28 15,0 0-28-15,0 0-22 0,0-5-27 0,0 5-21 16,0 0-19-16,0 0-13 0,0 0-15 0,0 0-10 15,-10 12-16-15,4-7-1 0,2 0-27 0,-4 4 14 16,-3 0-11-16,4 2-8 0,-4 3 8 0,-1-1-19 16,1 4 10-16,0-1-16 0,-4-1 6 0,2 0-17 15,1 1-11-15,-1 0-34 0,4-2-46 0,-3-1-36 16,1-2-29-16,4-2-30 0,-1 1-34 0,1-4-44 16,3-1-53-16,0-1-293 0,0-3-630 0,2 2 279 15</inkml:trace>
  <inkml:trace contextRef="#ctx0" brushRef="#br0" timeOffset="-108232.29">24408 4258 87 0,'0'0'279'0,"-5"-5"-26"16,5 5-27-16,-4-3-23 0,4 3-21 0,0 0-5 0,0 0-4 15,0 0-6-15,-4 10-7 0,4-10-12 0,4 11-7 16,0-2-11-16,1-3-11 0,2 3-8 0,-1 0-13 15,2 0-7-15,2 2-9 0,1-3-10 0,-1 3-8 16,5-1-23-16,0 1-46 0,-2-6-61 0,1 5-66 16,2-5-76-16,-3 0-225 0,0 0-467 0,2-4 207 15</inkml:trace>
  <inkml:trace contextRef="#ctx0" brushRef="#br0" timeOffset="-108013.55">24686 4244 320 0,'0'0'306'0,"0"0"-14"16,0 0-15-16,0 0-17 0,0 0-12 0,11 7-16 15,-9-4-16-15,4 2-16 0,-1 1-20 0,1 2-14 16,0 2-16-16,1 1-16 0,-1 0-7 0,-1 1-25 16,3 0-1-16,-6 5-11 0,-1 2-4 0,-1-1-9 15,-3 3-9-15,-2 4-10 0,-7 2-20 0,-3-3-30 0,-6 2-42 16,-2-1-48-16,-7 0-55 0,0-1-78 0,-1-3-74 15,-2-2-208-15,4-1-538 0,1-1 238 0</inkml:trace>
  <inkml:trace contextRef="#ctx0" brushRef="#br0" timeOffset="-87497.99">25665 5875 131 0,'0'0'123'0,"0"0"4"15,0 0-7-15,0 0 4 0,0 0-6 0,-7-4-6 16,7 4-6-16,0 0 8 0,0 0-4 0,0 0-5 16,0 0-6-16,0 0-6 0,0 0-2 0,0 0-11 15,0 0-5-15,0 0 0 0,0 0-5 0,-5 4-2 16,5-4-5-16,0 0-3 0,0 0-1 0,0 0-6 15,0 0-5-15,0 0 0 0,0 0-4 0,0 0 2 0,0 0-4 16,0 0 1-16,0 0-1 0,0 0 0 0,0 0 0 16,0 0 5-16,0 0-3 0,0 0 5 0,0 0 2 15,0 0-6-15,0 0 6 0,0 0 0 0,0 0 6 16,0 0-7-16,0 0 6 0,0 0-1 0,0 0-6 16,0 0-3-16,0 0-4 0,9-8-2 0,-9 8-4 15,5-2-2-15,-5 2-4 0,6-7-4 0,-5 5-1 16,1-2-5-16,2 0 0 0,-3 1-2 0,3-3-5 15,1-1 4-15,0-1-3 0,-1 3-4 0,1-1-2 16,1-3 2-16,-1 2-2 0,4-1 3 0,0 1-2 16,-1-3-3-16,0 2-3 0,2-2 5 0,-1 2 0 15,2-1-3-15,-1-2 2 0,3-3-4 0,0 4 5 16,2-3-3-16,-4 4 5 0,3-4 8 0,1 0 8 0,3 2-6 16,-4-1-4-16,3 1 14 0,-4-2-9 15,4 0 3-15,-3 1-3 0,2-2 4 0,-1 1 2 16,10-4-3-16,-10 3 7 0,2 1-3 0,-2-1 3 0,3 0 3 15,2-4 3-15,-5 4-5 0,4-2 3 0,-5 3-4 16,2-1 0-16,-1-4-4 0,6-2 6 0,-6 6 0 16,1-1 1-16,6-4-4 0,-3 1 1 0,-3 3-14 15,3-5 12-15,4 2-4 0,-7 4-10 0,1 3 3 16,5-8 0-16,1-1 1 0,-4 1-1 0,-2 4-7 16,1 0 2-16,4-5 0 0,4 1-3 0,-7 8 3 15,4-9-9-15,0 0 4 0,-3 2-6 0,-2 5 10 16,3-5-9-16,-3 4 3 0,-1 0 3 0,6-5 6 15,-1 1-11-15,-7 4 3 0,4 0-2 0,-4-2 1 16,8-4-9-16,-8 4 17 0,5-3-16 0,-4 5 11 16,1-2-7-16,3-1-3 0,-1-1-7 0,-1 4 11 15,1-8-7-15,-1 9 2 0,-1-1-1 0,5-5-2 0,-6 5-4 16,0-2 14-16,5-3-4 0,-5 4 1 0,2-4-8 16,-2 5 6-16,-2-2-2 0,2 2 2 15,0 0-1-15,0-2 2 0,-3 3-7 0,2-3 6 0,0 1-14 16,-1-1 17-16,-2 3-7 0,2-2 2 0,1 1 6 15,1-1-8-15,0 1 7 0,-1 1-8 0,0 0 10 16,0 0-2-16,-3-1-3 0,4 1-1 0,-2-2 2 16,1 3-4-16,-1 0 2 0,-2-1 1 0,4 1 2 15,-5 1-6-15,3-2 2 0,2 1-4 0,0-1 12 16,-2 1-7-16,0-1-5 0,1 0 6 0,0-1 0 16,0 2-13-16,-2 1 15 0,2-3-3 0,-4 3-3 15,7-3 7-15,-6 1-3 0,2 1 0 0,-1 1-2 16,-3 1 5-16,3 0-1 0,-2-2 1 0,3 0-6 0,-1 1 3 15,1-1 0-15,-3 0 0 0,-3 5 0 16,3-4 1-16,0 4-2 0,-2-3 4 0,1 1-3 16,-1 1 0-16,0 0 2 0,-3 0-2 0,5-2 1 0,2 2-4 15,-4 0 0-15,3-1 6 0,-1 0-1 0,4-4-7 16,1 3 4-16,3-3 10 0,-1-1-6 0,5 0-3 16,3-4-2-16,-2 3-3 0,3-1 1 0,-2-2 10 15,3 0-7-15,2 2-3 0,-5-2 2 0,4-2-4 16,-1 3 2-16,4 2-3 0,-2-6 6 0,-1 3 2 15,0-1-5-15,-2 0 0 0,-3 3 4 0,-7 5 0 16,7-8 1-16,-10 4-7 0,9-4 6 0,-8 5-2 16,0-2 4-16,2 3 0 0,-1 1-4 0,-4-1-1 15,0-2-3-15,1 2-1 0,-4 3 9 0,1 0-3 16,-1 1-2-16,-1-2-1 0,2 1 6 0,-1 0 3 16,0 3-4-16,1-3-6 0,0 3 4 0,-2 1-1 15,2-2 1-15,0 1-3 0,0 1 3 0,-2-1 4 16,2 4-5-16,-1-4 13 0,2 1-12 0,0 2-2 0,-4 1-2 15,-2-2 13-15,6 1-14 0,1 0 1 16,-5 2 2-16,3-2-1 0,-4 0 2 0,4 1-3 16,-3-2 2-16,0 3 5 0,1-1-1 0,3 0-4 15,-4 0 6-15,3-2-4 0,-3 1-6 0,1 0 6 0,-2 0-5 16,-1 2 8-16,3-1-2 0,-2 1 0 0,-1-2 2 16,-1 0 1-16,2 1-9 0,-2 0 8 15,0 0-1-15,0 1-5 0,-1-1 5 0,-3 3-4 0,6-4 6 16,-6 4-4-16,7-5 19 0,-7 3-20 0,0 2-6 15,0 0-2-15,5-3-11 0,-5 3 5 0,0 0-24 16,0 0-24-16,0 0-42 0,2-2-44 0,-2 2-59 16,0 0-79-16,0 0-325 0,0 0-662 0,0 0 293 15</inkml:trace>
  <inkml:trace contextRef="#ctx0" brushRef="#br0" timeOffset="-76632.36">27531 5773 80 0,'0'0'156'0,"0"0"-11"0,0 0-5 16,4-2 1-16,-4 2-5 0,0 0-2 0,0 0-2 0,0-4-5 16,0 4-2-16,0-5-5 0,0 5-5 0,0 0-5 15,0 0-12-15,0 0 1 0,0 0-1 16,0 0-8-16,0 0-7 0,0 0-2 0,0 0 0 0,-2-5-2 15,2 5-5-15,0 0 2 0,0 0-2 0,0 0-1 16,0 0-6-16,0 0-6 0,0 0-1 0,0 0-7 16,0-6 3-16,0 6 3 0,-2-5-11 0,2 5-3 15,0 0-3-15,0 0 1 0,0-4-3 0,0 4-1 16,0 0-5-16,0-5-1 0,0 5-2 0,0 0 0 16,2-4-5-16,-2 4-1 0,2-5-2 0,-2 5 5 15,0 0-10-15,0 0-3 0,0 0-6 0,0-5 2 16,0 5-2-16,0 0 2 0,0 0-1 0,0 0 1 15,0 0-1-15,0 0-5 0,0 0-2 0,0 0 1 16,0 0-4-16,0 0 5 0,0 0-1 0,0 0 0 16,0 0-2-16,0 0-1 0,0 0 0 0,0 0 1 15,-7 12 1-15,6-8-3 0,1 1 0 0,-1-1 1 0,1 2 1 0,1 0 6 0,-2-1-9 16,2 0-2-16,0 2 1 0,-1-4-3 0,2 3 2 16,-2-1 0-16,0 2 0 0,0-1-2 0,1-1 3 15,-1-1-2-15,0 2-5 0,0-3-12 0,0 1-9 16,0-4-15-16,0 4-24 0,0-4-21 0,0 5-29 15,0-5-43-15,0 0-66 0,0 0-248 0,0 0-516 16,0 0 228-16</inkml:trace>
  <inkml:trace contextRef="#ctx0" brushRef="#br0" timeOffset="-75632.39">27551 4214 81 0,'0'0'204'0,"0"0"-5"0,0 0-10 15,-5-3-9-15,5 3-15 0,0 0-12 0,0 0-10 16,0 0-10-16,0 0-9 0,0 0-7 0,0 0-13 16,0 0-13-16,0 0-10 0,0 0-8 0,0 0-7 15,0 0-6-15,0 0-5 0,0 0-4 0,0 0-6 16,0 0-4-16,0 0-6 0,0 0-2 0,0 0-3 16,0 15-2-16,0-15-2 0,0 5-1 0,0-1-6 15,0 0-3-15,0-4 3 0,-1 7-7 0,1-3-6 16,0 1-25-16,0-5-18 0,0 7-24 0,0-2-34 15,0-5-34-15,1 4-35 0,3 2-24 0,-3-1-131 16,2 1-345-16,-3 0 153 0</inkml:trace>
  <inkml:trace contextRef="#ctx0" brushRef="#br0" timeOffset="-75398.03">27584 4480 94 0,'0'0'207'0,"-3"3"-16"0,3-3-11 0,0 0-12 15,-3 4-16-15,3-4-17 0,0 0-9 0,-3 2-19 16,3-2-7-16,0 0-9 0,-3 5-5 0,3-5-12 16,-3 3-6-16,3-3-7 0,0 8-6 0,-1-6-3 15,1 2-14-15,-3 0-19 0,3 1-18 0,0-5-19 16,0 8-27-16,0-2-33 0,0-1-19 0,0 2-19 15,0-2-22-15,0 1-115 0,0 1-272 0,-3-1 120 16</inkml:trace>
  <inkml:trace contextRef="#ctx0" brushRef="#br0" timeOffset="-75179.28">27554 4720 25 0,'-3'4'155'0,"3"-4"-14"0,0 5-4 0,-1-2-6 15,1-3-8-15,-4 5-11 0,4-5-8 0,4 5-10 16,-4-5-16-16,-4 5 2 0,8-1-7 16,-4-4-9-16,1 5-8 0,-1-1-2 0,0-1-9 15,0 2-1-15,0-5-8 0,0 10-15 0,3-6-24 0,-3 2-7 16,2-1-30-16,0 0-25 0,0 1-25 0,-1 0-19 16,-1 0-101-16,1 0-227 0,-1 0 101 0</inkml:trace>
  <inkml:trace contextRef="#ctx0" brushRef="#br0" timeOffset="-74991.79">27527 5036 62 0,'1'5'113'15,"1"-2"-9"-15,-2-3-7 0,3 4-24 0,-1 1 7 16,-2-3-5-16,2 3-12 0,0 0-6 0,1-2 4 15,-3 4-6-15,2-4-14 0,-2 3-7 0,1-1-18 16,-1 1-20-16,0-1-22 0,-1 2-23 0,-1-2-22 16,-1 2-60-16,-1 0-141 0,2-2 63 0</inkml:trace>
  <inkml:trace contextRef="#ctx0" brushRef="#br0" timeOffset="-74757.42">27519 5351 69 0,'0'3'130'0,"0"-3"-12"0,0 8-3 0,0-8-7 0,1 6-9 16,-1-5-9-16,3 3-10 0,-3 1-3 0,4-1-14 15,-3 1-10-15,2-2 4 0,-1 3-8 0,2-2-7 16,-2 1-7-16,3-1-22 0,-3-2-26 0,3 3-29 15,-5 0-20-15,3-2-26 0,-1 0-78 0,-2-3-180 16,0 5 81-16</inkml:trace>
  <inkml:trace contextRef="#ctx0" brushRef="#br0" timeOffset="-73484.05">27556 4156 12 0,'0'0'252'16,"-5"-6"3"-16,0 3-14 0,5 3-14 0,-1-4-6 15,-2 1-11-15,-2 1-12 0,5 2-19 0,0 0-12 16,-4-5-7-16,4 5-10 0,-6-1-14 0,6 1-12 16,0 0-18-16,-12 6-16 0,8-5-9 0,4-1-25 0,-10 4-10 15,7 0 2-15,-1-1-13 0,0 1-1 16,1 4-4-16,0-3-2 0,1 0-5 0,-2 1-4 15,4 2 3-15,-4 0-5 0,3-2-3 0,1 0 3 0,0 6-4 16,0-4-2-16,4-2-1 0,-4 2-2 0,1-2-2 16,1 2-1-16,0-2-1 0,3-1-3 0,-3 1-2 15,3-2-4-15,-1-1-5 0,3 0-6 16,-1-1-10-16,-1-2-12 0,2 0-2 0,1 0-7 0,0-1 0 16,-1 0-1-16,1-2 0 0,0-2 6 0,2 0 5 15,-1-1-2-15,-2-1 11 0,-1 1 0 0,-1-2 4 16,-2 2 7-16,-2-1-2 0,5-3 3 0,-4 3 4 15,1 1 8-15,-3 0 7 0,0-3 7 0,-1 2 6 16,-1 1 3-16,0-1 4 0,-1 4 3 0,0-1 1 16,2-1-5-16,-2 1 3 0,3 4-6 0,-4-7-6 15,-1 7 0-15,5 0-2 0,-7-2-2 0,7 2-1 16,-8-4-2-16,8 4 1 0,-10 4-3 0,10-4-2 16,-5 4 1-16,-1-1 1 0,2 1-2 0,0-3 2 15,2 5 4-15,-3-4-3 0,3 2-2 0,0 2 2 16,2 0-4-16,-2-1-4 0,2-1 4 0,-2 2-5 15,2-2-4-15,0 1 3 0,2 0-4 0,0 1 1 16,2-3-4-16,-1 1-5 0,-1-1 0 0,0-1-2 0,-2-2-7 16,8 3 3-16,-4-2-5 0,-4-1 6 0,0 0-1 15,11-4 4-15,-5 3 2 0,-1-2 0 16,-2 1 3-16,1-3 2 0,-3-1 3 0,1 1 3 16,2 0 6-16,-2-1 7 0,0-2 13 0,-2 2 7 0,0-2 4 15,0 3 12-15,-2-1 4 0,1-2 7 0,0 1 3 16,-3 1 0-16,2 1-2 0,-1 0-10 0,-1 0-3 15,-2 0-5-15,3 2-9 0,-1 0-5 0,0 1-3 16,4 2-4-16,-13 2-10 0,13-2-18 0,-12 2-30 16,6 3-35-16,1 0-45 0,-1 1-47 0,0 4-73 15,-1-1-191-15,3 3-469 0,0-1 208 0</inkml:trace>
  <inkml:trace contextRef="#ctx0" brushRef="#br0" timeOffset="-71044.95">27350 4164 104 0,'0'0'205'0,"-7"-2"-20"0,7 2-22 0,0 0-13 16,-8 0-17-16,8 0-10 0,-10-3-15 15,10 3-12-15,-9 0-8 0,9 0-8 0,-9 3-14 0,3-1-4 16,2-1-4-16,-3 1-5 0,3-1-21 0,0 1-13 16,0 3-23-16,-1-2-25 0,-1 0-27 0,2-1-24 15,0 1-29-15,1-1-30 0,1 1-79 0,-2 1-237 16,4-4 105-16</inkml:trace>
  <inkml:trace contextRef="#ctx0" brushRef="#br0" timeOffset="-70857.46">26995 4218 89 0,'0'0'91'0,"-8"-2"-12"0,8 2-10 0,-8 2 1 16,8-2-9-16,-6 1-14 0,6-1-20 15,-9 3-31-15,1-3-25 0,4 1-55 0,4-1-90 16,-10 1 40-16</inkml:trace>
  <inkml:trace contextRef="#ctx0" brushRef="#br0" timeOffset="-70685.59">26745 4222 51 0,'-5'-3'133'0,"5"3"-18"0,0 0-19 0,-9-2 0 0,9 2-14 16,0 0-29-16,-8 2-38 0,8-2-40 0,-8 0-78 15,8 0-111-15,-11-1 48 0</inkml:trace>
  <inkml:trace contextRef="#ctx0" brushRef="#br0" timeOffset="-70482.48">26382 4229 85 0,'0'0'128'0,"-14"-1"-12"0,9 0-6 0,-1 0-17 16,-1-1-11-16,7 2-7 0,-12-1-16 0,8 0-14 16,4 1-16-16,-12 0-35 0,8-1-25 0,4 1-29 15,-11 1-62-15,11-1-130 0,-11 0 58 0</inkml:trace>
  <inkml:trace contextRef="#ctx0" brushRef="#br0" timeOffset="-70294.98">25963 4199 75 0,'-7'-1'71'16,"7"1"-7"-16,-11 0-13 0,11 0-9 0,-9 1-16 15,9-1-21-15,-13 1-8 0,7-2-16 0,6 1-5 16,-15-1-24-16,9 2-52 0,-2-1 23 0</inkml:trace>
  <inkml:trace contextRef="#ctx0" brushRef="#br0" timeOffset="-70185.61">25802 4196 32 0,'-7'-1'53'16,"-2"0"19"-16,4-3 10 0,-4 2 7 0,1 0 6 15,0-1 11-15,1 1 10 0,1-1-10 0,-3 0-3 16,4 0-2-16,0 0-17 0,-1 1-12 0,-1-1-1 16,7 3-10-16,-7-2-7 0,2-1-21 0,5 3-49 15,-4-2-57-15,4 2-135 0,-4-3-223 0,4 3 99 16</inkml:trace>
  <inkml:trace contextRef="#ctx0" brushRef="#br0" timeOffset="-68357.55">28521 1488 12 0,'0'0'224'16,"0"0"-7"-16,0 0-5 0,0 0-11 0,7-8-14 0,-7 8-12 15,0-5-14-15,0 5-10 0,0 0 10 0,4-5-14 16,-4 5-14-16,3-3-5 0,-3 3-10 15,0 0-10-15,1-2-5 0,-1 2-11 0,4-2-11 16,-4 2-9-16,0 0-3 0,0 0-6 0,0 0-4 16,0 0-5-16,0 0-4 0,4-6-11 0,-4 6-4 0,0 0-4 15,0 0-5-15,0 0-7 0,0 0 3 0,0 0-2 16,0 0-2-16,0 0-3 0,0 0 3 16,0 0-7-16,0 0 0 0,0 0 0 0,0 0-4 15,0 0-2-15,5-1 1 0,-5 1 2 0,0 0-3 0,0 0 1 16,0 0-1-16,0 0-1 0,0 0 1 0,0 0 1 15,0 0-3-15,0 0 1 0,0 0 0 0,0 0-1 16,0 0 0-16,0 0-1 0,0 0 2 0,0 0 0 16,0 0-2-16,0 0-2 0,0 0 2 15,0 0-1-15,0 0 1 0,0 0 0 0,0 0-2 0,0 0 0 16,0 0-2-16,0 0-1 0,0 0 3 0,0 0-3 16,0 0 0-16,0 0 2 0,0 0-2 0,0 0-7 15,0 0 7-15,0 0-2 0,0 0 1 0,0 0-1 16,-17-2 0-16,17 2 5 0,0 0-3 15,-12 2-1-15,12-2 2 0,-14-2 2 0,9 4-2 0,5-2 1 16,-11 0-2-16,4-2 3 0,7 2 2 0,-12 0 2 16,8-2 6-16,4 2 8 0,-10 0 10 0,10 0 11 15,0 0 11-15,-5-2-1 0,2-1 8 0,3 3 5 16,-4-2-3-16,-1-2-1 0,2 0-3 0,3 4 9 16,0-8-20-16,0 5-5 0,0-4-4 0,0 2-5 15,0 0-2-15,0-2-4 0,0 2 1 0,2 0 4 16,-2-2-27-16,1 1 15 0,4 0-5 0,-4-1 1 15,1 0-1-15,-1 2 0 0,2 0 4 16,-2-1-5-16,3 1-9 0,-2 0 22 0,2 2-21 0,0 1 1 16,0-3-2-16,-4 2-3 0,0 3 1 0,9-3-1 15,-3 1-1-15,-1 1 1 0,2 0-4 0,-7 1 2 16,18 1 0-16,-13-1-11 0,5 1 11 0,-1 2 0 16,1-1 7-16,1 3-9 0,2-2 7 0,-2 0-5 15,1 2 1-15,-2 0 6 0,1 0-7 0,-2 2-13 16,2-1 0-16,-2 1 16 0,0 0-4 0,0 0-3 15,-2 3 6-15,2-4 0 0,0 3 3 0,0 0 5 16,-2-2-15-16,-1 4-12 0,-2-1 19 0,2 0-4 16,0 3 3-16,-2-5 2 0,0 4 0 0,0 0 0 15,-1 1-3-15,0 3-7 0,2-4 9 0,-4 6 2 16,4-1-5-16,-4-3 4 0,2 5 1 0,-2-1-4 16,-2-2 3-16,1 12 0 0,-2-2-2 0,0-8 5 15,0 9-2-15,-1-8 1 0,-2-2 2 0,4 2 2 16,-3 2-6-16,0-5 3 0,1 3 8 0,-4-2-10 15,3-1 4-15,-3-4-6 0,0-1-1 0,3 2 5 16,-3-3 5-16,3-1-1 0,-4 0 12 0,4-2 17 16,0 1 6-16,1-4 15 0,-3 1 20 0,1 0 4 15,0 0 8-15,-2-3 10 0,3 0-2 0,-3-2 1 16,7 0-2-16,-11-2-2 0,7-1-8 0,-6-1-11 16,-1-2-7-16,2 1-12 0,-3-5-4 0,1 2 0 15,-1 0-6-15,1-2-5 0,0-3 0 0,3 1-5 16,-3 3-6-16,6-1-2 0,-5-2-3 0,5 3-5 15,2-2 4-15,1 1-14 0,-3 3 4 0,5 1-6 16,-1-1 2-16,1-1-4 0,0 1 3 0,1 2-5 16,4-1-3-16,-1-1-2 0,2 4-2 0,2-1-1 15,2-2 2-15,-3 3-1 0,6-1 2 0,0 1-2 16,0 2 2-16,1 1-5 0,1 0 1 0,0 0-7 16,4 1 9-16,1 1-3 0,-1 3 1 0,3 1 2 15,-4 1 0-15,1 3 0 0,-5-5-9 0,3 0-12 16,0 4-5-16,-4-4-7 0,-5 0-8 0,4 2-13 0,-1-3-13 15,-1 5-11-15,-1-5-33 0,1 1-26 0,-5 0-26 16,1-1-21-16,-1-3-22 0,0 1-25 16,-2-1-37-16,-3-1-61 0,0 0-285 0,0 0-669 15,0 0 297-15</inkml:trace>
  <inkml:trace contextRef="#ctx0" brushRef="#br0" timeOffset="-67130.77">28574 1415 151 0,'0'0'152'0,"-13"3"-5"0,13-3-10 16,0 0-12-16,0 0-9 0,-11 2-1 0,7-1-1 15,4-1-6-15,-10 3-2 0,5-1-1 0,0-2-6 0,5 0-3 16,-12 0-1-16,6 0-4 0,6 0-1 16,-11 0-6-16,4-2-1 0,7 2-4 0,-12-3 4 15,5 2-4-15,3 0 2 0,0-2-1 0,-2 1-2 16,2-1-6-16,0 0-5 0,1 0-3 0,-3-1-7 0,6-2-8 15,0 6-7-15,0-10-5 0,2 4-2 0,2 1-4 16,-1-1-5-16,1 0-1 0,0 0-4 16,2 3-1-16,-1-4-1 0,-2 3-4 0,6 0 1 15,-3-1-6-15,-1 2 2 0,4-1-5 0,-4 0 3 16,2 1-4-16,-2 1 0 0,2-2 0 0,0 3-3 0,-2-3 0 16,3 4 1-16,-8 0-4 0,13-1 3 0,-5 1-1 15,0 1 0-15,-1 3-5 0,1-2 4 16,1 1-1-16,-5-1 2 0,7 4 1 0,-2-1-1 15,1 1-3-15,1 1 6 0,-4 0 0 0,5 0 4 0,-3 3 0 16,2-3-3-16,-2 1 0 0,0 1 1 0,-2 0-1 16,0-1 1-16,2 2-2 0,0-2-3 0,-4 0 3 15,2 3 2-15,1-4-3 0,-4 2 0 16,2 0-3-16,-1 1 0 0,-5 0 2 0,3-1 1 16,2 1-1-16,-5-2-1 0,2 3 1 0,1-4-4 0,-3 3 6 15,-2 1 3-15,2-3-6 0,2 2-4 0,-2 2 3 16,-2-5-1-16,-1 6 3 0,3-3 1 0,0 1-4 15,-4 1 2-15,4-3-3 0,-1 2 3 0,2 1 0 16,-5 0-1-16,4-1 1 0,-3 0 0 16,3 0-2-16,0-2 3 0,-2 4 0 0,2-3-2 0,-2 0 2 15,0 2-1-15,-3-2-2 0,5-3-3 0,-1 4 5 16,-3-3-2-16,3 2 1 0,-2 0-1 0,2 0 1 16,-3 0 4-16,2-2-5 0,1-2 2 0,-2 4-2 15,0-4-3-15,-1 3 6 0,1-1 0 0,-2 0-2 16,1-2 7-16,4 0-3 0,-3 1-8 0,-1-1 3 15,0 0 3-15,-3 0-1 0,5 0 1 0,-4-2 0 16,2 0 1-16,0 2 1 0,0-2 1 0,-3 0 13 16,4-2 7-16,-1 1-12 0,-4 2 8 0,4-3-2 15,-3-1-2-15,1 1 1 0,-1 0-1 0,-3-2 3 16,3 0 0-16,-2 0-6 0,9 0 9 0,-16-3-8 16,7 2 4-16,0-3 5 0,0 1-1 0,2-1-6 15,-2 2 2-15,1-2 0 0,2 0-6 0,-3 0 3 16,5 0-2-16,-1 2-1 0,-1-2 16 0,2-2-13 15,0 0-4-15,0 1 16 0,1 2-4 0,-1-4 3 16,3 2 1-16,1 1-9 0,-3-2 5 0,3 2-5 16,0-1 2-16,3-2 9 0,-2 2-6 0,3-3-16 15,1 2-2-15,0 0 4 0,0 0-18 0,5-1 13 16,0 1-3-16,0-2 4 0,-2 4-2 0,3-1-6 16,0 0 6-16,1 0-1 0,-2 0-4 0,-1 3-4 15,2 0-12-15,-2 1 15 0,1-2 0 0,1 2 5 16,0 2-5-16,-4-1 2 0,5 1 0 0,-1 2-2 15,4-2-2-15,-7 4 2 0,3 0-2 0,-3-1 4 16,2 1-2-16,-3 2 0 0,2-1-1 0,3 1 6 16,-2-1 3-16,-2 2 3 0,3-2-6 0,-3 0-8 15,-2-1 2-15,2 2-10 0,2-2 11 0,-1 1 1 16,-2 1-2-16,2-1 7 0,-1-1-6 0,0 1 1 16,-1-3 3-16,3 2 9 0,-2-1-10 0,-3-3-17 15,4 2 23-15,-2-2-10 0,0-1-8 0,0 2-23 16,0-1-23-16,-7-1-28 0,12-4-34 0,-8 3-44 15,0-3-56-15,2 0-76 16,-2 0-236-16,-1-1-574 0,-2 0 254 0</inkml:trace>
  <inkml:trace contextRef="#ctx0" brushRef="#br0" timeOffset="-41241.16">23798 7461 29 0,'0'0'240'0,"1"-6"-3"15,-1 2-11-15,3 0-9 0,-2 0-6 0,-1 4-9 16,1-8-6-16,2 3-6 0,-3 3-13 0,4-3-3 15,-2 1-6-15,0-1-6 0,-2 5-3 0,3-6-5 0,-3 2-8 16,3-1-11-16,-1 1-5 0,-2 4-5 16,0-7-6-16,0 0-8 0,0 3-10 0,-2-3-13 15,-1 5-8-15,0-4-6 0,-3 0-10 0,0 1-10 0,-4-1 0 16,-2 2-6-16,1-1-11 0,-3 0 2 0,-4 1-7 16,0 0-2-16,-1 2-2 0,-1 0-6 0,1 2-4 15,-1 3 0-15,0-2-2 0,0 3 0 0,3 0-11 16,-2 2-1-16,4 2 1 0,3-1 2 0,1 3-1 15,0-3 0-15,3 2 0 0,-1 1-5 0,5-1 6 16,1 0-9-16,2 1 5 0,1 2-4 0,1 0 2 16,4 0-1-16,4 2 1 0,3-1 0 0,1-1 0 15,-2-4 1-15,3-1 4 0,2 1-4 0,-1 1-1 0,5-4-2 16,-4-3 5-16,2-2 2 0,0 0-9 16,-3 0 5-16,-1-1 2 0,-1 0 5 0,-2-4-2 15,0 1 0-15,1-1 35 0,-3-2 6 0,0 1-7 0,-2-2 2 16,1 1 8-16,-4 2 5 0,0-2 11 0,0 2 2 15,-1-1 4-15,0 0 5 0,0 2-5 0,0-1-4 16,-3 3-9-16,3-2-11 0,-3 4-7 0,3-2-9 16,-3 2-5-16,0 0-4 0,0 0 1 0,10 8-3 15,-6-3 5-15,1 6-10 0,0-2-1 0,-1 2-3 16,6 6 0-16,-2 1-3 0,3 1 1 0,-3 7 0 16,3-2-5-16,3 5 1 0,-3-4 0 0,0 3-3 15,1-1 3-15,-3 4-4 0,1-2 7 0,1 0-5 0,-2 1-1 16,1-1 2-16,-1 1-2 0,1-1 0 15,-2-5 0-15,-4 4-2 0,1-8 3 0,-1-1-1 16,-1-1-3-16,0 2 4 0,-6-4-2 0,6 2 4 0,-6-6 12 16,0-1 11-16,1-1 10 0,-5-1 17 0,4-1 15 15,-5-2 12-15,1 2 5 0,-1-3 11 0,-3-1-1 16,2-2 2-16,-2-2-2 0,-3-1-12 0,1-1-6 16,-1-2-5-16,-4-5-7 0,2 0-7 0,1-4-7 15,-1-3-5-15,3-2-6 0,-3-3-11 0,7-8-25 16,0-5-44-16,0 1-76 0,6-6-49 0,2 0-47 15,4 3-37-15,1-1-17 0,-1 3-18 0,3 3-26 16,2 2-27-16,-3 0-32 0,-1 2-21 0,1 6-27 16,0 3-235-16,-5-1-700 0,3-1 311 0</inkml:trace>
  <inkml:trace contextRef="#ctx0" brushRef="#br0" timeOffset="-40506.74">23980 7427 83 0,'7'-3'327'0,"-7"3"-10"0,5-1-14 0,-5 1-15 16,4-2-11-16,-4 2-26 0,0 0-22 0,7-2-21 16,-7 2-24-16,0 0-24 0,0 0-11 0,9 3-18 15,-3-1-12-15,-3 2-15 0,4-2-11 0,-2 5-5 16,4-1-12-16,1 2-3 0,-5-2-10 0,5 5-7 15,-1-3-3-15,0 2 6 0,-4-2-20 0,2 3 1 0,1-2-12 16,-3 0 0-16,0-3-6 0,-1 2-6 16,-2-2-7-16,0-2 3 0,-1 1-4 0,-1-3 1 15,-1 4-3-15,-1-2 2 0,-3-3 3 0,5-1-5 0,-10 0 0 16,10 0 4-16,-16-5-2 0,8-1-4 0,-2 2 9 16,-2-3 0-16,5-2 3 0,-2 2-6 0,7-4 4 15,-6 2-7-15,7 2 2 0,1-4-7 0,1 1-11 16,3 1-12-16,2-1-22 0,3 0-22 0,5-1-21 15,4 0-21-15,3 5-20 0,-3-2-22 0,12 2-12 16,0-1-16-16,1 3-2 0,2 0-12 0,-3 1 16 16,-2 1 8-16,-6 2 19 0,1 0 14 0,-4 0 10 15,0 0 13-15,-4 0 13 0,0 2 13 0,-5-4 19 16,-1 2 32-16,-1 2 23 0,-1-2 36 0,0 1 28 16,-7-1 29-16,0 0 14 0,7-3-2 0,-7 3-2 15,0 0 3-15,0 0 4 0,-11-6-3 0,3 5 3 16,2 0 2-16,-9-2 0 0,4 0-6 0,-3 3-4 0,1 0-13 15,-2 0-2-15,3 3-7 0,-3-3-8 0,0 4-9 16,-4 3-1-16,4-3-5 0,-1 3-4 16,2 2-6-16,0-1-5 0,4 0-3 0,-3 5 0 0,3-5-9 15,4 0 6-15,-2 2-3 0,3-2-2 0,0 3-3 16,5-5 2-16,0 2-7 0,0 0 4 0,3-2-1 16,1-1-7-16,3 0 3 0,1-2 6 0,4-2-17 15,1 0-1-15,-1-3-7 0,0-2-3 0,2 0 6 16,-1-2-1-16,3-4 3 0,-2-1-3 0,-3 2 4 15,1 0-3-15,-5-1 7 0,3 1-1 0,-5 0 20 16,5-4 5-16,-5 7 18 0,-1-1 4 0,0 0 8 16,-1 2 7-16,1-2 4 0,-2 3-5 0,0 1-16 15,-2 3 0-15,4-2-7 0,-4 2-3 0,0 0-7 16,0 0-9-16,0 0 2 0,0 0-2 0,6 15-4 16,-5-9-2-16,2 1-20 0,2 3-27 0,1 1-20 15,1-1-21-15,3 2-19 0,4-1-10 0,2 2-22 0,1 0-41 16,3-3-33-16,4 3-25 0,-2-7-11 0,0 1-16 15,1-2 0-15,2-1-152 0,-3-3-435 0,1-1 193 16</inkml:trace>
  <inkml:trace contextRef="#ctx0" brushRef="#br0" timeOffset="-39506.78">24736 7534 1224 0,'22'-5'-63'16,"-6"-2"25"-16,-2-1 43 0,-5-1 13 0,2-2 35 15,-3 3 26-15,-1-3 28 0,-3 0 28 0,-2 0 16 16,-1 0 5-16,-2-2 17 0,-2 5 14 0,0-3 2 16,-4 2 1-16,-1 0 9 0,-3 2-5 0,0-4-2 15,-1 5-7-15,-4-2-7 0,-3 4-12 0,2 0-13 16,-4 2-8-16,2 2-9 0,1 1-18 0,2 2-6 15,-2-1-10-15,3 4-12 0,1 0-8 0,2 0 0 16,0 1-19-16,2 2-5 0,0 2-5 0,1-2-1 16,4 5-8-16,-1-3-5 0,2 2-5 0,4 2-2 0,0-3-8 15,2 0 4-15,3 0 1 0,-1-1-5 16,3-1-5-16,1 0-12 0,3 0-29 0,-1-2-15 16,2-4-20-16,2-2 1 0,4 3-16 0,-4-5 0 0,4-1 5 15,-6-1 7-15,6-2 2 0,-5 0-1 0,6-6-1 16,-4-3 2-16,2 0-8 0,-5-3-2 0,-1-4-4 15,2-6-2-15,-6-1 1 0,2-1 6 0,-3 2 6 16,-3 1 3-16,-2-4 10 0,-1 4 7 0,-1 3 21 16,1 3 38-16,-3-2 26 0,-2 2 19 0,-1 1 16 15,1 3 15-15,1 2 3 0,-2 1 8 0,2 2 4 16,0 0-11-16,0 4-3 0,0 0-10 0,3 2-13 16,-1 1-12-16,2 3-7 0,-7-3-6 0,7 3-10 15,0 0-1-15,-8 11 2 0,4-4-10 0,4 4 0 16,-1 0-3-16,2 7-3 0,-1 0 0 0,6-1-3 15,-1 3-3-15,-1 1 2 0,3 4-8 0,4 2 8 16,-6-1-18-16,2-1-30 0,1-6-18 0,3 2-27 0,0 3-22 16,-3-6-15-16,1 1-13 0,1-1-9 0,-2-4-7 15,-1 4-1-15,0-6-5 0,2-2 11 16,-2 0-2-16,2-1 3 0,1-2 9 0,-4-2 14 0,2-3 12 16,2-1 10-16,-1-1 12 0,-1-1 5 0,3-3 10 15,1 1 7-15,-4-7 6 0,2 2 5 0,-1-3 11 16,2 5 11-16,0-11 9 0,-3 0 9 0,1 2 13 15,-3 0 13-15,0-3 19 0,-3 4 8 0,-2 3 12 16,-1-4 14-16,1 4 8 0,1-2-2 0,-2 6 2 16,-2-3 6-16,1 0-8 0,0 4-9 0,-2 1 9 15,-1 1-25-15,0 0-3 0,2 1-16 0,2 3-4 16,-13-1 0-16,13 1-4 0,-14 7-4 0,7-4-4 16,-1 4-1-16,-4 0 0 0,5 1-7 0,0 3 4 0,4 2-8 15,-2-1-1-15,3 2-15 0,0-1-7 16,2 0-13-16,4-1-11 0,1 1-9 0,2-1-12 15,2 2-7-15,0-5-7 0,2-2-10 0,-1 1-6 0,7 1-7 16,-6-5-6-16,3 0 5 0,5-3 8 0,0-2 6 16,-4 1 4-16,2-8 8 0,0 2 4 0,-4 2 10 15,1-3 9-15,-4 1 12 0,4-4 12 0,-3 1 22 16,-6 1 17-16,0 2 13 0,0-3 14 0,-1 1 15 16,-2 1 0-16,0 0 5 0,-2-2 0 0,0 5 1 15,0-1-6-15,0 0-7 0,0 5-3 0,-4-5-5 16,4 5 0-16,-4-1-9 0,4 1-5 0,0 0-1 15,0 0-6-15,-12 9 2 0,9-3-8 0,2-1 3 16,-2 2-10-16,2 0 10 0,1-1-4 0,1 6-1 16,-1-3-12-16,4 0-14 0,-1-1-13 0,2-2-15 15,1 4-5-15,-2-2-6 0,1 1-7 0,1-4-2 16,-1 0 7-16,3 0-4 0,-2-2-1 0,2 0 8 0,-4-3 4 16,-4 0 4-16,12-2 6 0,-5 1 5 0,-3-3 3 15,0 0 3-15,2 0 9 0,-2 1 13 16,1-4 11-16,-1 1 7 0,0 1 14 0,-1 0 13 0,0-3 2 15,0 1 3-15,-2 0 12 0,2-4 6 0,0 8-3 16,-3-3 2-16,2 1-2 0,1 0-2 0,-3 5-11 16,2-6-5-16,0 4 2 0,-2 2-17 0,3-5-1 15,-3 5-2-15,0 0-3 0,0 0 0 0,12 6-2 16,-8-2-2-16,0-2-2 0,1 4-2 0,1 1-5 16,-1-5-2-16,2 7-17 0,1-1-20 0,0 1-14 15,1-3-8-15,0 2-8 0,2-2-11 0,-3-1-28 16,3 1-10-16,0-2-21 0,1-2-15 0,-1-1-18 15,3-2-13-15,-3 0-6 0,2-4-14 0,-2-1-4 0,-3 0-135 16,2 0-362-16,-2-2 161 0</inkml:trace>
  <inkml:trace contextRef="#ctx0" brushRef="#br0" timeOffset="-39288.03">25594 7355 284 0,'0'-19'-48'0,"0"-7"67"16,-4-3-19-16,0-2 23 0,-1 3 22 0,-1-3 37 16,1 2 39-16,-1 3 39 0,2 7 32 0,2-1 28 15,-3 2 16-15,3 6 11 0,0-2 4 0,-3 5 16 16,4-4 2-16,-1 6-2 0,2 0-11 0,0 2-27 15,-4 0-29-15,4 5-19 0,0-4-24 0,0 4-17 16,0 0-11-16,0 0-14 0,-7 19-10 0,6-7-9 16,0 4-12-16,2 4-8 0,2 6-8 0,1 2-2 15,-3-2-10-15,9 3-4 0,-4 1-1 0,3 2-6 16,-4-1-11-16,3 1-2 0,2 0-35 0,-1-4-57 16,1 0-45-16,1 1-31 0,-2-4-44 0,-2-5-36 15,5 5-31-15,-2-9-42 0,-1 0-66 0,1-4-181 16,-5-2-581-16,-1-4 256 0</inkml:trace>
  <inkml:trace contextRef="#ctx0" brushRef="#br0" timeOffset="-39100.54">25569 7246 171 0,'-5'-5'381'0,"3"0"3"15,-2 0-6-15,4 2-14 0,-3 1-18 0,3 2-32 16,-2-7-28-16,2 7-30 0,0 0-27 0,10-4-24 15,-10 4-22-15,19 3-17 0,-7-3-7 0,-1 4-25 16,3-3-15-16,4 2-40 0,-4-1-76 0,-3 0-59 16,3 0-51-16,-5 2-64 0,1-1-73 0,1 1-70 15,-3-3-231-15,-4-1-589 0,2 1 261 0</inkml:trace>
  <inkml:trace contextRef="#ctx0" brushRef="#br0" timeOffset="-38913.05">25072 7079 78 0,'-10'-6'400'0,"0"3"-21"15,0-1-28-15,5-1-28 0,-1 1-25 0,2 0-29 16,1 0-34-16,-2 3-20 0,5-3-16 0,0 4-41 16,0-7-65-16,0 7-66 0,0 0-73 0,0 0-88 15,0 0-95-15,15 3-207 0,-15-3-473 0,5 7 209 16</inkml:trace>
  <inkml:trace contextRef="#ctx0" brushRef="#br0" timeOffset="-38163.07">26384 7460 134 0,'0'0'436'0,"0"0"13"15,-2-4-4-15,2 4-17 0,-2-4-24 0,2 4-25 16,0 0-22-16,0 0-25 0,-6-4-25 0,6 4-24 16,0 0-25-16,0 0-25 0,0 0-24 0,0 0-20 15,0-3-22-15,0 3-19 0,0 0-14 0,0 0-12 0,0 0-20 16,20 0-35-16,-9 1-48 0,1-2-56 0,2 2-53 16,6-1-47-16,0-1-49 0,-2 2-50 0,-2 0-56 15,-2-1-52-15,5 1-51 0,-6-1-253 0,-2 2-701 16,-2-1 310-16</inkml:trace>
  <inkml:trace contextRef="#ctx0" brushRef="#br0" timeOffset="-38006.83">26398 7572 118 0,'-7'3'274'0,"0"3"-1"0,2-4-1 16,-2-1-4-16,3 2-12 0,4-3-8 0,-4 2-1 15,4-2-17-15,0 0-19 0,0 0-20 0,8 5-16 16,4-7-19-16,6 0-15 0,1 1-39 0,4 0-61 0,-1-1-60 15,1-2-68-15,6 1-77 0,2-4-82 16,0 4-203-16,-1-2-484 0,-2 1 215 0</inkml:trace>
  <inkml:trace contextRef="#ctx0" brushRef="#br0" timeOffset="-37084.99">27430 7239 39 0,'0'-6'305'0,"0"1"-7"15,-2 2-14-15,-2-4-5 0,1 1-20 0,-1 2-11 0,-2-2-15 16,1 0-21-16,-2 2-17 0,-5 1-11 0,1 0-13 16,-1 2-5-16,-3 1-8 0,-4 2-8 0,-2 0 10 15,2 1-22-15,-1 2-8 0,0 2-10 0,-1-1-11 16,3 3-9-16,-2 0-8 0,3-1-9 0,0 4-7 15,0-4-12-15,4 2-5 0,-2-1-3 0,6 1-4 16,-1-2-11-16,2 2 0 0,1-2-2 0,5 2-5 16,0-3-8-16,2-1-4 0,2 1 2 0,6 1 0 15,1-1 4-15,1-1-3 0,5-3-2 0,-2 1-6 16,8 0 0-16,-2-3 1 0,0-1-5 0,1-1-8 16,-1-2-4-16,2 1 7 0,-8-4-25 0,6-4-7 15,-4 2-8-15,-1-3 9 0,-2 0-2 0,4-6-10 0,-6-1 2 16,-2-1-1-16,0-6 7 0,-4 4 1 0,0-9-2 15,-4 2 3-15,-4 1 5 0,1-2 1 16,-6 2 7-16,4-2 14 0,-4 3 6 0,1 0 9 16,0 2 18-16,1 3 8 0,2 5 14 0,-5-2 14 0,5 2-2 15,-2-1 0-15,4 4-4 0,-2 1 3 0,2 2-4 16,2 1-5-16,-3 1-5 0,2 3-9 0,0 2-11 16,-1-2-9-16,3 5-1 0,0 0 0 0,0 0 0 15,0 0-6-15,0 13-3 0,3-2-2 0,-1 0 5 16,1 3-5-16,1 3-1 0,3 4-3 0,0 6 1 15,2 1 1-15,2 0-2 0,-4 0-3 0,5 0-2 16,-1-4 0-16,-1 4-40 0,3-3-20 0,-5-5-33 16,3 3-23-16,0-5-15 0,0-1-19 0,0 1-25 0,1-4-30 15,-1 0-25-15,3-2-34 0,-3-4-29 16,2-3-45-16,-1 2-233 0,-1-4-614 0,0-3 273 16</inkml:trace>
  <inkml:trace contextRef="#ctx0" brushRef="#br0" timeOffset="-36866.25">27609 7039 104 0,'-6'6'246'0,"2"-3"-6"16,3 1-4-16,-1 1-16 0,1 3-16 0,1 0-9 15,0 2-4-15,3-3-14 0,1 6-17 0,0-4-11 16,4 1-18-16,-1 0-16 0,4-2-10 0,0 1-6 15,0 0-11-15,0-3-30 0,3 2-34 0,1-2-46 16,0 1-44-16,-1-2-37 0,-1-3-36 0,1-2-27 16,2-1-37-16,-5 0-138 0,4-2-369 0,-1-2 164 0</inkml:trace>
  <inkml:trace contextRef="#ctx0" brushRef="#br0" timeOffset="-36678.75">27878 7067 198 0,'1'-7'238'15,"1"0"15"-15,-2 2 3 0,0-2-1 0,-2 3-9 16,2-1-12-16,-1 2-13 0,1-1-22 0,0 4-14 15,0 0-15-15,0 0 4 0,0 0-6 16,0 0 6-16,-14 10 6 0,10-1-16 0,-2-1-8 0,0 3-9 16,1 4-8-16,-1-3-8 0,2 2-9 0,-1 4-16 15,-2 0-7-15,1 0-12 0,1 1-6 0,1-1-18 16,-2 9 4-16,1-6-6 0,0-2-40 0,-1-2-63 16,-1 1-54-16,3 0-52 0,-6 0-60 0,7-2-71 15,-5-1-76-15,-1 3-224 0,4-1-625 0,-2-6 277 16</inkml:trace>
  <inkml:trace contextRef="#ctx0" brushRef="#br0" timeOffset="-36272.52">27138 7750 198 0,'-7'2'405'0,"0"-2"7"0,7 0 4 16,-9 0 5-16,9 0 4 0,-7 1-7 0,7-1-17 0,0 0-29 16,0 0-39-16,0 0-29 0,25-11-36 0,-2 5-26 15,11-1-23-15,19-6-22 0,5 5-19 16,0 0-20-16,6-2-14 0,-3 0-20 0,0 2-15 0,-3 1-30 16,-1-2-42-16,-2 1-46 0,-13 3-65 0,12-5-51 15,-17 3-60-15,1 1-55 0,-3 3-61 0,-5-1-62 16,-1-1-66-16,-11 5-260 0,-5 0-747 0,-3 3 330 15</inkml:trace>
  <inkml:trace contextRef="#ctx0" brushRef="#br0" timeOffset="-35600.67">27460 8227 152 0,'-8'-4'257'0,"2"3"-11"0,-5-2-3 0,-1 2-6 0,-2 0-11 16,1 1-4-16,-6-1-11 0,6 2-8 0,-8 1-10 15,1 2-4-15,2 1-8 0,-1 1 2 0,-4-1-8 16,4 4-8-16,0-1-11 0,-1 4-13 0,2-2-10 16,0 4-9-16,2-1-6 0,0 1-1 0,3-1-20 15,0 1-7-15,2 0-9 0,5-3-9 0,1 0 0 16,1 3-13-16,3-4 1 0,1 0-13 0,5 2-2 15,0-2-4-15,5 1-3 0,1-3-1 0,5 0-7 16,2-1 5-16,1-4-8 0,3-1-12 0,-1-1-24 0,1-4-6 16,1 1-5-16,3-2 9 0,-7-5-3 0,3-1-3 15,5-2 1-15,-4-7-2 0,0 1 5 16,-5-4-7-16,0-1-8 0,-2-1-3 0,-4-3-9 0,-3 0 4 16,0-3 5-16,-3 3 1 0,-1 6 8 0,-2-4 2 15,-3 5 2-15,0 2 37 0,-2-1 18 0,1 2 17 16,-1 1 25-16,-1 1 17 0,1 4 26 0,-2-2 2 15,0 2 2-15,0-1 0 0,1 2 0 0,3 4-4 16,-3-1-5-16,2 1-11 0,-3 1-9 0,3 2-15 16,-2-1-7-16,3 4-9 0,-3-5-12 0,3 5-7 15,0 0-7-15,-2-2-3 0,2 2-3 0,0 0-3 16,0 0-3-16,-2 10 0 0,2-10-6 0,3 12-3 16,-3-5 1-16,3 2-6 0,-2 1 3 0,2 2-2 15,-2 3-1-15,0 3-4 0,3 1 1 0,-2-1 0 16,-1 3-1-16,1-2 8 0,0 1-9 0,0 1-2 0,3 1-4 15,-1 4-41-15,1-6-34 0,-3-1-46 0,6 0-49 16,0-1-39-16,-2 0-35 0,3 0-40 0,1-3-51 16,-1 1-49-16,-2-4-60 0,5-5-245 0,-1-2-741 15,1 2 329-15</inkml:trace>
  <inkml:trace contextRef="#ctx0" brushRef="#br0" timeOffset="-35319.43">27958 8092 109 0,'0'-4'364'0,"0"4"-12"0,0 0-12 0,0 0-24 0,0 0-26 16,0 0-23-16,0 0-13 0,0 0 19 0,0 0-21 15,0 0 5-15,6 13-20 0,-8-9-12 0,0 1-18 16,-3 4-13-16,0 0-13 0,-2 0-16 0,-1 1-15 15,-3 5-15-15,-4-1-14 0,0 0-18 0,-1 0-3 16,1 0-9-16,-3 0-6 0,-3 4-14 0,6-3-30 16,-6 6-51-16,6-6-40 0,2-2-36 0,0 0-41 15,1 1-38-15,1 0-41 0,3-3-56 0,5-4-62 16,-1 3-70-16,0-3-199 0,0-2-643 0,2 0 285 16</inkml:trace>
  <inkml:trace contextRef="#ctx0" brushRef="#br0" timeOffset="-35116.31">27682 8150 81 0,'0'0'327'16,"-3"-4"-26"-16,3 4-18 0,0 0-15 0,0 0 11 16,0 0-4-16,0 0 2 0,11 11-29 15,-1-5-22-15,3 2-21 0,1 3-15 0,2 0-12 0,2-1-22 16,9 5-12-16,-1 1-20 0,4 0-10 0,0-3-17 15,1-3-20-15,-2 5-66 0,-1-4-52 0,1 3-63 16,-8-5-67-16,2-4-77 0,-3 4-302 0,1-4-596 16,-3 0 265-16</inkml:trace>
  <inkml:trace contextRef="#ctx0" brushRef="#br0" timeOffset="-34616.33">28656 7527 114 0,'0'0'415'0,"0"0"5"16,5-2-2-16,-5 2-12 0,0 0-25 0,0 0-31 0,0 0-34 16,7-2-28-16,-3 1-30 0,3-2-27 15,-1 2-24-15,3-2-24 0,-1 3-10 0,6-1-23 16,-1 1-17-16,0-2-15 0,2 2-24 0,2 0-56 0,0-2-53 15,-4 1-51-15,2-1-46 0,-2 4-50 0,-1-1-59 16,0 0-61-16,-7 0-64 0,2 1-236 0,1-1-630 16,-4 2 279-16</inkml:trace>
  <inkml:trace contextRef="#ctx0" brushRef="#br0" timeOffset="-34444.46">28612 7742 365 0,'0'4'389'0,"3"-2"9"16,3-1-7-16,2 0-16 0,3 2-32 0,2-3-35 15,2 2-24-15,4-2-33 0,4 0-24 0,7 0-23 0,-5-2-19 16,-2 2-24-16,-1-1-40 0,2-1-65 0,-1 2-73 16,0-1-66-16,-5 1-88 0,5-1-111 15,-9 1-303-15,-1-2-632 0,1 2 279 0</inkml:trace>
  <inkml:trace contextRef="#ctx0" brushRef="#br0" timeOffset="-8749.74">23232 4346 2735 0,'0'0'75'16,"0"0"3"-16,0 0 52 0,0 0 40 0,0 0 35 0,0 0-39 16,0 0-6-16,0 0-18 0,0 0-22 15,0 0 14-15,0 0-3 0,0 0 5 0,0 0-11 16,0 0-10-16,0 0-10 0,0 0-12 0,0 0-9 0,0 0-14 16,0 0-3-16,0 0-14 0,0 0-5 0,8-10-9 15,-8 10 3-15,0 0-13 0,0 0 2 0,12 6-2 16,-1-3-4-16,1-2-29 0,2 0-38 0,1 2-36 15,4 0-29-15,1-1-34 0,-2-1-34 0,1 1-36 16,1 0-40-16,2 1-39 0,0-2-43 0,-2 0-285 16,-2 0-669-16,-3 1 297 0</inkml:trace>
  <inkml:trace contextRef="#ctx0" brushRef="#br0" timeOffset="-8546.62">23238 4510 12 0,'0'0'251'0,"0"0"0"0,-6 4-5 15,6-4-3-15,0 0 13 0,8 6 0 0,-3-5-12 16,1 1-22-16,1-2-22 0,3 0-22 0,3 0-18 0,1 1-13 16,0-2-19-16,-1-1-42 0,1 1-53 0,0-1-55 15,2-1-69-15,-2 1-74 0,0 0-91 0,-1-1-141 16,-6 2-430-16,1-1 191 0</inkml:trace>
  <inkml:trace contextRef="#ctx0" brushRef="#br0" timeOffset="-7874.77">22810 4291 310 0,'0'-3'317'0,"0"3"5"0,0-6-22 16,0 6-12-16,1-4-19 0,-1 4-31 0,0-3-24 15,0 3-30-15,0 0-22 0,0 0-15 0,0 0-18 16,0 0-14-16,0 0-9 0,0 0 1 0,9 10-23 16,-7-7-6-16,-2 4-10 0,2-1-6 0,-1 0-8 15,1 0 0-15,0 0-10 0,0 2-4 0,0 0 0 16,-2-1-4-16,6-2 1 0,-4 1-7 0,1 1-7 16,0-2-1-16,2-1-3 0,-2 3-4 0,0-5-4 15,2 1-7-15,3-3-5 0,0-2-9 0,2 2 0 16,-2-2-6-16,4-1 3 0,-1-3 9 0,1 2-10 15,-2-4 4-15,0 0 0 0,0 5 1 0,3-6 3 0,-5 2-1 16,1 3-1-16,0-3 5 0,-3 2-4 16,1 1 4-16,1 0-6 0,-4 2 6 0,0-1-4 15,2 2 1-15,-6 1-5 0,5-1 5 0,-5 1-2 0,9 3 2 16,-6 3 3-16,3-3-2 0,-2 3 1 0,0 1-1 16,0 0 0-16,-2 6 0 0,-1-1 2 0,3 5 0 15,1-1 2-15,-5 1 1 0,3 3 1 16,0 1-4-16,0-1 0 0,1 2 4 0,0-2-1 0,1 9 2 15,-3-9-1-15,7 7 0 0,-8-8 13 0,4 2-14 16,-3-2 3-16,1 1 0 0,1-2-3 0,0-2 5 16,-4 1 3-16,0-5 8 0,0 1 11 0,0-1 7 15,0-1 6-15,0-3 20 0,-4-2 17 0,4 2 36 16,-5-1 14-16,-1-1 17 0,3-3 12 0,-6 2 6 16,-2 0-7-16,0-3-6 0,-6-1-6 0,-4-1-8 15,1-1-14-15,-10-2-14 0,-2-6-8 0,4 5-7 16,-2-3-10-16,-1 0-9 0,9 1-8 0,-5-2-14 15,1-3-35-15,8 1-66 0,-1 0-82 0,4-1-94 0,3 2-97 16,4-1-128-16,0 0-350 0,5-1-867 16,3-2 383-16</inkml:trace>
  <inkml:trace contextRef="#ctx0" brushRef="#br0" timeOffset="-6624.81">29895 7090 308 0,'0'0'306'0,"0"0"-26"0,0 0-32 16,0 0-26-16,0 0-27 0,1-2-20 0,-1 2-20 0,0 0-14 16,0 0-18-16,0 0-10 0,-1 16-13 0,1-10-8 15,-1-1-10-15,1 2-9 0,-2 1-3 0,2-2-6 16,0 2-7-16,2-1-5 0,-1 0-7 0,0-1 2 16,2-1-9-16,1 0 3 0,0 0 1 0,2-2 6 15,-1 0-1-15,9-1-5 0,-3-2-5 0,2-1-1 16,2 0 3-16,6-5-9 0,-4 1-5 0,2-1 0 15,0 0 2-15,-1-2 8 0,2 0 0 0,-2 0 12 16,0 0 9-16,-2 0 11 0,-4 1 12 0,-1 1-1 16,1 0 10-16,-5-1 3 0,4 1-7 0,-3 2 3 15,-2 1-6-15,-1-2-14 0,-1 4-12 0,3-3 3 16,-7 4-19-16,0 0-1 0,9 6-4 0,-3 0-6 16,-5-1-1-16,4 4-11 0,-1 1 3 0,1 1-3 0,-3 2-1 15,5 4-2-15,-2 0-6 0,1 1 0 16,-1 1 8-16,3 2-6 0,-3-2-3 0,0 1 5 15,4-1-6-15,-2 7 5 0,-1-7 3 0,-3 0 0 0,2 2-4 16,-1-4-5-16,1 1 4 0,-3-2-3 0,1-5 9 16,-4 4-3-16,-1-1 5 0,1-4 19 0,-5-3 29 15,2 0 23-15,-2-1 17 0,-7 2 13 0,2-5 3 16,-7-3 5-16,-5-7 5 0,0 1-4 0,-4-7-4 16,-1 0-3-16,-1-1-13 0,3-4-2 0,2 0-3 15,6 3-11-15,1 1-2 0,4-3-13 0,1-1-5 16,5 2-12-16,0-1-5 0,6-1-3 0,2 1-17 15,-1 1-33-15,7 2-39 0,4 0-43 0,0 2-54 16,4-1-60-16,3 3-65 0,2 4-50 0,1 1-47 16,-2 1-65-16,1 1-62 0,3 3-270 0,-3 2-817 15,2-1 362-15</inkml:trace>
  <inkml:trace contextRef="#ctx0" brushRef="#br0" timeOffset="-6218.58">30533 7286 84 0,'5'1'299'0,"-5"-1"-8"0,4 0-9 0,-4 0-11 16,0 0-22-16,0 0-19 0,7 1-25 0,-7-1-20 15,0 0-11-15,3 4-21 0,-3-4 9 0,0 0 1 16,-3 8-11-16,3-4-11 0,-1 1-13 0,0-1-15 16,-1-1-4-16,-3 4-14 0,3-1-3 0,-3 1-2 15,2-1-13-15,-2 1-11 0,3-2-3 0,-3 4-11 16,1 0 1-16,-2-3-4 0,1 2-10 0,2-3-3 16,-1-1-4-16,0 4 6 0,1-5-5 0,1 0-2 0,0 0-4 15,-2 2 7-15,4-5 23 0,0 5-1 16,0-5 8-16,0 0 14 0,-8 2 1 0,8-2 11 15,-2 3 2-15,2-3 4 0,0 0-3 0,0 0-9 0,0 0-10 16,0 0-11-16,0 0-14 0,0 0 2 0,21-6-20 16,-10 2-47-16,1 1-36 0,3 0-51 0,3 0-45 15,2-1-45-15,-2-3-56 0,2 2-60 0,3 1-75 16,-2-4-267-16,-1 1-704 0,-2 2 312 0</inkml:trace>
  <inkml:trace contextRef="#ctx0" brushRef="#br0" timeOffset="-5984.21">30818 7218 157 0,'0'0'397'16,"-7"-3"9"-16,7 3 2 0,0 0-9 0,0 0-17 0,0 0-20 15,0 0-29-15,1-5-27 0,-1 5-37 16,0 0-29-16,0 0-20 0,12-2-26 0,-12 2-25 15,11-1-12-15,-2-2-19 0,2 3-18 0,0-1-49 0,3 1-58 16,1-1-45-16,0-1-60 0,4-1-50 0,0 2-51 16,-1 0-57-16,5-2-62 0,-2 0-308 0,-2-2-672 15,-1-2 297-15</inkml:trace>
  <inkml:trace contextRef="#ctx0" brushRef="#br0" timeOffset="-5468.61">31163 6986 87 0,'0'0'293'0,"0"0"-16"0,0 0-25 15,0 0-26-15,0 0-14 0,0 0-23 0,0 0-15 16,0 0 8-16,-7 9-2 0,7-5-15 0,0 1-10 16,0 2-15-16,3-1-15 0,-3 2-9 0,2-2-11 0,1 0-10 15,0 2-5-15,0-3-10 0,1 5-12 16,1-3 1-16,3-3-9 0,-4 3-3 0,2-1-6 15,2-2-7-15,-1-3-2 0,2 2-6 0,-3 0-3 16,2-2-3-16,0-2-6 0,1 1-7 0,-2-3 2 0,2 0-3 16,-3-1 1-16,4-2-5 0,-1 0-3 0,0 1 0 15,-2-2-1-15,2 0 3 0,-4 2 3 16,2 0 17-16,0 0 4 0,-3 0 16 0,1 1 0 0,1 0 1 16,-1 0-3-16,-1 0 1 0,1 2 6 0,-2-1-13 15,-3 3-7-15,4-2-5 0,-4 2-1 0,11 0-4 16,-11 0-2-16,10 3-7 0,-3 1-2 0,1 3 14 15,1 2-13-15,5 1-2 0,-7-1-5 0,5 6 11 16,-1 1 5-16,3-1-5 0,-6 3-4 0,7 5 20 16,-6-5 21-16,2 5-5 0,5 3-6 0,-2-2 0 15,-6-5-5-15,0 6-3 0,-1-5-10 0,-3-1 4 16,3 1-6-16,-4 0 1 0,-2-4-1 0,-1 2 4 16,-1-5 4-16,-1-2 5 0,-2 3 20 0,0-10 17 0,2 8 18 15,-5-2 27-15,-3-2 14 0,-1-4 13 16,-1-3 13-16,-3-1 3 0,4-4-7 0,-3 0-16 15,0-1-3-15,-4-2-16 0,2-5-4 0,3 1-17 0,-3-2-12 16,6-3-2-16,2 1-13 0,-2 0-11 0,5-1-33 16,4-2-56-16,1 2-70 0,4-4-75 0,3 2-98 15,4 0-75-15,1 2-77 0,8-3-94 16,-6 5-374-16,9-3-961 0,-8 7 425 0</inkml:trace>
  <inkml:trace contextRef="#ctx0" brushRef="#br0" timeOffset="-5171.74">31816 7319 253 0,'2'2'364'16,"-2"-2"-7"-16,0 0-2 0,0 0-11 0,3 2-21 15,-3-2-12-15,0 0-13 0,0 0-18 0,0 0-23 16,0 0-25-16,0 0-21 0,0 0-23 0,0 0-19 16,0 0-16-16,-1 6-15 0,1-6-13 0,-3 5-16 0,2-1-13 15,1-4-5-15,-5 8-8 0,5-2-7 0,0 1-14 16,-2 2 9-16,2 0-17 0,-2 2 0 16,2 4-6-16,0-4-3 0,2 5-6 0,0 6-1 0,1-4-34 15,1 1-71-15,0-2-64 0,-1 1-54 0,2-1-70 16,-3-5-77-16,0 4-72 0,-2-4-239 0,-1-4-696 15,0 4 309-15</inkml:trace>
  <inkml:trace contextRef="#ctx0" brushRef="#br0" timeOffset="-4484.27">30633 7304 28 0,'0'0'307'0,"-2"-4"-12"0,2 4-8 0,-2-4-20 15,2 4-14-15,-5-4-19 0,4 0-24 16,-2 2-19-16,-1-2-15 0,-2 1-18 0,-2-1-16 0,2 2-20 15,-3-3-8-15,4 4-9 0,-3-2-20 0,2 2 0 16,-3-1-11-16,3 2-5 0,-2-2-14 0,1 0-1 16,7 2-23-16,-15 2-45 0,11 0-46 0,0-1-62 15,4-1-46-15,-7 2-54 0,6 2-238 0,1-4-497 16,-1 4 219-16</inkml:trace>
  <inkml:trace contextRef="#ctx0" brushRef="#br0" timeOffset="-3937.41">29978 7765 50 0,'0'0'370'0,"0"0"13"0,-11-2 7 0,11 2 15 15,0 0-2-15,0 0-23 0,0 0-22 0,26-2-28 16,5 1-29-16,7 0-30 0,21-5-25 0,5 6-25 15,7-1-23-15,28-3-16 0,3 0-22 0,-3 1-10 16,-31-2-16-16,39 1-17 0,-6 0-11 0,-6 2-12 0,-23-3-8 16,24 0-10-16,-32-1-2 0,2-1-12 0,-2 1-9 15,-1-6-14-15,-8 1-51 0,-2-2-46 16,-16 4-52-16,0 1-51 0,-6 1-39 0,-9 0-49 0,-4 2-66 16,-2-2-68-16,-6 1-310 0,-4 1-749 0,-4 0 333 15</inkml:trace>
  <inkml:trace contextRef="#ctx0" brushRef="#br0" timeOffset="-3093.69">30208 8345 167 0,'0'-8'362'0,"0"2"-13"0,0-1-1 16,0 1-11-16,1-2-13 0,-1 3-24 0,3-1-24 0,0-1-22 15,-1 3-21-15,1-1-24 0,3 0-29 0,-1 3-14 16,0-3-12-16,4 2-24 0,0 0-17 0,-1 2-6 15,3 1-12-15,0 0-12 0,1 4-5 0,1-2-12 16,-4 4 1-16,5-3-14 0,-5 4-8 0,2 3 6 16,-3-1-15-16,0-1-22 0,-1 1-10 0,1-3-11 15,-2 7-4-15,-2-1-11 0,-3-1-3 0,-2 2-1 16,1 1 1-16,-2 0-5 0,-2-3-8 0,0 3-2 16,-4-2 4-16,3-3 3 0,-3 2 1 0,2-3 4 15,-5 1 0-15,5-3 6 0,0 0 3 0,0-1 4 16,2-1 6-16,-1-2 1 0,0-1 5 0,5-1-2 15,0 0 2-15,-9-5 3 0,9 2 8 0,0 3-10 0,3-12 6 16,3 3-14-16,4-1 11 0,0-5-2 0,0 0 4 0,4 0 2 0,3 1 10 0,3-7 10 0,-5 8 6 16,3-3 9-16,2-4 7 0,-7 7 10 0,-1 0 4 15,-1 4 15-15,2-4 4 0,-3 7 7 0,-1-3 11 16,-1 3 1-16,-2 1-7 0,-2 0-10 0,1 2-9 16,-3 2-16-16,-2 1-10 0,0 0-4 0,0 0-7 15,0 0-2-15,2 9-3 0,-4 0-8 0,0 0 2 16,-2 0 0-16,2 5-1 0,-1-2-6 0,-3 5 2 15,4-1-3-15,0 2-4 0,2 1 2 0,0-1-3 16,2 1-1-16,0-1-30 0,0-1-32 0,6-1-42 16,-3-4-37-16,2 0-26 0,0 0-48 0,-1-2-54 15,7 0-67-15,2-2-61 0,1-2-270 0,-1-3-711 0,0 1 314 16</inkml:trace>
  <inkml:trace contextRef="#ctx0" brushRef="#br0" timeOffset="-2718.7">30755 8519 69 0,'0'0'355'0,"11"-1"-5"0,-11 1 10 15,6 0-18-15,-6 0-12 0,6 1-16 0,-6-1-22 16,0 0-23-16,9 2-25 0,-9-2-29 0,3 2-19 16,-3-2-21-16,5 2-16 0,-5-2-25 0,2 7-8 0,-1-3-9 15,-1-1-13-15,0 2-4 0,-1 1-15 0,-1 0-9 16,1 0-6-16,-3 1-5 0,1-1-6 16,-1 5 3-16,-1-6-14 0,-1 1-2 0,2 1-5 0,2-1-4 15,-4 1-3-15,1-2-6 0,2 1-1 0,0-1-2 16,2-1-1-16,1-4-1 0,-3 3-2 0,3-3 4 15,0 4-7-15,0-4 1 0,10 2-6 0,-10-2-31 16,17-6-43-16,-5 3-47 0,6-5-34 0,1 3-27 16,0 0-38-16,-2-2-50 0,3-1-62 0,-2 0-317 15,-1 0-689-15,0-2 304 0</inkml:trace>
  <inkml:trace contextRef="#ctx0" brushRef="#br0" timeOffset="-2468.71">30925 8409 141 0,'0'0'380'0,"2"-3"14"0,0-2-9 16,-1 3-13-16,3-1-14 0,1-1-21 0,-2 2-30 15,6-3-30-15,-3 4-30 0,5-2-24 0,1 0-27 16,-1-1-15-16,3 1-18 0,-2-1-19 0,4 4-35 15,2-2-38-15,3-2-60 0,-1 2-39 0,0 2-38 16,3-1-32-16,1 1-33 0,-2-2-37 0,-1 1-32 16,2 2-42-16,6-4-47 0,-10-1-224 0,0 0-555 15,-2-4 246-15</inkml:trace>
  <inkml:trace contextRef="#ctx0" brushRef="#br0" timeOffset="-1873.47">31446 8271 208 0,'4'-5'369'0,"-4"5"-3"16,3-2-1-16,-3 2-7 0,2-8-2 0,0 6-16 15,-2 2-22-15,3-6-28 0,-1 5-24 0,-2 1-22 16,4-4-26-16,-4 4-25 0,5-3-19 0,0 2-22 16,-5 1-15-16,9 0-11 0,0 0-16 0,-2 1-13 15,0 2-19-15,4-1-1 0,0 1-6 0,0 4-7 16,1-1-7-16,-1 1-7 0,1-2-4 0,-1 1-6 16,-1 2-9-16,1 1-9 0,-2 0-20 0,-1 0-7 15,0 0-11-15,-2 3-7 0,0-2-6 0,-1 3-12 16,-3-2-7-16,0 1-9 0,-4 1 6 0,0-2 5 15,0-1-1-15,-4 3 21 0,1-4-12 0,-3 0 7 16,-3-1 0-16,2-2 6 0,-1-1-6 0,-1-1 16 16,3 0 4-16,2-2 0 0,0 0 2 0,1-1 5 0,5-1-5 15,-10-1 11-15,10 1-1 0,0 0 0 0,-2-7-3 16,2 3 2-16,0 4 3 0,7-11-6 16,2 3 0-16,0-1 0 0,6-4 4 0,0 1 0 0,3-2-5 15,-3 4 10-15,9-8-5 0,-6 6-6 0,5-5 7 16,-7 5-4-16,-1 0 3 0,4 0 1 0,-4 1 1 31,-1-1 8-31,-3-1 16 0,-2 6 5 0,-1-2 20 16,-3 3 14-16,-1 3 8 0,1 0 3 0,-3-2-2 15,1 2-9-15,-3 3-8 0,6-4-9 0,-6 4-11 16,0 0-4-16,0 0-2 0,0 0-5 0,0 0 0 0,-16 9-7 16,12-3 1-16,-1 2-6 0,-3 2 0 0,0-1-2 15,1 3-1-15,1 3-3 0,0-2 7 16,3-2-15-16,-1 1 10 0,3 4-2 0,-2 0-1 0,2-1 1 15,2-2-7-15,2 0-36 0,-2-2-41 0,3 0-29 16,2 0-37-16,-3-3-46 0,3 0-48 0,1 0-61 16,4-3-62-16,-1 2-326 0,1-2-740 0,-1-3 328 15</inkml:trace>
  <inkml:trace contextRef="#ctx0" brushRef="#br0" timeOffset="-1639.1">32015 8501 217 0,'2'5'334'0,"-2"-5"0"0,1 5-16 16,-1-5 8-16,1 4 1 0,-1 0-4 0,5 0-10 0,-4 0-8 16,-1 2-24-16,1 0-28 0,1 0-23 0,-1 4-19 15,2-2-21-15,-3 4-16 0,1 1-22 16,-1 1-13-16,3 3-10 0,-2 1-17 0,-2 1-5 15,1 0-63-15,0-2-75 0,0 0-86 0,0 1-78 0,0-5-111 16,0 0-389-16,0 1-754 0,3-2 334 0</inkml:trace>
  <inkml:trace contextRef="#ctx0" brushRef="#br0" timeOffset="15337.85">30364 2311 25 0,'0'0'56'16,"0"0"-4"-16,0 0-5 0,0 0 8 0,0 0 7 15,0 0-5-15,0 0-7 0,0 0-5 0,0 0 0 16,0 0-7-16,0 0 3 0,0 0 4 16,3 15 3-16,-3-15 7 0,0 0 12 0,0 0-8 0,0 0 4 15,0 0-5-15,0 0 13 0,0 0-1 0,0 0 0 16,0 0 1-16,0 0 2 0,0 0-13 0,0 0 1 16,0 0 5-16,0 0-7 0,0 0-3 0,0 0-3 15,0 0-2-15,0 0-8 0,0 0-2 0,4 1-8 16,-4-1 1-16,0 0-7 0,0 0-2 0,0 0-5 15,0 0 1-15,0 0-3 0,0 0-2 0,0 0-2 16,0 0-4-16,0 0-3 0,0 0-1 0,0 0 5 16,0 0-3-16,0 0-6 0,0 0-1 0,0 0-4 15,0 0 7-15,0 0-6 0,0 0 3 0,0 0-6 16,0 0-4-16,0 0-4 0,0 0-11 0,0 0-6 16,0 0-10-16,0 0-5 0,0 0-16 0,0 0 2 15,0 0-9-15,0 0-17 0,0 0-9 0,0 0-19 16,0 0-26-16,0 0-75 0,0 0-232 0,0 0 104 15</inkml:trace>
  <inkml:trace contextRef="#ctx0" brushRef="#br0" timeOffset="16212.82">30311 2345 130 0,'0'0'291'0,"0"-5"1"16,0 5-9-16,0-5-12 0,0 5-10 0,0-7-13 15,0 7-18-15,2-2-21 0,-2 2-10 0,2-7-14 16,0 5-15-16,-2 2-1 0,1-8-24 0,3 5-16 16,-4 3-11-16,1-2-16 0,-1 2-14 0,6-4-8 15,-6 4-14-15,8-1-4 0,-8 1-7 0,8 0-11 16,-8 0 11-16,12 1-28 0,-9 2-17 0,5-1-2 15,-2-1-7-15,-1 4-6 0,2 1 4 0,-3 0-2 16,0-1-5-16,-2 3 3 0,4 1-4 0,-3-3 0 16,-1 4 3-16,0 0 1 0,-2 1-1 0,0 1-3 15,0 0 1-15,0-3 4 0,-2 3 5 0,-1-2 5 16,-1 0-11-16,-2-1-1 0,3 1 3 0,-2-2-1 16,1-1 0-16,-3 0 1 0,3 0 2 0,1-3-1 15,-1 0 4-15,0 1 2 0,4-1 1 0,-3-2 5 16,3-2 31-16,0 0-2 0,0 0-4 0,0 0 6 15,0 0-18-15,0 0-4 0,3-15-2 0,3 6 1 16,-1 1-7-16,7-4-2 0,1 2 1 0,0-4 8 16,3 1-8-16,-2 0-3 0,2 0 3 0,-2 2 4 15,0-3-8-15,-1 2-2 0,-3 2 5 0,-1 0-7 16,-1 0 2-16,-1 0-3 0,-3 2 0 0,2 2 1 16,1-2 6-16,-5 4-5 0,2 0 8 0,1-3 1 15,-4 5 0-15,-1 2-8 0,4-4-3 0,-4 4-2 16,0 0-7-16,0 0 2 0,0 0 3 0,0 0 1 15,0 0-5-15,0 0 2 0,-10 12 2 0,6-6 4 0,2 0-14 16,0 4 10-16,-3-3-7 0,3 5 8 16,-2-2 0-16,4 0 1 0,-1 0-1 0,1 2 2 15,1 0 1-15,-1-4-2 0,4 4 4 0,0-2-7 16,-4 1 12-16,5-4-18 0,-3 2-27 0,2 0-34 0,5-1-14 16,-3-2-21-16,-2 1-33 0,5-2-34 0,-5-4-56 15,5 2-51-15,-1 1-231 0,2-4-553 16,-2-4 245-16</inkml:trace>
  <inkml:trace contextRef="#ctx0" brushRef="#br0" timeOffset="16462.81">30759 2359 282 0,'0'0'357'15,"0"0"-8"-15,0 0-5 0,2-2 3 0,-2 2-26 16,0 0-25-16,0 0-8 0,0 0-23 0,5-3-17 16,-5 3-19-16,0 0-22 0,0 0-23 0,2-3-21 15,-2 3-15-15,7-3-23 0,-3 2-27 0,1-1-29 16,-5 2-26-16,11-3-36 0,-4 2-37 0,0-1-31 16,2 0-34-16,1 1-26 0,2-1-28 0,-5 0-42 15,1 0-31-15,2 0-34 0,-2 1-32 0,1 1-206 16,-2-3-533-16,-1 3 237 0</inkml:trace>
  <inkml:trace contextRef="#ctx0" brushRef="#br0" timeOffset="16665.93">30798 2436 8 0,'0'0'296'0,"-1"4"9"0,1-4-12 16,0 0 0-16,0 0-9 0,0 0-5 0,0 0-21 15,0 0-20-15,0 0-26 0,0 0-22 0,0 0-24 16,19-8-45-16,-14 5-34 0,3-1-42 0,-1 2-44 16,3-1-45-16,-1 1-45 0,2-2-58 0,1 0-47 15,-1 0-57-15,0 0-142 0,1-2-424 0,-5 2 189 16</inkml:trace>
  <inkml:trace contextRef="#ctx0" brushRef="#br0" timeOffset="16994.04">31006 2276 197 0,'0'0'296'0,"0"0"-22"0,0 0-18 0,0 0-24 16,0 0-22-16,4-4-15 0,-4 4 6 16,0 0 13-16,0 0-2 0,15 10-24 0,-7-6-24 15,-2-3-16-15,-1 3-11 0,0 1-17 0,1 0-11 0,1 0-9 16,1 0-8-16,-2 2-5 0,-1-1-16 0,1 0-2 15,-1 1-11-15,0-1-2 0,1 3-9 16,-2 0-2-16,-3-1-3 0,1-1-8 0,-1-1-2 16,-1 0-10-16,1 2-1 0,-2-2 0 0,0 1-4 0,-2-3 5 15,0 2-8-15,0-2 6 0,1 1 1 0,-2 0 6 16,2-2-6-16,-2-1 4 0,4-2-5 0,-1 4 7 16,1-4-6-16,-1 4 1 0,1-4-1 0,0 0-4 15,0 0-2-15,0 0-7 0,8 1-22 0,0-1-25 16,3-1-31-16,2 1-36 0,7 0-30 0,3 1-34 15,-2 0-49-15,10-3-69 0,1 4-250 0,0-4-582 16,1 2 257-16</inkml:trace>
  <inkml:trace contextRef="#ctx0" brushRef="#br0" timeOffset="17431.53">31681 2515 177 0,'5'-2'322'0,"-5"2"-24"16,0 0-27-16,0 0-29 0,0 0-24 0,0 0-22 15,0 0-26-15,0 0-18 0,0 0-22 0,10 2-7 16,-10-2-11-16,0 0-13 0,0 0-8 16,-6 11-9-16,2-5-7 0,2 1-9 0,0 0-8 0,-2 2-23 15,-1-4-30-15,1 4-25 0,2 1-44 0,-3-1-46 16,1 0-47-16,2-3-41 0,1 1-39 0,1-2-119 16,3-1-386-16,2 1 170 0</inkml:trace>
  <inkml:trace contextRef="#ctx0" brushRef="#br0" timeOffset="17884.64">32165 2233 38 0,'8'-6'325'16,"-1"-4"-13"-16,1-1-16 0,1 3-9 0,-2-3-2 16,0 0-21-16,0-1-17 0,0-2-4 0,-2 5-11 15,1-2 4-15,-2-2-17 0,-1 3-8 0,-1-2-14 16,1 3-13-16,-3-1-16 0,1 1-10 0,-1 1-4 16,0 0-21-16,0 1-20 0,-2 1-20 0,2 0-2 15,-2 1-10-15,1 0-11 0,-5 2-11 0,2-1-5 16,4 4-12-16,-10-2-3 0,1 2-8 0,9 0-7 15,-12 6 4-15,1-1-10 0,5 1 2 0,-4 3-3 16,-1 1-5-16,3 5 1 0,-2 1 1 0,6 2-5 16,-1-2-3-16,0 6 5 0,6 4-5 0,3 0-1 15,-2 0 1-15,7 0 2 0,-1 3-2 0,-2-2-5 16,6 0 6-16,-6 0-4 0,8-1 5 0,-2 0-3 16,1-1 0-16,-3 1 4 0,1-1-4 0,-3-7 1 15,-1 1-27-15,0-1-10 0,-2-2-8 0,0 1-12 16,-3-5-13-16,1 1-20 0,-2-1-13 0,-2 0-10 15,2-1-15-15,-5 0-27 0,2-4-31 0,-3-2-42 16,-5 3-50-16,1-3-59 0,3-4-227 0,-4 1-604 16,10-2 268-16</inkml:trace>
  <inkml:trace contextRef="#ctx0" brushRef="#br0" timeOffset="18103.38">32119 2428 157 0,'-3'-3'360'0,"2"0"-7"0,-1-1-4 0,2 4-10 15,-4-7-19-15,4 3-47 0,0 4 4 0,0 0-31 16,-4-5-16-16,4 5-30 0,0 0-11 0,4-5-27 16,-4 5-19-16,8-1-29 0,-1 0-33 0,0 0-37 15,7-1-45-15,-1 2-40 0,6 2-43 0,-2-2-46 16,3 0-47-16,0-3-57 0,1 1-55 0,-6 1-192 15,-1-1-519-15,4-2 230 0</inkml:trace>
  <inkml:trace contextRef="#ctx0" brushRef="#br0" timeOffset="18384.62">32449 2176 217 0,'0'0'278'0,"0"0"-24"16,0 0-24-16,0 0-27 0,0 0-23 0,0 0-20 16,0 0-20-16,0 0-12 0,0 0-17 0,0 0-10 15,0 0-12-15,-5 15-7 0,1-9-11 0,1 3-6 16,-1-2-7-16,-3 3-1 0,4 3-8 0,-1-3-5 16,-4 7-5-16,0-3-4 0,4-1-1 0,-1 2-1 15,5-2-2-15,-5 4 0 0,5-5-6 0,3 1 0 16,-1 4 3-16,-2-5-4 0,5 0 2 0,-1 0-2 15,4-2-5-15,2-1 4 0,2 4-3 0,-1-7-27 16,1-2-43-16,2 1-51 0,1-2-61 0,-2-1-56 16,2-3-182-16,-1-3-432 0,3-3 191 0</inkml:trace>
  <inkml:trace contextRef="#ctx0" brushRef="#br0" timeOffset="18603.36">32719 2262 21 0,'0'0'291'16,"0"0"-21"-16,0 0-27 0,0 0-24 0,0-5-25 16,0 5-24-16,0 0-18 0,0 0-16 0,0 0-12 0,0 0-14 15,0 0-12-15,-8 13-6 0,6-6-11 16,-1 1-13-16,-1-3-2 0,0 6-4 0,-4-2-9 16,3 3-3-16,-3-2-4 0,-1 1-4 0,2 0-4 15,-1 0 1-15,2 1-3 0,-1 0-6 0,0-2-33 0,-2 0-44 16,3 0-48-16,2-4-56 0,-2-1-63 0,2 1-157 15,-4-4-401-15,8-2 178 0</inkml:trace>
  <inkml:trace contextRef="#ctx0" brushRef="#br0" timeOffset="18806.48">32576 2303 199 0,'-4'-3'186'0,"4"3"-20"0,0 0-14 0,0 0 6 0,9 9 1 16,-6-4-17-16,3 0-10 0,0 2-15 0,0-1-9 16,0 3-9-16,5-2-10 0,-4 3-9 15,5-3-4-15,-1 3-6 0,1-4-16 0,-1 2-2 16,-1 2-25-16,-2-4-61 0,6 0-64 0,-3 0-65 0,-6-4-133 16,4-1-320-16,-2-1 142 0</inkml:trace>
  <inkml:trace contextRef="#ctx0" brushRef="#br0" timeOffset="19072.15">32819 2167 159 0,'0'0'190'0,"0"0"0"0,0 0-6 0,0 0 5 0,10 12-1 16,-9-9-6-16,3 2-12 0,2 3-6 0,3 1-15 15,-3-2-7-15,3 4-17 0,0-1-10 0,3-1-9 16,-4 1-10-16,1 2-10 0,1-2-2 0,2 5-13 16,-5-2-12-16,2-4-5 0,-2 8-5 0,-3-5-3 15,2 0 4-15,-1 2-4 0,-3-1-12 0,-2-3-6 16,-2 2-17-16,0-2-27 0,-1 2-25 0,-3-1-31 16,-1-2-41-16,-2 0-45 0,1 0-57 0,1-3-177 15,-3 1-425-15,2-3 187 0</inkml:trace>
  <inkml:trace contextRef="#ctx0" brushRef="#br0" timeOffset="19337.78">33099 2288 244 0,'0'0'367'0,"0"0"-13"0,0 0-20 16,9-2-31-16,-5 1-27 0,-4 1-26 0,7-3-22 15,2 3-25-15,-4-4-12 0,4 4-28 0,-1-1-21 16,4 0-10-16,-2 1-19 0,-1 0-9 0,3-1-14 16,-3 1-33-16,-1 0-38 0,2 1-50 0,-4 0-44 15,1 0-52-15,-7-1-57 0,9 2-61 0,-3 0-240 16,-1 1-526-16,-4-2 234 0</inkml:trace>
  <inkml:trace contextRef="#ctx0" brushRef="#br0" timeOffset="19540.89">33138 2428 185 0,'0'0'267'0,"0"0"-16"0,0 0-7 15,5 4-20-15,-1-3-23 0,-4-1-14 0,11 2-23 16,-6-1-12-16,4 0-17 0,0-1-16 0,3 0-14 16,1 3-2-16,1-3-53 0,-4-2-47 0,2 4-51 15,0-1-60-15,0-4-60 0,0 2-177 0,-4-1-373 16,-3-1 165-16</inkml:trace>
  <inkml:trace contextRef="#ctx0" brushRef="#br0" timeOffset="20040.88">33457 2030 203 0,'2'-6'318'0,"-2"6"-12"16,-2-4-3-16,2 4-12 0,0 0-17 0,0 0-13 15,2-6-21-15,-2 6-27 0,0 0-20 0,1-4-15 16,-1 4-26-16,0 0-13 0,0 0-13 0,0 0-16 0,0 0-16 16,0 0-14-16,0 0-10 0,0 0-9 0,0 0-5 15,0 0-7-15,0 0-6 0,-3 16-2 16,3-10-6-16,0 2-1 0,-1 2-6 0,0 2-1 16,-1-3-4-16,-1 5-10 0,3-1 4 0,-4-1 5 15,0 5-9-15,1 1 3 0,2-4-5 0,0 3 0 0,-1-1 13 16,2-3-12-16,0 0-4 0,0 1 1 0,0-1-5 15,2-1 4-15,-2-1 1 0,1-2-5 16,0 0 8-16,2-4 1 0,1 0-11 0,2 3 11 16,-2-6-1-16,2 1-7 0,1 2 8 0,0-3-4 0,2-2-4 15,-3 0 3-15,6-2-4 0,-5-1 6 0,2 1-2 16,4-2 0-16,-8 0-5 0,2-1 6 0,4 0 2 16,-6 1 9-16,2 2 36 0,-2-3 17 15,-1 2 12-15,3 1 5 0,-5-1-3 0,-2 3-8 0,4-3-17 16,-4 3-8-16,4-2-11 0,-4 2 0 0,0 0-14 15,0 0-2-15,0 0-9 0,6 9 2 0,-6-2-3 16,1-2 3-16,-2 7-7 0,2-2 1 0,0 3 0 16,1 0-5-16,-1 3-45 0,2 1-37 0,-2 0-45 15,3 2-27-15,4 1-35 0,-1 6-66 0,3-9-105 16,-5 3-316-16,3 0-722 0,0 0 320 0</inkml:trace>
  <inkml:trace contextRef="#ctx0" brushRef="#br0" timeOffset="21911.44">30223 3158 183 0,'3'-2'357'15,"-3"2"-23"-15,2-4-12 0,-2 4-19 0,3-3-19 16,-3 3-13-16,0 0-33 0,0 0-24 0,0 0-37 16,0 0-14-16,0 0-21 0,0 0-14 0,0 0-12 15,0 0-3-15,0 0-29 0,-7 16-7 0,0-10-7 16,2 2-6-16,-1 3 0 0,-4-1-12 0,0 3-4 15,1-3-3-15,-5 4-6 0,5-1-5 0,-2-3 0 16,-3 3-4-16,6-1 4 0,-2-2-5 0,1 2-6 16,-1-4 2-16,5 3-31 0,-5-3-45 0,5 2-25 0,-2-5-25 15,4 0-30-15,-1-2-40 0,3 3-46 16,1-4-39-16,-3 2-259 0,3-4-558 0,0 0 248 16</inkml:trace>
  <inkml:trace contextRef="#ctx0" brushRef="#br0" timeOffset="22145.81">30085 3183 99 0,'0'0'229'0,"0"0"-21"0,0 0-24 16,0 0-20-16,0 0-19 0,0 0-12 0,0 0-12 15,0 0 15-15,3 13-9 0,1-8-10 0,-4-1-16 16,4 3-6-16,-4-1-9 0,6 3-6 0,-1-3-5 15,-1 2-12-15,4 1-1 0,-2 1-4 0,2-1-5 16,0 1-7-16,2 0 0 0,-1-2-8 0,5 2-1 16,1-3-41-16,2 5-61 0,-1-6-57 0,3 3-73 15,-4-3-159-15,-1-1-382 0,-1 0 170 0</inkml:trace>
  <inkml:trace contextRef="#ctx0" brushRef="#br0" timeOffset="22411.42">30375 3214 199 0,'0'0'325'0,"0"0"0"0,0 0-11 0,0 0 0 16,0 0-9-16,0 0-2 0,0 0-20 0,0 0-18 15,0 0-19-15,0 0-23 0,3-5-29 0,-3 5-13 16,7-2-17-16,-2 0-21 0,1 1-19 0,2-1-31 16,4 1-34-16,0 0-46 0,-1 0-40 0,4-3-41 15,-1 1-40-15,1 3-46 0,1-1-51 0,-4 0-68 16,0 0-35-16,-1 1-181 0,3-2-529 0,-9 4 234 16</inkml:trace>
  <inkml:trace contextRef="#ctx0" brushRef="#br0" timeOffset="22583.29">30438 3281 137 0,'0'0'212'0,"0"0"0"0,-2 4 3 16,2-4 4-16,0 0-10 0,0 0-11 0,8 4-20 0,-8-4-13 16,11-2-19-16,-1 2-16 0,1 0-10 0,2 0-13 15,-2-3-31-15,3 0-50 0,-2 1-60 16,2 1-67-16,-1 0-70 0,5-2-170 0,-7 1-370 15,-1-1 165-15</inkml:trace>
  <inkml:trace contextRef="#ctx0" brushRef="#br0" timeOffset="23083.28">30708 3126 52 0,'0'-5'369'0,"0"5"-25"16,0 0-14-16,0 0-18 0,0 0-24 0,0 0-22 16,0 0-28-16,0 0-26 0,0 0-18 0,0 0-24 15,0 0-23-15,0 0-3 0,11-2-21 0,-11 2-10 16,12 7-18-16,-3-6-7 0,-4 3-17 0,5 1-4 16,-1 1-7-16,-3 0-5 0,3 2 5 0,-4-1-21 15,4 0-3-15,-4 2-10 0,1 1 3 0,-1-2-7 16,2 2 1-16,-5 0-1 0,-2-2-16 0,0 0 10 15,0 0 0-15,0 1-5 0,-1-1-4 0,-2 0 3 16,0-1-5-16,-2 2 6 0,0 0-6 0,2-3 5 16,0 1-3-16,1-2-1 0,-2-1-2 0,2-1 15 15,-1 2-14-15,2-1 1 0,1-4 1 0,-4 3-3 16,4-3 6-16,0 0 2 0,0 0 3 0,0 4 4 16,0-4-8-16,0 0-3 0,10 0 1 0,-10 0-17 15,15-2-29-15,-3-1-38 0,-1 3-40 0,-2-1-49 16,5 0-70-16,-2-5-79 0,2 1-235 0,-1 1-594 15,0 1 262-15</inkml:trace>
  <inkml:trace contextRef="#ctx0" brushRef="#br0" timeOffset="23458.26">31063 3194 232 0,'-6'-2'226'0,"6"2"-31"0,0 0-18 16,0 0-16-16,0 0-20 0,0 0-12 0,-13 7-13 16,13-7-9-16,-5 3-12 0,3 0-13 0,-2 1-8 15,4-4 0-15,-1 5-12 0,-2-2-5 16,3-3-8-16,-4 3-1 0,4-3-5 0,0 0 0 0,-1 5-15 15,1-5 12-15,0 0 0 0,0 0 11 0,0 0 9 16,9 1-3-16,-9-1-3 0,9 1-8 0,-9-1 5 16,9-2-9-16,-9 2-1 0,11-5-5 0,-6 3-8 15,0-1-3-15,-1 1 1 0,0-1-3 0,-3 0-3 16,5-2-5-16,-5 2 7 0,-1 3-15 0,4-5-4 16,-1 2-18-16,-3 3-17 0,0 0-22 0,-3-6-25 15,3 6-24-15,-7-4-30 0,7 4-31 0,-8 0-35 16,8 0-143-16,-10 0-369 0,10 0 163 0</inkml:trace>
  <inkml:trace contextRef="#ctx0" brushRef="#br0" timeOffset="23911.37">31326 3160 8 0,'0'0'268'16,"0"0"-27"-16,0 0-24 0,0 0-27 0,0 0-21 16,0 0-17-16,0 0-12 0,-8 7-19 0,6-4-8 15,1 1-13-15,1-4-11 0,-3 9-11 0,3-2 4 16,0-1-15-16,0 0-11 0,0 1-5 0,0-1-3 15,0 2-2-15,0-3-6 0,0 2-2 0,3-2-4 16,0 1-4-16,-3-1-1 0,1 2-1 0,0-4-3 16,1 2 3-16,-2-5-2 0,3 5 5 0,-1-4 12 15,2 1 1-15,-4-2 4 0,10 0 0 0,-10 0 0 16,9-1-3-16,-9 1-2 0,7-2 10 0,-3-1-8 0,1-1-3 16,0 0-4-16,-1-1 6 0,0 0-14 0,-3-3 2 15,3 3 2-15,-1 0-4 0,0-1 4 16,0-1 0-16,-2 2 2 0,0-2 7 0,-2 2-3 15,1-1 7-15,0 2-13 0,-1-1-6 0,-2 1-3 0,2 0-5 16,1 4-4-16,-5-5-7 0,-1 4-6 0,0-2-20 16,0 1-14-16,6 2-24 0,-11-1-33 15,2 1-37-15,9 0-30 0,-9 1-47 0,3 1-50 16,2 1-191-16,4-3-480 0,-4 4 213 0</inkml:trace>
  <inkml:trace contextRef="#ctx0" brushRef="#br0" timeOffset="24301.98">31538 3153 123 0,'0'0'220'0,"0"0"-21"0,0 0-26 16,0 0-14-16,0 0-20 0,-7 6-9 0,7-6-19 15,-4 6-8-15,1-4-8 0,3 2-7 0,0 1-12 16,-5 0-6-16,4 0-2 0,2 1-7 0,-4-2-10 16,3 2-1-16,-1 0-3 0,4 0 0 0,-3 0-10 15,0 0 1-15,1-1-3 0,-1 0-5 0,0 0-1 16,5-1 0-16,-2 0 11 0,1-3 7 0,-1 2 4 16,-3-3 2-16,8 5-4 0,-2-5-6 0,0 0-3 15,1 0-3-15,-7 0-4 0,13-3-2 0,-4-1-3 16,-4 2-2-16,1-1-3 0,-1 1-1 0,1-2 6 15,-2-1 6-15,2 1-2 0,-4-1 0 0,-1-1-2 16,2 3-1-16,-2-2-6 0,1-2 0 0,-2 2-3 16,0-1-4-16,-3 3-4 0,3-2-1 0,0 5-2 15,-4-8-4-15,2 7-9 0,-4-2-22 0,2-1-19 16,4 4-29-16,-8-2-31 0,2 1-37 0,6 1-45 16,0 0-50-16,-11 0-133 0,11 0-399 0,0 0 177 0</inkml:trace>
  <inkml:trace contextRef="#ctx0" brushRef="#br0" timeOffset="24567.6">31739 3058 106 0,'0'0'296'0,"0"0"-14"16,0 0-23-16,0 0-21 0,0 0-23 0,0 0-22 15,0 0-17-15,0 0-19 0,0 0-18 0,0 0-20 16,0 0-7-16,0 0 2 0,0 15-19 16,0-8 0-16,2-1-2 0,-2-1-3 0,4 5-9 0,0 1-4 15,-3 1-13-15,3-1-5 0,1 1-2 0,0 6-7 16,2-4 1-16,-2 3-3 0,-1-4-26 0,0 5-46 16,-1-3-53-16,-2-1-85 0,2-1-93 15,-3 5-207-15,2-1-500 0,-2-7 221 0</inkml:trace>
  <inkml:trace contextRef="#ctx0" brushRef="#br0" timeOffset="31196.01">31731 3171 119 0,'0'0'140'0,"0"0"20"0,0 0 1 0,0 0-7 16,0 0 10-16,0 0-15 0,0 0-14 0,0 0 0 15,0 0-4-15,0 0-5 0,0 0-1 0,-9-6-11 0,9 6-9 16,0 0-10-16,-3-5-11 0,3 5-7 0,0 0-7 16,-3-4-6-16,3 4-2 0,0 0-5 0,-4-3-7 15,4 3-7-15,-4-4-1 0,4 4-8 16,0 0-5-16,-8-1-1 0,8 1-1 0,0 0-4 0,-3-1-2 16,3 1-3-16,0 0 4 0,0 0-4 0,0 0-2 15,0 0-3-15,-5-4 3 0,5 4 8 0,0 0 8 16,0 0 5-16,0 0 3 0,0 0 0 0,0 0-5 15,0 0 4-15,0-7-7 0,0 7-3 0,0 0-1 16,1-5-5-16,-1 5-3 0,-1-4-3 0,1 4 0 16,1-8-4-16,-1 8 1 0,0-6-1 0,4 4-7 15,-4-3 2-15,0 0-5 0,3 2-12 0,-2-1-8 16,-1 0-16-16,0 4-16 0,0-5-34 0,0 5-43 16,3-4-49-16,-3 4-71 0,9-3-181 0,-6 2-462 15,-3 1 204-15</inkml:trace>
  <inkml:trace contextRef="#ctx0" brushRef="#br0" timeOffset="32555.33">31667 3147 56 0,'0'0'138'0,"5"-6"-9"16,-3 2-8-16,5 3 0 0,-4-1-8 0,-1-1 0 15,-2 3-4-15,7-4-10 0,-3 3-5 0,-4 1-2 16,4-4-10-16,-4 4-1 0,6-3-10 0,-6 3-5 0,5-2-3 16,-5 2-11-16,4-1-8 0,-4 1-6 15,0 0 3-15,4-3-7 0,-4 3-5 0,0 0-3 16,0 0-5-16,9 4-5 0,-9-4 0 0,4 7-3 15,-3-4-3-15,4 1 5 0,-3 1-10 0,2 1-2 0,0 1 10 16,1 2-9-16,0-1 3 0,-1-3 1 0,1 6-3 16,0-2 1-16,-1 1-1 0,2 1-5 0,-1-1 0 15,0 1-6-15,-3 0 8 0,3-1-2 16,-2 0 4-16,1-1-1 0,0 5 1 0,-4-6-5 0,3 4 3 16,-1-6 5-16,0 6-7 0,0-7 0 0,-1 6-1 15,0-3 1-15,-1-1 3 0,0 1-3 0,0 0 9 16,-1-3-2-16,0 3-5 0,-1-5 11 0,1 2 1 15,-3 0 10-15,0 1 6 0,1-1 1 0,0-1 6 16,-1 1 4-16,-1-3 7 0,-1 2 4 0,4-1 2 16,-4 2 4-16,2-4 4 0,4-1 1 0,-7 3 2 15,3-2 3-15,4-1 5 0,-5 4-1 0,5-4 10 16,-6 1 3-16,6-1 7 0,0 0 5 0,-4 3 3 16,4-3 14-16,0 0 3 0,0 0 3 0,0 0 6 15,0 0-7-15,0 0-6 0,0 0-4 0,0 0-10 16,-3-8-7-16,3 3-10 0,0 5-9 0,2-6-4 15,-1 2-11-15,-1 4-6 0,4-7-7 0,1 5-7 16,0-2-9-16,-1 1-6 0,1 0-17 0,-1-2-16 16,3 2-24-16,2 0-23 0,-3-1-26 0,1 3-17 15,4 1-20-15,-3 0-31 0,0 0-43 0,0 1-48 16,5 1-61-16,-1 1-272 0,-3 0-622 0,5-1 276 16</inkml:trace>
  <inkml:trace contextRef="#ctx0" brushRef="#br0" timeOffset="34292.79">32532 3059 217 0,'3'-6'258'0,"1"-5"-11"0,1 3-6 15,-2-3-9-15,1 1-7 0,0 1-12 0,-1-2-8 16,0 1-2-16,1-1-9 0,-2 4-11 0,-2-4 1 16,3 4-10-16,-3-1-14 0,0-1-6 0,0 1-4 15,0 1-14-15,2 0-1 0,-4 1-14 0,2-1-6 16,0 2-10-16,-3 0-11 0,3-1-8 0,0 2-11 15,0 4-13-15,-5-8-11 0,5 8 0 0,-2-4-17 16,2 4-9-16,-5-1-2 0,5 1-2 0,0 0-5 16,-8 7 0-16,3-2-1 0,1 1-8 0,-2 2 0 15,1 1-5-15,-1 1 5 0,2 3-4 0,-1 0 3 16,1 1 11-16,-1 3-11 0,0 2-3 0,1 1-7 16,4-1-4-16,-1 0 15 0,1 0-7 0,-1 7-4 15,1 1 8-15,1-8-3 0,0 1 2 0,3 1-2 16,-4-3 5-16,2 4-3 0,1 5-6 0,-1-11-13 0,1-3-5 15,-1 7-8-15,1-2-12 0,-1 2-5 16,0-6-21-16,-2-1 7 0,3-2-18 0,-2 2-13 16,2-1-15-16,-3-5-17 0,0 1-24 0,2-3-25 15,-1 0-31-15,-1-1-34 0,1-1-44 0,-1-3-181 0,3 4-499 16,-3-4 221-16</inkml:trace>
  <inkml:trace contextRef="#ctx0" brushRef="#br0" timeOffset="34511.53">32453 3219 149 0,'0'0'324'0,"0"-5"0"0,0 5-15 16,-1-6-15-16,1 6-19 0,0-4-21 0,0 4-34 15,3-7-9-15,-3 7-29 0,4-6-21 0,0 4-14 16,0-2-17-16,2 2-22 0,2 0-41 0,0-1-34 15,3-1-34-15,-1 0-32 0,3 1-35 0,-2-1-37 16,2 0-44-16,0 1-53 0,0-1-40 0,-1 0-156 16,3-1-432-16,-2 1 192 0</inkml:trace>
  <inkml:trace contextRef="#ctx0" brushRef="#br0" timeOffset="34777.15">32732 3004 135 0,'0'0'234'0,"0"0"-23"16,0 0-22-16,0 0-21 0,0 0-21 0,-3-3-11 15,3 3-16-15,0 0-11 0,0 0-15 0,-5 11-6 16,1-7-11-16,1-1 0 0,1 4-12 0,0 1-7 16,-2-2-8-16,-1 3-1 0,1 2-5 0,-1 0-5 15,0-1-2-15,3 2-3 0,-1-1-4 0,-1-1-6 16,1 3 4-16,0-3-2 0,3 3-2 0,0-2-3 15,-3-1-1-15,6 2 0 0,0-1-3 0,0-3 4 16,-1 3-1-16,5-4-3 0,1 1-1 0,0 0-6 16,2-3-32-16,-1-1-31 0,1 1-60 0,4-4-46 15,1 2-46-15,-6-2-113 0,5-2-343 0,-1 0 152 16</inkml:trace>
  <inkml:trace contextRef="#ctx0" brushRef="#br0" timeOffset="35011.52">32936 3096 190 0,'0'0'221'0,"-1"-5"-27"0,1 5-20 16,0 0-7-16,0 0-30 0,0 0-14 0,0 0-12 16,0 0-5-16,0 0-15 0,-5 16-12 0,2-11-10 0,0-1-5 15,0 2-5-15,2 1-4 0,-3 0-7 0,0 0-5 16,1 2 0-16,-5 2-7 0,4-1-2 15,-2-1-2-15,0 1-2 0,1 0-1 0,-2 1-2 16,1-4-2-16,-1 3-2 0,2-3-37 0,0 2-47 0,5-5-53 16,-4 0-49-16,4 0-147 0,-3-2-335 0,3-2 147 15</inkml:trace>
  <inkml:trace contextRef="#ctx0" brushRef="#br0" timeOffset="35230.26">32856 3127 137 0,'0'0'181'15,"0"0"-18"-15,0 0-19 0,0 0-14 0,0 0-11 0,8 10-9 16,-5-5 4-16,0 0-5 0,0 0-7 0,3 1-10 16,0 1-12-16,-2-4-3 0,5 5-2 0,2-1-15 15,-3 1-3-15,2 0-1 0,-2-2-9 16,3 1-47-16,-3-1-72 0,4-1-65 0,0-1-137 0,-3 0-298 15,2-2 132-15</inkml:trace>
  <inkml:trace contextRef="#ctx0" brushRef="#br0" timeOffset="35511.5">33099 3007 64 0,'0'0'192'0,"0"0"-16"16,0 0-21-16,0 0-1 0,0 0 11 0,2 12-5 15,1-8-7-15,-1 2-12 0,1-1-15 0,1 5-12 16,-2-4-14-16,2 4-6 0,4 1-10 0,-6-1-10 16,2 0-4-16,2 2-6 0,-2-1-9 0,0 2-4 15,-1-1-2-15,2 1-7 0,-4-2-3 0,2 2-2 16,-1-2-5-16,-1 1 2 0,-1-1-4 0,1-2-4 15,-2 3-3-15,0-5-5 0,-4 3-20 0,0-3-19 16,1-1-38-16,1 0-30 0,2 1-40 0,-2-3-36 16,1 2-179-16,-3-3-370 0,5-3 163 0</inkml:trace>
  <inkml:trace contextRef="#ctx0" brushRef="#br0" timeOffset="35745.86">33287 3201 75 0,'0'0'339'0,"0"0"-7"0,0 0-17 16,0 0-19-16,0 0-19 0,0 0-16 0,0 0-25 15,0 0-28-15,0 0-22 0,0 0-15 0,4-6-18 0,-4 6-26 16,0 0-32-16,11 0-41 0,-3 0-44 15,-8 0-50-15,8 0-43 0,-8 0-54 0,13 0-57 16,-5 1-60-16,-8-1-151 0,9 1-438 0,-9-1 193 16</inkml:trace>
  <inkml:trace contextRef="#ctx0" brushRef="#br0" timeOffset="35933.36">33263 3305 59 0,'0'3'295'0,"0"-3"1"16,0 0-9-16,0 0-14 0,0 0-16 0,12 1-31 16,-12-1-25-16,12-1-18 0,-6 1-20 15,3 0-10-15,-1 0-24 0,0 0-50 0,-1-1-63 16,-7 1-74-16,19-3-90 0,-11 3-255 0,-1-2-434 0,4 0 192 16</inkml:trace>
  <inkml:trace contextRef="#ctx0" brushRef="#br0" timeOffset="36777.08">32810 3764 204 0,'-4'-2'395'0,"4"2"-25"16,0 0-18-16,0 0-31 0,-2-5-20 15,2 5-31-15,0 0-20 0,0 0-33 0,0 0-26 0,0 0-25 16,0 0-22-16,0 0-16 0,0 0-14 0,0 0-12 16,0 0-12-16,0 0-7 0,-6 13-6 0,6-7-14 15,-2 1-2-15,-1-1-2 0,1 0-8 0,-1 4-11 16,2-4 0-16,-5 2 0 0,6 0-7 0,-2 4-1 16,0-6-6-16,2 2-6 0,-2 0-14 0,4-2-8 15,-4 0-8-15,4 0-9 0,-4-2-7 0,4-2 7 16,0 3 6-16,0-1 0 0,5-1 2 0,-2-2-4 15,2 0 2-15,0-1-4 0,2 0 0 0,2-2 5 16,-4 0-4-16,5 0 0 0,-2-1 15 0,1 1-10 16,-3-2 2-16,0 1 1 0,-2 1 2 0,1-2-2 15,-2 0 14-15,-1 0 13 0,1 0 21 0,-1 2 14 16,-1-1 11-16,-3 3 4 0,4-3-12 0,-4 3-4 16,6-2-12-16,-6 2-11 0,0 0-5 0,0 0-8 15,0 0 4-15,0 0-8 0,0 0-3 0,0 0 1 0,-2 10-2 16,2-6 3-16,-4 2-1 0,4 0-5 15,-1 1 2-15,-2 0 0 0,3 2-15 0,0-3-32 16,0 2-16-16,0 0-12 0,0-2-18 0,0 2-18 16,3-1-25-16,-2-2-31 0,-1 2-46 0,7-2-64 0,-3 0-61 15,0-4-191-15,4 0-563 0,-2 1 249 0</inkml:trace>
  <inkml:trace contextRef="#ctx0" brushRef="#br0" timeOffset="36980.19">33079 3819 66 0,'-4'-3'421'0,"4"3"5"0,0 0-5 0,-5-4-13 16,5 4-19-16,0 0-37 0,0 0-37 0,0 0-30 16,0 0-32-16,0 0-25 0,0 0-25 0,0 0-27 15,-5-1-47-15,5 1-55 0,0 0-62 0,0 0-66 16,0 0-56-16,0 0-44 0,0 0-65 0,0 0-80 15,0 0-255-15,0 0-600 0,0 0 265 0</inkml:trace>
  <inkml:trace contextRef="#ctx0" brushRef="#br0" timeOffset="37339.56">33125 3808 104 0,'-6'6'153'0,"4"-1"2"0,0 1 0 15,0-4-21-15,2 2-8 0,-1 4-13 0,1-2-12 16,0-1-13-16,0 3-6 0,0-1-1 0,0-2-13 16,1 1-4-16,-1-1-6 0,0 2-3 0,4-2 0 0,-4-1-8 15,4 0-6-15,0-1 2 0,-1 0-1 16,2-1-6-16,1 0-3 0,-2-1-1 0,-4-1 2 15,8-1-8-15,-8 1 2 0,14-3-6 0,-9 1-1 0,-1-2 0 16,2 1 4-16,-1-1-5 0,1-1 6 0,-6 0 3 16,2-1 5-16,0 0 5 0,0 0 0 0,-2 0-1 15,2-1 0-15,-2 0-5 0,-2 2 0 0,1-2-9 16,0 2-5-16,-2 2 0 0,2-1-3 0,-4-3-5 16,0 4-18-16,1 1-27 0,-1-2-39 0,-1 4-20 15,2-2-60-15,4 2-55 0,-11-4-108 0,7 3-342 16,4 1 151-16</inkml:trace>
  <inkml:trace contextRef="#ctx0" brushRef="#br0" timeOffset="37684.81">33334 3805 137 0,'-5'1'171'0,"1"0"-6"0,0 3-11 15,1 1-11-15,-1 2-5 0,0-4 2 0,0 1-11 16,0 4-8-16,2-3-11 0,-3-1-3 0,3 3-6 16,-2-1-6-16,4-3-5 0,0 1-12 0,-2 2-6 15,1 1-3-15,1-3-5 0,3 1-5 0,-3-1 0 0,0 0 2 16,2 1-2-16,2-1-4 0,3-2-2 16,-3 2-4-16,4-3-5 0,-1 0-8 0,0-1 0 15,0 2-4-15,1-2 1 0,0 0-9 0,-4-3 0 16,3 1 0-16,1-1-1 0,-2-1-4 0,-1 1-3 0,-1-3-2 15,0 2-1-15,0-2 0 0,1 1-2 0,-2-2 0 16,-1 1 6-16,0 0-6 0,-2-1 2 16,0 0-8-16,0 1-2 0,-2-3 1 0,-3 6-1 0,2-1-5 15,-3-2 4-15,2 3-2 0,-3 0-3 0,0 1-21 16,0-2-30-16,-2 3-21 0,2 0-42 0,2-2-49 16,-3 3-52-16,-2 0-158 0,10 0-406 0,-13 4 180 15</inkml:trace>
  <inkml:trace contextRef="#ctx0" brushRef="#br0" timeOffset="38309.79">33513 3693 212 0,'0'0'379'0,"-1"-5"-9"0,1 5-18 16,0 0-18-16,0 0-21 0,0 0-29 0,0-4-26 15,0 4-30-15,0 0-50 0,0 0 1 0,0 0-23 16,0 0-17-16,0 0-11 0,0 0-20 0,-7 13-7 16,7-7-7-16,-2-1-11 0,2 3-6 0,0 0-4 15,-1 2-17-15,-2 0-11 0,6 2 14 0,-3-2-13 16,0 0 7-16,1 1-24 0,-1-2-2 0,0 2-14 15,2-2 0-15,1 1-9 0,1-5-3 0,-3 3-7 16,3-2 5-16,0-2-6 0,1 0-2 0,2 0 2 16,0-3-5-16,-1 1-1 0,3-2-3 0,-4 0-6 15,4 0 6-15,-2-2 6 0,2-1-7 0,-4-2 2 16,5 2 0-16,-4 1 6 0,0-2 2 0,0-3 0 16,-1 2 6-16,-1 2 17 0,3 2 20 0,-4-3-1 15,1 1 12-15,-3-1 4 0,-1 4-6 0,7-3 2 16,-7 3-15-16,4-3-18 0,-4 3 4 0,0 0 5 15,0 0-6-15,0 0-3 0,0 0-2 0,-4 16 0 16,2-11-5-16,-3 1 3 0,1 3-3 0,3 0-1 0,-3 1-28 16,1 2-9-16,0-1-34 0,0 1-24 15,1-2-3-15,0 2-16 0,1 0-40 0,-2 0-35 16,1-1-53-16,0-3-60 0,2 1-268 0,-4 3-610 16,3-9 269-16</inkml:trace>
  <inkml:trace contextRef="#ctx0" brushRef="#br0" timeOffset="39216.01">33056 3863 28 0,'0'0'152'0,"0"0"-9"16,0 0-4-16,0 0-9 0,0 0-8 0,0 0-8 16,-11 2-13-16,11-2 3 0,0 0-22 0,0 0-12 15,0 0 1-15,-10 2-14 0,10-2-3 0,0 0-4 16,-4 3-4-16,4-3-6 0,-3 3-7 0,3-3 4 16,-2 3-8-16,2-3 0 0,-3 5-3 0,3-5-4 15,3 5 1-15,-3-5-1 0,0 5-1 0,0-5-3 16,5 3-8-16,-5-3-1 0,3 4-9 0,-3-4-6 15,8 3-6-15,-8-3-7 0,4 0 0 0,-4 0 3 16,0 0 5-16,0 0-2 0,0 0 2 0,11-4 2 16,-11 4 4-16,3-4-1 0,-3 4 7 0,0 0-4 15,3-7 0-15,-3 5 9 0,0 2 1 0,0 0 1 16,0 0-1-16,0-5 0 0,0 5-5 0,-3-6-3 16,3 6 6-16,0 0-31 0,0 0-43 0,-3-6-55 15,3 6-122-15,-5-2-266 0,5 2 118 0</inkml:trace>
  <inkml:trace contextRef="#ctx0" brushRef="#br0" timeOffset="52433.35">27810 5802 19 0,'-3'-4'197'0,"3"4"-5"16,-3-3-1-16,3 3-5 0,0 0-8 0,0 0-4 16,0 0-10-16,0 0-4 0,0 0-2 0,-1-5-6 0,1 5-7 15,0 0-7-15,0 0-5 0,0 0-11 16,0 0-7-16,-3-4-8 0,3 4-10 0,0 0-5 16,0 0-6-16,0 0-8 0,0 0-6 0,0 0-7 0,0 0-5 15,0 0-5-15,0 0-7 0,0 0 3 0,0 0-1 16,0 0-4-16,0 0-4 0,0 0-9 15,0 0-5-15,0 0-8 0,-1 12-2 0,1-12-3 0,0 5-12 16,0-5 1-16,-3 5 4 0,3-5-2 0,4 5 1 16,-4-2 0-16,0-3-10 0,4 8-18 0,-4-6-5 15,0-2-23-15,3 6-10 0,-1-1-17 0,0-2-20 16,0 5-22-16,-1-6-22 0,0 5-24 0,2-4-16 16,0 3-25-16,-2-4-24 0,3 5-131 0,-4-1-389 15,3-1 172-15</inkml:trace>
  <inkml:trace contextRef="#ctx0" brushRef="#br0" timeOffset="52995.8">27860 5839 25 0,'0'0'253'0,"0"-7"-3"0,-1 4-4 16,1 3-1-16,-2-8-10 0,2 8-9 0,0-7-9 15,0 4-14-15,0 3-5 0,0-5-17 0,0 5-5 16,-5-5-18-16,5 5-13 0,-1-6-10 0,1 6-12 15,0-4-17-15,0 4-8 0,0 0-10 0,0 0-14 16,0 0-7-16,-4-2-5 0,4 2-9 0,0 0-6 0,0 0-6 16,0 0-15-16,0 0-2 0,0 0-12 15,0 0-10-15,0 0-5 0,0 0-5 0,0 0-2 16,0 0 2-16,0 0 1 0,0 0-7 0,-2 13 1 0,2-9-5 16,0 1 1-16,0-5-6 0,-2 6-5 0,2 1 3 15,-2-2-5-15,2 0 2 0,0 1-2 0,-1 2-4 16,0-3-5-16,-1 0-2 0,2 3 2 0,-3-3 2 15,3-1 3-15,0 4 2 0,0-5-1 0,-1 0-1 16,-2 2 2-16,3-5 4 0,0 5 0 0,0-5 5 16,0 0 6-16,-1 5 3 0,1-5 2 0,0 0 4 15,0 0 1-15,0 0 3 0,0 0 3 0,0 0-1 16,-3-15 6-16,5 10-1 0,-1 0 6 0,-1-3 5 16,1 2 3-16,-1-2-1 0,0 0 4 0,0 4-6 15,0-3 1-15,0 0 0 0,-1 0-5 0,1 0 0 16,1 2-4-16,-1 0-3 0,0 0-11 0,0 5-25 15,-2-7-39-15,2 7-43 0,-2-4-62 0,2 4-57 0,-4-3-178 16,4 3-447-16,0 0 198 0</inkml:trace>
  <inkml:trace contextRef="#ctx0" brushRef="#br0" timeOffset="53485.17">27834 5705 70 0,'0'0'231'0,"0"0"0"0,0 0-4 16,0 0-10-16,0 0-5 0,0 0-8 0,0 0-8 15,0 0-4-15,0 0-6 0,0 0-10 0,0 0-12 16,0 0-10-16,0 0-16 0,0 0-16 0,0 0-12 0,0 0-6 16,0 0-12-16,0 0-9 0,0 0-2 0,0 0-25 15,0 0-17-15,7-8-25 0,-7 8-29 0,0 0-39 16,0 0-37-1,2-5-44-15,-2 5-60 0,2-5-40 0,0 2-194 0,-2-2-465 16,1 1 205-16</inkml:trace>
  <inkml:trace contextRef="#ctx0" brushRef="#br0" timeOffset="53695.49">27851 5525 114 0,'0'0'198'16,"1"-6"-15"-16,-1 6-6 0,0 0-10 0,0-7-18 16,0 7-12-16,-1-5-12 0,1 5-9 0,-3-3-13 15,3 3-8-15,0 0-12 0,0-7-12 0,0 7-11 16,0 0 0-16,3-4-11 0,-3 4-13 0,0 0-19 16,0 0-34-16,0-5-33 0,0 5-30 0,3-4-39 0,-3 4-35 15,0-3-100-15,0 3-274 0,3-6 121 16</inkml:trace>
  <inkml:trace contextRef="#ctx0" brushRef="#br0" timeOffset="53882.97">27847 5368 177 0,'-2'-4'180'16,"2"-3"2"-16,2 4-6 0,-2-2-15 0,0 5-14 15,1-8-13-15,-1 4-13 0,0 0-16 0,3 0-7 16,-2 1-11-16,-1 3-9 0,2-7-12 0,1 4-6 15,-3 3-14-15,2-5-21 0,-2 5-31 0,1-2-35 16,-1 2-24-16,3-5-25 0,-3 5-31 0,0 0-133 16,0 0-274-16,-4-7 121 0</inkml:trace>
  <inkml:trace contextRef="#ctx0" brushRef="#br0" timeOffset="54101.71">27863 5150 58 0,'0'0'110'0,"-1"-5"-6"0,1 5-16 16,-2-5-4-16,2 5-12 0,-3-5-6 0,3 5-12 16,0 0-4-16,0-5-2 0,0 5-12 0,0 0-6 15,2-4-11-15,-2 4-8 0,1-4-33 0,-1 4-12 0,2-5-42 16,0 2-41-16,-2 3-126 0,0-5 56 0</inkml:trace>
  <inkml:trace contextRef="#ctx0" brushRef="#br0" timeOffset="54289.19">27830 4922 86 0,'3'-5'85'16,"-2"3"-5"-16,-1-2-8 0,0 4-4 0,3-5-12 15,-1 2 1-15,-2 3-23 0,2-5-21 0,-2 5-18 16,3-3-18-16,-3 3-27 0,0 0-30 0,-1-7-84 16,1 7 37-16</inkml:trace>
  <inkml:trace contextRef="#ctx0" brushRef="#br0" timeOffset="54476.68">27830 4724 28 0,'0'0'73'0,"-2"-8"-2"0,2 4-10 15,0 4-13-15,-2-6-4 0,4 2-6 0,-2 4-6 16,-2-6-18-16,2 6-24 0,-2-8-13 0,2 8-40 15,0-7-68-15,0 2 30 0</inkml:trace>
  <inkml:trace contextRef="#ctx0" brushRef="#br0" timeOffset="54695.41">27781 4474 50 0,'0'0'78'0,"0"-5"-4"0,0 5-17 0,0-5-4 16,0 5-2-16,0-5-3 0,-1 1-16 0,1 4-3 16,4-6-14-16,-4 6-23 0,0-4-22 0,0 4-46 0,4-5-80 15,-2 2 36-15</inkml:trace>
  <inkml:trace contextRef="#ctx0" brushRef="#br0" timeOffset="54929.77">27795 4281 92 0,'-3'-5'97'15,"2"-1"1"-15,-2 3-11 0,3-4 6 0,-2 2-7 16,2-1-14-16,-2 1-5 0,2 0 1 0,0 1-9 15,-3-2-20-15,3 1 15 0,0-1-15 0,-1 1-4 16,2-2-5-16,-2 4-1 0,1 3-13 0,0-9-8 16,0 3-10-16,0 3-14 0,0 3-11 0,1-10-9 15,-1 5 2-15,0 5 3 0,-4-6-6 0,4 1-2 16,0 5-5-16,0-8-8 0,0 4-5 0,3 0-3 16,-6 0-46-16,6-2-114 0,-3 6 50 0</inkml:trace>
  <inkml:trace contextRef="#ctx0" brushRef="#br0" timeOffset="55257.87">27766 3947 37 0,'0'0'93'0,"0"-5"2"0,0 5-1 15,0-5 1-15,0 5-8 0,-3-6-12 0,3 6-10 16,-2-5-7-16,2 5-4 0,0-5-8 0,0 5-1 16,0-7-5-16,0 7-3 0,0-5-7 0,0 5 4 15,2-5-3-15,-2 5-10 0,0-3-3 0,0 3-1 16,3-4 7-16,-3 4 2 0,0 0 1 0,2-4 2 16,-2 4-8-16,0 0 7 0,2-5 3 0,-2 5-6 15,0 0 2-15,0 0-2 0,0 0-9 0,3-3 3 16,-3 3 1-16,0 0-1 0,0 0-11 0,0 0 0 15,0 0-20-15,0 0-10 0,0 0-26 0,0 0-32 16,0 0-26-16,0 0-88 0,0 0-208 0,0 0 93 16</inkml:trace>
  <inkml:trace contextRef="#ctx0" brushRef="#br0" timeOffset="57663.94">27844 3945 96 0,'0'0'196'0,"0"0"-7"0,-1-3-9 0,1 3-10 15,0 0-8-15,0 0-12 0,0 0-15 0,0 0-11 16,0 0-12-16,0 0-12 0,0 0-13 16,0 0-8-16,0 0-11 0,0 0-8 0,0 0-12 0,-4-3 0 15,4 3-8-15,0 0-1 0,0 0-6 0,0 0-5 16,0 0-4-16,-5 11 0 0,4-6-3 0,-2 0-5 16,1 0 0-16,-2-1-2 0,-2 1-2 15,3 5-2-15,-1-5 1 0,0 5 1 0,-3-2 4 0,2 2-9 16,-4-1-2-16,3 0 5 0,-2 2-3 0,-3 4-1 15,6-5-1-15,-5 4 0 0,0 0 2 0,1-3-3 16,-2 5-1-16,3-3 2 0,-4 0-2 0,4 0 1 16,1-1 0-16,1-2 2 0,-4-1-1 0,3 4-1 15,0-4 5-15,0 0-3 0,0-1 0 0,5 1 1 16,-2-2-1-16,1-3 1 0,1 3 0 0,-3-1-4 16,2-1 0-16,2-1 2 0,-2 1 1 0,2 0-1 15,-1-1-1-15,0-1 3 0,2-3-7 0,-2 6 6 16,2-6-6-16,-1 4 4 0,1-4-2 0,0 5 2 15,0-5 0-15,0 0-1 0,0 0 0 0,-3 4 0 16,3-4 2-16,0 0 9 0,0 0-2 0,0 0 3 16,0 0 6-16,0 0 7 0,0 0-2 0,0 0 1 15,0 0-8-15,0 0-2 0,12-13-1 0,-9 8 0 16,1-2-4-16,0 1-3 0,2-5-1 0,-1 3-3 0,2-4-3 16,-2 0-2-16,4-3-1 0,0 0-10 15,1 1 0-15,-4 2 0 0,1-1 4 0,-1 2-2 16,2-3 5-16,-3 2-3 0,1 4 1 0,-2-1 1 15,1-2 2-15,-2 5 3 0,1-3-3 0,0 3 3 0,-1-1-1 16,-2 1 1-16,2 1 3 0,-2 0 1 0,2 0-1 16,-2-1 1-16,-1 2-3 0,2-1 1 15,-1 0-1-15,-1 1 4 0,2-1-1 0,-2 5 0 16,1-5 0-16,2 3-3 0,-2-2 1 0,-1 4 0 0,3-8 1 16,-2 7-4-16,-1 1 6 0,5-5-4 0,-5 2-2 15,0 3 4-15,4-5-1 0,-4 5-4 0,3-4 3 16,-3 4 0-16,4-3 2 0,-4 3 2 0,0-2 3 15,0 2 3-15,0 0 4 0,3-4 4 0,-3 4 2 16,0 0-3-16,0 0 1 0,0 0 0 0,1-3-4 16,-1 3-2-16,0 0 0 0,0 0-2 0,0 0 0 15,0 0-1-15,0 0-2 0,0 0-3 0,0 0-1 16,0 0-1-16,0 0-3 0,0 0 0 0,0 0-4 16,0 0 2-16,0 0-2 0,0 0 0 0,0 0-1 15,0 0 1-15,0 0-1 0,-8 9 2 0,8-9 0 16,-7 7 1-16,2-2-1 0,5 0 0 0,-5-1-2 15,-2 5 1-15,1 0 4 0,-1-3-3 0,0 2 4 16,-2 2 3-16,2 1-8 0,-5 0 3 0,4-2-1 16,-4 5 1-16,0 1 0 0,-1-3-1 0,4-2 0 15,-3 4 10-15,3-4-5 0,0-1-2 0,-1 1 1 16,2-2-2-16,1 0 1 0,0 0 4 0,2-2-5 16,0 0 2-16,-1 0 7 0,5-2-12 0,-2 1 3 15,-1-3-3-15,3 2 0 0,1-4 1 0,-6 4 0 0,6-4 5 16,0 4-8-16,0-4 3 0,0 0 0 0,0 0 0 15,-3 4 4-15,3-4 0 0,0 0-1 16,0 0 0-16,0 3-4 0,0-3 3 0,0 0 1 16,0 0 1-16,0 0-1 0,0 0-2 0,0 0 2 0,0 0-1 15,0 0 2-15,0 0-3 0,0 0 2 0,0 0 2 16,0 0-5-16,0 0 2 0,0 0 0 0,0 0-2 16,0 0 1-16,0 0 1 0,0 0 0 15,0 0 0-15,0 0 0 0,0 0-1 0,0 0-1 0,0 0 1 16,0 0 2-16,-5 3-1 0,5-3 0 0,0 0 1 15,0 0 5-15,0 0-9 0,0 0 4 0,0 0 0 16,0 0-1-16,0 0 5 0,0 0 0 0,0 0 4 16,0 0-1-16,0 0 4 0,0 0-2 0,0 0 1 15,0 0 0-15,0 0-4 0,0 0 2 0,14 1 0 16,-14-1-2-16,12-1 0 0,-4 0-1 0,0-1 0 16,3 2-2-16,-1-1 2 0,2 0-1 0,2 2-2 15,-1-1 1-15,-1 0-2 0,3 0 1 0,-2-1-2 16,-2 1 0-16,3 1 0 0,-4-1 1 0,-4-1 1 15,3 2 1-15,-1-1-4 0,-2 1 2 0,-6-1-2 16,9-1 1-16,-9 1-4 0,11 3 1 0,-11-3-1 16,5 0 1-16,-5 0-3 0,4-3 2 0,-4 3 3 15,0 0-3-15,0 0-2 0,0 0 2 0,0 0 0 16,0 0 0-16,3 5 3 0,-3-5-3 0,0 0 0 0,0 0 2 16,0 0-3-16,-3 8 1 0,3-8 1 15,0 0 0-15,-1 4 1 0,1-4 0 0,0 0 0 16,0 0 4-16,-3 2-5 0,3-2 0 0,0 0 4 15,0 0 2-15,0 0-2 0,0 0-1 0,0 0 1 0,0 0-2 16,0 0 2-16,0 0 4 0,0 0-4 0,0 0 1 16,0 0-1-16,0 0 0 0,0 0-1 15,0 0 2-15,0 0-3 0,11 0 2 0,-11 0 0 16,0 0-2-16,0 0 3 0,8-5-2 0,-8 5 0 0,0 0-1 16,0 0 1-16,4-2 1 0,-4 2 0 0,0 0 1 15,0 0-4-15,0 0 0 0,4-1 4 0,-4 1-7 16,0 0 2-16,0 0 0 0,0 0 0 15,0 0-4-15,0 0-5 0,0 0-12 0,0 0-3 0,0 0-6 16,0 0-3-16,0 0-5 0,0 0 3 0,0 0-4 16,0 0-4-16,0 0-4 0,0 0-5 0,0 0-12 15,0 0-7-15,0 0-1 0,0 0 3 0,0 0 1 16,0 0-5-16,0 0 1 0,0 0 7 0,-8 10 6 16,8-10 6-16,0 0 7 0,-4 2 2 0,4-2 7 15,0 0 8-15,-1 4 3 0,1-4 11 0,0 0 7 16,0 0 5-16,0 0 18 0,0 0 15 0,0 0 15 15,0 0 14-15,0 0 12 0,0 0 11 0,0 0 3 16,-1-14 7-16,1 10-2 0,0 4 3 0,0-5 2 16,0 5 11-16,1-8-11 0,-1 5-2 0,1-2 4 15,2 0 7-15,-3 5-19 0,1-7-5 0,-1 1-10 16,0 0-2-16,0 1-6 0,0-2-6 0,0 0-1 16,0 1-9-16,0-1-3 0,0-1-7 0,0 2-3 15,0-1-3-15,0 0-2 0,0 2-2 0,0-1-4 0,0-1 0 16,3 3-1-16,-3-2 6 0,0 1-4 0,0 0-2 15,1 0-2-15,-1 1-3 0,0 4 6 16,0-8-6-16,0 4-3 0,3-1 1 0,-3 0-8 16,0 1 6-16,1 0-2 0,-1 4-5 0,2-9 0 0,-1 7 2 15,-1-3 1-15,0 5-3 0,2-9 0 0,-2 5 2 16,0 4-4-16,0-6 4 0,1 3-1 16,-1 3 0-16,0-8 1 0,0 8-4 0,0-4 4 15,0 1-3-15,0 3 2 0,0 0-1 0,-3-4 0 0,3 4-3 16,0 0 5-16,0 0-4 0,0 0-1 0,0 0-3 15,0-7 2-15,0 7 2 0,0 0-3 0,0 0-2 16,0 0 1-16,0 0 2 0,0 0-3 0,0 0 1 16,0 0 0-16,0 0-4 0,0 0-2 0,0 0-1 15,3-2-12-15,-3 2 0 0,0 0-5 0,0 0-8 16,0 0 10-16,0 0-1 0,0 0 2 0,0 0 3 16,0 0 0-16,1 11 1 0,1-7 5 0,-2-4-1 15,2 5 3-15,-2 0-1 0,0-1 3 0,3 0 0 16,-3 1 0-16,0 0-1 0,3 1-1 0,-2-1 3 15,1 0-3-15,2 0 2 0,-3-1 0 0,0 2 2 16,-1 0 0-16,0-1 1 0,0 1-3 0,0 0 3 16,0 0 1-16,0 0 2 0,0-1-1 0,0-1 3 15,3 0-2-15,-3 0-4 0,0 1 1 0,0-5 0 16,0 8 2-16,0-5-3 0,0-3 4 0,0 3-1 16,0-3 2-16,0 6 3 0,0-6 2 0,0 0 4 15,0 0 9-15,0 0 1 0,0 0-1 0,0 0 2 16,0 0 6-16,0 0-7 0,0 0 4 0,1-18 6 15,-1 13-2-15,0-2-4 0,0 1 0 0,-1-1 4 0,2 0 0 16,-1-1-3-16,0-2-2 0,0 1 0 16,0-1-2-16,0 1-3 0,0 1-1 0,-1-2 1 15,1 2-1-15,0 0-1 0,-3 3-3 0,3-1 0 16,0-1-4-16,-1 4 3 0,0-1-3 0,1 4-2 0,0-7 3 16,0 7-7-16,-2-4 7 0,2 4-7 0,0 0-10 15,-4-5 4-15,4 5-9 0,0 0-10 0,0 0-6 16,0 0 3-16,0 0 0 0,0 0 4 15,0 0 0-15,0 0 3 0,0 0 2 0,0 0 3 0,-1 13 1 16,2-6-5-16,1-4 3 0,2 5-10 0,-2-1-6 16,1 1-18-16,1 3-20 0,0-1-24 0,0 0-40 15,-1 2-48-15,6-2-49 0,-4 2-210 0,0 0-480 16,3 3 213-16</inkml:trace>
  <inkml:trace contextRef="#ctx0" brushRef="#br0" timeOffset="58800.95">27734 4400 115 0,'0'0'214'15,"0"0"-10"-15,0-6-3 0,0 6-4 0,0 0-5 16,-3-5-10-16,3 5-7 0,0 0-13 0,0 0-12 16,0 0-11-16,0 0-9 0,-2-3-14 0,2 3-5 15,0 0-15-15,0 0-12 0,0 0-11 0,0 0-10 16,0 0-9-16,0 0-7 0,0 0-4 0,0 0-7 0,-5 10-3 16,5-10 0-16,0 10-5 0,3-2-2 0,-1 1 1 15,0 3-5-15,2-2 2 0,3 3-2 16,-2 3-1-16,8 1-1 0,0 0-1 0,5 6 1 15,6 0 1-15,4-4 2 0,2 1-5 0,4 1-1 0,2-2-1 16,4-3-3-16,9 4 1 0,4-1 0 0,0-4-3 16,-15-4-2-16,4-4-5 0,-3 1-13 0,2 0-22 15,-4-3-37-15,-4-2-44 0,-3 2-42 0,2-7-47 16,-9 2-48-16,-5 0-154 0,-6-1-436 0,1-2 193 16</inkml:trace>
  <inkml:trace contextRef="#ctx0" brushRef="#br0" timeOffset="59582.14">27696 4441 112 0,'0'0'175'16,"0"0"0"-16,-2-5 2 0,2 5-6 0,0 0-2 0,0 0-4 15,0 0-6-15,0-4-13 0,0 4-5 0,0 0-20 16,0 0-11-16,0 0-11 0,0 0-9 0,0 0-14 16,0 0-8-16,0 0-11 0,0 0-5 0,0 0-4 15,0 0-5-15,0 0-7 0,0 0-2 0,0 0-3 16,-1 14-2-16,1-9-5 0,-3-1-1 0,3 0-1 15,0 2-2-15,-2 0 0 0,0-1-6 0,2-2-1 16,-3 3 1-16,2-2-3 0,0 1-2 0,1-1 1 16,0-4-1-16,-2 7-4 0,2-5 1 0,0-2 2 15,0 4-5-15,0-4 4 0,0 0-3 0,0 0 3 16,0 0 0-16,0 0-5 0,0 0-1 0,0 0-2 16,0 0-3-16,7-10-11 0,-3 4-17 0,-1-1-26 15,0 1-41-15,5-3-57 0,-3 1-74 0,-1 2-125 16,3-4-384-16,0 4 169 0</inkml:trace>
  <inkml:trace contextRef="#ctx0" brushRef="#br0" timeOffset="60503.95">27592 6008 38 0,'-4'-4'292'0,"4"4"-5"16,-4-1-9-16,4 1-11 0,-4-3-2 0,4 3-11 15,0 0-26-15,-5-3-16 0,5 3-16 0,0 0-14 16,0 0-19-16,0 0-10 0,0 0 0 15,0 0-26-15,0 0-11 0,0 0-9 0,0 0-14 0,0 0-7 16,0 0-18-16,0 0 4 0,0 0-12 0,8-6-2 16,-3 5-12-16,2 0-1 0,0 1-9 0,0-3-4 15,2 2-2-15,2 0-5 0,1-1-7 0,-5 0-16 16,1 1 1-16,1-1-7 0,1 1-9 0,-3 0 5 16,1-1-2-16,-2 0-3 0,2 0-1 0,-8 2-2 15,9 0-4-15,-9 0-11 0,6-1-9 0,-6 1-10 16,0 0-17-16,8 0-19 0,-8 0-32 0,0 0-43 15,0 0-55-15,0 0-61 0,0 0-198 0,0 0-514 16,0 0 227-16</inkml:trace>
  <inkml:trace contextRef="#ctx0" brushRef="#br0" timeOffset="61675.73">27682 3901 73 0,'0'0'241'0,"0"0"-15"0,0 0-9 0,0 0-6 16,0 0-9-16,-3-4-9 0,3 4-10 0,0 0-6 15,0 0-10-15,0 0-11 0,0 0-14 0,-7-2-9 16,7 2-10-16,0 0-15 0,-7-2-14 0,7 2-7 15,0 0-11-15,-7 0-7 0,7 0-8 0,0 0-5 16,-11 0-8-16,11 0-20 0,-11 1-19 0,6 2-26 16,-4-2-28-16,0 2-30 0,-2-1-40 0,-1 1-47 15,3-1-40-15,-4 1-209 0,-1-1-445 0,-1 1 197 16</inkml:trace>
  <inkml:trace contextRef="#ctx0" brushRef="#br0" timeOffset="61910.09">27195 3954 121 0,'-11'-1'250'0,"11"1"-10"0,-10-1-12 0,10 1-19 15,-9-2-16-15,5 1-15 0,4 1-16 0,-8-1-13 16,8 1-15-16,0 0-15 0,-11 0-9 0,11 0-13 15,0 0-10-15,-7 0-8 0,7 0-10 0,0 0-18 16,-8 1-19-16,8-1-24 0,-7 1-16 0,7-1-33 16,-9 2-32-16,2-1-40 0,7-1-33 0,-10 0-34 0,6 1-147 15,-4 0-352-15,0-1 156 0</inkml:trace>
  <inkml:trace contextRef="#ctx0" brushRef="#br0" timeOffset="62097.58">26896 3967 50 0,'-8'-2'202'0,"8"2"2"0,0 0-18 0,-6 0-12 15,6 0-16-15,-7-2-13 0,7 2-16 0,0 0-15 0,-9-1-11 16,9 1-11-16,0 0-5 0,-9 3-14 0,9-3-8 16,-7 0-9-16,7 0-22 0,-6 2-27 15,6-2-42-15,-9 0-52 0,9 0-51 0,-10 0-133 16,10 0-291-16,-11 0 129 0</inkml:trace>
  <inkml:trace contextRef="#ctx0" brushRef="#br0" timeOffset="62300.69">26571 3960 18 0,'-11'0'211'16,"11"0"-10"-16,-9-3-17 0,9 3-13 0,-9 0-20 15,9 0-13-15,-9-2-15 0,9 2-10 0,-11 0-11 16,11 0-14-16,-10 2-3 0,5-1-13 0,5-1-6 16,-11 2-23-16,11-2-18 0,-12 1-32 0,6 1-29 15,6-2-33-15,-13 0-20 0,7 2-26 0,-2 0-12 16,4-2-98-16,-7 0-244 0,5 0 108 0</inkml:trace>
  <inkml:trace contextRef="#ctx0" brushRef="#br0" timeOffset="62456.92">26310 3955 73 0,'0'0'112'0,"-8"0"-7"15,8 0-13-15,0 0-4 0,-10 0-7 0,10 0-10 0,-6 2-12 16,6-2-6-16,-9 1-1 0,9-1-2 16,-7 0-6-16,7 0-10 0,-9 2-14 0,5-1-23 15,4-1-25-15,-10 1-25 0,2-1-89 0,3 1-153 16,5-1 67-16</inkml:trace>
  <inkml:trace contextRef="#ctx0" brushRef="#br0" timeOffset="62831.9">26061 3952 114 0,'-10'1'133'0,"6"0"-15"0,4-1-13 0,-10-1-4 15,10 1-12-15,-10 2-12 0,10-2-8 0,-10 2-2 16,6-1-13-16,4-1-5 0,-9 2-3 0,5-1-10 16,4-1 2-16,-7 2-11 0,7-2-19 0,-6 4-4 15,6-4-17-15,-7 1-11 0,7-1-11 0,0 0-6 16,-5 1-1-16,5-1 2 0,0 0 13 0,-5 2-11 16,5-2 13-16,0 0-1 0,0 0 1 0,0 0 6 15,-13-3 4-15,13 3 10 0,0 0-1 0,-6-1 7 16,6 1 12-16,-10 0 10 0,6-2 10 0,4 2 4 15,-12-2 6-15,8 1 7 0,-6 0-6 0,6 0 15 16,4 1-4-16,-14-2-5 0,10 2 0 0,4 0 1 16,-12-1-10-16,5 2 0 0,7-1 0 0,-11 0-4 15,11 0-4-15,-12 2-3 0,12-2-8 0,-8 0 3 16,8 0-4-16,-7 2-13 0,7-2-16 0,-5 1-31 16,5-1-25-16,-5 2-27 0,5-2-30 0,0 0-86 15,-7 2-223-15,7-2 98 0</inkml:trace>
  <inkml:trace contextRef="#ctx0" brushRef="#br0" timeOffset="63847.44">25619 3969 33 0,'0'0'217'0,"0"-6"-5"0,0 6-4 0,0 0-10 15,0 0-10-15,0 0-9 0,0 0-9 0,0 0-14 16,0 0-6-16,0 0-6 0,0 0-6 0,0 0-4 15,1-3-9-15,-1 3-4 0,0 0-8 0,0 0-6 16,0 0-7-16,0 0-6 0,0 0-4 0,0 0-7 16,0 0-4-16,0 0-7 0,0 0-6 0,0 0-10 15,0 0-1-15,0 0-12 0,0 0 0 0,0 0-8 16,-5-3-6-16,5 3 4 0,0 0-10 0,0 0-3 16,0 0-5-16,0 0 0 0,0 0 0 0,-12 6-4 15,12-6-3-15,-3 4 2 0,3-4-4 0,-4 2-2 16,4-2 3-16,-2 3-3 0,2-3 1 0,-4 6 0 15,4-6-1-15,-4 6-2 0,3-5 6 0,1-1-9 16,-3 4-1-16,3-4 8 0,-4 5-5 0,4 0 1 16,0-5-3-16,-3 3 0 0,3-3 0 0,-2 5 0 15,2-5-4-15,0 3 6 0,0-3-3 0,0 6 4 16,0-6-4-16,2 5 2 0,-2-5 0 0,0 5 0 0,3-3-3 16,0 2 5-16,-2 0-2 0,-1-4 0 0,4 5-2 15,-4-2 5-15,0-3-5 0,4 6 1 16,0-3 1-16,-4 1 3 0,2 0 0 0,-1-1-6 15,-1 1 6-15,1 0-5 0,-1 1 1 0,0-1-2 0,0-4 1 16,0 8 1-16,0-5 2 0,-1 3-4 0,0-2 2 16,1 1 0-16,-2 0 0 0,2-1 0 0,2 1 2 15,-2-5-3-15,-2 8 1 0,2-4-2 16,0 1 0-16,-2-2 3 0,2-3 0 0,2 5-4 0,-2-5 4 16,0 4-1-16,0-4 1 0,0 4-2 0,0-4 6 15,0 0-5-15,0 5-4 0,0-5 4 0,0 0 1 16,0 6 0-16,0-6-1 0,0 0 0 0,0 0 0 15,0 0 0-15,0 3 4 0,0-3-4 0,0 0 0 16,0 5 3-16,0-5-3 0,0 0 5 0,0 0-5 16,0 7 2-16,2-5 1 0,-2-2 1 0,0 0-3 15,0 0 0-15,1 5 0 0,-1-5 4 0,1 1 1 16,-1-1-5-16,5 3 0 0,-5-3 8 0,6 4-7 16,-6-4 3-16,7 3 0 0,1-2-1 0,2-1-12 15,3 0-33-15,2 0-42 0,0 0-61 0,2-3-74 16,3 1-82-16,0-4-172 0,2 5-512 0,-1-1 227 15</inkml:trace>
  <inkml:trace contextRef="#ctx0" brushRef="#br0" timeOffset="70926.13">28905 9331 81 0,'0'0'370'16,"0"0"-10"-16,-8-2-18 0,8 2-14 0,0 0-18 15,0 0-21-15,0 0-23 0,0 0-13 0,0 0-17 16,0 0-19-16,0 0-20 0,0 0-13 0,0 0-19 15,0 0-20-15,0 0-15 0,0 0-12 0,0 0-9 16,24-1-11-16,-15 0-17 0,4-2-23 0,1 1-48 16,5-1-52-16,-2 2-55 0,4 1-61 0,-6-3-63 0,4 2-66 15,-3 0-304-15,-5 1-640 0,1 0 285 0</inkml:trace>
  <inkml:trace contextRef="#ctx0" brushRef="#br0" timeOffset="71066.75">28958 9481 135 0,'0'0'250'0,"0"0"2"0,4 5-14 0,-4-5-24 15,15-2-22-15,-3 4-19 0,7-5-17 0,3-1-18 16,6 2-23-16,1-4-74 0,5 3-102 0,0-4-109 16,0 1-110-16,0 2-301 0,0 0 134 0</inkml:trace>
  <inkml:trace contextRef="#ctx0" brushRef="#br0" timeOffset="72316.65">30242 9443 80 0,'0'0'283'15,"-7"-1"-13"-15,7 1-14 0,0 0-23 0,-11-1-18 16,11 1-9-16,0 0-6 0,0 0-1 0,-7 0 0 16,7 0 2-16,0 0 10 0,0 0 8 0,0 0 2 15,0 0 14-15,24-3 2 0,-3 2-14 0,13-2-23 16,22 1-16-16,8-5-20 0,35-2-19 0,-29 3-9 0,29-1-19 15,4 0-10-15,-6-4-11 0,2-1-9 0,-2 1-13 16,-29 3-5-16,2-1-9 0,27-9-9 16,-32 7-4-16,1 3-16 0,-4-5-25 0,-2-2-28 0,-7 3-35 15,-15 1-24-15,-1 1-25 0,-9 3-10 0,-5 1-28 16,-5 3-28-16,-4 0-42 0,-5 0-62 0,-2 0-63 16,0 3-284-16,-7 0-674 0,0 0 298 0</inkml:trace>
  <inkml:trace contextRef="#ctx0" brushRef="#br0" timeOffset="73285.33">30266 9804 183 0,'0'0'300'0,"0"0"-6"15,3-6 3-15,-3 6-20 0,1-5-6 0,-1 5-10 16,0-4-10-16,0 4-15 0,3-3-5 0,-3 3-14 0,0 0-13 15,3-5-19-15,-3 5-18 0,3-3-14 0,-3 3-17 16,5-3-11-16,-5 3-9 0,4-4-16 16,-4 4-17-16,5-1-10 0,-5 1 0 0,11 0-18 0,-4 1 1 15,0 0-10-15,2 2-1 0,1 0-6 0,-2 0 0 16,4 1-9-16,-1 0-4 0,-1 1 2 0,2 2-5 16,-1-2-3-16,-3 0-3 0,2 3 0 0,-2 0-12 15,-1-1 0-15,-2-1-7 0,0-1-4 0,0 2-2 16,-1-1-3-16,-3 1-9 0,0-1 10 0,-2 1-2 15,0 0-8-15,-1 0 11 0,-2 0-13 0,-4-1 12 16,1 2-8-16,-2 0 13 0,0 1 1 0,0-4 5 16,-2 4-4-16,4-4-4 0,-1 0 0 0,0 2-3 0,3-4 5 15,-4 2 2-15,5 0 1 0,-1-2-1 0,2 0-2 16,-1-1 8-16,4-2 2 0,-5 3 9 16,5-3 1-16,-7 2 6 0,7-2 7 0,0 0 7 0,0 5 0 15,0-5-3-15,0 0-7 0,16-3-4 0,-4 3-4 16,2 0-1-16,2-3 1 0,-1 3 2 0,3-4-2 15,3 4-7-15,-2-1-17 0,2-3-24 0,-2 3-33 16,2-3-56-16,-8 4-57 0,6-3-67 0,-4 2-75 16,0 0-324-16,0 0-694 0,-7-1 307 0</inkml:trace>
  <inkml:trace contextRef="#ctx0" brushRef="#br0" timeOffset="74238.38">30688 9886 158 0,'0'0'316'16,"0"0"-10"-16,-3-4-16 0,3 4-15 0,0 0-24 15,0 0-21-15,-4-4-27 0,4 4-23 0,0 0-19 16,0 0-16-16,0 0-16 0,0 0-14 0,0 0-14 16,0 0-8-16,0 0-7 0,0 0-11 0,0 0-9 15,0 0-4-15,-4 11-7 0,4-11-5 0,0 4-4 16,0-4-7-16,0 0-5 0,0 0-4 0,0 0 0 15,0 0-5-15,2 5-1 0,-2-5-1 0,0 0-1 0,0 0 1 16,0 0-3-16,0 0-1 0,0 0 0 0,0 0-3 16,14-2 3-16,-14 2 8 0,4-6 3 0,-4 6 0 15,2-6-7-15,-1 1 5 0,1 1-3 0,-2 4-2 16,0-7 2-16,0 7-5 0,-2-5 3 0,2 5-9 16,-1-5-2-16,1 5-12 0,0-3-15 0,0 3-28 15,0 0-35-15,0 0-45 0,0 0-48 0,0 0-51 16,0 0-40-16,0 0-255 0,0 0-561 0,0 0 248 15</inkml:trace>
  <inkml:trace contextRef="#ctx0" brushRef="#br0" timeOffset="75114.84">30934 9849 133 0,'-1'-4'181'0,"1"4"-1"32,0 0-10-32,0 0-5 0,0 0-17 0,0 0-10 15,0 0-14-15,0 0-13 0,-1-3-10 0,1 3-8 0,0 0-8 16,0 0-11-16,0 0-12 0,0 0-1 0,0 0-7 15,0 0-7-15,0 0-6 0,0 0-3 0,0 0-1 16,0 0-6-16,0 0-6 0,0 0-1 0,0 0 0 16,0 0-3-16,0 0-2 0,0 0-5 0,0 0 3 15,0 0-3-15,0 0-1 0,0 0-4 0,0 0-2 16,0 0 3-16,0 0-5 0,0 0 2 0,0 0-1 16,0 0 2-16,0 0-3 0,0 0 1 0,0 0-3 15,0 0 0-15,0 0-3 0,0 0 3 0,0 0-2 16,0 0 4-16,0 0-3 0,0 0 0 0,0 0-2 15,0 0 1-15,0 0-1 0,0 0 1 0,0 0-8 16,0 0 6-16,0 0 3 0,0 0 0 0,0 0-5 16,0 0 3-16,0 0-5 0,-9 7 6 0,9-7 3 0,-2 4-7 15,2-4 2-15,-6 3 3 0,6-3-3 16,-4 5 2-16,1-1 1 0,-1 0-3 0,2 0-1 16,-1 1 0-16,0-3-1 0,2 2 2 0,1 1-2 0,-2 0 5 15,2-1 1-15,-2 1 0 0,4 0-5 0,-2 0 8 16,3 0-1-16,1 0 2 0,0 0 2 0,2-3-2 15,-1 1 2-15,3-1-6 0,-1 1 3 0,2-3-1 16,3 1-5-16,-1-2 5 0,-1 1 1 0,0-3-1 16,2-1-4-16,-3 3 5 0,-2-4-1 0,0 1 4 15,-1-1 2-15,0-1 6 0,0 1 3 0,-1-1-3 16,-2 0 5-16,-2-1 6 0,4 1 1 0,-5 0 1 16,0-1-3-16,0 2-2 0,-2 0-3 0,-1-2-3 15,-1 1-5-15,-3 4 2 0,3-2-2 0,-2 0-5 16,-3 1 0-16,1 2-6 0,-2 0-11 0,10 1-21 15,-16 1-27-15,8 0-38 0,-2 1-43 0,0-1-43 16,4 2-193-16,-1-2-405 0,1 0 179 0</inkml:trace>
  <inkml:trace contextRef="#ctx0" brushRef="#br0" timeOffset="75489.81">31178 9826 156 0,'0'0'190'0,"0"0"-13"0,0 0-4 0,-8 7-4 16,8-7-8-16,-5 4-12 0,4-1-14 0,-2 2-10 16,2-1-3-16,1 2-7 0,-1-3-11 0,1 2-8 15,0 0-8-15,0 1-10 0,0 0-2 0,0-1-6 16,1 0-7-16,2 1-2 0,-2-4-4 0,0 2-2 15,1 1-2-15,3-2-4 0,-1 0-1 0,-4-3-7 16,7 2-3-16,-2-1 8 0,-5-1-7 0,9 0-3 0,-9 0-5 16,9-3 1-16,-3-1-2 0,0 2 12 0,-2-1-1 15,-1-2 6-15,1 0 2 0,-2 0-5 16,0 0-4-16,0 0 0 0,-4 0-2 0,2-2-3 0,-2 2-5 16,0-1-8-16,-2 0-1 0,1 3-1 0,-1-2-5 15,-2 0 0-15,0 2-10 0,-1 0-14 0,2 2-18 16,-1-2-27-16,-1 2-30 0,7 1-48 0,-16 1-39 15,11-1-53-15,5 0-221 0,-11 3-481 0,9-2 213 16</inkml:trace>
  <inkml:trace contextRef="#ctx0" brushRef="#br0" timeOffset="75859.91">31356 9779 17 0,'0'0'306'0,"-4"-4"-16"0,4 4-14 0,0 0-22 16,0 0-19-16,0 0-20 0,0 0-12 0,0 0-14 0,0 0-15 0,17 8-15 0,-11-7-17 0,3 1-17 16,-2 1-16-16,5-1-1 0,-3 3-16 15,-3 0-7-15,1 0-13 0,1-2-6 0,-4 3 3 16,0-1-16-16,3 0-5 0,-2 1-6 0,-5 3-4 15,2-2-4-15,-2-1-3 0,0 2-1 0,-2-2-6 0,-3 3-4 16,0-1 3-16,-1-2 4 0,2 1-5 0,-4-1 3 16,4 0 4-16,-3 0-4 0,2-1 2 15,-1 0-6-15,2 0 2 0,-1-2-2 0,1-1-3 0,3 1 2 16,1-3-1-16,-5 3 4 0,5-3 7 0,2 7 12 16,-2-7-21-16,8 1 7 0,3-1-14 0,-2 1-14 15,5-2-37-15,6 1-55 0,-1 3-73 0,3-6-78 16,1 3-98-16,-2-1-174 0,3 1-557 0,-5-4 246 15</inkml:trace>
  <inkml:trace contextRef="#ctx0" brushRef="#br0" timeOffset="76297.37">31642 9849 243 0,'0'0'360'0,"-7"0"5"0,7 0-1 0,0 0-11 16,0 0-11-16,0 0-6 0,0 0-14 0,0 0-15 15,0 0-22-15,0 0-27 0,0 0-26 0,0 0-24 16,0 0-19-16,19-4-16 0,-10 3-19 0,1 1-18 15,3-1-14-15,1 1-17 0,2-3-14 0,2 2-19 0,1 1-35 16,0-1-40-16,-3-2-41 0,-1 2-54 0,7 0-37 16,-10-1-47-16,1 2-58 0,-1-2-61 15,1 0-73-15,-4 0-240 0,1 1-663 0,-3 1 294 0</inkml:trace>
  <inkml:trace contextRef="#ctx0" brushRef="#br0" timeOffset="77203.56">32015 9745 166 0,'-2'-2'371'0,"1"-2"2"15,-1 1-22-15,2 3-2 0,2-6-20 0,-1 2-27 16,3 0-15-16,-2 0-39 0,1 1-21 0,1 0-24 15,0-1-24-15,3 3-14 0,1-1-20 0,-1 2-13 0,1-2-14 16,1 2-17-16,0 0-14 0,-2 3-6 0,2-1-8 16,-2-1-7-16,1 4-9 0,-2-1-9 15,2 0-1-15,-3 3-8 0,0-2-7 0,1 1-2 0,-5 3-4 16,2-2-8-16,-1-1 0 0,-2 4-4 0,0-1 0 16,0-1-3-16,-2 2 2 0,-1 0 10 0,-3 0-17 15,2 0-2-15,-2-1 4 0,1 0-1 16,-1 1 1-16,2-2-1 0,-4 1-4 0,3-2 0 0,-1-1 2 15,4 1-5-15,-3-2 5 0,1-1 5 0,2 0-6 16,-2-1 5-16,2 0-15 0,0 1 13 0,0 0 2 16,2-4 13-16,0 0 9 0,2 6-3 0,6-5 1 15,1-1 2-15,4 0-4 0,8 0-4 0,2 0-4 16,-1 0-2-16,8-1-8 0,3-1-25 0,-2-1-54 16,0-1-66-16,-1 1-61 0,0-3-82 0,-1-3-99 15,-6 2-288-15,7-1-721 0,-9 3 319 0</inkml:trace>
  <inkml:trace contextRef="#ctx0" brushRef="#br0" timeOffset="77828.51">31672 9287 285 0,'0'0'280'0,"0"-5"-23"15,0 5-12-15,7-7-20 0,-4 4-23 0,8 0-13 16,0-1-8-16,9-5-23 0,1 5-17 0,2 1-10 16,6-9-14-16,4 8-13 0,1-4-9 0,3 3-12 15,3-1-6-15,-3 1-6 0,3 3-11 0,-2-3-6 16,0 3-7-16,-2 0-8 0,-3 2-21 0,-1-1-42 16,-1 0-49-16,-8 1-53 0,1 0-40 0,-1 1-44 0,-6 0-200 15,-3-1-445-15,0 4 197 0</inkml:trace>
  <inkml:trace contextRef="#ctx0" brushRef="#br0" timeOffset="80922.02">30343 9017 93 0,'0'0'306'0,"0"0"-13"0,0-5-18 0,0 5-19 15,0 0-21-15,-2-5-18 0,2 5-23 16,0 0-21-16,0 0-19 0,0 0-18 0,0 0-9 15,0 0-19-15,0 0-16 0,0 0-6 0,0 0-12 0,-8 9 0 16,8-9-13-16,-6 5-8 0,6-1-5 0,-1 1-1 16,-2 0-6-16,-2 2-6 0,2-2-6 0,-1 1-2 15,2 0-1-15,0 1-3 0,-1 0-2 0,2-1 1 16,1 4-2-16,-1-4-5 0,1 2 0 0,0-2-2 16,0 2-5-16,2-3 4 0,-2 0-4 0,3-1-3 15,1 1 8-15,0 0-8 0,4-2 1 0,-2-2-6 16,2 0 3-16,0-1 2 0,4 0-4 0,-3-1 2 15,0 0-1-15,3 0-2 0,-3-2 1 0,0 0-3 16,0-1 0-16,1-1 5 0,-2 4-4 0,-4-3 3 16,2 0 0-16,1 2 3 0,-5-2 1 0,2 0 10 15,-1 2 2-15,-3 2 13 0,7-5 7 0,-6 2 14 16,-1 3-15-16,0 0-8 0,6-3-1 0,-6 3-10 0,1-2 1 16,-1 2-7-16,0 0-3 0,0 0 4 0,0 0-5 15,0 0-2-15,5 9-3 0,-2-4 1 16,-3-1 1-16,0 2 0 0,0 1-1 0,2 3 2 0,0 0-6 15,-2 0 2-15,0 1 0 0,2-3 1 0,0 0 0 16,0 4 3-16,-2-3-4 0,3-2-11 0,-1-1-7 16,-2 1-21-16,4-1-20 0,-1-1-22 0,0 1-46 15,-1-2-61-15,4-1-53 0,-1-3-71 0,-5 0-157 16,6 2-503-16,-6-2 222 0</inkml:trace>
  <inkml:trace contextRef="#ctx0" brushRef="#br0" timeOffset="81375.11">30645 9117 236 0,'0'0'256'0,"0"0"-7"0,0 0-5 0,0 0-16 15,0 0-3-15,0 0-12 0,0 0-5 0,0 0-14 16,0 0-10-16,0 0-17 0,-7-3-6 0,7 3-12 15,0 0 6-15,0 0-28 0,0 0-10 0,0 0-11 16,0 0-8-16,0 0-14 0,0 0-4 0,0 0-16 16,0 0 3-16,0 0-11 0,0 0-2 0,0 0-5 15,0 0-9-15,0 0-2 0,0 0-8 0,0 0 1 16,0 0-5-16,0 0-4 0,0 0-2 0,0 0-2 16,0 0-4-16,0 0 3 0,0 0-3 0,0 0 2 15,0 0-11-15,0 0 3 0,0 0-10 0,0 0 5 16,0 0 5-16,0 0-6 0,0 0 7 0,0 0-3 0,0 0 1 15,0 0 1-15,0 0-9 0,0 0 10 16,0 0-7-16,0 0 4 0,0 0-2 0,0 0 3 16,0 0-6-16,0 0 6 0,0 0-3 0,0 0-5 0,0 0 4 15,0 0-8-15,0 0 0 0,0 0 2 0,0 0-1 16,0 0 0-16,0 0 1 0,0 0 3 0,0 0-2 16,0 0-5-16,-2 11 4 0,2-11-14 0,-1 3-4 15,1-3-3-15,-4 5-9 0,2-1-2 0,2-4-9 16,2 7-10-16,-2-2-11 0,0-5-13 0,2 7-17 15,-2-2-23-15,2-2-27 0,-2-3-44 0,3 5-38 16,-1-2-44-16,4-1-179 0,-1 1-488 0,1-2 216 16</inkml:trace>
  <inkml:trace contextRef="#ctx0" brushRef="#br0" timeOffset="82546.9">30861 9067 208 0,'0'0'276'0,"0"-6"-6"0,0 6 1 0,0-6 0 16,0 6-8-16,0 0-14 0,0 0-19 0,0 0-25 16,0-5-16-16,0 5-20 0,0 0-24 0,0 0-17 15,0 0-14-15,0 0-13 0,0 0-8 0,0 0-11 16,-10 11-5-16,7-7-7 0,1 0-6 0,-4 0-7 15,2 0-11-15,3 2-2 0,-2 0-6 0,0-1-6 16,2-2 1-16,1 5-7 0,-1-1-3 0,2 0-1 16,-1 0-5-16,3-3 1 0,-2 3 8 0,3-1-15 15,0-1-3-15,2-2-1 0,-1 2 2 0,1-2 1 16,1-1-6-16,-1-2 0 0,-6 0-5 0,14 0 3 16,-7 0-6-16,-2 0-4 0,1-3 3 0,0 0-1 15,-2 1 3-15,0-1-6 0,3-1 4 0,-5 1-2 0,0-3 2 16,0 0 0-16,-2 2 3 0,0 0-10 0,0-1 9 15,-2-1 0-15,2 3-2 0,-4-2 1 16,2 0-15-16,2 5-5 0,-7-5-2 0,4 2-19 0,0 1-15 16,-2-1-17-16,5 3-18 0,0 0-24 0,-10-3-29 15,10 3-32-15,0 0-40 0,-4-2-39 0,4 2-167 16,0 0-461-16,0 0 205 0</inkml:trace>
  <inkml:trace contextRef="#ctx0" brushRef="#br0" timeOffset="82875">31124 9071 200 0,'0'0'201'0,"-16"3"-7"0,12-1-10 0,-1 0-12 16,1 3-16-16,-3-3-13 0,3 2-12 0,0-3-12 0,1 1-6 15,-1 2-9-15,1 2-8 0,3-1-9 0,-3-3-2 16,3 3-7-16,0 2-5 0,3-2-7 0,0-1-2 15,-2 1-4-15,3-2-7 0,-1 2-3 16,4-3-5-16,0 1-8 0,-1-1 1 0,4-1-2 0,-2 1-10 16,-1-4 4-16,-7 2-3 0,12 0-2 0,-5-1-1 15,1-1-5-15,-7-2 4 0,4 0-3 0,-3 0-1 16,1-1-1-16,0 2-2 0,-3-2-7 0,3 0 7 16,-6-1-4-16,1 2 0 0,0-2-1 0,-1 0 0 15,2 0-4-15,-4 2-4 0,0-1 1 0,0 2-2 16,1 1-10-16,-2-1-18 0,1 1-24 0,5 2-26 15,-10-2-31-15,5 2-37 0,5 0-25 0,0 0-42 16,-7-2-144-16,7 2-384 0,0 0 169 0</inkml:trace>
  <inkml:trace contextRef="#ctx0" brushRef="#br0" timeOffset="83312.47">31270 8959 45 0,'0'0'293'0,"-1"-6"-4"0,1 6-13 0,0 0-15 15,-1-4-11-15,1 4-22 0,-3-2-15 0,3 2-30 16,0 0-16-16,0 0-18 0,0 0-15 0,0 0-24 16,0 0-5-16,0 0-10 0,0 0-7 0,0 0-9 15,-6 12-12-15,6-8-3 0,0 1-12 0,0 3 0 16,0-1-6-16,-1 0-1 0,1 1-8 0,0 0-6 15,-1 2-1-15,2-2-2 0,0 2-5 0,-1-2-3 16,2-2 1-16,0 0-3 0,3 1-3 0,-3-1-2 16,2-1-1-16,2 0 0 0,0-1-3 0,1 1-2 15,0-2 1-15,2-2-1 0,-2 0-3 0,3-2 2 16,-3 1-1-16,5-1-3 0,-2-3 3 0,1 0-1 16,-2-1-3-16,0 1 2 0,-2 1-2 0,1-3 2 15,-2-1 4-15,-2 4 0 0,4-2 6 0,-4 2 15 0,-2 0 19 16,2-2-6-16,-3 3 4 0,4-1-5 0,-2 0-7 15,-3 3-3-15,0 0-4 0,1-4-8 16,-1 4-2-16,0 0-5 0,0 0 0 0,0 0-5 16,0 0-2-16,0 15 5 0,-1-8-8 0,-2-2-4 0,3 1-10 15,3 1 5-15,-3 0-10 0,1 2-12 0,-1 1-10 16,4-4-19-16,-4 4-23 0,3 0-28 0,1-1-46 16,-1 1-44-16,1-5-49 0,1 0-259 0,0-1-548 15,0 0 243-15</inkml:trace>
  <inkml:trace contextRef="#ctx0" brushRef="#br0" timeOffset="83546.82">31614 9019 61 0,'0'0'341'16,"-4"-2"-4"-16,4 2-20 0,0 0-32 0,0 0-25 15,0 0-31-15,11-6-19 0,-7 4-23 0,4-1-20 16,-1 0-6-16,7 0-23 0,-1 1-7 0,2-1-20 16,-1 2-14-16,1-2-15 0,-2 2-29 0,2 0-56 15,0 0-63-15,2-1-70 0,-4 1-76 0,0 0-247 0,1 0-497 16,-4 1 221-16</inkml:trace>
  <inkml:trace contextRef="#ctx0" brushRef="#br0" timeOffset="84812.35">31956 8949 124 0,'0'0'256'16,"-6"-2"-4"-16,6 2-5 0,0 0 3 0,0 0-15 15,0-6-6-15,0 6-14 0,0 0-5 0,0 0-2 16,0 0-19-16,0 0-5 0,0 0-21 0,0 0-6 15,-1-5-18-15,1 5-10 0,0 0-16 0,0 0-13 16,0 0-14-16,0 0-6 0,0 0-11 0,0 0-7 16,0 0-14-16,0 0-4 0,0 0 0 0,0 0-4 15,0 0-5-15,-6 13-7 0,6-13 7 0,2 8-18 0,-4-6-2 16,2 4-3-16,-1-3-4 0,0 2-5 0,-2 2 0 16,3-2-8-16,0 1-1 0,-1 1-2 15,-1-1 0-15,2-1-5 0,0 2-1 0,0-1 0 16,0-1-4-16,0 0 0 0,2 0-2 0,2 1 8 0,-3-1-7 15,2-3 2-15,-2 1 4 0,2 2 0 0,1-4 2 16,3 2 6-16,-2-2-4 0,-5-1-3 0,13-1 4 16,-6 1-3-16,2-1 2 0,-4-2 3 0,3 0 1 15,0 0-3-15,1-1 0 0,-4 0 5 0,2 0-1 16,0 0 5-16,-1 0-1 0,-1-1 6 0,-1 2-2 16,0-2 1-16,-1 2 8 0,-1 0 13 0,-2 3 4 15,4-5 3-15,-4 5 2 0,6-4-9 0,-6 2-3 16,0 2-7-16,0 0-6 0,0 0-3 0,6-2-3 15,-6 2 1-15,0 0-3 0,0 0-1 0,0 0 1 16,-1 9-4-16,1-9 5 0,0 9-4 0,1-3-2 16,-1-1 2-16,2-2-6 0,-1 3-7 0,3 0-6 15,-2 0-14-15,0 0-21 0,-2 0-26 0,5-1-33 16,-3 1-49-16,2-2-43 0,2 0-59 0,-1-2-238 16,-1 0-546-16,2 2 242 0</inkml:trace>
  <inkml:trace contextRef="#ctx0" brushRef="#br0" timeOffset="85015.46">32181 8981 256 0,'0'0'347'0,"-4"-4"-15"0,4 4-15 0,0 0-24 16,0 0-18-16,-2-2-34 0,2 2-23 0,0 0-24 15,0 0-21-15,0 0-16 0,0 0-30 0,0 0-45 16,0 0-43-16,0 0-50 0,0 0-55 0,0 0-62 16,0 0-62-16,0 0-73 0,0 0-137 0,0 0-431 15,0 0 191-15</inkml:trace>
  <inkml:trace contextRef="#ctx0" brushRef="#br0" timeOffset="85374.81">32304 8995 123 0,'0'0'212'0,"0"0"-20"0,-6 3 4 0,6-3-13 15,-1 6-16-15,0-2-14 0,-1 0-14 0,2 0-9 16,0 1-9-16,0 1-11 0,3 1-7 0,-2 1-6 15,3-1-10-15,1 0-6 0,0 3-1 0,1-4-11 16,1-1-9-16,0 3-5 0,0-4-3 0,4 1 1 16,-6-2-9-16,2 3-2 0,2-5-6 0,-1 2-4 15,-2-5-2-15,3 2-1 0,-9 0 2 0,9-2 1 0,-2-2 1 16,-4 0 2-16,3 0-3 0,-4 0 1 16,-1-2 1-16,0-1-3 0,-1 2-1 0,-1-2-4 15,0 0 0-15,1 1-4 0,-2 0-5 0,-4 0-5 16,4 1-19-16,-2 0-26 0,-1 3-27 0,-3 1-37 0,3-2-44 15,5 3-46-15,-12 0-238 0,12 0-459 0,-15 5 204 16</inkml:trace>
  <inkml:trace contextRef="#ctx0" brushRef="#br0" timeOffset="85656.04">32187 9250 264 0,'0'0'319'0,"0"0"-3"0,-6-1-4 0,6 1-14 15,0 0-19-15,2-5-31 0,-2 5-27 0,9-4-15 16,-4-2-31-16,5 5-12 0,-2-1-30 0,3-2-8 16,1 2-22-16,-1-1-35 0,4-1-57 0,-1 1-64 15,1 2-78-15,3-3-78 0,-2 2-266 0,-4-1-514 16,6 5 227-16</inkml:trace>
  <inkml:trace contextRef="#ctx0" brushRef="#br0" timeOffset="85968.51">32725 9198 59 0,'0'0'375'0,"0"0"-12"0,0 0-3 0,0 0-22 15,0 0-24-15,0 0-12 0,0 0-26 0,-19-1-23 16,19 1-26-16,0 0-22 0,0 0-25 0,0 0-19 16,0 0-12-16,0 0-24 0,0 0-21 0,11-3-29 15,-11 3-41-15,14 0-40 0,-7 0-41 0,-7 0-48 16,16-2-49-16,-5 4-59 0,1-4-55 0,-2 2-267 15,-4 0-568-15,4 2 251 0</inkml:trace>
  <inkml:trace contextRef="#ctx0" brushRef="#br0" timeOffset="86171.62">32675 9318 53 0,'-4'1'251'0,"4"-1"-6"15,-4 3-9-15,4-3-5 0,0 0-16 0,-4 2-8 16,4-2 2-16,0 0-11 0,0 0-13 0,12 7-24 16,-4-7-13-16,4 2-15 0,-1-1-16 15,3 2-6-15,2-3-49 0,3 2-88 0,-4-1-104 0,4 0-305 16,2 0-471-16,-1 1 210 0</inkml:trace>
  <inkml:trace contextRef="#ctx0" brushRef="#br0" timeOffset="87614.48">31024 11058 188 0,'0'0'321'16,"-3"-4"-12"-16,3 4-26 0,-2-5-23 0,2 5-31 15,0 0-21-15,0 0-23 0,0 0-26 0,-5-1-10 0,5 1-22 16,0 0-9-16,-8 8-8 0,3-2-14 0,0 0-4 16,3 2-16-16,-2-2-5 0,0 4-7 0,1 1-5 15,2-1-9-15,1 3 0 0,0-3-8 0,1 2-3 16,5-2-2-16,-1 0-7 0,0-1 3 0,2-1-8 15,1-1 1-15,1-1 4 0,1 0-8 0,1-4-1 16,-1 1-8-16,3-1 1 0,-2-2-1 0,4-1 3 16,-4-3-5-16,0 0-3 0,1-2 2 0,-1-2 4 15,-4 0-7-15,2-3-4 0,-3 1 2 0,-2-1 3 16,-1-4-8-16,0 4 2 0,-3-2 0 0,0 1-2 16,-3 0 2-16,-1 0-2 0,0 2 1 0,-2 0-4 15,-2 2 1-15,1 0-9 0,0 3-9 0,-2 0-10 16,-2 0-19-16,0 3-16 0,0 0-15 0,0 4-29 0,0 0-43 15,5 1-35-15,-4 1-46 0,8-1-217 0,0 2-487 16,2 3 216-16</inkml:trace>
  <inkml:trace contextRef="#ctx0" brushRef="#br0" timeOffset="87944.25">31418 11118 31 0,'0'0'268'0,"0"0"-16"0,0 0-20 16,-1-4-19-16,1 4-19 0,0 0-19 0,0 0-19 16,0 0-14-16,0 0-20 0,0 0-10 0,0 0-9 15,0 0-12-15,0 0-9 0,0 0-6 0,0 0-8 16,0 0-6-16,-3 16-5 0,3-16-4 0,4 5-8 0,-4-1 0 15,3 0 0-15,-3-4-5 0,6 3-4 0,-1-1 2 16,-5-2-6-16,5 1-1 0,-5-1-4 16,9 1 3-16,-9-1 3 0,0 0 1 0,9-4 3 15,-9 4-1-15,5-6-1 0,-5 3-3 0,2-1 2 0,2 2-6 16,-4 2-6-16,-1-8 0 0,1 8-6 0,-5-5-13 16,5 1-20-16,0 4-28 0,-5-5-37 0,3 3-48 15,-1-1-47-15,3 3-59 0,-6-2-182 0,6 2-451 16,0 0 200-16</inkml:trace>
  <inkml:trace contextRef="#ctx0" brushRef="#br0" timeOffset="88350.47">31739 11053 93 0,'0'0'253'0,"-9"0"-25"16,9 0-22-16,0 0-22 0,-8 2-17 0,8-2-18 15,-6 6-2-15,2-3-4 0,0 2-14 0,0-1-13 16,1 3-10-16,2-1-8 0,-2 2-9 0,3 1-10 16,0-2-3-16,-1 4-9 0,2-2-4 0,-1 1-4 15,4-1-5-15,-1 0-6 0,0-1-1 0,2-3-6 16,-1 5-4-16,2-5-5 0,2-1 0 0,-3-1-4 15,3 0-1-15,-1-1-3 0,0-2-5 0,1 0 0 16,0-2 1-16,-1-1-3 0,-1-2-1 0,2 1 0 0,1-5 0 16,-1 2-4-16,-2 0-2 0,-1-5-2 15,0 0 2-15,-2 2 0 0,0-2-3 0,-3 1 1 16,0-2 1-16,0 4-2 0,-1-1-1 0,-1 2-3 16,-1 2 0-16,1-2-1 0,-3 2-4 0,-1 0 1 0,3 1-6 15,-5 3-14-15,0 0-9 0,1 0-19 0,-1 1-24 16,8 1-40-16,-15 4-38 0,9-1-32 0,0 0-53 15,-4 3-127-15,6-3-393 0,4 5 175 0</inkml:trace>
  <inkml:trace contextRef="#ctx0" brushRef="#br0" timeOffset="88756.69">32081 11050 177 0,'-2'-4'308'15,"2"4"-24"-15,0 0-29 0,-1-3-27 0,1 3-25 16,0 0-22-16,0 0-19 0,0 0-18 0,0 0-11 16,-7 11-16-16,3-7-13 0,3 0-7 0,-2 1-9 15,2 5-6-15,-1-2-11 0,1 2-1 0,0-2-10 16,2 1 0-16,-1 0-9 0,1 1-5 0,2-2-3 0,0-1-3 15,0 1-2-15,5 0-6 0,-4-4-1 16,1-1-2-16,3 2-4 0,-2 0-3 0,3-4-1 16,-1 0-2-16,3-2-5 0,1 0-1 0,-3-3-1 15,-1 0 1-15,-2 1-1 0,4-3-4 0,-3-3 0 0,0 2-1 16,-2-4 4-16,-2-1-5 0,2 2-2 0,-2-1 2 16,-3 0-2-16,1 0 0 0,-2-1-1 15,1 2-2-15,-3 0 1 0,-2 2-1 0,2 1-3 0,-3-1 1 16,-3 3-1-16,2 0-3 0,-5 2 2 0,1 0 0 15,3 3-16-15,-7 0-16 0,4 0-16 0,-1 5-31 16,3-1-32-16,0 2-43 0,4-1-45 16,-2 1-48-16,3 1-154 0,3 0-438 0,2 0 193 0</inkml:trace>
  <inkml:trace contextRef="#ctx0" brushRef="#br0" timeOffset="89209.78">32360 10837 250 0,'0'0'287'0,"-3"-6"-29"0,3 6-26 16,0 0-21-16,0 0-25 0,0 0-18 0,0 0-19 15,0 0-11-15,0 0-17 0,-10 13-10 0,13-5-10 16,-6-2-10-16,1 2-7 0,2 1-11 0,-2 1-2 0,4 0-6 16,-2 1-11-16,1 1-1 0,0 0-7 15,6-2-2-15,-6 2-1 0,4-2-5 0,0 0-5 16,3 2-2-16,1-5-2 0,-2 4-4 0,0-5 1 16,3 0-3-16,2 0-5 0,-4-2 0 0,3-2 2 0,4 1-6 15,-1-5-2-15,-1 2 1 0,-2-1-3 0,2-1-2 16,-1-2 2-16,-1-3-1 0,-3 1 3 15,2 0 2-15,-1-2 8 0,-4 4 17 0,2-2 19 0,-2-1 18 16,1 1 27-16,-1 2 16 0,-2-3 1 0,-2 2 0 16,4 0-14-16,-4 1-5 0,0 2-20 0,-1 2-9 15,4-4-17-15,-4 4-4 0,0 0-9 0,0 0-6 16,0 0 3-16,-5 14-30 0,4-6-19 0,-4 3-19 16,1 1-22-16,0 7-16 0,0 0-21 0,1 2-25 15,-2 5-38-15,1 1-53 0,3-1-64 0,1-3-77 16,1 3-176-16,-1 2-563 0,1 0 249 0</inkml:trace>
  <inkml:trace contextRef="#ctx0" brushRef="#br0" timeOffset="89553.5">31070 11771 17 0,'-7'-1'375'0,"1"1"21"0,6 0 8 16,-8-3 17-16,8 3 8 0,0 0 5 0,-9-1-20 15,9 1-42-15,0 0-37 0,22-13-33 0,4 4-29 0,12-3-23 16,24-3-38-16,2 1-15 0,36 0-22 0,-1-5-18 16,-2 1-16-16,0 5-15 0,-1 4-8 15,6-3-18-15,-7 0-9 0,0 1-12 0,-24 6-19 0,28-7-39 16,-32 5-59-16,-1-4-77 0,4 0-53 0,-7 0-64 16,-4 1-72-16,-2 0-88 0,-18 2-383 0,1 2-841 15,-3-2 372-15</inkml:trace>
  <inkml:trace contextRef="#ctx0" brushRef="#br0" timeOffset="90115.96">31658 12140 59 0,'-6'-3'296'0,"-1"0"-21"0,-3 1-22 0,1 1-26 15,0 1-20-15,-2 0-21 0,-1 3-20 0,1-1-17 16,-1 2-10-16,-1 4-16 0,4-3-8 0,-1 2-14 0,4 4-7 15,-3-4-9-15,3 5-7 0,2-2-8 0,0 0 1 16,2 2-8-16,2-2-2 0,4 1-7 0,2-3-5 16,0 0-3-16,3 0-1 0,0-1-2 0,3 0-5 15,1-2-6-15,0-1 2 0,-3-3-6 0,-1-1-2 16,-2-1-5-16,2-2 2 0,-2 0-1 0,0 0-3 16,-3-2 3-16,0-2-1 0,-2-1-2 0,-1 0-3 15,-1 0-4-15,-3-2 5 0,-1 0-4 0,0 2-6 16,-3 0 2-16,2 1-5 0,-4 1-9 0,0 0-18 15,0 0-20-15,2 3-26 0,-2 0-44 0,2 0-53 16,1 0-63-16,-1 3-236 0,7 0-504 0,0 0 223 16</inkml:trace>
  <inkml:trace contextRef="#ctx0" brushRef="#br0" timeOffset="90303.45">31935 12225 312 0,'-3'-5'306'0,"-1"-1"-25"0,3 2-18 0,-2 1-26 15,-3-2-24-15,4 2-17 0,0-1-25 0,2 4-25 16,-2-5-47-16,2 5-58 0,0 0-65 0,0 0-61 16,0 0-85-16,0 0-161 0,0 0-360 0,0 0 160 15</inkml:trace>
  <inkml:trace contextRef="#ctx0" brushRef="#br0" timeOffset="90678.42">32115 12109 231 0,'0'0'233'0,"-15"4"-20"0,9-1-15 0,2 0-15 15,-3 1-13-15,1 2-17 0,-2 0-11 0,4 0-13 16,-2 3-12-16,-1 1-6 0,3 1-10 0,1-3-8 0,1 3-10 16,2-1-2-16,2 0-13 0,0 0-4 15,0 0-4-15,5 0-7 0,0-1-3 0,1-2-4 16,3 0-4-16,1-1-5 0,-1-1 0 0,3 0-9 16,0-3 0-16,-2-1-5 0,1-2-3 0,-1-1 0 0,-1 0-5 15,0-3 2-15,-3-2 1 0,-1 1-3 0,1-2 0 16,-2-1-3-16,-2-1-1 0,-3 0 3 15,1-2-2-15,-4 2 0 0,0-1 0 0,-2-2-2 0,-2 5 2 16,-1-2-4-16,0 2-1 0,-1-1-2 0,-3 2-1 16,2 2-1-16,-2-1-1 0,1 1-2 0,-1 3-16 15,-1 0-27-15,3 2-22 0,1 2-47 0,1 0-41 16,0-1-41-16,4 2-39 0,1 1-134 0,2 0-399 16,4 0 177-16</inkml:trace>
  <inkml:trace contextRef="#ctx0" brushRef="#br0" timeOffset="90986.3">32413 12134 188 0,'-6'-3'237'0,"2"2"-17"16,4 1-17-16,0 0-18 0,-14 4-8 0,9-2-19 16,0 2-12-16,-1 0-9 0,2 2-2 0,-3-2-15 15,5 2-10-15,-3 2-12 0,5-3-5 0,-5 3-10 16,5-1-3-16,0-3-2 0,4 4-12 0,-1-1-3 15,0-1-4-15,5 0-1 0,-3-1-6 0,4 1-7 16,1-4-1-16,1 1-6 0,3 0-3 0,-3-3 0 16,-2 0-8-16,5-1 1 0,-5-1-4 0,2-2 0 15,-1-3-6-15,-2 2 1 0,1-1-4 0,-3-3-5 16,-1 4 0-16,-1-5-6 0,-2-1 2 0,-2 4-8 16,-2-7-1-16,-1 5 2 0,-3-3-7 0,0 3-7 0,-2-1-7 15,-1 2-10-15,-1 3-10 0,-1 0-19 0,0 0-24 16,-1 2-25-16,-2 1-30 0,2 0-43 15,3 2-46-15,-1 3-138 0,2 1-395 0,1 0 175 0</inkml:trace>
  <inkml:trace contextRef="#ctx0" brushRef="#br0" timeOffset="91330.02">32576 12065 208 0,'-2'-3'274'0,"2"3"-20"15,0 0-9-15,0 0-2 0,0 0-11 0,13 11-10 16,-8-6-8-16,3 2-15 0,2-1-17 0,-1 2-11 16,5 1-11-16,0 1-14 0,-3-1-16 0,3 0-9 15,-1 1-14-15,-3-2-8 0,0 2-8 0,-2-3-15 16,-1 1-12-16,2 1-7 0,-6-5-4 0,0 4 0 15,0-1-11-15,-3-1 1 0,0 0 10 0,-3-2-9 16,0 1-4-16,0-1 1 0,-1 0 0 0,-1 0-11 16,1-1 10-16,1 0-14 0,3-3 3 0,-7 4-5 15,7 0-10-15,0-4-8 0,0 0 0 0,-2 4-9 0,2-4-23 16,0 0-41-16,0 0-44 0,0 0-51 16,27-7-61-16,-13 4-47 0,5-3-267 0,-2 0-581 15,6 0 257-15</inkml:trace>
  <inkml:trace contextRef="#ctx0" brushRef="#br0" timeOffset="91658.12">32898 11502 275 0,'0'0'425'0,"-5"-3"-10"15,1 0-24-15,4 3-21 0,-4-4-22 0,4 4-37 16,0 0-25-16,0-4-26 0,0 4-31 0,8-2-31 15,-3 0-18-15,6 2-23 0,0 0-19 0,3 0-14 16,3 0-28-16,4 0-38 0,1 2-52 0,-4-1-48 16,1 0-36-16,1 2-49 0,-6-1-53 0,2 0-61 15,-4-1-59-15,-6 2-251 0,3-2-594 0,-4 3 262 16</inkml:trace>
  <inkml:trace contextRef="#ctx0" brushRef="#br0" timeOffset="91845.61">32859 11670 186 0,'0'0'286'0,"0"0"-14"0,0 0-27 0,0 0-22 0,19 0-24 16,-8-2-19-16,2 1-14 0,9-1-20 16,0-3-17-16,-2 2-11 0,3 0-13 0,7 1-17 15,-7-2-13-15,0 2-42 0,-3 2-77 0,8-9-92 16,-5 6-243-16,-9 2-410 0,-1-2 181 0</inkml:trace>
  <inkml:trace contextRef="#ctx0" brushRef="#br0" timeOffset="93030.21">33339 11362 252 0,'0'0'339'16,"-3"-4"-17"-16,3 4-10 0,0 0-17 0,-1-6-27 16,1 6-21-16,0 0-24 0,0 0-17 0,0 0-22 15,0 0-22-15,6-2-19 0,-6 2-16 0,0 0-3 16,0 0-24-16,14 8-10 0,-5-4-4 0,0-1-13 15,0 1-10-15,1 3-8 0,2-1 0 0,-4 0-11 16,3 3-3-16,-3-1-5 0,0 1-5 0,-2 0-4 16,-1 0-10-16,-2 1-1 0,-1-1 4 0,-4 1-9 15,2 2-4-15,-1-2 1 0,-2-1-1 0,-2 4 0 16,-2-5-1-16,-3 3-3 0,1-2 5 0,-2 0 0 16,-3-2-1-16,3 1 3 0,0 0-3 0,-1-1 0 15,4 0-1-15,-2-1-3 0,4-2 0 0,-1 0 11 16,3 0-8-16,1 0 8 0,2-2 13 0,-3 1-7 0,4-3 0 15,0 0 7-15,-2 5 3 0,9-1-3 0,3-3 0 16,3 2 2-16,7-2-10 0,0 2-3 16,3-1-1-16,5 1-14 0,2-2-27 0,2 0-49 0,-3-1-61 15,1 1-98-15,3-2-103 0,-14 1-255 0,14 0-641 16,-9 0 284-16</inkml:trace>
  <inkml:trace contextRef="#ctx0" brushRef="#br0" timeOffset="112663.13">31688 12865 370 0,'-4'-11'387'0,"1"6"28"0,0-3 19 0,-1 2-5 15,3 1-24-15,0 1-35 0,-2-1-35 0,1 1-36 16,2 4-31-16,-1-6-26 0,-2 3-29 16,3 3-25-16,0 0-24 0,0 0-18 0,0 0-19 0,0 0-13 15,0 0-9-15,0 0-9 0,15 15-12 0,-5-7-4 16,6 5 18-16,2-2-10 0,9 6-10 0,-4 1-6 15,4-4-6-15,-1 3-9 0,0-3-6 0,3 0-8 16,-5 2 1-16,3-5-14 0,-9-2-7 0,2 0-5 16,-4 1-6-16,1-4-1 0,-6 1-5 0,0-1 3 15,-6-1-9-15,-1-2-2 0,4-1-4 0,-6 0 3 16,3 2-5-16,-1-2-1 0,0 0 1 0,-4-2-3 16,0 0-2-16,2 5-2 0,-2-5 12 0,0 0-7 15,-11 5 1-15,5-2 2 0,-6 3 0 0,1-2-3 16,-4 1 7-16,-4 1 6 0,-3 2-8 0,-2-1 0 15,-2 4 2-15,-6-1 0 0,2 0 0 0,-2 1 2 16,1 1-1-16,-2 1 5 0,3 2-5 0,-1-1-5 16,5 1 6-16,-4-1-1 0,2-2-46 0,2 4-48 0,7-3-41 15,3-3-46-15,2 3-29 0,-1-3-27 16,4 0-39-16,4 0-60 0,5 1-79 0,-3-1-230 16,10-3-700-16,-1-1 310 0</inkml:trace>
  <inkml:trace contextRef="#ctx0" brushRef="#br0" timeOffset="113195.87">32419 13077 139 0,'-1'-6'348'15,"-4"2"-10"-15,2-1-23 0,-1 1-22 0,0 0-29 16,-2 0-27-16,-1 3-23 0,3 0-23 0,-6 1-16 16,0 1-19-16,2 3-17 0,-4-1-12 0,-1 2-17 15,1 1-9-15,1 1-10 0,0 3-9 0,2 0-4 16,2 0-4-16,0 0-11 0,2 2-3 0,3 1-5 16,2-2-1-16,5 2-4 0,-1-2-3 0,3 6-1 0,7-4-7 15,1 4-5-15,3-7 3 0,1-4-9 16,2 2-1-16,2-4 1 0,-4-1 1 0,4-3-2 15,-1-1-2-15,-5-3-2 0,-2-1 1 0,4-4-3 16,-4 0 8-16,1-5 7 0,-5 3 37 0,-2-1-16 0,-2-5 7 16,-2 5 11-16,-4-1-6 0,-1-1-7 0,-3-3-8 15,-2 5-5-15,-3 0-1 0,2 2-22 0,-11-4 0 16,2 3-21-16,1 5-64 0,-5-2-69 0,-1 6-58 16,-9 2-80-16,3 2-114 0,-1 5-261 0,-2 6-694 15,1 0 307-15</inkml:trace>
  <inkml:trace contextRef="#ctx0" brushRef="#br0" timeOffset="117351.64">26922 12752 146 0,'3'-18'282'0,"-2"0"8"0,0 5-6 15,1 0-11-15,-2 3-9 0,0 0-12 0,-2-2-24 0,2 7-14 16,0 0-25-16,0 0-25 0,-1 1-15 16,1 4-29-16,0 0-10 0,0 0-15 0,0 0-10 15,-5 13-4-15,0 5-11 0,4 2-4 0,-5 10-8 0,4 3-7 16,-8 16 2-16,8 1-16 0,-5 6-5 0,0-1 7 15,0 4-4-15,-4 3 1 0,7 2-3 0,-1 28 4 16,-5-3 2-16,5-27-4 0,-5 30-3 0,5-2 6 16,-1-26-8-16,0 25-2 0,-1-3-5 0,1-23-1 15,2 24 6-15,-1 4 4 0,-2 1-3 0,3-4-4 16,-3-24-2-16,3 30 3 0,1-29-1 0,-1 25-5 16,-4-3 5-16,3-26-2 0,-1 29-3 0,2-3 6 15,-1-28-4-15,-1 29 4 0,-1 1-10 0,5-28 4 16,-1 25 0-16,1-24-13 0,-5-1 5 0,1-1-1 15,-1 0 1-15,4-1-7 0,-7 4-5 0,4-2 8 16,-1 1 2-16,1-6-6 0,-4 2-3 0,2-4 28 16,-2-2 4-16,4-2-4 0,-6-3 7 0,5-9-14 0,-3-2 9 15,2-2-15-15,1-1-1 0,0-1-6 16,0-1 13-16,3-3-13 0,-6-3 8 0,6-4-29 16,1-2-13-16,0-2-27 0,0 1-11 0,-1-6-5 15,1-1-25-15,2-1-20 0,1-2-2 0,-1-2-6 0,-2 1-6 16,3-1-5-16,-2-2-9 0,2-4-54 0,2 3-72 15,-2-3-273-15,0 0-585 0,0 0 258 16</inkml:trace>
  <inkml:trace contextRef="#ctx0" brushRef="#br0" timeOffset="117898.46">25250 15632 123 0,'-16'-1'161'0,"4"-1"-14"0,-1 0-14 0,4 2-11 15,5 0-4-15,4 0 12 0,0 0 17 0,0 0-4 16,34 7-8-16,3-3 3 0,28 2-2 0,40 6-10 15,13-6-1-15,8 0-7 0,13 4-5 0,5-2-6 16,14 0 1-16,11-1-20 0,6 3 5 0,6 1-8 16,11 2 13-16,13 0-5 0,7-1-8 0,3-8-9 15,0 12-6-15,4-2-8 0,4 2-8 0,4 0-4 16,-12-3-4-16,-4 2-4 0,-3 0-3 0,0 1-8 16,-5 1 0-16,-14-4-3 0,-1 5-7 0,-5 0 0 15,-5-5-4-15,-12 4 0 0,-10-2-6 0,-6-2 4 16,-8-1-2-16,-9 4-2 0,-5 0-6 0,-8-1 12 15,-13-5-11-15,-2 2-1 0,-9 4-5 0,-33-8-4 16,2 0 3-16,-3 2-10 0,-7-1-21 0,-14-2-21 16,1 1-30-16,-4-1-22 0,-5 1-29 0,-3-2-40 15,-11 1-36-15,-4-5-29 0,-5 3-180 0,-8-2-455 16,-2-1 202-16</inkml:trace>
  <inkml:trace contextRef="#ctx0" brushRef="#br0" timeOffset="119445.23">27439 13476 132 0,'0'0'149'0,"-2"-6"-17"0,2 6-11 16,0 0-14-16,0 0-7 0,0 0-7 0,0 0-12 15,0 17 0-15,-1-10 1 0,2 0 0 0,1 3-1 16,0 3 6-16,3-3-8 0,1 7 7 0,2-1 0 16,2 2-1-16,-2-1-6 0,3 2 4 0,1 5-3 15,3 3-6-15,0-6-3 0,4 3-2 0,-4-1-3 16,3-1 6-16,-6-4-6 0,6 4-3 0,0-1-6 16,0 6 0-16,0-6 4 0,3 1 0 0,-1 0-1 15,-1 1-7-15,-3-3-2 0,2 2-5 0,5 1 1 16,-4 0-2-16,2 1 2 0,2-3-2 0,1 2-1 15,-2 0-4-15,1-2-2 0,0 2-6 0,0-1-2 16,-2 2 4-16,1-4-6 0,-1 2 3 0,2-2-6 0,2 0 3 16,-3 0-5-16,-1 0-1 0,0 2 0 0,-5-8 2 15,7 8 1-15,-1-1-10 0,-3-2 1 16,-3-4 1-16,-1 1 0 0,7 4-6 0,-2-1-3 0,2 1 3 16,-8-4 1-16,6 3-4 0,-5-2 0 0,0-3 1 15,6 5 1-15,-4-5 0 0,-2 0-1 0,7 5-1 16,-7-4-5-16,0 0 7 0,0-2-1 0,2 2-2 15,-1-1 0-15,-2-1 3 0,3 2 2 0,0 0 2 16,-3-2-4-16,0 0 4 0,-1 0 3 0,4 0-5 16,-2 1 3-16,-1-1-3 0,0-1-10 0,1 3 8 15,-5 0 0-15,3-1-1 0,2-1 0 0,-2 0-7 16,0 2 5-16,-2-2-1 0,1 2 1 0,-4-4-2 16,2-1-2-16,1 4 1 0,2 0-4 0,-6-1-6 15,1-3 12-15,3 3-2 0,-1 2 0 0,-2-3-2 16,3 1-5-16,-2-2 1 0,2 3 3 0,1 0 0 15,1-1-6-15,-4 0 6 0,3 1-2 0,-1-1 6 16,1 1-4-16,-1 0-1 0,2 1 24 0,-4-3-8 0,2-1-3 16,-1 5 3-16,0-3-6 0,3 2-2 15,-4-1-1-15,1-4 2 0,-1 0-1 0,2 4-2 16,1-1-3-16,-4 0 0 0,6-1 4 0,-2 1 0 16,-2-2-4-16,3 2 1 0,-6-2-1 0,4 0 4 0,0-2-9 15,-2 1 4-15,1 1-1 0,-2-1 0 0,6 2-5 16,-6-1 6-16,2 0-4 0,-1-1 4 0,1 0-5 15,-1 0 5-15,0 2-1 0,0-2-1 0,0-2-4 16,2 2 5-16,-3-2-3 0,2 3 3 0,1-1-1 16,-3-1 2-16,1 3-2 0,-2-2-7 0,5-1 14 15,-3 1-10-15,-3-2 1 0,5 1 7 0,-4 0-6 16,-2-1 1-16,4-1 0 0,-4 0-2 0,3 1 0 16,-1 0 1-16,-3-3 1 0,2 1-2 0,-2 1 0 15,0-1 3-15,1-1 2 0,1 1-4 0,-2 1-1 16,1-2 4-16,1 0-1 0,-1-2-1 0,0 4-4 15,-1-2 2-15,-1-1 2 0,1 2-3 0,0 0 5 16,3-3-7-16,-5 2 10 0,3 0-7 0,-1 1 5 16,1-2-5-16,0 1-1 0,-1 0 5 0,1 0-2 15,2 0 0-15,-3-1 3 0,1 0 3 0,-2-1-3 16,1 0-1-16,0 1-4 0,-2-1 5 0,3-1-1 16,-1 2-3-16,-4-4 1 0,4 4 6 0,-2 0-4 15,-2-4 10-15,4 2 6 0,-4-2 5 0,0 0-2 16,4 3-3-16,-4-3-2 0,0 0-6 0,0 0 15 0,0 0-14 15,1 2 3-15,-1-2-4 0,0 0-1 16,0 0 2-16,0 0-4 0,0 0-2 0,4 3-3 16,-4-3 6-16,0 0 1 0,4 2-3 0,-4-2 3 15,0 0-2-15,5 4 2 0,-5-4 9 0,3 4-13 0,-3-4-2 16,7 3-6-16,0-3-16 0,-4 1-32 0,1 0-29 16,-4-1-53-16,6 3-62 0,1-3-86 15,-1 1-312-15,-1 2-640 0,-5-3 284 0</inkml:trace>
  <inkml:trace contextRef="#ctx0" brushRef="#br0" timeOffset="120324.17">30414 16593 206 0,'0'-2'295'0,"0"2"-22"0,0 0-22 0,2-4-29 0,-2 4-17 16,0 0-22-16,0 0-23 0,0 0-18 0,0 0-4 15,0 0-5-15,-16 10-13 0,7 0-13 0,-3-5-4 0,0 9-12 16,-2-1-7-16,-3-1-9 0,-1 1-6 0,-7 3-4 16,2 2-6-16,-1-1-7 0,7-4-8 0,-1 1-2 15,-7 3-3-15,2 3-6 0,9-8-2 0,1 1-8 16,-2-1-26-16,2 1-30 0,1-5-22 0,4 0-22 16,1 1-38-16,0-2-32 0,7-2-33 0,0-3-45 15,0-2-177-15,3 4-435 0,-3-4 192 0</inkml:trace>
  <inkml:trace contextRef="#ctx0" brushRef="#br0" timeOffset="120699.23">30217 16628 205 0,'0'0'254'0,"0"0"-10"16,0 0-17-16,0 0-14 0,-2-4-5 0,2 4-7 15,0 0-9-15,0 0-8 0,0 0-6 0,0 0-3 16,0 0-5-16,0 0-14 0,0 0-8 0,0 0-8 16,0 0-14-16,0 0-6 0,0 0 3 0,0 0-20 15,0 0-9-15,0 0-10 0,0 0-8 0,0 0-6 16,0 0-10-16,0 0-5 0,0 0-4 0,0 0-6 16,0 0-7-16,0 0-2 0,0 0-8 0,0 0-1 15,0 0 1-15,8 9-7 0,-3-4 1 0,-1 1-7 16,0 1 1-16,3 1 1 0,2 2-4 0,1 0-4 15,4 3 8-15,1 2-3 0,-2-2-5 0,5 2 2 16,1 4-2-16,0-3-7 0,-4-1-2 0,6 3 7 16,-3-2 9-16,-5-4-14 0,1 4 1 0,-1-5-2 15,-2-1 4-15,0 3-7 0,-2-4 4 0,-3-1-5 16,-1-3-11-16,-1 1-5 0,-1-3-17 0,1 1-15 16,0-1-14-16,-1-1-26 0,-3-2-56 0,0 0-58 15,0 0-60-15,0 0-297 0,-14-9-610 0,6 3 270 16</inkml:trace>
  <inkml:trace contextRef="#ctx0" brushRef="#br0" timeOffset="121527.3">31739 15931 117 0,'0'-7'274'0,"0"7"-26"0,0 0-27 0,0 0-24 15,0-4-18-15,0 4-22 0,0 0-13 0,0 0-18 16,0 0-11-16,0 0-10 0,-8 14-3 0,8-9 3 16,0 1 16-16,2 2-1 0,0 1-1 0,4 0 7 15,2 1 1-15,6 2-4 0,3 1-3 0,3-2-5 16,7 4-9-16,8 0-13 0,-3-3-5 0,5 1-6 16,-1 1-8-16,-4-3-10 0,-1 0-4 0,-2-1-7 15,-7-2-5-15,-4 1-8 0,-1-4-5 0,-7 1-4 16,-2-1-6-16,1 0-8 0,-5 0-5 0,-2 1 5 15,-4-1-2-15,-2 0-3 0,-11 2-3 0,-4-1 2 16,-19 1-2-16,-15 3-20 0,-4-5-30 0,-6 1-39 0,-2-1-36 16,-3 2-35-16,-34-5-56 0,31 1-58 15,-32-1-251-15,8 1-558 0,27-3 248 0</inkml:trace>
  <inkml:trace contextRef="#ctx0" brushRef="#br0" timeOffset="122433.48">26858 12427 134 0,'0'0'192'0,"0"0"-17"0,0 0-19 0,-14 6-15 16,9-3-16-16,-2 2-6 0,0 4 3 0,-1 0-8 15,1 2-18-15,-2-1-22 0,-1 6-4 0,1-1-2 16,2-2-10-16,-1-2-5 0,0 5-4 0,1-5-5 15,-1 1-4-15,2 0-4 0,1-2-5 0,-1 0-3 16,-1-1 0-16,5-1-5 0,-3-1-3 0,2-3 2 0,1 1-4 16,-2-1 4-16,3 3 34 0,-2-6 28 15,3-1 26-15,0 0 3 0,0 0-11 0,0 0-11 16,0 0-8-16,0 0-5 0,10-19-8 0,-5 8-4 0,5 1 2 16,-1-5-6-16,-1-2-7 0,7 0-3 0,-5 0 1 15,2-1 7-15,0 1 21 0,-4 2-6 0,5 0 10 16,-4 5 6-16,-2 0 22 0,-3 1-7 0,2 1-2 15,0 3-14-15,-2 0-3 0,-2 1-13 0,3 2-10 16,-1-1-11-16,-1 0-4 0,-3 3-8 0,0 0-9 16,16 5-4-16,-12 0 3 0,3 3-3 0,1 4-7 15,2 4 3-15,-1-2-20 0,1 3-30 0,3 1-27 16,0 9-26-16,-1-1-29 0,2 1-15 0,-1 1-38 0,5-1-55 16,-1-1-72-16,1 3-294 0,-2-2-630 15,0 2 279-15</inkml:trace>
  <inkml:trace contextRef="#ctx0" brushRef="#br0" timeOffset="123480.27">25435 13916 33 0,'3'-5'268'0,"1"-2"-9"15,-1 1-4-15,1-5-3 0,-3 3 1 0,4-2-1 16,-3-2-6-16,2 3-1 0,-4-4 3 0,-1 1 8 0,1 1-8 16,0 0-6-16,-3-1-2 0,1 1-9 15,-3 0-14-15,4 2-9 0,-2 0-12 0,-1 3-22 16,0-2-12-16,1 3-14 0,0 0-17 0,2 1-18 0,-2 0-14 16,3 4-14-16,-2-5-14 0,2 5-8 0,0 0-2 15,-14 8-9-15,7-2-6 0,0 2-7 0,-1 3-2 16,3 1-5-16,-2 4-11 0,-1 2 3 0,2-1 2 15,0 4-2-15,-1 0-5 0,1 3-1 0,1 4-4 16,2-1-1-16,0 0-3 0,2-6-1 0,0 6 0 16,-2 1-4-16,6 3 1 0,-3-3 1 0,-3 0-4 15,6-6-11-15,-2-2-15 0,-2 2-8 0,-2 0-23 16,3-1-12-16,-2-5-7 0,2 1-41 0,-2-3-15 16,2-2-15-16,-1 0-12 0,-2-1-17 0,2-4-13 15,1-1-21-15,-3 1-16 0,2-3-7 0,-1 0-25 16,2-4-45-16,-1 2-250 0,1-2-595 0,0 0 262 15</inkml:trace>
  <inkml:trace contextRef="#ctx0" brushRef="#br0" timeOffset="123652.14">25213 14177 101 0,'-2'-4'312'0,"2"4"2"15,-2-2-22-15,2 2-19 0,-5-5-28 0,5 5-14 16,0 0-18-16,2-6-27 0,-2 6-17 0,10-1-19 15,-2 0-19-15,3 1-3 0,11 0-18 0,0 0-9 16,6 0-13-16,2 1-9 0,3-1-9 0,0 0-16 16,-1-1-36-16,2-2-41 0,-1 2-48 0,-3 0-54 15,-7-2-63-15,1-2-71 0,-5 1-175 0,2 1-469 16,-3-1 208-16</inkml:trace>
  <inkml:trace contextRef="#ctx0" brushRef="#br0" timeOffset="123902.12">25772 13985 63 0,'0'0'297'0,"0"0"-22"16,0 0-22-16,0 0-25 0,0 0-24 0,0 0-19 0,0 0-19 16,0 0-10-16,-14 7 1 0,10-4-12 0,-1 1-9 15,-3 3-8-15,0 1-10 0,-1 4-14 0,-1-4-9 16,-2 3-8-16,4 3-9 0,-3 2-7 0,2-1-1 15,0 2-15-15,5-1-3 0,-3 1-7 0,4-4-4 16,1 0-4-16,2-1-6 0,2 1-7 0,4-2-10 16,2 0-19-16,3 0-34 0,4-2-45 0,5-2-51 15,2 1-48-15,0-6-57 0,1 1-199 0,0-3-474 16,10-2 210-16</inkml:trace>
  <inkml:trace contextRef="#ctx0" brushRef="#br0" timeOffset="124120.84">26149 14101 4 0,'2'-2'291'16,"-2"2"-5"-16,1-5-9 0,-1 5-26 0,0 0-17 15,-1-5-24-15,1 5-24 0,0 0-20 0,0 0-18 16,0 0-14-16,0 0-12 0,0 0-13 0,-13 7-7 0,9-2-12 16,-4 2-7-16,1 2-3 0,-2-3-14 0,-3 6-6 15,-2-2-6-15,-1 3-3 0,3-4-8 0,-1 1 2 16,-3 3-6-16,1-4-8 0,0 2-21 15,4-4-22-15,-1 3-31 0,1-5-34 0,2 1-40 0,-2-1-41 16,3 0-40-16,2-3-41 0,1-1-149 0,-1-1-421 16,6 0 186-16</inkml:trace>
  <inkml:trace contextRef="#ctx0" brushRef="#br0" timeOffset="124308.33">25970 14140 70 0,'3'-8'263'0,"-3"3"20"0,1 1 2 0,0-1 1 16,2 3-14-16,-3-3-12 0,0 5-27 0,1-4-21 15,-1 4-30-15,1-4-17 0,-1 4-17 0,0 0-14 16,0 0-19-16,0 0-10 0,6 9-11 0,-5-3-6 16,3 0-7-16,-1 1-10 0,0 0-6 0,5 4-3 15,0-1-11-15,5 3-5 0,-4-3-5 0,2 0-22 16,5 0-33-16,0 0-33 0,4-2-40 0,-5 2-49 16,-2-4-54-16,5-2-57 0,-2 1-238 0,5-4-526 0,-7 2 232 15</inkml:trace>
  <inkml:trace contextRef="#ctx0" brushRef="#br0" timeOffset="124558.32">26306 14088 177 0,'-2'-5'337'0,"0"3"-12"0,2 2-8 0,0 0-23 16,0 0-21-16,-2-4-28 0,2 4-18 0,0 0-4 15,0 0 5-15,0 0 0 0,0 0 8 0,4 14-13 16,1-6-9-16,0 0-9 0,3 2-13 0,0 0-20 15,-2 0-9-15,3 2-21 0,-1-3-13 0,0 1-11 16,-1 1-15-16,5 5-9 0,-5 1-13 0,0-1-8 16,-3-1-4-16,-1 3-13 0,-3-1-15 0,-3 0-34 15,-1-3-42-15,-1 3-46 0,-4-2-48 0,-3 1-40 16,1 1-46-16,-12 2-54 0,7-4-89 0,-10 0-298 16,6-4-711-16,2 1 314 0</inkml:trace>
  <inkml:trace contextRef="#ctx0" brushRef="#br0" timeOffset="126096.42">28151 14378 147 0,'0'0'288'0,"-1"-8"-4"0,-2 6-5 0,3-4-2 0,0 6-13 15,0-6-10-15,0 6-9 0,-1-4-17 0,1 4-15 16,0 0-19-16,-3-2-22 0,3 2-19 0,0 0-18 0,0 0-1 15,-3-5-26-15,3 5-28 0,0 0-2 0,0 0-10 16,0 0-5-16,0 0-3 0,-6 7-8 16,2-2-8-16,2 0-21 0,1 3-4 0,-2-3-15 15,3 3-7-15,0 0-9 0,-1-1-7 0,2 3-5 0,1-3-3 16,-1-1-7-16,2 2-2 0,3-1 1 0,-2-3 0 16,-1 2 0-16,1-1 4 0,3-2-2 0,-4-1 2 15,2-2 5-15,-5 0 0 0,12-1 2 0,-12 1 1 16,7-5 4-16,-3 0 1 0,-1 0 4 0,-1-1 4 15,0 0 1-15,-2-1 3 0,0 0 8 0,2 1 4 16,-4-2 6-16,0-2 2 0,0 3 3 0,-1-2 5 16,-1 5-1-16,0-4-5 0,1 2-5 0,-3 1 3 15,-2 0-1-15,2 3-6 0,-2-1 2 0,2 1-2 16,-4 2 2-16,2 0-3 0,-5 2-6 0,5 1 3 16,-1 2-3-16,2-3-3 0,-2 4 3 0,3-1 3 15,0 3-6-15,6-3-5 0,-1 5 2 0,-2-4 0 16,3 1 1-16,4 1 2 0,-4 0-1 0,6-2-3 0,2 1 2 15,-3-2-2-15,2 0 2 0,3-2-3 0,2 1 2 16,-5-3 1-16,4 0 0 0,-1-2 3 16,0-2-4-16,-4 0 7 0,-1-2-4 0,4 2 4 15,-5-2 4-15,1-1-1 0,-3 1 7 0,2-1-6 0,-4-1-1 16,0 0 2-16,-1 0 0 0,-3 2 2 0,0-4 2 16,0 5-8-16,0 1 1 0,-2-4-3 0,0 3 4 15,0 0-6-15,-1 3 2 0,2 0 0 0,5 1 0 16,-14 0-5-16,14 0 1 0,-11 1-1 0,7 2 1 15,1 0 0-15,1 2 0 0,-2 2 1 0,2-4-4 16,1 3 6-16,2 1-1 0,2-1 10 0,1 0-10 16,1 1 2-16,-2-2 2 0,6 0-4 0,-3-3 2 15,2 2 2-15,-2-1-4 0,2-2 3 0,-1 1 6 16,1-2-2-16,-8 0 2 0,12-2-2 0,-8-1 21 16,0 0-8-16,1 0 4 0,-3-1-8 0,0-1-4 15,-2 1-10-15,0-1-17 0,0 5-41 0,-4-7-50 16,-1 3-66-16,0 0-83 0,-1 0-238 0,-2 1-535 0,0 2 236 15</inkml:trace>
  <inkml:trace contextRef="#ctx0" brushRef="#br0" timeOffset="129315.76">28079 15710 42 0,'0'-7'285'0,"0"3"5"0,0 4-3 16,0-7-7-16,3 3-8 0,-3 4-1 0,0-7-16 16,0 4-18-16,0 3-15 0,0-4-24 0,0 4-19 15,0 0-24-15,0 0-17 0,0 0-20 0,-3-6-3 16,3 6-22-16,0 0-12 0,0 0-4 0,0 0-9 15,0 18-6-15,0-12-6 0,-1 1-14 0,-1 4 3 16,1-1-1-16,0 2-5 0,1 0-7 0,-3-1-3 16,2 1-7-16,0 1-23 0,1 0-28 0,0-3-28 15,-2 0-27-15,4 0-37 0,-2 0-37 0,1-4-70 16,3-1-90-16,-2 0-189 0,1-1-549 0,3-3 244 16</inkml:trace>
  <inkml:trace contextRef="#ctx0" brushRef="#br0" timeOffset="130112.58">28146 14528 7 0,'0'0'91'16,"0"0"13"-16,0 0 2 0,0 0-15 0,1 9-2 15,-1-9-8-15,-1 6 14 0,1-2-13 0,0-4-10 16,0 5-4-16,0-1 1 0,0 3-11 0,-1-4-10 16,1 2-3-16,1 2-6 0,-2-2 2 0,1 1-9 15,0 1-6-15,0 1 0 0,-2 0 3 0,2 0-11 16,0 1 5-16,2 1-6 0,-4 2-33 0,4-3-41 15,-1 1-47-15,0 0-93 0,2 2-214 0,1-1 96 16</inkml:trace>
  <inkml:trace contextRef="#ctx0" brushRef="#br0" timeOffset="130550.09">28109 15020 8 0,'0'0'185'16,"-3"3"-7"-16,3-3-13 0,0 0-17 0,0 0-13 16,-2 3-17-16,2-3-8 0,0 0-14 0,0 0-10 15,1 5-6-15,-1-5-11 0,0 5-8 0,1-1-5 16,-2 1-4-16,2 0-5 0,-1 0-3 0,0-1-9 16,0 5 1-16,0-3-6 0,-1 4-4 0,2-3 1 15,-2 5-7-15,1-4 0 0,-1 3-2 0,1-1 4 16,-4 0-11-16,4 0-14 0,-2 2-25 0,2-1-12 15,-2 0-23-15,0-1-15 0,1 3-13 0,1-4-11 16,-1 2 2-16,1 0 2 0,-2 0 7 0,1-2 3 16,-1 0 18-16,2 2-4 0,0-4 15 0,0 0 5 15,-2 0 8-15,2-1 1 0,0 0 4 0,-2-1 2 16,2 0 13-16,0-1 9 0,2 1 15 0,-4-1-1 16,2-4 2-16,-1 6 7 0,1-6-3 0,-3 5 34 15,3-2-7-15,0 1 2 0,0-4-5 0,-1 6 0 0,1-6 1 16,-2 6 14-16,4-1 1 0,-4-2-16 15,2-3 12-15,0 7-7 0,0-1-13 0,0-2 7 16,0 0-1-16,3 3-3 0,-3 0 1 0,0-2-6 0,0 3 2 16,3-1-5-16,-2 1 0 0,3-1-16 0,-4 2-37 15,3-2-39-15,1-1-99 0,-2 3-190 0,-2-1 84 16</inkml:trace>
  <inkml:trace contextRef="#ctx0" brushRef="#br0" timeOffset="130737.58">28082 15663 31 0,'3'5'67'0,"-1"-2"-2"0,-2-3-12 0,3 7 1 15,0-2-12-15,0 0 0 0,-2-2-3 0,2 2-24 16,1-2-28-16,-4 2-54 0,1 1-70 0,-1-4 31 15</inkml:trace>
  <inkml:trace contextRef="#ctx0" brushRef="#br0" timeOffset="136457.48">28721 15836 79 0,'0'0'143'16,"0"0"1"-16,0 0 11 0,1-6 11 0,-1 6 7 0,0 0-9 16,3-4 11-16,-3 4 3 0,0-5 1 15,0 5 7-15,4-4 4 0,-4 4-12 0,-1-6 7 16,1 2-10-16,0 4-2 0,1-4-7 0,-1 4-8 0,-1-6-7 16,1 6-14-16,1-5-11 0,-1 5-20 0,0 0-3 15,2-3-14-15,-2 3-9 0,0 0-7 0,0 0-11 16,0 0-12-16,0 0-9 0,0 0-5 0,0 0-15 15,0 0-1-15,0 0-5 0,0 0-21 0,0 0-3 16,1 11-13-16,3-7-11 0,-4 3-10 0,0-1-11 16,2 0-5-16,-2 1-10 0,0 1-6 0,0-1-1 15,2 0-10-15,0-1-4 0,-1-1-5 0,-1 2-3 16,2-2-5-16,-2-1-7 0,0 1-11 0,1 0-5 16,-1-5-4-16,1 3-8 0,3-1-23 0,-4-2-24 15,0 0-180-15,0 0-396 0,0 0 176 0</inkml:trace>
  <inkml:trace contextRef="#ctx0" brushRef="#br0" timeOffset="136769.95">28751 15781 100 0,'0'0'222'0,"-4"-6"7"0,4 2-20 0,0 4-17 15,0-5-10-15,4 0-16 0,-4 5-15 0,0-6-14 16,0 6-14-16,1-4-12 0,-1 4-10 0,0-5-14 15,0 5-8-15,0 0-10 0,0 0-27 0,0 0-34 16,-5-3-40-16,5 3-66 0,0 0-73 0,0-6-148 16,0 6-343-16,5-4 152 0</inkml:trace>
  <inkml:trace contextRef="#ctx0" brushRef="#br0" timeOffset="136988.69">28786 15573 122 0,'0'0'241'15,"0"-7"-18"-15,2 5-12 0,-2 2-17 0,0-8-17 0,1 4-14 16,-1 4-15-16,0 0-14 0,-1-8-15 16,1 8-12-16,1-3-9 0,-1 3-11 0,0 0-10 15,2-4-8-15,-2 4-17 0,0 0-24 0,0 0-35 0,0 0-39 16,1-5-27-16,2 2-28 0,-1-1-23 0,3 0-30 15,-4 2-14-15,2-2-96 0,-1 0-284 0,2-1 127 16</inkml:trace>
  <inkml:trace contextRef="#ctx0" brushRef="#br0" timeOffset="137160.55">28833 15436 21 0,'0'-6'42'0,"-1"0"4"16,-1-3 6-16,2 4 9 0,0-3 14 0,-1 0 2 16,1 2 10-16,-2-3 9 0,2 3-6 0,0-1-3 15,-2 1 6-15,0 0 0 0,2-1-14 0,-3 2-2 16,3 0-12-16,-1 1-7 0,0-1 2 0,1 5-8 15,0-8-9-15,1 6-5 0,-1 2-10 0,-1-8-1 16,2 4 0-16,-1 4-4 0,-1-5-11 0,1 5-16 16,2-5-17-16,-2 5-22 0,3-7-32 0,-1 5-28 15,0-1-108-15,-2 3-228 0,3-6 101 0</inkml:trace>
  <inkml:trace contextRef="#ctx0" brushRef="#br0" timeOffset="137348.04">28827 15135 17 0,'0'-4'137'0,"3"-1"1"0,-3 1-8 15,2-1-12-15,-2 1-5 0,2 0-17 0,-2 4-4 16,0-7-13-16,2 4-9 0,-2 3-5 0,0 0-11 16,2-6-10-16,-2 6-25 0,0 0-32 0,0-4-25 0,0 4-25 15,0 0-25-15,0 0-74 0,0 0-175 0,4-2 77 16</inkml:trace>
  <inkml:trace contextRef="#ctx0" brushRef="#br0" timeOffset="137473.03">28853 15014 37 0,'3'-4'157'0,"-2"1"-5"0,-1 3-11 0,0-7-12 0,0 4-15 16,0 3-11-16,2-6-3 0,-2 6-20 0,0 0-4 15,0 0-10-15,0-4-17 0,0 4-46 0,0 0-36 16,0 0-39-16,0 0-112 0,0 0-199 0,0 0 88 15</inkml:trace>
  <inkml:trace contextRef="#ctx0" brushRef="#br0" timeOffset="139084.57">28012 14369 126 0,'0'0'230'0,"-5"-4"-10"15,5 4-12-15,0 0-4 0,0 0-13 0,-1-5-5 0,1 5-15 16,0 0-13-16,0 0-12 0,0 0-14 0,-3-3-10 16,3 3-9-16,0 0-16 0,0 0-8 0,0 0-7 15,0 0-6-15,-7-2-10 0,7 2-7 0,0 0-11 16,0 0-19-16,0 0-22 0,0 0-25 0,-7-1-26 16,7 1-22-16,0 0-32 0,-12 1-29 0,12-1-37 15,-11 0-40-15,7 1-137 0,4-1-367 0,-12-1 163 16</inkml:trace>
  <inkml:trace contextRef="#ctx0" brushRef="#br0" timeOffset="139303.31">27629 14334 146 0,'0'0'155'0,"-7"-2"-16"15,7 2-15-15,-4-1-8 0,4 1-11 0,0 0-12 0,0 0-13 16,-9 0-2-16,9 0-7 0,0 0-10 0,-10 0-5 16,10 0-9-16,-5 1-7 0,5-1-5 0,-7 2-10 15,7-2-20-15,-6 3-22 0,1-1-14 16,5-2-35-16,-7 3-19 0,3-1-31 0,1 0-62 0,-3 2-191 16,1-3 85-16</inkml:trace>
  <inkml:trace contextRef="#ctx0" brushRef="#br0" timeOffset="139475.17">27369 14345 129 0,'-4'0'177'16,"-2"-3"-11"-16,6 3-18 0,-6-4-11 0,6 4-19 16,-5-4-9-16,0 3-15 0,5 1-5 0,-8-1-15 0,3 0 0 15,5 1-15-15,-11-2-12 0,11 2-23 16,-14 0-24-16,6 0-25 0,1 2-27 0,7-2-18 15,-17 1-36-15,5-1-93 0,3 2-215 0,-5-2 94 16</inkml:trace>
  <inkml:trace contextRef="#ctx0" brushRef="#br0" timeOffset="139647.03">27006 14308 81 0,'0'0'102'0,"-8"-4"-4"16,3 2-16-16,5 2-13 0,-9-2-3 0,4 0-9 16,5 2-4-16,-10-1-16 0,10 1-17 0,-10 1-30 15,3 1-18-15,1-1-19 0,1 0-50 0,5-1-105 16,-15 2 47-16</inkml:trace>
  <inkml:trace contextRef="#ctx0" brushRef="#br0" timeOffset="139897.01">26667 14298 114 0,'0'0'221'0,"-1"-3"-24"0,1 3-17 0,0 0-20 0,-4-4-14 16,4 4-18-16,0 0-27 0,0 0-47 0,0 0-57 16,0 0-49-16,0 0-156 0,0 0-225 0,14 6 100 15</inkml:trace>
  <inkml:trace contextRef="#ctx0" brushRef="#br0" timeOffset="140740.7">28745 14994 165 0,'-5'-4'215'16,"5"4"0"-16,0 0-2 0,0 0-3 0,0 0-12 16,-4-3-11-16,4 3-10 0,0 0-14 0,0 0-12 15,0 0-15-15,-4-2-10 0,4 2-15 0,0 0-12 16,0 0-9-16,0 0-14 0,0 0-9 0,0 0-5 16,0 0-17-16,0 0-20 0,0 0-21 0,-15 4-28 15,11-3-30-15,-1 0-36 0,5-1-44 0,-13 3-28 16,5 0-55-16,-1-1-126 0,-1-1-371 0,2 2 165 0</inkml:trace>
  <inkml:trace contextRef="#ctx0" brushRef="#br0" timeOffset="140943.8">28372 15015 19 0,'-6'-1'171'0,"-1"-3"-15"0,2 2-13 0,-2-2-14 15,-1 2-16-15,1-1-10 0,0 1-5 0,-5-1-8 16,5-1-13-16,-1 4-11 0,0-1-6 0,-1-1-3 16,0 2-7-16,3-1-1 0,-8 1-11 0,7 1-13 15,-1-1-31-15,-2 2-32 0,2-1-27 0,-1-1-22 16,-1 1-24-16,-2 2-79 0,3 0-206 0,0-2 92 16</inkml:trace>
  <inkml:trace contextRef="#ctx0" brushRef="#br0" timeOffset="141126.05">27905 14987 99 0,'-4'-2'114'0,"4"2"-9"0,-7-1-15 16,2-1-3-16,5 2-11 0,-11-1-7 0,11 1-1 0,-10 1-11 0,10-1-6 0,-11 0-14 15,5 2-34-15,0-1-18 0,-2-1-41 0,1 1-76 16,7-1-141-16,-16 0 64 0</inkml:trace>
  <inkml:trace contextRef="#ctx0" brushRef="#br0" timeOffset="141344.79">27407 14945 50 0,'-8'-1'105'0,"5"-1"-1"0,3 2-15 15,-10-3-4-15,4 0-6 0,6 3-7 0,-9 2-15 16,9-2 1-16,-14 0-8 0,9 1-5 0,-4 0-12 16,4 1-6-16,-6 0-17 0,3 1-27 0,-2-1-14 15,2-1-22-15,-1 0-75 0,-1 1-138 0,-2 0 62 16</inkml:trace>
  <inkml:trace contextRef="#ctx0" brushRef="#br0" timeOffset="141547.9">26961 14935 23 0,'-5'1'80'0,"5"-1"-9"16,-11-1-7-16,5 2-8 0,6-1-6 0,-10-3-3 16,10 3-11-16,-8 5 5 0,8-5-6 0,-9 1-5 15,9-1-9-15,-5 1-14 0,5-1-11 0,0 0-16 16,-7 2-13-16,7-2-51 0,0 0-91 0,0 0 40 16</inkml:trace>
  <inkml:trace contextRef="#ctx0" brushRef="#br0" timeOffset="141735.38">26782 14909 92 0,'0'0'152'0,"-7"-3"1"0,7 3-6 15,-7-3-1-15,7 3-10 0,-4-2-3 0,-1-3-8 16,5 5-10-16,-7-1-11 0,7 1-12 0,-10-1-9 16,6 0-2-16,4 1-13 0,-11-2-6 0,7 2-9 15,4 0-3-15,-13 0-4 0,13 0-4 0,-11 0-4 16,5 0-8-16,6 0-31 0,-9 3-45 0,9-3-65 15,-6 2-66-15,6-2-93 0,-2 5-291 0,2-5 130 16</inkml:trace>
  <inkml:trace contextRef="#ctx0" brushRef="#br0" timeOffset="143141.52">28154 16019 64 0,'-7'-2'253'0,"7"2"-5"0,-7-4 5 16,7 4-4-16,-4-1-6 0,4 1-8 0,-5-4-9 15,5 4-9-15,0 0-18 0,-4-2-16 0,4 2-10 16,0 0-18-16,0 0-10 0,0 0-15 0,-4-5-17 15,4 5-9-15,0 0-9 0,0 0-7 0,0 0-8 16,0 0-10-16,0 0-7 0,17 2-8 0,-6-2-3 16,3 1-5-16,-2-1-3 0,10 2-6 0,-4-2-6 15,3 0-3-15,2 0-3 0,7 1 0 0,-6 0-2 16,4 0-5-16,5 1-1 0,-9-1-3 0,-1 0-2 16,7 0 0-16,-7 2-4 0,-3-3 2 0,1 1-5 15,-2 0-1-15,-6-1-3 0,-1 2 3 0,1-1 2 16,0-1-7-16,-6 1 1 0,-1-1 4 0,1 0-5 15,-7 0-2-15,7 0-4 0,-7 0 0 0,0 0-2 16,7-1-1-16,-7 1-1 0,0 0 0 0,0 0 5 0,0 0 1 16,-29-5 0-16,17 4 3 0,-7-1-7 15,2 0 2-15,-8-1 6 0,2 2-1 0,-9-1-4 16,2-1 3-16,0 1-2 0,8 1-1 0,-3 0 4 16,3 1-1-16,0-1 0 0,0-1-1 0,2 4 3 0,1-1-2 15,5 0 4-15,-2-2-8 0,4 2 7 0,2-1-5 16,2 1 4-16,1-1-2 0,7 0-1 15,-11 0-1-15,11 0 5 0,-9 0-7 0,9 0 2 16,-5 3 3-16,5-3-4 0,0 0 3 0,0 0 6 0,0 0-6 16,21 4 1-16,-6-3 4 0,-1 2-3 0,9-2-1 15,-4 2-3-15,3 0 2 0,8-1-1 0,-7-1 1 16,-3 3 0-16,3-3-4 0,-1 2 3 0,1-2 6 16,-4 0-6-16,0 2-3 0,-4-2 7 0,0-1-7 15,-1 1 6-15,-3 1-2 0,1-1 1 0,-1-1-2 16,-2 1 1-16,-2-1-1 0,0 0 1 0,-7 0 2 15,8 1-4-15,-8-1-1 0,0 0 2 0,10 0-6 16,-10 0-2-16,0 0 6 0,0 0-8 0,0 0 4 16,0 0-2-16,-21-6 0 0,9 5 4 0,-3 0 1 15,-4-3 0-15,-3 1 1 0,2 2 1 0,-4 1-1 16,4-2 0-16,-6 2 1 0,8-1-1 0,-3 1 5 16,1 0-6-16,6 1-1 0,0-1 4 0,2 0 0 15,3 2-5-15,-1-2 5 0,6 1-3 0,4-1-19 16,-10 2-1-16,10-2-5 0,-9 0 3 0,9 0-6 15,0 0-22-15,15 5-26 0,-7-3-27 0,7-2-38 16,-1 1-31-16,2-1-27 0,2 2-31 0,1-2-21 16,-1 0-131-16,-5 0-421 0,1 1 186 0</inkml:trace>
  <inkml:trace contextRef="#ctx0" brushRef="#br0" timeOffset="143752.36">28069 15941 16 0,'0'0'271'0,"-2"-5"-1"15,2 5-3-15,3-6-2 0,-3 6-5 0,0-6-7 16,1 3-2-16,-1 3-11 0,3-6-2 0,-3 6-6 0,1-3-8 16,-1 3-16-16,0-4-15 0,0 4-11 0,0 0-20 15,0 0-14-15,0 0-19 0,0-8-17 0,0 8-5 16,0 0-22-16,0 0-4 0,0 0-11 16,0 0-11-16,0 0-7 0,0 0-3 0,0 0-5 0,0 0-10 15,3 12 0-15,-2-7-7 0,3 2 4 0,0 0-19 16,1 1-26-16,0 1-32 0,3 0-33 0,-1 1-43 15,3-1-49-15,-2 0-67 0,5-1-93 0,2 2-271 16,-1-2-650-16,2 0 288 0</inkml:trace>
  <inkml:trace contextRef="#ctx0" brushRef="#br0" timeOffset="144528.53">28597 16071 146 0,'2'-4'192'16,"-2"4"2"-16,0 0 4 0,0-5-8 0,0 5 0 0,2-4-14 15,-2 4-6-15,0 0-7 0,5-4-17 0,-3 2-11 16,2-3-6-16,-1 2-14 0,1 0-13 15,4-1-9-15,-4 1-7 0,3-1-11 0,0 0-8 16,1 0-6-16,0 0-8 0,3-1-11 0,0 1-26 0,1 1-59 16,-5 1-74-16,4-4-86 0,3 3-193 0,-5 1-429 15,2-1 189-15</inkml:trace>
  <inkml:trace contextRef="#ctx0" brushRef="#br0" timeOffset="147301.33">28842 16308 25 0,'3'-2'135'0,"-3"2"0"0,3-3 3 0,-1 0 6 16,-2 3 9-16,7-3 1 0,-7 3 10 0,2-4 1 0,0 2 4 15,-2 2 3-15,3-3 3 0,-3 3 7 0,0 0 7 16,2-4-4-16,-2 4-1 0,0 0-4 16,2-4-6-16,-2 4-14 0,0 0-16 0,0 0-17 0,0 0-9 15,0 0-15-15,0 0-16 0,0 0-11 0,0 0-10 16,0 0-4-16,0 0-10 0,0 0-7 0,0 0-2 15,-15 7-4-15,10-3-10 0,-5 2 3 0,4-2-3 16,-3 3-5-16,-2 1-6 0,1-1-19 0,-1 1-22 16,2-1-27-16,1 2-25 0,-1-1-19 0,-1-1-24 15,0 1-23-15,1-1-35 0,1-1-53 0,2 1-52 16,1-4-201-16,1 1-522 0,1 2 231 0</inkml:trace>
  <inkml:trace contextRef="#ctx0" brushRef="#br0" timeOffset="147582.57">28729 16284 33 0,'0'0'305'0,"0"0"-9"0,0 0-21 16,-4-4-21-16,4 4-24 0,0 0-20 0,0 0-22 15,0 0-22-15,0 0-17 0,0 0-13 0,0 0-10 16,0 0-12-16,0 0-10 0,10 8-10 0,-5-4-7 16,1 0-11-16,3 0-8 0,1 2-6 0,-1-1-6 15,2 2-5-15,-4-1-6 0,3 2-4 0,-2-2-14 16,1 5-33-16,-1-5-37 0,-1 2-49 0,3-1-57 16,-2 1-68-16,-3 0-231 0,1-1-485 0,2 4 215 0</inkml:trace>
  <inkml:trace contextRef="#ctx0" brushRef="#br0" timeOffset="148004.41">28970 16423 247 0,'0'0'263'0,"0"0"-18"0,0 0-19 16,0 0-14-16,0 0-20 0,0 0-12 0,0 0-16 16,-6-4-15-16,6 4-16 0,0 0-15 0,0 0-12 15,0 0-9-15,0 0-9 0,0 0-13 0,0 0-8 16,0 0-2-16,0 0-9 0,0 0-5 0,7 13-4 15,-7-13-7-15,3 3-3 0,0 1-5 0,-3 1-3 16,0-2-3-16,0-3-3 0,0 8 1 0,-1-5-5 16,-1 2-4-16,2-5 2 0,-3 7-2 0,-1-3 2 15,1 0 7-15,0 1 5 0,0 0 11 0,0-1-4 16,-1 0 12-16,1-2-14 0,3-2-4 0,-4 6-1 16,3-4 8-16,-2 1 4 0,3-3 7 0,0 0-5 15,-5 3 11-15,5-3 2 0,0 0-2 0,9 3-1 16,1-3-12-16,0 0-4 0,4 0-1 0,4 0-10 15,0-1-11-15,-3-2-35 0,4 3-47 0,2-1-58 16,-3 0-69-16,1-3-83 0,1 0-258 0,-2-1-577 16,-1 2 256-16</inkml:trace>
  <inkml:trace contextRef="#ctx0" brushRef="#br0" timeOffset="149162.08">28138 16273 130 0,'-2'-4'271'0,"2"4"-14"15,0 0-18-15,0 0-20 0,0 0-21 0,0 0-17 16,0 0-23-16,0 0-18 0,0 0-8 0,-9-1-18 16,9 1-15-16,-8 4 2 0,2-1-19 0,1 1-2 15,-2 1-11-15,0-2-6 0,0 2-5 0,-1 0-9 16,3 2-4-16,-6-1 6 0,3 0-14 0,-2 4-3 15,1-4-1-15,-1 0-7 0,1 2 0 0,3 0-10 16,-3-2-14-16,3-1-15 0,2 0-28 0,-4 2-22 16,1-2-39-16,3-1-43 0,3 2-50 0,-2-5-198 15,-2 2-424-15,5-3 189 0</inkml:trace>
  <inkml:trace contextRef="#ctx0" brushRef="#br0" timeOffset="149380.82">27987 16298 139 0,'-4'-2'294'0,"4"2"-15"16,0 0-24-16,0 0-24 0,0 0-26 0,0 0-20 16,0 0-16-16,0 0-17 0,0 0-16 0,13 7-13 15,-7-4-12-15,-2 1-11 0,2 1-10 0,3 3-11 16,-1 0-6-16,2-1-9 0,0 2-16 0,0-1-33 15,1 5-47-15,1-3-57 0,-2-2-84 0,2 1-236 16,1 0-444-16,0 1 197 0</inkml:trace>
  <inkml:trace contextRef="#ctx0" brushRef="#br0" timeOffset="149599.55">28266 16464 61 0,'0'0'310'0,"0"0"-9"0,0 0-21 0,0 0-33 16,0 0-25-16,0 0-22 0,0 0-21 0,0 0-19 15,0 0-17-15,0 0-11 0,5 12-16 0,-4-7-10 16,1 1-11-16,-2 0-11 0,1 2-7 0,1 0-6 16,0 2-7-16,1-2-7 0,-2 2-33 0,2 0-37 15,1 1-43-15,-3 2-71 0,3-2-91 0,-4 0-202 16,7 1-454-16,-3-4 202 0</inkml:trace>
  <inkml:trace contextRef="#ctx0" brushRef="#br0" timeOffset="154720.49">26510 14088 150 0,'0'0'187'0,"0"0"-13"0,0 0-12 16,0 0-10-16,0 0-12 0,0 0-8 0,0 0-12 15,-5-5-11-15,5 5-5 0,0 0-13 0,0 0-8 16,0 0-4-16,0 0-8 0,0 0-5 0,0 0-3 15,0 0-5-15,0 0-4 0,0 0-5 0,0 0-4 16,0 0-3-16,0 0-1 0,0 0-3 0,0 0-2 16,0 0-3-16,0 0 5 0,0 0-4 0,0 0 3 15,0 0-3-15,0 0 4 0,0 0-5 0,0 0 3 0,0 0 0 16,0 0-5-16,0 0 1 0,0 0-3 16,0 0-3-16,0 0-2 0,0 0-3 0,0 0 0 15,0 0-2-15,0 0-2 0,-2-2-2 0,2 2 0 0,0 0-3 16,0 0-3-16,0 0-4 0,0 0 4 0,0 0-2 15,0 0-3-15,0 0 1 0,0 0 1 0,0 0 1 16,0 0-3-16,0 0 2 0,0 0-3 0,0 0 0 16,0 0 2-16,0 0-1 0,0 0-1 0,0 0-2 15,0 0 5-15,0 0-4 0,0 0-1 0,0 0-2 16,0 0 2-16,0 0 0 0,0 0 0 0,0 0 2 16,0 0-4-16,0 0 0 0,0 0 3 0,0 0-2 15,0 0 0-15,0 0-2 0,0 0 1 0,0 0 2 16,0 0-2-16,0 0 3 0,0 0-2 0,0 0-4 15,0 0 6-15,0 0-2 0,0 0-2 0,0 0 2 16,0 0-5-16,0 0 5 0,0 0 2 0,0 0-2 16,0 0-2-16,0 0 4 0,0 0-2 0,0 0 0 0,0 0-1 15,0 0 2-15,0 0 0 0,0 0-3 0,0 0 2 16,0 0 1-16,0 0-1 0,0 0 0 0,0 0 1 16,0 0 1-16,0 0-2 0,0 0 0 0,0 0 0 15,0 0 1-15,0 0-2 0,0 0 1 0,0 0 0 16,0 0 0-16,0 0 0 0,0 0 0 0,0 0-1 15,0 0 0-15,0 0-2 0,0 0 1 0,0 0 0 16,0 0 2-16,0 0-3 0,0 0 3 0,0 0-5 16,-4 10 5-16,4-10-2 0,0 0 1 0,0 0 1 15,0 5-1-15,0-5 2 0,0 0-2 0,0 5 1 16,0-5 2-16,0 0-4 0,0 6-3 0,1-4 3 16,-1-2 1-16,0 0 2 0,0 0 1 0,0 5-2 15,0-5 1-15,0 4 2 0,0-4-3 0,0 4-1 0,0-4-1 16,3 4 1-16,-3-4 2 0,0 0-2 15,1 5-1-15,-1-1 2 0,0-4 0 0,0 0 1 16,0 5 2-16,0-2-2 0,0-3-1 0,1 6 2 0,-1-6-1 16,2 4-2-16,-2-4 1 0,3 3-2 0,-3-3 1 15,2 5-2-15,-2-2 6 0,0-3-2 0,3 4 2 16,-1-1-8-16,-1 0 5 0,2 0 0 0,-3-3-1 16,5 4 1-16,-1-3 1 0,-4-1-1 0,5 7-2 15,0-7 0-15,-5 0 2 0,9 0 3 0,-9 0-7 16,10-2 5-16,-10 2-5 0,10-4 7 0,-7 4-4 15,1-2 3-15,3-1-2 0,-4-1-1 0,2 2 3 16,-1-2-1-16,0-1 0 0,0 1 3 0,-2 1-1 16,3-1 0-16,-3 1 1 0,-2 3-1 0,3-8-2 15,-1 4 1-15,0 2 4 0,2-3 2 0,-4 5 0 16,4-4 1-16,-3 0 0 0,-1 4 5 0,1-3 0 16,-1 3-3-16,0 0 1 0,3-3-1 0,-3 3-2 0,0 0-2 15,0 0-1-15,1-4-1 0,-1 4 0 0,0 0-4 16,0 0 2-16,0 0-3 0,0 0 0 15,0 0 0-15,0 0-3 0,0 0 2 0,0 0-3 0,0 0-1 16,7 10 4-16,-5-8 1 0,-2-2-1 0,2 8 2 16,1-3 0-16,-3 0-1 0,3 2-3 0,-2 0 1 15,-1 4-3-15,5-1 0 0,-3 2 5 0,1-4 0 16,-2 5-2-16,2 1 1 0,-1-2 4 0,1 5-5 16,-3-4 3-16,4-1-2 0,-1 1-3 0,-2 0 3 15,2-1 2-15,0 3-3 0,-2-4 0 0,4 1 3 16,-5 1 0-16,5-3-2 0,-5 3-2 0,2-6 4 15,-3 4-2-15,1-4 0 0,1-2 0 0,-1 2 4 16,-1-2-1-16,1 0 5 0,0-2 11 0,-1 2 14 16,1-5 7-16,0 5 9 0,0-5 8 0,-3 2 6 15,3-2 3-15,-7 3-4 0,7-3-9 0,-8 0-2 16,8 0-7-16,-18-3 0 0,6 1-5 0,1-1-2 0,-2 1-10 16,-1-3-20-16,-1 2-25 0,-4-2-38 0,4 1-39 15,1 2-41-15,1 0-59 0,6-1-70 0,-2 2-222 16,4 1-528-16,5 0 234 0</inkml:trace>
  <inkml:trace contextRef="#ctx0" brushRef="#br0" timeOffset="157366.42">26862 14454 111 0,'0'0'181'0,"0"0"-1"0,0 0 4 15,0 0 4-15,0 0-5 0,0 0 4 0,0 0-4 16,0 0 1-16,1-4-3 0,-1 4-3 0,0 0-4 16,0 0-5-16,0 0-11 0,0 0-7 0,0 0-12 15,0 0-18-15,0 0-18 0,0 0-2 0,0 0-13 16,0 0-9-16,0 0-15 0,0 0-6 0,0 0-8 16,3 13 0-16,-3-7-6 0,3 1-2 0,1 3-7 15,0 1-3-15,0 3-2 0,-1 3-6 0,4-6-2 0,-2 5-28 16,3 0-25-16,-1 4-32 0,1-4-33 0,-1 4-44 15,1-4-63-15,0-1-72 0,0 1-202 16,1-1-517-16,1-4 229 0</inkml:trace>
  <inkml:trace contextRef="#ctx0" brushRef="#br0" timeOffset="158570.46">26304 14832 207 0,'0'0'288'0,"-2"-3"-14"0,2 3-13 15,0 0-19-15,-2-4-21 0,2 4-23 0,0 0-21 16,0 0-20-16,0 0-19 0,0 0-13 0,0 0-13 16,0 0-10-16,0 0-17 0,0 0-3 0,0 0-10 0,0 0-5 15,0 0-12-15,-4 12-4 0,4-12-3 0,0 6-7 16,0-6-1-16,4 5-6 0,-4-1-1 0,0-4-1 15,3 5-8-15,-2-2 1 0,-1-3-4 16,3 3-4-16,-3-3 0 0,7 2 0 0,-7-2-3 0,0 0-3 16,11 0 0-16,-11 0-3 0,9-3 1 0,-5 2-2 15,2-2 1-15,0 0-1 0,-1 1-6 0,1 1 6 16,0-3-6-16,-3 1 2 0,1 1 2 0,2-1-1 16,-3 0 1-16,1 1 0 0,-4 2-2 0,4-3-1 15,-4 3 0-15,4-2-2 0,-4 2 2 0,0 0-3 16,0 0 0-16,0 0-3 0,6-1 5 0,-6 1-4 15,0 0-4-15,0 0 5 0,9 7-2 0,-7-4 4 16,0 2-3-16,1-1 0 0,0 1 3 0,-2 2 0 16,3 1-5-16,-1-3 2 0,0 3 1 0,0 2-6 15,-1 2 8-15,-2-3-5 0,4 3 0 0,0-3 2 16,-2 2-1-16,-1 2 3 0,0-2 0 0,1 0 0 16,-1 5 1-16,-1-3-3 0,3-3 3 0,-2 2 0 0,-1-4 1 15,0 3-2-15,0-6-1 0,-1 4 3 0,1-1-3 16,-3-2 3-16,3 1-1 0,-3-2 6 0,1-3 9 15,0 6 12-15,-2-4 20 0,0 0 19 0,0-1 16 16,0 0 12-16,4-3 8 0,-11 3-3 0,7-2 1 16,4-1-9-16,-15-3-15 0,4 0-6 0,4 1-4 15,-1 0-5-15,-1-2-9 0,-4 0-4 0,7 0-20 16,-4-1-33-16,1 1-48 0,2-1-39 0,-1-2-46 16,4 4-59-16,0-1-71 0,2-4-77 0,-1 3-212 15,6 1-604-15,-1 0 268 0</inkml:trace>
  <inkml:trace contextRef="#ctx0" brushRef="#br0" timeOffset="159101.77">26504 15122 115 0,'0'0'285'0,"0"0"-13"0,-6-2-19 0,6 2-22 16,0 0-18-16,0 0-19 0,0 0-21 0,0 0-16 15,0 0-13-15,0 0-16 0,0 0-14 0,0 0-13 16,0 0-11-16,0 0-7 0,0 0-8 0,0 0-7 16,0 0-5-16,14 7-12 0,-11-6-1 0,-1 3-7 15,2 0 2-15,-3-1-12 0,3 0-1 0,-2 0-4 0,0 1-8 16,-2-1 2-16,4 2-3 0,-4 0-6 0,1 0 0 15,-1-2 2-15,0 3-2 0,-1-1-4 16,1 0 9-16,-1 0 3 0,-2-1-5 0,1 1 1 0,0-1 8 16,-3 2 12-16,2-2 7 0,-1 1 11 0,0 2 11 15,-1-5 3-15,3 1-1 0,-1-1-9 0,3-2 6 16,-2 4-6-16,-1 0 10 0,3-4 6 0,0 0 7 16,-2 4 0-16,2-4-4 0,0 0 0 0,0 0-16 15,14 1-6-15,-3-2-2 0,5 1-21 0,5-1-38 16,3-1-63-16,5-3-77 0,1 1-112 0,-1 0-406 15,4-4-719-15,1 0 318 0</inkml:trace>
  <inkml:trace contextRef="#ctx0" brushRef="#br0" timeOffset="171867.56">27761 17336 143 0,'2'-6'311'0,"1"0"-5"0,-1 0-19 0,0 0-4 16,-2 0-20-16,0 0-15 0,0-2-13 0,-2 5-23 15,0-3-9-15,-3 0-29 0,0 1-21 0,-2 1-14 16,-3-3-10-16,2 4-14 0,0 2-10 0,-2-3-13 16,-3 4-5-16,1-2-12 0,1 4-12 0,-1-2-9 15,2 1-5-15,3 2-4 0,0 0-3 0,-2 2-7 16,5 0-3-16,-2 0-3 0,2 2-2 0,4-1-2 16,0 2-2-16,0 0 1 0,8 2-12 0,1 4 11 15,0 1-7-15,3 2 5 0,1-4-7 0,1 1 1 16,0 1-5-16,2 2 0 0,0-3-3 0,-2 4 3 15,1-3-5-15,-1-1 4 0,-5 2 1 0,5-2-7 16,-9-4 1-16,4 3 0 0,-5-3-4 0,1-1 5 16,-1 2-1-16,0-1-9 0,-4-3 10 0,3 4-2 15,-6-5 0-15,1-1-3 0,0 2 7 0,-2-4 1 16,1 1 31-16,-3 1 1 0,-3-2-5 0,4-2 6 16,-6 0-6-16,0-1-1 0,-2-1-29 0,-1 0 19 15,-3-2 14-15,-1-1-38 0,0-2-31 0,0 1-23 16,-3-2-26-16,2 1-20 0,5 1-24 0,-4-3-25 15,7 3-29-15,0 0-47 0,-1 1-46 0,7 0-46 0,-1 2-179 16,2-2-537-16,4 2 238 0</inkml:trace>
  <inkml:trace contextRef="#ctx0" brushRef="#br0" timeOffset="172931.58">27976 17569 180 0,'4'-4'254'0,"0"-1"-4"0,0-3-10 0,0 2-2 16,-2-2-1-16,4-1-8 0,-1-1-9 0,-3-7-6 16,3 5-8-16,-2 0-6 0,-1-7-11 15,2 2-17-15,-3-1-3 0,-1 0-8 0,3 1-18 16,-2 2 3-16,-1 4 0 0,0-1-12 0,0 2-9 0,0 1-7 15,-4 2-17-15,4 2-8 0,0 0-20 0,-1 0-6 16,1 5-6-16,-6-4-12 0,6 4-7 0,-10 1-6 16,1 4-3-16,2 0 0 0,-5 1 0 0,1 3-12 15,0 4 1-15,-5 2-7 0,4 2-11 0,-2 1-21 16,6 0-6-16,-3 1-11 0,6 0-10 0,-2-6-6 16,4 5-5-16,2-5-2 0,2 3-8 0,2-3 7 15,6-1 8-15,1 0-7 0,1-4-4 0,3-2-18 16,5 1-8-16,1-3-10 0,2-4 1 0,-2 1 12 15,3-2 4-15,7 1 4 0,-8-6 10 0,0 2 7 16,-3 0 8-16,-2 0 3 0,1-1 10 0,-4 2 8 16,-2-2 27-16,-4 2 38 0,3 2 26 0,-7-1 13 15,-1 0 2-15,-3 2-10 0,8-2-20 0,-8 2-1 16,0 0-2-16,0 0-6 0,4 6-3 0,-5-1-7 16,-2 0-1-16,2 1-2 0,-3 1-1 0,1 5-3 15,1-4-1-15,2 4-2 0,-1 1-2 0,2-3-4 16,-1 2 4-16,3-2 2 0,4 3-4 0,2-4 2 0,-2 2 2 15,2-2-7-15,5 2 2 0,4-4-2 0,-4-2-4 16,-1-2 6-16,6 0 0 0,1-2-7 16,-6-2-6-16,1-1 10 0,0-2-3 0,-2-1 2 15,-2-1-2-15,-1-1 5 0,-3-2 0 0,0 2 13 0,-6-4 6 16,-1 1-32-16,-1-1 16 0,-9-5 4 0,-1 2-16 16,-5-1 2-16,1 1 2 0,-11-2 0 0,-1 4-4 15,5 1 4-15,2 5-3 0,0-3 0 16,-1 3-3-16,3 1 3 0,2 2-15 0,5-2-13 15,3 2-31-15,1 2-23 0,1 0-14 0,6 1 14 0,-2-4-5 16,2 4-24-16,13-3-21 0,1 1-21 0,9 1-12 16,5-1-10-16,3 1 9 0,3 1 14 0,0 0 10 15,-3-2 22-15,0 4 11 0,-8-2 10 0,1 1 33 16,-1-2 10-16,-1 1 24 0,-3 0 30 0,-6 0 23 16,1 1 20-16,-6-1-3 0,2 0 4 0,-4 0-9 15,0 2-2-15,-2-1 3 0,0 1-14 0,1 2-1 16,-3 1 3-16,0 3-4 0,-2 1 0 0,0 3 4 15,0 4 17-15,-1 0 1 0,0 5 6 0,-1 7 5 16,2 4 5-16,-3-2-29 0,6-1 2 0,-3 1-5 16,2-1 0-16,-1 2-3 0,2 1-3 0,5 0 1 15,-5-1-4-15,8-2 3 0,-5 2-1 0,-1-9-6 16,4 3 2-16,-1-6-2 0,-5-6-1 0,9 4-1 16,-10-7 2-16,0-1 6 0,1-1 2 0,-2-5 32 15,2-1-6-15,-3-2-3 0,0 0-6 0,2-15-17 16,-4-1-30-16,-1-4-38 0,-2-12-41 0,2-4-39 15,-4-2-57-15,-1-15-49 0,2-1-29 0,1 3-142 16,0 2-436-16,2 16 193 0,0-2 1684 0,1 3-1120 16,4-1 52-16,-4 4 64 0,-2 2 31 0,1 5 35 15,0 3 33-15,5 1 22 0,-2 1 11 0,1 3 0 16,4 1-6-16,-3 6-3 0,0-5-15 0,0 7-14 16,2-2-11-16,1 4-3 0,2-1-24 0,0 1-7 15,-7 3-10-15,20 0-10 0,-9 0-2 0,1 4-9 16,-2 0-3-16,5 0-7 0,-3 1-3 0,3 5-4 15,-5-1 5-15,3-3-13 0,1 8-14 0,-6-3 0 16,0-1-3-16,-2 1-17 0,-1 1-11 0,0 0 0 16,-2 0-15-16,-1 0-2 0,-4 1-19 0,-2-2-11 15,-3 0-15-15,-2-1-12 0,-6 3-23 0,-3-3-18 16,3 2-38-16,-2-5-54 0,0 3-231 0,-5-5-494 16,4 4 219-16</inkml:trace>
  <inkml:trace contextRef="#ctx0" brushRef="#br0" timeOffset="173582.56">28906 17611 181 0,'0'0'266'0,"0"0"-22"0,0 0-19 0,0 0-18 0,0 0-17 16,0 0-17-16,-5 1-14 0,5-1-17 0,0 0-18 16,0 0-8-16,22-5-16 0,-15 4-10 15,2-3-5-15,0 0-15 0,5 2-7 0,0-2-10 16,-3 2-6-16,3-5-4 0,0 2-8 0,-4 0 1 16,3-3-1-16,-5 3-8 0,1-1-2 0,-1 2-1 0,1-3-2 15,-6 1-3-15,-2 2 0 0,-1 4-7 0,-1-9 4 16,-2 4 0-16,-4 1 12 0,-5-1 11 15,1 0 11-15,0 3 10 0,-1 2 3 0,1-2-1 16,0 2 10-16,-1 0 0 0,1 1 6 0,-1 0-17 16,12-1-8-16,-14 3-5 0,9 1-6 0,-1-1-2 0,1 3-4 15,5 1-1-15,0 0 6 0,0 1-8 0,5 1-1 16,2 0-4-16,4 1 4 0,4 1-9 0,0 1-10 16,7-3-45-16,-2 2-47 0,11-1-76 15,-2-2-72-15,1-1-83 0,-1-1-207 0,2-4-561 16,-1 4 248-16</inkml:trace>
  <inkml:trace contextRef="#ctx0" brushRef="#br0" timeOffset="173988.77">29937 17360 222 0,'6'-4'433'0,"-2"-1"1"15,1 1-11-15,-5 4-29 0,7-6-35 0,-6 3-35 16,-1 3-39-16,6-3-27 0,-6 3-33 0,0 0-21 16,0 0-22-16,0 0-14 0,-33 3-20 0,14 4-9 15,0-1-21-15,-5 2-6 0,-1 5-18 0,-3-1-9 0,0 3-1 16,0 0-17-16,3 3-2 0,1-2-14 16,-5 1-4-16,5 0-2 0,-5-1-5 0,5 2-4 15,0-2-5-15,6-6-9 0,1 2 1 0,-1-3 6 16,6 1-9-16,1-4-1 0,2 3-5 0,2-5 2 0,0-1 2 15,2 0-4-15,1 1 9 0,1 0 2 0,3-4-3 16,0 0 6-16,0 0-5 0,7 4-2 16,5-4-2-16,-1 1 0 0,5 0-2 0,2 1 0 15,4 0-6-15,2 3 0 0,6 0 0 0,-8-1-4 16,9 4-1-16,-9-3 2 0,6 2-4 0,2-1 1 0,-8 0-2 16,-3 2 1-16,4 1-4 0,-6-2-32 0,0 1-37 15,1 0-36-15,-4-1-48 0,2 1-36 0,-4 0-50 16,-2 0-43-16,0-2-71 0,-1 0-332 15,-2 1-743-15,1-2 329 0</inkml:trace>
  <inkml:trace contextRef="#ctx0" brushRef="#br0" timeOffset="175160.56">30514 17487 397 0,'0'0'405'0,"1"-5"-25"0,-1 5-43 0,0-4-36 15,0 4-32-15,0 0-32 0,-12 0-20 0,12 0-18 16,-16 2-18-16,6 3-11 0,-2 1-35 0,-2-1 2 15,2 0-11-15,-2 5-17 0,3-1-9 0,2 2-7 16,-3 1-11-16,4-1-18 0,2-3 6 0,2 3-5 16,4-1 0-16,0 0-5 0,7 3-7 0,1-5-4 15,0 2-2-15,8-1-7 0,2 0 1 0,1-4-5 16,-2 0-5-16,4-4 3 0,1 1-7 0,0-4 0 16,-2-3-5-16,1 1 1 0,-1-2-6 0,-2-3-2 15,-3-3 3-15,-2 2-1 0,0-4-3 0,-3 0 0 16,-1-2-2-16,-7 5 5 0,1-2-6 0,-3-3 8 15,-4 4-21-15,0 1 9 0,-2-1-7 0,-3 3-7 16,-5-3 3-16,-3 5-14 0,0 1-39 0,-2 3-53 16,-1 0-52-16,-5 3-65 0,2 3-108 0,-9 1-310 15,5 6-699-15,5-2 309 0</inkml:trace>
  <inkml:trace contextRef="#ctx0" brushRef="#br0" timeOffset="182822.4">10478 4435 115 0,'0'0'145'0,"0"0"-8"15,-7-4-2-15,7 4-12 0,0 0-9 0,0 0 6 16,0 0-13-16,-10 6 0 0,10-6-1 0,-6 5-15 15,3-2 2-15,0 0 3 0,-3 2-4 0,4-2-8 0,-3 2-6 16,1 1-8-16,-2 1-2 0,1-1 2 16,-2 3-8-16,2 0-2 0,-1 3-8 0,1 1-3 15,-3-3-2-15,4 3-7 0,-2-2-4 0,0 2 4 0,2 0-4 16,0 2-5-16,-4-3-3 0,4 0-2 0,0 3-4 16,0-2 1-16,-2 0-3 0,2-1 2 15,-1 1-5-15,1 1-3 0,0-1-2 0,0-2 5 16,-2 0-6-16,2-1 0 0,3 3-2 0,-2-4-5 0,-1 1 4 15,2-3 0-15,-4 1 1 0,5 0-1 0,-2-1-2 16,2-1-1-16,-4 0-1 0,4 1 0 0,0-4 1 16,-1 2-2-16,-1-2 3 0,2 1-1 0,1-4 0 15,-1 5-1-15,1-5 0 0,0 0-1 0,-2 4 1 16,2-4-9-16,0 0-16 0,-2 2-26 0,2-2-34 16,0 0-55-16,0 0-53 0,0 0-187 0,0 0-406 15,0 0 179-15</inkml:trace>
  <inkml:trace contextRef="#ctx0" brushRef="#br0" timeOffset="183212.99">10218 4734 162 0,'0'0'163'0,"0"0"-11"0,0 0-10 15,0 0-9-15,0 0-10 0,0 0-8 0,0 0 1 16,0 0 4-16,0 0-3 0,0 0-8 16,0 0-4-16,0 0-8 0,-1 13-5 0,1-13-8 15,1 9 4-15,-1-4-5 0,-1 0-9 0,1 2-4 0,-2-2-7 16,4 1-6-16,-4 1-4 0,0-1-1 0,2 1-4 15,-2 1-3-15,2-2-2 0,-1 3-1 0,1-3 0 16,-4 0-3-16,3 2-3 0,1-3 4 0,-2-1-6 16,2 3-2-16,0-3 1 0,0-4 0 0,-1 7 4 15,1-2 1-15,0-5 6 0,4 3 10 0,1-1 2 16,-1 1 1-16,3-3-1 0,4-2-6 0,4 1-6 16,-4-2-3-16,13-1-3 0,-3 1-9 0,-1-4-23 15,2 2-39-15,-2-4-54 0,-2 4-61 0,5-2-74 16,6-3-262-16,-13 1-522 0,7 0 231 0</inkml:trace>
  <inkml:trace contextRef="#ctx0" brushRef="#br0" timeOffset="183962.94">10467 3682 202 0,'0'0'332'0,"0"0"-7"15,-4-3-10-15,4 3-15 0,0 0-15 0,0 0-13 16,0 0-23-16,0 0-18 0,0 0-21 0,0 0-21 15,12-3-16-15,-5-1-16 0,1 3-18 0,0-1-10 16,5-1-10-16,0 1-16 0,5-2-10 0,2-2-10 16,0 3-8-16,1 0-6 0,2 1-6 0,0-3-4 15,0 4-19-15,-1-3 11 0,1 2-12 0,-1 1-5 16,-1 0-12-16,-3 1-30 0,-4-2-20 0,1 4-20 0,-4-2-31 16,1-2-31-16,-6 2-28 0,-1 2-28 0,-5-2-17 15,8 1-14-15,-8-1-37 0,2 3-33 16,-2-3-217-16,0 0-523 0,-14 10 231 0</inkml:trace>
  <inkml:trace contextRef="#ctx0" brushRef="#br0" timeOffset="184322.28">10475 3752 143 0,'6'-4'259'0,"-6"4"-15"15,0 0-21-15,8-1-17 0,-8 1-17 0,7 0-12 16,-7 0-14-16,11 4-16 0,-6-2-12 0,2 2-16 15,-2 1-12-15,3 0-8 0,1 2-7 0,-3-1-11 16,5 2-10-16,-1-1-7 0,-1 3-5 0,2-3-5 16,0 4-7-16,1-5-4 0,-4 4-4 0,2-2 4 15,-2 2-12-15,3-2 0 0,-2-1-3 0,1 1-8 16,-1 1-16-16,-2-3-17 0,0-2-26 0,-1 1-26 16,-1-1-28-16,2 0-31 0,-3-3-38 0,3 0-45 15,-2 1-163-15,-5-2-399 0,0 0 177 0</inkml:trace>
  <inkml:trace contextRef="#ctx0" brushRef="#br0" timeOffset="184650.38">10883 3671 278 0,'0'-5'289'0,"0"5"-9"0,0 0-17 0,0 0-19 16,0 0-22-16,0 0-25 0,0 0-22 0,0 0-17 15,0 0-18-15,0 0-8 0,0 0-15 16,0 0-10-16,0 0-6 0,-4 16-14 0,3-11-5 16,-2 2-6-16,0 2-2 0,-1 3-7 0,-3-3-6 0,5 2-7 15,-6 2-3-15,4-1-6 0,-2 0 0 0,1 4-8 16,-1-3-4-16,-2 2-4 0,3-2 3 0,-1 1-9 15,1-3 0-15,-2 1-1 0,0 0-1 16,0-2-2-16,2 1-14 0,2-2-28 0,-4 0-27 0,3 0-22 16,0-3-31-16,2 1-44 0,0-1-52 0,-1-1-57 15,2 0-201-15,-3-2-495 0,7 2 220 0</inkml:trace>
  <inkml:trace contextRef="#ctx0" brushRef="#br0" timeOffset="185339.34">10942 3962 213 0,'0'0'268'0,"0"0"-17"15,0 0-17-15,0 0-20 0,0 0-19 0,0 0-21 16,1-4-19-16,-1 4-10 0,0 0-22 0,0 0-10 15,0 0-11-15,0 0-10 0,3 13-8 0,-3-10-6 16,0-3-8-16,0 11-3 0,0-7-8 0,4 3-11 16,-3 0-2-16,3 0-5 0,-4 5-3 0,3-2-2 15,-3-2-8-15,3 1-3 0,-1 3-5 0,1-6-9 16,0-1-5-16,0 3-3 0,-1-3 0 0,0 1-10 16,-1 0-3-16,3-1-2 0,-1-3 1 0,2 1 0 15,-5-3 4-15,4 1 0 0,-4-1 0 0,10-1 1 16,-10 1 3-16,11-4-1 0,-6 1 0 0,-1-2 0 15,2 0 1-15,-1-1-1 0,3-1 4 0,-5 2-4 16,4-1 10-16,-6-1 10 0,3 2 11 0,0-1 8 16,1-1 15-16,0 4-5 0,0-3-1 0,-3 1 4 15,2 3 1-15,-2-3-6 0,0 2-7 0,-2 3-5 16,4-5-3-16,-4 5-8 0,0 0 0 0,6 0-3 16,-6 0 0-16,0 0-5 0,13 5-2 0,-9-2 4 15,-3 0-5-15,8 1 0 0,-4-3 5 0,2 4-9 16,-2-3 1-16,-1 2 5 0,5-2-5 0,-5 1 3 15,1-2-2-15,4 0 1 0,-3 1-1 0,1-2 0 0,-7 0-1 16,10 0 6-16,-10 0-6 0,10-3-1 16,-6 1 2-16,-1-2 1 0,1 0 4 0,0-3 13 15,-1 5 8-15,-3-6 7 0,1-1-12 0,-1 3 2 0,2-5-4 16,-4 3-2-16,1-4-3 0,-2 1-2 0,1-2-4 16,-4 2 3-16,5-1-14 0,-3 1-14 0,-1 0-18 15,4 3-24-15,-2 2-28 0,0 0-38 0,0 1-50 16,-1 0-48-16,2-1-60 0,-2 6-207 0,0-2-522 15,4 2 230-15</inkml:trace>
  <inkml:trace contextRef="#ctx0" brushRef="#br0" timeOffset="185776.82">11325 3503 241 0,'0'-4'369'0,"0"4"-27"0,0-6-14 16,0 6-22-16,4-3-23 0,-4 3-41 0,0 0-27 15,0 0-20-15,0 0-31 0,0 0-13 0,0 0-14 16,0 0-9-16,6 15-18 0,-5-10-12 0,2 7-6 16,1-2-10-16,-3 0-6 0,5 3-5 0,-1 2-13 15,-1 2-4-15,2-4-3 0,-2 2-6 0,4 2-1 16,-3 1-7-16,1-2-1 0,-1-3-12 0,2 1-11 0,-1-1-15 15,-5-3-20-15,6-1-21 0,-5 1-19 0,2-1-18 16,-1-1-31-16,1 0-25 0,-2-3-33 16,-1 0-36-16,2-3-35 0,0 2-47 0,-3-4-153 15,-2 4-476-15,2-4 211 0</inkml:trace>
  <inkml:trace contextRef="#ctx0" brushRef="#br0" timeOffset="186042.42">11222 3507 337 0,'0'0'372'0,"0"-4"-5"0,0 4-2 16,-3-6-28-16,3 6-13 0,0-5-23 0,0 5-24 15,0-5-32-15,3 3-21 0,-3 2-25 0,5-5-19 16,-1 0-20-16,3 3-18 0,-4 1-14 0,2-3-10 15,2 3-14-15,4-3-16 0,1 1-27 0,-2 1-19 16,5 0-27-16,-6 1-30 0,8-2-26 0,-4 3-18 16,2 0-19-16,0-1-19 0,-1-1-28 0,-2 0-26 15,-1 1-34-15,1 1-35 0,-4-1-45 0,-1 1-38 16,-7 0-172-16,14 1-514 0,-9 0 227 0</inkml:trace>
  <inkml:trace contextRef="#ctx0" brushRef="#br0" timeOffset="186495.51">11537 3620 159 0,'0'0'204'0,"9"2"-17"0,-4-1-17 0,-1 3-13 15,3-3-16-15,1 1-13 0,-1 2-12 0,0 3-14 16,-2-2-6-16,6 0-11 0,-7 0-9 15,3 2-3-15,-3-3-11 0,3 1-9 0,-2 2-4 0,-1-2-4 16,0 0-7-16,-1 3-1 0,-3-2-5 0,3-1 0 16,-3 2-4-16,0-3-1 0,-3 1 4 0,3 0 8 15,-3-1 1-15,-2-2 5 0,-2 2 1 16,3-1-2-16,-1-1-2 0,1 0 5 0,4-2 4 0,-11 1 6 16,11-1 2-16,-11-3 1 0,4 2-7 0,3-3-1 15,4 4-10-15,-3-8-4 0,3 3-9 0,0-1-11 16,3-1-29-16,1 0-29 0,3-2-29 0,2 0-32 15,2 2-27-15,0-3-21 0,7 3-18 0,-6-1-17 16,6 2-5-16,-6 3-120 0,4-3-335 0,-5 1 148 16</inkml:trace>
  <inkml:trace contextRef="#ctx0" brushRef="#br0" timeOffset="186995.48">11793 3623 166 0,'4'-3'29'0,"-4"3"32"16,0 0 7-16,0 0 24 0,0 0 16 0,0 0 12 15,0 0 6-15,0-5 0 0,0 5 0 0,0 0-1 16,0 0-15-16,0 0-5 0,-14-1-9 0,14 1-11 15,0 0-10-15,-9 3-4 0,9-3-8 0,-8 6-3 16,5-2-7-16,-2-2-10 0,-2 3-3 0,3-1-4 16,1 3-2-16,-2-4-5 0,2 5-4 0,0-1 0 15,1-3-2-15,0 5-1 0,-2 0-1 0,4-2-5 0,0-1-5 16,4-1-8-16,-2 0-1 0,0 0-9 16,2-1-11-16,3 0-11 0,-4-2-13 0,8-2-10 15,-6 0 1-15,2 0-9 0,1-2 4 0,2 0 4 16,-1-2 9-16,1-1 3 0,-1-2 4 0,-2 2 7 0,-1 0 14 15,-1-3 18-15,1 4 18 0,0-5 26 0,-3 2 12 16,-2 2 6-16,2-1 12 0,1 3 9 16,-3-1-2-16,-1 4-7 0,2-4-6 0,-2 4-9 15,1-7-10-15,-1 7-10 0,0 0-4 0,0 0-4 0,0 0-6 16,0 0-2-16,0 0-2 0,0 0-1 0,0 0-1 16,2 16-6-16,-1-12 2 0,-1 1-3 0,4 0-5 15,-4 1-2-15,5-1-2 0,-3 1-5 0,0-4 0 16,1 2 1-16,1 0-4 0,-1 0-3 0,1-3 3 15,-1 2 0-15,1-2 2 0,-4-1 0 0,11 0-3 16,-11 0 3-16,9-2 0 0,-6-1 0 0,1 0 4 16,-1-2 9-16,1 3 15 0,-3-2 13 0,-1 4 11 15,8-7 12-15,-5 2 12 0,0 1 8 0,0 3 14 16,-3 1-7-16,4-5-6 0,-3 2-8 0,-1 3-6 16,4-4-10-16,-4 4-9 0,0 0-6 0,3-3-2 15,-3 3-2-15,0 0-10 0,0 0-4 0,0 0-20 16,13 1-20-16,-13-1-17 0,0 0-21 0,9 2-29 15,-4 0-40-15,-1 2-47 0,-4-4-59 0,11 0-67 16,-11 0-174-16,8 1-504 0,-4-1 222 0</inkml:trace>
  <inkml:trace contextRef="#ctx0" brushRef="#br0" timeOffset="187198.58">11863 3395 104 0,'-2'-4'403'16,"2"0"-19"-16,0 4-27 0,-1-8-23 0,2 4-38 0,-1 4-32 15,-1-6-27-15,1 6-12 0,0 0-35 0,-2-4-25 16,2 4-44-16,0 0-46 0,0 0-41 16,6-1-46-16,-6 1-51 0,9 6-59 0,-7-1-64 15,2-3-61-15,0 4-180 0,0-3-462 0,3 2 204 0</inkml:trace>
  <inkml:trace contextRef="#ctx0" brushRef="#br0" timeOffset="188177.5">12014 3378 304 0,'0'0'289'0,"-2"-4"-27"15,2 4-30-15,0 0-21 0,0 0-22 16,0 0-24-16,0 0-15 0,0 0-13 0,8 12-14 0,-5-6-11 15,2-1-12-15,4 6-12 0,-4-4-6 0,-1 5-4 16,4-1-8-16,3 3-7 0,-3 2-7 0,2 1-6 16,-4-8-3-16,0 2-6 0,2 1-2 0,-4 1-5 15,1-1-5-15,0-1-1 0,0-1-3 0,-1 0-5 16,-2-4-3-16,-1 1-5 0,2-2 1 0,-2 0-1 16,1 0-1-16,0-1 4 0,0-2 0 0,-2-2 11 15,1 5 12-15,-1-5 10 0,0 0 5 0,1 3 4 16,-1-3 6-16,0 0-4 0,0 0 0 0,0 0 2 15,0 0-2-15,0 0 6 0,0 0-10 0,0 0-6 16,0 0-5-16,0 0 0 0,0 0-14 0,0 0-3 16,0 0-5-16,0 0-3 0,0 0-5 0,6 2-2 15,-6-2-5-15,13 0-5 0,-7 1-21 0,5 1-16 16,2-2-16-16,-2-2-16 0,0 2-16 0,1-1-14 16,1 0-12-16,-3 0-8 0,1 0-9 0,-2-1-5 15,1 1-6-15,0-3 10 0,-5 2 9 0,4-1 0 16,-3-1 15-16,-2 0 12 0,2 1 9 0,-3 0 9 15,-1 1 8-15,1-2 16 0,-3 4 16 0,0-8 11 16,0 8 11-16,0-3 11 0,0 3 5 0,0 0 7 0,0-5-3 16,0 5-3-16,0 0-3 0,0 0-1 0,0 0-1 15,0 0-3-15,0 0-1 0,0 0 2 16,0 0 2-16,0 0-1 0,0 0 0 0,0 0 4 16,0 0-2-16,7 13 4 0,-7-9-4 0,0-4 2 0,1 5 8 15,-1-5-11-15,5 5 4 0,-2-2-2 0,0 1 1 16,-2 0-1-16,3-1-2 0,1-1-4 0,-3-1 1 15,-2-1-11-15,7 2-6 0,-7-2-9 0,8 2-14 16,-8-2-1-16,0 0 5 0,11-4 4 0,-11 4-1 16,4-4 6-16,-4 0 1 0,2 0 10 0,-2 4 0 15,0-7 9-15,0 3 10 0,-2-1 12 0,-1-1 7 16,-2 1 10-16,4 0 8 0,-5 2 8 0,2-3 6 16,-1 2 2-16,2-1 10 0,-1 0 9 0,1 1 3 15,0 0 2-15,-1 2 2 0,3-2-2 0,1 4-4 16,-6-5-4-16,6 5-2 0,-1-5-6 0,1 5-11 15,0-5-2-15,0 5-8 0,4-7-4 0,0 7-6 16,-4 0-3-16,9-1-6 0,-4 0-4 0,4 0-4 16,-9 1 1-16,14-1-2 0,-7 2-7 0,2 1-3 15,-3-2-3-15,1 1-4 0,0-1-4 0,-2 3-4 16,3 3-5-16,-4-2-11 0,2 0-4 0,-1-1-8 16,-1 3-3-16,0 0-8 0,1 2-5 0,0 0 13 15,-4-3-16-15,2 1 3 0,-2 1 0 0,0-1-6 16,2-1 2-16,-3 2 2 0,0-2 9 0,2-3 2 0,-1 4 7 15,2-3 9-15,-2 0 0 0,-1-3 8 16,0 0 1-16,0 4 5 0,0-4 7 0,0 0 6 16,0 0 9-16,12-9 10 0,-11 4 6 0,2 1 10 15,0-1 8-15,1 0 11 0,0-2 12 0,-2-1 8 16,2 1 13-16,0-2 9 0,0-1 6 0,-3 2 7 0,3 1 7 0,0 2 3 0,-1-3-2 16,0 3-8-16,-2-1-7 0,2-1-13 0,-2 5-10 15,2-3-7-15,-2 1-8 0,2 2-7 0,-3 2-4 16,4-3-13-16,-4 3 8 0,4-1-18 0,-4 1-2 15,0 0-2-15,12 5-1 0,-6-2-2 0,-2 0-8 16,0 2-12-16,1 2-12 0,-2-3-12 0,1 4-14 16,0-2-21-16,1 0-22 0,-3 0-27 0,6 2-29 0,-4 0-37 15,0 1-25-15,3-3-66 0,-4 1-223 16,1-1-530-16,2 2 234 0</inkml:trace>
  <inkml:trace contextRef="#ctx0" brushRef="#br0" timeOffset="190569.45">13095 3272 250 0,'0'0'248'0,"5"-3"2"0,-2 1-11 16,-3 2-13-16,3-4-2 0,-3 4-9 0,2-5-13 15,-2 5-8-15,0 0-18 0,4-3-11 0,-2 1-12 0,-2 2-14 16,0 0-11-16,3-3-12 0,-3 3-12 0,0 0-14 15,0 0-7-15,0 0-11 0,0 0-12 0,0 0-18 16,0 0-3-16,0 0-12 0,0 0-4 16,0 0-3-16,0 0-3 0,-6 16 6 0,3-11-10 0,-2 1-1 15,-3 2-1-15,2-1 0 0,-1 6-2 0,-1-4 1 16,-4 5 0-16,1 3-2 0,1-5 1 0,-3 3 0 16,1-1-1-16,-3-2 1 0,1 1-1 0,2-1-3 15,0 1 2-15,-3-2-2 0,7-2-2 0,-2 0 1 16,1-1-1-16,1 1 3 0,5-4-5 0,-4 0 2 15,4 0-5-15,-1-1 1 0,1-1 0 0,2 0-2 0,-3-1 4 16,4-2-2-16,-1 6 4 0,1-6 0 16,0 0 3-16,1 7 1 0,4-6-2 0,-2 1 1 15,3 0-3-15,-1-2 1 0,-1 2 2 0,3 1-2 16,1-3 6-16,0 1-8 0,3 1-1 0,0 1 0 0,0-2 1 16,0 3 1-16,4 1-4 0,-3-2 2 0,4 1 1 15,-1-2 3-15,4 2-1 0,-5 0-2 0,1 0-2 16,-1-2 3-16,-1 2-3 0,-1 0 3 15,2 0-1-15,-5-1 2 0,2-1-4 0,-1 1 2 0,-2-2-2 16,-4 1-2-16,3 0 5 0,-3-1-5 0,-4-1 0 16,6 3-3-16,-6-3-3 0,0 0-5 0,7 0-8 15,-7 0-29-15,0 0-21 0,0 0-25 0,0 0-23 16,0 0-36-16,0 0-40 0,-17-8-60 0,16 4-209 16,-5 2-503-16,6 2 222 0</inkml:trace>
  <inkml:trace contextRef="#ctx0" brushRef="#br0" timeOffset="191335.03">13478 3320 237 0,'-1'-4'281'0,"1"4"-11"0,0 0-17 16,0 0-19-16,0 0-24 0,-8-1-23 0,8 1-16 16,0 0-21-16,0 0-14 0,0 0-8 0,-7 6-9 15,3-2-9-15,1-2-9 0,0 2-5 0,-1-1-12 16,0 4-4-16,0-2-8 0,2 1-7 0,-1 1-5 15,2-2 2-15,-5 1-11 0,5 1-1 0,1 1-2 16,-2-3-7-16,2 1-4 0,-4 2-3 0,4-2 0 16,0 0 2-16,0 1-7 0,0 1 0 0,0-2 4 15,0-1-10-15,3 2 0 0,-2-2 1 0,2-1-1 16,3 5 3-16,-4-6-7 0,6 1 4 0,-1 0 0 16,1 3-6-16,1-5-3 0,1-2 2 0,-2 0-3 0,2 1-1 15,2-1 0-15,-4 0 4 0,1-1-6 0,3-1 0 16,-3-1 0-16,-2-1 3 0,0 1-3 15,2-3 7-15,-2 2 17 0,0-4 9 0,-3 2 12 16,0-3 13-16,-1-1 6 0,1 0 10 0,-3-2-2 0,2 2-3 16,-6-2-3-16,3 3 10 0,-6-1-20 0,2 0-10 15,-1-2-3-15,0 4-5 0,-1 0-11 0,2 2-1 16,-4-3-26-16,3 5-39 0,-2 0-43 0,0 1-49 16,-1 2-47-16,0-1-49 0,0 5-76 0,-2-1-369 15,1 1-717-15,1 3 318 0</inkml:trace>
  <inkml:trace contextRef="#ctx0" brushRef="#br0" timeOffset="193191.25">15033 4816 157 0,'-3'-4'256'16,"-1"1"-3"-16,3-2-13 0,-5 0-9 0,2 3-16 16,0-1-13-16,0 0-10 0,-3 0-17 0,5 0-16 15,-4 0-21-15,1 2-8 0,5 1-12 0,-10-1-14 16,10 1-12-16,-13 1-12 0,7 0-6 0,-3 3-3 15,3 1-14-15,-6 1-1 0,1 2-5 0,2 0-5 16,-1 4-3-16,-2-1-3 0,1 2-2 0,0 4 1 16,2-2 4-16,-2 2-10 0,1 0-5 0,1 2 3 15,-1-1-5-15,3 8 3 0,-1 3 1 0,0-5-5 16,3-2 1-16,3-2-1 0,-2 1-5 0,1-1 11 16,2 1-14-16,1-2-1 0,0 1 2 0,0 0-3 15,1 0-1-15,-1-1-3 0,3 1 4 0,1-2-3 0,-2 0-1 16,2 0 0-16,-3-6 2 0,7 5-5 0,-7-6 2 15,2 4 3-15,1-4-7 0,-1 2 0 16,1-3-1-16,-2 0 2 0,2 0-4 0,0 1 2 16,-2-4-7-16,1 1 7 0,-2 0 1 0,2-2 2 0,-2 0-5 15,2 0-3-15,-1 0 13 0,-1 0-12 0,-1-2-2 16,1 1 3-16,2 0 1 0,-3-2-5 0,0 2 3 0,0 0 0 0,4-2 1 16,-4 1 0-16,0-1-7 0,0-3 6 0,0 7 1 15,3-4 1-15,-3-3-2 0,1 5 1 0,-1-5-7 16,0 6 10-16,0-6-4 0,2 4-13 0,-2-4-3 15,0 0-2-15,3 5-5 0,-3-5 0 0,2 1-14 16,-2-1-9-16,1 5-8 0,-1-5-8 0,2 4-12 16,-2-4-10-16,0 0-6 0,1 4-15 0,-1-4-6 15,1 4 8-15,-1-4-24 0,0 5-16 0,0-5-32 0,2 3-20 16,-2-3-15-16,0 0-154 0,1 3-394 16,-1-3 174-16</inkml:trace>
  <inkml:trace contextRef="#ctx0" brushRef="#br0" timeOffset="193534.96">15007 5441 115 0,'0'0'203'0,"0"0"-6"0,0 0-6 0,0 0-14 15,0 0-10-15,0 0-13 0,0 0-7 0,0 0-8 16,0 0-10-16,0 0-5 0,-11 10-9 0,8-6-9 16,1-1-9-16,-2 2-9 0,1-1-6 0,-1 0-5 15,1 1-6-15,-1 2-5 0,0-2-11 0,1 1 3 16,-1 1-14-16,0-1 3 0,0-1-7 0,-3 6-1 0,5-6-5 15,0 1-3-15,-3 2-3 0,2-3-3 0,0 1-2 16,1-2-5-16,-1 3-15 0,0-3-23 16,2 1-21-16,-2-2-32 0,1 2-32 0,0-2-35 15,2-3-37-15,-1 7-47 0,1-7-128 0,-3 4-381 0,3-4 169 16</inkml:trace>
  <inkml:trace contextRef="#ctx0" brushRef="#br0" timeOffset="193753.7">14761 5600 126 0,'-1'-5'335'16,"1"5"-8"-16,0 0-14 0,0 0-17 0,0 0-19 16,0 0-26-16,1-4-17 0,-1 4-26 0,0 0-20 15,0 0-21-15,0 0-18 0,0 0-10 0,12 1-16 16,-12-1-16-16,11 3-10 0,-1-1-16 0,-4 0-33 15,8 0-36-15,-2 1-44 0,0-1-50 0,2 2-56 16,5-1-73-16,-1 1-83 0,2 1-160 0,2-2-492 16,0 0 219-16</inkml:trace>
  <inkml:trace contextRef="#ctx0" brushRef="#br0" timeOffset="194519.27">15051 4168 152 0,'5'-3'274'0,"-1"0"-17"0,3-3-21 16,5 0-15-16,-2 3-19 0,2-3-19 16,1 4-16-16,0-4-7 0,2 5-11 0,-3-3-14 0,8 2-14 15,0-1-15-15,1 1-10 0,2 1-7 0,-5 1-9 16,2-2-8-16,2 1-8 0,3 2-9 0,-6-1-3 15,0 0-16-15,-6 0-27 0,1 2-25 0,-2-2-27 16,-5 2-23-16,1-2-39 0,-4 1-36 0,3-1-36 16,-7 0-29-16,0 0-155 0,0 0-390 0,0 0 173 15</inkml:trace>
  <inkml:trace contextRef="#ctx0" brushRef="#br0" timeOffset="194769.25">15051 4187 65 0,'0'0'223'0,"0"0"1"0,-2 7-12 0,2-7-10 16,4 6-14-16,0-2-15 0,-1-2-5 16,1 6-13-16,5-3-12 0,-3 3-16 0,2 0-12 15,1-1-13-15,0 1-9 0,2 1-9 0,0-1-8 0,2 1-7 16,-2 0-8-16,3 1-4 0,2 0-6 0,-1 1-4 15,-3-3-2-15,4 3-5 0,-2-4-16 0,-3-2-32 16,1 3-37-16,2-3-26 0,-2 0-45 0,-1-2-48 16,0 1-62-16,-1-4-127 0,-2 1-381 0,0-1 168 15</inkml:trace>
  <inkml:trace contextRef="#ctx0" brushRef="#br0" timeOffset="195034.86">15495 4077 43 0,'2'-5'324'0,"-2"5"-13"0,0 0-8 15,3-4-27-15,-3 4-20 0,0 0-33 0,0 0-18 0,0 0-21 16,0 0-18-16,0 0-13 0,0 0-21 16,-9 14-10-16,8-7-10 0,-2-1-11 0,-1 3-9 15,1 2-9-15,-5 0-8 0,4 4-2 0,2-4-9 16,-5 4-7-16,1 1-6 0,1 1-3 0,-3 0-6 0,2 0-16 15,1-2-32-15,-1 3-13 0,-1-2-22 0,1 2-24 16,0-2-31-16,-1 1-24 0,2-4-44 16,2 0-55-16,-1-1-247 0,-2-2-504 0,3 0 224 0</inkml:trace>
  <inkml:trace contextRef="#ctx0" brushRef="#br0" timeOffset="195628.56">15578 4435 199 0,'0'0'281'0,"0"0"-21"15,0 0-19-15,0 0-24 0,0 0-23 0,0 0-23 16,0 0-18-16,0 0-16 0,0 0-14 0,0 0-13 0,0 0-12 16,-4 10-10-16,4-6-9 0,0 2-6 0,0-1-8 15,0 2-7-15,0 2-3 0,0-2-5 16,0 1-5-16,0-1-3 0,3 3-5 0,-3 2-7 0,-3-4-3 15,6 0 0-15,-2 0-4 0,-1-1-9 0,3-1 3 16,-2-2-4-16,2 1-4 0,-1 1-3 0,-1-3 2 16,0 0-2-16,-1-3 0 0,6 1 1 0,-6-1-4 15,10-1-2-15,-10 1 4 0,10-5-4 0,-6 4 2 16,2-4-2-16,2 2 3 0,-3-1 6 0,1-1 3 16,-1 1-5-16,-1 0 1 0,2 1 2 0,0 0-2 15,-2-1 0-15,1 1 1 0,0 0-5 0,-5 3 2 16,6-3-4-16,-2 3 4 0,-4 0-7 0,0 0 0 15,13 0 1-15,-13 0 0 0,7 3-3 0,-3 0 2 16,0 0 0-16,0-2 0 0,0 2 3 0,3-1-3 16,-3 1 3-16,-4-3-3 0,6 1 3 0,-2 3 0 15,-4-4 1-15,5 1 20 0,-5-1 22 0,0 0 9 16,0 0-2-16,8-5 6 0,-4 2 9 0,-2 0 3 16,-2 3-6-16,0-12-2 0,-2 7-1 0,1-4-4 0,-2 0-2 15,-1-1-8-15,0-1-9 0,2-1-1 16,-3 1-4-16,1 2-5 0,0-2-13 0,0 0-27 15,3 0-35-15,-5 3-39 0,2 1-53 0,0 1-70 16,4-2-83-16,-4 3-245 0,0 0-578 0,3 2 255 0</inkml:trace>
  <inkml:trace contextRef="#ctx0" brushRef="#br0" timeOffset="196394.13">15944 4196 271 0,'0'0'263'0,"0"0"-15"0,8-5-16 16,-8 5-19-16,3-5-20 0,3 2-14 0,-5-2-16 15,2-1-15-15,-2 3-9 0,6-2-18 16,-2-1-2-16,-2-1-4 0,-2 1-10 0,2-4-8 16,3 1-9-16,-2 0-12 0,-3-1-4 0,3-2-9 0,-3 1-4 15,-1-4-12-15,0 3-3 0,3-6-2 0,-7 0-2 16,0 0-7-16,1-4-3 0,2 4-4 0,-5-1-5 16,2 0-2-16,2 2 0 0,-5 2-5 0,3 2 0 15,1 0-7-15,-1 4 4 0,1-1-3 0,-1 5-2 16,0-3 2-16,1 3-11 0,2 2-5 0,-3 1-3 15,-3 1 2-15,7 1-3 0,0 0 2 0,-14 3 1 16,10 1-1-16,0 3 0 0,0 0 0 0,3-2 0 16,-4 6 2-16,0-2 5 0,4 2-2 0,2 1 0 15,-1-1-1-15,0 1 3 0,3 1-1 0,-1-2 0 16,3 1 0-16,-1 1 3 0,-1 0 4 0,3-2-6 16,0 3 3-16,-2-4-2 0,0 3 2 0,4-1 0 15,-1-2-2-15,1-1 0 0,-2 0 3 0,0 0-2 16,3-3 0-16,-4 3 1 0,-1-2 3 0,2-1-4 0,-5-1 1 15,4 2 0-15,-1-2 1 0,2 1 2 16,-2 0-4-16,0 0 2 0,-3 1 1 0,4-5 0 16,-1 3-1-16,-2 2-2 0,2 1 1 0,-1-3-1 15,0 3 7-15,1-5-7 0,-1 1 5 0,-2 3-1 0,3-2 7 16,0-3-13-16,-1 1 4 0,1-1 2 0,-1 2 2 16,1-1-3-16,-4-3 1 0,9 3 1 15,-5-2 3-15,1 0-5 0,-5-1 1 0,10-2 0 16,-10 2 0-16,13-2 0 0,-7 1-7 0,1-2-1 0,-1-1-7 15,-1 1-10-15,3-1-17 0,-5-4-17 0,4 4-23 16,-2 2-21-16,-1-3-23 0,0-3-33 0,-2 3-36 16,3 0-39-16,-5-5-145 0,3 7-405 0,-3-1 180 15</inkml:trace>
  <inkml:trace contextRef="#ctx0" brushRef="#br0" timeOffset="197202.86">15649 3906 203 0,'0'0'327'0,"0"0"-8"16,0 0-21-1,0 0-10-15,8-5-12 0,-8 5-7 0,11-3-18 16,-4 0-11-16,1 1-11 0,-1-3-12 0,5 1-18 0,2-1-23 15,1-1-14-15,3 0-16 0,-1 1-16 0,5-2-9 0,-3-1-13 16,3 3-11-16,-1-3-6 0,-1 1-24 0,1 1 7 16,2-2-5-16,-1 3-14 0,-4 2-9 0,-1-4-8 0,-3 4-34 15,2 1-30-15,-2-1-33 0,-3 1-24 0,-2 1-34 16,1-1-32-16,-3 2-37 0,-2-1-42 16,-5 1-32-16,12 1-48 0,-6 1-206 0,-3-1-558 15,1 4 247-15</inkml:trace>
  <inkml:trace contextRef="#ctx0" brushRef="#br0" timeOffset="198265.27">16165 4058 112 0,'0'0'143'0,"2"4"-21"0,-2-2-11 0,0-2-12 15,2 4-19-15,-1 0-2 0,2 1-4 0,-3-1-8 16,1 0-7-16,-1 1-7 0,0 0-4 0,0 2-6 16,3-2-1-16,-3 0-4 0,-3 1-4 0,3 2-1 15,3-2 2-15,-3 1-12 0,-3 1-1 0,3-4 0 16,0 4 0-16,0 0-7 0,-1-5 6 0,-3 4-6 16,2-2-1-16,2 0 2 0,-2-2 3 0,0 1-2 0,2 0 21 15,0-4 25-15,0 0 22 0,0 0 8 16,0 0-3-16,0 0 0 0,0 0-10 0,0 0-4 15,0 0-6-15,0-15-5 0,0 9-5 0,4-2-8 0,3 1-6 16,-3-4-6-16,6 5-5 0,-2-4-4 0,0 0-5 16,0 0-2-16,3 0-21 0,0 2-14 0,1-2-19 15,2 0-23-15,-5 2-13 0,2 2-14 16,0 1-15-16,0 0-9 0,0 0-12 0,-2 1-3 0,-2 0-3 16,0 2-2-16,1-1 2 0,-2 0 0 0,0-1 7 15,0 3 7-15,2 1 15 0,-8 0 10 0,0 0 8 16,8-1 14-16,-8 1 12 0,4-3 18 0,-4 3 23 15,0 0 15-15,7-2 11 0,-7 2 9 0,0 0 16 16,0-4 3-16,0 4 11 0,0 0 0 0,0 0 15 16,0 0-9-16,-14-5 3 0,14 5-3 0,-10 0-6 15,10 0-4-15,-10 1 3 0,0 3-4 0,4-4-1 16,-2 5-4-16,-1-2-4 0,1 0-3 0,-3 5-3 16,3-1-2-16,1 0-7 0,-1 1-3 0,2 1-1 15,-3-1-1-15,5 1-1 0,1-1-4 0,-1-1 1 16,2 1-1-16,2-2 3 0,2 2-2 0,1-1-3 15,0 3 3-15,1-3-1 0,3-3-5 0,2 3 1 16,2 0-5-16,1-6-2 0,2 2-3 0,-2-3-13 16,3 0-3-16,-3 0-1 0,3-3 4 0,-4-2 1 0,2 0 3 15,0 0-4-15,-3 1 5 0,-2-3 2 16,1-3 10-16,-2 3 10 0,-3 1 14 0,0-2 20 16,-1 1 10-16,1-1 10 0,-4 2 11 0,0 1 10 15,0-1 8-15,3 0-3 0,-3 3-9 0,0-1-7 0,0 4-12 16,-3-5-10-16,3 5-7 0,0 0-8 0,0 0-5 15,0 0-3-15,0 0-7 0,0 0-2 16,0 0-4-16,-7 9 2 0,7-4-5 0,0 1-4 0,-2 1-1 16,2-1 1-16,2 1-5 0,0 0 3 0,-1 2-7 15,2-1-5-15,-2 2-2 0,4-2-2 0,-2-1 3 16,0-2-6-16,0 0 0 0,-1 1 3 0,1-4-1 16,1 1-3-16,0-2 2 0,0 0 2 0,-4-1 0 15,0 0 1-15,17-4-3 0,-12 1 2 0,-1-3 4 16,0 0 0-16,3 1 2 0,-3-5 2 0,2 1 11 15,-2 3 10-15,-2-1 17 0,1-1 13 0,1 2 13 16,-1-1 8-16,-2 1 15 0,3 1 17 0,-2 0 4 16,-2 0-2-16,2 1 2 0,0-1-11 0,-1 2-5 15,-1 3-21-15,1-5-8 0,-1 5-7 0,0-4-10 16,0 4-8-16,0 0-7 0,0 0-8 0,0 0-2 16,5-2 16-16,-5 2-24 0,0 0 1 0,0 0-7 15,9 8 0-15,-5-6-10 0,0 1 3 0,0 0-8 16,-1 1-5-16,4-1-12 0,-2-1-13 0,-1 0-17 0,3 0-13 15,-7-2-9-15,8 2-18 0,-1-2-21 16,-3 1-22-16,-4-1-23 0,7 0-34 0,-7 0-50 16,12-3-37-16,-8-1-47 0,-1 0-167 0,3-1-532 15,-4 0 236-15</inkml:trace>
  <inkml:trace contextRef="#ctx0" brushRef="#br0" timeOffset="198452.76">16437 3769 10 0,'-3'-4'327'0,"0"0"-23"0,-1 0-30 0,3 0-25 16,-2 0-25-16,3 4-24 0,-1-7-20 0,-1 6-37 16,2 1-49-16,-1-5-64 0,1 5-84 0,0 0-94 15,0 0-158-15,0 0-331 0,0 0 147 0</inkml:trace>
  <inkml:trace contextRef="#ctx0" brushRef="#br0" timeOffset="199391.7">16611 3587 225 0,'0'0'264'0,"0"0"-26"0,0 0-26 15,13 6-20-15,-9-1-17 0,3 3-19 0,0 0-13 16,1 2-15-16,3 7-13 0,0 0-12 0,1 0-10 16,5 8-4-16,-1 0-14 0,-3 2-6 0,2-4-7 0,-1 3-5 15,2-2-7-15,-6-5-3 0,2-1-2 16,4 4-6-16,-6-5-3 0,1 1 0 0,-3-2-8 16,0-1-1-16,-4-2 0 0,2-2-8 0,-1 2 0 15,-4-6-1-15,2 2 1 0,-3-3 1 0,0 1-1 0,0-1 23 16,-3-2 27-16,2-2 18 0,-2 2 17 0,-5-1 10 15,4-2 11-15,-4 2 5 0,2-2 2 16,6-1-5-16,-12 1 2 0,5-1-15 0,7 0 3 16,-9 2-7-16,9-2-5 0,-9-2-7 0,9 2-13 0,-6-1-11 15,6 1-10-15,0 0-16 0,0 0-15 0,0 0-7 16,0 0-12-16,0 0-29 0,0 0-24 0,31 1-22 16,-9-1-21-16,-11 0-20 0,12-1-11 0,0 1-16 15,-4-1-14-15,4 0-16 0,-1-1-15 0,0 1-18 16,-2-3-1-16,-1 0-19 0,0-1-7 0,-8 0-3 15,0-3 9-15,1 2 5 0,-5-1 19 0,0 1 16 16,-3-3 28-16,0 2 28 0,0 0 48 0,-4-2 25 16,3 3 36-16,-2 1 28 0,-1-2 22 0,-1 2 25 15,1 0 16-15,-3 1 1 0,3 4-3 0,0-6-8 16,0 6-11-16,0-4-6 0,0 4-10 0,0 0-7 16,0 0-3-16,0 0-5 0,0 0-2 0,0 0-5 15,0 0 0-15,0 0-2 0,0 14 0 0,3-10-5 16,-2 2 0-16,-1 1-2 0,3 0 4 0,-2 0-4 15,1 0 0-15,0-1-4 0,-2 1 1 0,0 1 0 16,4-1-2-16,-2-1-1 0,1-3-3 0,-2 1-4 16,0 3 2-16,-1-3-3 0,0-4 4 0,5 2 3 15,-5-2-4-15,0 0-3 0,0 0 2 0,0 0-3 0,7-9 6 16,-7 9-2-16,2-8 0 0,-1 3 3 0,-2-3-5 16,2 3 3-16,-1-3 0 0,-1 0-1 0,2-2 3 15,-1-1 3-15,3 3 4 0,-2-3 6 16,-1 5-3-16,0-2 3 0,0 0 1 0,0 2 2 0,0 0-5 15,0 2 9-15,0-1-12 0,0 5-4 0,3-5-5 16,-3 5-2-16,0-3 3 0,0 3-2 0,0 0-3 16,0 0-3-16,0 0 3 0,15 6-4 15,-8-2-4-15,0 1-5 0,-2 1 0 0,3 0-1 0,0 1 1 16,2 1 1-16,-2-1 0 0,0 1-1 0,0-2 5 16,1 0-4-16,-5 0 0 0,3 0 2 0,-3-2 0 15,2-1 2-15,-2 1 1 0,-1-2 2 0,1 3 0 16,-2-3 6-16,-2-2-1 0,5 3 7 0,-5-3 9 15,0 0 6-15,0 0 2 0,0 0 13 0,0 0 6 16,0 0 6-16,0 0 6 0,7-10 4 0,-6 7 12 16,-1 3-7-16,3-6-1 0,-2 1-2 0,2-1 7 15,0 0 0-15,-1 1-13 0,1-3 3 0,-2 2-13 16,4-1 5-16,-1 2 0 0,0-1-8 0,-3-1-4 16,4 2-3-16,-2 1-10 0,-2 2 2 0,1-2-6 15,-2 4-3-15,5-5-8 0,-5 5-7 0,2-3-6 0,-2 3-6 16,0 0-5-16,0 0-9 0,7 7-14 0,-5-5-10 15,4 2-13-15,-2 0-30 0,-3 1-28 0,3 1-40 16,0-1-47-16,3 5-32 0,4-4-58 0,-6-1-157 16,2 2-487-16,4 0 216 0</inkml:trace>
  <inkml:trace contextRef="#ctx0" brushRef="#br0" timeOffset="199704.17">17503 3541 150 0,'-3'-4'466'0,"-1"0"-32"0,0 0-21 0,1 0-38 15,1 2-34-15,2 2-40 0,-6-4-36 0,6 4-31 16,0 0-26-16,0 0-19 0,-13 6-22 0,10 1-16 15,-3 2-11-15,2 1-18 0,2 4-10 0,-5 3-12 0,6 3-5 16,-1 0-12-16,2 6-12 0,2 5-5 16,-1-4-3-16,3 0-4 0,1 1 3 0,1-2-18 15,1-1-5-15,1 1-17 0,1-6-19 0,-2 1-24 16,8 2-17-16,-7-6-24 0,3 1-31 0,0-5-21 0,1 2-38 16,-4-6-38-16,6 1-30 0,-5-4-45 0,5 1-71 15,-2-4-212-15,2 0-592 0,2-2 262 16</inkml:trace>
  <inkml:trace contextRef="#ctx0" brushRef="#br0" timeOffset="202339.28">17657 3697 141 0,'0'0'281'16,"0"0"-21"-16,1-4-23 0,-1 4-25 0,0 0-23 15,0 0-22-15,0 0-15 0,0 0-21 0,0 0-12 16,0 0-15-16,0 0-11 0,-8 13-6 0,7-7-2 16,-1 1-7-16,-1 0-9 0,3 2-6 0,-1 2-6 15,0-1-6-15,-1 1-3 0,5 2-8 0,-3 0-1 16,0-1-6-16,1-4 2 0,4 5-8 0,-1-4-1 16,0 1-1-16,0-1-1 0,1-1-6 0,-2-3-1 15,2 0 0-15,-2-2 1 0,3 1-1 0,-1-2-1 16,2 0-1-16,-2-2-1 0,-5 0-1 0,15-3-3 15,-8-1 0-15,0 0 1 0,-2-1 0 0,3-2-2 16,-1 1 5-16,1-1 17 0,-1-1 3 0,-3-2 3 16,0 5 3-16,3-6 1 0,-3 5-4 0,0 0 2 15,-3-1 1-15,2 3-4 0,0 1-2 0,1-1-5 16,0 1-3-16,-4-1-6 0,0 4-6 0,4-2-1 16,-4 2-3-16,0 0-7 0,9 0 4 0,-9 0 0 15,6 6-1-15,-5-2-1 0,4 0 2 0,0 0-2 0,-1 0-1 16,3 1 2-16,0 0-2 0,-2-2-1 15,2 2-3-15,0 0 2 0,-2-1 3 0,5-1-2 16,-5-2 1-16,5 2-1 0,-3-2 2 0,-1 0 5 0,1-1-6 16,-7 0 7-16,12-3 0 0,-7 1 12 0,1-1 9 15,-2-3 4-15,0 2 12 0,-1-1-10 0,-1 1 4 16,-1-6-15-16,-1 3 2 0,-1-2-8 0,1 1-4 16,-5-2-3-16,1 0-12 0,-4-2-15 0,3 1-29 15,-1 2-23-15,-3-2-42 0,-2 3-40 0,0-5-54 16,-1-2-76-16,1 9-249 0,-3-7-571 0,6 6 253 15</inkml:trace>
  <inkml:trace contextRef="#ctx0" brushRef="#br0" timeOffset="202573.64">17983 3524 154 0,'4'5'217'16,"-1"0"-21"-16,1 3-13 0,0 0 5 0,3 0-15 16,-2 4-13-16,2-1-15 0,-1 1-16 0,2 2-14 15,0 1-10-15,1-1-6 0,-2 4-11 0,4 3-10 0,-6-3-8 16,4-1-2-16,-4 2-8 0,-1 0-5 0,-1 0-30 16,-4-1-46-16,-5 4-66 0,-1-4-81 15,-5 0-171-15,-8 2-367 0,-6 0 162 0</inkml:trace>
  <inkml:trace contextRef="#ctx0" brushRef="#br0" timeOffset="203604.98">12465 3222 160 0,'0'-4'301'16,"0"4"-4"-16,0 0-3 0,0-5-9 0,0 5-9 15,0 0-20-15,0 0-11 0,0 0-28 0,0 0-27 16,0 0-19-16,0 0-21 0,0 0-18 0,0 0-18 16,0 0-10-16,0 0-7 0,0 0-17 0,0 0-6 15,0 0-9-15,-4 15-3 0,7-8-9 0,-3-1-2 16,1 2-3-16,-1-1 2 0,3 4-15 0,-2-1-3 16,0 0-3-16,2 2 4 0,-1-2-22 0,2 4-6 15,0-5-3-15,0 3-16 0,1-2-12 0,1-1-25 16,-1 0-17-16,1-2-23 0,1 4-36 0,-1-4-41 15,4 1-45-15,-1-4-58 0,-2 0-211 0,1-3-522 16,6 0 231-16</inkml:trace>
  <inkml:trace contextRef="#ctx0" brushRef="#br0" timeOffset="204137.71">12605 3250 41 0,'0'0'220'0,"-2"-4"-21"0,2 4-17 0,0 0-24 0,0 0-15 15,0 0-12-15,0 0-15 0,0 0-9 0,0 0-11 16,0 0-14-16,0 0-6 0,0 0-11 0,0 0-3 16,10 10-6-16,-8-6-7 0,-2-4-5 0,4 7-5 15,-3-2-2-15,3 0-6 0,0 0-3 0,-4 0-3 16,4-1 1-16,1 1-3 0,-3 1-3 0,2-1 0 15,2-2-2-15,-4 2-1 0,2 1-2 0,2 0-2 16,-5-2 0-16,3-1 0 0,1 1-1 0,-2 0-2 16,0-2 2-16,-3-2-4 0,7 0-1 0,-7 0 1 15,0 0 0-15,11-2-3 0,-11 2 4 0,8-3-4 16,-1 2-1-16,-3-1 2 0,0-2 1 0,0 0 2 0,0 3 6 16,-1-3 1-16,0 0 1 0,3-1 2 0,-4 3-7 15,3-1 1-15,-5 3-3 0,6-2 2 16,-6 2-5-16,5-2 1 0,-1 1-2 0,-4 1-3 15,0 0 1-15,12 3 0 0,-6-3-1 0,-6 0 0 0,8 3-2 16,-2 0 2-16,0-1-1 0,0 2-1 0,-2 0 3 16,-1 0-3-16,1-1 2 0,0-2-1 0,1 2-3 15,-3 0 5-15,1-1 1 0,-3-2 0 0,5 3 14 16,-5-3 21-16,0 0 10 0,0 0 1 0,0 0 4 16,0 0-3-16,0 0 3 0,9-11 7 0,-12 7 1 15,2-2-1-15,1 6-10 0,-3-9-3 0,1 4-3 16,-1-3-6-16,0 1-3 0,-1 0-6 0,0 0-2 15,1 1-11-15,1 0-20 0,-2 0-26 0,-2 1-29 16,3 1-29-16,-1-1-45 0,0 1-63 0,2 0-63 16,-1 2-163-16,-1-1-453 0,4 3 202 0</inkml:trace>
  <inkml:trace contextRef="#ctx0" brushRef="#br0" timeOffset="204434.57">12839 3116 208 0,'0'0'230'0,"0"0"-22"0,10 0-13 15,-10 0-8-15,0 0-19 0,10 3-13 0,-4 0-11 16,-2 1-18-16,1-3-16 0,1 3-8 0,1 0-8 15,3 3-13-15,0-2-5 0,-4 0-6 0,4 3-9 0,-3-1-6 16,1 0-6-16,-1 2-4 0,1-1-4 16,-1 2 1-16,-3 1-12 0,2 0-1 0,-2-1-3 15,0 2 3-15,-4 6-10 0,1-4-23 0,-1 1-26 16,0 3-53-16,-1-2-54 0,1 2-72 0,-4-2-145 16,0 3-382-16,6-2 170 0</inkml:trace>
  <inkml:trace contextRef="#ctx0" brushRef="#br0" timeOffset="205663.96">18256 3411 37 0,'0'0'283'0,"0"0"-21"15,0 0-35-15,0 0-20 0,0 0-21 0,0 0-21 16,0 0-16-16,0 0-13 0,0 0-14 0,0 0-11 16,11 12-9-16,-1-6-8 0,2-1-7 0,-1 3-8 15,7 1-3-15,1 0-9 0,1 0-5 0,2-2-6 0,6 4-5 16,-8-5-9-16,1 4-3 0,-2-6-2 0,2 3-3 15,-4-1 0-15,-4 1-9 0,0-4-1 16,-2 2-4-16,0-2 0 0,-3 0-3 0,-2-2-2 0,-1 2-1 16,-1-1-1-16,-1-1 1 0,-3-1-2 0,8 3-3 15,-8-3-3-15,4 2-1 0,-4-2 4 0,0 4-9 16,0-4 2-16,0 6 6 0,0-6-7 0,-7 7 3 16,3-4-1-16,4 3 1 0,-5 3-1 0,-1-1-2 15,-1 1 9-15,2 1 2 0,-2 2-3 0,-1 4-2 16,4-5 9-16,-6 6-8 0,5 0-1 0,-2 2-1 15,-1 0 4-15,0-1 0 0,1 2 1 0,2-2-3 16,-2 0-3-16,1-2-12 0,2-3-27 0,0 1-34 16,-1-3-53-16,2 2-46 0,-1-2-68 0,1-4-176 15,3-1-444-15,0 0 197 0</inkml:trace>
  <inkml:trace contextRef="#ctx0" brushRef="#br0" timeOffset="206117.06">18888 3535 259 0,'0'0'391'0,"0"0"-37"15,0 0-44-15,0 0-28 0,-6-2-34 0,6 2-26 16,0 0-25-16,0 0-15 0,-11 6-20 0,8-2-21 16,1 3-14-16,-5-1-7 0,6 1-16 0,-2-1-13 15,0 3-10-15,3-1-5 0,-2 2-10 0,2-2 0 16,1-1-5-16,2 4-11 0,1-1 3 0,4-1-10 15,-1-3-3-15,2 1-7 0,1 2 3 0,2-5-9 16,0-1-2-16,-1-1-2 0,1 1-8 0,-1-6 2 16,0 2-3-16,-1 0 3 0,-1-3-6 0,-1-1 3 15,0 0 2-15,-1-3-7 0,-3 3-3 0,2-5 5 16,-3 0-5-16,-1-1 0 0,-1-1-2 0,-2-1 0 0,-3 1 2 16,3 0-6-16,-2 1 5 0,-1 0-4 15,0 2-10-15,0-1-19 0,-2 0-22 0,-2 5-23 16,1 3-27-16,-1-4-18 0,0 5-26 0,-7 1-41 15,4 1-59-15,-4 1-270 0,0 2-557 0,0-2 248 0</inkml:trace>
  <inkml:trace contextRef="#ctx0" brushRef="#br0" timeOffset="-206871.4">5647 13419 174 0,'0'-18'304'0,"0"5"-3"0,0 2-7 0,-3-1-10 15,0 0-7-15,-1 4-9 0,0-4-20 0,0 4-19 16,-2 2-19-16,0-2-21 0,-2 2-19 0,-2 0-23 16,2 3-15-16,-7 3-7 0,4 2-19 0,-4 1-11 0,0 4-14 15,-7 4-4-15,5 0-10 0,-5 10-3 16,0 1-10-16,3 2-6 0,3 1-5 0,-2 0 4 15,5 4-11-15,-1-2-6 0,3 1-2 0,3 5 0 0,4-4 10 16,1 1-17-16,3-2 5 0,3-1-14 0,-2 1 5 16,10-4-2-16,0 1-1 0,3-7 0 0,2 2 12 15,7-1-7-15,2-2-6 0,3-2 5 0,2-5-4 16,1 2 0-16,-1-7-1 0,0 0-8 0,0-2 3 16,0-3-3-16,-9-3 3 0,3 1 3 0,-2-1-3 15,-2-4 11-15,-1 1-14 0,-1-1-2 0,-6-1 7 16,0 1-5-16,0 0 4 0,-6-1 3 0,2-1 3 15,-1-1 22-15,-3 4 21 0,-3-3 21 0,2 5 19 16,-3-3 15-16,4 1 0 0,-4 2-1 0,0-1 4 16,0 5-11-16,2-6-10 0,-1 3-17 0,-1 3-6 15,0-5-8-15,0 5-19 0,0 0-6 0,1-4-24 16,-1 4-3-16,0 0 1 0,0 0-1 0,7 12-9 0,-2-7-3 16,-1 1-18-16,2 3-1 0,-1 0-21 15,4 0-33-15,0 1-26 0,-1 2-24 0,0-1-26 16,1-1-15-16,0 2-19 0,-1-3-22 0,2 3-24 0,-5-5-37 15,2 3-50-15,-3-4-48 0,2 0-234 0,2-2-647 16,-4-3 287-16</inkml:trace>
  <inkml:trace contextRef="#ctx0" brushRef="#br0" timeOffset="-206543.28">6044 13711 188 0,'0'0'291'0,"-3"-4"-19"0,3 4-30 0,0 0-19 16,0 0-23-16,7-5-22 0,-7 5-20 0,8 0-13 15,-8 0-15-15,18 5-14 0,-7-1-10 0,-2-1-13 16,4 2-9-16,-1 1-8 0,0-1-8 0,-1 2-8 16,1-1-7-16,-1 2-5 0,0 1-6 0,0-1-4 0,-3-1-3 15,0 1-7-15,-3 0-1 0,1-2-2 16,-5 0-5-16,2 1 3 0,-3-1-2 0,0-1-2 15,0 0 0-15,-3 1 5 0,-4-2 24 0,4-1 17 0,-3-1 22 16,2 1 20-16,4-3 20 0,-10 0 2 0,10 0 2 16,-8-5-13-16,4 1-12 0,3 1-7 0,0-6-24 15,2 2-24-15,0-5-23 0,10-1-39 0,0-2-37 16,12-3-38-16,0 2-25 0,4-1-28 0,4-1-29 16,1 4-18-16,-5 1-27 0,3 5-13 0,1-4-25 15,5 3-213-15,-14 2-503 0,-1 2 222 0</inkml:trace>
  <inkml:trace contextRef="#ctx0" brushRef="#br0" timeOffset="-206183.94">6630 13623 114 0,'-7'1'177'0,"-1"-1"7"0,-4-1 10 0,0 1 4 16,1 0 1-16,-4 1-7 0,5 0-9 0,-3 1-17 16,0 0-14-16,1 2-12 0,-3 0-16 0,2 1-10 0,2 1-14 15,-3 2-7-15,3-1-10 0,-1 3-11 16,1-2-7-16,3 4-6 0,0 1-5 0,1-2-6 15,2 1-2-15,0 1-7 0,1-2-2 0,4 1-4 0,0-1-1 16,3 0 0-16,-3 0-6 0,6-2 3 0,-1-4-3 16,2 3-5-16,-2-3 4 0,6-3-3 0,0 0-1 15,1-2-4-15,-2-2 2 0,2 0 1 16,-3-2-6-16,4-2 0 0,-2-2-1 0,1-1-2 0,-4 0-1 16,-1-1-1-16,4-1 10 0,-6 0 9 0,1 1 18 15,-1-2 18-15,-2 1 21 0,1 1 20 0,-4 3 15 16,4 1 12-16,-4-2 0 0,0 3-4 0,3 0-16 15,-3 1-15-15,1 0-11 0,-1 4-16 0,0-3-11 16,0 3-21-16,0 0-39 0,1-6-4 0,-1 6 0 16,0 0-19-16,0 0-12 0,7 13-10 0,-3-9-11 15,2 4-12-15,1-5-20 0,2 6-18 0,2-3-15 16,1 2-28-16,2-1-32 0,4-1-38 0,2 1-42 16,2-4-31-16,-2 1-187 0,3-3-520 0,6-1 230 15</inkml:trace>
  <inkml:trace contextRef="#ctx0" brushRef="#br0" timeOffset="-204776.21">7053 13611 232 0,'-4'-4'257'0,"-6"2"0"16,5-1-11-16,-7 1-6 0,1-1-10 0,-4 2-17 0,5 1-10 16,-4 2-15-16,0-2-14 0,-1 4-15 0,-1 1-11 15,2-1-18-15,-1 3-14 0,-1 1-10 0,2 3-11 16,0-1-9-16,4 0-6 0,0-1-8 0,-1 5-7 15,2 0-8-15,1-1-4 0,2-1-4 0,2-1-6 16,3 1-9-16,1-2 0 0,-3 1-6 0,4 0 3 16,1-4-8-16,2 3-1 0,1-4 4 0,-1-2-6 15,3 0-1-15,5-1-2 0,-1 0-1 0,0-3-4 16,4-1-5-16,-1-2 8 0,5-2-12 0,-3-3-8 16,0-1-10-16,3-2-7 0,-5-2-12 0,2-3-2 15,-2 0-13-15,2-6-9 0,-1-2-2 0,-2-1-5 16,-3 0 3-16,-2-2 3 0,-3 6 8 0,0 1 5 15,-5-8 7-15,-3 7 11 0,1 1 21 0,-1 2 22 16,-1 1 26-16,1 4 21 0,-5 2 18 0,1-1 32 0,-1 2-9 16,4 0 5-16,-3 1-10 0,0 0 3 0,2 3-7 15,1-2-2-15,0 4-5 0,1 0-8 16,0 0-6-16,2-1-13 0,-2 2 2 0,3 3-18 16,-3-2-20-16,3 2-12 0,0 0-7 0,0 0 2 0,0 0-4 15,0 0-5-15,0 0 6 0,-1 12 0 0,1-12-3 16,3 8-2-16,-1 0 2 0,1 0 6 0,0 1-3 15,1 2-7-15,0 0 2 0,-1 0-4 0,1 3 10 16,0 2-2-16,0 1-4 0,0 1-12 0,0-1 15 16,-1 3 2-16,2 0-1 0,2 0 17 0,-2 1-21 15,1-2-4-15,1 2-2 0,1-2 10 0,-1 0-16 16,1-1-7-16,0-3 0 0,3 1 10 0,-2-2-13 16,1-4 1-16,2 0-1 0,-1-1 3 0,0-1 1 15,8-2-1-15,-1-1 0 0,-3-3 4 0,3-2-6 16,3-3 5-16,0 1-6 0,-1-5 8 0,0 1 2 15,-1-6 2-15,-1 3-2 0,0-2 3 0,2-1 4 16,-5-3-3-16,-4 0 7 0,4-2-7 0,-5 1 5 16,0 1-4-16,-4 4 3 0,-2-2 5 0,0 0 8 0,-4 0 0 15,0 2 13-15,0 2 18 0,0 1-13 16,-3 0 3-16,2 2-2 0,-3-1-6 0,-2 2 0 16,1-1-9-16,4 2-1 0,-2 3-2 0,3 1-2 0,-10-4 2 15,10 4-7-15,-7 0-1 0,7 0-6 0,-9 2 7 16,5 1-5-16,4-3 0 0,-4 7-3 15,4-1 1-15,-1-1-1 0,1 3-2 0,1-2 0 0,-1-1-1 16,0 2 1-16,3 0-4 0,-2 0 8 0,-1-1-5 16,4 2 1-16,-2-2-4 0,3 1-5 0,-3-1 5 15,1-1 0-15,0 2-4 0,1-2 5 0,0 0 2 16,-1-2-2-16,1 3 4 0,1-2-5 0,-1-1 2 16,0 0 1-16,-1 1-3 0,0-1 2 0,4-1 4 15,-3 0 2-15,1-1-5 0,-1 1 1 0,0 1-2 16,-4-3 2-16,9 1 1 0,-4 0-7 0,1 2-3 15,0-3 3-15,-2 2-6 0,-4-2 0 0,11 1 2 16,-4-1-3-16,0 0 5 0,-7 0 4 0,12-1-2 16,-5 1 2-16,1-2 0 0,-1-1 3 0,1-1-1 15,-1 1 11-15,5-2-9 0,-8-1 3 0,6 1 1 16,-5-3-2-16,1 3 3 0,3-3 1 0,-5-2-3 16,2 2 2-16,-1-3 2 0,-1 0 13 0,-1 2-10 0,3-1 1 15,-4-1 5-15,2 1 3 0,-4 2 8 0,0 2 2 16,0-3 5-16,0 4 2 0,0 0-4 0,-1-2-4 15,-2 4 2-15,1 0-8 0,2 3-6 16,-9-7 2-16,8 6-8 0,1 1 4 0,-10 0-11 0,10 0 10 16,-9 6 12-16,1-3-19 0,2 1-4 0,1 1 3 15,-1 3 14-15,-1-2-11 0,2 6-7 0,1-6 3 16,-1 6 4-16,3-2-7 0,-1-1 0 0,3 1-5 16,0 2 2-16,3-1-2 0,-1-2-4 0,0 0 4 15,5 0 1-15,1-1-6 0,-2-2 5 0,3 0 0 16,-2 1-3-16,4-4-2 0,-6 0 8 0,5-1-2 15,3-2 1-15,-2 0 4 0,-1-3-4 0,2 1 7 16,-1 1-5-16,4-5 0 0,-3 1 2 0,-1 1-2 16,0-1 4-16,-6 0 2 0,2 0-1 0,0 0 9 15,-3 1 0-15,3-2 11 0,-5 2 1 0,1-1 14 16,0 1 8-16,-2 0 0 0,1 0 20 0,0 1-14 16,0 0-4-16,-2 3-6 0,3-4-7 0,-3 4-16 0,0 0-1 15,0 0-12-15,0 0 3 0,0 0-10 0,0 0 3 16,0 0-5-16,4 11 1 0,-3-5-4 0,0-1-2 15,5 1-4-15,-4 0 2 0,5 1 2 16,-4-2-3-16,1 1-8 0,2 0 5 0,0-2-7 0,1 1 11 16,-2 0 0-16,1-1 2 0,0-3 11 0,1 0-12 15,0 1 5-15,-7-2-1 0,13-1 0 0,-8 0 1 16,2-1 3-16,-3 0 4 0,0-3-1 0,0 0 0 16,3 0-1-16,-4 1 10 0,1-3 6 0,-3 4 19 15,4-2 11-15,-2 2 3 0,-2-1 13 0,2-1 5 16,-1 1-1-16,-2 4-4 0,1-5-6 0,2 3 5 0,-3 2-20 15,1-5-10-15,-1 5-10 0,0 0-3 0,0 0-6 16,0 0-1-16,7 10 2 0,-4-7-5 16,2 2-10-16,-1 1-8 0,3 0-14 0,0 0-4 0,0-1-9 15,1 2-15-15,-3-2-13 0,5 0-9 0,-2 1-10 16,7-3-22-16,-6 1-23 0,6-2-16 0,-1 0-19 16,1-2-20-16,-6-2-14 0,5 1-16 0,-2-3-11 15,2 1-7-15,-2-5 5 0,-4 0 12 0,3-2-116 16,-4 0-363-16,4-4 161 0</inkml:trace>
  <inkml:trace contextRef="#ctx0" brushRef="#br0" timeOffset="-204562.96">8215 13389 554 0,'-3'-34'12'16,"-1"3"58"-16,-3 6 42 0,-1-1 48 0,4 5 34 15,-2 3 21-15,1 1 5 0,0 5 5 0,1 0 8 16,1 5 16-16,0-2-2 0,0 2-7 0,2 1-18 16,-2 1-44-16,2 3-23 0,1 2-18 0,0 0-15 15,0 0-10-15,-11 12-13 0,11-4-12 0,0 5-10 16,0 6 1-16,5 8-10 0,-2 4-1 0,1 2-10 0,0 2-3 15,5 0-5-15,-4 1-6 0,4 1-6 16,-2 1-1-16,4 11-3 0,-2-14 2 0,2 0-30 16,-1-5-16-16,2 1-26 15,-1-3-22-15,2-2-15 0,0-7-16 0,-3-4-33 0,-1-1-38 16,2-3-44-16,-2-6-63 0,5-1-308 0,-6-3-624 16,2-2 276-16</inkml:trace>
  <inkml:trace contextRef="#ctx0" brushRef="#br0" timeOffset="-204375.48">8237 13447 306 0,'-10'-5'322'15,"3"3"4"-15,-1-2 11 0,1 1-42 0,3 2-20 16,0-2-20-16,4 3-6 0,-4-4-41 0,4 4-21 16,0 0-15-16,0 0-23 0,27 0-10 0,-15 2-15 15,9-1-18-15,-1 1-18 0,2-3-29 0,7 1-35 16,-6 0-42-16,-3 0-47 0,-1-1-59 0,4 0-66 15,-4-3-83-15,-8 1-220 0,3 2-532 0,-1-3 236 16</inkml:trace>
  <inkml:trace contextRef="#ctx0" brushRef="#br0" timeOffset="-204234.86">7820 13317 13 0,'-23'-5'358'0,"3"1"-25"0,-1-1-29 0,4 1-28 15,7 0-26-15,-1 0-24 0,3 0-23 16,0 0-30-16,4 1-47 0,2-1-71 0,2 4-85 16,3-6-108-16,-3 6-221 0,11-6-388 0,1 5 172 15</inkml:trace>
  <inkml:trace contextRef="#ctx0" brushRef="#br0" timeOffset="-203797.4">8931 13226 111 0,'6'-13'430'15,"-2"4"-9"-15,-1-2-11 0,1 6-21 0,0 0-19 0,-3-3-29 16,0 5-37-16,2 0-32 0,-3-2-40 0,0 5-22 15,0 0-19-15,0 0-23 0,11 9-19 0,-7 1-17 16,4 2-9-16,6 4-11 0,-3 4-12 0,4 6-9 16,0 0-12-16,2 1-9 0,2 3-15 0,-2-2-12 15,-1 1-36-15,1-2-26 0,-1 1-34 0,-3-3-32 16,1-1-24-16,-4-5-18 0,-1 3-19 0,-2-5-21 16,1-1-20-16,-4-3-38 0,0-3-40 0,-2 0-42 15,-2-2-213-15,-2-3-564 0,2 0 250 0</inkml:trace>
  <inkml:trace contextRef="#ctx0" brushRef="#br0" timeOffset="-203266.19">8971 13234 202 0,'-3'-11'306'16,"3"-1"-8"-16,0 9-12 0,-3-4-25 0,3-1-25 15,3 3-25-15,1 0-21 0,4 1-12 0,3 0-21 16,2 2-20-16,4 2-10 0,2 1-20 0,2 0-7 15,2 4-12-15,-2 1-8 0,8 1-9 0,-4 8-6 16,-2-6-13-16,1 7-3 0,1 1-3 0,-5 2-2 16,-1-1-9-16,3 3 0 0,-7 1-7 0,-3-7 4 15,0 8-12-15,2 0 0 0,-7-3 7 0,-2 1-10 16,-2-1-7-16,-2-2 11 0,-4 2-12 0,1 1-3 16,-5-1-1-16,-1-2 3 0,-3 0 1 0,-4-2-1 15,1-1 0-15,-1 0-1 0,-2-3 2 0,-1 2-2 0,2-4 7 16,-2-1-5-16,3-4 9 0,2 4 14 0,2-6-1 15,1 1 6-15,2-2 2 0,3 3 6 16,0-3 9-16,0-1-2 0,5-1 7 0,0 0-8 0,0 0-2 16,0 0-13-16,14-9-6 0,1 5-13 0,5 0-15 15,6-8-6-15,5 3-4 0,2-3-2 0,-2 0-4 16,0 1-4-16,3 0-6 0,-1-2-3 0,-2 1-6 16,2-3-7-16,-5 1 1 0,1 4-2 0,-10-2 2 15,0-1 4-15,-4 0-2 0,0 0-5 0,-5 4-1 16,-4-2 3-16,1 1-1 0,-3 0 8 0,0-2 2 15,-5 4 4-15,1 2 2 0,-3 0 6 0,-1 2 0 16,-3 0 5-16,1 0 3 0,-7 3 2 0,0 0 2 16,-1 2-1-16,3 1 5 0,-1 2-3 0,1 0 1 15,-1 3 2-15,1 0 0 0,1 2-2 0,1 0 1 16,2 2 1-16,0-2 4 0,6 5 2 0,0-1-1 16,1 0 2-16,1-1 0 0,3 0 3 0,6 4-2 0,0-1 0 15,4-2-4-15,2 0 3 0,2-3-5 0,5-1-16 16,-1-2-27-16,6-1-31 0,0-3-37 0,-4-2-33 15,8-1-41-15,-3-5-41 0,0-1-34 0,-6 0-137 16,0 0-431-16,6-6 191 0</inkml:trace>
  <inkml:trace contextRef="#ctx0" brushRef="#br0" timeOffset="-202922.47">10028 13332 87 0,'-6'-9'259'0,"2"4"-7"0,-1-1-2 0,-2 2-7 16,0 0-14-16,1 0-22 0,-1 4-8 0,-3-1-24 15,10 1-15-15,-15 2-8 0,7 2-12 0,1 0-13 16,-1 4-9-16,-1-2-8 0,2 3-5 0,0 0-7 0,4 1-13 16,0 2-10-16,2-2-1 0,-2 5-2 15,3-3-9-15,4 5-1 0,-1 1-10 0,3-3-4 16,2 0-2-16,0 2-4 0,1 0-4 0,4-2-4 0,0 0-1 16,-3-1-2-16,2-2-5 0,-1 2-3 0,-3-4-5 15,3-1 1-15,-3-1-5 0,0-1 1 0,-2 0-5 16,-2-2 5-16,-3 0-9 0,3-1 4 0,0-2 1 15,-1 1 5-15,-3-3-5 0,0 0 1 0,-7 7 1 16,2-6 1-16,-2-1-1 0,-1 0 0 0,-4 1-2 16,1 0 13-16,1-1-17 0,-3 0-4 0,2 0-18 15,1-1-7-15,2 1-16 0,8 0-14 0,-11-1-18 16,6 2-8-16,5-1-25 0,-11-2-27 0,11 2-26 16,-3-3-29-16,3 3-26 0,0 0-25 0,12-10-14 15,-5 7-154-15,0-1-438 0,5-2 193 0</inkml:trace>
  <inkml:trace contextRef="#ctx0" brushRef="#br0" timeOffset="-202130.32">10376 13342 164 0,'4'-5'285'0,"-1"3"-7"16,-3-3-17-16,0 2-24 0,0 3-24 0,0-6-21 15,0 6-18-15,-9-4-16 0,9 4-19 0,-8 0-9 16,-2 0-11-16,4 2-6 0,-2 2-4 0,-3 3-8 15,2 2-8-15,0-1-7 0,0 0-6 0,-3 2-4 16,3-1-10-16,1 4-4 0,0-1-5 0,0 0-4 16,4 0-5-16,-2 5-3 0,2-5-8 0,3 1 1 15,1 4-2-15,1-4-1 0,2-1-4 0,2 5 0 16,1-8-6-16,1 4 2 0,3-4-5 0,4 1-4 16,0-2-6-16,4-2-3 0,-1 2-15 0,2-5-12 15,3 0-20-15,1-3-9 0,7-1-6 0,-8-1-3 16,8-3-1-16,-8 2-3 0,1-2 7 0,-2-3 5 0,0 1 7 15,-1-3 2-15,-1 2 3 0,-4-3 5 0,-4 4 7 16,1-4 7-16,-5 3 8 0,-1-2 17 0,-2 1 11 16,-3 3 7-16,-2 0 11 0,-2-1 3 0,0 2-2 15,-1-4-1-15,-4 4-1 0,-3 1-2 0,2 1-4 16,-4 2-1-16,-2 1 0 0,3 3-3 0,0-1 1 16,-2 2 1-16,-5 3-3 0,4-1-2 0,-4 3-2 15,8-3-2-15,2 3-4 0,-1-1 1 0,2 1-4 16,3 1-4-16,0 1 4 0,-1-3-3 0,6 4 3 15,0-2 1-15,2-2-2 0,4 1-3 0,-2 0 0 16,4-1-2-16,7-1 2 0,-4-3-8 0,3 0 2 16,1-2-5-16,2-2-8 0,4-1-6 0,-1-2 2 15,3 1-2-15,-5-3-3 0,2-1 6 0,-2 0 2 0,1-3-3 16,1 1 4-16,-6 0 1 0,-2 0 2 0,2 1 0 16,-5-3 8-16,2 5 1 0,-4 0 10 15,-2-5 12-15,0 7 8 0,-1 0 2 0,0 0 1 0,-3-1-13 16,-1 4 2-16,5-2-5 0,-5 2-7 0,0 0 13 15,0 0-19-15,0 0 0 0,0 0-2 0,0 0-6 16,0 0 6-16,-2 14-4 0,-1-8 0 0,3 3-4 16,3-3-5-16,-3 4 4 0,1-3-8 0,2 4-4 15,0-2 2-15,1-1 0 0,-3-2-1 0,3 1 3 16,2-1 0-16,-1-1-2 0,3 0 0 0,-1-5 3 0,1 3 3 16,-1-3 5-16,1-1-2 0,0-1 0 0,3 0 2 15,0-2 4-15,-3-1-4 0,2-2 4 16,-2 0 4-16,1-1 1 0,-3 2 16 0,-1-2 2 0,2-2 6 15,-4 2 10-15,6-2 3 0,-6 6 4 0,1-1 7 16,-1-3 6-16,-2 3-1 0,-1 1-3 0,4-1-8 16,-2 3-3-16,-2 2-8 0,4-4-10 0,-4 4-2 15,4-2-1-15,-4 2-7 0,0 0 1 0,0 0-6 16,9 7 2-16,-5-3 2 0,1 2-4 0,0-2 3 16,1 1-11-16,0 1-10 0,1-1-4 0,-3 1-11 15,4 1-17-15,3 0-21 0,-3-2-20 0,2 0-22 16,3 0-27-16,-3-1-37 0,2 0-28 0,-1-3-37 15,3-1-31-15,-1 0-230 0,-2-2-534 0,8-4 237 16</inkml:trace>
  <inkml:trace contextRef="#ctx0" brushRef="#br0" timeOffset="-201910">11283 13085 219 0,'-5'-6'289'0,"2"-1"-18"16,0 3-26-16,-1 0-28 0,1 2-22 0,3 2-10 15,0 0-9-15,-5 7-9 0,3 0-12 0,1 3-5 16,1 2-8-16,0 4-15 0,1 6-5 0,2-1-9 16,0 9-14-16,1 0 0 0,0 0-8 0,3 5-5 15,-3-3-15-15,1 0 1 0,1 0-15 0,2-4 1 16,-2 3-7-16,3-2-3 0,-4-1-7 0,5-3-17 16,-6-3-26-16,3-4-28 0,1-2-33 0,-4-3-44 15,2-1-54-15,3-5-62 0,2 1-72 0,-6-4-154 16,2 0-485-16,2-2 215 0</inkml:trace>
  <inkml:trace contextRef="#ctx0" brushRef="#br0" timeOffset="-201722.53">11234 13400 300 0,'-9'-9'387'0,"-1"2"31"0,2 1-7 0,1-1 2 15,3 4-11-15,-1-1-26 0,2-1-22 0,0 1-25 16,3 4-30-16,-1-4-31 0,1 4-27 0,8-3-31 15,-3 2-32-15,5 0-34 0,2 0-46 0,3-2-54 16,6 1-70-16,2 1-59 0,1-2-64 0,6 4-72 16,-7 2-88-16,7-2-372 0,-1-1-737 0,-7 1 326 15</inkml:trace>
  <inkml:trace contextRef="#ctx0" brushRef="#br0" timeOffset="-199389.03">12431 13122 271 0,'0'0'330'0,"-3"-8"-19"0,1 6-27 16,2 2-28-16,0 0-36 0,0 0-23 0,0 0-19 0,0 0-21 15,0 0-13-15,0 0-17 0,-6 16-12 0,2-4-8 16,0 5-9-16,3 0-5 0,-2 5-12 16,2 6-6-16,-2 0-5 0,-3 3-5 0,2-2-7 0,3 1-5 15,-2-2 0-15,-1 3-9 0,0-4-3 0,0-5-1 16,1-3-7-16,0 2-6 0,1-1 7 0,-1-4-8 16,3-1-9-16,0-4 10 0,-1 1-8 0,2-2-4 15,-2-2 0-15,-2-5-1 0,3 2 2 0,3 0 5 16,1-4-2-16,-4-1-1 0,0 0-1 0,16-11-7 15,-10 0 2-15,3-3 3 0,1-3-3 0,-1-2-3 16,3-9 2-16,-1-1-2 0,0-2-1 0,3-5 3 16,-3-13-2-16,-6 14-2 0,3-1 1 0,-1-2-2 15,-3 4 7-15,0-1 18 0,-2 2 9 0,2 5 6 0,-3 2 7 16,-1 6 15-16,-1 0 1 0,1 4 15 16,0 1 0-16,-2 7-1 0,2-4-3 0,0 7-1 15,0-2-18-15,0 1-13 0,0 2-5 0,0 4-16 0,0 0 1 16,0 0-7-16,0 0-1 0,15 16-4 0,-8-7-4 15,1 6-1-15,3 4 6 0,0-1-9 0,0 11 3 16,4 0-3-16,-1-1-5 0,-1 4 11 0,-1-5-9 16,1 6-1-16,-1 1-1 0,0-4 3 0,0 1-3 15,-4-1-3-15,2 0-16 0,1-3-11 0,-2-1-16 16,-5-8-21-16,3-1-17 0,-4 0-18 0,1-3-19 16,0-1-12-16,-3 0-16 0,-1-5-13 0,0 2-6 15,0-5-7-15,-5 0-19 0,1-1-20 0,-3-4-19 16,0 1-3-16,7-1 7 0,-16-4 23 0,6 2-1 15,2-4 17-15,-4 3 12 0,4-4 15 0,-4 1 21 16,0 1 29-16,-1-4 19 0,2 3 37 0,1 1 27 0,-3-1 25 16,2 0 28-16,2 0 14 0,3 3 16 0,-2 0 18 15,4 1-2-15,0-1 6 0,-3 1-6 16,3-1-6-16,4 3-6 0,-3-3-1 0,3 3 1 0,0 0-3 16,0 0-3-16,0 0-2 0,17-1-5 0,-6 1-4 15,1 0-4-15,8 0-4 0,1-4-1 0,-2 3-5 16,4-1-2-16,7-2-2 0,-6-1-6 0,3-1 3 15,-3 1-6-15,-1-2-4 0,-3 0 0 0,3-8-5 16,-6 7-10-16,-1-2-8 0,-3-3-11 0,-3 1-15 16,2-1-10-16,-1-4-2 0,-4-1-8 0,4-1-7 15,-6-7-1-15,1 0-10 0,-2 0 0 0,-4-1 3 16,0 3 5-16,-4 6 9 0,4-3 10 0,-2 2 29 16,-2 1 23-16,-1 3 32 0,-3-2 17 0,2 6 10 0,1-1 1 15,-4 1 3-15,4 5-4 0,-4-2-7 16,3-1-5-16,-2 7-9 0,4-2 0 0,-2 1-8 15,-2 1-5-15,8 2-5 0,-11 3-4 0,6 3 5 0,2-1-3 16,0 5 6-16,2 0-2 0,2 7 2 0,-1 2-4 16,5 2-2-16,1 6-3 0,0 1-2 0,2 1-1 15,1 3-4-15,1 1 3 0,2-2-4 0,0 3 2 16,2-2-1-16,1 2-3 0,-5 0 1 0,2-3-1 16,4-1 1-16,-1-1-2 0,4 0-9 0,-4-4-13 15,6-2-6-15,-4-1-9 0,8-5-6 0,-10-4-4 16,5-4-16-16,1-2-3 0,9-1-6 0,2-4-1 15,-9-1-1-15,7-4-1 0,-1-1 18 0,-1-4 5 16,-7 0 0-16,7-6 7 0,-6-1 7 0,-4 1 6 16,5-7-1-16,-3-3 5 0,-5 2 7 0,-4 3 21 15,-4 0 19-15,-3-2 20 0,0 1 13 0,-8 1 4 16,4-1 1-16,-7 4-2 0,0 0-2 0,0 4-8 0,-5 5-7 16,-1-7-6-16,3 6-1 0,-5 2-9 0,1 2-2 15,0 6-5-15,-1-6 0 0,0 6-5 16,4 1 0-16,-3-1-4 0,2 1-2 0,1 2 0 0,2 0-1 15,2 2-1-15,3-1-1 0,0 0 2 0,1 1-1 16,1 1 0-16,2-3 4 0,0 5 2 0,0-3 2 16,3-2 1-16,1 2 1 0,2-2 2 0,-2 0 2 15,4 2 4-15,0-4 3 0,-1 2-4 0,4-1 5 16,-2 2-8-16,2-4-2 0,0 2-2 0,1-3 4 16,-1 4-10-16,4 2 0 0,-3-1-2 0,-2 1-1 0,5 3-4 15,-5-2 2-15,4 7-3 0,-3 0 2 0,3 1-3 16,4 9-1-16,-1-2 0 0,-2 3-1 0,0 1 0 15,0 2-1-15,1 1-2 0,-2 0 2 0,2-2-1 16,-6 2-1-16,2-1-1 0,0 1 0 0,-5-1 1 16,0-6-2-16,0 7 2 0,-6-10-2 0,-1-2 3 15,0 0-4-15,0-1 8 0,-4-5 6 0,0 0 34 16,-3 0 25-16,-4-5 20 0,1 1 17 0,-3-4 12 16,-2-3-1-16,-3-1 3 0,4-2-5 0,-4-4 4 15,-2-1 16-15,2-3 4 0,1-1-13 0,4-4-5 16,-1-2-16-16,6-2-2 0,-4-7-3 0,8-2-16 15,3-4-7-15,2 0-18 0,3-4-2 0,11-11-15 16,3-2-17-16,3 3-12 0,7 4-1 0,-3 11-9 0,0 2 1 16,-2 2-5-16,4 3 4 0,-5 1-5 15,-2 11-5-15,-5 1 5 0,-3 7-4 0,2-1-14 16,-4 1 6-16,0 4-1 0,-1 4 7 0,-4-1-10 0,2 2 0 16,2 5 4-16,-2 1-3 0,-3 2 3 0,5 2 10 15,-4 3-8-15,2 0 2 0,-1 2 10 0,1-1-8 16,3-1 5-16,1 0 1 0,1-1-7 0,0-2 6 15,2 0 6-15,-2-2-8 0,3-3 7 0,1-2 8 16,-1-3-8-16,-2-3 1 0,1-1 0 0,-1-2 4 16,0-1 0-16,-2-4 5 0,0-3-7 0,4-5 4 15,-5 0 6-15,-1-3-6 0,1-2 4 0,-5 0-4 16,-4-7 3-16,2 0-6 0,-6-3 2 0,-1 0-10 16,-1 1-7-16,-7-2-8 0,-2 5-12 0,-1 0-31 15,-7 2-34-15,-2 4-45 0,-9 3-28 0,-2 3-35 16,-9 2-40-16,-15 5-56 0,0 1-61 0,-6 8-262 15,2 2-671-15,-2 3 298 0</inkml:trace>
  <inkml:trace contextRef="#ctx0" brushRef="#br0" timeOffset="-198482.74">5818 14707 96 0,'-23'1'152'0,"5"1"-9"0,2-1-2 15,2 0 2-15,5 0 3 0,-3-1 2 0,6 2-2 16,-2-2-9-16,8 0-8 0,-8 0-10 0,8 0-12 15,0 0-6-15,0 0-14 0,20-4-2 0,-1 1-7 16,17-3-8-16,18-1-6 0,7 2-5 0,13-2-4 16,32-1-7-16,7-3-6 0,4-1-4 0,1 3-2 15,8-4-5-15,6 3-3 0,9-1 3 0,7-2-5 16,10 1-5-16,-5-3-2 0,6 1-2 0,3-1 4 0,4 5-1 16,11-3 9-16,-4 0 21 0,-2 1-2 15,3 0-2-15,-1 3 7 0,5-4 0 0,3 4-2 16,-7-1 3-16,-1 2-1 0,4-3-1 0,1 2-3 15,0 3-7-15,-1-4-5 0,-2 5-3 0,2-6-1 0,1 6-5 16,-4-1 0-16,-1-2-6 0,0 4-4 0,-6-1 2 16,-8 3-3-16,5-6-2 0,-3 5 4 15,-6-3-7-15,-6 2 0 0,-6 1-1 0,-4 1-1 0,-4-3 1 16,-1 3-2-16,-8 0-4 0,-5 1 2 0,-7 0-1 16,-6 2-5-16,-12-2 5 0,-25 1 2 0,-3 0-3 15,4 0 2-15,-5 0-7 0,-3 0 0 0,-3 0 2 16,-4 3 7-16,-19-2-5 0,2 2-2 0,-8-2-1 15,2 0-1-15,-13 3 1 0,0-3-4 0,-3 2 1 16,-4-1-19-16,-1-1-27 0,-6 0-27 0,1-1-29 16,-1 1-38-16,0 1-43 0,-3-1-56 0,-4-1-217 15,8 1-495-15,-8-1 220 0</inkml:trace>
  <inkml:trace contextRef="#ctx0" brushRef="#br0" timeOffset="-196488.25">17141 13259 96 0,'-1'-4'267'0,"1"4"-21"16,0 0-22-16,-3-5-21 0,3 5-26 0,0 0-19 15,0 0-23-15,0 0-11 0,0 0-12 0,0 0-9 16,0 0-12-16,-7 13-11 0,7-8-7 0,0 1-8 15,-2 2-3-15,2 2-4 0,0 1-7 0,-3 2-8 16,3 0-2-16,-2-1-4 0,-2 0 0 0,4 5-4 16,0-3-3-16,-2 2 0 0,2-2-4 0,0-4-1 15,2 4-8-15,-2 0 4 0,6 1 0 0,-5-3-3 16,1-1-2-16,0 1 0 0,3-3-1 0,0 0 2 16,-1 0-3-16,0-5 2 0,-3 4-2 0,6-3-1 0,-1-2-2 15,-1 0 4-15,3 0-3 0,0-3 4 0,-1 0-4 16,-7 0-2-16,16-4 9 0,-10 1 13 15,2-3 2-15,0-3 9 0,0 4 6 0,-2-5 9 0,1 3 13 16,-2-3 5-16,-1 1 9 0,1 0 15 0,-2-1-12 16,1 0 14-16,-1-1 2 0,1 2 5 0,-4 3-3 15,3-2-5-15,-2 1-14 0,1 2-4 0,-1-1 2 16,2 1-24-16,-2 1-12 0,2 1 1 0,-3 3-13 16,4-6-9-16,-4 6-5 0,9 2-6 0,-9-2 3 15,18 5-1-15,-7-1-13 0,1 2-4 0,4 4 4 16,-2-3 6-16,5 3-6 0,-4 0-11 0,1 2 6 15,1-1-9-15,0 1 3 0,-6-4 12 16,4 2-18-16,-2-2-5 0,-1-2 1 0,-1 0 1 16,-2 0-6-16,-2-2 6 0,1 0 3 0,-1 1 12 0,-3-2 0 0,0-2 6 0,-4-1-2 0,7 1 1 15,-7-1 17-15,8-5 11 0,-7-1 2 0,-1 1 4 16,2-5-3-16,-2 0 1 0,0-3-1 0,0-4 1 16,-2 0 0-16,1-1-2 0,-2 0 12 0,-2 2-6 0,1-2-2 15,1 5-6-15,-1-4-9 0,4 7 1 0,-4-1-8 16,0 1-20-16,1 1-45 0,2 0-46 15,-1 3-62-15,0 0-71 0,-1 1-91 0,3 1-99 0,5 1-236 16,-5 3-707-16,0 0 313 0</inkml:trace>
  <inkml:trace contextRef="#ctx0" brushRef="#br0" timeOffset="-195832.05">18037 13311 137 0,'0'0'288'0,"-9"0"-7"16,9 0 1-16,0 0-14 0,0 0-8 0,0 0-8 15,0 0-4-15,0 0-12 0,0 0-5 0,0 0 2 16,0 0-13-16,-1-3-6 0,1 3 0 0,0 0-8 0,0 0-16 16,0 0-16-16,0 0-10 0,0 0-7 15,0 0-15-15,0 0-12 0,0 0-12 0,17-5-13 0,-10 3-10 16,4 2-6-16,1-2-11 0,1 1-11 0,1-1-7 15,3 1-20-15,0-1-25 0,-1 2-40 0,1-2-33 16,0 2-47-16,-4 0-34 0,1 0-40 0,-1 1-41 16,-2 2-45-16,-3-2-42 0,2-1-47 0,-5 4-237 15,1-3-640-15,-4 2 285 0</inkml:trace>
  <inkml:trace contextRef="#ctx0" brushRef="#br0" timeOffset="-195628.94">18087 13520 201 0,'-3'3'291'0,"-1"-1"6"0,0 1 2 0,4-3 6 0,-6 1 8 15,6-1 5-15,0 0 2 0,0 0-12 0,0 0-9 16,-8 0-26-16,8 0-12 0,0 0-20 0,0 0-22 16,0 0-22-16,0 0-20 0,0 0-17 0,0 0-18 15,0 0-19-15,32 0-26 0,-21 0-39 0,3 0-58 16,9-1-62-16,2 1-59 0,-1 1-54 0,-2 0-68 15,9-1-88-15,-6 1-331 0,6 2-716 0,-7-1 317 16</inkml:trace>
  <inkml:trace contextRef="#ctx0" brushRef="#br0" timeOffset="-191186.65">18784 13239 282 0,'-1'-10'362'16,"2"0"6"-16,1 2 10 0,-2 2-14 0,0 0-8 15,1-2-12-15,-2 3-15 0,1-1-15 0,0 0-14 16,0 2-26-16,0 4-24 0,0-7-29 0,-2 5-22 16,2 2-23-16,0 0-12 0,0 0-24 0,0 0-16 15,0 0-11-15,0 0-12 0,0 0-12 0,-7 14-8 0,6-2-8 16,-3 0-7-16,4-1-2 0,0 11-10 0,0-4-6 16,-4 2-10-16,4 1-3 0,5-1-18 15,-5-1-6-15,4 2-10 0,3-2-10 0,-1 0-6 0,1-2-10 16,-1 0-6-16,-2-4-1 0,3-1 0 0,0 0-5 15,1-3-5-15,-1-1 5 0,1-2 5 0,0-1 3 16,-1-1-3-16,4-2 10 0,-3-4 2 0,2 0 3 16,0-1 6-16,-3-3-1 0,4-2-2 0,-3-1 6 15,4-5 7-15,-2-1-4 0,-4 3 3 0,3-4 0 16,-4-2 4-16,0 0 9 0,-1 8 3 0,1-3 8 16,-2 0 7-16,2 1 4 0,-4 0 4 0,4 2 0 15,-3 0 0-15,0 2-3 0,-1 2-3 0,-1 1-4 0,3 0-7 16,-2 2-2-16,-1-1-8 0,3 1-5 0,-3 3-9 15,0 0 5-15,5-3-2 0,-5 3-2 0,11 9 2 16,-5-4 0-16,-1 0 0 0,3 3-2 0,3 1 1 16,-1 1 0-16,2 1 1 0,0-1-1 0,0 1 2 15,5 2-1-15,-4-2-1 0,2 3-4 0,-4-6 5 16,2 0-5-16,1-3 3 0,-1 3-2 0,-3-5 2 16,1 1 3-16,2-3-3 0,-1 1 7 0,-3-1-2 15,0-2 3-15,-4-2-2 0,6 1 5 0,-4-2-1 16,2-3 3-16,-1 0 4 0,-1-1-2 0,-1-2 5 15,-1-3 5-15,1 3 6 0,-4-3 5 0,2-5-6 16,-1 3 3-16,-3-2-5 0,-2 3 0 0,1 1-4 0,0 0-2 16,-2 2-2-16,-2-2-4 0,2 0-5 15,-1 0-12-15,-2 6-30 0,1-4-34 0,-1 4-39 0,1-1-62 16,1 4-69-16,-1 0-59 0,-1 3-64 0,3-3-77 16,3 4-266-16,-10 2-761 0,10-2 336 0</inkml:trace>
  <inkml:trace contextRef="#ctx0" brushRef="#br0" timeOffset="-190051.43">19826 13323 337 0,'0'0'352'15,"0"0"-5"-15,0 0-3 0,0 0-13 0,0 0-9 16,-4-2-16-16,4 2-10 0,0 0-15 0,0 0-13 16,0 0-23-16,0 0-16 0,0 0-19 0,0 0-16 0,0 0-18 15,14-4-21-15,-6 1-14 0,5 1-16 0,2 2-12 16,4 0-10-16,4-1-11 0,-1 0-10 0,1 1-12 15,7 0-1-15,0-2-10 0,-7 0-2 0,0 2-6 16,-1-1-6-16,4 1-5 0,-6 0-2 0,-2-1-6 16,1 0-2-16,-4 1-6 0,0-2-4 0,-3 1-4 15,-2 0-13-15,-5 1-16 0,-5 0-12 0,11-3-58 16,-5 0-60-16,-4 1-56 0,-2 2-52 0,2-5-51 16,0 1-73-16,-2 4-327 0,-8-8-761 0,4 4 336 15</inkml:trace>
  <inkml:trace contextRef="#ctx0" brushRef="#br0" timeOffset="-189223.37">21031 13044 95 0,'-8'-1'376'0,"8"1"6"0,0 0-3 0,-7-2-10 16,7 2-20-16,0 0-17 0,0 0-20 0,0 0-24 16,0 0-20-16,-4-2-26 0,4 2-21 0,0 0-22 0,0 0-15 15,0 0-13-15,0 0-14 0,0 0-10 0,33 5-15 16,-13-5-13-16,2 2-10 0,8 0-13 0,1-1-9 16,0 0-8-16,1-1-8 0,0 0-8 0,0 4-8 15,-3-4-4-15,0 0-10 0,-6 0-12 0,-2 1-4 16,-1-2-31-16,-1 1-30 0,-5 1-33 0,-1-1-22 15,-3 0-22-15,-1 0-15 0,-5-1-24 0,-4 1-20 16,11 0-35-16,-11 0-46 0,0 0-52 0,0 0-35 16,0 0-253-16,0 0-643 0,0 0 285 0</inkml:trace>
  <inkml:trace contextRef="#ctx0" brushRef="#br0" timeOffset="-188895.28">21012 13161 207 0,'-3'-3'394'0,"3"3"0"0,0 0 9 15,0 0-11-15,0 0-18 0,-4-4-21 0,4 4-29 16,0 0-29-16,-4-3-28 0,4 3-28 0,0 0-27 15,0 0-23-15,0 0-20 0,0 0-24 0,0 0-13 16,0 0-13-16,0 0-14 0,6 12-6 0,-4-5-12 0,5-3-4 16,1 7-11-16,3-5-7 0,3 7-5 0,1 0-7 15,1-2-4-15,5 2-10 0,-1-3-10 16,7 4-12-16,-1-1-17 0,-6-3-21 0,1-2-28 0,0 0-33 16,1-2-31-16,-3 1-27 0,-1-3-28 0,-2-1-33 15,-3 2-36-15,0-1-38 0,-2-4-43 0,-3 0-46 16,-1 0-203-16,-7 0-614 0,10 0 273 0</inkml:trace>
  <inkml:trace contextRef="#ctx0" brushRef="#br0" timeOffset="-188565.72">21530 13146 219 0,'0'0'320'0,"0"-3"0"0,0 3 2 0,0 0-3 0,0-4-11 16,0 4 0-16,0 0-14 0,3-6-15 0,-3 6-22 15,0 0-20-15,-3-5-22 0,3 5-22 0,0 0-17 16,0 0-30-16,0 0-15 0,0 0-18 0,0 0-11 16,0 0-7-16,0 0-15 0,-13 12-7 0,11-7-7 15,-6 1-5-15,1 2-7 0,1 1 8 0,-3 0-21 16,1 2-1-16,-1 4-4 0,0 0-4 0,-1 0 0 15,0 2-3-15,-1-2-6 0,1 1-10 0,1 2-12 16,-2-3-26-16,-1 0-23 0,4-2-31 0,0 3-30 0,-1-4-38 16,0 2-35-16,2-2-38 0,-1-2-56 0,5 1-78 15,-2-3-240-15,1 0-642 0,3 0 285 16</inkml:trace>
  <inkml:trace contextRef="#ctx0" brushRef="#br0" timeOffset="-187883.42">21570 13484 233 0,'-3'-6'349'0,"3"6"3"0,0-5-17 16,0 5-19-16,-3-4-18 0,3 4-35 0,0 0-18 15,0-4-32-15,0 4-19 0,0 0-30 0,0 0-21 32,0 0-13-32,0 0-11 0,0 0-13 0,0 0-8 0,0 0-13 15,-1 16-10-15,2-10-5 0,-1 1-5 0,0 0-9 16,0 0-4-16,0 3-6 0,3 1-7 0,-3 1-8 0,3-2-6 0,-3 0-10 16,1 0-2-16,2-2-10 0,-1 2-3 0,1-1-3 15,0 1 1-15,-2-3-13 0,3-2-2 0,-1 1 3 16,0 0-3-16,0-2 3 0,1-2 3 0,2 1 0 0,0-2-2 15,-6-1 0-15,11 0-4 0,-11 0 2 16,13-6 6-16,-7 2-1 0,1-1 2 0,-2 1-2 16,2-1 4-16,2-3 3 0,-2 0 0 0,1 1 7 0,-3 1 7 15,0 0 10-15,3 0 11 0,-4-1 1 0,0 2-4 16,-1 0 2-16,1 0 2 0,0 1-7 0,-2 1-1 16,0-1-5-16,-2 4-4 0,3-3-4 0,-3 3-4 15,7-2 6-15,-7 2-7 0,0 0-3 0,11 3-2 16,-6 1 1-16,-1 1 1 0,4 0 14 0,2 1-14 15,-1 1-8-15,2-1 6 0,0 2-6 0,-3-1 8 16,6-1-2-16,-3 0-3 0,0-1 5 0,-1-1 8 16,-3 0-10-16,2-1-1 0,-2-3 5 0,0 1 3 15,-1-1-4-15,-6 0 1 0,9-3 27 0,-6 1 13 16,0-2-5-16,-2-1 0 0,3-2-5 0,-4-1-4 16,-4 0-6-16,2-3-2 0,-3 1-11 0,1-2-26 15,-3-6-28-15,1 2-49 0,-4 1-38 0,3 3-48 0,-2 0-69 16,2 0-72-16,-1 0-285 0,2 2-650 0,2 1 288 15</inkml:trace>
  <inkml:trace contextRef="#ctx0" brushRef="#br0" timeOffset="-186492.9">22131 12949 270 0,'0'0'363'16,"-2"-6"-10"-16,2 6-29 0,0 0-30 0,0 0-30 15,-3-4-29-15,3 4-29 0,0 0-19 0,0 0-16 16,0 0-15-16,0 0-15 0,5 15-3 0,-3-7-12 16,-1 0-8-16,3 1-9 0,3 2-13 0,-3 0-14 15,0 5-4-15,0-2-6 0,3-1-9 0,-2 2-11 16,0 2 0-16,0-1-9 0,-2-1-2 0,2 0 0 16,-2-3 1-16,1 4-12 0,-3-5 1 0,3 0-10 15,-1 2-13-15,-1-5-20 0,0 5-25 0,0-6-26 16,0 1-29-16,1-1-36 0,-3 1-42 0,3-2-49 15,-2-1-48-15,4-2-270 0,-3-1-581 0,-2-2 257 0</inkml:trace>
  <inkml:trace contextRef="#ctx0" brushRef="#br0" timeOffset="-186227.3">21949 12955 162 0,'-8'-1'427'0,"4"-1"21"0,1-1 16 16,3 3-6-16,-5-4-16 0,2 2-26 0,3 2-45 15,1-8-34-15,2 4-36 0,4-1-28 0,-3 0-32 16,8 0-23-16,-1-2-21 0,1 1-19 0,2-1-18 0,2 0-20 16,2 1-13-16,-2 0-18 0,2 0-8 15,2 2-20-15,-2 0-30 0,1 1-26 0,-1 1-36 16,-2-1-40-16,-4 3-45 0,2 0-33 0,-2 0-40 0,3 3-34 15,-4-1-34-15,0-1-33 0,0 0-38 0,-2 3-38 16,-1-2-306-16,-4 1-705 0,5 2 312 0</inkml:trace>
  <inkml:trace contextRef="#ctx0" brushRef="#br0" timeOffset="-185262.07">22289 13112 109 0,'0'0'299'0,"0"0"-9"16,0 0-16-16,8-8-21 0,-8 8-23 15,0 0-21-15,5-2-20 0,-5 2-19 0,0 0-18 16,9 1-16-16,-9-1-12 0,9 2-17 0,-2 1-6 0,-1 1-14 15,-1-1-9-15,6 3-8 0,-4 0-2 0,2 1-13 16,2 2-6-16,-3-2-2 0,-1 2-7 0,2 1-4 16,0-2-5-16,-4 2 0 0,4-2-3 0,-4 3-3 15,-1-1 0-15,1-3-10 0,-2 2 0 0,0-2 2 16,-2-1-10 0,-1 0 0-16,-1 0 5 0,1-3-5 0,-3 1 1 15,3-4-2-15,-8 5 0 0,4-4 3 0,-1 2 2 0,-4-3-6 16,-3-3 6-16,4 1-3 0,0-1 9 0,0 2 13 0,0-3-2 15,1 2 4-15,3-1-1 0,-1-2 3 0,3 1-9 0,-1-1-4 16,3 0-7-16,0 5-8 0,5-9-10 16,0 4-16-16,6-1-18 0,3 0-15 0,3 1-23 15,6 0-14-15,5-4-8 0,2 4-8 0,-7 0-12 0,-1-1-3 16,8 1-3-16,-8 3-1 0,1-2 10 0,0 1 6 16,-4 0 10-16,-4 0 7 0,-1 0 10 0,-3 1 8 15,0-2 14-15,-3 2 19 0,-3-1 17 0,-1 0-3 16,3-1 15-16,-6 1 7 0,-1 3 3 0,-1-5 12 15,1 5 10-15,-7-5 7 0,2 4 4 0,-1-2 6 16,-2 1 0-16,1 1 4 0,-5 2-3 0,1-2 1 16,3 1 1-16,-5 0-6 0,0 3 0 0,4 1-8 15,-1 0 0-15,-2-1-6 0,3 1 0 0,-2 0-3 16,2 3 0-16,1 0-3 0,0 1-1 0,0 1 0 16,4-4-3-16,-2 2 0 0,4 0 0 0,-1-1-1 15,3 2 3-15,0-2-3 0,0-1 2 0,3 1-3 16,-1-2 0-16,2-2 3 0,2 1-3 0,1-2-3 0,1-1-1 15,4 0 2-15,-5-1-6 0,6-1 3 0,-4 0-4 16,2-2 1-16,2-3-1 0,-5 4 3 16,1-4 0-16,4-1-1 0,-5 3 4 0,-1-2-1 0,1 0 3 15,-2 2 5-15,0-2 16 0,-3 2 16 0,1-1 4 16,0 1 10-16,1 2 2 0,-3-1-6 0,1 1 0 16,-3 3-11-16,5-5-7 0,-5 5-5 0,3-1-7 15,-3 1-4-15,0 0-1 0,0 0-3 0,0 0-2 16,0 0 1-16,4 10-2 0,-3-5-3 0,1 0 1 15,-1 0-1-15,2 2-2 0,-2 0 1 0,3-3 1 16,1 3-3-16,-3 0-3 0,2-2 0 0,0 3 2 16,-1-4-4-16,1 1 1 0,-1-3 0 0,0 4-2 15,1-4 1-15,-2 2 1 0,0-1-2 0,-2-3 0 16,8 0-1-16,-8 0 3 0,0 0 2 0,0 0-4 16,9-7 1-16,-4 4-1 0,-3-2-1 0,2 4 3 15,-1-3-1-15,1 2 1 0,0-3-4 0,-1-1 4 0,1 4-2 16,-3-1 1-16,-1 3-1 0,6-5 2 0,-3 1-2 15,1 2 0-15,-4 2 0 0,6-5 3 16,-2 3-1-16,-4 2-3 0,4-1 1 0,-4 1 3 0,7-5-5 16,-7 5 1-16,4 0 0 0,-4 0-3 0,7-1 5 15,-7 1 7-15,0 0 0 0,12 1 1 0,-12-1 4 16,6-1-6-16,-6 1-2 0,8 1-4 0,-8-1 3 16,11 3 0-16,-6-2-2 0,-5-1 1 0,11 1 0 15,-4 0 1-15,2 1-4 0,1-1-12 0,0-1-29 16,-1 2-37-16,-1 0-46 0,2 0-55 0,3-2-58 15,-3 0-235-15,-2 0-509 0,0 1 225 0</inkml:trace>
  <inkml:trace contextRef="#ctx0" brushRef="#br0" timeOffset="-185058.96">22839 12989 164 0,'-6'-5'399'0,"1"1"-25"0,1-2-23 0,2 4-32 16,-2-2-27-16,4 4-30 0,-5-3-32 0,5 3-36 16,0 0-28-16,-3-5-40 0,3 5-50 0,0 0-27 15,0 0-30-15,0 0-49 0,0 0-61 0,0 0-72 16,12 10-80-16,-9-8-173 0,4 2-451 0,4 1 200 16</inkml:trace>
  <inkml:trace contextRef="#ctx0" brushRef="#br0" timeOffset="-184668.36">23069 12798 197 0,'0'0'259'0,"0"0"-26"0,0 0-11 0,0 0-13 0,0 0-16 15,4 14-12-15,-2-8-16 0,4 6-9 0,-1-3-12 16,-1 7-15-16,6 1-9 0,-5 1-15 0,6 0-9 15,-3 0-8-15,-1 1-5 0,4 6-15 0,1-6-5 16,-2-3-1-16,-1 2-11 0,2 0-1 0,2 2-7 16,-5-4-4-16,2 1-3 0,-3-3-4 0,-1-2-6 15,-1-1-3-15,0-1 1 0,-2-3-3 0,1 0-2 16,-1-3 0-16,-2 1-2 0,1 1 4 0,-1-3 10 16,-1-3 17-16,0 4 21 0,0-4 15 0,0 0 6 15,0 6 9-15,0-6-2 0,0 0 12 0,-7 2-2 16,7-2-1-16,0 0-13 0,-7 1-13 0,7-1-7 15,0 0 8-15,0 0-22 0,0 0-10 0,0 0-8 16,0 0-3-16,0 0-25 0,0 0-4 0,0 0-5 0,0 0-11 16,9 5-3-16,-1-4-20 0,0 2-18 0,8-2-16 15,-2 2-11-15,5-1-24 0,1 0-25 16,0-1-29-16,0-1-26 0,3 0-17 0,-4 0-30 0,1-3-27 16,-1-2-17-16,-5 1-204 0,0 2-513 0,3-5 227 15</inkml:trace>
  <inkml:trace contextRef="#ctx0" brushRef="#br0" timeOffset="-184059.04">23553 13144 303 0,'1'-4'27'0,"-1"0"30"15,0 4 28-15,0-6-1 0,0 6 25 0,-3-7 10 16,3 7-3-16,-4-3-7 0,4 3-8 0,-4-3-9 16,4 3-8-16,-6-2-8 0,6 2 4 0,0 0-4 15,-9 7-4-15,5-4-3 0,1 0-10 0,1 3 2 16,-1-1-6-16,2 1-3 0,-2-1-7 0,0 3-3 16,5 1-2-16,-4-4-2 0,4 6-3 0,-1-4-4 0,-1-2-1 15,3 3-9-15,-1-3 3 0,2 0-1 16,-1 1-2-16,1-1-2 0,-2-1 1 0,0 0-6 15,1-3-1-15,-3-1 1 0,7 4-5 0,-7-4 6 0,0 0-4 16,0 0-3-16,9-5 1 0,-7 1-1 0,-1 0-2 16,-1-1 1-16,0-4-3 0,3 5 4 0,-3-3-5 15,0-1 3-15,0 2-1 0,0-6 4 0,0 6-4 16,1-6-3-16,-2 3 5 0,-2 2 5 0,3-1 11 16,0 2 1-16,-1-1-2 0,1 1-1 0,-2 2-1 15,1 0-7-15,1 0 4 0,0 4-6 0,0-8-1 16,-3 6-5-16,3 2 1 0,0 0-3 0,-4-4 0 15,4 4-2-15,0 0-4 0,0 0-1 0,0 0 0 0,0 0-1 16,0 0-2-16,0 0-1 0,11 10 5 16,-7-6-2-16,2 0 0 0,1 1 0 0,-1-1-4 15,2 3-7-15,3-1-3 0,0 0-3 0,-3 1-4 0,3-1-2 16,-2 0-5-16,4 0-1 0,-3 0-4 0,-1 1 3 16,2-2 1-16,-3 1 1 0,-2 1 1 0,-1-2 4 15,4 1-2-15,-6-2 7 0,1-1-2 0,-1 1 4 16,1-3 2-16,-2 5-4 0,-2-6 10 0,2 2-2 15,-2-2 12-15,0 4-3 0,0-4 9 0,0 0 17 16,0 0 5-16,0 0 15 0,0 0 10 0,0 0 13 16,0 0 5-16,0 0 5 0,0 0 6 0,-9-13 5 15,9 13-6-15,0-5 4 0,1 0 5 0,-1-3 1 16,1 2 7-16,2-1-11 0,3 0-4 0,-1-2-12 16,0 3-1-16,2-3-10 0,-1 2 3 0,-1-1-5 15,4 1 1-15,-2 2-3 0,-3-2 1 0,2 2-11 16,-2 3 2-16,2-2-4 0,-1 1-9 0,-1 2 1 0,0-2-8 15,-4 3-9-15,6-1 0 0,-6 1-2 0,9 0 3 16,-9 0-6-16,8 4 0 0,-7 0-5 16,2 0-1-16,3 1 4 0,-4 0-10 0,1 1-14 0,1 2-6 15,-2-1-20-15,4 1-16 0,-3-2-28 0,1 4-23 16,0-2-29-16,0-1-45 0,-1 2-54 0,1-4-62 16,-1-1-157-16,1 4-492 0,3-3 218 0</inkml:trace>
  <inkml:trace contextRef="#ctx0" brushRef="#br0" timeOffset="-183699.69">24060 12858 363 0,'0'-8'402'0,"0"5"3"15,0-3-10-15,0 6-17 0,-3-7-32 0,2 4-30 16,1 3-38-16,0 0-28 0,0 0-27 0,-3-3-32 16,3 3-20-16,0 0-15 0,0 0-14 0,0 11-16 15,0-3-19-15,0 3-4 0,3-1-15 0,-3 3 1 16,0 1-19-16,-3 4-9 0,3 1-5 0,0 2-1 16,0-1-17-16,0 1 1 0,0 0-1 0,0 2-3 15,0-2-3-15,3 5-4 0,-2-6-1 0,2 2-1 16,3-1-3-16,-5 0-1 0,6-2 2 0,1 2-3 15,0-2-2-15,4-1-8 0,1-1-15 0,-1 0-16 16,4-5-36-16,-1-1-33 0,11 2-36 0,-7-5-29 0,3 0-33 16,-2-1-45-16,-1 0-31 0,4-6-39 15,-4-1-48-15,2 0-212 0,-1-2-610 0,-1-3 270 16</inkml:trace>
  <inkml:trace contextRef="#ctx0" brushRef="#br0" timeOffset="-183027.86">24313 13021 64 0,'-1'-6'358'16,"1"6"-3"-16,-4-5 3 0,2 3-1 0,2 2-18 15,0 0-24-15,-2-7-25 0,0 4-34 0,2 3-37 16,0 0-16-16,0 0-28 0,0 0-23 0,0 0-15 16,0 0-13-16,0 0-9 0,-4 12 1 0,7-3-26 15,-2 2-12-15,-1-2-4 0,0 2-7 0,2 2-10 16,0 0-3-16,-2 0-4 0,5-2-14 0,-3 2-3 16,2 0-4-16,-3-1-7 0,2 0 6 0,1-3-16 0,-2 0-4 15,2-4-13-15,-3 3-4 0,2 1 2 16,1-6-3-16,-1 3-1 0,2-2 5 0,-1-2-3 15,-4-2 0-15,10 0-3 0,-10 0 13 0,9-4-3 0,-2 2 6 16,-2-4-3-16,1 3 4 0,-1-2 4 0,0-3-12 16,0 3 5-16,0-4 2 0,-1 3-13 0,0-1 10 15,-1 2 5-15,0-1 4 0,0 0 1 0,-1 1-3 16,1 2-3-16,0-1 2 0,-2 0-2 0,-1 4 0 16,4-4-14-16,-4 4-3 0,0 0 3 0,0 0 12 15,0 0-12-15,12 2 0 0,-12-2 2 0,5 7-1 16,0-3 3-16,-1 0 0 0,-1 0 2 0,2 2 4 15,2 0-4-15,-3-2-1 0,3 1-3 0,-3 1 1 16,3-3-5-16,-3 2 5 0,1-2 6 0,-1-1-8 16,-1 1 4-16,4-1 2 0,-3-1 3 0,-4-1 9 15,0 0-6-15,12-5-2 0,-9 2 0 0,0 0 6 0,-2-3 3 16,0 1-9-16,-1-1 11 0,3-1-4 0,-3 1-5 16,-3-1-2-16,3-4-2 0,0 0-13 0,-1 3-8 15,0 0-36-15,-1-4-26 0,0 2-35 0,-3 1-35 16,3 0-41-16,0 1-55 0,2 1-61 0,-5-1-242 15,4 3-598-15,-1 1 265 0</inkml:trace>
  <inkml:trace contextRef="#ctx0" brushRef="#br0" timeOffset="-182713.88">24580 12839 159 0,'0'0'356'15,"0"0"-27"-15,0 0-24 0,4-3-26 0,-4 3-7 0,0 0-10 16,15 12-13-16,-6-8-14 0,1 4-13 0,1 2-15 16,2 1-10-16,3 2-22 0,0 2-13 0,1 0-15 15,2 5-24-15,0-1-3 0,-4-3-14 0,0-1-5 16,0 1-14-16,-1 2-10 0,1 4-13 0,-3-5 3 15,-1 0-10-15,-3 2-12 0,1 0 0 0,-2 9-1 16,-3-9-19-16,-2 2-38 0,-4 5-41 0,-2 0-41 16,-4 2-43-16,-8-2-47 0,-4 2-77 0,-4-1-100 15,-3-1-206-15,-1-1-616 0,-4 0 273 0</inkml:trace>
  <inkml:trace contextRef="#ctx0" brushRef="#br0" timeOffset="-160340">16783 12674 25 0,'-8'1'142'0,"8"-1"-16"0,-12 0-11 16,5 1-6-16,2 0-10 0,5-1-10 0,-10 3-8 15,4 0-10-15,3-2-9 0,-3 2-3 0,6-3-5 16,-4 3-8-16,4 0 4 0,0-3-9 0,0 6 2 16,0-2 4-16,3 0 8 0,-2-1 10 0,6 0 14 15,1 1-3-15,6-1-10 0,1 1-2 0,7 0-6 16,6-2-6-16,6 1-4 0,0-2-3 0,8-1-3 16,-1 0-6-16,16-1-3 0,0-2-4 0,3 1 1 15,-3-2-6-15,6 1-2 0,2 0-1 0,-1 0 0 16,1-1 0-16,1 1-5 0,-1 2 2 0,-4-1-2 15,5-1 0-15,-4-1 0 0,4 0 0 0,-5 2-5 0,-3 0-1 16,3 0 0-16,-1 0-4 0,0 0 2 0,-3 2-1 16,0-2 1-16,0-4-1 0,-14 6-3 0,11-1 1 15,-12 0-3-15,11-3 4 0,-11 3-3 0,2-2 0 16,-1 2 0-16,-3-3 2 0,3 4-1 0,-2-2 0 16,4 1-1-16,-3-1-2 0,-1 2 0 0,2-3 0 15,-4 2 4-15,18 0-5 0,-18 0 1 0,2-3-1 16,-2-2 3-16,2 3-1 0,0 0 1 0,-2-1-2 15,-1 2 1-15,2-1 1 0,-3-2 0 0,-3 1-3 0,2 2 0 16,-2-2 1-16,4 1 1 0,-5 0-2 16,-2-3-1-16,2 2 2 0,1 3 1 0,-4-1-4 15,-7-1 0-15,7 1 1 0,0-3 4 0,1 3-5 0,-2-1 4 16,-1 1 0-16,2 1-2 0,0-2-1 0,0 2 1 16,1-2 1-16,-2 2 1 0,1 0-1 0,0-2-4 15,1 3 3-15,-1 0-3 0,1 0 3 0,-1-1 0 16,0-1 2-16,-3 1-1 0,5 2-1 0,-1-3 3 15,0 2-3-15,2 0 0 0,-4-1-2 0,4-1 2 16,0-1-3-16,1-1 5 0,1 0-2 0,2 0 0 16,0-4 2-16,2 5-2 0,-3-3 1 0,0 1-3 15,1-1 3-15,0 1-2 0,2-3 0 0,-3 4 5 16,3-2-5-16,-4-1 3 0,4 0-1 0,-2 2-3 16,0-1 1-16,0 0-3 0,-2 0 4 0,4 2-1 15,-3-1 1-15,1 2 0 0,1 1 5 0,-1-2-6 0,2 0-1 16,3 3 5-16,-1-2-2 0,-3-1 1 0,4 3-2 15,-1-2 0-15,2 2 1 0,-2 0-2 16,3-2 3-16,-2 1-2 0,16 1 1 0,-18-1-4 0,4-1 1 16,13 3 2-16,-3 2 1 0,-13-1-1 0,0-4-2 15,15 3 2-15,-16-2-2 0,-2 1 3 0,5-2-2 16,-1 3 4-16,-4-1 1 0,3 0-6 0,-3-1 2 16,5 0 0-16,-5-2 0 0,2 2 2 0,-2-3-1 15,1 4 0-15,1-1 1 0,-2-1-2 0,1-1 2 16,1 3 0-16,-3-2-3 0,2-1 1 0,0 1 1 15,-1 0-2-15,1-1 0 0,-1 2 3 0,0 0-2 0,1-5 1 16,-1 3 0-16,-1 0 1 0,2 2 0 0,-2 1-1 16,3-2 0-16,-1 3 1 0,-5-3 0 0,5-1 0 15,-2 3-3-15,-3 1 3 0,4-2-2 0,-4 0 0 16,4 2-2-16,-2-2 3 0,-2 3 0 0,1 0-2 16,2-1 1-16,-2 0 0 0,2 2-2 0,-5-2 5 15,2 1-2-15,-1-1-3 0,0 1 0 0,-1 1 4 16,1-2-1-16,-2 3-1 0,-1 0-5 0,0-2 3 15,-3 1 4-15,3-1-4 0,-5-1 1 0,-3 0 3 16,8 1-2-16,-2-1-1 0,2 0 1 0,-8 1 1 16,-2 1 0-16,3-2-1 0,0-2 3 0,0 2-3 15,-1 0 0-15,-1 0 4 0,-1 0 2 0,-5-1 15 0,5 1 5 16,-3 0-2-16,-1-1-2 0,-1 1-1 0,-3 0 2 16,3 0-7-16,0 0 2 0,-2-1-4 0,1-1-1 15,-1 2-3-15,2-1 0 0,-4 1 1 0,-2-1-2 16,2-1 1-16,1 2-4 0,-5 0 2 0,2 2-4 15,1-4-2-15,-2 2 0 0,-1 2 2 0,2-4-1 16,-2 2-3-16,0 2 1 0,1-1 1 0,0 0-2 16,1 2 4-16,-1-2-3 0,0 2-1 0,0-1 1 15,3 3 1-15,-1-1-3 0,0 0 1 0,0 0-2 16,0 1 2-16,3-2 0 0,-2 3 0 0,-1 1 0 16,-1 1 0-16,0 0-2 0,1-1-1 0,2 1 3 15,-4 2-1-15,-1 2-3 0,-1-1 2 0,2 1 1 0,0 5 0 16,-3 0-1-16,1 0 1 0,-1 1-4 0,3 0 4 15,-4 1-1-15,-1 2 0 0,3-1-1 16,-1 6 2-16,-1-5 0 0,4 4 0 0,0 3 1 0,1-1-2 16,0-1 1-16,-2-1-1 0,-2-6 1 0,0 3 3 15,3-2-4-15,-2 3-1 0,-2-5 3 0,3 2-3 16,-1-1 3-16,-1-1 0 0,-2-5-2 0,2 4 3 16,-2-3-1-16,1-2-1 0,-3 2-1 0,-1-4-2 15,3 3 1-15,-3-2 3 0,0-1 0 0,2-1 0 16,-2-1-3-16,0-2 1 0,-2 2 2 0,4-2-1 15,-4 0 0-15,4 0 0 0,-2 0-1 0,0-1 4 0,0 1-2 16,-2 1 5-16,2-2-5 0,0 1 0 0,0 2 1 16,2-1 1-16,-2-1 2 0,1 7-2 0,-1-6-3 15,1 6 2-15,-1-1-1 0,0-1 0 0,2 2-1 16,-2 1 2-16,1 4 1 0,-1 0-2 0,4-1 2 16,0 3 0-1,-2-1-2-15,1-1-1 0,2 3-2 0,-5-2 3 16,1-1-1-16,3 2-3 0,0 0 4 0,-4 0-1 15,2-2 2-15,-1 0 0 0,-4-1-2 0,3-1 1 0,0 2-1 0,0-4 1 16,0-1-1-16,2 1 3 0,-1 0-2 0,-1-2 0 16,3 1 2-16,-3-3-4 0,1 2 1 0,-1-5 0 15,3 4 0-15,-2-5 1 0,3 1 0 0,-4-1 5 16,3 0-3-16,-3 0 3 0,1-1-5 0,-1-1 2 16,0 1-2-16,0-1 1 0,0-4-3 0,2 5 4 15,-2-5-2-15,0 4 3 0,0-4-3 0,0 0-1 16,1 4-2-16,-1-4 3 0,0 0-3 0,0 5 7 0,0-5-6 15,0 0 1-15,0 0 1 0,-4 5 2 16,4-5-3-16,0 0 0 0,-3 5 0 0,3-5 0 16,-5 3 4-16,2-2-1 0,3-1 0 0,-7 4-3 0,0-3 2 15,2 2-1-15,-3-2 3 0,1 2-3 0,-5-1 0 16,0 1 0-16,-2 0 0 0,-8 0 2 0,4 1 2 16,-2-1-2-16,-2 0-1 0,-2 0-2 0,3 1 2 15,-11 0-4-15,3 0 5 0,-2-1-2 0,2 1 0 16,-1 0 0-16,-1 0 4 0,1 1 5 0,-1-1 9 15,0 0 2-15,-1 1-1 0,11-3 3 0,-11 1-2 16,3-1-2-16,4 3 0 0,-3-1-3 0,0-1-1 16,0 0 3-16,-2-1 0 0,0 1 2 0,-2 2-1 15,-3-1 3-15,6-2-2 0,-6 5 4 0,1-5-3 16,0 2 0-16,-2 1 2 0,1-2-1 0,-1 2-1 16,2 0-4-16,-4-1 1 0,2 1-2 0,1 0-3 15,1 0 1-15,-3 0 1 0,3-1-5 0,3 1-3 0,-2-1 1 16,2 1 5-16,2 1-7 0,6-3 1 0,-1 1 0 15,-5-1 2-15,6 1-5 0,-1 0 2 16,3-1 2-16,-9 1-3 0,9 1 0 0,-3 0-1 0,3-1 2 16,-8 0-1-16,6 1-2 0,-7-1-1 0,0-1 1 15,7 2 1-15,0-3-1 0,-6 1-2 0,-2 0 6 16,1 0-7-16,-1 2 3 0,0-3 2 0,1 0-6 16,1-1 2-16,-4 1 3 0,1 0-2 0,-1-2 1 15,-2 3-1-15,0-1 0 0,-1 2-1 0,2-2 0 16,-1-1 1-16,1 1-4 0,1-2 3 0,0 2 0 15,-1-2 2-15,0 0-1 0,4 1-2 0,-2-1 2 16,2 5-4-16,-4-4 3 0,3 0-2 0,-2 1 1 16,2 0 0-16,-2-1 1 0,2 1 1 0,2-1-3 15,6 1 4-15,-7-2 1 0,2 1-4 0,3 3 2 16,2-3 0-16,-1 1 2 0,0 1 1 0,-6-3-4 16,2 4 3-16,5 0 0 0,-3-3 2 0,-1 3 1 0,-2 0-5 15,5-2 6-15,-4 2-2 0,-3 0 2 0,8-1 0 16,-5 2 0-16,-2-2-1 0,0-1-4 15,-2 1 1-15,3 2 2 0,-1-3-3 0,1 1 0 0,5 0 1 16,-8 0-1-16,-3 0 1 0,2 1 0 0,-1-2-5 16,4 4 4-16,-4-1 0 0,3-2-3 0,-2 0 5 15,2 2-1-15,1 0 0 0,0 0 0 0,6-2-3 16,-6 3 1-16,1-2-1 0,-5-2 3 0,4 1-2 16,-1 3 1-16,1-4-1 0,0 1 0 0,-2-1 6 15,-1 0-3-15,2 1-3 0,1-1 2 0,-6 1-4 16,4-3 0-16,-2 1 1 0,0-1 0 0,0 0 0 15,-3 0 0-15,0 1 0 0,-1-1 3 0,1 0-3 16,2 2 4-16,-3-2-3 0,-1 1-1 0,-2-2 1 0,0 3-1 16,-14-2 3-16,14 2-3 0,-2-1 0 15,4-1-1-15,-3 1 2 0,-13-1-1 0,15 1 3 16,1 2 1-16,0-6 0 0,-3 6 9 0,4-3 10 0,2 1 0 16,-2-1-2-16,2 0-3 0,0 1 5 0,-2-2-5 15,4 1 0-15,0 1-1 0,-3 1-3 0,5-1-2 16,-5-2-1-16,3-1 2 0,1 2-1 0,2 0-4 15,-2 0 5-15,2-1 0 0,1 1-4 0,-2 0-1 16,2-1-5-16,0-2 8 0,-1 7-1 0,2-4-6 16,5 0 2-16,-5 0 0 0,0 0 0 0,3 1-1 15,-4-1-2-15,-1 4-2 0,4-5 2 0,4 0-2 16,-10 1 2-16,6 1-4 0,-3 0 3 0,-1-1 0 16,0 1 3-16,-3-1-2 0,2 2 0 0,1-1-3 15,-2 1 1-15,1-1 4 0,-1-1-8 0,0 2 3 16,2 1 1-16,-2-3 0 0,-1 2 1 0,3 2-5 15,0-4 0-15,1-1 10 0,-4 2-9 0,2-1 2 0,0 0 0 16,2 0 1-16,-1 0 1 0,10 0 0 0,-10 1 7 16,8-1-6-16,-7 2-1 0,9-2 3 15,-2 0 5-15,-1 0-7 0,1-2 2 0,1 0-2 0,2 2 1 16,-2 1-5-16,0-2 3 0,3 1 2 0,-2-1-4 16,-9 1 3-16,8 0 2 0,-8 0-8 0,8 1 5 15,2-1-6-15,-5 0 8 0,-5 0-1 0,6-1 0 16,-5 1-1-16,7 0-1 0,-2 0-4 0,-3 1 15 15,4-2-11-15,-2-1-4 0,-2 2 3 0,4 0 0 16,-3 0-1-16,3-1 2 0,-7 0-1 0,8 1-4 16,-1 0 6-16,3-1 1 0,-2 1-4 0,0-2 0 15,-1 2 1-15,3-1 2 0,-1 0-3 0,1 3 2 16,1-4 14-16,1 1-13 0,2-1-3 0,2-1 0 0,2 1 1 16,-3 1 2-16,1-1-6 0,1 1 6 15,2 0 0-15,-4-2-2 0,3 2-2 0,1 0 0 16,-3-2 0-16,3 2 3 0,-3 0-3 0,4-2 1 0,-1 0 2 15,0 0 4-15,0-1-5 0,-1 3 0 0,1-1-3 16,3 2 3-16,-3-1 1 0,-4-3 2 0,7 3-1 16,-4 1 0-16,4 0-8 0,-1-2 8 15,-3 0-2-15,4 1 0 0,1 1 0 0,0-2 2 0,7 2 0 16,-16-2-1-16,11 2 8 0,-4-1-5 0,4-1 0 16,5 2 14-16,-13-1 11 0,13 1 8 0,-7-1 9 15,1-2-1-15,2 0 1 0,-1 1-14 0,5 2 6 16,-10-4 2-16,6 2-1 0,0-2-8 0,-2 0-4 15,2 0 11-15,-4 1-2 0,3-3 10 0,-1 3-6 16,2-4 11-16,-4-1 7 0,2 0-4 0,-1-2-1 16,1 2 7-16,-1-2-7 0,2 0-2 0,-3-1 7 15,2-2-2-15,-1-2-3 0,1-2-1 0,-1-1-4 0,2 0 0 16,-1-1-1-16,-2-7-1 0,2 5-1 0,1-7-2 16,-2 2-5-16,3-2 4 0,-1-2-2 15,1 1 5-15,1-1-5 0,0-2-2 0,-3-2-6 0,4 1 1 16,-1 2 3-16,2-1 1 0,-2-1 4 0,3 2-1 15,-1-2 0-15,-2 0-4 0,0-1 3 0,-1 0-6 16,1-2-1-16,2 0-5 0,-2 2 0 0,2-2-3 16,-4 3 1-16,2-1-5 0,0 3 0 0,-1-1-1 15,0 2-4-15,0-2 0 0,0 4-4 0,1 0 2 16,-2 0 4-16,-2 1-7 0,0 2-3 0,4 4-1 16,-1 0 0-16,0 2-1 0,-1 0 0 0,1-1 1 15,0 1-5-15,1 1 2 0,-1 2 2 0,1 4-4 16,-1-2 1-16,3 3 0 0,-2 0 1 0,0 4-6 0,3-2-3 15,-1 2-6-15,1 1-12 0,-1-2-14 16,1 4-20-16,1 1-32 0,-2-2-56 0,3-1-50 16,-2 2-55-16,0 4-57 0,6-2-78 0,-6 2-95 0,9 1-242 15,-3 3-783-15,-2-2 346 0</inkml:trace>
  <inkml:trace contextRef="#ctx0" brushRef="#br0" timeOffset="-100669.05">9428 7409 158 0,'-4'-4'329'0,"0"-2"-8"0,-2 0-10 15,5 4-1-15,-6-1-14 0,3 0-18 0,1-2-23 16,2 2-31-16,1 3-20 0,-7-3-22 0,7 3-9 16,0 0 5-16,-16 7-3 0,12-2-2 0,-3 1-2 15,-1 6-19-15,1-4-11 0,-2 8-11 0,0-4-14 16,1 3-7-16,3 1-10 0,-5 1 0 0,6 0-18 16,0-2-5-16,1-1-11 0,5 2-3 0,-4-2-9 15,4-3-2-15,0 2-4 0,1-2-8 0,1-2 0 16,7 0 1-16,-3-3-4 0,2-1 0 0,5 0-5 0,0-4-2 15,0-2 0-15,2-1-4 0,1-1-1 16,1-4-3-16,-1-2-1 0,-1-1-2 0,-3-4-4 0,0 0 3 16,1 3-7-16,-3-7-2 0,0 1-9 0,-4-1-5 15,-2 1-2-15,-5-1-2 0,-2 7-3 0,-2-1-4 16,0 1-8-16,-5 0-18 0,1 4-39 0,-1 1-18 16,0 0-22-16,-2 4-22 0,0 2-31 0,0 1-34 15,-4 3-43-15,4 4-61 0,0-2-344 0,3 5-710 16,4 1 315-16</inkml:trace>
  <inkml:trace contextRef="#ctx0" brushRef="#br0" timeOffset="-99612.12">10101 7331 277 0,'0'0'312'16,"0"0"-3"-16,-5-3-11 0,5 3-10 0,0 0-13 16,0 0-2-16,-6-2-18 0,6 2-25 0,0 0 8 15,0 0-35-15,0 0-19 0,-8 0-18 0,8 0-13 0,0 0-18 16,0 0-10-16,0 0-10 0,0 0-15 0,0 0 3 16,0 0-12-16,0 0-5 0,0 0-8 15,0 0-9-15,0 0-4 0,0 0-7 0,0 0-13 0,0 0 2 16,0 0-6-16,0 0-2 0,25 1 2 0,-16-2-10 15,5 1 1-15,1-2-2 0,4 4-3 0,1-4-6 16,1 1 7-16,-1 0-11 0,4 0-3 0,5-1-1 16,2-1-3-16,-1 2-1 0,-4 0 4 0,0-2-2 15,5 2-3-15,-1 1 0 0,-7-1 1 0,0-2-5 16,0 3 1-16,-2-1-1 0,-1 0 3 0,-6 0-7 16,2 1 12-16,-2-2-9 0,-1 1 1 0,1 1-4 15,-3 0 3-15,-3 0-1 0,0 0 9 0,-1 0-20 0,2-2 13 16,-2 2-3-16,2 0-5 0,-9 0 6 15,9 0 0-15,-1 0-1 0,-8 0 1 0,8 0 2 0,-1-1-2 16,-7 1-3-16,7 0-7 0,-7 0 13 16,9 0-7-16,-9 0 6 0,7 0-8 0,-7 0 5 15,0 0-3-15,11-1 6 0,-11 1-5 0,8 0-1 0,-8 0 5 0,7 0-3 0,-7 0 0 0,5-3 0 16,-5 3-9-16,7 0 4 0,-7 0-29 0,7-1-12 16,-7 1-9-16,0 0-14 0,8-1-13 0,-8 1-10 15,7-1-12-15,-7 1-8 0,0 0-9 0,8-2-15 16,-8 2-13-16,0 0-21 0,0 0-17 0,0 0-19 15,0 0-25-15,0 0-22 0,7 0-33 0,-7 0-163 16,0 0-485-16,0 0 214 0</inkml:trace>
  <inkml:trace contextRef="#ctx0" brushRef="#br0" timeOffset="-99205.82">10758 7184 206 0,'-8'-6'329'0,"8"6"4"0,-3-2-11 0,3 2-17 16,-3-3-11-16,3 3-14 0,-2-2-15 0,2 2-23 16,0 0-20-16,0 0-23 0,-6-3-18 0,6 3-23 15,0 0-18-15,0 0-13 0,0 0-6 0,0 0-27 16,0 0-6-16,0 0-5 0,0 0-7 0,11 8-6 15,-8-5-12-15,5 0-11 0,-4 2 3 0,7-1-2 16,-4 1 0-16,5 1-12 0,-2 0-4 0,1-1-4 16,-2 1-2-16,2 1-1 0,-3-1-5 0,0 0 0 0,2 0-2 15,-5-2-6-15,1-1 4 0,-1 3-2 16,2-1 1-16,-4 1-8 0,2-2-1 0,-1 1-2 0,-4-1 16 16,3 1-23-16,-3 0 9 0,0 0 7 0,-3 0 24 15,2 2 15-15,-7 0 17 0,2 5-4 0,-3-5 13 16,3 1-5-16,-6 1-9 0,0 2-3 0,-2 0-3 15,-1 2-11-15,3-7-1 0,-2 6-8 0,2-2-2 16,-1 0-5-16,3-4-7 0,0 6-35 0,1-2-52 16,2-2-49-16,2 2-60 0,-1-1-52 0,2 3-61 15,3-3-72-15,-2 1-353 0,4-2-768 0,3 1 340 16</inkml:trace>
  <inkml:trace contextRef="#ctx0" brushRef="#br0" timeOffset="-91478.14">14814 5848 56 0,'3'1'57'16,"-3"-1"-3"-16,1 5-2 0,1-2 4 0,0 0-11 16,2 0 6-16,-2 1-7 0,-2-4-3 0,0 0 9 15,0 0 0-15,0 0 15 0,0 0 8 0,5 1 10 16,-5-1 13-16,0 0 16 0,0 0 8 0,0 0 5 15,0 0 2-15,0 0-6 0,0 0-2 0,0 0-2 0,0 0-3 16,0 0-4-16,0 0-8 0,0 0-3 16,0 0-7-16,0 0-12 0,0 0-5 0,0 0-9 15,0 0-7-15,0-10-9 0,0 10-7 0,0 0-7 0,0 0-6 16,0 0-3-16,0 0-8 0,0 0-2 0,0 0 3 16,0 0-4-16,0 0-1 0,4 9-6 0,-4-9-1 15,4 3-2-15,-4-3-1 0,0 0-1 0,4 2-3 16,-4-2 1-16,3 3-3 0,-3-3 0 0,3 3-4 15,-3-3-5-15,0 0-5 0,0 0-10 0,0 0-17 16,1 3-25-16,-1-3-50 0,0 0-66 0,0 0-210 16,0 0-424-16,0 0 187 0</inkml:trace>
  <inkml:trace contextRef="#ctx0" brushRef="#br0" timeOffset="-89968.15">10158 4964 133 0,'0'0'251'16,"0"0"-7"-16,0 0-4 0,0 0-11 0,0 0-9 0,0 0-11 15,0 0-9-15,0 0-14 0,0 0-12 0,0 0-17 16,0 0-10-16,0 0-18 0,0 0-13 0,0 0-17 16,0 0-10-16,0 0-6 0,0 0-12 0,0 0-4 15,0 0-6-15,0 0-7 0,-16 7-6 0,16-7-4 16,0 6-7-16,0-6-9 0,3 8 0 0,-2-3-5 16,-1 0-3-16,4 0-3 0,0 2-4 0,0-3-1 15,-1 1-6-15,0 2-4 0,2-3-7 0,-1 1-3 16,6 0-2-16,-6-1-2 0,1-1-4 0,-2 1 1 15,4-4 3-15,-3 4 4 0,-4-4 0 0,5 1 1 16,-5-1 0-16,7 0 0 0,-7 0 5 0,0 0-3 16,6-5-1-16,-6 1 3 0,0 4 5 0,1-10-2 15,-1 5-3-15,0 2 3 0,-3-2 0 0,2 0 7 0,1 5 0 16,-4-4 0-16,0 1-2 0,4 3 9 0,-7-2 4 16,7 2-8-16,-14 1-13 0,14-1 0 0,-11 0 2 15,3 1-7-15,4 1-8 0,4-2-3 16,-8 3 1-16,5 4 4 0,-1-5-1 0,0 2 0 0,0 1 1 15,1 2 0-15,2-2 4 0,1 0-1 0,0 1 3 16,1-1-3-16,-1 2 2 0,0-1-3 0,2-2-1 16,-1 1 0-16,3-2-1 0,-1 1 0 0,-2 0-4 15,3-2 6-15,-2 1 1 0,-2-3 0 0,4 2 0 16,-4-2 6-16,5 1 1 0,-5-1 0 0,0 0 0 16,7-5 1-16,-7 5 0 0,1-6 0 0,3 4 3 15,-4 2-3-15,2-6 3 0,-2 6 2 0,-2-5-1 16,2 5-5-16,2-5 4 0,-2 5-3 0,0 0-1 15,-6-4 1-15,6 4-5 0,0 0-2 0,0 0 1 16,0 0 0-16,0 0 1 0,0 0 0 0,0 0 2 16,-8 10-2-16,7-7-1 0,1 2-2 0,-2 0 3 15,2-1 1-15,0-4 1 0,2 9 3 0,-2-5-1 0,1-1 0 16,2-1-2-16,1 2 2 0,-4-4 3 16,11 1-2-16,-7 0-1 0,-4-1-1 0,11-1 0 15,-7-3 4-15,3-1-2 0,-2 0-3 16,2-3 0-16,0 1 2 0,-3-2-3 0,1-1 4 15,-1-2-1-15,-4 2-2 0,0 3 1 0,-1-2-5 16,1 3 0-16,-3-3-13 0,-2 3-16 0,-1 2-18 16,1 0-38-16,1-1-43 0,-6 2-39 0,4 3-203 0,-7 1-411 15,5 1 183-15</inkml:trace>
  <inkml:trace contextRef="#ctx0" brushRef="#br0" timeOffset="-88546.38">14806 5811 91 0,'0'0'234'16,"0"0"-12"-16,-3-5-17 0,0 2-11 0,3 3-17 15,0 0-17-15,-5-2-14 0,5 2-16 0,-4-3-14 16,4 3-12-16,0 0-14 0,0 0-11 0,0 0-9 15,0 0-5-15,0 0-8 0,0 0-5 0,-10 8-9 0,10-5-6 16,0-3-1-16,-4 8-2 0,4-4-4 16,0 1-1-16,-3 3-3 0,3-5-3 0,3 2-1 15,-3 1-2-15,3-4 2 0,-2 2-3 0,2 0 0 0,1 0-1 16,3-3-1-16,-2 2 0 0,-5-3-2 0,13 0-1 16,-8-3 2-16,3 0-1 0,0-1-1 0,-4-3-2 15,3 6-2-15,-4-4 5 0,7-3 6 0,-5 3 8 16,-2 0 8-16,1 0 2 0,-3-1 11 0,0 1 1 15,2 2-5-15,-1-2-5 0,-4-1-7 0,-1 2-4 16,2 1-3-16,1 3-10 0,-7-4 2 0,1 4-4 16,6 0 1-16,-14 4-8 0,7-3 0 0,-4 4 0 15,3 2-1-15,-3-2-3 0,4 1 2 0,1 2-2 0,0 1 0 16,2-3-2-16,1 2-5 0,2-1 6 16,-2 0-4-16,3 2 1 0,0-5 2 0,3 4 2 15,-2-3-4-15,3 0 4 0,1-3-1 0,-1 2-1 0,2-1 5 16,0-2-2-16,2-1-1 0,-8 0 1 0,10-7 0 15,-2 4 0-15,-6-1 2 0,5 0 3 0,-4-4-3 16,0 3 4-16,-2-4 6 0,2 1-5 0,-3 0 4 16,-3 0-1-16,3 0-6 0,-1 2-1 0,-3-1 4 15,-2 2-7-15,3 1-5 0,-3 1-12 0,-2 2-18 16,2 1-25-16,6 0-27 0,-19 4-35 0,8 0-51 16,0 4-59-16,2 2-227 0,-5 4-492 0,3 2 219 15</inkml:trace>
  <inkml:trace contextRef="#ctx0" brushRef="#br0" timeOffset="-79550.19">14651 7647 197 0,'0'0'212'0,"0"0"-8"0,0 0-15 15,0 0-10-15,0 0-14 0,0 0-9 0,0 0-9 16,0 0-10-16,0 0-1 0,5-3-9 0,-5 3-8 16,0 0-6-16,0 0-10 0,0 0-2 0,0 0-6 15,0 0-2-15,0 0-2 0,0 0-2 0,0 0 0 16,0 0-3-16,0 0 0 0,0 0-5 0,0 0 10 15,0 0 0-15,0 0 6 0,0 0-5 0,0 0-6 16,0 0-20-16,0 0-1 0,-21-5-3 0,8 3-8 0,1-1 0 16,-2 2-3-16,-6-3 10 0,2 1 0 15,-5 2-3-15,-5-1-13 0,-2-2 6 0,5 3-9 16,3-4 0-16,-2 4-2 0,1 0-5 0,-2 1 0 0,6 0 0 16,4-3-13-16,2 3 1 0,-2 0-5 0,4 0 2 15,-3-1-9-15,8 2 0 0,-3-2-1 0,9 1 0 16,-11 0-1-16,5 0 1 0,6 0 2 0,-7 1-10 15,7-1 3-15,0 0 2 0,-8 0-18 0,8 0 18 16,0 0-7-16,0 0-10 0,-6-2-9 0,6 2-9 16,0 0-9-16,0 0-9 0,0 0-10 0,0 0-13 15,0 0-11-15,0 0-19 0,0 0-17 0,-9 1-27 16,9-1-34-16,0 0-27 0,-7 1-44 0,7-1-38 0,-10 0-191 0,10 0-515 0,-8 0 228 16</inkml:trace>
  <inkml:trace contextRef="#ctx0" brushRef="#br0" timeOffset="-78878.3">14214 7474 230 0,'4'-4'251'0,"-4"4"0"0,2-4-10 0,-2 4-9 16,0-3-18-16,0 3-8 0,2-7-10 0,-2 7-17 15,0 0-6-15,0 0-13 0,2-4 4 0,-2 4-34 0,0 0-11 16,0 0-10-16,0 0-18 0,0 0-6 0,0 0-10 15,1-4-11-15,-1 4-11 0,0 0 3 16,0 0-18-16,0 0-6 0,0 0-7 0,0 0-1 0,0 0-4 16,0 0 0-16,0 0-5 0,-8 15 1 0,3-12-6 15,2 2 2-15,-3 2-1 0,1 1-1 0,-3-2 0 16,-2 3-1-16,-2-1-1 0,0 3-3 0,-2-2 1 16,3 0 3-16,3 0-6 0,-4-3 2 0,2 6-1 15,2-6-5-15,1 4 0 0,-1-3 4 0,4-3-1 16,-1 3-3-16,0-3 2 0,3 1 0 0,0-1 3 15,-3 2-2-15,5-3-2 0,-1 2 2 0,1-1-1 16,1 1 2-16,2-1-1 0,1-1 2 0,1 2-2 16,2 0 1-16,1 0 3 0,4 3-1 0,1-3 0 0,-2 3-4 15,6 1-3-15,-2 0 5 0,3 0-7 16,-6-2 6-16,0 0-1 0,-1 2 2 0,0-3-3 16,-1 4 0-16,-1-4 0 0,0 3-1 0,-2-2-5 0,0-1 4 15,-1 2-17-15,-3-3-13 0,2 1-18 0,-4 1-26 16,3-1-36-16,-2 1-58 0,0-3-55 0,1 1-263 15,-3 0-528-15,0-5 234 0</inkml:trace>
  <inkml:trace contextRef="#ctx0" brushRef="#br0" timeOffset="-76587.12">12696 6707 233 0,'0'0'237'0,"0"0"-10"0,-1-5-20 16,1 5-8-16,-1-5-10 0,1 5-12 0,0 0-17 15,-5-3-13-15,5 3-18 0,0 0-12 0,0 0-11 0,0 0-10 16,0 0-15-16,-4-3-11 0,4 3-6 0,0 0-9 15,0 0-8-15,0 0-7 0,0 0-5 0,0 0-3 16,-4 8-6-16,3-3-2 0,-2 2-2 0,3-1-4 16,-5 2 0-16,4-3-4 0,-1 7 0 0,-1-6 0 15,2 5-2-15,1 0-3 0,0-1 4 0,0-2-5 16,4 2 3-16,-4-1-1 0,5 0-3 0,-2-2-1 16,1-1 1-16,0 0-1 0,5-1-2 0,-4-1-2 15,7 0-10-15,-4-3-11 0,2 2-12 0,3-3 2 16,-2-1-5-16,3-2-3 0,-5-1 0 0,1 0 2 15,1-2 7-15,-3 0 0 0,-1-1 4 0,0 2 1 16,-6 0 1-16,3-3 4 0,-2 0 6 0,0 1-2 16,-2 0 5-16,-2-1 10 0,0-2 5 0,-3 4 2 0,1-1-2 15,-2 1-1-15,1 1 0 0,-2 0-2 16,-1 1-2-16,-3 2-1 0,1-1-2 0,0 2 2 16,-1 1 0-16,-3 3-1 0,3-2-6 0,0 0 3 0,-1 2 1 15,1 4-3-15,3-3 5 0,-3 1-4 0,3 2 5 16,-2-1-2-16,3 1 1 0,1 0-2 0,2 0 4 15,1 1-1-15,2-1 0 0,-1-2 0 16,2 3 0-16,0-3 3 0,2 1-2 0,2 1-2 0,0-2 4 16,2 0-12-16,4-2-9 0,1 3-15 0,1-4-13 15,-1 0-12-15,0-2-5 0,4-2-1 0,-3 2 6 16,0-3 1-16,-2 0 6 0,1-2 3 0,-2 0 3 16,-1 0 11-16,-2-1 6 0,-2 0 9 0,-1-2 24 15,0 2 5-15,-3-2 11 0,0 1 13 0,-2-3 13 16,-2 1-1-16,0 2 3 0,-2 2-4 0,1-1 2 15,-3 2-3-15,-3-2-5 0,3 0-3 0,-4 4-8 16,4-1-1-16,-1 2-7 0,-3 1-2 0,3 1-5 16,-4 2 1-16,4 3-6 0,2-1 1 0,-1 0-1 0,4 0 1 15,0 4-2-15,-1-1 2 0,4-1-3 16,1 2 1-16,1-1 1 0,2 0-2 0,1 1 2 16,3 0 0-16,1-1 1 0,3-1-1 0,0-1 0 0,2-1-1 15,0-4-5-15,1 0-13 0,-2 0 0 0,0-1-1 16,-1-2-4-16,2-1-2 0,-3-2 7 0,2-3-4 15,-5 2-4-15,-3-4 0 0,0 3-2 0,-1-4-9 16,0 2-15-16,-5-2-14 0,0 2-23 0,-1-2-25 16,-4 2-26-16,0 0-46 0,-5 3-112 0,1 1-314 15,-4 5 138-15</inkml:trace>
  <inkml:trace contextRef="#ctx0" brushRef="#br0" timeOffset="-243.96">20473 13064 99 0,'0'0'235'0,"2"-2"-10"16,-2 2-20-16,0 0-11 0,0 0-16 0,4-3-19 16,-4 3-14-16,0 0-16 0,0 0-12 0,0 0-11 0,0 0-6 15,0 0-3-15,0 0 4 0,0 0-5 0,8 8 2 16,-4-7-5-16,-4-1-6 0,0 0-3 0,2 5-3 16,-1-1-1-16,1 0-3 0,-2 1-3 0,0-1-3 15,2 1-4-15,-2 0-7 0,0 0-4 0,0 0-8 16,0 2-3-16,0-1 1 0,0-1-4 0,-2 0-5 15,2 2-2-15,2-2-6 0,-2 2 7 0,1 2-7 16,-1-1 1-16,0-3-10 0,2 4-1 0,-2-1-2 16,1 1 3-16,0-1-3 0,2 0-2 0,-3 0 0 15,0-1-3-15,1-1 1 0,-1-1-7 0,2 2 1 16,-1-2-2-16,-4 0 4 0,3 1-3 0,2-2-1 0,-1 0 4 16,-1 0-1-16,0-4-3 0,0 5 0 0,0-5 6 15,0 5 7-15,0-5 19 0,0 0 9 0,0 0 2 16,0 0 8-16,0 0-4 0,0 0-9 0,0 0-6 15,0 0-2-15,0 0 2 0,0 0-13 0,2-17 2 16,-1 14 5-16,0-4-21 0,1 2 11 0,3-1-6 16,-3-1-1-16,0 1 3 0,1-4-3 0,1 2-6 15,1-1 4-15,-2 3-3 0,-2-6-7 0,6 6 3 16,-1-5 2-16,0 5-1 0,-4-3-7 0,-1 1 6 0,5 2-1 16,-4 0 4-16,1-1-5 0,1 0-3 15,0 0 1-15,3-2-1 0,-6 4 2 0,3-1 2 16,-1 2-5-16,1 0 7 0,-1-2 5 0,1 2-6 0,-1-2-4 15,-2 4 0-15,1-2 3 0,2 2-5 0,0-1-1 16,-4 3-1-16,4-4-1 0,-4 4 1 16,2-3-1-16,-2 3-4 0,0 0 6 0,10 0 1 0,-10 0-9 15,0 0 3-15,8 5 4 0,-3-3-6 0,-2 2-2 16,1 0 12-16,-1-2-3 0,1 2 0 0,-2 1 1 16,3 0 7-16,-1 0-9 0,1 1-2 0,-5-1 3 15,5 1-1-15,-3-1 9 0,2 1-6 0,-2 0-3 16,-1-1-3-16,2 2 6 0,-2-1-1 0,1 0 9 15,-1 2 9-15,-1 1-4 0,1-2 6 0,1 5-4 16,-2-3 0-16,0 0 12 0,0 0 4 0,0 5 4 16,-2-4 5-16,1 2 1 0,0 2 0 0,-5 1 2 0,3 2 14 15,-1 0-5-15,0 1 3 0,-2 2 7 0,0-2 7 16,-1 2 5-16,-1-1-3 0,1 1 1 0,-1 0-4 16,-1 6-8-16,3-5-3 0,2-1-3 0,-7 7 5 15,7-7 0-15,0 7 27 0,1-7 0 0,-1 1-10 16,4 1-3-16,0-1-7 0,0 0-4 0,2 0-4 15,3-1-2-15,-1 1-4 0,0-1-2 0,6-3-7 16,-5-1 1-16,3 1-4 0,-1-1 1 0,5-1-3 16,-2-4-4-16,0-3-2 0,3 6-2 0,-1-4 1 15,-1-1-2-15,3-1-5 0,-1-3 0 0,6 3 1 16,-8-4-3-16,4-1-2 0,-2 0-4 0,1 1-1 0,0-4 1 16,2 0 1-16,-2-2-6 0,-1 1-1 0,1-1-14 15,0-2 8-15,2-1-11 0,-1 1-7 16,-1-3-20-16,1 0-34 0,-3-2-33 0,4-3-38 0,-1 3-49 15,-5-1-40-15,-1 0-25 0,6-1-42 0,-5-5-44 16,0 0-63-16,0 2-380 0,-3 2-846 0,-3 0 374 16</inkml:trace>
  <inkml:trace contextRef="#ctx0" brushRef="#br0" timeOffset="1131.85">20513 14004 246 0,'-1'-6'297'0,"1"-2"-8"0,-2 1-6 0,2 1-12 15,-1-1-16-15,1 1-4 0,-2 1-11 0,4 0-7 16,-2 2-20-16,0 3-30 0,0-6-22 0,0 6-16 15,0 0-14-15,0 0-7 0,1 17-1 0,1-1-5 16,-1 10-6-16,2 5-9 0,-2 5 1 0,3 1-13 16,-4 14-11-16,4 4-8 0,-1 5-2 0,-6 0-11 15,1 3 9-15,0-3-4 0,4 0-3 0,-2 3-5 16,-2-4-3-16,2 2-6 0,-1 0-8 0,-2-6-4 0,3 0 0 16,-3-2-1-16,1-4-7 0,0 0-1 0,-1-17-5 15,2 4 4-15,-2-3-10 0,1-2 0 16,2-10-28-16,-3-1-8 0,3-2-47 0,0-4-26 0,0-4-19 15,1-2-24-15,2-2-41 0,1-6-43 0,3 0-49 16,-7 0-48-16,17-7-256 0,-7-4-621 0,1-3 274 16</inkml:trace>
  <inkml:trace contextRef="#ctx0" brushRef="#br0" timeOffset="1913.11">20501 14049 55 0,'0'0'220'16,"0"-8"-5"-16,1 3-12 0,-1 5-7 0,0-5-10 16,0 5-8-16,4-5-10 0,-4 1-13 0,0 4-16 15,1-4-14-15,-1 4-14 0,0 0-13 0,0 0-8 16,0 0-8-16,0 0-9 0,0 0-6 0,-11 14-5 16,6-9-9-16,1 8 2 0,-3-3-3 0,0 1-5 15,-3 3 0-15,0 1-7 0,3-3-3 0,0-1 0 16,-3 1-7-16,0 1-2 0,3-3 0 0,0-1-1 0,-2 1-6 15,5 0 4-15,0-5-2 0,-2 0-1 16,2 2 6-16,3-3 9 0,-2-2 13 0,3-2 2 16,0 0-5-16,0 0-1 0,0 0-7 0,0 0-2 0,11-11-8 15,-3 3-2-15,1-2-2 0,4-4-1 0,-1 0 17 16,0-1 6-16,1 1 6 0,-1 1 1 0,2 0 3 16,-5 3 2-16,2-7 6 0,-3 9-1 0,0-1 8 15,-1 2-9-15,-3 1-11 0,3 0-1 0,-2 2-7 16,-1 0-7-16,1 1 2 0,-5 3-10 0,9 2-2 15,-4 3-1-15,4 0-5 0,-4 6-4 0,1 0 1 16,3 4-11-16,-1 3-32 0,3 8-32 0,3-1-28 16,-3 1-33-16,2 1-34 0,5 4-54 0,-1-3-50 15,3-2-62-15,1 1-209 0,-3-3-572 0,4-3 254 0</inkml:trace>
  <inkml:trace contextRef="#ctx0" brushRef="#br0" timeOffset="2834.9">20254 15420 54 0,'0'-9'291'0,"-1"4"-9"0,1-2-14 16,0 2-7-16,0 0-16 0,1-1-12 0,-1 1-15 15,0 5-18-15,-1-7-22 0,1 7-9 0,0 0-30 16,0 0-16-16,0 0-11 0,0 0-9 0,0 0-13 15,4 20-4-15,-4-9-9 0,1 0-4 0,-1 4-7 16,3 3-6-16,-3-2-4 0,0 4-7 0,0 0-4 0,2 2-5 16,-1 5-8-16,-2-6 1 0,2 7 2 0,-1-8-7 15,0 2-5-15,1-2-1 0,1-2-1 16,-1 4 2-16,-1-2-5 0,0 0 9 0,0-4-15 0,2 1 0 16,-4-4-2-16,2-3 2 0,0 1-4 0,0-5-2 15,0 0 2-15,0 1 2 0,0-2 32 0,2-2 6 16,0 0 5-16,-2-3-1 0,0 0-8 0,0 0 3 15,21-9-16-15,-13 2 4 0,0 1 0 0,4 0-11 16,3-6 3-16,1 2-4 0,2 2-9 0,0-2 6 16,2 2-9-16,-1-2-3 0,2 2 6 0,-5 0-5 15,7 3-3-15,-4 0-14 0,-2-1-18 0,-3 5-25 16,3-2-19-16,-2 2-23 0,-6 1-31 0,6 1-25 16,-7 1-32-16,2 1-27 0,-3 1-29 0,1 0-19 0,-3-1-14 15,2 6-185-15,-3-3-493 0,-1-2 219 16</inkml:trace>
  <inkml:trace contextRef="#ctx0" brushRef="#br0" timeOffset="3897.3">20669 15788 30 0,'0'0'155'0,"0"0"-22"15,2-4-4-15,-2 4-4 0,0 0-2 0,0 0-6 16,0 0-8-16,15 7-11 0,-11-6 0 0,0 0 1 15,3 0-11-15,-2 2-9 0,2-2-4 0,-2 1-7 16,2 0-9-16,1-1-2 0,3 0-7 0,-1-1-3 16,2 0-1-16,-1-2-11 0,1-1 0 0,-1 2-4 15,0-3-4-15,-2 1 3 0,2-3-5 0,-3-1-1 16,3 0 8-16,-4 0 0 0,2-2 6 0,-2 0 2 16,-3-2-2-16,3 0 8 0,-4-1 2 0,0 2 8 0,-2-1 4 15,-1 0 2-15,0 2-3 0,-3 1-3 16,1-2 0-16,-2 2-6 0,-2 0-1 0,1 3-5 15,-5 0-6-15,5 2-5 0,-8-1-1 0,3 2-2 0,-3-1-2 16,2 3-5-16,1 1 3 0,0 2-5 0,-2-1 0 16,2 4 7-16,-1 0 0 0,3 0-3 0,0 0-2 15,1 2-4-15,-1 0-2 0,5-2 5 16,1 5-6-16,0-1 1 0,4 0-4 0,2-1 4 0,3 1-3 16,-1 3-6-16,9-1 4 0,0-2-3 0,0 1-2 15,7-3-7-15,3 3 3 0,3-1-11 0,3-3-16 16,-1-4-11-16,4-1-14 0,-4-2 0 0,3 1-1 15,-11-2 6-15,9 0 1 0,-3-3 6 0,-7 0 0 16,-2 0 11-16,0-3 0 0,0 1 5 0,-7-1 0 16,-1 3 3-16,1-5 10 0,-2 3 12 0,-5-2 14 15,-1 1 6-15,-1 0-2 0,-3 1 4 0,-3-1 2 16,2 1 3-16,-6 1 0 0,0-3 3 0,-5 2-6 16,0 2-1-16,0 0-4 0,-2 3 0 0,-4 1-1 0,-1 0 2 15,6 0-10-15,-8 1 3 0,2 3-3 16,1 1-2-16,2 3-5 0,1-3 2 0,-1 5-3 15,5 3 2-15,-2-7 0 0,3 5 0 0,3-1-3 0,3 3 0 16,-5-4 3-16,7 1-3 0,2 0-3 0,0-4 3 16,0 2-2-16,2 0 2 0,4-2-2 0,0-2 1 15,1-1 3-15,2-1-4 0,2-3 4 0,1 1-8 16,-1-3 7-16,4 2-2 0,-3-4-3 0,0-3 4 16,2 2 2-16,1-5 2 0,-4 4 0 0,0-2 10 15,0 0 15-15,-2-2 9 0,-2 2 10 0,0 0 6 16,-2-2 8-16,-2 5 2 0,1-4-2 0,-3 2-4 15,2 0-3-15,-3 3 4 0,4 0-12 0,-4 0-4 16,2 1-13-16,-2 4-5 0,1-3-5 0,-1 3-5 16,0 0 2-16,0 0 1 0,0 0-6 0,0 12-1 15,1-7-1-15,-1 1-14 0,2 1-14 0,1-1-15 16,-1 6-11-16,4-4-15 0,-4 0-21 0,2-1-22 16,-1 3-20-16,1-5-24 0,0 2-19 0,2-2-18 0,-1-2-17 15,3 1-2-15,-2 1-11 0,2-3-3 16,-4-2 1-16,7 1 5 0,-11-1 5 0,12-3 16 15,-5 0 18-15,0-3 25 0,0 3 19 0,-2-5 32 0,-1 3 24 16,0-3 41-16,2 2 29 0,-1-1 14 0,-1-1 24 16,-3 3 18-16,5-5 17 0,-3 4 8 15,-2 1 19-15,2-3 5 0,-2 3 4 0,1 0 2 16,0 0 3-16,0 0-6 0,0 1-4 0,1 1-14 0,-3 3-12 16,4-3-6-16,-4 3-9 0,0 0-6 0,10 0-6 15,-10 0-3-15,9 3-5 0,-1 0-7 0,-2-1-1 16,1 2-5-16,1 3-5 0,-3-2-1 0,5 1-5 15,-1 2-1-15,-2 0-5 0,-1-1 2 0,1-1-2 16,-1 4-4-16,-2-2 0 0,2 0-1 0,-4-3-2 16,0 2 0-16,-2-2-5 0,1 1 1 0,-1-6 0 15,-3 5-1-15,3-5 4 0,-7 6-2 0,3-5 0 16,-1-1-2-16,5 0 0 0,-12-4 1 0,6 0-3 16,1 0 4-16,-1 1-6 0,1-4 5 0,-2 5 0 15,5-4 1-15,-1-2-4 0,1 3-6 0,1-3-9 16,1 0-15-16,0 1-21 0,3 0-14 0,2-2-24 15,2 1-20-15,-2-1-26 0,2 1-26 0,-1 3-14 0,7-2-22 16,-2 0-11-16,1 3-121 0,0-1-354 0,1 3 157 16</inkml:trace>
  <inkml:trace contextRef="#ctx0" brushRef="#br0" timeOffset="4522.25">21579 15655 88 0,'0'0'114'0,"0"0"2"0,-1 6 3 16,2-4 5-16,-1-2-4 0,0 7 3 0,0-7-3 15,0 6-14-15,3-1-8 0,-3-1-4 0,1 0-5 16,-1 0-10-16,0 2-11 0,0-1-2 0,0 1-2 16,4-4-8-16,-4 5 3 0,0 0-20 0,2-1 3 15,-1-1-6-15,1 0-4 0,-1-2-9 0,0 0 5 16,1 1-3-16,-2-4-3 0,1 4 1 0,0 0-3 16,-1-4 3-16,0 0-3 0,0 0-10 0,2 4 6 15,-2-4-4-15,0 0 0 0,0 0-1 0,0 0 3 16,0 0-5-16,10-8-1 0,-10 8-2 0,6-4 2 15,-3 0-3-15,1 0 3 0,-1 2-1 0,1-3 1 16,2 2 18-16,-6 3 10 0,4-5 4 0,-2 0 4 0,-2 5-7 16,4-4-2-16,-4 4-5 0,4-4-4 0,-4 4-2 15,4-2-5-15,-4 2 1 0,0 0-5 16,0 0 1-16,11 2-5 0,-6 1 2 0,-1-1-4 0,2-1 2 16,-1 6 1-16,2-4-5 0,0-1 0 0,2 6 0 15,1-4 0-15,2 2-2 0,-1 0 0 0,9 2-6 16,-7-3-4-16,7 0-6 0,-1 1-5 0,3 0-5 15,1-3-1-15,6 0 2 0,0 1-2 0,-7-2 5 16,8 0 0-16,-8-2-2 0,1 0-3 0,7-4 11 16,-9 0 1-16,-1 1 4 0,2-2 0 0,-3-2 1 15,1-1 5-15,-4 3 1 0,2-1 0 0,-2-1 0 16,-5 0-1-16,0-1 0 0,1-1 7 0,-5 1 12 16,4-1 3-16,-3 0 6 0,-1 0 7 0,-3 0 3 0,0 0 5 15,-1 1-1-15,-2 3-2 0,-2-2-4 16,-2 1-8-16,-1-2 0 0,-3 1-2 0,0 3-1 15,-2-2-3-15,-2 2-2 0,1 2-6 0,-4 1 0 16,4 2 0-16,-5 1 0 0,3 2 6 0,-2 4-3 0,3-1 5 16,-4 4 2-16,3 3 7 0,-1 1-3 15,3 3 5-15,-1 8 4 0,3-6 12 0,1 10 1 16,1-2 3-16,1 0 13 0,5 4 4 0,5 0 6 0,0 3-10 16,0-2-6-16,5 0-3 0,2-1 15 0,-4 0-2 15,3 0-9-15,0-4-3 0,-2-2-9 0,1-5-5 16,-2-3-8-16,0-1 4 0,-1-1-4 0,-3-5-7 15,2-2-4-15,-5-1-7 0,2-2-12 0,-2-3-16 16,-1 0-31-16,0-3-42 0,0 0-47 0,0 0-41 16,0 0-51-16,0 0-55 0,-22-12-271 0,10-1-594 15,0-2 262-15</inkml:trace>
  <inkml:trace contextRef="#ctx0" brushRef="#br0" timeOffset="4709.73">22044 15492 100 0,'-4'-12'215'0,"3"-1"-24"0,-4 4-19 0,2-3-58 16,0 6-67-16,-1-2-75 0,1 3-108 0,1 1-146 15,-3 0 65-15</inkml:trace>
  <inkml:trace contextRef="#ctx0" brushRef="#br0" timeOffset="5735.48">22573 15411 154 0,'0'0'239'0,"7"-1"-16"0,-7 1-8 0,12 1-6 15,-5 2-7-15,4 2-6 0,-4 1-11 0,4-1-12 16,0 5-13-16,-3-2-2 0,5 5-13 0,0 0-16 16,0 1-11-16,-2 0-17 0,-4-2-4 0,-3 0-12 0,4 4-8 15,-4-3-7-15,-1 2-6 0,-2 2-9 0,1-3-4 16,-2-2-4-16,-2-1-4 0,1 0-4 16,0-1-5-16,-5 1-1 0,2-5-3 0,0 0-3 0,2 0-2 15,-5-2 9-15,1-3-5 0,2 1 4 0,4-2 15 16,-11-1 6-16,11 1 4 0,-11-6 8 0,7 0-5 15,1 1-2-15,2-2-6 0,1-4-5 0,0 0-1 16,4-1-6-16,3-3-5 0,1 0-5 0,6 0-6 16,0 2 1-16,2-2-23 0,7-2-1 0,-5 3-24 15,3 4-10-15,-1 0-21 0,5-3-26 0,-3 7-19 16,-2 1-17-16,-2 3-20 0,1-1-15 0,-2 3-15 16,-3 3-15-16,3-2-7 0,-1 1-11 0,-4 2 15 15,2 1-1-15,-2 0 18 0,-2 1 10 0,-2-3 21 16,-1 1 8-16,-2 1 18 0,3 1 11 0,-6-4 4 15,3 2 18-15,-2 0 23 0,-2-2 27 0,-1-2 23 16,1 4 25-16,-1-4 20 0,0 0 15 0,0 0 10 16,-10 3 16-16,10-3 7 0,0 0 2 0,-17-7 5 0,10 5 2 15,-1-2-3-15,-1 1-6 0,-2 0-7 16,-1 0-5-16,1-1-3 0,-2 3-1 0,0-1-6 16,1 4-5-16,-3-1-7 0,1 1 1 0,-1 3-2 0,0-2 1 15,-1 5-5-15,5 0-5 0,-1-3-7 0,1 4 6 16,1 1-12-16,1 1-3 0,2 0-2 0,2 2-3 15,1-1-5-15,1 0-1 0,1-1 4 16,4 1-4-16,1 1-2 0,1-4 0 0,5 1 2 0,-1-2-7 16,2-3-3-16,3 0-7 0,1-1-5 0,5-2-1 15,-5-2 3-15,-1 0-4 0,6-3 1 0,-8-4 1 16,1 2 1-16,2-3 2 0,2-3-2 0,-5-1 1 16,1-1-3-16,-1-2 3 0,0 1-1 0,-5 0 2 15,0 4 2-15,1-3 9 0,-4 0 8 0,1 1 7 16,-1 2 8-16,-2 1 2 0,2 3 0 0,-2 0-4 15,-1 0-6-15,0 2-7 0,0 4 0 0,-4-3-6 16,4 3 1-16,0 0-1 0,0 0-3 0,-11 8-1 16,6-2 1-16,2 0-2 0,-2 2 0 0,3 2-1 0,-2 3 0 15,4-3 2-15,-4 2-10 0,4 2 1 16,4-1-7-16,-4 0-16 0,2-2-13 0,0 2-17 16,2-2-21-16,-1-1-23 0,2-1-32 0,0 0-24 0,0-1-23 15,3-3-29-15,3 2-39 0,-3-5-157 0,-1-1-435 16,2 1 192-16</inkml:trace>
  <inkml:trace contextRef="#ctx0" brushRef="#br0" timeOffset="6235.43">23198 15237 33 0,'-1'-10'278'16,"1"-1"-10"-16,-2 4-11 0,2-1-11 0,0 3-17 15,2 0-22-15,-2 1-19 0,1-1-18 0,-1 5-25 16,0-4-11-16,0 4-15 0,0 0-9 0,0 0 1 16,0 0-6-16,0 18-9 0,0-9-2 0,1 3 2 0,-2 2-3 15,1 4-6-15,0 0-8 0,-1 1-7 16,-1 1-6-16,-1 2-2 0,3 4-11 0,0 1 1 16,-4 1-3-16,4-1-7 0,0-7-7 0,0 7 1 15,3-8-5-15,0 2-6 0,0 0-3 0,3 5 1 0,-2-5-5 16,-2-4-3-16,3 1-1 0,-1-5 0 0,4 3-3 15,-2-5-2-15,0 1-1 0,3-1 0 16,-1-2-2-16,2-1 1 0,4-3-19 0,-3 0-10 0,3-2 5 16,-2-1-5-16,-1-4 2 0,4-1-6 0,-5-1-2 15,4-2 1-15,-1 1-6 0,-4-4-3 0,3-3 0 16,-2 3 5-16,-2-6 5 0,2 4 4 0,-4 0 5 16,-3-1-2-16,1 3 4 0,0-1 8 0,-4-1 5 15,2 4 2-15,-2 0 1 0,-2 1 1 0,0 0 1 16,-4 0-4-16,5 2 11 0,-5 2 0 0,1 0 13 15,-6 2-2-15,11 0 2 0,-14 4 5 0,2 1 6 16,4 1 9-16,-3 1 6 0,-2 2-4 0,4 0-3 16,1 0-5-16,1 3-4 0,1-3 0 0,0 3-3 0,2-1 0 15,1 1-10-15,3-2 3 0,3 2-4 16,0-3-5-16,1 0 4 0,7 0 2 0,-2-1-1 16,-5-3-4-16,11 0-10 0,-1 1-28 0,8-4-38 0,-3 0-36 15,1-2-40-15,3-2-35 0,-4-1-35 0,2-5-56 16,-1-1-280-16,-1 1-587 0,0-3 260 0</inkml:trace>
  <inkml:trace contextRef="#ctx0" brushRef="#br0" timeOffset="6438.54">23447 15347 183 0,'-3'-1'420'0,"-1"-2"1"16,0 0-9-16,4 3-25 0,0 0-33 0,-2-7-38 15,2 7-28-15,7-5-28 0,-1 2-29 0,0 2-21 16,7 0-24-16,-2 0-23 0,2 3-18 0,1-1-11 16,-1 1-47-16,2-4-81 0,0 6-82 0,-2 0-85 0,-1 0-95 15,1 0-110-15,-2 1-192 0,0-1-604 16,-4 0 268-16</inkml:trace>
  <inkml:trace contextRef="#ctx0" brushRef="#br0" timeOffset="11298.79">24259 15396 102 0,'5'-2'298'0,"-1"-1"-12"0,0 0-5 15,2 1-24-15,-6 2-18 0,5-4-19 0,-5 4-21 16,4-4-18-16,-4 4-25 0,1-2-7 0,-1 2-26 0,0 0-13 16,0 0-16-16,0 0-8 0,0 0-4 0,0 0-11 15,-1 12-4-15,-3-9-6 0,3 1-8 0,-5 1 2 16,-2 1-3-16,-1 1 2 0,-2 0 1 0,-1 1-4 16,-3 1 0-16,-2-2-9 0,1 3 2 0,-2-4-6 15,-1 3 0-15,1-3 4 0,0 1-2 0,-3-1-6 16,1 2-1-16,2-2 11 0,4-1-19 0,0 1-2 15,4-4 9-15,-5 2 2 0,6 0-3 0,0-3-5 16,2 3 2-16,1-3-11 0,0 2 5 0,6-3-6 16,-5 1 6-16,5-1 0 0,0 0 12 0,11 8 24 15,2-3-27-15,9 0 2 0,5 0 13 0,6 4-24 16,2-1 5-16,-1 2-4 0,0-1-8 0,0 5-2 16,2-2 0-16,0 2-2 0,-6-1 3 0,6 2 0 0,-8 0-13 15,2-1 2-15,-3 7 5 0,-4-9-1 16,-6 1-2-16,-4 2-4 0,-3-4 2 0,-2-1 1 15,0 1-2-15,-1 0 3 0,-3-1-3 0,-2-3 0 0,-1 0 0 16,2-2 3-16,-3 2-4 0,0-2-15 0,-3-1-3 16,3-4-29-16,-1 3-35 0,1-3-34 0,0 0-35 15,0 0-46-15,0 0-48 0,0 0-39 0,-2-12-275 16,2 12-604-16,3-8 268 0</inkml:trace>
  <inkml:trace contextRef="#ctx0" brushRef="#br0" timeOffset="12247.5">24792 15537 226 0,'0'0'283'0,"0"0"-11"16,0 0-12-16,0 0-15 0,1-5-17 0,-1 5-18 15,4-6-11-15,-4 3-10 0,5-1-18 0,-5 0-9 16,2 0-3-16,0-1-11 0,1-1-6 0,0-1-9 0,0 1-4 16,1-4-12-16,0 0-9 0,0-1 1 0,0 1-4 15,1-1-10-15,1-1-11 0,-2 0-15 16,2-2 2-16,-1 4-1 0,-1-1 2 0,-1-2-6 0,1 1-3 16,1 2-5-16,-1-1 1 0,-1 5 0 0,-1-1-3 15,0 0-4-15,1 1-2 0,0 1-9 0,-2 0-1 16,1 2-12-16,0 0 0 0,-2 3-14 0,0-4 3 15,0 4-3-15,0 0-5 0,0 0 5 0,0 0-3 16,3 14-1-16,-3-8-5 0,3 1 5 0,-1 5-4 16,-2 0-1-16,0 0-1 0,2 1 0 0,0 4 0 15,-4 1-1-15,4 0-3 0,-4 1-7 0,4 0 11 16,-2-1-3-16,0 1 1 0,2 0-1 0,-1-1 1 16,-1 0 1-16,4 0-2 0,-1-1-2 0,-2-3 4 15,-1 0 0-15,3-1 10 0,0 0-13 0,0-2-3 0,-2-1 2 16,3 0-1-16,-3 0-1 0,2-3 3 15,-2 2 10-15,-1-2-7 0,2 0-5 0,-2-3-7 0,2 1 8 0,-2-1 11 0,2 0-6 0,-1 0-4 16,1-1-5-16,-2-3 6 0,0 6-5 16,0-6 8-16,1 4-15 0,-1-4 13 0,0 0-9 15,0 6 10-15,0-6-4 0,0 0 0 0,0 0-1 0,0 3 16 16,0-3-21-16,0 0-1 0,0 0 0 0,0 0 2 16,0 6-9-16,0-6 7 0,0 0-15 0,-3 4 19 15,3-4-16-15,-1 4 10 0,1-4-2 0,0 0 6 16,-2 3-2-16,-2 1 4 0,0-1-19 0,-1-2 23 15,5-1 1-15,-11 3 3 0,4-2-6 0,2 0-1 16,-3 1 2-16,1-1-3 0,1 0 6 0,-3-1 1 16,2 1-4-16,7-1 1 0,-8 1-2 0,8-1-6 15,-8 2 11-15,8-2-5 0,-6 1-4 0,6-1 5 16,0 0-1-16,0 0 10 0,0 0-2 0,0 0-3 16,14 4-9-16,-3-4 9 0,2 2 1 0,0 0 2 15,3-1-5-15,7 0-27 0,-4 2-35 0,4-2-21 16,7 3-28-16,-7 0-42 0,0-1-49 0,-2-1-65 15,3 1-74-15,-2-2-230 0,-1 1-617 0,0 2 273 0</inkml:trace>
  <inkml:trace contextRef="#ctx0" brushRef="#br0" timeOffset="25211.8">21222 16790 126 0,'-7'1'214'0,"-2"3"-2"0,-1 0-7 0,0 1-19 16,1 4-10-16,-1 0-12 0,3 0-6 0,-2 5 1 16,2-2-11-16,2-1-10 0,1 2-14 0,-2 3-11 0,5-3-9 15,1 2-3-15,1-3-17 0,2 0-7 0,4 3-3 16,1-3-1-16,0-2-2 0,6 1 0 0,-2-3-7 16,6 0 0-16,-1-1-14 0,3-2-8 15,-2-2-5-15,4-3 2 0,-10-1-5 0,11-1-1 0,-4-2-3 16,2-1-5-16,-5-4 0 0,-4 2-2 0,0-1-7 15,-3-3 7-15,0 1-5 0,-5-2 0 0,1-1 2 16,-5 0 0-16,0-3 0 0,-6 0-4 0,-1 0 2 16,-1 2-5-16,-3 4 2 0,0-3 0 0,-3 3-2 15,-3-2-2-15,2 6 3 0,0-1-5 0,1 5-4 16,0-2-3-16,0 3 3 0,2 1 2 0,2 1-8 16,-2 1-22-16,2 1-41 0,2 2-42 0,3 0-41 15,-1 2-54-15,6-1-44 0,0 1-212 0,4-1-493 16,-1 0 219-16</inkml:trace>
  <inkml:trace contextRef="#ctx0" brushRef="#br0" timeOffset="25602.61">21613 16854 291 0,'6'-4'300'0,"-6"4"-16"16,0 0-6-16,2-2-24 0,-2 2-23 0,0 0-18 16,5-3-17-16,-5 3-22 0,0 0-21 0,0 0-16 15,0 0-10-15,0 0-17 0,0 0-2 0,0 0-14 16,0 0-3-16,-2 13-12 0,4-10 0 0,-2-3-13 16,1 6-9-16,0-3-1 0,2 0-6 0,2 0-4 15,-5-3-4-15,4 5-1 0,-4-5-7 0,7 3-3 16,-3-2 8-16,0 0-15 0,-4-1 0 0,9 0-1 0,-9 0 0 15,10-1-4-15,-4 0-4 0,-1-2 4 16,-2 1-4-16,-3 2-1 0,6-4 17 0,-4 1-15 16,-2 3 3-16,3-6 8 0,-3 1 0 0,0 5-9 15,-3-8-3-15,1 4 3 0,0 2-8 0,-2-1-3 16,1-1 0-16,-1 1 1 0,2 0-1 0,2 3-5 0,-9-3-11 16,3 2-33-16,6 1-36 0,-10-1-33 15,10 1-40-15,-7 2-40 0,3 1-40 0,4-3-39 16,-3 4-225-16,1 0-536 0,0-1 239 0</inkml:trace>
  <inkml:trace contextRef="#ctx0" brushRef="#br0" timeOffset="26040.02">21953 16858 140 0,'0'0'285'0,"0"0"-27"0,0 0-24 16,0 0-17-16,0 0-13 0,-12-1-11 0,12 1 0 16,-8 4-9-16,1 0-13 0,2-1-6 0,-1 2-12 15,-5 2-11-15,6-1-9 0,-6 2-14 0,8 0-10 16,-6 2-11-16,8-2-6 0,-2 2-11 0,1 0-7 15,2-2-5-15,0-2-9 0,0 3 1 0,3 1-13 16,3-2 2-16,4 0-9 0,1-3 0 0,-1 0-2 16,5-4-11-16,4 3 4 0,1-3-4 0,-1-3-2 15,4 2-5-15,-5-3-6 0,2-3-10 0,-6 1 3 16,-1 0-7-16,1-2-1 0,-3-1 3 0,0 1-1 16,-3-4-3-16,-1 3-1 0,-4-3 2 0,1 0-2 15,-4 0 1-15,-4 0 0 0,0 1 0 0,-2 0-1 16,-5-1 1-16,-1 4 1 0,-3-2-3 0,2 2-1 15,-4 1-1-15,0-1 6 0,1 5-4 0,3 1 1 16,-1-2-2-16,3 3-25 0,1 3-40 0,1-1-44 16,4 1-43-16,-2 2-40 0,3-1-42 0,3 0-45 15,1 1-169-15,1 0-488 0,7-1 216 0</inkml:trace>
  <inkml:trace contextRef="#ctx0" brushRef="#br0" timeOffset="26274.37">22276 16749 148 0,'8'-8'382'0,"-4"1"7"0,0 1-1 15,1 1 2-15,-3-1-24 0,2 2-30 16,-3 1-27-16,3 1-43 0,3 0-25 0,-7 2-25 16,0 0-19-16,12 7-21 0,-9-1-15 0,3 1-18 15,-1 2-14-15,0 4-3 0,1 4-21 0,-2 0-9 0,1 2-2 16,5 1-16-16,-1 4-28 0,-2 6-46 0,0-10-56 15,6 5-54-15,-8-3-47 0,-1-5-56 16,3 3-55-16,-1-5-69 0,2 3-280 0,-2-7-662 16,-1 1 293-16</inkml:trace>
  <inkml:trace contextRef="#ctx0" brushRef="#br0" timeOffset="26555.59">22794 17031 225 0,'5'4'296'16,"2"0"-6"-16,-2 0-12 0,2-1-14 0,-1 4-18 15,2-1-19-15,1 2-6 0,-2 0-37 0,0-1-18 16,0 2-3-16,1-1-27 0,-3 2-14 0,-3 0-12 15,0 0-6-15,3 1-11 0,-4-1-8 0,-2 2-10 16,-4 1-9-16,1-2-5 0,-5 1-7 0,-2-1-4 16,-1 3-24-16,-3-2-23 0,0-1-49 0,-4-2-35 15,4 1-60-15,-3-3-42 0,7-2-69 0,-1 0-222 16,-2-3-513-16,6-2 227 0</inkml:trace>
  <inkml:trace contextRef="#ctx0" brushRef="#br0" timeOffset="26899.31">23201 16808 6 0,'1'-5'399'0,"-2"1"-12"0,1-1-30 0,4 1-31 15,-4 4-37-15,-2-5-30 0,2 5-31 0,0 0-19 16,0 0-26-16,0 0-7 0,-1 14-17 0,0-6-19 15,2 2-11-15,-1 2-17 0,5 1-1 0,-3-1-13 16,3 5-13-16,-1-4-7 0,3 4-8 0,1-2-15 16,-1-4 2-16,0 0-6 0,1 0 5 0,0-1-22 15,0-3-22-15,-4-1-13 0,3-1 0 0,0-2-4 16,-1-2-3-16,1-1 12 0,-7 0-17 0,11-4 6 0,-6 0-2 16,-3-2 2-16,1-4 11 0,-3-1-8 15,0 0-3-15,3-3 3 0,-6 2 0 0,-1-2 3 16,1-2 8-16,0-1 3 0,-1 5 8 0,2 1 3 15,-3-2-8-15,0 4-5 0,1 0-3 0,-3 4 7 0,3-1-7 16,-1 0-3-16,0 5-39 0,1 0-46 0,4 1-44 16,0 0-66-16,-13 5-78 0,10 2-295 15,2-1-613-15,-1 0 272 0</inkml:trace>
  <inkml:trace contextRef="#ctx0" brushRef="#br0" timeOffset="27086.8">23566 16949 149 0,'5'-4'327'0,"-5"-1"-24"0,2-2-28 0,2 5-28 16,-4-1-25-16,0 3-23 0,4-7-20 0,-4 5-29 16,0 2-51-16,0 0-67 0,0 0-67 0,0 0-81 15,0 0-223-15,0 0-366 0,0 0 161 0</inkml:trace>
  <inkml:trace contextRef="#ctx0" brushRef="#br0" timeOffset="27461.82">23793 16801 180 0,'0'-6'408'0,"0"1"0"16,-3 1-19-16,3 4-20 0,0-7-40 0,0 7-32 15,-2-6-26-15,2 6-38 0,0 0-24 0,0 0-23 16,0 0-13-16,0 0-18 0,-1 16-14 0,1-10-10 16,0 3-19-16,0 1-10 0,1 1-9 0,1 2-6 15,1-1-11-15,0 0-8 0,3 2-6 0,-1 1-12 16,1-2-3-16,-1-3-9 0,3 3-13 0,-4-5-13 16,4 2-23-16,-1-4-12 0,4 2-5 0,-6-3-8 15,4-2-6-15,-4-1 5 0,6-2 4 0,-3 0-1 16,-2-2 2-16,1-2 4 0,-1-1 3 0,4-2 0 15,-6 1 7-15,1-6 1 0,-1 4 3 0,-2-5-3 16,-1 3 4-16,1-3-2 0,-4 0 8 0,1 3-10 16,-3-2 6-16,-2 3-1 0,2-1 7 0,-1 4-5 0,-3-2-4 15,1 0-17-15,1 4-35 0,-2 2-37 16,0-2-35-16,1 2-42 0,0 0-45 0,3 1-42 16,4 1-32-16,0 0-171 0,-15 1-509 0,15-1 225 15</inkml:trace>
  <inkml:trace contextRef="#ctx0" brushRef="#br0" timeOffset="27784.19">24085 16802 222 0,'2'-3'247'0,"-2"3"-11"0,0 0-14 0,0 0 0 15,-11 9-11-15,11-5-25 0,-5 0-16 0,1 2-15 16,1 1-5-16,-1-1-23 0,0 2-8 0,4 1-16 15,1 2-12-15,-1-2-5 0,3 2-6 0,4 0-8 16,-2-2-10-16,-1 0-4 0,5 4-3 0,-2-6-10 16,6 1-1-16,-3-3-5 0,-1 1-6 0,5-4 1 15,-2 2-5-15,1-3-2 0,-2-5-3 0,3 3 0 16,0-1-5-16,-5-4-2 0,3 1 5 0,1-3-8 16,-4 2-2-16,-5-6 5 0,1 4-5 0,-5-3 1 15,3 0 12-15,-4-1 4 0,-1 0 5 0,-3 0 12 16,0 1 4-16,-5 0 0 0,-5-3 0 0,7 5-9 15,-4 1-8-15,-3-3 4 0,4 3-7 0,-4 4-10 16,4 0 2-16,0 0 1 0,2 2-17 0,1 0-45 16,-1 2-37-16,4 4-38 0,-2-3-49 0,1 2-56 15,6-3-49-15,-2 5-218 0,2 1-527 0,6-2 233 16</inkml:trace>
  <inkml:trace contextRef="#ctx0" brushRef="#br0" timeOffset="28002.92">24537 16620 56 0,'5'-4'434'0,"-1"0"-30"15,-3 3-44-15,-1 1-40 0,0 0-26 16,0 0-10-16,0 0 16 0,4 12-21 0,-4-4-22 16,0 4-22-16,0 5-18 0,2 0-22 0,-2 4-20 0,4 6-20 15,-3-5-14-15,3 4-11 0,-3 3-17 0,2-2-27 16,-2 4-41-16,5-5-58 0,-1 2-60 0,1 0-49 15,-1-1-61-15,-1-6-85 0,3-2-80 16,-3-1-232-16,0 0-626 0,-1-5 277 0</inkml:trace>
  <inkml:trace contextRef="#ctx0" brushRef="#br0" timeOffset="30667.21">24849 16404 109 0,'5'-4'178'0,"-5"4"-15"15,0 0-8-15,0 0-6 0,0 0-18 0,0 0-14 0,0 0-5 16,0 0-16-16,-9-7-12 0,1 7-5 0,8 0-8 15,-14 0-6-15,2 0-1 0,-3 0-5 0,-3 0-4 16,-4 2-2-16,-1-2-1 0,2 1 0 0,-9-1-6 16,0 1-2-16,-1-1 6 0,2 0-12 0,-1 1 1 15,-5-1-4-15,2 2 0 0,3-1-2 0,-4-1 2 16,3 2-4-16,0-4-3 0,-2 4-2 0,-1-4-2 16,-2 4-1-16,5-4-4 0,-1-1 3 0,-1 2-4 15,2 0 3-15,-1 0-1 0,-2-2-3 0,2 3-2 16,-1 0 0-16,-2-2-3 0,1-2 4 0,0 3-5 15,0 1-1-15,-4-2-1 0,2-2 1 0,1 3-2 16,0-3-1-16,-2 4-3 0,1-2 1 0,-2-1-4 16,0 1 6-16,0-1-1 0,0 2-3 0,-3 0 0 15,-1-1 2-15,4 1-2 0,-4-2 1 0,-1 3 0 16,2 0-2-16,-14-2 3 0,14 3 1 0,0 0-1 0,-2 2-2 16,2-3 4-16,-1 4 3 0,-1-4 2 15,3 1 0-15,-2 2 5 0,4-3-2 0,3 1 2 16,-4 0 2-16,5-1-2 0,0 0-2 0,2-1-1 15,-2 1 1-15,1 0-1 0,6 0-1 0,-3-1 0 0,7 2-2 16,-7-2 1-16,1-1-1 0,6 2 1 0,0-1 0 16,1 0 1-16,1-2-5 0,0 3 1 15,1-1-2-15,-2-2 1 0,0 2 0 0,0-2-1 0,1 2-3 16,-4 1 3-16,2-2-1 0,4 0-2 0,-4 1-1 16,1 0-1-16,-1 0 1 0,1-1 1 0,1 4-2 15,-11-1 1-15,11-1-3 0,-3 1 1 0,-3-1 6 16,-3 1-7-16,0 1-1 0,7-4 1 0,0 2 1 15,-1 2-1-15,0-1 0 0,3-1 0 0,-2 1 1 16,-2 0 1-16,3 2-2 0,1-1 3 0,-1-2-2 16,1 2 3-16,0 1-4 0,0-3 2 0,2 1-1 15,-1 1 1-15,0-2-1 0,3 0 1 0,0 0-2 16,3 0 3-16,-4 0-2 0,4 0 1 0,0 0 2 16,0-1-4-16,-5 1 2 0,4 0 0 0,-3 0-1 15,0 0 0-15,4 1 1 0,0-2 0 0,-5 0-1 16,0 1-3-16,1-1 1 0,-3-1 4 0,3 1-2 15,-3-1 0-15,4 2-1 0,-2-2 1 0,1 1 1 16,-1-1 1-16,4 2-3 0,-4-1 0 0,5 0-1 0,1 1 3 16,-6-1-1-16,1 1-11 0,6-3-2 0,-2 2 1 15,1-2 4-15,0 2 3 0,1-2-4 0,0 2 3 16,1 0 1-16,0 1-2 0,-1-3 2 0,1 2-3 16,2 0 4-16,0-1-1 0,-3 2 1 0,4-1-1 15,-2 1-5-15,10 0 8 0,-13-1-3 0,3 2 3 16,-1-2-2-16,3 1 1 0,0 1 2 0,8-1-3 15,-15-1-2-15,8 2 5 0,7-1-1 0,-13 1-1 16,7 1 0-16,2-1 1 0,-1 1 4 0,-2 0-5 16,3 0-1-16,-2 1-3 0,2 1 3 0,0-2-1 15,-3 2 3-15,5 1 0 0,-4 1 0 0,2 0 1 16,-3 1-3-16,5 4 2 0,-2-1-2 0,-2 3 3 16,5 0-2-16,-4 0 0 0,2 4 1 0,1 4 3 15,1 4-2-15,1-3-1 0,1 4 5 0,-1 2-7 16,2 2 3-16,1-3-1 0,-2 1 1 0,0 2-4 0,3 1 20 15,0 1 4-15,2 1-2 0,1-2 0 16,-2 1 1-16,2 1-3 0,2-2-2 0,-2 1 1 16,4 1-2-16,1-1-2 0,-4-1 0 0,6 1 2 15,-3-4-3-15,-3 4-2 0,0-2-5 0,0 1 6 0,3-5-1 16,-4 3-4-16,0-2 0 0,2 0-1 0,-2 0 0 16,-1-6 2-16,-2-2-3 0,0 1 1 15,1 6 1-15,-1-6-1 0,-2-5 25 0,0 2 3 16,0 0-9-16,-2-4-7 0,1-2 3 0,-1 2-2 0,0-1-1 15,3-2-3-15,-2 1 0 0,-1-5-4 0,0 1 2 16,3-1 0-16,-2 0-3 0,1-1 3 0,-1 1 1 16,0-4 17-16,1 2 16 0,4-3 5 0,-3 1 16 15,1 1-17-15,3-1-8 0,4-4 10 0,1 1-14 16,3-1-2-16,4 0-5 0,0 0-2 0,4-1-17 16,6 1 13-16,0-4-2 0,3 2-6 0,2 2 0 15,4 1-4-15,0-3 1 0,3 4 0 0,16-4-1 16,0 1-4-16,0 2 0 0,5 2 2 0,0-1-2 15,2 1-3-15,4-1 6 0,2 3-6 0,28 0 7 16,-28-1 9-16,1 2 8 0,-2-2-4 0,36 1 4 16,-36 1 2-16,29 0-8 0,-27-1-2 0,27 0 1 15,-27-2 9-15,29 4-8 0,-30-2-8 0,30-1 3 16,-32-1 2-16,0 1-8 0,0-3 3 0,3 2 12 16,24-3 5-16,-31 3 9 0,0-3-6 0,0 2 4 15,-1-2-6-15,-1-3 2 0,-1 1 8 0,-2 1-12 16,-3 0 4-16,-16 1-4 0,4-4-3 0,-2 1 1 15,2 3-1-15,-2 0-2 0,-1-3 0 0,-3 4-1 16,3-3-8-16,-5 1-3 0,5 1 7 0,-3-2-2 16,-4 2-8-16,0 2-1 0,0 0 1 0,-1-3-1 0,-2 3-1 15,-1-1 2-15,-9 2 3 0,2 0-12 16,0-1 3-16,-1 2 11 0,2-1-10 0,-4 0 0 16,3 0-2-16,-3 1-3 0,0-1 3 0,0 1-3 15,-2-1 3-15,-3 1-4 0,-1-1 2 0,0-1-4 0,0 1 8 16,0-1-6-16,1 2 1 0,-2-2 4 0,-1-2 1 15,-3 4-2-15,3-5-2 0,-1 2 5 16,-2-2-5-16,2 1 0 0,-1-2-10 0,-1 0 15 16,1 0-2-16,-1-1-2 0,2-1 8 0,-3 0 5 0,0-2 5 15,-1-1 3-15,1 0 0 0,-2-3 0 0,2-1 4 16,0-3-4-16,-2-1 2 0,0 1-2 0,0-5 5 16,5-7-3-16,-6 0 0 0,2-1 4 15,-3-2-14-15,-1 1 4 0,0-5-2 0,2 0-1 0,-1-14-15 16,-3-1 4-16,1 13 5 0,2-14 2 0,0 2 0 15,-1 11-10-15,-1-1-21 0,-2 3-14 0,3 0-17 16,-6 3-41-16,2 1-35 0,-3 5-58 0,1 7-47 16,0 2-58-16,-1 0-72 0,-1 8-323 0,0 1-740 15,-1 3 328-15</inkml:trace>
  <inkml:trace contextRef="#ctx0" brushRef="#br0" timeOffset="31448.39">23270 17958 1843 0,'-5'-5'131'15,"-1"1"-67"-15,-1 2-26 0,2-4 38 0,-4 5 25 16,-3-2 10-16,0 3-3 0,-1 3-9 0,-1-2-36 15,-4 7 4-15,2-2 6 0,-2 5 8 0,3 0-5 16,3-2 1-16,1 4 0 0,0 1-6 0,0 2-7 16,5 0-4-16,1 2-5 0,4-3 7 0,1-1-19 15,4-2-3-15,0 4-6 0,3 0-3 0,7-1-2 16,-1-5-2-16,6 1 4 0,-1-6-9 0,12 2 4 16,-7-5-5-16,-1-1 1 0,-1-1-6 0,7-3 4 15,-5-3-8-15,-3-1 1 0,-2-3 2 0,1 0-6 16,-3-1 2-16,-3-4 0 0,-4 0-4 0,1 0 1 15,-5-2-4-15,-4 5 2 0,-1-5-1 0,0 3 1 16,-5 3-8-16,-4-2 14 0,2 2-10 0,-3 1-2 16,-2 2 4-16,2-1-6 0,-3 4 2 0,-1 2 2 15,-1 0-10-15,3-1-39 0,-2 6-39 0,1 0-38 16,-1 2-47-16,3 1-72 0,-4 1-76 0,0 3-162 16,5-1-521-16,3-1 231 0</inkml:trace>
  <inkml:trace contextRef="#ctx0" brushRef="#br0" timeOffset="31776.48">23644 18059 60 0,'0'0'235'0,"0"0"-24"0,0 0-14 0,0 0-17 15,0 0-12-15,0 0-4 0,0 0-8 0,-19 4-14 16,16-1-13-16,-2-1-14 0,2 3-8 0,-1-2-14 16,1 0 0-16,-3 2-17 0,4-1-7 0,-2-1-6 15,1 0-9-15,3-3-1 0,3 7-5 0,-3-7-7 16,4 3 1-16,-4-3-4 0,9 0-2 0,-9 0-3 16,0 0-3-16,18-5-3 0,-11 2 0 0,-2 1-3 15,-1-1 5-15,-1-2-6 0,1 1 5 0,0 0-1 16,-2 0 0-16,1 0-6 0,-3 4 1 0,0-7-7 15,-3 2 0-15,0 1-8 0,0 0-29 0,-1 2-40 16,4 2-53-16,-7-3-78 0,-1 2-230 0,4-1-457 16,4 2 203-16</inkml:trace>
  <inkml:trace contextRef="#ctx0" brushRef="#br0" timeOffset="32135.82">23982 17989 53 0,'-9'-1'279'16,"1"-2"-18"-16,-6 3-19 0,4 1-23 0,-3 1-20 0,4 3-10 16,-1-2-12-16,1 2-20 0,0 3-16 0,2 0-14 15,1 1-11-15,2 1-8 0,1-2-10 0,3 2-11 16,0 1-9-16,4-3-2 0,0 3-11 0,4-3-4 15,-1 3-4-15,3-2-1 0,-1-4-12 16,3 1-4-16,1-1-5 0,0-3-6 0,-2-1-8 16,2-1 0-16,1-1-5 0,-3-1 3 0,0 0-1 0,-1-5-5 15,1 1 2-15,-5 0-4 0,-2-5 3 0,0 4-3 16,-2-4-3-16,-2 3 6 0,-2-4 1 0,-2 2 3 16,2-1 5-16,-4 1 8 0,-2 1 1 15,1 0-12-15,-4 1-2 0,3 2-5 0,-3 1 0 16,3 4-4-16,-3-5 1 0,6 5-3 0,-3 0-5 0,2 0-20 15,6 1-38-15,0 0-36 0,-12 2-42 0,12-2-49 16,0 6-55-16,0-6-207 0,9 7-480 0,0-2 212 16</inkml:trace>
  <inkml:trace contextRef="#ctx0" brushRef="#br0" timeOffset="32479.54">24311 17972 154 0,'0'0'256'0,"0"0"-13"0,-13 0-21 0,13 0-16 16,0 0-23-16,-11 5-14 0,6-1-20 0,1 1-11 0,0 0-12 15,0 3-16-15,2-1-8 0,-1 1-10 0,3 2-12 16,0-3-2-16,3 2-9 0,1 1-5 0,0-3-6 16,2 2-7-16,2-2-1 0,3-2-7 15,-1 1-4-15,0 1-8 0,4-4-8 0,-2-1-7 16,0-2-2-16,-1 0 1 0,4-1-3 0,-5-2 1 0,-1 0 0 15,-1-1-3-15,-1-2-1 0,1-1 1 0,-6 2 0 16,1-2 3-16,-2-3-3 0,-2 0 4 0,-2 1 5 16,-1-1 1-16,-3 1 8 0,-1 0-3 0,-2 1 1 15,-1 1 2-15,2-3-9 0,-5 4-1 16,3 1-5-16,-1 0 0 0,0 1-2 0,-1 1-5 0,7 3 0 16,-2 2-39-16,2-1-47 0,-1 1-34 0,3 4-53 15,4-6-54-15,0 6-198 0,1-3-454 0,5 3 202 16</inkml:trace>
  <inkml:trace contextRef="#ctx0" brushRef="#br0" timeOffset="32786.79">24664 17982 176 0,'0'0'270'16,"0"0"-25"-16,0 0-20 0,0 0-17 0,0 0-19 0,0 0-18 15,-15 11-13-15,12-8-20 0,2 2-14 0,0 1-7 16,-1-1-13-16,2 1-8 0,2 1-14 0,2-2-4 16,-1 0-5-16,4 2-9 0,0 1-4 0,2-3-9 15,3 0-2-15,-1 1-6 0,0-2-2 0,3-2-7 16,-3-1-2-16,0-1-3 0,4-1-4 0,-4-1-1 16,-3 0 1-16,2 0-5 0,-5-3-2 0,2 2 1 15,-1-2-3-15,-1 0 1 0,-4-3-5 0,-1 0 2 16,0 3-3-16,0-4 14 0,-4 2 0 0,-2-3-1 15,0 3 2-15,2 1-7 0,-4 0 1 0,1 1-2 16,-5-1-1-16,5 3-5 0,-3 0-1 0,1 0-3 16,1 1-16-16,2 2-43 0,6 0-38 0,-17 3-52 15,11-1-60-15,1 0-60 0,-1 1-158 0,1-1-454 16,1 3 202-16</inkml:trace>
  <inkml:trace contextRef="#ctx0" brushRef="#br0" timeOffset="33036.77">25128 17818 2547 0,'9'-6'247'0,"2"2"-35"0,-7 2-3 0,0-2 5 16,0-1-44-16,-1 2-22 0,1 2-25 0,-4 1-16 15,6-1-40-15,-6 1-4 0,0 0-7 0,1 10 20 16,-1-4 4-16,0 4-9 0,-5 1-9 0,3 1-2 15,2 6-8-15,-1 0-4 0,1-1 0 0,0 3-6 16,0-2-5-16,0 3-27 0,1-2-43 0,1 0-53 16,2-1-51-16,-1 2-59 0,3-2-64 0,-2-4-66 15,0 3-293-15,-2-4-670 0,2-1 296 0</inkml:trace>
  <inkml:trace contextRef="#ctx0" brushRef="#br0" timeOffset="42593.96">18649 17041 1752 0,'3'-5'1'15,"-1"0"16"-15,0 0 13 0,0 0 50 0,0 2 17 0,1 0-3 16,0 0-20-16,-2-1-20 0,-1 4-14 0,0 0-4 16,0 0 3-16,9 7 19 0,-3-2 3 0,-2 1 3 15,3 1-2-15,-3 4-2 0,3-1 3 0,1 0 2 16,0 1-2-16,-4 2-4 0,5 2-5 0,-4-7-4 16,0 7-6-16,2-4-4 0,0-1-2 0,-3 3-5 15,-4-3-3-15,4 1-3 0,-1 1 2 0,-3-5-3 16,4-1 0-16,-3-1-6 0,-1 2 1 0,3-2 1 15,-2-1 19-15,-1-4 24 0,0 5 32 0,0-2 23 16,0-3 1-16,0 0-17 0,0 0-13 0,0 0-7 16,6-14-7-16,-5 6-17 0,2-4 5 0,0 1-7 15,-1-2-10-15,1-4 1 0,3 4-15 0,3-3-1 16,-4 0 5-16,2-1-8 0,0 5-1 0,0-1 4 16,0 2 0-16,0 0-10 0,-1 0 1 0,2 3-3 15,-4 2-5-15,5-2-6 0,-4 5 5 0,5-3-4 16,-2 4-1-16,0 2-3 0,0 0 0 0,3 2-1 0,-2 2-5 15,4 3 4-15,-4 0-5 0,2 2 3 16,-1 1-6-16,3 6 4 0,-3 1 0 0,-1 2 1 16,2 1-7-16,4 7 6 0,-8 0 1 0,2-3-4 15,-2 7 13-15,-1 1-10 0,-2 3 0 0,0 0 3 0,-1 15 6 16,1-14 1-16,-4 3 4 0,-3 10 0 0,2-11 0 16,-3 13 12-16,0 0 20 0,1-14 4 15,-1 0-13-15,-2 15 0 0,6-4 26 0,0-9 19 16,4 11-1-16,5-14 2 0,-3 3 3 0,6-2 3 0,2-1 8 15,9 9 2-15,0-12 3 0,-3-1-4 0,8-2-9 16,1-5-6-16,1 0-8 0,21-2-4 0,-17-4-11 16,2-9-4-16,2 0-3 0,4-3-2 15,-7-7-21-15,2 0 11 0,-2-7-5 0,2-2-6 0,-2-1-30 16,-7-12-44-16,4-2-64 0,-3-2-68 0,5-13-87 16,-17 8-84-16,5-1-99 0,-4 1-73 0,-7-3-276 15,-2 0-860-15,-5 2 381 0</inkml:trace>
  <inkml:trace contextRef="#ctx0" brushRef="#br0" timeOffset="43043.43">19850 17210 2293 0,'0'-6'187'15,"0"0"-17"-15,0-2 25 0,-2 1 32 0,-1 1-1 16,2-1-6-16,-2 1-14 0,2 1-20 0,-1 0-23 16,2 0-1-16,0 5-13 0,0-8-11 0,-2 6-8 15,2 2-17-15,0-7-10 0,0 7-12 0,4-1-6 16,4 1-7-16,1 0-8 0,2 1-8 0,4-1-7 15,4 3-7-15,4-2-4 0,0 2-3 0,7-1-22 16,-1-1-32-16,-6 2-33 0,7-3-59 0,-7 2-28 16,-4 0-45-16,-4-1-37 0,0 0-43 0,-5 0-52 15,-1 1-52-15,-1-1-279 0,-5 2-693 0,-3 1 307 16</inkml:trace>
  <inkml:trace contextRef="#ctx0" brushRef="#br0" timeOffset="43215.29">19864 17322 42 0,'-5'5'269'0,"0"-3"19"0,4 5 28 16,1-3 5-16,6 1-1 0,-1-3-22 16,3-2-26-16,4 1-22 0,5-1-20 0,3-2-34 15,11 1-13-15,1-1-14 0,-1-4-17 0,3 1-29 0,0-2-61 16,-4 1-59-16,0 0-79 0,-7 2-90 0,6-1-118 16,-12 1-211-16,2-2-536 0,-5 3 237 0</inkml:trace>
  <inkml:trace contextRef="#ctx0" brushRef="#br0" timeOffset="3158.83">10245 5106 92 0,'0'0'226'0,"-1"-8"2"16,1 8-9-16,-3-7-7 0,3 5-10 0,0 2-6 16,0-5-10-16,0 5-11 0,0 0-8 0,0 0-12 15,0 0-12-15,0-6-7 0,0 6-18 0,0 0-5 16,0 0-15-16,0 0-8 0,0 0-13 0,0 0-5 15,0 0-7-15,0 0-11 0,0 0-1 0,0 0-5 16,0 0-6-16,0 0 4 0,0 0 22 0,-11 13-4 0,7-9-8 16,3 1-5-16,-2 2-7 0,2-2-9 15,-1 2 1-15,1 0-5 0,0 0 1 0,-1 4-9 16,2-2 1-16,-2 1-2 0,0 0 1 0,2 2 1 0,2-2-4 16,0 3-2-16,0-2-4 0,-1 1 13 0,3 1-12 15,-1-4-7-15,1 4 4 0,0-2-2 0,-1-1-12 16,2-1-27-16,-1 3-15 0,0-4-22 0,-2 0-21 15,0-1-23-15,1-1-25 0,-1 1-22 0,-2-4-18 16,1 2-15-16,-1-1-16 0,0-4-31 0,-1 6-169 16,1-6-439-16,-7 1 195 0</inkml:trace>
  <inkml:trace contextRef="#ctx0" brushRef="#br0" timeOffset="3486.93">10289 5259 31 0,'0'0'147'0,"8"4"0"15,-6 0-3-15,0-2-14 0,-2-2 3 0,3 6-4 16,-1-2-7-16,1 1-10 0,0-2-6 0,-3 1-11 16,4 1 2-16,-3 1-7 0,4 0-4 0,-3-3-5 0,1 4-5 15,1-2-3-15,-1 0-8 0,1 1-5 0,0 1-7 16,1-1-2-16,-1-2-7 0,-1 1-1 15,1 1-5-15,3-3-4 0,-6 0-2 0,2-2-3 0,1 2 0 16,-4-3 14-16,0 6 15 0,0-6 8 0,0 0 8 16,0 0 9-16,1 4 12 0,-1-4 14 0,0 0 5 15,0 0-3-15,0 0 0 0,-16 0-9 0,8 1-19 16,-4 1-17-16,-3-2-16 0,1 1-15 0,2 0-7 16,-2-1-6-16,1 0-28 0,5 0-27 0,-3 0-30 15,1 1-34-15,1 1-41 0,1 0-60 0,1-2-67 16,1 1-190-16,6-1-492 0,0 0 218 0</inkml:trace>
  <inkml:trace contextRef="#ctx0" brushRef="#br0" timeOffset="3971.3">10373 5426 160 0,'0'0'289'0,"0"0"-20"15,-3-4-22-15,3 4-29 0,0 0-23 0,0 0-20 16,0 0-22-16,0 0-15 0,0 0-17 0,0 0-13 15,3 13-5-15,-2-7-11 0,1 2-12 0,2-1-8 16,-4 4-4-16,3 0-4 0,0 0-12 0,-1 1-6 16,1-1 0-16,2 2-3 0,-2-3-6 0,-2 3-6 0,2 3 1 15,-2-6-5-15,4 3-2 0,-1-3-5 0,-3 0-20 16,3-1-14-16,-4-1-23 0,3-1-19 0,-2 0-24 16,3-2-36-16,-4 0-32 0,3 0-43 15,-3 0-188-15,0-5-409 0,4 2 181 0</inkml:trace>
  <inkml:trace contextRef="#ctx0" brushRef="#br0" timeOffset="4299.41">10504 5556 4 0,'8'10'176'0,"-5"-6"-23"16,1 0-10-16,0 1-14 0,-3-1-11 0,5 2-6 16,-2 0-10-16,0 1-8 0,0 0-11 0,4 0-5 15,-1 0-10-15,-2 0-5 0,1 3-5 0,-4-4-7 16,4 0-4-16,-1 1-4 0,-4-4-3 0,4 2-7 16,-4-1 0-16,-1-1-3 0,3 1 18 0,-3-4 19 15,-2 6 22-15,2-6 8 0,-8 1 4 0,8-1-4 16,-17-3-5-16,6 1-5 0,-1 1-10 0,-1-3-7 0,-2 0-8 15,0 2-5-15,-2 0-7 0,3-3-5 0,-1 2-6 16,3 0-7-16,2 0-27 0,-2 1-32 16,1-1-37-16,4 2-67 0,-1 0-42 0,8 1-224 0,-8 0-429 15,8 0 190-15</inkml:trace>
  <inkml:trace contextRef="#ctx0" brushRef="#br0" timeOffset="4752.62">10509 5738 76 0,'0'0'328'0,"0"0"-14"0,0 0-20 0,0 0-13 15,0 0-27-15,0 0-20 0,0 0-30 0,0-5-16 16,0 5-19-16,0 0-20 0,0 0-16 0,0 0-16 15,0 0-12-15,0 0-10 0,0 0-11 0,0 0-8 16,-1 16-7-16,2-11-7 0,1 1-7 0,-1 1-9 16,2 1-3-16,2 1-5 0,-2 0 0 0,2 1-5 15,-2 1-1-15,1 2-2 0,2-1-2 0,0-1-6 16,1 2-1-16,1-4-8 0,-2 4-11 0,2-2-16 16,-3-3-18-16,1 1-19 0,-2-1-25 0,1-2-28 15,-2 2-33-15,-3-3-32 0,4 0-32 0,-2 0-32 16,2-2-203-16,-4-3-473 0,2 3 209 0</inkml:trace>
  <inkml:trace contextRef="#ctx0" brushRef="#br0" timeOffset="5075.28">10649 5878 69 0,'4'7'194'0,"-4"-7"-4"0,4 3-9 0,-2-1-15 0,1 4-14 15,-2-3-14-15,4 4-15 0,2-1-7 0,-3-2-20 0,0 1-1 16,5 3-9-16,-5-2-14 0,1 1-4 0,3 0-4 16,-2 0-9-16,-1-2-9 0,-1 1 1 15,-1 0-6-15,1 0-5 0,0-4-4 0,-1 3-4 0,-2-1-3 16,2-2 6-16,-3 3-6 0,0-5 32 0,0 0 16 15,-4 6 17-15,4-6 5 0,-12 1 6 0,5-1-7 16,-3-1-4-16,-2 0-9 0,-2-1-9 0,3 1-5 16,-2-1-11-16,-1-1-1 0,-1 1-9 0,4 0-15 15,-2-1-19-15,3 3-39 0,1-2-42 0,-1 2-49 16,10 0-55-16,-11 0-62 0,7-1-194 0,4 1-465 16,0 0 205-16</inkml:trace>
  <inkml:trace contextRef="#ctx0" brushRef="#br0" timeOffset="8592.27">10226 5122 149 0,'0'0'259'16,"3"-5"-10"-16,-3 5-3 0,-3-4-9 0,3 4-10 15,3-5-11-15,-3 5-10 0,0 0-8 0,-3-6-20 16,3 6-15-16,0 0-15 0,0 0-14 0,0 0-16 16,0 0-15-16,-1-3-8 0,1 3-14 0,0 0-6 15,0 0-11-15,0 0-10 0,0 0-7 0,0 0-8 16,0 0 1-16,0 0-4 0,7 10-5 0,-6-6-2 15,2 2-4-15,2 0-3 0,-1-1 0 0,4 2-6 16,-2-2 1-16,2 3-2 0,1 1-1 0,1 0-7 16,1-1 0-16,0 2 2 0,0-1 1 0,5 3-4 0,-1-2 3 15,-4-1 1-15,8 1 2 0,-7 2-3 0,0-4-5 16,5 3 9-16,-1-1-10 0,-1 0-2 16,0 0 3-16,0 0-3 0,0-1 1 0,0 3 2 0,1-2-2 15,-3 2 0-15,3 1 2 0,-1 1-3 0,2-3 1 16,0 5 0-16,-1-2 11 0,7 2-13 0,-1 1-2 15,3 1 2-15,-9-4 2 0,6 4-1 0,-2-2 0 16,-3-3-1-16,1 3 1 0,3-3 1 0,0 4-3 16,1 0 0-16,-3-6 2 0,-5 0-5 0,4 0 2 15,-2 1 4-15,3-1-2 0,-4 0 7 0,-4-4-5 16,4 4 1-16,1-1 2 0,-1 2-6 0,-3-6 3 0,6 1-2 16,-7 1 2-16,1-1-4 0,4 3 3 15,-3-1-1-15,-1-4 2 0,6 3-4 0,-1-1-2 16,1 3 6-16,1-4 7 0,-3 1-8 0,3 1-2 0,-2-2 4 15,2-1-5-15,2 5 3 0,0-2-2 0,-1 2-3 16,-4 0 3-16,5-5 0 0,-5 5 2 0,-2-4-3 16,5 5-3-16,-7-5 8 0,0 0-6 0,1 4 7 15,-5-4-4-15,5 0 0 0,1 1 0 0,-3 2 0 16,0-1-3-16,5 3 5 0,-5-3 3 0,0-2-7 16,2 1 4-16,1 0-2 0,2 3-2 0,-2-1 4 15,2 0-1-15,-3-1-1 0,-4-2-1 0,9 4 1 16,-6-2 1-16,0 0-1 0,3-1 11 0,-1 1-9 15,-2 0-4-15,0-1 2 0,3 0 1 0,-5 0-4 16,3 0 5-16,0 1-4 0,-1-2 1 0,-3 0 2 16,2 0-2-16,2 0 2 0,-3 1-1 0,1-1-3 15,-2-1 2-15,0 0 2 0,-2 0 1 0,1 0-4 0,1-1 0 16,-3 0 3-16,1-2-8 0,-1 3 5 0,0-2 0 16,3 2 3-16,-2 0 1 0,-1 0 0 15,1 0-2-15,-1-3 1 0,2 4-6 0,-2-2 8 0,2 2-3 16,-1 0 1-16,-1-1-1 0,0-3-2 0,1 5 2 15,0-3 0-15,-2 1 2 0,0-3 1 0,2 3-2 16,-3-2-2-16,1 0 2 0,-3 2-3 0,4-3 3 16,-1 1-3-16,-1-1 1 0,-4-2-2 0,8 5 1 15,-5-3 4-15,1 0 0 0,0 0-4 0,2-1-2 16,-1 1 3-16,-1 1-1 0,3-1-1 0,-3 2 6 16,9-2-3-16,-7 0 2 0,2 1 0 0,-1-1-4 15,0 0 2-15,5 1-5 0,-4 2 7 0,-1-3-1 16,1 1 1-16,2 0-2 0,-2 1 0 0,0 0 0 0,4 0 0 15,-3 0 0-15,0 1 0 0,3-1 3 16,-2-1 0-16,3 2-2 0,-2-2-1 0,-3 2 0 16,7-1 1-16,-5-1 0 0,0 2-1 0,3-1-1 15,-3 1 1-15,2 0 1 0,-1-2 1 0,0 1 1 0,2 1-7 16,-3-2 2-16,-1 1 5 0,5-2 0 0,-3 5-4 16,1-3 1-16,1 1 0 0,0-1 2 15,2 0 0-15,-6 1 1 0,1-3-3 0,-1 2 2 0,2 1-2 16,-1 0-2-16,-2-3 3 0,0 0 0 0,-3 0-1 15,2-1-1-15,-3 0 5 0,3 0-5 0,-3 1 2 16,2 0-1-16,-6-2 1 0,5 1-3 0,-5-1 0 16,0 0 3-16,7 2-4 0,-7-2 1 0,4 2 1 15,-4-2-1-15,0 0 4 0,0 0 2 0,5 2-5 16,-5-2-2-16,0 0 2 0,0 0 0 0,0 0-2 16,0 0 2-16,0 0-1 0,0 0-4 0,0 0 4 15,0 0 1-15,0 0-5 0,0 0 4 0,3 2-4 16,-3-2-8-16,0 0 0 0,0 0-3 0,0 0 0 15,0 0 5-15,0 0 0 0,0 0-1 0,1 4-1 16,-1-4 6-16,0 0-7 0,0 0-8 0,0 0-2 16,0 0-1-16,0 0-9 0,0 4-13 0,0-4-8 0,0 0-12 15,0 0-22-15,0 0-28 0,0 0-43 0,-1 8-42 16,1-8-59-16,-1 2-145 0,1-2-441 16,4 3 196-16</inkml:trace>
  <inkml:trace contextRef="#ctx0" brushRef="#br0" timeOffset="9217.24">12621 6376 152 0,'0'-4'326'0,"0"4"1"16,0-6-6-16,0 6-15 0,2-6-14 0,-2 6-29 15,0 0-32-15,0-4-22 0,0 4-24 0,0 0-20 16,0 0-25-16,0 0-16 0,0 0-18 0,0 0-5 15,0 0-5-15,0 0-16 0,-2 15-5 0,2-8-3 16,2 2-12-16,-2 1-7 0,1 0-4 0,2 2-3 16,-3 0-7-16,1-1-5 0,2 3 2 0,-2-3-4 15,2 2-1-15,0 0-4 0,-2 0-2 0,4-1-6 0,-2-2-4 16,1 0 3-16,-2 1-3 0,-1-1 0 0,0-4-4 16,1-1-2-16,-1 3-7 0,-1-3 7 15,3-2-6-15,-3 2 3 0,0-1-1 0,0-4 0 0,-3 6-4 16,3-6 7-16,0 5 1 0,0-5-6 0,0 4 5 15,0-4 17-15,0 0-10 0,-9 0 8 0,9 0 7 16,0 0-8-16,-18-2 2 0,11 0-6 0,-2 0 3 16,-3 1-2-16,-1-1-2 0,1 0-1 0,0 0-25 15,-7 0-32-15,5 0-40 0,-1 1-49 0,0 1-58 16,-1 0-76-16,5 1-350 0,0 1-665 0,4 0 295 16</inkml:trace>
  <inkml:trace contextRef="#ctx0" brushRef="#br0" timeOffset="18552.09">10139 5082 177 0,'0'0'203'0,"0"0"-7"16,0 0-4-16,4-2-8 0,-4 2-7 0,0 0-8 16,0 0-11-16,0 0-10 0,0 0-8 0,0 0-12 0,0 0-5 15,-1-5-10-15,1 5-11 0,0 0-9 0,0 0-10 16,0 0-3-16,0 0-6 0,0 0-5 16,0 0-4-16,0 0-13 0,0 0 4 0,0 0-3 0,0 0-10 15,0 0-2-15,0 0-6 0,0 0-4 0,0 0-4 16,0 0-3-16,0 0 1 0,0 0-5 0,16 3 0 15,-16-3-1-15,14 3-4 0,-2-2-2 0,-1 3 1 16,4-1-2-16,-1-1-4 0,3 2 5 0,1 1-5 16,4 1 1-16,-2 0 3 0,1 0-4 0,2-2-3 15,-2 3-2-15,5 1 0 0,8-1 1 0,-8 0 3 16,-4 0-3-16,1 2-2 0,0-4 3 0,8 2-3 16,-1 3 2-16,-2-2-1 0,-3 2-1 0,0-5 1 15,2 6-3-15,-5-4 2 0,5 0-2 0,-4 0-1 16,3 2 4-16,-3-2-1 0,-3 1-2 0,10-2-2 15,-9-1 13-15,6 5 4 0,0-1-5 0,-4-2-3 16,3 2 4-16,2 0-6 0,-7-1 1 0,2-1-1 16,3 2 1-16,-4 0 2 0,0 2 0 0,-1-6-2 0,2 4 2 15,6 0-7-15,-8 2 1 0,6-2 6 0,-6-1-7 16,5 2 4-16,-2-3-4 0,1 5 0 16,-4-3 0-16,7 0-1 0,-1 1 2 0,-7-1-1 0,8 1 6 15,-1 2-7-15,0-4-2 0,2 5 1 0,-2-2 0 16,3-3 4-16,-3 2-1 0,2 0-2 0,-1 0 1 15,0 2-2-15,0-3 1 0,-7-1 1 0,7 2-1 16,-6-2-1-16,-2-1 4 0,3 1 0 0,-1 0 0 16,-1-1-5-16,0 1 1 0,1 0 4 0,0-2-2 15,0 6 0-15,-1-6 0 0,8 4 0 0,-7-3-3 16,-3 2 1-16,9 1-1 0,-2 2 3 0,1-2-1 16,0 0 3-16,1-1-3 0,0 3 2 0,-7-5 4 15,10 2-5-15,-2 0 0 0,-1 1 0 0,-6-1 5 16,6 2-4-16,1 1-1 0,-4-3-1 0,3 1-2 15,-6 0 6-15,1-3-2 0,4 4-1 0,-9-5 3 16,5 0-3-16,-1 2-2 0,-2 1 3 0,2-1 0 16,1 1 1-16,-4-2-3 0,11 2 1 0,-7-1-1 15,7 1 5-15,-8-2-2 0,5 5 1 0,-3-6 0 16,1 4-1-16,4 0 0 0,-1-2 0 0,-5 0-2 16,-4-1 1-16,3 0 4 0,0 2 0 0,1-1 1 15,5 1 2-15,-8-4-4 0,0 1 1 0,0 0-3 16,-2-1 3-16,-2 1 0 0,-2-2 4 0,-1 1 4 0,1-1 9 15,-3 0 2-15,3-1-2 0,-5 1 1 0,6 1-5 16,-8-3-1-16,4 0 0 0,1 1 0 16,0 1-5-16,-3-2 2 0,3 2 1 0,1 0-8 15,-2-1 3-15,-1-1 1 0,2 1-1 0,0 0-8 0,-2 0 5 16,2 1 0-16,0 1-5 0,-4-2 4 0,6 3-4 16,-1-5 2-16,0 6 0 0,0-2-1 0,1 0-1 15,-2-1 1-15,6 1 2 0,-1 3-5 16,0-1 4-16,-2-3-1 0,3 5-3 0,-4-4 5 0,4 2-1 15,-6-3-6-15,2-1 3 0,-1 2-3 0,-3-1 2 16,2 0-1-16,-1-1 1 0,-1-1 1 0,-3 1 3 16,0-1-3-16,-1-1 22 0,0 2 9 0,-1-2 1 15,-2 2 0-15,-3-3-3 0,9 2 0 0,-6-1-8 16,-3-1 0-16,0 0-5 0,8 1 4 0,-8-1-5 16,0 0-2-16,0 0 2 0,8 0-9 0,-8 0-4 15,0 0 8-15,4 2-2 0,-4-2 4 0,5 2-14 16,-5-2 5-16,0 0 0 0,5 1-1 0,-5-1 0 15,0 0-2-15,0 0-5 0,8 2-5 0,-5 0-18 16,-3-2-21-16,0 0-23 0,5 2-25 0,-5-2-35 16,0 0-53-16,0 0-66 0,0 0-75 0,0 0-206 15,11-4-573-15,-8 1 253 0</inkml:trace>
  <inkml:trace contextRef="#ctx0" brushRef="#br0" timeOffset="18864.59">13707 6098 233 0,'0'0'255'0,"-3"-4"-21"15,3 4-22-15,-4-4-22 0,4 4-22 0,0 0-18 16,0 0-16-16,0 0-15 0,0 0-12 16,0 0-9-16,0 13-9 0,3-8-8 0,-2 4-7 15,5 0-8-15,-2 1-3 0,4 1-7 0,-3 1-6 0,5 1-4 16,-1 2-2-16,2 1-5 0,-3-1-2 0,1-2-3 15,1 2-3-15,-3-4-5 0,-1 0 0 0,0 0-6 16,5 3-1-16,-7-5-2 0,-1-2-1 16,4 3-1-16,-6-1-5 0,2-2 1 0,-2 0-2 0,1-1-3 15,-2 2-1-15,1-3 1 0,-2 2 1 0,-1-2 1 16,1 0-2-16,-2 3 1 0,-1-4 0 0,-3 3 2 16,-2 0-5-16,-1-3-21 0,-1 5-41 0,-1-2-54 15,-1-1-62-15,-1-1-241 0,2 1-447 0,-2-1 198 16</inkml:trace>
  <inkml:trace contextRef="#ctx0" brushRef="#br0" timeOffset="21437.79">13814 6295 143 0,'0'0'197'0,"0"0"-2"0,4-4-1 0,-4 4-2 15,0 0-10-15,0-4-1 0,0 4-4 0,0 0-8 0,0 0-7 16,0 0-4-16,0 0-8 0,0 0-8 0,0 0-3 16,0 0 0-16,-2-6-16 0,2 6-3 0,0 0-9 15,0 0-6-15,0 0-7 0,0 0-13 16,-2-4 0-16,2 4-17 0,0 0-5 0,0 0-13 0,0 0-7 15,0 0-5-15,-5-4 0 0,5 4-7 0,0 0-5 16,-8-3-2-16,2 1-1 0,-1 0-3 0,-1 1-6 16,-3-1-3-16,-1-1 1 0,0 1-1 0,-3-1-2 15,0 1-1-15,-3-4-4 0,-5 5 0 0,4-3 3 16,0-1 0-16,-4-1 0 0,-1 3-2 0,-5-3-2 16,1-2 2-16,-4 2-1 0,5 1 0 0,-2-3-1 15,2 1-2-15,1 2 6 0,-2-2-3 0,-1 0-6 16,-1 0 5-16,-1 0-1 0,1 1-3 0,0-1 3 15,-3 1-3-15,6 1-2 0,-4 0 2 0,1 0 0 16,0 0 3-16,2-2 0 0,-2 2-1 0,4 0-1 16,-3 0 0-16,1 1-3 0,-1 0 3 0,6-1 1 15,-7 1 2-15,7 1-4 0,-7-3 1 0,2 4-1 16,3-2 0-16,-5-1 5 0,11 1-3 0,-7 1 0 0,3 1-2 16,1 0 2-16,-1 0 3 0,-7-2-4 0,2-1 2 15,3 2-1-15,2 2-1 0,3-2 2 16,-5 2-1-16,-5-3 2 0,-1 1-1 0,1-1 0 15,0-2 2-15,0 4 1 0,6-2-7 0,-3-1 6 0,-5 1-3 16,2-1 1-16,2 1 0 0,-2-2-1 0,2 1 3 16,0-1 2-16,-2 1-5 0,7 2-3 0,-1 0 4 15,1-2 2-15,-1 2 2 0,3 1 3 0,0-1-4 16,1 1-2-16,-2-2-1 0,3-2 1 0,1 5 3 16,-1 0-1-16,-1-1 4 0,8 0-4 0,-2 0 0 15,-1 1-2-15,1-1-1 0,2 4 4 0,-1-2-1 16,-1-2-1-16,2 4-5 0,-3-4 2 0,4 2-4 15,0 0 4-15,-4 2 0 0,1-1-1 0,2 0 1 16,-1 0-3-16,0 1 3 0,-2-1-1 0,3-1 0 16,-3 1-2-16,4 1 1 0,-3 2 5 0,0-2-1 15,-5 1-1-15,5-2 2 0,-2 1-5 0,2-1 4 16,2 1 1-16,-6 1-1 0,7 1 4 0,-4-2-6 16,3 1 0-16,0-1 7 0,0 0-7 0,-2 0 1 0,2 0-1 15,0 1 3-15,1-1 4 0,-2 0-3 16,2-1-4-16,2 0 2 0,0 2-2 0,0-1 4 15,0-2-4-15,-2 2 10 0,1 0 0 0,1-1 5 0,1 1 5 16,0-1-5-16,-6-1 7 0,5 1-3 0,-1 0 1 16,-3-1 5-16,3 2-6 0,-1-1 3 0,-2-1 7 15,4 2-10-15,-2-1-1 0,-2 0 4 16,3-1-12-16,1 1 3 0,-1-1 4 0,2 3-8 0,1-3 5 16,-1 0-7-16,8 0 3 0,-15 1-6 0,10-1 6 15,5 0 1-15,-11 0-1 0,11 0-3 0,-11 0-6 16,11 0 20-16,-7-1-17 0,7 1-2 0,0 0 7 15,0 0-2-15,-11 0-6 0,11 0 1 0,0 0-3 16,0 0 3-16,0 0-3 0,-6-1-7 0,6 1-20 16,0 0-18-16,0 0-22 0,0 0-27 0,0 0-58 15,0 0-65-15,0 0-69 0,0 0-61 0,17-4-195 16,-10 1-588-16,0 0 261 0</inkml:trace>
  <inkml:trace contextRef="#ctx0" brushRef="#br0" timeOffset="21844.02">11037 5854 172 0,'0'0'240'0,"0"0"-22"16,0 0-21-16,0 0-20 0,0 0-19 0,0 0-20 16,0 0-14-16,0 0-10 0,0 0-14 0,0 0-7 15,-18 8-13-15,13-4-5 0,-2 0-7 0,-1 1-9 16,-2 3 0-16,-2-3-5 0,-2 3 5 0,2-2 14 16,-1 0 0-16,-2 2-3 0,1-2-5 0,-2 3-5 15,2-1 0-15,0-3-9 0,4 2-6 0,0-1 0 16,1 0-10-16,3-1-3 0,-2-1-4 0,3 0-1 15,1 1-4-15,2-1 1 0,-2 0-2 0,4 1 5 16,0-1 12-16,0-4 13 0,4 10 1 0,7-3 3 16,7 1-10-16,1 1-2 0,5 4-3 0,6-5-6 15,0 1-1-15,1-2-4 0,2 3-7 0,-3-3-2 16,0 0 0-16,-7-1-4 0,7 1-5 0,-8-2-19 16,-2 0-42-16,-1 0-56 0,-6-2-54 0,1 0-68 15,-3-2-260-15,-1-1-529 0,-1 0 234 0</inkml:trace>
  <inkml:trace contextRef="#ctx0" brushRef="#br0" timeOffset="22609.62">11057 6120 308 0,'0'0'305'0,"0"0"-13"0,0 0-20 16,0 0-19-16,0 0-25 0,0 0-19 0,0 0-25 15,19-5-22-15,-15 1-15 0,6 3-10 0,1 0-17 0,1 0-12 0,10-1-10 0,-2 1-7 0,10 0-10 16,4 1-7-16,2 1-6 0,3 0-8 0,3 1-10 15,-1-1 0-15,19 3-2 0,-3 1-9 0,4 1-2 16,-1 1-2-16,3-2-6 0,3-1 1 0,0 1-3 16,0 0-2-16,32 3-5 0,-40-4 0 0,2 1-1 15,1-2-2-15,1 0 1 0,-5 1-2 0,4 0-6 0,-6 1 1 16,3-3 0-16,3 3-1 0,-5-2-4 0,2 1 0 16,-2 1 1-16,-14-4-1 0,17 2 0 15,-3 1 1-15,-16-3-4 0,0 3-1 0,2 0 4 16,-4-2-4-16,3 1-1 0,-2-1 4 0,1 4-3 0,-6-4 1 15,3 2-3-15,-2-1 3 0,-1 0-1 0,-1 0 1 16,-2 0-3-16,0-1 6 0,-4 1-4 16,-2-2 2-16,-1 2-4 0,5-1 4 0,-6-1-3 0,-1-1-2 15,1 1 0-15,7 1-3 0,-7-1 2 0,1-1 2 16,-4 3 0-16,11-3-1 0,-11 1 2 0,4 1-3 16,-1-4 1-16,-2 2-1 0,2-1-1 0,0 1 2 15,2 0-4-15,-2-2 6 0,4 1-4 0,-4 0 2 16,-1 1 0-16,-1 0 0 0,-1-3 0 0,-2 1-2 15,-2 1 3-15,3-2-5 0,-5 1 3 0,-1-2-2 16,2-2 2-16,3 1-1 0,-3 0-8 0,-4 0 1 16,3 1-6-16,0-2 9 0,1-2-11 0,-4 2 1 15,0 1 0-15,1-4-2 0,0 2-1 0,0-3-3 16,-1 2 0-16,0-1 6 0,2 2-5 0,-2-1 8 16,-2-1-1-16,3 1-3 0,-2 0 5 0,3 1-2 15,-2-1-3-15,-3 3-1 0,4-1-1 0,1 2 2 16,-8 0 1-16,5-1 2 0,2 1 3 0,-1 1 2 0,1-2-3 15,-1 4-1-15,-3 1 3 0,-1-2-1 0,2 0 7 16,-3 1-3-16,4 0 3 0,-1 0-3 0,-2-1 9 16,1 2-2-16,-2-2-6 0,-2-1 3 15,-4 3-1-15,10-1 0 0,-10 1 0 0,9-2 1 0,-5 0-2 16,-4 2 0-16,5-1-9 0,-5 1-17 0,4-2-24 16,-4 2-24-16,0-3-44 0,0 3-41 0,0 0-35 15,-5-8-20-15,1 5-168 0,-3 1-420 0,1-1 186 16</inkml:trace>
  <inkml:trace contextRef="#ctx0" brushRef="#br0" timeOffset="22937.73">14214 5917 183 0,'8'9'218'16,"-1"0"-10"-16,1 1-18 0,3 1-13 0,3 0-15 16,-5-1-13-16,9 2-15 0,-3 1-12 0,0 1-11 0,-1-2-15 15,-2 1-8-15,-1-5-7 0,-4 2-8 0,3-2-9 16,-3 1-3-16,-1-3-9 0,-2 0-7 15,-3 1-4-15,2-2-3 0,-3 0-3 0,0 0-1 16,-4 3-4-16,0-3-1 0,-6 3-4 0,-3 0 0 0,-4 0-5 16,-5 2-1-16,-5 1 1 0,1-1-3 0,-5 3-14 15,-2 2-44-15,-2 0-64 0,1-1-77 0,-3-2-189 16,2 5-401-16,2-4 177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08T10:23:39.6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3752 1416 247 0,'1'-12'273'0,"2"1"-1"0,-1 1 4 16,-2-1-4-16,-2 0-8 0,1 0-10 0,-2 0-1 16,-1 3-6-16,1-3-22 0,-2 3-17 0,2 1-19 0,-5 1-27 15,2 2-13-15,-2-2-26 0,-2 4-8 16,-3 4-3-16,-2 3-21 0,-4 0-10 0,-7 8-14 16,2 1-2-16,-2 5-12 0,0 2-5 0,3 0-2 15,0 3 10-15,1 2-20 0,3 4-4 0,2-2-22 16,1 1 15-16,7 0 0 0,1 0-1 0,4 1 4 0,5 4-2 15,5-4-4-15,1 0 8 0,5-2-16 16,4-4 18-16,3 1-17 0,9-2 2 0,0-4-5 16,2-2-7-16,2-4 3 0,4-2-4 0,-1-4-9 15,3-4-9-15,-1 0-7 0,1-2-9 0,-3-5 6 16,-2 0 5-16,0 0-2 0,-4-4-2 0,0 0 1 0,-11-1 10 16,2-4 0-16,-5 4 4 0,-4 0 13 15,1-5 14-15,-1 0 22 0,-3-3 12 0,-2 6 15 16,-3-2 10-16,-2 4 9 0,3-2 7 0,-4 3-10 15,0 3 9-15,0-1-11 0,0 1-12 0,0 0-10 0,0 1-9 16,0 4-12-16,0-3-8 0,0 3-3 0,0 0-4 16,0 0-9-16,5 23 10 0,-3-10-4 0,2 5-1 15,1 2 3-15,1 1-4 0,-1-1-3 16,2-1-2-16,5 7-2 0,-5-6-12 0,1-1-18 16,1 1-34-16,-2-2-34 0,0 2-45 0,0-9-19 0,1 1-41 15,-4 1-43-15,-1-5-51 0,1 0-45 0,-3-2-50 16,4-4-224-16,-5-2-652 0,0 0 289 0</inkml:trace>
  <inkml:trace contextRef="#ctx0" brushRef="#br0" timeOffset="656.19">4220 1675 168 0,'0'0'272'16,"0"-5"-22"-16,0 5-29 0,3-2-20 0,-3 2-22 15,0 0-23-15,0 0-1 0,0 0-6 0,13 5-9 0,-9-4-20 16,5 1-10-16,0 4-7 0,2-1-13 0,-2 0-8 16,4 4-6-16,-3-2-11 0,1 2-2 0,3 3-8 15,-2-5-7-15,-1 3-5 0,1-2-3 16,-3-1-3-16,0 1-6 0,-2-2-1 0,0 1-5 16,-3-2-1-16,0 0-3 0,-3-3 0 0,3 5 2 0,-2-3 0 15,-2-2 5-15,0-2 5 0,0 0 6 0,0 0 0 16,-10 5 6-16,5-4 0 0,5-1 4 0,-11-5-3 15,7 3 0-15,-3-2-9 0,6 2-1 16,-1-5-9-16,2 2-7 0,0 1-29 0,6-5-26 16,3 0-17-16,6-3-24 0,4 2-25 0,13-1-21 0,-2-2-12 15,5 4-8-15,-3 2-6 0,2 4 9 0,3-6 12 16,-6 3 9-16,2 2 11 0,-3 1 14 0,0-2 9 16,-8 2 8-16,-7 2 9 0,2 0 4 15,-3 1 25-15,-2-1 29 0,-4-1 39 0,-1 1 41 0,-3 0 30 16,0 0 17-16,-4 1-10 0,0 0-11 0,0 0-12 15,0 0-2-15,0 0 8 0,-23-6 14 0,11 8 1 16,1-2 0-16,-4 2-11 0,1 0-5 0,0 0-5 16,-1-1-8-16,-3 4-9 0,0 1-7 0,3-1-5 15,3 0-3-15,-4 2-7 0,3 3-9 0,2-1 0 16,-2 7-9-16,3-7 6 0,5 1-8 0,-2 0-5 16,3 1 1-16,0 2-5 0,1-3 2 0,3 1-1 15,-1-1-2-15,2-3-6 0,2-1-3 0,1 2-4 16,0-3 5-16,0 0-5 0,3-1-2 0,1-3 3 15,-1 0-5-15,2-2-3 0,1-1-3 0,0-1 9 16,-2-2-7-16,4-3 4 0,-1 0-1 0,-3 0 0 16,4-1 1-16,-5 1 4 0,0-3 0 0,1 1 8 15,-4 4 23-15,0 1 10 0,2-3 1 0,-4-2 6 16,1 3-8-16,0 1-2 0,0 1-9 0,-2 1-4 16,3 3-9-16,-4 1-13 0,3-4-18 0,-3 4 7 15,0 0-21-15,11 10-16 0,-5-5-21 0,1 2-27 16,4 1-24-16,0-1-21 0,1 1-42 0,6-2-32 15,-2 4-28-15,2-4-32 0,2 0-194 0,3 0-501 16,6-4 222-16</inkml:trace>
  <inkml:trace contextRef="#ctx0" brushRef="#br0" timeOffset="2031.06">5269 1699 223 0,'0'-6'281'15,"-3"0"-4"-15,-4-4-12 0,2 6-16 0,-2-1-13 16,-3 0-16-16,-2 0-12 0,0 2-23 0,-2 0-18 15,-1 3-12-15,-1 0-18 0,-4 3-12 0,4 0-11 16,-1 3-13-16,2 3-9 0,0 0-12 0,4 4 3 16,-4 0-10-16,7 3 5 0,-2-5-26 0,5 2-5 15,-3 5 4-15,2-7-10 0,2 5-6 0,7-2-4 16,-6-1 0-16,6-2-5 0,1 1-6 0,-1-2 6 16,5-1-16-16,0-3-14 0,3 1-1 0,-1-2 0 15,-1-5-10-15,6 0-4 0,0-4-7 0,-1 1 1 16,0-2-2-16,2-3 8 0,0-5-2 0,-2-1-4 15,-1-3 3-15,1-9-10 0,-1 2-6 0,2-3-8 16,-4 0-5-16,0-2 2 0,-3-1 8 0,-4 4 2 16,0-3 7-16,-2 4 30 0,-2 7 21 0,0 1 27 15,-2 0 32-15,1 5 1 0,-2-1 35 0,-1 0 7 16,3 0 1-16,-3 4-6 0,0-2-12 0,-2 2 5 16,5 0-2-16,-2 4 3 0,2 2-13 0,-3-3-18 15,2 2-8-15,0 0-7 0,2 4-14 0,-2-4-4 16,2 4-7-16,0 0-13 0,0 0 2 0,0 0-5 15,0 0-1-15,0 0 0 0,0 13-2 0,3-6-4 16,0 0-1-16,1 5 0 0,0-3-3 0,1 4 0 16,1-1-10-16,2 4-12 0,-3 0-4 0,5 1-3 15,-3 2-6-15,1 0-7 0,-4 1-7 0,3 0-9 16,2-2-3-16,-3 3-2 0,5 3-1 0,-6-4 2 0,3-2 0 16,-1 0 4-16,3-1 3 0,-5-6 3 15,2 1 7-15,-3-5-2 0,1 4 6 0,-3-6 0 16,-1 0 9-16,3 0 4 0,-1-2 9 0,0-2 8 15,2 0 3-15,-5-1 4 0,9-5-1 0,-3-1-19 16,-2 1 22-16,3 0 1 0,0-6 1 0,-1 1 1 0,0-3 12 16,3-2-1-16,-3 2 6 0,2 3 9 0,0-3-5 15,-4 3 1-15,3-2 4 0,-3 1 12 16,3 2 1-16,-3-1 3 0,0 3-11 0,0-2-2 16,-3 5-6-16,2-1-3 0,-1 0-8 0,-2 1-9 0,0 4-4 15,4-4-6-15,-4 4-1 0,0 0 1 0,0 0 1 16,0 0-4-16,9 8-2 0,-5-1 6 15,0-4-3-15,-1 2-15 0,4 4-6 0,4-2 1 16,-6 2-6-16,3 0-5 0,-1 0 1 0,4 1-1 0,-3-3-9 16,3 0 12-16,1 0 2 0,-1-3-2 0,3 0-15 15,1-3 1-15,-2 2 4 0,6-2 0 0,-5-3 5 16,2-3 9-16,-2 0-4 0,1-1 2 0,-3 0-12 16,0-1 22-16,1-4-1 0,-2-3 5 15,-2 5 0-15,-4 0-2 0,2-4 5 0,-4 6 6 0,1-6 2 16,-5 7 10-16,1-4-4 0,0 4 0 0,-3-2 6 15,3 2 2-15,-3 0-3 0,-4 2-8 0,6-2 0 16,-6 6 1-16,7 0-4 0,-15 2 3 0,6 1-8 16,-2 2 3-16,1 1 1 0,2 2-4 0,1 1-3 15,-2 2 4-15,2-2 4 0,2 7-3 0,3-5 1 16,-5 6-2-16,6 1 2 0,1-2 0 0,4 1-8 16,-1-6-3-16,0 0 1 0,2 0-5 0,3-2-5 15,4-1-4-15,-2-2-12 0,1-1-6 0,4-2-4 16,0-2-6-16,-2-2 12 0,1-2-6 0,9 1 5 15,-4-7 9-15,-2-1-2 0,0-1 2 0,-2 2 7 16,-3 1 3-16,-2 0 3 0,-2-3 17 0,0 2 14 16,-1 1 17-16,-2 0 12 0,0 0 4 0,-3 1 6 15,2 1-6-15,-1 1-1 0,-3 3-7 0,3-4 0 16,-2 3-5-16,-1 3-15 0,0 0-10 0,0 0 1 16,0 0 5-16,0 0-4 0,0 0-7 0,0 0 0 15,4 15-13-15,-4-10-14 0,0-5-2 0,0 16-19 16,3-6-6-16,1 0 0 0,-4-1 0 0,4-1-2 15,-1-1 2-15,0 0-2 0,2-2 2 0,-1-1 4 16,0-2 7-16,0-1 6 0,2 2 6 0,-1-3 3 16,-5 0 5-16,10-3 0 0,-6 1 8 0,5-4-2 15,-3 1 15-15,-1-5-12 0,-1 3 15 0,6-4 7 16,-5 3 5-16,-1 0 13 0,2 2-2 0,-1-3 1 16,-2 2 2-16,3 1-1 0,-1 1-14 0,-3 2 7 15,2-1-2-15,2 0-7 0,-3 1-7 0,2 0 7 16,-5 3-3-16,0 0-4 0,16 6 0 0,-6-2 1 15,-2 3-10-15,3 0-9 0,0-2-15 0,1 2-12 16,-1-2-10-16,3 1-16 0,0 1-10 0,-4-2-10 16,5 1-7-16,-1-3-22 0,-2-1-10 0,1 0-19 15,1-5-11-15,-2 0-10 0,1 1-2 0,-4-3 0 16,3-1 8-16,-2-2 12 0,-3-1 5 0,2-3 23 16,-2-3 10-16,-3-1 13 0,0-4 8 0,2 1 6 15,-1-7 18-15,-2-1 9 0,-2-2 24 0,3-2-2 16,0 0 34-16,-4-2 39 0,0 4 40 0,0 1 38 15,0-1 23-15,0 10 21 0,0 3 28 0,0-3 6 0,0 7 39 16,2 0 2-16,-2 5-1 0,0-1-19 0,0 3-27 16,0 0-22-16,0 1-28 0,0 4-10 15,0 0-36-15,0 0 6 0,0 0-10 0,0 0-6 16,0 25-7-16,0-7-3 0,1 2-7 0,0 8-12 0,5-1-8 16,-2 2 1-16,1-1-15 0,2 2 3 0,0-2-28 15,1 1-30-15,-1-3-25 0,5-1-34 0,-5 0-26 16,1-6-15-16,0 2-37 0,2-3-32 0,-3-2-35 15,-1-6-36-15,2 0-20 0,-1-2-26 0,-1-4-171 16,-2 0-517-16,4-6 228 0</inkml:trace>
  <inkml:trace contextRef="#ctx0" brushRef="#br0" timeOffset="2202.92">6445 1428 307 0,'-11'-9'342'0,"3"0"-17"0,-4 1-9 16,4 2-4-16,2-2-2 0,2 2-15 0,-4 2-14 15,5-1-20-15,-1 1-23 0,3 2-24 0,1 2-26 16,-3-5-27-16,3 5-15 0,0 0-14 0,11-5-40 16,1 4-59-16,2 0-64 0,6 0-55 0,1 0-49 15,-1-1-61-15,3 2-66 0,-1-1-279 0,-3 0-586 16,4-2 260-16</inkml:trace>
  <inkml:trace contextRef="#ctx0" brushRef="#br0" timeOffset="2343.53">6007 1186 142 0,'-23'-5'333'0,"8"3"-31"16,2 0-36-16,0-2-32 0,5 3-56 0,0 0-70 16,3 0-91-16,0-2-92 0,5 3-177 0,0 0-271 15,0 0 121-15</inkml:trace>
  <inkml:trace contextRef="#ctx0" brushRef="#br0" timeOffset="2765.36">7282 1184 123 0,'-3'-7'354'0,"-1"1"-14"0,4 0-20 0,-3 1-12 0,3 2-25 16,-3-1-23-16,3 4-48 0,-1-6-15 0,1 6-21 16,0 0-17-16,0 0-4 0,7 24-9 15,-3-13-9-15,7 6-8 0,0 8-13 0,1 2-10 16,4 1-6-16,-2 0-15 0,5 1-7 0,-3-1-8 0,2 0-25 16,-2-1-37-16,-1-2-17 0,3-2-26 0,-4 0-23 15,-4-8-28-15,1-1-29 0,-4-3-31 0,-1 1-41 16,-1-4-46-16,-1-2-29 0,-1-1-201 0,-5-3-501 15,2-2 221-15</inkml:trace>
  <inkml:trace contextRef="#ctx0" brushRef="#br0" timeOffset="3296.57">7174 1155 3 0,'0'-11'297'0,"6"2"-12"0,-1-2-17 0,-1 4-14 16,7-2-14-16,-4 4-9 0,4-2-18 0,4 5-9 15,-2-1-13-15,9 5-10 0,-2 1-15 0,1 4-16 16,6 1-18-16,3 7-9 0,-6 0-26 0,5 4 4 16,-1 4-12-16,-6 1-6 0,3 2-9 0,-3 2 6 15,-1-2-15-15,-3 2-11 0,1 2-5 0,-4-2-5 16,0 1-1-16,-3-2-7 0,-1 1-8 0,-3 0-4 16,-6-8-2-16,0-1-1 0,-2 1-3 0,-2-3-1 15,0 1 4-15,-6-5-4 0,-1 1 1 0,2-4-3 16,-10 1 3-16,-2 0 2 0,2-3 17 0,-2-3 11 15,-3 0 9-15,0-5 7 0,2 3 2 0,-2-4 4 16,3-1-1-16,5 1-1 0,0-3-4 0,4-1-9 16,-1 1-2-16,-1 0-4 0,6-2-11 0,2 2 2 15,3 0-12-15,2-1-4 0,2-2-13 0,8 0-23 16,2-2-5-16,10 1-31 0,5-2-3 0,4 3-11 16,2-3-6-16,0 5 1 0,3-3 2 0,-3-2 2 15,8 4-1-15,-5-2 5 0,-3 0 4 0,1 1 9 16,-1 1 0-16,-5-4 4 0,1 2 6 0,-10-2 3 15,1 2 4-15,-5 0 3 0,-1-4 1 0,-4 6 5 16,-3-4 4-16,0 0 9 0,-5 0 12 0,-2 4 16 16,-1-1 10-16,-2-1 7 0,-4 1 9 0,2 2 9 15,0 0 11-15,-2 1-10 0,-3-3-5 0,-1 6-6 16,1-1 9-16,-6 3-3 0,4 0 3 0,-8 4-9 16,4 0 1-16,0 1 2 0,4 0-11 0,-5 3 3 15,4 0-5-15,1 3-8 0,4 1 3 0,0-3-7 0,2 3-7 16,2 1 3-16,3-2-49 0,3 1-16 15,0-2-22-15,2 3-12 0,4-4-14 0,1 0-17 16,1-3-17-16,6 4-24 0,-1-4-49 0,5-2-60 16,2-3-61-16,-2-2-239 0,2-2-604 0,8-5 267 0</inkml:trace>
  <inkml:trace contextRef="#ctx0" brushRef="#br0" timeOffset="3640.28">8239 1297 185 0,'0'-6'318'0,"-2"2"-3"15,0-1-8-15,-1 2-12 0,-2-2-14 0,2 3-11 16,3 2-23-16,-8-4-22 0,2 3-13 0,6 1-12 16,-13 2-23-16,5 1-12 0,2-1-14 15,-6 5-17-15,1-2-7 0,2 4-31 0,-3-2-4 0,-1 3-14 16,5-2 7-16,0 2-7 0,1 1-4 0,-1-1-29 16,5 3 11-16,-1-2-3 0,4 2-3 0,0-1-6 15,0 1-12-15,4 0-1 0,0-3-8 0,3 1-10 16,8 5-9-16,-3-5-1 0,1 1-11 0,3-2-7 15,-5-2-5-15,6 2 1 0,-6-3-2 0,3 2-1 16,-5-2 2-16,2-4 1 0,-3 1-1 0,-1 0 1 16,-1-1-7-16,-2-1 4 0,-1 1 1 0,1 2 5 15,-4-5 2-15,0 0-6 0,0 0 8 0,-17 3 0 16,7-2 2-16,-1-1 2 0,-2-1 3 0,-7 0 2 16,8 2-2-16,-3-2-14 0,1-1-24 0,1 1-16 15,0-1-11-15,5 1-16 0,0 0-16 0,1-2-27 16,7 3-37-16,-7-2-36 0,7 2-30 0,0 0-15 15,14-9-212-15,-2 5-498 0,-1-1 220 0</inkml:trace>
  <inkml:trace contextRef="#ctx0" brushRef="#br0" timeOffset="4655.81">8550 1322 222 0,'-1'-5'260'0,"1"5"-8"16,-5-7-18-16,2 4-7 0,-4 1-12 0,7 2-18 15,-9-3-14-15,-2 2-14 0,11 1-20 0,-16 4-16 16,6-2-14-16,-1 3-10 0,0 1-13 0,-2 1-13 16,5 1-4-16,-3 1-10 0,1 2-3 0,2 3-11 15,1-2-2-15,2 0-8 0,2 5-3 0,-1 1-4 16,2-5-3-16,4 0-2 0,-2 4 0 0,4 0-5 0,0-2 0 16,3-3 0-16,5 2-3 0,-1-2-3 15,4-3-2-15,1 0-3 0,2-1-17 0,4-5-14 16,-2 0-10-16,3-3-8 0,-4-1-10 0,7-1 1 15,-4-2 0-15,6-4-1 0,-7 0 7 0,-1-1 4 0,-1 0 3 16,-4-4 0-16,3 1 4 0,-4-1 2 0,-5-1 7 16,5-1 1-16,-9 2 25 0,-1 4 16 15,0-5 16-15,-4 3 13 0,-4 1 12 0,2 1-2 16,0-1-4-16,-7 3-7 0,3 2-1 0,-2 1-11 0,-3 1-5 16,0 1 4-16,-4 0-10 0,3 0-4 0,-3 6-3 15,-3 1-3-15,3-1-2 0,4 1-1 0,-2 3-7 16,3 0 0-16,1 1 1 0,3 2-3 15,1 0-2-15,0 1 3 0,2-1-2 0,3 2 3 0,4-2-4 16,4 1 2-16,-3-1-1 0,5 0 4 0,1 0 0 16,8-3-6-16,-3-1-4 0,1-2-5 0,3 2-4 15,-1-6-5-15,4-1 2 0,-4-1-2 0,3-1-6 16,-3-2 3-16,0-1 6 0,0-1-7 16,-1-2 6-16,-3 0 1 0,2-1 0 0,-4-3 8 0,-3 3-5 15,0 0 2-15,-2-1 10 0,-4 0 19 0,3 2 10 16,-3 3 7-16,-3-3 6 0,2 2 7 0,-3 3 0 15,2-2-17-15,-2 1-1 0,0 4-5 0,1-5-10 16,-1 5-4-16,0 0-5 0,0 0-1 0,0 0-1 16,0 0-6-16,-16 10 2 0,14-4-3 0,1-3-2 15,1 5-2-15,0 0-14 0,0-3 14 0,1 4 0 16,5 0-7-16,-2 1-3 0,-3-3 1 0,3 1-1 16,-1-2-4-16,2 1 2 0,1-2 5 0,1 0 2 15,-2-2-3-15,3-1 1 0,-2 0 3 0,2-4 1 16,0 1 4-16,0 0 3 0,5-3-5 0,-4-2 6 15,0 0 3-15,0-1-9 0,-1-1 2 0,1-1 2 16,0 0-2-16,-4 2 11 0,3 0 5 0,-1 1-1 16,-3 2 11-16,1-3-3 0,1 4-8 0,-2-2-12 15,-1 1 13-15,-3 4-7 0,5-3-8 0,-2 0-6 16,-3 3 3-16,0 0-6 0,0 0 6 0,8 6 0 16,-4-1 6-16,0 0-4 0,0 2-4 0,3-1-1 15,0 3 10-15,1-1-4 0,0 0-5 0,0 0 1 16,3 0 5-16,0 0-9 0,0-1 13 0,1-2-13 15,2 0-7-15,5 0-6 0,-4-2-5 0,-2-1-12 16,4-1-4-16,-2-2-12 0,-2-4-3 0,1 0-12 0,0 0-5 16,-2-3-2-16,0-4 5 0,0-1 6 15,-4-2 4-15,2-1 1 0,-2 0-1 0,0-2 1 16,-1-9 5-16,0 1 5 0,1-1-1 0,-3-4 2 16,4 0-2-16,-4-2 0 0,1 2 4 0,3-4 5 0,-5 4 23 15,0 2 36-15,-1 3 30 0,-3 5 26 0,1 2 16 16,-2 3 6-16,-1-1 27 0,2 4-14 15,2 3 25-15,-4 1 0 0,2 2 4 0,0-1-12 16,0 4-17-16,-4-1-14 0,4 0-11 0,-1 1-18 0,1 4-5 16,0 0-9-16,-9 10-10 0,5-1-1 0,-1 4-8 15,1 4 3-15,4 1-9 0,-1 9-6 0,0 3-1 16,1 3-4-16,1 3-10 0,0-1-14 16,2 1-14-16,1 0-31 0,3 13-26 0,2-13-15 0,-2 0-13 15,4-1-4-15,1-3-27 0,2 0-22 0,-3-4-14 16,5-3-5-16,-9-6-35 0,1-2-19 0,4-1-16 15,-5-6-5-15,-3-5 0 0,2-1-183 0,-1-2-472 16,0-3 209-16</inkml:trace>
  <inkml:trace contextRef="#ctx0" brushRef="#br0" timeOffset="4796.43">9557 1375 188 0,'-9'-19'304'0,"-4"-5"5"0,1 6-2 16,3 1-11-16,-1 1-1 0,-1 1-1 0,3-2-1 15,0 6-29-15,-2 0-21 0,5 1-15 0,-1 2-29 16,2-1-14-16,3 4-25 0,-2 0-14 0,2-1-27 15,1 3-41-15,0 3-60 0,9-3-62 0,2 1-65 16,8-1-75-16,4 1-94 0,10 1-275 0,1 2-597 16,3-1 265-16</inkml:trace>
  <inkml:trace contextRef="#ctx0" brushRef="#br0" timeOffset="6499.39">10524 1080 282 0,'10'-9'351'0,"-2"2"-27"0,-3 2-18 0,2 1-19 15,0 0-24-15,-6-1-25 0,-1 5-26 0,7-2-26 16,-7 2-21-16,0 0-21 0,7 8-14 0,-7-1-6 16,0 5-11-16,0 5-18 0,-3 2-14 0,3 8 4 15,-3 2-15-15,-1-1-3 0,0 4-3 0,-1 0-10 0,2 0-4 16,0-1-2-16,-1-1-2 0,0-5-5 16,3-5-10-16,2 0-3 0,-2-2 5 0,0-4-7 15,-1-3 0-15,2-2 0 0,0 1-8 0,0-5 5 16,0 0 0-16,0-5 3 0,0 0-4 0,0 0-19 0,0 0 11 15,-4-18-2-15,7 5-3 0,-3-4 0 0,1-4-3 16,3-5 1-16,3-5 3 0,-2-5-7 0,2-1-7 16,-1-1-9-16,2-13 4 0,3 16-9 15,-6-3 10-15,5-11 1 0,-1 15 4 0,-1 4-3 0,-2-2 51 16,-1 4 30-16,2 0-16 0,-5 8 33 0,4 1 21 16,-2 2 8-16,3 6-3 0,-4-2 5 0,1 3-2 15,-1 1-2-15,-2 2-8 0,0 1-15 0,3 1-11 16,-4 2-20-16,0 3-13 0,4-4-19 0,-4 4 0 15,0 0-6-15,3 12-3 0,-2-2-3 0,2 7 1 16,0 3-2-16,3 9 0 0,-4 2-3 0,1 2-9 16,1 3-26-16,4 0-13 0,-1 1-12 0,-3 1-21 15,4 1-14-15,3 8-19 0,-4-9-19 0,0-1-6 16,0-1-4-16,-2-5-13 0,-3-1 4 0,0-1-14 16,-2-9-5-16,-2-1-8 0,1-1-12 0,-3-6-6 15,0-1-7-15,1-3-5 0,-2-1 8 0,2-1-1 16,-2-4 0-16,-2-2 23 0,7 0 15 0,-16-3 23 15,7-4-3-15,0-2 22 0,0 3 31 0,-1-6 33 16,0 3 30-16,0-2 17 0,-3-2 17 0,3 0 13 16,0-1 9-16,0 3 8 0,5 4 4 0,-4-2 2 15,3 0 3-15,-2 4 8 0,4 0-8 0,2-1-6 16,-2 3-11-16,-1 0-2 0,1 1-11 0,4 2-1 16,0 0-1-16,0 0-4 0,0 0-1 0,0 0-5 15,20 8 2-15,-7-2 0 0,1-2-3 0,6 3-1 16,8-1-2-16,-3 0 1 0,3-2-3 0,2-2-2 15,1 1 1-15,-1-3-6 0,-7-3 6 0,7 1-1 16,0-3-7-16,-8-2-3 0,0 0-6 0,-2-3-5 16,-2-2-2-16,-1-4 0 0,2-4-6 0,-1-6-3 0,-4 3-2 15,-2-5-3-15,-5 0 5 0,1 0 0 0,-3-2 3 16,-2 2 18-16,0 1 26 0,-3 7 23 16,0-2 29-16,-2 3 31 0,1-2-5 0,-2 1 31 15,-2 1-14-15,-2 2-4 0,3-2-7 0,-3 4 1 0,-2 4-16 16,2 1-3-16,-4 1-16 0,1 1-3 0,1 2-11 15,-2 2-14-15,4 3-1 0,-2 1-7 0,-5 2-9 16,5 2 1-16,-5 5-15 0,6 4-11 16,-2 6-15-16,1 0-8 0,6 2-8 0,-2 7-13 0,3 0-9 15,2-1-9-15,7 1-15 0,4 4-16 0,0-6-15 16,5 3-25-16,-1 0-22 0,6-3-17 0,-1 0-17 16,5-5-18-16,-1 2-1 0,4-6 0 0,-2-1 6 15,4-2 3-15,-1-2 20 0,-2-4 17 0,2-3 15 16,-9-1 13-16,3-3 47 0,-5-1 39 0,1-1 48 15,-7-2 44-15,6 1 30 0,-6-2 37 0,0-2 27 16,-4 1 14-16,-1-3 15 0,0-1 11 0,-4 3-8 16,-1-6 4-16,-3 6-12 0,-2-7-27 0,-6 4 1 15,5-1-19-15,-6 1-17 0,-2 1-5 0,0 2-16 16,-7 0-9-16,1 3-8 0,-2-1-6 0,5 3-13 16,1 1-3-16,0 0-9 0,2 2-31 0,0 1-22 15,4 0-11-15,1 5 2 0,0-4-3 0,3 0 10 16,3 2-7-16,1 0-2 0,1-3 7 0,3 4 5 15,3-1 2-15,-2-2 4 0,8 1 7 0,-2 3-10 16,4-4 2-16,-2-2-2 0,6 5 4 0,-5-4 6 16,2 0-3-16,-3-1-6 0,-1 3 2 0,0 2 3 15,0-6 7-15,0 4-8 0,-2 1-2 0,3-1-2 16,-6 1 0-16,2 2-2 0,0 1 2 0,-2 3 1 16,2 2 4-16,-2 3-1 0,-1 1 0 0,0 0 14 0,1 3-7 15,-3 5-4-15,4 3 2 0,3-3-4 16,-1 3 4-16,2 3-4 0,-1 0 9 0,1 3 3 15,2-1-7-15,-2-2 10 0,-2-3-5 0,0 2-1 16,1-3-12-16,-4-3 9 0,-1-7-9 0,2-2-1 0,-7-3-7 16,0-3 1-16,-1-1 6 0,-1-3-1 0,-2-1 1 15,-1-2 6-15,-1-1 3 0,-2-2 0 0,7 0 5 16,-19-5 0-16,8 0 10 0,1-1 0 16,0 0 4-16,-3-1-5 0,4 0-6 0,-2-2 7 15,6 0-6-15,-4-1 6 0,5 0 0 0,-3-1-3 0,2 5-1 16,2-4 0-16,3 2-8 0,0-2 8 0,3-2-17 15,4 6-8-15,1-4 6 0,3 3 2 0,1 2-2 16,0-6 1-16,5 3-6 0,-5 3-4 16,7-3 11-16,-7 4 0 0,6-2-3 0,0-1-6 0,-2-1 9 15,-1 1 4-15,1-2 4 0,-5 0-4 0,-1 0 2 16,5-4 2-16,-3-2-7 0,-4-4-10 0,4 1 1 16,-1-5-5-16,-3-3-1 0,3 0-4 0,-7 6 1 15,3-6 11-15,-1 5-5 0,-4 1 25 0,3 1 20 16,-2 1 15-16,-3 1 5 0,4 1 3 0,-4 5-2 15,-2-7 18-15,2 6-6 0,0 2-8 0,-2 2-1 16,2 0-12-16,-4 2-2 0,-1 1-11 0,2 0-7 16,-2 0-5-16,-1 3-1 0,6 2-9 0,-12 2 4 15,5 4 0-15,0 0-25 0,3 0 8 0,0 1-1 16,0 4-3-16,-1-1-1 0,1 0 3 0,4 2 1 16,-2 3 2-16,4-4-11 0,2 3 10 0,-2-1 2 15,5 3-16-15,0-5 18 0,1-1 2 0,0 2 5 16,2-4-2-16,-2-1-5 0,-1-3 7 0,6 0 3 15,-3-1-1-15,2-3-1 0,-1 0 12 0,0-2-13 16,1-4 4-16,-2-3-1 0,-2 2 8 0,1-3-15 16,-3 0 8-16,2-5-1 0,-4 2 12 0,0-4-22 15,-1 4 16-15,-3 2-7 0,0-4-5 0,-1 3-4 16,-4-1-1-16,0 1-22 0,-2 2-27 0,-6-3-31 16,-1 3-16-16,-5 5-35 0,-3-1-51 0,0 4-76 15,-2 1-88-15,-9 0-189 0,-1 5-583 0,3 2 259 16</inkml:trace>
  <inkml:trace contextRef="#ctx0" brushRef="#br0" timeOffset="7343.15">4073 2506 151 0,'-11'6'136'0,"7"-4"-1"0,3-1 17 0,1-1 8 16,15 3 1-16,9-4 4 0,14-2-12 0,24-1-7 15,39-7-19-15,4-4-12 0,15 0-10 0,11-3-7 16,14-3-9-16,17 1-8 0,12-3-8 0,14-3-8 15,16 1-9-15,2-2 0 0,19 0-5 0,2-3-12 16,3 1-5-16,2 1-2 0,9 3-5 0,-3-4 2 16,0 2-4-16,-7 0-1 0,3-1 2 0,3 8 2 15,-7-2 1-15,1-4 2 0,3 5-5 0,-7 3-4 16,-6-5-1-16,-1 3 2 0,0 4-4 0,-1-4 3 16,-4 4-8-16,-5 1 1 0,-5 2 0 0,-5-1-4 15,-3 4-1-15,-5-2 2 0,-18-4-3 0,-3 4-1 16,1 1-2-16,-9 0 1 0,-8 6-2 0,-11-3 1 15,-5-2 3-15,-7 0-2 0,-12 6-1 0,-2-1-4 16,-5-1 1-16,-11-2 0 0,-32 4 3 0,27 2-1 16,-36-5-5-16,0 2-3 0,3 2-5 0,-26 1-20 15,3 1-16-15,-5-1-30 0,-1 0-15 0,-5 2-31 16,-10-1-31-16,1 1-30 0,-9 1-22 0,0 1-129 16,-6 1-360-16,-1-2 160 0</inkml:trace>
  <inkml:trace contextRef="#ctx0" brushRef="#br0" timeOffset="9773.25">5913 3985 110 0,'0'0'334'0,"-5"0"-11"0,5 0-5 16,-12-1-6-16,12 1-16 0,-8 0-12 0,8 0-26 15,-5-3-23-15,5 3-13 0,0 0-43 0,-5-2-10 16,5 2-26-16,0 0-10 0,0 0-22 0,0 0-3 16,24-1-17-16,-13 1-2 0,3 0-13 0,1 0-6 15,4 2-6-15,1-1-11 0,-6 2-22 0,1-3-37 16,-2 2-22-16,1-1-26 0,-1 1-43 0,-3 0-39 15,0-1-44-15,-5 4-51 0,5-5-36 0,-5 2-235 16,-5-2-543-16,0 0 239 0</inkml:trace>
  <inkml:trace contextRef="#ctx0" brushRef="#br0" timeOffset="10064.6">6484 3555 292 0,'-2'-7'394'0,"2"4"-11"0,0-4-7 0,0 2-29 16,-1 1-35-16,1 4-34 0,-3-6-37 0,3 6-25 0,0 0-24 15,0 0-26-15,0 0-18 0,9 12-13 0,-3 0-12 16,-2-1-13-16,4 7-11 0,-1 2-12 0,6 6-6 15,1 2-15-15,-2 1 6 0,-1 0-15 0,3-2-33 0,-2 0-34 0,2-1-31 16,-2-2-13-16,0 3-10 0,-2-3-16 0,-2-3-34 16,-2-3-56-16,0-1-51 0,0-1-58 0,-4-4-249 15,-2-2-572-15,2-4 253 0</inkml:trace>
  <inkml:trace contextRef="#ctx0" brushRef="#br0" timeOffset="10439.57">6780 3705 264 0,'1'-4'285'0,"-1"0"-23"15,4 1-22-15,-4 3-27 0,2-5-29 0,-2 5-19 16,0 0-17-16,0 0-16 0,0 0-12 0,8 14-11 16,-7-7-11-16,2 4-4 0,2-1-18 0,1 2-3 15,-2 1-8-15,1 3-5 0,5 0-7 0,-4 1-5 16,0-1-3-16,-2-6-5 0,0 4-3 0,4-4-3 15,-5 1-5-15,2-2-1 0,1 0-1 0,-3-4-4 16,1 0-2-16,0-1-1 0,2-1 1 0,-1-2-5 16,-5-1-1-16,0 0 0 0,16-8-2 0,-9 4 2 15,2-3-1-15,-3-1 26 0,2-2 17 0,1 0 13 16,-2 0 4-16,0 3 2 0,0-4 12 0,1 2 3 16,-1 0-12-16,-3 2 3 0,0 1-8 0,0 2-6 15,2-1-10-15,0 1-11 0,-3 0-10 0,1 1 1 16,-4 3-9-16,11 0-6 0,-11 0 0 0,13 7-2 15,-3-2 1-15,0 2-4 0,0 4 0 0,1-4-8 16,0 7-35-16,3 1-25 0,-2-3-31 0,3 1-35 0,-6 1-46 16,5-1-52-16,-3-4-49 0,-1 0-54 0,-1-1-187 15,2-2-544-15,-3-2 242 0</inkml:trace>
  <inkml:trace contextRef="#ctx0" brushRef="#br0" timeOffset="10642.68">7337 3708 90 0,'2'-5'328'16,"-2"2"-13"-16,0 3-24 0,4-6-32 0,-4 6-30 0,0-5-26 15,0 5-21-15,0 0-24 0,0 0-12 0,0 0-14 16,12 13-13-16,-8-7-10 0,3 3-9 0,-1 0-13 16,3 4-8-16,0 1-1 0,1 2-12 0,5 0-7 15,-7 0-16-15,6-3-40 0,-5 0-41 0,2 3-52 16,1-4-57-16,-1-2-61 0,-4-2-225 0,4-1-467 15,-3-3 207-15</inkml:trace>
  <inkml:trace contextRef="#ctx0" brushRef="#br0" timeOffset="11767.57">7518 3408 279 0,'0'-11'329'0,"0"5"-16"15,-1 0-21-15,1 1-30 0,0 2-28 0,1-2-34 16,-1 5-22-16,0 0-19 0,0 0-19 0,0 0-9 16,9 14-13-16,-3-4-14 0,2 5 5 0,-1 3-29 15,-1 2-2-15,6 5-10 0,0 4-9 0,-4-3 1 16,3 2-10-16,0 2-3 0,-3 0-3 0,3 3-4 16,-1 0-3-16,-2-4-11 0,-3 0-28 0,6 0-18 15,-7-3-12-15,0-6-28 0,-4-2-25 0,3 2-25 16,-3-7-25-16,-3 0-13 0,-1-2-14 0,0-1 3 15,3-3 8-15,-4-3 13 0,-1-2 17 0,0 1 11 16,6-3 2-16,-12-3 33 0,5 1 14 0,-1-3 18 16,3-3 39-16,-2 0 32 0,4 0 35 0,-1-3 19 15,-4 0 16-15,8-2 14 0,-5 4 13 0,3-3 4 16,2 1 4-16,0 1-5 0,0-2-11 0,2 3-10 16,0-1-9-16,1 4-13 0,5-3-12 0,-2 0-3 15,2 2-9-15,0 2-11 0,4 1 0 0,3 3-6 0,4 1-10 16,-1-1-1-16,5 3-2 0,0 1-4 15,6 1-3-15,2 0-3 0,-3 2-1 0,4-2-26 16,-1 2-15-16,-9-2-5 0,0 0-3 0,1-3-2 16,0 2-2-16,-4-2-1 0,3 0-1 0,-5-1 7 0,-3-2 0 15,-1 0 9-15,0-3 1 0,-5 2 0 0,1-4 2 16,-5 2 3-16,-1-3 1 0,-1 0 1 0,-1 1 11 16,-2-3 9-16,-1 2 2 0,-2 0 6 0,-1 0-9 15,-1 2 1-15,1 1-2 0,-2 0-2 0,0 2-3 16,-1 2-2-16,-3-3 3 0,3 4-4 0,-4 4 2 15,2 2-1-15,2-3-1 0,0 1 2 0,-1 3-2 16,2 3-3-16,-2 0 4 0,5-1 2 0,-1 1-2 16,1 0 1-16,3 0-2 0,-1 1-1 0,2-4-1 15,0 1 2-15,2-1 3 0,0 0-4 0,2-1 11 16,0 1-8-16,2-5 0 0,-1 1 11 0,2-2-9 16,0-2-3-16,-7 1 12 0,19-4-10 0,-11 1 1 15,3-6-1-15,-2 2 1 0,1-2 11 0,2 1 6 16,-1 0 5-16,-4 0-2 0,2-1-2 0,-2 1-1 15,1 0-2-15,-2 3-1 0,-1 2 0 0,2-3-3 16,-4 4-1-16,1-2-7 0,0 1-4 0,-4 3 3 16,11 0 1-16,-11 0-3 0,12 3-1 0,-8-1-2 15,4 4 1-15,2-1 5 0,-1 4-5 0,1-1 5 16,2-2-1-16,7 4 1 0,-6-3-3 0,4 4 0 16,1-6-4-16,1 2 6 0,-2-1-4 0,3-4 2 15,-1-1-5-15,-3-1 0 0,2 0 1 0,1-3-2 16,-6-1 3-16,2-1 2 0,-4-1-2 0,7-5-5 15,-7 3 2-15,1-5 1 0,0-3-2 0,-4 1 1 16,1-2 4-16,-4 0-4 0,-3-3 2 0,-2-1-3 0,3-7 0 16,-6 7-3-16,1-9 3 0,-2 3 1 15,3-1 0-15,-4-2 0 0,4 4 2 0,-2-2 10 16,2 9 13-16,0-1 2 0,-2 1 4 0,0 7 7 16,3-2 10-16,-4 3-1 0,3 3 7 0,-2-1 0 0,2 4-4 15,-1-1-15-15,1 2-4 0,1 0-10 0,-3 2-1 16,3 2-4-16,0 0-1 0,0 0-2 0,-11 10 0 15,7-2-3-15,1 4-4 0,2 1 5 16,0 1-1-16,-1 7-3 0,5-2-1 0,-3 8 2 0,1-2-2 16,2 4 0-16,3-3 14 0,-2 3-20 0,4-1 6 15,-5 3-19-15,6-2-4 0,-2-1 0 0,0 0-1 16,1-2-1-16,3-7 0 0,-6-2-3 0,2-1 1 16,4 0 6-16,-6-5 3 0,-1-2 0 0,2 0 1 15,-2-5 10-15,0-1-5 0,4-3 3 0,-1-1 4 16,-7 1 2-16,15-8 13 0,-7-1 11 0,-3-2 7 15,5-3 13-15,-3-1 18 0,5-2 29 0,-4 3 18 16,-1-4 11-16,-3 6 5 0,2 1-4 0,0-3 8 16,-2 5 7-16,1-4-4 0,-3 5-10 0,1 1-7 15,1 1-16-15,-4 2-15 0,3-1-8 0,0 3-18 16,-3 2-27-16,3-4-33 0,-3 4-4 0,0 0-12 16,0 0-36-16,6 15-12 0,-2-9-36 0,2 6-23 15,-1-1-13-15,6 4-19 0,-3 1-29 0,0 2-32 16,-1-3-30-16,1 0-19 0,0-3-36 0,-1-2-37 15,1-1-210-15,0 0-594 0,-1-2 263 0</inkml:trace>
  <inkml:trace contextRef="#ctx0" brushRef="#br0" timeOffset="12347.17">8896 3611 77 0,'-1'-6'263'0,"1"-2"2"0,0 2 5 0,-2-2-11 16,2 1-3-16,-1 2-30 0,1 0-7 0,0 5-30 15,-1-6-26-15,1 6-19 0,0-4-18 0,0 4-9 0,0 0-14 16,0 0-8-16,8 0-5 0,-8 0-14 0,8 7-9 16,-1-4-8-16,-1 2-5 0,5 3-5 15,-1 0-6-15,1 2 4 0,0 3-10 0,1 0-6 0,0-1-3 16,-2 4 0-16,3 0-5 0,-5 1-2 0,2 1-4 16,-3-3-2-16,2 3-1 0,-1 3 8 0,-2-1-11 15,5 6 0-15,-2-1-2 0,1 2-3 0,2-1 2 16,-1 1-3-16,-1 1 0 0,2-2 3 0,0 2-3 15,-1-1 4-15,-2 1-6 0,0-1 3 0,-1 1-7 16,-3-7 4-16,2 6-1 0,-2-7 2 0,-2-1-4 16,1 0 1-16,-2-1 10 0,-1-5 3 0,-1 0 6 15,-1-2 29-15,1-1 22 0,-2 0 16 0,-1-3 31 16,2-1 35-16,-2-3 25 0,-2 1 12 0,-4-1-2 16,2-3-7-16,-6-3-13 0,-2-1-5 0,2 1-8 15,-6-7-3-15,1-2-17 0,3 3-14 0,-2-3-12 16,3-3-7-16,3-1-13 0,-4 0-10 0,8-1-7 15,4-4-18-15,1-8-20 0,4 0-28 0,4-1-30 16,5-3-31-16,6-3-35 0,9-5-25 0,6-5-32 16,-1 4-5-16,4 2 5 0,-9 8 12 0,9-6 7 15,-6 12 15-15,-2 2 5 0,-5-1 16 0,-2 2 7 16,-5 8 2-16,-1 0 15 0,-3 1 9 0,-2 3 24 16,-3 2 23-16,-1 0 17 0,-2 2 2 0,1 0 7 15,-2 1-3-15,-2 1-10 0,-2 2 10 0,2 3-6 16,-7-1 9-16,7 1-8 0,-15 6-10 0,4 1 9 0,0 2-1 15,-1 0-5-15,1 3 6 0,3-1 0 0,-1 4-12 16,-2-1 11-16,5 1 0 0,2 3-1 0,0-5 2 16,4 1-2-16,0-1 0 0,4 1 3 0,2-2 1 15,-1-1-8-15,9-2 7 0,-2 3-11 0,8-3-41 16,0-5-46-16,1 1-55 0,-2 0-61 0,3-4-78 16,8-2-81-16,-7-4-235 0,7-2-652 0,0 1 289 15</inkml:trace>
  <inkml:trace contextRef="#ctx0" brushRef="#br0" timeOffset="13143.97">10304 3387 104 0,'0'0'335'16,"0"-4"-19"-16,0 4-21 0,1-5-26 0,-1 5-26 15,0 0-26-15,0 0-23 0,0-4-27 0,0 4-18 16,0 0-9-16,0 0-18 0,0 0-16 0,0 18 3 16,-1-7-19-16,-2-3-10 0,3 4-7 0,0 1 6 0,0 0-6 15,3 5-7-15,-6 1-5 0,3-2-7 0,3-1-6 16,-2 3-3-16,0-6-8 0,2 5 0 16,0-5-2-16,1-2-7 0,-3 1 6 0,1-1-10 0,-1-3 2 15,2 0-5-15,-2 0-1 0,2-2-5 0,0-2 1 16,-2-2 8-16,-1-2-11 0,8 1 2 0,-8-1-3 15,11-5 1-15,-5 3-5 0,-2-6 2 0,5 0 3 16,-4 0-3-16,5-3-5 0,-3 1 1 0,1-2 0 16,-3 4-1-16,2-3-1 0,0 2 6 0,1 0 8 15,-1 3 11-15,-3 1-3 0,0-1-3 0,2 3-6 16,-2-2 1-16,0 2-6 0,1 2-5 0,-5 1 1 16,10 0 1-16,-5 4-4 0,4-2-1 0,1 3-2 15,0 4 4-15,1-1 2 0,2-2-5 0,1 5 0 16,1-1 3-16,1 1-1 0,0 1-2 0,1-3 5 15,-1-1 0-15,1 2-3 0,-4-5 3 0,1 0-3 16,-1 0 3-16,-2-3-3 0,0-1 6 0,1-1-6 16,-5-1 8-16,1-1 0 0,0-5 12 0,-2 3 21 15,-2-1-8-15,0-7 10 0,-4 2-4 0,3-2-2 16,-6-6 4-16,3 0-12 0,-6 0 0 0,1-1 5 16,-4-2-15-16,3 2-6 0,-2-3 1 0,-2-2-4 15,5 4-27-15,0 2-19 0,2 1-18 0,-4 5-16 16,4 0-24-16,2 3-34 0,-2-1-43 0,0 4-58 0,2 2-67 15,1-2-49-15,0 2-205 0,0 4-589 0,4-2 261 16</inkml:trace>
  <inkml:trace contextRef="#ctx0" brushRef="#br0" timeOffset="13456.44">11094 3432 151 0,'0'0'355'0,"4"1"-12"0,-4-1-13 15,0 0-23-15,7 3-12 0,-7-3-14 0,0 0-29 16,8-2-29-16,-8 2-23 0,11-1-20 0,-5 0-14 15,-6 1-18-15,14-1-15 0,-1-1-14 0,0 2-15 16,-1-1-5-16,3 1-19 0,-1 0-6 0,5-1-31 16,-5 1-46-16,-1 0-34 0,-1-1-34 0,2 1-41 15,-6 1-42-15,3 0-45 0,2-1-42 0,-6 0-42 16,0 0-182-16,-7 0-502 0,7 3 223 0</inkml:trace>
  <inkml:trace contextRef="#ctx0" brushRef="#br0" timeOffset="13612.68">11170 3564 102 0,'0'0'185'0,"-3"5"4"0,3-5 14 0,0 0 12 15,0 2 0-15,0-2-14 0,0 0-14 0,13 3-18 16,-4-3-19-16,3 0-16 0,-2 0-11 0,2-1-14 16,3 1-28-16,-1-2-45 0,6 2-74 0,3-2-81 15,7 2-95-15,-12-3-108 0,4 0-348 0,-2 0 155 16</inkml:trace>
  <inkml:trace contextRef="#ctx0" brushRef="#br0" timeOffset="16306.49">11661 3183 158 0,'0'0'233'16,"4"-4"-14"-16,-4 4-16 0,0 0-14 0,3-2-12 15,-3 2-25-15,0 0-19 0,0 0-10 0,0 0-12 16,0 0-9-16,0 0-11 0,0 0-12 0,0 0-8 0,0 0-6 15,0 0-6-15,0 0-9 0,0 0-4 16,-18 0-4-16,18 0-3 0,-12 1-3 0,12-1 5 16,-15 1 3-16,10-1-4 0,-2 0-4 0,0 2 1 0,7-2-2 15,-13 0 1-15,7 0 2 0,6 0-6 0,-11 0 3 16,11 0-1-16,-8 0-12 0,8 0-3 0,-7 1 0 16,7-1-1-16,0 0-3 0,0 0-4 15,-8 1-1-15,8-1-4 0,0 0-1 0,0 0 2 0,-3 3-5 16,3-3 2-16,0 0 0 0,-1 5-1 0,1-5 0 15,4 6-3-15,-4-1 2 0,1 2-2 0,2-2 3 16,-3 1-6-16,2 2 3 0,2 2 0 0,1 0 2 16,-1 1-5-16,-4 1 3 0,4 1 1 0,-4 5 2 15,4 0 3-15,-4-6-3 0,3 7-5 0,0-1 1 16,-2 0 2-16,-1 0 1 0,0-1 0 0,3-1-4 16,-2 2 2-16,-1 0 0 0,2-1 1 0,0-2 0 15,1 1-1-15,0-4-4 0,-2 0 4 0,2 0 1 16,-2-2-3-16,3 0 5 0,-1-1 5 0,-2 0-8 15,2-1 4-15,1-2 0 0,0-1 4 0,3 2-1 16,0-1 2-16,0-1 1 0,5-2-2 0,-1 2 0 16,1 0 2-16,4-4-15 0,2-1-17 0,2 3-57 15,2-3-49-15,0 0-63 0,1-2-43 0,-3 1-161 16,2-1-427-16,-3-2 190 0</inkml:trace>
  <inkml:trace contextRef="#ctx0" brushRef="#br0" timeOffset="16681.45">12020 3276 260 0,'-2'-7'269'0,"0"5"-23"16,2 2-25-16,0 0-22 0,-8-3-20 0,8 3-19 15,-8 2-18-15,1 1-15 0,3 1-10 0,-1 1-12 16,0 1-10-16,1 0-8 0,0 4-10 0,0 0-10 0,-1 1-4 15,2-1-4-15,3 1-7 0,0 1-3 16,0-1-8-16,3 2 0 0,2-3-3 0,-1-1 1 16,4 2-5-16,2-3-1 0,1 0-1 0,1-3-4 15,-1 2 0-15,3-5-5 0,-3 2 2 0,3-2-4 0,0-4 1 16,-1-1-3-16,-3 1-2 0,1-2 1 0,-4-3-2 16,4-1 1-16,-6-1-1 0,-1-2-4 15,0 3-1-15,-2-4 3 0,-1 1 0 0,-2 0 3 16,-2 1 10-16,2 0-4 0,-1 1-2 0,-6-2-7 0,7 5-3 15,-6 0 0-15,0-3-4 0,2 5 3 0,-1 0-8 16,-3 4-15-16,1-3-26 0,1 3-28 0,7 0-38 16,-14 3-38-16,9-1-51 0,-1 1-44 15,2 2-176-15,4-2-447 0,0 4 199 0</inkml:trace>
  <inkml:trace contextRef="#ctx0" brushRef="#br0" timeOffset="16884.56">12409 3442 20 0,'3'4'182'0,"1"0"3"0,-4 1-1 0,2 0-15 15,0 2-6-15,-2-1-8 0,0 1-8 0,0 1-12 16,-4 3-15-16,4 0-11 0,-4 1-12 0,1-2-5 16,-1 3-12-16,1-3-9 0,1 3-2 0,0 0-9 15,-4-3 1-15,3-1-9 0,0 1-29 0,0-3-42 16,2 0-47-16,-3-1-59 0,4-3-45 0,-3 2-129 15,3-5-325-15,0 0 144 0</inkml:trace>
  <inkml:trace contextRef="#ctx0" brushRef="#br0" timeOffset="17464.15">12609 3287 381 0,'0'-2'389'0,"0"2"-3"0,0 0-28 0,0 0-28 15,-2-6-37-15,2 6-31 0,0 0-29 0,0 0-25 16,0 0-25-16,0 0-19 0,-9 13-6 0,7-8-19 16,-1 3-21-16,0-1-14 0,0 2-8 0,1 1-8 15,2 1-9-15,0 1-8 0,1-1-11 0,2 2-1 16,-2-3-9-16,5-1 1 0,-1 2-2 0,7-3-8 16,-5 3-7-16,3-4 2 0,1-2-12 0,-1 2 1 15,1-2 2-15,4-5-2 0,-4 3-13 0,0-3 10 16,1-2-5-16,-1-1-1 0,-1-2-6 0,-4-1 7 0,4-3-6 15,-6-1 1-15,0-1-4 0,-1-1-1 0,-3-1-3 16,0-1-13-16,-1 1 17 0,-4 1-13 16,4-2 5-16,-3 3-7 0,0 0 1 0,-2 0-16 15,0 3-20-15,0 1-9 0,-1 2-34 0,2 1-26 0,-3 0-21 16,1 2-19-16,-1 2-35 0,1 2-43 0,0 1-49 16,-1 1-43-16,4 1-184 0,1 1-548 0,2-2 243 15</inkml:trace>
  <inkml:trace contextRef="#ctx0" brushRef="#br0" timeOffset="17682.88">13070 3447 220 0,'0'0'282'0,"0"0"-25"0,7 4-28 15,-7-4-23-15,4 1-23 0,-4-1-18 0,1 3-16 16,-1-3-17-16,-1 8-13 0,1-4-10 0,0 1-14 15,-1 1-6-15,-1 1-6 0,2-1-11 0,-2 2-4 16,0 0-8-16,-2 4-3 0,2-1-7 0,0 0-6 16,-2 0-36-16,-1 0-41 0,-1-1-41 0,2-2-54 15,3-2-58-15,-3 0-190 0,0-2-408 0,2 1 181 16</inkml:trace>
  <inkml:trace contextRef="#ctx0" brushRef="#br0" timeOffset="17901.61">13353 3323 284 0,'4'-3'276'0,"-4"3"-12"15,6-6-36-15,-2 5-26 0,-4 1-17 0,4-4-18 16,-4 4-19-16,5-2-16 0,-5 2-14 0,11 0-49 0,-7-2-56 15,-4 2-58-15,11-5-58 0,-2 5-67 16,-3 0-125-16,2-1-319 0,3-1 140 0</inkml:trace>
  <inkml:trace contextRef="#ctx0" brushRef="#br0" timeOffset="18073.47">13650 3316 211 0,'0'0'276'0,"0"0"-23"0,0 0-24 0,0 0-22 16,0 0-19-16,10-2-20 0,-10 2-20 0,5-4-13 16,-5 4-36-16,5-1-54 0,-5 1-64 0,11-1-74 15,-7 1-59-15,5 0-131 0,0-1-306 0,-2 1 135 16</inkml:trace>
  <inkml:trace contextRef="#ctx0" brushRef="#br0" timeOffset="18229.71">13885 3314 290 0,'0'0'350'16,"0"0"-6"-16,0 0-2 0,0 0-17 0,8-2-25 15,-8 2-27-15,0 0-24 0,3-4-22 0,-3 4-24 16,4-1-21-16,-4 1-24 0,4-3-37 0,-4 3-51 16,12 0-52-16,-8-4-56 0,-4 4-65 0,14 2-84 15,-3-2-80-15,-3 2-210 0,2-4-515 0,3 2 228 16</inkml:trace>
  <inkml:trace contextRef="#ctx0" brushRef="#br0" timeOffset="18682.79">14458 3215 290 0,'0'0'334'16,"0"0"-20"-16,0 0-19 0,0 0-28 0,0 0-25 16,-10 0-21-16,10 0-21 0,-8 4-19 0,2-1-17 15,2 2-15-15,-4-1-16 0,2 0-14 16,-1 2-10-16,0 1 1 0,-1-1-24 0,2 0-7 0,1 2-7 15,2 2-6-15,0 1-10 0,3-4-2 0,0 2-3 16,0-1-5-16,6 4-4 0,1-5 10 0,3 5-19 16,0-2 5-16,2-3-7 0,3-1-17 0,3 1 0 15,2-2-16-15,2-2-5 0,-3-2 0 0,-4-1 0 16,4-4-4-16,-4 3-1 0,0-4 6 0,-1-1 7 16,-2 0-7-16,-1-3 1 0,-6 2 3 0,2-4-3 15,-3-2 1-15,-2 2 2 0,-2-2-3 0,-2 1-2 16,-2-4 1-16,-3 3 3 0,3 1 5 0,-4 1-1 15,0 0 0-15,-2 1-1 0,2-1 0 0,-3 2-5 16,2 2 1-16,-1 0-7 0,-1 0-20 0,3 2-27 16,-1 2-28-16,2 1-38 0,-1 1-39 0,2 1-51 15,6 0-48-15,-11 0-207 0,11 0-508 0,-8 3 225 16</inkml:trace>
  <inkml:trace contextRef="#ctx0" brushRef="#br0" timeOffset="19338.98">14683 2908 8 0,'0'-4'313'0,"0"-1"-17"0,0-2-26 16,0 3-19-16,0-3-18 0,0 1-26 0,2 2-20 16,-1 0-18-16,0 0-19 0,2 0-13 0,1 1-15 15,-4 3-13-15,9-4-13 0,-4 3-11 16,-5 1-7-16,15 0-7 0,-7 0-8 0,1 2-6 0,2-1-8 15,3 3-2-15,-5-1-7 0,2 0-5 0,-1 2 0 16,1-3-9-16,1 2 0 0,-2 2-7 0,0-1 1 16,0 1 0-16,1-1-3 0,-2-2-1 0,-2 2-3 15,0 0-3-15,2 0 0 0,-3 0-1 0,-2 0-3 16,4 1 0-16,-4-1-1 0,1 0-2 0,0 2-1 16,-1-2 1-16,0 5-1 0,-1-3 1 0,-1 4-4 15,3-2 0-15,-3 4 3 0,0-3-1 0,-1 3-1 16,0 0-3-16,-1 3 4 0,0 1-3 0,2 1 3 15,-4 1-2-15,4 1 3 0,-4-2-3 0,2 2-2 16,-1-1 1-16,1 0 1 0,-1-1 1 0,2 0 5 16,-2 1-4-16,2-2 1 0,-1 1-2 0,0 0 1 15,0 3-1-15,1-4 1 0,1-4 1 0,-2-2-2 16,4 6 6-16,-3-5-2 0,0 0 2 0,-1 0 1 16,3-4 1-16,-3 2-3 0,0-2 5 0,1 0-3 15,2-2 2-15,-1 0-3 0,0 0 2 0,-2 1 1 16,0-4-1-16,0 1-3 0,0 1 1 0,0-5 0 15,0 6-1-15,0-6-2 0,2 4 1 0,-2-4 0 16,-2 6-1-16,2-6 2 0,0 7 3 0,0-5-1 16,-4 1 1-16,1 2 4 0,-1 0-2 0,-4-3 5 15,2 4-9-15,-3-3 8 0,-3 5-3 0,1-1-7 16,-5 0-44-16,-2 2-23 0,1 0-45 0,-3 1-96 16,0-1-110-16,-3-2-158 0,1-3-510 0,-1 1 225 15</inkml:trace>
  <inkml:trace contextRef="#ctx0" brushRef="#br0" timeOffset="28282.17">6090 5111 230 0,'0'0'295'0,"0"0"-19"0,0 0-22 15,-9-2-13-15,9 2-20 0,0 0-17 0,0 0-19 16,-7-1-11-16,7 1-20 0,0 0-20 0,0 0-13 16,0 0-14-16,0 0-12 0,0 0-9 0,0 0-7 15,0 0-6-15,0 0-5 0,0 0-8 0,23 6-5 16,-12-6-6-16,2 0-23 0,1 3-40 0,2-2-46 15,2 0-57-15,1 2-55 0,1-1-65 0,-6-1-195 16,2 0-467-16,-2-1 208 0</inkml:trace>
  <inkml:trace contextRef="#ctx0" brushRef="#br0" timeOffset="28641.51">6535 4934 326 0,'0'-5'369'0,"1"-1"-11"0,2 1-6 16,-3 0 2-16,1 2-5 0,1-1-11 15,-1 0-16-15,-1 4-27 0,0 0-34 0,-1-8-23 16,1 8-23-16,1-2-31 0,-1 2-20 0,0 0-22 0,0 0-10 15,0 0-21-15,0 0-11 0,0 0-15 0,4 11-5 16,-3-4-9-16,-1 0-9 0,3 2-5 16,-3 1-4-16,3 2-5 0,0 2-6 0,1 4-3 0,0 2-3 15,0 1-8-15,0-3-16 0,0 1-21 0,-1 0-24 16,2-1-21-16,-3 0-16 0,0 0-15 0,1-1-17 16,-2-5-13-16,1 2-10 0,-1-1-8 0,1 0-17 15,-2-3-30-15,1 3-7 0,-1-3-18 0,0-2-44 16,1-3-39-16,1 2-30 0,-2-4-169 0,1 0-527 15,-1-3 232-15</inkml:trace>
  <inkml:trace contextRef="#ctx0" brushRef="#br0" timeOffset="28860.24">6551 4887 183 0,'-1'-8'351'15,"2"0"5"-15,-2 4-24 0,1-2-3 0,0-1-19 0,1 1-17 16,-1 2-24-16,0-1-28 0,3 0-14 0,-2 1-26 16,2 1-21-16,1-3-26 0,2 2-18 15,3 0-10-15,-1 2-14 0,5 0-4 0,0 0-32 0,6-2-43 16,-5 4-47-16,4-3-31 0,0 3-31 0,3 0-31 16,-5 0-42-16,6 4-40 0,-3-3-44 0,1 3-49 15,-2-1-205-15,-4 0-529 0,-3-2 234 0</inkml:trace>
  <inkml:trace contextRef="#ctx0" brushRef="#br0" timeOffset="29078.97">6626 5048 140 0,'-4'4'290'0,"4"-4"-8"0,-3 2-9 0,3-2-16 16,-4 3-23-16,4-3-20 0,0 0-25 0,-3 2-17 15,3-2-20-15,0 0-11 0,0 0-13 0,10 4-13 16,-2-1-12-16,0-3-8 0,3 0-11 0,3-1-28 16,6-1-36-16,-6 2-44 0,9-1-50 0,0 1-47 15,7-2-49-15,1 1-52 0,-1 0-167 0,-7-2-422 16,-2 2 186-16</inkml:trace>
  <inkml:trace contextRef="#ctx0" brushRef="#br0" timeOffset="29594.54">7034 5065 41 0,'-5'2'226'0,"1"-1"-8"0,-2 2-11 0,-1-2-13 0,3 3-12 15,-4-2-11-15,3 2-17 0,-1 0-16 0,2 1-14 16,-3 0-10-16,6-1-12 0,-4 2-11 16,2-1-7-16,2 0-7 0,-1-2-10 0,-1 4-3 15,6 0-6-15,-1 0-6 0,-1 0 0 0,7-1-5 0,0 1-1 16,-1 1-4-16,5 0-4 0,0-2-6 0,1-1-1 15,7 0-3-15,-9 2-4 0,4-3-16 0,-1-2-12 16,-1 1-10-16,1-3-8 0,-5 0 2 0,2 0 1 16,-3 0 5-16,-1-3 1 0,-1-1 5 0,-4 2-2 15,5-5 1-15,-7 2 3 0,0 0 6 0,-4-1 9 16,0-2 13-16,1-1 13 0,-2 1 11 0,-2-1 13 16,1 0 12-16,1 1 21 0,-2 1 4 0,3 1 5 15,0 0 24-15,-1 0 5 0,2 1-3 0,0-1-2 16,0 1-4-16,2-1-10 0,1 3-15 0,0-2-4 15,0 5 10-15,4-7-37 0,2 4-7 0,0 2-9 16,3 0-4-16,4 0-8 0,2-1-4 0,0 5-4 16,3-1-7-16,2 3 2 0,-1-3-3 0,0 4 0 15,0 1-5-15,-2 1-1 0,0-2-2 0,-3 0-3 16,2 3-4-16,-6-2-7 0,3 1 4 0,-6-1-2 16,0-2-1-16,-1 1 1 0,0-1 1 0,-2-1-8 15,-1-1 5-15,-2 1 4 0,2-2 13 0,-3-2 19 16,1 6 34-16,-1-6 14 0,0 0 21 0,0 0 23 0,0 0 15 15,0 0 6-15,0 0 0 0,0 0-2 0,0 0-11 16,-12-8-10-16,12 3-13 0,-1 0-18 16,2-2-25-16,-1-1-30 0,4-3-28 0,-1-2-46 0,1 0-41 15,7-5-71-15,2 3-71 0,-3-1-55 0,4-2-76 16,6-3-92-16,-2 1-337 0,2-1-841 0,1 2 372 16</inkml:trace>
  <inkml:trace contextRef="#ctx0" brushRef="#br0" timeOffset="32362.38">8341 4728 188 0,'1'-11'321'0,"-2"1"0"0,-2 0 6 15,3-1-1-15,0-1-20 0,-1 4-3 0,1-1-13 16,0 2-21-16,-3-4-6 0,3 4-27 0,-1 1-16 15,-2 0-20-15,3 2-15 0,-1 1-25 0,1 3-17 16,0-7-20-16,0 7-17 0,-1-4-16 0,1 4-15 16,0 0-4-16,0 0-13 0,0 0-5 0,0 0-5 15,1 19-6-15,0-11-5 0,3 3-3 0,-1 4-7 16,-3 0 0-16,4 3-12 0,-3 1-3 0,-1-1 10 16,5 2-6-16,-1-2 2 0,-3 1 0 0,2 9-5 15,-2-9-4-15,-1 1 5 0,0 1-5 0,3 1 0 16,1-4-5-16,-7-2 6 0,3 5 0 0,0-2-3 15,0-2 1-15,0 0-3 0,3-3 1 0,-1-1-1 16,0 1-2-16,1-1 0 0,-2-2-9 0,0-1 12 16,5-1-1-16,-3-2-1 0,1 0 16 0,1-1-11 15,3-2-2-15,-1 0 2 0,4 0-1 0,2-3-2 16,1 1-21-16,0-1-17 0,1-1-24 0,0-2-30 16,4-2-25-16,1-1-26 0,-9-2-34 0,5 3-41 15,-5-1-46-15,4-4-46 0,-5 1-55 0,1-1-207 0,-4-1-612 16,3-5 271-16</inkml:trace>
  <inkml:trace contextRef="#ctx0" brushRef="#br0" timeOffset="32721.72">8166 4869 114 0,'0'0'293'0,"0"0"-8"0,0 0-10 15,0 0-8-15,0 0-15 0,0 0-12 0,0 0-19 16,0 0-12-16,0 0-17 0,0 0-18 0,0 0-13 15,0 0-14-15,0 0-11 0,20-3-16 0,-14 1-11 16,0 2-11-16,4-1-9 0,2 0-10 0,0 1 2 16,3-4-19-16,-1 4-6 0,4-2-7 0,-2 0-1 15,6 0-28-15,-2 2-41 0,-6-1-43 0,-1 1-53 16,1 0-64-16,-2 0-65 0,2-2-279 0,-7 2-569 16,1-1 252-16</inkml:trace>
  <inkml:trace contextRef="#ctx0" brushRef="#br0" timeOffset="33174.8">8923 4847 290 0,'0'0'371'0,"0"0"-15"0,0 0-20 15,0 0-14-15,0 0-12 0,0 0-15 0,0 0-29 16,0 0-19-16,0 0-24 0,0 0-28 0,0 0-7 16,0 0-28-16,0 0-14 0,0 0-16 0,10-2-12 15,-10 2-3-15,12 0-21 0,-3-1-16 0,2 0-36 16,4 1-40-16,-4 0-37 0,7 0-24 0,-2 1-39 15,-1 0-38-15,0-1-45 0,1 2-40 0,-2-2-42 16,-3 1-26-16,4-1-212 0,-7 1-542 0,-1-2 240 16</inkml:trace>
  <inkml:trace contextRef="#ctx0" brushRef="#br0" timeOffset="33346.66">8972 4956 80 0,'-4'3'181'16,"4"-3"-6"-16,-3 3-13 0,3-3-7 0,0 0-13 16,0 0-11-16,0 0-11 0,13 2-13 15,-5-2-9-15,0 2-13 0,-1-2-22 0,2 0-53 0,2-2-69 16,2 1-68-16,-3-2-94 0,3 1-239 0,-2 1 106 16</inkml:trace>
  <inkml:trace contextRef="#ctx0" brushRef="#br0" timeOffset="33909.21">8270 4867 236 0,'0'0'276'0,"0"0"-14"15,0 0-17-15,0 0-18 0,0 0-20 0,-3 2-17 16,3-2-21-16,0 0-19 0,0 0-12 0,0 0-14 16,0 0-14-16,21-2-10 0,-10 2-9 0,4 0-11 15,-4 0-9-15,5-1-2 0,-1-1-7 0,4 2-10 16,-4-1-3-16,7 1-4 0,-6 0-9 0,-5-1-15 16,5 0-8-16,-5 1-18 0,0-2-3 0,-1 2-4 15,-5 0-6-15,-5 0-6 0,8-1-4 0,-8 1-5 16,9 0-11-16,-9 0-11 0,0 0-5 0,0 0-10 15,0 0-20-15,0 0-23 0,-20 4-33 0,20-4-43 16,-12 0-166-16,4 0-384 0,1 1 169 0</inkml:trace>
  <inkml:trace contextRef="#ctx0" brushRef="#br0" timeOffset="36839.01">8927 5030 89 0,'0'0'238'16,"0"0"-10"-16,0 0-6 0,0 0-12 0,0 0-17 15,0 0-11-15,0 0-13 0,-2-3-11 0,2 3-11 16,0 0-12-16,0 0-14 0,0 0-14 0,0 0-3 16,0 0-15-16,0 0-8 0,0 0-9 0,0 0-8 15,0 0-5-15,0 0-6 0,0 0-7 0,0 0-3 16,0 0-5-16,19 0-2 0,-19 0-8 0,10-2-1 15,-3 0 0-15,0 1-3 0,0 0-2 0,0-1-2 16,-7 2-4-16,12-3-1 0,-5 1 1 0,-3 1-2 0,3 0-2 16,-7 1 0-16,9-3-4 0,-6 2-7 0,-3 1-13 15,10 0-16-15,-10 0-19 0,9 0-14 16,-9 0-26-16,0 0-18 0,11 0-27 0,-11 0-37 0,9 0-44 16,-3 0-166-16,-6 0-410 0,9 0 181 0</inkml:trace>
  <inkml:trace contextRef="#ctx0" brushRef="#br0" timeOffset="38146.01">9644 4800 278 0,'0'0'278'0,"0"0"-7"0,0 0-8 0,0 0-10 15,0 0-11-15,0 0-14 0,0 0-8 0,0 0-19 16,0 0-6-16,-8-4-20 0,8 4-11 0,0 0-5 15,0 0-27-15,0 0-13 0,7-8-12 0,-7 8 5 16,3-8-25-16,-1 4-13 0,1-1-3 0,0 0-3 16,1 0-12-16,-2-1-8 0,5-4 0 0,0 3-6 15,-3-2 10-15,2 1-19 0,2-3-6 0,-3 4-7 0,-1-4 5 16,3 3-2-16,-3-2-6 0,-1 1 3 0,-2 1 0 16,3 1 9-16,-1-3 5 0,0 6-5 0,-3-3 9 15,1 2-5-15,2 1-4 0,-2-1-3 0,-1 5-5 16,0-5-4-16,3 1-7 0,-3 4-1 0,0-4-11 15,0 4-1-15,0 0-6 0,0 0 1 0,0 0-3 16,0 0 8-16,7 12 1 0,-4-6 15 0,-2 1-21 16,4 3 0-16,-4 0 2 0,5 0 3 0,-3 2-6 15,1 0 6-15,0-1-8 0,0 3 8 0,3-3-2 16,-2 6 5-16,-1-4 0 0,0 2 0 0,1-2-2 16,-3-2-2-16,1 0 7 0,3 1-6 0,-3-3 4 15,-1 3 1-15,0-3-3 0,1 1-2 0,1 2 15 16,-1-6-13-16,-2 2 0 0,2-2-4 0,0 0 0 15,-3-1-6-15,3 0-2 0,-2-2 2 0,4 3 2 16,-5-2 0-16,0-4-7 0,2 5 4 0,-2-2-3 16,0-3 2-16,1 5 2 0,-1-5 0 0,0 5 2 15,0-5-2-15,0 0 3 0,1 5 2 0,-1-5-3 0,0 0-2 16,-1 5 5-16,1-5-8 0,0 0 4 0,-3 2 10 16,3-2-9-16,-9 4 4 0,5-1 1 15,0-1 0-15,-3 0-1 0,1 1 5 0,-3 0-1 0,1-1 5 16,-2-1 6-16,1 2 3 0,-1-2-4 0,5 4 9 15,-5-3 3-15,4-1 4 0,-1 2 1 0,1-3 0 16,1 1 0-16,5-1 9 0,-11 2 2 0,11-2-2 16,-5 2 6-16,5-2-1 0,-7 1-10 0,7-1 10 15,0 0-4-15,0 0 8 0,0 0-3 0,0 0 1 16,0 0-6-16,0 0-5 0,0 0 0 0,24-6-2 16,-12 3-16-16,7-2-25 0,2 1-22 0,-2 1-24 15,1-1-26-15,3 0-25 0,-4 1-37 0,5 1-46 16,0-1-59-16,6-2-59 0,-8 2-293 0,-2-2-652 15,3 2 288-15</inkml:trace>
  <inkml:trace contextRef="#ctx0" brushRef="#br0" timeOffset="38849.08">10400 4835 171 0,'3'-2'318'15,"-3"2"-19"-15,0 0-20 0,0 0-18 0,0 0-28 0,0 0-25 16,0 0-21-16,0 0-21 0,0 0-18 0,0 0-16 15,0 0-14-15,0 0-14 0,0 0-4 16,0 0-14-16,0 0-12 0,-4 12-10 0,4-12-4 0,1 4-8 16,-1-4 0-16,0 7-5 0,0-7-11 0,0 7 0 15,3-4-3-15,-3 0-3 0,4 2 0 0,-4-5-2 16,7 3-2-16,-3 0-3 0,4-1-3 0,-2 0-1 16,-1-2-1-16,-5 0-2 0,14 0-1 0,-8 0-2 15,3-2-6-15,-4 1 4 0,-1 0-3 0,2-2 3 16,-6 3-4-16,9-3 1 0,-5-1 5 0,-2 1 1 15,-1-1-8-15,-1-1-3 0,0 5-1 0,-3-7 1 16,3 4-3-16,0 3 0 0,-5-7-3 0,0 4 1 16,2 0 0-16,3 3-5 0,-10-1-15 0,6 0-16 15,4 1-15-15,-12-2-14 0,12 2-20 0,-12 3-38 16,6-1-34-16,6-2-44 0,-4 3-40 0,1 2-188 16,3-5-467-16,-4 4 207 0</inkml:trace>
  <inkml:trace contextRef="#ctx0" brushRef="#br0" timeOffset="39286.54">10993 4791 260 0,'-2'-3'289'0,"2"3"-17"0,0 0-21 15,0 0-19-15,0 0-25 0,0 0-22 0,-4-4-20 16,4 4-18-16,0 0-16 0,0 0-11 0,0 0-14 16,0 0-11-16,-11 7-13 0,11-7-7 0,-4 5-6 15,1-3-7-15,0 2-8 0,3-4-6 0,-1 7-7 16,1-4 1-16,-2 1-5 0,2-4-3 0,3 9-1 15,-3-5-3-15,6 0-3 0,-4-1 0 0,4 2-2 16,-1-2-4-16,1 1-3 0,1-3 3 0,-1 1-7 16,1 0-2-16,1-1-2 0,-2-1 0 0,-1 0-3 15,-5 0 5-15,14-1-3 0,-9 0-2 0,-1-2 2 16,0 2 0-16,-1-3-1 0,1-1-2 0,-4 5 0 16,3-6 0-16,1 1-4 0,-4 2 7 0,0-2-5 15,0 5-3-15,0-7 7 0,0 7-10 0,-4-6 1 16,4 6-4-16,-4-3-7 0,4 3-22 0,-6-4-29 15,6 4-32-15,0 0-36 0,-9 0-44 0,9 0-44 0,0 0-218 16,0 0-472-16,-6 7 209 0</inkml:trace>
  <inkml:trace contextRef="#ctx0" brushRef="#br0" timeOffset="39645.87">11567 4766 61 0,'0'0'368'0,"0"0"-32"16,0 0-26-16,0 0-30 0,0 0-31 0,0 0-24 16,0 0-27-16,0 0-21 0,0 0-19 0,0 0-15 15,0 0-16-15,-6 10-10 0,6-10-17 0,-6 5-7 16,6-5-6-16,0 7-13 0,0-3-4 0,0-4-9 15,2 6-4-15,0-4-7 0,1 1 0 0,-3 1 0 16,5-2-9-16,-2 0-3 0,1 0-3 0,-4-2-3 16,10 3-1-16,-9-2-5 0,-1-1 3 0,11 1-5 15,-11-1 1-15,7 0-3 0,-7 0 0 0,0 0 2 16,0 0-8-16,8-5-4 0,-5 4 3 0,-3 1 1 16,1-7-5-16,2 5 0 0,-3 2 0 0,1-6-7 15,2 2-2-15,-3 4-13 0,-3-5-30 0,3 5-26 0,0-7-32 16,0 7-42-16,-4-5-54 0,4 3-62 0,0 2-257 15,-3-4-555-15,3 4 246 0</inkml:trace>
  <inkml:trace contextRef="#ctx0" brushRef="#br0" timeOffset="40120.42">12304 4502 206 0,'-3'-6'356'0,"3"1"-7"0,0 5-7 0,0-8 5 15,-4 3-2-15,4 5-9 0,0-6-10 0,0 6-19 16,0-5-31-16,0 5-26 0,0 0-28 0,-2-5-27 16,2 5-24-16,0 0-24 0,0 0-13 0,0 0-15 15,0 0-12-15,0 0-10 0,11 15-10 0,-6-7-8 16,1 1-9-16,1 2-11 0,-2 2-3 0,3 5-2 15,0-3-6-15,-1 3-7 0,0 0-1 0,4 2-4 0,-3-1-4 16,2 2-3-16,-4-1-9 0,2-1 4 16,1 1-5-16,0-2-4 0,-5 0-16 0,3-4-43 15,-3 3-22-15,-3-5-29 0,2 0-20 0,-1 1-14 0,0-2-17 16,0-3-19-16,-2-1-32 0,4 2-30 0,-4-3-47 16,1-1-33-16,-1 1-36 0,0-2-196 0,0-4-584 31,0 3 259-31</inkml:trace>
  <inkml:trace contextRef="#ctx0" brushRef="#br0" timeOffset="40470.19">12095 4474 275 0,'-3'-2'361'0,"3"2"-6"0,-6-5 12 0,3 3-21 15,3 2-9-15,0 0-25 0,-4-3-27 0,4 3-23 16,0 0-33-16,0 0-25 0,12-6-17 0,0 5-16 16,-1 0-18-16,3 0-16 0,5-3-15 0,4 2-13 15,-3 2-12-15,3-1-8 0,2 0-16 0,5-2 3 16,-1 1-8-16,-5 0-8 0,-1 2-9 0,0-1 0 0,-4 0-5 15,3-2-4-15,-2 2-5 0,-2 0-4 16,-3 1-10-16,-3-2-6 0,-1 1-5 0,-3 1-10 16,-1-1-7-16,1 1-21 0,-2-2-19 0,-6 2-15 15,9 0-37-15,-9 0-28 0,0 0-26 0,10 0-40 0,-10 0-51 16,0 0-55-16,0 0-46 0,0 0-226 0,0 0-614 16,0 0 272-16</inkml:trace>
  <inkml:trace contextRef="#ctx0" brushRef="#br0" timeOffset="44518.21">8553 6091 98 0,'0'0'295'0,"0"-6"-13"0,0 2-11 15,0 4-11-15,0 0-14 0,0-6-15 0,0 6-20 16,0-6-19-16,0 6-15 0,0 0-20 0,0 0-12 15,0 0-25-15,0 0-12 0,0 0-15 0,0 0-12 0,0 0-7 16,0 0-9-16,0 0-6 0,2 17-7 16,0-9 2-16,0 2-6 0,0 1-8 0,0 0-2 15,-1 2-3-15,-1 1-6 0,3 0-4 0,1 2 0 0,-1-3-3 16,1 1-3-16,0-1-1 0,-3 5-1 0,3-4 1 16,-2-3-3-16,3 2-5 0,-2-3 2 15,1 2-2-15,-3-2 9 0,6-2-10 0,-4-2 5 0,1 1-8 16,-3-2 1-16,2 0-1 0,-2-1-2 0,3 0 3 15,1 0 0-15,-4-3 1 0,6 2-3 0,-7-3 0 16,6 0-1-16,-6 0 4 0,0 0 1 0,13-5-1 16,-8 2-2-16,1-1-4 0,0-1-2 0,0-1 17 15,-1-4-14-15,2 2 3 0,-3-3-5 0,3 2 7 16,-3-1-3-16,1-1 6 0,1-1 9 0,-2 1-6 16,0 0 13-16,3-3 0 0,-3 4 7 0,0 0-2 15,1-2 2-15,-2 6-2 0,-1-1 4 0,3 1-8 16,-2 1-6-16,-2 0-4 0,-1 2 2 0,4-1-6 15,-4 4-3-15,1-5-3 0,-1 5 2 0,0 0 7 16,0 0-13-16,14 7-1 0,-8-4-1 0,1 2-1 16,-1 2 0-16,4 3-2 0,-2-2 5 0,4 5-10 0,-2 0 8 15,-1-2-2-15,5 3 3 0,-5-2-3 0,2 2-3 16,4-2 4-16,-4 1 1 0,2 1 1 0,-4-6-6 16,0 2 3-16,-2-2 3 0,2 0-1 15,-3-3-6-15,2 0 8 0,-4 0 0 0,2-1-5 0,-2 0 4 16,0-4 6-16,0 4 4 0,-4-4 2 0,4 1 14 15,-4-1-19-15,0 0 16 0,0 0 24 0,10-5 7 16,-9-2 6-16,-1 2-3 0,5-1 11 0,-5-2-3 16,0-2-6-16,0-2-4 0,0 1-7 0,0-3-8 15,0 1-2-15,0-5-4 0,0 1-2 0,0 5-5 16,0-2-4-16,0-3-4 0,0 3-4 0,0 1-10 16,0 0-31-16,0 3-34 0,0-2-28 0,0 4-29 15,2-2-29-15,-2 3-38 0,1 1-57 0,-1 1-59 16,1 2-52-16,3 0-265 0,-4 3-664 0,6-2 294 0</inkml:trace>
  <inkml:trace contextRef="#ctx0" brushRef="#br0" timeOffset="45002.54">9390 6155 22 0,'-6'3'332'0,"6"-3"-14"0,0 0-13 0,0 0-9 16,0 0-7-16,0 0-22 0,-2 2 0 0,2-2-13 0,0 0-11 15,0 0-18-15,0 0-16 0,0 0-19 0,0 0-15 16,0 0-20-16,0 0-20 0,0 0-13 0,0 0-3 16,0 0-16-16,0 0-6 0,0 0-11 0,13 3-7 15,-6-2-9-15,5-2-3 0,-2 1-15 0,2 0 0 16,0 0-12-16,2 0-2 0,1 1-30 0,-3-1-34 16,8 0-39-16,-9 0-30 0,4 1-39 0,-1-1-44 15,1 2-52-15,-1-2-48 0,-5 1-58 0,2-1-210 16,-4 1-591-16,1 0 262 0</inkml:trace>
  <inkml:trace contextRef="#ctx0" brushRef="#br0" timeOffset="45215.93">9451 6371 185 0,'-3'2'265'16,"3"-2"-1"-16,-1 4-7 0,-2 0-1 0,3-4-4 15,0 0-5-15,0 0-10 0,3 5-2 0,-3-5-10 0,7 2-19 16,0-2-24 0,-7 0-22-16,24-1-16 0,-13 0-13 0,5 1 1 15,2-2-33-15,4 0-48 0,2 2-45 0,6-4-57 16,-7 4-69-16,8-2-71 0,1 2-98 0,-12-3-192 0,5-1-521 16,-2 1 232-16</inkml:trace>
  <inkml:trace contextRef="#ctx0" brushRef="#br0" timeOffset="46059.6">10252 6079 28 0,'-1'-5'366'0,"1"5"-11"0,0 0-15 0,0-7-24 16,0 7-24-16,0 0-27 0,0 0-30 0,-3-4-30 15,3 4-23-15,0 0-21 0,0 0-18 0,0 0-16 0,0 0-12 16,0 13-16-16,1-5-5 0,-1-1-11 15,3 2-10-15,0 2-5 0,0 4-5 0,1 1-5 16,1 1-8-16,3 1-9 0,-2-1 1 0,-1-1 2 0,2 2-9 16,1-2-7-16,-3-1-3 0,2-2-5 0,-1-2 6 15,-1 1-19-15,2-2-5 0,0-1-4 0,-5-1-5 16,3-2 0-16,0-1-2 0,-1 2 1 0,-2-4 5 16,2 1 1-16,1-3-2 0,-5-1 11 0,8 0-10 15,-8 0 5-15,7-2-3 0,-1-2-6 0,-2-2 10 16,2-1-2-16,-2 0 3 0,-1-1-3 0,1-2 4 15,-2-1-2-15,3-3-4 0,-1 1 4 0,0 1 6 16,0-1 19-16,0-4 29 0,-1 5-11 0,-3-2 21 16,4 3-2-16,-4 0 13 0,3 3 14 0,-2 0 3 15,-1 2-12-15,2-1-4 0,-2 1 0 0,2 2-16 16,-2 1-13-16,0 3 1 0,2-7-22 0,-2 7-22 16,0 0-7-16,0 0 0 0,0 0 0 0,5 10-1 0,4-2 2 15,-3 1-4-15,-2 1 0 0,3 1-8 0,2 5-5 16,2-1-5-16,0 0 5 0,3 0-11 15,-3 1-7-15,2-4 2 0,1 2-5 0,-6-4 5 0,4 1-6 16,-5-3 1-16,4 2 3 0,-4-2 1 0,2-1 1 16,1-1 6-16,-5-2 1 0,2-1-5 0,1-1 15 15,-4-1 3-15,3 1 6 0,-7-2-2 0,10-3 6 16,-10 3-5-16,9-5 5 0,-5 1 6 0,0-2 1 16,-4-1 11-16,3 0 0 0,1-4 9 0,-4 0-5 15,3-2 3-15,0 0-5 0,-3-4-1 0,1-1-3 16,-1-1-2-16,0 2-4 0,-1-1 12 0,1 5-14 15,0 0 0-15,-2 2-3 0,2 0 2 0,0-1-7 16,-1 1-21-16,1 3-34 0,-1 1-26 0,1 0-42 16,-5 3-47-16,4 0-57 0,1-1-70 0,0 5-60 15,0 0-187-15,0 0-590 0,0 0 261 0</inkml:trace>
  <inkml:trace contextRef="#ctx0" brushRef="#br0" timeOffset="47215.75">11191 6212 164 0,'0'0'349'16,"0"0"-7"-16,0 0-5 0,0 0-7 0,0 0 6 15,0 0-26-15,0 0-6 0,0 0-13 0,0 0-12 16,0 0-14-16,0 0-13 0,0 0-18 0,0 0-16 15,0 0-21-15,0 0-13 0,0 0-9 0,0 0-26 16,0 0-14-16,23-4-11 0,-12 4-15 0,2-2-13 16,4 1-5-16,2-1-13 0,2 2-13 0,0-3-25 0,-1 2-25 15,2-2-35-15,-3 2-33 0,3 1-39 0,-2-2-34 16,-2-1-30-16,1 1-35 0,-5 1-39 16,0 1-40-16,0-1-51 0,-3-3-57 0,-2 0-228 0,1 1-656 15,-3-2 291-15</inkml:trace>
  <inkml:trace contextRef="#ctx0" brushRef="#br0" timeOffset="48404.6">11984 5968 17 0,'0'0'311'0,"-3"-5"-17"0,3 5-24 16,0 0-28-16,0 0-23 0,0 0-29 0,0 0-19 15,-2-3-24-15,2 3-12 0,0 0-14 0,0 0-14 16,0 0-11-16,0 0-9 0,6 16-11 0,-2-10-6 15,-1 1-5-15,1 2-9 0,0 1-8 0,0 2-3 16,0-1-5-16,0 1-2 0,0-1-6 0,0 2-2 16,-1 0 2-16,2-2-8 0,-5 1 0 0,4-2-4 15,1 0-4-15,-3 1-1 0,1-1-2 0,-3-1 2 16,3-2-5-16,-2 0 5 0,-1-2-8 0,2 0 6 16,-2 0-1-16,2-1-3 0,-2-2 1 0,0-2 4 0,3 6 3 15,-2-4 39-15,-1-2 31 0,0 0 18 0,0 0-18 16,0 0-2-16,0 0 0 0,8-13-25 0,-4 7 6 15,-1-2-13-15,0-3-4 0,-2-1-3 16,2 0-6-16,1-5 6 0,-4-2-16 0,7 2 0 0,-5-1-3 16,3 0 0-16,-1 0 1 0,1 0 12 0,-2 7-7 15,1-2 2-15,-1 1-4 0,-2 1 4 0,6-1-6 16,-4 2-3-16,1 1-4 0,-3 3-7 0,2 0-1 16,0 0 2-16,-1 0-6 0,0 3-5 0,0 0 16 15,1 0-18-15,-3 3-10 0,0 0 4 0,14 3-1 16,-14-3 2-16,9 3-9 0,-3 0 2 0,3 2 0 15,-1 2 6-15,-1-1-6 0,4 2 6 0,-3 4-1 16,0-1-1-16,3 2-4 0,-1 2 3 0,-1 1 0 16,-2 0 1-16,0 2-5 0,2-1 8 0,-2 4-1 15,-1 1-3-15,-1 2 0 0,2 3 5 0,-2-7 0 16,-1 8-1-16,3 0-1 0,-3-3 0 0,-1 4-3 16,1-3 4-16,3 0 3 0,-2 1-4 0,-1 0 2 15,2-1 1-15,1 0 0 0,-2 0-2 0,0-6-4 16,4 7 0-16,-4-7 5 0,2 1-2 0,2 2 6 15,-2 4-1-15,4-2 2 0,-1 0 3 0,-4-7 3 16,5 0 13-16,0-3 28 0,0 1-6 0,-1-1 20 16,2-1 2-16,-3-4 8 0,1 1 11 0,-2-2 0 0,1-5 15 15,4 1 10-15,-2 0 5 0,2-3 10 0,0-1-11 16,1-2-7-16,0 0-12 0,5-3-7 16,-2-4-12-16,1 1 2 0,-1-5-13 0,0-1-6 0,8-7-9 15,-6-2-13-15,4-1-29 0,-4 0-37 0,-1-3-47 16,-2 2-46-16,-1-2-33 0,0 0-25 0,-5 0-27 15,-2 8-21-15,-2-2-35 0,-3 2-44 0,4 0-50 16,-7 1-63-16,0 0-213 0,0 4-684 0,-4-2 303 16</inkml:trace>
  <inkml:trace contextRef="#ctx0" brushRef="#br0" timeOffset="49966.96">12850 5775 111 0,'0'0'323'0,"0"0"-5"0,0 0-28 0,0 0-21 16,0 0-20-16,0 0-11 0,-1-4-26 0,1 4-15 16,0 0-24-16,0 0-14 0,0 0-17 0,0 0-11 15,0 0-11-15,0 0-9 0,0 0-13 0,14-4-7 16,-3 4-7-16,3-2-8 0,1 2-8 0,8-3-1 15,-1 2-9-15,8-3-6 0,-1 0-9 0,-1-1-3 16,-4 5 1-16,-1-2-10 0,-2 0 2 0,-6 1-2 16,5 0-7-16,-6 0-3 0,-2 1-37 0,0 1-23 15,-2-1-23-15,-3 0-30 0,-2 0-27 0,-5 0-21 16,10 1-6-16,-9 2-15 0,-1-3-28 0,-1 5-16 16,1-5-25-16,-10 8-187 0,1-5-452 0,-1 1 200 0</inkml:trace>
  <inkml:trace contextRef="#ctx0" brushRef="#br0" timeOffset="50258.6">12846 5858 44 0,'0'0'271'0,"0"0"-24"15,0 0-27-15,0 0-20 0,0 0-24 0,0 0-20 16,0 0-14-16,0 0-13 0,0 0-7 0,0 0-2 16,13 14-7-16,-4-6-11 0,0-2-5 0,-2 2-10 15,5 1-8-15,-2 0-9 0,-1 0-8 0,6 3-6 16,-4-2-4-16,-3 0-9 0,6 0-1 16,-3 2 0-16,-2-2-9 0,2 0-2 0,-1-1 3 15,-1 2-6-15,-1-3-1 0,-1-1-19 0,0 1-43 16,-1-2-40-16,0-2-35 0,-2 1-37 0,2 0-31 15,-2-2-204-15,0-2-413 0,-4-1 183 0</inkml:trace>
  <inkml:trace contextRef="#ctx0" brushRef="#br0" timeOffset="50555.44">13263 5749 202 0,'0'0'282'0,"0"0"-26"0,0 0-23 0,0 0-25 16,0 0-24-16,0 0-21 0,0 0-18 0,0 0-15 15,0 0-13-15,0 0-12 0,-8 11-9 0,6-6-9 16,0 2-9-16,-6 1-11 0,4 3-7 0,1 1-4 16,-4 5-5-16,1-2-4 0,0-2-6 0,-2 5-1 15,2 0-5-15,-3-3-5 0,1 5 1 0,1-4-5 16,0 2-4-16,-1 0-1 0,1-5 4 0,2 3-4 15,-3 0-3-15,2 2 0 0,0-2-4 0,0 1-26 16,-1-5-31-16,3-1-38 0,1 1-36 0,-1-4-32 16,2 3-24-16,-1-3-46 0,3-1-134 0,0-1-382 15,0 1 169-15</inkml:trace>
  <inkml:trace contextRef="#ctx0" brushRef="#br0" timeOffset="51149.14">13283 6141 215 0,'0'0'303'0,"0"0"-13"0,0 0-17 0,1-5-23 16,-1 5-21-16,0 0-28 0,0 0-23 0,0 0-20 15,0 0-16-15,0 0-15 0,0 0-14 0,0 0-11 16,0 0-6-16,0 0-15 0,-1 17-7 0,1-10-8 16,1 1-5-16,0 0-10 0,-1 3-2 0,3 0-5 0,-1-1-3 15,1 1-6-15,-1-2-2 0,-1 0-2 16,3-2-5-16,-4 1-5 0,4-1 2 0,-2-1-6 15,-1-1-1-15,3 1-1 0,-2-1 5 0,-1-3-5 16,-1-2-2-16,4 4 0 0,1-3-2 0,-5-1-1 0,7 0-1 16,-7 0 0-16,8-6 1 0,-4 2-2 0,3-1-2 15,-3 0 0-15,2 0 5 0,-2-1-4 16,1 1-2-16,-1-2 0 0,-1 2 3 0,1-3-2 0,3 4-1 16,-6 0 5-16,3 1 8 0,-1-2-16 0,-3 5 0 15,5-6-5-15,-2 5-3 0,-3 1 3 0,0 0-2 16,0 0 1-16,15 5-1 0,-11 0 0 0,0-1-1 15,3 1 1-15,-1-2-1 0,0 6 6 0,5-4-1 16,-3 0 2-16,-1-1 1 0,1 1 1 0,0-1-3 16,-2-1 1-16,2 0 1 0,-1 0 4 0,0 0 0 15,-2-2-3-15,2-1 4 0,-7 0 0 0,13-4 11 16,-6 1 18-16,-3 0 6 0,2-1-1 0,-3-3 2 16,-1-1 1-16,1 0-7 0,0-3-6 0,-3-1-2 0,-3 1-5 15,3-3-3-15,-7-1-6 0,3-3-19 16,0 2-16-16,-1 0-17 0,-1 3-21 0,0-2-28 15,0 3-37-15,2 1-37 0,0 0-41 0,1-2-44 0,-1 8-256 16,-3-5-543-16,5 5 240 0</inkml:trace>
  <inkml:trace contextRef="#ctx0" brushRef="#br0" timeOffset="51617.85">13832 5680 106 0,'0'0'354'0,"0"-4"-11"0,0 4-25 0,0 0-21 15,0 0-22-15,1-4-27 0,-1 4-37 0,0 0-15 16,0 0-24-16,0 0-24 0,0 0-14 0,0 0-14 15,0 0-13-15,3 16-10 0,-1-9-8 0,-2 5-14 16,4 0-3-16,-2-2-12 0,2 7-5 0,0 1-7 16,2 1 11-16,-1 0-14 0,-1 1-8 0,4 1-4 15,-1-1-2-15,1 0 2 0,-2-2-8 0,-1 0-5 16,3 0 2-16,-5-6-32 0,1 1-17 0,-1 0-26 16,-2-3-27-16,4-1-32 0,-4-1-28 0,0-2-28 15,-1-1-20-15,2-1-20 0,-1-1-39 0,-1-3-187 16,0 0-468-16,0 0 208 0</inkml:trace>
  <inkml:trace contextRef="#ctx0" brushRef="#br0" timeOffset="51867.82">13700 5648 102 0,'-3'-4'385'0,"-1"1"3"0,-1-2 5 0,2 2-4 15,2 0 6-15,1 3-9 0,-3-5-12 0,3 5-13 16,-3-5-26-16,3 5-20 0,-1-4-28 0,1 4-25 16,1-5-27-16,-1 5-22 0,7-4-28 0,5 1-16 15,-1-1-19-15,4 1-17 0,3-1-17 0,4 0-18 16,-1 2-22-16,-2-2-21 0,3 2-28 0,-2 0-26 16,1-1-31-16,-2 5-37 0,-4-2-36 0,1 0-37 15,-3 1-31-15,0 1-24 0,-5 0-36 0,3 2-45 16,1-2-47-16,-6 2-29 0,1 0-305 0,-2 1-712 15,-2-1 315-15</inkml:trace>
  <inkml:trace contextRef="#ctx0" brushRef="#br0" timeOffset="52289.66">14009 5753 198 0,'0'0'207'0,"9"0"-17"0,-9 0-19 0,9 0-16 0,-3 2-12 16,1 2-16-16,1 2-15 0,2-1-11 0,-2 0-9 16,1 3-9-16,2 2-8 0,0-2-6 0,4 3-9 15,-1 3-10-15,-2 0 2 0,-1 0-6 0,1 0-1 16,-2 1-7-16,-1-1-4 0,-1-3-2 0,-1 0-2 15,-3-1-6-15,2 1-3 0,-4-2 2 0,0-1-1 16,-2-2-4-16,1 0 0 0,-2-2-10 0,-1 2 13 16,-2-4 8-16,0 1 10 0,0-1 1 0,4-2 6 15,-16 0 4-15,8 0 5 0,-3-5 6 0,0 1-4 16,0 0 14-16,4-1 0 0,-1 0 10 0,-3 0-2 16,3 0-5-16,1-3 2 0,3 3-15 0,-1 0-7 15,1-1-8-15,2-1-1 0,2 0-9 0,0 0-7 16,0-3-18-16,7 1-23 0,-3 4-23 0,7 0-26 0,0-3-26 15,1 4-28-15,2-1-29 0,6-1-23 0,-2 0-9 16,2 3-19-16,3-1-10 0,-5 1-10 16,4 1-113-16,-3-1-354 0,0 2 156 0</inkml:trace>
  <inkml:trace contextRef="#ctx0" brushRef="#br0" timeOffset="53072.29">14421 5812 42 0,'3'-3'79'0,"-3"3"23"0,1-5 6 0,-1 5 8 15,-1-7 8-15,1 7 14 0,-3-6 4 0,0 3 2 16,3 3-2-16,-7-5-2 0,5 1-5 0,-4 3-6 15,-2-2-11-15,3 1-15 0,-1 0-7 0,-1 1-12 16,7 1-8-16,-16 0-7 0,9 1-9 0,-4 0-5 16,6 2-5-16,-6 1-7 0,3 2-3 0,-2 0-5 15,1 3-2-15,3-2-5 0,1 2-1 0,2 1-7 16,-2-1 2-16,2 3-2 0,0-3-2 0,3 2 2 16,0 0-3-16,0-4-1 0,2 2 0 0,0 0-2 0,4-1 2 15,-1-2-6-15,2-1-4 0,0 0-13 0,4 0-12 16,-2 0-10-16,6-4-7 0,-7-2-7 0,3 1-4 15,0-2 2-15,-3-1 4 0,3-2 6 0,0-1-3 16,-1 1 5-16,-2-3 10 0,-1 1-5 0,-1-3 8 16,0 2 11-16,-2-3 16 0,0 4 13 0,0-4 16 15,0 5 22-15,-4-7 22 0,0 7 16 0,2-1 11 16,-1 1 9-16,0-1 1 0,-2 1 4 0,1 3-10 16,0-2-5-16,0 5-16 0,0-7-9 0,0 7-8 15,0-5-16-15,0 5-5 0,0 0-5 0,0 0 4 16,0 0-17-16,0 0-7 0,0 0-5 0,-3 14-1 15,3-8-9-15,0 3-3 0,2 3-6 0,-1-2-13 16,2 3-9-16,1-4-9 0,1 2-19 0,-2 0-12 16,1-1-17-16,0 0-18 0,2-1-17 0,-4-3-11 15,6 2 3-15,-1-3 0 0,-3 0-16 0,3-1-3 16,0 0 6-16,1-4 7 0,0 1-12 0,-1-2 38 0,1-1 7 16,-3 0 16-16,4-2 5 0,-4 0 18 0,1-1 26 15,3-2 15-15,-5-2 23 0,2 0 17 0,-2-2 19 16,0 3 15-16,0-3 7 0,-3 0 20 0,2 3 15 15,-2 0 4-15,3-2 12 0,-2 2 17 0,-1 3-10 16,-1-1 3-16,0-1-1 0,0 4-3 0,0-1-8 16,0-2-20-16,0 6-14 0,0-5-13 0,0 5-10 15,0 0-13-15,0 0 0 0,0 0-8 0,0 0-8 16,0 0-3-16,0 0-3 0,0 17-3 0,3-11-4 16,-3 4-7-16,1 0 2 0,-1-1-12 0,3 0-5 15,-2-2-5-15,2 6-2 0,0-2-12 0,0-1 3 16,-1-4-6-16,1 2-3 0,-2-2 3 0,6 2 2 15,-4-4 3-15,1 1 0 0,0-1 3 0,-1-2 4 16,1-1-1-16,-4-1 5 0,8 0 1 0,1 0 4 16,-5-3-2-16,2 0 5 0,-1-2 4 0,1 1 13 15,0-2 27-15,0-2-5 0,1-1 11 0,-2-1 13 16,2-1 14-16,-2 4 16 0,2-2 9 0,-1 0 6 0,-2-1 1 16,0 3-5-16,0 1-3 0,1 1-9 0,-5 1-6 15,3 0-14-15,-2 1-9 0,-1 3-12 0,6-3-8 16,-6 3-10-16,0 0-3 0,0 0-5 0,0 0-5 15,10 7 8-15,-5-1-12 0,-1 1-7 0,0 2-24 16,0-1-13-16,2 1-3 0,-1 2-25 0,1-3 14 16,3 2-34-16,-1-3-16 0,-1 2-19 0,3-2-22 15,-2 0-27-15,-2 1-41 0,0-6-39 0,1 1-52 16,1-2-58-16,-8-1-183 0,11-1-578 0,-6-3 256 16</inkml:trace>
  <inkml:trace contextRef="#ctx0" brushRef="#br0" timeOffset="53275.4">14671 5467 47 0,'-2'-5'323'16,"0"-1"-15"-16,1 1-32 0,1 0-26 0,0 1-24 15,0 4-29-15,0-8-20 0,3 6-14 0,-3 2-22 16,5-3-42-16,-5 3-55 0,9 2-60 15,-9-2-54-15,15 3-58 0,-4 2-66 0,-1 0-114 0,2 0-333 16,0 1 148-16</inkml:trace>
  <inkml:trace contextRef="#ctx0" brushRef="#br0" timeOffset="54301.08">14953 5516 172 0,'2'8'165'0,"1"-4"-18"0,1 1 3 0,0 5 8 16,0 0-3-16,3 2-10 0,-3 1-9 15,3 3 1-15,1 0-7 0,-4 0-9 0,3 2-13 16,1 0-11-16,-2 2-5 0,-1 0-11 0,-1-2-5 16,2 0-9-16,-1-2-6 0,2 1-8 0,-4-4-4 0,2 3-10 15,-4-4 2-15,2-2-6 0,-3 0-3 16,0 1 1-16,4-5-5 0,-4-1-4 0,-1 1 0 15,-2-1 19-15,3-3 16 0,0-2 6 0,-4 5 5 0,-1-4 6 16,5-1 2-16,-6 2 4 0,2 1 0 0,4-3-12 16,0 0 5-16,-11 0 2 0,11 0-3 0,0 0-7 15,0 0-3-15,-8 0-5 0,8 0-10 0,0 0-2 16,-6 1-11-16,6-1-9 0,0 0-9 0,0 0-1 16,0 0-5-16,0 0-15 0,25 1-5 0,-13 0-20 15,-1 1-12-15,3-4-8 0,-1 2-15 0,5 0-11 16,-3 0-7-16,3-2-9 0,-5-2-10 0,4 0-10 15,-4 0-13-15,1-1-10 0,2-5-7 0,-5 3-4 16,4-1-3-16,-4-3 10 0,-2 2 10 0,0 1 17 16,-4 0 26-16,1-3 25 0,0 4 30 0,-3-1 24 15,2 0 27-15,-5 3 23 0,3-3 15 0,-3 3 15 16,0 0-1-16,0 0 4 0,0 5 5 0,-3-8-2 16,6 5-8-16,-3 3-5 0,0-4-15 0,0 4 0 0,0 0-8 15,-3-5-9-15,3 5-3 0,0 0-4 16,0 0-4-16,0 0-1 0,-5 14-2 0,4-8-3 15,1 1-1-15,-2 0 2 0,2 2-5 0,0 1-2 0,2 1 1 16,-1-1 0-16,4 0-2 0,-5 0-1 0,3-1-4 16,1-1 1-16,-1 0 1 0,-2-3-6 0,2 0-3 15,1-1-6-15,2-2-1 0,-2 4-3 0,-2-3 3 16,1 0 1-16,-3-3 1 0,10-1 2 0,-10 1-1 16,8-5 2-16,-8 5 1 0,5-7 3 0,-1 2-1 15,0 0-1-15,-2 0-1 0,-1-2 4 0,3 0-3 16,-4 0 10-16,2-1 6 0,0 1-1 0,0-1 2 15,-2 0 3-15,0 1 8 0,0 0 3 0,0 1 9 16,0-1-12-16,-2 1 2 0,2 0 2 0,-2 1 8 16,2 0 7-16,-3 1 0 0,0-1-1 0,3 5-4 15,0-8 0-15,0 8-5 0,3-7-4 0,-3 7-2 16,-3-5-1-16,3 5-11 0,0 0 3 0,0 0-3 0,3-5-7 0,-3 5-1 0,0 0-10 16,0 0 6-16,0 0-7 0,0 0-1 0,0 0-6 15,0 0-7-15,16 8-5 0,-11-3-1 0,0-1 1 16,0 2-7-16,1-3-6 0,-2 5-1 0,1-3 2 15,3 1 4-15,-4 1-12 0,3 2 1 0,-3-1 2 16,2 0 4-16,3 1 2 0,-1 0 1 0,1-1 9 16,-4 0-2-16,-1-2 1 0,4-1-1 0,-4 1 3 0,0-2 8 15,-2 0 2-15,-1 0 1 0,2 0 9 0,1-3 22 16,-4-1 13-16,0 0-6 0,0 0 0 16,0 0-1-16,0 0 1 0,4-8 8 0,-4 8 10 0,0-6 8 15,0 1 11-15,0 0 11 0,-1 0-4 0,1-2 13 16,-2 1-5-16,4 0-3 0,-2-1-6 0,1 0-7 15,1-2-1-15,3 1-3 0,-3 0-6 0,1 1-2 16,4-3-9-16,-3 1-5 0,2 0-2 0,0 2-6 16,-2-2 2-16,3 4-7 0,0-3 1 0,0 3-2 15,1 1-6-15,-3 0-1 0,2-1-7 0,-1 0-1 16,-1 2-4-16,2 1-3 0,0 0-1 0,-2 2-6 16,-5 0 2-16,11 2-2 0,-4 0 0 0,-2 1 14 15,1 1-21-15,1 2-2 0,-3-2-13 0,2 2-17 16,-2 2-8-16,-1-3-9 0,0 4-15 0,0 1-15 15,-2 1-14-15,-1 0-25 0,0 0-28 0,0 0-31 16,0-1-42-16,-1 0 4 0,1 1-52 0,1-4-232 0,-1-1-550 16,0 1 244-16</inkml:trace>
  <inkml:trace contextRef="#ctx0" brushRef="#br0" timeOffset="54597.93">15902 5576 47 0,'-3'-6'383'16,"2"2"-14"-16,2-1-6 0,-2 1-13 0,1 4-26 16,0-6-29-16,0 6-30 0,-3-4-33 0,3 4-33 15,0 0-20-15,0 0-17 0,0 0-18 0,-8 9-11 16,5-4-16-16,1 2-12 0,-3 3-18 0,-1 1 7 15,0 2-20-15,-2 2-10 0,4 1 1 0,0 2-9 16,1 0-1-16,-3 1-8 0,2-1-2 0,2 0-8 16,2 0-2-16,0 0-3 0,3 2-18 0,1-2-18 0,4-2-13 15,-3 1-18-15,2 0-13 0,2-2-24 0,5-5-28 16,-7 1-33-16,3-4-41 0,3 1-43 16,5-1-47-16,-6-5-44 0,3 2-192 0,-1-4-542 0,-2-1 239 15</inkml:trace>
  <inkml:trace contextRef="#ctx0" brushRef="#br0" timeOffset="55160.37">16071 5642 209 0,'0'0'191'0,"0"0"-23"16,0 0-13-16,0 0-19 0,-11 5-10 0,8-3-13 15,3 2-9-15,-4 3-10 0,3-2-8 0,-2 1-8 16,0 3-4-16,2 1-8 0,2 0-8 0,2-2-6 16,-3 4-5-16,4-1 0 0,0 1-4 0,-1-2-5 0,4 2 0 15,-3 0-5-15,1-3-4 0,-1-1-6 0,0 0-30 16,4 2-28-16,-2-5-18 0,2 0-27 16,-2 0-8-16,2-2-20 0,1-2-4 0,-2 0-2 15,1-1 8-15,-2 0 3 0,3-2 13 0,-5-1 13 0,3 0 25 16,0-2 12-16,-3 0 25 0,0-2 29 0,4-2 20 15,-5 0 20-15,-2 2 28 0,3 0 12 0,-1-3 22 16,-2 2 14-16,1 0 17 0,-2 2 5 0,3 0 8 16,-2-2 6-16,0 3-8 0,-1 0-3 0,4-1-11 15,-4 3-9-15,0 0-6 0,0 3-19 0,4-4-14 16,-4 4-16-16,0 0-11 0,2-3-4 0,-2 3-5 16,0 0-8-16,0 0-9 0,8 8-1 0,-4-3-6 15,-1 2 0-15,1-1-6 0,1 2-5 0,1 0 6 16,-2-2-12-16,3 3 2 0,-1-1 0 0,2-2-2 15,-2 0-1-15,-1 0-2 0,2-1-3 0,3 0 2 16,-2 0-7-16,-1-2-5 0,4 0-8 0,-1 0 5 16,-1-1-2-16,-3 0 5 0,1-2 0 0,3-2-3 0,-4 1 0 15,1 0 8-15,2-3-4 0,0 3-5 0,-4-3 1 16,-1-1 1-16,3 0 12 0,-4-1-12 16,1-1 1-16,-2-1-2 0,3 1-3 0,-2-2 5 15,-2-1-1-15,-1-3 2 0,-3 4-3 0,2-3 0 0,-6-1-6 16,3 3-2-16,0-4-17 0,-6 4-18 0,2-2-18 15,-3 2-24-15,-4 0-26 0,-1-1-37 0,4 5-30 16,-3-1-29-16,5 2-50 0,-3-1-182 0,-1 1-473 16,2 1 210-16</inkml:trace>
  <inkml:trace contextRef="#ctx0" brushRef="#br0" timeOffset="55504.09">16484 5445 421 0,'0'0'434'0,"0"0"-5"0,0 0-31 15,0 0-22-15,0 0-41 0,0 0-29 0,0 0-41 0,10 1-25 16,-10-1-29-16,5 3-18 0,-1 0-18 0,2 1-21 15,3 3-19-15,2-1-12 0,4 5-10 0,1-2-8 16,-1 4-16-16,3-1-1 0,0 2-9 0,6 5-7 16,-1 0-12-16,-5 1 6 0,4-2-21 0,-2 2 1 15,-3-1-10-15,0 3 4 0,-6-3-6 0,1 4-14 16,-6-2-12-16,2-1-31 0,-3 7-42 0,-2 1-38 16,-3 0-16-16,-7 3-5 0,-1-2-31 0,-7 2-38 15,-1-2-67-15,-5 0-69 0,-3 1-293 0,-10 8-672 16,4-11 298-16</inkml:trace>
  <inkml:trace contextRef="#ctx0" brushRef="#br0" timeOffset="60291.05">13243 6591 17 0,'0'0'290'15,"0"0"-10"-15,0 0-17 0,0 0-14 0,0 0-12 16,0 0-22-16,0 0-18 0,-7-3-16 0,7 3-20 16,0 0-18-16,0 0-14 0,0 0-15 0,0 0-14 15,0 0-8-15,0 0-11 0,0 0-9 0,0 0-7 0,4 9-6 16,-4-9-6-16,3 6-12 0,0-3 0 15,-2 1-2-15,-1 0-4 0,4 1-5 0,-4-2-4 16,2 3 0-16,-1-1-4 0,0 0-3 0,3-1 2 0,-2 2-4 16,-1 1-4-16,0-4 0 0,2 2 1 0,0 1-1 15,0 0 2-15,-2-1-3 0,0-1 0 0,2 0-4 16,1 1 0-16,-1-2 2 0,1 0 2 0,1 2 0 16,2-2 7-16,0-1-5 0,4 1 4 0,5 0 0 15,3-2 2-15,0-1-5 0,7 4 0 0,3-4-1 16,6-3-9-16,0 1 7 0,0 2-9 0,2-3 2 15,3 1-5-15,1 2 3 0,-3 0 0 0,5-1 0 16,-2-2-1-16,3-2 4 0,-2 2-4 0,-1 2 1 16,2-2-2-16,10 1-2 0,-12-2 4 0,-2 1 2 15,1 2-3-15,3 1 1 0,-3-4-1 0,1 3-4 16,-1-4 4-16,0 4-2 0,-3-1-1 0,-2 0 0 0,4 1 3 16,-2 2-2-16,-3-2 0 0,-1 1 2 0,1-2-2 15,-4 1 0-15,-2-1 3 0,-5 5-2 16,-2-4 6-16,1-1-10 0,-4 0 5 0,3 2 2 0,-2-1-4 15,-5-1-2-15,2 1 0 0,-2 0 3 0,-1-2 0 16,2 3-6-16,-3-1 1 0,2 0 1 0,-3 1-7 16,1 0 6-16,-5-1 1 0,0 1 0 0,-7 0 0 15,13-2 3-15,-7 2-2 0,-6 0 2 0,7-1 7 16,-7 1-17-16,0 0 7 0,7 0-6 0,-7 0 2 16,0 0-5-16,0 0-2 0,0 0-5 0,6 3 1 15,-6-3-6-15,0 0 3 0,0 0-3 0,0 0 2 16,0 0-2-16,0 0 3 0,0 0 1 0,4 2 5 15,-4-2 1-15,0 0 3 0,0 0-1 0,0 0 3 0,-3 6-2 16,3-6 3-16,0 5-1 0,0-5 1 16,0 6 1-16,0-2 0 0,2-1 2 0,-2-3 1 15,1 8 0-15,1-4 0 0,-2 0 1 0,1 0-1 0,2-1 4 16,-2 2-2-16,2 0 3 0,0-3-2 0,-1 1-1 16,2 0 3-16,3 0 0 0,-3-1-1 0,2 0-4 15,-1 1 4-15,3-2 0 0,0 0-1 0,0-1-1 16,2 0 0-16,-2-1-2 0,6 0 3 0,-5-1 2 15,2-3-1-15,-3 1 2 0,-1 0-1 0,1-2 2 16,0 1 1-16,-2 0 0 0,-1-2 1 0,1-3 1 16,-1 1 12-16,-2 2 3 0,-2 0 3 0,2-1 1 15,0-2 1-15,-1 4 6 0,1-5-2 0,-2 5 5 16,1-1-5-16,-1 1 4 0,-1 1 1 0,0 0-4 16,0-1-3-16,0 6-6 0,0-6-2 0,3 4 0 15,-3 2-7-15,0-6-3 0,0 6 1 0,0 0-1 16,0-4-9-16,0 4-1 0,0 0-6 0,0 0-1 0,0 0 1 15,0 0 0-15,0 0-6 0,0 0 4 0,0 0 4 16,0 0-3-16,0 0 4 0,7 9 0 16,-7-9-4-16,4 2 5 0,0 1 0 0,-4-3-1 0,7 3 5 15,-5 0-4-15,-2-3 4 0,7 3 6 0,-3-2-8 16,-4-1 1-16,7 3-1 0,-7-3-1 0,10 1 0 16,-5-1 3-16,1 3 1 0,0-1-2 0,1-2 1 15,-7 0-5-15,15-2 6 0,-5 2-6 0,0 2 4 16,4-4-2-16,0 2 1 0,1-1 0 0,5 0-1 15,-1 2 3-15,3-1-3 0,1 0 3 0,5 0-4 16,2 1 3-16,0-1 0 0,4 0-3 0,-2 0-1 16,4-2 1-16,1 1 2 0,1-2-3 0,3 2 2 15,-2-3-2-15,2 1-5 0,14 1-6 0,-14-3 0 0,1 2 0 16,1-3 3-16,13 2 4 0,-14 0-3 0,0-2-2 16,0 2 1-16,-2 2 3 0,1-3-6 0,-3 0 5 15,-1 0 2-15,-2 2 1 0,-1-2 2 0,-3-1-1 16,-1 2 1-16,-8 2-1 0,1-1 2 0,-1 1-1 15,-2-2 3-15,5 1-2 0,-4 1 0 0,0-1 0 16,1 2 2-16,-2-3-3 0,0 3 1 0,2-2 3 16,-3 3-3-16,0-1 2 0,0-1-1 0,3 0-1 15,-3 1 3-15,1 1-2 0,1 0 2 0,-1 0 0 16,-5 0 2-16,-1-2-2 0,1 2-1 0,-3 0 0 0,-2 0 7 16,3-1-6-16,-2 0-1 0,-1 0 1 15,3-1-3-15,-3 2 1 0,-1 2 2 0,3-2 0 16,-1 0 1-16,-4 0-2 0,5 0 2 0,-5 1-4 0,3-1 4 15,-1 0-5-15,-3 0 6 0,-6 0-4 0,9-1 5 16,-9 1-1-16,11-2-2 0,-11 2 2 0,7 0 10 16,-7 0 7-16,5-1 14 0,-5 1 6 0,0 0 11 15,6-1-1-15,-6 1 0 0,1-6-6 0,-1 6-1 16,0 0-5-16,0-7 7 0,-1 3-2 0,-1-1 0 16,0-2-5-16,0 2-3 0,-2-1-3 0,0-3-2 15,0-1-4-15,-1 0 0 0,-1-2-7 0,2 2-2 16,0-4-2-16,-2 1-24 0,1 0-14 0,-3-2-44 15,5-3-26-15,-5 3-40 16,1 3-60-16,-1-5-70 0,1 4-305 0,-2-3-615 16,0 6 272-16</inkml:trace>
  <inkml:trace contextRef="#ctx0" brushRef="#br0" timeOffset="61245.1">15201 7290 220 0,'3'-7'275'0,"0"1"4"0,0-1-13 0,-1 0-6 16,-2-1-4-16,3-2-11 0,-1 0-6 0,-1 1-8 0,-1 0-9 16,0 0 0-16,0-3-14 0,0 3-19 15,-3 1-8-15,0 1-16 0,1 1-20 0,-4-4-15 16,-2 4-19-16,0-1-17 0,-3 1-15 0,-1 2-2 0,-2 1-13 16,-6 1 2-16,1 2-13 0,0 2-6 0,5-1-17 15,-1 3-27-15,4-1-5 0,-1 2-12 0,4 1-3 16,-3-1-5-16,4 3-4 0,-1-2 4 0,1 2-7 15,3-2 10-15,1 1 0 0,3-1 0 0,0 2 7 16,3-2 3-16,-1 0 1 0,2 2 4 0,1-3 2 16,-1-1-8-16,4 0 6 0,3 3 3 0,-1-4-1 15,-1-1-1-15,1 0 3 0,-5 0 0 0,5 1 7 16,-2-3 12-16,-3 0 14 0,-5 0 7 0,11 0-1 16,-7 0 4-16,-4 0-8 0,10-3 2 0,-10 3-3 15,0 0-8-15,9 3-6 0,-9-3-1 0,7 0-10 16,-4 2 4-16,6 0 0 0,-6 2 3 0,4 0-3 15,3 2-11-15,0 2 8 0,0 1-8 0,6 2 2 16,-1 3-1-16,0 2 0 0,0 0-5 0,3 5 4 16,2 1-4-16,-1 2 1 0,0 3 4 0,2-2 2 15,-4 1-5-15,-2 2-1 0,1-3 0 0,-2 1-1 0,-6 0 6 16,3 0-5-16,-4-6-1 0,1-1-3 0,-5-1 6 16,0-1-3-16,-2-3 1 0,-1-2 0 0,-1 1 2 15,1-1 1-15,-3-1 9 0,-1-5 23 0,-4 1 24 16,-2 0 13-16,-1-3 19 0,-4-3 12 0,0 1 8 15,-2-3 7-15,-2-1-3 0,-3-3 3 0,1-3 2 16,0 0 8-16,3-2-5 0,0 0-4 0,2-3-6 16,1-2-7-16,-3-1-10 0,9 1-5 0,-1-3-11 15,1-1-9-15,2-7-20 0,7-2-21 0,0 2-25 16,4-2-36-16,2-1-42 0,4 2-46 0,5-4-55 16,3 1-34-16,1 2-25 0,2 3-30 0,2 1-31 15,-4 1-27-15,1 2-37 0,2 2-25 0,-7 4-287 16,0 0-728-16,-3 3 323 0</inkml:trace>
  <inkml:trace contextRef="#ctx0" brushRef="#br0" timeOffset="61979.41">15347 7130 178 0,'10'-2'215'0,"-2"1"-9"15,0-1-6-15,4 2-15 0,-1 0-10 0,1 0-17 16,-1 1-16-16,-3 1-13 0,3 0-12 0,3 0-13 16,-6 3-12-16,3 1-11 0,-2-1-9 0,-2 1-3 15,1 2-7-15,2-1-7 0,-3 2-7 0,-1-1-3 16,0 2-5-16,-2 1-5 0,-1-1-2 0,1 0-2 16,-5-1-4-16,2 3-4 0,-1-4 1 0,0 0 0 15,-1 2-5-15,1-2-8 0,-2 0 4 0,-2-2 2 16,4-1-2-16,-4 0-1 0,1-1 1 0,3-1 0 0,0-3 2 15,-4 5 2-15,4-5 13 0,0 0 0 0,0 0 1 16,0 0-4-16,-10-10-4 0,10 10-2 16,7-12-3-16,-3 4-4 0,2-1-11 0,2 2-19 0,7-4-20 15,0-1-22-15,4 2-23 0,1-1-15 0,0 2-13 16,8-2-11-16,-1 2 3 0,-4 1-3 0,-2 2 8 16,-1 0-2-16,3 1 5 0,-6 2 12 0,-2-1 12 15,-2 3 11-15,1-2 7 0,-7 2 7 0,1-1 8 16,1 0 23-16,-6 0 20 0,2 1 19 0,-5 1 19 15,9-1 0-15,-9 1 5 0,4-3-2 0,-4 3 6 16,0 0 7-16,0-5 12 0,0 5 6 0,0 0 1 16,-6-6 0-16,2 3 3 0,4 3 1 0,-5-4-8 15,-1 2-9-15,1 1-2 0,5 1-6 0,-11-4-4 16,4 4-5-16,7 0-2 0,-13 1-5 0,7 0-7 16,-2 2-1-16,1-1 0 0,-2 3-4 0,-1 2-5 15,3-2 2-15,-1 3-5 0,-1-2 1 0,1 1 0 16,2 0-5-16,1 2 2 0,-1-2 1 0,2 2-1 0,3-2-1 15,-2 1 3-15,3 1-1 0,0-3 1 0,0 0-3 16,0 1 0-16,3-3 0 0,1-2 0 16,1 5 3-16,2-4 0 0,-3-2 0 0,4-1-1 15,-8 0-2-15,15-2 2 0,-5-3-1 0,-1-1-5 0,2 2 2 16,-1-4 2-16,-2 2 0 0,0-1 0 0,-1-3 2 16,0 3 10-16,0-2 12 0,-1 0 8 0,-2 1 9 15,-1 2 5-15,0-1 1 0,1 1 2 0,-3 2-1 16,-1 0-8-16,0-1-5 0,0 5-7 0,4-5-6 15,-4 5-3-15,2-5-10 0,-2 5 7 0,0 0-11 16,0 0-1-16,0 0 0 0,0 0 1 0,0 0-3 16,0 0-4-16,0 16 1 0,1-9 1 0,2-1 2 15,0 1-3-15,1 3-13 0,2-1-17 0,1 0-23 16,1 0-14-16,1 3-11 0,7-2-34 0,-2 0-38 16,3 0-29-16,3-2-35 0,-2-3-36 0,1 4-130 15,-1-5-405-15,1 0 180 0</inkml:trace>
  <inkml:trace contextRef="#ctx0" brushRef="#br0" timeOffset="63449.45">16208 7166 152 0,'-7'-3'197'0,"3"-1"-6"0,-4 1-13 16,-3 2-10-16,3 0-14 0,1 1-21 0,-5 0-11 15,3 1-11-15,0 0-15 0,1 2-10 16,-3 1-4-16,4 0-11 0,-1 2-5 0,1 0-6 0,-3 1-4 15,3-1-9-15,1 2-2 0,1 1-5 0,0 0-3 16,-1 1-5-16,6-3-1 0,-1 2-3 0,-2-3-4 16,3 3-1-16,0-1-1 0,0-2 1 0,4 0-1 15,0 0 2-15,-1-1-2 0,4 0-3 0,-2-2-4 16,3-1 2-16,-1 1-3 0,2-2-4 0,2-2 3 16,-1-1-2-16,2 1-1 0,-1-3-1 0,3-1-4 15,-1 0-4-15,-2-2-6 0,3-2-8 0,-5 1-3 16,1-6-2-16,1 2-9 0,-3-2 7 0,0 0-3 15,-4 0 3-15,0-4 2 0,0 1 2 0,-4-1 6 0,0-1-5 16,0 0 10-16,-4-1 12 0,2 0 12 16,-4 2 20-16,2-1 19 0,1 2 11 0,-1 1 4 15,0 3 2-15,-2-1-4 0,5 2 3 0,-3-1 4 0,2 5 12 16,0-3 1-16,-2 0 0 0,1 5-5 0,3-1-16 16,-2 1 3-16,2 2-5 0,-2 0-11 0,2-1-10 15,0 5-2-15,-1-7-11 0,1 7-6 16,0 0-4-16,0 0-11 0,1-3-1 0,-1 3-2 0,0 0 7 15,0 0-8-15,7 16 3 0,-4-9-3 0,0 4-3 16,-1 3-3-16,2 3 3 0,0 1-5 0,-1 0 7 16,4 2-3-16,-3-1 2 0,3 2-2 0,2 3-1 15,-2-1-1-15,0-4 1 0,0 0-2 0,-1-1 0 16,1-1-7-16,0 0-5 0,0-5 3 0,-3 0-1 16,4-1 2-16,-3-3-2 0,2 1 3 0,-1 0-1 15,-2-5 3-15,3 2 0 0,-2-3 1 0,-1 0 1 16,3-2 1-16,-7-1 3 0,11-1 2 0,-2-2-4 15,-3 0 5-15,2-3-2 0,0 2-2 0,-1-1 5 16,-2-4-4-16,5 3-3 0,-3-5 4 0,1 3 1 0,-3-3-1 16,2 4 6-16,-3-4 10 0,2 4 0 0,-2-2 10 15,-2 1-13-15,4 2 3 0,-5 0 5 0,2 0-2 16,-2 2 5-16,1 0-5 0,-1 1-5 0,-1 3 0 16,3-6-4-16,-2 4-3 0,-1 2-2 0,3-4-3 15,-3 4-10-15,0 0 2 0,3-5-15 0,-3 5-8 16,0 0 5-16,0 0 1 0,0 0 1 0,0 0-3 15,1 11 4-15,2-6-4 0,-2-2-5 0,3 3-2 16,0-1-8-16,2 2-8 0,-1-1-13 0,3 2-8 0,0 1-14 16,5-3-11-16,-5 1-13 0,4 1-16 15,-2-3-8-15,2 1-3 0,-1-1-8 0,2-1 5 16,-1 0-1-16,-1-2 1 0,-1 1 9 0,5-3 15 16,-8 0 7-16,1-1 15 0,0-1 5 0,0 0 15 0,0-2 5 15,-2-1 9-15,-1 0 9 0,2-2 20 0,-4-1 21 16,-1 1 6-16,1-1 32 0,-2-2 8 15,-1 2 14-15,-1 0 10 0,-2-3 8 0,1 1 1 0,-5 1-5 16,4 0 0-16,1 1-5 0,-3 1-6 0,0 2-7 16,1-1-1-16,0 1-10 0,-3 2-9 0,0 0-1 15,3 2-5-15,4 1-3 0,-9 0-2 0,9 0-2 16,-7 4-3-16,0-1-1 0,4 3-3 0,2 0 2 16,1-1-3-16,0 4-1 0,1-1 0 0,-1 3-2 15,3-1-1-15,0-1 3 0,2 2-2 0,-1-3 0 16,2 0-4-16,2 1 1 0,-3-1-1 0,6-2 1 15,-3 1 4-15,-1-4-5 0,0 2-1 0,4-3 1 16,-2-1-3-16,0 1 3 0,0-2 1 0,-2 0 1 0,0-3 0 16,1 1-1-16,-2-1-8 0,1-1 8 15,-1 0 1-15,-1-1 2 0,2 0 10 0,-2 0 9 16,-3 0 4-16,0 0 1 0,1 0 1 0,1 0 7 0,-1 2-2 16,-2-2-2-16,1 2-7 0,-2 3-3 0,4-5-7 15,-3 2-3-15,-1 3-5 0,0 0 1 0,6-2-8 16,-6 2 4-16,0 0 0 0,0 0-4 0,0 0 1 15,8 7 0-15,-7-5-1 0,5 0-2 0,-6-2 1 16,5 7 1-16,-1-5 0 0,2 1 3 0,-4 0-2 16,2-2-3-16,-4-1 1 0,11 4 1 0,-8-3 0 15,3-1 4-15,-6 0 1 0,10 0-2 0,-6-3-4 16,-4 3 1-16,7-3 1 0,-1-2 1 0,-2 3-2 16,0-2 0-16,1-1 6 0,1 3 14 0,-5-3 3 15,-1 5-2-15,4-6 3 0,-4 4-3 0,0 2-6 16,4-6-1-16,-4 6-6 0,2-3-4 0,-2 3 0 15,0 0-6-15,2-3-5 0,-2 3 1 0,0 0-1 16,0 0-3-16,7 7 0 0,-3-4 6 0,2 1-8 16,-2-1-6-16,0 0-1 0,1 3-1 0,1-4-2 15,0 3-4-15,1-2-2 0,0 1-3 0,1-3-3 16,0 2-6-16,5-1-3 0,-1 0-5 0,0-2-6 0,-1 1-2 16,0-2-3-16,4-3-6 0,-4 0-2 0,2-3-15 15,1 1-14-15,-2-2-1 0,-1-1-13 0,4-2-4 16,-1 0-6-16,-2-5-9 0,1 2-2 0,-2-3-8 15,-1 1 6-15,-1-2 3 0,0-1 7 0,-4-1 10 16,3 2 7-16,-6-2 15 0,1-2 23 0,-1 3 29 16,-2 0 25-16,0 0 35 0,-2 2 34 0,0 0 21 15,-1 6 15-15,3-1 13 0,-4 2 4 0,4 3 8 16,-4-1 3-16,4 2-10 0,-1 1-14 0,-2 2-16 16,3 3-8-16,-4-5-11 0,4 5-6 0,0 0-7 15,0 0-6-15,-9 13-3 0,8-5-7 0,-3 2-2 16,4 2-1-16,-1 6-6 0,2 0-1 0,4 1-3 15,-2 2 0-15,1 5-5 0,2 3 1 0,2-4-2 16,-2 2-1-16,3 0 0 0,1-1-1 0,2-2 3 16,-6-4-5-16,4 1-28 0,0-2-64 0,3-4-55 15,-2 0-63-15,4-2-230 0,-7-3-462 0,-1-3 205 16</inkml:trace>
  <inkml:trace contextRef="#ctx0" brushRef="#br0" timeOffset="63590.07">17308 7009 342 0,'-1'-5'326'16,"-2"-1"-17"-16,3 2-24 0,-2-1-23 0,0 1-24 15,1 0-24-15,1 4-25 0,1-8-15 0,1 5-22 16,-2 3-19-16,5-4-45 0,-5 4-58 0,8 0-63 16,-8 0-65-16,7 4-76 0,-7-4-233 0,4 5-440 15,-4-2 195-15</inkml:trace>
  <inkml:trace contextRef="#ctx0" brushRef="#br0" timeOffset="67358.77">11888 6830 92 0,'0'-5'247'0,"0"5"-7"0,0 0-15 0,0 0-23 16,2-5-17-16,-2 5-23 0,0 0-15 0,0 0-18 15,0 0-16-15,0 0-11 0,0 0-13 0,0 0-9 16,0 0-10-16,0 0-6 0,0 0-5 0,0 16-10 0,0-11-2 16,0 2-4-16,0-2-6 0,0 3-4 15,1-2-2-15,-1 1-3 0,1-4-4 0,1 5-4 16,-2-1-1-16,1 1-2 0,-1-1-4 0,2-2-2 0,-2 4 4 15,1-4-2-15,-1 2-4 0,3-1 3 0,-2-1-5 16,-1 1 0-16,0-1 1 0,5 0-1 0,-3 1 1 16,-1-2 0-16,0 1-1 0,2-3-2 15,0 2 2-15,0 0 1 0,2-1 0 0,-2 0 0 0,2 0 3 16,3-1-2-16,-2 1-1 0,2-3-1 0,-2 1-1 16,4-1 3-16,-2-1 0 0,2 1-1 0,1-1-3 15,1-1 1-15,-1 2 0 0,3-2-3 0,-5 1 2 16,1-1 0-16,0 1-4 0,-1 0 3 0,2-2-2 15,-3 2 1-15,1 0 0 0,-3-1 3 0,-1 1-2 16,3 1-1-16,-2-1-3 0,-1-2 0 0,-5 3 3 16,10-1 1-16,-6 0 1 0,-4 1-6 0,9-2 1 15,-9 2 0-15,0 0 3 0,7-1-2 0,-4-1 2 16,-3 2-1-16,0 0 2 0,0 0-3 0,0 0 0 16,0 0 0-16,5-2 0 0,-5 2-1 0,0 0 0 15,0 0-1-15,0 0 0 0,0 0 3 0,0 0-3 16,0 0-1-16,0 0-2 0,0 0 2 0,0 0-2 15,0 0 1-15,0 0-1 0,0 0 3 0,0 0-1 0,10 4-3 16,-10-4 3-16,1 3 0 0,-1-3 0 16,4 3 0-16,-4-3 3 0,4 4-3 0,-1-2 2 15,-3-2-2-15,4 4 0 0,0-2-1 0,-4-2 2 0,3 5-2 16,-2-1 3-16,2-2-3 0,1 1 4 0,-4-3-1 16,3 5 1-16,2-2 1 0,-2-1-3 0,0 2 1 15,1-1 0-15,3 0 0 0,-5-1 2 0,6 1-2 16,-4-1 4-16,2 1-1 0,1-3-1 0,6 1 0 15,-2-1-1-15,0 1 0 0,1-2 1 0,2 0-2 16,1-1 1-16,0 1 3 0,0-1-2 0,3-2-1 16,-5 1 0-16,6-1 4 0,0 2-3 0,-2-2-4 15,-3 0 4-15,5-1-1 0,-5 2-1 0,5-1-3 16,-5 2 4-16,5-2 0 0,-7 2 0 0,0-1 0 16,2 2-2-16,-2-2 1 0,2 2 1 0,-2 1-1 15,0-2-4-15,-4 1 5 0,-1 1 1 0,0 0-2 16,2-1-2-16,-2 0 3 0,-1-1 3 0,1 1 0 15,-7 1 0-15,5-1-1 0,-1-2 3 0,-4 3 10 0,12-3 4 16,-9 0-2-16,-2 0 0 0,2-2-3 0,-1 0-1 16,3 3-1-16,-5-5-3 0,4 2 1 15,-4 0 0-15,5 0-8 0,-3-1-12 0,2 4-12 0,-3-3-24 16,1 1-29-16,-2 4-31 0,4-2-35 0,-3-3-35 16,-1 5-38-16,0 0-161 0,0 0-404 0,10 0 179 15</inkml:trace>
  <inkml:trace contextRef="#ctx0" brushRef="#br0" timeOffset="68485.2">12060 7375 222 0,'0'0'327'15,"1"-6"-6"-15,-2 2-11 0,1-1-9 0,0 5-2 0,0-5-10 16,0 5-12-16,0 0-38 0,1-5-12 0,-1 5-11 16,0 0-35-16,0 0-25 0,0-4-28 0,0 4-9 15,0 0-7-15,0 0-16 0,4 10-8 0,-3-3-7 16,4 0-12-16,0 3-8 0,-1 0-5 0,2 4-11 16,-1 1-1-16,-1 5-6 0,4-4 1 0,-2-1-2 15,-1 3-3-15,3-1-5 0,-4 0-3 0,2 1-8 16,-1-2 1-16,-1-1-5 0,1 1-8 0,-3-3 2 15,2-2-3-15,0 1-3 0,-4 0 6 0,2-1-2 16,-1-4-3-16,-2 1-2 0,1-2 0 0,0 1 1 16,1-3 3-16,-1 1-3 0,0-1-2 0,0-4 4 15,0 5 1-15,0-5 3 0,-3 4-3 0,3-4 6 16,0 0-8-16,-9 0 5 0,9 0-5 0,0 0 3 0,0 0 1 16,-15-4 14-16,11 1-1 0,1 1 3 15,3 2-7-15,-7-4 6 0,7 4-3 0,-4-5 1 16,4 5-2-16,-1-6 2 0,1 3-4 0,0 3-4 0,1-7 12 15,2 5-17-15,2-4-1 0,-1 4-1 0,2-2-6 16,1 0 4-16,6 1-4 0,-3-3-11 0,2 2-17 16,1 3-8-16,1-3-18 0,1 2-15 15,-1 1-14-15,3-2-11 0,-3 1-18 0,4-1-21 0,-5 3-20 16,5 0-27-16,-6 2-32 0,-1-1-26 0,1 0-20 16,-1 0-35-16,1 0-191 0,-5 2-526 0,0-2 234 15</inkml:trace>
  <inkml:trace contextRef="#ctx0" brushRef="#br0" timeOffset="69282.14">12483 7594 131 0,'1'-4'133'0,"-1"4"-9"16,3-3-9-16,-3 3-10 0,5-3-9 0,-5 3-8 15,1-5-2-15,2 1-13 0,-3 4 7 16,3-4 0-16,-3 4 2 0,4-5 8 0,-4 5-3 0,3-3 4 16,-2-1-1-16,-1 4 1 0,2-6-6 0,-2 6-2 15,2-6-6-15,0 0 1 0,-2 3-7 0,0 3 10 16,0-6-2-16,-2 1-6 0,0 1-5 0,2 4-7 15,-2-5-4-15,2 5-8 0,-4-6-3 0,0 3-6 16,4-1-9-16,0 4-2 0,-6-4-4 0,6 4-4 16,-6-2-2-16,6 2-4 0,-11 0 0 0,11 0-1 15,-8 3-2-15,4 0-6 0,-4 2 1 0,2 0 2 16,1 2-6-16,-1-1 4 0,-1 1-3 0,-2 1 1 16,2-1-5-16,2 3 3 0,-1-1 0 0,2-1 1 0,1 2-2 15,-1-3 1-15,4 1 2 0,0-2-1 16,4 4 1-16,0-3 0 0,5 1 1 0,0 0 1 15,3-1-2-15,6-1 3 0,1 0-3 0,4-1-17 16,-1-1-27-16,1-3-15 0,2 0-16 0,3-1-11 0,-3-1-3 16,-3-3-3-16,2 2 2 0,-1-2 9 15,-4 0 6-15,0-3-1 0,1 1 12 0,-9 2 2 16,-1-2 18-16,2-1 13 0,-6 2 22 0,-1-3 17 0,-2 2 15 16,0 0 9-16,-3 0 5 0,0-1 4 0,-2 2 5 15,-2-1 3-15,3-1-1 0,-5 5-6 0,-1-2-5 16,-2-1-5-16,-1 2-1 0,2 0-2 0,-4 2-6 15,1 1-3-15,0 0 2 0,-1 1-7 0,-2 0-2 16,6 4-3-16,-4 0-2 0,2-1-7 0,4-1 5 16,-5 3-5-16,4 1 4 0,0-3-2 0,3 5 2 15,0-3-4-15,1-1 2 0,-2 5-2 0,5-4 0 16,-1 1 2-16,1 0-2 0,1 1 0 0,0-3 2 16,3 1 0-16,0-1-2 0,0-1 0 0,3-1-3 15,-4-1 2-15,5 1-1 0,0-3-2 0,3 0-2 16,-3-2-6-16,3 0 9 0,0-2-3 0,0 0 1 15,1-2 2-15,-5-1 3 0,3 1 15 0,-5-2 13 16,6 2 19-16,-7 0 23 0,0 1 9 0,2-2 13 0,-2 1 3 16,-3 1 15-16,4-3-3 0,-2 3 7 15,-2 0 3-15,3-3-14 0,-2 4-8 0,-1 0-20 16,1 2-5-16,-2 2-13 0,1-8-7 0,-1 8-18 0,4-2-33 16,-4 2-20-16,0 0 2 0,0 0-10 0,0 0-8 15,7 10-18-15,-2-6-14 0,-2-2-14 0,1 3-19 16,0 2-32-16,0-1-25 0,0-2-30 0,3 5-26 15,0-3-45-15,-3-1-34 0,4 1-156 0,-4-3-481 16,3 1 213-16</inkml:trace>
  <inkml:trace contextRef="#ctx0" brushRef="#br0" timeOffset="70339.03">12934 7545 116 0,'2'-7'221'0,"-2"7"-5"0,2-3-18 15,-2 3-15-15,0 0-17 0,0-5-22 0,0 5-15 16,0 0-17-16,0 0-6 0,7 0-14 0,-7 0-12 0,8 5-5 16,-2 0-9-16,-2-2-5 0,1 2-5 0,2-1-6 15,1 2-7-15,-2 1-4 0,-1-2-2 16,2 4-3-16,1-1-2 0,-4-5-3 0,0 6-7 0,0-3-2 16,0-3-5-16,-1 6 2 0,-1-5 0 0,-1 1-4 15,-1-1-1-15,0 0-2 0,-3 0 0 0,0 0-3 16,1-2 2-16,2-2-3 0,-12 3 1 0,6-2-1 15,6-1-2-15,-11-1 2 0,11 1 2 0,-11-1-2 16,6-1 5-16,-1 0 1 0,2-2 0 0,4 4-2 16,-4-7-1-16,4 2 2 0,0 5-3 0,3-8-2 15,0 3 3-15,2 0-4 0,-1 2-2 0,8-2 4 16,-2-1 0-16,2 0-4 0,0 2-3 0,1 2 2 16,-1-1 0-16,-1-1 0 0,2 1-3 0,-2 2-4 15,0-1 6-15,-4 2 0 0,2 0-1 0,-2 0-2 16,-7 0 5-16,11-1-8 0,-3 2-8 0,-8-1 10 15,7 0 2-15,-7 0-4 0,0 0-2 0,8 0 4 16,-8 0-2-16,0 0 2 0,3 2-1 0,-3-2-1 0,1 6 6 16,-1-2-4-16,0-4 1 0,0 0 3 15,-1 6-3-15,1-6 0 0,1 5-2 0,-1-2 4 16,3 1 3-16,-3-4-3 0,4 4-2 0,1-1 1 0,-2-1 1 16,1 1-1-16,3-2-1 0,-1 0 6 0,-1 1-3 15,3 0 0-15,-1-2-1 0,-3 1 2 0,-4-1 0 16,16-1 2-16,-10-1-4 0,-6 2 2 0,8-3 2 15,-4-1-4-15,2 3 1 0,-4-3 1 0,-2 4 0 16,7-9 2-16,-6 4-1 0,2 3-2 0,-2-2 1 16,2-2-2-16,-3 0 4 0,0 3-1 0,2-1 5 15,-2-2 2-15,0 6 0 0,-2-6 2 0,2 6-6 16,2-5-4-16,-1 1 1 0,-1 4-9 0,0 0 6 16,0 0-1-16,0 0 2 0,0 0 3 0,0 0-5 15,0 0 1-15,-1 13-4 0,1-13 3 0,1 10-2 16,0-6 0-16,-1 1 3 0,2 2 0 0,-1-1-1 15,2-2 1-15,-2 3-1 0,1-3 1 0,0 0 2 16,0 0-2-16,-1 0-2 0,1 0 4 0,-2-4-1 0,2 5 4 16,-2-5 0-16,3 2 1 0,-3-2 2 0,0 0-4 15,0 0 1-15,0 0 0 0,0 0 1 16,9-6-2-16,-9 3-1 0,0 3-2 0,3-6 3 0,-2 2 0 16,2 2 11-16,-1-3 5 0,-2 5-3 0,2-8-1 15,1 5 1-15,-2 1-4 0,-1 2 0 0,6-5-1 16,-5 2-5-16,-1 3-4 0,3-5 4 0,-3 5-5 15,0 0 2-15,11 0-1 0,-11 0-2 0,13 3-1 16,-6-3-3-16,5 2-2 0,2 1-3 0,-1-2-6 16,-1 0-4-16,9 1-2 0,-1 0 0 0,0-1-4 15,0 0 2-15,10-1 0 0,-6 2 5 0,-1-2-1 16,-1-2 1-16,8 1 5 0,-8 0 1 0,0-1 0 16,-3-2-7-16,0-4 13 0,0 3 0 0,-4-4-3 15,0 0 6-15,-4 0-2 0,-3 0-2 0,0 0-3 16,0-1-3-16,-3 0-6 0,-2-1 12 0,-1 1-3 15,-2 0 7-15,0 1 10 0,-2-2 8 0,-2 5 6 16,0-2 1-16,0 2-1 0,-1 1-4 0,-1 3-4 0,-1-1-5 16,-5 1 2-16,1 2-8 0,-1 2 4 0,-1 2-3 15,0 2-1-15,-1 1 4 0,-2 4-3 16,-1 2-1-16,6 1 3 0,-3 2 1 0,1 4 6 0,0 3 6 16,6-4 4-16,-2 9 15 0,2-1 8 0,7 3 0 15,0-1 1-15,0 1-5 0,4-1-2 0,2-1-3 16,0 0-6-16,1-1-1 0,0-1-1 0,-3-6-4 15,8 5 0-15,-5-7-1 0,-1-3-3 0,-1 1-1 16,2-4-5-16,-1 0 0 0,0-4 2 0,-2 2-2 16,0-4-1-16,-1-1 9 15,0-3-13-15,-1 0-34 0,-2-2-55 0,0 0-65 16,8-7-66-16,-5 4-70 0,-3-8-152 0,-3 0-467 16,1-6 208-16</inkml:trace>
  <inkml:trace contextRef="#ctx0" brushRef="#br0" timeOffset="70510.89">13439 7387 215 0,'-1'-9'306'0,"-1"4"-19"0,0 0-24 16,0 1-23-16,1-1-25 0,-2 1-23 0,2 0-23 15,-1 0-40-15,2 4-62 0,-4-2-61 0,4 2-43 16,0 0-63-16,0 0-63 0,-10 10-136 0,8-5-323 0,-2 3 144 15</inkml:trace>
  <inkml:trace contextRef="#ctx0" brushRef="#br0" timeOffset="71557.67">12530 8399 105 0,'0'-5'336'0,"2"0"-17"0,-2 0-15 0,1 2-15 16,-1 3-18-16,3-5-19 0,-2 1-27 0,-1 4-23 0,4-5-26 15,-4 5-20-15,7-1-14 0,-7 1-13 0,12 5-14 16,-6 0-15-16,1-2-12 0,3 7-5 0,0-4-11 15,0 5-1-15,2-2-8 0,1 4-7 0,-2 1-8 16,1 0-13-16,-1 0-2 0,1 0-4 0,-5-2-5 16,1-2 0-16,-1-1-3 0,-2 0-5 0,0-1 1 15,0-2-8-15,-2-1 4 0,-2 1-1 0,2-3 1 16,-2 0 3-16,2-1 14 0,-3-2 14 0,0 0-15 16,0 0 0-16,0 0 0 0,0 0 12 0,-11-10 8 0,6 5 10 15,2-4 1-15,-1 0-6 0,0-2-1 0,4-1-13 16,0 1-1-16,0-4-14 0,4-1-8 15,0-1-19-15,4-1-21 0,-1 6-17 0,4-3-18 0,0 1-25 16,1 4-23-16,4-2-26 0,2 2-26 0,1 5-22 16,0 0-16-16,3 2-14 0,0 1-2 0,2 1-7 15,-3-1-5-15,2 2 8 0,1 3 12 0,-5-1 10 16,3 0 16-16,-7-1 23 0,0 1 9 0,-2 2 22 16,0-2 10-16,-5-1 19 0,1 0 25 0,-2 1 28 15,0-2 31-15,-7 0 30 0,5 1 15 0,-5-1 2 16,0 0 21-16,0 0 11 0,0 0 12 0,0 0 2 15,-16-5 12-15,8 2-3 0,1 0-3 0,0 2-7 16,-4 0-5-16,2 1-8 0,-3-1-8 0,-2 2-6 16,3 0-6-16,-3 0-5 0,2 5-4 0,0 0-1 15,0 0-8-15,0 2 0 0,2 0-5 0,-1 4-1 16,3-5-3-16,1 5-1 0,0-4-2 0,2 6-4 0,2-3 2 16,2-2 3-16,1 3-4 0,0-1-2 0,3-2-1 15,2-1 5-15,0-1-1 0,0-1-3 16,3 0-1-16,-3-1-2 0,6-3 3 0,-3 1-2 0,-1-2-2 15,5-2 1-15,-1 1-3 0,2-5 3 0,-1 1-1 16,-3-1 0-16,1-3 2 0,-1 2 5 0,1-5 14 16,-2 1 6-16,-1 2 8 0,1 0 11 0,-3-3 7 15,1 1 5-15,-3 5 1 0,1-4 5 0,-2 4 1 16,2 0-8-16,-1-2-1 0,-2 4-10 0,1-1-4 16,-1 0-12-16,-1 4-8 0,0 0-4 0,0 0-1 15,0 0-4-15,0 0-4 0,0 0-1 0,3 14-2 16,-2-9-5-16,2 1 3 0,-2 3 0 0,1 0-3 15,-1 3-11-15,3-2-4 0,0 0-9 0,4 2-9 16,-2-5-13-16,2 4-18 0,-4-2-23 0,3-1-20 16,2-2-24-16,2 2-21 0,-4-3-31 0,2-3-25 15,1 0-19-15,1-2-7 0,1-2-154 0,-5 1-408 0,4-3 182 16</inkml:trace>
  <inkml:trace contextRef="#ctx0" brushRef="#br0" timeOffset="72042">13311 8232 219 0,'-3'-13'257'0,"2"2"-4"0,-2-1 2 0,3 2-1 16,-4 4-8-16,4-2-13 0,-4 3-16 0,3-2-6 15,-2 2-31-15,1 2-16 0,-1-2-18 0,3 5-21 16,-4-5-15-16,4 5-10 0,0 0-17 0,-9 2-6 16,9-2-13-16,-4 6-1 0,1-1-9 0,2 2-11 15,1 2 2-15,-3 1 7 0,3 0-20 0,3 2 4 16,-2 1-7-16,1 1-2 0,2 2 0 0,0 2-3 0,0-1-2 15,2 1 1-15,0-3-5 0,2 3-5 0,1 0 2 16,0-1 3-16,1 1-6 0,1-1-3 16,-2-1-12-16,2-1 0 0,0 1-3 0,-4-5-3 0,3-2-2 15,0 0 4-15,-3-2-7 0,-1-1 0 0,0-2 0 16,2 1 0-16,-1-3 11 0,0 2-6 0,0-4 3 16,1 2-2-16,-8-2 4 0,11-3-1 0,-4 1 2 15,-1 0 3-15,0-1-5 0,-2 0 1 0,0-1 6 16,1-2 1-16,-2 3-7 0,1-1 8 0,0 0 3 15,-1 0 3-15,0 0 6 0,-1 0 5 0,1 2-1 16,-1-2-1-16,-2 4-1 0,0 0-5 0,4-5 0 16,-4 5-8-16,1-2-2 0,-1 2-2 0,0 0-1 15,0 0 7-15,0 0-9 0,0 0-4 0,0 0 4 16,0 12 3-16,0-12-3 0,0 8-2 0,4-2 2 16,-4-2 3-16,0 4-3 0,0-3 4 0,0 1-6 15,2-1 2-15,0 2 3 0,1-2 1 0,1 0 1 0,-1 0 3 16,2-1-1-16,-1 0 0 0,3-1-7 0,4-1 3 15,1 1-21-15,-1-3-29 0,4 0-27 0,-3-3-31 16,3 1-38-16,-1-1-34 0,1-1-49 0,-3 0-42 16,-1-1-180-16,0-1-487 0,-2-2 216 0</inkml:trace>
  <inkml:trace contextRef="#ctx0" brushRef="#br0" timeOffset="72245.11">13388 8306 230 0,'-5'-1'409'0,"-3"-3"2"0,5 2-9 16,-1-1-16-16,4 3-30 0,-8-5-28 0,8 0-29 0,0 5-32 15,4-8-30-15,0 2-23 0,2 2-24 16,3-1-17-16,1-2-21 0,2 3-39 0,0 0-40 16,7 1-56-16,0-2-51 0,-5 2-47 0,1 3-58 0,0-1-66 15,4-1-70-15,-5 3-313 0,-2-1-636 0,0 2 282 16</inkml:trace>
  <inkml:trace contextRef="#ctx0" brushRef="#br0" timeOffset="74458.1">10508 6709 34 0,'1'-5'337'16,"-1"5"-5"-16,-1-7-9 0,1 7-7 0,0-5-10 16,0 5-22-16,-1-4-20 0,1 4-25 0,0 0-19 15,1-4-34-15,-1 4-27 0,0 0-17 0,0 0-17 16,0 0-11-16,0 0-15 0,1 18-2 0,1-11-15 16,0 5-5-16,1-1-4 0,1 4-11 0,0 2-8 0,0 1-1 15,-1 2-12-15,1 1-2 0,-1 0-15 16,2 6-1-16,-2 1-1 0,1-8-1 0,-1 7-9 15,-1-6 4-15,4 0 2 0,-5-1-2 0,1 1-6 0,-1-2 2 16,2-2-24-16,-1 1-12 0,-2-6-25 0,2 1-12 16,2-2-30-16,-3 1-29 0,-1-5-36 0,4 1-40 15,-4-1-43-15,1-2-41 0,2-1-221 0,-3 0-543 16,0-4 240-16</inkml:trace>
  <inkml:trace contextRef="#ctx0" brushRef="#br0" timeOffset="75020.55">10461 6714 153 0,'2'-5'246'0,"-2"5"-7"0,1-3-7 15,-1 3-13-15,0-5-6 0,0 5-25 0,0 0-20 16,0 0-16-16,0 0-20 0,0 0-16 0,0 0-13 15,0 0-10-15,0 0-10 0,0 0-10 0,-9 10-3 16,6-4-8-16,2 1-8 0,-2-1-5 0,0 2-3 16,-1 1-5-16,3 0-5 0,-2-2-3 0,2 1-5 15,-3 0-2-15,2 1-5 0,-2 0 0 0,4-2-3 16,-4 0 1-16,4-2 0 0,-1 0-2 0,-2-1-3 0,3-4 0 16,0 6-4-16,0-3 7 0,0-3-3 0,0 0-1 15,0 0-4-15,0 0 3 0,0 0-2 16,18-9 0-16,-13 2-3 0,2 1-2 0,0-2 5 0,4-1-6 15,-2-6 2-15,0 6 0 0,1-3-1 0,-4 3 4 16,2-1 7-16,-4 3 13 0,3-1 5 0,-2-2 2 16,-1 2-2-16,0 2 0 0,2 3-4 0,-3-2 1 15,-1 1-11-15,1 0-6 0,-3 4-5 0,5-4-1 16,-5 4-2-16,0 0 2 0,11 7-2 0,-8-2-6 16,2 0 3-16,1 6-14 0,3-5-16 0,-3 4-23 15,2-2-20-15,4 6-28 0,-4-4-29 0,6 3-34 16,-3-3-36-16,-2-2-47 0,1 2-169 0,2 0-448 15,-1-2 198-15</inkml:trace>
  <inkml:trace contextRef="#ctx0" brushRef="#br0" timeOffset="75971.46">8883 6875 47 0,'0'0'312'0,"0"0"-18"0,0-5-17 0,0 5-28 15,0 0-25-15,-2-3-28 0,2 3-22 0,0 0-20 0,0 0-16 16,0 0-17-16,0 0-13 0,3 13-11 0,-3-5-8 16,4 3-11-16,-1-2-10 0,-2 5-6 15,0 0-7-15,2 4-5 0,-2 3-2 0,2-2-6 0,1 1-6 16,0 1 0-16,-2-1-3 0,-1 1-8 0,2-2 3 15,2 0-9-15,-1 0 4 0,-2-1-3 0,2-1-1 16,-3-3 1-16,2-1 1 0,-2 0-7 16,2-2-2-16,1 1-13 0,-3-2-39 0,1-2-34 0,-1-1-36 15,3 0-33-15,-1-3-36 0,-2-1-46 0,0 1-179 16,-1-4-435-16,3 3 192 0</inkml:trace>
  <inkml:trace contextRef="#ctx0" brushRef="#br0" timeOffset="76455.78">8832 6835 190 0,'0'-4'173'16,"0"4"-25"-16,0 0-15 0,0 0-12 0,0 0-10 15,0 0-13-15,-7 15-17 0,6-10-2 0,-2 2-8 16,-1 4-5-16,4-6-8 0,-1 3-5 0,-3 2-9 15,1 1 2-15,-1-3-10 0,1 2-11 0,-1-2 6 16,1-1-3-16,2-1-2 0,-1 1-3 0,0-3-3 16,-1 1 0-16,1-1 2 0,0 0-3 0,2-4 20 15,0 5 27-15,0-5 21 0,0 0 0 0,0 0-4 16,0 0-8-16,0 0-10 0,0 0-3 0,2-16-6 16,3 9 1-16,0-2-8 0,-2 0 1 0,1 0 3 15,3-2 2-15,-3 2 6 0,-1-2 3 0,2 3-5 16,1 1 2-16,-5 1-3 0,3-1-3 0,-3 2-7 15,4 1-8-15,-4 0-6 0,-1 4-4 0,3-3-4 0,-3 3-2 16,5-2-6-16,-5 2-4 0,12 7 2 16,-5-2-4-16,-1 0-12 0,3 3-21 0,2 0-20 15,4 3-21-15,-2 0-33 0,4 0-29 0,0 1-41 16,1 0-19-16,4 0-45 0,-2-3-156 0,10 2-415 0,-11-5 184 16</inkml:trace>
  <inkml:trace contextRef="#ctx0" brushRef="#br0" timeOffset="93163.53">9203 10858 162 0,'-12'-6'320'0,"3"2"-8"16,-4 0-8-16,3 0 3 0,0-1 2 0,3 1-2 15,0 3-2-15,1 0-17 0,6 1-17 0,-8-1-23 16,3-2-21-16,5 3-22 0,0 0-22 0,-5-1-23 16,5 1-14-16,0 0-16 0,0 0-12 0,0 0-14 15,0 0-8-15,16 10 2 0,-2-7-16 0,6 3-10 16,10-3-3-16,7 2-7 0,1-3-4 0,19 0-6 16,-16 1-3-16,15-1-9 0,5 0-3 0,-4-4-3 15,0 1-5-15,-4 1-15 0,-13 0-26 0,2 0-24 16,-4 3-31-16,-1-5-24 0,-5 6-25 0,-2-2-24 15,-8 2-36-15,-7-2-37 0,-3-1-37 0,-1 3-26 0,-2-3-12 16,-4 3-10-16,-4-2-242 0,-1-2-584 0,0 0 259 16</inkml:trace>
  <inkml:trace contextRef="#ctx0" brushRef="#br0" timeOffset="93569.74">9134 11001 116 0,'-4'-5'322'0,"3"0"-19"0,-2 4-9 0,3 1-10 0,-3-5-15 16,3 5-22-16,-1-5-22 0,1 5-24 0,-1-4-24 16,1 4-21-16,0 0-15 0,0 0-19 0,0 0-12 15,0 0-13-15,23 7-5 0,-14-1-15 0,3 1-8 16,-1 3-7-16,2 1-4 0,4 2-6 0,-3-1-2 16,6 7-11-16,-4-4-1 0,5 4-4 0,-3 1-3 15,-5-2-3-15,9 3-5 0,-3-1-2 0,-4-3 9 16,3 3-11-16,-5-3 4 0,2 0-9 0,0-2 0 15,0 0-3-15,-1 1-5 0,-1-2-18 0,2-1-5 16,-1-2-14-16,-2 0-22 0,-5-4-26 0,5 3-25 16,-1-4-25-16,0 0-38 0,0-2-44 0,1-1-30 15,-4-1-228-15,-1-2-508 0,2 0 226 0</inkml:trace>
  <inkml:trace contextRef="#ctx0" brushRef="#br0" timeOffset="93913.45">9841 10899 60 0,'3'-5'292'15,"0"0"-7"-15,-2 1-10 0,2 1-13 0,1-3-15 16,-4 3-21-16,0 3-27 0,4-3-21 0,-4-1-20 15,0 4-21-15,0 0-18 0,0 0-8 0,0 0-12 16,0 0-14-16,4 12-8 0,-4-4-3 0,0 2-10 16,-1 2 2-16,-1 1-11 0,-2 3-7 0,-1 5-1 15,-3 6-4-15,-3-3 9 0,0 3-14 0,0 0 4 16,-2 0-6-16,-1 1-1 0,-4 0-1 0,3 0-4 0,-1-2-2 16,-2 1-5-16,1-3 2 0,2-1 0 15,0 1-4-15,5-7-2 0,-3 1-2 0,2 1-3 16,2-3-2-16,1-1-10 0,0 1-24 0,1-6-22 0,2 0-30 15,2 0-31-15,2-1-44 0,1-1-46 0,4-3-55 16,0 0-221-16,4 0-509 0,-1-2 226 0</inkml:trace>
  <inkml:trace contextRef="#ctx0" brushRef="#br0" timeOffset="94538.44">9905 11438 11 0,'0'0'328'0,"0"0"-19"0,-6-5-18 15,6 5-21-15,-2-3-27 0,2 3-20 0,0 0-28 16,0-5-17-16,0 5-25 0,0 0-11 0,0 0-20 16,0 0-13-16,0 0-12 0,0 0-4 0,-4 15-12 15,4-10-9-15,0 0-9 0,-3 3-6 0,2 4-6 16,-2-3 4-16,2 4-14 0,-2 1-1 0,2-2 1 16,-1-2-9-16,0 3-4 0,0-2-4 0,2-1-4 15,0-1 1-15,-4-1-2 0,4 2-7 0,0-2 1 16,0-3-11-16,0 0 0 0,0-1-2 0,0 0 5 15,0-4 1-15,3 3 0 0,-3-3 1 0,7 1-3 16,-7-1 0-16,12-3-6 0,-5 1 8 0,5-4-6 16,-2 3 5-16,-2-4-4 0,4 4 4 0,-1-3-3 15,-3 2-1-15,4 1-3 0,-3-2 4 0,2 0 1 0,-1 2-2 16,-3 1 0-16,1 0-6 0,-1 1 1 0,0 1-3 16,0-2 2-16,-1 4-4 0,1-1 5 15,1 0 1-15,-2 2-1 0,1 0 2 0,0 2 0 0,0-2-2 16,-1 2 3-16,2-1-4 0,-2 0 3 0,-1 0 2 15,3 0-1-15,-4 2 3 0,2-5-1 0,-1 3 0 16,2-2 14-16,1-1 16 0,-4-1 6 0,2 1 19 16,-6-1 8-16,12-2-1 0,-8 0 5 0,3-2-3 15,-2 1 16-15,-1-4 3 0,0 1-19 0,2-3 6 16,-2 0-9-16,1-1-1 0,-3 0-12 0,2-1-4 16,-3 1-2-16,0 0-8 0,-1 0-1 0,-1 1-6 15,1-2-8-15,-1 2-25 0,-3 1-27 0,2 2-26 16,1 0-27-16,-4 0-32 0,1 1-39 0,-1 2-46 15,1 0-54-15,0 1-49 0,0-1-245 0,4 3-597 16,-8-4 264-16</inkml:trace>
  <inkml:trace contextRef="#ctx0" brushRef="#br0" timeOffset="94913.4">10490 10890 90 0,'4'-13'359'15,"-1"3"-6"-15,0 2-15 0,-1 2-1 0,0-1-11 16,1 0-21-16,-3 2-26 0,1 0-34 0,-1 1-30 0,0 4-23 15,3-4-29-15,-3 4-15 0,0 0-23 16,0 0-8-16,8 13-16 0,-7-5-10 0,2 4-4 16,2 0-14-16,-3 5-6 0,2 1-10 0,0-1-2 0,0 4 0 15,0-1-13-15,1 2-5 0,1 5-2 0,-1-6-3 16,-5-1 2-16,3 0-1 0,2 6-7 0,-2-7 10 16,0-1-13-16,2 1-17 0,-1-2-32 0,-4 0-23 15,2-4-16-15,-1-3-23 0,-1 0-22 0,1 0-35 16,1-2-34-16,-2-2-29 0,4 1-40 0,-4-4-31 15,0 1-236-15,0-4-557 0,0 0 247 0</inkml:trace>
  <inkml:trace contextRef="#ctx0" brushRef="#br0" timeOffset="95163.38">10308 10847 290 0,'-7'-10'411'16,"3"2"6"-16,-1-1-8 0,2 1-20 0,0 4-19 16,0-2-23-16,1-2-24 0,2 2-27 0,0-1-29 0,1 0-27 15,0 0-30-15,6-1-22 0,0 0-20 0,7 0-14 16,-1-1-18-16,6 0-16 0,3 0-14 0,-1 4-21 16,11-2-25-16,-2 2-31 0,-3 0-20 0,5 3-33 15,-3 1-31-15,1-2-25 0,-7 3-30 0,2 1-29 16,-6-1-33-16,0 4-43 0,-4-3-49 0,0 3-42 15,-3 0-43-15,0 0-203 0,-3 3-598 0,0 0 265 16</inkml:trace>
  <inkml:trace contextRef="#ctx0" brushRef="#br0" timeOffset="95538.34">10717 11029 59 0,'3'-2'188'0,"4"0"-15"0,1-1-16 16,-1 3-22-16,4-1-9 0,-3 2-11 0,4 2-13 15,-1 1-9-15,2 0-11 0,1 3-13 0,2 2-3 16,-2 2-8-16,4 0-6 0,-7 0-3 0,1 3-2 15,0 2-10-15,0 2-1 0,-2-3-8 0,-1-1 5 16,-2 1-15-16,-3 2 4 0,-1-5 2 0,-2 0-6 16,2 0 4-16,-4-2-7 0,1-1 22 0,-2-1 19 0,-2-2 7 15,0 1 18-15,0-4 14 0,-1 1 10 16,-2-1 12-16,3-2 16 0,4-1 2 0,-10 0-1 16,10 0-16-16,-8-8-4 0,4 3-15 0,-1-2-8 0,3-2-12 15,2-4-7-15,6 0-30 0,-2-4-17 0,3-1-20 16,2 1-33-16,6 0-33 0,0 3-28 0,7-4-29 15,1 3-26-15,-4 3-24 0,7-2-13 0,-6 4-14 16,2 2-14-16,1 1-10 0,-1 4-117 0,-1-2-363 16,0 2 160-16</inkml:trace>
  <inkml:trace contextRef="#ctx0" brushRef="#br0" timeOffset="96303.89">11272 11076 42 0,'0'0'157'0,"-12"1"2"16,5-1 11-16,-1 0-6 0,-3 0 3 0,0-1-8 15,-1 2 2-15,1-1-11 0,-1 0-12 0,0 1-12 16,-2 2-10-16,3 0-15 0,-1 0-12 0,-3 0-6 16,4 2-9-16,-1 0-8 0,1 2-11 0,1-1-2 0,1 2-5 15,1 1-5-15,2 0-2 0,2 2-4 16,0 0-8-16,1-3 1 0,3 5-2 0,2-2 0 16,3 0-1-16,-2 0-6 0,4-2 2 0,1 0-4 0,3 0-1 15,1-4-1-15,0 3-3 0,-2-4 3 0,4 1 0 16,-1-2-4-16,1-3 1 0,0 0-3 15,-3-2-2-15,3-1 2 0,-3-3-3 0,-1 0 2 0,-2-2-2 16,1 0 1-16,-3 1-1 0,-1-4 0 0,1 1 7 16,-4 0 17-16,2-1 22 0,-3-2 10 0,1 4 21 15,-1-4-2-15,1 3 6 0,-2 1 8 0,0 1-3 16,0 2-6-16,-2 1-4 0,2-2-17 0,0 4-2 16,2-2-9-16,-2 5-10 0,0-5-12 0,0 5-10 15,0 0-2-15,0 0-4 0,0 0-5 0,0 0-4 16,0 0 0-16,2 13-23 0,1-8-5 0,1 3-7 15,-2 2 1-15,0-1-10 0,4 3-8 0,-2-3-3 16,-2 1-10-16,4 1-13 0,-2-3-9 0,0 1-9 0,0-2-9 16,0-1-2-16,1-1-6 0,-3 1-3 15,6-4-1-15,-6 0-2 0,3 0 4 0,-5-2 2 16,11-2 8-16,-11 2 1 0,8-4 16 0,-4-1 4 0,2 1 6 16,-1-3 10-16,2-1 8 0,1 0 2 0,-1 0 13 15,-2-3 22-15,2 1 14 0,0 1 16 0,-2-2 18 16,-1 4 10-16,0-2 7 0,2 0 4 0,-3 3 6 15,-1 1 1-15,0-1-4 0,1 1 0 0,-2 2-7 16,0 0-11-16,-1 3-8 0,4-4-4 0,-4 4-1 16,0 0-4-16,0 0 2 0,0 0-7 0,7 8 3 15,-6-3-6-15,1 2-4 0,2 0 1 0,-3 4-1 16,2-1-1-16,1-1-1 0,-3 2 2 0,2 0-2 16,0-3 3-16,1 3-4 0,1-3-3 0,-3 2 4 15,2-4-4-15,-2-2-1 0,3-1-1 0,0 2 3 16,-3 0-1-16,4-4-3 0,-2 0 3 0,-4-1-1 15,11-2 0-15,-7-1 1 0,-1-1 0 0,4 0 2 0,-3-1 0 16,3-4-1-16,-2 3 3 0,-1-2 13 0,3-2 16 16,1 2 13-16,-4 3 6 0,2-4 11 15,-2 3 15-15,0-2-1 0,-1 2 8 0,3-1-5 0,-3 1-2 16,0 2-3-16,-1-1-6 0,3 1-11 0,-1 0 0 16,-3 1-6-16,3 1-9 0,-4 2-13 0,9-4 3 15,-4 4-9-15,-5 0-8 0,11 3-3 0,-6 0 7 16,2-1-9-16,1 2 0 0,0 1-4 0,4 0 5 15,-1 3-2-15,3-1-12 0,-3-2-9 0,0 2-32 16,1 1-17-16,0-5-26 0,-1 4-36 0,0-2-40 16,-2-1-50-16,1-3-50 0,-2 0-45 0,-2-1-192 15,-6 0-535-15,10-3 236 0</inkml:trace>
  <inkml:trace contextRef="#ctx0" brushRef="#br0" timeOffset="96475.75">11591 10770 43 0,'-2'-6'261'0,"-2"1"-28"15,3 0-21-15,-2 2-22 0,0-1-24 0,3 4-30 16,-1-4-36-16,1 4-31 0,0 0-37 0,0 0-45 16,0 0-60-16,0 0-153 0,12 8-246 0,-5-6 109 15</inkml:trace>
  <inkml:trace contextRef="#ctx0" brushRef="#br0" timeOffset="97502.33">11877 10686 191 0,'7'7'217'0,"-3"-3"2"0,2 5-10 0,1 0-20 0,2 2-7 15,1 4-12-15,-1 2-2 0,5 1-8 0,2 9-4 16,3-1-12-16,-5 0-12 0,3 1-13 0,1-1-11 16,-3 2-12-16,-1 1-10 0,-1-4-8 0,-2 0-8 15,4 0-5-15,-7-5-6 0,-4-2-10 0,1 1 0 16,-3-1-3-16,-2-3-5 0,0-1-3 0,0-4 7 16,-4 2 6-16,-3-4 5 0,-1 0 7 0,-4 0 1 15,-2-2 3-15,-1 0 5 0,2-3 2 0,-5 0 9 16,3-2-2-16,3-1 21 0,-3 1 5 0,5-2-1 15,0 0 4-15,4-2 2 0,-2 1-6 0,2-1 0 16,1-1-16-16,2 0-10 0,3 0-14 0,4 0-19 16,2 0-12-16,5-2-17 0,2 0-23 0,9 1-15 15,5-3 4-15,3 3-27 0,0 0-14 0,0 0-7 0,1 0-8 16,-2 2-16-16,1 1-7 0,0-2-14 16,2-1-16-16,-7 2-15 0,-2 0-11 0,-1 0-14 15,1 0-4-15,-2-2-6 0,-3 0-2 0,1-2 8 0,-2 1 5 16,-2 1 10-16,-6 0 10 0,0-3 20 0,0 3 10 15,-4-2 16-15,2 1 28 0,-4 0 22 0,-2-1 28 16,2 3 13-16,-3 0 26 0,2 0 13 0,-2 0 10 16,0 4 3-16,3-7-5 0,-3 7-7 0,-3-5-3 15,3 5-9-15,0 0-1 0,0 0-2 0,0 0-1 16,0 0-5-16,0 0 0 0,-6 15 0 0,6-12 1 16,0 3 0-16,1 1-3 0,-1 3 0 0,3-2-4 15,2 2 4-15,1-1-3 0,-5 1 6 0,3 0-6 16,0 1 1-16,5-2 1 0,-3 2-2 0,-2-6 3 15,2 1-6-15,-1 1 3 0,-1-3 1 0,2 0 0 16,0 0 1-16,-3-1 1 0,4-1 2 0,-7-2 7 16,5 0 3-16,-5 0 5 0,0 0 2 0,7-8 1 0,-7 4 1 15,0-1-3-15,3-2 1 0,-6 0-1 0,2 1 8 16,0-5 4-16,-4 1 6 0,1 0 5 16,0-1-2-16,-1 0 5 0,-2 2-3 0,0-1 2 0,3 0 0 15,0-1 1-15,-3 4-3 0,3-2-7 0,0 1-4 16,0 3 3-16,1-2-3 0,-1 0 4 0,4 5-5 15,-1-5 3-15,-2 2-13 0,3 1-4 0,0 4-5 16,0 0-3-16,3-2-2 0,-3 2-2 0,8-2 2 16,-8 2-1-16,15 2-2 0,-8 0-5 0,4 1-2 15,1 3 10-15,0-1-13 0,0 0 2 0,5 5-9 16,-4-4 1-16,1 0 10 0,0 2-12 0,2 4-2 16,-4-5-5-16,3 3-1 0,0 1-3 0,-3-3-7 15,-1 3-6-15,-4-1-1 0,2-1-1 0,0-1 0 0,-4 2 2 16,-4-4 0-16,5 2 4 0,-3-2 3 15,-2 1 3-15,-1-1-2 0,0-2 4 0,0 1 5 16,0-1-2-16,0-4 4 0,0 4 2 0,0-4 2 0,0 0 9 16,0 0 11-16,0 0 13 0,0 0 6 0,-11-13-2 15,11 9 16-15,-1-3 3 0,1-3-6 0,0 0 3 16,1-1 7-16,0-1-5 0,4 1 0 0,-1-2-8 16,2 0-3-16,-2 0 3 0,6-2 0 0,-6 4-1 15,4-1-2-15,0 2-5 0,-2-2-2 0,1 6-4 31,2-2-6-31,-4 3-2 0,2 1-1 0,0-1-4 16,1 0 9-16,0 3-19 0,-1 2-1 0,1 0 1 0,1 3 2 16,0 4-3-16,-1-2-3 0,3 1 5 0,-4 4-3 0,2-2-6 0,-2 5 4 15,0-2-2-15,0 1 13 0,-2 1-14 0,1 4-8 16,-5-3-16-16,3-1-21 0,-4 0-16 0,3 1-18 16,-3-1-34-16,-3 0-38 0,3-2-42 0,0 2-59 0,0-5-55 15,-1 2-182-15,-2-4-534 0,2 1 237 16</inkml:trace>
  <inkml:trace contextRef="#ctx0" brushRef="#br0" timeOffset="97783.55">13267 10726 321 0,'-1'-6'399'0,"-2"1"-5"0,3 0-16 16,-1 2-24-16,1 3-43 0,-3-5-26 0,3 5-48 16,0-4-25-16,0 4-21 0,0 0-24 0,0 0-12 15,-2 15-23-15,4-4-12 0,0 5-10 0,-2 3-7 16,-2 1-11-16,4 7-8 0,-1 1-7 0,0 0-9 0,-1 3-6 16,3-5-1-16,1 7-6 0,2 1-11 15,-5-2-5-15,7-1 3 0,-1 1-8 0,1-1 3 16,0-3-25-16,2 0-26 0,-2-9-21 0,0-1-18 0,3-1-28 15,1-2-31-15,-1-2-47 0,0-4-63 0,1-1-57 16,2-2-76-16,1-5-190 0,-3 0-589 0,0-2 260 16</inkml:trace>
  <inkml:trace contextRef="#ctx0" brushRef="#br0" timeOffset="98267.88">13559 10876 45 0,'-3'-5'256'0,"2"3"-25"0,1 2-29 0,-3-5-21 16,3 5-16-16,0 0-20 0,0 0-14 16,0 0-15-16,-6 12-9 0,6-5-11 0,0 3-12 15,0 1-3-15,0 2-7 0,3 0-6 0,-3 0-7 0,4 5-8 16,-1 1-3-16,1-3-5 0,0 1-1 0,-1-3-7 16,1-3-1-16,-2 2-5 0,4 0-3 0,-5-1-5 15,3-2 2-15,-1-1-1 0,-1-2-3 0,0-1-3 16,0-1 1-16,-1-1 1 0,3-1-3 0,-4-3-3 15,0 0 0-15,8-2-3 0,-8 2-2 0,10-8 1 16,-7 3-1-16,2-4 3 0,3-1 2 0,-4 0 22 16,2-2 10-16,2 2 8 0,-3-1 4 0,3-1 8 15,-2 2 17-15,-1 2 1 0,1 2-7 0,-4 0 4 16,1-2-10-16,5 5-8 0,-4-1-11 0,2 2-5 16,-1 1-6-16,1-1-2 0,-6 2-8 0,16 4-1 15,-5-1-4-15,0 0-3 0,-2 2-6 0,1 3 5 16,2-3-7-16,0 4-2 0,2 0-2 0,-2 0 4 0,-1 0-10 15,1-3 10-15,-1 3-9 0,0-3 4 16,0 0 0-16,-6-2 3 0,1 0-2 0,2-3 8 16,-4 0 17-16,5-1 7 0,-9 0 0 0,10-4-3 0,-4 0-1 15,-4-1-5-15,1-1-2 0,0-1-3 0,-2-3 7 16,-1 0-10-16,0-2-9 0,0-3 3 0,-4 3-11 16,3-5 4-16,-3-2-12 0,-2 1-18 0,-1 0-30 15,-1-1-23-15,0-1-28 0,4 3-34 0,-6-1-42 16,5-2-56-16,-5 2-54 0,5 3-247 0,-5 0-574 15,6 3 253-15</inkml:trace>
  <inkml:trace contextRef="#ctx0" brushRef="#br0" timeOffset="98549.1">13916 10670 146 0,'0'0'329'0,"0"0"-31"0,0 0-30 0,0 0-30 16,0 0-6-16,0 0-4 0,0 0-10 0,13 13-8 0,-4-5-12 15,1 0-15-15,3 5-14 0,3 0-3 0,0 2-11 16,3 7-16-16,2 3-5 0,0-2-13 0,-2 1-11 16,-3 0-14-16,6-2-8 0,-5 4-8 0,1-2-4 15,1-4 3-15,-5 6-31 0,-2 0 3 0,-1-2-2 16,-4-4-10-16,-2 1 0 0,3 6-3 0,-6-7-5 15,-4 6-18-15,2-4-9 0,-8-2-29 0,-3 4-20 16,-4-1-34-16,-5-2-35 0,-3 1-54 0,-6-3-65 16,2 0-80-16,0-2-236 0,-3-2-595 0,4-4 263 15</inkml:trace>
  <inkml:trace contextRef="#ctx0" brushRef="#br0" timeOffset="99002.26">15076 10780 281 0,'-5'-4'361'16,"1"0"-7"-16,0 2-13 0,0-4-12 0,2 3-12 16,-2-1-18-16,4 4-14 0,-4-4-13 0,0 2-19 15,4 2-28-15,0 0-17 0,0 0-17 0,4-8-22 16,-4 8-22-16,0 0-12 0,0 0-14 0,0 0-19 16,11 1-13-16,2-1-39 0,3 2-38 0,4-1-46 15,1 0-27-15,0 0-35 0,2 2-39 0,-1 1-49 16,-1-3-50-16,0 4-55 0,2-1-296 0,-5 0-634 15,-7-4 281-15</inkml:trace>
  <inkml:trace contextRef="#ctx0" brushRef="#br0" timeOffset="99174.12">15130 10930 60 0,'-6'4'191'15,"-1"-2"-7"-15,4-1-2 0,3-1 19 0,-2 6 14 16,2-6 3-16,0 0-12 0,8 6-18 0,0-6-18 15,7 3-26-15,-1-2-5 0,7-2-24 0,5-1-23 16,3 2-46-16,3-1-49 0,5 1-62 0,1-4-64 16,-1 3-77-16,-1-1-119 0,3 0-352 0,-4-1 156 15</inkml:trace>
  <inkml:trace contextRef="#ctx0" brushRef="#br0" timeOffset="99627.2">15773 10490 270 0,'-4'-10'383'0,"0"2"-15"0,2 0-29 0,-2 0-23 16,4 2-16-16,-4-1-19 0,5 2-21 0,-1-1-29 0,3-1-25 15,0 3-23-15,1 1-17 0,3-1-22 16,5 3-9-16,2-2-18 0,5 4-8 0,0 3-19 16,5 0-5-16,3 4-10 0,5-1-7 0,-1 5-7 0,0-2-10 15,-2 3-4-15,-2 0-5 0,2 0-6 0,-4 3-6 16,-7-5 3-16,3 1-8 0,-4 0-1 0,2 0-7 16,-4 1-2-16,-1-5 1 0,-5 2-7 0,2-1-2 15,-4 3-1-15,1-6-3 0,-2 6 1 0,-3-5 0 16,-1 3-2-16,-3-4 11 0,0 3 8 0,-5 1-2 15,2 3 7-15,-6-4 6 0,0 1-4 0,-3 1 1 16,-2 1-3-16,0 1 3 0,2-3-4 0,-1 1-3 16,3 2-7-16,-4 3 3 0,4-5-4 0,3 1 2 0,-1 5-2 15,1-2-6-15,3-3 2 0,-1 5-2 16,3-3-15-16,1 3-22 0,2-1-23 0,3-3-19 16,0 5-39-16,2 0-3 0,1-5-66 0,4 5-55 0,3-2-89 15,2 9-313-15,0-10-688 0,-3-1 304 0</inkml:trace>
  <inkml:trace contextRef="#ctx0" brushRef="#br0" timeOffset="99955.33">16165 11342 185 0,'0'0'317'0,"0"0"-23"0,0 0-22 0,0 0-28 0,-2 5-24 16,2-5-21-16,0 0-19 0,0 0-16 0,0 0-15 15,0 0-12-15,0 6-13 0,0-1-11 16,0-5-11-16,2 6-13 0,-2-6-9 0,2 6-3 0,-2-2-7 16,3-1-4-16,-3-3-6 0,4 6-6 0,0-3-1 15,-1 0 6-15,4-1 6 0,-3-1 3 0,1 1-11 16,-5-2 3-16,13 0-1 0,-13 0 6 0,13-3 6 15,-6 1 6-15,0 0 0 0,0-1 1 0,-1 0 2 16,0 0-4-16,-1-2-6 0,-1 0-4 0,0 0-4 16,-1 0-15-16,-3-3-17 0,2 3-23 0,-5 0-33 15,0-4-35-15,-2 4-41 0,-4-3-59 0,-4 3-93 16,2 1-108-16,-9-4-215 0,2 0-623 0,-5 1 276 16</inkml:trace>
  <inkml:trace contextRef="#ctx0" brushRef="#br0" timeOffset="107053.88">17738 4760 159 0,'3'-10'253'15,"-2"-1"-22"-15,-1 1-16 0,0 2-18 0,3 1-16 16,-3-1-16-16,0 1-13 0,-1-1-13 0,-1 3-17 15,1 2-15-15,-2 0-15 0,-1-1-9 0,4 4-7 0,-15 4-9 16,4 1-7-16,-1 1-8 0,-3 5-7 0,-5 2-4 16,-4 4-3-16,-3 2-7 0,-4 4 0 15,1 0-2-15,-1 1-4 0,-14 9-2 0,4 3-2 16,-1 2-3-16,-1-4 0 0,3-3-1 0,1 5-2 0,6-11-1 16,-6 10 0-16,9-11-2 0,1 0 1 0,2 0 0 15,-2 1-3-15,6-3 1 0,-1 0-2 0,3-2-3 16,6-4 2-16,3-2 1 0,-3 1 1 0,8-5-1 15,-5 0-1-15,7-1-7 0,-3-1-28 0,6-2-17 16,-1 2-32-16,5-4-42 0,-1 0-42 0,3-2-61 16,2 4-147-16,-1-5-397 0,7-1 175 0</inkml:trace>
  <inkml:trace contextRef="#ctx0" brushRef="#br0" timeOffset="107633.5">16996 5100 225 0,'0'0'219'0,"1"-5"-18"0,-1 5-23 15,0 0-20-15,1-2-19 0,-1 2-12 0,0 0-20 16,0 0-10-16,0 0-12 0,0 0-8 0,0 0-7 16,0 14-8-16,-1-9-5 0,0 5-8 0,-1-2-6 15,2 2-3-15,-4 3-3 0,3-5-9 0,-4 5 0 16,3 4-1-16,-1-3-2 0,-1 0-5 0,0-2-1 15,4 2 0-15,-4-1-3 0,0-3-4 0,0 1 2 16,1 1-1-16,-1-3 1 0,3 1-5 0,-2-4 2 0,2 1-2 16,-1-2 0-16,1-2 1 0,1 0-1 15,0-3 25-15,-1 7 12 0,2-3 15 0,-1-4 6 16,0 0 1-16,6 1-4 0,-6-1-3 0,10 0-5 0,-10 0-13 16,18-1 0-16,-7-3-5 0,0 4-4 0,2-2-4 15,2 2-1-15,0 2-4 0,4-2-6 0,2 0 1 16,-2 4 0-16,0-2-3 0,-5 0-4 15,0-1 0-15,0 3-1 0,1-2 0 0,-4 2-2 0,-3-2-6 16,1 0 4-16,-3-1-4 0,-1 1 5 0,1-2 1 16,-6 0 32-16,9 1 20 0,-6 0 30 0,-3-1 11 15,0 0-7-15,4-6-4 0,-7-1-9 0,0 1 4 16,-4-5 3-16,0 1-9 0,-4-4-3 0,-1 1-7 16,-1-4-6-16,-4-6-8 0,0 1-7 0,1 0-10 15,0-1-18-15,2 5-43 0,6-1-36 0,-2 2-30 16,1 2-42-16,1 2-70 0,5 0-93 0,0 2-302 15,3-2-642-15,3 3 284 0</inkml:trace>
  <inkml:trace contextRef="#ctx0" brushRef="#br0" timeOffset="138179.14">21760 3707 241 0,'1'-5'302'0,"-1"3"-21"15,2-4-27-15,-2 6-24 0,1-5-28 16,-1 5-21-16,0 0-17 0,0 0 5 0,0 0-1 0,6 18-8 16,-5-6-9-16,2-2-7 0,-2 3-16 0,3 6-11 15,-2-1-10-15,3 3-16 0,0 5-4 0,-2 1-9 16,-2-5-8-16,4 4-7 0,-3 0-8 0,2 1-1 16,-2-7-4-16,-2 9-5 0,1-9-9 0,2 7-2 15,-2 0 0-15,-1-7-3 0,3-1 1 0,-2 1-6 16,1-2-6-16,2 0-13 0,-3-4-18 0,0-2-12 15,2-1-13-15,-3 1-24 0,4-2-24 0,-2-2-36 16,0-1-37-16,1-3-64 0,1 0-71 0,0-1-176 16,1-1-507-16,-5-2 224 0</inkml:trace>
  <inkml:trace contextRef="#ctx0" brushRef="#br0" timeOffset="138522.85">21458 3710 29 0,'-3'-4'359'0,"3"1"-12"0,0 3-21 0,-4-6-16 16,4 6-19-16,0-4-22 0,0 4-15 0,-4-5-21 0,4 5-16 15,0 0-18-15,4-4-20 0,-4 4-23 0,15-2-20 16,-2 2-5-16,8 0-17 0,13 0-9 0,6 0-12 16,-1-1-5-16,18 1-11 0,-1-2-10 15,6 0-4-15,-1 2-4 0,0-1-9 0,-3 0-7 0,-16-2-2 16,12 2-3-16,-17 0-7 0,-1 0-8 0,-5-1 4 16,-8 4 3-16,-2-4-9 0,-6 1-15 0,-6 1-9 15,-1-1-24-15,0 1-31 0,-1-1-33 0,-7 1-46 16,4-3-61-16,-4 3-55 0,0 0-47 0,0 0-258 15,-31 0-604-15,20 3 268 0</inkml:trace>
  <inkml:trace contextRef="#ctx0" brushRef="#br0" timeOffset="139414.92">22656 4069 156 0,'7'-7'236'15,"0"6"-17"-15,1-1-21 0,2 0-16 0,1-2-16 16,10 2-14-16,1-1-11 0,8-1-15 0,2 0-10 16,1 3-5-16,3-2-13 0,-1 0-12 0,3 1-7 15,-4-2-8-15,2 3-6 0,-1-2-4 0,0 1-7 16,-13-1-9-16,4 2-1 0,-6-3-17 0,-1 4-36 15,2-1-46-15,-10 1-60 0,1-3-45 0,-4 2-189 32,-2 0-379-32,-2-1 168 0</inkml:trace>
  <inkml:trace contextRef="#ctx0" brushRef="#br0" timeOffset="139696.14">23117 3913 36 0,'0'0'268'0,"0"0"-29"0,0 0-24 0,0 0-19 16,0 0-21-16,0 0-17 0,3 4-18 0,-3-4-10 16,7 4-1-16,-3 0-3 0,3 1-12 0,4 0-10 15,-4 2-11-15,5 0-8 0,-1 1-6 0,5 2-7 16,-6-5-7-16,3 4-6 0,-2 0-11 0,5 3 0 15,-6-5-3-15,0 4-9 0,0-3-5 0,-3 4-2 16,0-1-4-16,-1 1-4 0,-4 0-5 0,-2-1 0 16,-4 7-2-16,0-5-17 0,-6 2-24 0,-6-1-25 15,2 2-26-15,-7 2-46 0,2-4-45 0,-6 2-56 16,-1-2-131-16,6-1-386 0,6-1 172 0</inkml:trace>
  <inkml:trace contextRef="#ctx0" brushRef="#br0" timeOffset="140383.67">23742 3759 184 0,'0'0'259'0,"0"0"-28"15,0 0-31-15,-2-5-19 0,2 5-21 0,0 0-15 0,0 0-16 16,0 0-11-16,-2 17-13 0,2-10-8 0,0 2-10 15,2 0-10-15,0 3-3 0,1 7-8 0,-1-5-9 16,5 2-3-16,-3-3-3 0,0 3-3 16,0 1-8-16,0-4-5 0,-1-2-3 0,-2 1-2 0,4-1-1 15,-4 0-7-15,2-1 4 0,-2-3-9 0,2 1 2 16,-2-4 1-16,1 0 2 0,-2 1 39 0,3-1 37 16,-3-4 52-16,0 4 16 0,0-4-9 0,0 0-6 15,0 0-8-15,6-17-2 0,-2 11 3 0,0-6-17 16,0 2-6-16,3-2-4 0,1 1 10 0,0-6-9 15,-1 7 1-15,5-4-11 0,-5 4-4 0,0 0-4 16,1 2-7-16,1-1-9 0,-3 1-9 0,-2 2-7 16,3 1-9-16,-3 1 1 0,0-2-18 0,-1 4-7 15,2 1-8-15,-5 1-4 0,11 0-5 0,-5 2-19 16,-1 5-21-16,4-1-7 0,-3 3-20 0,1 0-35 16,0 2-20-16,-2 1-18 0,4 4-10 0,-2-4-2 15,3 2-16-15,-6 3-6 0,1-4-13 0,2-3-26 16,-3 4-29-16,0-3-36 0,-1 2-41 0,4-5-253 0,-2-1-599 15,-1-4 266-15</inkml:trace>
  <inkml:trace contextRef="#ctx0" brushRef="#br0" timeOffset="140680.51">24170 3823 166 0,'0'0'202'0,"0"0"-26"0,0 0-17 15,0 0-14-15,0 0-19 0,-12 8-10 0,11 0-9 0,-2-3-5 16,2 5-8-16,-1-1-12 0,2 4-1 0,0-1-5 16,2-1-3-16,-1 2-7 0,3-1-4 0,1-1-3 15,-1 1-2-15,2-1-6 0,2-1 0 0,-2 0-4 16,0-2-1-16,4-2-7 0,0 2-2 0,0-1 2 16,-2-5 2-16,-1-1-7 0,0 1 2 0,4-4 4 15,-4 0 7-15,-2-1-2 0,1-2 4 0,-1-4-2 16,-1 2-2-16,0-6-8 0,-4 4 1 0,0-3-9 15,0 0 0-15,-5-1-7 0,1 1 1 0,-2 1-5 16,-1-2 0-16,-2-1-3 0,2 4 1 0,-4 0-21 16,4 2-25-16,-5 3-33 0,4-2-50 0,1 4-54 15,2 1-54-15,-1 1-161 0,6 1-414 0,0 0 184 16</inkml:trace>
  <inkml:trace contextRef="#ctx0" brushRef="#br0" timeOffset="141039.85">24544 3907 61 0,'0'0'262'0,"-4"-3"-23"0,4 3-31 0,0 0-18 16,0 0-24-16,0 0-17 0,0 0-19 0,0 0-12 15,0 0-7-15,0 0-15 0,0 0-7 0,-7 9-9 16,7-9-5-16,2 7-5 0,-2-3-11 0,0-4-3 16,2 6-2-16,-2-2-4 0,0-4-8 0,6 5-4 15,-5-2 0-15,-1-3-4 0,0 0-2 0,4 2 1 16,-1 1-1-16,-3-3 7 0,0 0 7 0,0 0 3 16,0 0 0-16,0 0 4 0,0 0-3 0,0 0-2 15,0 0-8-15,6-10-1 0,-6 10 3 0,-2-7-9 16,2 7-8-16,-4-5-2 0,1 2-2 0,3 3-4 15,-1-5-9-15,1 5-16 0,-1-4-26 0,1 4-30 16,-9-2-44-16,9 2-39 0,0 0-43 0,0 0-45 16,0 0-150-16,0 0-417 0,0 0 185 0</inkml:trace>
  <inkml:trace contextRef="#ctx0" brushRef="#br0" timeOffset="141742.9">25188 3906 5 0,'4'-3'301'0,"-4"3"-24"16,5-2-26-16,-5 2-25 0,0 0-26 0,0 0-22 0,0 0-21 15,0 0-15-15,0 0-15 0,-16 5-12 0,6-3-14 16,2 3-8-16,-3-1-10 0,2 1-6 15,-1 0-6-15,2 2-10 0,0-3-8 0,-1 2-2 16,0 0-7-16,4-1-5 0,1 2-4 0,-1-1-2 0,3 0-5 16,1 1-6-16,-1-1 1 0,1-2-1 0,5 7 1 15,1-8-5-15,-1 1 0 0,3 0 0 0,3 3-2 16,2-4-1-16,2 1-2 0,0-3 1 0,0 3-4 16,-1-3 0-16,1 1 1 0,0-2-3 0,-2 0 1 15,-2-3 0-15,-1 2 2 0,-1-2 2 0,-1 1 14 16,0-2 5-16,-3 2-2 0,-1-5-3 0,0 2-1 15,-3 1-6-15,-2-3-4 0,-2 1-3 0,-3-1 0 16,-1-3 0-16,-3 3-7 0,0 1 3 0,2-1-1 16,-5 0-1-16,3 2 3 0,2 0-4 0,-5-2 0 15,7 3 3-15,2 2-2 0,2-2 3 0,-1 1 0 16,-1-1-5-16,5 4-7 0,5-7-10 0,-1 2-9 16,0-1-16-16,9 0-19 0,4-3-17 0,12 0-35 15,-3-1-30-15,6-4-26 0,1 1-16 0,2-2-25 16,-1-2-2-16,2 0-6 0,14-6-109 0,-16 8-347 15,0-2 154-15,-3 2 1312 0,-1 0-890 0,-7-2 37 16,-5 3 36-16,-2-1 29 0,-2 2 32 0,-2-1 17 16,-4-3 31-16,-4 5 4 0,1 0 19 0,-3-1 4 15,-2 0-1-15,-1 0 1 0,0 1-2 0,-4 1-5 0,1 1-7 16,0 1-12-16,-1 3-12 0,-5-1-11 16,1 3-6-16,3 3-9 0,-7 1-5 0,3 5-9 15,1 1-2-15,-2 3-2 0,1 7-3 0,-1 2-7 16,3 10 2-16,2 0 0 0,3 5-4 0,3 4-4 0,5 13-1 15,2 0 0-15,1-11-2 0,4 12 1 0,3-1-2 16,-1-2-3-16,2 2 2 0,-2-1 2 16,-3 0 1-16,2-1-3 0,-2-11-2 0,-4 2-2 0,1-3 1 15,-4-4 0-15,-1 0-4 0,-3-1 0 0,0-6-17 16,-4-4-9-16,3-3-18 0,-6-2-20 0,0-3-15 16,3-3-14-16,-4-2-22 0,-1-4-29 0,0-3-31 15,1-1-40-15,-2-3-134 0,-3-3-373 0,3-1 165 16</inkml:trace>
  <inkml:trace contextRef="#ctx0" brushRef="#br0" timeOffset="141899.14">25570 4039 93 0,'0'-4'349'16,"-1"0"-24"-16,1 4-18 0,-2-6-17 0,1 3-7 15,1 3-34-15,0 0-20 0,3-6-26 0,-3 6-18 16,6-6-12-16,1 4-49 0,1 2-61 0,5-1-62 15,3 1-85-15,2 0-82 0,6-2-82 0,-4 1-148 16,14 1-429-16,-2-1 189 0</inkml:trace>
  <inkml:trace contextRef="#ctx0" brushRef="#br0" timeOffset="142268.97">26310 3726 270 0,'0'-5'309'0,"0"5"-27"0,0 0-26 16,0 0-30-16,4-4-19 0,-4 4-26 0,0 0-23 15,0 0-16-15,0 0-16 0,-3 16-10 0,3-8-13 16,0 3-10-16,0 2-9 0,3 0-8 0,-2 4-6 16,2 1-8-16,1 0-5 0,3 1-3 0,-2 1-5 15,2-2-6-15,2 1-1 0,2-2-5 0,-4-1-3 0,7 1-6 0,-5-3-10 0,1-1-24 16,-1-5-26-16,1 2-40 0,1-5-44 0,-2 0-61 15,2 1-57-15,-1-6-181 0,-3-1-449 0,5-3 199 16</inkml:trace>
  <inkml:trace contextRef="#ctx0" brushRef="#br0" timeOffset="143331.37">26613 3260 92 0,'0'-9'355'0,"0"3"-23"0,4 1-27 0,-4 0-32 16,2 0-23-16,-2 2-29 0,0 3-28 0,2-7-21 16,-2 7-18-16,0 0-16 0,0 0-13 0,0 0-9 0,8 16-15 15,-5-6-14-15,-2 3-7 0,2 4-9 16,1 3-7-16,-1 9 0 0,-2-3-8 0,-1 2-7 16,0 3-7-16,-1 0-1 0,1 0-7 0,-3 1-3 0,-1-3-1 15,4 1-1-15,-3 0-2 0,2 0-6 0,-2-2 0 16,-1 0-1-16,4-7-1 0,-6 4-3 15,4-4-1-15,2-1-2 0,-4-2 1 0,4-4-5 16,-1 1 1-16,1-1-1 0,1 0 3 0,1-6-5 0,0 5-3 16,6-3 10-16,-4-1-7 0,0-2 3 0,6-2-3 15,-2 1 1-15,6-1-1 0,-2-2-1 0,3-2 0 16,-1 0 1-16,5-2-3 0,-2 0-2 0,-2-2 1 16,4-2-5-16,2 0 0 0,-4-5-3 0,0 2-8 15,0-2 4-15,-2 1-9 0,0-3 0 0,-2-1 4 16,-7 5 0-16,2-4-1 0,-1 1 0 0,-4 0 1 15,-2-1 2-15,2 1-1 0,-6 3 1 0,3-3 1 16,-4 4-4-16,0-3 4 0,-4 3-2 0,1 0 0 16,-2 1 1-16,2 1-1 0,-1 1 2 0,1 2 2 15,2-1-4-15,-4 0 1 0,4 3 0 0,5 0-1 16,-14 3-3-16,10-2-5 0,0 2 3 0,0 1 1 16,1-1 0-16,3-3 10 0,3 11-5 0,1-4 4 15,0 0-1-15,3 1 0 0,2 0 4 0,2 0 0 16,3 2 1-16,2-1 0 0,-3-2 0 0,3 3 0 15,2-1 3-15,-2 0-2 0,0-1 3 0,2 0-1 16,-6-1-1-16,4 2 1 0,-2-4-1 0,-3 4 0 16,1 0 1-16,-2-2 0 0,1 0-2 0,-5-1 0 15,3 2 2-15,0 1 1 0,-1-1-1 0,-4-2 0 0,2 1-3 16,-1 0 1-16,1 0-2 0,-2-2 0 16,-2 0 2-16,1-1-3 0,-3-1-1 0,2 0 6 15,-2-3 2-15,2 4 15 0,-2-4 15 0,0 0 7 0,0 0 5 16,0 0 3-16,0 0 8 0,-19-9 5 0,15 4 1 15,0-3-6-15,0 0-4 0,-2-2-3 0,5 0-8 16,-2 0-11-16,6-2-11 0,-2 1-18 16,2-2-24-16,4-3-21 0,7 5-25 0,-1-1-25 0,5-2-31 15,8 1-34-15,2 1-30 0,5 2-23 0,4 2-15 16,1 2-3-16,3 1 13 0,-2 2 7 0,0-1 28 16,-3 3 14-16,1-1 19 0,-5 1 16 0,-2 1 19 15,-7-1 23-15,0 1 34 0,-12-1 38 0,3-1 41 16,-3 2 32-16,-3 0 24 0,-3-3 18 0,0 0-7 15,-5 3-9-15,2-5-9 0,-2 5-2 0,0 0-9 16,-11-4-1-16,3 1-6 0,-3 3 1 0,0 2-2 16,-1-2-9-16,-3 2-2 0,1 2-5 0,-6 0-2 15,1 2-1-15,3 1-4 0,-2 1-4 0,0 0 5 16,4 1-5-16,3 0 1 0,-4 2-5 0,5 0 2 16,2-4-1-16,2 6 0 0,-1-1-3 0,1-3 2 15,5 3-2-15,-1-1 3 0,2-2 1 0,2-1 1 16,2 1 3-16,0 0 6 0,4-3-3 0,0 1-1 15,3-2 2-15,2-2-2 0,-3 1-2 0,3-5 4 16,-2 0 7-16,3-1 3 0,0 0 7 0,-1-3 0 16,-1-2 2-16,1 0 10 0,-2-1 21 0,-1 0 4 15,-1-2 18-15,-1 1 16 0,1 0 13 0,-3-3 18 16,-1 5 10-16,-1-1-2 0,-1 2-5 0,0 1-7 0,0-3 1 16,3 4-2-16,-6 0-26 0,2 3-17 0,-2 1-10 15,2-6-14-15,-2 6-13 0,3-3-22 0,-3 3-9 16,0 0-7-16,0 0-9 0,0 11-13 15,3-6-12-15,-2 5-5 0,3-3-9 0,2 5-18 0,-1-1-9 16,7 2-13-16,-1 1-14 0,-1 2-16 0,3-4-15 16,1 1-25-16,5-1-44 0,-4-2-36 0,4-1-47 15,1-1-57-15,2-2-255 0,8-4-617 0,-7 1 273 16</inkml:trace>
  <inkml:trace contextRef="#ctx0" brushRef="#br0" timeOffset="143596.96">28097 3154 177 0,'-4'-9'337'0,"-2"-1"-26"0,4 4-33 16,-1 3-27-16,0-2-33 0,3 0-25 0,0 5-20 15,0 0-16-15,0 0-19 0,0 0-11 0,0 18-11 16,0-5-13-16,8 6-15 0,-5-2-5 0,5 12-9 15,2-1-6-15,1 3-7 0,0 3-6 0,1 2-4 16,0 0-2-16,-1 0-7 0,3 11-4 0,-3-13-1 16,-1 1-2-16,-2 0-7 0,2-2 3 0,-4-1-20 15,2-1-26-15,-7-4-31 0,0-6-41 0,1-1-37 0,-4-4-62 16,1-3-52-16,-3-1-201 0,-1-2-477 16,3-2 211-16</inkml:trace>
  <inkml:trace contextRef="#ctx0" brushRef="#br0" timeOffset="143893.81">28092 3660 156 0,'-2'-4'309'0,"-1"0"17"0,1 0 6 16,2 4 6-16,-2-3 1 0,2 3-3 0,-1-7-14 16,1 7-30-16,3-5-27 0,1 2-24 0,-1 1-25 15,5 1-21-15,2-4-21 0,2 1-17 0,6 2-14 16,-1 0-19-16,2 0-11 0,-1 2-15 0,5 2-2 15,-3-1-17-15,0 1-9 0,-2 3-6 0,1 0-8 16,2-3-10-16,-8 3-14 0,1 1-5 0,-2 1-12 16,0-1-11-16,-2 4-8 0,1-3-20 0,-2 4-12 15,-5 0-3-15,3 0 1 0,1 2-6 0,-4 2-3 16,-4 2 5-16,2 0-12 0,-2 1-10 0,0-3-1 16,0 1-3-16,0 1-8 0,0-1-7 0,-2-3-14 15,2 0-14-15,0-1-18 0,0 1-26 0,2-3-26 16,0-2-43-16,1-2-33 0,1-1-46 0,3 0-168 15,4 0-510-15,-2-3 226 0</inkml:trace>
  <inkml:trace contextRef="#ctx0" brushRef="#br0" timeOffset="144457.79">28722 3702 230 0,'0'0'207'0,"-1"-4"-15"16,1 4-22-16,-4-4-16 0,4 4-11 0,0 0-14 15,0 0-11-15,-15 8-6 0,12-2-9 16,-1-1-14-16,2 6-5 0,-4-2-6 0,4 1-5 16,0 0-8-16,-2 3-1 0,6 0-5 0,0 0-7 0,2 1-2 15,3-4-1-15,-6 3-4 0,13 3-5 0,-10-6-2 16,4 1-3-16,-1 1-5 0,1-5-5 16,2-1-1-16,-1 2 2 0,-2-4-2 0,0 0-3 15,0-3 1-15,1-1 0 0,-1 0-5 0,-1-2-3 0,0-3 0 16,-1-1-6-16,1-3 4 0,-4-2-3 0,0-1 2 15,-1-1-3-15,0 1-2 0,-2-5 0 0,0-2 2 16,-1 1-2-16,2 1-4 0,-2-1 18 0,-2-1 0 16,0 6-1-16,2-1 0 0,0 3 5 0,-1-2 9 15,1 1 2-15,1 3 1 0,1-2 0 0,-3 4 1 16,3 1-4-16,0 2-4 0,2 1-4 0,-1-2-5 16,-1 5-5-16,3-5-5 0,-3 5 2 0,0 0-2 15,15 3-3-15,-10 1-1 0,1 1-4 0,1 2 3 16,3 2-4-16,0-1-2 0,-1 4-1 0,-2-2 2 15,7 2-1-15,-6-2 2 0,-1 0-5 0,2 0 2 16,-3-1 1-16,3 1 3 0,-5-2-1 0,3-3 10 16,1 0-12-16,-4 0 4 0,3-3 5 0,-4-1-7 15,4 1 5-15,-1-1 1 0,-6-1 12 0,11-3 22 16,-2 1 10-16,0-2 9 0,0-1 0 0,-2 0 6 16,3 0 8-16,-1-3 13 0,2 1 8 0,-4 1 2 15,5-1 10-15,-4 1-12 0,1 0-5 0,0 0-3 16,-2 3-4-16,0-2-9 0,-2 2-6 0,-1 2-10 15,3-1-3-15,-3 0-9 0,-4 2-14 0,10 4 7 0,-3 0-12 16,-3 4-2-16,0 2-5 0,4 0-15 0,-6 1-4 16,3 4-35-16,-3 0-26 0,0-1-20 15,0 3-23-15,-2 1-25 0,-2 1-31 0,0-4-43 16,-5-4-68-16,6 4-42 0,-7-5-253 0,1 0-613 0,-1-4 271 16</inkml:trace>
  <inkml:trace contextRef="#ctx0" brushRef="#br0" timeOffset="145051.48">26528 3501 265 0,'0'0'422'0,"-9"-3"19"16,5 2 7-16,4 1 1 0,0 0-2 0,-7-3-2 16,7 3-10-16,0 0-27 0,0 0-22 0,-3-4-44 15,3 4-31-15,0 0-40 0,9-8-23 0,-2 1-40 16,12 4-29-16,-3-2-41 0,14-6-50 0,-6 9-47 15,8-5-53-15,-4 1-48 0,5 1-46 0,2 1-74 16,-1 0-60-16,-5 4-74 0,2-1-91 0,-5 1-372 16,-3-1-840-16,7 2 373 0</inkml:trace>
  <inkml:trace contextRef="#ctx0" brushRef="#br0" timeOffset="145473.31">26242 3356 95 0,'0'0'211'0,"0"0"-27"15,0 0-23-15,0 0-12 0,-10 3-16 16,7-1-15-16,3-2-8 0,-4 7-7 0,4-5-5 0,0-2-5 16,-2 4-5-16,2-4-4 0,0 5 0 0,2-1 3 15,-2-4-2-15,7 7 0 0,-3-6-9 0,0 0-4 16,-4-1-6-16,11 0-8 0,-11 0 0 0,14-1 12 15,-9 1 4-15,2-1 9 0,-1-2 5 0,-1 1 4 16,0 0 6-16,-2-1 4 0,-3 3-3 0,6-3-5 16,-6 3-9-16,4-3-10 0,-1 1 0 0,-3 2-19 15,0 0-19-15,0 0-35 0,0 0-41 0,0 0-52 16,0 0-66-16,0 0-84 0,0 0-243 0,-16 5-523 16,16-5 231-16</inkml:trace>
  <inkml:trace contextRef="#ctx0" brushRef="#br0" timeOffset="154512.29">8578 5630 70 0,'-7'1'334'0,"7"-1"-6"0,0 0-1 15,-7 2-23-15,7-2-22 0,-1 2-16 16,1-2-17-16,0 0-25 0,0 0-18 0,-3 5-12 16,3-5-24-16,0 0-7 0,0 0-16 0,0 0-16 0,14 1-12 15,8-4-7-15,9 3-17 0,7-2-1 0,16 0-19 16,5-3-1-16,1 1-6 0,1-1-6 0,3 0-8 16,2-3-16-16,0 5 6 0,-5-4-9 0,0 4-2 15,-19 1-30-15,13-1-32 0,-15 2-35 0,-1 0-34 16,-4 1-39-16,2 1-52 0,-3 0-52 0,-2-1-55 15,-10 3-246-15,1-3-586 0,-3 1 260 0</inkml:trace>
  <inkml:trace contextRef="#ctx0" brushRef="#br0" timeOffset="156106.76">9875 5597 113 0,'0'0'205'0,"0"0"-14"0,6-3-16 0,-6 3-15 15,0 0-16-15,12 0-9 0,-8-1-19 0,4 0-11 16,-1 0-11-16,0-1-8 0,3 1-12 0,3 0-26 16,-2 0-47-16,6-1-55 0,3 2-63 0,-1-1-129 15,1 0-267-15,-1 0 118 0</inkml:trace>
  <inkml:trace contextRef="#ctx0" brushRef="#br0" timeOffset="156294.24">10320 5557 75 0,'0'0'280'0,"0"-9"-14"15,0 7-21-15,0 2-27 0,3-8-16 0,0 3-21 16,-3 1-23-16,4 2-10 0,-3-2-20 0,3-2-13 15,1 3-29-15,1-1-32 0,2 1-45 0,-2 2-46 16,7-3-54-16,5 2-52 0,-2 0-173 0,-1 2-342 16,4 0 152-16</inkml:trace>
  <inkml:trace contextRef="#ctx0" brushRef="#br0" timeOffset="156450.62">10735 5555 188 0,'0'0'303'0,"8"-5"5"0,-8 5-4 15,3-3-9-15,0 2-15 0,-3 1-20 0,4-5-23 16,-2-1-25-16,1 4-20 0,1-1-23 0,-4 3-15 16,7-2-21-16,-2-1-23 0,1 2-42 0,2 0-49 15,1 1-53-15,2 0-54 0,-1 1-60 0,3 2-60 16,0-1-251-16,-2 2-498 0,2 5 220 0</inkml:trace>
  <inkml:trace contextRef="#ctx0" brushRef="#br0" timeOffset="157044.31">8862 8027 46 0,'-6'1'291'0,"-3"-1"-8"0,9 0-13 0,-8 2-11 16,8-2-11-16,-7 0-6 0,7 0-5 0,0 0-8 0,-5 1-12 15,5-1-21-15,0 0-23 0,0 0-4 0,0 0-20 16,0 0-13-16,0 0-12 0,17-5-7 0,1 2-49 15,6 0-40-15,9-1-53 0,1 0-57 0,0 1-58 16,3 1-66-16,-3-1-61 0,0-1-194 0,0 3-498 16,-1 1 220-16</inkml:trace>
  <inkml:trace contextRef="#ctx0" brushRef="#br0" timeOffset="157216.17">9436 8062 233 0,'0'0'269'0,"0"0"-13"0,0 0-25 0,15-8-19 16,-15 8-20-16,3-5-20 0,-1 2-20 0,3 1-19 0,-1-2-21 15,-2 2-42-15,8-2-56 0,-2 0-55 16,3 1-64-16,4-1-65 0,-3 2-119 0,8-2-312 16,1 3 139-16</inkml:trace>
  <inkml:trace contextRef="#ctx0" brushRef="#br0" timeOffset="157388.03">9895 8059 222 0,'10'-3'282'0,"-10"3"-12"0,4-4-5 16,-1 1-32-16,1 0-26 0,2 0-18 0,-1-1-16 16,2 0-26-16,1 0-10 0,3-1-14 0,1 0-13 15,7 1-18-15,0-1-36 0,3 2-54 0,-2-1-50 16,3 3-52-16,9-1-46 0,-2 2-36 0,-6 0-157 15,-2 1-367-15,1 0 162 0</inkml:trace>
  <inkml:trace contextRef="#ctx0" brushRef="#br0" timeOffset="157497.39">10413 8049 67 0,'4'1'193'16,"-4"-1"17"-16,5 2 7 0,-5-2-6 0,0 0-18 16,0 0-21-16,11-3-18 0,-11 3-26 0,4-3-57 15,-4 3-98-15,8-3-99 0,-5 0-119 0,1 1-263 16,-1-2 117-16</inkml:trace>
  <inkml:trace contextRef="#ctx0" brushRef="#br0" timeOffset="-167777.62">5266 13157 242 0,'0'-7'329'0,"1"2"-7"0,-1-1-8 0,0 1-10 0,0 2-11 16,0 3-17-16,2-6-15 0,-2 6-28 0,0-5-28 16,0 5-22-16,0 0-22 0,0 0-18 0,0 0-11 15,0 0-19-15,0 0 25 0,-6 14-9 0,6-2-6 16,-4 0-10-16,1 3-16 0,1 3-13 0,-4 1-6 15,6 2-2-15,-1-1-7 0,-2 6-13 0,2 1 0 0,-2-6-6 16,2 5-5-16,1 2 1 0,1-2-9 0,-1-6-9 16,0 1-28-16,3-3-33 0,-3 1-33 0,1 0-30 15,2-1-22-15,2-5-27 0,-5 1-23 0,0-2-32 16,4-1-39-16,-2-4-37 0,3 0-45 0,-5-3-192 16,3 0-555-16,-2-3 246 0</inkml:trace>
  <inkml:trace contextRef="#ctx0" brushRef="#br0" timeOffset="-167246.3">5196 13134 46 0,'2'-11'260'0,"1"0"-3"0,1 1-13 16,1-1-14-16,-1 1-16 0,4 1-16 0,-1-1-10 0,1 2-7 15,2 2-19-15,1 1-12 0,0 0-5 0,1-1-15 16,4 4-11-16,-2 0-12 0,3 1-8 0,-3 2-10 16,7-1-7-16,-8 3-11 0,2 4-8 0,-4-2-7 15,7 2-5-15,-9 2-5 0,3 0-5 0,-5 2-2 16,0 0-9-16,-1 1 1 0,-2-1-2 0,-1 2-6 16,-1 0-5-16,-4-1 1 0,-1 4 0 0,-3-2-2 15,-3 1-1-15,2-2-3 0,-7 0 5 0,0 1-5 16,-2-3-4-16,0 0 1 0,0-2-4 0,-1-3 0 15,0 2 2-15,4-4 0 0,0-1 4 0,6 0-1 16,0-1 21-16,0 0 13 0,2 1 9 0,5-3 15 16,-4 2-7-16,4-2-9 0,0 0-7 0,0 0 3 15,0 0-11-15,23-5 0 0,-7 8-5 0,3-1-6 0,0 2-2 16,6 0 8-16,3 2-17 0,-7-2 1 16,2 3 4-16,5 1-6 0,-7 4 8 0,-2-2 0 15,1 1-4-15,-3 1-18 0,-1-1-2 0,-5 2-4 0,0-3 1 16,0 5 1-16,-5-4-8 0,0 1 7 0,-1-1 1 15,-2 1 2-15,-3 0-2 0,0 2 7 0,-3-3 5 16,-2 2 0-16,1-3 1 0,-4 0 9 0,-2-2 0 16,-5 3 1-16,1-3 4 0,-3 1-7 0,-1-3 21 15,-5 1-21-15,-7-4 3 0,6-1 2 0,-5-3-3 16,-5 2-3-16,1-5-5 0,1 0-10 0,-4-2-39 16,8-2-39-16,-5 0-41 0,2-2-49 0,4 2-67 15,5-2-78-15,0 1-292 0,3 2-652 0,0-5 289 16</inkml:trace>
  <inkml:trace contextRef="#ctx0" brushRef="#br0" timeOffset="-166886.95">4432 13384 304 0,'-4'-1'329'15,"0"0"1"-15,4 1-10 0,-11-3-10 0,11 3-16 16,-4-2-7-16,4 2-5 0,-3-4-2 0,3 4-33 16,0 0-25-16,0 0-20 0,7-5-24 0,4 2-21 0,0-1-22 15,8 2-13-15,-1-1-41 0,5 2-40 0,7-1-18 16,-7 1-41-16,7 0-28 0,-8 0-38 0,7 2-52 16,-4-1-60-16,-2 0-64 0,-4 2-61 0,0 0-194 15,1 1-555-15,-7-2 245 0</inkml:trace>
  <inkml:trace contextRef="#ctx0" brushRef="#br0" timeOffset="-166636.95">4742 13293 36 0,'0'0'281'0,"0"0"-21"0,0 0-27 0,0 0-22 0,-4-2-19 16,4 2-22-16,0 0-14 0,0 0 3 15,0 0-6-15,0 0-8 0,6 13-13 0,-2-8-11 16,0 2-11-16,-1-1-6 0,2 1-1 0,-1-1-6 0,1-1-10 16,2 5-9-16,0-2-7 0,1 0-8 0,-4-3-7 15,2 3-4-15,-5-1-7 0,2 0 4 0,0 1-12 16,-2-2 0-16,-2 5-4 0,-1-1-4 16,-3 0 4-16,-4-1-10 0,-1 3-11 0,-3-1-39 0,-4 2-44 15,3 0-66-15,-5-1-82 0,0-1-267 0,0 0-526 16,0-2 233-16</inkml:trace>
  <inkml:trace contextRef="#ctx0" brushRef="#br0" timeOffset="-165933.85">5757 13596 78 0,'5'-12'269'0,"1"-1"-8"0,-2 2-11 16,4-2-14-16,-3 0-6 0,1 3-5 0,-2-3-4 15,3 3-8-15,-2 1-1 0,-1 0-11 0,0 0-16 16,2 2-9-16,-3 1-3 0,-2 1-9 0,-1 1-12 15,0 0-16-15,3 1-8 0,-3 3-25 0,0-5-14 16,0 5-4-16,0 0-9 0,-7-2-17 0,7 2-13 16,-11 4 1-16,3 0-4 0,1 0 0 0,-1 1-12 15,-2 3 3-15,-2-1-3 0,1 1 8 0,0 1-18 0,2 0-3 16,-1 2-11-16,2-2 10 0,0 3-6 16,1-3-9-16,2 2 0 0,-1 0-8 0,1-1-12 15,0-1-2-15,3 0 1 0,2-1 3 0,2-2-5 0,-1 0 4 16,4 0 2-16,-1-1 9 0,3-2-12 0,0-1-2 15,4-1-7-15,-2-1 7 0,1-3 14 0,2-2-11 16,-1 2 6-16,0-5-3 0,1-1 5 0,-1-2-4 16,-1 3 15-16,0-3-13 0,-2 2 2 0,1-6 1 15,-4 3 6-15,2 0 12 0,-5 2 12 0,1-1 13 16,0 1 13-16,-3 1 12 0,0 1 4 0,3 2 2 16,-3 0 3-16,1 0-13 0,-1 2-6 0,0 1-10 15,0 3-10-15,0-7-5 0,0 7-12 0,0 0 5 16,0 0 1-16,0 0-3 0,0 0-2 0,-7 14-4 15,7-7-6-15,3 0-11 0,-3 1-11 0,0 2-14 16,3 1-18-16,0 1-11 0,-1 0-7 0,1-1-15 16,1 0-14-16,3-1-26 0,-2 0-27 0,6-1-34 0,-1-1-39 15,3-1-43-15,1-2-39 0,-1 1-195 0,1-4-541 16,1 0 240-16</inkml:trace>
  <inkml:trace contextRef="#ctx0" brushRef="#br0" timeOffset="-165682.36">6165 13159 124 0,'-4'-7'335'0,"3"1"-15"0,-2 3-27 0,1-1-28 16,2 4-30-16,-2-6-28 0,0 4-21 0,2 2-20 16,0 0-25-16,0 0-5 0,2 14-14 0,-2-8-16 15,0 5-8-15,1 2-7 0,0 4-10 0,4 2-7 16,0 10-9-16,-4-1-6 0,2-1-4 0,0 1 1 15,1 1-14-15,0 2-2 0,-3 0-2 0,2-2-5 16,-2-2-5-16,2 2-6 0,-3-8-19 0,1 0-17 16,-2-2-23-16,1-1-24 0,-3-6-39 0,2 1-43 0,1-2-39 15,-3-5-36-15,3-1-227 0,-1-4-481 0,1-1 213 16</inkml:trace>
  <inkml:trace contextRef="#ctx0" brushRef="#br0" timeOffset="-164838.54">6085 13379 129 0,'0'0'211'0,"-2"-6"-19"0,2 6-18 15,0 0-22-15,0 0-11 0,0 0-13 0,17 4-12 16,-9 1-11-16,7 0-7 0,-2-1-17 0,8 1-6 0,2 0-5 16,5 1-8-16,2 1-15 0,0 1-32 0,1-1-35 15,1-1-23-15,0 0-13 0,2 0-24 16,-1 1-11-16,-3-3-16 0,-1-1-5 0,-6-1 1 0,0 0-6 15,-1 0 12-15,-3-2-54 0,-6 2 135 0,0-2-33 16,-1 0 38-16,-4-2 42 0,0 1 27 0,-4-1 8 16,0-1 13-16,0 0 9 0,-4 3 12 0,-4-8 14 15,-1 3 6-15,-1 2 6 0,1-1 0 0,-7-1 9 16,0 1 4-16,-2-1 1 0,-1 3 4 0,-3-1-3 16,-1 2-5-16,-1 1-5 0,2 0-6 0,-2 1-7 15,1 3-7-15,0 0-8 0,0 1-8 0,2 3-11 16,-2-2-7-16,4 2-7 0,3-1-6 0,2 2-1 15,1 0-7-15,1 2-3 0,1 0-4 0,3 2 0 16,1-1-3-16,3 1 0 0,3-1-1 0,1 1 0 16,3 0-1-16,5-1-6 0,0 0 15 0,7-2-22 15,3-2-2-15,4 2-1 0,-3-5-5 0,0-2-7 16,2-1-11-16,3-4-18 0,5-2-19 0,-3-3-26 0,4-3-34 16,-6-5-32-16,2-3-37 0,-1-3-34 15,2-2-20-15,-1-5-13 0,-8 1-4 0,1-1 11 16,0 0 19-16,-5 0 36 0,-3-2 36 0,-6 5 38 0,-2-2 39 15,-4 7 29-15,1 2 47 0,-8-2 36 0,1 1 25 16,2 1 34-16,-3 1 24 0,1 3 19 0,0 5 6 16,-1-2 0-16,1 2-1 0,1 1 16 0,-3 3-1 15,4-1-11-15,-3 2-23 0,3 0-3 0,-2 0-31 16,3 4-15-16,-1-4-5 0,1 4-12 0,0 0-5 16,0 0-9-16,0 0-5 0,2 13-6 0,1-4 0 15,2-1-6-15,-2 3 7 0,0-1-20 0,0 3-3 16,-1 4-1-16,1 2 1 0,0 0-8 0,-2 1 0 15,1 0 1-15,0 2-2 0,-2 4 1 0,-1-6-5 16,1 2-3-16,0-4 2 0,-1-1 11 0,-2 3-19 16,3-7 3-16,-3 1-1 0,3-3-5 0,-3 0 3 15,2-4 0-15,0 0-2 0,-1-1 6 0,2-2 1 0,-1 1 7 16,1-5 51-16,1 4 31 0,-1-4-10 0,0 0-1 16,0 0-9-16,0 0-4 0,7-11-2 15,-4 7-14-15,1-3 4 0,0 0-9 0,4 1-6 16,-4-3-1-16,6 2-1 0,-2-1-1 0,0 0-5 0,0-1-2 15,2 3-4-15,-5 1-3 0,5 0 0 0,-2 0-5 16,-3 0-7-16,1 3-1 0,2-1-1 0,-3 3-9 16,-5 0-1-16,13 4 2 0,-6 0-9 0,-1 1 6 15,2 2 0-15,-1 1-1 0,0 2-3 0,1-1-2 16,-1 1 6-16,-2 2 1 0,2-3-5 0,0 2 1 16,0 3 2-16,0-8 1 0,-1 6-3 0,0-6 6 15,1 2-8-15,-2-3-4 0,0-1-4 0,4 0-13 16,-4-2-30-16,3 0-36 0,3-1-37 0,-4-2-33 15,4-2-49-15,5-2-66 0,-1-3-73 0,3-1-355 16,-1 0-759-16,4-3 336 0</inkml:trace>
  <inkml:trace contextRef="#ctx0" brushRef="#br0" timeOffset="-164125.29">7936 13223 64 0,'5'-19'302'0,"-2"0"-5"0,0-2-12 0,-6 3-16 16,3-1-25-16,-4 2-13 0,-2 1-4 0,-2 3-12 16,2 1-18-16,-5-1-17 0,-4 2-16 0,-2 1-18 15,5 3-13-15,-6 2-17 0,-1-1-5 0,0 6-12 16,-5 0-9-16,2 5-13 0,0 0-11 0,3 1-6 16,-1 6-4-16,-3 4-5 0,8-3-9 0,-8 7-2 15,5 0-5-15,2 2-1 0,2 1-4 0,2 5 0 16,5-4-5-16,0-2-4 0,6 5 1 0,-1-1 0 15,4-1-1-15,1-4-1 0,3-1-5 0,3-1 2 16,5 6-1-16,0-10-1 0,1-2-2 0,1 0 1 16,2-4-2-16,0 0-2 0,10-1 8 0,-7-5-9 15,0 0 18-15,0-5-14 0,-1 1-7 0,1-4 0 0,-5-1-3 16,3-1 4-16,-4 0 2 0,4-4-1 0,-5 1-2 16,1-1-3-16,-4 1 1 0,-3-1 28 0,1 0 35 15,-3 2 19-15,-1-1 23 0,1 0 6 0,-2 3 12 16,-2 1 4-16,2 0-3 0,-1 0-15 0,-2 2-15 15,2 1-14-15,-3 3-13 0,4-6-9 0,-4 6-8 16,0 0-6-16,0 0-3 0,3 13-6 0,-3-6-4 16,1 3-2-16,1 2-5 0,1 5-5 0,-1 1-9 15,2 1-15-15,3-1-18 0,-3 1-24 0,2 1-21 16,-1-1-24-16,2 0-17 0,2-2-21 0,-1-2-17 16,1 1-18-16,4-3-19 0,-6-1-30 0,4-2-34 15,-2-2-40-15,-2-2-42 0,4-1-54 0,-4-2-191 16,1-3-617-16,-1 0 273 0</inkml:trace>
  <inkml:trace contextRef="#ctx0" brushRef="#br0" timeOffset="-163484.7">8215 13404 64 0,'-2'-5'280'16,"1"-1"-2"-16,1 6-10 0,0-6-22 0,0 6-21 15,0-4-27-15,0 4-18 0,0 0-19 0,7-1-14 16,-7 1-18-16,12 6-13 0,-6-3-12 0,4 3-12 15,-2 1-8-15,2-1-8 0,1-1-7 0,-2 5-6 16,1 0-8-16,1 0-4 0,-3-1-6 0,0 1-7 16,-1-1-5-16,-2 0-5 0,2 1 2 0,-3-3-6 15,-1-3-6-15,-3 4 2 0,3-4-3 0,-3 1-2 0,-3 1 4 16,0-3-3-16,-4-2-2 0,2-1-1 16,5 0-2-16,-15 0 0 0,3-1 0 0,5-2-1 15,-4-4 1-15,4 4 1 0,0-2-1 0,3 1 7 0,-2-3-1 16,2 1 0-16,4-1 2 0,1-1-9 0,3-2 0 15,5 1-9-15,7-1-6 0,2 1-20 0,4 1-15 16,11 0-13-16,-6-2-11 0,7 2-12 0,1 2 6 16,-2 2 5-16,1 2 1 0,0 2 4 0,-1-4 5 15,-5 4 6-15,-3-3 4 0,-6 2 7 0,0 0 4 16,-7-3 3-16,3 4 5 0,-4-1 11 0,-5-1 18 16,3 2 20-16,-5-1 2 0,0-3-1 0,-4 4-7 15,0 0 1-15,0-4-4 0,0 4 9 0,-12-2 8 16,4-1 3-16,-2 2-1 0,2 0-1 0,-10-1 2 15,-1 0-3-15,-4 2-4 0,3 2-1 0,-2 0-3 16,3 3-1-16,-3-3-3 0,2 5-2 0,2-2-5 16,1 1-1-16,-1 2 2 0,7 0-7 0,0 0 4 0,1 2-3 15,1-2 3-15,2 2-2 0,2 0-1 0,1 0-1 16,2 1 3-16,2 0-1 0,2-3-2 16,0-1 2-16,1 1 1 0,1-2 8 0,2-1-7 0,2-1 2 15,1 0-3-15,2-3-1 0,0-2-2 0,0-3 2 16,4 0 0-16,-3 1-1 0,0-3 2 0,0-2 8 15,5-3 5-15,-6 2 3 0,-2-1 11 0,0 1 8 16,-4-1 8-16,6 1 23 0,-6-2 6 0,2 4 4 16,-1 1 16-16,-5-1 4 0,3 1 1 0,-1 1-11 15,1 1-14-15,-2 0-10 0,0 0-11 0,-2 4 0 16,2-3-22-16,-2 3-11 0,0 0-4 0,0 0-12 16,0 0-17-16,2 15-16 0,-1-9-13 0,1 1-9 15,0 4-13-15,2-2-21 0,2 2-21 0,3 1-27 0,1 2-30 16,4 0-29-16,0-1-37 0,4 1-31 15,3-5-30-15,3 5-204 0,-1-4-527 0,-5-2 233 16</inkml:trace>
  <inkml:trace contextRef="#ctx0" brushRef="#br0" timeOffset="-162170.71">9133 13466 2 0,'-3'-7'254'15,"0"0"-6"-15,-1-3-10 0,0 3-7 0,-4 0-6 16,1-1-10-16,-1 0-12 0,-1 2-12 0,-2 1-19 15,-3 0-17-15,-1 2-8 0,2-1-18 0,0 1-7 16,-7 1-18-16,2 5-9 0,3-1-7 0,-4 2-8 16,-1 2-9-16,2-1-7 0,2 2-4 0,-2 0-12 15,3 3-5-15,0 2 0 0,0-2-5 0,7 0-1 16,-4 0-2-16,5 2-6 0,0 0-5 0,-1 2 0 16,3-4 0-16,1 2-3 0,4-1-2 0,-2-1-1 15,2-1-3-15,6 0-2 0,1 0-5 0,3-3-2 16,-3-1-7-16,8-2-4 0,-1-2 6 0,-2 1-8 15,8-7-4-15,-1 3-11 0,-1-2-10 0,2-3-12 16,2-3-6-16,4-5-11 0,0-1-18 0,1-4-10 0,-1-1-14 16,-2-4 1-16,-2 0-8 0,1-2 17 0,-2 0 11 15,-5 4 0-15,-1-4 29 0,-3 3 37 16,-5 5 22-16,-2 1 26 0,-2 0 19 0,-3 0 13 0,0 5 5 16,0-5 2-16,0 6-2 0,-3 1 11 0,-1-2 3 15,0 4-2-15,2-1-7 0,-2 3-7 0,1 1-10 16,-1 1-5-16,1-1-5 0,2 3-10 0,-2 0-2 15,3 3-9-15,-3-2-1 0,3 2-6 0,0 0 0 16,0 0 0-16,-13 10-7 0,11-5 6 0,-2 2-6 16,0 3 1-16,4 0-5 0,-3 2 1 0,2-1-5 15,-2 8 15-15,0-2-13 0,1 2 3 0,-1 0 0 16,0 1-4-16,2-1-3 0,0 2 2 0,-1 0-2 16,1-1 1-16,0 1 0 0,-1-2-6 0,2 2-1 0,-1-8-6 15,2 5 0-15,1 0-1 0,-2-7 2 16,1 1-4-16,0-1 2 0,2-3-4 0,0 3 5 15,2-4 2-15,-2-1 3 0,2-2-1 0,2-2 3 0,0-1 2 16,1-1-3-16,-8 0 3 0,19-3-2 0,-11-4 3 16,3 1 0-16,0 1 7 0,1-5 3 0,0-1 5 15,1 1 7-15,-3-3 9 0,3-1 0 0,-3 0 5 16,-4 4 5-16,0-1 6 0,0 0 10 0,-3 2 6 16,4 0 0-16,-4-1-3 0,-2 5 4 0,3 0-10 15,-1 0-4-15,-2 1-2 0,-1-2-20 0,3 5-6 16,-3 1 2-16,0 0-8 0,0 0 0 0,0 0-11 15,0 0 3-15,-3 14-3 0,3-7-15 0,0 1 1 16,0 2-6-16,4 1 1 0,-2-1-5 0,-1 3-5 16,2 0-1-16,4 2 0 0,-1 1-8 0,2-3-12 15,2 1-3-15,1 1-4 0,7-2 4 0,-3-4-3 16,-2 0-13-16,4-2-3 0,0 3-1 0,2-4-4 0,0-1-2 16,-7-3 6-16,3-2 3 0,0-1 3 0,-1-1 0 15,5-3-1-15,-8-2 1 0,1-1 4 16,-1-4 7-16,-3 1 4 0,0-4 4 0,0-3 7 0,-1 3 4 15,-3-4 7-15,-2 7 15 0,-1-1 5 0,-2 1 12 16,-2-1 0-16,0 1 0 0,-1 2 0 0,0 1 0 16,-5 1-1-16,-1 2 5 0,0-2-5 0,-2 4-1 15,4 2-2-15,-2 2 1 0,0 0-2 0,2 1 1 16,-2 0-2-16,-1 3 1 0,3 4-1 0,0 1 1 16,-3-1 1-16,7 3-4 0,-3 1 7 0,3-2-4 15,1 0 0-15,2 3 2 0,1-1 0 0,0-1 1 16,1 1 0-16,2-2 3 0,5 1-2 0,-2-2 0 15,3 0 0-15,1-2 4 0,1-1-4 0,-2-1 0 16,6-1 3-16,-3 0-5 0,2-3 3 0,1-1 1 16,1-1-4-16,-1-3 0 0,-4 1 1 0,5-3 2 15,2-6-4-15,-3 6 2 0,1-7-3 0,-2 2 3 16,2-2-1-16,-3 2 25 0,-3 0 6 0,-3 1 7 0,0 0 8 16,-2 1 3-16,2 0-8 0,-3 2 0 0,-1 1 0 15,-2 1 3-15,2 1-16 0,-3 1-7 0,0 3-12 16,0 0 6-16,0 0-3 0,-4-5-3 0,4 5-3 15,0 0 1-15,-11 8-4 0,8-4-1 0,-2 1-2 16,5 3-3-16,-3-1 0 0,0 2 0 0,2 0-6 16,1 2-5-16,0-2-2 0,1 0 4 0,2 2-5 15,-3-2-1-15,4-3-2 0,3 5-1 0,1-4-3 16,-2-1 1-16,1-2-3 0,-2-1 8 0,7 0-5 16,-4-2 6-16,2-1 2 0,2-3-1 0,-1 0 0 0,0 0 0 15,1-2 3-15,-1-2 2 0,4-1 1 0,-6 1-1 16,5-6 2-16,1-2-3 0,-7 5 5 0,3-6 0 15,0 2 14-15,-7 5 6 0,2-1 10 0,2-2 0 16,-5 3 5-16,0 0-5 0,0 2 1 0,0 0 12 16,0 1-17-16,-3 0-3 0,1 0-9 0,-1 6-4 15,0-2 5-15,0 2-1 0,0 0-3 0,0 0 7 16,0 0-11-16,-13 9 0 0,10-2 1 0,-1 1-5 16,0 1 3-16,2 3-1 0,2-2-1 0,-1 3 0 15,1-2 1-15,1 1-3 0,1 1 9 0,3-1-13 16,-1-1-3-16,1-1-3 0,4-1-3 0,-1 0-2 15,5-3-13-15,-2-1-8 0,4-1-12 0,0 0-8 16,5-2-11-16,0-3-8 0,0-1-10 0,-2-5-4 0,1 1-4 16,1-4-25-16,-1 0-14 0,-1-3-11 15,5-6-18-15,-4-6-10 0,1-2-6 0,-2 0-22 16,0-5-140-16,-2-3-369 0,-1 3 163 0</inkml:trace>
  <inkml:trace contextRef="#ctx0" brushRef="#br0" timeOffset="-161983.22">10388 13177 821 0,'12'-33'-11'0,"-3"2"59"0,-1 2 52 15,-3 1 40-15,2 3 6 0,-4 4 19 0,-2 1 5 16,-1 3 6-16,0 5-3 0,0 0-1 0,0 0-11 15,-1 5-11-15,-1 1-17 0,2-1-13 0,-1 3-17 16,1 4-10-16,0 0-14 0,0 0-4 0,-11 11-9 16,10-1-6-16,-5 6-6 0,2 2-7 0,1 4-3 15,2 5-4-15,-2 5-8 0,3-2 1 0,3 3-2 16,-2 5-2-16,4 12-2 0,-1-13-4 0,1 0-2 16,7 12-1-16,-9-11-2 0,4-2-3 0,-2-1 12 15,-1-2-16-15,4-4 2 0,2 0-20 0,-6-9-27 16,0-3-36-16,0 0-43 0,-1-7-47 0,0-2-35 15,1-5-64-15,-3 2-206 0,5-3-503 0,-6-2 222 0</inkml:trace>
  <inkml:trace contextRef="#ctx0" brushRef="#br0" timeOffset="-161795.72">10290 13170 65 0,'-12'-3'330'0,"1"-5"-4"0,2 3 2 0,2 2-20 0,0-2-18 15,2 3-28-15,1-1-12 0,4 3-10 0,-6-2-28 16,6 2-18-16,0 0-9 0,0 0-32 0,22 5-13 16,-11 1-14-16,3-4-13 0,7 4-31 0,2-1-37 15,-4 1-41-15,11 0-47 0,-9 2-53 0,0-3-71 16,1-2-74-16,-8 1-277 0,0-3-561 0,-1 2 248 16</inkml:trace>
  <inkml:trace contextRef="#ctx0" brushRef="#br0" timeOffset="-161608.23">9808 13007 180 0,'-6'0'268'0,"2"-3"-17"16,4 3-23-16,-7-3-21 0,7 3-24 0,-3-3-17 15,3 3-35-15,0 0-65 0,0 0-92 0,0 0-104 16,0 0-124-16,0 0-276 0,0 0 123 0</inkml:trace>
  <inkml:trace contextRef="#ctx0" brushRef="#br0" timeOffset="-160920.77">11306 13040 37 0,'6'-15'358'0,"-1"2"7"15,3 0-2-15,-4 3-2 0,-1 0-9 0,4-1-9 16,-6 5-14-16,3-1-22 0,2 2-31 0,-5 2-29 16,2-1-33-16,-2 1-27 0,-1 3-21 0,0 0-14 15,6 8-19-15,-4 2-8 0,1 2-19 0,1 3-5 16,-1 5-13-16,1-2-11 0,1 3-4 0,-2 4-9 15,0-3-12-15,2-1-13 0,2 5-30 0,-3-6-28 0,3 1-29 16,-3 1-26-16,0-1-15 0,-3-1-3 0,4-4-22 16,-3-4-19-16,0-1-28 0,-1-1-26 15,0-2-31-15,-1-2-14 0,2-3-40 0,-2-3-46 0,0 0-177 16,0 0-535-16,0 0 236 0</inkml:trace>
  <inkml:trace contextRef="#ctx0" brushRef="#br0" timeOffset="-160561.39">11302 12935 76 0,'0'-11'299'0,"0"0"-4"16,3 1-11-16,-3 2-14 0,1 3-8 0,2-1-14 15,0-1-22-15,1 2-21 0,1 0-25 0,-1 1-14 16,2 2-23-16,2 1-14 0,4 1-14 0,2 0-10 0,5 5-11 16,-1-2-18-16,-1 6-3 0,2 2-8 15,0 2-5-15,6 3-9 0,-9-1 1 0,4 6-6 16,1-1-11-16,-1 5 11 0,-2-1-17 0,-2-1-2 0,-1 4-4 15,-4-3-2-15,0 3-4 0,-4 0-7 0,-3 2 6 16,0 0-7-16,-4-3 4 0,0 3-3 16,-4-2-2-16,0-7-4 0,-3 0-1 0,-4 0-6 0,2-2 5 15,-4-2-3-15,-3 0 1 0,1-2 3 0,-5-3-4 16,-9 1 5-16,7-6-4 0,-5 1 3 0,-3-3-3 16,-1-3 4-16,9 0-2 0,-8-2 3 0,11 1 4 15,-2-3-8-15,1-2 3 0,8 1 0 0,-2-1 5 16,5 0 1-16,0-3 3 0,3 2-15 0,3-1 0 15,2 1-21-15,5 0-21 0,2 1-27 0,4-4-29 16,4 2-35-16,4-2-14 0,-1 3-16 0,8 1-18 16,5-4-10-16,-7 4-21 0,-4 1 9 0,5 0-14 15,-2 3-140-15,0-2-390 0,-4 5 173 0</inkml:trace>
  <inkml:trace contextRef="#ctx0" brushRef="#br0" timeOffset="-160264.53">11623 13335 19 0,'14'0'141'0,"-14"0"3"0,8-2-5 16,-8 2 4-16,8-1-6 0,-5-1-12 0,-3 2-9 15,12-1-5-15,-4-3-10 0,-2 2-5 0,3 1 0 16,2 0-6-16,3 1-12 0,1 0-5 0,2 0-5 16,4-3-1-16,0 3-3 0,-1-1 8 0,1 0-3 15,1-3 0-15,-2 2-10 0,-2-3 3 0,0 1 1 16,-5-1 5-16,2 2 6 0,-2-2 2 0,-2 0-2 16,2-1 5-16,-6 1-1 0,1-2 5 0,-4 0-5 15,1 1 1-15,1 1-8 0,-5-1 2 0,-1-1-4 16,-4 2-1-16,1-1-5 0,-2 1-4 0,0-2-4 15,-4 4-9-15,-2-4-7 0,-1 5 6 0,1-4-5 16,-2 5 7-16,1 0-18 0,-1 3-3 0,-2 0-3 16,2 2-2-16,1 0-1 0,-2-1-3 0,3 2-3 0,-1 2 6 15,2 1-9-15,2 3 0 0,0-1 1 0,4 1-4 16,1 0-5-16,3 1-3 0,0-1-15 16,3 1-19-16,1 0-23 0,4-1-33 0,3-1-42 0,4 3-53 15,0-4-17-15,5 0-52 0,-2-3-215 0,2 2-508 16,-3-4 225-16</inkml:trace>
  <inkml:trace contextRef="#ctx0" brushRef="#br0" timeOffset="-159858.29">12283 13188 173 0,'0'0'284'15,"1"-5"-22"-15,-1 5-21 0,0-4-17 0,0 4-22 16,0 0-13-16,-7-5-16 0,7 5-10 0,-6-2-13 15,6 2-13-15,-13 0-11 0,13 0-12 0,-11-2-6 16,11 2-7-16,-13 2-10 0,5-1-4 0,2 0-10 16,-2 0-8-16,0 3-4 0,1-3-8 0,2 2-10 0,-1 0-1 15,1-2-5-15,-1 3-8 0,4-3-1 0,-1 3 2 16,3 3-2-16,0-1-5 0,1 1-2 16,2 0 3-16,5 2-6 0,0 1-2 0,-2 5-1 0,3-5-2 15,-1 1-2-15,3-1-3 0,-2 0 1 0,1 3-1 16,-3-2-2-16,0-1-1 0,-2 0-3 0,4 1 1 15,-8 1-4-15,4-7-1 0,-5 3-1 0,0 0 2 16,0-3-2-16,-5 3 5 0,1-3-3 0,-6 0 1 16,-1-2 0-16,1 2-1 0,-3-3 2 0,-1 1 0 15,0-2 1-15,0-1-2 0,2 1-2 0,0-1 9 16,0 0-9-16,3 0 2 0,1 0 2 0,8 0-4 16,-11-1 1-16,11 1-17 0,-4-3-24 0,4 3-32 15,0 0-27-15,0 0-28 0,18-2-28 0,-7 1-24 16,8-4-17-16,1 4-24 0,2-3-22 0,0 2-153 15,9-2-425-15,0-2 188 0</inkml:trace>
  <inkml:trace contextRef="#ctx0" brushRef="#br0" timeOffset="-158780.14">12563 13276 163 0,'1'-8'214'0,"1"0"8"16,-1 0 11-16,0 1-1 0,-1-1-3 0,0 2-1 0,0-1-10 15,0 2-7-15,0 2-5 0,0-3-20 0,0 6-8 16,-1-6-21-16,1 6-15 0,-1-5-13 0,1 5-12 15,-3-6-20-15,3 6-7 0,0 0-8 0,-10 0-10 16,10 0-2-16,-12 8-9 0,5-4-10 0,-1 0-7 16,0 0-4-16,-3 5-1 0,3-3-3 0,-2 3-7 15,1 0 0-15,-2 2-5 0,3 2-3 0,-3 3 1 16,4-4 9-16,0 0-15 0,3 5 1 0,3-4-5 16,-2 3 1-16,6-2 0 0,-2 3-6 0,3-4 1 15,5-2-2-15,0 6 4 0,6-5-14 0,3-1 4 16,-2-3-8-16,3 0-4 0,3-1-6 0,0-3-7 15,-1 0-4-15,0-3-3 0,3-1-2 0,-2-1-3 16,-2-2-5-16,1-2-5 0,-1-3-4 0,-3 2 0 16,-1-6-8-16,-2 1-6 0,-1-3 2 0,-2 1 4 0,0-2 6 15,-3-1 4-15,-2 0 7 0,-2 3 5 0,-2 0 4 16,1 1 11-16,-3 4 14 0,-1-5 8 16,-2 1 10-16,0 5-1 0,-1 0 0 0,0-1 2 0,-2 2 1 15,-4 0-2-15,2 0-1 0,-2 5 2 0,-1-4-2 16,3 3-1-16,3 2-1 0,-4-2-4 0,-3 5 5 15,4-2-4-15,1 4 0 0,-1-2-1 0,1 1 0 16,2 2 0-16,1 0-2 0,1 0 5 0,-1 1-2 16,1 3 1-16,0 1 4 0,6-1-5 0,0-1 3 15,1 0-6-15,0 0 5 0,4 1-1 0,3-3 3 16,0 1-3-16,0-3-7 0,4 3-4 0,1-3-5 16,-1-1-4-16,3-3-6 0,1 1 0 0,-3-2-4 15,2 0 4-15,-3-3-1 0,-2 1 2 0,5-3 4 16,-4-3 2-16,3 1 1 0,-6-3 1 0,0 4 0 15,1-5 7-15,-5-1 4 0,3 4 14 0,-6-1 9 16,1-1 9-16,-4 2 2 0,4-1 4 0,-4 3 6 0,0-2-4 16,-1 2-5-16,0 1-2 0,0 1-8 0,-1 0-1 15,0 0-7-15,1 4 2 0,0 0-6 0,-10-2-1 16,10 2 1-16,0 0-3 0,-5 6 2 0,1-2-2 16,2 2-5-16,1 1 1 0,1-1 0 0,-3 4-2 15,6-2 0-15,-3 2 0 0,0-2 3 0,1 0-4 16,3 0 1-16,-1 3 1 0,-1-2 8 0,0-3-14 15,2 1 4-15,2 0-7 0,-2-3 1 0,0-2-3 16,3 4 4-16,0-5-6 0,-1-1-2 0,1 1-5 16,-7-1 4-16,12-6 3 0,-2 3 4 0,-5 1 0 15,5-5-2-15,-3-2 5 0,2 2-5 0,-2-3 4 16,0 0-1-16,-2 2 9 0,2-1 4 0,1 0 12 16,-4 2 9-16,3-2 6 0,-3 3 0 0,-2 1 10 15,0 0-4-15,1 0 3 0,2 1-7 0,-2 1-3 16,-3 3-8-16,3-4-5 0,-3 4-3 0,0 0 0 15,0 0-7-15,0 0 0 0,9 9-5 0,-6-2 7 16,1 0-8-16,0 4 3 0,3-3 1 0,-2 4-1 0,5 0 2 16,0 1-2-16,3 2-6 0,-1-2-1 0,3-1 0 15,0 2-6-15,0-3-2 0,0-1 3 0,0-4-10 16,0 3-6-16,0-5-5 0,-1-3-11 0,3 2-9 16,-3-6-9-16,2 2-12 0,-1-5-9 0,3-1-11 15,-3-2-13-15,-2-2-11 0,1-2-15 0,-3-1-2 16,1-2-4-16,-4-2 2 0,7-6 2 0,-5 5 0 15,2-6-9-15,-1-3 2 0,-2 2-8 0,0-5 1 16,1 0 13-16,-4-1 14 0,-2 2 15 0,1-4 22 16,1 5 47-16,-3-2 33 0,-2 4 32 0,4 7 15 15,-5 1 22-15,3-1 11 0,-3 4 14 0,1 3 4 16,1 3 11-16,-2-1-2 0,0 6-11 0,0 0-13 16,0-3-5-16,0 8-16 0,0-2-8 0,0 2-5 0,0 0-5 15,-6 14-6-15,6-1-1 0,-1-2-6 0,-4 8-2 16,5 1-1-16,0 6 2 0,0 0-2 15,1 5-2-15,3 1 1 0,-3-2-3 0,2 1-3 16,3 3-5-16,-1-1 1 0,-1 0-1 0,3-1-2 0,2 1 1 16,-2 0-1-16,0-4-6 0,0 2 0 0,-1-12-28 15,0 0-36-15,-2-2-33 0,0-5-38 16,-1 0-37-16,1-6-53 0,-1 1-225 0,-2-4-474 0,-1-3 210 16</inkml:trace>
  <inkml:trace contextRef="#ctx0" brushRef="#br0" timeOffset="-158623.87">13580 13085 51 0,'-1'-6'362'0,"-2"-2"-1"15,2 1-28-15,1 1-26 0,4 1-29 0,-3 0-22 16,6 0-18-16,-1 1-40 0,4-2-17 0,4 4-17 16,2 2-18-16,5 0-16 0,2 0-10 0,7 0-36 0,0 7-39 15,-2-1-49-15,-5-1-61 0,7 1-76 0,-10 1-85 16,1-2-244-16,-2 1-509 0,-2 2 225 15</inkml:trace>
  <inkml:trace contextRef="#ctx0" brushRef="#br0" timeOffset="-147501">14606 13040 139 0,'-7'0'263'0,"0"-1"-10"0,7 1-16 15,-7 1-17-15,7-1 9 0,0 0 9 0,14 9 3 16,5-4-18-16,15 2-17 0,7 0-16 0,20 2-11 15,3-4-4-15,4 3-15 0,1 0-2 0,29-1-16 16,-31-3-12-16,2-1-10 0,1-1-16 0,-1-2-8 16,-2 3-9-16,-3-2-5 0,-3 1-12 0,-7-2-2 15,-13 0-9-15,-7-3-3 0,-12 3-12 0,-3 1 0 16,-3-2-12-16,-5-1-34 0,-3 2-24 0,-1 0-28 0,-7 0-41 16,10 0-22-16,-10 0-16 0,0 0-31 0,0 0-44 15,0 0-46-15,-30 0-61 0,8 2-165 16,3-4-519-16,-3 2 229 0</inkml:trace>
  <inkml:trace contextRef="#ctx0" brushRef="#br0" timeOffset="-147015.11">14806 12824 163 0,'4'2'186'16,"-4"-2"-20"-16,0 0-14 0,3 4-10 0,-2-2-4 0,-1-2 0 16,-1 7 4-16,-1-2-6 0,1 0 1 15,-3 0 0-15,1 2-9 0,-1 2 7 0,-5-1 5 16,0 2 4-16,1-2 1 0,-4 0 13 0,-2 5-7 0,-6-1 12 16,-7 1 7-16,1-1 3 0,-3 0 3 0,-1-2 3 15,0 3-7-15,0-4-8 0,2 1-4 0,-2-1-8 16,10-1-9-16,-2-2-13 0,8-2-9 0,2 2-14 15,0-3-11-15,2 2-8 0,5-4-9 0,-2 7 1 16,7-3 10-16,9 4-2 0,5 1-6 0,16 6-9 16,8-2-5-16,18 5-8 0,4 0-13 0,0 0-21 15,1-2-27-15,0 1-44 0,3-1-46 0,-7-2-35 16,0 4-36-16,0 2-41 0,-9-1-58 0,-14-2-63 16,3-2-71-16,-9 4-259 0,0-1-707 0,-1-2 314 15</inkml:trace>
  <inkml:trace contextRef="#ctx0" brushRef="#br0" timeOffset="-146421.39">16883 12855 45 0,'1'-6'369'0,"-2"0"-10"0,1-1-21 0,-3 2-35 0,6 3-30 16,-3-3-32-16,0 5-29 0,0 0-23 0,0 0-21 16,0 0-19-16,-6 10-9 0,2 2-15 0,3 0-14 15,1 5-10-15,0 1-14 0,0 1-6 0,3 6-6 16,1-4-9-16,3 6-6 0,2-2-7 0,-1 4-6 15,0-10-1-15,3 5-1 0,0-4-5 0,-1-2-1 16,-1 0-6-16,5-4 6 0,-2 2-6 0,-3-7-2 16,1 2 8-16,2-6-3 0,-1 2-1 0,1-3 7 15,3-2 8-15,-4-2 17 0,-1-2 6 0,3-2-4 0,-2-1 8 16,-3-3-3-16,7-7-4 0,-1 0 0 16,-1-3-11-16,-3-1-6 0,5-10-3 0,-4 0-5 15,0-2-15-15,-3 1-3 0,3 1 0 0,-3 2-7 0,-3 0-2 16,-2 10-1-16,1-4 1 0,0 6-10 0,-1 0-12 15,-2 6-25-15,1-2-34 0,-1 4-46 0,0 2-41 16,-1 3-19-16,0 2 2 0,0 0-34 0,0 0-22 16,-1 15-36-16,2-2-34 0,1 1-31 0,1 4-174 15,-2 2-538-15,2 2 239 0</inkml:trace>
  <inkml:trace contextRef="#ctx0" brushRef="#br0" timeOffset="-145551.89">17552 13092 180 0,'4'-11'213'0,"2"-2"-2"0,-1 0 11 0,0 2 9 0,-2-2-7 15,-2 3-8-15,-1-2-16 0,2-2-15 0,-2 3-9 16,-2-1-15-16,-2 2-12 0,-1 0-18 16,1 3-14-16,-3-1-7 0,-1 2-15 0,-3 2-10 0,0 2-10 15,-1 1-12-15,-2 2-2 0,1 1-7 0,-4 2-5 16,5-1-9-16,-7 5 0 0,3 2-3 0,-2 0-6 15,4 2 2-15,1 3-11 0,-1-3 1 0,6 1 3 16,-3 4-8-16,7 0 0 0,0-4-6 0,4-1 2 16,0 5-3-16,1-4 3 0,2-1-5 0,1 0 3 15,6-1 4-15,-4-3-4 0,4 0 1 0,5 0-1 16,-3-3-1-16,8-2-1 0,-2 0-2 0,3-4 2 16,-3-1 2-16,0 1-2 0,1-5 0 0,-1 0-2 15,0-1 3-15,0-2-2 0,-4-1-4 0,0-1 5 0,1-1 4 16,-3 0 4-16,-1 2 10 0,-3 1-3 15,1 1 4-15,-1 0 4 0,-2 0-4 0,0 3-6 16,-1 0 2-16,-2 0-4 0,3-1-3 0,-1 5-5 0,-1-2-4 16,-4 3-2-16,14 3 1 0,-9-2-1 0,5 5-4 15,0 0 1-15,1 0 1 0,0 2-2 0,4 3 0 16,0 0 1-16,-1-2-3 0,-2 1 3 0,4 0-4 16,-6 1-4-16,0-1 2 0,-1-2 2 0,-4 0-6 15,5-2 3-15,-5 3-5 0,2-3 1 0,-4-3-4 16,-2 1-2-16,2-1 1 0,-3-3 1 0,0 0 10 15,-6 6-9-15,6-6 11 0,-13-3-4 0,3 0 2 16,1 0 1-16,-6-1 1 0,1 1-2 0,-1-3 1 16,7 2 0-16,-3-2 6 0,3 5-6 0,1-5 4 15,3 2-5-15,0 0 7 0,3 0-13 0,1 0-4 16,0 4 0-16,9-6-3 0,2 2-3 0,3 1 1 16,-2 1-4-16,8-3 3 0,1 1-3 0,-1 2-5 0,10-5-5 15,-1 2 4-15,-8-1 3 0,4 1 3 0,3-5-1 16,-6 5 1-16,0-1 0 0,1-2 3 15,-6 1 5-15,1-1 0 0,-1 0 0 0,-5 2 7 0,-2-1 0 16,-2 2 4-16,-2 0 5 0,0-1-2 0,-2 2 5 16,-1 0-3-16,2 0-4 0,-5 2 0 0,0 2-4 15,4-3 2-15,-4 3-2 0,0 0 3 0,0 0-3 16,3 9-2-16,-3-9 3 0,2 9-6 0,0 0 4 16,2-2 4-16,2 6-1 0,-2-2 1 0,5 6-1 15,2 0 2-15,1 1 1 0,5 8 0 0,0 1 2 16,6-1-7-16,-2 3 4 0,-1 4 1 0,-1-2-5 15,4 2 3-15,-2 0 0 0,-2-1 2 0,-4 3 1 16,-2-1-5-16,1 0 4 0,-5-1 5 0,1-1-1 16,-6 0-3-1,0 0 5-15,-1-1 2 0,-6-3 10 0,1-6 3 16,-3 5 14-16,0-2 21 0,-6-6 21 0,-5 4 29 16,1-7 21-16,-2-3 21 0,0 0 14 0,-10-2 21 0,1-3 7 0,-4-2-3 15,1-3-4-15,-3-2-1 0,3-4-18 0,0-1-17 16,-2-5-10-16,3 0-12 0,6-1-10 0,-4-5-10 0,3-3-13 15,9 2-40-15,-1-6-50 0,0-4-52 16,7-3-57-16,7 0-71 0,2 0-56 0,6 1-55 16,9 0-89-16,4-2-101 0,19-7-279 0,4-1-820 0,9 2 364 15</inkml:trace>
  <inkml:trace contextRef="#ctx0" brushRef="#br0" timeOffset="-144036.31">19634 12803 61 0,'0'-20'335'0,"4"-7"-7"0,-4 7-13 0,0 0-12 15,-4 1-25-15,-4-1-26 0,1 1-4 0,0 1-22 16,-1 3-9-16,-2 1-21 0,4 2-21 0,-4 4-18 16,1 0-14-16,1 1-20 0,0 2-16 0,-2 2-9 15,-2 3-11-15,2 2-14 0,-2 2-6 0,1 2-7 16,-1 5-7-16,-4 2-1 0,5 2-8 0,-3 0-1 15,3 4-7-15,2 0-3 0,-5 8-7 0,9 0 2 16,1 0 3-16,4 0-7 0,1-6-1 0,3 8 3 0,4-1-4 16,3-2 2-16,1-1 1 0,0 1-3 0,-2-7 6 15,5-2-16-15,0 1 1 0,-4-2 3 16,1 0-5-16,-1-4 0 0,-3 0 2 0,3-3-1 0,-7-1-10 16,2-2 6-16,-4 0-7 0,3 0-4 0,-3-1 6 15,2-3-6-15,-4 2 3 0,0-4 3 0,-5 4 4 16,-1-1-2-16,-2-2 1 0,-3-1-3 0,-1 0-1 15,-3 0 8-15,0 0-9 0,1-1 4 0,-2 1-6 16,2 0 2-16,1 0-4 0,1 0 3 0,-2 0-19 16,3 0-16-16,4 1-18 0,3 0-6 0,4-1 9 15,-8 4 4-15,8-4 3 0,8 6 8 0,-1-2 8 16,4 0-4-16,9 0 2 0,-2 1 6 0,14-2 0 16,-11-1 4-16,12-4-1 0,0-1 2 0,2-2-3 15,3-4-20-15,-3-2-26 0,1-2-20 0,2-7-31 16,-3 0-21-16,10-12-18 0,0 4 10 0,-15 1 15 15,-4 0 13-15,1-1 10 0,-4-2 17 0,-4 2 23 0,-3-4 40 16,-5 5 31-16,-4 1 27 0,-2-2 22 0,-3 7 12 16,0 0 5-16,-2 2 4 0,-2 0-5 0,-3 3-8 15,0 5-4-15,0 1-4 0,-1 0-9 0,2 3-5 16,-3 2-7-16,0 1-6 0,0 4 0 0,-2 1-4 16,-3 3-5-16,1 4-1 0,-1 5-3 0,-1 2-3 15,0 3 13-15,-2 6-8 0,2 5-2 0,4 0 1 16,-1 2-5-16,4-1 3 0,2 3-4 0,0-3 2 15,1 2-1-15,3-2-3 0,0-1-2 0,0-4-3 16,3-4-2-16,-3-2-6 0,4-1 0 0,-4-4-5 16,4-2-6-16,-4-3-7 0,4-2-3 0,-4-1 3 15,5-2 3-15,0-2 0 0,-3-1-2 0,-2-1-1 16,0 0 4-16,14-6 1 0,-7 1 3 0,-3-2 3 16,7-1 3-16,-6-3 0 0,8-1 3 0,-1-3 9 15,-4 4 19-15,0 0 18 0,-1 1 8 0,0 0 21 16,0 1 10-16,-2 0 0 0,-1 4 7 0,0 0-2 15,0 0-12-15,-1 0-6 0,-2 2-9 0,3 0-13 0,-4 3-3 16,0 0-9-16,0 0-1 0,10 8-2 0,-9 0-1 16,2 0 0-16,1 2-10 0,-2 0 1 0,3 4 0 15,0 0 4-15,2 4-3 0,1-1-6 0,4 0 4 16,-1-1-7-16,3 1-1 0,0-3-6 0,-1-1-1 16,3-2-4-16,1 1 4 0,-4-5-7 0,0 0 0 15,-1-1 3-15,0-1-10 0,-1-4-10 0,1-2-1 16,-2-1-6-16,-2-4-8 0,1-4 5 0,-2 2-2 15,-1-5-1-15,-3 0-3 0,2-4 5 0,-4-2 5 16,-2 0 0-16,1-3 3 0,-4 3 4 0,0-3 3 16,-2 2 1-16,-2 1 4 0,-3 1 0 0,0 2-1 15,0 1 2-15,-1 2-2 0,-1 1 5 0,-2 2 1 16,1 2-1-16,2 3 4 0,0 2-3 0,-1-2-2 0,1 5-16 16,5 3-16-16,0 1-5 0,2 0-7 15,0 1-2-15,2 1-7 0,3 3-15 0,4 3-14 16,1-1-18-16,2 1-19 0,6 2-1 0,1 0-24 0,4-1-4 15,1-1-6-15,0 0 2 0,3-3 9 0,-2 1 10 16,1-3 11-16,-2-4 16 0,1 4 10 0,-7-6 8 16,3-1 19-16,-3-1 20 0,-1-2 37 15,2-2 7-15,0 1 19 0,-5-2 29 0,4-2 18 0,-8 2 17 16,6 0 23-16,-6-4 16 0,-2 3 11 0,0 1 4 16,-2-1-6-16,1 1 2 0,-1-2-8 0,-1 3-10 15,0-1-12-15,1 3-10 0,-1 3-5 0,-4-6-13 16,4 6-5-16,-7-2-6 0,7 2-3 0,0 0-6 15,-16 7-6-15,12-2-1 0,1 1-3 0,-1 5-3 16,-3-4-1-16,3 5 0 0,3-1-2 0,-2 1-4 16,3-2 0-16,0 1-3 0,0 1 2 0,1-2 1 15,1 2-3-15,-1-3-5 0,2-3 0 0,-2 1 6 16,3-1-3-16,1-1 2 0,-3-1-5 0,2-3 3 0,1 2 0 16,2-3-5-16,-7 0 4 0,14-3-2 15,-8 2 0-15,0-3-3 0,2 0 5 0,-1 0 5 16,0 1 14-16,-1-2 6 0,4-1-1 0,-4 0 5 0,2 1 7 15,-4 1-4-15,4-3 6 0,-1 5-7 0,-4 1-3 16,1-2-8-16,4 3-4 0,-8 0-1 0,9-1-9 16,-2 3 8-16,0 1-10 0,3 1-1 0,-2 5-1 15,3-3-4-15,-4 2-1 0,6 0 3 0,-3-1-2 16,-1 4 3-16,6 0-2 0,-4-2 5 0,4 2 8 16,1-1 11-16,1-2 4 0,-2 3 6 0,-2-5 7 15,1-1 15-15,-2 1 15 0,4-4 7 0,-5 2 1 16,4-4 2-16,-2-4-3 0,-1 2-1 0,0-5 4 15,-2 1-2-15,0-2-9 0,-2-2-4 0,1-5-11 16,-7 3-3-16,4-6-10 0,-4-1-5 0,-2 2-20 16,-2-2-27-16,-1-1-32 0,0-1-39 0,1-1-41 15,-7 3-35-15,1 1-60 0,2 1-87 0,0 5-99 0,-2-4-212 16,-4 1-656-16,4 5 290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B698-1AEA-9CD2-36D5-A83043BF6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06E4F-CF19-617F-2E87-9BDDF011A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4967A-A7E8-B199-4E39-3DB008DE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6F3E-C510-08AE-EF93-6EB9A774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0EF71-CA1A-12D0-F723-8941A902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9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0791-5EF7-C484-4393-7075008F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486B-696E-AC6B-802F-271E5E66E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B8FE-EBBF-F714-1C58-9B808B28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09027-C997-DE56-640C-99B1FB03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BAD89-3FE9-2B64-1168-1C8D9092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B372-F4E1-8E29-6554-84F87153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6F0F9-62C3-0201-ECAC-0681C7DCF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88E42-93FF-A465-3772-7C140931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CB980-28E8-FB66-4D28-997528AB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F85C-B1E5-B92C-7D53-DC52DC6C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7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B3EA-3192-D046-62BF-5AF33D34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212C-0ABA-5CCB-63B4-D56955D6C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94830-1E70-FCB3-E906-D3B1ACA1E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9DEF6-6758-53C7-EBA4-91D360E3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EB84F-E773-6994-1041-35E0F369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6B7A4-AAEA-F186-B6DC-2A380D2B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9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1E30-FCDA-D078-C20B-33433202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3D861-06DE-1B8A-7ED3-E5B1883F7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DC126-CC52-B395-15E7-FA28AC8D5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4B6DC-7B3A-9C17-CAA9-B7A26E4D1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C6746-9FC5-5FF5-6E67-D6EF4E210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6DE4F-CB91-0436-072C-E2AA280C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B24DC-5D0D-E641-5E6F-A8701501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13DBF-B8B8-6090-7074-0D0786E7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85F6-A290-49D0-B151-143472EC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78E3C-CA8C-8FBA-8A34-60BA7277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07351-B2CB-92D7-BF18-DE8AD82D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6840E-83C1-A218-BAC2-F1DD6DE4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D348E-42F5-5A39-4D06-17DB9D16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A84CE-0ABE-6931-AD92-CA0BDB9A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17C7B-F4B8-447A-13A6-E6F5066C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5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B970-EC02-8575-6971-C28778CB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1F2A-5259-0828-97B9-4FD6FBFCE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8FCDC-CBE5-9ABD-1770-C75C8BC51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DDFF6-29D6-2648-2BB5-26A878C1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4CA61-8225-93B1-5210-B88362E9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4894E-B568-722F-E95C-A0637078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9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AE3E-C934-9B57-2D3F-F2272CFC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FAA1B7-5C37-669E-6A3E-756D30342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0BC5-C0AA-477F-5559-F13636FDC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0C212-1703-CE74-2A5C-28FD18DC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F9112-74FE-B7AE-41C6-2A77F9C9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7B23-0DFD-F750-6547-12DB9884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DA59-248C-2A69-216C-C6B9967C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3E30F-E9C9-CBE4-00D9-D58BEA45A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0F55A-A975-0CE9-3C2B-7C1F6934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6EF8-AB0B-E07E-C0F7-F8C09B2E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BBEEC-9250-C827-C7F0-66C48B1F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8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B856A-5273-4FDD-43BA-12553640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0FFAF-492A-0648-072F-44F4A9EDC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1386E-34E8-087F-0426-6EB197D0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310D-95E5-6413-4C76-E509B1E6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F3361-6080-E9A3-3F2A-A3FDFCCE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2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261B-57FF-0BCB-B396-AD6C344E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B58F7-C0AB-1FE8-6D1E-6A7D2CFE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0C26E-8CE7-C54A-A336-71736D026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B0150-3942-4162-A337-2CDC0BB6A02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D9409-DE61-00E3-9AFE-7489633A0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D4109-FF4A-ADF0-2AD0-D7A232D48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09B98-38A0-4F42-A0A1-8BB443089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A641-6F49-44E0-34F9-4345D4B10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89466-BF26-3D5E-F570-66403BB98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2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FF5A-11D0-AF78-2BE2-2CA14430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6FB8-FB35-4372-0FE6-A11DDFAF2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39B6BB-3E17-69F4-6559-FB222372E331}"/>
                  </a:ext>
                </a:extLst>
              </p14:cNvPr>
              <p14:cNvContentPartPr/>
              <p14:nvPr/>
            </p14:nvContentPartPr>
            <p14:xfrm>
              <a:off x="389160" y="139320"/>
              <a:ext cx="5609160" cy="374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39B6BB-3E17-69F4-6559-FB222372E3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800" y="129960"/>
                <a:ext cx="5627880" cy="376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49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957D-2F2C-2491-A8CE-21998743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78FB-803C-9CAA-1232-C32ADBF4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8DB6-295D-C924-ABA6-4012F20CF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256CAB-FD4B-65E8-5333-DD9852AEA054}"/>
                  </a:ext>
                </a:extLst>
              </p14:cNvPr>
              <p14:cNvContentPartPr/>
              <p14:nvPr/>
            </p14:nvContentPartPr>
            <p14:xfrm>
              <a:off x="938520" y="83880"/>
              <a:ext cx="11252880" cy="583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256CAB-FD4B-65E8-5333-DD9852AEA0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160" y="74520"/>
                <a:ext cx="11271600" cy="585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35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CDE1-23C1-D696-35A4-0CB01A6C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FED7-8064-8145-DA15-4EF6FFB8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A226-7BD8-8A96-8EF6-F3A95D279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62050E-9B75-5B76-865B-369D8D77B630}"/>
                  </a:ext>
                </a:extLst>
              </p14:cNvPr>
              <p14:cNvContentPartPr/>
              <p14:nvPr/>
            </p14:nvContentPartPr>
            <p14:xfrm>
              <a:off x="811800" y="521640"/>
              <a:ext cx="11082240" cy="540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62050E-9B75-5B76-865B-369D8D77B6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440" y="512280"/>
                <a:ext cx="11100960" cy="54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06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78AC-20EE-483A-9889-C1855E78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1012-8963-815A-5DE0-F0F45500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14A7E-B868-99E3-9D54-48BDB5EE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D4439E-BB7D-3626-9796-8B114C6E18F7}"/>
                  </a:ext>
                </a:extLst>
              </p14:cNvPr>
              <p14:cNvContentPartPr/>
              <p14:nvPr/>
            </p14:nvContentPartPr>
            <p14:xfrm>
              <a:off x="718200" y="253080"/>
              <a:ext cx="8584200" cy="480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D4439E-BB7D-3626-9796-8B114C6E18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840" y="243720"/>
                <a:ext cx="8602920" cy="48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92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52A97-191C-69B5-1F92-A560F944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22EB-E4A7-C0B2-ACE6-E9F64418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F2AB-BEAD-9141-4AE4-5F182B7C6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FF39D7-D2E3-0103-C203-0288E0C6504A}"/>
                  </a:ext>
                </a:extLst>
              </p14:cNvPr>
              <p14:cNvContentPartPr/>
              <p14:nvPr/>
            </p14:nvContentPartPr>
            <p14:xfrm>
              <a:off x="632880" y="269280"/>
              <a:ext cx="10895400" cy="555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FF39D7-D2E3-0103-C203-0288E0C650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20" y="259920"/>
                <a:ext cx="10914120" cy="557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86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3366-8557-137C-508A-0C2B3B25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535A-FBBC-85A6-6F07-BAEB580F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03AA-0618-3D53-57F7-6369B1C6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7BBA08-3EC8-3EAB-DABA-A4C5891C87D1}"/>
                  </a:ext>
                </a:extLst>
              </p14:cNvPr>
              <p14:cNvContentPartPr/>
              <p14:nvPr/>
            </p14:nvContentPartPr>
            <p14:xfrm>
              <a:off x="52200" y="126000"/>
              <a:ext cx="10426320" cy="5282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7BBA08-3EC8-3EAB-DABA-A4C5891C87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40" y="116640"/>
                <a:ext cx="10445040" cy="530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546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6DE1-8B22-3000-49D6-FFC2B28D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6DB2-56C5-FF30-82D0-7457AAB2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B3BB6-6529-2388-1585-B0311A0A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6EAF51-C700-88CC-BE1D-1A85DC22FD18}"/>
                  </a:ext>
                </a:extLst>
              </p14:cNvPr>
              <p14:cNvContentPartPr/>
              <p14:nvPr/>
            </p14:nvContentPartPr>
            <p14:xfrm>
              <a:off x="704880" y="394560"/>
              <a:ext cx="11414880" cy="619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6EAF51-C700-88CC-BE1D-1A85DC22FD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20" y="385200"/>
                <a:ext cx="11433600" cy="62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50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B965-2D1D-D6FA-F4EB-A4E59F51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CEA9-FA46-1901-EA75-1527C324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B91F8-958E-2610-0B89-E5BBE629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AC4F64-143A-E26E-24AC-01DF2111F55E}"/>
                  </a:ext>
                </a:extLst>
              </p14:cNvPr>
              <p14:cNvContentPartPr/>
              <p14:nvPr/>
            </p14:nvContentPartPr>
            <p14:xfrm>
              <a:off x="1229400" y="287640"/>
              <a:ext cx="9271080" cy="469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AC4F64-143A-E26E-24AC-01DF2111F5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0040" y="278280"/>
                <a:ext cx="9289800" cy="471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6244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5DF9-85BB-2076-EF7D-3E9FB98C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77FB-73BC-004C-EDA2-CE0F37F0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5E0E3-4C92-B91C-0882-285BC4F4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0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Week3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1</cp:revision>
  <dcterms:created xsi:type="dcterms:W3CDTF">2024-10-08T09:14:40Z</dcterms:created>
  <dcterms:modified xsi:type="dcterms:W3CDTF">2024-10-08T10:29:42Z</dcterms:modified>
</cp:coreProperties>
</file>