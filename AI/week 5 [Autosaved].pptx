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9T09:51:17.4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3196 1204 155 0,'0'-10'316'0,"0"0"2"0,0-2 8 16,-2-3 13-16,2-2 11 0,-3 2 5 0,1 6 2 0,0-1-15 16,2 2-22-16,-1 2-29 0,1 6-29 0,-5-12-30 15,5 12-28-15,0-8-27 0,0 8-24 0,0 0-18 16,0 0-15-16,0 0-5 0,13 30-10 15,-11-10-6-15,6 7-15 0,-2 3-10 0,8 10-4 0,-1 6-7 16,-5-7-8-16,4 3-10 0,-1-2-36 0,3 2-24 16,-1-6-24-16,-2-4-29 0,-6 0-39 0,5-1-33 15,-1-4-27-15,-1-3-25 0,-3-8-32 0,1-1-27 16,1 0-36-16,-5-6-23 0,6-3-22 0,-3-3-225 16,-5-3-603-16,0 0 267 0</inkml:trace>
  <inkml:trace contextRef="#ctx0" brushRef="#br0" timeOffset="484.32">3417 1119 73 0,'-10'-12'250'0,"5"3"-3"16,-1 0-1-16,-2-5-4 0,-7 1 10 0,8 1 5 16,-3-3-11-16,-3 5-11 0,6-6-10 0,-3 5-17 15,-5-3-14-15,10 2-23 0,-3-3-7 0,2 2-16 16,1-3-16-16,1 0-12 0,3 1-15 0,2-4-18 15,1 0-10-15,5 3-8 0,1-2-8 0,3 3-4 16,4-2-8-16,8 0-6 0,-8 6-3 0,7-3-9 16,-1 5-6-16,3 1 3 0,-3 5-8 0,-4-1-4 15,4 4-1-15,-1 4-12 0,-2 0 0 0,0 3-3 16,-3 9 2-16,0-5-2 0,0 13 4 0,-7-1-5 16,2 5 4-16,-6 1 2 0,-9 11-2 0,-4 4-8 15,3 1 13-15,-9-3-4 0,-2 3-2 0,-4-3 3 16,-2-8 0-16,-4 3 3 0,4-5-1 0,-7 3-3 15,10-9 2-15,-3-9-1 0,0 3 0 0,8-5 5 16,0 0 19-16,0-8 25 0,4 1 7 0,2-2 25 16,-5 0 9-16,7-3 4 0,-1 2-4 0,1-4 3 15,7-1-13-15,0 0-11 0,0 0-8 0,0 0-3 16,0 0-13-16,0 0-7 0,0 0-6 0,0 0-6 16,17-15-2-16,2 17-8 0,-2-4-2 0,1 5-7 15,-1 3 5-15,4 0-3 0,7 1-5 0,-6 5 8 0,1-2-8 16,5 7-4-16,-5 0 0 0,-6-4-12 0,9 7-15 15,-7 1-25-15,7-3-19 0,-9 0-21 16,-4 0-13-16,-3-3-27 0,3 0-28 0,-3 0-26 16,-2-3-30-16,-1-1-33 0,-2-3-38 0,-2 3-25 0,1-7-22 15,-4 4-218-15,0-8-591 0,3 6 262 0</inkml:trace>
  <inkml:trace contextRef="#ctx0" brushRef="#br0" timeOffset="1156.09">3829 1518 125 0,'0'0'170'0,"0"0"-7"16,2 6-9-16,-2-6 1 0,5 4-2 0,-5-4 5 0,0 0-9 16,25-5-13-16,-9-3-11 0,-7 3-11 0,11-4-16 15,8-3-9-15,-3 2-5 0,-2-5-8 0,-7 5-12 16,3-1-1-16,-3-1-9 0,-1 0-5 15,0 0-1-15,0 2-9 0,-5-2 6 0,-4 1 5 0,1 2 16 16,-5 2 4-16,-2-4 0 0,-2 3-10 0,-5 1-6 16,-1 2-4-16,-7-2 6 0,-6 7 4 0,1 3 4 15,-8 1 3-15,-1 0 4 0,0 0 1 0,-4 5 0 16,3 3-1-16,0-6 1 0,0 6-6 0,7 0-3 16,-2 2 0-16,7-2-6 0,3 0-9 0,0-4-5 15,0 4-5-15,9-1 7 0,-3-2-16 0,9 0-5 16,2 1-3-16,6-2-3 0,6-2 5 0,7-2-6 15,9 3 0-15,6-5-25 0,11-2-18 0,1-2-20 16,5-1-18-16,6-5-18 0,-1 0-18 0,0-2-18 16,2 2-10-16,-7-2-4 0,0 1-1 0,-2-8 10 15,-1 9 9-15,-6-6 9 0,-9-1 14 0,-5 7 10 16,-4-2 11-16,-6 3 20 0,-8-4 27 0,9 7 27 16,-12-3 33-16,0 2 22 0,-2-6 28 0,-4 5 15 15,1 0 8-15,-8 0 0 0,4 6-16 0,-10-9-1 16,2 5 4-16,-2 2-4 0,-1 2-3 0,-6-2-6 15,-1 2-1-15,3 2-8 0,-2-2-17 0,1 0-4 16,6 3 0-16,-2 3-13 0,6 3-7 0,-7 3 4 16,6-2-5-16,5 6-5 0,2-3-6 0,-1 5-1 15,9 5-1-15,0 0-1 0,5 6 3 0,16 12-4 16,-5-4-2-16,1 5 0 0,7 0 8 0,-3 4-12 16,1 0-8-16,2-1 2 0,-1 3 5 0,1-6-9 15,-8 9 5-15,5-11-5 0,-13 2 5 0,4-3 2 16,1-2-2-16,-16-3-4 0,-1-5 7 0,2-2 10 15,-6 0 20-15,-6 0 28 0,6-7 26 0,-9-5 22 16,-2-3 17-16,-4-3 13 0,-2 0 12 0,-4-5 6 16,-2-4 0-16,3-6-5 0,-10-1-13 0,5-8-7 15,-3-3-10-15,-7-9-6 0,11-4-11 0,4-7-13 16,5-5-8-16,2 2-17 0,9-7-21 0,6-3-35 16,3-2-34-16,8-2-46 0,4 2-37 0,4 5-35 15,-3 2-20-15,-3 1-42 0,10 8-42 0,2-4-45 16,-11 17-33-16,4-1-59 0,-3 3-34 0,-4 9-290 15,0-4-758-15,-6 4 335 0</inkml:trace>
  <inkml:trace contextRef="#ctx0" brushRef="#br0" timeOffset="2140.39">4844 1339 177 0,'15'-7'220'0,"-2"2"2"0,0-2-1 15,4-2 2-15,0 3-11 0,2 3-12 0,-4-2-22 16,-5 4-15-16,5 1-14 0,3-1-15 0,-1 2-12 16,-2 5-13-16,-5-3-10 0,5 9-9 15,0-2-11-15,-4-1-5 0,1 9-7 0,-1-6-8 16,-4 5-5-16,1 1 1 0,-6 1-7 0,-2-4-5 0,5 4-3 16,-10-2-7-16,3-2 0 0,-4 0-1 0,-1 1 2 15,0-3-7-15,-3-1-3 0,2-4 1 0,1 1 0 16,-6-4-2-16,7 2 4 0,-4-6 10 15,-4 2 9-15,6-3 3 0,8 0-5 0,-15-3-2 0,7-2 2 16,6 0-15-16,1-5-3 0,2 0-5 0,8 1-4 16,-1-7-2-16,7 0-7 0,8-3 4 0,-6-1-8 15,9 4-2-15,-3-2-2 0,-1-2-3 0,7 9-3 16,-9-6-9-16,10 2 1 0,-8 0 2 0,4 1 1 16,-8 7-2-16,7-11 4 0,-8 9 2 0,-2 3-1 15,-5-2 4-15,-1-2 3 0,-2 7 4 0,3-2 1 16,-10 5 7-16,13-5 9 0,-13 5 9 0,7-8 17 15,-7 8-17-15,0 0-3 0,0 0-2 0,0 0-6 16,0 0-2-16,-20-8-2 0,20 8-1 0,0 0-5 16,-28 12-1-16,23-3-4 0,-7-2 0 0,4 4 0 15,0 1-1-15,0-1-1 0,-4 5 1 0,7-7 1 16,-2 11-3-16,4-3-2 0,1-1 3 0,1-4 9 16,1 4-10-16,3-6-6 0,0-2-3 0,4 3 0 15,-2-3-3-15,-2-3 2 0,9-2-3 0,1-3-5 16,2 0 6-16,3-3-11 0,0-2-3 0,-1-2 0 15,3-3 5-15,3-3 0 0,3-6 3 0,-2 6-2 16,-1-1 6-16,3-2 8 0,-6 1-8 0,-2 3 2 16,6-4 1-16,-8 2-1 0,4 5 1 0,-4-2 0 15,-1 4 1-15,-5 2-6 0,2 2 6 0,3 2-5 16,-4 2 7-16,6-1 0 0,-2 7 1 0,0 1 4 16,0 7-2-16,-5-5 5 0,1 7-6 0,-4-2 4 15,1 2-1-15,-1 7 3 0,1 0-3 0,-8-4 5 16,0 5-1-16,-2-4-1 0,-4-5 0 0,1 5 8 15,-5-3 2-15,3-1 2 0,-8 2-1 0,2-7 2 16,-2 3 4-16,-1-4 10 0,1-3 6 0,-2-4 17 16,4-4 7-16,6 0-5 0,7 0-3 0,-21-9-1 15,12 6-9-15,3-8-6 0,-4-4-12 0,10 1 4 16,0-6-7-16,3-7-2 0,9 1-4 0,-1 1-6 16,4-4 0-16,5 7-3 0,2-2-10 0,6-11-6 15,3 5-4-15,4 6-4 0,-10 2 0 0,1 5-4 16,-1 5 2-16,2 1-1 0,-4-5 0 0,-5 9 4 15,-1 3-2-15,-1-3 4 0,-4 3 4 0,-4-1-7 16,4 5 1-16,-12 0 2 0,9 0 9 0,-9 0-5 16,9 7 3-16,-8-3-2 0,3 2 7 0,-4 3-5 0,-4 0 5 15,4 2 0-15,0-3 0 0,-1 8 6 0,1-4 3 16,-2 6 7-16,2-9 2 0,0 10-3 16,2-6 3-16,-1 5-1 0,3-3 1 0,1 1-4 15,0-1 6-15,-2 1-2 0,5 0-1 0,-3-1-3 16,5 2-1-16,-3-2-3 0,1-3 6 0,-1-5-2 0,-1 5-3 15,-2-1 2-15,1-2 2 0,-4 3 11 0,3-6 7 16,-4-2 12-16,0 7 7 0,0-5-8 16,-5-3 7-16,-2 3 3 0,-1 2-17 0,-2-3 2 15,-2 0-3-15,-1-2-3 0,3 0-7 0,-2-2-1 0,6 1-2 16,-3 4-20-16,0-6-19 0,9 0-33 0,0 0-28 16,-15-6-30-16,15 6-31 0,-2-3-47 0,2 3-59 15,5-16-47-15,2 5-222 0,-2 3-562 16,9-7 250-16</inkml:trace>
  <inkml:trace contextRef="#ctx0" brushRef="#br0" timeOffset="2827.82">6380 1356 152 0,'0'0'250'0,"8"-9"1"0,-8 9-10 0,0 0-18 16,0 0-17-16,0 0-19 0,0 0-22 0,0 0-21 15,0 0-15-15,0 0-18 0,0 0-11 0,0 18-6 16,0-10-8-16,-3-1-7 0,3 3-6 0,-2 1-4 16,2 1-8-16,-3 2-2 0,0 2-7 0,3 0-5 15,0 3-5-15,-2-3-3 0,2 0-1 0,0-1-8 16,2 2-1-16,-2-7-3 0,6 9-1 0,-1-11-1 16,0 4-1-16,5-1-7 0,2-3-13 0,-1-5-14 15,3 1-27-15,2-4-20 0,1 0-23 0,6-4-14 16,-2-6-4-16,-1 6-10 0,3-5 1 0,-8-3 12 15,7 3 6-15,-7-8 14 0,-2 9 10 0,-1-3 7 16,1-4 25-16,-5 2 33 0,-3 2 31 0,0 0 19 16,-5 1 18-16,0 1 3 0,-2 3-2 0,-1-5 7 15,-4 4 3-15,3 1-1 0,-5-1 5 0,3 4 5 16,1-2 2-16,-9 2 10 0,6 0-7 0,0-2-3 16,-2 2-4-16,0 3-15 0,3-4-5 0,7 4-3 15,0 0-9-15,0 0-6 0,-15-1-9 0,15 1 1 16,0 0-7-16,0 0-9 0,0 0 0 0,0 0-5 15,0 0 3-15,0 0 0 0,0 0 0 0,0 0-2 16,42-2-5-16,-42 2 2 0,31 3-3 0,-17-3-2 16,2 0 7-16,1 3-12 0,1 0 0 0,-2 2-5 15,3 0 6-15,2-2-4 0,1 4 2 0,-7 0-6 16,4 2 3-16,1-1 1 0,-5 2-1 0,0 0-4 16,2 1 0-16,1 1-2 0,-7 4 1 0,3-2-3 0,-8 2 1 15,4-5 0-15,-5 1-1 0,3-3 0 16,-3-3 3-16,-3 2 4 0,-2 0 5 0,7-4 0 15,-7-4 25-15,0 0 15 0,0 0 19 0,0 0 6 16,0 0 2-16,0 0 8 0,0 0 9 0,0 0 15 0,-7-27-7 16,7 8-5-16,0 11-3 0,8-11-7 0,-4 4 0 15,-1-4-3-15,5 7-2 0,1-5-1 0,2 6-7 16,-4-5-12-16,1 9-9 0,-1-1 1 16,1 1-10-16,-1-2-4 0,2 3-9 0,6 5-4 0,-6-3-5 15,4 4-1-15,0 0 0 0,-6 7-4 0,6-3-3 16,4 4-2-16,-3 0 0 0,-2 4-18 0,1-1-27 15,2 1-17-15,-3 2-39 0,-2-1-29 0,-4 1-32 16,3 0-21-16,-4-1-22 0,-4 0-34 0,-2-5-33 16,-3-1-44-16,1 5-52 0,-10-3-224 0,-2-3-633 15,-7 3 281-15</inkml:trace>
  <inkml:trace contextRef="#ctx0" brushRef="#br0" timeOffset="2999.67">6698 1060 363 0,'-8'-25'414'0,"-1"6"-44"0,6 2-34 0,1-1-32 15,-1 0-39-15,-2 3-47 0,2 2-62 0,3 3-71 16,-4 3-92-16,-1 1-121 0,5 6-268 0,0 0-429 16,0 0 189-16</inkml:trace>
  <inkml:trace contextRef="#ctx0" brushRef="#br0" timeOffset="3858.96">8055 855 57 0,'0'-4'354'0,"0"4"-39"0,-8-11-30 15,0 10-18-15,-1-3-5 0,-6 4 6 0,-5-3 4 16,4 3-7-16,-4 3-15 0,-3-1-18 0,3 4-18 16,-5-3-20-16,5 6-14 0,2-5-16 0,-2 4-24 15,5 3-13-15,0-3-14 0,2 4-19 0,5 0-6 16,0-2-7-16,3-2-6 0,5 4-14 0,-2 0 1 0,4-2-8 15,3 2-6-15,0-2-1 0,5 4-10 0,0-4 1 16,1 0-6-16,4 2 0 0,-2 1-7 16,-3-3 3-16,5-1-7 0,-7-1-3 0,6 5-1 0,-8-5 4 15,4-4-8-15,-5 5-5 0,3-3-3 0,-6 2 5 16,1-4-5-16,-1 0 1 0,5 1-4 0,-7 1 4 16,0-6 2-16,1 9-4 0,-1-9-2 0,-8 12 2 15,8-5 2-15,0 1 1 0,-7 3-4 0,2-4-3 16,2 4 5-16,-2 2 1 0,-1 2 2 0,2 1-2 15,-2-1-7-15,1 5 13 0,-4-4-9 0,9-1-5 16,-1 5 4-16,-4-2-1 0,3 1 4 0,-5-3-8 16,7 0 5-16,0 2-1 0,7-3-1 0,0-2-3 15,-6 1-10-15,8-4-10 0,6-2-20 0,4-1-24 16,3-4-23-16,6-1-28 0,2-4-26 0,15-1-28 16,-1-4-32-16,1-5-23 0,0-1-12 0,1-4-11 15,2-1-4-15,-3 0-4 0,-2 0 15 0,1-6 12 16,-12 11 21-16,-4-4 24 0,3 0 19 0,-4 5 23 15,3-5 22-15,-6 3 26 0,-4 2 33 0,-5 4 26 16,2 0 29-16,-4-2 29 0,-6 8 25 0,1-3 24 16,-1 3 4-16,-7 2 7 0,8-3 1 0,-8 3 2 15,0 0 21-15,0 0 28 0,-15 15 23 0,7-7 15 0,-7 1 11 16,0 6-5-16,0-4-1 0,-5 7 5 0,-1-2-27 16,-3 4 4-16,5-4-20 0,-5 3-12 0,1 0-15 15,3 0-9-15,2-3-6 0,3-1-10 16,-6 2-9-16,4-5-8 0,2 3-11 0,0-5-10 0,2 2-24 15,0-3-20-15,1-2-18 0,2 0-12 0,7-6-16 16,-9 4-29-16,12-5-14 0,-14-5-6 0,14 5 0 16,-10-10-3-16,10 3-1 0,-4-5 5 0,8-3 5 15,-4-5 4-15,8 2 7 0,-1-8 10 0,-6 7 5 16,12 1 14-16,-3 0 18 0,-3 2 21 0,5 1 25 16,-4 1 14-16,2-1 18 0,-10 5 6 0,5 1-6 15,3 1-2-15,-3 3-14 0,-3 4-4 0,8-2-3 16,-10 3-2-16,19 7-1 0,-2 3-1 0,0 2-1 15,1 3 0-15,7 6-6 0,-4-1-3 0,-1 2 3 16,5 2-3-16,3-4 0 0,-5 6 4 0,-3-7-14 16,5 5-27-16,3-2-20 0,2-6-31 0,-4 2-30 15,-1-1-37-15,0-7-37 0,3-4-30 0,2-5-14 16,0-1-13-16,-4-1-3 0,-3-2-149 0,7-6-418 0,-7-4 186 16</inkml:trace>
  <inkml:trace contextRef="#ctx0" brushRef="#br0" timeOffset="4702.62">9038 1483 1094 0,'17'-19'-52'0,"-2"6"40"0,-7-11 46 0,4 5 43 16,-6 3 44-16,-3-2 30 0,-1 3 13 15,-2 0-4-15,-2 0 10 0,2 3-1 0,-6 0-10 0,4 4-9 16,-11 3-13-16,-2-4 1 0,-1 4 1 0,-1 8-3 16,-1-3 3-16,-4 4-8 0,-1 6-7 0,0-3-10 15,-5 3 3-15,3 9-26 0,0-6-6 0,4 5-10 16,6-6-6-16,5 6 6 0,-5-3-24 0,7 2 3 16,-2-4-9-16,6 4-3 0,-4-2-13 0,8-2-4 15,3-4 3-15,2 1-6 0,2-1-5 0,3-4 2 16,3-2-12-16,4 0-17 0,4-3-14 0,-1-3-6 15,5-5-2-15,3 4 0 0,-1-6 6 0,2 2 0 16,3-1 5-16,-12-8 2 0,8 6 5 0,-12-3 3 16,1 4 1-16,-4-1 0 0,-5 2 8 0,1 2 10 15,-1-1 27-15,-1 5 8 0,-4-3 1 0,0 0 11 16,2 2-11-16,-5 4-12 0,3-4-5 0,-3 4-8 16,0 0 2-16,0 0-4 0,0 0 4 0,-14 16-5 15,7-9 4-15,2 2-15 0,0 6 3 0,0 0-2 16,3-2 0-16,-1 2-1 0,3 0-5 0,3-1-1 15,-1-4 2-15,5 5-1 0,-4-5-2 0,7 0-7 16,-2-1 2-16,4-6 0 0,4 3-6 0,1-5-6 0,-2-1-1 16,1 0-3-16,3-2 3 0,4-3 4 0,-8 2-3 15,-1-6 5-15,0 0 1 0,1-2 6 16,-5 3 4-16,1-3 1 0,-4 3 13 0,1 1 15 0,-1-1 1 16,-2-1 5-16,-4 5 2 0,3-2-12 0,1 1-2 15,-5 5-6-15,5-3-5 0,-5 3-7 0,0 0 3 16,0 0-6-16,0 0 9 0,0 0-14 0,-5 20 0 15,6-11-3-15,-2-1-17 0,1-1-3 0,1 2-8 16,-1 4-2-16,5-5-2 0,-2 2 0 0,4 2 0 16,-4-7 6-16,9 2 0 0,-7 4 5 0,5-5 6 15,-2-3 1-15,4-3 3 0,-2 0 1 0,1 0 6 16,1 0 2-16,4-3 7 0,1-4 1 0,-2-4 3 16,0 4 17-16,-5 5 13 0,5-10 8 0,-5 3 5 15,1 1 14-15,-6 1 9 0,5-2 5 0,-5 1 11 16,3 2 5-16,-6 2-4 0,5-1-8 0,-7 5-13 15,0-7-14-15,0 7-3 0,8-3-12 0,-8 3-6 16,0 0-5-16,0 0 1 0,0 0-11 0,20 7 6 16,-17-4-17-16,9 4-31 0,-11-5-28 0,14 4-21 0,0 1-18 15,-5-2-20-15,2 0-23 0,2-1-21 16,0 1-27-16,1-5-22 0,-2 2-25 0,-5-2-12 16,12-2 1-16,-5-3 7 0,0 1 17 0,0-4 19 0,1 1 25 15,-1-1 21-15,-5 4 42 0,3-8 44 0,-3 0 35 16,-3 4 43-16,-1 1 41 0,-1-2 32 0,4 2 23 15,-4-1 11-15,-4 4 12 0,1-3 7 16,5 2 8-16,-7 5-14 0,1-7-18 0,-1 7-14 0,5-3-17 16,-5 3-10-16,0 0-8 0,0 0-4 0,8 18-1 15,-8-2-6-15,2-3-7 0,-2 12-3 0,0 2-2 16,0 5-3-16,-2 11-3 0,-6 4-5 0,3-1 4 16,4 1-7-16,-8 4-2 0,8 3-1 0,1-2-11 15,-5 1-17-15,5-6-6 0,0-1-9 0,1-1-13 16,3 1-19-16,-3-7-17 0,8 0-16 0,-8-7-25 15,6-7-25-15,1-1-35 0,-1-7-30 0,-1-8-25 16,3 0-17-16,-3-3-132 0,1-6-407 0,-7 0 180 16</inkml:trace>
  <inkml:trace contextRef="#ctx0" brushRef="#br0" timeOffset="5390.04">10064 1692 377 0,'-9'-32'436'0,"-5"2"-23"0,6 2-26 0,-4 1-24 15,2-3-14-15,4 8-11 0,-1-4-20 0,1 7-17 0,6 0-25 16,-2 0-28-16,-3 3-27 0,5-3-20 16,5 3-23-16,-3-4-20 0,4 5-19 0,1 5-16 15,-1-5-13-15,4 3-15 0,9 3-10 0,-3 3-9 0,-1 1-12 16,3 3-18-16,0 3-19 0,6 3-10 0,-3 0-12 16,-1 3-15-16,0 5-7 0,5 4-11 0,-5 3-7 15,-1 0-7-15,3 4-5 0,-10 1 2 0,-4-1-1 16,2 4-3-16,-5-3 7 0,-5-1 1 0,1-2 2 15,-2-1 5-15,-4-6 10 0,1 6 1 0,-7-5 6 16,-2-3 7-16,-2-5 3 0,-2 1 1 0,-3-2 0 16,-3-6 4-16,5 0 2 0,0-4 8 0,-1 1-2 15,0-9 7-15,2-2-2 0,-4-3 9 0,7-2-1 16,9 3-3-16,0-15 0 0,0 4-7 0,5-3 2 16,7-1 2-16,6-11 0 0,2 0-5 0,7-3-5 15,4 4 4-15,4-8-6 0,6 4 2 0,2 0-4 16,1 1 14-16,-5 1-17 0,1 5 10 0,0 7-9 15,-5 3 3-15,-11 6-3 0,-2 3 3 0,-2 6 4 16,-4 2-3-16,1-1 8 0,-5 6-8 0,1 0 1 16,-3 0-12-16,-2 5-1 0,-3 1 4 0,0 0-5 15,0 0 2-15,12 7 4 0,-15 2-2 0,-1 6 2 0,-1 3 6 16,-1 6 1-16,-3 4-1 0,3-1-2 0,-4 12 0 16,2 7 4-16,1 1-3 0,2 0 1 0,2-1 0 15,4-2 1-15,1 3-3 0,5-3 14 16,2 0-14-16,3-7 7 0,3 2-8 0,-3-10 7 0,14 1-15 15,-6-4-14-15,3-1-3 0,5-7-17 0,10-2-12 16,-6-5-17-16,2-2-10 0,3-6-4 0,-4 0 3 16,-2-9-5-16,3-4 4 0,-3-1 3 0,9-7 10 15,-15 1 8-15,3-5 6 0,-7 1 7 0,4-5 16 16,-5 6 27-16,-5-6 32 0,0 2 45 0,-4 8 46 16,-2-3 43-16,-3 3 33 0,-4-2 20 0,-1 3 13 15,-1 0 13-15,0 5-14 0,-1 1-14 0,-1 1-15 16,-4 3-23-16,1 0-19 0,-5 1-19 0,10 4-9 15,-22 8-10-15,2 0-10 0,5 0-9 0,-9 12-8 16,9-6-9-16,-5 9-5 0,3 0-9 0,4 2-8 16,-2 2-6-16,8 0 3 0,-1 12-17 0,8-9-4 15,2-3-28-15,6-3-26 0,2-1-22 0,3 1-30 16,9-5-36-16,-1-4-40 0,7-1-47 0,2-5-49 0,-3-2-41 16,9-2-34-16,-6-2-41 0,1-6-47 15,3-3-51-15,-6-1-279 0,0-10-801 0,-7 0 355 16</inkml:trace>
  <inkml:trace contextRef="#ctx0" brushRef="#br0" timeOffset="6249.33">3733 2264 3 0,'-21'5'297'0,"4"1"-8"16,-2 2-12-16,2 1-12 0,2-6-14 0,2 0-15 15,6 3-21-15,-3 0-18 0,5 2-15 0,-1-4-12 16,1 0-9-16,3 7-15 0,2-2-14 0,2-2-6 16,6 5-4-16,9-1-16 0,12 1-5 0,16 3-4 15,41-2-11-15,4-3-1 0,58-5-12 0,3 2-6 16,20-11-10-16,14 1-3 0,7 6-9 0,5-6-1 16,10 2-7-16,-7-5-2 0,14-4-5 0,11 7-1 15,0 4-4-15,0-9-2 0,-2 7-1 0,4-5-1 16,2 0-3-16,6 0 0 0,-12-9 4 0,-6 2-12 15,0 2 3-15,-6-5-1 0,-4 5 5 0,-5 2 4 16,0-5 5-16,-10 7 7 0,-10-2 2 0,-5 0-2 16,-4-2 1-16,-11 7 0 0,-3 1 1 0,-14 3-6 15,-42-6-1-15,39 0-2 0,-36 3 3 0,-11 2-5 0,1-3-3 16,-9 0 0-16,-2 3-4 0,-26 1 1 0,-6 0-2 16,0-2-2-16,-2 2-2 0,-21-1-2 15,2 1-4-15,-11 0 1 0,-6-4 0 0,3 4-1 16,-8 0-2-16,0 0-2 0,-10 0 2 0,13 5-12 0,-6-3 6 15,-7-2-1-15,8 1 7 0,-8-1-8 0,12 6 8 16,-9-3-2-16,2 0-6 0,2 1-3 0,-4-1 6 16,2 2-6-16,-5-5 1 0,13 7-1 0,-11-3-12 15,8-4-9-15,-3 4-18 0,-7-4-23 0,14 1-30 16,-5 1-33-16,1 1-46 0,-10-3-48 0,15-3-74 16,-15 3-306-16,9-6-656 0,-7 1 291 0</inkml:trace>
  <inkml:trace contextRef="#ctx0" brushRef="#br0" timeOffset="16216.17">4851 4045 171 0,'-7'-4'392'0,"-1"0"-11"16,3-3-9-16,2 3-8 0,-9-5-25 0,5 2-1 16,2-1-15-16,-5-3-19 0,9 4-19 0,-6-2-23 15,1 0-14-15,4-1-18 0,2 1-19 0,0-1-22 16,-7 2-20-16,14-3-20 0,-5 3-21 0,4-2-12 16,1 3-9-16,1-1-16 0,7 6-9 0,0-3-12 15,1-2-1-15,3 6-13 0,0 2-5 0,1-1-4 16,0 2-7-16,0 3-4 0,-3 0 2 0,2 2-11 15,-2 3-2-15,0 0-3 0,9 5-5 0,-11 0-1 16,1-1-3-16,1 6 0 0,-4-6-6 0,-4 9 3 16,4 1-9-16,-5-7-4 0,-6 3 0 0,3 0-3 15,-5 4-6-15,0-6 6 0,0 0 2 0,-7 6-1 16,-1-6 4-16,3 2-4 0,-5-4 6 0,-2 0-4 16,4-4 1-16,-2 5 0 0,-1-7 0 0,1 0 1 15,3-1 3-15,-3-4 2 0,-2 2 1 0,9-4 1 16,-3 1 5-16,-3 0-3 0,9-4 1 0,-10 0 5 15,10 0-5-15,0 0-1 0,-8-10-3 0,6 4-6 0,2-1-2 16,4-2-1-16,2-8-1 0,1 5-1 16,5-8 2-16,-3 4-1 0,13-7 2 0,-5 1 0 15,2-1-5-15,1 4 5 0,-3-2 1 0,6-3 0 16,-8 3 0-16,5 0-1 0,-5 6 1 0,1-5 2 0,-3 7 1 16,-1-4-2-16,0 5 1 0,-4-1 3 0,3 1 0 15,-2 3-2-15,-3 1 5 0,3 0-2 0,-8 0 2 16,4 4-7-16,-3-1 6 0,1-1-2 0,-3 6 1 15,4-8-5-15,-4 8 0 0,1-8-7 0,-1 8 7 16,2-7-4-16,-2 7 2 0,0 0-7 0,0 0 1 16,0 0 5-16,0 0-5 0,5-1-1 0,-5 1-3 15,0 0 3-15,0 0 0 0,0 0-2 0,0 0 0 16,0 0 3-16,-5 21 4 0,10-12 4 0,-7-1 0 16,-1 1 3-16,0 1 3 0,-1 5 8 0,-1 0-9 15,0 3 7-15,2 1-2 0,-4 5 5 0,4-2-1 16,1 3-1-16,1-3 0 0,1 1-1 0,1-5-1 15,-1 2 2-15,5-1-2 0,2-2 0 0,-4-1 1 16,2-1 7-16,4 0-9 0,-1-2-2 0,5 1 3 16,-3-5 0-16,3 3 0 0,2-6 0 0,0 2-4 15,0-4 2-15,0-1-4 0,-4 2 6 0,1-5 1 16,0 1 0-16,-3-1 1 0,11 0-1 0,-10-1 1 16,0-3-2-16,2 3 2 0,-7-5-1 0,5 5-2 0,-5-6 1 15,5 5-3-15,-5-3 1 0,3-1-2 0,-2 3 0 16,-6-1 0-16,9 0-3 0,-4 0 1 0,-5 4-7 15,3-6-10-15,4 1-20 0,-7 5-23 0,0 0-46 16,6-3-43-16,-6 3-53 0,0 0-38 0,5-1-42 16,-5 1-48-16,0 0-55 0,0 0-340 0,13 9-779 15,-13-9 345-15</inkml:trace>
  <inkml:trace contextRef="#ctx0" brushRef="#br0" timeOffset="20382.32">4167 5682 44 0,'0'0'290'0,"0"0"6"0,0 0-20 0,0 0-21 15,0 0-19-15,0 0-26 0,0 0-7 0,0 0-3 16,7-16-17-16,-7 16-12 0,1-12-18 0,3 5-11 16,4 3-16-16,-6-8-10 0,3 6-7 0,3-2-12 15,-3 0-11-15,1-3-10 0,1 2-4 0,-2-2-9 16,5 4-10-16,-3-2 4 0,1-2-10 0,-1 4 1 16,1-5 3-16,-2 3 9 0,3 2-5 0,-3-1 3 15,-2 0-7-15,1 1 6 0,0 1-7 0,-2 0 5 16,-3 6-7-16,5-8 3 0,0 4-12 0,-4 1 2 15,-1 3-10-15,2-6-6 0,-2 6-3 0,0 0-8 16,0 0-1-16,0 0-7 0,5-5-3 0,-5 5 0 16,0 0-1-16,0 0 0 0,0 0-4 0,7 20 13 15,-7-10-12-15,0 1-3 0,0 1 2 0,1 3 7 0,1 1-1 16,1 3 0-16,-3 0-5 0,0 1 2 16,2 3-1-16,-2 0 5 0,0-7-4 0,0 8 2 15,0 1-2-15,0-6 4 0,0 1-3 0,0-3 1 16,0 3 1-16,0 6 0 0,0-7-3 0,0 2-4 0,0-2 2 15,0-1-4-15,0-2 6 0,0 0 3 16,2-1-11-16,-2-3 7 0,0 0 2 0,5 0-5 16,-5-2 2-16,0-1 1 0,1-1 4 0,-2-1-3 0,1 0 4 15,0-7 0-15,1 5 0 0,-1-5-1 0,-1 8 8 16,1-8 2-16,0 6-1 0,0-6-6 0,0 0 4 16,-9 5-8-16,9-5-3 0,-13 0 8 0,13 0 0 15,-20-4-3-15,9 4-3 0,11 0-1 0,-19 0 1 16,11 0-1-16,8 0-1 0,-23 0-4 0,15 0 5 15,-6 4 0-15,3-1-1 0,-1-2-2 0,-1 2 0 16,6-2 4-16,-3 4 1 0,4-2-10 0,-2 0 1 16,-1-2 8-16,9-1 1 0,0 0-11 0,-13 3 5 15,13-3-7-15,0 0 2 0,0 0 0 0,-5 4 0 16,5-4-2-16,0 0 1 0,0 0 8 0,0 0 1 16,0 0 0-16,35 1-3 0,-19-1 7 0,11-1-2 15,-6 1 0-15,11-4 2 0,-1 3-6 0,-1-1 10 16,3-2-13-16,-1 7 7 0,-3-3-4 0,0 0-2 15,-8 0 2-15,-1 0 3 0,-3 0-4 0,2 3-4 0,-7-3 18 16,1-2-11-16,-3 4-3 0,-10-2 1 16,12 0-3-16,-12 0 11 0,11 1-3 0,-11-1 0 15,0 0 0-15,0 7-6 0,0-7 7 0,0 0-7 16,0 0-17-16,-23 4-25 0,23-4-26 0,-13 4-29 0,13-4-40 16,-10 0-52-16,10 0-60 0,0 0-66 0,-15-3-230 15,8-2-593-15,7 5 263 0</inkml:trace>
  <inkml:trace contextRef="#ctx0" brushRef="#br0" timeOffset="21413.46">5147 6035 301 0,'0'0'317'0,"0"0"-6"0,0-7-13 0,0 7-2 16,7-5-21-16,-7 5-23 0,0 0-20 0,0 0-23 16,0 0-28-16,0 0-16 0,0-7-25 15,0 7-16-15,0 0-12 0,0 0-8 0,0 0-12 0,0 22 4 16,0-12-20-16,-2-1-11 0,-3 3 0 0,3 4-12 16,-4-4-13-16,6 7-9 0,-5 0-19 0,1-7-33 15,-2 4-38-15,-7 3-39 0,11-6-47 0,-5 5-54 16,2-6-53-16,2 0-261 0,-2 0-554 0,5-6 245 15</inkml:trace>
  <inkml:trace contextRef="#ctx0" brushRef="#br0" timeOffset="21975.9">5845 5826 70 0,'0'0'288'0,"0"0"-7"16,0 0-8-16,-1-8-8 0,1 8-13 0,0 0-21 16,0 0-27-16,0 0-16 0,0 0-22 0,0 0-8 15,-20 11-3-15,12-8-2 0,1 6 5 0,-1 0-5 16,-7 1-16-16,8 6-6 0,-6-3-11 0,-4-3 0 15,9 7-11-15,0 1-8 0,-5-2-8 0,6 1 11 16,-5 1-27-16,4-3-11 0,0 1-4 0,8 4 10 16,-3-2-22-16,-1-3-2 0,8 0 0 0,-1 0-15 15,5-3-2-15,7-2 9 0,3 4-3 0,7-11-4 16,5 5-4-16,15-7-10 0,-11-2 5 0,1-6-2 0,13 3-1 16,-3-11-6-16,-2 3 2 0,-10 0 5 0,-3 1-20 15,-4-4 11-15,4-1 1 0,-10-2 1 16,1-2 1-16,-6-2 0 0,-1 1-6 0,-5-4 6 0,-9 3-1 15,0 2-2-15,0 1-1 0,-9-4 5 0,2 3 7 16,-6 1-5-16,-4 0-1 0,-3 0 4 0,-1 1-6 16,-2 3-4-16,3 5-6 0,0 2-1 0,-7 1-4 15,-2 3-21-15,-1 4-42 0,3 0-60 0,1 5-68 16,-4 5-99-16,10-2-96 0,4 0-264 0,1 0-702 16,1 4 311-16</inkml:trace>
  <inkml:trace contextRef="#ctx0" brushRef="#br0" timeOffset="27083.34">4283 7633 152 0,'0'0'274'0,"0"0"-3"16,0 0 0-16,-12 2-9 0,12-2-10 0,0 0-14 15,0 0-18-15,0 0-23 0,0 0-23 0,0 0-16 32,0 0-15-32,0 0-13 0,0 0-15 0,0 0-1 15,17-13-23-15,-10 6-12 0,-1 0-3 0,-1 2-11 0,2-2-1 16,-1-1-8-16,3-2-4 0,-6 3-12 0,9-7 1 16,-4 1-6-16,-6 3 1 0,9-3-1 0,-1-2-2 15,-3 0 4-15,-1-1-9 0,3-3 3 0,-4 11-3 16,-2-11 15-16,5 12-21 0,4-13 0 0,-9 5-2 15,2 2-1-15,5-2-10 0,-5 4 2 0,0 2-1 16,-2 1 2-16,4-2-3 0,-6 5-4 0,4 0 0 16,2 2 8-16,-5-3-14 0,-2 6-4 0,5-6 3 15,-5 6-7-15,0 0 4 0,0 0-3 0,0 0 7 16,0 0 9-16,10 24-9 0,-10-13 2 0,0 4 3 16,0 1-8-16,5 0 2 0,-5 7 4 0,0 3-3 15,-5 1 2-15,10-1-1 0,-10 0 1 0,5 2 1 16,-2 1-2-16,-5-2 0 0,7 0 4 0,-1-2-4 15,1 0 20-15,0 3-2 0,0-7-1 0,-2-2-5 16,2 3 2-16,0-3-4 0,0-1-3 0,0-1 5 16,2 0-2-16,-2-3-2 0,0-1 1 0,0-2-6 15,0-3 4-15,1 2 5 0,-1-4-7 0,0 1 2 16,7 1-4-16,-7-8 5 0,0 3-5 0,0-3 1 16,0 0 6-16,-7 11 4 0,7-11-7 0,0 0 4 0,0 0 1 15,-1 7-6-15,1-7 1 0,0 0-2 16,0 0-4-16,-5 3 3 0,5-3-4 0,-15 3-2 15,5-2 2-15,0-1 1 0,0 2 1 0,2 2 2 0,-6 1-6 16,1-3-2-16,3 0 9 0,-1 3-9 0,2-2 1 16,1 0-2-16,-5 0 2 0,5-2 6 0,4 2-3 15,4-3 7-15,-13 2-7 0,13-2 0 0,-7 6-3 16,1-2 2-16,6-4 4 0,0 0 2 0,0 0-2 16,0 0 8-16,0 0-19 0,0 0 18 0,0 0-9 15,0 0 5-15,0 0-3 0,38-4 0 0,-17-2 2 16,9 1-6-16,-2 4-1 0,2-5 0 0,-2 3 3 15,9-2 26-15,-6 3-27 0,-4-3-2 0,2 3-5 16,-7-1-16-16,-1 3-33 0,-2 0-31 0,-3 0-28 16,-3 0-34-16,-3 0-42 0,2 3-39 0,-12-3-49 15,15 5-250-15,-13-3-571 0,-2-2 253 0</inkml:trace>
  <inkml:trace contextRef="#ctx0" brushRef="#br0" timeOffset="27442.68">5316 7803 171 0,'0'0'282'0,"6"5"-15"16,-6-5-8-16,0 0-3 0,0 8 5 0,0 0 8 16,0-1 1-16,-3 1-24 0,3 1-15 0,-3 1-26 15,1 2-19-15,-1 0-13 0,1 7-22 0,-3-8-11 16,0 9-13-16,-1-4-11 0,-1-1-13 0,5 5-17 15,-4-2-3-15,-1-3-43 0,2 3-43 0,-1-3-47 16,-1 0-51-16,2-1-65 0,-5-2-72 0,7-4-73 16,-2 0-199-16,5-2-551 0,3 0 245 0</inkml:trace>
  <inkml:trace contextRef="#ctx0" brushRef="#br0" timeOffset="27880.12">6036 7587 315 0,'-10'-8'343'0,"5"4"-16"0,-5 1-25 0,2 2-4 15,8 1-8-15,-12-3-20 0,12 3-19 0,-16 0-23 16,16 0-14-16,-17 3-9 0,5 2-5 15,2 6-7-15,-1-2-11 0,-4 3-25 0,3 5-10 0,2-2-12 16,-3 4-13-16,7-4-10 0,-1 5-14 0,4-6-11 16,-2 1-7-16,1 5-9 0,1-5-6 0,6 3-7 15,1-5-5-15,2 1 1 0,3-2-18 0,2 0 5 16,4-3-3-16,0-2-1 0,16-2-3 0,-2-2-9 16,0-6 3-16,1 0-3 0,5-4-2 0,-2-3-3 15,-3 0-2-15,-2-4-7 0,2 1 2 0,0-2 7 16,-2-4-12-16,-5-3 3 0,-2 0 0 0,1-3-1 15,-7 2-3-15,0-7 1 0,-7 6-1 0,0 0 0 16,-8-3-1-16,0 8 2 0,-1-7-6 0,-9 6 3 16,3 4-2-16,-6-4 8 0,-2 7-8 0,-2-4-3 15,-3 10-4-15,-6-6 2 0,6 4 1 0,-6 2-12 16,-6 7-44-16,2 0-53 0,4 5-58 0,-4 2-72 0,2 2-92 16,3 2-105-16,4-2-225 0,4 5-717 0,-1-8 318 15</inkml:trace>
  <inkml:trace contextRef="#ctx0" brushRef="#br0" timeOffset="31939.58">4652 9567 266 0,'0'0'315'0,"-2"-9"-10"0,-4 6-31 0,3-2-18 15,3 5-2-15,-12-7-8 0,9 2-11 16,3 5-16-16,-10-1 1 0,10 1-37 0,-22 1-4 0,7 4-13 16,4 6 3-16,-1-3-2 0,-3 4-4 0,2 3-13 15,-4 0-13-15,-2 7-7 0,2 0-6 0,-3-3-5 16,4 7-12-16,2-3-6 0,-1 2-12 0,6 1-9 16,4-6-9-16,-4 0-4 0,9-1-14 0,0 3 4 15,9-6-8-15,-8-1-5 0,6 1 0 0,6-4-9 16,9-1 3-16,6 1-7 0,8-9-4 0,9-2-2 15,0-1-2-15,4-2-2 0,-6-8 1 0,4 2-3 16,-9-6-1-16,-4 5-2 0,-7-3-3 0,1-6-2 16,-2 0 6-16,-1 1-2 0,-5-2-4 0,-5 6 0 15,-3-10-1-15,-2 8 1 0,-2-6-1 0,-5 2-2 16,-3 4 1-16,0-5 7 0,-1 4-10 0,-6-2 0 16,-1 2 0-16,-1-2-4 0,-4 5-4 0,-2 2 2 15,-1-1-6-15,-4 5 3 0,-2-1-4 0,2 4 3 0,-6 3-5 16,4-2-25-16,-7 4-37 0,9 1-41 15,-5 3-43-15,5-2-39 0,4 6-38 0,-3 1-45 16,6-3-55-16,3 5-54 0,2-3-223 0,3 0-660 0,5-2 292 16</inkml:trace>
  <inkml:trace contextRef="#ctx0" brushRef="#br0" timeOffset="36911.03">6119 9511 154 0,'1'-4'223'0,"3"-3"-2"0,-4 0-4 0,3 2-3 0,0-2-7 15,0 2-2-15,-3 5-3 0,2-10-5 0,1 9-8 16,-3 1-2-16,4-12-4 0,1 8-5 0,-5 4-10 16,1-8-2-16,-1 8 2 0,0-6-3 0,0 6-11 15,0-8-2-15,0 8-14 0,0 0 0 0,0-7-12 16,0 7-16-16,0 0-12 0,0 0-19 0,0 0-2 16,0 0-4-16,0 0-8 0,0-7-5 0,0 7-19 15,0 0 2-15,0 0-6 0,0 0-3 0,0 0-7 16,0 0-7-16,0 0-3 0,0 0 8 0,0 0-11 15,0 0 6-15,0 0-2 0,5 19-2 0,-5-16-5 16,0-3 5-16,2 10 0 0,-2-2 4 0,7 1 4 16,-6-2-1-16,-1 4 3 0,0 1 7 0,0 0-2 15,0 4 8-15,0 1-5 0,0 0-3 0,0 1-1 16,-1 1-4-16,-6 2 0 0,7 5-6 0,-2-1-1 0,-3-1 7 16,5 3-7-16,-1 2-2 0,-4-1 0 15,1-2-11-15,4-1 2 0,-3-4-4 0,3-3-39 16,-2 1-50-16,2 1-54 0,0-5-48 0,-3 3-52 0,0-3-57 15,3-6-60-15,0 7-313 0,0-9-724 0,3-3 320 16</inkml:trace>
  <inkml:trace contextRef="#ctx0" brushRef="#br0" timeOffset="37395.36">5456 10030 309 0,'14'-4'366'16,"-14"4"-16"-16,15 0-2 0,-15 0-12 0,11-3-8 16,-11 3-12-16,12 0-12 0,-12 0-23 0,15 0-23 0,-15 0-27 15,15 3-23-15,-4-2-20 0,-6 2-22 0,-2 2-21 16,6 1-11-16,-4 3-13 0,-4 2-14 0,1-1-13 16,5 7-18-16,-7-4-97 0,0 5-73 15,-9 6-14-15,1 3-33 0,-7-3-62 0,-6 3-76 0,-1 6-358 16,-6-9-690-16,11 0 306 0</inkml:trace>
  <inkml:trace contextRef="#ctx0" brushRef="#br0" timeOffset="41144.99">4013 4953 135 0,'0'0'140'0,"0"-7"6"0,0 7-7 0,0 0-4 0,-8-10-3 16,1 8-3-16,7 2-10 0,-5-5-6 0,5 5-9 16,0 0-8-16,-11-2-10 0,11 2-6 0,0 0-7 15,0 0-9-15,0 0-8 0,0 0-5 0,-9-3-4 16,9 3-5-16,0 0-8 0,0 0-4 0,0 0-3 16,0 0-2-16,0 0-3 0,0 0-8 0,0 0 2 15,0 0-2-15,0 0-1 0,0 0-6 0,0 0 4 16,0 0-5-16,0 0-1 0,0 0-3 0,0 0-2 15,0 0 2-15,0 0 1 0,-9 10-5 0,9-10 4 16,0 0 7-16,0 0 47 0,0 0-4 0,13 10-2 16,-12-7-4-16,-1-3-1 0,14 6 11 0,-4-5 14 15,1 1-2-15,1 3-9 0,3-5-5 0,1 2-5 16,6 3-4-16,-6-5-6 0,4 3-3 0,10 4 12 16,-7-7-5-16,2 2-2 0,6 0-4 0,1-2-6 15,1 4-4-15,0-2-1 0,-1-2-3 0,-1 2-1 16,0 5-2-16,1-7-2 0,1 5 0 0,0 0-5 15,2-2 1-15,1 2-6 0,-4 0 3 0,-1 0 0 16,2-1-3-16,-1-2 1 0,-4 4-1 0,10-6 1 0,-10 4-4 16,2-1 4-16,0 0-7 0,1 2 1 15,-3-2 4-15,2-2-5 0,0 2 4 0,-4 1 1 16,-3-3-6-16,2 3 2 0,-2-4-1 0,2 0-1 16,-2 0 2-16,-1 2-1 0,-2-2-2 0,5 1 4 0,-4-1-4 15,-1 0 0-15,2 3 2 0,-3-3 4 0,1-3-2 16,3 6-4-16,-4-3 1 0,0 0-1 15,1 2 0-15,0-2 3 0,0-2-4 0,2 4 1 0,-8-2-1 16,6 2 0-16,-3-4 0 0,1 2 4 0,-1 2-3 16,-2-2 2-16,6 1-3 0,-4-1 0 0,2 4 1 15,-2-4 1-15,0 0-1 0,1 0-1 16,-2 2 4-16,1-1-5 0,-1-2 1 0,3 2 2 16,-3 3 2-16,6-3-5 0,-1 2 1 0,-4-3 2 15,1 0-2-15,-1 0 2 0,6 1-2 0,-3-1-1 16,1 2 3-16,1-2 2 0,-3 0 4 0,3 0-5 15,-2 0-1-15,3-2 3 0,-1 2-4 0,-3 0 1 16,5-1-1-16,-6-2 0 0,2 6-3 0,0-3 2 16,-2-3-1-16,3 3 1 0,-1 0-1 0,-3-1 1 15,1 1 2-15,-2-4 0 0,8 4-1 0,-10 0 2 16,1 4-6-16,2-9 5 0,1 5-1 0,0 1 0 16,-3-1 0-16,0 4-1 0,-5-4-1 0,3 1 3 15,1-1 0-15,-1 0-1 0,0-1 1 0,4 1-1 16,-3 0 3-16,-5-4 0 0,4 3-3 0,-3-1 2 15,2 2 2-15,1 0-2 0,-3-4 0 0,-10 4-1 16,21-1-1-16,-16 1 2 0,-5 0 0 0,10-4 1 16,-10 4-3-16,15 0 2 0,-10-3-2 0,-5 3 5 15,0 0-5-15,0 0 1 0,15 0-2 0,-15 0 4 0,0 0 0 16,0 0-5-16,0 0 1 0,10-1-3 16,-10 1-2-16,0 0-4 0,0 0-23 0,0 0-24 15,0 0-31-15,0 0-49 0,0 0-56 0,0 0-73 16,0 0-171-16,0 0-472 0,0 0 209 0</inkml:trace>
  <inkml:trace contextRef="#ctx0" brushRef="#br0" timeOffset="43131.2">8545 3831 107 0,'2'-9'284'0,"-2"-3"-15"0,0-3-4 15,1 3-13-15,-1 3-4 0,7 1-15 0,-7 1-12 16,2-1-13-16,1 4-6 0,-1 0-38 0,-2 4-21 16,0 0-17-16,0-8-23 0,0 8-6 0,0 0-11 0,0 0-5 15,8 14-9-15,-8-7-5 0,1 3-10 16,4 1-4-16,-3 0-4 0,-2-1-8 0,7 4-1 15,-6 2 2-15,4 3-10 0,-3-10-3 0,1 5 1 16,7-1-5-16,-8-2-2 0,3-2 0 0,3 0-5 0,-1 0-6 16,1-3-20-16,-1 0 8 0,6 0 1 0,-3-5-3 15,1 3-6-15,3-8 2 0,2 3-5 16,-1-5 5-16,0-2 4 0,2 1-3 0,-3-2 0 0,1-3 1 16,2-2 1-16,-2 2-1 0,-2-4 2 0,-3 0-2 15,3 1 3-15,0-4 0 0,-6 4-3 16,5 2 5-16,-1-3 1 0,-6-1 8 0,5 5 2 15,-3 2 4-15,-1-3-1 0,-2 8 2 0,1-6 2 0,0 5 6 16,-2 0-15-16,2 2 0 0,-3-1-1 0,-2 5-8 16,5-3-1-16,-5 3-4 0,0 0-2 0,0 0 2 15,0 0 3-15,0 0-2 0,14 12 4 0,-12-3-2 16,6 8-1-16,-3-2 0 0,4 2 11 0,-3 3-9 16,2 2 2-16,1 5 1 0,-3 1-3 0,3 0 3 15,4 2-5-15,-6 12 3 0,4-12 0 0,2 7 0 16,1 4-4-16,-6-9 8 0,5 6-6 0,-8-7 0 15,3-3 5-15,-1 2-3 0,-2 0-2 0,0-5 3 16,-5 2 2-16,2-1 0 0,-1 1-1 0,-2-2-3 16,-3 2 3-16,1-7-1 0,-2-2 5 0,0 0 0 15,0-1 3-15,-3-4 6 0,-4 2 9 0,6 0 8 16,-8-3 4-16,-1-1 15 0,1-3 4 0,-1 3 15 16,-2-3 5-16,-3-1 5 0,5-3 10 0,-5 1 2 0,4-5 7 15,-4 0 4-15,2 3 6 0,-4-6 2 0,4-5 3 16,3 6-3-16,-1-4 0 0,1-2-5 15,-2-3-1-15,2 3-7 0,5-6-6 0,0 0-8 16,4-1-9-16,-1-1-9 0,4-5-6 0,0-4-6 0,3-6-6 16,3 3-6-16,2 1-6 0,8-11-6 0,2-1-2 15,-2 11-11-15,2 1-28 0,2-2-26 0,11-2-35 16,-15 3-48-16,10 2-53 0,-6 6-62 0,3 3-47 16,-5 0-54-16,6 0-57 0,1 7-361 0,-6 1-816 15,4 1 361-15</inkml:trace>
  <inkml:trace contextRef="#ctx0" brushRef="#br0" timeOffset="54189.58">8752 5454 70 0,'-5'-3'293'0,"3"-6"8"0,2 9 1 15,-6-9-3-15,4 2-12 0,-1-3 0 0,-1 6-12 16,-4-4-2-16,8 3-5 0,-5-3-16 0,3-1-17 15,-4 6-24-15,4-4-17 0,-3 0-16 0,4 3-9 16,1 4-12-16,-9-9-2 0,9 9-22 0,-1-6-12 16,1 6-21-16,0 0-3 0,0 0-12 0,-4-8-13 15,4 8-4-15,0 0-11 0,10-3-3 0,-10 3-2 16,18-1-12-16,-11-2-6 0,10 3-6 0,-1 3-1 16,1-3-7-16,-1 3-36 0,1-2-15 0,-2 4 8 15,0-2-7-15,0 3 6 0,-1-5 5 0,-2 7 1 16,3 0 3-16,0 2-2 0,-5-2-3 0,5 4-16 15,-7-4 1-15,0 0-1 0,-1 4 12 0,-1-3-3 16,-1 8-2-16,-3-4 7 0,-2 2-6 0,0 1 3 16,-2 3-3-16,1-4 8 0,-9 1 3 0,3 0-2 0,-8 6 1 15,5-2 4-15,-6-3 0 0,1 5 2 0,-7-3 0 16,3-1 9-16,-1-1-6 0,0 0 5 16,0-5-5-16,3-2 5 0,1 2-1 0,4 0-1 15,-1-2 1-15,0 0 5 0,1-3 13 0,2 0-16 0,4-3 3 16,-4 3-4-16,5-3 8 0,1 1-7 0,3-2-1 15,1-3 9-15,0 0-1 0,-12 5 1 0,12-5-1 16,0 0-6-16,0 0 7 0,0 0-5 0,35-1 5 16,-14-3-1-16,9 4-9 0,-2-3 12 0,4-1-5 15,6 3 2-15,-2-3-7 0,-4 1 7 0,16-1-1 16,-17 1 1-16,2-2-5 0,-9 4 5 0,5-1 7 16,-1-2-13-16,-8 4-1 0,-3-1 6 0,-1-1-5 15,-1 2-5-15,-5 0 19 0,0-2-15 0,2 2 0 16,-12 0-17-16,15-3-25 0,-15 3-32 0,0 0-30 15,11 0-33-15,-11 0-25 0,0 0-47 0,0 0-68 16,0 0-309-16,0 0-638 0,-25 12 283 0</inkml:trace>
  <inkml:trace contextRef="#ctx0" brushRef="#br0" timeOffset="55111.35">8851 7000 3 0,'2'-12'306'16,"-2"-2"-1"-16,5 6 8 0,-10-4 5 0,5 0 8 15,-2 0-27-15,2 0-16 0,0 4-10 0,0-2-12 0,0 1-11 16,0 1-17-16,7 3-16 0,-7 5-20 0,-5-12-25 16,5 12-16-16,0-8-19 0,0 8-18 15,0 0-16-15,0 0-18 0,0 0-4 0,0 0-12 16,0 0-7-16,0 0-4 0,5 24-8 0,-4-18-4 0,4 6-9 16,-5 6-1-16,0 1-2 0,0-2-4 0,0 1-1 15,-5 0-5-15,4 2-1 0,-6 5-2 16,1-6 0-16,-4-1-5 0,3 6-4 0,-1-5 6 0,-9 0-5 15,7 0-4-15,-5-2 3 0,4 2-6 0,-1 1 6 16,2-2-4-16,-3-2 0 0,3 8 0 0,-3-10-3 16,6-1 3-16,-1 1-5 0,1-2-1 0,1-4 0 15,2 0 1-15,-1 0-5 0,5-4 6 0,-1 4-1 16,-4-2-2-16,10-2 3 0,-4 3-1 0,4-2 7 16,9 2 1-16,2 0-2 0,2-4 4 0,12 0-7 15,2-1-1-15,1 0 1 0,11-2-6 0,-9 0 6 16,12-1 0-16,-13 0-3 0,-2-1 0 0,1 2-2 15,-2 0-6-15,-1 0 1 0,-8 0-22 0,-1 0 2 16,-3-3-23-16,-3 3-4 0,-2 0-34 0,-3 0-13 0,-10 0-12 16,15 0-17-16,-15 0-28 0,7-2-56 15,-7 2-38-15,0 0-33 0,0 0-31 0,0 0-259 16,0 0-619-16,-22-8 275 0</inkml:trace>
  <inkml:trace contextRef="#ctx0" brushRef="#br0" timeOffset="55440.97">9156 7270 83 0,'0'-4'318'0,"0"4"6"16,0 0 9-16,-2-11 3 0,2 11-4 0,0 0 3 16,-3-7-6-16,3 7-22 0,0 0-25 0,0 0-35 15,0-6-25-15,0 6-22 0,0 0-25 0,0 0-22 16,0 0-20-16,0 0-13 0,0 0-22 0,0 0-2 15,0 0-9-15,3 21-11 0,-3-11-6 0,0 2-7 0,0 5-9 16,2 1-2-16,-2 0-2 0,1 6-11 16,1 0 0-16,-2 4-3 0,5-8-5 0,-5 9 3 15,2-4-6-15,-2 2-4 0,5-5 3 0,-5 5-4 0,1-4-1 16,-2-5-5-16,1 2-2 0,1-3 3 0,-1 6-7 16,-1-2 4-16,1-6-1 0,0 4 1 0,-4-4-2 15,4 0-1-15,0-4-3 0,-1-2-25 16,-1 3-29-16,2-6-34 0,0 0-43 0,2 0-25 0,-2-6-31 15,-2 8-31-15,2-8-49 0,0 0-83 0,0 0-313 16,0 0-708-16,0 0 313 0</inkml:trace>
  <inkml:trace contextRef="#ctx0" brushRef="#br0" timeOffset="58921.28">8416 9528 270 0,'-8'-5'274'16,"1"2"-5"-16,7 3 7 0,-7-5-3 0,7 5-2 15,-10-5 2-15,10 5-8 0,-6-6-12 0,6 6-8 16,-8-3-14-16,8 3-14 0,0 0-19 0,0 0-20 15,0 0-21-15,0 0-23 0,0 0-10 0,-5-5-14 16,5 5-12-16,0 0 1 0,0 0-28 0,0 0-4 16,0 0-19-16,0 0 7 0,0 0 0 0,0 0-2 15,19 12-14-15,-10-9 3 0,7-3-3 0,2 5-1 16,1-2-7-16,1-2-3 0,-1-1-3 0,10 2-2 16,-11-1-9-16,5-1-12 0,-2 0-3 0,-6 5-12 15,2-3-9-15,-4-2-23 0,0 0-18 0,-4 1-26 16,6-1-23-16,-10 3-24 0,-5-3-25 0,13 1-35 15,-13-1-35-15,11 2-45 0,-11-2-47 0,0 0-207 16,10 0-574-16,-10 0 254 0</inkml:trace>
  <inkml:trace contextRef="#ctx0" brushRef="#br0" timeOffset="59296.32">8960 9276 184 0,'0'0'298'0,"0"0"0"0,0 0-13 16,-1-8-17-16,1 8-19 0,0 0-16 0,0 0-22 15,-8-5-21-15,8 5-18 0,0 0-20 0,0 0-20 16,0 0-14-16,0 0-3 0,0 0-17 0,0 0-12 15,3 20-9-15,-3-9-2 0,5-2-16 0,-4 2-5 16,-1 2-4-16,4 4-4 0,-3-1-4 0,-1 2-5 16,0 2-2-16,2 0-4 0,5 3-3 0,-7 2 9 0,1-2-16 15,-1 3 9-15,0-7-12 0,0 1 10 16,0 0-14-16,0 5 1 0,0-6-3 0,0 1 1 16,0-3-1-16,5 3-3 0,-5-2 8 0,-5 9-9 15,5-11 4-15,5 7-18 0,-5-8-20 0,0-2-31 0,0 1-37 16,0-2-50-16,0-1-64 0,2-3-88 0,5-1-211 15,-6-2-549-15,4 0 244 0</inkml:trace>
  <inkml:trace contextRef="#ctx0" brushRef="#br0" timeOffset="64594.9">12398 3038 105 0,'0'0'255'0,"2"-8"-22"0,-2 8-27 0,-2-7-23 0,2 7-21 16,0 0-14-16,0 0-16 0,0 0-15 0,0 0-15 16,0 0-5-16,5 28-12 0,-5-10-6 15,2-5-8-15,-2 9-9 0,0-2-4 0,0 6-5 0,-2 2-4 16,2 1-2-16,-5 0-8 0,5-1-2 0,-8 3-4 15,3 2-1-15,-3-2-2 0,-6 6-2 0,5-7-2 16,2-6-4-16,-3 8-2 0,-2-5 2 0,4-2-2 16,0 3-2-16,0-1 2 0,-1 0-4 0,6 0-3 15,-4-9 3-15,2 2-3 0,2-2 1 0,0-3-5 16,-4 2 1-16,4-7 1 0,0-1 2 0,3 2-1 16,3-4 15-16,-3 0 37 0,6-1 15 0,1 2 10 15,5-2 6-15,6-4-3 0,0 2-13 0,2-4-5 16,15 1-7-16,-7-1-6 0,2-1-10 0,4-2 0 15,-4 3-6-15,8-1-5 0,-3-1-9 0,-2 4-3 16,-3-4-7-16,3 2-28 0,-8 0-41 0,-2 0-39 16,-1 0-50-16,-3 6-63 0,-2-5-57 0,-2 1-239 15,-7-1-538-15,5 2 238 0</inkml:trace>
  <inkml:trace contextRef="#ctx0" brushRef="#br0" timeOffset="65626.03">12913 3568 14 0,'0'0'215'0,"0"0"-19"15,-20 8-21-15,15-2-16 0,5-6-11 0,-11 7-4 16,9 1-2-16,-5 4-12 0,7-6-12 0,-1 9-7 15,-4-2-11-15,5-2-8 0,0 7-8 16,5-3-6-16,-4 3-9 0,1-3-3 0,5 1-7 0,1-2-4 16,5-2-4-16,-3 1-4 0,0 0-3 0,5-3-4 15,0 0 0-15,-4 4-4 0,4-8-5 0,0-2-4 16,-5 3 1-16,2-6-4 0,-1 3 5 0,-3-4 19 16,-8 0 20-16,19-5 3 0,-8 2-3 0,-7-2 0 15,1-2 2-15,-4-4 0 0,4 2-1 0,-10-6 6 16,4 3-1-16,-4 5 7 0,-4-9 4 0,-1 3-9 15,0-1-4-15,-8-1-1 0,8 0-2 0,-3 5-7 16,0 0-7-16,-4-4-9 0,4 5 2 0,3 0-14 16,2 6-2-16,-5-5-6 0,8 5 3 0,-2-1-8 15,4-4-17-15,3 8-20 0,-7-4-12 0,7 4 6 16,0 0-2-16,0 0 0 0,17-3 1 0,1 2-8 16,8 1-5-16,4 1-9 0,5-1-9 0,1 0-2 15,9 0-5-15,-15-3 1 0,6 3-4 0,-1-6-4 16,0 3 3-16,-2-1 6 0,2-1 0 0,-7-2 5 15,-2 5 7-15,-4-8 4 0,-1 3 4 0,-4 0 7 16,-6 2 6-16,1-3 5 0,-7 0 13 0,3 1 5 16,-5 0 2-16,-1-2 4 0,-2 4 3 0,0-1 0 15,-2-2 4-15,-1 4 1 0,3 4-2 0,-13-11-1 16,5 7-2-16,-1 0-4 0,1 1 0 0,8 3-2 0,-15-1 0 16,15 1-2-16,-21 4 0 0,14 0 0 15,-1 2 2-15,3 3-2 0,0-5-1 0,5 5 2 16,-3 1 3-16,3-1 2 0,3 2 2 0,0 0-2 0,2 6-3 15,10 5 3-15,-2-3-2 0,2-6 1 0,3 9-2 16,-1-3 1-16,-1-4-2 0,1 6 1 0,3-2 1 16,-5-7 0-16,-4 5 1 0,3-4-3 0,-8 1 1 15,2-4-2-15,1 5 1 0,-3-6-3 0,-6 2 2 16,0 0 2-16,0-3 1 0,-6 0-1 0,2 1 5 16,-9-3 8-16,-2 2 9 0,0-1 9 0,2-1 5 15,-2-3 0-15,-6 1 2 0,4-4 6 0,6 2 7 16,2-2 8-16,-6-2 7 0,1 2 3 0,5-4-1 15,-2 3-5-15,6-4-4 0,-5-1-5 0,5-2-7 16,-2 1-4-16,6 2-10 0,1-5-17 0,1 1-15 16,6 3-12-16,-2-6-11 0,8 0-10 0,-1-1-19 15,4 2-15-15,-1-2-8 0,8-4-13 0,5 0-9 16,-4-1-5-16,4 2-7 0,8-4-8 0,-4 5 0 16,-1 0 7-16,0 2 1 0,-1-2 0 0,-7 3 13 15,2-3 7-15,3-1 14 0,-13 6 6 0,-1 1 8 16,0-1 23-16,0 1 21 0,-4 1 18 0,-4 3 10 15,1-5 14-15,-6 6 7 0,6-4 2 0,-7 3 3 16,0-2-2-16,0 7 2 0,-7-7 6 0,6 3-2 16,1 4-2-16,-8-7-9 0,8 7-3 0,-19 0-3 15,19 0-7-15,0 0-1 0,-16 8 2 0,6-2-6 16,5 2-4-16,-2-4 3 0,-1 4-4 0,1 0 3 16,-1 7-3-16,6-4 3 0,-3 5-4 0,2-4 3 0,-2 7-5 15,5 0 2-15,-1-6 1 0,1 5 0 0,0 1-3 16,1-9 0-16,4 8 5 0,-2-2-5 15,2-4 2-15,-3 3-4 0,1 2 0 0,2-4-1 16,-5-1 2-16,0-3-1 0,0 1 0 0,0 0-2 0,0-3 2 16,0 1-2-16,0-2-1 0,-5 2 1 0,5-1 0 15,0-7-12-15,-5 9-24 0,0 0-22 0,-3-6-28 16,2 1-40-16,-3-4-52 0,-2 2-45 0,-1 3-166 16,-3 2-418-16,0-4 186 0</inkml:trace>
  <inkml:trace contextRef="#ctx0" brushRef="#br0" timeOffset="66032.25">14275 3234 227 0,'-6'-5'250'16,"2"3"-8"-16,4 2-15 0,-13-7-21 0,6 4-21 16,7 3-20-16,-10-1-16 0,10 1-14 0,-14 4-18 15,7 0-12-15,-5 0-7 0,4 4-14 0,0-1-1 16,-5 4-11-16,6-1 4 0,-5 4 2 0,-1 2-1 15,6 0-2-15,-6-1-6 0,5 4 0 0,1 0-6 16,-3-4-4-16,0 10-6 0,5-5-5 0,-3 7-3 0,8-1-2 16,0 2 0-16,2-1-6 0,4 3-4 15,-1-3 0-15,0 1-4 0,10-2-3 0,0 1 1 16,0-1-3-16,3 1 0 0,1-5 2 0,4-3-7 16,-2 3-2-16,7-5-4 0,-4 3-29 0,4-6-29 0,0 1-37 15,-7-8-48-15,2 5-57 0,-4-9-66 0,1 3-204 16,1-3-494-16,-3-3 219 0</inkml:trace>
  <inkml:trace contextRef="#ctx0" brushRef="#br0" timeOffset="66688.42">14806 3371 132 0,'4'-7'274'0,"-1"3"-2"0,-3-4-10 0,0 8-11 15,7-3-21-15,-7 3-23 0,0 0-22 16,1-5-23-16,-1 5-20 0,0 0-15 0,0 0-13 16,0 0-12-16,-15 16-11 0,6-4-11 0,-5 3-7 15,4 0-5-15,-8 3-8 0,2 3-9 0,-6 3-2 0,2-5-5 16,2 4-5-16,-2 0 2 0,-3 2-7 16,6 0-2-16,-4-1-4 0,1-1-4 0,0 1 0 15,2-5-2-15,-4 4 2 0,8-4-4 0,-1 3-4 0,0-9-25 16,3 2-19-16,4-3-22 0,-2-1-19 0,8-1-39 15,-3-1-35-15,-3-1-25 0,8 2-37 0,0-10-212 16,0 6-452-16,0-6 200 0</inkml:trace>
  <inkml:trace contextRef="#ctx0" brushRef="#br0" timeOffset="66924.3">14467 3441 30 0,'0'0'267'0,"0"0"-25"0,-8-4-16 0,8 4-31 0,0 0-18 15,0 0-16-15,0 0-9 0,0 0-11 0,30 3 15 16,-24-1-10-16,9 4-12 0,7 1-10 0,-7 2-16 16,1-4-9-16,4 6-10 0,-3-4-12 0,2 5-9 15,-2-1-4-15,3 5-6 0,1 1-6 0,-4-3-6 0,-2-1-9 16,-4 1-38-16,1 2-45 0,0-1-56 0,-4 3-56 15,2 0-64-15,-9 1-165 0,4-4-419 0,4 0 185 16</inkml:trace>
  <inkml:trace contextRef="#ctx0" brushRef="#br0" timeOffset="67158.64">15174 3802 259 0,'0'0'315'0,"0"0"-28"0,0 0-33 0,0 0-28 16,0 0-22-16,0 0-23 0,0 0-19 0,0 0-14 15,-15 14-15-15,7-6-14 0,3-1-14 0,3 1-7 16,-8 5-9-16,0 5-6 0,0-5-9 0,-1 5-4 16,1-1-17-16,-5 4-22 0,2-6-25 0,1 0-23 15,-1 0-24-15,5 0-26 0,-4-3-52 0,5-2-45 16,-1-2-54-16,6 0-161 0,-8-3-410 0,10-2 181 15</inkml:trace>
  <inkml:trace contextRef="#ctx0" brushRef="#br0" timeOffset="67783.59">15303 3394 132 0,'0'0'231'0,"0"0"-25"0,0 0-23 0,0 0-13 16,0 0-23-16,0 0-14 0,0 0-9 0,0 0-17 15,8 23-1-15,-8-19-18 0,0 5-9 0,0-2-3 16,0-2-8-16,0 1-7 0,9 3-7 16,-8-1-4-16,4-1-2 0,0 1-7 0,5-4-2 0,-2 6-4 15,1-5-4-15,4-3-1 0,0 1-3 0,2 2-1 16,2-4-6-16,-1-1-3 0,-1-1-6 0,3-4-3 16,0 0-3-16,-1 0 2 0,-1-5-5 0,3 3 4 15,-4 2-2-15,-1-2 3 0,0-5-2 0,-8 4 4 16,4 1 8-16,0 1 17 0,-2 0 14 0,-4-2 13 15,2 4 7-15,1 1-2 0,-7 3-3 0,5-8-6 16,-5 8-7-16,2-4-8 0,-2 4-5 0,10-6-4 16,-10 6-7-16,0 0-2 0,0 0-3 0,0 0-1 15,0 0-2-15,18 9-3 0,-10-1-3 0,-1-1-1 16,-4 6 3-16,9-1-7 0,-6 2-1 0,2 2 1 16,-3 4-1-16,5 2 1 0,-6-5 2 0,4 5-5 15,-3-7 1-15,0 6 0 0,-3 1-1 0,4-3 0 16,-3 5 1-16,1-1 0 0,-3-7-2 0,-1 5-1 15,-1-1 4-15,1-5-3 0,-4 2 2 0,-4 0 6 16,5-3 1-16,-4 1 24 0,-3-2 15 0,-1 1 12 16,4-4 7-16,-3-4 1 0,0 3 7 0,0-2 6 15,-3-2-4-15,3 1-7 0,-5-5-6 0,-5-1-1 0,6 0-6 16,-3 0 1-16,-5-1-14 0,8-2-15 0,-5 0-19 16,3-3-33-16,-1 0-30 0,2-2-38 0,0 3-41 15,1-7-56-15,5 5-70 0,-2-3-84 16,4-7-183-16,7 2-566 0,0 2 250 0</inkml:trace>
  <inkml:trace contextRef="#ctx0" brushRef="#br0" timeOffset="68205.42">15932 3237 62 0,'0'-8'355'16,"0"8"-12"-16,0 0-10 0,0-4-19 0,0 4-25 15,0 0-28-15,5-5-27 0,-5 5-23 0,0 0-24 16,0 0-19-16,0 0-22 0,0 0-16 0,0 0-9 15,20 14-9-15,-10-6-13 0,0 1-15 0,0 3-7 16,4 1-7-16,3 6-7 0,8 3-6 0,-9 0-7 16,3 2-4-16,-3 0-7 0,4 0-4 0,-3 3-4 0,1 0-6 15,-2 9 0-15,-4-9 0 0,1 3-2 16,-8-3-5-16,-3 3 3 0,6 9-7 0,-1-8-1 16,-7-2 4-16,-5 0 0 0,3 3-2 0,0-3 3 15,-9 3-5-15,1-4-3 0,3 2-2 0,-8-2 0 0,0-1-3 16,1 0 3-16,-3 3 0 0,2-7 5 0,0-7-30 15,4 3-26-15,-4-4-27 0,1 1-29 16,3-4-30-16,-4 4-43 0,7-5-59 0,-4-5-73 16,4-1-222-16,1-4-571 0,-3-1 253 0</inkml:trace>
  <inkml:trace contextRef="#ctx0" brushRef="#br0" timeOffset="69262.75">16831 3432 166 0,'0'0'247'0,"0"0"-9"0,0 0-6 0,0 0-5 16,0 0-9-16,0 0-3 0,0 0-11 0,0 0-3 15,0 0-1-15,0 0-3 0,0 0-9 0,0 0-13 16,0 0-12-16,0 0-8 0,0 0-16 0,0 0-19 16,33-11-10-16,-25 11-5 0,7-1-13 0,8-2-23 15,-8 0 3-15,8 2-10 0,-3-1-5 0,10 1 0 16,-10-3-39-16,5 1-30 0,-6 3-32 0,5 0-29 16,-3 0-45-16,-3 0-51 0,-3 3-52 0,3-3-55 15,-6 5-227-15,-5-3-544 0,4 2 241 0</inkml:trace>
  <inkml:trace contextRef="#ctx0" brushRef="#br0" timeOffset="69481.47">16902 3700 73 0,'0'0'284'0,"0"0"-5"0,0 0-4 16,0 7-11-16,0-7-13 0,0 0-18 0,0 0-17 0,0 0-21 15,23 1-18-15,-23-1-20 0,23 0-14 0,-8 1-16 16,5-1-11-16,3 0-11 0,4 3-14 16,2-1-11-16,-2 1-7 0,-6 0-48 0,-1-3-54 15,3 0-61-15,-3 3-71 0,-1-3-77 0,0 1-203 0,5-1-478 16,-8 3 211-16</inkml:trace>
  <inkml:trace contextRef="#ctx0" brushRef="#br0" timeOffset="73576.3">15909 3878 132 0,'0'0'258'0,"0"0"0"0,0 0-1 16,0 0-5-16,0 0-7 0,0 0-6 0,0 0-7 16,0 0-7-16,0 0-1 0,0 0-11 0,0 0-4 0,0 0-8 15,0 0-11-15,0 0-9 0,0 0-11 0,0 0-23 16,0 0-14-16,0 0-13 0,0 0-14 0,0 0-14 16,0 0-15-16,0 0-11 0,0 0-9 0,0 0-1 15,0 0-3-15,0 0-4 0,-7 5-13 0,2 2-1 16,4 0-4-16,1-1-3 0,-9 3-8 0,9 0-14 15,-6-1-23-15,6 2-23 0,-4-1-27 0,-1 0-25 16,5 1-9-16,-5-1-32 0,4 2-38 0,-8-4-51 16,9 1-66-16,-6 0-291 0,-2-4-625 0,1 0 277 15</inkml:trace>
  <inkml:trace contextRef="#ctx0" brushRef="#br0" timeOffset="75364.07">15922 2718 132 0,'2'-9'329'0,"-2"9"-25"0,0-6-20 15,0 6-26-15,0 0-24 0,0 0-25 0,0 0-28 16,0-6-18-16,0 6-17 0,0 0-18 0,0 0-16 16,0 0-9-16,0 0-10 0,6 18-10 0,-6-9-6 15,0 2-10-15,2-2-3 0,-2 2-6 0,0 5-8 16,5 0 0-16,-5-1-11 0,0 0-4 0,0 0-2 15,0 1-6-15,2 0 2 0,4-5-3 0,-6-2-3 16,2 3-1-16,-2-2-4 0,5-2-4 0,-4 0-5 16,-1 0-3-16,0-4-1 0,0-4-1 0,4 7-1 15,-1-2 4-15,-3-5 1 0,2 4 2 0,-2-4 1 16,0 0-2-16,0 0-4 0,0 0 1 0,25-10-2 16,-22 7 1-16,5-3-3 0,-3-2 3 0,3 4-2 15,-1-2-2-15,-7 3 7 0,10-3 1 0,-5 1-3 16,-5 5 2-16,5-3 2 0,-5 3-6 0,10-4-7 15,-10 4 1-15,0 0 1 0,0 0-3 0,11 6 0 16,-6 0 4-16,-1 0-5 0,4-2 2 0,-3 4 5 0,5 3-2 16,-7-3-1-16,4 1-2 0,3 5 3 15,1-3 0-15,-2 1 1 0,4-2 2 0,-3-3 0 16,-4 1-3-16,-1-1 7 0,5-2-8 0,-5 0 5 16,2 0 3-16,-4-1 4 0,-3-4 4 0,15-2 10 0,-15 2 20 15,13-6 8-15,-8 0 1 0,-1-3 2 0,4-3 6 16,0-2 6-16,-5 0-2 0,1-4 1 15,2-8-6-15,-2 1-8 0,-3-1-1 0,-1 2-1 16,2-2-14-16,6 4-8 0,-8 3-2 0,5 1-3 0,-5 2-5 16,7-2 1-16,-6 5-26 0,1 2-24 0,-2 4-32 15,0-1-47-15,0 3-60 0,0 5-73 0,0 0-52 16,0 0-42-16,0 0-195 0,0 0-576 0,0 0 255 16</inkml:trace>
  <inkml:trace contextRef="#ctx0" brushRef="#br0" timeOffset="78096.34">18441 3104 205 0,'0'-7'266'0,"0"0"-3"16,2-2-2-16,-1 0-10 0,-1 6-6 0,0-5-15 15,0 8-13-15,0-10-9 0,4 7-15 0,-4 3-15 16,0 0-15-16,-2-6-15 0,2 6-16 0,0 0-9 16,2-8-15-16,-2 8-11 0,0 0-12 0,0 0-6 15,0 0-7-15,0 0-9 0,0 0-6 0,0-7-4 16,0 7-4-16,0 0-9 0,0 0-7 0,0 0 2 16,0 0-6-16,0 0-3 0,0 0-2 0,0 0-3 15,0 0 0-15,0 0-4 0,0 0 9 0,0 0-15 16,0 0 1-16,0 0 1 0,0 0-8 0,0 0 2 15,0 0-5-15,0 0 0 0,0 0 2 0,0 0-4 16,0 0-3-16,0 0-4 0,0 0-6 0,0 0 5 16,0 0-1-16,0 0-2 0,0 0 3 0,0 0 0 15,3 21 0-15,-3-13 2 0,5 2 5 0,-5-4-10 16,0 12 2-16,0-8 6 0,0 6-3 0,2-1 0 16,-1 0 5-16,-2 0-5 0,1 4-3 0,0 1 2 15,0-3 0-15,0 2-1 0,0 0 1 0,1-3-3 16,1 4 3-16,1-2-2 0,-3-3 0 0,5 3 0 15,-3-9 1-15,3 7 0 0,-3-7-1 0,-1 2 5 0,6-4-3 16,-2 2 0-16,-2-2 4 0,9-3-2 16,-1 2 2-16,4-5 1 0,3-1-3 0,-1 0 4 15,3 0-1-15,0-3 0 0,-2-1-2 0,5-4 4 16,-8 1-2-16,1-2 2 0,4 2 0 0,-5-5 0 0,0 0 0 16,0 1-2-16,0-4 3 0,1 0 0 0,-7 0 2 15,1-2-1-15,-4 1 2 0,3 1 1 16,-6 0 3-16,0 2-4 0,5-4 7 0,-6 7 2 15,3-1 1-15,-5 2 4 0,0 2-1 0,2-3 7 0,3 1-3 16,-4 6-3-16,-1 3 6 0,0-8-13 0,0 8-9 16,0-8-4-16,0 8-9 0,0 0-11 0,0 0 5 15,0 0 1-15,0 0 0 0,0 0 4 0,7 16-5 16,-5-6 3-16,4 0 6 0,-4 0 2 0,5 7-6 16,1-5 2-16,0 5 4 0,0-1 1 0,4 2-1 15,-2-3 2-15,3 3 1 0,4 1-4 0,3 1 1 16,-1-4 6-16,-4 1-1 0,2 1 2 0,-2-6 0 15,15 3-1-15,-12-5 0 0,-2 1-1 0,6-2 3 16,-6-2-3-16,-2-5 2 0,4 3 2 0,0-3-2 16,-8-2 0-16,3 0 1 0,-3-1 3 0,0 0 1 15,2-6 0-15,-1 0 8 0,-4-1 3 0,3-2 6 16,-5 1 3-16,-4-9 1 0,8 0 9 0,-4 0-6 16,-4-9-1-16,6 3-1 0,-7-6 0 0,-5 2-1 15,3 1 4-15,2-7-10 0,-5 7 3 0,4-1-8 16,-6 2-1-16,5 1 1 0,1 7-6 0,-3 0 1 15,3 0-5-15,-1 7-13 0,2 1-19 0,-5 1-30 16,5 1-41-16,-1 3-46 0,1 5-56 0,-5-7-29 16,5 7-21-16,0 0-38 0,0 0-207 0,0 0-536 0,-12 17 238 15</inkml:trace>
  <inkml:trace contextRef="#ctx0" brushRef="#br0" timeOffset="79044.82">19522 2671 183 0,'0'0'340'0,"2"-7"-2"0,-2 7-10 0,5-8-8 0,-5 8-11 16,0 0-30-16,-5-10-23 0,5 10-31 0,0 0-36 15,0 0-22-15,0 0-21 0,0 0-21 0,0 0-8 16,0 0-4-16,0 0-20 0,0 27-12 0,5-17-5 16,-4 7-3-16,-1-2-8 0,2 5-6 0,0-1-7 15,1-1-6-15,-1 1-5 0,-2 1 1 0,6 6-9 16,-6-6-7-16,0 2-10 0,0-5-13 0,2 0-16 16,-2 1-12-16,1-3-18 0,-2 3-13 0,1-5-17 15,0-1-19-15,-4 2-14 0,4-2-23 0,-4-3-36 16,2 1-37-16,2-2-43 0,0-4-28 0,0-4-181 15,-3 10-490-15,3-10 217 0</inkml:trace>
  <inkml:trace contextRef="#ctx0" brushRef="#br0" timeOffset="79326.03">19360 2601 208 0,'0'0'335'0,"-12"-4"-9"16,12 4-10-16,0 0-7 0,-1-5-12 0,1 5-18 0,0 0-15 15,0 0-25-15,-5-6-19 0,5 6-23 0,0 0-20 16,0 0-15-16,21-3-18 0,-1 3-21 0,-4-2-6 16,6 4-13-16,1-4-9 0,5 2-14 15,4-4 1-15,1 4-14 0,-2 0-8 0,6 4-19 0,-4-2-22 16,2 0-20-16,-7-2-27 0,8 0-21 0,-8 1-35 15,2 2-28-15,-7-3-29 0,-1 1-41 0,-4-2-37 16,-1 1-44-16,-1 0-44 0,-3 1-173 0,-6-1-519 16,-7 0 229-16</inkml:trace>
  <inkml:trace contextRef="#ctx0" brushRef="#br0" timeOffset="81921.03">19949 3367 196 0,'0'0'217'0,"0"0"-5"0,3-4-12 0,-3 4-10 0,0 0-14 16,0 0-14-16,0 0-8 0,0 0-14 0,0 0-11 15,0 0-15-15,0 0-12 0,0 0-11 0,0 0-7 16,0 0-13-16,0 0-8 0,0 0-5 0,0 0-6 16,0 0-9-16,0 0 1 0,0 0-7 0,0 0-4 15,0 0-3-15,0 0-3 0,-13 13-1 0,13-13-2 16,0 0-3-16,0 0-3 0,2 10-1 0,-2-10-2 15,0 0-2-15,0 7 0 0,0-7 0 0,1 6-5 16,-1-6 0-16,4 4 3 0,-4-4-5 0,0 0 1 16,0 0 3-16,10 3-4 0,-10-3-1 0,0 0 1 15,0 0 2-15,11-7 1 0,-11 7-2 0,5-8 6 16,-5 4 3-16,0 4-1 0,8-9 3 0,-8 9 2 0,2-7-4 16,-4 0-1-16,2 7-2 0,-1-8-4 15,1 8-2-15,-5-7-3 0,5 7-4 0,0 0-14 16,-8-5-13-16,-2 5-16 0,10 0-18 0,-17 0-27 0,7 1-35 15,0 2-48-15,-3 0-52 0,0 2-156 0,-2-1-410 16,5 0 181-16</inkml:trace>
  <inkml:trace contextRef="#ctx0" brushRef="#br0" timeOffset="82717.82">20662 3173 139 0,'0'0'253'0,"-6"-10"-21"0,6 10-24 0,-10-7-21 15,2 5-15-15,8 2-18 0,-17-3-13 0,4 2-14 16,1 2-12-16,-6 1-6 0,0 1-9 0,-10 2-5 16,-2 4-7-16,10-5-3 0,-2 3-5 0,-2 2-5 15,-6 2-4-15,10-4-7 0,0 5-1 0,4-3-10 16,-8 4-6-16,9-4-3 0,6 1-6 0,-3 0-4 15,0-2 0-15,9 1-2 0,-2 0 1 0,3 3-3 16,9-4-2-16,6 0-1 0,15 6-3 0,1-5-2 16,19 6-2-16,11-6 0 0,1 2-1 0,3-4-3 15,0-3-4-15,18 4 1 0,-17-7 3 0,-6 2-5 0,3-3 1 16,-11 0-5-16,8-3 2 0,-10-1 5 0,-13-1-6 16,-1 1 1-16,-9 1-2 0,-3 0 5 15,-2-5 14-15,-5 3 18 0,-1-2 9 0,-9 2 1 16,5-6-5-16,-8 7-5 0,-4-7-9 0,-4 0-9 0,-8 2-1 15,-4-6 2-15,-10 0-9 0,-8-1-2 0,-1 3-1 16,9 1-6-16,-17-2-16 0,-4 1-18 0,7 2-19 16,-2-3-16-16,16 5-13 0,-2 6-32 15,3-2-27-15,6 2-40 0,4-4-37 0,2-2-37 0,-4 6-184 16,2-1-466-16,7 0 207 0</inkml:trace>
  <inkml:trace contextRef="#ctx0" brushRef="#br0" timeOffset="82952.17">20646 2907 172 0,'0'0'185'0,"0"0"-17"16,0 0-19-16,0 0-13 0,0 0 8 0,-5 23-3 16,2-13-6-16,3 7-15 0,3 1-11 0,0 7 2 15,-1 4 1-15,4-1-8 0,1 5-6 0,-2 8-10 16,2 2-8-16,1-2 0 0,2 3-16 0,-4-5-1 15,6 7-12-15,-2-4 0 0,-2 2-2 0,1-2-19 16,0-4-18-16,3 5-21 0,-7-12-33 0,3-3-42 16,-6-2-60-16,3-7-62 0,3 1-123 0,-1-7-354 0,-2-4 157 15</inkml:trace>
  <inkml:trace contextRef="#ctx0" brushRef="#br0" timeOffset="83327.13">21417 2892 36 0,'0'-6'348'0,"0"-3"-4"0,0 3-7 16,0-1-6-16,0 0-14 0,0 7-23 0,0-9-7 15,0 2-43-15,0 7-29 0,0 0-27 0,0-9-27 16,0 9-23-16,0 0-11 0,0 0-15 0,-16 18-7 16,9-8-15-16,-6 5-8 0,3 2-12 0,-2 1-2 15,4 6-13-15,-7 2-3 0,3-1-3 0,7 2-2 16,-8 3-6-16,5 0-7 0,-2-2 0 0,7 3-2 16,-1-1-5-16,4-1-4 0,0 5 4 0,2-7-4 15,3-2 1-15,5 2 3 0,-2 0-10 0,7-1 3 16,3-4-1-16,-1 2-2 0,8-5-1 0,-5 0-6 15,9-3-3-15,-7 0-9 0,8-4-53 0,1-2-32 16,-4-5-38-16,4 0-33 0,-8 0-49 0,4-7-64 16,2-2-46-16,-2-3-229 0,-7 2-591 0,6-9 262 15</inkml:trace>
  <inkml:trace contextRef="#ctx0" brushRef="#br0" timeOffset="83577.1">21970 3003 180 0,'0'0'295'0,"-5"-3"-19"0,5 3-25 0,0 0-23 0,0 0-25 15,-3-6-24-15,3 6-21 0,0 0-14 16,0 0-9-16,0 0-13 0,-22 13-16 0,12-1-10 16,-5-2-8-16,0 4-8 0,7 0-3 0,-10 6-10 0,1 2-2 15,-6-1-11-15,3-2-3 0,4 3-6 0,-4 0-6 16,-3 0-2-16,8 1-1 0,0 3-8 0,0-6-21 15,2 3-18-15,0-5-21 0,1 0-24 16,2 0-30-16,5-3-52 0,0-6-41 0,-3 2-52 0,6-3-155 16,-3 1-418-16,5-6 185 0</inkml:trace>
  <inkml:trace contextRef="#ctx0" brushRef="#br0" timeOffset="83799.17">21612 3084 41 0,'-1'-6'343'0,"1"6"-14"0,-2-6-21 0,2 6-21 16,-2-6-40-16,2 6-22 0,0 0-29 0,0 0-20 15,0 0-14-15,0 0-17 0,0 0-12 0,22 16-17 16,-7-5-11-16,-2 0-8 0,2 4-9 0,2-2-6 16,4 6-11-16,7 0-6 0,-3-1-19 0,-2 1-27 15,5-1-33-15,2-1-43 0,-3 2-50 0,-1-4-60 16,2-8-63-16,-6 5-221 0,4 2-490 0,-4-10 217 15</inkml:trace>
  <inkml:trace contextRef="#ctx0" brushRef="#br0" timeOffset="84056.29">22294 2892 256 0,'0'0'414'0,"0"0"-23"0,-3-5-32 16,3 5-41-16,0 0-32 0,0 0-31 0,0 0-35 16,0 0-27-16,0 0-19 0,0 0-14 0,3 20-13 15,2-9-7-15,0 4-27 0,0 1-3 0,5 8-6 16,3 0-19-16,1 6-7 0,-1-6-10 0,0 6 2 16,-1-2-18-16,-1 2 5 0,3 8-13 0,-6-10-29 15,0-1-16-15,-3 2-25 0,-3 0-24 0,-7 2-23 16,0-3-23-16,-7-1-21 0,-9 10-31 0,-7-9-22 15,-2 5-34-15,2-15-41 0,-7 4-37 0,-8-1-168 0,-8-1-487 16,7-7 216-16</inkml:trace>
  <inkml:trace contextRef="#ctx0" brushRef="#br0" timeOffset="90254.86">23330 3244 237 0,'0'0'337'0,"0"0"-13"0,0 0-6 0,-14-1-8 0,14 1-26 16,0 0-7-16,-9-1-16 0,9 1-12 0,0 0-13 16,-13 0-21-16,13 0-11 0,0 0-18 0,0 0-22 15,0 0-16-15,0 0-13 0,0 0-9 0,0 0-18 16,0 0-1-16,0 0-15 0,0 0-9 0,0 0-14 15,0 0 3-15,0 0 1 0,0 0 6 0,0 0 2 16,41 5-1-16,-14-3-14 0,16-2-8 0,2 0-4 0,6 2-5 16,-10 1-7-16,12-2-2 0,-3 0-6 15,-4 2-2-15,-3-3-4 0,-10 2-1 0,2 0-6 16,-2-1-20-16,-8 2-19 0,0-1-16 0,-5-2-32 0,0 1-22 16,-5 0-47-16,1-1-31 0,-4 3-28 0,-9-1-45 15,-3-2-47-15,17 3-44 0,-17-3-296 0,0 0-677 16,3 3 300-16</inkml:trace>
  <inkml:trace contextRef="#ctx0" brushRef="#br0" timeOffset="91209.4">24471 2958 306 0,'0'0'374'0,"0"0"-4"0,0-12-7 0,0 12-12 16,3-6-21-16,-3 6-28 0,3-6-35 0,-3 6-25 15,0 0-26-15,0 0-29 0,0 0-24 0,0 0-18 16,0 0-13-16,0 0-20 0,0 0-8 0,0 0-13 15,0 0-6-15,0 19-10 0,2-11 1 0,-2-1-16 16,5 2-5-16,-3 2-4 0,6-4-3 0,-1 1-4 16,1 1-4-16,-1 2-3 0,-1-4-3 0,7-1 0 15,-1 0-4-15,3 0 1 0,5-3-6 0,-7 0 3 0,4-3-5 16,2 0-6-16,-4-3 0 0,5-2 2 0,0 1-3 16,2-2-4-16,4-6 3 0,-8 3-1 15,2-3-1-15,2 1-2 0,-6 1 4 0,4-2 15 0,-3 3 8 16,-1-3 5-16,-1 3-3 0,-2-1 8 0,1-2-2 15,-5 4-2-15,5 1 2 0,-6 0-5 0,-1 2-5 16,-1 1-4-16,-1-3-5 0,3 6-7 0,-8 1-4 16,9-4-5-16,-9 4-2 0,0 0 0 0,0 0-7 15,15 11 2-15,-7-5 0 0,-1 9-3 0,6 1-1 16,-7 2 0-16,6 8-1 0,-4 4-3 0,4 0 6 16,-2 0-2-16,3 13-2 0,-6 1 5 0,3-7 2 15,1 7-6-15,-3 0-5 0,-3-3 4 0,-1-2-1 16,2 5 6-16,-4 1-11 0,0-3 9 0,-2 1-10 15,1-2 11-15,-2-1 7 0,1-1-7 0,-4-5-2 16,3-6 2-16,-8-1-1 0,3-3 2 0,-4 1 3 16,2-5 21-16,-2 3 13 0,-5-10 25 0,3 2 22 0,-3-8 23 15,-1 7 16-15,-1-8 15 0,-4 0 6 16,6-5 15-16,0 3 7 0,2-1 13 0,-9-6-1 0,6-1 4 16,-1 0 3-16,-1-5-6 0,3-5-1 0,0 7-11 15,-2-9-13-15,-1-4-13 0,3-1-127 0,2-3-17 16,6-3 0-16,-4 0 0 0,4-12 0 0,11-1 0 15,-1-6 0-15,5 3 0 0,4-2 0 0,1-2 0 16,5 4 0-16,12 0 0 0,-12-3-208 0,9 7-85 16,1 0-53-16,-5 0-60 0,3 8-56 0,-7 5-75 15,1 2-454-15,13-6-1071 0,-9 5 474 0</inkml:trace>
  <inkml:trace contextRef="#ctx0" brushRef="#br0" timeOffset="91678.11">25418 2524 357 0,'0'0'352'0,"-4"-2"-19"0,4 2-33 15,0 0-29-15,-8-5-37 0,8 5-19 0,0 0-23 16,0 0-18-16,0 0-18 0,15 19-14 15,-2-5-17-15,4 2-12 0,9 8-10 0,7 6-14 0,4 2-5 16,-3 6-10-16,5-1-4 0,-1 5-13 0,-4-1-6 16,4 6 0-16,-1 0-3 0,-2-1-6 0,-6 4-7 15,3-2-1-15,-2 3-4 0,-14-3 10 0,4 5-16 16,-5-2-1-16,-8 3-5 0,-2 0 0 0,-12 20-1 16,-6 0-3-16,-2-20-1 0,-12 15 1 0,-4-2-5 15,3-15-2-15,-17 12-17 0,-1-4-11 0,9-15-20 16,-9-6-21-16,-2 5-18 0,-15 0-25 0,-5 2-28 15,14-18-47-15,-4-4-55 0,-2-6-66 0,-1 0-160 16,-19-5-498-16,21-8 221 0</inkml:trace>
  <inkml:trace contextRef="#ctx0" brushRef="#br0" timeOffset="92595.42">18478 2500 164 0,'0'-10'249'0,"0"1"-1"0,0 1 5 0,0-2 6 0,-2 4-3 15,2 6-8-15,0-14-4 0,0 10-5 0,0 4-12 16,0-8-30-16,0 8-11 0,-3-5-1 0,3 5-42 15,0 0-12-15,0 0-28 0,0 0-9 0,0 0-12 16,-17 15-12-16,2-2-5 0,-6 6-8 0,-3 5-3 16,-5 14-5-16,-6 3-6 0,0 3-1 0,-11 19-3 15,1 6-3-15,7 4-4 0,2-2 2 0,6 0-4 16,-5 4 0-16,10-6-3 0,5 9 0 0,10-23-3 16,7 23 2-16,6 3 0 0,12-2 1 0,9-3 0 15,7 0-2-15,10-1 7 0,6-1-4 0,12-5-1 16,12-3 0-16,9-3-5 0,3-6-5 0,4-3 6 15,-2-8-5-15,1 0-4 0,3-9 18 0,-4-4-22 16,1-5-40-16,1-2-53 0,-5-3-70 0,-23-15-93 16,22 7-114-16,-24-7-253 0,-5-7-664 0,-2-1 294 15</inkml:trace>
  <inkml:trace contextRef="#ctx0" brushRef="#br0" timeOffset="117992.88">28940 2898 4 0,'0'-6'340'0,"0"6"-12"0,0-9-11 0,0 3-10 16,0 6-11-16,0-9 0 0,0 9-25 0,0-8-26 0,0 8-22 16,0-4-28-16,0 4-11 0,0 0-26 0,0 0-17 15,0 0-8-15,0 0-26 0,0 0-15 0,0 0-2 16,0 0-11-16,-5 19-12 0,1-10-7 0,-2 6-1 16,4 4-6-16,-1 3-4 0,-2-2-7 0,-3 5-6 15,6 1-2-15,0-1-7 0,1 0-3 0,-4-2-13 16,1-3-8-16,3 2 0 0,1-2-3 0,0 5-1 15,0-8 8-15,0 0-11 0,1 2-5 0,4-9-1 16,-1 0-9-16,-3 1 7 0,4-2 6 0,2-2-3 16,0 0 3-16,1-3 2 0,0 0-7 0,2-4 11 15,3 0-6-15,-13 0 2 0,23-7-3 0,-8-1 9 16,-3 4 1-16,6-2 0 0,-6-4 4 0,-2 2-7 16,5 1-3-16,-7-2 4 0,-2 2 0 0,3-3-1 15,-3 5 1-15,8 0-1 0,-13-2 2 0,4 3-2 0,3 1 3 16,-8 3-6-16,7-6-11 0,0 4 8 15,-7 2 0-15,0 0 0 0,16 2 6 0,-9 1-3 16,-2 2 3-16,3 0-6 0,-1 2 2 0,3 0 5 16,-4 1-3-16,9-3-1 0,-5 3 2 0,2-2 2 0,-2 0-12 15,5-2 6-15,-1 3 2 0,0-4 8 0,1-1-5 16,-2-2 1-16,0 3-2 0,0-3 2 16,1-3 1-16,0 1-2 0,-7-3 4 0,8-4-4 0,-2-2 3 15,2 2 2-15,-7-3 6 0,1-3 2 0,-1 2 12 16,2-4-2-16,-2 0 0 0,-5-3 6 0,2-1-10 15,2 1 6-15,-5 4 16 0,-2-5-25 0,0 2 4 16,0-1-1-16,0 0-2 0,-2 4-6 0,-5 3 0 16,7 1-22-16,-1 1-22 0,1 4-24 0,-4-2-33 15,3 2-51-15,1 3-58 0,0 4-58 0,0 0-35 16,0 0-41-16,0 0-173 0,0 0-547 0,0 0 242 16</inkml:trace>
  <inkml:trace contextRef="#ctx0" brushRef="#br0" timeOffset="118227.23">29789 2985 273 0,'0'0'338'0,"0"0"-26"16,6-5-30-16,-6 5-25 0,7-4-23 0,-7 4-27 15,0 0-20-15,15 0-18 0,-3-1-18 0,-4 1-13 0,8 0-16 16,-1 0-11-16,4 0-15 0,-1 1-9 0,5-1-28 16,-2 1-38-16,3 2-41 0,-3-3-39 15,1 2-59-15,1 1-56 0,0-3-55 0,-3 3-179 16,1-2-441-16,1 2 195 0</inkml:trace>
  <inkml:trace contextRef="#ctx0" brushRef="#br0" timeOffset="118399.09">29873 3183 197 0,'0'0'259'0,"-5"3"0"16,5-3-9-16,0 0-8 0,0 0-22 0,0 0-22 16,0 0-19-16,0 0-21 0,27-3-15 0,-27 3-12 15,21-2-19-15,-4 2-30 0,-1 0-50 0,1 0-62 16,1 2-65-16,4-2-70 0,3 0-197 0,-9 3-393 15,6-3 174-15</inkml:trace>
  <inkml:trace contextRef="#ctx0" brushRef="#br0" timeOffset="119706.93">30749 2830 201 0,'-5'-13'212'0,"5"7"-14"0,-5 3-10 15,5 3-13-15,-5-14-15 0,-2 9-9 0,1-3-11 0,1 2-11 16,-4 0-8-16,6 0-6 0,-3 0-11 0,-6 1-8 16,2-2-9-16,2 4-10 0,-4-2-7 0,6 3-6 15,-4-3-8-15,1 2-3 0,-2 0-5 0,-1-1-4 16,-1 2-7-16,5-3-1 0,-4 1-4 0,4 3-1 15,-2-1-7-15,10 2 1 0,-18-3-1 0,8 1-6 16,-4 2-4-16,14 0-1 0,-8-1-2 0,8 1 1 16,-13 0-5-16,13 0 1 0,0 0-4 0,-15 0-2 15,15 0 2-15,0 0 0 0,0 0-1 0,-8 3 3 16,1 2-4-16,7-5-2 0,0 10 9 0,0-10-8 16,0 10 7-16,0-2-10 0,-3 4 1 0,0-3 1 15,3 6 2-15,0 0-1 0,0 1 1 0,0 4-3 16,0-5 3-16,0 7-2 0,0-2 1 0,3 6-2 15,0-1 1-15,-3 1-1 0,0-1 0 0,0 2 2 16,0-2-1-16,0 2 1 0,0 2 0 0,0 0 0 16,0-4-3-16,0 2 6 0,0 2-5 0,0-2 2 15,0 1 0-15,0-1-1 0,0 4-2 0,0-5 1 16,0 1 3-16,-3 0-2 0,3 0 3 0,0 0 2 16,3 0 17-16,-6-2 3 0,3 4 0 0,0 0-4 0,0-2-1 15,-3 0-2-15,6 1 0 0,-3-4-2 0,0 6-2 16,3-6 2-16,-3 2-1 0,0-6 1 15,0 6 1-15,8-2 3 0,-4 2 1 0,-1 2 4 0,-3-5-3 16,2 4-3-16,4-4 0 0,1 3-3 0,-5-4-2 16,4 4 0-16,-1 2-1 0,0-5-1 0,-3-1-1 15,6 5-1-15,-6-3 0 0,3-5 1 0,1 8 0 16,-2-4-2-16,2 0-2 0,-2 2 1 0,1-5-1 16,0 1-1-16,-4 0 0 0,6-2 0 0,-6 3 2 15,4-6-3-15,-1 3-1 0,-1 8 8 0,5-3 12 16,-6-7 22-16,3 1-6 0,-5-2-2 0,8 2-2 15,-6-1-5-15,1-2 4 0,-3 3-8 0,0-6 1 16,0-1-5-16,2 1 7 0,-2 1 10 0,1-1 3 16,-1-3 1-16,5 0-1 0,-5 3-3 0,0-3-1 15,2-2-4-15,0 1-3 0,-2-1 0 0,0-2-2 16,3 1-2-16,-3-6 1 0,2 8-12 0,-2-8 5 16,0 8-2-16,0-8-4 0,0 5 3 0,0-5-1 15,0 0 0-15,0 0-6 0,0 6 0 0,0-6 5 16,0 0-3-16,0 0 0 0,0 0-8 0,0 0 8 15,10 1-3-15,-10-1-4 0,0 0-8 0,13 0-19 16,-2-1-39-16,3 0-39 0,2-6-39 0,2 0-47 16,6-4-55-16,14-5-75 0,3-2-251 0,2-3-611 0,10 1 271 15</inkml:trace>
  <inkml:trace contextRef="#ctx0" brushRef="#br0" timeOffset="120378.74">31055 3173 308 0,'0'0'306'0,"0"0"-14"0,0 0-16 0,0 0-4 0,-5-3-20 16,5 3-18-16,0 0-10 0,0 0-16 0,0 0-14 15,0 0-12-15,0 0-16 0,0 0-13 0,0 0-14 16,0 0-12-16,0 0-11 0,0 0-9 0,0 0-9 15,0 0 3-15,0 0-22 0,25 1-8 0,-25-1-7 16,23 0-3-16,-5-1-12 0,2 1-6 0,-2 0-14 16,14-4-13-16,-12 4-16 0,9-1-23 0,-12-1-23 15,6 2-28-15,-3-2-23 0,-3 2-29 0,1 0-31 16,-7 0-36-16,3 0-29 0,-3 0-43 0,-1-2-229 16,-10 2-536-16,13 0 238 0</inkml:trace>
  <inkml:trace contextRef="#ctx0" brushRef="#br0" timeOffset="120753.7">30921 3678 103 0,'0'0'257'0,"0"0"-1"0,0 0-2 0,0 0-8 16,0 0-8-16,0 0-7 0,0 0-13 15,0 0-15-15,0 0-15 0,0 0-12 0,0 0-11 0,0 0-15 16,0 0-18-16,25 0-17 0,-14 2-9 0,6-2-10 16,3 2-13-16,0 1-7 0,3-1-8 0,0 1-11 15,0 2-16-15,7-3-25 0,-9 5-33 0,-4-6-31 16,3 3-48-16,0 3-43 0,-4-3-54 0,4-1-48 16,-12 1-217-16,2 3-494 0,4-5 219 0</inkml:trace>
  <inkml:trace contextRef="#ctx0" brushRef="#br0" timeOffset="121050.55">30994 4251 195 0,'0'0'313'16,"0"0"-15"-16,0 0-18 0,0 0-15 0,-7 4-11 15,7-4-15-15,0 0-21 0,0 0-22 0,0 0-13 16,0 0-17-16,0 0-14 0,0 0-11 0,0 0 3 16,13 11-7-16,-4-9-16 0,2-1-14 0,7 3-11 15,-1-2-8-15,3 0-11 0,13-1-6 0,-2-1-19 16,16 0-30-16,-17-1-41 0,-1-1-46 0,1-3-62 0,-5 3-79 15,8-8-92-15,-1 0-219 0,11-8-560 0,-5-3 248 16</inkml:trace>
  <inkml:trace contextRef="#ctx0" brushRef="#br0" timeOffset="121786.36">31628 2771 109 0,'0'0'238'0,"5"-11"-21"0,-4 5-24 0,4 0-14 16,4 2-20-16,-3-3-16 0,4 5-15 15,2-3-11-15,-2 2-11 0,5 1-15 0,-1 1-7 16,0 1 0-16,1 0-9 0,-2 1-8 0,-3 1-11 0,5-1-2 16,-5 4-7-16,6-1-5 0,-6 3-4 0,3 1-4 15,-3 0-4-15,-3 1-5 0,3 5-4 0,1-1-2 16,-4 5 1-16,-5 0-1 0,6 2-7 16,-3 5 2-16,-3 2-3 0,3 2 0 0,-5 2-3 0,3 8-1 15,-3 0 0-15,5 3 1 0,-4-2 0 0,-2 1 3 16,2 2-5-16,-1 3 1 0,5-3-2 0,-3 2-4 15,-2 0 1-15,7 6 5 0,-6-2-4 16,4-1-1-16,-5 1 0 0,9 1-1 0,-8-2 2 0,4 2-2 16,3-7 4-16,-6 2 0 0,1-2 26 0,-1 0 8 15,3-2-4-15,-2-12-2 0,2 3 0 0,-3-2 21 16,0 0-1-16,-2-3-1 0,0 0-2 0,1-9 13 16,1-1 1-16,0 3-4 0,1-3 6 0,2-2 10 15,-3-1-5-15,-1-3-3 0,1 1-6 0,0-3 4 16,-2 4 8-16,6-4-5 0,-3-1 1 0,-1 4-4 15,0-1-7-15,1 0-5 0,2 1-1 0,-2-7 1 16,2 6 4-16,-3 1 11 0,5-5 0 0,-2 8-10 16,-4-6 3-16,6-1-9 0,-4 4-5 0,2-2-1 15,-3-1-6-15,-2 2-5 0,6 1-1 0,-6-3 8 16,2 3-15-16,1-2 0 0,-3 1-2 0,2 1 1 16,-2 0-4-16,-2-1 8 0,-1-4-4 0,1 2 0 15,-1 2-4-15,-2-4-1 0,-3 2-12 0,-5-2-17 0,-1 4-23 16,-1-3-56-16,-6-3-56 0,-2 2-68 0,-2-4-91 15,-8 1-389-15,3-4-746 0,-8 0 331 16</inkml:trace>
  <inkml:trace contextRef="#ctx0" brushRef="#br0" timeOffset="123176.93">29580 5524 238 0,'-1'-7'223'0,"1"7"-24"0,-9-3-16 0,3-2-22 15,-7 4-17-15,3-2-9 0,-9 3-2 16,-4-1-3-16,-7 2-3 0,1 3-2 0,-8 1-12 15,-4 1-4-15,-4 1-6 0,0 1-5 0,12 0-7 0,-10 0-8 16,0 3-1-16,7-2-7 0,8-2-1 0,-2 4-3 16,0-2-1-16,4-2-5 0,7 0-8 0,0 1-8 15,4 0-1-15,3-5-10 0,5 2-3 0,-2 2-1 16,4-3 0-16,5 3 1 0,1-2-3 0,6 2 1 16,16 0-2-16,7 2-1 0,21 4-3 0,2 0-3 15,5-3-2-15,7-1-2 0,-1 0-3 0,-3-1-3 16,-1 0-2-16,0-3 0 0,-7 2-2 0,-5 0-1 15,1-3-2-15,-17 2-4 0,1-4-1 0,-10-1-1 16,-5-1 2-16,-1 4-1 0,-4-4 1 0,-2-1 4 16,-1 1-4-16,-1-3-4 0,-9 3-1 0,0 0-1 15,-12-13 5-15,-1 5-2 0,-7 1-4 0,-2-5 3 16,-9 1 0-16,-10-2 0 0,1-5-1 0,-3-2 2 16,2 6-2-16,-7 0-1 0,11-3 4 0,6 5-4 15,-1-3-1-15,4 3-14 0,3-1-19 0,7 3-12 16,3 0-22-16,0 1-21 0,2-3-30 0,0 0-26 15,11 4-20-15,-3 0-19 0,3-3-24 0,4 2-20 0,3-2-124 16,-3-4-384-16,9 0 169 0</inkml:trace>
  <inkml:trace contextRef="#ctx0" brushRef="#br0" timeOffset="123411.28">29330 5220 47 0,'0'0'237'0,"0"-9"-1"0,-3 4-13 16,3 5-18-16,0 0-19 0,-2-5-20 0,2 5-19 15,0 0-15-15,0 0-13 0,0 0-7 0,7 19-9 16,-4-9 2-16,2 7-6 0,2 10-9 0,1 2-8 16,2-1-12-16,-2 13 0 0,1 1-8 0,-3-2-7 15,4 2-7-15,-1 1-4 0,-3 0-3 0,1 0-6 16,-1-1 3-16,-6-1-6 0,2 0-1 0,5-2-1 16,-7-9-6-16,0 12-3 0,3-13-3 0,-1 1-22 15,-2-1-21-15,3-3-33 0,2-4-44 0,-3-4-45 16,3-2-66-16,3-3-181 0,-7-2-425 0,11-3 188 15</inkml:trace>
  <inkml:trace contextRef="#ctx0" brushRef="#br0" timeOffset="123739.37">29992 5454 52 0,'5'-3'259'0,"-3"-2"-10"0,-2 5-10 0,10-5-14 0,-10 5-22 16,5-5-19-16,-5 5-20 0,0 0-19 0,0 0-15 16,0 0-14-16,0 0-11 0,-7 18 9 0,-1-9 9 15,3 5 0-15,-5 2 1 0,4 0-5 0,-4 2 1 16,-2 3-9-16,2-4-5 0,-3 4-3 0,0-2-12 15,4-2-7-15,1 5-5 0,-7 1-8 0,12-8-7 16,1 5-16-16,1-2 0 0,1-1 0 0,0 6 2 16,3-4-5-16,7 0 8 0,-2-3-13 0,7 5-4 15,-2-4-5-15,5-1-8 0,6 0-23 0,0-4-31 16,-7 0-40-16,14-4-44 0,-7-1-48 0,0-5-54 16,8-1-61-16,-12-1-231 0,10-3-550 0,-6-5 243 15</inkml:trace>
  <inkml:trace contextRef="#ctx0" brushRef="#br0" timeOffset="123973.72">30419 5559 158 0,'0'0'229'0,"0"0"-25"16,0 0-27-16,0 0-16 0,0 0-12 0,0 0-15 15,0 0 11-15,0 0-4 0,-18 18-6 0,8-6-17 16,2 0-8-16,0 0-7 0,-5 3-15 0,-1 1-8 15,1-2-7-15,-5 7-3 0,-2-2-11 0,3 1-2 16,-6-4-4-16,2 2-6 0,-4 1-3 0,3-2-8 16,-6-2-18-16,13-1-32 0,-1-2-29 0,-4 0-51 15,5-3-40-15,0-2-51 0,4 1-169 0,2-4-382 16,-1-2 169-16</inkml:trace>
  <inkml:trace contextRef="#ctx0" brushRef="#br0" timeOffset="124176.82">30183 5593 6 0,'0'0'250'15,"0"0"-31"-15,0 0-23 0,0 0-24 0,0 0-16 16,0 0-17-16,0 0 3 0,0 0 2 0,0 0-10 0,-7 26-11 16,7-20-11-16,7 5-8 0,-1 2-11 15,-4-4-8-15,6 6-4 0,2-5-10 0,2 9-1 16,1-3-11-16,2-1-7 0,2-1-1 0,4 3-9 15,-4-5-26-15,7 2-46 0,1-2-53 0,-7-3-65 0,6-3-73 16,0-5-119-16,0 3-367 0,-3-4 163 0</inkml:trace>
  <inkml:trace contextRef="#ctx0" brushRef="#br0" timeOffset="124446.59">30575 5470 273 0,'0'0'303'0,"0"-4"-17"0,0 4-20 0,0 0-34 16,0 0-20-16,0 0-23 0,0 0-19 0,0 0-14 16,0 0-13-16,0 0-12 0,17 16-9 0,-7-8-7 15,-4 6-9-15,4-1-9 0,-2 2-11 0,6 1-11 16,-4 1-8-16,-1 1-4 0,6 3-6 0,-3-3-11 16,0 6 0-16,-4 1-1 0,0-5-6 0,-6-1-5 15,1 7-1-15,-3-1-7 0,-7 1-1 0,1-7-14 16,-2 4-11-16,-4 0-15 0,-1-6-9 0,-4 6-15 15,2-4-13-15,5-5-15 0,-3 1-27 0,0-2-36 16,1-1-37-16,7-4-41 0,-3-4-41 0,3 1-153 0,5-5-435 16,0 0 193-16</inkml:trace>
  <inkml:trace contextRef="#ctx0" brushRef="#br0" timeOffset="124640.98">31004 5727 330 0,'0'0'333'0,"0"0"-13"16,0 0-20-16,0 0-16 0,0 0-23 0,0 0-29 15,0 0-26-15,6-6-17 0,-6 6-21 0,15-1-17 16,-3-1-25-16,-12 2-54 0,23 2-53 0,-10-2-58 16,-1 0-61-16,1 1-70 0,2 3-75 0,-7-4-162 15,5 2-440-15,-6 1 195 0</inkml:trace>
  <inkml:trace contextRef="#ctx0" brushRef="#br0" timeOffset="124812.83">30947 5915 67 0,'-1'4'289'0,"-4"0"15"0,5-4 10 16,0 0-4-16,0 0-18 0,0 0-28 0,28-4-27 15,-18-2-25-15,13 4-21 0,0-3-20 0,5 2-18 16,2-4-21-16,0 0-38 0,-2-2-50 0,9 1-54 15,-8 1-63-15,-1 2-80 0,4-6-84 0,-6-1-197 16,12-7-470-16,-9 7 208 0</inkml:trace>
  <inkml:trace contextRef="#ctx0" brushRef="#br0" timeOffset="125453.39">31679 5268 77 0,'-10'-4'158'0,"2"-3"-10"0,-4 3-11 15,1 0-6-15,-3-3-4 0,8 2-7 0,-9-2-12 16,2 5-2-16,-2-3-5 0,6 2-8 0,-4-3-10 15,0 3-4-15,1-2-13 0,2 1-7 0,1 4-5 16,2-1-7-16,7 1-6 0,-13-5-3 0,13 5-5 16,-15 0-5-16,15 0 1 0,0 0-9 0,-13 0 3 0,13 0-6 15,0 0 1-15,-5 6 0 0,5-6 4 16,0 0 15-16,0 9-3 0,0-9-2 0,-4 9 1 16,4-9-5-16,7 8 11 0,-7-1 0 0,0 0-1 0,0 4-5 15,0-2-3-15,2 1 1 0,1 1 1 0,0 2 22 16,4 5-3-16,-2 2-7 0,3 1-1 0,-6 6-4 15,-2 3-2-15,3-1-6 0,-1-1 3 0,-1 12 0 16,8 1-2-16,-4-2-1 0,-10-8-4 0,3 8 2 16,2 4-4-16,0-1-2 0,0 2-3 0,-7-3-2 15,1-1 2-15,6 2-2 0,-10-10-3 0,5 12 0 16,1-1 0-16,-5 0 14 0,4 0 28 0,-5 0 44 16,8-2-4-16,-6-1-5 0,-1-9 2 0,1 1 2 15,2 9 0-15,-3-10-11 0,1-3 1 0,3 2-8 16,-3-3-2-16,1 2-6 0,2-2-1 0,0 0-3 15,2-1 0-15,0-3-5 0,3 0-10 0,-5 4 23 16,1-3 11-16,1-5-11 0,3 1-3 0,0 1-7 16,3-3-4-16,2 1-4 0,-5 1-10 0,4-1 0 0,-1 1-3 15,0-3 13-15,5 2-7 0,-3 1-2 16,2-4-2-16,0 2-2 0,-2-1-3 0,1-1-2 16,3-5-4-16,-3 5 0 0,2-4-2 0,-3-1 0 0,7-3-2 15,-4 3 0-15,4-3 4 0,3-1-7 0,0 1-1 16,8-3-10-16,0 2 7 0,5-6-6 15,-6-1 0-15,6-1-8 0,3-6-29 0,4 0-55 0,10-11-61 16,-1-3-70-16,1 1-71 0,6-8-101 0,-6-5-392 16,26-15-834-16,-5-2 369 0</inkml:trace>
  <inkml:trace contextRef="#ctx0" brushRef="#br0" timeOffset="125890.84">31901 5414 124 0,'0'0'318'0,"0"0"-24"0,6-5-31 16,-6 5-25-16,0 0-25 0,7-2-22 0,-7 2-19 0,20-1-17 15,-12 1-17-15,7 0-12 0,2 1-14 16,-1 1-9-16,2 3-22 0,4-5-30 0,-4 5-50 16,2 2-47-16,8 0-49 0,-10-1-58 0,4-3-67 0,-1 1-125 15,-4 1-373-15,3-1 165 0</inkml:trace>
  <inkml:trace contextRef="#ctx0" brushRef="#br0" timeOffset="126187.68">31977 5919 299 0,'0'0'326'16,"-12"-4"-14"-16,12 4-16 0,0 0-17 0,-15 0-16 16,15 0-9-16,0 0-26 0,-8-2-19 0,8 2-24 0,0 0-20 15,0 0-15-15,0 0-22 0,0 0-9 16,0 0-8-16,-15 2-12 0,15-2-15 0,0 0-7 16,0 0-4-16,0 0-3 0,0 0-8 0,23 8-2 15,-14-6-10-15,7-2-4 0,3 5-4 0,-3-2-7 0,7-1-12 16,-1 1-15-16,-2-1-24 0,8 1-29 0,-5 2-32 15,2-4-49-15,-5 0-45 0,-4 2-63 16,7 2-61-16,-3-5-221 0,-3 2-557 0,-2-1 248 0</inkml:trace>
  <inkml:trace contextRef="#ctx0" brushRef="#br0" timeOffset="126422.03">31730 6495 201 0,'0'8'277'0,"0"-8"-14"16,5 5-14-16,2-2-9 0,-7-3-18 0,10 8-22 16,-2-6-15-16,5 0-18 0,4 5-16 0,1-3-17 15,0-1-11-15,2 3-13 0,12 0-10 0,-3 0-14 0,6 0-27 16,-3-5-47-16,-1 2-66 0,1-4-70 0,-3 1-86 15,-4-3-189-15,5-5-431 0,1-2 190 16</inkml:trace>
  <inkml:trace contextRef="#ctx0" brushRef="#br0" timeOffset="127032.85">32437 5424 78 0,'2'-10'288'0,"-2"2"-11"16,1-2-11-16,-1-1-13 0,4 5-16 0,-4-3-15 16,5 3-14-16,-2-3-25 0,2 6-19 0,-3-3-15 15,-2 6-16-15,13-4-15 0,-3-1-14 0,-4 3-7 0,11 2-10 16,-4 0-9-16,2 3-9 0,0 2-7 16,7 2-9-16,-8-4-1 0,10 8-4 0,2 1-9 15,-4-6-3-15,-6 4-9 0,4 4 2 0,2-1-5 0,-4 4 0 16,5 0-3-16,0-2-3 0,-6-1-3 0,-2 1 9 15,-1 0-15-15,5 5-1 0,-8 3 3 0,-3-7-5 16,2 10 1-16,-1-1-2 0,-3 2-1 0,-1 0 2 16,-3 3-2-16,-2 0 0 0,-2 1 11 0,2 8-12 15,-5 4-1-15,-5 0-2 0,2 3 4 0,-3-4-1 16,-4 6-1-16,8-3 2 0,-3 2-3 0,5 1 3 16,-6-2 0-16,4 1-2 0,-1-2 0 0,3 1 1 15,0-2 0-15,0 0 0 0,3 0-4 0,0-5 5 16,4 0-1-16,-2-5 1 0,2-6-4 0,-1 1 1 15,6-1 4-15,-5 0-2 0,-2-5-1 0,5-5 3 16,-5 2-1-16,1-1 4 0,9-3 15 0,-10 3 20 16,4-4-5-16,-4-3-2 0,3 1 4 0,2-2-8 0,-2-1-3 15,0-2-2-15,-1-1 0 0,-2 3-4 16,0-5-2-16,0 1 2 0,-2 3-1 0,-1 0-5 16,-7-3 2-16,2-3-9 0,-7 3-24 0,-5-3-30 15,-1 1-46-15,-12 1-59 0,1-3-79 0,-1-4-109 0,-13-3-198 16,-2-2-579-16,5-2 255 0</inkml:trace>
  <inkml:trace contextRef="#ctx0" brushRef="#br0" timeOffset="132790.37">27569 8091 59 0,'0'0'326'0,"-1"-6"-20"15,1 6-23-15,0 0-25 0,-4-7-21 0,4 7-21 0,0 0-23 16,-1-7-30-16,1 7-11 0,0 0-19 15,0 0-15-15,0 0-11 0,0 0-9 0,-4 20-14 16,8-13-6-16,-4 2-7 0,0 5-5 0,0-5-8 0,0 6-6 16,1 1-4-16,-1 2-8 0,4-1-2 0,-4 2-1 15,1 0-4-15,-1-4-7 0,2 1-1 0,-2 0-2 16,3 2-2-16,-3-1 0 0,2-3-4 0,1 1 2 16,1-3-4-16,1 3 0 0,1-6-2 0,-3 2-1 15,1-2 2-15,1 2-3 0,1-5 2 0,-1 2-1 16,5-3 1-16,-1 3-1 0,4-4-1 0,-2 1 0 15,-4-2-1-15,-7-3 3 0,20-8 0 0,-10 8 8 16,3 0 7-16,-6-1 6 0,3-2 0 0,-1-1 11 16,-4-4 14-16,5 5-14 0,-1-3 0 0,-6 1 14 15,2 0-22-15,3 1-2 0,-3 0 0 0,-5 4-4 16,8-3-6-16,-8 3-4 0,4-6-6 0,-4 6-3 16,0 0-3-16,5-2-6 0,-5 2-3 0,0 0 9 0,16 8-3 15,-4-4-1-15,-6 1 0 0,4 2 2 16,-3-2-3-16,5-2-6 0,-1 3 8 0,2-2-3 15,2 4 1-15,-6-4 13 0,6-4-14 0,-6 4 3 0,3-4-1 16,3-4 3-16,-15 4-5 0,23-1 2 0,-16-5-4 16,9-4 0-16,-7-3 10 0,-1 0-3 0,-2 2 17 15,1-5 3-15,-4 0-5 0,-1-3 1 0,-2 0-5 16,-2 1 4-16,-1-2 0 0,1 0-9 0,-3 0-5 16,4 1 11-16,-6 0-9 0,-1 3 2 0,3 2-15 15,3 2-30-15,-4 0-28 0,4 4-37 0,2 0-41 16,-5 5-60-16,5 3-64 0,0 0-37 0,0 0-276 15,0 0-622-15,0 0 275 0</inkml:trace>
  <inkml:trace contextRef="#ctx0" brushRef="#br0" timeOffset="133071.6">28475 7862 55 0,'0'0'364'0,"0"-14"-26"0,0 11-26 0,6-3-28 15,-6 6-23-15,0 0-37 0,0 0-27 0,0 0-24 16,0 0-16-16,0 0-17 0,0 0-13 0,0 0-14 16,-6 26-11-16,4-17-7 0,4 2-12 0,-4 1-8 15,2 3-8-15,0 5-4 0,2-4-5 0,-2-1-7 16,0 5-8-16,6-5-14 0,-6 1-22 0,2-5-18 15,0 5-23-15,1-5-30 0,-3 1-33 0,0 0-46 16,0-5-33-16,2 0-34 0,-2-2-52 0,0-5-142 16,0 0-437-16,0 0 194 0</inkml:trace>
  <inkml:trace contextRef="#ctx0" brushRef="#br0" timeOffset="133259.07">28312 7755 292 0,'-3'-5'333'0,"3"5"-18"0,0-8-28 0,0 8-25 0,2-11-22 16,1 6-18-16,7 1-34 0,0-2-14 0,-2 5-21 15,9-6-9-15,3 3-12 0,3 1-22 0,-7 1-24 16,6-1-34-16,8 3-40 0,-1 3-52 0,-9 2-57 16,0 2-73-16,3-5-65 0,-8 4-175 0,0-2-445 15,-5 4 197-15</inkml:trace>
  <inkml:trace contextRef="#ctx0" brushRef="#br0" timeOffset="133509.04">28756 8202 199 0,'-8'1'333'0,"8"-1"-30"0,0 0-29 0,0 0-31 16,0 0-25-16,0 0-20 0,23-8-18 0,-16 1-20 16,7 3-16-16,-5 4-17 0,11-8-12 0,-4 7-19 15,4-1-24-15,-3 2-34 0,2 0-33 0,3 2-35 16,-4-2-38-16,-1 1-52 0,1 2-28 0,-2 2-52 16,-4-2-157-16,-2 3-386 0,-2-3 170 0</inkml:trace>
  <inkml:trace contextRef="#ctx0" brushRef="#br0" timeOffset="133649.66">28771 8379 26 0,'-2'3'176'0,"2"-3"7"0,-6 7 4 16,6-7 4-16,0 0-15 0,0 0-12 0,21 5-16 0,-13-5-18 16,11-2-11-16,-1-1-15 0,5 3-25 15,-1-1-51-15,7 1-53 0,-1-7-55 0,2 3-60 16,-10 0-105-16,10 0-264 0,-5-4 117 0</inkml:trace>
  <inkml:trace contextRef="#ctx0" brushRef="#br0" timeOffset="134133.99">29411 8013 169 0,'0'0'250'0,"-8"-11"-12"16,3 7-13-16,4 0-20 0,-8-1-17 0,3 2-17 15,-3-3-18-15,4 1-10 0,-4-2-9 0,4 2-11 16,-9 4-11-16,4-2-9 0,2-1-9 0,-5 2-9 16,5 0-9-16,-2-1-9 0,-4 1-6 0,6 0-6 0,8 2-7 15,-18-3-10-15,10 3-2 0,8 0-4 16,-15 3-2-16,15-3-6 0,-10 0-2 0,10 0-2 15,-12 7-3-15,9-5-2 0,-4 4 3 0,7-6-3 0,-1 7-1 16,1 2-2-16,0-2 1 0,-4 0 1 0,8 2 2 16,-4 3 0-16,0 0 1 0,0-2-2 0,1 1 1 15,-1 4-3-15,7 3-1 0,-4-3 0 0,-3 1-1 16,5 2 0-16,-5 2-1 0,7 3-2 0,-6 2 0 16,-1-3 1-16,5 4-4 0,-3-5 0 0,-2 5 2 15,0-3-1-15,0 3 1 0,0-5-2 0,2 6 6 16,-2 1 6-16,5-5 8 0,-5-4 4 0,1 7-5 15,-1-5-2-15,2 5 8 0,1-7 0 0,-1 1-1 16,0-4 7-16,6 3-2 0,-3-2-2 0,-2 1 4 16,4 0 1-16,-1-7 5 0,-1 3-3 0,5-1 2 15,2 0 2-15,-4-4-4 0,5-2-2 0,2 5-3 16,0-1-6-16,3-4 5 0,2-2-4 0,3-1-8 16,1-1-12-16,4 1-28 0,0-1-50 0,-7-5-58 15,3 2-69-15,0-1-81 0,-4-4-278 0,8 2-601 16,-9-3 266-16</inkml:trace>
  <inkml:trace contextRef="#ctx0" brushRef="#br0" timeOffset="134618.31">29647 8299 25 0,'-5'-3'349'16,"5"3"-17"-16,0 0-16 0,0 0-24 0,-14-1-11 16,14 1-21-16,0 0-24 0,0 0-20 0,0 0-26 15,0 0-17-15,0 0-15 0,0 0-16 0,0 0-14 16,0 0-9-16,0 0-12 0,57 4-15 0,-33 0 6 16,8 0-25-16,-1-1-5 0,19 3-9 0,-4-2-1 15,11 4-9-15,1-2-5 0,4-3-4 0,-10 3-9 16,11-2-2-16,-2 1-1 0,-2 0-1 0,-1-1-5 15,2-3-3-15,0 1 3 0,-3 3-3 0,3-5 1 16,-4 1-6-16,-3 1-3 0,0-1-8 0,-3-1 11 0,3 0-7 16,-10 1 2-16,2-1 0 0,-11 0-2 15,14 0-2-15,-18-1 0 0,5 0 1 0,-4 1-1 16,-3 0 1-16,2 0-5 0,-8-2 1 0,6 4-2 16,-7-4 2-16,-4 4 3 0,6-4-3 0,-3 4 1 0,-3-2 0 15,1 0 2-15,-2-2-1 0,-2 4-2 0,-6-2-3 16,5-2 1-16,-1 1 1 0,-1 1 0 0,-11 0-6 15,15 0-3-15,-7-4-2 0,-8 4-2 0,10-1-3 16,-10 1 0-16,9-2-3 0,-9 2 0 0,0 0-7 16,13-1-1-16,-13 1-7 0,5-3-6 0,-5 3-15 15,0 0-5-15,0 0-17 0,0 0-22 0,0 0-26 16,0 0-31-16,3-6-34 0,-3 6-38 0,0 0-39 16,0 0-198-16,-6-10-502 0,6 10 222 0</inkml:trace>
  <inkml:trace contextRef="#ctx0" brushRef="#br0" timeOffset="135176.17">31230 7962 133 0,'-3'-3'265'0,"3"3"-30"16,0 0-21-16,0 0-24 0,0 0-21 0,28-3-12 15,-16 3-18-15,8 4-17 0,1-1-6 0,4-3-13 16,-3 5-8-16,-1-3-11 0,11 2-6 0,-3 0-7 16,-2 1-7-16,3-2-4 0,-7 0 12 0,-2-2-2 15,-1 4 1-15,-3-3-3 0,4-2-9 0,-4 4 3 16,-7-3 9-16,0-1-1 0,-2 3-2 0,0-1-7 15,-8-2-7-15,13 0 0 0,-13 0-8 0,0 0-3 16,0 0-4-16,17 0-2 0,-12 2-10 0,-3 2-4 16,-2-4 1-16,6 8-3 0,-2-5-6 0,1 5 2 15,-4 0-4-15,1 0 1 0,3-1-1 0,-4 5-5 16,4-1-2-16,-1 2 4 0,-3 2-3 0,3 1 0 16,1 3 0-16,-4-1-3 0,-2-1 1 0,2 6 0 0,-1 1-3 15,2-5 1-15,-2 7 3 0,0-2-1 16,2-5-2-16,-1 1 0 0,-1-1 3 0,2 3 2 15,-4 3 15-15,2-9 4 0,-1 11-1 0,1-1 1 16,0 1-6-16,1-8-1 0,-1 1 2 0,2-1-2 0,3 7-6 16,-3-6 3-16,4-3-3 0,-4 6-3 0,3-4 0 15,0-4 1-15,-2 2-1 0,-1-2 0 0,3-3 1 16,-4 0-4-16,1 3 3 0,0-5 8 0,1-2-12 16,-1 0 18-16,-2-3 9 0,0 1 0 0,0-6 8 15,0 9 3-15,0-9-3 0,-9 3-2 0,-2-3-29 16,11 0-35-16,-28-1-39 0,11-2-53 0,-6-1-69 15,-5-4-106-15,-17-3-283 0,-3 1-621 0,0-3 275 16</inkml:trace>
  <inkml:trace contextRef="#ctx0" brushRef="#br0" timeOffset="137175.94">32512 7371 7 0,'3'-6'278'0,"0"-1"-8"15,-3 0-2-15,0 7-10 0,2-12-10 0,-2 9-13 16,3-2-8-16,-3 5-17 0,0 0-10 0,0-8-25 0,0 8-21 16,2-6-22-16,-2 6-10 0,0 0-20 0,0 0-8 15,0 0-10-15,0 0-12 0,0 0-2 16,-18 21-7-16,14-15-9 0,-11 1-3 0,9 5-7 0,-9-1-10 16,0 1-3-16,2 2-3 0,-2-2-7 0,-2 1 2 15,2-4-10-15,-1 5-10 0,1-6-23 0,-2 7-20 16,4-6-22-16,-2 2-25 0,4 1-34 0,1 0-45 15,-3-3-42-15,6-3-46 0,-1 5-182 0,3-7-472 16,3 3 209-16</inkml:trace>
  <inkml:trace contextRef="#ctx0" brushRef="#br0" timeOffset="137411.84">32199 7454 42 0,'0'-6'272'16,"0"6"-8"-16,0 0-7 0,-4-7-8 0,4 7-7 0,0 0-11 16,0 0-15-16,0 0-14 0,0 0-19 0,0 0-19 15,0 0-17-15,0 0-12 0,0 0-15 0,0 0-9 16,0 0-14-16,0 0-9 0,37 13-8 0,-22-12-4 16,0 11 0-16,3-4-20 0,5-1-4 0,0 5-17 15,-5 0-12-15,1-1-12 0,9 1-33 0,-10 0-27 16,0-2-39-16,-3 2-49 0,2 1-36 0,-2-1-62 15,-1 2-220-15,-5-1-492 0,-3-2 218 0</inkml:trace>
  <inkml:trace contextRef="#ctx0" brushRef="#br0" timeOffset="138489.87">31623 7427 129 0,'-10'-2'254'0,"2"-1"-12"0,-1 2-17 0,9 1-11 16,-21-7-17-16,14 7-18 0,7 0-23 0,-23 3-16 15,11-1-12-15,4 1-12 0,0 0-10 0,8-3-11 16,-13 4-10-16,4 7-7 0,8-3-9 0,1-2-3 16,1 4-7-16,8 5-3 0,4-4-4 0,-2 1-4 15,4-4-7-15,2 4-1 0,11 0-6 0,-3 2-4 16,-5-5-3-16,-2-3-2 0,0-1-2 0,5-1-3 15,-6 0-5-15,-2-1 0 0,-4-1-3 0,1 1 2 16,1-6-6-16,-13 3-4 0,17-5-5 0,-12 0-2 16,-5-2-4-16,0 0 0 0,0-5-1 0,-7 3-1 0,-1-6 2 15,-2-3-3-15,-3 5-1 0,-11-4-3 0,8 0 0 16,-2 7 1-16,3-7 1 0,-5 2-3 0,3 3 8 16,2 2-2-16,1 0 1 0,-1-1-6 0,6-1-6 15,1 4-8-15,1 5-9 0,1-4-8 0,1 2-18 16,5 5-23-16,0-7-8 0,0 7-6 0,11-5-2 15,-11 5-8-15,15 4 9 0,-15-4 2 0,22-5 9 16,-12 3 9-16,0 2 4 0,1 0 4 0,3-1 12 16,-1 2 3-16,-5-1 2 0,4-1 8 0,-12 1 13 15,15 0 18-15,-15 0 14 0,8-3 17 0,-8 3 13 16,6-1 30-16,-6 1 11 0,9-5 18 0,-9 5 10 16,0 0 12-16,0 0 7 0,0 0-5 0,11-2 0 15,-11 2-5-15,0 0-11 0,0 0-9 0,0 0-9 0,0 0-9 16,0 0-6-16,0 0-12 0,0 0-6 15,4 11-4-15,-4-11-1 0,0 11-8 0,-2-3 1 16,2 4 0-16,2 0-4 0,-2 3-2 0,0 2-3 0,0 5-4 16,3-5 1-16,2 5-9 0,-5 5-17 0,3-7-17 15,-1 1-28-15,3-1-32 0,0-1-47 0,0-1-51 16,5 3-64-16,-5-6-135 0,8 1-413 0,-6 0 183 16</inkml:trace>
  <inkml:trace contextRef="#ctx0" brushRef="#br0" timeOffset="138817.96">32265 7339 149 0,'0'0'330'0,"-3"-3"-13"16,3 3-21-16,-10-7-20 0,10 7-28 0,-5-8-15 15,-4 4-19-15,3 3-22 0,6 1-22 0,-17 0-19 16,17 0-13-16,-15 5-14 0,10 3-17 0,-6-1-7 16,1 3-10-16,2 6-12 0,-1 0-4 0,4-1-8 15,4 6 2-15,1 6-16 0,0 0 1 0,6 0-6 16,-1 0-5-16,4 0 0 0,1 0-9 0,3 2-12 15,2-1-13-15,1 0-19 0,6-5-30 0,-2 1-48 16,3-1-51-16,2-4-55 0,1-2-73 0,-4-3-229 16,6-4-536-16,-10-1 238 0</inkml:trace>
  <inkml:trace contextRef="#ctx0" brushRef="#br0" timeOffset="139036.68">32843 7522 89 0,'6'5'226'0,"-6"1"-15"16,9-3-15-16,-5 3-19 0,0 1-13 0,2 0-19 16,-1 1-13-16,4 0-13 0,-4 4-10 0,-2-5-13 15,5 7-12-15,-3-1-4 0,3 4-5 0,-1 2-10 16,-7 1-9-16,0 5-41 0,0 2-39 0,0 1-46 15,-7-5-56-15,-1 8-178 0,-12-9-328 0,2 3 145 16</inkml:trace>
  <inkml:trace contextRef="#ctx0" brushRef="#br0" timeOffset="139739.73">32235 8241 9 0,'-3'-6'251'0,"-5"1"-3"0,3 2-20 0,5 3-15 0,-4-9-16 16,-2 4-20-16,-3 0-18 0,9 5-18 0,-5-5-14 15,5 5-13-15,-8-1-13 0,8 1-11 0,-13-2-11 16,13 2-9-16,-15 0-4 0,15 0-13 0,-20 2 0 16,17-1-7-16,-12 4-8 0,8 0-1 0,-4-3-7 15,4 3-2-15,-1 1 2 0,-2-2-8 0,2 1-2 16,1 5 2-16,-1-2-5 0,1 0-2 0,4-1 4 15,-2 2 17-15,3 2-2 0,1 0-2 0,-4 1 0 16,5 2 0-16,0-2 13 0,5 3 0 0,-5 3-3 16,3 1-2-16,3-2 1 0,1 3-1 0,3 5-5 0,0 2 4 15,5-1-11-15,-4 5 3 0,4-3 0 0,-3 1-5 16,-2 10-1-16,5-12-9 0,1 10 4 16,-2-5-6-16,-8-3 0 0,7 10 0 0,-4-11-5 0,-3-1 1 15,3 2 1-15,-8-1-6 0,-1 0 2 0,5 4-2 16,-5 1 3-16,-5-3-7 0,4-2 5 0,-4 1 16 15,1 1 1-15,-1 0 12 0,-3-2 1 0,6-1 0 16,1 8 0-16,-4-8 1 0,-3-1 1 0,6-1-3 16,-1 2-3-16,1 0-4 0,-3-8 1 0,2 6-2 15,3 3 0-15,0-7 5 0,-4 0-9 0,4-3 11 16,0 3 1-16,0-3-3 0,4 3-1 0,-4-1-3 16,0-4 0-16,3 3 15 0,-3 3-18 0,0-7 2 15,5 4-8-15,-3-2 5 0,-2 0 0 0,3 3 7 16,-1-5-7-16,-2 4 7 0,1-2-11 0,-1 1 8 15,8-8-11-15,-8 7 4 0,0-7-8 0,5 7 9 16,-3-8-8-16,5 0 7 0,-6 3 1 0,4-4 11 0,-1-1-23 16,1 2 9-16,3-2-5 0,0 1-2 0,2-1-9 15,2 0-29-15,6 0-38 0,2-4-42 0,0 0-49 16,-1-2-61-16,3-1-60 0,8-1-71 0,-9 1-235 16,9-8-629-16,2 1 280 0</inkml:trace>
  <inkml:trace contextRef="#ctx0" brushRef="#br0" timeOffset="140406.4">32821 8342 54 0,'-3'-11'310'0,"3"0"-11"15,0 2-14-15,3-1-17 0,-3 0-18 0,3 0-30 0,-1 1-18 16,8-1-19-16,3 2-21 0,0-1-17 0,-3 1-16 16,5 6-15-16,0-3-15 0,-2 4-15 15,4 1-5-15,5 5-7 0,-4-2-5 0,-2 2-9 0,6 3-9 16,-6-1-5-16,1 5-2 0,-2 2-8 0,1 2-4 0,-2 0-3 0,-3-1-2 0,4 9-1 15,-5-1-3-15,-2 1-5 0,4 6-5 16,-9-1 5-16,7 1 0 0,-3 9-2 0,-1 0-3 0,-2 0 1 16,-3 3-1-16,-1 3-2 0,0 2-1 0,4-7 0 15,-9 5 0-15,5 6-3 0,0-1 2 0,-4 0-2 16,8 0 1-16,-4-2 4 0,0-2-3 0,0 0-2 16,1 1-3-16,-1-6 4 0,4 2 3 0,-3-4-1 15,-1-7 2-15,4-3 3 0,1-1 12 0,-4 5 15 16,4-9 2-16,3 3-2 0,-1-2-5 0,-5-6-4 15,4-3 3-15,-6 0-2 0,7 1-1 0,-7-2 2 16,5 2-4-16,-3-9 3 0,3 3-6 0,-2 1 1 0,-3-3-1 16,0-3 9-16,0 0 22 0,0 0 13 15,0-6 7-15,-8 12 5 0,3-8-10 0,-4-1-7 16,-6 1-4-16,-4-3-7 0,-1 2-16 0,-12-3-32 0,-1-3-36 16,2 2-41-16,-14-6-56 0,-5 3-44 0,-1 0-58 15,1-8-63-15,-1 1-85 0,3-2-192 0,-8-1-617 16,5-6 274-16</inkml:trace>
  <inkml:trace contextRef="#ctx0" brushRef="#br0" timeOffset="141156.31">29883 7870 221 0,'-10'-3'316'15,"10"3"-11"-15,-6-2-15 0,6 2-10 0,-10-2-14 0,10 2-9 16,0 0-8-16,-5-5-23 0,5 5-8 0,0 0-29 15,0 0-2-15,0 0-32 0,0 0-14 0,0 0-15 16,0 0-13-16,44 5-15 0,-9-5-2 0,17 3-14 16,-1 1-8-16,10 0-2 0,-1-3-13 0,4 4-5 15,14 0-1-15,-17-1-12 0,0 0-6 0,-1 0-10 16,-10 1-17-16,9-2-23 0,-6 0-8 0,-5 6-22 16,-3-7-23-16,1-1-25 0,-14-1-29 0,-2 1-26 15,-4-1-32-15,-3 5-36 0,-1-3-37 0,-7-4-42 16,-1 2-168-16,-2 0-503 0,-4-5 223 0</inkml:trace>
  <inkml:trace contextRef="#ctx0" brushRef="#br0" timeOffset="141484.41">30674 7734 213 0,'-6'-3'342'0,"-3"-2"-13"16,9 5-17-16,-11-3-25 0,11 3-18 0,0 0-22 15,-13 0-25-15,13 0-19 0,0 0-28 0,0 0-9 16,0 0-17-16,-9 7-1 0,9-7-4 0,15 10 3 16,-2-3-7-16,4 4-7 0,5 1-16 0,6 0-9 15,3 3-6-15,-1-1-23 0,6 5 5 0,-3-4-15 16,7 5-2-16,-10-5 8 0,-4 2-24 0,1 0-3 15,-1 1-8-15,-2-2-2 0,-5-1-6 0,-2 2-4 16,-2-2-11-16,0 3 10 0,-4-3-35 0,-4 1-1 16,1 3-32-16,-4-3-13 0,-4 7-10 0,-4-4-23 15,1 5-24-15,-9 4-23 0,1-1-31 0,-6 2-42 16,-1-2-55-16,3 0-73 0,0 1-188 0,2 3-564 0,1-1 250 16</inkml:trace>
  <inkml:trace contextRef="#ctx0" brushRef="#br0" timeOffset="142187.46">32872 8493 118 0,'0'-8'346'0,"5"-2"-9"15,-5 5-15-15,0-2-15 0,0 7-22 0,4-9-27 16,-4 9-27-16,5-7-22 0,-5 7-26 0,0 0-24 16,0 0-14-16,0 0-15 0,0 0-12 0,-12 28-18 15,7-13-7-15,-2 4-9 0,3 11-8 0,-5-1 7 16,3 15-17-16,-1-7-1 0,-3 5-9 0,10 0 2 15,0-12-8-15,2 10 1 0,6 4 3 0,-1-3-6 0,4-1 5 16,-3-1-2-16,2 2-2 0,-1-2-6 0,2-11-4 16,4 11 0-16,-7-9-2 0,-1-1-10 15,10-2-3-15,-6-1 0 0,-3 3-1 0,2-5-4 0,-5-8-4 16,4 4-2-16,-3-3 4 0,1-1-3 0,-5-4 2 16,4 4-6-16,-6-6 3 0,0 0-5 0,0-1-27 15,0 0-6-15,-1-1-14 0,1 2-13 0,-5-4-21 16,-4-2-18-16,9 4-15 0,-1 1-21 0,-4-6-23 15,5 3-26-15,0-6-26 0,-9 8-33 0,9-8-12 16,0 5-10-16,0-5-205 0,0 0-499 0,0 0 221 16</inkml:trace>
  <inkml:trace contextRef="#ctx0" brushRef="#br0" timeOffset="142438.87">33093 9300 166 0,'0'0'208'0,"1"-5"-5"0,-1 5 8 0,0 0 0 0,-1-7-16 16,1 7-21-16,0 0-20 0,0 0-14 0,0 0-19 15,-2-6-13-15,2 6-12 0,0 0-10 0,0 0-8 16,0 0-6-16,0 0-7 0,-12 16-7 0,9-9-7 16,-4 2-4-16,2-2-2 0,-1 2-9 0,-1 2-1 0,-1-3-3 15,0 2-12-15,-4 0-17 0,5-1-23 16,-3 1-24-16,1 1-23 0,-1-3-21 0,3-1-33 15,-5-1-22-15,9 0-39 0,-8 0-143 0,2-3-353 0,9-3 156 16</inkml:trace>
  <inkml:trace contextRef="#ctx0" brushRef="#br0" timeOffset="142642">32826 9324 122 0,'-5'-3'201'0,"-3"-3"-3"0,5 1 28 15,3 5 4-15,-12-5-11 0,12 5-17 0,-3-5-24 16,3 5-16-16,0 0-21 0,0 0-10 0,-7-3-18 16,7 3-11-16,0 0-10 0,0 0-8 0,0 0-9 15,0 0-6-15,18 18-10 0,-11-15-9 0,6 6-20 16,4 0-17-16,-1-1-37 0,2-1-28 0,-3-1-36 0,8 1-38 16,-8-2-39-16,0-2-47 0,-2-2-127 15,1 2-367-15,-4-1 164 0</inkml:trace>
  <inkml:trace contextRef="#ctx0" brushRef="#br0" timeOffset="143001.34">32315 8516 254 0,'5'-4'309'0,"-5"4"-22"0,6-10-18 0,-4 5-9 15,-2 5-17-15,8-4-26 0,-8 4-25 0,8-4-19 16,-4 0-14-16,-4 4-14 0,13-5-18 0,-13 5-14 16,15 0-17-16,-7 0-6 0,0 1-10 0,7 5-11 15,-1-3-29-15,-1 1-30 0,3-2-31 0,-2 3-28 16,-1-2-33-16,7 1-36 0,-5 2-35 0,-2-3-46 16,2 3-46-16,-2 0-133 0,-1 0-409 0,-1 0 181 15</inkml:trace>
  <inkml:trace contextRef="#ctx0" brushRef="#br0" timeOffset="143266.93">32427 8925 73 0,'0'0'309'0,"0"0"-7"15,0 0-15-15,0 0-6 0,0 0-18 0,0 0-6 16,0 0-30-16,0 0-26 0,0 0-17 0,0 0-20 16,0 0-17-16,0 0-14 0,27-10-15 0,-27 10-14 15,11 0-8-15,-11 0-10 0,12 0-12 0,-1 1-28 16,-2 6-36-16,1-5-35 0,1 1-35 0,-4 2-37 16,3 0-51-16,3 3-39 0,-8-2-37 0,7-3-214 15,-1 3-473-15,-3 0 211 0</inkml:trace>
  <inkml:trace contextRef="#ctx0" brushRef="#br0" timeOffset="143516.9">32459 9391 154 0,'0'0'273'0,"0"0"6"0,0 0-17 16,0 0-10-16,0 0-16 0,0 0-12 0,6 7-18 15,-6-7-23-15,17 0-15 0,-11 1-19 0,9-1-8 16,-3 0-24-16,6 6-4 0,-1-4-21 0,3-2-37 16,-1 1-51-16,6-1-59 0,-5 5-59 0,2-7-72 15,-1 4-240-15,-3-4-461 0,1 2 205 0</inkml:trace>
  <inkml:trace contextRef="#ctx0" brushRef="#br0" timeOffset="167057.81">26028 2132 216 0,'0'0'254'0,"0"0"-15"0,0 0-21 0,0 0-25 0,17-20-15 15,-2 18-8-15,0 2-3 0,1-4-11 0,4 4 1 16,2 0-9-16,-1 0-3 0,1 3-16 0,-6-2-8 16,6 1-14-16,-4-2-9 0,-3 1-10 0,-2 6-8 15,-5-3-5-15,1 2-12 0,-3 0-9 0,-1-3-2 16,3 3-4-16,-6 1-5 0,-2 4-3 0,0-2-8 15,-2-2 19-15,-6 5 4 0,-3-1 0 0,2 4-2 0,-6-3 6 16,1 3-6-16,-8 1 7 0,7-2-11 0,-1 1-5 16,-4 0 10-16,2 3-4 0,3-3 4 15,1-6-5-15,4-2 3 0,1 2-12 0,2 1 2 16,2-6-3-16,-3 0 3 0,4 1 23 0,4-5 20 0,-5 3 21 16,5-3 1-16,0 0-3 0,20 4-12 0,0-5-10 31,10 2-11-31,5-2-6 0,11 1-7 0,2-4-8 0,2-3-31 15,-2 7-53-15,-2-3-69 0,4 5-66 0,-9-1-70 16,-8-1-94-16,-3 0-367 0,1 5-758 0,-2-2 336 0</inkml:trace>
  <inkml:trace contextRef="#ctx0" brushRef="#br0" timeOffset="175186.28">4172 6472 131 0,'0'0'211'0,"-7"-3"-7"0,7 3-7 0,-6-2-1 0,6 2-16 16,0 0-8-16,0 0-13 0,0 0-15 0,-7-5-12 16,7 5-14-16,0 0-13 0,0 0-9 15,0 0-12-15,0 0-7 0,0 0-5 0,-8-3-11 16,8 3-8-16,0 0-5 0,0 0-5 0,0 0-5 0,0 0-5 16,0 0 0-16,0 0-6 0,0 0 0 0,0 0-1 15,0 0-5-15,0 0-1 0,31 6-4 0,-17-4 2 16,-4-2-1-16,4 0 0 0,5 0-6 15,-3-2 0-15,-1 4-2 0,5-2 1 0,-3 0 0 0,2 1-3 16,-4-2-3-16,2 2 1 0,-1 0 0 0,1-1 2 16,-4 0-2-16,0 3 1 0,1-3-4 0,-6 2 2 15,-8-2-1-15,17 0-1 0,-6 0-1 0,-11 0 3 16,8 0-1-16,-8 0 1 0,9 2-2 0,-9-2 2 16,0 0 4-16,0 0 3 0,0 0 3 0,0 0 0 15,0 0 0-15,0 0-3 0,0 0-1 0,0 0-3 16,0 0-1-16,0 0-1 0,-38-4 4 0,24 4-6 15,-1 2 0-15,2-2 1 0,-2 0-3 0,7 0 0 16,-7 2 1-16,0-1-1 0,0-1 0 0,5 3 8 16,-3-3-9-16,13 0-3 0,-16 0 3 0,16 0 0 15,-12 0-2-15,12 0 0 0,-8 3-2 0,8-3 0 16,0 0-2-16,0 0-4 0,-15 1-2 0,15-1-2 16,0 0-2-16,0 0 3 0,0 0 1 0,0 0 0 15,0 0 4-15,0 0-1 0,0 0 0 0,36-4 2 0,-36 4-5 16,23-3 0-16,-14 3 3 0,4-1-6 15,0 1-2-15,-1-4 3 0,1 4-3 0,-5 0 0 16,6-3-3-16,-6 3 5 0,-8 0-5 0,21 3-2 16,-21-3-1-16,14 0 2 0,-14 0-2 0,0 0 3 0,10 0 1 15,-10 0 0-15,0 0 2 0,0 0 6 0,11 2 2 16,-11-2 0-16,0 0 3 0,0 0-3 16,0 0 3-16,0 0-1 0,-35 3 7 0,22 0-5 15,-3-2-3-15,1 1 4 0,-7-1 0 0,1 3 0 0,4-3 6 16,-1 2-15-16,0-3-24 0,1 2-31 0,-1-1-40 15,8-1-30-15,-3-1-47 0,13 1-137 0,-10 0-347 16,10 0 154-16</inkml:trace>
  <inkml:trace contextRef="#ctx0" brushRef="#br0" timeOffset="180166.6">11986 5237 9 0,'0'0'286'16,"5"-9"-4"-16,-5 3-9 0,0-1-6 0,0 7-10 15,2-9-10-15,-2 5-11 0,0 4-11 0,0 0-18 16,-7-9-17-16,7 9-19 0,0 0-20 0,0 0-13 15,-2-6-20-15,2 6-13 0,0 0-9 0,0 0-9 16,0 0-13-16,0 0-11 0,0 0-5 0,0 0-9 16,0 0-4-16,0 0-8 0,0 0-2 0,0 0 1 15,0 26-4-15,0-21-2 0,0 5-8 0,0-3 0 16,0 5-2-16,0 1-3 0,2 3 3 0,3 0-8 16,-5 0 1-16,2 1-1 0,-2 1-4 0,1 1 0 0,6-1-2 15,-4 1-12-15,1-3 15 0,1 4-16 16,0-2 0-16,1-2 1 0,1 2-1 0,-2-3 0 15,5 0-7-15,-5 0 6 0,3-3-5 0,-1-1 0 16,1-3-3-16,-2 0 4 0,-1-1 1 0,0 1 0 0,2-2 4 16,0-1 0-16,-2-1 0 0,-5-4 0 0,8 1 3 15,-8-1-2-15,0 0 8 0,21-10-4 0,-14 4-1 16,1-2 1-16,1 0-1 0,-1-4 4 0,0-2-1 16,-5 2 5-16,6 0 1 0,-3-3 11 0,3 3-8 15,-4 1 5-15,-4 2 2 0,1 2 1 0,4-4 0 16,1 6-2-16,-7-4-1 0,3 1 2 0,4 3-2 15,-5 1-1-15,1-4-3 0,-3 8-5 0,0 0-5 16,2-2-1-16,-2 2-3 0,0 0-3 0,0 0 1 16,0 0-1-16,15 10 10 0,-9-6-9 0,1 3 5 15,-2 0-3-15,5 2-1 0,-5-5 3 0,1 7 5 16,3-4-8-16,0 1-1 0,0 0 1 0,4-3 2 16,-3 3-3-16,-3-2 5 0,7-2-1 0,-4 1 2 15,0-1 0-15,2-2-1 0,1-1 2 0,-8-1 2 16,-5 0 0-16,23-3 1 0,-14 2-4 0,-1-3-2 15,-2-3 6-15,-1 2-1 0,5-3 4 0,-5-1 2 16,2-1 1-16,-4-1 3 0,2-2-1 0,-5-1 6 0,8-1 7 16,-6 0-1-16,-2 5-4 0,0-7 5 0,0 4-3 15,-2-4-2-15,-6 7-4 0,8-1 5 0,-5-2-7 16,4 2-3-16,-8 2-9 0,9 0 6 0,-5 1-11 16,4 3-11-16,-8-2-24 0,9 0-18 0,-5 2-19 15,5 5-38-15,-6-4-28 0,6 4-42 0,-4-4-19 16,4 4-28-16,0 0-28 0,0 0-28 0,0 0-149 15,0 0-471-15,0 0 210 0</inkml:trace>
  <inkml:trace contextRef="#ctx0" brushRef="#br0" timeOffset="180698.12">12767 5562 247 0,'0'0'276'0,"0"0"-11"0,0 0-14 0,0 0-18 15,0 0-19-15,0 0-23 0,0 0-21 0,0 0-18 16,0 0-15-16,0 0-18 0,0 0-11 0,0 6-8 15,0-6-9-15,0 7-13 0,0-7-6 0,0 11-8 16,0-4-7-16,5 4-8 0,-5-3-4 0,0 2-2 16,0-1-4-16,0 4-4 0,2-3-6 0,5 3-2 15,-6 1-2-15,6-2 3 0,-7 1-6 0,6-1-2 16,-6 3-3-16,7-6 3 0,-2 3-7 0,-2-2 1 0,4 1 0 16,-2-2-2-16,-3 2-1 0,6-3 4 15,-8 3-6-15,5-3 7 0,-4-4-7 0,6 2 1 16,-5 0-3-16,-2 0 1 0,5-1 5 0,-5-5-4 15,0 0-1-15,1 7-2 0,-1-7-2 0,0 0-17 0,0 0-17 16,2 4-23-16,-2-4-43 0,0 0-65 0,0 0-76 16,0 0-232-16,0 0-508 0,0 0 225 15</inkml:trace>
  <inkml:trace contextRef="#ctx0" brushRef="#br0" timeOffset="185685.73">13231 5480 67 0,'0'0'271'16,"0"0"-14"-16,0 0-16 0,0 0-17 0,-2-10-18 0,2 10-23 15,0 0-19-15,0 0-17 0,8-1-13 0,-8 1-14 16,19 0-11-16,-6-1-11 0,5-1-8 0,-3 4-11 16,5-2-9-16,0 0-2 0,1 1-10 0,-1-1-3 15,3 1-7-15,5 2-5 0,-5-3-5 0,-1 0-4 16,1 0-2-16,-1 0-6 0,-2 0-3 0,-4-3 0 16,1 6-4-16,-4-3 2 0,0 0-5 0,-5 0 0 15,2 0-4-15,-10 0-11 0,19 0-13 0,-16 2-19 16,-3-2-22-16,0 0-34 0,13-2-36 0,-13 2-44 15,0 0-46-15,0-5-172 0,0 5-417 0,0 0 186 16</inkml:trace>
  <inkml:trace contextRef="#ctx0" brushRef="#br0" timeOffset="185998.2">13378 5325 143 0,'0'0'234'0,"0"0"-7"0,2-7-8 0,-2 7-10 16,0 0-11-16,0 0-14 0,0 0-14 0,0 0-20 0,0 0-10 16,0 0-18-16,0 0-15 0,0 0-15 0,0 0-5 15,0 0-8-15,0 0-9 0,0 0-10 0,0 0 0 16,3 17-10-16,-1-9-5 0,3 1-5 0,-4 0-4 15,8 2-1-15,-9-1-5 0,0 7-2 0,6-4-2 16,2 3-7-16,-1 2 4 0,-2-2-6 0,-2 3-1 16,2-4-1-16,5 3-3 0,-8-1-1 0,1-4 2 15,5 2-6-15,-6 3 3 0,-2-6 1 0,5 3-20 16,-3 1-17-16,-2-4-15 0,6 0-29 0,-6-2-48 16,0-5-45-16,0 7-46 0,0-4-185 0,0-5-425 15,-6 6 188-15</inkml:trace>
  <inkml:trace contextRef="#ctx0" brushRef="#br0" timeOffset="186779.37">13921 5260 202 0,'0'0'285'0,"0"-5"-12"16,0 5-13-16,0 0-16 0,3-6-22 0,-3 6-20 15,0 0-21-15,0-7-22 0,0 7-18 0,0 0-11 16,0 0-17-16,0 0-14 0,0 0-9 0,0 0-8 16,0 0-6-16,-3 20-12 0,6-13-3 0,-4 1-11 15,2 4-3-15,-1-3-3 0,5 3-8 0,-5 0 0 16,4 1-3-16,-8-2-7 0,11 7 1 0,-6-2-2 0,4 3-1 15,-1-4-1-15,-3 4-7 0,4-2 3 0,0-4-4 16,0 4-1-16,4-3 0 0,-4 0-2 16,4 1-1-16,-5-6-7 0,1 2 0 0,5-3 4 15,-5 3-7-15,6-5-1 0,-2 0 3 0,0-3 2 0,-2 2-2 16,3-5 0-16,2 0-3 0,-12 0 14 0,18-5-1 16,-7 2 2-16,-1-3 1 0,-3-3-3 0,1 0 7 15,-1-5 2-15,1 5 16 0,-3-4 12 0,5-4 2 16,-5 5 7-16,3-4 17 0,-6 7-4 0,3-1 17 15,-3-1-13-15,4-1-6 0,-6 1-2 0,0 4-14 16,2 2 13-16,3 0-23 0,-5-3 6 0,0-1-22 16,0 9-8-16,6-3-31 0,-6 3-3 0,0 0-4 15,0 0 3-15,0 0 0 0,10 17 2 0,-3-9-2 16,1 2-1-16,-3 0-4 0,2-1-1 0,1 0-2 16,0 4 0-16,7-2 9 0,-8-4-4 0,1 1 4 15,4 0 0-15,-1-1-2 0,1-1 5 0,-4-3-2 16,5 1 4-16,-3 1 4 0,-1-3-1 0,4-2 1 15,-13 0 19-15,18-7-18 0,-8 3 3 0,-2-4-1 16,2 1 2-16,-2-6 0 0,-1 2 3 0,-2-2-1 16,3-5 9-16,-3-1 1 0,-3 2 2 0,6-2-1 15,-6 0 2-15,3-8-2 0,-5 7 1 0,8-5-4 16,-8 5-2-16,2 1 3 0,3 2 12 0,-5 2-18 0,0-2 3 16,-5 3-18-16,3 1-18 0,2 3-29 0,0 3-39 15,-5-2-46-15,2 3-45 0,3 6-39 16,-7 0-42-16,7 0-273 0,0 0-584 0,-15 10 259 0</inkml:trace>
  <inkml:trace contextRef="#ctx0" brushRef="#br0" timeOffset="187185.57">14681 5524 160 0,'0'0'173'0,"6"7"-9"0,-1-3-13 0,0 0-17 16,-1 1-11-16,2-1-14 0,-1 3-12 0,0-3-7 15,-2 2-10-15,2 0-9 0,-5-6-10 0,7 11-2 16,0-4-9-16,-6 1-4 0,3-1-3 0,-4 1-1 16,0 0 28-16,-4 0 11 0,-1 1 10 0,2 0 7 0,0-1 0 15,-9-3-1-15,7 4 5 0,0-2-3 16,-1-1 1-16,-1-4-7 0,-1 6-7 0,4-4 2 16,1 1-10-16,3-5-7 0,-8 6 0 0,8-6 0 15,0 0-4-15,-4 3 2 0,4-3 0 0,0 0-11 0,0 0-6 16,0 0-3-16,25 1-1 0,-10-2-23 0,3-2-25 15,2 0-27-15,0-2-40 0,3 1-44 16,2-7-48-16,5 4-57 0,-2-2-268 0,-6-6-525 0,9 2 232 16</inkml:trace>
  <inkml:trace contextRef="#ctx0" brushRef="#br0" timeOffset="187576.16">15065 5247 93 0,'0'0'279'0,"0"0"-21"0,0 0-14 0,0 0-21 16,0 0-22-16,0 0-21 0,0 0-20 0,-12 0-20 16,12 0-15-16,0 0-11 0,-7 6-11 0,7-6-13 15,-5 9-7-15,5-9-11 0,-3 7-5 0,0 1-4 16,0-1-9-16,-4 4-5 0,-1 1-3 0,-1-3-7 0,6 0-2 16,-5 3-3-16,0 3-3 0,-1-5-1 0,1 4-4 15,-4-3-2-15,4 5-2 0,-2-5-3 16,4 1-10-16,-6-3-16 0,9-2-22 0,-6 5-14 0,4-4-31 15,-1-1-26-15,-2-1-30 0,8 0-38 0,-5 0-26 16,5-6-168-16,-4 6-392 0,4-6 173 0</inkml:trace>
  <inkml:trace contextRef="#ctx0" brushRef="#br0" timeOffset="187794.87">14886 5274 70 0,'0'0'245'0,"-2"-10"-14"0,2 10-20 16,0 0-17-16,0 0-14 0,0 0-22 0,0 0-11 15,0 0-18-15,0 0-11 0,0 0-11 0,0 0-10 16,0 0-4-16,17 16-7 0,-9-9-8 0,-1 1-9 16,4 0-7-16,-1-3-5 0,5 6-5 0,-2 0-5 15,-3 1-4-15,5-2-3 0,0 0-6 0,-2 5-7 16,1-5-26-16,-6 3-29 0,2 1-31 0,-5-4-34 15,5-6-40-15,-5 7-47 0,3-4-168 0,-6 0-376 16,1 0 167-16</inkml:trace>
  <inkml:trace contextRef="#ctx0" brushRef="#br0" timeOffset="188122.98">14793 5400 148 0,'0'0'275'0,"0"0"-15"15,0 0-26-15,0 0-19 0,0 0-24 0,0 0-17 16,0 0-19-16,0 0-16 0,0 0-12 0,40 3-14 16,-30 0-15-16,3-3-7 0,4 3-6 0,-4 2-9 15,2-5-8-15,0 5-11 0,11 2-11 0,-9-5-30 16,-1 3-50-16,2-3-48 0,2 2-64 0,-1-2-62 16,-3-1-142-16,1-4-379 0,1 3 167 0</inkml:trace>
  <inkml:trace contextRef="#ctx0" brushRef="#br0" timeOffset="188716.66">15311 5281 84 0,'0'0'173'0,"0"0"-8"16,0 0-16-16,-15 0-7 0,15 0-3 0,-10 6-10 15,10-6-8-15,-10 4-10 0,4 1-10 0,-2 0-5 16,1 1-7-16,-1-3-9 0,8 3-5 0,-7 1-6 16,-3 0-7-16,5 0-6 0,4 1-5 0,-6-1 0 15,7 3-4-15,0-2 6 0,0 4 6 0,0-5-5 16,0 3-3-16,7 0-1 0,-1-3-3 0,-6 5-4 15,10-1-5-15,-3 0-3 0,8-3 3 0,-2 0-6 16,-5-4 0-16,12 3-7 0,-5 1 1 0,-2 0-5 16,2-5-3-16,0-2-1 0,1 2-1 0,1-3 1 0,-2-4-1 15,3 2-4-15,-1-2-2 0,-6 3 1 16,2-3-3-16,-8-4 7 0,10 1-7 0,-5 0 0 16,-5-2 3-16,4-3-1 0,-5 5 1 0,0-12 2 15,-4 12-2-15,0-10 1 0,6 4 2 0,-6-2 11 0,0 1 5 16,-6-2-3-16,-1 1 1 0,-3 0-6 0,5 2-2 15,-3 2-3-15,3 0-3 0,-5 4-2 16,3 0-4-16,-4 1-7 0,-2-2-19 0,4 5-24 0,-4 2-28 16,-2-1-47-16,2 2-56 0,5 3-70 0,-9 1-153 15,6 1-428-15,4-2 189 0</inkml:trace>
  <inkml:trace contextRef="#ctx0" brushRef="#br0" timeOffset="193981.72">16192 5454 47 0,'0'0'312'0,"0"0"1"0,0 0-20 15,0 0-13-15,0 0-7 0,0 0-1 0,0-4-26 16,0 4-10-16,0 0-16 0,0 0-9 0,0 0-7 15,0 0-17-15,0 0-16 0,0 0-10 0,0 0-1 16,0 0-25-16,0 0-9 0,0 0-15 0,0 0-15 16,0 0-11-16,0 0 0 0,0 0-12 0,0 0-9 15,0 0-8-15,0 0-4 0,0 0 0 0,0 0-6 16,0 0-3-16,0 0-5 0,0 0 1 0,26 4-4 16,-11-3-1-16,-2 2-1 0,11-1 9 0,5 0-19 0,6 2-1 15,-3-2-5-15,12-2 0 0,-9 0-1 16,-2 1-5-16,12-1 4 0,-10 1 11 0,-4-1-15 15,4 3-1-15,-5-1 5 0,1 0-15 0,-8 1-2 0,-5-3-13 16,4 1-1-16,-6-1-17 0,-4 1-5 0,1 2-13 16,-1-3-19-16,-5 2-23 0,-7-2-19 0,14 2-22 15,-14-2-23-15,0 0-40 0,10 0-45 0,-10 0-51 16,0 0-301-16,0 0-643 0,0 0 285 0</inkml:trace>
  <inkml:trace contextRef="#ctx0" brushRef="#br0" timeOffset="194669.15">17130 5250 270 0,'10'-5'259'15,"-5"1"-7"-15,5 0-17 0,-3 0-18 0,1 1-23 16,4 2-19-16,-2-2-12 0,1 0-22 0,1 2-7 15,-1 1-20-15,6 0-7 0,4-2-16 0,-6 5-8 16,2 2-10-16,3-3-7 0,0 6-5 0,-4 1-7 0,-1-1-4 16,0 1-5-16,1 3-3 0,-1-1-8 0,-3 0-4 15,-4 2-3-15,5 2-4 0,-4 2-4 16,-3-2 1-16,-1 4-4 0,-3-4 0 0,1 5-1 0,-3 1-5 16,-5-3 6-16,0-1-8 0,-5 2 4 0,-1-2-3 15,-2 3-2-15,-1-3 5 0,-1-2 0 0,-3 4 14 16,3-5 14-16,-6 2 0 0,6-1 5 15,0-4-4-15,-3 2 5 0,8-5 10 0,-5-1-4 0,2 2-3 16,6-2 0-16,-1-1-1 0,5-4 0 0,-2 8 7 16,-4-8 15-16,9-2 13 0,-6 7 14 0,6-7 8 15,-5 4 3-15,5-4-4 0,0 0 0 0,0 0-2 16,0 0-6-16,0 0-8 0,21 3-8 0,-1-4-12 16,3 1-7-16,-1-2-1 0,8 2-10 0,-1-4-5 15,3-3-12-15,-1 5-18 0,-3-5-43 0,1 3-48 16,0 1-45-16,1-3-41 0,-8 0-52 0,-4-2-62 15,5 3-67-15,-6-2-300 0,-3-3-696 0,1 1 307 16</inkml:trace>
  <inkml:trace contextRef="#ctx0" brushRef="#br0" timeOffset="195215.97">17786 4721 170 0,'0'0'242'0,"0"0"-23"0,0 0-25 16,0 0-15-16,0 0-20 0,0 0-16 0,0 0 1 15,16 19 3-15,-4-9-12 0,3 4 6 0,0-1 2 16,6 11-1-16,2-1-10 0,10 10-15 0,2-1-10 16,-5-1-8-16,-2 3-5 0,9 0 6 0,-14 0 0 15,6 0-10-15,0 1-12 0,-3-1-8 0,1 5 0 16,-6-2-8-16,2 3-8 0,-8-1-12 0,3-1 0 16,-3 2-4-16,-5 5-5 0,-2-2-2 0,-3 0-6 15,-5 0 2-15,-3 2 0 0,1-2-4 0,-7-4 4 16,-8 8-7-16,-1-5 2 0,-2-2-3 0,-8 2-4 15,-2-1 1-15,-5 1 2 0,-4-5-4 0,-1 2-3 16,-5-7-12-16,2-2-13 0,-2 0-22 0,2-3-27 16,-3 0-37-16,3-7-49 0,-2-7-58 0,9-1-82 15,-7-2-198-15,-2-7-529 0,9-3 234 0</inkml:trace>
  <inkml:trace contextRef="#ctx0" brushRef="#br0" timeOffset="196153.37">11662 4797 255 0,'-5'-8'301'0,"3"-6"-10"0,2 6-7 16,0 2-7-16,-5 0-8 0,2-1-17 0,3 1-13 0,-2-1-12 16,2 7-24-16,-3-7-18 0,3 7-6 0,-2-6-39 15,2 6-17-15,0 0-9 0,0 0-16 16,-23 12-9-16,18-3-10 0,-7 5-6 0,-2 2-4 0,-3 7-10 16,-1 4-3-16,-4 8-6 0,-3 7 0 0,6 2-6 15,-10 0 4-15,6-4-1 0,0 6-8 0,3 2 5 16,-1 2-5-16,6 0 3 0,0 2-2 0,5-4-4 15,-2 0-4-15,4-3-4 0,8 2 0 0,0-5-7 16,7 1 0-16,6-5 3 0,2-1-9 0,1-1 7 16,14 0-9-16,3-8 14 0,5 2-3 0,4-6-10 15,4-1 3-15,4 0 4 0,6-4-7 0,0-7 0 16,6 3 1-16,-3-6-2 0,-3 3-26 0,2-6-30 16,-3-5-36-16,-5 6-29 0,3-6-31 0,-10 3-53 0,-12-1-58 15,-1-8-74-15,-10 2-269 0,5-2-643 16,-7 2 285-16</inkml:trace>
  <inkml:trace contextRef="#ctx0" brushRef="#br0" timeOffset="196981.4">19111 5301 72 0,'0'0'347'16,"0"0"-17"-16,0 0-17 0,0 0-2 0,2-9-15 16,-2 9-13-16,0 0-16 0,0 0-6 0,0 0-24 15,0 0-17-15,0 0-14 0,0 0-16 0,0 0-18 16,0 0-23-16,0 0-9 0,0 0-12 0,0 0-13 15,0 0-9-15,5-5-11 0,-5 5-14 0,15-3-4 16,-15 3-7-16,20 3-12 0,-4-3-13 0,6 0-19 0,-1 0-28 16,-1 0-22-16,8 0-32 0,-8 2-24 15,3-2-29-15,1 2-31 0,-4-1-35 0,3 2-42 16,-7 0-39-16,4 0-45 0,-2-1-239 0,-1-1-584 0,-7 2 259 16</inkml:trace>
  <inkml:trace contextRef="#ctx0" brushRef="#br0" timeOffset="197184.51">19164 5494 67 0,'-6'3'231'0,"6"-3"3"16,0 0-6-16,0 0-9 0,20 5-18 0,-12-5-17 15,5 0-17-15,4 2-18 0,3-4-15 0,1 2-10 16,2 0-15-16,2 0-12 0,2 2-11 0,-4-2-13 15,-2 1-25-15,2 2-52 0,-1-3-61 0,0 1-61 16,-1-1-84-16,-4 0-115 0,2-1-351 0,-2 1 156 16</inkml:trace>
  <inkml:trace contextRef="#ctx0" brushRef="#br0" timeOffset="197871.93">19871 5188 281 0,'0'0'309'0,"0"-5"-20"15,0 5-22-15,0 0-30 0,0 0-23 0,-6-8-23 16,6 8-20-16,0 0-22 0,0 0-16 0,0 0-12 16,0 0-14-16,0 0-8 0,0 0-16 0,6 26-6 15,-2-16-4-15,-1 1-8 0,8 0-6 0,-7 6-5 16,4-3-7-16,-1 2 0 0,1 0-8 0,-1 2-4 16,1 2-4-16,-2-2 0 0,-1-5-5 0,5 7-5 15,-6-2 3-15,4-5-5 0,-1 6-4 0,-6-3 1 0,6-7-3 16,-4 1-1-16,0 2-8 0,-1-1-6 15,0-4 4-15,4 2-6 0,-6-2 1 0,5-2-4 16,-1 3 4-16,-4-8-1 0,0 7 2 0,0 0 0 0,0-7 4 16,0 0 5-16,6 5-3 0,-6-5-1 0,0 0 1 15,0 0-1-15,10-12 2 0,-7 7-3 0,6-3 1 16,-3-1-4-16,-2-1 2 0,7-4 10 0,-2 4-5 16,-3-7-2-16,9 5 3 0,-7 0 2 0,1-1 8 15,-3 1 18-15,3 2 1 0,-5 2 7 0,5-3 10 16,-4 6-8-16,-4-3-3 0,8 1-6 0,-4 3-6 15,-5 4-1-15,1-9-3 0,1 7-11 0,-2 2-2 16,0 0-3-16,0 0 3 0,21 3-3 0,-14 2-1 16,-4-1-2-16,7 4-3 0,-3 1-3 0,3 1 2 15,3 4-4-15,0-3 1 0,2 1-2 0,-2-2 1 16,4 4-3-16,0-4-1 0,-3-1 2 0,6-1 0 16,-1 0 1-16,-5 0 0 0,-2-5 11 0,0-2-7 15,2 4-5-15,0-3 8 0,-1-4-5 0,-5-3 0 0,1 4 5 16,-3-5 1-16,2-2-3 0,-8 1 4 15,7-2 4-15,-7-6-1 0,0-1-5 0,-7-3 2 16,2 6 0-16,0-8-2 0,-8 4 0 0,7-5 0 0,-4 2 1 16,5 4 0-16,-5 0-11 0,3 1-20 0,-4 1-19 15,6 5-26-15,-2 1-34 0,2-2-51 0,0 4-51 16,3 3-58-16,2 3-251 0,-8-4-557 0,8 4 246 16</inkml:trace>
  <inkml:trace contextRef="#ctx0" brushRef="#br0" timeOffset="198200.02">20748 5562 244 0,'0'0'245'16,"0"0"-18"-16,0 0-17 0,0 0-16 0,0 0-22 16,0 0-15-16,0 0-16 0,0 8-16 0,0-8-11 0,0 0-12 15,0 8-11-15,0-8-4 0,5 11-9 0,-5-3-7 16,0-3-7-16,2 3-4 0,3 1-7 0,-5 0-8 16,8 0 2-16,-6 1-4 0,3 1-6 0,-5-1-1 15,7 3-7-15,-6-3 1 0,1 1-5 0,3 0 1 16,-5-2-3-16,8 3-3 0,-8-2-1 0,0 0-4 15,7-1 2-15,-6 0-21 0,3 2-22 0,-1-4-22 16,-3-1-24-16,0 1-35 0,0-7-42 0,5 12-40 16,-5-9-33-16,0 4-117 0,0-7-367 0,0 0 164 15</inkml:trace>
  <inkml:trace contextRef="#ctx0" brushRef="#br0" timeOffset="198496.87">21056 5414 301 0,'0'0'344'0,"0"0"-10"0,0 0-18 16,0 0-23-16,0 0-21 0,0 0-26 0,7-8-22 15,-7 8-25-15,15 0-16 0,-7-2-26 0,-8 2-10 16,23-1-15-16,-5 1-18 0,2-3 5 0,3 6-23 16,-4-3-9-16,7 1-9 0,-1-1-8 0,-5 2-4 15,3-2-13-15,-1 1-4 0,-3 1-30 0,-2-2-28 16,-2 0-34-16,1 0-43 0,-2 3-46 0,1-3-49 16,1 2-57-16,-1-4-72 0,-10-1-174 0,8 1-523 15,-13 2 231-15</inkml:trace>
  <inkml:trace contextRef="#ctx0" brushRef="#br0" timeOffset="198934.31">21607 5289 148 0,'0'0'279'0,"0"0"-25"15,0 0-29-15,0 0-22 0,7-2-22 0,-7 2-19 16,0 0-19-16,13 5-12 0,-8-1-11 0,5 1-12 16,-3 1-15-16,-2-2-6 0,3 4-7 0,-1-1-9 15,4 9-9-15,-4-6-9 0,3-1-2 0,-4 6-7 16,1-4-3-16,1 6-4 0,-3-7-3 0,2 4-3 15,1 0-3-15,-8-1-7 0,7 0-1 0,-4-4-1 16,-3 3 0-16,0-1-2 0,0-2 5 0,-3 3 35 16,-4-1 19-16,4 0 8 0,1-3 15 0,-11 4-1 15,3 0 6-15,2-2-3 0,-2-2 10 0,2 1-14 0,-2-2-3 16,5-3-1-16,1 3-14 0,-2 1-5 16,1-5-18-16,5-3 7 0,-5 8-10 0,5-8 1 15,-7 5-1-15,7-5-18 0,0 0 9 0,0 0-3 0,12 8 1 16,-1-6-6-16,1-2-22 0,8 0-19 0,1 0-34 15,-1 0-37-15,5-5-45 0,-2 3-61 0,-3-2-77 16,10-8-83-16,0 3-228 0,-1-4-617 16,-2-4 273-16</inkml:trace>
  <inkml:trace contextRef="#ctx0" brushRef="#br0" timeOffset="199674.81">18165 4613 84 0,'0'0'296'0,"0"0"-20"0,0 0-20 0,8-8-19 0,-8 8-21 16,0 0-18-16,12 0-17 0,-12 0-18 0,0 0-8 16,14 0-24-16,-14 0-13 0,14 0-14 0,-8 5-9 15,1-2-12-15,1 1-8 0,-3 2-6 0,7 0-8 16,-4-3-5-16,-1 5-7 0,-4 4-4 0,5-4-6 15,-4 1-5-15,-3 2-6 0,3-2 0 0,-3 3-8 16,-1-2 2-16,0 0-1 0,-1-1-4 0,-3 3 4 16,4-4-3-16,-1 3-2 0,1-5 7 0,-4 2 14 0,-2-3 9 15,4 0 1-15,2-5 3 0,-3 11 11 16,3-7 8-16,0-4 19 0,0 0 9 0,0 7 17 16,0-7 0-16,0 0-7 0,0 0-7 0,0 0-10 0,15 0-6 15,-4 0-19-15,7-3-15 0,17-1-47 0,11-4-47 16,7 5-50-1,-3 2-73-15,13-2-77 0,16 0-112 0,-16-3-236 16,18-6-642-16,-1-2 284 0</inkml:trace>
  <inkml:trace contextRef="#ctx0" brushRef="#br0" timeOffset="200430.83">19711 5005 96 0,'-2'-10'245'0,"2"10"-5"0,0-7-11 0,0 1-24 0,0 6-17 15,0 0-26-15,0 0-20 0,-13-4-14 0,13 4-15 16,-12 8-12-16,4-4-10 0,-2 4-1 0,-7 7 5 16,11 1-3-16,-9 6 2 0,-2 1 8 0,2 1-2 15,-3 7-2-15,2 6-2 0,1-1 2 0,0 0-4 16,0 6-5-16,2-3-18 0,4 3 0 0,1 0-6 16,8-3-3-16,-1 4-9 0,2-12-4 0,7 9-2 15,2 1-3-15,7-2-2 0,8-2-5 0,1-1-6 16,6-1 3-16,12 0-7 0,-2-4-38 0,6 0-48 15,8-1-67-15,-1-5-73 0,18 5-105 0,-17-8-183 16,-2-5-529-16,3-2 234 0</inkml:trace>
  <inkml:trace contextRef="#ctx0" brushRef="#br0" timeOffset="201180.75">21907 4953 53 0,'0'0'279'15,"0"0"-29"-15,0 0-27 0,0 0-22 0,0 0-22 16,0 0-18-16,0 0-17 0,8 15-10 0,1-8-10 15,-1 8-7-15,7 0 19 0,3 4-14 0,5 1-8 16,-1 4-11-16,-1 2-9 0,9 4-8 0,0 5-11 16,3-3-4-16,-5 3-5 0,0-4-9 0,-6-5-5 15,1 7-5-15,-5-4-4 0,0-2-6 0,-6 4-3 16,-1-3-5-16,-1 1-3 0,-3-2-2 0,-4 0-2 16,-3 2-1-16,-3-2 0 0,0 0-5 0,-11-2-2 15,3 2 4-15,-7-1-4 0,-1-3-3 0,0-1-1 16,-10 0-2-16,8-3-5 0,-2 1-18 0,3-6-18 15,5-1-27-15,0 1-29 0,0-6-29 0,5 4-41 16,0-4-37-16,9-5-52 0,-9 0-140 0,10-3-418 0,0 0 185 16</inkml:trace>
  <inkml:trace contextRef="#ctx0" brushRef="#br0" timeOffset="201649.45">22270 4728 205 0,'3'-9'366'0,"-3"9"-12"0,0 0 6 0,0 0-36 16,0-6-15-16,0 6-23 0,0 0-29 0,0 0-29 0,0 0-14 16,0 0-26-16,0 0-21 0,0 0-20 0,0 0-17 15,0 0-12-15,0 0-17 0,0 0-8 16,15 10-8-16,-5-3 3 0,-4 1-20 0,8 3-3 0,-5-3-12 16,1 2-5-16,2 7-7 0,0-5-10 0,-7 3 1 15,4-2-6-15,1 6-14 0,-5-7 6 0,0 5-1 16,-1 0-2-16,1-4-2 0,-5 1 3 0,0-3-2 15,-5 1-4-15,3 0-3 0,0-1 2 0,1-2 3 16,-3 3 4-16,-1-6-8 0,0 3 5 0,4 0-5 16,-3-6 12-16,1 2 3 0,3-5 13 0,0 9 25 15,0-9 11-15,0 0 9 0,0 5 7 0,0-5-1 16,0 0-3-16,0 0-13 0,17 0-5 0,-2 0-7 16,3-4-9-16,7-1-14 0,4 2-20 0,6 1-49 15,0-4-46-15,10-5-64 0,-12 6-62 0,5 0-92 16,3-3-120-16,-9-2-291 0,-1 2-767 0,-3-1 339 15</inkml:trace>
  <inkml:trace contextRef="#ctx0" brushRef="#br0" timeOffset="212302.99">11488 6909 222 0,'0'0'339'0,"0"-11"-16"15,0 11-9-15,-3-7-13 0,3 7-7 0,0 0-14 16,0-8-12-16,0 8-19 0,-2-5-11 0,2 5-23 16,0 0-21-16,0 0-22 0,0 0-18 0,0 0 5 15,0 0 7-15,-22 10-16 0,14-3-12 0,-5 7-17 16,6-3-1-16,-6 2-7 0,-2 1-8 0,4 3-11 0,-8 3-9 15,3 4-2-15,1-3-6 0,0 3 0 0,2 0-2 16,-9 10-3-16,6-7-6 0,-1-3-5 16,1 2 0-16,1 2-9 0,-2 16-4 0,2-8-4 0,7-9-4 15,0 5-2-15,1-4-4 0,-1-1-3 0,8 3-4 16,0-3-4-16,1 0 0 0,8 0-1 0,-4-7-5 16,10 2-2-16,-1-1 2 0,1 0 0 0,5 0-2 15,3-6-19-15,2 5-17 0,5-9-31 0,-2 1-38 16,2-2-36-16,6-5-53 0,-8 3-37 0,-3-2-45 15,7-4-41-15,-12-1-59 0,6 2-346 0,-6-6-765 16,-3 0 339-16</inkml:trace>
  <inkml:trace contextRef="#ctx0" brushRef="#br0" timeOffset="213146.65">11787 7123 27 0,'0'-7'330'0,"0"7"-13"0,-1-10-3 16,1 10-8-16,0-10-18 0,0 10-1 0,-2-5 0 0,2 5-22 15,-6-7-14-15,6 7-37 0,0 0-9 0,0 0-27 16,0-7-25-16,0 7-20 0,0 0-23 15,0 0-8-15,0 0-6 0,0 0-12 0,-7 15-12 0,2-9-2 16,2 3-2-16,1 2-12 0,-1-3-9 0,1 11 3 16,-3-4-12-16,2 2 3 0,-2-5-7 0,3 8-14 15,-3-1-5-15,5 1-7 0,0-2 14 0,0-3-21 16,0 0-10-16,-2-2-3 0,2-1-4 0,0-1-7 16,2 1-3-16,-2-1 0 0,5-4-3 0,-3-3-1 15,3 4 4-15,5 0 0 0,-5-5-1 0,5-2 1 16,1 0 2-16,-11-1 2 0,18-1 2 0,-4 0 6 15,-6-1 7-15,7 1-9 0,-4-7 1 0,-2 7 0 16,2-6 7-16,-1 3-4 0,-2-2 6 0,2 5 0 16,-10 1-1-16,14-5 3 0,-9-1-2 0,-2 0 2 15,5 4 0-15,-8 2 4 0,0 0-8 0,10-4-4 16,-10 4 7-16,0 0 10 0,12 7-18 0,-12-7 10 16,11 11-3-16,-6-6 12 0,-1-1-15 0,5 2 5 15,-2 2-3-15,1-3 3 0,-1 2-1 0,5-5 11 16,-7 4-9-16,1-6 0 0,1 5 3 0,1-3 0 15,2-1 3-15,-10-1 1 0,12-6-3 0,-6 3 1 16,2-3 3-16,-3-3 11 0,4-2 12 0,-1 0-2 0,-1-5 11 16,-1 0 5-16,-1 1-6 0,-3-4 7 0,-2 0 21 15,6 3-19-15,-6-2-5 0,2-2-3 16,-4 5 2-16,4-1-11 0,-4 4-4 0,2-1 11 0,-6 3-14 16,6 2-3-16,0-3-29 0,0 5-41 0,0 0-52 15,0 6-61-15,0 0-39 0,0 0-20 0,0 0-60 16,0 0-62-16,0 0-181 0,0 0-572 0,0 23 254 15</inkml:trace>
  <inkml:trace contextRef="#ctx0" brushRef="#br0" timeOffset="213505.99">12383 7392 47 0,'-5'3'193'0,"5"-3"-16"15,-1 7-14-15,1 1 16 0,-5-1-15 0,5-7-15 0,-4 8-16 16,6 1-8-16,-4 1-14 0,2-2-9 0,0-4-7 15,0 8-10-15,0-1-5 0,0-2-9 0,0 3-8 16,0-3-3-16,0 3-9 0,-5-3 0 0,10 2-8 16,-5-1 0-16,0 0-7 0,0 0 0 0,0-2-4 15,2 3-1-15,0-3-4 0,-2 0-12 0,0-1-29 16,5-2-28-16,-5 2-40 0,0-7-39 0,1 8-55 16,-1-8-146-16,5 0-347 0,-5 0 154 0</inkml:trace>
  <inkml:trace contextRef="#ctx0" brushRef="#br0" timeOffset="213912.19">12699 7188 188 0,'0'0'246'0,"0"0"-21"0,0 0-29 16,0 0-16-16,0 0-24 0,0 0-15 0,0 0-16 15,0 0-11-15,0 0-10 0,0 0-11 0,0 0-12 16,-9 20-5-16,4-14-8 0,-2-4-8 0,2 9-2 16,0 2-10-16,-7-2-3 0,6 1-5 0,-2-5-5 15,1 7 3-15,-3-2-6 0,-3 0-2 0,8-3-5 16,-5 2-2-16,0-3-1 0,2 2-7 0,3-1 4 16,-4-2-6-16,6-4-16 0,0 3-13 0,-6-3-6 15,9-3-10-15,-4 9-16 0,4-9-28 0,0 0-23 16,0 0-12-16,0 0-22 0,0 0-17 0,1-21-13 0,2 14-112 15,-3-4-295-15,9 2 130 0</inkml:trace>
  <inkml:trace contextRef="#ctx0" brushRef="#br0" timeOffset="214084.05">12579 7242 157 0,'-2'-6'36'0,"0"-2"20"15,-1 1 12-15,3 7 18 0,-5-12 17 0,3 7 3 0,-1-2 7 16,1 2-8-16,2 5-8 0,0 0-7 0,-3-5-9 16,3 5-5-16,0 0-17 0,0 0-2 0,0 0-5 15,0 0-4-15,0 0 0 0,0 0-3 0,2 21 5 16,-1-15 10-16,1 3-14 0,1 1 1 0,4-3-10 15,-2 1-1-15,-2 1-5 0,12 1 3 0,-7 4-4 16,-1-5-6-16,1 3-15 0,1-2-28 0,-4-1-44 16,3-1-30-16,-3-1-45 0,0-2-125 0,-2 0-284 15,0-1 126-15</inkml:trace>
  <inkml:trace contextRef="#ctx0" brushRef="#br0" timeOffset="214255.91">12469 7335 50 0,'0'0'279'16,"-5"-4"-2"-16,5 4 4 0,0 0-8 0,0 0-20 16,0 0-28-16,-1-8-25 0,1 8-25 0,6-7-12 15,4 2-7-15,4 3-25 0,-1-2-21 0,-3 3-23 16,11-1-29-16,-1-3-40 0,-2 2-45 0,2 3-44 0,0-4-44 16,3-1-44-16,-5 4-43 0,4-1-159 15,-2-3-390-15,1 1 173 0</inkml:trace>
  <inkml:trace contextRef="#ctx0" brushRef="#br0" timeOffset="214615.24">12908 7041 84 0,'0'0'270'0,"0"0"1"0,0-8-10 16,0 8-1-16,0 0-9 0,0 0-4 0,0-7-2 15,0 7-26-15,0 0-13 0,0 0-14 0,0 0-15 16,0 0-22-16,5-8-12 0,-5 8-13 0,0 0-20 16,0 0-11-16,0 0-12 0,0 0-6 0,0 0-21 15,0 0 0-15,0 0-8 0,0 0 5 0,0 0-13 16,0 0-8-16,3 23-1 0,1-15-4 0,-1 0 2 16,2 4-6-16,0 0-9 0,-4 2 2 0,6 2-1 0,0 1 5 15,-4 4-13-15,4-5 3 0,-2 8-1 16,-4-1 1-16,8 4-7 0,-8 0 0 0,4-3-1 15,-2-3 1-15,-1 3 3 0,3-3-4 0,-5-4 0 0,0 3 4 16,0-3-6-16,-2 0-1 0,-1-3-2 0,3-1 1 16,-2-3 6-16,2 2-5 0,-1-5 7 0,-1 1-30 15,2 1-7-15,0-9-15 0,0 10-9 0,-2-5-17 16,2-5-21-16,0 0-52 0,0 0-51 0,0 0-66 16,0 0-43-16,0 0-193 0,0 0-533 0,12-21 237 15</inkml:trace>
  <inkml:trace contextRef="#ctx0" brushRef="#br0" timeOffset="-214303.42">13438 7278 45 0,'0'0'335'16,"0"0"6"-16,0 0-22 0,19-5-30 0,-19 5-33 0,9-3-22 16,4 2-24-16,-3-1-20 0,3-2-20 0,7 1-20 15,3-2-15-15,7 5-10 0,5-1-10 0,-2-2-14 16,0 3-11-16,5 0-9 0,-5-1-7 0,2 1-8 15,-5 0-16-15,-1 1-22 0,1-1-38 0,-5 3-37 16,2-2-38-16,-6 1-42 0,-4 1-47 0,-1-6-37 16,-6 3-56-16,-10 0-148 0,15-2-447 0,-12-2 198 15</inkml:trace>
  <inkml:trace contextRef="#ctx0" brushRef="#br0" timeOffset="-214084.7">13603 7069 244 0,'-5'-1'294'0,"5"1"-7"0,0 0-30 0,0 0-30 15,0 0-18-15,0 0-25 0,0 0-17 16,0 0-18-16,0 0-12 0,12 15-15 0,-4-7-9 0,-1 7-17 16,3 2-7-16,-4-2-11 0,7 5-8 0,-1 4-5 15,1 3-4-15,-4 3-7 0,2 0-5 0,1-2-17 16,-2 3-34-16,-7-4-36 0,10 1-48 0,-5-2-44 15,2-6-47-15,2-1-53 0,-4-3-158 0,4-4-418 16,3 0 185-16</inkml:trace>
  <inkml:trace contextRef="#ctx0" brushRef="#br0" timeOffset="-213616">14217 7045 11 0,'0'0'267'0,"0"-7"-14"0,0 7-30 0,0 0-24 16,0 0-21-16,0 0-20 0,0 0-15 0,0 0-15 15,0 0-15-15,0 0-10 0,-1 26-9 16,1-14-11-16,0 0-8 0,1-2-7 0,-1 8-5 16,4-1-2-16,-3 2-5 0,-1-4-8 0,7 6-3 0,-4 5-4 15,0-1-7-15,-1-1 0 0,-2-3-4 0,7-3-1 16,-6 3-5-16,-1-3-1 0,0 0-3 0,0 0-2 15,5-2-2-15,-5 1-1 0,4-2-1 0,2-6-2 16,-6 5 0-16,7-7-2 0,-1 2-2 0,3-2 0 16,-1-2 0-16,4-1-5 0,1-2 3 0,3-2 1 15,-1-2-2-15,4 2 2 0,-1-4 4 0,2 1-4 16,-2-3 3-16,-2-2 5 0,1 3 4 0,3-3 15 16,-5-6 11-16,0 4 14 0,-1 2 1 0,1-4 5 15,-1 3 7-15,-6 1-1 0,0-6 6 0,-1 5 0 16,1-2 2-16,-3-1-3 0,-3 4 2 0,-2-3-8 15,5-1 1-15,-5-2-13 0,-2 2-7 0,-1 0 3 16,3 2-5-16,-5-4-8 0,-2 3-1 0,4 3-4 16,-4-5-6-16,2 5 1 0,2-2 5 0,-4 1-10 15,-1 3-15-15,8-1 5 0,-7 0 2 0,6 1-10 16,-8 0-19-16,9 6-15 0,-3-3-12 0,3 3-23 16,-2-9-23-16,2 9-25 0,0 0-29 0,-1-8-41 0,1 8-53 15,0 0-36-15,0 0-250 0,0 0-562 0,16 0 249 16</inkml:trace>
  <inkml:trace contextRef="#ctx0" brushRef="#br0" timeOffset="-213053.56">14518 7185 133 0,'0'0'217'0,"0"0"-22"0,0 0-20 16,0 0-21-16,-8 11-12 0,8-11-11 0,8 8 6 16,-8 0-11-16,5-4-12 0,4 13-8 0,-3-7-12 15,-4 7-11-15,11 0-12 0,-6 0-1 0,3 0-6 16,-2 1-7-16,-1 1-8 0,8 4-2 0,-10-7-4 15,4 2-5-15,-4-1-4 0,7-2 3 0,-7 2-5 16,8-4-2-16,-8-4-5 0,3-2-2 0,-3 1 9 16,-1 1 23-16,4-2 17 0,-1-4 13 0,3 0 15 15,-5 1-5-15,-5-4-11 0,0 0-10 0,24-8 3 16,-17 2 1-16,0-2 0 0,1 1-3 0,3-8-15 16,-6-4 5-16,9 2-9 0,-9-1-10 0,5-8 1 15,-5-1-5-15,3-1-5 0,-7 1-5 0,6 0-6 16,-7 0-3-16,0 3-2 0,0 0 0 0,0 4-8 15,0 8-15-15,0-7-19 0,0 10-24 0,0-5-36 16,-7 7-48-16,7 2-53 0,-1 0-44 0,-7 2-58 16,8 3-192-16,0 0-515 0,0 0 229 0</inkml:trace>
  <inkml:trace contextRef="#ctx0" brushRef="#br0" timeOffset="-212662.97">14878 7419 213 0,'0'0'202'0,"8"6"-12"0,-1-4-1 15,-1 0-10-15,-4 6-15 0,6-1-17 0,-1-2-12 16,1 0-14-16,4 0-11 0,-6 4-13 0,4-2-8 16,5 1-7-16,-8 0-12 0,1 1-6 0,0-2-5 15,-5-1-8-15,6 2-3 0,-6 0-4 0,-3-1-4 0,0 2 6 16,3 3 25-16,-3-5 4 0,-3 4 9 0,3-2 2 16,-2-2-4-16,-4 1 1 0,-1-1-1 15,6 2-4-15,-4-6-9 0,3 4-5 0,-5-2-2 0,6 0-8 16,1-5-1-16,-7 10-2 0,7-6-3 0,0-4-1 15,0 0 15-15,0 10 0 0,0-10 3 0,13 0-6 16,-13 0-6-16,13-5-12 0,-1 4-5 0,5-3-30 16,-1-5-45-16,-1 2-48 0,2-1-66 0,1-2-56 15,7-7-81-15,-2-3-217 0,0 2-547 0,7-12 242 16</inkml:trace>
  <inkml:trace contextRef="#ctx0" brushRef="#br0" timeOffset="-212225.52">15450 7110 96 0,'-6'-4'268'0,"6"4"-28"0,0 0-26 16,0 0-19-16,0 0-27 0,0 0-15 0,0 0-16 0,-7 13-12 16,7-7-12-16,-5 3-14 0,0 0-4 15,2 6-10-15,-2 0-7 0,0-3-7 0,-5 0-9 16,-2 5-4-16,7 0-6 0,-8 0-6 0,2 1-1 0,-3 0-1 15,1 0-10-15,0-3 0 0,1 3-1 0,-3-5-9 16,2 1-24-16,5-2-25 0,-5-3-19 0,6 1-28 16,-1-3-17-16,1-2-12 0,-3-1-17 0,10-4-12 15,0 0-3-15,0 0 4 0,0 0-5 0,0 0-2 16,-5-16 4-16,10 6 8 0,-5-2-77 0,8-1-217 16,1-4 96-16,-3 0 839 0,1 4-564 0,-2-2 22 15,0 1 29-15,1-1 32 0,-1 2 16 0,0-2 24 16,0 4 21-16,-5-3 19 0,0 8 16 0,4-5 17 15,-3 2-1-15,-1 3 0 0,0 1-4 0,0-2-10 16,2-1-16-16,-2 8-15 0,0 0-11 0,0-7-12 16,0 7-9-16,0 0-8 0,0 0-5 0,0 0-4 15,0 0-8-15,7 26-2 0,-6-20-4 0,4 7-3 16,-5-1-6-16,12 0 0 0,-4 4-7 0,2-1-1 16,0 5-14-16,0-5-23 0,1 3-32 0,-4 2-29 15,6-7-41-15,-1 2-33 0,0-3-38 0,-6-3-194 16,-4 0-411-16,9-2 183 0</inkml:trace>
  <inkml:trace contextRef="#ctx0" brushRef="#br0" timeOffset="-212053.67">15247 7323 260 0,'0'0'303'16,"-7"-6"9"-16,7 1-5 0,0 5-36 0,0-8-21 15,5 1-21-15,-5 7-23 0,10-7-21 0,2 2-17 16,2 2-18-16,8-1-12 0,-2 1-20 0,0 1-9 15,9-2-10-15,0 4-16 0,2 0-22 0,-6-2-36 16,3 2-44-16,-8-1-50 0,3 2-56 0,-1-2-51 16,-3 1-64-16,-4 0-202 0,5-3-477 0,-2 2 212 15</inkml:trace>
  <inkml:trace contextRef="#ctx0" brushRef="#br0" timeOffset="-211694.33">15800 7092 17 0,'0'0'209'0,"0"0"-9"0,-4 18-1 0,4-18 3 0,-3 13-5 16,-4-2-5-16,4 0-4 0,-4-3-15 0,2 4-13 16,2 4-15-16,-4-1-14 0,2-2-15 0,4 5-8 15,-6 1-12-15,6-2-8 0,-1 1-4 0,2-2-9 16,0-4-7-16,2 0-4 0,4 2-4 0,-3-3-3 15,2-1 27-15,4-3-3 0,-3 1-2 0,11-1-9 16,-6 0 5-16,6-7-14 0,3 1 1 0,-4-1-16 16,4-1 0-16,-1-6-10 0,2 3-2 0,-1-5-3 15,-4-1 0-15,4-7-8 0,-3-1-5 0,4 0-9 16,-7 0-2-16,2 0 5 0,-4 0-17 0,1 1-2 16,-3 0 2-16,-3-1 1 0,1 1 2 0,-7-2 0 15,-1 4-8-15,-8-2 3 0,3 5-2 0,-5 2-5 16,-1 0-13-16,-4 5-11 0,-2-2-17 0,-4 4-21 15,3 3-20-15,-7 2-22 0,2 3-41 0,3-1-38 0,-2 2-48 16,6 3-182-16,-4-1-462 0,2 2 205 0</inkml:trace>
  <inkml:trace contextRef="#ctx0" brushRef="#br0" timeOffset="-211334.99">16337 7223 273 0,'0'0'298'15,"0"0"-11"-15,0 0-18 0,0 0-17 0,0 0-22 0,0 0-23 16,0 0-16-16,0 0-18 0,0 0-14 0,0 0-21 16,0 0-9-16,0 0-14 0,0 0-7 15,22 8-12-15,-7-6-6 0,6 0-9 0,-4-1-10 0,9 2-10 16,-1-6-7-16,3 3-3 0,-6 0-14 0,9 0 2 16,-11-3-4-16,10 1-2 0,0-2-3 0,-9 1-4 15,2 0-1-15,-3-3-13 0,-3 3-13 0,-1-1-35 16,3-3-37-16,-9 3-58 0,0-1-68 0,1 0-74 15,-6 0-204-15,3 2-515 0,-4-6 228 0</inkml:trace>
  <inkml:trace contextRef="#ctx0" brushRef="#br0" timeOffset="-210538.2">17057 6883 92 0,'0'0'351'0,"5"-5"-27"0,-5 5-20 16,2-3-25-16,-2 3-30 0,0 0-22 0,7-7-30 15,-7 7-24-15,0 0-20 0,0 0-7 16,0 0-25-16,3 15-8 0,-5-7-11 0,4 6-9 0,-4-6-11 16,2 9-5-16,-1-2-7 0,-4 1-9 0,5 2-4 15,0-1-14-15,0 2 4 0,5-1-1 0,-5 2-6 16,0-2 3-16,1 0-14 0,-1 0-6 0,5-2 5 16,-1-1-3-16,7 0-2 0,-4-1-1 0,4 1-4 15,6 0-10-15,0-4-9 0,1-4-15 0,5 2-4 16,-2-5-6-16,-1-1-8 0,3-1-5 0,-1-2 1 15,-2 0 4-15,3-5 2 0,-6 4 4 0,4-10 0 16,-3 7 5-16,2-7 9 0,-7-2 0 0,2 4 3 16,-1-5 5-16,-3 2 25 0,-3-3 14 0,2 3 25 15,-3 1 21-15,3-3 9 0,-5 1 21 0,1 1 6 16,-4 1 20-16,1 2 11 0,-1 2 2 0,0 0 0 16,-1 0-10-16,4 1-13 0,-5 6-19 0,2-7-15 15,-2 7-15-15,2-5-13 0,-2 5-8 0,0 0-7 16,0 0-8-16,0 0-1 0,5 21-9 0,-4-10-14 15,8 2-10-15,-4 2-4 0,-1 0-17 0,3 4-30 16,1-4-17-16,4 8-24 0,-4-5-19 0,1 2-19 0,4-3-34 16,-7-5-39-16,4 7-48 0,4-6-53 0,-1 1-53 15,-5-7-238-15,0 1-636 0,2-3 281 0</inkml:trace>
  <inkml:trace contextRef="#ctx0" brushRef="#br0" timeOffset="-210210.11">17825 6771 346 0,'4'-8'422'0,"-4"8"-22"16,0-7-31-16,0 7-37 0,3-5-28 0,-3 5-36 15,0 0-24-15,0 0-16 0,18 10-20 0,-8-3-12 0,7 2-19 16,4 7-9-16,2 1-15 0,2 2-12 15,0 3-22-15,10 10-4 0,-12-3-15 0,13 4-12 16,-9-4 3-16,-1 7-19 0,-9-8-7 0,6 5-5 0,-1 6-7 16,-3 0-5-16,-5-14-3 0,-8 5 3 0,9 12-15 15,-10-3-2-15,7 4-6 0,-12-6-10 16,0-7-9-16,-7 2-10 0,-1-4-10 0,-7 0-11 16,7 4-9-16,-9-6-24 0,-1-4-9 0,-5-4-7 0,6 0-18 15,-6-4-22-15,2-4-16 0,4-3-22 0,2 1-28 16,-5-5-37-16,5-4-52 0,-5-4-59 0,-1 0-208 15,8-2-579-15,3-3 256 0</inkml:trace>
  <inkml:trace contextRef="#ctx0" brushRef="#br0" timeOffset="-209850.77">18339 6557 337 0,'0'0'318'0,"0"0"-35"0,0 0-25 0,0 0-25 0,0 0-17 16,0 0-16-16,0 0-18 0,28 8-18 16,-18-3-15-16,-5 1-17 0,9 2-2 0,-5-1-20 0,2 3-10 15,1 4-13-15,-5-6-12 0,-1 0-6 0,1 6-6 16,1-1-9-16,-5 1-3 0,-1 1 0 0,0 0-5 15,-4 0-6-15,0 2-7 0,-3-3 3 0,-3 1 23 16,3 4 10-16,-5-4 12 0,4-2-23 0,-3 2-2 16,3-3-3-16,-1-1-7 0,0-3-7 0,2 0-5 15,2-4 1-15,-3 4-4 0,4-1 6 0,-1-5-1 16,3-2 7-16,0 0 2 0,5 9-8 0,4-8 2 16,3 2 2-16,5-6-10 0,6 3-14 0,7 0-28 15,-1-2-42-15,4 0-54 0,1-4-66 0,2 3-82 0,7-4-103 16,2-7-201-16,-4 2-603 0,0-1 267 15</inkml:trace>
  <inkml:trace contextRef="#ctx0" brushRef="#br0" timeOffset="-209538.31">18958 7041 111 0,'0'0'393'0,"-12"-4"-23"0,12 4-22 15,0 0-21-15,0 0-28 0,-3-4-33 0,3 4-27 16,0 0-27-16,0 0-26 0,23-10-18 0,-15 9-17 15,10 1-14-15,7 0-5 0,5 0-24 0,5 0-39 16,-4 0-35-16,4 4-38 0,0-3-43 0,-2-1-54 16,-2 2-54-16,2-2-61 0,-5 1-75 0,-9 2-165 15,1-1-494-15,-6 0 218 0</inkml:trace>
  <inkml:trace contextRef="#ctx0" brushRef="#br0" timeOffset="-209382.07">19059 7242 233 0,'0'6'273'0,"0"-6"-11"16,9 9-22-16,5-6-19 0,2 0-20 0,2 0-20 15,6-2-16-15,7 1-19 0,-3-2-16 0,5-2-17 16,-1 1-44-16,1-2-71 0,-2 2-72 0,2-7-102 16,-1 0-155-16,-4 1-358 0,-6-1 159 0</inkml:trace>
  <inkml:trace contextRef="#ctx0" brushRef="#br0" timeOffset="-208694.65">20297 6577 193 0,'5'-7'375'16,"-4"1"-9"-16,3 3-22 0,-4 3-18 0,4-8-25 15,-4 8-34-15,0-6-26 0,0 6-25 0,0 0-25 16,0 0-24-16,0 0-18 0,0 0-11 0,-23 23 3 16,5-2 1-16,2 3 6 0,-3-1-10 0,-5 11-7 15,-3 1-7-15,7 2-6 0,-1 2-10 0,-3 0-7 16,5-2-14-16,-5 9-7 0,16-9-5 0,-8 8-8 16,2-6-10-16,3 3 0 0,7-4-6 0,1-9-1 15,6 13-1-15,1-11-9 0,4 0-7 0,4-1-19 16,-4 2-25-16,13-5-30 0,-1 0-41 0,2-5-38 0,3-1-44 15,-1 0-60-15,5-8-61 0,0-1-60 0,-2-2-291 16,4-5-688-16,-3-1 304 0</inkml:trace>
  <inkml:trace contextRef="#ctx0" brushRef="#br0" timeOffset="-208085.34">20613 6736 114 0,'1'-4'301'0,"-1"4"-2"15,0-9-4-15,0 9-20 0,7-7-11 0,-5 3-22 16,-2 4-18-16,0 0-28 0,0 0-17 0,0-7-18 0,0 7-23 15,0 0-18-15,0 0-13 0,0 0-11 0,0 0-7 16,0 0-11-16,0 0-8 0,-5 24-6 16,1-14-6-16,4 1-7 0,0 1-4 0,-1 3-2 0,-4 1-7 15,5 1-3-15,-2 1-8 0,0-3-3 0,2 0-3 16,2 9-4-16,-2-12 3 0,0 7-11 0,5-3 3 16,-5 0-7-16,2-4 0 0,-1 0-9 0,6 0 7 15,-2-3 0-15,-2 3-6 0,6-4 0 0,-1-1 1 16,2 2-1-16,-2-5 2 0,7 1 1 0,0-2-2 15,-5 1 1-15,3-2-2 0,-3-2 4 0,3-2-2 16,0 1 0-16,2-3 3 0,-1 2 0 0,-6-3-3 16,5 1 0-16,-3 1 3 0,-3-5-1 0,6 3 4 15,-5-3-2-15,0 1 5 0,-1 2-9 0,1-2 5 16,-1 3 5-16,-4-1 1 0,4 5-1 0,-7 0-9 16,5-8-1-16,-5 8-1 0,10-5 0 0,-10 5 2 15,0 0-3-15,13 11 1 0,-6-7 1 0,-2 3 1 16,3 0-6-16,-2 2 9 0,4-2-8 0,0 2 7 0,2-1-3 15,4 2 3-15,-2 1-2 0,2-1 2 0,2-2-2 16,-1 1 1-16,3-1-2 0,-2-3-4 16,4-1 5-16,-8-1 3 0,1-2-6 0,0-1 5 0,3-1 0 15,-9-2-1-15,1-2 2 0,1-1-8 0,-2-2 9 16,-3 0 0-16,-3-3-1 0,1-4 2 0,-4-2-4 16,0 1 3-16,-5-3-2 0,-3 0 1 0,1-4 1 15,-6 0 0-15,3-1-5 0,3 8-10 0,-3-4-20 16,0 5-25-16,2 1-25 0,0 1-37 0,-6 1-43 15,5 6-46-15,4 1-43 0,-5 1-228 0,5 2-516 16,5 2 228-16</inkml:trace>
  <inkml:trace contextRef="#ctx0" brushRef="#br0" timeOffset="-207788.5">21440 7152 77 0,'0'0'328'0,"0"0"-26"16,0 0-31-16,0 0-29 0,0 0-26 0,7 1-19 16,-7-1-25-16,3 8-13 0,-3-8-18 0,4 13-13 15,2-5-14-15,-4-1-13 0,3 12-7 0,3-3-8 16,-6 2-9-16,3 0-5 0,3 0-4 0,-1 6-9 15,-6-5-7-15,6 1-3 0,-7 1-2 0,6-5-5 16,-4 1-22-16,1 2-29 0,1-6-30 0,2 4-42 16,-2-7-38-16,-1-1-42 0,-3-1-46 0,8 0-210 15,-8-7-451-15,0-1 200 0</inkml:trace>
  <inkml:trace contextRef="#ctx0" brushRef="#br0" timeOffset="-207554.14">21740 6964 79 0,'-2'-7'395'0,"2"7"-5"0,0 0-14 0,-5-8-36 16,5 8-6-16,0 0-37 0,12-4-27 0,-9 1-24 15,-3 3-31-15,23-3-15 0,-1 1-21 16,4-1-16-16,6-1-17 0,-2 3-14 0,4-6-11 0,1 6-17 15,-3 1-10-15,14-1-17 0,-15 1-16 0,1 1-52 16,-1 0-52-16,1-1-56 0,-4 7-55 0,-8-6-76 16,-2-2-83-16,-2-3-253 0,1 1-611 0,-7 3 271 15</inkml:trace>
  <inkml:trace contextRef="#ctx0" brushRef="#br0" timeOffset="-207085.45">22334 6689 213 0,'3'-2'260'0,"-3"2"-18"16,0 0-25-16,0 0-15 0,0 0-25 0,0 0-19 0,0 0-19 15,0 0-12-15,0 0-10 0,0 0-11 16,0 0-10-16,-6 20-10 0,-1-13-9 0,4 2-6 15,-2 4-7-15,3-1-6 0,-3 2-5 0,4 1-6 0,1 1-4 16,0 1-5-16,1 1-4 0,3 2 0 0,-3-2-2 16,3-1-6-16,2 0-1 0,1-2-2 0,-1 0-1 15,6 2-1-15,-4-4-4 0,4-1 1 0,-1-3-7 16,-2-2-4-16,1 0-2 0,0-3 1 0,3-3-1 16,-3 2-2-16,0-4 2 0,3-1-1 0,-6-3 2 15,7-2-2-15,-2-5 2 0,5 4-5 0,-9-4 1 16,5-3 3-16,4-4 1 0,4 3 11 0,-13-2 28 15,7-3 17-15,0 6 27 0,-3 0 5 0,-4 2 9 16,2-1 20-16,-3 5-7 0,-1-2 10 0,-1 3-2 16,-1 0-12-16,-4 2-15 0,4 1-13 0,3 1-14 15,-7 4-15-15,0 0-8 0,0 0-8 0,0 0-6 16,0 0-4-16,5 15 0 0,-3-3-4 0,-1 0-2 16,-1 6-14-16,4 2-12 0,1-1-21 0,-4 2-13 0,3 3-21 15,-3-3-21-15,1 0-20 0,5 5-28 16,-2-7-37-16,-4 0-41 0,6 1-40 0,-4-5-47 15,0 0-232-15,-1-6-565 0,3-3 250 0</inkml:trace>
  <inkml:trace contextRef="#ctx0" brushRef="#br0" timeOffset="-206788.6">22844 6375 343 0,'-5'-11'465'0,"10"6"-23"0,-5 5-40 0,0-8-38 16,0 2-35-16,0 6-36 0,0 0-34 0,2-3-25 15,-2 3-20-15,18 9-26 0,-2 0-15 0,-1 6-19 16,13 1-13-16,-1 6-15 0,8 7-17 0,1 5-8 16,-1 0-15-16,-1 3-1 0,0 1-9 0,-1 1 2 0,1 6-18 15,-12-5-7-15,-1 6-3 0,3-3-10 16,-3 3 0-16,-8-2-5 0,1 2-6 0,-6-1-12 15,-1-2-23-15,-4-1-18 0,-3-2-22 0,-2 1-13 0,-4-13-11 16,-1 3-18-16,-8-7-16 0,0 5-17 0,-6-5-20 16,-4-4-25-16,5 0-21 0,-10-6-33 0,4-3-37 15,1-1-53-15,-3-7-222 0,0-3-575 16,4-1 255-16</inkml:trace>
  <inkml:trace contextRef="#ctx0" brushRef="#br0" timeOffset="-206382.4">23322 6193 104 0,'0'0'339'0,"2"-7"-24"0,3 3-15 0,-5 4-26 16,0-11-22-16,0 11-27 0,6-3-22 0,-6 3-20 16,9-2-19-16,-9 2-14 0,0 0-17 0,10 9-15 15,-10-9-14-15,5 11-9 0,-2-5-3 0,0-3-21 16,-3 9-12-16,7-5 6 0,-6 6-16 0,1-4-5 16,-2 7-2-16,-2-4-7 0,1 2 0 0,-7 5-7 15,4-3-2-15,-2 1-3 0,-4-2-6 0,1 1 3 16,-1 1-1-16,-1-7 2 0,4 5-8 0,-1 0-2 15,5-4 2-15,-1-7-3 0,-1 5 6 0,-3-2 5 0,6 1 40 16,-2-6 29-16,4-2 28 0,0 0 13 16,6 8-7-16,-6-8-13 0,28-5-12 0,0 0-1 15,-1 1-29-15,4 0 2 0,6-5-9 0,9 2-16 0,-14 3-24 16,16-11-47-16,-2 6-59 0,-3-5-68 0,-13 10-75 16,3-5-101-16,0 3-335 0,-3-6-717 15,-12 4 317-15</inkml:trace>
  <inkml:trace contextRef="#ctx0" brushRef="#br0" timeOffset="-202214.72">11448 9042 129 0,'5'-6'296'0,"-5"6"-24"15,0-8-20-15,0 8-22 0,2-5-24 0,-2 5-25 16,0 0-19-16,0 0-16 0,0 0-17 0,0 0-12 0,0 0-13 15,0 0-10-15,1 25-12 0,6-10-7 0,-2 3-7 16,-3 6-4-16,-1-5-8 0,6 5-2 0,0 2-8 16,-2-2-2-16,-1 3-7 0,1-3-7 0,0-5 2 15,4 1-2-15,-6-3-7 0,0 0 0 0,-1-2-1 16,5-1-2-16,-4-4-1 0,0 1-4 0,1-2 0 16,2-2 1-16,-1 1 1 0,-5-1-1 0,2-3 0 15,-2-4 2-15,10 4-1 0,-10-4-1 0,13 0-1 16,-13 0-1-16,13-8 6 0,-5 1-5 0,-1-2 2 15,6-2-2-15,-4 3 2 0,-3-3-2 0,4 3-3 16,-5 0 4-16,5-3-1 0,-3-2 5 0,1 5-2 16,-1-1 2-16,-1 4-4 0,2 0-1 0,-8-2-7 15,5 4 2-15,2-1 0 0,-7 4-4 0,0 0-2 16,10-1 0-16,-10 1 0 0,15 4-2 0,-7 0 1 16,0 3-1-16,6-2-1 0,-1 5-2 0,-6-1 8 15,14-2-3-15,-6 2-1 0,-2 2-1 0,4-3 1 16,-2 0-2-16,1-4 0 0,-3 3 1 0,2-3-1 0,-5 0 3 15,3-2 2-15,4-2-4 0,-7 0 1 0,3-2-3 16,-3-2 2-16,-2 0 8 0,2-5-9 16,-3 1 1-16,5-2 1 0,-7-6 0 0,-2 5 6 15,3-8-5-15,-6 4 8 0,4-4-1 0,-11-1-1 0,4 1 8 16,0-2-15-16,1 3 2 0,-10 0 0 0,6 0-1 16,-1 2-1-16,0 2-9 0,2 1-22 0,-3 2-23 15,5 2-39-15,0 2-48 0,-1 4-45 0,4 3-42 16,0 0-58-16,0 0-158 0,0 0-477 0,-10 16 211 15</inkml:trace>
  <inkml:trace contextRef="#ctx0" brushRef="#br0" timeOffset="-201964.73">12219 9442 89 0,'0'0'195'0,"0"0"-19"0,0 0-19 0,2 7-13 0,-2-7-13 16,2 4-8-16,-2-4-7 0,3 12-13 15,-3-9-9-15,2 5-9 0,-1-1-10 0,-1 2-1 16,0-1-9-16,0 0-7 0,0 4-2 0,7-2-6 0,-7 0-6 16,5 0-2-16,-3 1-3 0,-2 0-5 0,0-1-12 15,1-1-37-15,-1 0-38 0,5-1-33 0,-3-5-37 16,-2-3-160-16,5 7-306 0,-5-7 135 0</inkml:trace>
  <inkml:trace contextRef="#ctx0" brushRef="#br0" timeOffset="-201496.04">12531 9087 270 0,'-2'-6'308'0,"2"6"-10"0,-5-6-24 0,5 6-29 0,0 0-27 16,0 0-27-16,0 0-10 0,0 0-26 15,0 0-20-15,0 0-12 0,0 0-14 0,-17 19-12 16,16-9-5-16,-6-2-12 0,7 6-8 0,-6-1-6 16,-3 3-7-16,4-3-13 0,4 2-8 0,-8 2-12 0,4-1-16 15,-1-4-6-15,-1 3-17 0,6-3-8 0,-6-3-13 16,-1 3-19-16,8-1-13 0,-2-4-19 15,-5-3-8-15,1 3-7 0,4-2-16 0,2-5-21 0,0 0 2 16,-5 4 2-16,5-4 3 0,0 0 9 0,-10-16 12 16,10 16 11-16,0-15 9 0,0 7 19 0,0-4 8 15,0 1 23-15,0-1 30 0,2-2 16 0,4 7 28 16,-6-7 20-16,2 4 29 0,-4 1 11 0,2-3 12 16,2 5 5-16,-2 0-4 0,0 7-8 0,0-9-12 15,0 9-14-15,0-5-10 0,0 5-5 0,0 0-7 16,0 0-4-16,0 0-6 0,0 0-3 0,0 0-5 15,-2 22-5-15,4-12 1 0,-2 2-7 0,0-2 2 16,2 3 0-16,1-1-6 0,-1 3-13 0,4-3-18 16,-4-3-12-16,3 0-15 0,-3 1-24 0,-2 0-24 15,6-2-17-15,-4 1-16 0,-2-1-16 0,5-5-12 16,-5-3-16-16,3 7-15 0,4-5-99 0,-7-2-302 16,0 0 134-16</inkml:trace>
  <inkml:trace contextRef="#ctx0" brushRef="#br0" timeOffset="-201371.05">12451 9305 110 0,'-8'-10'39'0,"0"3"30"16,8 1 35-16,-7 0 20 0,7-2 26 15,-8 3 17-15,6-3 13 0,-3 5 14 0,-3-5 14 16,6 4-1-16,2 4 3 0,-3-11 1 0,3 11-9 0,-2-4-22 16,2 4-20-16,0-9-11 0,0 9-17 0,2-7-15 15,1 3-12-15,-3 4-14 0,23-3-28 0,-14 3-20 16,10-1-40-16,-4 2-40 0,9 2-45 0,-3-1-48 16,-1 0-39-16,10 3-46 0,1 0-217 0,-1-2-466 15,0 0 207-15</inkml:trace>
  <inkml:trace contextRef="#ctx0" brushRef="#br0" timeOffset="-200996.09">12868 9132 62 0,'0'0'261'0,"-8"-3"-12"0,1-2-15 15,7 5-16-15,-15-3-16 0,15 3-19 0,0 0-11 0,-14 10-23 16,7-8-14-16,0 4-10 0,1 2-9 15,-3 1-15-15,3 3-8 0,-2-2-6 0,-1 6-8 16,9-3-5-16,-6 2-8 0,-3 0-7 0,8 1-4 16,-3-2-7-16,4 1-1 0,0-3-7 0,4-3-1 0,-3 3-5 15,1-3 1-15,6 0-7 0,-3 2 3 0,5-4-2 16,3-1-1-16,-4-3-5 0,4-2 0 16,0 2-3-16,-5-3-3 0,14 0-1 0,-12-4-1 0,5 1-1 15,-2-5-3-15,0 3 3 0,-4-3-5 0,4-4-1 16,-5-2 2-16,-1 2-4 0,-6-3-3 0,1 0 3 15,-4-4 0-15,2-1-1 0,-5 4-2 0,2-2 0 16,-5 1-4-16,-2 4 3 0,0-1-3 0,-5 1-2 16,2 4-11-16,-4-1-8 0,1 3-16 0,-4 3-14 15,5 4-17-15,-7 0-23 0,8 3-26 0,-8 3-46 16,7 1-20-16,9 1-51 0,-4-1-149 0,5 2-415 16,-2 2 184-16</inkml:trace>
  <inkml:trace contextRef="#ctx0" brushRef="#br0" timeOffset="-200699.25">13289 9263 143 0,'0'0'262'0,"20"7"3"0,-20-7-11 0,16 0-24 0,4-2-22 15,-2 2-19-15,-1 0-16 0,3 0-18 0,9-1-14 16,-1 1-16-16,-6 1-12 0,9-1-13 0,-2 0-3 16,0 2-18-16,1-1-5 0,-8 3-8 0,-2-3-7 15,-4-1-18-15,4 0-24 0,-8 0-33 0,-1 3-37 16,-3-3-39-16,-8 0-32 0,15-3-43 0,-15 3-49 15,0 0-139-15,9-5-382 0,-9 5 169 0</inkml:trace>
  <inkml:trace contextRef="#ctx0" brushRef="#br0" timeOffset="-200496.15">13479 9105 264 0,'0'0'267'0,"0"-8"-23"0,0 8-22 0,0 0-8 0,0 0-20 15,0 0-23-15,0 0-16 0,0 0-16 0,0 0-13 16,8 22-14-16,-8-10-10 0,2-2-9 16,5 5-12-16,-1 3-5 0,-1 3-7 0,-2 6-6 15,11 0-8-15,-8 3-2 0,8-2-3 0,-6 1-7 0,0 3-28 16,0-7-36-16,-1 2-53 0,6 0-50 0,2-5-30 16,-3 2-68-16,-2-7-148 0,1-4-399 0,2 1 177 15</inkml:trace>
  <inkml:trace contextRef="#ctx0" brushRef="#br0" timeOffset="-199996.2">14010 9063 68 0,'0'0'253'16,"0"0"-26"-16,4-8-26 0,-4 8-23 0,0 0-16 15,0 0-19-15,0 0-11 0,-5 20-16 0,1-11-12 0,4 8-8 16,0-4-11-16,4 5-4 0,-4 1-11 16,0 5-6-16,0 3-6 0,0-1-4 0,0 1-7 15,5 0-3-15,0-2-3 0,0-7-5 0,-4 1-4 16,3-2-8-16,0 0-8 0,1-2-3 0,0-1-11 0,0-6-3 16,2 3-1-16,-4-3-4 0,6-4 5 0,-3-1-4 15,6-2-2-15,-7 2 4 0,-5-3-2 0,23-4-3 16,-15 1 4-16,5 0 1 0,-6 0 1 0,6-3 3 15,-3 0-2-15,-3 4 3 0,3-2-1 0,1-2 3 16,-2 6-2-16,-1-3 0 0,-8 3-9 0,20 0 9 16,-14 2 1-16,-6-2-4 0,17 4 0 0,-9-1 1 15,1 5 0-15,4-4 0 0,-5 5-1 0,7-2 3 16,-3 1 1-16,2 4-3 0,1-6 3 0,2 6 0 16,-1-6 2-16,-7 0-2 0,1-3 6 0,1 2 9 15,1-5 18-15,-4 0 5 0,-8 0 4 0,23-4 5 16,-16 3 4-16,3-2-3 0,-4-6 10 0,3 0 5 15,-3 0-4-15,-2-3 3 0,-3-3-12 0,3-1 8 16,1 1 6-16,-5-4 8 0,-5 2-2 0,1-2 4 16,4-1-15-16,-1 2-9 0,-3-2-7 0,3-6-6 15,-6 7-16-15,7-4-30 0,0 4-24 0,0 2-65 16,0 0-22-16,0 3-41 0,0 2-41 0,0 3-59 0,0 3-185 16,0-2-477-16,0 8 211 0</inkml:trace>
  <inkml:trace contextRef="#ctx0" brushRef="#br0" timeOffset="-199621.25">14644 9519 98 0,'0'0'270'16,"0"0"-17"-16,0 0-17 0,-5 4-16 0,5-4-8 0,0 0-21 16,12 7-17-16,-12-7-20 0,15 4-14 15,-9-1-13-15,3-2-11 0,-3 4-14 0,4-1-13 16,-5 3-7-16,3-3-7 0,-3 2-11 0,0 0-9 0,0 1-3 16,0 1-2-16,-3-2-9 0,-2 2-4 0,3 1-3 15,-3-4-3-15,0 3 3 0,-3-2 13 16,3 5 12-16,-2-6-2 0,2 0-4 0,-5 1-8 15,4 3-1-15,-3-5-5 0,1 4-1 0,3-8-6 0,0 7 1 16,0-7-2-16,0 7-3 0,0-7-2 0,0 0 4 16,3 5 5-16,-3-5 7 0,12 0-7 0,-12 0-9 15,20-4 3-15,-7 3-4 0,4-1-10 0,-2-3-10 16,8 1-20-16,-10-4-30 0,2-2-33 0,10 3-36 16,-5-7-50-16,9-1-59 0,-7-1-48 0,1-6-197 15,0 0-505-15,0 1 225 0</inkml:trace>
  <inkml:trace contextRef="#ctx0" brushRef="#br0" timeOffset="-199371.26">15197 9153 112 0,'-8'-5'224'0,"8"5"-14"16,0 0 4-16,0 0-2 0,0 0-16 0,0 0-19 0,-23 8-14 15,18-4-8-15,3 4-11 0,-6-2-5 16,1 3-13-16,-1 3-6 0,1-2-13 0,-6 6-11 15,3 0-7-15,2 2-10 0,-4-3-7 0,-4 3-2 0,-1 1-9 16,2-1-7-16,-1 1-3 0,-1-2-5 0,2 0-4 16,5-2-6-16,-3 0-19 0,-2-1-18 0,7-1-23 15,-7 1-24-15,10-2-26 0,-3-5-27 0,1 1-28 16,5-1-17-16,1-2-22 0,1-5-30 0,0 0-157 16,0 0-382-16,0 0 169 0</inkml:trace>
  <inkml:trace contextRef="#ctx0" brushRef="#br0" timeOffset="-199168.16">14924 9279 13 0,'0'0'215'16,"0"-9"-17"-16,0 9-16 0,0 0-22 0,0-7-20 15,0 7-16-15,0 0-13 0,0 0-9 0,0 0-11 16,0 0-2-16,3 24-10 0,-1-16 2 0,5 2-8 0,-4 2-3 16,2 3-8-16,1 1 0 0,1-4-10 0,8 6-2 15,-5-5-6-15,1 3-8 0,1-1-4 16,0 1 2-16,-1-4 0 0,-1 3-3 0,0-11-5 15,-5 7-16-15,7-3-11 0,-7-4-14 0,3-1-22 0,-3-2-29 16,-5-1-20-16,6 4-21 0,-6-4-25 0,0 0-12 16,0 0-126-16,5-11-291 0,-5 11 130 0</inkml:trace>
  <inkml:trace contextRef="#ctx0" brushRef="#br0" timeOffset="-199011.93">15003 9420 183 0,'-14'-12'36'0,"-1"4"20"0,-2-1 29 16,10 4 25-16,-4-1 11 0,1-1 13 0,5 5 16 15,-3-1 9-15,1-4 6 0,4 5-1 0,3 2-1 16,-13-5-6-16,13 5-16 0,0 0-2 0,0 0-4 15,0 0-5-15,23-3-13 0,-23 3-12 0,21 0-12 16,-1 0-6-16,-3 0-9 0,6 1-7 0,-3-1-7 16,9 2-7-16,-7 1-7 0,4-3-9 0,-4 2-22 15,-2-1-44-15,3 0-51 0,-1-1-53 0,-3-1-64 16,-2 0-239-16,4-4-467 0,-12 3 208 0</inkml:trace>
  <inkml:trace contextRef="#ctx0" brushRef="#br0" timeOffset="-198652.59">15387 9174 268 0,'0'0'324'0,"0"-7"15"15,2 0-3-15,-2 7-5 0,10-13-5 0,-7 4-22 16,2 0-16-16,4-1-15 0,-6 0 2 0,5-5-23 15,-3 3-10-15,2-4-18 0,1 4-21 0,-1-4-18 16,-2 2-18-16,1 5-17 0,-3-3-14 0,2 3-11 16,2 0-16-16,-4 0-15 0,2-2-5 0,-3 6-10 15,3 0-12-15,-5 5-11 0,3-5-7 0,-1 1-12 16,-2 4-6-16,0 0-1 0,0 0-2 0,0 0-4 0,5 19-2 16,2-8-6-16,-6 1 4 0,-1 8 2 0,7-1-11 15,-7 5 1-15,0 2-3 0,6 1 6 16,-4 0-5-16,5-2-3 0,-7 2 0 0,5 3 1 15,-2-6-1-15,4 6-4 0,-4-6-16 0,-1 2-26 0,6 1-31 16,-7-10-24-16,-1 3-44 0,4-2-11 0,-4-2-42 16,0 4-30-16,-4-6-43 0,4 2-50 0,-8-7-58 15,7 3-253-15,-1-6-675 0,2-3 299 0</inkml:trace>
  <inkml:trace contextRef="#ctx0" brushRef="#br0" timeOffset="-197637.08">16172 9200 337 0,'0'0'408'0,"0"0"-10"0,0 0-34 0,0 0-17 15,0 0-19-15,0 0-21 0,0 0-22 0,0 0-21 16,0 0-24-16,0 0-22 0,8-8-27 0,-8 8-19 15,17-2-16-15,4 2-15 0,-4-4-16 0,9 1-10 16,11 3-15-16,6 0-14 0,1 0-14 0,1 3-40 16,1 1-30-16,1-2-39 0,-6-2-35 0,-4 0-39 15,1 2-38-15,-9-1-48 0,3-1-65 0,-1 0-44 16,-11 0-287-16,8-1-641 0,-8-1 283 0</inkml:trace>
  <inkml:trace contextRef="#ctx0" brushRef="#br0" timeOffset="-196668.43">17264 8942 171 0,'0'0'358'0,"0"-9"-17"0,0 9-18 0,-6-8-19 16,6 8-22-16,0 0-34 0,-2-6-27 16,2 6-26-16,0 0-19 0,0 0-21 0,0 0-15 15,-15 15-17-15,9-3-8 0,-6 0-15 0,7 6 0 0,-7 0-7 16,1 9-8-16,4 0-4 0,-4 2-4 0,4 2-9 16,-1-3-6-16,4 3-4 0,-2 0-4 0,-1-3-6 15,7 2-3-15,-1 4-5 0,1-7-2 0,1 0-1 16,6 0-1-16,-1 0-18 0,3-3 10 0,-1-5 0 15,0 1-20-15,1-5-24 0,5 2-24 0,-2-6-26 16,0 4-44-16,1-4-60 0,8-4-57 0,1-4-58 16,-6 4-272-16,4-7-604 0,2 0 267 0</inkml:trace>
  <inkml:trace contextRef="#ctx0" brushRef="#br0" timeOffset="-196434.08">17395 9195 244 0,'0'0'339'0,"0"0"-19"0,0 0-18 0,0 0-11 0,-8-3-17 16,8 3-14-16,0 0-28 0,0 0-19 0,16-6-24 16,-2 3-13-16,-3 3-21 0,7-1-14 0,-1-1-14 15,1 4-11-15,5-4-9 0,1 4-12 0,4-2-18 16,-4 0-18-16,0-2-33 0,-3 0-38 0,2 4-42 15,4-2-44-15,-2-2-39 0,-5 4-56 0,-4-7-58 16,-1 4-249-16,-3 0-542 0,-6-4 241 0</inkml:trace>
  <inkml:trace contextRef="#ctx0" brushRef="#br0" timeOffset="-196199.73">17816 9038 192 0,'0'0'247'0,"0"0"-2"0,0-8-12 16,0 8-13-16,1-3-19 0,-1 3-18 16,0 0-19-16,0 0-19 0,0 0-14 0,0 0-14 15,0 0-15-15,12 15-7 0,-11-6-8 0,1 2-8 0,1-3-9 16,-1 7-4-16,1 2-9 0,2 1-5 0,0 3-5 16,-1-2-4-16,4 7-4 0,-5 2 0 0,5-5-6 15,-1 3-19-15,-5-7-17 0,6 2-33 0,0-3-43 16,-1-2-46-16,-2-1-54 0,0 1-65 0,-2-8-129 15,5 0-404-15,-4-1 180 0</inkml:trace>
  <inkml:trace contextRef="#ctx0" brushRef="#br0" timeOffset="-195824.77">17978 8952 343 0,'0'0'356'0,"0"-10"-19"0,8 8-18 15,-8 2-15-15,12-7-10 0,-9 5-26 0,3-2-24 16,-6 4-26-16,15-2-13 0,-8 2-25 0,-7 0-27 15,23 3-16-15,-10 3-12 0,1 2-13 0,1 4-19 16,-2 1 6-16,3 2-18 0,-1 6-7 0,0 0-4 16,0 3 3-16,-3 2-21 0,-1-6 9 0,2 6-22 15,-3-2 0-15,-3 3-7 0,1-3 2 0,-1 3-6 16,-4 3-3-16,-3-12-3 0,0 3 1 0,0-2-26 16,-3-2-11-16,-2 1-26 0,-7-2-20 0,6 1-17 15,-8-4-25-15,3 3-22 0,-2-3-20 0,-1 1-37 16,0-6-38-16,-1 0-72 0,-2 3-241 0,1-7-574 0,4-4 254 15</inkml:trace>
  <inkml:trace contextRef="#ctx0" brushRef="#br0" timeOffset="-195401.4">18138 8481 139 0,'-6'-3'353'0,"6"3"-21"15,-7-3-22-15,7 3-27 0,-2-6-28 0,2 6-6 16,0 0-45-16,0 0-20 0,0 0-13 0,0 0-23 16,0 0-11-16,15 18-9 0,2-4-11 0,1 2-4 15,15 11-5-15,5 0 5 0,-1 3-22 0,-3 3-5 16,11 4-1-16,0 1 1 0,-6-2-8 0,3 6-11 16,-4-4-5-16,-2 6-3 0,2-2-6 0,-3 2-7 15,-5 2-7-15,-4 0-3 0,-7-1-8 0,0-1 1 16,-4 0-2-16,-8 2-4 0,1-1-5 0,-8 1-4 15,-6-3-4-15,-3 4 3 0,-12-4-19 0,-1 2-13 0,-7 3-22 16,-6-6-18-16,-20 12-25 0,10-12-10 16,-14 12-20-16,-6-2-27 0,14-17-34 0,-7-1-46 15,7-3-53-15,-2-3-237 0,-5 2-555 0,7-9 246 0</inkml:trace>
  <inkml:trace contextRef="#ctx0" brushRef="#br0" timeOffset="-194417.13">11256 8640 335 0,'-6'-8'344'0,"2"4"-24"0,1-3-20 16,1 0-22-16,2 7-33 0,-8-4-31 0,8 4-13 15,0 0-30-15,0 0-18 0,-13 18-9 0,6-2-20 16,-1 11-8-16,0 5 28 0,-6 11-15 0,8 6-6 16,-4 3 13-16,3 2-15 0,-6 22-6 0,1 1-1 15,9-20-8-15,-2 15-7 0,5-14-9 0,8 18-10 16,1-22 5-16,-1 2-17 0,17 17-2 0,-5-19-9 15,16 13 3-15,7-3-13 0,-3-14-23 0,18 9-37 16,16-12-47-16,-1-5-38 0,5-4-63 0,1-10-88 16,16-1-112-16,-11-7-251 0,10-13-662 0,4 0 294 15</inkml:trace>
  <inkml:trace contextRef="#ctx0" brushRef="#br0" timeOffset="-193544.73">18517 8122 300 0,'0'0'387'0,"0"0"-21"0,0-7-30 0,0 7-23 16,0 0-17-16,0 0-18 0,0 0-27 0,0 0-26 15,0 0-19-15,0 0-24 0,0 0-19 0,12-1-13 16,-12 1-7-16,0 0-31 0,23 10-5 0,-16-4-12 15,3-2-17-15,-4 7-2 0,2-5-10 0,-3 2-14 16,5 1 8-16,-3-2-17 0,0 4-6 0,-6-2-9 16,6-1 1-16,-7 2 1 0,0 0-10 0,0 1 7 15,0-3-4-15,-3 3-5 0,-1-2 5 0,3-2-3 0,-6 1-1 16,4-4 0-16,-1 4-5 0,3-2 11 0,1-6 3 16,-7 9 9-16,7-9 15 0,-2 6 20 15,2-6-4-15,0 0 2 0,2 6-6 0,-2-6-3 0,15 0-10 16,0 0-16-16,0-1-21 0,6 1-31 0,9-5-43 15,5 3-50-15,-5-2-45 0,4 1-57 0,-2 1-70 16,4-1-84-16,-4-1-296 0,11 3-716 0,-5-6 317 16</inkml:trace>
  <inkml:trace contextRef="#ctx0" brushRef="#br0" timeOffset="-193091.65">19505 8862 146 0,'0'0'361'0,"0"0"-14"0,0 0-11 15,0 0 0-15,0 0 0 0,0 0-8 0,0 0-7 16,0 0-9-16,0 0-15 0,0 0-19 0,0 0-19 16,0 0-28-16,0 0-29 0,0 0-12 0,0 0-19 15,42-10-19-15,-27 5-18 0,5 3-12 0,-1 1-10 0,5-1-18 16,-5 2-23-16,10 0-33 0,-8 0-45 16,1 0-44-16,1 0-50 0,-2 0-38 0,-1 3-45 15,-5 2-59-15,0-3-51 0,2 0-64 0,-4 3-276 0,-7 0-685 16,3-4 304-16</inkml:trace>
  <inkml:trace contextRef="#ctx0" brushRef="#br0" timeOffset="-192904.17">19548 9225 68 0,'0'4'326'0,"0"-4"15"0,0 0-3 0,0 0-29 15,15 3-30-15,-5-3-27 0,2 0-26 0,8 0-8 16,0-4-39-16,-2 4-12 0,3-3-15 0,-1 3-20 16,5 0-28-16,-3 0-33 0,6 0-53 0,-7 0-64 0,2 1-69 15,-3 2-72-15,0 0-66 0,-5-1-178 0,-2 1-464 16,0 1 205-16</inkml:trace>
  <inkml:trace contextRef="#ctx0" brushRef="#br0" timeOffset="-188658.23">20995 8787 201 0,'2'-6'386'0,"1"-2"-8"0,0-1 11 0,-3 9-22 0,0-8-14 15,0 4-26-15,0 4-31 0,5-7-26 0,-5 7-25 16,0 0-26-16,0 0-23 0,0 0-26 0,4-4-19 15,-4 4-15-15,0 0-11 0,0 0-18 0,0 0-9 16,-2 19-10-16,2-10-6 0,2 1-10 0,-2-2-9 16,0 4-5-16,0-3-3 0,-2 5-8 0,4 2-4 15,-2 0-3-15,0 1-7 0,0-2-9 0,1 0 5 0,-1 0-1 16,0 0-1-16,2 1-4 0,1-5-3 0,2 1-2 16,-5-1-2-16,3-4-13 0,2 5-5 15,-3-3-4-15,6-3-1 0,-1 3 0 0,-7-3-8 0,10 0 5 16,-5 0 1-16,10-1 1 0,-7-2 1 0,0-2 7 15,6-1-12-15,-1-1 5 0,2-2 3 0,0-2 3 16,-2-1 9-16,2-2-15 0,-2 1 6 0,4-2 1 16,-4-2 2-16,-2-1-5 0,4 4 7 0,-5-3 4 15,0 1 1 1,-2 0 7-16,4-2 3 0,-9 5 0 0,6-1 2 16,-4 0 1-16,-4 0-2 0,6 2-2 0,-2 3 4 15,-2-6-12-15,0 6-3 0,-3 3-6 0,0 0-8 0,5-5-1 0,-5 5 1 16,0 0 2-16,12 11 2 0,-5-7-7 0,-4 4-2 15,2-1-5-15,5 1 12 0,1 4-10 0,-2-1-1 16,1-1-6-16,-4-1-2 0,9 3 1 0,0-3 4 16,-7-3-10-16,2 2 1 0,0-3 7 0,3 2 2 15,-4-3 4-15,4-1-1 0,-3-3 2 0,1 0-1 16,3 0 1-16,-4-2 8 0,-2-2 5 0,0-1-4 0,0 1-2 16,1-7 5-16,-4 4 6 0,3-5-1 0,-3 0 2 15,-3 0 1-15,-1-6 3 0,-1 3-1 16,0-2-1-16,-1 0 1 0,-4 0-2 0,3-1 4 0,-3 0-5 15,2 2-9-15,-2 1-26 0,3-1-34 0,-5 1-19 16,6 5-37-16,1 2-43 0,-2 4-40 0,-3-1-70 16,5 5-70-16,0 0-272 0,0 0-666 0,0 0 296 15</inkml:trace>
  <inkml:trace contextRef="#ctx0" brushRef="#br0" timeOffset="-188267.65">21854 9146 109 0,'0'0'275'15,"17"-5"-20"-15,-17 5-9 0,10 3-16 0,-10-3-15 16,0 0-22-16,13 0-19 0,-13 0-18 0,3 3-13 16,-3-3-19-16,3 4-9 0,-3-4-14 0,10 4-10 15,-8 1-8-15,1 0-11 0,-3 1-7 0,7-2-5 16,-5 4-3-16,-2 1-9 0,0-3-3 0,1 3-2 0,-2 0 6 16,1 0 17-16,-2-5-1 0,-5 8-2 15,7-1-4-15,-3-2-3 0,1-3 0 0,1 2-4 16,-8-1 7-16,9-1-3 0,-1 1 5 0,1-7-11 0,-4 8 1 15,3-2-6-15,1-6-2 0,-8 8-3 0,8-8 3 16,0 0 14-16,0 0 8 0,8 7 5 0,-8-7-2 16,0 0-12-16,15 0-8 0,-15 0-20 0,21-10-11 15,-8 3-26-15,4 0-48 0,0 1-49 0,1-1-60 16,-2-4-68-16,9-9-86 0,-2 7-236 0,2-5-601 16,0-6 266-16</inkml:trace>
  <inkml:trace contextRef="#ctx0" brushRef="#br0" timeOffset="-188002.05">22283 8862 77 0,'0'0'401'0,"-13"-3"-17"15,13 3-1-15,0 0-28 0,0 0-17 0,0 0-27 16,0 0-15-16,0 0-23 0,0 0-25 0,0 0-23 16,0 0-26-16,33-9-21 0,-18 11-17 0,4-2-15 15,5-2-20-15,4 2-8 0,0 0-29 0,0 0-36 16,8 2-47-16,-6-2-59 0,5 1-54 0,-5 0-71 16,-7 2-76-16,7-3-92 0,-7 0-226 0,-3 0-619 15,-2 0 274-15</inkml:trace>
  <inkml:trace contextRef="#ctx0" brushRef="#br0" timeOffset="-187627.09">23268 8607 315 0,'0'0'419'0,"0"0"-22"0,0 0-27 0,0 0-27 0,0 0-35 16,-5-9-31-16,5 9-28 0,0 0-23 0,0 0-11 15,-30 9-32-15,25-2-11 0,-5 1-15 0,-3 2-13 0,-1 2-11 16,0 3-7-16,0 1-10 0,4 0-6 15,-5 8-15-15,9-5-4 0,-7 7-14 0,6-2 2 16,0 0-12-16,4-5-5 0,1 6-4 0,-1-5-8 0,3-3-1 16,0 7-3-16,3-4-5 0,-1 1-31 0,1-2-18 15,9-6-33-15,-5 4-32 0,2-5-34 0,5 3-41 16,-4-2-55-16,1-1-58 0,9-5-70 0,-3-3-305 16,6-1-688-16,-3-2 304 0</inkml:trace>
  <inkml:trace contextRef="#ctx0" brushRef="#br0" timeOffset="-187392.75">23426 8807 109 0,'-3'-9'385'0,"3"9"-17"0,0 0-7 0,0 0-9 0,-6-3-20 15,6 3-19-15,0 0-23 0,0 0-25 0,0 0-21 16,0 0-17-16,0 0-32 0,0 0-19 15,0 0-15-15,0 0-16 0,24 1-18 0,-9 1-23 0,-3-1-26 16,6 2-31-16,-3-2-41 0,5 3-56 0,-4-4-44 16,-1 3-55-16,0-2-49 0,-2 2-61 0,-6-3-59 15,8 0-219-15,0 0-580 0,-7 1 256 0</inkml:trace>
  <inkml:trace contextRef="#ctx0" brushRef="#br0" timeOffset="-187220.88">23721 8703 135 0,'0'0'216'0,"0"0"-13"0,7-5-7 0,-7 5-12 15,0 0-14-15,0 0-17 0,5 16-16 0,-4-10-12 16,6 3-12-16,-5-1-8 0,3 1-15 0,-5 5-5 0,1-6-7 16,-1 5-8-16,2-4-9 0,4 3-9 0,-6 3 2 15,0 3-7-15,2-3-9 0,-2 0-28 16,0 0-43-16,0 1-51 0,-2-5-58 0,4-2-203 0,-4 2-372 15,4-3 166-15</inkml:trace>
  <inkml:trace contextRef="#ctx0" brushRef="#br0" timeOffset="-186720.94">23920 8625 66 0,'0'0'277'0,"-2"-8"-4"0,2 8-5 0,0 0-11 0,-7-7-10 16,7 7-11-16,0 0-10 0,0 0-12 0,0 0-17 15,0 0-16-15,0 0-11 0,0 0-23 0,14-5-15 16,-14 5-12-16,0 0-9 0,15 8-7 0,-6-4 6 15,5 1-31-15,-6 5 6 0,5-1-21 0,-4 5-7 16,4-8 3-16,2 6-10 0,-4 2-8 0,1-1-4 16,-4 2-3-16,7 3 1 0,-10-5-4 0,3 4-7 15,-3 1-1-15,-1-1 14 0,2 0-19 0,-4 2-3 16,-2-3-5-16,0 2-2 0,-2-2 3 0,0 1 2 16,-6 1-8-16,3-2-10 0,-5 3-15 0,4-6-17 0,-6 2-23 15,4-1-26-15,-5-1-23 0,-2 1-36 16,1-2-44-16,0-5-57 0,2 1-69 0,4-4-167 15,-6 4-522-15,6-7 231 0</inkml:trace>
  <inkml:trace contextRef="#ctx0" brushRef="#br0" timeOffset="-186314.73">24052 8274 42 0,'0'0'371'0,"0"0"-18"0,0 0-28 15,0-9-28-15,0 9-30 0,0 0-28 0,0 0-26 16,0 0-17-16,0 0-24 0,0 0-12 15,27 15-17-15,-17-6 2 0,9 3 6 0,3 5-4 16,-1 2-7-16,6 1-5 0,1 0-8 0,8 9-6 0,-4 0-6 16,1-1-14-16,-2 2-9 0,4 1 4 0,-5 1-19 15,-7 2-11-15,5-2 9 0,-3 4-21 0,-5 0-10 16,-3-9 3-16,-11 4-5 0,2 0-10 0,7 9 8 16,-13 2-11-16,-2-11-1 0,-5 11-14 0,-7 5-17 15,-2-2-18-15,-8-5-24 0,-9 7-22 0,-3-9-25 16,-5 2-19-16,-3-1-23 0,-4-2-24 0,-7-3-31 15,2-3-43-15,-2-3-49 0,-8-5-53 0,-17 3-172 16,26-7-546-16,-10-9 242 0</inkml:trace>
  <inkml:trace contextRef="#ctx0" brushRef="#br0" timeOffset="-185611.68">20854 8418 143 0,'0'-10'394'0,"0"2"-11"0,0-1-16 16,-5 0-13-16,5 9-22 0,5-9-28 0,-10 5-28 16,5 4-30-16,0 0-31 0,0 0-22 0,0 0-24 0,0 0-18 15,-23 8-23-15,15 3 0 0,-4 1-4 16,-4 12 4-16,1 3 10 0,-7 11 20 0,-1 1 6 15,3 1-5-15,-3 2-8 0,-2 6-8 0,7 0-7 0,2 0-5 16,1 0-14-16,0 0-8 0,8 0-9 0,6 8-11 16,-4-9-8-16,13 2-3 0,7 2-8 0,6-6-6 15,9 3-5-15,5-5-5 0,11-4-6 0,20 10-6 16,6-3-21-16,0-9-44 0,4-7-56 0,11-3-61 16,0 0-53-16,1-4-45 0,-4-7-67 0,4-4-86 15,-23-6-406-15,17-6-862 0,-22 1 381 0</inkml:trace>
  <inkml:trace contextRef="#ctx0" brushRef="#br0" timeOffset="-184791.91">24244 8071 212 0,'0'0'288'0,"0"0"-17"16,0 0-13-16,0 0-25 0,0 0-26 0,5-7-15 15,-5 7-22-15,0 0-16 0,0 0-17 0,0 0-11 16,0 0-17-16,22 12-8 0,-16-9-12 0,2 4-6 15,1 2-11-15,-3-1-7 0,3 1-8 0,-1 0-6 16,-1 3 1-16,-2 2-6 0,3-1-4 0,-3-1 1 16,-2 0 4-16,0 0 7 0,-3-5-2 0,4 8 4 15,-4-6-1-15,-4-1 15 0,4 6 9 0,-5-6 11 16,4 0 12-16,-1 1 7 0,0-3 5 0,1-2 10 16,-4 3 10-16,5-2 7 0,0-5 11 0,-3 7 12 0,3-7 9 15,0 0 5-15,3 7 1 0,-3-7-3 0,8 1-15 16,-8-1-20-16,27 0-13 0,-1 0-14 15,-4-1-16-15,7-1-19 0,4 1-29 0,12-5-41 0,0 1-57 16,0 0-83-16,-11 2-76 16,-2-4-110-16,17 0-133 0,-17-3-373 0,11-1-891 15,-12-1 395-15</inkml:trace>
  <inkml:trace contextRef="#ctx0" brushRef="#br0" timeOffset="-160050.78">4778 12221 177 0,'2'-7'367'0,"4"0"-1"0,-6 2-4 0,8 2-9 0,-3-1-18 16,-5 4-30-16,2-8-27 0,-2 8-35 0,0 0-33 16,5-4-22-16,-5 4-29 0,0 0-14 0,0 0-15 15,0 0-12-15,3 18-9 0,2-2-10 0,-3 0-11 16,-2 4-7-16,0 6-8 0,5-2-9 0,-5 3-9 16,8 14 1-16,-6-13-5 0,-2 3-9 0,5 7-1 15,-5 2-1-15,6-6-4 0,-4-3-6 0,5-1 0 16,-1 0-1-16,-4 2-8 0,5-6 1 0,1 0-2 15,-3 1-20-15,-2-4-17 0,4-3-25 0,-1-5-19 16,-2 0-26-16,-1-6-25 0,4 3-34 0,-6 1-38 16,-1-6-45-16,5-1-51 0,-5-2-315 0,0-4-643 15,0 0 285-15</inkml:trace>
  <inkml:trace contextRef="#ctx0" brushRef="#br0" timeOffset="-159753.95">4353 12213 153 0,'-2'-7'365'0,"2"0"-2"0,0 7-11 16,-2-9-20-16,4 2-27 0,-2 7-35 0,2-9-28 15,4 6-27-15,2-1-13 0,9-4-27 0,1 0-12 16,12 2-20-16,5-1-21 0,9 0-2 0,1 0-16 15,1 3-14-15,-1 1-5 0,-2-5-9 0,4 5-7 16,2 6-10-16,-6-7-3 0,-6 4-6 0,-6 0-8 16,2 1-11-16,0-2-31 0,-5 1-23 0,-8 1-22 15,3-2-20-15,-6 2-24 0,0-1-23 0,-6 3-28 16,-1-3-29-16,-5 2-41 0,-5-2-42 0,13 0-262 16,-13 0-555-16,0 0 246 0</inkml:trace>
  <inkml:trace contextRef="#ctx0" brushRef="#br0" timeOffset="-159316.48">4947 12520 177 0,'0'-7'225'0,"0"7"-16"15,10-5-28-15,-4 2-15 0,-6 3-17 0,18 0-15 16,-4 3-13-16,2 2-16 0,1 5-6 0,6-1-7 16,-6 5-14-16,6-2-4 0,3 7-9 0,-4 1-6 15,-2 1-5-15,4 0-6 0,-4 0-6 0,-3 0-5 16,-2 3-3-16,-2-8-1 0,-1 6-8 0,-6-2-2 15,-1-3-1-15,-2 0 1 0,2-1-8 0,-3-3 37 16,-2-1 19-16,-2-1 33 0,2-2 28 0,-8-2 34 16,5 0 15-16,-2-1 36 0,0-5 11 0,5-1 17 15,-13 1 11-15,13-1 5 0,0 0-2 0,-19-7-11 16,13-1-18-16,-1-1-15 0,-3-4-24 0,10-5-17 0,0 3-21 16,0-5-21-16,0 0-14 0,9 2-34 15,-3-2-26-15,2 2-34 0,1 1-36 0,6 1-41 16,-2 2-50-16,3 2-47 0,-1 4-35 0,5 0-30 0,0 2-29 15,-3 1-28-15,4 5-25 0,-1 4-37 0,0 0-27 16,0-1-284-16,3 6-697 0,-7-2 310 16</inkml:trace>
  <inkml:trace contextRef="#ctx0" brushRef="#br0" timeOffset="-158550.95">5801 12706 73 0,'0'-12'233'0,"3"-4"4"0,-6 3 8 0,1 0 4 15,-3-1 5-15,-3 0-10 0,3 1-4 0,-3-4-5 16,1 5-11-16,-1 3-15 0,-1-7-20 0,1 9-14 16,0 0-22-16,-5-5-16 0,1 8-19 0,2 4-12 15,-3-4-14-15,-5 4-4 0,3 4-16 0,-5 0-5 16,3 7-9-16,-9-1-6 0,8 8-6 0,-10 1-5 16,6 1-2-16,1-2-8 0,6 6 10 0,-7 3-15 15,7-4-3-15,5 2-4 0,-1-3 2 0,-4 1-5 16,10-2-4-16,2 0-9 0,3-8-4 0,3 5 2 15,2-2 1-15,-2-4-4 0,10-1 7 0,6-2-6 0,4-2-1 16,-7-3 1-16,17-4 1 0,-9-3-5 16,7-2 4-16,0-2 4 0,-2-3-2 0,-1-3-3 15,0 1 3-15,-3-3 0 0,-5 1-1 0,3-6 4 16,-2 5-2-16,-11-2 6 0,2 5 4 0,-2-7 17 0,-5 6 19 16,3-2 3-16,-8 3 0 0,2 0 15 0,-2 2 2 15,-2 1-8-15,2-1-8 0,0 1-3 0,-8 3-9 16,8 0-10-16,0 6-10 0,-5-3 2 0,5 3-13 15,0 0 5-15,0 0-10 0,-22 7-19 0,19 1-3 16,-2 0-13-16,3 0-5 0,-4 7-8 0,6 2 3 16,0-7-1-16,0 7 17 0,-7-2-19 0,14 0 0 15,-7-1-1-15,1 3 3 0,4-7 3 0,-1-3-2 16,2 3 3-16,1-5 4 0,-2 1 6 0,5-5 0 16,1 2 3-16,-2-3 4 0,-9 0 0 0,19-4 13 15,-7 3-11-15,5-7 0 0,-1-4 11 0,-6 5 1 16,5-8-2-16,-2 3 3 0,-3-2 6 0,3 1-2 15,1-1-2-15,-8 1 7 0,4-1 10 0,-5 5 10 16,2-2 16-16,-4 4 0 0,2 2-4 0,-3-2-7 16,4 3 0-16,-4-1-14 0,-2 5-3 0,0 0-16 15,0 0 0-15,0 0 4 0,0 0 3 0,10 11-7 16,-7-4-3-16,0 0 1 0,-3 3-7 0,5 2 1 16,-1 0 0-16,1 1-2 0,1 1 0 0,-1-2 2 0,2-2-7 15,-2-2 6-15,0-1 3 0,3 5 0 16,-3-6-1-16,5-2 4 0,-3 1 16 0,-4 1-5 15,9-3-3-15,-12-3 7 0,0 0 3 0,19-11 9 0,-10 7 12 16,-6-2 11-16,2 1 8 0,8-10 16 0,-3 5 24 16,-5-7 21-16,3 12 4 0,1-9 11 0,-3 4-7 15,-4-1 1-15,5 0-1 0,-2 3-1 16,1-3-4-16,-3 3-3 0,1 4-15 0,-3-4-9 0,-1 8-14 16,7-7-9-16,-7 7-11 0,5-3-6 0,-5 3-5 15,0 0-3-15,18 7-7 0,-10-4-5 0,1 7-9 16,4-1-15-16,-3-1-15 0,2 4-19 0,2 0-18 15,0-1-35-15,1 1-30 0,-4 0-32 0,2-1-18 16,-1-1-19-16,-2-4-26 0,0-2-33 0,0 1-48 16,-2-2-51-16,0-1-336 0,2-2-734 0,-10 0 324 15</inkml:trace>
  <inkml:trace contextRef="#ctx0" brushRef="#br0" timeOffset="-158379.08">6206 12228 32 0,'-6'-9'336'0,"-3"-3"-32"0,1 6-28 0,3-1-27 16,3-1-27-16,-6 4-17 0,8-3-36 0,-5 4-33 0,5 3-35 15,0 0-23-15,0 0-27 0,0 0-37 0,0 0-48 16,0 0-75-16,20 11-65 0,-12-4-136 16,1-2-335-16,-6 2 149 0</inkml:trace>
  <inkml:trace contextRef="#ctx0" brushRef="#br0" timeOffset="-158035.37">6552 11901 67 0,'0'0'228'0,"0"0"-22"0,0 0-20 0,8 18-22 0,-8-9-14 15,5 9-13-15,-5 2-8 0,2 3-6 0,6 9-10 16,-3-2-9-16,-3 15-6 0,3 0-11 0,10-4-6 15,-12 3-7-15,10-2-8 0,1 2-6 0,-9-3-10 16,6-2-3-16,-3-6-4 0,1-4-3 0,-8-2-4 16,6 2-4-16,-2-4-4 0,-3-3-1 0,-2-3-2 15,0-2-2-15,-2-4 1 0,0-1 27 0,-1-2 24 0,0 2 20 16,-1-4 15-16,4-1 12 0,0 1 20 16,-1-4 13-16,1-4 10 0,-4 7 4 0,4-7 4 15,-3 7-1-15,3-7-6 0,3 6-13 0,-3-6-11 16,0 0-10-16,0 0-10 0,2 6-15 0,-2-6-14 0,15 4-9 15,2-4-8-15,9 5-20 0,2-2-16 0,4-2-36 16,4 2-28-16,0 2-29 0,9-2-42 16,-10-3-21-16,0 4-30 0,-1 1-35 0,-2-5-47 0,1 2-48 15,2-4-59-15,-5 2-265 0,-6-5-650 0,-2 0 288 16</inkml:trace>
  <inkml:trace contextRef="#ctx0" brushRef="#br0" timeOffset="-157430.92">7128 12537 191 0,'0'0'207'0,"-10"-2"-21"0,2-1-17 0,8 3-19 16,0 0-19-16,-13 10-6 0,8-6-13 0,0-1 0 15,2 5-7-15,1-6-8 0,2 12-7 0,-2-5-8 16,4 0-7-16,0 3-7 0,-2 1-6 0,3 3-6 16,5-3-7-16,-5 1-2 0,2 1-5 0,4-2-3 15,-6-3-3-15,2-1-9 0,2 1 0 0,-2-2-5 16,-4 0-4-16,6-5-7 0,-1 5 1 0,-4-6 5 15,-2-2-6-15,8 7-1 0,-8-7 0 0,0 0-5 0,0 0 1 16,15-11 0-16,-13 5 2 0,3-1 1 16,-3-4 1-16,-1 2 4 0,4 0 11 0,-3-1 16 15,3-5 16-15,-4 0 11 0,4 1 15 0,-1-3 8 16,1 5 6-16,-4-1-2 0,3-5 11 0,-3 9-11 0,6-5 1 16,-5 4-14-16,3 4-3 0,-4-3-11 15,6 2-9-15,-6 4-4 0,4-4-7 0,-3 2-14 16,-2 5 2-16,8-5-4 0,-8 5-15 0,0 0 2 0,22 10-11 15,-16-3-5-15,6-3-10 0,-2 2-7 0,-3 7-4 16,9-4-4-16,-6 9-5 0,2-4-5 0,-2 1-8 16,-2 0-8-16,0 2-6 0,2-1 6 0,-3 0-2 15,3 0-6-15,-5-3 2 0,3 2 2 16,-5-5 5-16,2-1 3 0,-5-1 3 0,3-4 3 16,1 6 7-16,-3-5 6 0,-1-5 3 0,0 7 4 0,0-7 7 0,0 0 8 0,0 0 13 0,0 0 15 15,0 0 11-15,5-26 8 0,-8 18 7 0,6-1 13 16,-3-2 5-16,2-5 5 0,1 0 17 0,2 1-14 15,4-3 2-15,-3 6 6 0,3-4 1 0,0 2-12 16,1-1 6-16,0 1-15 0,4-1 0 0,-8 0-8 16,4 3-1-16,0 5-4 0,0 1-3 0,-5-3-12 15,5 4 0-15,-4 2-14 0,8 2 0 0,-6 0 1 16,-8 1-10-16,15 5 1 0,-4 0 4 0,-1 2-6 16,-3 0-1-16,5 1-8 0,-1 6 4 0,-4-4 2 15,1 7-10-15,-1-2-5 0,-1-2-19 0,-4 4-17 16,3 1-25-16,-5-2-11 0,0 1-31 0,-5 0-24 0,5 0-36 15,-7-2-53-15,6-3-62 0,-6 3-293 16,-1-3-622-16,3-5 276 0</inkml:trace>
  <inkml:trace contextRef="#ctx0" brushRef="#br0" timeOffset="-154261.89">8282 12214 242 0,'1'-13'371'0,"4"-2"-2"15,-5 0-3-15,0 3 9 0,0 1-2 0,0 3 0 16,0 0-22-16,0 0-21 0,0 1-16 0,7 1-17 16,-7 6-24-16,0-7-26 0,0 7-26 0,0-7-28 15,0 7-29-15,0 0-17 0,0 0-13 0,0 0-13 16,-26 20-13-16,16-6-9 0,-2 2-13 0,-3 9-8 16,-8 10-7-16,3 1-3 0,-5 1-8 0,7 0-6 15,0 3-3-15,-2 1-7 0,3-5-2 0,3 3 2 0,2 1-13 16,4-1-1-16,3-7 0 0,13 5-7 0,-5-6 1 15,1-2-2-15,9-1-9 0,5 7-18 0,10-2-33 16,-3-12-27-16,-2 3-41 0,7-8-49 0,10 4-40 16,4-5-32-16,1-3-38 0,-12-6-38 0,2-2-46 15,-2 0-69-15,-1-8-268 0,-1 0-743 0,-5-4 329 16</inkml:trace>
  <inkml:trace contextRef="#ctx0" brushRef="#br0" timeOffset="-153791.66">8591 12342 17 0,'0'-6'286'0,"0"0"-17"0,0 6-28 0,0 0-24 16,-5-8-27-16,5 8-20 0,0 0-15 16,0 0-18-16,0 0-15 0,0 0-14 0,0 0-7 15,0 31-11-15,5-18-8 0,-5 2-11 0,2 3-5 0,3 2-6 16,-2-1-4-16,2 0-8 0,0 0-1 0,-3 0-7 15,6 6-2-15,-3-8-3 0,3 3-4 0,-1-4-3 16,-5-4-3-16,-2-3-4 0,8 1 1 0,-1-1-7 16,-7-1 7-16,1-5-3 0,-1-3 2 0,13 1-2 15,-13-1-4-15,15-4 1 0,-5-1-2 0,0-5 8 16,0 1 16-16,-2-3 14 0,6 3 15 0,-4-8 10 16,0 8 9-16,-2 1 8 0,0-6 3 0,0 8-1 15,-1-1-6-15,3-3-13 0,-7 8 0 0,5-5-7 16,-4 4-2-16,1-1-18 0,-5 4-5 0,10-3-4 15,-10 3-3-15,18 0-2 0,-8 3-13 0,-2 3 6 0,5-1-9 16,-6-2 21-16,8 7-23 0,0-1-7 0,1-1 1 16,-1 4 1-16,3-5-4 0,-3 1-5 15,8 2 9-15,-8 0-1 0,-1-2 1 0,9-2-11 0,-8 0 13 16,-7-2-10-16,7-4 6 0,0-3 1 0,0 2-6 16,-4-3 18-16,-2-4-13 0,0 2 12 0,-2 0-14 15,6-10-2-15,-11 8 3 0,6-10 2 0,-8 0-3 16,4 0-1-16,-8-3-9 0,3-6 12 0,-8-1 8 15,8 2-19-15,-11 2 18 0,7 4-18 0,2-2-24 16,-4 4-20-16,1-1-27 0,-1 4-38 0,0 0-38 16,-1 1-42-16,0 4-50 0,8 2-45 0,-4 2-293 15,-4 3-623-15,5-2 276 0</inkml:trace>
  <inkml:trace contextRef="#ctx0" brushRef="#br0" timeOffset="-153463.58">9268 12086 110 0,'0'0'310'0,"0"0"-35"16,2-4-27-16,-2 4-26 0,0 0-13 0,21 8-11 15,-12-2 6-15,6 0-9 0,0 5-4 0,4-3-28 16,5 9-14-16,-3 1-14 0,2 0-11 0,4 3-14 15,4 6-10-15,-11-6-16 0,10 12-1 0,-5-10-6 16,-2 12-11-16,-5-11-6 0,-3 2-9 0,2 1 8 16,-3 0-14-16,1 0 4 0,-8 1-15 0,6 1-3 15,-11-2-4-15,-2 1-4 0,-2-1-1 0,1-3-2 16,-4 3-1-16,-4-1-1 0,-6-2-3 0,5-8-9 16,1-1-17-16,-8 2-26 0,9-3-27 0,-2-6-30 15,5 4-32-15,-3-2-30 0,4-8-45 0,-1 8-59 16,-1-9-205-16,6-1-502 0,0 0 223 0</inkml:trace>
  <inkml:trace contextRef="#ctx0" brushRef="#br0" timeOffset="-153213.6">10136 12283 143 0,'0'0'368'0,"-4"-4"-21"0,4 4-9 0,0 0-14 16,0 0-28-16,4-11-26 0,-3 7-29 0,-1 4-17 15,15-3-28-15,-5 3-11 0,3-1-25 0,-1-3 0 16,4 4-31-16,8 4-13 0,-1-8-24 0,0 4-28 16,2 4-28-16,6-3-41 0,-1 2-40 0,-10-2-42 15,5 4-54-15,-5 5-52 0,-4-8-54 0,-3-1-249 16,1 3-536-16,-6-3 237 0</inkml:trace>
  <inkml:trace contextRef="#ctx0" brushRef="#br0" timeOffset="-153026.15">10137 12547 160 0,'-5'5'250'0,"-3"0"0"15,5-3 0-15,-1 6 12 0,3-2 13 0,1-6 15 0,0 0 3 16,8 6-15-16,4-3-18 0,4-3-24 15,1 2-25-15,6-4-17 0,8-3-22 0,-4 4-30 16,3-1-48-16,3 1-66 0,-2-2-67 0,-1 0-79 0,-10 2-85 16,6 1-345-16,-3-7-593 0,-4 5 263 0</inkml:trace>
  <inkml:trace contextRef="#ctx0" brushRef="#br0" timeOffset="-151254.78">11453 11440 98 0,'3'-28'380'0,"4"5"13"0,0-4-2 0,-6 8-24 16,3 3-1-16,-1-3-18 0,-3 3-11 0,5 5-23 15,-3-1-19-15,-2 7-30 0,0-2-32 0,0 0-28 16,0 7-30-16,0-9-21 0,0 9-17 0,0 0-11 15,0 23-14-15,0-4-9 0,3 8-10 0,2 3-11 16,-4 12-6-16,4 4-7 0,0 1-9 0,4 4-1 16,-3-2-19-16,-4 5-29 0,5-8-21 0,-4 0-38 0,2 2-31 15,3-9-31-15,-1 6-22 0,-7-5-24 0,6-1-29 16,-4-9-45-16,0 2-36 0,3-6-55 16,-4 1-305-16,1-7-677 0,-4-5 299 0</inkml:trace>
  <inkml:trace contextRef="#ctx0" brushRef="#br0" timeOffset="-150989.18">11000 12327 260 0,'0'0'301'0,"-10"4"-2"0,10-4-2 0,0 0 16 0,0 0 1 15,0 0 5-15,24 6-12 0,-7-4 0 16,18-2-20-16,11-2-22 0,9 1-30 0,28-1-20 16,6-1-20-16,10-1-22 0,-3-1-14 0,10 0-20 0,-3 3-14 15,-7-3-9-15,-4 1-12 0,-2 4-12 0,1 1-6 16,-7 1-13-16,-24-1-11 0,-4-1-30 0,-5 5-46 16,-1-3-50-16,-5 3-44 0,-12-1-47 0,-5 0-39 15,-1 3-64-15,-8-5-65 0,-2 5-338 0,-4-2-714 16,-6-2 316-16</inkml:trace>
  <inkml:trace contextRef="#ctx0" brushRef="#br0" timeOffset="-148127.68">11657 12864 405 0,'0'0'449'0,"-2"-8"17"0,-6 5 1 0,8 3-17 0,-5-4-7 15,5 4-5-15,-2-6-22 0,2 6-28 0,0 0-22 16,-5-9-22-16,5 9-25 0,0 0-24 0,0 0-25 16,0-9-27-16,0 9-24 0,0 0-16 0,0 0-29 15,0 0-25-15,0 0-11 0,10-1-23 0,-10 1-20 16,17 0-16-16,-17 0-18 0,21 1-16 0,-6-1-12 15,7 4-11-15,-6 4-8 0,6-7-8 0,-4 4-6 16,5 1-21-16,-3-2-11 0,0 1-8 0,-5-2-9 16,0 1-4-16,1 1-6 0,-4-2-9 0,-4 3-8 0,0-5-3 15,-1 2-4-15,-1 1-1 0,-6-4-12 16,7 5 7-16,-7-5 10 0,2 8 0 0,-4-2 14 16,2-6 2-16,-13 9 14 0,6-2 2 0,-1 2 8 0,-7 1 2 15,8-3 3-15,-4 1 8 0,4 0-3 0,-4 3-3 16,1-3 7-16,3 2 6 0,2-3-7 15,3 3 3-15,-1-1 4 0,0 1 4 0,9-1 1 0,1 7 5 16,6-5 2-16,2 2 2 0,5 2 0 0,3 2 0 16,5-4-1-16,1 1 0 0,-3-4 2 0,-1 2-1 15,3 0 4-15,-6-1-3 0,-3 0 5 0,0-6-2 16,0 5 2-16,-4-5-4 0,-6 5-2 0,7-1 4 16,-3-5-1-16,-4 0-1 0,-4 1 4 0,-4 1 12 15,-1-2 25-15,5 3 17 0,-6 1 14 0,-3-1 12 16,-2-5 3-16,-4 8 1 0,-10-3-5 0,-3-1-5 15,-5-3-7-15,-9 3-8 0,-6 4-2 0,-3-5-6 16,-1 0-7-16,-2-3-2 0,1 1-7 0,1-1-8 0,16 4-20 16,-2-5-23-16,6 2-30 0,1-3-38 15,3 0-42-15,8-3-54 0,0-1-57 0,7 1-57 16,-2 1-71-16,6-2-79 0,-1-3-339 0,9-2-847 0,1-2 375 16</inkml:trace>
  <inkml:trace contextRef="#ctx0" brushRef="#br0" timeOffset="-147102.15">13577 11073 147 0,'0'-5'284'0,"0"-2"-12"0,0-3-27 0,-2 2-22 16,0 1-14-16,-4-4-30 0,-1 8-16 15,-8-5-14-15,9 1-8 0,-9 2-7 0,-2 0-8 16,-3 3-3-16,-1-3-15 0,1 4-8 0,-3 1-11 0,0-2-3 0,-7 2-12 0,2 3-12 0,-2 1-3 16,2-3-4-16,0-1-9 0,1 6-4 0,-1 6-7 15,1-4 1-15,8-4-5 0,-1 7-3 0,-3-4-5 16,6 1-1-16,2-6-4 0,-1 12-2 0,6-10-2 15,0 3 0-15,1-2-3 0,3 3-2 0,-1-2 7 16,1 0-3-16,4 3-4 0,-1 1 1 0,3 0-5 0,3-3 4 16,-1 8 7-16,4 0 4 0,2 0 6 15,1 1-4-15,-3-1 1 0,9 9-9 0,-6-2 5 16,2-9-2-16,6 16-3 0,-4-2 1 0,2 0 4 0,0-2-5 16,1 14-2-16,-7-9-1 0,12 9 0 0,-6 4 0 15,0-4-6-15,0 3 2 0,-4-3-2 0,1 7-3 16,-1 1 2-16,3 0 1 0,-4-1-3 0,0 6 7 15,1-3-4-15,-3 0 34 0,-1 1-3 0,1 3-2 16,-3-1 4-16,4 2-6 0,-4 0 4 0,0 0-2 16,1-3-4-16,-3-1 2 0,6 2 5 0,-9-1 13 15,3-2 15-15,2 4 2 0,-5 0-2 0,7-4 3 16,-6 0-3-16,1 2-4 0,5-4 2 0,-7-1 7 16,0 1 1-16,6-1-6 0,-4-4 4 0,4-1-2 15,-6-1-2-15,7-2-2 0,-2 2 8 0,-2-8 0 16,-1-3-5-16,5-1 10 0,-1 0 3 0,-1-2-6 15,5 1-2-15,-3-4-2 0,1-6 3 0,4 1 12 0,-4 2 1 16,-3-1-2-16,6-5-3 0,-6-2 1 0,5-3 3 16,4 3 2-16,-8-9-4 0,9 6-6 15,0-9-4-15,2 0-9 0,2 0-6 0,5-1-12 0,5-7-24 16,-2 2-32-16,4 0-57 0,-3-8-79 0,11-5-96 16,-1-1-90-16,-2-4-94 0,-1-1-488 0,4-2-989 15,0-5 438-15</inkml:trace>
  <inkml:trace contextRef="#ctx0" brushRef="#br0" timeOffset="-145821.03">14614 11715 197 0,'-1'-8'355'0,"-1"0"-8"15,-4 1-5-15,6 0 5 0,-5 2-23 0,5 5-23 16,-2-7-29-16,2 7-30 0,-2-6-21 0,2 6-36 16,0 0-23-16,0 0-13 0,-13 13-31 0,5 1 4 15,3-2-15-15,3 3-7 0,-3 9-9 0,2-12-10 16,1 7-8-16,-1 5-17 0,3-5 5 0,0 1-8 16,3 5-7-16,2-5-3 0,-5-3-4 0,7 2-8 15,-4 0 11-15,4-3-8 0,-4-4-8 0,2 0-3 16,-3-2 1-16,6-2-1 0,-1 3-5 0,-7-6 14 15,6-2-13-15,-3 2-1 0,2-3 2 0,-5-2 0 16,17-2-3-16,-17 2 2 0,15-6-5 0,-10 4 0 16,5-2-7-16,-4 3 2 0,4-7 1 0,-5 4-5 0,5-3-2 15,0 4 4-15,-5 2-6 0,3-2 1 0,-8 3-5 16,20-3 10-16,-11 3-10 0,4 0-2 16,-2 6 2-16,-2-5 0 0,2 1 1 0,2 7-3 0,6 3-2 15,-3-5-9-15,1 7 14 0,-2-4 6 0,5 0-9 16,-4 3 5-16,2-1 2 0,-1-3-2 0,-1 0 3 15,-1 0-2-15,0-5 3 0,0 3-3 0,-3-2 4 16,-6 1 4-16,4-6 22 0,-10 0 13 0,15-3 0 16,-10 0 13-16,3-2-5 0,-4 1 8 0,-1-6 6 15,-1-2 4-15,4-1 1 0,-6-4-6 0,0 0-3 16,0-3-8-16,0 0-6 0,-5 2-4 0,5-2-4 16,-1-7-9-16,1 3-5 0,0 4-16 0,0 0-18 0,0 2-29 15,0 3-26-15,0 2-33 0,0-5-45 0,1 11-43 16,-1 0-41-16,0 7-50 0,5-9-52 15,-1 8-23-15,-4 1-38 0,0 0-219 0,0 0-655 0,14 13 290 16</inkml:trace>
  <inkml:trace contextRef="#ctx0" brushRef="#br0" timeOffset="-145571.06">15363 12120 137 0,'8'9'206'16,"-7"-6"-3"-16,1 3-9 0,-2-6-7 0,3 9 3 0,-1 0-16 16,5-2-18-16,-7 4-15 0,3-2-9 15,-1 0-14-15,-1 6-12 0,1-3-10 0,3-2-11 16,-3 7-4-16,-1-3-7 0,-1 2-9 0,2-5-5 0,-2 5-5 16,3-7-8-16,-3 9-1 0,2-6-4 0,-2-1-6 15,0 2-1-15,0-1-12 0,5-2-22 0,-3 1-34 16,4-2-20-16,-4-2-37 0,1 1-36 15,5-5-47-15,-1 1-197 0,1-4-399 0,1 0 177 0</inkml:trace>
  <inkml:trace contextRef="#ctx0" brushRef="#br0" timeOffset="-145352.33">15616 11966 216 0,'0'0'356'0,"0"0"-3"0,0-8-22 0,0 8-8 0,6-6-13 16,-6 6-26-16,12-9-26 0,3 9-30 15,1-4-25-15,1-1-17 0,6 3-16 0,-1-2-15 16,6 1-24-16,2 1-17 0,-2-1-36 0,-5-1-38 0,-2 3-54 16,3 1-51-16,-8 0-58 0,4 1-69 0,-5-1-73 15,0-1-249-15,5-1-555 0,-10 0 246 0</inkml:trace>
  <inkml:trace contextRef="#ctx0" brushRef="#br0" timeOffset="-144913.37">16122 11808 109 0,'0'0'280'0,"7"-5"-16"0,-7 5 0 0,13-1-10 16,-6 1-20-16,-7 0-23 0,20 1-20 0,-9 3-15 15,1-4-13-15,1 1-16 0,0 3-13 0,2 3-16 16,-2 0-12-16,1 2-7 0,-3 0-12 0,4 0-10 16,-3 2-7-16,-2-4-11 0,-4 2-3 0,3 3-7 0,-4-3-2 15,3 3-4-15,-8 0-7 0,0-2 30 0,-2 7 23 16,-4-2 21-16,1 3 10 0,-4-9-15 16,3 6 11-16,2-4-6 0,-1-1-5 0,-3 3-9 0,3-5-10 15,2 4-3-15,-4-5-13 0,6 0-12 0,-3 0 3 16,3 1-7-16,1-8-6 0,-7 10 11 0,14-7-3 15,-2 1 4-15,4-2-10 0,-2 0-7 0,16-2-10 16,-3 0-19-16,2-2-30 0,4-3-37 0,4-2-51 16,-2 4-41-16,2-7-44 0,0 1-64 0,-2-5-55 15,2-2-342-15,6-7-704 0,-1-1 311 0</inkml:trace>
  <inkml:trace contextRef="#ctx0" brushRef="#br0" timeOffset="-144663.4">16688 11544 32 0,'0'0'272'0,"0"0"-19"0,0 0-22 0,0 0 34 0,0 0 6 15,-13 12 3-15,16-1 3 0,4-6 6 0,-2 6-6 16,8 3-20-16,-4-4-17 0,4 7-16 0,3-3-9 16,4 4-21-16,3 1-18 0,-1 0-17 0,3 2-15 15,-4-2-13-15,6 4-16 0,-4 3-10 0,-7-1-10 16,6 2-10-16,-1 7-10 0,-12-7-19 0,-1 2-26 15,-3 0-39-15,-5 3-34 0,-15 6-35 0,-1 5-33 16,-11-6-36-16,-9 0-33 0,-1 4-32 0,-9-2-37 16,-2-4-23-16,0-4-25 0,2-3-226 0,-7-6-568 15,6 2 252-15</inkml:trace>
  <inkml:trace contextRef="#ctx0" brushRef="#br0" timeOffset="-144163.45">14379 11558 159 0,'2'-8'422'0,"-2"8"-33"0,0 0-48 15,0-9-36-15,0 9-30 0,0 0-21 0,0 0-3 0,-18 31 19 16,5-16 0-16,-2 11 4 0,-2 1-2 16,1 9-13-16,-4 3-13 0,5 2-18 0,-2 1-21 15,1 2-16-15,3 0-25 0,6 2-12 0,-1-2-20 0,4 5-9 16,8 1-13-16,4-8-10 0,0 4-9 0,7-2-7 15,8 2-17-15,7-11-29 0,6 3-40 0,3-6-50 16,10-3-72-16,6-4-67 0,16 4-65 0,8-5-62 16,4-12-73-16,-23-8-340 0,21 1-790 0,3-7 349 15</inkml:trace>
  <inkml:trace contextRef="#ctx0" brushRef="#br0" timeOffset="-143397.91">16846 11134 143 0,'0'-4'422'16,"0"4"-20"-16,0 0-16 0,-9-4-30 0,9 4-27 15,0 0-26-15,0 0-22 0,-1-7-20 0,1 7-30 16,0 0-23-16,0 0-21 0,0 0-19 0,0 0-14 16,0 0-15-16,20 11-10 0,-9-7-13 0,6 7-11 15,1-3-10-15,-2 0-7 0,-1 4-15 0,5-1-10 0,-5 0-3 16,0 1-8-16,0-4-5 0,0 7-6 16,-7-4-9-16,2 4-2 0,-7-5-3 0,6 4-4 15,-8-5 1-15,1-2-4 0,-4 5 2 0,2-4-2 0,-3-1 0 16,-4 1 3-16,4-1 9 0,-2 1-10 0,0-2 2 15,-2 0 5-15,7 0-4 0,0-6-2 0,-3 6-4 16,-2-3 1-16,5-3-4 0,0 0-15 0,0 6-13 16,0-6-5-16,8 7-13 0,6-4-26 0,2 1-64 15,14-3-62-15,0 2-70 0,5 0-70 0,11 1-102 16,-1-4-222-16,4 0-701 0,-6 0 310 0</inkml:trace>
  <inkml:trace contextRef="#ctx0" brushRef="#br0" timeOffset="-143116.68">17594 11911 24 0,'0'0'367'0,"-9"-6"10"0,9 6-19 15,0 0-33-15,-5-5-33 0,5 5-21 0,0 0-30 16,0 0-21-16,0 0-25 0,22-8-19 0,-14 7-21 16,14 1-9-16,-6 0-19 0,19 0-13 0,-5-2-14 15,6 2-8-15,-1 0-21 0,-3 0-24 0,-1 0-29 16,4 0-32-16,-7 2-34 0,-2-1-34 0,-6-1-44 16,-3-1-37-16,-2 1-44 0,-2-5-45 0,-2 0-219 0,-1 2-510 15,-5-1 226-15</inkml:trace>
  <inkml:trace contextRef="#ctx0" brushRef="#br0" timeOffset="-142944.83">17786 11727 191 0,'-5'-1'247'0,"5"1"-13"0,-12-4-3 16,12 4-15-16,0 0-26 0,0 0-18 0,-13 5-16 16,13-5-12-16,2 14-5 0,4-7-12 0,-4 5-10 15,-2 3-12-15,0 3-9 0,3 0-11 0,0 1-5 16,4 3-6-16,-2 3-6 0,-3-1-8 0,6 3-31 15,0 3-34-15,-4-2-60 0,4 1-73 0,-2-4-98 16,-1-5-151-16,2-1-418 0,1-1 186 0</inkml:trace>
  <inkml:trace contextRef="#ctx0" brushRef="#br0" timeOffset="-142601.12">18656 11431 163 0,'7'-7'427'0,"-7"-1"-14"16,2-2-19-16,3 4-6 0,-5 0-27 0,0 6-32 15,0-8-37-15,0 8-33 0,0 0-23 0,0 0-29 16,0 0-21-16,-29 18-5 0,16-2-13 0,-3 4-9 15,-1 3-14-15,-3 3-2 0,-3 11-13 0,-2 4-12 0,7-2-8 16,-4 1-8-16,6 1-7 0,1 1-11 16,2 4-5-16,1-4-8 0,1 0-4 0,7 0-8 15,1 7-4-15,3-10-6 0,7 5-6 0,1 0-1 0,5-3-8 16,2 1-23-16,2-3-33 0,1-10-32 0,8-1-39 16,-4-1-40-16,11 2-39 0,-8-10-53 0,3 1-57 15,0-5-63-15,3-3-70 0,-1-5-229 0,0-4-697 16,0 1 309-16</inkml:trace>
  <inkml:trace contextRef="#ctx0" brushRef="#br0" timeOffset="-142137.4">19047 11719 204 0,'0'0'235'0,"0"0"-19"0,-15 2-20 0,15-2-18 15,-10 8-19-15,5-1-13 0,3 3-9 0,-6-2-15 16,3 10-9-16,4-9-10 0,-8 6-8 0,6 1-9 0,1 2-4 16,2-1-10-16,0-2-4 0,0 1-8 15,0 2-5-15,5-6-7 0,-3 0-2 0,-2 0-2 16,8-2-6-16,-3-2-2 0,-3-3-4 0,6 2 0 0,-3 0-4 16,5-3-3-16,-3-4-1 0,-7 0-4 0,23-3 0 15,-12 0-2-15,3-2 0 0,2-3-4 0,-1-3 0 16,0 2 19-16,0-5 21 0,-2 2 15 0,-3 0 6 15,5 0-2-15,-2-1 10 0,0 6 3 0,-9-4 2 16,7 4 5-16,-6-1 8 0,-1 4-23 0,4-1-14 16,-5 1-11-16,-3 4-2 0,10-2-5 0,-10 2-7 15,10 6-7-15,-2 2 1 0,-3-1-6 0,2 2-4 16,3 4-2-16,5-1-3 0,-7 2 3 0,4-1-2 16,1 1-6-16,-2 1 6 0,3-6-1 0,1 3-3 15,-4-1 2-15,4-4-2 0,0 2-4 0,0-5 4 16,0-2-1-16,0-2 3 0,-4-2-4 0,-1 1 8 15,5-8-5-15,-3 3 4 0,-2-2 15 0,-2-4-12 0,0 2 1 16,-1-3-1-16,-6-3-1 0,3 1-10 0,-1-3 1 16,-3 2-2-16,-3-2-14 0,-1 0-14 15,4 3-36-15,-1-3-26 0,-3 1-34 0,1 10-47 0,1-5-58 16,-2 3-65-16,2 2-305 0,-3-1-636 0,2 4 281 16</inkml:trace>
  <inkml:trace contextRef="#ctx0" brushRef="#br0" timeOffset="-141903.05">19891 12140 101 0,'7'7'233'0,"-6"-1"-19"0,1 0 8 0,1 0-16 16,-1 1-23-16,0 0-14 0,1-3-18 0,-3 5-16 15,0-2-11-15,0 3-13 0,3 0-9 0,-3-3-8 0,-3 4-10 16,0 1-10-16,3-1-28 0,-2-1-45 0,2 2-44 16,-5-3-47-16,5 3-65 0,0-3-172 15,-2-4-355-15,2 4 157 0</inkml:trace>
  <inkml:trace contextRef="#ctx0" brushRef="#br0" timeOffset="-141668.72">20134 11817 32 0,'-3'-5'365'0,"3"5"24"0,-3-4 13 0,3 4-17 0,0 0-30 16,0 0-24-16,0 0-27 0,6-12-35 15,8 9-24-15,-4 1-24 0,6 1-24 0,6-1-19 16,6-2-19-16,2 4-18 0,-1 0-23 0,-1 0-22 0,11-1-33 15,4 1-34-15,-5 0-56 0,-4 0-44 0,-1 0-52 16,-1 1-60-16,-6-1-72 0,-4 4-96 0,-2-8-195 16,-4 1-590-16,3 2 262 0</inkml:trace>
  <inkml:trace contextRef="#ctx0" brushRef="#br0" timeOffset="-141262.49">20758 11572 42 0,'0'0'281'0,"0"0"-27"0,0 0-27 0,0 0-26 16,0 0-18-16,0 0-19 0,0 0-16 0,-15 18-15 16,12-9-10-16,-7 2-15 0,7 1-7 15,1 0-13-15,-4 3-7 0,-3 3-8 0,9 0-5 0,0 0-9 16,-6-2-6-16,6 6-4 0,3-7-2 0,0 4-4 15,-3-3-2-15,9 0-5 0,-3-3-4 0,3 2-3 16,2-3-1-16,-3-5-4 0,1 3-3 0,4-8-4 16,2 3-5-16,1-5-2 0,-2 0-2 0,5 0 1 15,-2-2 1-15,-2-3-4 0,3-2 3 0,-1-3-3 16,-2 1 2-16,-1 0 0 0,3-3 2 0,-4-3 15 16,2 1 25-16,-5 1 23 0,3 1 23 0,-4-3 20 15,-3 3 7-15,2 3 7 0,-3 0 16 0,5 0 4 0,-3 3-4 16,-7 2-8-16,3-4-21 0,2 4-5 15,-3 0-20-15,-2 4-16 0,0 0-24 0,0 0-17 16,0 0 5-16,0 0-9 0,5 11-17 0,0-3-20 0,-2-1-18 16,-3 3-27-16,0 1-24 0,2 5-24 0,3-2-24 15,-5 2-33-15,5 4-46 0,-2-5-43 0,4-1-64 16,-2 0-245-16,5 0-600 0,-5-3 265 0</inkml:trace>
  <inkml:trace contextRef="#ctx0" brushRef="#br0" timeOffset="-140950.03">21351 11428 340 0,'0'0'407'15,"0"0"-25"-15,0-7-33 0,0 7-37 0,0 0-18 0,0 0-36 16,0 0-28-16,0 0-19 0,0 0-21 15,30 15-16-15,-15-4-19 0,3 2-11 0,5 2-9 0,0 6-21 16,-1-3-11-16,7 3-13 0,-9 0-8 0,5 0-6 16,-5 1-12-16,-3 1-7 0,-1 3 0 0,-3-1-10 15,2 2-4-15,-8-1-6 0,3 1-12 0,-5 0-6 16,3 0-3-16,-8 3-11 0,2-3-18 0,-4 0-4 16,-6-3-14-16,3 1-12 0,-7 1-16 0,-3 1-20 15,-3-4-24-15,-3 3-23 0,-4-1-23 0,-5 0-28 16,7-6-33-16,-5-6-37 0,6-1-69 0,-1-3-159 15,0 2-514-15,5-8 228 0</inkml:trace>
  <inkml:trace contextRef="#ctx0" brushRef="#br0" timeOffset="-140590.72">21669 11090 159 0,'0'0'353'0,"-10"-2"-29"16,10 2-31-16,0 0-28 0,0 0-21 0,0 0-4 0,0 0-12 16,0 0-8-16,30 7-18 0,-21-4-7 15,8 4-13-15,-2 0-7 0,0 3-14 0,-5-2-16 16,5-1-2-16,0 2-33 0,-1 2-5 0,1 0-12 0,-1-3-6 15,-8 0-10-15,2 1-14 0,1 0 3 0,-3 4-8 16,-4-2-14-16,-2 1 2 0,0-1-8 0,0 2-1 16,0-6-5-16,0 7-4 0,-2-1-4 0,-4-1-3 15,4-2 6-15,-3 0-7 0,-3-1 1 0,6 0-11 16,2 0 4-16,-5-2 0 0,5-2 14 0,0 2-22 16,0 1 8-16,0-1 0 0,7-2 3 0,8 1-5 15,0 0 4-15,3 0-22 0,7-2-33 0,-2 1-46 16,8-1-55-16,1-2-65 0,-2-1-92 0,3-1-354 15,-4-3-703-15,0-1 311 0</inkml:trace>
  <inkml:trace contextRef="#ctx0" brushRef="#br0" timeOffset="-139781.83">19904 12120 225 0,'0'0'279'0,"0"0"6"0,0 0 4 16,0 0-7-16,0 0 0 0,2-3 18 16,-2 3 3-16,0 0-6 0,0 0-10 0,0 0-12 0,0 0-16 15,0 0-21-15,0 0-20 0,0 0-21 0,0 0-20 16,0 0-19-16,0 0-24 0,0 0-3 0,0 0-23 16,0 0-9-16,-2 15-11 0,2-15-10 0,0 13-6 15,0-2-8-15,-3 0-4 0,3 1-6 0,0 3-7 16,3 1-3-16,-1 2-1 0,-2-3-5 0,5 5 5 15,0 0-23 1,0 0-21-16,0-1-30 0,3 1-26 0,-1-4-53 16,4-1-53-16,-4 4-61 0,5-4-72 0,-4-7-92 15,-2 4-313-15,-2-4-760 0,4-1 337 0</inkml:trace>
  <inkml:trace contextRef="#ctx0" brushRef="#br0" timeOffset="-138969.41">22399 11859 340 0,'0'0'422'0,"-5"-5"9"16,5 5-31-16,0 0-29 0,-9-4-28 0,9 4-30 16,0 0-34-16,0 0-28 0,0 0-25 0,19-11-21 15,-1 11-22-15,0-1-21 0,13 1-15 0,4-1-17 16,15 2-21-16,-5-1-24 0,-1 1-27 0,-1 4-35 16,4-5-24-16,-3 2-41 0,-7-2-32 0,-4 0-27 15,-2 4-32-15,-9-4-30 0,-6 3-29 0,-2-2-32 16,0-2-30-16,0 2-34 0,-14-1-213 0,0 0-543 15,3-2 240-15</inkml:trace>
  <inkml:trace contextRef="#ctx0" brushRef="#br0" timeOffset="-138766.3">22639 11764 234 0,'-2'-4'259'0,"2"4"16"16,-7-7 10-16,7 7 16 0,-6-7 4 0,6 7-15 15,-2-1-13-15,2 1-20 0,-3-9-18 0,3 9-27 16,0 0-24-16,0 0-22 0,0 0-14 0,0 0-19 15,0 0-13-15,0 0-18 0,13 20-7 0,-8-12-11 16,0 8-10-16,0 0-5 0,2-1 6 0,1 3-41 16,0 0-30-16,-1 1-36 0,3 6-32 0,1-3-15 15,2 4-41-15,-4-3-55 0,6 1-60 0,0-7-51 16,-4 4-255-16,-1-5-584 0,3-5 259 0</inkml:trace>
  <inkml:trace contextRef="#ctx0" brushRef="#br0" timeOffset="-138438.22">23625 11364 175 0,'5'-6'385'0,"-5"3"-9"0,2-5-31 15,-2 8-27-15,0 0-35 0,0-9-30 0,0 9-25 16,0 0-21-16,0 0-27 0,0 0-15 0,0 0-17 16,-30 21-7-16,22-7-14 0,-6 4-4 0,-5 4-3 15,4 5-5-15,-9 12-10 0,8-1-4 0,1 3 6 0,-2 0-5 16,4-2-12-16,2 3-5 0,2 0-9 0,3 2-4 16,4 1-7-16,4-3 4 0,4 1-12 15,3 1-4-15,2-5-4 0,4-2-15 0,8-2 4 0,-6 1-5 16,4-10-21-16,9 6-40 0,-2-10-31 0,2-3-32 15,-3-3-54-15,4 1-53 0,-1-7-55 0,1-2-57 16,-1 1-316-16,0-2-678 0,-4-8 300 0</inkml:trace>
  <inkml:trace contextRef="#ctx0" brushRef="#br0" timeOffset="-137953.89">24160 11535 185 0,'0'0'203'0,"0"0"-24"15,-20 15-9-15,13-7 2 0,6 1-9 0,-4 3-16 0,1-4-14 16,-1 9-13-16,4 1-11 0,-1 0-13 0,-1 0-4 16,1 0-10-16,2 1-5 0,0 4-9 15,2-5-8-15,1 0-2 0,-1 3-7 0,4-6-4 0,-2 2-7 16,1-4-1-16,-4-3-8 0,7-1 0 0,1-1-8 15,1-1 0-15,-2 1-4 0,2-6-3 0,5 0-2 16,0-3-4-16,-2 1-2 0,8-3-1 0,-4-5-2 16,3 4 0-16,1-2-2 0,-4-3 2 0,4 0-1 15,-1 2 3-15,-5-1 4 0,2 4 9 0,-4-3 27 16,-3 0 27-16,-2 4 1 0,5-3-7 0,-6 3-8 16,3-2-6-16,0 4-8 0,-2 1-5 0,-8 0-5 15,15 1-1-15,-10 6-8 0,2 0-1 0,1 1-6 16,5 1 2-16,0 1-2 0,-6 2-1 0,8 1-3 15,0-1-2-15,1 0 3 0,-1 3-4 0,2-3-2 16,-1-1 3-16,-1-2 6 0,-5-3-8 0,5 0 1 16,-5 0 10-16,2-3 13 0,-1-3 5 0,-2 0-1 0,-9 0-10 15,23-7 8-15,-15 0-5 0,0 0 6 0,-1-1 0 16,1-4 4-16,-1-1-5 0,-6-2 2 16,3-3-11-16,-4 1 8 0,3-2-2 0,-3-1-6 0,0 1-5 15,-3-7 0-15,1 6-5 0,0-6-5 0,1 9-19 16,-1-1-8-16,0 2-37 0,2 5-34 0,-6-1-48 15,4 3-54-15,-1 2-72 0,1 3-285 0,2 4-588 16,0 0 260-16</inkml:trace>
  <inkml:trace contextRef="#ctx0" brushRef="#br0" timeOffset="-137563.22">25007 11952 182 0,'0'0'258'0,"13"-2"5"16,-13 2-16-16,0 0-13 0,14 5-11 0,-11-2-11 15,5-2-16-15,-1 6-15 0,3-4-15 0,-4 4-20 16,6 3-13-16,-2-7-7 0,-3 5-18 0,2-2-13 15,0 4-9-15,-3-3-15 0,1 3-3 0,-2-1-3 16,3-1-7-16,-4 0-6 0,-3 0-6 0,1 3-9 16,-1-6 3-16,-2 3-4 0,1 1-6 0,0 0-2 15,-2 0 0-15,1-2 3 0,-1 3-9 0,0-5 0 16,1 0-6-16,-3 1 2 0,4-6-6 0,-5 9 2 16,5-5 0-16,0-4-1 0,0 0 0 0,0 0 3 0,2 8 1 15,-2-8-5-15,0 0 3 0,0 0-10 0,23-1-26 16,-10-3-43-16,4 1-46 0,-1 2-54 15,11-10-67-15,1 4-70 0,4-5-160 0,-3 0-500 0,8-8 222 16</inkml:trace>
  <inkml:trace contextRef="#ctx0" brushRef="#br0" timeOffset="-137360.12">25611 11807 300 0,'0'0'334'15,"0"0"19"-15,-5 0 5 0,5 0-14 0,0 0-45 16,0 0-23-16,0 0-25 0,0 0-27 0,22-11-24 16,-14 11-21-16,12 0-20 0,-5 0-18 0,5 0-37 0,-2 0-34 15,3 0-39-15,8 2-42 0,-6 0-42 16,-2 0-44-16,9 3-44 0,-7-5-56 0,9 0-53 16,-4-4-229-16,-5 4-520 0,3-1 231 0</inkml:trace>
  <inkml:trace contextRef="#ctx0" brushRef="#br0" timeOffset="-137078.89">26399 11496 211 0,'0'-7'352'0,"0"7"-14"15,0 0-20-15,-2-7-23 0,2 7-30 0,-5-3-20 16,5 3-16-16,0 0-19 0,-16 2-7 0,16-2-12 15,-13 6-13-15,-1-3-15 0,6 4-15 0,-5 2-14 16,3 1-15-16,-5 3-10 0,0-1-13 0,4 5-11 0,-1 0-5 16,0 5-5-16,-2 0-9 0,4 0-1 15,0 2-9-15,5 3 1 0,-4-1-7 0,8 1-10 16,2 0 13-16,1-3-16 0,5 0-14 0,1 0 8 0,2-4-20 16,0 0-22-16,8 1-28 0,-5-6-28 0,12 0-19 15,-5 0-41-15,3-6-47 0,-3 1-49 0,2-9-57 16,2 2-49-16,-4-2-205 0,0-2-577 0,8 1 257 15</inkml:trace>
  <inkml:trace contextRef="#ctx0" brushRef="#br0" timeOffset="-136860.16">26687 11702 22 0,'0'0'284'0,"-7"-3"6"0,7 3-15 16,0 0-14-16,0 0-6 0,-14-5-11 0,14 5-8 15,0 0-9-15,0 0-27 0,0 0-5 0,0 0 1 16,0 0-20-16,0 0-8 0,0 0-17 0,0 0-9 0,0 0-21 16,34 8-8-16,-17-7-20 0,-2 2-10 15,5-3-16-15,0 0-31 0,-1 1-40 0,1-1-39 16,-2 0-34-16,2 0-44 0,-1-1-49 0,0 1-49 0,-7-3-46 16,5 0-225-16,-4-2-530 0,3 1 235 0</inkml:trace>
  <inkml:trace contextRef="#ctx0" brushRef="#br0" timeOffset="-136703.93">27035 11631 19 0,'6'-5'134'0,"-6"5"17"16,0 0 18-16,0 0 27 0,0-7 7 0,0 7-6 16,0 0-2-16,0 0-9 0,0 0-9 0,4-5-14 15,-4 5-18-15,0 0-15 0,0 0-19 0,0 0-7 16,0 0-7-16,5 19-11 0,0-12-8 0,-4 2-6 16,-1 6-10-16,4 0-1 0,-3 0-3 0,-1 3-9 15,8-1-6-15,-6 0-21 0,-2 1-31 0,0-1-38 16,3 4-48-16,-1-6-51 0,-2 2-61 0,0-7-194 15,8-1-435-15,-6 2 193 0</inkml:trace>
  <inkml:trace contextRef="#ctx0" brushRef="#br0" timeOffset="-136282.1">27164 11440 333 0,'-7'-1'393'0,"7"1"-22"0,0 0-36 0,0 0-31 16,0 0-26-16,-3-6-29 0,3 6-26 0,0 0-16 0,0 0-23 15,16 19-1-15,-4-8-11 0,3 5-18 16,-2-2-10-16,2 2-1 0,8 6-22 0,-5 3-16 16,2-6-6-16,7 1-16 0,-7-2-6 0,1 3 2 0,-1-2-17 15,0 1-3-15,-7-5 0 0,-3 0-19 16,3 1-6-16,-4-1-18 0,2-1-22 0,-8 2-23 15,2-4-14-15,-5 2-14 0,-5 3-13 0,-4-1-20 0,4-1-23 16,-10-1-22-16,-7 5-30 0,-1 1-39 0,1-3-11 16,-2 2-28-16,-3-4-51 0,4 1-181 0,3-5-512 15,5 2 227-15</inkml:trace>
  <inkml:trace contextRef="#ctx0" brushRef="#br0" timeOffset="-135938.39">27414 11083 157 0,'0'0'325'0,"10"-7"-13"0,-10 7-23 15,15 3-10-15,-1 1-14 0,6 4-17 0,5 4-5 16,0-1-13-16,3 7-3 0,4-4-18 0,6 6-2 16,-7 2-15-16,7 2-14 0,-1 2-16 0,-3 0-17 15,1-1-18-15,-12-3-7 0,7 10-14 0,0-2-17 16,-2 3-1-16,-7 1-11 0,3 4-8 0,-8 1-7 16,-1 0-6-16,0 3-5 0,-10 0-7 0,-5 6-5 15,-5-2-6-15,-3 0-2 0,-6 4-1 0,-2-2 2 16,-4-1-8-16,-1-2-26 0,-4 5-29 0,2-3-28 15,-4-1-30-15,-3 1-34 0,-1 0-36 0,3-5-46 16,0-3-47-16,-1-5-58 0,13-10-276 0,1-10-636 0,7-1 282 16</inkml:trace>
  <inkml:trace contextRef="#ctx0" brushRef="#br0" timeOffset="-135500.93">27887 10870 143 0,'-7'-4'378'0,"4"-2"-20"0,0 1-20 0,0-3-9 0,3 8-17 16,-7-8-22-16,4 5-30 0,3 3-18 0,0 0-29 16,0 0-22-16,0 0-22 0,0 0-16 0,0 0-17 15,33 18-11-15,-18-7-13 0,1 3-12 0,2 1-14 16,1 4-3-16,2 1-11 0,-1 0-12 0,-10-2-8 16,0 0-3-16,6 3-5 0,-6-6-11 0,-5 3 3 15,-3-1-7-15,5-7 0 0,-6 3-7 0,-1-1 4 16,2-4-5-16,-4 1-1 0,2-2 3 0,0 0-4 15,0-1-4-15,0-6 1 0,0 9 3 0,0-9 3 16,-1 5 1-16,1-5-3 0,1 7-6 0,-1-7 4 16,0 0 1-16,0 6-3 0,0-6 3 0,0 0-20 0,15-2-14 15,-15 2-32-15,35-3-36 0,-15 2-44 0,11-3-45 16,1 1-47-16,1 2-62 0,13-12-79 16,0 0-216-16,-1-1-622 0,6-6 276 0</inkml:trace>
  <inkml:trace contextRef="#ctx0" brushRef="#br0" timeOffset="-134659.03">28294 10371 36 0,'-5'-6'403'16,"2"0"-15"-16,-2-2-25 0,3 4-25 0,-1-7-6 0,-2 4-16 16,3 1-6-16,-1-1-12 0,0 0-27 0,3 7-21 15,0-12-27-15,3 8-19 0,0-2-20 0,2-3-19 16,-5 9-25-16,15-3-17 0,-3 2-9 0,1 1-14 16,10 0-15-16,-5 1-6 0,2 2-13 0,0 3-10 15,3-1-3-15,-1 2-6 0,-1-1-9 0,-7-2-2 16,1 6-3-16,1-2-5 0,4 0-5 0,-10 4-5 0,1-5 0 15,-2 5-8 1,1 0 1-16,-7-2 0 0,5 4-3 0,-4 0-2 16,-1 2 1-16,-1 3-10 0,4 6 9 0,-6-7-3 15,3 5 3-15,1 4-3 0,-4 0 1 0,1 1 0 0,-1 1-1 0,0-1 0 16,0 3 10-16,0 12-9 0,0 0-5 0,0-12-4 16,0 1 3-16,7 13 0 0,-5-14 2 0,3 11 1 15,-5 2-1-15,1 1 3 0,1-2-3 0,-2 0-2 16,0-1 0-16,7-2 1 0,-2 1 1 0,-2 1 0 15,-3-2 0-15,-3-1 1 0,3 3-3 0,-4-12-1 16,3 10 4-16,-3-8-10 0,4 10 8 0,-3-12 1 16,3 1 1-16,-2 0 2 0,2 0-4 0,0-3 2 15,2 6-2-15,-2-2 9 0,0-2-7 0,3 1 1 0,1-3-8 16,-8 1-2-16,4-4 10 0,4 2 0 0,-4 3-3 16,1-9 2-16,-2 5-2 0,-3-4 2 15,1-4-3-15,1 8 2 0,2-8-3 0,-5 2 5 0,4-4 1 16,-6 2 0-16,5-4 7 0,1 4 2 0,-3-2 0 15,1-3-3-15,-3 2 1 0,4 0 4 0,-3-1-5 16,3-1 0-16,-1 2 2 0,3-3-1 0,-5-3 1 16,3 1-4-16,4-1-1 0,-5 2-3 0,1 0 2 15,0-3-6-15,-1 3 3 0,0-2 4 0,1 3-12 16,2-5 12-16,-2 4 3 0,2-3-8 0,0 0 2 16,0 0 0-16,0-1 1 0,0 1 0 0,0 1 6 15,2-3-10-15,-2 2 6 0,2-4-2 0,-2 3-3 16,0-7 1-16,-2 11 0 0,2-5 1 0,0-6-2 15,0 12-1-15,0-5 1 0,0-7 2 0,2 8-3 16,-2-4-2-16,6 6 3 0,-6-5 2 0,0-5 1 16,0 10-4-16,2-8 2 0,-2 9-1 0,0-4 5 0,2-2-3 15,-1-2-2-15,1 5 0 0,0-3-2 0,-2 1-1 16,3 1 0-16,0-2 7 0,-3-5-4 16,2 9-2-16,-2-2 1 0,0-7 1 0,0 7-2 0,0-7 13 15,-2 9 16-15,2-3 1 0,-6-1 3 0,2 1 5 16,3-1 3-16,-3 0 1 0,-2 1-3 0,1 0-7 15,-3 1 3-15,1 1-2 0,-1-1-4 0,-2 5-5 16,-4 0-1-16,-2-1-28 0,-2 1-42 0,-4 3-63 16,-3 1-63-16,-3-1-62 0,-8 7-58 0,-9-3-94 15,-6-4-381-15,3-3-833 0,-5-6 369 0</inkml:trace>
  <inkml:trace contextRef="#ctx0" brushRef="#br0" timeOffset="-128914.18">15520 13146 219 0,'0'0'324'0,"0"0"-9"0,0 0-19 0,-7-3-24 16,7 3-23-16,0 0-26 0,0 0-27 0,0 0-18 16,0 0-20-16,0 0-12 0,-1 19-17 0,1-8-5 15,1 2-10-15,2 2-9 0,1 5-5 0,-4-1-7 16,6 8-3-16,-6 2-16 0,2 1-5 0,3 2-4 16,-3 8-8-16,-4 2-7 0,4 1 3 0,-9 0-14 15,5 0 1-15,2-12 0 0,0 8-8 0,0 2-4 16,-6-8-1-16,6-3 10 0,-4-2-18 0,4-1 7 15,0-1-6-15,-3 2-2 0,6-8-3 0,-6-2-9 16,3-3-24-16,0 0-35 0,3-3-26 0,-3 0-31 16,0-3-35-16,0 0-29 0,0-3-47 0,0-6-75 0,0 0-196 15,0 0-533-15,0 0 236 0</inkml:trace>
  <inkml:trace contextRef="#ctx0" brushRef="#br0" timeOffset="-128117.39">15470 13078 174 0,'0'0'172'0,"0"0"-16"0,0 0 3 0,0 0-15 15,-2 23-11-15,-1-12-6 0,3-3-3 0,-6 3-8 16,4 1-8-16,-1 3-7 0,-1 0-10 0,-2 0 0 15,1 2-4-15,-2-6 2 0,-1 6-5 0,1-5-1 16,-3 3-5-16,2 0-5 0,-2-4 0 0,0-3-4 16,5 3 0-16,0-7 5 0,-3 3 9 0,5 0 14 15,-2-4 14-15,5-3 23 0,0 0 24 0,-10 3-6 16,10-3-16-16,0 0-11 0,-5-13-10 0,5 3-10 16,5 1-9-16,1-6-12 0,1-1-8 0,-2-2-5 15,6 2-6-15,1-8-8 0,-2 5-8 0,3 0 2 16,-3-1 14-16,-3 2 8 0,4 4 12 0,-4 0 1 0,1 3-1 15,-3 3-8-15,-1-1-2 0,-1-2-10 0,3 10-8 16,-4-6-10-16,0 3-15 0,-1-2-1 16,-1 6-5-16,0 0-3 0,15 0-2 0,-5 7-2 0,-5-2-2 15,5 2-3-15,3 8-1 0,1-4 0 0,2 5 0 16,7 1-3-16,-1 2-3 0,-1 3-4 0,6-7-2 16,-9 4 1-16,9-3-12 0,-8 3-2 0,-2-6 1 15,0 1-6-15,-3-1 1 0,1-2-4 0,2 0-1 16,-6-3 4-16,-6-2-14 0,5 4 13 0,-3-5 5 15,-4 1-1-15,4-5 7 0,-7-1 9 0,5 5 1 16,-5-5 11-16,0 0-6 0,-20 7 3 0,7-11 3 16,-2 4 0-16,-7 0 1 0,-2-3-1 0,-6 3-3 15,2-2-3-15,-4-1-2 0,-3 2-2 0,4 1-2 0,-5-3-16 16,7 3-29-16,6-3-39 0,3 2-46 16,2-1-50-16,3 2-58 0,4 2-77 0,11-2-79 15,-15 0-231-15,15 0-674 0,0 0 299 0</inkml:trace>
  <inkml:trace contextRef="#ctx0" brushRef="#br0" timeOffset="-127325.84">20187 13022 312 0,'0'0'352'0,"-3"-7"-38"15,3 7-31-15,0 0-33 0,0 0-33 0,0 0-21 16,0 0-19-16,0 0-20 0,0 0-11 0,3 22-23 16,-1-10-5-16,1 4-1 0,-1 5 7 0,1 6-13 15,2 0-11-15,2 3-4 0,-4-2-11 0,0 1 1 0,1 3-19 16,1 8-4-16,-4-1-7 0,3 3-8 16,-4-11-3-16,0 3-3 0,0 3-2 0,0-4 0 15,0-3-4-15,0 1-14 0,0-2 5 0,0 0-3 0,0-10-13 16,0 1-28-16,0-4-24 0,0 0-33 0,0-5-33 0,0 1-34 0,0-5-31 15,1 0-51-15,4-3-55 0,-5-4-194 0,0 0-512 16,0 0 227-16</inkml:trace>
  <inkml:trace contextRef="#ctx0" brushRef="#br0" timeOffset="-126700.91">20250 12987 146 0,'0'0'218'0,"0"0"-22"0,0 0-23 0,0 0-22 16,0 0-13-16,0 0-13 0,0 0-14 0,-6 18-11 16,2-12-10-16,3 5-8 0,-3 2-5 15,-2-4-10-15,2 6-4 0,-2 2-3 0,-1-4-10 0,-1 3-1 16,0-2-5-16,-1 2 1 0,-4-4-5 0,3 2-6 16,-3-1 3-16,3-1-6 0,-3 0-2 0,4-4-3 15,5-2-1-15,0 2 0 0,-4-3 11 0,5-3 29 16,3-2 24-16,-9 6 25 0,9-6-3 0,0 0-2 15,0 0-17-15,0 0-7 0,12-21-10 0,-4 14-9 16,0-9-6-16,6 4-4 0,-4-4-4 0,3 2-1 16,-2 4 17-16,1-7 11 0,-2 7-1 0,0-4 0 15,0 4-1-15,-4 0-13 0,3-1-5 0,-3 3-1 16,3-2-8-16,-4 2-8 0,1 6-7 0,-4-3-7 0,1 2 1 16,-3 3-13-16,5-6-2 0,-5 6 1 15,0 0 12-15,0 0-18 0,25 9 3 0,-17-3-1 16,2 0-3-16,7 6 3 0,-6-3-13 0,8 4 1 0,-10-2-4 15,11 0 5-15,-8 2-10 0,3-3 2 0,0 2 0 16,1-1-3-16,2 1-1 0,-6-4 1 16,1 0 3-16,-8-1-3 0,4-2 1 0,-5-2 0 0,0 5 2 15,4-7 5-15,-8-1-3 0,0 7 9 0,0-7 11 16,0 0 1-16,-23 3-5 0,8-2 0 0,-2-1 10 16,-2 0-14-16,-3-1 3 0,-1-1 1 0,-2 2 1 15,0-1-20-15,4 1-13 0,-2 0-29 0,4 0-34 16,0 0-39-16,0 1-49 0,8 1-56 0,1-2-68 15,0 1-230-15,10-1-568 0,-10 4 251 0</inkml:trace>
  <inkml:trace contextRef="#ctx0" brushRef="#br0" timeOffset="-125935.38">25980 12941 213 0,'-6'-7'412'0,"-3"0"-16"0,4 1-44 0,1 3-38 16,-1-3-33-16,0 1-36 0,5 5-25 0,0 0-24 16,0 0-19-16,-12 12-22 0,7 2-5 15,5 1-9-15,0 5-3 0,0 4 0 0,2 3-12 0,1-2-8 16,-1 8-12-16,8 6-15 0,-5-11-4 0,3 5-5 16,-2-2-11-16,3 6-6 0,4 5 0 0,-11-11-12 15,6 1 1-15,3 8-10 0,-9-13 0 0,1 2-8 16,-1 0-26-16,6-4-29 0,-6 1-30 0,-2-7-25 15,5 1-33-15,2-4-31 0,-6-4-44 0,1 2-58 16,-2-4-51-16,5-3-289 0,-5 1-629 0,0-5 278 16</inkml:trace>
  <inkml:trace contextRef="#ctx0" brushRef="#br0" timeOffset="-125341.68">25888 12864 22 0,'-4'-8'265'16,"3"4"-26"-16,1 4-25 0,-7-3-25 0,7 3-20 0,0 0-20 16,0 0-14-16,0 0-13 0,0 0-12 0,-21 11-15 15,19-3-7-15,-5-3-5 0,-1 5-8 0,1 2-5 16,-3 3-3-16,2-4-6 0,2 1-3 0,1 1-6 16,0-3-6-16,-4 2-2 0,8-4-5 0,-6 3-3 15,2-3-1-15,2 0-7 0,-1-3 1 0,3-1 9 16,1-4 15-16,-2 10 10 0,-1-5 14 0,3-5 1 15,0 0-10-15,0 0-3 0,0 0-6 0,25-19-5 16,-14 7-5-16,-1-1-6 0,2-1-1 0,1-1-8 16,7-5 12-16,-10 7 10 0,1-2 2 0,-1 0 8 15,4 2 1-15,-3-4-3 0,1 8-12 0,1-2-5 16,-3 3-4-16,-5 0-4 0,5 5-6 0,-4-3-5 0,3 4-1 16,-3 1-8-16,3-2-1 0,-9 3-4 0,19 4-1 15,-10 1-4-15,2 1 0 0,6 2 1 0,-2 2 4 16,0 0 8-16,1 1-18 0,1 1 3 0,1-3 0 15,-1 5 1-15,1-3-8 0,-2 0 7 0,-1-1-4 16,0 0-1-16,0-2 0 0,-5-3 3 0,-3 1-1 16,1 0-4-16,-2-3 0 0,1 1 1 0,-5-1 0 15,-2-3 2-15,6 7 0 0,-6-7 9 0,0 5 16 16,0-5 5-16,-15 4 1 0,1-3-1 0,-3 2-10 16,-1 0 20-16,-2-2-19 0,-8 2-8 0,-2-1-15 15,-1 1-23-15,1 1-36 0,3 3-38 0,-3 1-44 16,2 2-59-16,8-9-83 0,6 8-302 0,-3-3-633 15,5-2 279-15</inkml:trace>
  <inkml:trace contextRef="#ctx0" brushRef="#br0" timeOffset="-92225.5">17933 13955 131 0,'0'0'170'15,"0"-7"-5"-15,0 7-9 0,3-4-4 0,-3 4-2 16,0 0-13-16,0 0-9 0,5-6-10 0,-5 6-12 16,0 0-5-16,0 0-11 0,0 0-9 0,0 0-9 15,0 0-6-15,0 0-6 0,0 0-8 0,0 0-5 0,0 0 3 16,0 0 27-16,0 0-3 0,0 0-7 0,5 15-6 15,-5-15-2-15,0 9 15 0,0-3 1 16,-3 1-7-16,3 1-5 0,0-1-10 0,3 2-2 0,-3 1-6 16,0-1-3-16,-3 2-8 0,6-2 4 0,-1 5 9 15,-2-1 11-15,0 1-6 0,2-3-5 0,-2 2-2 16,6 1-3-16,-6 0-3 0,2 1-10 0,3 0 4 16,-5 2 7-16,8-2 16 0,-6 0-4 0,3 0-3 15,3 1-7-15,-8-4-2 0,7 5-6 0,-6 0-2 16,6-4-5-16,-1 6 0 0,-1-5 12 0,-3 2 16 15,6 1-7-15,-3-3 0 0,-3-1 5 0,6 1-15 16,-3-1-3-16,2 2-4 0,-4-3 3 0,4-2-9 0,-7 2-2 16,6 0-2-16,-4 0-2 0,5-1 2 15,-4-2-3-15,2 6-1 0,0-3-6 0,-3 0 0 0,3 1 1 16,0-4 5-16,-1 2-6 0,1-2-3 0,2 5 9 16,-4 2 18-16,2-5 0 0,-5 1-7 0,7-4-1 15,-5 3-1-15,-1-2-4 0,4 1-6 0,-3 2-2 16,1-3 4-16,1 1 0 0,-3 2-10 0,1-7 5 15,1 6-1-15,-1-2-4 0,-2 3 0 0,3 1 2 16,0-1-3-16,-1-4-4 0,0 4 1 0,1-5 4 16,-3 5-6-16,2-2 0 0,-1-1 6 0,1 3-8 15,0-4 3-15,1 4 1 0,-1-1-2 0,3-2 9 0,-4-2-8 16,1 3-6-16,0 0-1 0,-2-3 5 0,1 3-3 16,-1 0 0-16,5-1 6 0,-5-1 10 15,0 4-14-15,2-5 1 0,-1 2 2 0,-1 0-7 0,2 0 1 16,0-1 2-16,-2 4-1 0,1-2-8 0,-1-4 9 15,2 2 10-15,-2 2-7 0,0-2-1 0,5-1-1 16,-5 5-1-16,2-4-3 0,-2-1 3 0,-2 2 5 16,2 0 2-16,0-2-8 0,0 2 2 0,2-1 4 15,-2 2-1-15,0-1 1 0,0 1-9 0,1-5 1 16,-1 6 5-16,0-3-7 0,-1 0 9 0,1 0-4 16,0 1 0-16,0 1 3 0,0-2-3 0,-2 1 6 15,2 1-2-15,0-2 0 0,0 4-7 0,-5-5 8 0,5 2-8 16,0 2 5-16,0-4 0 0,0 2-1 15,0 2 0-15,0-4 1 0,-2 2-4 0,4-1 5 16,-2 2-7-16,0-2 9 0,0 4-2 0,0-3-2 0,0 0-1 16,0 0 0-16,0 0 4 0,0 0-6 0,0 1 2 15,0 1-1-15,0-2-2 0,0 1 7 0,-2 2-1 16,2 3-9-16,0 1 4 0,0 0 14 0,-1-1-10 16,2-1 2-16,-1 2-4 0,0 2-2 0,-1-3 1 15,1 0-2-15,0-1 4 0,0 3-2 0,0 0-1 16,0 8 5-16,0-5-1 0,1-2 1 0,-1 2 4 15,2-1 22-15,3 5 9 0,-5-5-3 0,2 1-3 0,-1 6-6 16,1-1 3-16,-2-1-5 0,3-3 2 0,4 5-4 16,-4 1 3-16,-3 0-4 0,2 0-5 15,3-2-2-15,-5 2 6 0,0-1 0 0,8 2-3 0,-8-1-3 16,0-1-2-16,2 1 2 0,-2 1-3 0,5-2 2 16,-5 1-5-16,0-2 5 0,0 2-16 0,3 0 3 15,-3-8-3-15,0 7-11 0,0 2 16 0,0-1-5 16,5 0 16-16,-5 0-15 0,0 1 3 0,0 0-1 15,0-1-1-15,0-1 4 0,0 1-7 0,0-4 7 16,0 3-3-16,0-5 2 0,7 6 0 0,-7-3 0 16,0 6 1-16,0-6 1 0,0 6-3 0,0-6 1 15,1 3-2-15,1 3-2 0,-2-10 6 0,0 8-3 0,-2-1-7 16,2 0 9-16,2 3-1 0,-2 1 1 0,2-5 4 16,1 4-3-16,-3-3 3 0,3 5 2 15,-3-4 5-15,0 0 4 0,0 2-2 0,0 1-1 0,0-3 2 16,4 5 2-16,-4-5-3 0,0 1-10 0,0 1 8 15,1-1-1-15,3 0-3 0,-4-2-5 0,1 5 5 16,4-2 2-16,-2 1-2 0,2-2-1 0,-5 0-6 16,2-2 8-16,5 1-12 0,-6 2 9 0,-1-2-4 15,2-1 3-15,1 0-2 0,-3 0 3 0,0-8-4 16,0 9 1-16,2-1 28 0,-2-1 3 0,8-7 1 16,-8 5-5-16,0 3-3 0,0-1-3 0,5 1 0 15,-3-2-5-15,-2-6 1 0,0 0-1 0,0 0-4 16,0 0-1-16,7 4-4 0,-6-3-1 0,-1 5-2 15,5-10 0-15,-3 0 2 0,-2 0-2 0,3 1 1 16,-1-4-9-16,-2 5 5 0,0-7 4 0,10 4 0 16,-10-3-4-16,3-2-1 0,-3 1 0 0,2-1 5 0,-2 0-7 15,0 0 6-15,6-1-5 0,-4-3-2 0,0 4 0 16,1-2 1-16,-1-1 0 0,-2-6 1 16,0 9-2-16,0-4-5 0,6 2-23 0,-6-1-22 0,0-6-32 15,0 0-40-15,0 0-46 0,0 0-43 0,0 0-53 16,0 0-68-16,0 0-59 0,-8-18-306 0,5 4-752 15,-7-10 334-15</inkml:trace>
  <inkml:trace contextRef="#ctx0" brushRef="#br0" timeOffset="-90038.38">14467 16497 9 0,'0'0'218'15,"-20"0"-8"-15,12-2-6 0,-2 1-1 0,10 1 5 16,-12-2-5-16,12 2-10 0,-9-1-4 0,9 1-8 16,-12-6 0-16,12 6-6 0,0 0-10 0,0 0-6 15,-8-3-12-15,8 3-13 0,0 0-10 0,0 0-3 16,0 0-7-16,0 0-6 0,0 0-5 0,0 0-8 15,0 0-11-15,0 0 9 0,0 0-31 0,0 0-2 0,0 0-4 16,0 0-7-16,21-6-7 0,-21 6-1 0,22-1-8 16,-6 2 4-16,4 0-9 0,2-1-3 15,-6 3-6-15,12-1 2 0,2-2-3 0,3 0 1 0,-3 2-3 16,0-1-2-16,6-1-3 0,-4 3 0 0,2 1-5 16,0-4 1-16,7 2 0 0,4-2 2 0,-11 0-2 15,-2 1-1-15,4-1-2 0,-4 2-1 0,-3-2 2 16,6 0-5-16,-5 0 0 0,1 0 6 0,1 0-3 15,1 3-3-15,-5-3-2 0,2 2 2 0,0-4 3 16,-2 2-2-16,-3-3 2 0,4 6-6 0,0-3 5 16,-6 0-2-16,-3 2 0 0,4-2 2 0,-4-2 3 15,4 2-2-15,-3 0-3 0,-4-3 3 0,1 3 0 16,-2 0-6-16,-6-2 2 0,4 4-1 0,-3-4 4 16,-1 1 0-16,-3-1 1 0,-7 2-2 0,21 0 0 15,-14-1 2-15,-7 1-1 0,16-3 1 0,-9 0 0 16,-7 3-10-16,13-1 11 0,-5-1-4 0,-8 2 0 0,15-2-5 15,-8-1 7-15,3 2-5 0,-3-2-1 0,-7 3 4 16,14-1-5-16,-4-3 10 0,-5 3-7 16,-5 1-7-16,19 0 6 0,-19 0 0 0,21-2-1 0,-9 2-4 15,-2-1-1-15,3 1-5 0,2-3 0 0,0 3 0 16,1 0 2-16,-4 0 0 0,9 0 2 0,-4 0 13 16,3 0-10-16,-4 0 0 0,4-1 0 0,2 1-1 15,-4 0 6-15,2-3-6 0,-2 6 4 0,0-3-1 16,-1 0-1-16,6-3 3 0,-2 6 0 0,-1-3-1 15,-3-3-4-15,4 3 6 0,-6 0 2 0,7-2 11 16,-6 2-16-16,4 2 1 0,0 1 5 0,-3-2-11 16,6-1 10-16,-2 0-1 0,-4-1-2 0,6 2 1 0,3-1 2 15,4 4 4-15,2-2-12 0,-4 3 5 16,3-2 5-16,4-3-4 0,0 1 3 0,0 0-2 16,-2 4 4-16,15 1-3 0,-4-9 3 0,4 9-3 0,-3-5-2 15,5 2 1-15,-4-1 13 0,4 1-14 0,1-1 0 16,-3-1 2-16,2 0-4 0,3-1 3 0,-4 5-7 15,3-2 25-15,-3-3-21 0,-1 4 2 0,2 1 2 16,0-4-2-16,1-1 2 0,2 5 2 0,-4-5-5 16,-2 4 15-16,2-1-18 0,-6 1 9 0,5 0-3 15,2-1-6-15,-5 3 5 0,4-1-1 0,1 0 1 16,-2-1 1-16,0 1-1 0,5 3 1 0,-5-5-2 16,3 0 2-16,1-2 9 0,-1 4-6 0,-1 1-2 15,3-3-4-15,-4 2 3 0,-1-1-3 0,4-1 0 16,-1-2 6-16,-1 4-7 0,-2 1-1 0,0-3 1 15,1 2 5-15,-1-2 2 0,0-2-5 0,4 2 0 16,-8-3 4-16,6 6-1 0,-17-6 1 0,13 6 0 0,1-6-3 16,-6 3-2-16,2 2-1 0,-7-2 7 0,14-1-5 15,-7 1 3-15,2-3 4 0,-12 5-1 0,15-3-3 16,-7 2 2-16,9-1 0 0,-7-2-2 0,0 4-10 16,-5-3 5-16,4-2 6 0,-9 1-2 0,5 0-2 15,-4 2-7-15,13-3 12 0,-12 2 0 0,1-2-1 16,-6 3 9-16,6-3-13 0,-3 2 5 0,0-2-10 15,4 4 10-15,-7-4-6 0,4 0 6 0,-6 0-8 16,6-3 5-16,2 2-1 0,-5 2 2 0,-4-1-3 16,9 3 7-16,-3-3-4 0,1-4-5 0,-3 5 2 15,0-1 1-15,3 0 3 0,-1 0-1 0,1 0 2 16,-4 0-6-16,7 0 5 0,7 0 0 0,-9 0 2 0,10 0-8 16,-4 0 6-16,-8-1-3 0,5 1 1 0,4-2-1 15,-4 2 8-15,5 0-11 0,-7 0 5 16,1 0-3-16,2-3-2 0,8 1 3 0,-4 2 3 0,-7 0-2 15,-1 0 9-15,1-3-10 0,7 1-1 0,4 2-3 16,-14-2 3-16,0 2 2 0,13 2 0 0,-1-5 9 16,5-1-10-16,-6 1 1 0,1 2 0 0,-12 1-7 15,7-4 9-15,8 2-6 0,-15-3 23 0,12 5-22 16,-2-3 3-16,0 2 1 0,3 1-4 0,2 0-1 16,-3 1 6-16,-12-2-3 0,15 1-4 0,-2-1 4 15,0 2 0-15,4-1 4 0,-7 0-5 0,0-4 1 16,-8 5 1-16,10 1-2 0,-14-1 2 0,4 0 3 15,-2-1-6-15,3 3 3 0,-4-3 3 0,1 5-6 0,-2-5 2 16,6-5 2-16,-6 10-8 0,2-2 7 16,-1 0 2-16,-1-2-1 0,4 1 4 0,-4-2-1 15,-1 1-10-15,5 3 4 0,-5-4 2 0,0 1 3 0,-9-1-4 16,1 2-3-16,1-2 4 0,0 0-2 0,-5 0 3 16,4-2 2-16,-4 2 0 0,0-1-7 0,0-3 2 15,-3 4 3-15,-3-3 3 0,-4 2-1 0,-8 1-1 16,17-3 3-16,-4 3-2 0,-13 0-5 0,8-1 4 15,-8 1-2-15,0 0-2 0,12 0 1 0,-12 0-2 16,0 0 1-16,0 0-1 0,0 0-2 0,0 0-6 16,0 0-19-16,0 0-17 0,0 0-30 0,0 0-44 15,0 0-79-15,0 0-108 0,-37-2-237 0,26-3-591 0,4 2 261 16</inkml:trace>
  <inkml:trace contextRef="#ctx0" brushRef="#br0" timeOffset="-81821.63">23541 16724 51 0,'5'3'147'0,"-5"-3"8"0,10 4 4 0,-10-4-1 16,0 0 3-16,11 0-1 0,-11 0 0 0,0 0 1 16,12-7-1-16,-12 7 2 0,0 0 6 0,0 0-1 15,1-8-5-15,-1 8 2 0,0 0-17 0,0 0-10 16,-10-11-13-16,10 11-13 0,-5-4-13 0,-3 1-5 16,8 3-10-16,-5-5-9 0,-1 1-2 0,6 4-12 15,-9-3-9-15,9 3-6 0,0 0-35 0,-8-1-38 16,8 1-43-16,0 0-41 0,0 0-40 0,-15 3-53 15,7-1-64-15,8-2-159 0,-5 8-463 0,-3-6 206 16</inkml:trace>
  <inkml:trace contextRef="#ctx0" brushRef="#br0" timeOffset="-81259.19">23425 16414 140 0,'0'0'307'16,"0"0"-9"-16,5-8-29 0,0 6-11 0,-5 2-13 16,6-5-17-16,-6 5-14 0,0 0-17 0,0 0-13 15,15 0-4-15,-15 0-18 0,12 8-9 0,-6-2-20 16,-2 0-12-16,4-2-4 0,-3 7-13 0,5-4-18 0,-5 2-6 15,10 5-6-15,-7-2-3 0,4 3-12 16,-1-3-3-16,2 1-8 0,1 2 0 0,-6 2-12 16,7-4-2-16,1 4 0 0,-2-3-6 0,-1 2-2 0,2-1-2 15,-5-3-4-15,3 3 3 0,2-4-11 0,-5 1 7 16,0 0-11-16,0-2 2 0,-5-1 0 0,3-5-1 16,-1 4-4-16,-6-4-5 0,1 3 0 0,-2-7 5 15,5 7 1-15,-5-7-2 0,0 0-1 0,-12 8-1 16,2-7 4-16,5 3 10 0,-6-2 24 0,-1 1 7 15,-4 4-7-15,-4-5 0 0,2 4-11 0,-1-2 2 16,1 3-1-16,-2-2-5 0,-8 8-5 0,3 0-6 16,12-4-19-16,-2 1-42 0,-6 2-7 0,4-1-34 15,9 5-34-15,-4-4-40 0,1 3-56 0,7-4-56 16,-4-2-65-16,1 3-192 0,7-1-573 0,0-3 254 16</inkml:trace>
  <inkml:trace contextRef="#ctx0" brushRef="#br0" timeOffset="-80540.52">23875 17031 112 0,'0'0'302'0,"0"0"-22"0,0 0-14 0,0 0-20 0,0-8-27 15,0 8-20-15,0 0-22 0,0 0-15 0,0 0-5 16,0 0-6-16,-7 22-14 0,7-17-11 0,0 6-14 16,-1 0-13-16,1 2-4 0,0 1-12 0,0 5-7 15,1-3-6-15,-1 1-8 0,0 1-9 0,2-2-9 16,-2 3 3-16,5-3-4 0,-5-2-6 0,0 1-5 15,8-6-1-15,-6 3-5 0,3-4-1 0,-3 0 0 16,4 1-1-16,-6-6-2 0,0-3-3 0,12 3 1 0,-2-3-3 16,-10 0-6-16,0 0 5 0,20-11-3 0,-12 6-3 15,0-2 1-15,-1-1-2 0,1 0-1 16,-3-4-1-16,5 1 0 0,-7-1 30 0,5 2 2 0,-3 0-4 16,-1-1 9-16,4 3 6 0,-5-2 1 0,1 5 0 15,-3 0 0-15,6 2-6 0,-4-2-18 0,-3 5 7 16,5-7-8-16,-5 7 2 0,15 0-7 0,-15 0-2 15,18 7-2-15,-6-2 2 0,1 2-7 0,2 2 1 16,2-2 3-16,-4 2-8 0,3 5 2 0,-1-5 3 16,-3 0-2-16,3-2-3 0,0-1-6 0,-5-1 3 15,3-1 6-15,-5 1-2 0,0 0 3 0,2-5-7 16,-10 0 5-16,12-7-7 0,-7 3 0 0,3 1 4 16,-1-8 2-16,-7 4-1 0,0-5-9 0,0 2 5 15,0-2 1-15,0 1-1 0,-2-1 5 0,-3-6-10 16,5 6-5-16,-2-3 11 0,-4 4-4 0,4-1 1 15,-1 3-2-15,0 2-24 0,3-4-39 0,-7 6-30 0,7-2-42 16,0 7-62-16,0-7-68 0,0 7-56 0,0 0-243 16,0 0-610-16,0 0 269 0</inkml:trace>
  <inkml:trace contextRef="#ctx0" brushRef="#br0" timeOffset="-80321.79">24486 17271 41 0,'0'0'325'0,"0"0"-31"16,0 0-11-16,10 3-1 0,-10-3 0 0,3 9-2 15,-3-2-18-15,0 4-25 0,2 0-3 0,-1-1-9 16,1 0-25-16,3 5-19 0,-3 5-18 0,3-1-13 16,1 8-13-16,-6 0-19 0,8 0-10 0,-1-3-44 15,3 3-40-15,3 0-45 0,-6 0-62 0,1 4-46 16,-1-4-95-16,1-7-69 0,-1-2-231 0,-6-2-566 15,6-3 250-15</inkml:trace>
  <inkml:trace contextRef="#ctx0" brushRef="#br0" timeOffset="-79181.29">18092 13740 228 0,'2'-18'318'0,"1"0"3"0,2 0-10 0,-4 1-6 0,1 7-13 16,1-5-1-16,-1 3-14 0,3 0-10 0,-3 4-18 16,-1 1-24-16,4 0-5 0,-5 1-20 0,0-1-24 0,2 0-26 15,-2 7-13-15,0 0-8 0,0 0-21 16,0 0-11-16,8 22-7 0,-3-3-12 0,-5 0-4 16,2 8-8-16,-2 12-5 0,-2 0-5 0,-1 3-4 0,3 5-10 15,0-5-21-15,-2 2-34 0,4-2-32 0,1-1-36 16,-1 1-17-16,-2 3-37 0,3-16-37 15,1 3-32-15,-3-1-23 0,4-3-25 0,-3-1-35 0,1-6-268 16,0-3-600-16,-1 1 265 0</inkml:trace>
  <inkml:trace contextRef="#ctx0" brushRef="#br0" timeOffset="-78648.54">18138 13647 143 0,'-3'-8'288'0,"1"1"-21"0,1-1-15 16,-1 1-14-16,-3 1-11 0,5 6-11 0,-2-12-9 15,2 6-15-15,-3 1-23 0,3 5-20 0,-3-5-14 16,3 5-16-16,0 0-12 0,0 0-7 0,-14 20-9 16,13-6-8-16,-4 4-8 0,2 8-13 0,1 5-5 15,-1 8-2-15,3 4-5 0,-5 4-7 0,3-1-2 16,-1 1-10-16,1 1 4 0,2 1-4 0,-3-2 6 15,3 2-12-15,0-3-3 0,0 0 0 0,-2-3-3 16,2-2-2-16,-5-12-10 0,5 3-18 0,-2-2-15 16,2 1-23-16,0-15-28 0,-6 10-12 0,6-10-39 0,0 0-41 15,-2-6-45-15,-3-1-42 0,5-2-177 0,-3-1-467 16,3-1 207-16</inkml:trace>
  <inkml:trace contextRef="#ctx0" brushRef="#br0" timeOffset="-78351.74">18168 13887 166 0,'0'-9'228'0,"2"-2"-8"0,-2 4-7 0,0 2-11 16,1-2-15-16,1 2-18 0,-2 5-17 15,0 0-22-15,0 0-10 0,0 0-14 0,0 0-9 16,0 0-15-16,-2 20-3 0,2-4 11 0,-1 4 6 0,-1 7-8 16,-1 3-10-16,-1 12-11 0,-2-2-8 0,-1 7-5 15,-1-1-1-15,3 1-7 0,2-3-2 0,-6 0-9 16,4-5-1-16,-3 6-3 0,5-11-31 0,-1-6-31 16,0 0-42-16,-1-4-29 0,3 3-20 0,2-7-31 15,0-5-63-15,-3-3-156 0,3 0-402 0,0-2 177 16</inkml:trace>
  <inkml:trace contextRef="#ctx0" brushRef="#br0" timeOffset="-77695.56">18155 13453 275 0,'0'-8'258'0,"-2"3"-23"0,2 5-23 0,-3-6-22 15,3 6-22-15,0 0-14 0,0 0-14 0,0 0 13 16,0 0-7-16,-15 15-9 0,10-4-6 0,-2-3 2 16,1 7-10-16,-4 1-10 0,2 2-6 0,-2 4-14 15,-5-5-6-15,3 3-11 0,2-3 3 0,2 1-18 0,1 1-2 16,-3-3-11-16,-3-1-5 0,6-3 0 16,1 1-5-16,-2 1-2 0,1-7 2 0,-1-1-8 15,8 0 2-15,-5-2 14 0,3 1 10 0,2-5 0 0,0 0-8 16,0 0-3-16,0 0-2 0,22-16-8 0,-8 8-4 15,0-7 1-15,1 3-8 0,1-4 1 0,-1-6-5 16,7 2 2-16,-4-1-7 0,-2-1-2 0,-1 0 3 16,-5 5 3-16,0 1 20 0,2 1 13 0,-4 4 15 15,-3 4 6-15,-2-1-8 0,1 1-8 0,2 2-13 16,-4 1-7-16,-2 4-2 0,0 0 0 0,0 0-1 16,5 16-11-16,-7-4 1 0,2 5-1 0,2 3-5 15,1 7 1-15,4 0-1 0,-1 7-3 0,4-4 0 16,5 8 1-16,0-3 1 0,-3-6-5 0,4-2-10 15,6 2-39-15,-6-4-33 0,9-3-36 0,-8 0-52 0,6-5-65 16,-8-3-72-16,5-2-83 0,-10-3-199 0,6-3-623 16,-4-3 276-16</inkml:trace>
  <inkml:trace contextRef="#ctx0" brushRef="#br0" timeOffset="-76851.91">16639 13179 5 0,'0'-8'366'0,"0"-1"-14"0,0 5-27 0,0 4-26 0,0-8-33 16,0 8-27-16,0 0-28 0,0 0-18 15,0 0-28-15,0 0-10 0,0 0-17 0,0 0-11 16,0 0-4-16,5 31 4 0,-4-18-10 0,-1 5-12 0,7-3-12 16,-5 3-14-16,3 3-3 0,0 3-5 0,-1-5-9 15,3 5-4-15,-4-4-6 0,-1-2-7 16,1 1-3-16,2 2-6 0,-3-6 1 0,1 0-5 0,1-4-6 16,-1-3-7-16,2 0-2 0,-3 0-1 0,1-4 0 15,-1 1-1-15,4-2-4 0,-6-3-2 0,0 0-3 16,17-8 2-16,-11 1-6 0,1-2 2 0,0-3-2 15,-4 0 2-15,3-2-2 0,-1 1 1 0,2-1 5 16,0 5-2-16,-4-2-6 0,0-1 1 0,1 4 1 0,2-1 0 16,-2 0-5-16,-1 1-1 0,-1 7-2 15,4-5 2-15,-6 6-1 0,0 0 2 0,0 0 0 16,22 7 0-16,-17-2 6 0,3 5-9 0,-1-2 4 0,4 7-2 16,-4-6 4-16,6 3-5 0,-3-2 1 15,3-1 4-15,-5 2-1 0,6 0 0 0,-6-6 1 16,0 2 1-16,-3-3 1 0,5 0 7 0,-5-2-3 0,5-1 1 15,-10-1 1-15,15-7 0 0,-10 3-4 0,3-3 2 16,-3-2-1-16,-3 1-1 0,-1-7-1 0,3-1 13 16,-4 3-12-16,0-6 1 0,-4-1-2 0,3 3 1 15,-1-2-2-15,-3-5 2 0,-3 8 0 0,8-4-2 16,-5 3 6-16,3 1-10 0,-6 5 3 0,8 1-11 16,-5 3-38-16,3-1-43 0,-4 2-36 0,6 6-31 15,-4-1-41-15,4 1-58 0,0 0-50 0,0 0-201 16,-3 19-548-16,3-10 243 0</inkml:trace>
  <inkml:trace contextRef="#ctx0" brushRef="#br0" timeOffset="-76508.19">17208 13379 199 0,'0'0'315'0,"3"-4"-13"16,-3 4-25-16,0 0-25 0,0 0-25 0,0 0-12 16,10-3-6-16,-10 3-12 0,0 0-11 0,15 5-17 15,-10-2-14-15,3 3-18 0,-1-2-15 0,-7 1-14 16,8-1-4-16,-6 3-14 0,3-2-4 0,-5 3-13 16,7-1-11-16,-6 1 1 0,-1 4 17 0,0-5 36 15,0 1-20-15,-8-1-6 0,8 4 15 0,-7-8 13 16,-1 7 0-16,3-2 11 0,-5 1 12 0,4-1 12 0,-3-3-1 15,3 0 5-15,1-1 0 0,-2 4 4 0,2-3-4 16,5-5-1-16,-5 2-1 0,5-2-11 0,0 0-21 16,0 0-13-16,0 0-15 0,28-15-24 0,-11 10-23 15,6-3-34-15,7-7-41 0,5 4-59 0,6-5-71 16,5 1-73-16,1-1-78 0,1-1-106 0,-5 0-448 16,6-2-935-16,9-5 414 0</inkml:trace>
  <inkml:trace contextRef="#ctx0" brushRef="#br0" timeOffset="-72207.61">18860 16545 3 0,'2'-3'323'0,"-2"3"-5"0,0-13 7 0,6 5-5 0,-6-2-19 16,2 2-14-16,-2 0 1 0,0 4-7 0,0 4-1 15,0-11-13-15,0 11-11 0,0-8-18 0,0 8-17 16,1-7-22-16,-1 7-21 0,5-5-18 0,-5 5-19 16,0 0-15-16,0 0-15 0,0 0-12 0,0 0-15 15,0 0-6-15,0 0-7 0,0 0-6 0,0 0-9 16,0 25-2-16,-1-15-7 0,1 4-3 0,-4 1-1 16,3 3-8-16,-1 1-1 0,-1 1-4 0,0-2-5 0,1 7-1 15,2 2-3-15,-5-4-48 0,3-2-49 16,2 1-57-16,2 1-42 0,-2 1-59 0,0-5-77 15,2-1-86-15,3-1-283 0,-2-2-737 0,7 0 325 0</inkml:trace>
  <inkml:trace contextRef="#ctx0" brushRef="#br0" timeOffset="-71348.31">19775 16593 66 0,'0'-3'328'0,"0"-3"-2"15,5 0-2-15,-5 6-10 0,7-9-17 16,-7 5-18-16,0 4-6 0,1-8-15 0,-1 8-14 0,2-6-24 15,-2 6-29-15,0 0-27 0,0 0-9 0,0 0-10 16,0 0-7-16,5 19 9 0,-5-8 4 0,0 0-18 16,0 5-14-16,0 0-8 0,0-1-4 0,0 7-20 15,-5-3-7-15,5 2-7 0,-2 2-11 0,2-3-2 16,0 0-5-16,0-1-21 0,2 1-48 0,3-2-51 16,-5-3-39-16,10-1-60 0,-5 2-70 0,10-4-94 15,-7 0-344-15,4-8-728 0,3 4 322 0</inkml:trace>
  <inkml:trace contextRef="#ctx0" brushRef="#br0" timeOffset="-70723.38">20768 16578 174 0,'0'0'348'0,"0"0"-15"0,7-5-3 0,-7 5-18 16,0 0-34-16,0 0-28 0,0-7-25 0,0 7-17 16,0 0 4-16,0 0 4 0,0 24-5 0,0-14-14 15,0 1-23-15,7 1-7 0,-6 3-22 0,1 0-17 16,3-2-9-16,-5 6-13 0,8-3-13 0,-1 0-4 16,-2 2-15-16,-2-2-3 0,4 3-38 0,-2-3-47 15,-4 1-48-15,7-2-48 0,-3 0-61 0,4 0-80 16,-8-6-82-16,4 1-259 0,5 1-642 0,-3-5 284 15</inkml:trace>
  <inkml:trace contextRef="#ctx0" brushRef="#br0" timeOffset="-70192.19">21785 16565 296 0,'0'0'382'0,"5"-8"18"0,-5 8 19 15,3-8 1-15,-3 8-29 0,5-4-33 0,-5 4-31 16,0 0-30-16,1-3-34 0,-1 3-28 0,0 0 10 16,14 14-6-16,-14-7-18 0,1 7-22 0,4-1-19 15,-3 2-18-15,5 4-19 0,-6-1-10 0,4 11-13 16,5-5-12-16,3 3-9 0,-4 0-53 0,2 2-56 15,-4-2-71-15,1-9-63 0,-1 7-53 0,1 2-63 0,-5-9-78 16,2-1-94-16,-3-1-272 0,3-1-762 0,-5-3 337 16</inkml:trace>
  <inkml:trace contextRef="#ctx0" brushRef="#br0" timeOffset="-69379.78">18842 17001 19 0,'0'0'391'0,"3"-6"9"0,-3 6 18 16,2-6-16-16,-2 6 3 0,0-6-28 0,0 6-42 15,0 0-30-15,6-6-33 0,-6 6-28 0,0 0-36 0,0 0-15 16,0 0-21-16,0 0-13 0,0 0-18 0,7 21-13 16,-7-12-12-16,0 0-10 0,2 1-10 15,-2 5-10-15,3 2-11 0,0-2-6 0,-1 4-49 0,3 1-53 16,-2-5-51-16,0 4-46 0,7 1-44 0,-6-1-66 16,6 0-61-16,-4-3-75 0,1-1-258 0,1 0-685 15,2-2 303-15</inkml:trace>
  <inkml:trace contextRef="#ctx0" brushRef="#br0" timeOffset="-68739.22">19618 17089 156 0,'0'0'286'15,"0"0"-5"-15,0 0-16 0,0 0-11 0,0 0-1 0,0 0-10 16,0 0-15-16,0 0 2 0,25 0-26 0,-25 0-14 16,0 0-13-16,0 0-22 0,16 6-5 15,-11-4-18-15,0 1-16 0,-5-3-12 0,7 11-14 0,-4-6-3 16,-1 1-12-16,-2-6-1 0,0 16-11 0,0-8-10 16,-2 0 6-16,2 4 19 0,-3-5 0 0,0 4-2 15,-4-2-10-15,0 2-2 0,-3-3 0 0,5 3 19 16,-4 1 7-16,2-3-11 0,-3-2 3 0,3 3 0 15,-3-3-5-15,5 1-7 0,-4-3-3 0,5-1-3 16,-2 0-2-16,6-4-8 0,-7 8 0 0,7-8 7 16,0 6 4-16,0-6-9 0,0 0-4 0,25-5-8 15,-9 8-2-15,3-7-7 0,0 0-20 0,11-3-34 16,0 6-40-16,0-7-53 0,3 2-42 0,-10-2-44 0,7 3-62 16,-9 3-77-16,3-3-84 0,-3 4-251 15,-1 0-726-15,0-1 322 0</inkml:trace>
  <inkml:trace contextRef="#ctx0" brushRef="#br0" timeOffset="-67801.83">20626 17080 41 0,'0'0'310'0,"0"0"-6"16,-5-4-17-16,5 4 1 0,0 0-8 0,0 0-21 0,5-12-21 15,-5 12-16-15,2-6-16 0,-1 3-10 0,-1 3-17 16,12-5-13-16,-9 1-19 0,-3 4-13 0,12-3-15 15,-12 3-11-15,10 0-17 0,-10 0-5 0,15 2-5 16,-15-2-12-16,13 1-10 0,-13-1-8 0,16 3 0 16,-9 1-3-16,1-2-7 0,-3 0-8 0,5 2-1 15,-5 0-1-15,-2 1-4 0,-3-5-14 0,7 6 7 16,-2-2-6-16,-5 4 1 0,0-8-2 0,0 9-1 16,0-3-6-16,-5 2 0 0,3-3-4 0,-6-3 9 15,6 4-7-15,-1 3 6 0,-7-3-10 0,7 0 6 16,1-1 0-16,-6-2-5 0,8 5-1 0,-7-1 3 15,7 2-3-15,-3-5 2 0,3-4-2 0,3 12 2 0,-3-8 7 16,0-4-7-16,17 11 1 0,-6-7 3 0,-4 1 1 16,6 1-5-16,4 0-1 0,-2-1-3 15,-2 0 6-15,2-2-2 0,-7 2-1 0,5-2-3 0,-3 5 9 16,-1-4-10-16,2 0-2 0,-6-2 2 0,-5-2 2 16,10 3 1-16,-10-3 0 0,0 0 0 0,-5 7-1 15,5-7-2-15,-16 5 1 0,7-2 4 0,-6 1-1 16,2-1-5-16,-7-1 8 0,9 0-7 0,-2-1 4 15,-1 2-20-15,-1-3-27 0,5 2-27 0,1-1-29 16,0 0-44-16,9-1-45 0,-15 5-57 0,12-3-62 16,3-2-227-16,0 0-581 0,0 0 257 0</inkml:trace>
  <inkml:trace contextRef="#ctx0" brushRef="#br0" timeOffset="-67145.64">21692 17124 133 0,'0'0'320'16,"0"0"-1"-16,0 0 0 0,0 0 0 0,-3-6 5 15,3 6 4-15,0 0-13 0,0 0-20 0,-2-6-20 16,2 6-22-16,0 0-21 0,0 0-18 0,0 0-26 16,0 0-23-16,0 0-14 0,0 0-13 0,0 0-11 15,0 0-1-15,-7 15-16 0,7-8-11 0,-3 2-8 16,6-1-10-16,-6 6-8 0,0-6-6 0,6 6-5 15,-6-1-8-15,6-2-4 0,0 1-4 0,-1 1-12 16,0 0-18-16,3-4-12 0,-4 1-15 0,6-2-14 0,-2-1-10 16,3 0-18-16,0-2-6 0,4-3-7 0,-4-1-4 15,2-1 0-15,-10 0 12 0,22-1 4 0,-14-3 3 16,-1 0 8-16,6-2 3 0,-7-3 9 0,9 1-5 16,-5-4 8-16,3 0-1 0,2 2 3 0,-8 0 18 15,3 2 13-15,-3-2 20 0,6-4 12 0,-10 8 15 16,0-1 14-16,6-2 14 0,-8 2 4 0,4 4 1 15,-5-4-11-15,7 2-12 0,-7 5-6 0,0 0-7 16,0 0-8-16,0 0-1 0,0 0-4 0,16 15-2 16,-14-8-6-16,3 3 2 0,-3 0-10 0,1 2-19 15,2 0-49-15,0 0-56 0,-2 5-55 0,-1-2-57 16,3 5-72-16,0-7-91 0,-3 2-329 0,-1-6-767 0,1 6 339 16</inkml:trace>
  <inkml:trace contextRef="#ctx0" brushRef="#br0" timeOffset="-64692.77">18130 15957 19 0,'0'0'344'0,"-7"-8"-1"0,7 8 6 16,0 0 18-16,0 0 5 0,0 0-4 0,0 0-11 15,0-7-11-15,0 7-10 0,0 0-6 0,0 0-12 16,0 0-15-16,0 0-10 0,0 0-27 0,0 0-19 16,0 0-25-16,0-4-22 0,0 4-19 0,0 0-22 15,0 0-14-15,0 0-16 0,17-4-14 0,-7 3-10 16,8-1-22-16,-1 1-42 0,1 1-50 0,5-4-58 0,2 0-73 15,6 1-66-15,-3-1-63 0,2 1-73 0,3-5-92 16,-15 4-379-16,4-5-879 0,-4 3 390 16</inkml:trace>
  <inkml:trace contextRef="#ctx0" brushRef="#br0" timeOffset="-64035.08">18087 15317 161 0,'-8'-2'309'0,"1"-2"-3"0,7 4-10 0,-13-4-8 0,6 0-13 16,7 4 3-16,0 0-11 0,-8-4-14 0,8 4-26 15,0 0-18-15,15-8-26 0,-7 7-19 0,9-1-14 16,1-3 3-16,3 4-25 0,-1-1-25 0,8 2-4 0,-8-3 2 15,15 3-42-15,-10-1-40 0,-2 0-35 0,-2 1-42 16,-1 0-49-16,-3-2-56 0,-2 4-72 0,0-4-81 16,-10-1-207-16,-5 3-565 0,10-2 250 0</inkml:trace>
  <inkml:trace contextRef="#ctx0" brushRef="#br0" timeOffset="-63503.89">18140 14718 177 0,'-2'-7'377'15,"2"7"3"-15,-3-9-11 0,1 2-9 0,2 7-19 16,-3-7-12-16,3 7-12 0,-7-9-10 0,7 5-17 15,0 4-18-15,0 0-22 0,0-8-21 0,0 8-23 16,-3-6-21-16,3 6-18 0,0 0-18 0,12-3-16 16,-4 3-13-16,-8 0-25 0,23 0-35 0,-6 2-38 15,2-1-37-15,3-1-39 0,1 3-37 0,-1-3-36 16,-2 1-39-16,4 2-48 0,-2 1-60 0,-4-3-76 16,-1 1-291-16,4-2-695 0,-13-2 308 0</inkml:trace>
  <inkml:trace contextRef="#ctx0" brushRef="#br0" timeOffset="-63160.07">17820 14256 295 0,'4'-7'285'0,"-3"-1"-29"0,4 2-23 15,-1 0-19-15,2-1-20 0,1-1-21 0,0-1-17 16,4-1-16-16,-1 3-11 0,-2 3-17 0,7-2-10 15,0 0-12-15,0 3-7 0,3 2-9 0,-1 1-5 16,3 0-11-16,-2 0-35 0,2 1-34 0,1 2-41 16,-4-2-48-16,3 2-42 0,3 1-59 0,-7-3-163 15,1 3-393-15,1-2 173 0</inkml:trace>
  <inkml:trace contextRef="#ctx0" brushRef="#br0" timeOffset="-62128.93">18211 17508 186 0,'2'-6'346'0,"-1"0"-8"15,-1 6-1-15,2-9-8 0,1 4 0 0,-3 5-13 16,0-8 3-16,0 1-10 0,0 7-19 0,2-7-25 15,-2 7-24-15,5-8-23 0,-5 8-22 0,0 0-23 16,3-5-18-16,-3 5-15 0,10 0-16 0,-10 0-12 16,23 0-11-16,-11 1-9 0,6 3-10 0,0-2-18 15,-3 4-44-15,7-3-29 0,-2-2-50 0,4 6-40 16,-2-4-38-16,0-1-34 0,-1 4-47 0,-6-1-56 16,1-3-54-16,-2-1-304 0,-6 0-684 0,0 2 303 15</inkml:trace>
  <inkml:trace contextRef="#ctx0" brushRef="#br0" timeOffset="-61425.89">18180 18177 228 0,'0'0'340'0,"-9"-5"-3"0,9 5-8 0,0 0-14 16,0 0-12-16,-3-4-18 0,3 4-13 0,0 0-17 16,0 0-14-16,0 0-15 0,0 0-18 0,0 0-6 0,0 0-26 15,0 0-8-15,20-1-14 0,-9 1-22 0,1-2-8 16,6 2-11-16,4 0-19 0,-4 0-42 15,10 0-46-15,5 0-40 0,-8-1-41 0,8 1-43 16,-11 1-48-16,-1 1-62 0,2-2-86 0,-4 0-291 0,-6 0-654 16,-5 1 290-16</inkml:trace>
  <inkml:trace contextRef="#ctx0" brushRef="#br0" timeOffset="-60493.52">18377 18558 3 0,'0'0'158'0,"0"0"9"0,0 0 0 0,0 0-4 15,0 0-2-15,0 0-2 0,0 0-7 0,0 0 5 0,0 0-2 16,-15-11-7-16,15 11-4 0,0 0-6 0,0 0-2 15,-7-3-2-15,7 3-5 0,0 0-7 16,0 0-8-16,0 0-13 0,0 0-6 0,0 0-8 0,0 0-5 16,0 0-16-16,-8-2-4 0,8 2-10 0,0 0 1 15,0 0-9-15,0 0 0 0,0 0-6 0,0 0-3 16,0 16-4-16,0-16 9 0,0 9 11 0,0-9-2 16,0 11-3-16,3-4 6 0,-6-1-15 0,3 4-4 15,0-1-3-15,-2 2-8 0,-3 1 2 0,5 3-1 16,0-3-1-16,0 2-6 0,-1-1-5 0,-6 3 3 15,7-2 5-15,0 2-6 0,-7 1 0 0,7 1-10 16,-8-2 5-16,6 3 0 0,-1-4-3 0,1 1 2 16,-6-1 2-16,6 0-2 0,-3-3-11 0,2 0-11 15,-3-1-16-15,6-3-16 0,0 1-15 0,0-1-32 16,0 1-35-16,0-3-41 0,0-2-42 0,0-4-31 16,9 5-33-16,-9-5-154 0,5 5-465 0,-5-5 206 15</inkml:trace>
  <inkml:trace contextRef="#ctx0" brushRef="#br0" timeOffset="-60102.94">18203 18814 271 0,'0'0'319'0,"0"0"-3"0,0 0-3 16,0 0-3-16,0 0-1 0,18 11-10 0,-18-11-18 16,25 1-20-16,-5 3-23 0,1-4-24 0,4-4-21 15,8 1-26-15,-1-1-11 0,1 1-47 0,0-2-50 16,0 1-56-16,-3-4-46 0,-1 1-53 0,-7 4-64 16,-4-2-68-16,12-2-66 0,-13 4-206 0,-3-3-541 15,-2 2 240-15</inkml:trace>
  <inkml:trace contextRef="#ctx0" brushRef="#br0" timeOffset="-59368.64">17559 17436 145 0,'0'0'333'0,"0"0"-10"0,0-9-10 0,0 9-11 16,0 0-19-16,0 0-3 0,0 0-13 0,0 0-25 15,0-7-19-15,0 7-25 0,0 0-14 0,0 0-19 16,0 0-14-16,15-2-20 0,-15 2-9 0,15 0-20 16,-9 0-4-16,8 0-9 0,2-1-35 0,-1 1-41 15,3-4-36-15,-3 4-39 0,2-1-41 0,-2 1-42 16,4 0-45-16,-5 0-36 0,4 0-39 0,-5-2-236 16,-1 2-543-16,-1 0 240 0</inkml:trace>
  <inkml:trace contextRef="#ctx0" brushRef="#br0" timeOffset="-59149.91">17895 17281 291 0,'0'0'279'0,"0"0"-16"0,0 0-23 0,0 0-20 0,3-7-24 15,-3 7-25-15,0 0-14 0,0 0-9 0,0 0-16 16,0 0-14-16,0 0-12 0,0 21-11 0,0-15-8 15,0 3-11-15,0-2-4 0,0 4-9 0,7 0-6 16,-7-3-1-16,0 9-34 0,2 1-47 0,-2-6-63 16,0 6-71-16,0-5-66 0,0 2-167 0,0-1-425 15,0-4 187-15</inkml:trace>
  <inkml:trace contextRef="#ctx0" brushRef="#br0" timeOffset="-58664.13">17480 18010 75 0,'0'0'304'0,"0"0"-8"0,0 0-9 16,0 0-13-16,-9 3-3 0,9-3 4 0,0 0 13 15,0 0 1-15,0 0-5 0,0 0-25 0,0 0-11 16,0 0-15-16,33-4-29 0,-33 4-15 0,20-1-23 15,-7-1-14-15,-6-1-17 0,8 1-11 0,0-2-11 16,-4 4-24-16,9-1-36 0,-6 1-42 0,0-5-46 16,-2 5-48-16,1-1-38 0,-1 1-53 0,1 1-56 15,0-1-58-15,-4 0-62 0,-9 0-207 0,16 0-602 16,-16 0 266-16</inkml:trace>
  <inkml:trace contextRef="#ctx0" brushRef="#br0" timeOffset="-58273.54">17817 18024 16 0,'0'0'322'0,"-1"-6"-5"0,1 6-14 15,0 0-11-15,-5-5-16 0,5 5-17 0,0 0 0 16,0 0-14-16,0 0-10 0,0 0-6 15,0 0-11-15,-2-5-13 0,2 5 0 0,0 0-16 0,0 0-18 16,15-2-19-16,-15 2-16 0,11 0-12 0,-11 0-4 16,17 3-23-16,-7-2-7 0,-5 2-15 0,3 2-2 15,-8-5-6-15,8 6-11 0,-1-2-6 0,-5 1-12 16,4-2 3-16,-6-3 4 0,0 12-9 0,-6-8-9 16,4 6 2-16,-5-1-2 0,6-2-2 0,-6 2 2 15,-1 0 13-15,3 1 5 0,-3-2 0 0,4 1-4 16,-6 0-2-16,2-3 0 0,5-4-4 0,-6 3-3 15,6 3-3-15,2-4 1 0,1-4 1 0,0 0-3 16,0 0-1-16,0 0-3 0,9 8-8 0,1-6-21 0,0-2-36 16,-10 0-43-16,30-3-33 0,-10-1-54 15,0 4-23-15,1-1-60 0,6 1-71 0,-2-2-74 16,-4 2-266-16,-1-1-720 0,8-2 319 0</inkml:trace>
  <inkml:trace contextRef="#ctx0" brushRef="#br0" timeOffset="-57664.23">17653 18819 312 0,'0'0'341'0,"-13"-1"11"0,13 1 3 16,-7-4 9-16,7 4 4 0,-8-5 9 0,8 5-2 15,0 0-11-15,-6-2-17 0,6 2-16 0,0 0-30 0,0 0-23 16,0 0-28-16,0 0-24 0,-9-4-22 15,9 4-21-15,0 0-21 0,0 0-13 0,0 0-19 16,28-4-29-16,-21 3-27 0,8 1-54 0,0-3-51 0,8 0-51 16,0 2-55-16,-5 1-50 0,6-2-41 0,-3 2-48 15,-4-2-65-15,2 2-61 0,1 0-312 0,-6-3-773 16,-1 6 342-16</inkml:trace>
  <inkml:trace contextRef="#ctx0" brushRef="#br0" timeOffset="-57133.04">17873 18699 180 0,'0'0'244'0,"0"-8"-23"0,0 8-19 0,0 0-22 15,0 0-15-15,9-10-20 0,-9 10-14 0,13-2-11 16,-3-1-16-16,-2 3-9 0,5 0-9 16,-3-1-11-16,-10 1-7 0,20 1-6 0,-12-1-6 0,6 0-4 15,1 3-4-15,-7 1-10 0,-2 0-4 0,1 0-2 16,1 1-2-16,-3-2-7 0,-3 1 1 0,-2 4-7 15,0-1 4-15,0-7 15 0,-2 11 9 0,-3-3-1 16,-3 0 1-16,1 0 5 0,1-1 6 0,-2 1-7 16,1 0 0-16,-1-1-4 0,3-3-3 0,-4 4-1 15,8-4-3-15,1 4 11 0,0-4 16 0,0 4 16 16,0-8 0-16,8 12 6 0,-6-8-4 0,8-1-1 16,0 4-12-16,3-3-3 0,-5-1-4 0,5 3-7 15,2-4-5-15,-5 2-7 0,5 0 4 0,-3 0-10 16,1 0-12-16,-2-3 0 0,1 6 0 0,-7-6-2 15,5 2-2-15,-10-3 0 0,10 4 0 0,-10 1-3 16,0 1-4-16,0-6-3 0,-8 11-3 0,-1-9 2 16,-4 3 2-16,2 5-2 0,-4-5-6 0,-4 1 3 15,-4 0-12-15,-7 3-26 0,1 0-28 0,-4-5-27 16,1 4-45-16,2 1-54 0,-6-3-75 0,-5-2-76 16,7 1-189-16,5-3-568 0,-1 2 251 0</inkml:trace>
  <inkml:trace contextRef="#ctx0" brushRef="#br0" timeOffset="-38191.42">20012 16626 8 0,'0'0'175'0,"0"0"-14"0,3-7-9 0,-3 7-12 0,0 0-12 15,0 0-6-15,0 0-6 0,4-8-4 0,-4 8-4 16,0 0-10-16,1-3-6 0,-1 3-6 0,0 0-10 16,3-4-5-16,-3 4-5 0,0 0-4 0,0 0-1 15,0 0-1-15,0 0-1 0,0 0-3 0,0 0-5 16,0 0-3-16,0 0 3 0,0 0-5 0,0-11-2 15,0 11-7-15,0 0-2 0,0 0-5 0,0 0-5 16,0-5 0-16,0 5 1 0,0 0-4 0,0 0-1 16,0 0-5-16,0-10-1 0,0 10 0 0,0 0-3 15,0 0 0-15,0-8 1 0,0 8-4 0,0 0 0 0,0 0 0 16,0 0-3-16,9-5 1 0,-9 5-4 16,0 0 2-16,0 0-2 0,1-7 2 0,-1 7-1 15,0 0-1-15,0 0 1 0,0 0 2 0,0 0-3 0,0 0 2 16,0 0 3-16,0 0 1 0,0 0-4 0,0 0-2 15,0 0-2-15,0 0-3 0,0 0 2 0,0 0 1 16,0 0-5-16,0 0 5 0,0 0-1 0,0 0 0 16,-10 20 4-16,7-17-4 0,3-3 2 0,-8 11-2 15,6-4 2-15,-4-1-2 0,-1 0 22 0,-3 2 6 16,3 5 2-16,-1-6 2 0,-7 5-7 0,7-2 3 0,-5 2 4 16,0 0 7-16,-4-4-3 0,2 3-5 15,-1-2-1-15,1 0-6 0,-2 1-2 0,1-2 1 16,-1-1 2-16,2 1-7 0,-1 1-2 0,1-2 1 0,3 4 0 15,-1-7-5-15,3 1-1 0,-5 0 0 0,10 0 3 16,-5-1-6-16,5 0-1 0,-3-1 0 16,3 3 0-16,5-6 2 0,-5 5-1 0,2-3-3 0,3-2 4 15,0 0-6-15,-9 5 1 0,9-5-1 0,0 0 4 16,0 0 0-16,0 0-3 0,0 0 0 0,0 0-1 16,0 0 4-16,0 0-2 0,0 0 0 0,0 0 0 15,30-6-3-15,-30 6 0 0,13-1 0 0,-6-1-1 16,1-1-1-16,1-3-10 0,-3 0-6 0,2 1-6 15,1 0-6-15,1-2-6 0,1 1-2 0,-6-1-3 16,10-2-2-16,0 1 3 0,0-2 0 0,-2 1 2 16,2 0 5-16,-3-2 4 0,-1 3 0 0,4-6 4 15,0 4 1-15,-2 0 0 0,-3 3 5 0,-3-2 4 0,3 1 3 16,0 4-1-16,-7-4 2 0,9 4 5 16,-9-2 14-16,3 1 2 0,-1 2 1 0,-3-2 5 15,-2 5-4-15,8-7-1 0,-8 7-1 0,0 0-1 0,9-2-1 16,-9 2-4-16,0 0-2 0,0 0 1 0,0 0 3 15,0 0-7-15,0 0 2 0,6-2-1 0,-6 2 1 16,0 0 0-16,0 0 2 0,0 0-1 0,0 0-3 16,0 0 3-16,0 0-2 0,0 0-6 0,-15 15 5 15,15-15 0-15,-6 4 1 0,4 1-2 0,2-5 1 16,-8 3-2-16,8-3 5 0,-7 7 0 0,2-2-3 16,2-1 0-16,3-4 1 0,-8 7 1 0,4-4-3 15,-2-1 8-15,-1 1 14 0,2 4 2 0,0-2-1 16,-1-2-1-16,6-3-5 0,-15 7-2 0,11-2 1 15,-2 0 3-15,-6 1-6 0,4-2-3 0,1 3 2 16,-3-2-2-16,2 2 0 0,-4-2-3 0,4 0 1 16,0 1-2-16,0 0-3 0,-1 0 2 0,-4 1-2 0,6 0 0 15,-1 0 2-15,2-1 0 0,-3-2-3 0,4-1 2 16,4 2 4-16,1-5-6 0,-10 4 0 16,10-4 1-16,-5 8 0 0,5-8 4 0,0 0-3 0,-5 4 1 15,5-4-2-15,0 0-1 0,0 0 2 0,0 0-1 16,0 0-2-16,0 0 4 0,0 0-1 0,0 0-3 15,0 0 8-15,0 0-9 0,0 0 5 0,0 0-6 16,0 0 3-16,0 0-1 0,0 8 0 0,0-8-3 16,0 0 5-16,0 0-1 0,0 0-2 0,0 0 4 15,0 0-2-15,0 0-5 0,0 0 3 0,0 0-1 16,0 0 0-16,0 0-3 0,0 0-3 0,0 0 2 16,0 0 1-16,0 0 1 0,0 0 5 0,0 0-7 15,0 0 5-15,0 6 2 0,0-6-3 0,0 0-7 0,0 0-18 16,0 6-23-16,0-6-19 0,0 0-24 15,0 0-26-15,0 0-29 0,0 0-9 0,0 0-34 16,0 0-28-16,0 0-151 0,0 0-398 0,0 0 176 0</inkml:trace>
  <inkml:trace contextRef="#ctx0" brushRef="#br0" timeOffset="-37113.4">19754 16600 189 0,'-2'-4'209'0,"2"4"-6"0,0 0-12 0,0 0-9 16,0 0-10-16,0 0-19 0,0 0-8 0,0 0 2 16,0 0-3-16,0 0-12 0,0 0-11 0,0 0-9 15,0 0-11-15,22 12-8 0,-21-9 2 0,3 3 4 0,4 1-8 16,-5 0-12-16,2-3-4 0,-5 3-9 15,8 1-8-15,-3 0-4 0,-3 0-3 0,-2 0-6 16,8-1-2-16,-3 2-2 0,-1 2-7 0,2-4-3 0,2 1-3 16,1 3 1-16,-3-3-5 0,6 4-2 0,-4 0-4 15,5-1 1-15,-3 1-1 0,2 0-1 0,0 3-4 16,-1-3-1-16,-4-5-3 0,8 5 2 0,-7-2-2 16,2-1 1-16,1-1-2 0,-1 1-1 0,-5-3-3 15,5 2 0-15,-5-5-1 0,3 5 2 0,-4-4-2 16,2-3-1-16,-6-1 5 0,5 8-7 0,-5-4 4 15,0-4 0-15,0 0-3 0,0 0 3 0,0 0-3 16,0 0 3-16,0 0-3 0,0 0 2 0,0 0 3 16,0 0-4-16,-18-12 1 0,10 11 0 0,0-5-5 15,1 1 4-15,-3 1 1 0,2-4-3 0,-7 4-3 16,7-2 6-16,-7 1-2 0,3 1-1 0,2-2-1 16,-5-1 4-16,2 2 7 0,-2 0-9 0,4-2-2 0,1 4 4 15,-2-2-2-15,2 3 1 0,-3-6-3 16,1-1 2-16,-1 4 0 0,6 0 3 0,-1-3-3 15,3-1-1-15,-5 1 6 0,5 4 19 0,4-5 2 0,-4 0-4 16,3 3-1-16,2-3-2 0,-3 2-5 0,-1-3 3 16,4 6 3-16,0-4 14 0,0 1-5 0,-1-1-5 15,1 8 1-15,-5-10-1 0,5 10-5 0,0-9-2 16,0 4 1-16,0 5-2 0,0 0-9 0,-2-8 17 16,2 8-18-16,0 0-6 0,0 0 0 0,0 0 2 15,-6-5-3-15,6 5 3 0,0 0-1 0,0 0 6 16,13 18-10-16,-12-12 6 0,8 2-5 0,-3-3 1 15,8 6 7-15,-8 0-4 0,9-1-4 0,-2-1 0 16,-1 2-5-16,1-1 3 0,-1 0-5 0,-1-2-2 16,1 0-3-16,-5-3 1 0,2 1-2 0,-2-1 1 15,3-1-3-15,-5 3 3 0,0-3 1 0,0-1 3 16,-5-3 1-16,5 6 0 0,-5-6-5 0,0 0 8 0,0 0 2 16,0 0 1-16,0 0-2 0,0 0 2 0,-20-21-4 15,10 13-1-15,3 2 3 0,-6-6 0 16,0 2 2-16,-2-2 4 0,2-2-3 0,0-1-1 15,-2 2 1-15,1-1 3 0,1-2 10 0,-2 1-8 0,0 3-3 16,7-4 4-16,-5 5 3 0,0-2-1 0,1 2 2 16,7 2-1-16,-5 3-6 0,5 0 5 0,-1 1 6 15,2-2-14-15,-1 6 5 0,5 1-4 0,-6-8-1 16,6 8-4-16,0 0 1 0,0 0 16 0,0 0-14 16,0 0-1-16,-14 16-2 0,19-11 7 0,-5-5 5 15,4 14-7-15,1-6 1 0,1 0 1 0,3-4-4 16,-1 7 12-16,5-2-11 0,0 1-2 0,-6 1-2 15,10-2 5-15,-9 2 0 0,7-4-11 0,-4 2-2 16,4 2 1-16,0 1-3 0,-7-8-3 0,6 2-1 16,-6 0 3-16,0 0-4 0,-1-3 4 0,-2 2 2 15,3-3-1-15,-5 3 2 0,-3-5 3 0,5 3 0 16,-5-3-1-16,9 3 0 0,-9-3 6 0,0 0-1 0,0 0 1 16,0 0-1-16,-24-11 3 0,19 7 1 0,-3-1 0 15,-2 2-1-15,-3-5 2 0,8 1 2 0,-5 2-1 16,-5-6 2-16,9 3 0 0,-8 0 1 0,8 1 2 15,-3-5 1-15,3 8-3 0,-2-4 5 0,8 5-4 16,-7-1 10-16,-1-4-11 0,6 4-2 0,2 4-4 16,-5-3 6-16,5 3-7 0,0 0 2 0,0 0 1 15,0 0-4-15,0 0-28 0,0 0-19 0,0 0-15 16,0 0-19-16,7 15-22 0,1-8-26 0,-3 0-19 16,-3-2-22-16,4 6-14 0,-4-3-16 0,4-3-17 15,3 5-146-15,-4-5-398 0,-4 3 176 0</inkml:trace>
  <inkml:trace contextRef="#ctx0" brushRef="#br0" timeOffset="-35962.4">20033 16585 198 0,'0'0'205'0,"0"0"-9"0,0 0-11 15,5-7-7-15,-5 7-7 0,0 0-8 0,0 0-12 16,0 0-11-16,0 0-14 0,0 0-12 0,0 0-9 16,0 0-9-16,0 0-11 0,0 0-8 0,0 0-9 15,0 0-2-15,0 0-7 0,0 0 4 0,-26 15 8 16,18-4-6-16,-1-7-5 0,1 5-8 0,-5 1-1 15,3 2-8-15,-2 0 1 0,-4 0-4 0,3 3 7 0,-2-3 1 16,5 2-5-16,-5-3-7 0,2 5 4 16,-2-5-7-16,3 5-4 0,-4-5-5 0,7 2-1 15,-1 1-3-15,-3-4 0 0,-2 2-1 0,10-6 0 0,-5 2-7 16,5 0 3-16,-1 0-2 0,-3-5-1 0,8 1-3 16,-4 0-1-16,5-4 2 0,-8 4 0 0,8-4 4 15,0 0-3-15,0 8-3 0,0-8 1 0,0 0-1 16,0 0 0-16,0 0-4 0,0 0-2 0,14-20 5 15,-7 17 3-15,-5-1-10 0,4-4 0 0,-1 4-4 16,4 0-4-16,-8-1-8 0,4 0-9 0,3-3-4 16,-6 4 0-16,10-1-2 0,-9 0 2 0,2-2-4 15,3 1-3-15,1 2 2 0,-3-1 1 0,4 0 1 16,0-2 6-16,-3 4 3 0,4-4 1 0,-6-1 2 16,8 1 2-16,-4 4 2 0,1-3 2 0,-2 0 0 15,-1 0 1-15,4 3 3 0,-6-2 1 0,5 2 3 16,-7-1-2-16,2 1 4 0,-5 3 3 0,10-5 1 0,-10 5 6 15,5-4 2-15,-5 4 2 0,7-3-5 0,-7 3 2 16,0 0-3-16,0 0-2 0,0 0 4 16,0 0 2-16,0 0 7 0,0 0 1 0,-23 9 1 0,19-3-1 15,-7 0 1-15,1 0 8 0,2 1 1 0,-9 1 5 16,2 4-3-16,-1-3 3 0,1 1-6 0,0 1-2 16,-3 1 0-16,1-5-1 0,2 5-4 0,-5-3 2 15,4 2 1-15,-4-2 1 0,5 1 1 0,0-2 3 16,2 1-6-16,1-6 1 0,4 4-5 0,-2 1-1 15,3-5-4-15,1-2 2 0,6-1-1 0,-9 5-3 16,9-5 4-16,-1 6 1 0,1-6-9 0,0 0 6 16,0 0-2-16,0 0-3 0,36-12 4 0,-19 9-6 15,1-5 3-15,-1 0 3 0,4-1-11 0,-1-1-2 0,3-2-10 16,-1 2-3-16,1-7-8 0,-2 4-3 16,-4 1 1-16,-2 0-2 0,0 3 5 0,0-2 3 15,-2 1 0-15,-3-2 2 0,-4 5 4 0,-2 0 1 0,-1 3 2 16,4-2-3-16,-2-3 3 0,-4 6 4 0,-1 3-6 15,2-8 5-15,-2 8 1 0,0-5-1 0,0 5 1 16,0 0 0-16,-2-10 1 0,2 10 0 16,0 0 2-16,-6-2 2 0,6 2 1 0,0 0-1 0,0 0 2 15,-20 12-1-15,15-8 4 0,-2-1-3 0,2 3 0 16,-1-3 0-16,-1 3 3 0,-1-1-4 0,6 0 5 16,-6 2-4-16,1-3 2 0,2 4 0 0,-3-1-1 15,3-3 2-15,2 4-1 0,-6-2 3 0,6-3-5 16,0 4 1-16,-2-2 1 0,0 1-1 0,5-6-11 15,-4 8-16-15,4-8-14 0,2 8-13 0,-2-8-17 16,0 0-21-16,0 0-16 0,17 0-2 0,-6 0-4 16,-11 0-4-16,20-8 5 0,-5 1 11 0,0 3-8 15,1-5 8-15,3 0-1 0,-3-3 9 0,1 2 4 16,4-1 0-16,-8-1 5 0,6-2 14 0,1 2 7 16,-7 0 15-16,-5 0 26 0,0 5 13 0,1-2 22 15,-3 3 20-15,1-2 1 0,-7 1 5 0,5-2 7 16,-5 5 0-16,1-1 0 0,-1 5 2 0,0-11-2 15,0 11 6-15,-6-5 3 0,6 5-5 0,0 0 8 0,-13 0-2 0,13 0-2 0,-17 5-1 0,10-3-1 16,-1 4-4-16,-5 2-2 0,5-4-3 0,-1 3-3 16,-2 4-2-16,-1 1-3 0,1 0-1 15,-6-1 3-15,2 1-2 0,0-4-6 0,7 4-1 0,-5-1-2 16,0-2-2-16,-2 0-2 0,6 1-2 0,-1 0-4 16,-1-5 1-16,4 3-3 0,1-1-14 0,-1 0-37 15,2-2-31-15,-2-1-31 0,2 0-40 0,5-4-25 16,-1 6-33-16,1-6-150 0,0 0-373 0,0 0 165 15</inkml:trace>
  <inkml:trace contextRef="#ctx0" brushRef="#br0" timeOffset="-35509.32">19765 16635 159 0,'-13'3'199'0,"13"-3"-12"0,0 0 2 0,0 0 5 0,-7 6-6 16,7-6-4-16,0 0-9 0,15 10-2 0,-10-3-11 15,5-5-13-15,2 6-8 0,-4-2-15 0,5-2-10 16,2 4-10-16,0-2-11 0,0 3-11 0,0 2-5 16,0-6-9-16,0 3-5 0,-2-2-6 0,-1 3-6 15,1 3-8-15,0-3-3 0,-6-2-6 0,3 0-4 16,-4 3-4-16,2-1-1 0,-1 3-3 0,1-3-2 15,1 1-1-15,-3-1-5 0,-4 2 1 0,5-4-1 16,-7 4 2-16,4 1-8 0,-4-4 0 0,10 4-2 16,-10-5 2-16,2-1-3 0,1 1-2 0,-3 0 2 15,0-7 0-15,4 8-2 0,1-4 0 0,-5-4 0 16,0 4 2-16,0-4 5 0,5 6-9 0,-5-6 2 0,0 0-4 16,0 0 2-16,0 0 1 0,0 0-1 15,0 0 3-15,0 0-5 0,-10-18 2 0,10 18-1 16,-7-11 0-16,4 4-2 0,-6 2 7 0,5 4-8 0,-3-3 2 15,7 4-1-15,-15-10 0 0,7 3 1 0,1 2 0 16,-1 4-2-16,1-1 1 0,-1-2-6 0,5-1-23 16,3 5-21-16,-15-4-25 0,10 0-36 0,5 4-30 15,-10-2-40-15,10 2-35 0,-5-6-31 0,5 6-150 16,-2-3-430-16,2 3 191 0</inkml:trace>
  <inkml:trace contextRef="#ctx0" brushRef="#br0" timeOffset="-35149.99">20075 16588 103 0,'0'0'200'0,"0"0"0"0,-7-5-21 0,7 5-14 0,0-5-20 16,0 5 3-16,0 0-2 0,0 0-1 0,0 0-8 15,0 0-6-15,-16 14-9 0,11-2-10 16,-4-6-12-16,6 7-10 0,1-4-7 0,-12 1-7 0,5 6-4 15,-4-1 6-15,3-3-5 0,-5 3-8 0,0-2-4 16,0 1-6-16,2-1-5 0,-2-1-2 0,0 3-8 16,0-4-4-16,-1 0-2 0,3 1-4 0,-1-3-3 15,6-1-2-15,-2-3-2 0,-3 0-1 0,11-3 2 16,2-2-3-16,-6 3-1 0,6-3-4 0,0 0-3 16,0 0 1-16,0 0-3 0,0 0 2 0,0 0-6 15,0 0-11-15,25-15-10 0,-14 9-9 0,-3 3-4 16,2-1-7-16,-1-3-3 0,1 3-3 0,-2 1-5 15,-2 0-4-15,-4-2-13 0,-2 5-10 0,8-5-16 16,-8 5-21-16,0 0-9 0,0 0-5 0,0 0-18 16,0 0-26-16,0 0-32 0,-24-2-103 0,24 2-326 15,-15 3 144-15</inkml:trace>
  <inkml:trace contextRef="#ctx0" brushRef="#br0" timeOffset="-30044.88">20032 16557 137 0,'-9'-6'153'0,"9"6"-7"16,0 0-5-16,-3-3-1 0,3 3-8 0,-1-6-5 15,1 6-5-15,0 0-6 0,0 0-6 0,-9-8-7 0,9 8-5 16,0 0-4-16,-6-4-7 0,6 4-7 0,0 0 0 16,-4-6-10-16,4 6 1 0,-5-3-9 0,5 3-5 15,-8-5-4-15,8 5-2 0,-7-5-6 0,7 5-6 16,-8-4-2-16,3 0-5 0,2-2 1 0,3 6 6 15,-12-3 0-15,12 3-3 0,0 0-1 0,-11-6-5 16,11 6-6-16,-10-3 2 0,10 3 2 0,-8-3-2 16,4-2 7-16,-4 3 0 0,8 2-5 0,-12-3 2 15,12 3-5-15,-8-4-1 0,8 4-4 0,-15-3-3 16,15 3-1-16,-8-5-2 0,0 2-3 0,8 3 3 16,-10-2-1-16,10 2-3 0,0 0 3 0,-17 2-7 15,17-2-2-15,-10-2-1 0,10 2 3 0,-13 2-4 16,5 1 3-16,8-3-4 0,-14 1 2 0,6 3-1 0,8-4 2 15,-15 7 0-15,10-4-2 0,-1-1-1 0,1 3 4 16,0-2-6-16,5-3 2 0,-13 7-2 16,6 1 0-16,5-5 4 0,-6 1 0 0,8-4-3 0,-7 5-6 15,-1-2 7-15,8-3-4 0,-5 7 5 0,-3-2 4 16,8-5-7-16,-2 9 0 0,-1-6 0 0,1 3 4 16,2-6-2-16,-6 9 1 0,6-5-2 0,0 7 2 15,0-3 3-15,-4-4 11 0,4-4 10 0,0 12-1 16,0-1-4-16,0-5 4 0,0-1-7 0,0 4 0 15,0-1-3-15,0-2-3 0,0 0 1 0,0 3-2 16,-3-1-1-16,3-3 2 0,3 3-4 0,-3-1-1 16,0 1-1-16,4-2 0 0,-4 3-1 0,0-5 3 15,3 4-1-15,0-4 0 0,-3 3-3 0,2 0 0 16,1-4 1-16,-3 3 0 0,7 2-3 0,-7-1 2 16,3-4 6-16,-3-3-10 0,5 10-2 0,-5-3 3 15,2 1 5-15,4-5-2 0,-4 4-2 0,-2-7-1 16,5 9 2-16,-5-5 0 0,2 2 4 0,4-3-3 0,-6-3-1 15,7 10 0-15,-5-6 4 0,-2 1-2 16,0 3 2-16,8-3 5 0,-3-3-1 0,-4 5 0 16,3-3 0-16,1 4 5 0,0-4-7 0,-5-4-2 0,6 4 1 15,-6 1-5-15,9 1 5 0,-8-2-3 0,4 3 2 0,2-2-1 0,-7-5-3 16,3 8-1-16,2-4 3 0,-5-4 1 0,7 8-1 0,-4-5-4 16,2 5 3-16,-5-5 0 0,8 2-4 0,-8-5 2 15,7 8 2-15,-5-5-2 0,1 1 3 0,0 1-1 16,-3-5 1-16,8 6-4 0,-3-5 1 0,-5-1 2 15,14 3 1-15,-6 2-1 0,-1-3-1 0,2-1-2 16,0 0 4-16,-9-1-1 0,18-1 1 0,-6 0-4 16,-1 2-1-16,1-2 5 0,-2-1-3 0,5 2 1 15,-6-3-1-15,6 3-1 0,-6-3-3 0,6 1 3 16,-2-2 0-16,-3 1-4 0,1 0 4 0,4-3-2 16,-7 0 3-16,6 1-2 0,-4 1 1 0,-4-4 1 15,3 3-7-15,4-2 9 0,-7-3 5 0,3 4-10 16,-4-6 4-16,5 1-2 0,-4 4 1 0,-3-5-6 15,4 1 6-15,-2 3 9 0,-2-11 11 0,-1 12 6 16,3-6 0-16,-5 4-3 0,3-4 0 0,-1 4-4 16,-2-3-2-16,0 2-5 0,2 0-1 0,-4 0 5 15,2 0-5-15,-2 3 1 0,2-3-3 0,-3-2-4 16,-2 4 1-16,0-3 0 0,5 3 0 0,-5 1-1 0,3-1-4 16,-3-4 11-16,2 7-11 0,-3-3-3 0,-1-1-3 15,4 3 6-15,-4 3-1 0,-6-1-2 0,4-4 0 16,1 0-2-16,-3 4 4 0,2 3-3 0,-4-1 0 15,3-1-1-15,4 2 4 0,-8-6-1 0,1 6-2 16,1-2-4-16,4 2 6 0,8 1 11 0,-18 0-17 16,8-4 4-16,10 4 1 0,-15-3-2 0,7 3-1 15,8 0 1-15,-12 0 12 0,12 0-10 0,-15-2-2 16,15 2 1-16,-11 0 0 0,11 0 6 0,0 0-3 16,-15 0 1-16,15 0-6 0,-10-2 2 0,10 2-4 15,-10-3 5-15,10 3-1 0,-13-2-3 0,13 2 1 16,-10 0 4-16,10 0-4 0,0 0 4 0,-18 0-2 15,18 0 1-15,-12 2-1 0,12-2 1 0,-13 5 1 0,6-3-2 16,7-2 1-16,-13 3-1 0,13-3-1 0,-10 4-2 16,3 0 5-16,7-4-6 0,-9 8 4 15,5-7-4-15,1 4 5 0,-4-3-3 0,7-2 4 0,-6 11-2 16,1-7 4-16,3 4 0 0,-1-4-8 0,-1 3 5 16,3 0-4-16,-4-1 5 0,3 0-4 0,-4-2 3 15,6 4 9-15,0 0-10 0,-2-4-2 0,2 5 3 16,-5-2-2-16,5 1 3 0,-2-1-5 0,2 0 1 15,-6 0 2-15,6 1-1 0,-2-1 2 0,2-1 0 16,0 3-2-16,2-3 6 0,-2 0 8 0,6 4-13 16,-4 0 1-16,3-5 11 0,-3 3-11 0,-2-1-6 15,6 1 2-15,-4-2 6 0,3 0 1 0,-4 3-2 16,6-4 10-16,-5 2-12 0,4-1 4 0,-2 3-3 16,-3-4 1-16,9 0 1 0,-6 0-2 0,-3 6 0 15,7-6-1-15,-6-3-2 0,3 4 3 0,2 0 5 16,-1-2-7-16,-4 1 8 0,5-2-8 0,-4 1 0 15,4 1 2-15,-4 1 5 0,5-5 7 0,-3 2-12 0,-5-3 7 16,15 5-9-16,-5-2 5 0,-3-3-3 16,-7 0 3-16,16 4-8 0,-3-4 9 0,-6 4-5 15,5-4 1-15,-12 0-1 0,18-4 0 0,-7 8 6 0,-4-4 0 16,6-4-3-16,-3 1 1 0,3 2-3 0,-4-2-2 16,2 2 6-16,-3-4-3 0,4 3-3 0,0-2 4 15,-4 1-2-15,5-2 2 0,-3 0 0 0,-5 2 0 16,8-2-1-16,-6 2-4 0,3-5 1 0,-4 4 2 15,3-3-2-15,-4 2 2 0,3-4 6 0,-1 3-6 16,-4 3 0-16,4-8-2 0,-1 2 4 0,1 2 8 16,-6-2-9-16,4 0-4 0,-3 0 5 0,-2-2-1 15,3-1-3-15,-3 3 3 0,2-2 2 0,-2 0-11 16,-2 3 6-16,-1-4 10 0,3 0-4 0,-2 4-5 16,-3-4 3-16,4 2 1 0,-6-5-3 0,1 5-2 15,-4-4 1-15,3 2 2 0,-6 2 4 0,3 1 8 16,3-6-6-16,-6 6-5 0,-2 2 3 0,7-1 0 0,-5 2 0 15,-2-1-2-15,1 0-1 0,0-3-1 0,-1 9-11 16,6 1-31-16,-6 0-41 0,-1 1-42 0,-6 3-68 16,9-2-81-16,-5 4-288 0,0-1-606 0,3 0 268 15</inkml:trace>
  <inkml:trace contextRef="#ctx0" brushRef="#br0" timeOffset="-24815.02">21932 16611 109 0,'0'0'107'0,"0"0"-1"0,0 0-6 0,0 0-3 0,3-3-4 15,-3 3 4-15,0 0-10 0,0 0 0 16,-5-15 0-16,5 15-3 0,0 0 5 0,0-5 3 16,0 5-1-16,-5-5 0 0,5 5-2 0,-3-5-9 0,3 5-7 15,0 0-10-15,-5-8-5 0,5 8-8 0,0 0 1 16,-7-4-7-16,7 4 2 0,-11-3-9 0,11 3 2 15,-13-2-2-15,6-1 2 0,7 3-2 0,-13-1-1 16,13 1-2-16,-15 0 3 0,8-1 4 0,7 1-2 16,-15-2-1-16,15 2-3 0,-10 2-3 0,10-2 1 15,-15 0-6-15,15 0-4 0,-11 1 0 0,11-1-1 16,-12 0-1-16,12 0-3 0,-11 1-2 0,11-1-4 16,-12 3 1-16,12-3-1 0,-10 4 0 0,2-3-1 15,8-1-2-15,-7 4 9 0,-1-1 8 0,3 2-1 16,0-2 0-16,5-3-2 0,-12 7-2 0,7-5-3 15,5-2 2-15,-6 9-6 0,3-4 0 0,-4-1 2 16,2-2-5-16,2 3 4 0,-4 3 3 0,2-4 2 0,2 4 2 16,1-4-6-16,-3 4 2 0,3-1 2 15,1 0-7-15,-6-2 2 0,7 3 1 0,-3-1-2 16,1 1-3-16,1 1-2 0,-3-3-1 0,8 2-1 0,-4-3 1 16,0 5 2-16,-4-3-7 0,4-1 3 0,0 1-2 15,0 1 2-15,4-1-3 0,-4 1 4 0,1 1-2 16,1-2 4-16,1-4-2 0,4 6 1 0,-4 2-1 15,-1-5-1-15,3 0 0 0,-2 1-5 0,4 1 6 16,-2 0 2-16,1-4-6 0,-2 5 3 0,2-3-4 16,1 3 3-16,-1-3 0 0,-2 2 0 0,4-1 0 15,-3-1-3-15,0 0 1 0,3-1-3 0,-3 2 3 16,5-4-4-16,-3 3 4 0,1-3 3 0,-1 1-3 16,1 3 0-16,-1-3-3 0,-7-4 3 0,8 6-1 15,-2-1-1-15,1-4 2 0,6 3-1 0,-4-2 0 16,-3 1 2-16,4-1-1 0,3-1 0 0,-4 3-1 15,-9-4 1-15,15 0-2 0,-2 0-1 0,-13 0 2 16,18 0 1-16,-6 0 0 0,-4-1-3 0,7 1 0 16,-4-4 0-16,-2-1 1 0,1-1 2 0,1 3-1 15,-3-2-2-15,1 1 2 0,-3-2-5 0,3-2 6 16,-1 4-2-16,0-4 1 0,0 0 1 0,2 0 0 0,-6 0-4 16,1-2-1-16,1 4 3 0,1-5-2 0,-4 1 1 15,5 1 28-15,-4-2 0 0,-3-2-5 0,1 4-1 16,-2-1-2-16,7-1 0 0,-6 0-1 0,-1 2 1 15,0-1-6-15,4-2-1 0,-4 2-1 0,0-1 4 16,-4-3-1-16,4 5-1 0,-1-1 0 0,1-2-4 16,-7 4-1-16,5-4-1 0,1 5 2 0,-3-1 0 15,-5-4-5 1,9 7-2-16,-5-3 0 0,-5-3 1 0,6 6 2 16,-1-1-5-16,-3-5 3 0,-2 6-2 0,2-2 0 15,0 4-2-15,-1-5 5 0,-4 4 1 0,5 1-7 0,-2-3 1 0,0 3-1 16,2-3 4-16,-4 1 0 0,0 1-4 0,-2 3 5 15,2-1-3-15,-1 0-3 0,0-1 4 0,6 3-4 16,7 0 1-16,-20-1 0 0,12 1 1 0,8 0-1 16,-22 1 1-16,12 2-8 0,10-3 10 0,-18 2 1 15,10 0-3-15,0-1-3 0,1 2 7 0,-1 0-5 16,-4 1 0-16,4 1-2 0,-2-2 3 0,3 1-3 16,-1 0 1-16,1 0 2 0,-4 0-1 0,2 1 2 15,1-2 1-15,0 1-3 0,0 1 4 0,-1 1-3 16,3-2 2-16,-3 1-1 0,1 0-3 0,5 2 3 0,-4 0 0 15,1-4-5-15,1 5 1 0,-4-5 2 16,8 6 1-16,-3-2-3 0,3 1 2 0,-4 1-1 16,2 0 11-16,1-1-15 0,0 2 5 0,4-1 4 0,-2 1-4 15,0 0 1-15,0-2 2 0,0 4 2 0,5-1-2 16,-5-2 0-16,1 0-3 0,3 1 1 0,-3 0 2 16,3-1-2-16,-1 4 0 0,5-6 6 0,-4 4-3 15,6 3 1-15,-4-4-2 0,1 1-2 0,-2-4 4 16,6 1-7-16,-2-1 4 0,-1 2-1 0,2-1 0 15,0-1 2-15,-2-3 1 0,2 4-2 0,3-4 1 16,-6 3-1-16,8-2 3 0,1-3-3 0,-1 4 0 16,-2-4 4-16,1 0-5 0,2-2 5 0,-9 3-9 15,14-3 7-15,-12 2-5 0,6-2 5 0,1 0-2 16,-4-2-1-16,1-1 6 0,-3 2-6 0,5-2 2 16,-2 0-1-16,-3 1 2 0,2-1-6 0,2 2 5 15,-5-3-2-15,-1 2 3 0,5 1-3 0,-5-6 2 0,1 5 0 16,-1-1-2-16,-1-4 2 0,4 3 0 0,-4-4 0 15,1 3 1-15,-1-3-4 0,-4 1 3 16,5-1-1-16,-1 1 13 0,1-5-15 0,-1 4-1 0,-1 1 3 16,-4-5-2-16,5 4 0 0,-4-4 3 0,-1 3-7 15,-2 0 6-15,3-2 1 0,4-1-4 0,-7 2 2 16,0 0 1-16,0 1-5 0,0-2 15 0,-2 0-14 16,-3 3 1-16,2-3 1 0,3-1-1 0,-2 1-1 15,-1-4 2-15,1 6 1 0,-5-1-3 0,1 0 0 16,4 0 1-16,-4-4 1 0,-1 8-4 0,-1-5 3 15,-2 3-2-15,-2 4 5 0,9 0-4 0,-7-4 1 16,2 2-3-16,-4 0 4 0,5 3-5 0,-4-3 6 16,3 3-2-16,-1 0 2 0,-4-1 2 0,6 2-5 15,-4 0 4-15,11 2-3 0,-20-3 3 0,5 2-3 16,2 1 2-16,5 0-1 0,8 0 1 0,-24 0 0 16,16 0-5-16,-3 0 5 0,11 0 2 0,-22 0-4 15,14 1 0-15,8-1-3 0,-17 3 5 0,12-1-1 0,5-2 1 16,-16 2 0-16,7-1-2 0,3 2-1 0,-6-2 2 15,12-1 3-15,-15 5-1 0,9-4-4 16,-4 4 3-16,5-1-3 0,0 1-1 0,-5-2 5 0,5 1 5 16,-5 3-5-16,5-3-3 0,-3 0 0 0,3 3-1 15,0 0 3-15,0 2 3 0,0-2 0 0,2 4-7 16,-1-3 5-16,-2-3 12 0,6 7-12 0,0-2 0 16,0 0-4-16,0 0 1 0,0 2 2 0,0 0 1 15,0-2 0-15,3 2-2 0,0-2-1 0,1 2 0 16,-1-2 1-16,0 1-1 0,4-3 3 0,-1 2 1 15,1-1 1-15,-2 0-4 0,3 3 1 0,-1-2 0 16,-2-2 0-16,0 4-2 0,10-5 5 0,-7 1 0 16,-1 1 1-16,1-3-3 0,4 2 0 0,-3-1 1 0,-2 1 1 15,6-3-2-15,2 0 9 0,-5 2-11 16,5 0 4-16,-3-4-3 0,3-1-1 0,-1 6-3 16,1-6 10-16,0-1-5 0,-2 3-3 0,2-2 1 0,0-2 2 15,0 3-1-15,-7-3-1 0,7 0-1 0,-5 0-2 16,0 0 7-16,2 0 3 0,-12 0-4 0,16 0-4 15,-6-2 2-15,-1 1 0 0,-9 1 1 16,9-3-7-16,-4-1 6 0,4 1 8 0,-4-4-5 0,-2 5-5 16,4-1 1-16,-7 3-2 0,8-8 3 0,-8 1 0 15,6 2 2-15,1-1-7 0,-5 1 6 0,3-3-2 16,3 1-1-16,-6 0 13 0,3-2-12 0,-4 1-2 16,6-2 3-16,-5-2-2 0,3 3-3 0,1-3 3 15,-4-2 0-15,4 2 3 0,-6 0-2 0,0 0 0 16,0 1 1-16,0 0 0 0,0 2 0 0,0-6-1 15,-5 0-2-15,4 3 1 0,-7 3 9 0,1-5-12 16,-1 6 2-16,3-3 3 0,-2 2-1 0,-1-2-4 16,-1 1 2-16,1 4 6 0,-5 3-7 0,6-6 2 0,-1 3 2 15,1 1-5-15,-2 1 4 0,0 1 0 16,-1 0-1-16,-1 3-3 0,2-1 4 0,-2-3-4 16,11 4 4-16,-18 4 2 0,4-3-2 0,1 4 2 0,0-4-9 15,1 3 6-15,-1 0-2 0,-2 3 5 0,-3-2 1 16,6-1-3-16,-2-2 1 0,5 7-23 0,-2-4-22 15,-4-2-26-15,8 5-32 0,-3-4-38 0,5 4-59 16,-5-2-44-16,5 0-240 0,-3-2-524 0,6 4 232 16</inkml:trace>
  <inkml:trace contextRef="#ctx0" brushRef="#br0" timeOffset="24934.34">19919 14024 69 0,'0'0'142'0,"0"0"-2"15,0 0 0-15,0 0-5 0,2-10-2 0,-2 10-5 16,0 0-2-16,0 0-5 0,0 0-11 0,0 0-10 0,0 0-10 15,0 0-4-15,0 0-3 0,0 0-6 0,0 0-8 16,0 0-3-16,0 0-6 0,0 0-5 0,0 0-6 16,0 0-4-16,-7-4-7 0,7 4-2 0,0 0-5 15,0 0-1-15,0 0-6 0,0 0-3 0,0 0-1 16,0 0-4-16,0 0 3 0,0 0-4 0,-8 16 0 16,8-16 0-16,0 0-2 0,0 10-4 0,0-10 4 15,0 9-5-15,0-2-1 0,0-3-2 0,0 4-18 16,0 1-19-16,0-3-18 0,0 3-18 0,0-5-12 15,0 7-23-15,0-4-13 0,0 2-16 0,0-1-17 16,0 3-121-16,-2-3-292 0,-1 0 130 0</inkml:trace>
  <inkml:trace contextRef="#ctx0" brushRef="#br0" timeOffset="25246.8">19865 14475 90 0,'0'0'137'0,"0"7"5"15,-4-2-7-15,4-5-9 0,-1 4-14 0,1-4-7 16,-2 7-11-16,2-7-6 0,0 8-11 0,-2-5-8 15,2-3-13-15,0 8-1 0,0-8-6 0,-1 9-1 16,2 0-8-16,-1-9-1 0,-1 9-3 0,-1-1 1 16,2 0-5-16,-3 0-8 0,3-4-5 0,0-4-1 0,-4 19-2 15,3-13-4-15,1-1-11 0,-2 6-14 0,2-2-7 16,0-5-14-16,0 4-10 0,0-2-16 16,0 4-20-16,0-4-20 0,-2 3-29 0,2-1-68 0,-1 2-212 15,1-5 94-15</inkml:trace>
  <inkml:trace contextRef="#ctx0" brushRef="#br0" timeOffset="25559.27">19906 15077 155 0,'0'0'177'0,"2"7"-5"16,1-4-9-16,-3-3-5 0,3 12-8 0,-3-5-6 0,0-2-10 15,2 2 3-15,1 0-12 0,-1 0-14 0,0-1-10 16,-2 1-7-16,3 1-11 0,-3-2-7 16,3 2-13-16,-1-3-2 0,1 5-6 0,-3 0-4 0,2-1-6 15,-1 0-7-15,-1 0-2 0,0 1-3 0,0 2-5 16,0-1-16-16,2 0-46 0,-4 2-43 0,2-1-50 15,0-3-54-15,2 6-150 0,-2-9-358 0,2 3 158 16</inkml:trace>
  <inkml:trace contextRef="#ctx0" brushRef="#br0" timeOffset="26279.49">19911 16257 47 0,'0'0'271'0,"3"-5"-12"0,-3 5-8 0,0 0-13 0,-3-8-19 16,3 8-23-16,0 0-21 0,0-8-17 0,0 8-17 15,0 0-15-15,0 0-10 0,0 0-15 0,0 0-1 16,0 0-2-16,0 0-10 0,0 0-4 0,3 19-10 16,-3-11-4-16,0-2-12 0,0 1 0 0,0 4-7 15,-3-4-6-15,6 5-4 0,-6-2-4 0,6-1-3 16,-3 4-2-16,-3-6-1 0,6 7-6 0,-3-1-3 16,0 1-24-16,2-2-24 0,-2 4-28 0,0-4-28 15,3 3-37-15,-1-1-41 0,0-2-42 0,1 3-43 16,2-2-148-16,0 1-426 0,-2-2 189 0</inkml:trace>
  <inkml:trace contextRef="#ctx0" brushRef="#br0" timeOffset="26560.71">19921 16805 17 0,'0'0'227'0,"0"0"-18"0,0 0-20 0,0 0-18 16,0 0-16-16,0 0-13 0,-2 5 6 0,2-5-7 16,0 0-12-16,2 8-13 0,-2-8-11 0,2 6-10 15,-2-6-8-15,0 9-11 0,6-2-8 0,-4 1-6 16,1-4-3-16,0 4-4 0,-1 4-6 0,0-5-9 16,-2 5-2-16,0-2-6 0,0-1-14 0,1 7-23 15,3-5-14-15,-4 0-20 0,0 3-12 0,-4-2-25 16,4-3-21-16,-1 3-16 0,1-3-21 0,0 1-6 15,-2-1-19-15,2 4-108 0,-2-4-287 0,1 1 127 16</inkml:trace>
  <inkml:trace contextRef="#ctx0" brushRef="#br0" timeOffset="26795.05">19957 17285 36 0,'0'0'232'0,"0"0"-22"16,0 0-18-16,0 0-24 0,0 0-14 0,9 5-16 16,-9-5-11-16,0 0-15 0,6 5-11 0,-6-5-12 15,2 6-12-15,4-3-24 0,-4 3-32 0,-2-6-40 16,3 6-41-16,-3-6-48 0,2 8-42 0,-2-1-80 15,0-7-247-15,-2 9 110 0</inkml:trace>
  <inkml:trace contextRef="#ctx0" brushRef="#br0" timeOffset="27357.49">19972 17484 195 0,'0'0'224'0,"0"0"0"0,0 0-12 16,0 0-8-16,0 0-13 0,0 15-7 0,0-15-7 15,0 9-2-15,7-1-10 0,-4-1-10 0,0 0-17 16,-1 1-17-16,0 2-13 0,4 2-8 0,-1-3-16 15,-1 6-4-15,2-1-7 0,-6-5-9 0,5 9-7 16,-1-6-3-16,-4 4-7 0,0-5-20 0,0 2-30 16,-4-2-28-16,1 3-31 0,1-1-38 0,-4-1-43 0,2-1-43 15,1-3-50-15,-5 3-147 0,6-2-416 0,-3-2 185 16</inkml:trace>
  <inkml:trace contextRef="#ctx0" brushRef="#br0" timeOffset="27560.6">20047 17917 38 0,'0'0'249'0,"0"0"-4"16,-9 10-23-16,9-8-19 0,0-2-21 0,-3 13-14 16,3-4-16-16,-2-4-18 0,2 3-11 0,-1 1-15 15,-4-1-11-15,5 2-8 0,-4 5-9 0,4-6-11 16,0 6-32-16,0 0-45 0,0 2-50 0,0-7-51 15,9 5-57-15,-9 3-144 0,-5-5-334 0,5 1 148 16</inkml:trace>
  <inkml:trace contextRef="#ctx0" brushRef="#br0" timeOffset="27748.08">20062 18324 241 0,'0'0'248'16,"0"0"-8"-16,0 0-7 0,1 3-16 0,-1-3-11 15,5 7-14-15,-5-7-15 0,0 0-14 0,-5 8-19 16,5 0-11-16,0-8-15 0,-1 4-6 0,1 5-14 16,-7 0-13-16,5-3-3 0,-3 4-12 0,4 1-10 15,-8-1-26-15,9 7-33 0,-5-7-27 0,-1 8-40 16,-1-2-37-16,-1-5-30 0,6 1-32 0,-4-4-22 16,6-1-176-16,-4 2-393 0,-1-4 175 0</inkml:trace>
  <inkml:trace contextRef="#ctx0" brushRef="#br0" timeOffset="28451.12">20062 17088 45 0,'-9'-3'307'16,"9"3"-9"-16,-6-5-23 0,6 5-15 0,0 0-12 15,0 0-21-15,0 0-18 0,-14 11-9 0,14-5-10 16,0-6-22-16,-1 10-19 0,-4-1-11 0,11-1-20 15,-6 2-8-15,5 2-18 0,4 3-45 0,-4-3-57 16,-2 5-69-16,10-2-70 0,-5-3-85 0,-6-2-202 0,3-1-470 16,3 4 208-16</inkml:trace>
  <inkml:trace contextRef="#ctx0" brushRef="#br0" timeOffset="33394.78">19428 13990 31 0,'0'0'187'0,"0"0"-6"0,-2-8-12 0,2 8-5 16,0 0-6-16,0 0-8 0,8-10-6 0,-8 6-12 15,0 4-12-15,2-6-8 0,-2 6-5 0,5-7-12 16,-5 7-7-16,2-7-1 0,-1 3-7 0,-1 4-8 16,0 0-3-16,0-11-8 0,0 11-4 0,5-5-10 15,-5 5-5-15,0-7-3 0,0 7 0 0,0 0-12 16,-5-7 0-16,5 7-4 0,0 0-2 0,-1-5-2 16,1 5 0-16,0 0-2 0,-2-7-1 0,2 7-3 0,0 0-2 15,0 0 0-15,0 0-2 0,0 0 0 16,-5-4-4-16,5 4-1 0,0 0 0 0,0 0-1 15,0 0-2-15,0 0 1 0,0 0-1 0,0 0 3 0,0 0-1 0,0 0 2 0,0 0-4 16,0 0 0-16,0 0-2 0,0 0 1 0,5 19-1 16,-5-15 0-16,0 4 0 0,0-8 2 0,2 12-2 0,-2-5-1 15,0 1 3-15,0 3 0 0,1-3-1 0,-2 3 10 16,1-2 14-16,-2 3-4 0,2-1 1 0,0 4-2 16,0 1-3-16,0-7 1 0,0 5 0 0,0-3 1 15,0 5 8-15,0-5-3 0,0 3 2 0,2-4-5 16,-2 2 1-16,1-1 4 0,4 1-6 0,-3-1 3 15,-2 1 12-15,5-2 0 0,-4 0-3 0,-1-2-1 16,7 1-1-16,-5 0 2 0,3 0-4 0,-4-5 0 16,6 3 1-16,-5 0-3 0,3 1-2 0,-4-4-2 15,4 2 0-15,0-3-6 0,0 6 1 0,-3-8 0 16,1 6-6-16,2-5 2 0,0 5-1 0,-2-2 0 16,1 0-1-16,1 1-3 0,-5-6 1 0,5 4-2 15,-2 4 1-15,-3-8-1 0,6 6 0 0,-2-2-3 0,-4-4-2 16,5 7 2-16,-4-5-1 0,-1-2 3 15,7 7-2-15,-7-2-3 0,0-5 2 0,7 7-1 0,-7-7 1 16,3 6 1-16,-3-6-1 0,0 0-1 0,2 5 1 16,-2-5 2-16,5 8-1 0,-5-8 1 0,1 3-3 15,-1-3 3-15,7 8 2 0,-7-8 6 0,10 5-6 16,-9 0 0-16,-1-5 0 0,9 3 2 0,-3 1 1 16,-2-1 2-16,-4-3-1 0,10 5-3 0,-7-3 5 15,-3-2-3-15,10 8-3 0,-5-6 0 0,1 1 3 16,-6-3 2-16,9 4-7 0,-3-1 3 0,-6-3-1 15,0 0-1-15,12 4 3 0,-9-3-2 0,-3-1-3 16,7 3 3-16,-7-3 2 0,13 4 2 0,-5-2 6 0,-8-2 0 16,7 3 0-16,-7-3-3 0,10 2 11 15,-10-2-6-15,13 4-7 0,-6-3-2 0,-7-1 2 16,10 0-2-16,-10 0-1 0,11 2 2 0,-11-2-3 0,15 1-4 16,-5-1 3-16,-10 0 0 0,13 4-1 0,-13-4 0 15,14 0-4-15,-14 0-2 0,10 1 1 0,1-1 8 16,-11 0-7-16,12 2 4 0,-4-1-8 0,-8-1 5 15,15 0 0-15,-15 0 3 0,16 0-4 0,-16 0 5 16,12 0-4-16,-12 0 1 0,15 1-2 0,-15-1 2 16,13-1-2-16,-13 1 2 0,13-3-1 0,-3 3 0 15,-5-5 3-15,-5 5-2 0,17-3 2 0,-6 2-3 16,-1-5-1-16,-5 3 4 0,5 1 3 0,-1-3 9 0,-5 2 3 16,6-2 6-16,-1 2-7 0,2-3 6 15,-2 0 0-15,4 0 7 0,-5 0-4 0,0-1 6 16,1 0-3-16,2 3 2 0,-3-5 4 0,4 2 8 0,-2-1-12 15,-3 1 7-15,3-4-4 0,-1 1-5 0,3 0 3 16,-2-2 6-16,0 2-6 0,0-3 2 0,0 2-6 16,0 3 2-16,0-8-2 0,1 5-6 0,-1-4 1 15,0 3-1-15,0-3-3 0,2 3-1 0,1-4 0 16,-7 1-3-16,8 0-3 0,-4 0 3 0,-4-2-5 16,9 2 1-16,-7 0 14 0,1-1 9 0,4 1 5 15,-8 0-6-15,5 2 0 0,-5 2-3 0,5-4-4 16,-5 5 2-16,-4-1 4 0,8 2 0 0,-4 0-2 15,-4 1-3-15,-1-2-1 0,9 1-7 0,-9 3 0 16,6-1-4-16,-6-1-2 0,5 4-1 0,-2-3 5 16,-3 7-8-16,0-7-4 0,0 7-1 0,0 0-10 0,5-5-12 15,-5 5-19-15,0 0-28 0,2-8-22 0,-2 8-32 16,0 0-25-16,0 0-29 0,0 0-27 16,0 0-45-16,0 0-58 0,0 0-73 0,0 0-259 0,-21 13-685 15,19-9 303-15</inkml:trace>
  <inkml:trace contextRef="#ctx0" brushRef="#br0" timeOffset="34441.56">19803 14460 84 0,'0'-6'262'0,"0"6"2"0,0 0-7 15,-8-7-16-15,8 7-20 0,0 0-16 16,0 0-15-16,0 0-20 0,0 0-17 0,0 0-16 0,0 0-17 16,0 0-9-16,0 0-4 0,0 0-17 0,0 0-8 15,0 0-9-15,0 0-9 0,0 0-4 0,8 17-7 16,-8-17-6-16,0 10-3 0,0-5-2 0,5-2-5 16,-5 4-2-16,0-7-6 0,2 7-1 0,-2-2-2 15,8-1-2-15,-8-4 3 0,7 3-7 0,-5 0-2 16,-2-3-1-16,6 5-2 0,-6-5-1 0,0 0 0 15,12 1-4-15,-12-1 3 0,0 0-2 0,0 0-4 16,10-8 0-16,-10 8-1 0,0 0-3 0,0-7-1 16,0 7 1-16,0 0 3 0,0 0-8 0,-9-11 2 15,9 11 2-15,-5-2-3 0,5 2 0 0,-8-3 0 16,8 3 4-16,0 0-5 0,-8-5-2 0,8 5 0 16,0 0-2-16,-15 6 2 0,15-6 4 0,-5 4 0 0,5-4-5 15,-3 5 6-15,3-5 0 0,0 9-3 0,0-9 4 16,0 9-2-16,0-9 2 0,3 4 1 0,2 1 0 15,-5 1-1-15,10 0 0 0,-3-5-1 0,-1-1-1 16,-6 0 2-16,20 2 0 0,-20-2 3 0,17-2-2 16,-9 2-2-16,3-4 1 0,-7-2 1 0,7 5-1 15,-7-7-1-15,4 2 1 0,-3 3 1 0,-3-3-3 16,1-2 1-16,-3 3 0 0,0-2 0 0,0 7-5 16,-7-10 0-16,2 5 1 0,-3 1 1 0,1 1 2 15,-3-2 5-15,10 5-7 0,-19-1 2 0,5 1-4 16,3 1-20-16,-1 3-35 0,2 0-51 0,-3 2-68 15,6 3-91-15,-6-1-200 0,3-3-509 0,5 6 225 0</inkml:trace>
  <inkml:trace contextRef="#ctx0" brushRef="#br0" timeOffset="36036.65">19363 14815 76 0,'0'0'212'0,"0"0"-9"0,0-7-10 16,0 7-7-16,0 0-12 0,0 0-6 0,7-6-11 16,-7 6-15-16,0 0-13 0,0 0-15 0,1-6-11 15,-1 6-12-15,0 0-10 0,0 0-9 0,0 0-5 0,0 0-3 16,0 0 15-16,0 0-3 0,5 14-5 16,-5-14-2-16,0 9 0 0,0-4 11 0,7 3-9 15,-7-3-9-15,2 0-5 0,-2 3-4 0,1 1-5 0,-1-2-3 16,7 4-4-16,-7 1-7 0,3-1-1 0,0-3-5 15,4 4-3-15,-7 0-3 0,7 2 0 0,-1-1-1 16,-1-3-2-16,-1 3-1 0,4 1-4 0,-3-1 0 16,-2-1-1-16,4 2-1 0,-1-4-1 0,-2-3 1 15,1 10-2-15,1-9-1 0,-2-1-1 0,2 5 1 16,-1-4-6-16,0-1 9 0,0 3 25 0,2-1-7 16,-2-1-2-16,3-1 0 0,-3 1-6 0,5-1 3 15,-5 1 3-15,6-2-8 0,1-1 6 0,-2 2-1 16,3-2-10-16,0-1 9 0,1 0 4 0,-4-1-12 15,3 2 0-15,3-2-6 0,-1 5 1 0,0-7 2 16,0 1-2-16,2 2-3 0,3-3-2 0,-6 1-1 0,6 1 4 16,2-3-3-16,-4-2-1 0,2 4-1 0,-2-2 1 15,0 3-1-15,4-6 0 0,-4 1 2 0,2 1-1 16,-2-2 2-16,2 0-4 0,0 2-1 16,-2-2-3-16,4-2 4 0,-6-1 0 0,2 0-1 0,4-1 0 15,-6-1 2-15,4-3 8 0,-3 4 5 0,6-5 9 16,-3 3-6-16,3-6 1 0,-6 3-4 0,1-2 4 15,-2 6-5-15,9-11-2 0,-7 12-2 0,5-13 1 16,-3 11 4-16,-6-6-3 0,0 3-4 0,6 2 6 16,-8-2-8-16,4 0 4 0,-1-1-4 0,0 5-3 15,0-1 1-15,0 0 1 0,-2 5-3 0,-6-3 1 16,1 0 0-16,-1 2-2 0,-1 2-12 0,-2-1-15 16,1-1-26-16,-5 5-18 0,0-8-30 0,0 8-34 0,0 0-32 15,-19 0-40-15,8-2-47 0,11 2-44 0,-27 3-193 16,11 0-526-16,-6 0 232 0</inkml:trace>
  <inkml:trace contextRef="#ctx0" brushRef="#br0" timeOffset="36583.47">19810 15256 118 0,'0'0'255'0,"8"-7"-7"0,-8 7-12 15,0 0-12-15,0-4-13 0,0 4-14 0,0 0-18 0,0 0-14 16,0 0-16-16,5-8-15 0,-5 8-14 0,0 0-12 15,0 0-12-15,0 0-10 0,0 0-5 16,0 0-13-16,0 0-2 0,0 0-8 0,0 21-2 0,2-16-7 16,-2-5-4-16,0 7-6 0,2-1-2 0,-2 0-5 15,6 0-2-15,-1-3 0 0,-5-3-3 0,5 4-3 16,-2 0 0-16,-3-4-3 0,12 4 0 0,-12-4-3 16,12 0-3-16,-12 0 1 0,0 0-6 0,14-8 2 15,-9 4-3-15,-3 1-1 0,5-5 2 0,-4 1 0 16,0-1-2-16,-1 1-5 0,0 1 3 0,1 2-2 15,-3-6-3-15,0 10-2 0,0-9-15 0,-5 5-27 16,5 4-39-16,-5-4-38 0,-5 2-52 0,10 2-50 16,0 0-230-16,-21 2-488 0,9-1 216 0</inkml:trace>
  <inkml:trace contextRef="#ctx0" brushRef="#br0" timeOffset="37536.49">19360 15606 13 0,'0'0'186'0,"-5"-3"-9"0,5 3-10 15,0 0-6-15,0 0-8 0,0 0-1 16,-7-6-10-16,7 6-11 0,0 0-11 0,0 0-9 0,0 0-5 16,0 0 4-16,0 0-1 0,0 0-5 0,15 13-4 15,-8-7-5-15,-7-6 3 0,6 8-2 0,-6-2 0 16,7-3-15-16,-5 3-6 0,-2 2 1 0,6-3 10 16,-4 3-10-16,-2-1-6 0,3 4-4 0,0-2-8 15,2 3 2-15,-3-3 1 0,0 3-4 0,1-3-8 16,5 5 1-16,-1 0-6 0,1-1-4 0,-1 0-4 15,-4 2 3-15,4-2-7 0,3 2-2 0,0-3 1 16,-2 6 0-16,0-13 0 0,-3 13 5 0,7-2-2 0,-4-5-8 16,2 4 2-16,2-2-4 0,1-2-2 15,-3 2 4-15,5-2 11 0,-2-2 3 0,0 5-1 16,-1-10 0-16,6 5-4 0,-2-3 1 0,4 3 2 0,0-7 4 16,3 0-3-16,1 5-2 0,4-3-6 0,0 0 0 15,2-1 0-15,-2-1-3 0,2 1 2 0,1-8-4 16,2 2-4-16,-1 3 7 0,-3-1-1 0,3-8-7 15,-9 7 3-15,0-3-6 0,-1-3 1 0,-3-1-5 16,3 0 3-16,0 1-9 0,-6 1 7 0,4-4-1 16,-4 2-2-16,-1-1-7 0,5 1 4 0,-7-2-2 15,2-1 1-15,-1 0-2 0,-3 2 2 0,6-7-12 16,-11 2-17-16,8 2-15 0,-4-6-22 0,-4 8-8 16,4-7-16-16,0 5-4 0,-7 4-13 0,4-3-16 15,-5 2-21-15,-2 3-39 0,3 1-56 0,-3-3-59 16,-3 4-251-16,-2 1-587 0,5 4 260 0</inkml:trace>
  <inkml:trace contextRef="#ctx0" brushRef="#br0" timeOffset="38546.98">19404 16120 127 0,'0'-7'253'0,"2"-1"-11"0,-2 3-14 0,5 2-8 16,-3-5-8-16,-2-3-5 0,8 9-1 0,-5-8-4 16,1 9-7-16,2-5-4 0,-4 1-6 0,-2 5-4 15,5-7-15-15,-5 7-12 0,2-8 1 0,-2 8-30 16,1-2-16-16,-1 2-7 0,0 0-13 0,0 0-2 16,0 0-21-16,0 0-4 0,0 0-3 0,7 13-10 15,-7-13-3-15,5 15-1 0,-5-6-5 0,1 7-8 16,-1-6 1-16,0 3-5 0,7 1-5 0,-5 5 5 15,3-1-6-15,-4-3 4 0,8 3-9 0,-4-2-6 16,1 4 3-16,4-3 0 0,0 5-7 0,0-4 5 16,0-2-5-16,1 4 5 0,-2-2-2 0,-1-2-6 15,0-1 6-15,6 4 1 0,-5-3-5 0,0-3-4 0,2 2-13 16,3-3 10-16,-6 5-4 0,3-7 3 16,3 5-2-16,-6-3 4 0,2-1 7 0,0-2 4 15,0-2-11-15,1 4 1 0,-4-4-4 0,3 1 2 0,-3 0 3 16,1 0-3-16,-2 0 0 0,3-4 0 0,1 3 0 15,-2 0 3-15,-5-2 4 0,2 1 11 0,3-4 22 32,-1 1-16-32,0 1 1 0,-1 0-9 0,3-1 5 0,-1 2-3 15,-3-4 3-15,5 2-2 0,-4 0 5 0,4-3-9 16,2 4 1-16,-2-2-6 0,10 1 3 0,-10-3-3 0,11 3-1 0,-4-2-3 16,3-2 6-16,-1 1-3 0,0-3-1 0,0 0 3 15,6 3-3-15,-5-2 0 0,3-2-7 0,5 0-6 16,-4 1 9-16,-3-4-3 0,7-5-1 0,-5 5 2 15,-1-5 5-15,0 3 0 0,-3-6-5 0,0 3 20 16,4-6-23-16,-2 1 5 0,2-2-2 0,-4 7-2 16,-3-4 0-16,6 1 1 0,-6-4 0 0,4 6-6 15,-5-2 7-15,0 1-3 0,0 2 2 0,-2-3 7 16,-1 3-9-16,-2-3-1 0,1 7-2 0,1-6-2 0,-7 5-7 16,5-6-17-16,-4 6 3 0,3 3-16 0,-6-2-4 15,2-1-20-15,1 2-14 0,-2 2-21 0,-1-2-22 16,-3 7-40-16,2-6-44 0,-2 6-48 0,-2-7-30 15,2 7-251-15,0 0-581 0,0 0 258 0</inkml:trace>
  <inkml:trace contextRef="#ctx0" brushRef="#br0" timeOffset="39546.87">19865 16015 8 0,'0'0'241'16,"3"-5"-7"-16,-3 5-4 0,2-10-6 0,-2 10-7 16,0-5-11-16,0 5-9 0,0 0-18 0,3-7-15 15,-3 7-20-15,0 0-12 0,0 0-16 0,0 0-13 16,0 0-10-16,0 0-8 0,0 0-10 0,5 22-5 16,0-15-5-16,-4 3-6 0,1 0-9 0,3 0-3 15,2-1-5-15,-1 4-4 0,-4 1-3 0,8 0-6 16,-3-7-2-16,4 8-3 0,-6-7 4 0,5-3-7 15,-3 6-4-15,1-3-2 0,-1-5 2 0,1 1 2 0,-5 2-7 16,-3-6-4-16,7 2 6 0,-7-2-2 0,0 0-4 16,15-8 0-16,-15 8 0 0,0-12-2 15,0 12 1-15,-4-18-1 0,1 10-1 0,1-4-3 0,2 2 3 16,-8-3 3-16,3 2-7 0,2 3 0 0,-4-2 2 16,2 1-1-16,-3 1-3 0,5 1 2 0,-7 6-1 15,3-6-3-15,-1 6-14 0,8 1-29 0,0 0-29 16,-25 6-48-16,18 2-55 0,-1-6-69 0,3 8-200 15,-3-1-484-15,5-1 216 0</inkml:trace>
  <inkml:trace contextRef="#ctx0" brushRef="#br0" timeOffset="40656.11">19929 15210 153 0,'-8'-4'178'0,"1"0"-8"16,7 4-5-16,-13-1-11 0,13 1-12 0,-10-2-8 15,10 2 3-15,-15 0-11 0,15 0-6 0,0 0-14 16,-15 7-9-16,12-6-5 0,0 5-8 0,1 0-9 16,-5 1-7-16,6 3-11 0,1-1-1 0,0-2-7 15,0 2-3-15,1 0-4 0,6-2-3 0,0 4-7 16,1-4 3-16,-1 1-6 0,2 1 0 0,5-4-1 15,-4-3-6-15,1 3-1 0,1-3-1 0,3-2-1 16,-5-2-2-16,1 0 0 0,2-2-5 0,-6 3 1 16,3-9-3-16,-3 5 12 0,-1-6 8 0,-6 0-7 15,0-1-1-15,0 2 1 0,-6 0 5 0,2-4 7 0,-7 1-6 16,1-1-1-16,-3 2-3 0,-1 3-3 16,-1-2-2-16,-1 7-4 0,3 0-2 0,-2 0 2 15,5 1-13-15,-2 3-33 0,1 3-42 0,4-1-57 0,-1 1-68 16,4 8-224-16,3-6-455 0,2 5 202 0</inkml:trace>
  <inkml:trace contextRef="#ctx0" brushRef="#br0" timeOffset="70681.28">21588 13855 189 0,'0'0'238'0,"0"0"-1"0,0-10-5 15,0 10-2-15,3-7-4 0,-3 1-6 0,0 6 1 16,0-9 1-16,0 9-3 0,0-10-8 0,0 10-2 15,0-4-2-15,0 4-11 0,-3-11-4 0,3 11-13 0,-2-4-4 16,2 4-14-16,-2-6-10 0,2 6-12 16,-3-6-12-16,3 6-14 0,-3-6-10 0,3 6-14 15,0 0-6-15,-7-6-12 0,7 6-8 0,0 0-5 0,0 0-7 16,0 0-5-16,0 0-7 0,0 0-6 0,0 0-3 16,0 0-3-16,0 0-3 0,0 0-5 0,0 0-1 15,0 0 3-15,-8 15-6 0,8-7-1 0,-2-4-2 16,2 5 1-16,0-2-1 0,0 3-4 0,0 0 1 15,0-3-1-15,-5 5-1 0,5 0 1 0,0-2 2 16,0 2-4-16,0 1-2 0,0 1-1 0,-2 1-1 16,2-3 4-16,2 1 1 0,-2 1-6 0,5-2 0 15,-5-4 2-15,0 4-4 0,2-1 4 0,-1 3 4 16,6-5 3-16,-7 1-5 0,2 2-3 0,3-3 2 16,1 3-4-16,-4-3 2 0,5-3 0 0,-4 6-2 0,2-5 3 15,1 2 2-15,1-1 3 0,1-1-5 0,-1 0 6 16,3 1 8-16,0-3 5 0,0 1 1 0,0 0-2 15,3 0 5-15,2 0-3 0,-7 0-1 0,5-3-4 16,-1-2 0-16,-4 6 8 0,4-6-9 0,1 3 0 16,2-2-3-16,0 1-4 0,-2-3 2 0,0 2 2 15,4-2-5-15,-2 0 0 0,3 0-1 0,-6-2-3 16,7-3 3-16,-4 4 1 0,2-2-3 0,1-1-1 16,2-3 2-16,0 2-1 0,-4-3-3 0,4 1 1 15,-3-4 3-15,9 2 0 0,-8-3 3 0,1 3 6 16,5-8 5-16,-10 9 7 0,11-8-8 0,-6 5 3 15,-2-5-3-15,1-3 1 0,-1 8 1 0,-1-4 3 0,6 5-2 16,-7-5 2-16,6-3-3 0,-3 2 0 0,1-3-4 16,2 0 0-16,-8 6-3 0,1 2 0 0,-1-4 0 15,2 3-3-15,-2-3-3 0,2 0 3 0,-2 0 3 16,-3 6-7-16,0-3-2 0,0 0 0 0,-2 6-2 16,-1-4-1-16,6 3-1 0,-11 2 1 0,6-2 0 15,-1 0-7-15,-1 3-18 0,1-3-25 0,-5 0-23 16,4 4-27-16,-6 3-26 0,8-6-27 0,-8 6-35 15,9-3-33-15,-9 3-38 0,0 0-47 0,0 0-52 0,0 0-45 16,0 0-252-16,0 0-704 0,0 0 312 16</inkml:trace>
  <inkml:trace contextRef="#ctx0" brushRef="#br0" timeOffset="71292.03">21962 14187 239 0,'-10'-6'281'0,"10"6"-20"0,-5-1-12 0,5 1-11 16,0 0-9-16,-15 5-12 0,15-5-8 0,-10 7-9 16,3-3-12-16,1 2-10 0,-3-1-14 0,9-5-8 15,-1 13-9-15,1-6-15 0,-2 1-11 0,0-1-12 16,1 1-11-16,1 0-8 0,0 0-11 0,0-1-5 0,0-7-12 15,0 12-6-15,0-6-2 0,0-6 4 0,5 5-7 16,-4-3-4-16,-1-2-8 0,15 3 0 16,-15-3-4-16,17-3-5 0,-11 0-3 0,3-1-3 0,-4-4 4 15,1 2-5-15,-2 2-7 0,-1-4 4 0,2 1-3 16,-2 0 2-16,-1-2-10 0,-2 5 1 0,0 4-6 16,-2-14-7-16,-4 12-12 0,2-5-19 0,-4 4-23 15,0 2-25-15,8 1-21 0,-32 1-28 0,17 2-31 16,-4 2-42-16,2-1-57 0,-3 6-65 0,-3-2-166 15,3 6-532-15,4-1 235 0</inkml:trace>
  <inkml:trace contextRef="#ctx0" brushRef="#br0" timeOffset="71948.23">21377 14808 57 0,'-5'-9'314'0,"4"3"-7"0,-1 1-15 16,2 5-15-16,-3-7-19 0,3 7-16 0,0-9-4 16,0 9-19-16,0-9-10 0,0 9-24 0,0 0-23 15,0 0-17-15,0 0-7 0,0 0-15 0,0 0 2 0,0 0-3 16,18 18-1-16,-16-11-22 0,6 4-3 0,-1-2-4 16,2 2 16-16,-2 5-1 0,8-1-7 15,-2-1-12-15,-6 0-6 0,8 1-7 0,0 4-3 0,1-4-11 16,-1 1-8-16,2 0 1 0,1 3-6 0,-2-8-2 15,6 1 0-15,1 0-1 0,5-2-8 0,-3-1-4 16,5-4-2-16,1 3-5 0,1-5-1 0,6-3-5 16,3 2 2-16,-4-2-5 0,-1-5 2 0,4-3-5 15,-5 1 7-15,1 0-4 0,5-7-9 0,1 1 3 16,-13 2 0-16,10-8-2 0,-6 5 2 0,-10 1-5 16,5-6-1-16,-2-1 2 0,-1 0 1 0,0 2 0 15,-3-2-5-15,-1 2 4 0,-3-3-4 0,-4 3 3 0,4 1-14 16,-8 0-11-16,0 2-14 0,3 1-22 15,-6 6-32-15,-7-3-25 0,8 2-41 0,-8 3-41 16,0 1-45-16,0 5-40 0,-8-7-45 0,8 7-291 0,-17 0-666 16,17 0 295-16</inkml:trace>
  <inkml:trace contextRef="#ctx0" brushRef="#br0" timeOffset="72385.68">21785 15072 44 0,'0'0'264'0,"0"0"-7"0,-10 3-14 0,10-3-25 16,0 0-17-16,0 0-11 0,0 0 2 0,0 0-11 16,0 0-19-16,0 0-14 0,23 4-11 0,-17-1-14 15,3-1-11-15,-9-2-11 0,15 2-5 0,-9-1-5 16,9-1 0-16,-15 0-4 0,17 0-8 0,-17 0-5 15,15-5-10-15,-10 2 1 0,3 1 12 0,-3-3-3 0,3-3-6 16,-5 1-5-16,-1 0-12 0,1 2-4 0,-3-5 1 16,-3-1 1-16,3 3-7 0,-3 1-2 15,-6-1-6-15,6 1-5 0,-8 1-3 0,6 0 1 0,-2 3-20 16,-3-2-20-16,-3 2-26 0,13 3-30 0,-17 8-39 16,2-5-57-16,0 4-72 0,10 7-72 0,-8-1-185 15,8 3-535-15,-5 0 236 0</inkml:trace>
  <inkml:trace contextRef="#ctx0" brushRef="#br0" timeOffset="73198.09">21526 15578 223 0,'-6'-7'292'0,"6"7"2"0,-4-9-4 0,1 4-11 16,3 5-16-16,-2-6-17 0,2 6-18 0,0-7-23 0,0 7-23 15,0 0-29-15,0 0-10 0,0 0-10 0,0 0-10 16,0 0-1-16,19 15 3 0,-9-5-11 16,-4-5 7-16,2 6-27 0,2-3 15 0,4 8-5 0,1-5-7 15,-2 5-8-15,-2-1-4 0,4 0-9 0,3-2-3 16,-1 1-9-16,5 7-8 0,-6-7-2 0,2-4-7 15,-3 4 7-15,10-1 9 0,2 1-4 0,-3-9-8 16,6 2-4-16,-3 0-3 0,-4-3-3 0,5-2 4 16,2-4-14-16,1-1 0 0,4 1-2 0,-5-4-8 15,1-3 3-15,14-5 6 0,-12 1-14 0,12-4 2 16,-9 0-2-16,4-3-1 0,-4-3-3 0,-1 0-3 16,1 1-5-16,-9 5 7 0,1-2-2 0,-6 1-3 15,-3-2-5-15,-2 3-16 0,-2 3-22 0,-2-1-11 16,2 0-15-16,-5 5-38 0,-3-7-20 0,-4 8-21 15,0 1-25-15,-3 3-29 0,0-2-22 0,0 7-21 16,-13-4-30-16,5 1-23 0,8 3-32 0,-22 6-167 0,7 0-529 16,0 1 234-16</inkml:trace>
  <inkml:trace contextRef="#ctx0" brushRef="#br0" timeOffset="73619.98">21886 15764 106 0,'0'0'258'0,"0"0"-20"0,0 0-26 0,0 0-14 0,-7 4-23 15,7-4-2-15,0 0-2 0,0 0-13 0,7 15-12 16,-1-9-13-16,-4 2-18 0,3-3-7 0,-4 3-14 16,6 0-2-16,-4 0 2 0,2 0-11 0,2 1-3 15,-4 1-8-15,4-5-8 0,-4 2-5 0,0 1-6 16,4-2-4-16,-5-1 8 0,3-2 6 0,-5-3-6 15,11 0 0-15,-11 0-3 0,0 0-4 0,19-7 3 16,-10 3-5-16,-4 0 9 0,2-7-1 0,0 6-4 16,-4-5-1-16,2 1-5 0,-2-2-4 0,2 1-4 15,-3 3-7-15,-2-3-4 0,3 3-8 0,-3 2-26 16,0 5-31-16,0-12-45 0,0 12-53 0,0 0-67 16,0 0-60-16,0 0-248 0,0 0-551 0,0 0 244 15</inkml:trace>
  <inkml:trace contextRef="#ctx0" brushRef="#br0" timeOffset="74520.92">21447 16248 274 0,'-2'-11'292'0,"-6"1"0"0,5 0-9 0,1 1-12 16,-5-5-12-16,7 2-13 0,-1 1-9 0,-6 1-6 16,7 3-9-16,0-3-10 0,-3 3-11 0,3-3-3 15,0 7-30-15,0 3-21 0,0-11-1 0,0 11-48 16,0 0 7-16,0 0-16 0,0 0 4 0,0 0-16 15,20 18-12-15,-14-6-6 0,4 3-3 0,0 1 0 16,-3 3-5-16,3 6-5 0,8-1-7 0,-8 1 1 16,5-1 0-16,-2 3-7 0,0 3-2 0,2-3-2 15,0 4 0-15,0-4-7 0,-4 1-3 0,-1-4-2 16,4 3-1-16,-3-1-5 0,-4-3 5 0,3 0-12 16,1 3 8-16,-2-10-2 0,1 0 5 0,3 1-5 0,-3-2-4 15,3-1 5-15,5-1 4 0,-1-1-8 0,-2-5 0 16,14 4 2-16,1-8 6 0,0 0-2 15,8 0-3-15,8-6-1 0,-6-3-1 0,8-8-1 0,0 5 1 16,3-9-2-16,-1 2-1 0,-5-5 1 0,6 0-1 16,0-3 0-16,-4-3-4 0,1 0 1 0,0 0-7 15,-10-5-15-15,5 2-30 0,-7-4-21 0,-1-3-19 16,-3 8-14-16,-9 8-4 0,2 0-5 0,-9 1-15 16,-3 6-21-16,-3 0-34 0,-1 3-40 0,-8 2-56 15,1 2-49-15,-5 3-201 0,3 4-573 0,-15-7 255 16</inkml:trace>
  <inkml:trace contextRef="#ctx0" brushRef="#br0" timeOffset="75036.48">21793 16732 168 0,'0'0'240'0,"0"0"-28"0,0 0-5 0,0 0 0 16,0 0-13-16,0 0-19 0,0 0-16 0,21 12-10 0,-7-7-20 15,-6-3-14-15,13-1-12 0,-1 5-6 0,-3-5-12 16,1 2-4-16,2 2-7 0,-2-8-9 0,-3 6-7 15,2-3-4-15,-3-3 0 0,0 0 22 0,-6 3 20 16,0-2 6-16,2 1 15 0,-10 1-16 0,8-7-7 16,-8 7-8-16,0 0-4 0,0 0 0 0,-13-9-3 15,7 4 1-15,-8 2 12 0,-1 0-17 0,-1-1-9 16,-1 1-12-16,4-1-1 0,1 1-10 0,-1 3 1 16,0-1-12-16,0 2-28 0,0-1-35 0,13 0-51 15,-17 5-71-15,7 0-92 0,2-1-351 0,1-3-645 16,7-1 286-16</inkml:trace>
  <inkml:trace contextRef="#ctx0" brushRef="#br0" timeOffset="214278">19032 17290 23 0,'5'-5'64'0,"-5"5"-4"0,0 0-2 15,2-7-10-15,-2 7-2 0,0 0-1 0,0 0-6 16,0 0-6-16,0 0 4 0,0 0-10 0,0 0-4 15,0 0-1-15,0-7 0 0,0 7-3 0,0 0 2 0,0 0-11 16,8-1 3-16,-8 1-12 0,0 0-2 16,7-4-11-16,-7 4-2 0,0 0-11 0,0 0-2 15,3-5-10-15,-3 5-46 0,0 0-89 0,0 0 40 0</inkml:trace>
  <inkml:trace contextRef="#ctx0" brushRef="#br0" timeOffset="-213215.12">18580 17118 19 0,'2'-6'102'0,"-2"6"2"16,6-5-2-16,1 1-10 0,-7 4-10 0,7-8 6 16,-2 4 1-16,0 1-2 0,-5 3-7 0,10-9-2 15,-7 6-19-15,5-1 1 0,-5 0-13 0,1 0-2 16,-4 4-1-16,10-6-8 0,-5 3-4 0,-5 3-3 16,8-5 0-16,-1 4-7 0,-7 1 5 0,0 0-10 15,0 0 3-15,8-3 3 0,-8 3-3 0,0 0-4 16,0 0-1-16,0 0-4 0,0 0-2 0,0 0 4 15,0 0-3-15,0 0 4 0,0 0-8 0,0 0 15 16,6-5-9-16,-6 5 0 0,0 0 7 0,0 0 0 16,0 0 4-16,0 0-1 0,0 0 4 0,0 0 9 0,0 0-9 15,0 0 2-15,0 0-3 0,-21 12 4 16,21-12 0-16,-8 4 4 0,1 0-3 0,7-4-1 16,-12 0 2-16,9 3 2 0,-5 1 7 0,8-4-8 0,-13 5 7 15,6-1 0-15,-1-1 2 0,1 5-2 0,4-4 0 16,-2 1-1-16,-3-2 2 0,1 1-2 0,-1 7 1 15,3-8 0-15,-2 1 4 0,0 0-3 0,2 3 3 16,-1-1 1-16,-1 0 1 0,1-1-1 0,-1-2-5 16,7-3-3-16,-8 12-2 0,1-8-3 0,4 4-2 15,-2 0-3-15,-3-3-2 0,3 1 1 0,1 2 10 16,-4 0 7-16,3 0-5 0,0 1-1 0,0-2-3 16,0 1-4-16,-1 2-1 0,-1-1-3 0,5-1-2 15,1 2 1-15,-8-5 8 0,6 6-6 0,-4-5-1 16,4-1 3-16,-4 4-2 0,1 2-4 0,-2-4 2 15,6-2 0-15,-1 2-7 0,-7 4 1 0,10-7 2 16,-2 4-6-16,-1 1 0 0,-4-2-2 0,4 0 7 0,1 0 1 16,-1 1 3-16,1 1 4 0,-3-5-3 0,5 2-1 15,-1 0 0-15,-6 0 1 0,7 0-9 16,0 1 8-16,0-2-4 0,0-5-2 0,-7 10 3 0,7-3-10 16,0 0 6-16,0-7 3 0,0 13-11 0,0-6 3 15,5-2 1-15,-3 0 4 0,-2 2-3 0,0 0 0 16,7-2 3-16,-6 3-1 0,4-2-1 0,-3 0 4 15,-2 0-1-15,5 2 1 0,-2-3 4 0,2 1-6 16,-3-1 9-16,3 2-6 0,1 1 14 0,-2-4-20 16,-1 3 0-16,5 0 0 0,-5-1 0 0,2 0 7 15,2-1-1-15,-4-1-1 0,4 0 8 0,-4 4 14 16,6-4-19-16,-3 3 1 0,2-6 0 0,-1 8 6 16,5-6-3-16,-6 4 1 0,6-4 5 0,-2 2-1 15,3-2 0-15,-3 1 0 0,2 1-16 0,-4 1 6 16,5-2 0-16,-1 1 6 0,1 2-17 0,-5-2 4 15,4 0 0-15,-1 0 5 0,3 2-9 0,-6-2 10 16,0 0-11-16,4 2 0 0,-4-2-3 0,0 1-4 0,6 0 10 16,-6-3-6-16,0 1-4 0,4 2 2 0,-6 1 7 15,4 0-3-15,-3-4-2 0,6 0 1 16,-3 0-3-16,5 1 3 0,-5-2-3 0,1 0 5 0,3-1 0 16,2-1-5-16,-1 3 2 0,-2-3 1 0,4 0-3 15,-7 0 3-15,5-3-4 0,-4 2 2 0,3 1-3 16,-1-2 1-16,-5-3-3 0,4 4 2 0,-7-1 4 15,5 1 0-15,-10 1-7 0,13-4 0 0,-13 4 4 16,6-2-22-16,-6 2-45 0,2-6-36 0,-2 6-45 16,0 0-35-16,-21-4-39 0,6 4-39 0,-2-4-38 15,-6 0-35-15,3 4-221 0,-3-2-599 0,-5-2 266 16</inkml:trace>
  <inkml:trace contextRef="#ctx0" brushRef="#br0" timeOffset="-212557.69">18410 17435 47 0,'-7'-5'213'0,"7"5"-17"0,-12-2-13 0,12 2-12 0,-11-1-7 15,11 1-10-15,-13 3-1 0,6 3-6 0,-1-2-14 16,3 3-9-16,-2-2-13 0,-1 3-7 0,6 3-9 16,-3-3-10-16,-3 2-8 0,6 2-7 0,2-2-7 15,0 2-7-15,0-2-3 0,9 0-6 0,-8-1-4 16,4-1-2-16,-3 1-6 0,6-6-2 0,-1 4-3 16,-2-2-1-16,5-2-4 0,-5 1-2 0,8-6-2 15,-13 2-2-15,16-5-2 0,-6 4-1 0,-5-7 5 16,0 2 13-16,-1-1 2 0,1-2 6 0,-4 0 0 15,-1-2-4-15,-1 1-1 0,-4-3-4 0,-2 4-3 16,0-1-3-16,-3 1-3 0,2-1-4 0,-3 0 0 16,-1 3-4-16,-1 0 0 0,6 4-4 0,-6-3 2 0,6 0-2 15,-3 3-19-15,10 3-35 0,0 0-34 16,-15 5-41-16,12 0-44 0,3-5-44 0,3 14-57 16,-3-6-135-16,9 1-431 0,-3 2 191 0</inkml:trace>
  <inkml:trace contextRef="#ctx0" brushRef="#br0" timeOffset="-211743.73">19231 17185 130 0,'-4'-7'169'0,"4"7"-17"15,-5-5-7-15,5 5-1 0,0 0 0 0,-6-5 0 16,6 5-2-16,-9-2-6 0,9 2-8 0,0 0-11 16,-14 6-1-16,14-6-1 0,-15 0-1 0,5 1-6 15,-3 3-1-15,6 0-4 0,-6 0 5 0,-2 4 0 16,6-4 1-16,-5 6 4 0,0-3-3 0,-1 2-2 16,1 4-3-16,-1 0-5 0,-2 1 7 0,12 0-1 15,-10 4-11-15,5-3 2 0,2 4 4 0,-4-2-8 16,6 1-4-16,-2 1-8 0,3-1-5 0,3 2-4 15,2-1 3-15,-5-2-1 0,5 10-9 0,5-1 6 0,2-7-3 16,-7 2-2-16,8-3-5 0,-2 5-3 0,-1-4-10 16,5 1-7-16,-3-1 0 0,6-4-2 15,2 1-5-15,-5-1-6 0,5 2 1 0,-3-2-9 16,9-3-1-16,-4-1 1 0,-3-4-2 0,1 4-9 0,-1-4 6 16,4-1-1-16,-5-2 2 0,7 1-2 0,-4-3-5 15,-1 1-6-15,-5-3-25 0,4 0-36 0,-1-5-15 16,-5 0-38-16,4 2-28 0,-4-1-25 0,2-1-27 15,-4 0-34-15,-4-2-37 0,1-3-31 0,1 2-34 16,-4 4-187-16,-4-5-556 0,-1 2 245 0</inkml:trace>
  <inkml:trace contextRef="#ctx0" brushRef="#br0" timeOffset="-211241.29">19022 17474 28 0,'-5'-7'225'16,"5"7"-5"-16,0 0-8 0,-8-7-12 0,8 7-15 15,0 0-11-15,-5-5-16 0,5 5-9 0,0 0-13 16,0 0-8-16,0 0-6 0,0 0-8 0,0 0-7 16,-17 9-10-16,17-9-10 0,-6 8-5 0,6-4-9 15,-4 2-4-15,4-6-9 0,-3 8-6 0,3-8-3 16,3 9-3-16,-3-9-5 0,0 0-6 0,7 9 1 0,-7-9-6 15,8 2-4-15,-8-2-3 0,17-4-1 0,-4 4-1 16,-13 0-6-16,15-5 3 0,-13 0-5 0,6 3 2 16,-1-2-1-16,-4 1 6 0,-3 3 12 15,5-11 2-15,-5 7 1 0,0 4-5 0,-5-15 0 0,2 12-6 16,-4-3-2-16,-1 3-1 0,-1-2-4 0,-4 1-3 16,0 3-2-16,1-1 2 0,1-3-7 0,2 5 0 15,9 0-1-15,-21 0-2 0,13 2 2 0,8-2-2 16,-15 3-3-16,13 0-9 0,2-3-11 0,-5 8-19 15,5-8-21-15,7 10-36 0,1-7-44 0,-3 3-56 16,5-5-51-16,0 6-209 0,6-3-489 0,-1 0 218 16</inkml:trace>
  <inkml:trace contextRef="#ctx0" brushRef="#br0" timeOffset="-209837.94">20215 17274 64 0,'0'0'170'0,"-4"-6"-7"0,4 6-12 0,-7-5-11 16,7 5 5-16,0 0 1 0,-15 0-3 0,15 0 0 0,-12 5 2 15,2-2-7-15,1 4 5 0,0 1 0 0,-6 3-3 16,9 2 1-16,-7 1 2 0,1-1 6 15,-8 8 4-15,5 3 7 0,-1-6-5 0,-3 2 5 16,-2 4-2-16,4-4 0 0,-4 5 1 0,6-3-12 16,-2 2-10-16,1 1 2 0,9-1-3 0,-6-1-18 15,8-4-11-15,3 4-11 0,2-5-7 0,0 2-10 0,5-1-3 0,-3-4-5 0,11 3-10 0,-6-3 3 16,4 0-12-16,4-3-4 0,4-1-6 16,5-1-5-16,-7-3-10 0,9-4 5 0,4 4 2 15,2-3-6-15,-4-3-5 0,2 2 0 0,1-3-5 0,-9 0-33 16,2 0-31-16,1-7-29 0,-5 6-27 0,-7-1-17 15,2 0-14-15,-2 2-21 0,-8-3-33 0,-5 3-29 16,0 0-34-16,0 0-25 0,0 0-19 16,0 0-9-16,0 0-202 0,0 0-545 0,0 0 241 0</inkml:trace>
  <inkml:trace contextRef="#ctx0" brushRef="#br0" timeOffset="-209383.99">20033 17603 230 0,'0'0'252'0,"0"0"-7"0,-6-5-18 15,6 5-16-15,0 0-20 0,0 0-20 0,0 0-1 16,0 0 1-16,0 0-7 0,-12 12-17 0,9-8-6 0,1 5-14 16,2-9-9-16,0 11-14 0,0-7-9 0,0 7-10 15,0-11-7-15,0 9-7 0,0-6-9 0,2 4 0 16,1 0-9-16,-3-7-5 0,4 9-2 0,-3-6 2 15,-1-3-9-15,0 0 0 0,0 0 7 0,0 0-3 16,0 0-2-16,0 0-3 0,18-8-1 0,-18 8-3 16,9-11 0-16,-9 3 0 0,1 5 0 0,-1-5-1 15,4-3-8-15,-3 6 4 0,-1-2 2 0,0 3-14 16,0 4 2-16,0-15-3 0,0 11-2 0,0 4-3 16,-1-7-2-16,1 7-29 0,0-7-26 0,0 7-36 15,0 0-29-15,0 0-20 0,0 0-36 0,0 0-48 16,0 0-39-16,0 0-232 0,-10 18-526 0,15-11 233 15</inkml:trace>
  <inkml:trace contextRef="#ctx0" brushRef="#br0" timeOffset="-208789.17">21031 17393 152 0,'0'0'203'0,"0"0"8"16,0 0 8-16,0 0 1 0,0 0 5 0,0 0 0 16,-31 8 3-16,21 1-2 0,-5-1-6 0,0 1 2 15,-1 3-8-15,-7 3 8 0,3-2-5 0,-7 2 0 16,7 4 0-16,-8-3-7 0,8 8-18 0,4-1-4 15,-6-3-12-15,7 6-20 0,0-3-10 0,4 2-11 16,9 2-17-16,-6 0-10 0,10-5-9 0,4 2-8 16,7 0-11-16,2-2-8 0,7-2-4 0,8-5-10 15,8 5-4-15,5-5-4 0,0 0-41 0,3-6-50 16,5-7-62-16,-4-1-48 0,2 2-40 0,-14-6-50 16,-3 0-44-16,4-2-51 0,-6-2-49 0,-12-1-235 15,7-4-671-15,-12 4 298 0</inkml:trace>
  <inkml:trace contextRef="#ctx0" brushRef="#br0" timeOffset="-208601.34">20856 17670 78 0,'0'0'130'0,"18"3"-16"15,-18-3-52-15,20-5-40 0,-8 4-53 0,-1-2-32 16,-2 0-67-16,0 2 29 0</inkml:trace>
  <inkml:trace contextRef="#ctx0" brushRef="#br0" timeOffset="-207912.59">18360 17523 39 0,'-5'5'187'15,"5"-5"-14"-15,0 0-8 0,0 0-5 0,0 0-9 16,0 0-8-16,10 5-8 0,-10-5-14 0,12 4-6 0,1-3-12 16,-7 2-11-16,14-1-10 0,-5 0-4 0,2-2-10 15,6 3-6-15,-2-3-5 0,8 2-17 0,-10 1-51 16,1-3-51-16,10-1-49 0,0 1-47 0,-2 0-114 16,2 0-294-16,0 0 130 0</inkml:trace>
  <inkml:trace contextRef="#ctx0" brushRef="#br0" timeOffset="-207677.8">19297 17517 141 0,'0'0'126'15,"0"0"-17"-15,0 0-1 0,0 0-12 0,15 6-10 16,-15-6-11-16,6 5-4 0,3-4-11 0,-4 3-3 0,8-2-4 16,-3 0-16-16,-2-2-35 0,5 1-30 0,4-1-26 15,1 0-32-15,-1 3-57 0,4-3-154 0,-4 0 69 16</inkml:trace>
  <inkml:trace contextRef="#ctx0" brushRef="#br0" timeOffset="-207521.27">19754 17502 168 0,'0'0'176'0,"0"0"-10"15,11 4-9-15,-11-4-14 0,0 0-14 0,15 0-15 16,-5 2-2-16,2-2-16 0,-4 2-6 0,7-4-13 16,1 2-10-16,1 2-4 0,1-2-17 0,4 0-46 15,-1 0-45-15,1 1-29 0,1-2-39 0,2-1-116 16,-2 2-248-16,-2 2 110 0</inkml:trace>
  <inkml:trace contextRef="#ctx0" brushRef="#br0" timeOffset="-207317.78">20325 17543 67 0,'0'0'209'0,"0"0"-8"0,0 0-11 0,0 0-16 15,16-5-13-15,-16 5-20 0,0 0-17 0,0 0-12 16,10-1-8-16,-10 1-9 0,13-2-12 0,-13 2-10 15,12 2-24-15,-12-2-34 0,12 4-25 0,1-2-16 16,-8-1-19-16,5 0-27 0,5 4-19 0,-2-3-16 16,-5-1-9-16,7 2-13 0,0 1-72 0,-2 0-217 15,0-3 96-15</inkml:trace>
  <inkml:trace contextRef="#ctx0" brushRef="#br0" timeOffset="-207145.59">20687 17568 66 0,'0'0'147'16,"0"0"6"-16,15 0 4 0,-15 0 3 0,0 0-5 15,0 0-5-15,8-4-4 0,-8 4-17 0,0 0-7 16,7-4-8-16,-7 4-14 0,0 0-5 0,0 0-16 16,13 2-5-16,-13-2-8 0,15 0-9 0,-2 0-3 0,-13 0-6 15,25 0-4-15,-10 2-6 0,0-1-7 16,5-1-21-16,-4 3-35 0,-1-2-28 0,5-1-24 16,-3 2-23-16,1-1-30 0,0 2-24 0,0 1-122 0,2 1-299 15,-3-2 132-15</inkml:trace>
  <inkml:trace contextRef="#ctx0" brushRef="#br0" timeOffset="-207004.72">21185 17610 105 0,'0'0'183'16,"7"-4"4"-16,1 1 8 0,-8 3-7 0,9-5-5 15,-9 5-8-15,8-7-16 0,-7 0-14 0,-1 7-12 16,7-7-15-16,-4 5-14 0,-3 2-11 0,12-4-8 16,-5 2-8-16,-7 2-10 0,11-1-11 0,-11 1-12 15,15 3-37-15,-3 1-28 0,-6-2-25 0,8 0-22 16,-1 2-34-16,-2-3-28 0,4 4-33 0,3-3-133 15,-3 3-321-15,4-3 143 0</inkml:trace>
  <inkml:trace contextRef="#ctx0" brushRef="#br0" timeOffset="-206848.18">21602 17614 61 0,'0'0'164'0,"0"0"-5"16,7-3-1-16,-7 3-3 0,0 0-17 0,5-4-9 15,-5 4-15-15,8-3-13 0,-8 3-6 0,7-1-14 0,-7 1-6 16,0 0-12-16,15 0-23 0,-15 0-33 0,15 0-37 15,-15 0-22-15,15 0-26 0,-5 0-45 16,3 0-87-16,-3 1-227 0,3 1 101 0</inkml:trace>
  <inkml:trace contextRef="#ctx0" brushRef="#br0" timeOffset="-206675.99">22011 17664 165 0,'14'-3'250'0,"-11"0"-1"0,-3 3-8 16,8-6-18-16,-1 4-22 0,-4-2-20 0,2-4-17 15,2 4-17-15,-2-4-17 0,5 7-13 0,-5-1-9 16,4-2-12-16,-4-2-10 0,9 3-9 0,-4 0-15 16,-2 3-37-16,-8 0-39 0,18-1-38 0,-6 1-39 15,-6-2-36-15,8 2-54 0,-5 2-163 0,5-2-370 0,-3 1 163 16</inkml:trace>
  <inkml:trace contextRef="#ctx0" brushRef="#br0" timeOffset="-178045.08">20719 17626 12 0,'0'0'201'0,"0"0"-8"0,0 0-10 0,0 0-21 15,0 0-9-15,0 0-10 0,0 0-8 0,0 0-5 16,0 0-6-16,0 0-9 0,0 0-4 0,-2-3-8 16,2 3-6-16,0 0 1 0,0 0 9 0,0 0-3 15,0 0-3-15,0 0-3 0,-7 14-9 0,4-11-5 16,3-3-6-16,-5 12-9 0,-2-7-8 0,7-5-4 15,-1 7-5-15,-1-1-4 0,2 1-6 0,0-7-5 16,2 8-5-16,-2-5 1 0,1 3-4 0,6-3 0 16,1 2-4-16,1-4-4 0,-9-1-1 0,21-1-1 15,-13 1-3-15,4-2-3 0,3-3-1 0,0 2 1 0,-2-1-3 16,-3 1-1-16,0-3-3 0,1 0 1 16,-6 0-2-16,4-1 1 0,-8 0-4 0,4 3 1 15,-5-7 0-15,0 6 3 0,-6-2-2 0,-3 0 1 0,3-1 6 16,-7 3 11-16,6 2 8 0,-3-2 7 0,-3 2 4 15,-2-5 0-15,-2 4-7 0,4 1 4 0,-2 2-1 16,2 1-3-16,0 0-4 0,1 0 8 0,12 0-12 16,-18 0-1-16,8 1-4 0,10-1-6 0,-8 4 1 15,1 3 2-15,7 0-2 0,0-7 4 0,10 8-8 16,-7-1 2-16,6-1-1 0,-1 0-1 0,2-5-4 16,3 4 2-16,-5 1-8 0,9 0 4 0,-4 0-9 15,0-2 3-15,-6-4-4 0,3 5-5 0,-5-3-1 16,3-1 5-16,-8-1 0 0,7 6-2 0,-7-6 0 15,0 0-1-15,0 0 2 0,0 0 2 0,0 0-1 16,0 0 0-16,-7-17-1 0,-1 10 1 0,1 1 2 16,-6 2 5-16,3-3-5 0,5 4 0 0,-8-1 6 0,5-2 9 15,-1 0-4-15,1 3-2 0,-2 2 7 0,-1-4-8 16,4 5-1-16,7 0 1 0,-15 0-3 16,15 0 4-16,-12 1-4 0,9 4-1 0,3-5 2 0,0 9 6 15,0 0-5-15,0-5 0 0,2 7-2 0,11 2 2 16,-8-5-4-16,5 1 4 0,3 1-5 0,2 0 3 15,-7-2-3-15,9 0-5 0,-1 1-7 0,-1-5-8 16,-5 1-1-16,4-2 4 0,-6 2 0 0,5-4 4 16,-6 0-6-16,-7-1 5 0,15-1 3 0,-15 1-2 15,9-3 2-15,-9 3 1 0,5-8 5 0,-3 3-2 16,-2 5 7-16,-7-12 7 0,6 4 7 0,-7 1 8 16,3 0-1-16,-5 0 6 0,-2-2 10 0,4-2 4 15,-7 4 6-15,8-1 3 0,-6 1-4 0,3 2 3 16,3 2-12-16,-1-1 10 0,3-2-24 0,-3 4 1 15,8 2-3-15,0 0-6 0,0 0 1 0,-10 8-1 16,10-8-2-16,-3 7 3 0,3-7-4 0,6 12-1 16,3-1-3-16,-1-7 4 0,3 3-2 0,-4 3-3 0,8 0-6 15,0-3-9-15,-5 0-6 0,8 1-6 16,-11-4-3-16,3 2 1 0,-4-2 4 0,7-1 0 16,-9 1 1-16,7-4 8 0,-11 0-1 0,0 0 2 0,0 0-2 15,0 0-2-15,0 0 12 0,9-9-8 0,-14 1 4 16,5 8-4-16,-9-12 10 0,-1 6-1 0,5-2 14 15,-6-4 4-15,1 5 0 0,2 4 10 0,-2-3-6 16,0 0 6-16,7-2 6 0,-9 4-20 0,10 1 1 16,-6-2-4-16,1 4-1 0,7 1 2 0,-8-3-5 15,8 3-8-15,0 0 13 0,0 0 8 0,0 0-16 16,-5 15 0-16,8-9 1 0,-1 1-1 0,1 0 1 16,4-3-4-16,-2 3-5 0,3-2-1 0,-1 1-6 15,1 2-1-15,-1-7-10 0,6 5 0 0,-3-3-8 0,-3 0 1 16,-1-1 0-16,7-2-9 0,-13 0 7 15,15-8 2-15,-6 2 2 0,-1 3 1 0,-1-3-4 16,-4 0 5-16,2-3 3 0,-5 2 6 0,0-4 3 0,0-1-1 16,0 4-1-16,-5 4-4 0,2-7 10 0,-4 4-1 15,0 1 1-15,-1-1 1 0,0 0-1 0,-6 3 4 16,5 1-1-16,-3 3-2 0,12 0 5 16,-23 0-5-16,15 2 6 0,-4 2 1 0,0-3-5 0,-1 4 0 15,6 2 4-15,-4-5-1 0,8 6 2 0,-4 0-2 16,0 1-18-16,-1-2-33 0,8 0-36 0,0 2-38 15,0 2-44-15,0-7-45 0,8 3-49 0,-1 0-218 16,1-2-522-16,1 0 231 0</inkml:trace>
  <inkml:trace contextRef="#ctx0" brushRef="#br0" timeOffset="-177669.41">20932 17508 123 0,'0'0'198'0,"0"0"-15"0,0 0-14 0,-2-6 8 16,2 6 4-16,0 0 0 0,0 0-3 0,-13 14-3 0,7-9-8 15,-1 2-7-15,-1 0-1 0,-2 2-6 0,2 3 2 16,-6 1-8-16,4 1-3 0,-5 1 2 0,-4 9 1 15,-3-8-4-15,6 4-5 0,-6 1-9 0,2 0-6 16,-10-2-8-16,7 1-1 0,-12 4-19 0,12-3-4 16,0-1-12-16,-5-1-3 0,6-3-3 0,-1 4-11 15,0-5-7-15,8 1 11 0,-1-5-23 0,2 4 1 16,1-6-7-16,5-5-6 0,1 7-6 0,6-5-7 16,1 0-13-16,0-6-34 0,0 0-30 0,10 2-22 15,-10-2-26-15,26-12-25 0,-4 4-25 0,-1 1-19 16,4-7-23-16,0-1-17 0,1-6-25 0,-3 0-26 15,7 0-207-15,-10-2-513 0,5 1 228 0</inkml:trace>
  <inkml:trace contextRef="#ctx0" brushRef="#br0" timeOffset="-177392.77">20734 17564 28 0,'-4'-7'170'16,"-2"3"16"-16,-1-1 10 0,0 1 5 0,7-2 14 0,-6 1 1 15,-4 1 0-15,10 4 3 0,0 0-2 0,-2-11-20 16,2 11-12-16,0 0-13 0,0-4-21 0,0 4-12 15,0 0-17-15,0 0-3 0,0 0-3 0,0 0 0 16,18 11-14-16,-9-3-6 0,-3 2-12 0,-1-3-3 16,5 5-5-1,-2 1-11-15,4 3-3 0,-2 0-5 0,3 3-10 0,-6-2-2 16,9 1-3-16,1 8-5 0,-6-10 11 0,4 5-22 16,0-3 16-16,-1-3-21 0,-6-2-5 0,5 5-3 0,-3-4-17 15,-2-4-17-15,1 1-22 0,0-2-10 0,-2-2-9 16,-2 1-11-16,0-1-2 0,2-3-6 0,-6 1-10 15,-1-5-13-15,5 3-18 0,-5-3-10 0,0 0-9 16,0 0-6-16,0 0-11 0,0 0-14 0,0 0-10 16,0 0-4-16,-30-12-2 0,25 5 2 0,-4 3 3 15,2-1-107-15,-5-4-314 0,-1-1 139 0</inkml:trace>
  <inkml:trace contextRef="#ctx0" brushRef="#br0" timeOffset="-176735.33">20834 17784 791 0,'-9'-6'-55'16,"-3"1"26"-16,4-7 21 0,-7 7 27 0,8-3 9 0,-6 2 22 15,3 2 8-15,3-4 15 0,-3 2 26 0,1 1 16 16,0 0 6-16,1-2 10 0,-2 2 12 15,-2 0 4-15,9-4 4 0,-8 6 0 0,4-5 0 0,-1-2 5 16,4 3-6-16,-2 0-5 0,-1-3-11 0,7 0-9 16,-2 3-8-16,-1 0-6 0,3-2-8 0,0 2-11 15,0 7-10-15,0-12 2 0,0 5-11 0,0 7-5 16,0-5-4-16,0 5-16 0,0 0-3 0,2-7-8 16,-2 7-1-16,0 0 3 0,0 0-10 0,20 15-1 15,-9-3-5-15,1 2-4 0,1 3-7 0,2 3 8 16,6 3-10-16,-6 1 2 0,7 2-5 0,-7-1-4 15,8 2-19-15,-3-5-15 0,-4 1-9 0,4 1-10 16,-3-2-3-16,1 1-9 0,0-7 0 0,-5-1 1 16,2-1-5-16,-3-4-4 0,-4 0 5 0,-1-3 7 15,-1-1 7-15,1-3 6 0,-2 0 7 0,-5-3 1 16,0 0 6-16,0 0 4 0,0 0 10 0,0 0 17 0,-13-27 9 16,5 9 8-16,-4 3 6 0,2-1 10 0,-10-11 5 15,4 3 7-15,1 1 7 0,-5-3 15 16,3-1 3-16,1 5-4 0,-6 3-2 0,6-3-14 15,4 7 7-15,-3 0-9 0,0-1-4 0,2 5-4 0,1-1-5 16,-1 5-6-16,8 1-2 0,-3 3-5 0,1-6-6 16,1 7-5-16,6 2 6 0,0 0-4 15,-12 12 0-15,7-9-1 0,5 4-11 0,0 3-8 0,5 0-16 16,-3-2-16-16,6 8-6 0,-3-1-15 0,-2-4-4 16,11 2-6-16,-8 1-6 0,9 2-9 0,-5-4-8 15,3 3-11-15,2-4-2 0,-3 2-9 0,3-2-3 16,-2-2 6-16,-2-2 5 0,3-2 5 0,-8-2 13 15,4 3 11-15,-3-6 3 0,-7 0 18 0,13-6 3 16,-11 1 13-16,-2 5 14 0,0-15 15 0,0 7 13 16,-5-1 13-16,-2-5 8 0,-3-4 9 0,0 3 12 15,4-2 14-15,-8 1 10 0,0-5 7 0,-1 6 8 16,-5-6-4-16,3 1-3 0,2 7-3 0,2-2 1 0,0 3-4 16,-4 3-5-16,11 0-7 0,4 4-5 15,-6-2-8-15,1 4-3 0,7 3-7 0,-8-1-3 16,8 1-2-16,0 0 0 0,0 15-4 0,7-7-2 0,-1 4 1 15,4 3-3-15,-2 4-3 0,7 0-2 0,0 2 0 16,0 1-5-16,5 2 0 0,-5-1-18 0,8-4-22 16,-10 2-19-16,4 1-20 0,-2-7-22 0,6 4-25 15,-9-10-31-15,3 7-36 0,-5-9-35 0,0-3-40 16,-1 2-149-16,0-5-440 0,-1 7 196 0</inkml:trace>
  <inkml:trace contextRef="#ctx0" brushRef="#br0" timeOffset="-175373.5">20959 17533 133 0,'-9'-3'164'0,"3"1"-8"0,-3-3-7 16,9 5 3-16,-18-6-4 0,10 5-3 0,-2-4-8 15,2 4-1-15,-2-6-2 0,0 5-7 16,-3-3-2-16,4-1-4 0,-1 5-6 0,-3-6-3 0,7 4-7 16,-8 0-2-16,6 2-5 0,0-3-6 0,-7 0-3 15,0 1-3-15,8-1-5 0,-3 4-1 0,-3-3-5 16,7 1-4-16,-8 1-6 0,6-2-4 0,8 3-2 15,-16 1-5-15,16-1-6 0,-24 0-3 0,11 0 0 16,8 2 3-16,5-2-4 0,-21 1-1 0,12 4-4 16,-7-3 0-16,8 0-4 0,-1 1-4 0,-2 2 2 15,2 2 10-15,-2-2 4 0,6 1-6 0,-7 0-3 16,-3 6 13-16,7-2-12 0,-5 2 10 0,1 1-3 16,-1 0 9-16,1 0-2 0,4 1-6 0,0 2 3 15,0-1-4-15,1 4-3 0,-6-2-1 0,11-3-4 16,-6 6 5-16,8-4-2 0,-4 3 6 0,3-4-7 15,2 5-5-15,3-4 5 0,-9 2-2 0,10 3 6 16,-4-3-6-16,6 1 1 0,-5 0 1 0,4-4-4 0,8 3 7 16,-4 0-12-16,-4-6-2 0,2 7-5 0,11-3 1 15,-11 0 8-15,7-4-13 0,0-2 0 16,5 2-6-16,3 3 0 0,0-6-2 0,5 2 2 0,-1-7-5 16,-6 1 4-16,7 1-7 0,2-5 5 0,-2-2-3 15,2 1-3-15,-2-4 0 0,3 0 5 0,-2-2-3 16,-1-1-5-16,0 0 3 0,-2-4-8 0,3 2 7 15,-5 0 0-15,-4 0-1 0,3 2 1 0,-1-9 1 16,-6 5-1-16,-1-1-3 0,-1-5 6 0,0 2-5 16,-7-3-1-16,6 3 6 0,-3-8-9 0,-5 3 7 15,-3 0-5-15,-2-6-1 0,0 2 3 0,-7-1 1 16,-1 0 1-16,1-1-7 0,-8 9 4 0,1-5-1 0,0 4-1 16,3 4 2-16,-9-8 1 0,5 7-4 15,-2-3-2-15,-1 7 5 0,-3-5-1 0,3 5 1 16,-1 1-2-16,-1 1 0 0,-4-3-4 0,7 4 5 0,-6 1-1 15,6-1 3-15,-3 1-6 0,-8-2 4 0,12 3-6 16,-6 0 3-16,2 3-1 0,-1 0 7 0,-4-2-5 16,2 4 4-16,3-2-1 0,-10 2-6 0,12-1 6 15,-2 2-7-15,-3-5 5 0,5 5 1 0,1 2-2 16,-1-2 1-16,0 3 0 0,6 0 0 0,-1 0 1 16,1 2 6-16,2-2-8 0,-3 2-1 0,7 0 2 15,-4 5 1-15,3-2-2 0,-5 1 2 0,3 6-1 16,4 2-1-16,-4 0-1 0,6 0 4 0,-2 2 0 15,0 1-1-15,3 4-5 0,-6 3 2 0,8-3 1 16,0-1-1-16,0 2 4 0,0 1 0 0,3-3-4 16,-6 1 3-16,11 2-2 0,-6-6 2 0,3-1 5 15,3 1-3-15,-1 0-1 0,-2-3-3 0,6 3 4 0,3-5-5 16,1-1 4-16,4-1-1 0,3 4 9 0,3-2-12 16,1-3 5-16,1-1 0 0,1-2 0 15,2-2-3-15,0-3 2 0,-2 0-1 0,8-4 1 0,-4-3-4 16,2 3 3-16,3 0-3 0,-3-5 4 0,-2-2-2 15,3-1-1-15,-4 0-5 0,2-1-2 0,-3-5 5 16,-4 1-8-16,4-1 3 0,-8 1 0 0,-6 1-1 16,4-5 5-16,-5 2-4 0,0 2-2 0,0-7 1 15,-10 1-3-15,5 0-2 0,-7 0 6 0,5-5 3 16,-14 5 0-16,6-8 0 0,-5 7-2 0,1 2 2 16,-7-6-1-16,4 6 3 0,-1 0-1 0,-9 0-1 15,11 3 0-15,-9 0 3 0,-2 0 13 0,-1 3-18 16,-5-5 2-16,6 9 5 0,-2 0-5 0,-8-1 3 0,4 7-3 15,-4-2 3-15,1 4 10 0,-2-1-9 16,1-2-2-16,6 7-5 0,-9 0 4 0,9 4-2 16,-8 1-7-16,10-2-59 0,2 1-44 0,-11 6-36 0,5 2-49 15,6-5-75-15,4 5-51 0,0-1-304 0,4 1-685 16,6 1 304-16</inkml:trace>
  <inkml:trace contextRef="#ctx0" brushRef="#br0" timeOffset="-157426.84">20674 17763 125 0,'0'0'169'0,"-12"-2"-21"0,12 2-10 0,-13 0-15 0,13 0-21 15,-5 7-1-15,5-7-7 0,-15 5-13 0,15-1-6 16,0-4-9-16,0 7-5 0,0-7-7 0,7 8-9 16,-2-3-3-16,-2 0-4 0,5-2-7 0,-1 1-18 15,0-1-8-15,6 0-7 0,-5 1-10 0,0 0-7 16,4-3 5-16,-2-1 0 0,-10 0-2 0,17 0 0 15,-8 0 5-15,-9 0-1 0,12 0 8 0,-12 0-2 16,13-5 2-16,-13-2 7 0,2 3 5 0,-2 4 3 16,5-11 7-16,-5 11 13 0,-7-13 3 0,7 7 8 15,-6 1 1-15,4-2 17 0,-5-1 4 0,2 6-2 0,5 2-1 16,-8-8-3-16,-2 6-5 0,7-2-6 16,3 4-5-16,-10-1-3 0,10 1-2 0,0 0-4 15,0 0-4-15,0 0-4 0,-15 5-3 0,15-5-1 0,-7 8-4 16,7-8-4-16,0 0-8 0,12 14-10 0,-9-9-10 15,4 0-11-15,1-1-9 0,5-1-12 0,-6 2-8 16,6 0-9-16,-1-3-8 0,1 1-8 0,-1-1 13 16,-1 0 2-16,1-1 3 0,-4-1 8 0,-8 0 6 15,17-1 6-15,-17 1-2 0,11-4 12 0,-9 0 12 16,-2 4 4-16,0-11 14 0,0 11 13 0,-7-10 6 16,1 5 16-16,-3-2 4 0,1 1 14 0,-5 0 5 15,5-2 7-15,-7 3-1 0,8-3 5 0,-6 7-8 16,3-4-3-16,3 4-6 0,-3-1-4 0,-3 0-5 15,13 2-6-15,-13 0-1 0,13 0-4 0,-13 5-5 16,11 1-2-16,-6-2-3 0,8 3-3 0,0-7 2 16,0 13-2-16,8-6-14 0,-3 1-6 0,-2 0-6 15,6-1-7-15,-1 1-4 0,5-3-11 0,0 2-6 16,-6-3-3-16,8-1-4 0,-5-2 0 0,3 4-2 16,-1-3 11-16,-2-1 5 0,-4-1-2 0,-6 0 7 15,0 0 3-15,23-5 0 0,-18 1 13 0,-5-2-3 0,0 6 27 16,0-8 10-16,0 8 1 0,-5-9 13 0,-1 3 3 15,2 1 0-15,-1-2 4 0,-4 3 1 16,-3-1-2-16,5 0-4 0,-1 0 0 0,0 2-7 0,8 3-8 16,-15-5 2-16,10 4-3 0,5 1 0 0,-15 1-5 15,15-1-1-15,-7 5-4 0,4 1 2 0,3-6 0 16,-5 4-8-16,5-4 2 0,5 15-4 0,-5-10 3 16,8-1-3-16,-3 4-6 0,-1-2-4 0,9-2-9 15,-5 1-8-15,-1-1 1 0,1-1-6 0,0 2-3 16,4-3 3-16,-5 2 1 0,2-4 3 0,-9 0 0 15,15-3 8-15,-15 3-4 0,14-5 3 0,-8 1 0 16,-4 1 6-16,1-3-2 0,1-1-2 0,-4 7 6 16,-4-11 2-16,1 5-3 0,3 6 3 0,-7-9 1 0,1 6 3 15,-3-5 4-15,3 6 0 0,2-3-2 16,4 5-1-16,-16-5-4 0,11 5 4 0,5 0 0 16,-13 0-4-16,13 0-21 0,0 0-32 0,-15 8-26 0,10-5-27 15,5 3-25-15,0-6-26 0,-2 10-110 0,2-5-291 16,0-5 129-16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9T10:06:27.3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1542 1552 66 0,'-2'-7'333'16,"2"4"-4"-16,0 3-16 0,-1-14-11 0,-1 7-12 16,2-1-11-16,0 3-4 0,0 5-10 0,-3-11-11 15,3 11-19-15,0 0-23 0,3-8-21 0,-3 8-24 16,0 0-24-16,0-6-14 0,0 6-9 0,0 0-20 15,0 0-6-15,2 22-8 0,-2-14-15 0,1 3 0 16,-1 7-7-16,2 2-10 0,-2-4-8 0,5 9-2 16,-8 5-2-16,6 1-2 0,-1-1-3 0,1-3-4 15,-1 1-5-15,-1 3 0 0,1 0-5 0,3-4-23 16,-5 0-22-16,2 0-32 0,1-8-31 0,-1 2-34 16,-2-3-31-16,1 0-37 0,-1 0-33 0,2-3-39 15,1-1-43-15,0-4-259 0,2-4-608 0,-5 0 269 16</inkml:trace>
  <inkml:trace contextRef="#ctx0" brushRef="#br0" timeOffset="249.97">1489 1488 186 0,'3'-9'287'0,"-3"3"-13"0,0-3-20 15,2 4-21-15,5-2-11 0,-4-2-20 0,0 0-19 16,6 3-17-16,-3 2-17 0,4-1-13 16,-2-1-17-16,4 0-10 0,-2 3-11 0,6-3-10 15,-2 1-7-15,7 1-9 0,1-2-7 0,-6 1-6 0,4 4-9 16,3-5-25-16,-1 1-19 0,-2 1-25 0,1 0-25 16,-3 0-29-16,2 0-30 0,-1 1-31 15,-3 3-11-15,1 3-55 0,-2-3-28 0,-4 1-125 16,-3-1-383-16,2 5 169 0</inkml:trace>
  <inkml:trace contextRef="#ctx0" brushRef="#br0" timeOffset="468.7">1656 1713 280 0,'0'0'308'0,"-1"6"-12"0,1-6-15 15,0 0-17-15,0 0-21 0,-5 3-21 0,5-3-22 16,0 0-24-16,0 0-21 0,0 0-11 0,0 0-8 16,0 0-22-16,0 0-14 0,28 1-12 0,-22-1-27 15,-6 0-31-15,25 0-28 0,-13 0-28 0,8 0-30 16,0 0-29-16,-4 0-41 0,4 0-39 0,-2-1-35 16,2 2-33-16,0-1-136 0,-5 0-398 0,1-1 176 15</inkml:trace>
  <inkml:trace contextRef="#ctx0" brushRef="#br0" timeOffset="1312.35">1736 1911 130 0,'0'6'187'0,"0"-6"4"0,0 0-3 0,8 6-10 16,-8-6-3-16,5 3-7 0,-5-3-5 0,8 5-5 16,-8-5-9-16,9 4-10 0,0-3-15 0,-2 2-10 15,6-3-11-15,4 0-9 0,3 0-2 0,1-3-13 16,4 2-14-16,2 0 3 0,2-2-14 0,4-2-4 16,4 3-8-16,-2-3-18 0,-4 0-20 0,4-1-2 15,-4 2-6-15,2-1-2 0,-3-1 3 0,0 1-7 16,-10 1 6-16,1-2-3 0,-1 0 0 0,-3 0 4 15,3 1 2-15,-10-2 1 0,3-2-1 0,-5 6 3 16,5-1 4-16,-8-3 10 0,4 5 9 0,-8-8 4 16,4 7 5-16,-5 3 7 0,2-9 4 0,-4 2 0 15,2 7-2-15,0-12-1 0,0 12-1 0,-5-8-4 16,4 3-2-16,-8-2-6 0,4 2-1 0,-3-1 0 16,3 2-4-16,-3 0 5 0,0 1-9 0,1 2-3 15,7 1-5-15,-23 0-3 0,16 0-2 0,-8 3-1 16,0 2-3-16,0 0-2 0,4 1 5 0,-7 5-2 15,3-2 1-15,1 2-2 0,5 3 0 0,-3-4-2 16,4 7 3-16,1-10-3 0,4 8-3 0,-2 4 1 16,5-6 0-16,1 2-4 0,4-1-3 0,9-1-5 15,2-4-17-15,7 3-14 0,7-3-16 0,5-5-19 16,-5 1-16-16,16-5-12 0,4-1-17 0,-2-1-6 16,3-3 5-16,2 3 2 0,-2-6 3 0,-4-3 6 15,-4 1 10-15,-7-2 10 0,-4 0 7 0,-6 1 13 16,-1-2 16-16,-4 1 31 0,-4 1 44 0,-2-4 25 15,-4 8 24-15,-7-2 12 0,-1-3 10 0,-3 5-3 16,0-7-6-16,-3 6-2 0,-7 1-6 0,3 0-7 16,-8 0-5-16,0 3-5 0,-1 1-4 0,-4 3-4 15,3 0-8-15,-6 0-4 0,-3 7-2 0,-2 2-8 16,4 2 0-16,-2 4 1 0,6-3-4 0,-1 2-4 16,4-1 5-16,2-1-9 0,2 3 1 0,-2-3-2 15,5 4 1-15,5-6-5 0,-2 3-1 0,6-1-1 16,-1-3-1-16,2 1 1 0,3-3-5 0,6-2-2 0,6 2-1 15,0 1 0-15,3-6-3 0,3-2 0 16,6-3 2-16,3-3 2 0,-2 1 0 0,1-3-6 16,0 0 5-16,-5-6 1 0,-2 9 4 0,-2-6 20 15,-4 3 16-15,1 1 22 0,-2-2 16 0,0 1 19 0,-4 1 17 16,-4 3 16-16,3-3 12 0,-4 3-7 0,-4 1-5 16,6-2-15-16,-8 5-11 0,7-1-20 15,-7 1-10-15,12-3-16 0,-12 3-2 0,0 0-6 16,10 7-5-16,-10-7-6 0,6 9 1 0,-3-2-10 15,4-4-15-15,0 7-7 0,6-4-30 0,-6 3-9 0,7-2-28 16,3 1-24-16,5 3-29 0,-3-8-29 0,3-1-32 16,-2 1-30-16,1-3-43 0,11-3-39 15,-4-1-248-15,-8-2-579 0,6-3 256 0</inkml:trace>
  <inkml:trace contextRef="#ctx0" brushRef="#br0" timeOffset="2077.98">3358 1137 169 0,'-2'-8'307'0,"-1"1"-6"0,6 1-17 0,-3 6-26 15,-7-9-29-15,7 9-27 0,0-8-24 0,0 8-17 16,0 0-16-16,0 0-14 0,7 27-14 0,-5-12-9 16,4 5-9-16,1 7-10 0,-5-1 2 15,6 3-19-15,-1 11-12 0,1 1-1 0,2-3-2 0,0 5-9 16,-4-2-1-16,3 1 1 0,-3-5-17 0,-6 9 1 15,7-15-22-15,-6 0-14 0,-1 3-17 0,7-3-18 16,-7-6-15-16,7 2-13 0,-7 3-9 0,0-13-21 16,0 1-19-16,-7-2-8 0,7-4-14 0,0-1-7 15,7-2 6-15,-7-3 13 0,0-6-9 0,1 3 3 16,-1-3 5-16,0 0 16 0,0 0 11 0,0 0 2 16,0-21 14-16,-1 12 15 0,1-3 19 0,-7-2 22 15,7 1 37-15,-2-5-6 0,-3 6 30 0,-4-4 14 16,4 4 25-16,-4 1 17 0,8 3 12 0,-3 1 11 15,-2-2 1-15,1-2-1 0,1 6-3 0,-2-2-8 16,4 4-14-16,2 3-11 0,-8-7-11 0,8 7-8 16,0 0-5-16,0 0-4 0,0 0-5 0,-13 22-4 15,13-17-4-15,6 4 0 0,3 0-5 0,-3 5-4 16,6-2-3-16,-1 1-1 0,3-4-16 0,5 3-16 16,-4-3-7-16,4 0-4 0,-1 0-1 0,0-3-13 15,5-3-6-15,-1 1-10 0,1-2 1 0,-2-2 6 16,9 0 0-16,-7-5 3 0,5 2 6 0,-8-1 4 15,3-5 0-15,-3-3 13 0,-3 3 17 0,-2-3 17 16,0 0 29-16,5 3 22 0,-11-4 21 0,3 0 12 16,-2 1 18-16,-5 2 14 0,0 3 5 0,0-3-1 15,0 0 2-15,3 4 3 0,-1-2-1 0,-7 1-17 16,0 7-12-16,8-8-13 0,-6 3-24 0,-2 5-4 16,0 0 8-16,0 0-24 0,0 0 0 0,15 19-9 15,-14-11-6-15,4 0-12 0,0 4 3 0,0 2 13 16,3 3-21-16,1-4 3 0,-6 4-1 0,4-1-3 15,3 2-10-15,-1-8-4 0,0 7-2 0,-3-10-15 16,4 7-2-16,-3-6-6 0,1-3 0 0,0 3 5 16,-1-2 1-16,-7-6 4 0,12 4 4 0,-12-4-1 15,16-3-5-15,-16 3 6 0,7-7 1 0,1-1-1 16,0 4-2-16,-1-4 7 0,0-1 4 0,-2-1-6 16,-2 1 4-16,4-3 3 0,-6 3 11 0,7-10 15 15,-1 6 12-15,-7 4 5 0,3-6 8 0,-1 0 6 16,-2 5-11-16,0 0-8 0,7-1-3 0,-7 11-5 15,-7-13-3-15,7 5-2 0,7 2-12 0,-7 6-15 16,0 0-33-16,0-15-40 0,0 15-25 0,0 0-9 16,0 0-29-16,0 0-28 0,0 0-31 0,8 19-39 0,-8-9-42 15,8-3-19-15,-3 3-22 0,-3 1-196 16,6-2-550-16,0 1 243 0</inkml:trace>
  <inkml:trace contextRef="#ctx0" brushRef="#br0" timeOffset="2702.93">4353 1731 132 0,'6'-8'236'0,"-4"3"2"0,3-2 2 16,-4 3-10-16,1-4-6 0,3 4-12 0,-5 4-18 15,7-4-22-15,-7 4-22 0,1-7-13 0,-1 7-16 0,14 0-12 16,-14 0-13-16,14 7-7 0,0-4-9 0,-6 1-12 16,7 2-2-16,0 3-7 0,-2 0-11 15,-6 3-4-15,8 0-10 0,-1-1-12 0,-4 2-5 16,0-1-9-16,2-3-10 0,-2 4 4 0,-4-5-11 15,-2 2-5-15,1-1-1 0,1-1-1 0,-2-2 0 0,-4 0 8 16,0-6 0-16,0 7-1 0,0-7 9 0,-7 5 17 16,7-5 11-16,0 0 17 0,0 0 9 0,-25-10 3 15,22 0-1-15,-2 5-6 0,3-3-3 16,-3-6-7-16,5 5-2 0,2-7-6 0,6 5 3 0,-3-6-10 16,5 3-7-16,2-1 1 0,-1 0-3 0,4-2-7 15,8 2-7-15,1 0-13 0,0 0-7 0,1 2-6 16,5-1-4-16,-10 7-8 0,3-2-5 0,0-3-1 15,-3 8-2-15,5-7-1 0,-12 3 5 16,7 4-2-16,-10 1 2 0,1 0 5 0,-1 1 2 0,-3-1 3 16,1 2 3-16,-8 1 0 0,15-8 8 0,-15 8-8 15,5 0 5-15,-5 0 3 0,0 0 1 0,0 0-4 16,0 0 7-16,-16 17 5 0,11-11-1 0,-5 3 2 16,-4 3 4-16,3 2 0 0,1 2 3 0,-3-1-2 15,4 1 1-15,-2 1 3 0,1 4 0 0,5-6 0 16,-5 2 0-16,8 1-4 0,-1-2 4 0,3 2 1 15,0-5 0-15,3 4 4 0,-1-7-2 0,8 2 7 16,-5-7-3-16,3-1 0 0,-1 4 0 0,8-6-2 16,6-9 1-16,1 4 1 0,-6-4-3 0,7-7 3 15,7 3 1-15,-3-8-5 0,-2 9 2 0,3-11 0 16,-3 5 3-16,-2-3 5 0,3 0 10 0,-4-1 12 16,-6 7 14-16,12-2 9 0,-14 1 3 0,1 6 2 15,-1-4 1-15,-5 5-5 0,1 2-5 0,-2 2-12 16,3-4-5-16,-1 6 7 0,-10 1-15 0,0 0-2 15,25 9-4-15,-16-3 3 0,-1 0-6 0,0 3-1 16,2 4 1-16,0 1 0 0,-5 1-2 0,8 2-6 16,-8-1-6-16,3-1-16 0,-3 3-29 0,-5-3-24 15,2 3-41-15,3-2-47 0,-12 6-67 0,4-9-67 16,-10 5-184-16,-4-3-508 0,-1 0 225 0</inkml:trace>
  <inkml:trace contextRef="#ctx0" brushRef="#br0" timeOffset="3327.86">1598 2597 135 0,'-13'0'324'16,"3"4"-14"-16,2-1-18 0,3-2-14 0,5-1-16 0,-10 5-17 15,10-5 31-15,0 0 20 0,48-5-11 16,7-2-17-16,36 1-29 0,8-1-12 0,58-8-21 16,0-4-19-16,-4 3-14 0,17 4-18 0,6-6-7 15,7 0-8-15,9-1-1 0,9 5-8 0,-13-6-9 0,3 10-13 16,2-3-8-16,-11-1-11 0,-3-4-7 16,-2 7-8-16,-5 0-9 0,-14 4-2 0,-11-2-6 15,-44 2-9-15,-16 3-2 0,4-4-6 0,-6 4-3 0,-29-4-4 16,-3 5-4-16,-5-2-4 0,-17 2-6 0,-9 2-20 15,1-1-15-15,-11 2-17 0,-1-1-8 0,1-2-27 16,-6 3-19-16,-6 0-40 0,0 0-41 0,0 0-26 16,0 0-17-16,-29-10-17 0,9 10-18 0,-2 0-41 15,-3-2-48-15,7-3-290 0,-3 1-675 0,-9 1 298 16</inkml:trace>
  <inkml:trace contextRef="#ctx0" brushRef="#br0" timeOffset="8342.94">4313 2789 84 0,'0'-6'324'0,"0"-2"-11"0,-5-3-15 0,5 11-15 15,-3-9-20-15,1 3-13 0,2 6-10 0,-2-7-19 16,2 7-22-16,-1-6-24 0,1 6-26 0,0 0-15 15,0 0-14-15,0 0-12 0,0 0-12 0,0 0-9 16,-2 27-8-16,-1-11-8 0,3 1-5 0,-4 3-10 16,3 6-2-16,-1 4-6 0,-1 11-3 0,-4-4-3 15,0-5-8-15,1 9-2 0,-4-3-1 0,5 1-3 16,-3 0-7-16,8-5 0 0,-4-6 1 0,-1 0-3 16,5 2-6-16,-6-3 1 0,6-4 1 0,0-7-2 15,0 4 3-15,5-1 16 0,1-5 14 0,3 1 24 16,1-2 11-16,8-2-2 0,8-5 0 0,7 1-5 15,14 0-8-15,-1-11-6 0,7 3-10 0,-2-1-2 16,2-7-5-16,-3 6-2 0,0-5-7 0,-2-3-4 16,-9 3-6-16,-6 1-18 0,-3 1-31 0,-7 0-37 15,-1 5-32-15,-6-6-33 0,-1 3-33 0,-8-4-54 0,1 7-64 16,-3-2-56-16,-5 3-276 0,0 0-659 0,0 0 292 16</inkml:trace>
  <inkml:trace contextRef="#ctx0" brushRef="#br0" timeOffset="8671.04">4722 3170 2 0,'0'0'302'0,"0"0"-26"0,0 0-30 0,0 0-26 0,0 0-25 16,0 0-20-16,0 0-14 0,0 0 16 0,18 13 5 15,-10-8-2-15,-1 0-12 0,8 6-16 0,-5-2-10 16,4-2-9-16,6 2-14 0,-3-1-7 0,3 2-11 16,3-1-8-16,3 2-8 0,-7-4-8 0,2-2-4 15,-1 2-11-15,-2 1-6 0,-1-1-5 0,-1-3-13 16,-1 4 5-16,-7-4-18 0,1 0 1 0,-1-1 3 16,-1 1-5-16,1 4-1 0,-8-5-1 0,0 3-3 15,-7 0 19-15,-1 6-19 0,-5-4-5 0,-4 4 3 16,1-2-4-16,-4 0-1 0,2 5-29 0,-1-3-28 15,1-1-33-15,2 3-42 0,1-2-48 0,1-3-51 16,8-1-59-16,-1 0-219 0,1 1-537 0,-1-1 238 16</inkml:trace>
  <inkml:trace contextRef="#ctx0" brushRef="#br0" timeOffset="9077.24">5622 3170 132 0,'3'-9'274'0,"4"1"-2"0,-2 2-10 0,-5-2-8 15,2 1-8-15,-1 1-8 0,-1-1-16 16,-1-3-13-16,-1 5-24 0,2 5-21 0,-5-7-20 0,-2 2-10 15,7 5-14-15,-13-8-12 0,5 6-17 0,-7 2-10 16,0 2-7-16,-2 4-4 0,-2 0-12 0,2 2-5 16,-11 5-5-16,5-3-7 0,-4 6-4 15,4 2 0-15,0 2-5 0,3 4-1 0,2-2 1 0,3-2-1 16,0 3 2-16,5 1-5 0,0-5 1 0,0 7-4 16,7-6 0-16,3 7-7 0,0-10 4 0,3 3-2 15,2-1 2-15,5 3 3 0,0-6-7 0,7 3-1 16,2-8 8-16,3 2-5 0,8-1 0 0,0-4-1 15,-2 2 0-15,3-8-5 0,2 0-13 0,-3-1-17 16,-2-2-25-16,2-1-32 0,-4 0-34 0,-4-6-39 16,-2 1-49-16,1 3-43 0,-4-7-44 0,3-1-215 15,-9 4-539-15,3-3 238 0</inkml:trace>
  <inkml:trace contextRef="#ctx0" brushRef="#br0" timeOffset="9516.21">5801 3290 200 0,'0'0'317'0,"0"0"-8"0,0 0-6 0,0 0-13 15,0-8-9-15,0 8-24 0,0 0-11 0,8-4-33 16,-8 4-27-16,7-2-7 0,1 0-34 0,-8 2-10 16,21 2-10-16,-6-2-16 0,0 3-5 0,5 1-21 15,-5 1-4-15,8-2-6 0,-5 7-6 0,2-1 1 16,0-1-17-16,3 7-4 0,-5-4-8 0,6 4-3 0,-6-3-7 15,-3 1 2-15,0 2-25 0,0-3-4 16,1 7-3-16,-4-7-5 0,-9 2-5 0,0-2-3 16,7-3 3-16,-10 1 1 0,0-1 3 0,0-1 4 31,-8-3 0-31,8-5 1 0,-2 9 4 0,-1-6 1 0,3-3 4 16,0 0-3-16,0 0 2 0,0 0 0 0,-17-12 11 15,11 6-9-15,6-3 1 0,0-2-4 0,0-4-2 16,6 0-1-16,-4 0-4 0,5-3 6 0,1 1 0 15,-3 5 2-15,8-3-3 0,-3 3 0 0,-5 0 9 16,12 4 1-16,-11 0-9 0,1-3 0 0,0 7-6 16,1 0-3-16,-3 0 4 0,3 1-6 0,-8 3 2 15,8 0-1-15,-8 0-1 0,22 3 1 0,-12 2 3 16,-4 1 1-16,6 3-1 0,-2 2 5 0,0 1-5 16,0-1 1-16,1 5-2 0,4-3-19 0,-8 2-15 15,8-3-22-15,0 2-21 0,-4-3-21 0,1 5-35 16,-2-6-21-16,0-1-39 0,5 2-37 0,-9-6-28 15,4 0-192-15,-3-5-490 0,1 5 217 0</inkml:trace>
  <inkml:trace contextRef="#ctx0" brushRef="#br0" timeOffset="9750.57">6661 2941 119 0,'-3'-11'327'0,"1"-1"0"0,2 1-4 15,-3 3-14-15,6 1-25 0,-6 1-31 0,3 6-15 0,0-9-49 16,0 9-20-16,0 0-16 0,0 0-17 0,0 0-14 16,5 33-12-16,0-17-12 0,-2 4-6 15,4 7-4-15,0 2-10 0,3 0-11 0,-2 3-5 16,0 1-11-16,4 3-22 0,-2-3-30 0,-5-5-30 0,5-1-25 16,-4 2-40-16,4-2-42 0,-7 0-31 0,1-8-26 15,4 1-32-15,-8-3-41 0,5-4-140 0,-5-1-441 16,2-3 196-16</inkml:trace>
  <inkml:trace contextRef="#ctx0" brushRef="#br0" timeOffset="10000.54">6698 3237 194 0,'-3'-5'252'0,"1"-2"0"16,2-2-10-16,0 1-13 0,0 1-15 0,0 7-25 15,5-11-19-15,1 7-7 0,4-2-29 0,0 3-14 16,10-1-1-16,-3 2-24 0,3 2-10 0,3 2-6 15,-2 2-5-15,9 0-8 0,0 4-11 0,-2 3-1 16,0-3-5-16,-1 8-10 0,-4-4 0 0,3 1-3 16,-9 1-6-16,1 2-2 0,-1 3-1 0,-2-2-2 15,3 5-6-15,-5-7 1 0,-1 5-3 0,-4 2 0 16,5-6-6-16,-5 0-5 0,1-1-13 0,4 0-13 16,-10-2-26-16,9 0-32 0,-7 0-5 0,0-4-29 15,0 1-54-15,1-2-25 0,3-4-39 0,-4 0-140 16,-5-4-400-16,9 1 178 0</inkml:trace>
  <inkml:trace contextRef="#ctx0" brushRef="#br0" timeOffset="10172.4">7194 3016 54 0,'-1'-4'266'0,"-6"1"-28"0,7 3-25 0,-8-6-23 15,8 6-24-15,0 0-16 0,-13 0-17 0,13 0-10 0,0 0-34 16,-4 13-50-16,1-5-54 0,6 2-73 0,-3-1-172 16,4 4-282-16,-4 3 126 0</inkml:trace>
  <inkml:trace contextRef="#ctx0" brushRef="#br0" timeOffset="10969.19">7701 3188 178 0,'-7'-8'302'0,"6"2"-19"0,1 6-25 0,-15-4-13 16,8-1-25-16,-1 3-14 0,8 2-23 0,-23 2-13 16,9-1-19-16,-1 7-16 0,1-1-15 0,-6 2-12 15,5 5-9-15,2-2-9 0,1 4-9 0,0-1-9 16,4 2-6-16,2 2 5 0,1 1-17 0,1-1-4 15,4 3-8-15,9-2 0 0,-3-1-2 0,9 1-6 16,0 0-7-16,5-2-16 0,-4-6-18 0,12 0-20 16,-6-3-21-16,9-1-15 0,-1-6-18 0,2 1-19 15,1-3-9-15,2-5-7 0,-4 0 2 0,0 0 20 16,3-7 1-16,-3 0 14 0,-1 2 5 0,-2-5 10 16,-8-2 4-16,6 2 16 0,-3-4 26 0,-8 3 30 15,0 4 25-15,-3-7 27 0,-9 11 5 0,0-4 13 16,-1 2-1-16,3-2-3 0,-12 5-8 0,7-2-10 15,-6 3-8-15,-6 1-7 0,1 3-1 0,-1 2-8 16,-4 0-6-16,-4 2-2 0,3 5-5 0,1 0-2 16,1 2-2-16,-5 3-18 0,5-2-15 0,0 6-12 15,0-5-13-15,8 0-11 0,-1 2-9 0,2 1-7 0,-1-4-7 16,0 1-16-16,6-4 1 0,-4 2-6 16,5-2 8-16,0-3 11 0,0-4 7 0,6 6 7 15,-6-6 5-15,14 1 14 0,-14-1-6 0,14-7 13 16,-7 4 15-16,6-5 4 0,-3 4-2 0,4-5 6 0,-6 3 9 15,7-6 10-15,0 6 5 0,-2 0 8 0,-7-2-3 16,9 5-2-16,-5-1 1 0,4 3-7 16,-5 1-2-16,8 0 5 0,-4 0-8 0,-1 4 0 15,4-1 3-15,1 5-2 0,4 0-3 0,-2 0 6 0,7 7-1 16,2-3-4-16,-1-1 7 0,3 2-1 0,-1-2-6 16,3-1 0-16,-2-1 3 0,3 2-1 0,-4-6 1 15,3 0-2-15,-2-5 0 0,-2 0-9 16,0-1 5-16,-3-3-9 0,-4-1-5 0,1-5 0 0,1 0-7 15,-3 0 8-15,-4-10-6 0,6-3-10 0,-7 0-2 16,-2-4-14-16,4-2-3 0,1-12 14 0,-2-4-16 16,1-1 14-16,3-1-5 0,-2-5-12 0,-3-1 12 15,0-2 5-15,-7 2 43 0,2 5 41 0,-5-1 39 16,-5 4 20-16,0 13 11 0,-5 4 19 0,-3 4 10 16,4 5 6-16,-2-7 0 0,-1 13-12 0,1-2-11 15,-4 8-11-15,1 2-16 0,-6 1-11 0,-6 6-10 16,4 5-3-16,-2 1-4 0,-3 11-2 0,-3 3 2 15,-5 9-14-15,9 0 4 0,1 8 2 0,5-1 0 16,0 7-1-16,2 3-10 0,5-5-4 0,1 3-7 16,7-2-3-16,7 3 1 0,-1 2 12 0,9-3-19 15,-2-3-5-15,4-3 1 0,3-1-7 0,0-1-4 16,6-5-30-16,-6-8-18 0,7-2-34 0,-3-4-39 16,6 3-47-16,-3-8-65 0,7-3-74 0,-4-7-277 15,-2 4-609-15,1-8 270 0</inkml:trace>
  <inkml:trace contextRef="#ctx0" brushRef="#br0" timeOffset="11984.71">9939 3143 50 0,'0'0'302'0,"0"0"-25"0,0 0-28 0,0 0-32 0,0 0-18 16,0 0-1-16,6 11-4 0,-6-2-4 0,0 1 3 16,0 3-16-16,0 1-8 0,0 2-14 0,0 2-6 15,0-3-22-15,0 5-11 0,2-1-12 0,5 2-6 0,-2-5-2 16,4 4-14-16,0-1-8 0,4-5-8 16,2 1-3-16,0-2-4 0,5-1-18 0,-4-2-32 15,12 0-21-15,-8-6-26 0,5-4-30 0,-2 3-27 16,2-3-34-16,0-3-28 0,0-6-28 0,-1-1-23 0,3-2-6 15,-7-3-3-15,5-3 6 0,-6 3 15 0,-4-4 34 16,-6 3 31-16,4 1 45 0,-3-1 46 16,1 2 19-16,-7 0 45 0,1-1 24 0,-4 3 29 0,-1-1 10 15,4 4 14-15,-4 2 5 0,0-2 0 0,0 3-1 16,0-2-12-16,0 8-13 0,-4-4-10 0,4 4-7 16,0 0-6-16,0 0-5 0,0 0-1 0,0 0-5 15,-8 19 1-15,8-9-5 0,2 0-7 0,-2 1 0 16,0 0-1-16,6 3-3 0,1-1-2 0,1 1-4 15,-3-5-1-15,3 3-1 0,-3-4 0 0,4 0 1 16,-3 3-2-16,3-5-3 0,-1-3-2 0,0 1 2 16,-1-1-2-16,3 1 1 0,0-4-3 0,-10 0 0 15,20-4-1-15,-9 3-2 0,-1-5-4 0,2 3-2 16,4-6 5-16,-4-2-6 0,-1 4 1 0,-2-3 0 16,-1 0 0-16,2-2 2 0,0 0 11 0,1 4 4 15,-9-1 19-15,8-2 15 0,-5 4 9 0,-3-1 14 16,4 4 7-16,2-5 3 0,-8 4-8 0,7 2-14 15,-7 3-9-15,2-7-8 0,-2 7-10 0,0 0 1 0,0 0-8 16,0 0-5-16,25 10 0 0,-17-4-2 16,-2 3-4-16,3-2-4 0,-1 4-3 0,7 1 12 15,0 0-14-15,-2-1-1 0,2 1-2 0,0-4 0 0,-5 3-7 16,5-3-23-16,1-1-25 0,-6-3-25 0,-5 1-25 16,5-1-34-16,-3-2-48 0,4-2-64 0,-11 0-67 15,18-6-232-15,-11-2-585 0,-4 1 259 16</inkml:trace>
  <inkml:trace contextRef="#ctx0" brushRef="#br0" timeOffset="12166.71">10460 2762 262 0,'0'0'257'0,"-8"-2"-27"16,8 2-25-16,0 0-26 0,0 0-39 0,-14 3-34 15,14-3-32-15,2 9-62 0,-2-9-82 0,13 12-163 0,1-5-252 0,1 4 112 0</inkml:trace>
  <inkml:trace contextRef="#ctx0" brushRef="#br0" timeOffset="12510.42">11741 2856 227 0,'2'-8'294'0,"-2"1"-5"16,1-1-21-16,3 5-25 0,-4 3-27 15,3-5-25-15,-3 5-24 0,0 0-18 0,0 0-17 0,0 0-11 16,0 0-11-16,-3 28-13 0,-1-16-6 0,3 7-6 15,2 3-3-15,-1 6-1 0,7 2-13 0,-7-2-3 16,7 1-4-16,-2 1-8 0,5 1-3 0,-5-4-5 16,4 3-4-16,3 1 1 0,-4-8-8 0,2 1-5 15,0 2-1-15,0-8-2 0,-3-1 2 0,3-1-6 16,-4-1-2-16,3-9-12 0,-4 1-21 0,1 1-10 16,-3-2-16-16,2-3-35 0,-5-3-45 0,0 0-33 15,0 0-17-15,0 0-19 0,9-18-22 0,-9 10-6 16,0-4-1-16,-2-6-124 0,-5 2-369 0,4-11 164 15</inkml:trace>
  <inkml:trace contextRef="#ctx0" brushRef="#br0" timeOffset="12729.15">11792 2802 65 0,'0'-18'178'0,"-5"1"9"16,4 2 7-16,-1 3 5 0,-4 2 4 0,6 0-7 0,-2 0-4 16,-1 3-2-16,3 2-12 0,0 0-15 15,0 5-12-15,0-10-15 0,0 10-23 0,0 0-11 16,0 0-13-16,3-4-10 0,-3 4-5 0,0 0-7 15,16 14-7-15,-6-6-4 0,5 4-5 0,-2 2-7 0,1 1-5 16,9 5-4-16,-2 2-1 0,4 4-5 0,5 2-5 16,-3 5-29-16,4-1-28 0,-11-12-26 15,10 14-25-15,-7-14-27 0,0 5-26 0,10 2-28 0,-8-10-23 16,5 0-10-16,-7-2-160 0,-5-1-389 0,-1-6 172 16</inkml:trace>
  <inkml:trace contextRef="#ctx0" brushRef="#br0" timeOffset="13104.11">12377 3070 19 0,'0'-7'189'0,"0"7"3"0,-5-12-5 0,5 12-9 16,-4-8-14-16,4 8-16 0,0 0-18 0,-6-1-12 15,6 1-16-15,0 0-8 0,-20 9 0 0,15-3-3 16,-8 7-8-16,6-2-7 0,-4 4-7 0,-1-6-4 16,0 9-9-16,1-6-2 0,-2 3-8 0,-2-2-2 15,1-2-5-15,8-2-3 0,-4 1-4 0,3 1-3 16,2-5-2-16,-5 0-2 0,9-2 6 0,-4 1 6 15,5-5 23-15,0 0-10 0,0 0 0 0,0 0-7 16,0 0-7-16,-7-15-2 0,7 5-4 0,7-4-4 0,-1-2 0 16,-1-4-4-16,5-7-2 0,0 0-2 15,2 0 1-15,9-13-2 0,-6 13 3 0,-2-2 18 16,1-1 8-16,-1 5 15 0,2 3 20 0,-2-2 8 16,-6 9 17-16,3-1 6 0,-2 4 8 0,-3 0-19 0,1 3-18 15,-2 3-9-15,1 0-10 0,1 4-12 0,-6 2-10 16,0 0-5-16,10 8-4 0,-3 0-4 15,-4 0 7-15,7 7-12 0,-10 4 6 0,5 0-2 0,5 8-6 16,-3-2-7-16,1 5 4 0,-1-3-2 0,6 4 1 16,-7 0 1-16,8-3-4 0,-4 1-4 0,-4-1-18 15,6 1-26-15,-1-4-22 0,-4-5-28 0,-2-1-33 16,3-2-33-16,-1 2-28 0,1-4-45 0,-1-3-53 16,1-1-43-16,-3-4-168 0,0 1-526 0,3-7 233 15</inkml:trace>
  <inkml:trace contextRef="#ctx0" brushRef="#br0" timeOffset="13479.07">12810 2789 31 0,'0'-8'309'0,"5"2"1"0,-5-2-9 15,2 3-10-15,-2 5-12 0,0-13-18 0,0 13-26 0,2-4-22 16,-2 4-25-16,0 0-21 0,0 0-27 15,0 0-16-15,0 0-8 0,0 0-10 0,0 0-13 16,0 0-3-16,3 22-16 0,-1-10-6 0,-2 3-4 16,6 2-8-16,-4 4-4 0,3 4-9 0,-5 2 2 0,1 0-7 15,-2-1-2-15,1 2-2 0,0 2-6 0,0-2-2 16,-5 3 1-16,5-4-4 0,-2 0-1 16,-4 0-2-16,6-1 12 0,0 1-22 0,0-8-1 0,0 2 0 15,0-5 4-15,0 4-4 0,6-5 8 0,-4 1-1 16,3 2 8-16,3-7 10 0,0 2 14 0,1-6 3 15,6 0 4-15,6-2-4 0,-3-1-4 16,2 0-7-16,8-4 2 0,2-1-11 0,0-3 1 0,0-4-1 16,1 5-4-16,2-3-10 0,10-6-41 0,-6 4-54 15,-6-1-45-15,-3 1-43 0,2-3-54 0,-13 3-45 16,6-2-35-16,-5 1-264 0,-3-2-610 0,-9 4 271 16</inkml:trace>
  <inkml:trace contextRef="#ctx0" brushRef="#br0" timeOffset="-102159.55">1628 5228 85 0,'-2'-10'342'0,"4"-2"-12"16,-4 0-9-16,-4 2-10 0,6 0 3 0,0-1-6 16,0-3-13-16,-5 7 3 0,3 2-22 0,2-3-7 0,0 1-11 15,0 7-17-15,-6-10-21 0,6 10-22 0,0-3-21 16,0 3-18-16,0 0-23 0,0 0-17 16,0 0-12-16,0 0-7 0,0 0-11 0,0 0-10 15,6 24-9-15,-6-15-3 0,0 12-11 0,0-1-2 0,0-2-6 16,0 7-6-16,0-1-3 0,0 6-5 0,0-3-2 15,0 3-1-15,-6 2-5 0,4-1 1 16,0-4-5-16,2 1-2 0,-5-1-8 0,5 0-32 0,-6-1-31 16,4-6-25-16,0 3-34 0,2-4-41 0,-3-3-26 15,1 0-35-15,2 1-41 0,0-4-47 0,0-4-32 16,0 2-45-16,0-8-216 0,0 8-641 0,0-11 284 16</inkml:trace>
  <inkml:trace contextRef="#ctx0" brushRef="#br0" timeOffset="-101878.33">1478 5109 193 0,'1'-11'290'0,"6"3"-17"15,-1-3-12-15,3 6-11 0,-3-5-14 0,3 2-12 16,-1 3-11-16,0-3-15 0,2 1-17 0,5-1-14 15,0 0-10-15,1 3-24 0,-1-1-9 0,2 2-15 16,-2 0-6-16,5 0-17 0,-4 2-5 0,7-3-7 16,-1 4 2-16,-2 0-18 0,3-1-6 0,-2 2-11 15,3 2-23-15,-3-1-13 0,-1 3-20 0,3-4-20 16,-5 4-24-16,4-3-28 0,-6 2-25 0,3 1-24 16,-8 4-21-16,2-1-16 0,1-2-24 0,-8 1-21 0,-4 4-12 15,3-2-134-15,-5-1-395 0,0 4 175 16</inkml:trace>
  <inkml:trace contextRef="#ctx0" brushRef="#br0" timeOffset="-101675.23">1630 5338 65 0,'0'0'231'15,"0"0"-3"-15,0 0-7 0,0 0-9 0,0 0-8 0,0 0-7 16,0 0-4-16,0 0-8 0,0 0-5 0,0 0-3 15,21 0-26-15,-7 0-12 0,0-3-16 0,1 3-10 16,7-1-14-16,-2-2-4 0,10-2-39 16,-1 2-35-16,-4 2-38 0,-2-3-51 0,-4 4-57 0,10-4-58 15,-9 4-55-15,-3 0-139 0,-2 0-408 0,0 0 181 16</inkml:trace>
  <inkml:trace contextRef="#ctx0" brushRef="#br0" timeOffset="-90782.63">2111 5593 129 0,'0'0'308'0,"0"0"-8"0,0 0-21 15,0 0-20-15,0 0-21 0,0 0-17 0,0 0-11 16,0 0-20-16,0 0-19 0,0 0-16 0,-13-4-13 16,13 4-16-16,0 0-16 0,0 0-3 0,0 0-17 15,0 0-15-15,0 0-1 0,0 0-12 0,0 0-8 16,0 0-2-16,28 8-9 0,-28-8 0 0,10 1-5 15,8 2-3-15,-6-3 7 0,6-3-8 0,5 2-3 16,-1-4-3-16,-2-1-3 0,1 2 0 0,1-3-6 16,-2 2 0-16,1-3 0 0,-8 1 6 0,2-4-8 15,-5 6 3-15,-3-5-4 0,1 2-1 0,-3-1-6 16,-3-3 2-16,-2 5-3 0,-2-5 3 0,2 4-4 16,-13-2 2-16,5 1 6 0,-7 1-15 0,-5 4 0 15,-3-3 3-15,3 0-3 0,-2 7-2 0,-7 0 4 16,2 0-3-16,-3 5 2 0,0 1-1 0,2 1 9 15,-1 5-11-15,2-1 1 0,11 0 9 0,-4-1-12 16,5 4 0-16,3 2-2 0,2-1 4 0,2-2-4 16,8 2 4-16,0 0 4 0,5 0-5 0,8 2-2 15,10 1 1-15,1 3 4 0,12-2-4 0,9-5-15 0,1 2-13 16,2-5-16-16,0 0-17 0,2-4-14 0,-1-1-14 16,1-5-17-16,5 2-10 0,-6 0-7 15,-2-9-1-15,-1 5 2 0,-5-5 12 0,-4 0 7 16,-8-5 5-16,6 4 13 0,-5-10 9 0,-5 6 17 0,-2-5 26 15,-1 6 31-15,-9-3 24 0,0-1 26 0,-3 1 27 16,-3-4 8-16,-1 0 14 0,-4 4 5 0,-4-2 2 16,-3-1 2-16,2 1 0 0,-4-1-9 15,-4 3 9-15,-1 3-21 0,2-1-8 0,-1 0-2 0,-4 7-5 16,-5-5-9-16,10 9-5 0,-7 0-13 0,1 0-5 16,-1 0 10-16,2 8-12 0,-5-4-7 0,6 2 0 15,-1 4-8-15,6 2 10 0,-5 2-12 0,2-1 0 16,9 1-4-16,-6-1-10 0,4 2-12 0,2-3-7 15,3-1-26-15,3 0-5 0,2 1 0 0,4 0 2 16,-3-4-2-16,3-3-4 0,7 1-7 0,-1-3-2 16,5-3 6-16,-4-2 7 0,4 1 2 0,0-5 6 15,3-3 1-15,-1-3 10 0,-6 3 1 0,1-1 4 16,-2-4 8-16,-2 1 23 0,0 1 17 0,-6-2 11 16,1 2 17-16,-1-1 23 0,-4 2 22 0,2-1-7 15,-2 4 2-15,1-2 1 0,-4 2 10 0,0 3 1 0,0-4-16 0,1 4-8 0,-1 5-8 16,0-8-16-16,0 8-5 0,0 0-5 0,0 0-5 15,0 0-5-15,0 0-2 0,2 23-7 0,3-14 11 16,-3 4-16-16,4 1 0 0,3-1-7 0,-1 1-1 16,5 3-21-16,-3-1-23 0,3-4-22 0,9 7-20 15,-7-5-18-15,6-2-24 0,-1 1-26 0,-5-5-25 16,5-1-41-16,-4 0-41 0,4-2-32 0,2-5-243 16,-4-1-566-16,-3-5 250 0</inkml:trace>
  <inkml:trace contextRef="#ctx0" brushRef="#br0" timeOffset="-90532.65">3181 4963 295 0,'-5'-16'326'0,"0"1"-13"16,-2 0-6-16,4 5 4 0,-1 0-3 0,-4 3-18 16,7-5-18-16,-3 6-29 0,4 0-28 0,-1 2-29 0,1 4-12 15,0 0-26-15,0 0-12 0,0 0-15 16,0 0-10-16,6 28-7 0,2-13-18 0,-1 12-3 15,3 2-9-15,-5 0-7 0,12 12 8 0,-8-1-23 16,3 7-8-16,-2-5-8 0,2 1-4 0,-4 1-30 0,3-7-32 16,1 5-20-16,-7-10-24 0,3-1-27 0,-4-4-20 15,1 7-29-15,-2-9-24 0,2 2-24 16,-2-9-14-16,0-2-30 0,-3-1-10 0,0-4-15 16,2-2-157-16,-2-2-458 0,0 0 202 0</inkml:trace>
  <inkml:trace contextRef="#ctx0" brushRef="#br0" timeOffset="-90095.1">3295 5539 104 0,'-3'-12'130'0,"-2"2"15"0,1 1 18 0,-4-2 27 0,5 1 1 16,-2 3 7-16,-4-4 7 0,4 2-5 0,-3-5-5 16,3 4-3-16,2 2-2 0,-4-4-7 0,4 5-14 15,1 2-14-15,2 0-15 0,0 5-5 0,-1-10-30 16,1 10-6-16,0 0-18 0,15-4-4 0,-2 4-4 16,7-3-9-16,0 3-6 0,11 0-6 0,-1 3-7 15,3-3-3-15,-3 4-8 0,-2-1-4 0,0 4-9 16,2 0-6-16,0-1-7 0,-12-3-4 0,5 8-2 15,-2-6-2-15,-2 3-2 0,-3-1-4 0,-1 0 0 16,0 0 0-16,0-1-2 0,-8-2 4 0,6 3-7 16,-3 1 6-16,-5-3 1 0,-2 2-1 0,5 1 0 15,-3-1 7-15,3-2-9 0,-8 1 6 0,7-2-6 16,-5 0 2-16,4 0 4 0,-6-4 3 0,0 0 4 16,5 4 17-16,-5-4 14 0,0 0 13 0,4 4 14 15,-4-4-4-15,0 0-1 0,0 0-4 0,13-14-7 16,-8 6-2-16,-3 3 0 0,6-3-2 0,-3 0 9 15,-5 1 3-15,1-4 13 0,8 4-4 0,-4 0-2 16,-4-1-5-16,8-1-2 0,-9 0-7 0,6 3-6 16,-2-2-2-16,0 4-2 0,1-5-3 0,-5 9-4 15,2-8-12-15,1 7 1 0,-3 1-11 0,0 0-3 16,0 0-9-16,0 0-16 0,0 0-1 0,0 0-22 0,17 8-13 16,-12-3-21-16,0 4-18 0,0-2-24 0,1 0-26 15,-2 4-11-15,1-2 4 0,5 6-28 16,-4-3-20-16,4-4-32 0,-1 4-9 0,0-1-18 15,-2-2-22-15,5-3-159 0,-2 2-474 0,-2-4 210 0</inkml:trace>
  <inkml:trace contextRef="#ctx0" brushRef="#br0" timeOffset="-89688.9">4030 5523 63 0,'3'-3'132'0,"4"-3"10"0,-4-3 14 0,-1 4 4 0,1-5 1 16,-1 5-7-16,4-3 4 0,-6 8-12 0,4-8-16 15,-1 5-12-15,5-1-11 0,-1 2-20 0,-7 2-5 16,16 2 0-16,-7-1-15 0,1 2-6 0,-1 1-6 15,6 7-5-15,-1-2-6 0,0 5-6 0,-4-2 1 16,7 1-4-16,0 1-4 0,-3-1-4 0,3 2-17 16,-2-3 0-16,-2 2-19 0,-1-1-5 0,-4-4 7 15,-1 0-15-15,-1-1-16 0,-1-1 3 0,2-1 4 16,-1-3 1-16,-4 1 3 0,-2-4 9 0,0 0 4 16,0 0 11-16,0 0 14 0,0 0 3 0,0 0 3 15,0 0 6-15,0-25-2 0,0 16-1 0,0-3 9 16,2-1 0-16,-2-2 4 0,5-2 2 0,-2 3 6 15,2-1 1-15,3 0 9 0,-3-2 1 0,5 2 8 16,-5-1 3-16,0 3 7 0,0 4 11 0,2-3 8 16,-6 1 9-16,1 2 13 0,1 4-6 0,-3-3 8 15,0 8-6-15,0-10-19 0,0 10 4 0,0-9-16 16,0 9-11-16,0 0-9 0,-13 0-3 0,13 0-14 16,-15 12 2-16,7-5-8 0,0 1-4 0,1 5 1 15,2 1 2-15,2-1-10 0,-2 3 4 0,3 1-5 16,2 0-2-16,2 0-6 0,9 1 7 0,-2 1-2 0,1-3-3 15,6-1-20-15,11 5-10 0,-6-4-31 16,17 8-45-16,-3-10-64 0,3-1-67 0,8-7-87 16,-13 3-251-16,1-6-606 0,10 1 268 0</inkml:trace>
  <inkml:trace contextRef="#ctx0" brushRef="#br0" timeOffset="-88985.85">5592 5113 101 0,'0'-18'357'0,"5"1"-5"0,-2-3-17 15,-3 5-8-15,2 0-6 0,-2 4 4 0,2 1-14 16,-1 4-26-16,1-2-23 0,0 4-22 0,-2 4-45 15,3-6-20-15,-3 6-16 0,0 0-13 0,7 18-12 16,-2-4-19-16,3 5-9 0,-3-1-8 0,-2 9-6 0,9 4-12 16,-4 7-9-16,2 2 4 0,-2-8-20 0,-1 4-3 15,1 4-7-15,-3-10-11 0,0-3-37 16,3 2-33-16,-4 1-32 0,-1-3-31 0,-1-8-30 0,-2 0-43 16,1-3-41-16,4-1-51 0,-3-3-44 0,-2-5-40 15,0-2-187-15,0-5-579 0,0 0 255 0</inkml:trace>
  <inkml:trace contextRef="#ctx0" brushRef="#br0" timeOffset="-88782.74">5423 5040 191 0,'-11'-9'377'0,"4"-2"9"0,-1 1-1 0,1 2-7 15,7-1-3-15,-8-1-4 0,6 2-22 16,4-1-28-16,-2-3-34 0,8 4-28 0,-1-4-28 15,3 2-20-15,10-2-30 0,0 0-16 0,3 5-15 0,7-5-17 16,-2 8-34-16,1-3-43 0,6 3-51 0,-2 3-32 16,4 1-38-16,-3 4-38 0,-2-1-31 0,3 5-39 15,-4 4-33-15,-9-2-43 0,7 5-52 16,-5 2-37-16,-3 2-215 0,-6 2-598 0,0-5 265 0</inkml:trace>
  <inkml:trace contextRef="#ctx0" brushRef="#br0" timeOffset="-87953.21">6003 5497 129 0,'8'3'198'0,"4"-1"-7"16,-12-2-13-16,23-2-10 0,-5-2-15 0,-3 1-12 0,3-3-11 16,-5 1-11-16,1 0-13 0,0-3-8 15,-2-1-9-15,6 0-10 0,-8-3-11 0,-5 1-1 0,10-3-8 16,-10 6-6-16,-2-2-8 0,-3-1 1 0,2 2-7 15,3-5-3-15,-10 4 3 0,0 1-4 0,0 1-6 16,-8-1-2-16,-2 5 0 0,0-2 0 0,-2 4 7 16,-2-1-3-16,-1 3 5 0,-8 5 1 0,8-2 9 15,-2 1 6-15,1 4-6 0,4-1-4 0,-1 5-3 16,3-1-3-16,-2 0-4 0,3 2-5 0,7 2 0 16,-3-1-6-16,5 0 3 0,-2 0-4 0,7 4-4 15,0-3 1-15,7-1 0 0,5 1-3 0,1-2 3 16,3-1-2-16,9 3-1 0,-5-8-2 0,-3 1 0 15,14-4-3-15,1 1-12 0,1-3-6 0,-2-2-8 16,2-5 1-16,-1-1-1 0,-3-2-2 0,0 0 3 16,-3-4-3-16,2-2 6 0,-3 1 2 0,-2-2 3 15,-8 1 1-15,2-1 10 0,-4 1 13 0,2-5 16 16,-7 4 6-16,-1 7 13 0,-2-5 9 0,-4 4 8 16,1-1-1-16,-4 0-8 0,2 1-6 0,-1 2 1 15,-4 4-11-15,5 3-10 0,-9-6-2 0,1 6-3 0,8 0-4 16,0 0 0-16,-15 9-7 0,5-3-3 0,5 3 3 15,-3-1-1-15,5 5-4 0,-1-3 1 0,4 7-6 16,0 0-4-16,2-2 2 0,0-3-8 16,1 3-10-16,5-1-2 0,-3 0-9 0,2-2-8 0,5 0-9 15,-3-3-3-15,-2-3-6 0,6 0-2 0,1 0 5 16,-5-5 2-16,6 1 7 0,-3-2 6 0,0 0 2 16,1-6 3-16,-7 3 3 0,4-2 6 0,4 0 2 15,-6-5 7-15,-2 3 13 0,4-3 14 0,0 0 9 16,-5 3 14-16,2-3 4 0,-2 1 11 0,0 1 3 15,-2 1 6-15,4-4 0 0,-2 5-3 0,-4 1-3 16,-1 5-1-16,4-12-12 0,-4 12-8 0,5-5-14 16,-5 5 0-16,5 0 0 0,-5 0-8 0,0 0 3 15,0 0-3-15,1 13 1 0,-1-7-6 0,4 0-3 0,-1 1 4 16,0 2-10-16,2 2-7 0,0-2-2 16,0 1-3-16,2-2-7 0,-2-1-1 0,6 1 11 15,-7 1-10-15,4-3 6 0,-3 2-4 0,3-4-1 16,-1 0 4-16,1-2 3 0,-8-2 1 0,17-5 0 0,-17 5 2 15,21-5-1-15,-14-2 6 0,6-3 1 0,-1 4 22 16,-9-5 4-16,13-1 10 0,-12-3 3 16,2 5 8-16,4 0 5 0,-6-1 2 0,2-1 3 0,-1 0 15 15,-3 6 0-15,6 1-6 0,-6-3-1 0,1 1-12 16,-1 0-7-16,-2 7-7 0,8-3-14 0,-8 3-5 16,0 0 4-16,0 0-3 0,0 0 8 0,13 20-25 15,-6-13-24-15,-5 2-20 0,6 7-23 0,-2 3-30 16,1-3-25-16,1-1-36 0,6 1-36 0,-8 4-48 15,17-2-52-15,-9-3-285 0,4 5-622 0,-3-7 275 16</inkml:trace>
  <inkml:trace contextRef="#ctx0" brushRef="#br0" timeOffset="-87718.86">7304 5577 48 0,'5'16'241'0,"-5"4"-1"16,0 6 5-16,0 6 7 0,0 7-9 0,0 7-21 16,3-3-18-16,-3 7-20 0,-3 4-15 15,3 3-18-15,0-1-13 0,0 1-20 0,0 2-8 0,0-3-12 16,-5-3-9-16,5-4-7 0,0-6-11 0,0-15-6 16,0 7-6-16,0-8-6 0,5-8-34 0,-5-2-28 15,0-7-32-15,0-3-54 0,0-3-56 0,0-4-32 16,0 0-35-16,10-26-183 0,-9 5-435 0,4-6 193 15</inkml:trace>
  <inkml:trace contextRef="#ctx0" brushRef="#br0" timeOffset="-86859.49">7173 5555 236 0,'-17'-16'318'0,"2"1"-14"0,-1 0-12 15,3 6 2-15,-1-2 13 0,6 2-18 0,0-1-15 16,3 3-18-16,2 4-16 0,-2-4-30 0,5 7-34 15,5-11-9-15,3 10-14 0,2-1-15 0,10 5-14 0,1-3-19 16,2 8-12-16,2-5-18 0,8 4-24 0,4 1-7 16,-9 4-18-16,2-3-9 0,1 4-17 15,-1 1-11-15,-2 1-15 0,-10 1-11 0,0-1-9 0,-6 0-3 16,-4-2-8-16,2 2-1 0,-6 2 4 0,-4-2 9 16,-2 2-3-16,-8-4 3 0,0-1 2 0,-2-5 7 15,-7 5 5-15,-5-4 6 0,1-1-2 0,-5 0 6 16,-3-6 2-16,1 0 4 0,3 2 2 0,11-6 1 15,-6 2-1-15,7-5-10 0,2 0-10 0,0 3-8 16,5-5-1-16,8 1-8 0,-4-5-14 0,8-4-5 16,-4 2-9-16,13-4-17 0,2 0-5 0,1-5-16 15,12-8-8-15,2 3-12 0,7-7-11 0,-1 2-1 16,-1-3 3-16,5 0 5 0,-4-3 5 0,-1 5 17 16,-4 3 23-16,1 0 16 0,-13 8 27 0,5 1 34 15,-9-2 22-15,3 1 37 0,-10-1 21 0,4 1 21 16,-9 4 17-16,5 6 21 0,-6-4 17 0,-2 0 6 15,0 2-2-15,0 3-5 0,-3 3-7 0,-4-1-11 0,4 2-13 16,-1 0-10-16,-4 2-10 0,3 3-10 16,-5 1-14-16,10 2 0 0,-20 5-8 0,5 7-7 15,9-2-9-15,-4 5 4 0,5 2-9 0,-3 2-1 0,6 10 3 16,2 11-9-16,10 1 0 0,-7 4-5 0,0-1-4 16,11-1-10-16,2 4-13 0,-3-3-21 0,4 0-18 15,0 0-20-15,1-5-16 0,3 1-16 16,-7-11-19-16,5 6-14 0,0-9-6 0,-1-4-9 0,2 3-1 15,-4-9 8-15,2-3-4 0,1-1-4 0,-4-4-2 16,6-3 15-16,-4-3 14 0,2-3 15 0,1 0 12 16,-3-9 21-16,-2 3 22 0,3-2 31 0,-6-3 16 15,6-3 23-15,-2-4 33 0,-1-4 8 0,-6 3 18 16,-1 1 22-16,-3-1 3 0,-2 4 7 0,2-2 0 16,-5 0-3-16,-3 1-3 0,1 2-10 0,-5 2-12 15,1 4-7-15,-4 2-5 0,2 0-11 0,-6 3-9 16,-1 3-3-16,1 2-6 0,-1 3-2 0,0 3-4 15,-5 0-7-15,5 2-4 0,-2 3-15 0,3 0-11 0,0 0-13 16,-1 3-9-16,7-3-18 0,0 4-5 16,3-6-10-16,2 2-5 0,-4-5-4 0,7 2 6 15,0 0 2-15,7-2 4 0,1-4 8 0,0 1-4 16,-1-4 13-16,8 1 3 0,-15-1 4 0,29-9 5 0,-14 3 16 16,7-3 21-16,-7 0 25 0,8 2 18 0,-6-4 11 15,2 0 8-15,-2-1 9 0,-2 0 8 16,-2 2 8-16,-3 4 1 0,5-5 1 0,-5 4-7 0,-4 2-9 15,3-2-8-15,-3 4-16 0,-1 1-8 0,-5 2-2 16,0 0-4-16,20 5 5 0,-13 4-16 0,1 0-7 16,-6 0 0-16,4 7-6 0,-1-1-1 0,7 0-16 15,-1 0-16-15,-4 4-17 0,8-2-7 0,-5 0-21 16,3-5-26-16,2 5-16 0,-2-9-19 0,9 7-29 16,-6-4-11-16,4-2-23 0,-3-6-13 0,3-2-14 15,1 2-6-15,-4-6-4 0,-1 1-109 0,2-8-349 16,-1 2 154-16</inkml:trace>
  <inkml:trace contextRef="#ctx0" brushRef="#br0" timeOffset="-86422.04">8532 5076 191 0,'-5'-32'283'0,"1"4"4"16,-2-2-12-16,-1-2 1 0,-1 5-5 0,3 2 1 16,2 4-12-16,-6 5 12 0,6-3-8 0,-4 4-16 0,4 0-25 15,-3 8-20-15,4-2-22 0,-1 1-25 0,-1 5-23 16,4 3-8-16,0 0-13 0,0 0-15 15,-13 22-6-15,6-9-9 0,7 6-9 0,-1 8-8 0,1 2-5 16,6 1-8-16,-2 15 0 0,1-4-9 0,3 2 1 16,-1 5-8-16,-1-5-3 0,1 4-10 0,-1-1-17 15,6 1-23-15,1-1-23 0,-6-2-23 0,6 1-7 16,-3-7-12-16,-2-10-15 0,6-1-7 0,-5 0-4 16,5-3-7-16,-3-6-5 0,-1-2-6 0,-3-1-1 15,8-7 2-15,0-1 7 0,0 4 10 0,-2-10 9 16,2-1 16-16,1-5 4 0,-1-3 9 0,2-1 12 15,1-4 14-15,-3-3 22 0,0 5 19 0,-4-6 18 16,-1 2 12-16,2-3 15 0,-1 2 15 0,-2-4 8 16,-1 4 10-16,-3-2 12 0,-2 7 11 0,-1-5 4 15,3 7 2-15,-5-3-5 0,0 5-8 0,0 0-10 16,0 7-7-16,-5-8-9 0,5 8-5 0,0 0-8 0,-18 14-1 16,13-5-9-16,-2 3-10 0,-3 2 6 0,8 0-12 15,-6 8 7-15,8-5-2 0,-3 1-10 16,0 1 14-16,4 1-14 0,-1 0 1 0,7-2 0 15,1-3-7-15,-1 3-21 0,6-4-20 0,-1-1-15 0,7-4-22 16,-4 0-18-16,5-3-35 0,5-3-37 0,2 0-29 16,2-3-29-16,-14-3-22 0,20-6-23 0,-9-4-30 15,-9 3-188-15,3-12-513 0,3 4 227 0</inkml:trace>
  <inkml:trace contextRef="#ctx0" brushRef="#br0" timeOffset="-86234.56">9136 5145 14 0,'-12'-6'314'0,"4"-4"14"0,-4-1 9 0,1 2-1 16,3-2 7-16,-1 4-2 0,3 1 4 0,-3 0-3 16,8 1-3-16,-3 1-17 0,4 4-26 0,-1-7-28 15,1 7-29-15,0 0-26 0,0 0-23 0,5-8-18 16,-5 8-20-16,23 3-26 0,-13-2-48 0,8-1-47 16,-1 5-55-16,4 1-52 0,-4 0-57 0,-1 1-55 0,-1 4-70 15,0-3-73-15,-7 0-355 0,-1 0-744 0,0-1 330 16</inkml:trace>
  <inkml:trace contextRef="#ctx0" brushRef="#br0" timeOffset="-85630.41">2052 6408 309 0,'-98'12'314'0,"14"-2"-23"0,19-7-38 15,6 11-18-15,-1-7-13 0,17 1-13 0,15-5-18 16,5 0-14-16,14 1-16 0,-4-2-13 0,7 4 14 16,6-6 43-16,26 9 10 0,29-4-18 0,46-3-20 15,64-2-14-15,27 3-11 0,3-14-23 0,24 11-10 16,9-5-10-16,12 3-12 0,14 4-10 0,4-5-6 15,5-5-9-15,7 10-5 0,8 5-7 0,7-8-12 16,1 9-4-16,-3-4 5 0,2 0-9 0,-4 1-3 16,-18-3-2-16,-10 5-9 0,-11 2 7 0,-28-5-12 15,-9 4-2-15,-30-2-3 0,-13 4-11 0,-18-12-19 16,-53 6-6-16,-3-4-29 0,-27 1-22 0,-8-1-23 16,-8 0-32-16,-15-1-22 0,-9-3-27 0,-7 1-27 15,-13-2-38-15,3-2-38 0,-9-1-41 0,-9-3-222 16,-2 1-584-16,-12-3 259 0</inkml:trace>
  <inkml:trace contextRef="#ctx0" brushRef="#br0" timeOffset="-84896.11">9588 5470 318 0,'5'-2'329'0,"3"-3"-10"0,-3 2-13 0,-5 3-13 0,0 0-27 16,0-6-29-16,0 6-25 0,-15-4-19 0,2 4-9 15,0-4-3-15,-11 9-7 0,5-3-2 16,-3 3-15-16,-1 0-18 0,-2 2-6 0,4 3-30 0,4-1 1 16,-3-1-5-16,4 4-12 0,2 0-5 0,-1 2-12 15,1-2-3-15,9 0-12 0,3 4-4 0,-6-2-5 16,8-1 3-16,6 4 8 0,-4-5 4 0,5 4-6 15,1-4 14-15,7 5-18 0,-9-2-1 0,9-4-3 16,-2 0 0-16,-6-2-11 0,1-1 0 0,-1-1-2 16,1 3-6-16,-4-5-3 0,1 0-4 0,-4-1 1 15,-1-4-2-15,0 8 7 0,0-2-13 0,0-6-11 16,-6 9-32-16,-4-6-37 0,3 0-54 0,-8 2-64 0,0-2-89 16,4 1-99-16,-8-4-310 0,3 4-737 15,-4-2 327-15</inkml:trace>
  <inkml:trace contextRef="#ctx0" brushRef="#br0" timeOffset="-77323.49">7691 6974 115 0,'0'-6'365'0,"2"-5"-13"0,-2 1-10 16,1 2-11-16,-1-1 3 0,0 0-14 15,0 1-7-15,0 5-15 0,0 3-24 0,0 0-26 16,4-12-31-16,-4 12-28 0,0 0-19 0,0 0-20 0,0 0-10 15,0 0-13-15,-4 23-14 0,3-5-11 0,-6 0-10 16,7 1-9-16,-2 8-6 0,-4 0-6 0,4 7-9 16,-5 6-3-16,1-10-6 0,6 1-5 0,-5 1-6 15,3 11-2-15,2-14-4 0,0 3-2 0,2-4-4 16,3-2 5-16,3-4-8 0,0-4-3 0,7 6-2 16,8-6 2-16,2-3-3 0,5-3-1 0,1-8 0 15,16 3-4-15,2-6-1 0,3-4 2 0,-1-2-8 16,2 0-10-16,-3-4-22 0,1-1-30 0,-8-2-29 15,2 1-31-15,-15 0-48 0,1 3-43 0,-13 1-58 16,5 4-67-16,-4-11-51 0,-6 2-266 0,-2 8-698 16,1 1 309-16</inkml:trace>
  <inkml:trace contextRef="#ctx0" brushRef="#br0" timeOffset="-76729.81">8995 7091 91 0,'0'-7'278'0,"0"7"-19"0,0-5-17 16,0 5-20-16,0 0-19 0,7-7-18 0,-7 7-22 16,0 0-15-16,0 0-12 0,-13-3-17 0,13 3-12 15,-22 2-8-15,14-1-12 0,-5 3-5 0,-7 1-15 0,3-3-2 16,-6 4-3-16,3-4-11 0,-1-1-4 16,-4 2-5-16,3-3 0 0,-1-3-2 0,3 6 20 15,2-6 14-15,-2 0 3 0,-3-3 2 0,10-1 2 16,-2-4 7-16,5 0 14 0,-3-1-21 0,6 0-4 0,-1-3-10 15,6 0-2-15,2-2 7 0,2 2-19 0,6-4-6 16,-1 4-5-16,1 2-4 0,7 1-2 0,0-3-6 16,5 4-8-16,-4-1-5 0,1 8 1 0,3-2 12 15,-2 3-18-15,3 1 2 0,1 7-7 0,6 5 2 16,-7 1-4-16,-1 1 4 0,5 9-6 0,-8 5-8 16,1-3 11-16,-2 3 4 0,-9 2-7 0,8 10 1 15,-2-11-2-15,-13 6-7 0,8 0-9 0,-6 6 2 16,-4-11 7-16,1 6-11 0,-6 5 3 0,-6-12-1 15,6 1 0-15,-8-6 1 0,1 4 7 0,-1-13-6 16,-7 7 6-16,-1-4-1 0,1-2 5 0,1-2-3 16,-2-3 2-16,-7-2 11 0,10-2 2 0,-5-2 6 15,2-3 1-15,2-1 3 0,-3-1 2 0,5-3-1 16,4 1 4-16,-5-2-6 0,5-3 4 0,3-1-1 16,1 2-4-16,4-4-1 0,-1 5-3 0,1 1-13 15,6-5-16-15,1 1-31 0,0 3-26 0,8-1-33 0,-2 0-38 16,3 2-41-16,-1 1-44 0,5 1-36 0,2-2-274 15,0 5-581-15,5-3 258 0</inkml:trace>
  <inkml:trace contextRef="#ctx0" brushRef="#br0" timeOffset="-76386.09">9394 6912 75 0,'0'-14'347'0,"3"4"-9"0,-1 4-14 15,-2-9-18-15,0 6-11 0,0 3-13 0,0-3-8 0,0 3-12 16,0 6-24-16,-2-12-24 0,2 12-25 16,-3-5-24-16,3 5-18 0,0 0-10 0,0 0-13 15,-10 20-3-15,5-5 11 0,-1 1-11 0,6 4-9 0,-9 4-11 16,1 3-6-16,0 0-3 0,1 3-11 0,1 0 2 15,-1 6-1-15,5-5-11 0,-4-2-8 0,6 1-5 16,0 2-4-16,0-4-6 0,0 3-3 0,8-4-5 16,-1-3-2-16,1-1-3 0,-2-2-6 0,8-3 0 15,1 0-4-15,-4-3-28 0,1-5-30 0,4 0-35 16,7-1-43-16,-1-5-33 0,-2-1-37 0,3-2-46 16,-3 2-42-16,-4-7-65 0,8 1-43 0,-6-3-211 15,0-4-636-15,-1-4 281 0</inkml:trace>
  <inkml:trace contextRef="#ctx0" brushRef="#br0" timeOffset="-76214.24">9378 7096 194 0,'-20'0'321'0,"5"-4"6"0,2 3-20 0,3-1-12 0,10 2-14 16,-15-1-12-16,10-3-19 0,5 4-27 15,-9-3-7-15,9 3-36 0,0 0-17 0,0 0-11 0,0 0-17 16,37 2-13-16,-16-1-17 0,-1 3-53 0,12-3-53 15,-2 5-62-15,-1-3-80 0,3 0-64 0,3 0-84 16,3 0-191-16,-5 1-521 0,0 0 231 0</inkml:trace>
  <inkml:trace contextRef="#ctx0" brushRef="#br0" timeOffset="-75776.79">10309 7223 25 0,'4'-8'342'15,"-4"5"-9"-15,1-5-6 0,-1 8-17 0,0-8-9 0,0 8-24 16,0 0-27-16,7-8-39 0,-7 8-18 16,0 0-15-16,0 0-24 0,0 0-6 0,2 24-25 15,-1-13-7-15,4 5-11 0,-5-4-10 0,9 6-6 16,-5-2-16-16,-2 1-9 0,3 1 3 0,3-2-15 0,-6-1-3 15,3 0-2-15,3 2-1 0,-6-8-6 0,3 0-4 16,-5-1-5-16,2-3 3 0,6 0 0 0,-8-5-3 16,11-2 1-16,-11 2-10 0,17-15 13 0,-9 6-14 15,5-6-4-15,-6 0 0 0,15-7-6 0,-6 4-1 16,1-3-1-16,-4 0 11 0,4 0 6 0,1 0 10 16,-3 5 9-16,0 2 6 0,-2 1-14 0,2-1 16 15,1 5-17-15,-1-2-13 0,-5 4 9 0,10 5-7 16,-12 2-3-16,9-1-2 0,-6 2-8 0,4 4 1 15,0 4 0-15,0 3 2 0,0 1-1 0,0 3-9 16,-5-1 4-16,0 1-8 0,1-1 6 0,-4 1-8 16,1 3-23-16,-5-6-15 0,-1 5-24 0,0-9-19 0,-2 6-21 15,-4-4-3-15,4-3-25 0,-11 0-23 0,4-2-35 16,-6-1-31-16,-5-1-41 0,1-4-30 16,-4 0-244-16,-2-3-579 0,-11-6 257 0</inkml:trace>
  <inkml:trace contextRef="#ctx0" brushRef="#br0" timeOffset="-75620.55">10377 6898 28 0,'2'-7'242'0,"6"-1"-20"0,-6 3-19 0,3-5-24 0,-5 8-20 16,0 2-30-16,8-8-50 0,-8 8-70 0,0 0-79 15,0 0-127-15,12 0-214 0,-12 0 96 0</inkml:trace>
  <inkml:trace contextRef="#ctx0" brushRef="#br0" timeOffset="-75151.86">11832 7320 267 0,'12'-12'295'0,"1"0"-11"16,-1-2-10-16,-1 2-12 0,-3-1-9 15,1-1-8-15,-3-1-13 0,-1-1-13 0,0 1 1 16,-5 5-15-16,4-4-25 0,-8 1-17 0,-1 5-16 0,0-1-20 16,-8 0-9-16,3 1-14 0,-11 7-7 0,1-1-14 15,-2 2-11-15,-8 2-8 0,-1 4-4 16,-4 1-10-16,5 7 0 0,1-5-2 0,-1 7-14 0,3-4 5 15,3 8-12-15,2-2 2 0,5 3-1 0,3-6-6 16,2 3-7-16,5-2 2 0,1 3-5 0,2-3 4 16,4 0-3-16,0-1 2 0,5-4-3 0,4 0 2 15,-3-3-3-15,9-1 2 0,-3-2-7 0,6-1 7 16,-1-3 3-16,2-2-13 0,0-6 11 0,4 0-1 16,-3-2 14-16,4-3 19 0,-2 0 6 0,-2 0 13 15,0 0 12-15,-5 3 14 0,0 0 6 0,-1-2 6 16,1-1 10-16,0 5 3 0,-5-1-3 0,-2 3-8 0,-4-2-8 15,6 3-21-15,-5 1-13 0,-5 3-5 0,11 0 0 16,-11 0-10-16,13 12-5 0,-6-5-2 16,1 4 2-16,2 0-11 0,0 5-14 0,0-1-29 0,-2 0-36 15,4 0-39-15,1 2-50 0,2-4-64 0,-7 4-48 16,1-1-76-16,2-3-84 0,-2-2-363 0,-1-4-834 16,2-2 368-16</inkml:trace>
  <inkml:trace contextRef="#ctx0" brushRef="#br0" timeOffset="-73541.13">13097 7096 199 0,'8'-7'282'16,"-3"-5"-14"-16,-3 0-7 0,6 0-9 0,-8-8-21 16,0 4-27-16,0-1-17 0,-10 1-16 0,5 1-16 15,-8 0-16-15,1 0-13 0,-6-2-18 0,1 8-11 16,-3 1-11-16,-8-2-9 0,2 6-6 0,-9-1-7 16,7 12-4-16,-3-6-8 0,1 5-7 0,7 3-3 0,3-6-12 15,-2 6-1-15,6 3-5 0,2-3-7 0,0-3 0 16,4 6 0-16,5-4-3 0,5-2 0 15,0-1 0-15,1 3 0 0,11 0-4 0,-6-3 3 0,9-3-2 16,9 6 0-16,-3-7-4 0,7 2 2 0,-3-2 2 16,3 2 2-16,-6 1 5 0,6 0 11 0,-5-4-11 15,0 3 2-15,-3 1-4 0,-2 1 1 0,4-2 3 16,-1 5-12-16,-6 0 6 0,2 4 0 0,-2 3 0 16,-2 0-2-16,2 4 0 0,-2 6 2 0,-1-1-4 15,-3 6-4-15,-2 9 8 0,3-8-1 0,-5-1-7 16,5 9 1-16,2-1 3 0,-9-7-1 0,3 10-4 15,8-4 4-15,-9-3-3 0,0-6 2 0,0 3-6 16,0-1 24-16,0-3 7 0,-2 2-1 0,0-2 8 0,-1-8 12 16,-4-4 2-16,0 4 25 0,1-4 11 15,-6-2 17-15,2-7 13 0,-1 0 16 0,-4-4-5 16,-4-1-4-16,-2-2 4 0,-1-6-5 0,-1 0-2 0,-12-5-6 16,10 0-5-16,-4-11-6 0,2 4-8 0,1-4-9 15,6-4-8-15,-8-9-12 0,6-3-5 0,7 2-5 16,5 5-11-16,2-7-23 0,6-5-39 0,9 0-26 15,-1 0-29-15,6 2-32 0,8 2-32 0,1-1-25 16,4 10-10-16,-2-1-12 0,-11 10-10 0,7 2-14 16,3 4-11-16,-6 0-9 0,-1 5-19 0,2 4-15 15,-6-5-11-15,1 1-5 0,-2 3-2 0,3 1 6 16,-10 2 14-16,1 2 18 0,-3-2 19 0,1 1 24 16,-7 4 19-16,3-6 20 0,-3 6 23 0,0 0 27 15,-6-12 21-15,1 7 29 0,5 5 36 0,-5-9 17 16,5 9 41-16,-9-5 23 0,9 5 20 0,-1-8 22 15,1 3 8-15,0 5 1 0,-2-9 4 0,2 9 1 0,3-6-2 16,-3 6-7-16,10-7-1 0,-5 6-14 0,-5 1-6 16,17-3 3-16,-4 3-6 0,4 0-1 15,-3 3-15-15,6-2-2 0,-5 6-2 0,8-3-12 0,-1-1-2 16,-6 5-8-16,4-3-1 0,2 2-5 0,-6-1-2 16,4 3-7-16,-5-2-2 0,0 3-3 0,-8-4-2 15,3 2-2-15,-4 0 0 0,2-1-4 0,-1 1-2 16,-7 0 0-16,0 1-1 0,0-1 0 0,-5-2-1 15,-3 2 0-15,0 0 0 0,-6 0-5 0,-1-1 3 16,-1 0-2-16,1-3-1 0,7 1 0 0,-6-2 3 16,5-3-3-16,-5 1 2 0,14-1-2 0,-15 0 2 15,15 0 2-15,0 0 0 0,-5-8-4 0,5 8-1 16,4-12-1-16,4 9-1 0,-5-4-2 0,11-5 1 16,0 3 1-16,8-2-2 0,-5 3 2 0,-3-3-3 15,6 3 3-15,-3 4-3 0,6-5 4 0,-8 3 0 16,0 3 2-16,-4 1-9 0,4-1 9 0,-1 3-4 0,-5 0-2 15,6 3-2-15,-15-3 0 0,15 2-1 0,-6 1 2 16,-4 1-2-16,4 4 3 0,-4 2 5 0,4-2-4 16,-4 5-1-16,5-3 3 0,-4 2-1 0,7 0 1 15,-4-4 0-15,2 2-4 0,1 2 6 0,3-4-2 16,-2 1 2-16,-6-1 4 0,9-2-4 0,-3-6 0 16,2 3-3-16,0-3 1 0,-2 0-2 0,-3-3-1 15,4-4-2-15,-3-7-2 0,-2 9-1 0,-1-3 2 16,-3-8-2-16,-5 8 2 0,1-4-1 0,-2 1-1 15,-4-3 4-15,-7 2-4 0,1-3 3 0,1 2 1 16,-7 1-2-16,1 5-2 0,-6-4 0 0,2 6 2 16,0-2 2-16,2 1-1 0,-2 1 0 0,-3 1 0 15,8 3 0-15,0 1-2 0,9-2 2 0,6 2-1 0,-20 0 0 16,20 0 4-16,-10 2-3 0,10-2 2 16,-7 4 5-16,7-4-3 0,0 0-2 0,0 0 3 15,28 6 0-15,-14-4 0 0,2-2 2 0,6 0-1 0,-1 4-3 16,-1-4-3-16,3 0 2 0,-3-3 3 0,8 2-3 15,-6 1 7-15,-1-2-7 0,9 2 0 0,-8 0 5 16,1-2-10-16,-5 4 4 0,-3-2 1 0,3 2-6 16,-10-2 3-16,4 0-2 0,-2 1 2 0,-3 4-3 15,1 0 0-15,3 0 3 0,-7 4 0 0,2-3 1 16,-2 1-2-16,-1 1 2 0,4 1 0 0,-6 1-1 16,4 2 2-16,-5 0-1 0,10 2 2 0,-7-2 4 15,-1 1-2-15,6-2-2 0,-3-2 2 0,4 0-1 16,-8-1 9-16,6 1-11 0,1-2 7 0,-3-6-4 15,2 2 6-15,3-3-3 0,-5 2-3 0,5 3 2 16,-10-5 0-16,19-7-1 0,-10 6 5 0,-1-6-3 16,2-3-2-16,1 6-1 0,-1-4 3 0,2-8 4 0,0 1 10 15,-4 4 7-15,2-5 12 0,-4 4 8 0,-2-4 3 16,4 1 20-16,-3-1 2 0,3 0 7 16,-1 0 32-16,-7 6-15 0,3 0 1 0,2 1-1 0,-3 1-3 15,-2 1-10-15,5-2-9 0,-5 6-13 0,0 3-15 16,0 0-3-16,0 0-9 0,0 0 4 0,0 0-5 15,0 0 0-15,-7 21-7 0,7-15-12 0,0 6-8 16,2 3-36-16,3 0-20 0,-4 0-12 0,6 0-24 16,0-2-17-16,-2 2-24 0,5 4-19 0,-4-6-19 15,2 1-23-15,6-4-23 0,-6 0-30 0,7-5-24 16,0 2-46-16,-2-7-176 0,4 0-529 0,-1-4 235 16</inkml:trace>
  <inkml:trace contextRef="#ctx0" brushRef="#br0" timeOffset="-73025.55">14797 6876 153 0,'0'-9'178'0,"0"9"-11"0,0 0 8 0,-5-3 0 15,5 3 9-15,0 0 0 0,0 0-4 0,-10 19-4 16,6-9-8-16,4 3-5 0,-1 1-5 0,1 5-1 16,0-2-1-16,0 3-16 0,0 6-9 0,1 1-18 15,3 1-11-15,2 4-6 0,-2-2-13 0,1 3-5 16,3 7-8-16,0 3-8 0,-1-3-3 0,6 2-3 15,-3 0-6-15,-5-3-6 0,5 3-4 0,-5-14-10 16,10 11 1-16,-9-12-3 0,-4-1-34 0,5 1-14 16,-7-11-22-16,8 3-17 0,-3-6-6 0,-5 1-28 15,0-2-16-15,0-6-9 0,0 1-1 0,0 0-10 16,0-7 5-16,0 0 7 0,0 0 9 0,0 0 3 16,-13-16-2-16,13 0-6 0,-7-3 1 0,5 0-1 15,-4-11-5-15,1 1-14 0,5-13 2 0,-2 0-8 0,4-4 4 16,-2-3 19-16,0 5 30 0,0-3 35 15,0 4 46-15,5 0 43 0,-5 9 62 0,0-5 38 16,0 8 42-16,0 3 24 0,-5 1 14 0,10 1 3 0,-5-1 6 16,0 3 21-16,0 5-2 0,0-1-10 0,8 5 1 15,-6-3-3-15,-2 12-14 0,5-9-14 0,-5 6-15 16,0 2-16-16,8-1-26 0,-8 8-16 0,8-6-12 16,-1 5-18-16,-7 1-10 0,20 3-8 0,-12 1-10 15,7 4-8-15,1-1-5 0,-1 1-8 0,3 2-6 16,-1 0-2-16,-1 2-4 0,-1 2-6 0,0-5-5 15,2 4-3-15,-4 0-3 0,2 0-5 0,-7 1-3 16,-1-5 1-16,-2 4-5 0,-5-3-1 0,1 1-11 16,-2 2 0-16,-4-2-10 0,-5 2-7 0,-5 1-13 15,-3-3-25-15,-5 5-37 0,-4-4-29 0,1 4-35 16,-2-6-46-16,-4 0-51 0,1-1-52 0,-4-1-62 0,0-3-315 16,4 3-735-16,3-2 325 0</inkml:trace>
  <inkml:trace contextRef="#ctx0" brushRef="#br0" timeOffset="-72234.11">16445 6658 177 0,'-13'0'281'0,"-2"4"-19"0,-2 3-18 15,-3-4-11-15,4 0-6 0,-6 7-24 0,6 2-12 16,1-4-11-16,2 7-13 0,-9 0-15 0,9 0-10 16,6 1-24-16,-3 1-3 0,5 1-9 0,-1-2 0 15,6 3-23-15,6 0-4 0,-1-3-11 0,5-1-1 16,4-1-9-16,-1-1 8 0,2-1-15 0,1 0-9 15,6-4-5-15,-2-5 1 0,-2 5-2 0,-3-7-3 16,3 2-7-16,-5-3 0 0,0-3-5 0,-1 0 6 0,-5-6-15 16,3 1-3-16,-5-4-6 0,-4 0-5 15,-1 4 0-15,-5-12 3 0,-6 6-4 0,-1-2 1 16,-6-2 1-16,0 1 1 0,1 2-6 0,-4 0 9 0,-3 0-6 16,5 6 1-16,4-1 2 0,-2 1-1 0,2 1 6 15,9 4-4-15,-3 1-2 0,4-3 4 0,5 0-5 16,0 6 2-16,5-13-1 0,10 11-1 0,8-3 0 15,12-1-1-15,11-1-6 0,6-2-1 0,1-7 1 16,5 5-1-16,-5 3 3 0,5-8 3 0,4 4-7 16,-5-6 3-16,1 1 0 0,-5-1 5 0,-5-1-3 15,-12-1 2-15,2 0 0 0,-11 5 3 0,-4-4-1 16,-15 4-1-16,5-4-4 0,-11 4 4 0,-7-2 2 16,2 1-5-16,-11 4 2 0,-2 1 9 0,-4 3-4 15,-8 0 0-15,1 4-1 0,-6 4 0 0,4 4 3 16,4 4-1-16,-5 0 4 0,2 7 3 15,5 9 4-15,4 2 2 0,-2 7 3 0,8 8 15 0,9 1-5 16,4 4-1-16,4 5 2 0,11-4-1 0,1 5 6 0,7 0-9 0,0-1 1 0,15 17-8 16,-11-19 0-16,4-2 0 0,3 2-4 0,-3 1 0 15,-1 3 2-15,-9-1-10 0,4-2 9 0,-5-1-3 16,-5-4-4-16,-7-8 5 0,-3-5-7 0,-10-3-12 16,-3-10-5-16,1-1-1 0,-1 0-5 0,-9-3-10 0,1-2-16 15,-2-2-26-15,-12-3-37 0,0-4-43 0,2-3-44 16,-8-10-48-16,4 1-44 0,1-6-190 15,-7-3-514-15,-1-2 227 0</inkml:trace>
  <inkml:trace contextRef="#ctx0" brushRef="#br0" timeOffset="-72077.86">16726 7158 50 0,'5'-5'262'0,"-1"-3"11"0,-3-2-3 16,-1 6-12-16,5-2-9 0,-5 0-17 0,4 2-15 15,-4 4-15-15,6-11-16 0,-2 5-11 0,-1-1-18 16,0 0-14-16,5 0-17 0,-3-1-12 0,5 1-14 15,-1-1-28-15,4-1-56 0,2-1-63 0,1-2-66 16,3 3-64-16,7-5-54 0,-11 2-192 0,6 3-458 0,3-4 204 16</inkml:trace>
  <inkml:trace contextRef="#ctx0" brushRef="#br0" timeOffset="-71593.48">18347 6729 269 0,'30'-15'274'0,"-1"-2"-12"16,4-11 0-16,-1-3-12 0,-11 8-5 0,4-16 15 15,-5 0-28-15,-7 1-15 0,-6-1-16 16,-7-3-10-16,-3-1-4 0,-4 0-30 0,-5 2-5 0,-6 5-11 16,2 9-16-16,-9-8-5 0,-5 5-14 0,4 11-15 15,-3 2-7-15,-2 6-7 0,1 4-10 0,-3 3-11 16,2 8-2-16,-1 4-6 0,1 10-5 0,3 0-3 15,-4 15 14-15,9 1-28 0,5 7 1 0,3 4-4 16,5 6 3-16,7 3-2 0,3 3 8 0,8 17-9 16,7-1-2-16,-4-15-2 0,11 13 6 0,1-1-11 15,-5-18 5-15,1 2-4 0,4 0-2 0,-5-6 1 16,2 1 11-16,-5 3-19 0,0-8 3 0,-4-3-4 16,-3-13-14-16,1 2-29 0,-8-11-27 0,1 0-16 15,-2 0-19-15,-2-7-24 0,2-6-32 0,-10 1-42 16,5 0-33-16,5-7-20 0,-18-5-19 0,7 1-34 15,-9-6-164-15,3-2-506 0,-8-7 224 0</inkml:trace>
  <inkml:trace contextRef="#ctx0" brushRef="#br0" timeOffset="-70859.11">18001 6979 164 0,'0'-5'255'0,"0"5"-2"0,5-6-5 0,-5 6-8 0,1-11-21 16,1 3-14-16,3 4-13 0,3-2-14 0,-3 0-12 15,5-2-16-15,2 1-12 0,1 1-11 0,4-1-14 16,1-4-12-16,8 3-13 0,4 5-4 0,-3-9-12 16,6 7-5-16,-2-2-8 0,2 3-5 0,0-3-6 15,-3-1-9-15,7 5 0 0,-1-2-2 0,-3 2-7 16,-1 2-4-16,-1-3-5 0,-3-3-7 0,-8 6-3 16,-3-3-1-16,-3 4-7 0,3-2 1 0,-10 2-3 15,1-5-8-15,-3 4 4 0,-5 1-2 0,0 0 2 16,0 0 0-16,-18-9-2 0,8 7 2 0,-7-1 0 15,-6 0 6-15,3-1-3 0,-1 3-4 0,-8 1 0 0,5-4 0 16,4 4 1-16,-3-1 3 0,-1 1-2 0,8 0 2 16,-2 5 2-16,6-4-3 0,2 3-5 15,2-2 2-15,-7-1 4 0,10 6 0 0,3 0 0 0,2 3 6 16,5-2-4-16,5 1-2 0,5 3 3 0,5 0-6 16,8 1-10-16,10 5-13 0,5-4-8 0,0 1-8 15,2-1-12-15,3-2-17 0,2-5-6 0,3 5-1 16,-2-6-2-16,-1-4 3 0,1 2 4 0,-6-2 5 15,1-4 4-15,-16-2 10 0,6 0 8 0,-6-4 5 16,3-1 5-16,-10 1 7 0,-3-2 0 0,-3-4 16 16,-2-3 11-16,-1 4 18 0,-5-4 15 0,-3 1 7 15,1 1 7-15,-7 0 11 0,-5-2 8 0,3 2-1 16,-4 0-9-16,-6 6-4 0,1-2-2 0,-4-1-9 0,1 4 2 16,-9-1-2-16,7 3 1 0,-4 3 1 15,-2 0 0-15,-6 3-5 0,-2 7 0 0,9 0-6 16,-2 0-2-16,3 2-3 0,-5 6 0 0,8-4-5 15,4 5-4-15,-2-4 2 0,2 4-1 0,3-1-3 0,3 0 0 16,-2 2-5-16,7-2 2 0,0-5 0 0,4 2 1 16,0 0-4-16,6-7 3 0,-3 2-4 15,5 4 3-15,0-7-2 0,3-2-1 0,3 0-2 0,3-6-3 16,-1 0-1-16,2 0 2 0,-2-4-1 0,-3 0 6 16,3 1-1-16,0-6-1 0,-3 3 5 0,0-5 10 15,-2 5 17-15,-4 0 9 0,-4-6 12 0,4 8 16 16,-4 0 8-16,4-3-1 0,-4 4-9 0,3-1-3 15,-5 4 14-15,2-4-20 0,2 7-4 0,-7 1-18 16,1-7-5-16,-1 7-7 0,0 0 2 0,0 0-3 16,0 0-7-16,9 13 3 0,-9-7-7 0,6 2 1 15,1 4-5-15,-5-4-3 0,3 4-2 0,5-2-18 16,-2 3-16-16,2-1-18 0,5 0-10 0,-5-2-18 16,4 2-19-16,3-4-22 0,1-1-30 0,-1-2-37 15,3-1-24-15,-2 3-31 0,5-11-25 0,-3 1-31 16,0 1-187-16,-4-5-517 0,4 0 229 0</inkml:trace>
  <inkml:trace contextRef="#ctx0" brushRef="#br0" timeOffset="-70107.61">19582 6244 47 0,'0'-16'288'0,"0"-2"-17"0,-5 1-19 0,5 6-20 15,-4 2-17-15,4-1-20 0,0 6-23 0,-1-2-20 16,1 6-15-16,-2-7-18 0,2 7-9 0,0 0-11 15,0 0-7-15,-10 16-6 0,7-7-5 0,-1 6-4 16,4 6-5-16,-1 1-9 0,-3 8-8 0,3-1-4 16,1 12-5-16,1 1-3 0,-1-5-5 0,-1 5-6 15,6 3 0-15,-5-3-3 0,1 1-4 0,-2-4-3 16,2 5-2-16,-1 0-3 0,4-12 3 0,-1-1-4 16,0 0-5-16,1-4-23 0,-3-3-19 0,1 0-20 15,-2-6-19-15,2 1-21 0,3-3-19 0,-5-4-19 16,1-5-10-16,3 2 1 0,-4-5-19 0,0-4-4 0,0 0 2 15,0 0 8-15,0 0 13 0,0 0 5 0,-5-20 22 16,0 8 11-16,1-4 28 0,-1 1 21 0,-1 0 33 16,-3-2 26-16,0-1 19 0,2-1 24 15,-1 0 22-15,3-1 19 0,-5-2 8 0,3 4-3 0,-3 3 15 16,4 0 10-16,-4 0 6 0,0 3-2 0,8 0-8 16,-5 4 0-16,7 4-9 0,-6-3-9 0,6 7-13 15,0-9-10-15,0 9-11 0,0 0-3 0,0 0-6 16,0 0-7-16,28 13 0 0,-20-7-9 0,10 0-6 15,-1 5 1-15,0-3-4 0,6 0-4 0,-2-1-1 16,6 1-1-16,1-2-2 0,-2 0-2 0,4-2-5 16,0-1 2-16,5-3-2 0,-4 0-3 0,6-4 0 15,-8-2 3-15,1-2 3 0,-5 1 9 0,0-5 29 16,-2-1-8-16,-3 2 6 0,-4 3 7 0,-1-7 8 16,-2 5 11-16,-1-2 8 0,0 2 5 0,-6 2-5 15,3 1-1-15,-8-1-14 0,4 4-16 0,-5 4-6 16,0-5-7-16,0 5-12 0,0 0 7 0,0 0-20 0,-16 18 23 15,11-3-24-15,-7 3 5 0,4-5-7 0,0 13-2 16,-1-2-7-16,3 5 9 0,-3-2-6 16,1-2-9-16,8-1 10 0,-2 2-1 0,2-7-1 0,-3-3-3 15,8 4-4-15,-5-5 7 0,0-6-4 0,2 5 9 16,4-6 1-16,-1-3-2 0,-1 1-5 0,7-6 12 16,-3 0-8-16,-8 0-2 0,24-6-4 0,-9-2-4 15,-1-5 4-15,1 2 0 0,-3-5 0 0,3 4-4 16,0-12 2-16,-5 6 10 0,5-5-11 0,-9 4-4 15,9-2 4-15,-7 5 0 0,-3-4-2 0,-1 2-5 16,-3 4 3-16,-1-1 2 0,2 2 0 0,1 5-2 16,-3 1-9-16,0-4-2 0,0 7-3 0,0 4 5 0,0 0-6 15,-8-5-10-15,8 5-15 0,0 0-25 0,-12 16-23 16,9-8-18-16,-2 0-23 0,2 3-22 16,-1 2-20-16,1 2-26 0,3 2-36 0,0-3-20 15,0-1-27-15,3-3-31 0,-3 1-166 0,4 0-514 0,-3-2 227 16</inkml:trace>
  <inkml:trace contextRef="#ctx0" brushRef="#br0" timeOffset="-69529.48">20292 6707 194 0,'5'-8'250'0,"0"-2"0"0,-4-1-7 0,3 5-11 0,-3-3-9 16,2 4-17-16,6-2-22 0,-9 7-19 0,6-6-16 15,3 4-16-15,-9 2-14 0,21 5-12 16,-13 1-8-16,1 3-13 0,4 1-6 0,2 2-15 0,-2 0-4 15,-5 0-2-15,7 5-6 0,-2-2 1 0,-3 0-15 16,2 0-4-16,-2 1-2 0,-5-2-4 0,3 1-6 16,-6 0-16-16,3-6-4 0,-5 3-8 0,0 0-10 15,0-1-9-15,0-3 1 0,0-3-4 0,0 2 1 16,-5 3 4-16,5-10 4 0,-12 5 1 0,12-5-1 16,-13 0 5-16,13 0 4 0,0 0-2 0,-15-5 4 15,13-5-1-15,2 10 2 0,-3-10 1 0,3 1-3 16,3 0 3-16,2-3-7 0,2-3 7 0,-2 3-1 15,8-12 4-15,-1 9-2 0,3-6-4 0,5-3 1 16,-1 1-5-16,5 1 2 0,0 3 0 0,0 1-1 16,0-1 5-16,-7 3 1 0,-2 4 12 0,1 1 16 15,-1 3 13-15,0 0 3 0,-10 0-3 0,5 1-5 16,-2 4-9-16,-1 2-1 0,-7 1-5 0,0 0 0 0,0 0-2 16,0 0-3-16,0 0 1 0,-2 16 2 15,2-5-7-15,-8 4 2 0,1 0-1 0,3 2 4 16,0-6-5-16,-1 8-1 0,5 1 1 0,-1-1 1 0,-4-3-8 15,3-1 5-15,2 1-2 0,2-5 1 0,4 1-3 16,-4-4 3-16,1 4 1 0,7-2-4 0,-5-5-1 16,8 2 1-16,-3-3-2 0,-3-4 1 0,8 1-2 15,1-1 1-15,-2-5 1 0,0-2-1 0,6 2 3 16,-5-3 1-16,0 1-2 0,10-8 4 0,-8 3-4 16,2 4 16-16,3-7 18 0,-4 2 22 0,0 0 20 15,-3 1 23-15,-2 0 7 0,4-4 9 0,-2 7 14 16,0-5 0-16,-7 7 10 0,0 1 1 0,4 0-9 15,-5-5-8-15,2 9-9 0,-4 0-22 0,4-3-13 16,-9 5-13-16,0 0-5 0,11 7-9 0,-6-2-5 16,-5 6-10-16,7-2 3 0,-7 2-13 0,0 0-20 15,0 6-29-15,0 0-36 0,0-1-47 0,-2 2-42 0,-3-3-52 16,0 3-70-16,2-5-86 0,-4 1-313 0,6-3-722 16,-6-3 319-16</inkml:trace>
  <inkml:trace contextRef="#ctx0" brushRef="#br0" timeOffset="-67920.09">22471 6670 207 0,'20'-25'235'0,"-5"6"-2"16,0-6-7-16,-10 12-1 0,3-10-5 0,-6 5-8 15,-2-1-8-15,-2-6-10 0,-6 5-23 0,1 5-15 16,-6 1-14-16,-2 0-14 0,0 4-12 0,-6 2-18 16,-9-1-6-16,0 9-6 0,-1 0-13 0,-4 7-8 15,-6 2-5-15,-1 2-5 0,8 3-7 0,4 4-2 0,2-1-6 16,-2 2-8-16,7 3 3 0,0-2-5 0,3 3-2 15,6 0-2-15,6-1-7 0,0-1 0 16,5-2-2-16,3-2 2 0,0 1-2 0,3-4-3 0,5 0 3 16,2 0 6-16,3-5-7 0,4-2-7 0,-1 1 2 15,1-6 4-15,4-1-6 0,3-1-5 0,-4-3 9 16,3-5-12-16,-3 4 6 0,3-7 0 0,0-2 0 16,-7-1-2-16,6-2-1 0,-4-4-1 0,-3 5-5 15,-3 0 4-15,1-10 6 0,-3 8 1 0,0 5 2 16,-4-4-5-16,4 4 5 0,-8 1 8 0,5 3-4 15,-6 1 4-15,3 0-7 0,-1 1-7 0,-1 0-1 16,-2 6 0-16,0 0-1 0,0 0-2 0,0 0-1 16,0 0 4-16,3 18 0 0,-3-10 2 0,8 7-4 15,-8 0-1-15,5 1 0 0,5 0 2 0,-5 3-3 16,5-3 2-16,-3-1 3 0,7 3-4 0,1-5-1 16,7 2-10-16,1 1-9 0,-1-6-6 0,-4-2-6 0,7-3-9 15,-2-1 5-15,8 0-6 0,-4-7-3 0,-6 0 3 16,7-6 7-16,-1 0 1 0,-2-7 4 15,-1 3-4-15,0-8-3 0,-5 1-4 0,-4-7 0 16,7 0 2-16,1-11 0 0,-6-1 4 0,-4-2 1 0,2-2-2 16,-9 0 8-16,4-3-1 0,-5 0 5 0,-5 6 26 15,7-1 17-15,-10 12 9 0,-1 1 9 0,3 2 5 16,-4 6-2-16,-2 5-1 0,4-7 16 0,-2 6-23 16,0 4-4-16,0 4-2 0,0-2-5 0,-3 9-6 15,-1-4 1-15,9 5-4 0,-20 8 2 0,6-3-3 16,0 9-2-16,-1 7 3 0,1 5-3 0,5-3 1 15,3 6-2-15,-3 3-3 0,3 8-1 0,6 0 3 16,6 1-3-16,1-10 5 0,-5 12-3 0,13 0 0 16,-2-7-3-16,2 3 3 0,0-10 9 0,4-1-10 15,-2-2-4-15,3-2 2 0,3-6-1 0,0-1-3 16,0-2-10-16,4-4-5 0,-1-5-6 0,-4-3-17 16,-2-3-6-16,9 0-8 0,1-5 2 0,5-2-10 0,-5-8-9 15,1 2 0-15,-3-7-1 0,-4-1 0 0,5-11 0 16,-10 9 3-16,7-12 5 0,-6 2 5 15,3-8 8-15,-8-1 4 0,2 2 8 0,-11 2 4 0,1 7 17 16,1-10 23-16,-8 13 24 0,3 3 22 0,-6-1 11 16,0-1 13-16,-4 8-6 0,2-7 4 0,-6 13-5 15,7-1-4-15,-11 2-4 0,9 4-8 0,-3 4-4 16,0 0-10-16,-11 0 2 0,5 4 3 0,5 5 11 16,-8 2 1-16,3 7-7 0,0-1 5 0,-2 10-2 15,2 3-4-15,5 2 0 0,7 3-3 0,0 7-7 16,4 2 0-16,4-8-3 0,7 9-4 0,3 1-5 15,-8-11 2-15,14 7-4 0,-6 2-3 0,5-4-24 16,-5-7-41-16,-5-2-39 0,3 0-47 0,2-2-55 0,-5-1-49 16,0 1-68-16,1-8-232 0,-9 0-578 15,1-3 255-15</inkml:trace>
  <inkml:trace contextRef="#ctx0" brushRef="#br0" timeOffset="-64189.56">24638 6474 163 0,'8'-14'302'0,"-3"1"-12"0,0-1-8 16,2 1-13-16,-4-2-10 0,2 5-2 0,-2-7-12 16,-3 10-11-16,0-5-19 0,0 2-19 0,-3 1-20 15,1 1-15-15,-4 0-23 0,-2 2-11 0,-7 3-9 16,-7 1-22-16,6 4-2 0,-4 0-12 0,-10 3-13 16,3 3-4-16,1 6-3 0,-2-1-10 0,-2 5-6 15,7-2-6-15,1 4-6 0,-4 2-4 0,4 2 1 0,1-4-8 16,4 4 2-16,1-2-11 0,14 4-8 0,-3-10-9 15,5 4-8-15,0-4-17 0,7 2 0 0,6 2-20 16,-3-8-8-16,13 3-13 0,-1-1-10 0,6-5-8 16,0-1-5-16,-2-3-7 0,7-2 1 0,1-3 9 15,0 2 6-15,-6-4 7 0,-4 2 11 0,-3-5 6 0,2-1 6 16,-3 2 13-16,-3-5 18 0,-2 3 21 16,-2 4 9-16,-5-2 9 0,2-3 9 0,-5 0 11 15,3 6 0-15,-8 1 9 0,7-8-8 0,-7 8-3 0,8-3-9 16,-8 3-2-16,0 0-3 0,0 0-5 0,0 0 0 15,0 0-2-15,0 0-3 0,7 11 1 0,-7-11 1 16,3 12-2-16,-3-5-1 0,2-2 2 0,1 2-1 16,2-2-5-16,-2-1 3 0,4 4-4 0,0-5-3 15,-2 1-6-15,5 1-10 0,1-3-8 0,-3-1-7 16,6-1-2-16,-14 0-3 0,18-5-1 0,-7 2 3 16,-2-1 2-16,4-1 0 0,-1-5 2 0,-7 0 3 15,4-1-1-15,-2-7 3 0,0 5 4 0,-1-7-3 16,-4 2 3-16,1 2 3 0,-3-4 1 0,-3 5 7 15,3 1 2-15,-2 5 9 0,-4-6 1 0,-1 5 0 16,0 4 0-16,6-1-3 0,-12 2 4 0,3 3-1 16,-5 1 0-16,-2 2-2 0,6 1 0 0,-3 3 1 0,3-4-3 15,-2 5 0-15,-6 2-2 0,8 0 4 0,4 3-3 16,-3-3 0-16,5 0 3 0,4 3 2 16,-4 1 0-16,6-3-1 0,3 1 4 0,2-1-2 0,6 2-5 15,3-2-5-15,1-3-7 0,2-3-8 0,6 2 0 16,-1-5-6-16,5-4-4 0,-5 3 2 0,7-2 5 15,-2-8 1-15,0 3 1 0,-3-3 3 0,1-1-1 16,-2-3 4-16,-3 2 3 0,-8-1 7 0,1 2 2 16,-1-3 11-16,0 3 16 0,-6-3 2 0,-1 7 6 15,1-1 5-15,-5-1-1 0,1 0 7 0,0 3-16 16,-1 6-1-16,-2 1-7 0,0 0-4 0,-5-10 4 16,5 10-7-16,0 0 2 0,0 0 0 0,-32 11-6 15,28-2-3-15,-1 6 5 0,-5-3-3 0,1 2-1 0,3 2 0 16,2 0-2-16,-1-1 1 0,4 2 0 15,-1-3-3-15,2 1 5 0,2-3-5 0,-1-1-1 16,3-1-7-16,1-3 0 0,0 1-5 0,1-6-4 16,-1 0-5-16,7 1-1 0,-1-3-2 0,3 0 1 0,-1-4 0 15,2 1 7-15,-2-2 1 0,2 1-2 0,3-10 3 16,-3 4 0-16,2-1 4 0,-2-4 0 16,-1 7 0-16,0-4 5 0,1 1 5 0,-9 0 11 0,4 3 8 15,-3 0 4-15,-1 0 5 0,-2-2 4 0,1 4 1 16,-2 0-3-16,-3 6-6 0,10-5-6 0,-10 5-2 15,0 0-1-15,0 0 0 0,0 0-3 0,0 0-2 16,0 0-4-16,0 0 1 0,-22 22-4 0,16-15 2 16,6 2 6-16,-7 3-7 0,7 0 1 0,-2-1-3 15,2 2-5-15,0-1-12 0,2 0-4 0,3-2-7 16,0-1 2-16,5 6-2 0,-2-7 2 0,4 6-8 16,-2-9 3-16,-2-3 0 0,4 4 6 0,1-4 2 15,-2-1 3-15,4-2-2 0,-3-1 8 0,0-4-2 16,2 3 8-16,1-12 5 0,-3 11 14 0,-2-4 13 15,5-7 8-15,0 3 10 0,-10-3 8 0,4 4 15 16,-4-2 10-16,5-1 13 0,-5 5 12 0,5-6 11 0,-10 7 11 16,5-1-3-16,-5-2 8 0,9 5-6 0,-8-2 0 15,-1 4-21-15,5-1-14 0,-5 5-8 0,0 0-20 16,2-7-3-16,-2 7-8 0,0 0-4 0,0 0-2 16,0 0-13-16,0 0 8 0,0 21-11 0,0-14-1 15,0 4-5-15,6 0-14 0,-6-3-5 0,7 3-26 16,-5 4-28-16,6-3-11 0,-1 0-28 0,4-1-22 15,-3 1-25-15,7 0-22 0,0-4-15 0,0 3-35 16,3-3-44-16,1-4-33 0,-3 0-29 0,6 3-196 16,-3-7-553-16,-2 1 245 0</inkml:trace>
  <inkml:trace contextRef="#ctx0" brushRef="#br0" timeOffset="-63986.43">26060 6501 120 0,'0'0'161'0,"0"0"-6"15,0 0 11-15,0 0-6 0,-5 20 0 0,5-11 1 16,-3 4 3-16,-4 5-7 0,7 1-1 0,-5 5-6 0,2 5-10 16,-4 4-14-16,2-5-13 0,5 13-10 0,-2 1-6 15,-4-3-11-15,6-6-8 0,6 4-5 0,-12-3-6 16,14 7-9-16,-8-9-5 0,5-3-12 0,2 2-21 16,-4-1-7-16,-3-2-15 0,5-4-52 0,-3-1-39 15,3-4-25-15,-4-9-31 0,1 3-57 0,3-4-154 16,-4-3-389-16,3 2 172 0</inkml:trace>
  <inkml:trace contextRef="#ctx0" brushRef="#br0" timeOffset="-62533.29">26065 6516 101 0,'-10'-27'360'0,"0"-2"-16"0,-3 2-26 16,6 0-22-16,-5 4-9 0,7 4-7 15,-6 0 3-15,9 4-18 0,-4 3-6 0,6 3-22 16,0-2-23-16,0 3-22 0,5-1-22 0,-4 4-23 0,8-1-11 16,4 0-16-16,2 5-17 0,6 1-7 0,-4 1-8 15,4 3-9-15,-1 3-8 0,3-1-9 0,4 4-12 16,-1 2-13-16,4 2-17 0,-8 1-10 0,4 1-15 16,-11-5-12-16,6 6-3 0,-9-5-10 0,3 6-3 15,-8-1-1-15,-1 2 1 0,2-1-2 0,-8-1-6 16,0 1-3-16,-1-2 8 0,-6 1-3 0,1 0 0 15,-3 0 4-15,-4-6 1 0,-2 1-6 0,0 0 10 16,0-1 6-16,0-4-5 0,-3-3 1 0,2 0 0 16,2-1 1-16,3-2 10 0,11-1 0 0,-18-3-9 15,13 2-2-15,-2-4-2 0,0 2-8 0,7-8 0 16,0 11-4-16,7-16 8 0,1 4 0 0,1-2 3 16,4 1 0-16,7-2 1 0,-2 0 8 0,3-3-6 15,6 1 1-15,-4 5 1 0,9-1 2 0,-14 3 1 16,-2 3-1-16,7-2 6 0,-8 5 0 0,0-3 1 15,0 7-1-15,-5-2 2 0,-10 2 2 0,17 3-4 16,-9 4 5-16,-5-4 3 0,1 4 2 0,-1 3 2 0,2 2-1 16,-5 0 2-16,3 3 0 0,-5 0 1 0,2 2 0 15,2-4-1-15,1 2 3 0,-1-2-1 0,0-2-6 16,3 0-5-16,-4-4-3 0,4 1 0 0,-1-3-2 16,-1 2-8-16,9-3 2 0,-6-4-1 0,4 0 1 15,3-4-1-15,1-3 5 0,0 2 4 0,1-5 2 16,0-2 2-16,-1 0 3 0,0 0 3 0,1 1 13 15,0-1 10-15,0-3 6 0,0 3 13 0,-2-2 5 16,-6 5 9-16,3 1 7 0,-5 1-2 0,3-1-6 16,-1 1 0-16,-1 4-15 0,-2-2-7 0,-4 5-4 15,0 0 1-15,0 0-4 0,0 0 0 0,10 18-4 16,-7-9 1-16,0 6 0 0,4 5-5 0,-6-2 5 16,8-2-7-16,-6 4 0 0,5-2 0 0,1-2-4 0,0 1 2 15,0-2-13-15,6 0-15 0,-5-3-7 16,3-1-12-16,-2-3-12 0,4-5-14 0,0 4-6 15,2-6-13-15,-1-4-9 0,-1 0-5 0,0-2-5 0,0-3 6 16,0-8-8-16,0 1 5 0,0 0 4 0,5-5-1 16,-6-6-15-16,3 1 11 0,3-10 13 0,3 1 1 15,-13 5 17-15,7-10 6 0,-3 3 8 0,-5-7 15 16,-3 0 32-16,3 0 17 0,-1 1 20 0,-2 4 14 16,-4 6 22-16,-4 0 23 0,4 2 8 0,0 0 13 15,-2 12 11-15,0-2 0 0,0 1 5 0,0 6-8 16,-2 2-10-16,2-1-5 0,0 4-19 0,-6 0-13 15,6 8-6-15,-7-4-8 0,-1 3-4 0,8 1-7 16,-17 13-4-16,12-3-3 0,-2 3-3 0,-1 3-4 16,2 4 0-16,-1 7 4 0,4 3-10 0,1 1-1 15,2 1-7-15,0 13 4 0,2-6 0 0,3 3-4 16,3 1 1-16,-1-5-1 0,7-2-6 0,-4 7 9 16,-1-14-8-16,6 7 1 0,-1-8-4 0,1-2-8 0,-3-1-14 15,3-2 1-15,-7-5-11 0,7-2-11 16,-5-2-5-16,3-4-4 0,2 1-7 0,-7-5-9 15,1-5-3-15,2-1-6 0,-1 0 5 0,3-3 8 0,-6 2 2 16,8-14 6-16,-2 4 2 0,-3-1 11 0,-3-1 6 16,-2-2 6-16,5-3 18 0,-5 2 16 0,-4-4 16 15,6 2 10-15,-6 3 6 0,-1 0 6 0,-1 0 5 16,1 5 2-16,-2-6-4 0,2 12-2 0,0-7-3 16,0 1-6-16,0 5-10 0,0 5-3 0,0-7-5 15,0 7 0-15,0 0-5 0,0 0-2 0,0 0 1 16,0 0-6-16,10 26 4 0,3-15-9 0,2 5-9 15,2-3-14-15,3 2-9 0,6 2-15 0,-1-3-10 16,15 4 1-16,4-1-9 0,-6-5-19 0,5 2-9 16,9-1-1-16,-8-4 8 0,-9-4 4 0,10-2 3 15,-10-1 9-15,-2-2 5 0,3-1-3 0,-3-2 4 16,-1-2 2-16,-2 1 13 0,-2-7 5 0,-7 4 3 0,-4-2 13 16,-2-2 11-16,-2 3 7 0,-7-6 16 0,-4 5 7 15,3-7 5-15,-5 7 16 0,-7-4 11 16,4 4 8-16,-10-4-1 0,-2 3-1 0,-3-6-4 15,3 12 6-15,-7-3 2 0,1 5-2 0,-9 0 1 0,0-2-2 16,-4 10-3-16,9-3-4 0,-5 7-4 0,10-3 1 16,-3 6-4-16,0 2-2 0,6-6-4 0,-1 10-1 15,1 4-4-15,4-8-5 0,3 0 0 0,4-2-5 16,4 5 2-16,-1-1-5 0,1 1 2 0,7-6-1 16,-3 3-3-16,6-4 0 0,0-2-2 0,4-1-5 15,3-3-11-15,3 0-11 0,0-4-11 0,-1 3-9 16,6-11-18-16,2-1-10 0,1-7-14 0,-1 3-9 15,1-8-10-15,-4-3-11 0,6-1-7 0,-3-10-3 16,0-4-13-16,-2 1 9 0,-3-1 1 0,0-7-2 16,-4-2 12-16,-3 1 13 0,-1 3 29 0,-4-5 36 15,-1 1 43-15,1 5 41 0,-11 0 22 0,1 11 16 16,-1 2-1-16,-4 2 12 0,4 10-2 0,-9-8 3 0,7 8-8 16,-3 2-13-16,1 5-8 0,-2 7-7 0,-1-5-7 15,-2 8-1-15,-1 2-1 0,-4 5 2 16,9 0-6-16,-5 6 2 0,0 5-6 0,3 1 0 0,5 5-4 15,-4 8-1-15,3 9-6 0,12-2 0 0,-4-8-8 16,5 12 5-16,1-13-6 0,3 11-4 0,-1-11-3 16,4 0 0-16,1-2-2 0,-1-1-3 0,5-1-1 15,-1-5-17-15,0 1-32 0,-3-8-36 0,0-1-43 16,1-5-59-16,1-2-73 0,-4-5-290 0,5-2-574 16,-3-4 253-16</inkml:trace>
  <inkml:trace contextRef="#ctx0" brushRef="#br0" timeOffset="-62361.41">27783 5779 277 0,'-8'-10'265'0,"-6"4"-20"0,4 0-13 0,0 1-16 16,9 1-24-16,1 4-26 0,-4-8-19 0,4 8-42 15,0 0-53-15,19-6-71 0,-11 5-55 0,10 1-86 16,-1-3-114-16,13 3-298 0,-2 3 132 0</inkml:trace>
  <inkml:trace contextRef="#ctx0" brushRef="#br0" timeOffset="-61554.13">29224 6261 301 0,'2'-6'370'0,"-2"0"-25"16,0 6-38-16,0 0-31 0,-2-9-31 0,2 9-28 16,-13 0-21-16,13 0-18 0,-23 12-15 0,11-3-20 15,-2 5-17-15,-1 1-9 0,-2 4-13 0,2 5-6 16,9 0-10-16,-8 3-16 0,8 2-7 0,6-4-8 15,-4 4-7-15,8-2-1 0,1 0-1 0,1-5-5 16,4-4-2-16,5 3-4 0,0-6-4 0,7-1-2 16,6-6-9-16,-7-1 0 0,1-6 0 0,6 0-9 15,2-3-2-15,-1-6 4 0,1-1-12 0,-5-4 5 16,3-3-3-16,4-3-4 0,-6 0 0 0,-4-1 1 16,-2-1 3-16,-1 1-3 0,-5 1 0 0,-1 2 11 15,-3 4 1-15,-4-1 12 0,1 4-1 0,-4 4 0 0,2-5-6 16,2 6-4-16,-7 2-2 0,0 3-2 0,0 0 2 15,0 0-8-15,0 0 3 0,0 0 4 16,-23 12-9-16,18-2 7 0,-3-1-4 0,1 9-2 0,4-5 3 16,-4 2-1-16,5 5-2 0,4-4-2 0,0 3 1 15,4-3 2-15,-4 0-4 0,5-1 2 0,1 0-1 16,3-3 3-16,-2-2 11 0,2 0-19 0,2-1 0 16,2-3 0-16,-3-4-6 0,3-1 2 0,-4-2-4 15,1-2-3-15,5-5 1 0,-3 1-7 0,-4-9 1 16,4 6 2-16,-1-3 1 0,-6-3-1 0,7-3 5 15,-2-4 0-15,0 1 13 0,-1-2-9 0,-3-3 10 16,-1 9 12-16,3 0 14 0,-5 0 12 0,5 5 18 16,-5-6 20-16,-5 9 11 0,8 0 12 0,-1 0 0 15,-6 5-4-15,-1-2-5 0,4 2-13 0,-4 5-7 16,5-7-17-16,-5 7-7 0,0 0-6 0,0 0-3 16,0 0-7-16,6 19 4 0,-6-12-6 0,5 5-3 15,2 1-2-15,-5 2 1 0,1 0-6 0,0 2 1 0,5-2-2 16,-1 3-1-16,1-5-4 0,-1 2 1 15,3-4-6-15,-3 1-25 0,1-3-29 0,2-3-31 16,1-2-43-16,3 1-40 0,-1-2-53 0,-3-2-54 0,3-2-65 16,4-2-67-16,-1-2-224 0,2-2-675 0,-3-5 299 15</inkml:trace>
  <inkml:trace contextRef="#ctx0" brushRef="#br0" timeOffset="-61397.88">30049 5899 19 0,'-10'-3'303'16,"2"-1"-26"-16,-1-1-26 0,1 4-27 0,8 1-24 15,-13-2-27-15,13 2-18 0,0 0-14 0,0 0-22 16,-2 11-38-16,4-3-38 0,6 0-53 0,4 4-60 16,4 11-46-16,9 7-183 0,1-6-323 0,-4 0 143 15</inkml:trace>
  <inkml:trace contextRef="#ctx0" brushRef="#br0" timeOffset="-60882.24">31139 6504 175 0,'10'-12'333'0,"-5"-3"-16"0,5 3-23 16,-10-4-25-16,0 0-28 0,-8 3-26 0,1-5-15 15,-3 2-27-15,-3 2-14 0,-5 1-14 0,-5-1-15 16,-4 5-17-16,-2 3-12 0,-3 5-7 0,4 1-10 16,-8 3 0-16,-7 5-17 0,6 0-6 0,-4 5-8 15,1 4-2-15,5 7-10 0,5-8-1 0,9-1-4 16,3 11-5-16,0-4-2 0,3 1-6 0,3 3 4 16,5-1-7-16,1 2 4 0,4-9-3 0,4 1 2 15,6 4-7-15,-1-10 1 0,3 5-5 0,5-4 4 0,3-2 2 16,3-4-5-16,-3-3 2 0,12 0-10 15,2-6 10-15,1-1-6 0,-3-7 1 0,-1 4 3 16,1-5-2-16,-3-5-1 0,1-2-1 0,-3 2 0 0,-2-9-2 16,-5 2 5-16,0 1 2 0,2-2 3 0,-3 1 9 15,-9 6 15-15,2-3 4 0,-4 4 11 0,1 1-6 16,0 4-6-16,-7-2 0 0,1 2-12 0,-2 8 0 16,1 2-2-16,-7-7-7 0,7 7 7 0,0 0-13 15,-23 7-4-15,15 2-3 0,-1 3 3 0,-4 2 2 16,5-1-7-16,-2 7-4 0,3 2 12 0,1-2-6 15,4 1-3-15,0 4 8 0,2-5-2 0,4-1 1 16,2 1 4-16,-1 1-5 0,7-5 1 0,1-1-8 16,7 2 7-16,3 0-1 0,0-10-11 0,2 2 8 0,13-3-1 15,-3-6-2-15,6 0-4 0,-9-6-11 16,19-1-14-16,-8-7 7 0,-11 5-27 0,14-6-19 16,-11-3-27-16,-4 3-22 0,-3-3-43 0,-6 2-44 0,6-6-41 15,-7 2-53-15,-4-4-274 0,-2 2-614 0,-2 0 272 16</inkml:trace>
  <inkml:trace contextRef="#ctx0" brushRef="#br0" timeOffset="-59757.23">9220 8504 78 0,'4'-19'320'0,"-4"1"-15"15,0 2-9-15,3 1-7 0,-3 0-16 16,-3 7-12-16,3-5-5 0,-5-2-25 0,-2 4-20 16,0 2-26-16,2-2-7 0,-6 4-24 0,-4 2-14 0,-2 0-15 15,-2-1-8-15,-3 6-19 0,-4 0-7 0,-4 4-8 16,0 4-8-16,5-4-9 0,-5 10-2 0,6-3-13 16,-1 2-3-16,8-1 0 0,2-1-13 0,0 2 0 15,4 5-4-15,7-6-3 0,-1 4-2 0,5-2 2 16,5 6 0-16,7-4-1 0,6 3-1 0,4 1-1 15,6-5-5-15,2 1-5 0,-1 2-1 0,11 2 1 16,2-1-2-16,-13-2-2 0,0 1-3 0,0-4-2 16,-1 7 3-16,-4-6-1 0,-9-3-5 0,1 1 0 15,-3 2 5-15,2-1-1 0,-10 1-2 0,-2 1 1 16,-3-4-3-16,0 4 4 0,-6-6-3 0,-2 3 5 16,-7-4-4-16,-7 3 0 0,1 1 3 0,-9-1 2 0,0-4-1 15,2 0 11-15,-4-2-1 0,1-4 9 0,1 1 3 16,-3-1-1-16,3-4 5 0,6-1 8 15,4 2-4-15,0-5 1 0,3 1-6 0,2-5 1 0,4 4 2 16,2-2-10-16,3 1 6 0,4-4-14 0,4 2-6 16,3 2 1-16,1-4-48 0,9 2-25 0,2 2-36 15,3-1-27-15,0 0-24 0,8 0-20 0,-10 2-24 16,5 1-26-16,-1 1-26 0,9-5-28 0,-11 3-20 16,3 5-24-16,-1-1-169 0,-7-3-523 0,1 4 231 15</inkml:trace>
  <inkml:trace contextRef="#ctx0" brushRef="#br0" timeOffset="-59163.47">9348 8679 130 0,'10'-12'184'0,"0"4"12"16,1-3 14-16,-1 0 4 0,0 2 6 0,0 0-1 15,-3 2 7-15,1-1 2 0,-1 2-6 16,-1 0-13-16,1 1-7 0,-6 3-37 0,-1 2-22 0,0 0-15 16,14-2-12-16,-14 2-11 0,0 0-15 0,5 15-11 15,-4-8-3-15,3 1-6 0,-4 7-8 0,1-2-9 16,-1 2 1-16,4 0-9 0,-3 2-3 0,1-2-6 15,1 2-4-15,5 0-6 0,-3 2-2 0,-1-6-22 16,6 2-12-16,0-1-6 0,-5-4-8 0,0-1-7 16,3-3-9-16,-2-2-3 0,3 3-4 0,-1-6-7 15,-8-1 5-15,17-5 6 0,-6 2 3 0,-6-2 3 16,5-3 8-16,-5-3-2 0,5-2 5 0,-3-2 12 16,-7 3 2-16,8-5 13 0,-2 4 10 0,-4-2 4 15,1 4 12-15,6-8 4 0,-8 6 6 0,4 4 8 16,-5-1 1-16,9 0-5 0,-9 4-1 0,1-2-9 15,-1 5-3-15,0 3-8 0,5-1 2 0,-5 1-2 0,0 0 2 16,0 0-8-16,15 16-2 0,-15-5-1 0,7-5-1 16,-4 4-1-16,2 4 5 0,0-5-10 15,0 4 2-15,2 0-1 0,-1 1 0 0,2-2-2 0,-4-1 1 16,4 1-2-16,-5-2-1 0,2-5-5 0,2 1 0 16,-4-1 2-16,1-1 2 0,-4-4 0 0,8 3 0 15,-8-3 2-15,0 0-1 0,0 0 1 0,10-11-6 16,-5 7 1-16,-2-4 3 0,0 0 1 0,1-2-1 15,2 1 4-15,1-7-4 0,-2 7-5 0,5-4 2 16,-4-1-3-16,4 5 4 0,-3 3 1 0,6-4-7 16,-3 3 6-16,2 0-2 0,-2 2 0 0,-2 5 3 15,3-1-2-15,-1 1-2 0,4 1 1 0,-8 1 10 16,3 4-5-16,-3-2-5 0,2 7 7 0,-1-5-3 16,-5 3-4-16,4 4 2 0,-4-5-1 0,5-1 0 15,-4 5 4-15,0-4-3 0,-3-2 6 0,2 3-3 16,-2-5-1-16,5 3 1 0,-5-2 5 0,0-5 6 0,0 6 10 15,0-6 7-15,0 0-3 0,0 0-6 0,0 0 1 16,0 0-7-16,21-11 0 0,-12 3-4 0,-3 4-8 16,3-4-23-16,-3 5-17 0,7-1-27 0,-8-1-24 15,5 2-36-15,-1 0-33 0,2 2-38 0,1-1-24 16,1 2-17-16,-3 0-16 0,3 2-167 0,0 2-454 16,-3-1 200-16</inkml:trace>
  <inkml:trace contextRef="#ctx0" brushRef="#br0" timeOffset="-58130.66">10263 8788 52 0,'15'-1'167'0,"-15"1"12"0,3-11 14 16,-1 6 19-16,0-3 6 0,3-1 2 0,-2 0 6 16,-2-2-3-16,3 4-2 0,-4-2 5 0,0 0-1 15,1-2 10-15,-1 4-22 0,5 1-13 0,-5 6-22 0,0-12-16 16,0 12-20-16,0-6-15 0,0 6-15 0,0 0-15 16,0 0 6-16,0 0-23 0,5 21-14 0,-1-9 1 15,-3 3-7-15,8 3-9 0,-8-5-5 0,4 5-3 16,4 1-5-16,-3-3-6 0,2 3-3 0,4 0-5 15,-2-3-15-15,3 2-19 0,2-5-17 0,0-1-17 16,-2-1-12-16,9-2-8 0,-4 0-10 0,-2-6-7 16,4 2-2-16,0-7-10 0,-2-1-1 0,2 0 9 15,0-3-1-15,-2-2 7 0,-3-5 9 0,0 1 4 16,0-3 8-16,-2-3 5 0,-6-5-1 0,9-4 4 16,-1-1-1-16,-6-1 8 0,2-2 3 0,-4-11 3 15,-4 1 7-15,2-4 0 0,-5 8 7 0,0-5 15 0,-5 12 22 16,3-5 16-16,-7 8 10 0,-1-4 11 15,1 4 14-15,1 0 3 0,-7 4-2 0,7 6-1 16,-5 2 17-16,6 0-13 0,-3 4-8 0,2 2-2 0,-2 2-14 16,2 0-7-16,-1 3-2 0,-6 7-5 0,15-3 2 15,-18 8-5-15,5-1-5 0,6 6-1 0,-1 1-9 16,6 6 6-16,-1-1-5 0,5 8 1 0,-2 1-4 16,3 1 2-16,9 11-1 0,-1-9 1 0,4-3-4 15,2 11-1-15,6-1-10 0,3-4-16 0,-9-10-13 16,11 10-5-16,-6-8-8 0,14 4-7 0,-13-9 5 0,5-3 4 15,2-3-9-15,0-1 1 0,-2-7 3 16,2 1 3-16,-4-3 5 0,1-5 3 0,3 0 1 16,-9-1 5-16,1-3 1 0,-1 1 3 0,-4-5 8 0,-2-3 3 15,4 3 4-15,-7-6-6 0,-2 1 6 0,2-1 5 16,-3-3 14-16,-7 2 12 0,0 5 1 0,-2-8 6 16,-4 0 3-16,-2 6-3 0,3 3-5 0,-2-7 0 15,-4 8 7-15,1 1-15 0,-2-3-1 0,2 6-1 16,0 3 2-16,-7-3-3 0,0 3-2 0,-3 1 0 15,1 5 2-15,2-1-5 0,-1 2-1 0,1 0 0 16,-2 3-4-16,7 1 2 0,-5 1 2 0,0 0-3 16,5-4 5-16,-1 2-6 0,3 2 2 0,-1 2 1 15,6-5-2-15,1 0 1 0,1 3 0 0,-1-2 3 16,5-2 0-16,1 4 0 0,1-7-2 0,5 4 4 16,-1-5 2-16,3 1-7 0,1-8 11 0,7 8-11 15,-7-8 0-15,7 4 10 0,-2-3-10 0,-3 3 0 0,5-4 3 16,-3-1 2-16,-2-1 1 0,0-3-1 0,1 3 5 15,-1 1 3-15,-7-2-6 0,6-3-4 16,-3 4 2-16,-4 4 2 0,1-4 0 0,-1-2-9 0,-6-2 1 16,8 7-2-16,-9 3-2 0,6-3 4 0,-6 3-24 15,0 0-10-15,0 0-11 0,0 0-17 0,12 11-15 16,-12-11-20-16,0 13-10 0,-4-7-15 0,4 2-18 16,-1 2-9-16,2 1-4 0,-2-5 3 0,2 4 10 15,3 1 12-15,-1-6 4 0,0 5 8 0,6-5 18 16,-6 2 10-16,2-2 7 0,3-3 11 0,-3-1 11 15,-5-1 15-15,18 0 23 0,-4-1 26 0,2-1 8 16,-1-2 10-16,5 3 10 0,-5-6-1 0,8 2 4 0,-6 1 7 16,7 0 11-16,-7 2 4 0,6 1 3 0,-1 1 6 15,1-3-4-15,0 3 0 0,-5 0-4 16,2 0-6-16,-3 3-6 0,-1-2 0 0,-3 1-7 0,-1 6-3 16,0-7-5-16,-6 5 0 0,-1 0 5 0,0 1-2 15,0 0-3-15,-3 0 3 0,-2-1 8 0,0 5-10 16,-5-4 8-16,-5-3 13 0,5 4 1 0,-5-4 7 15,-2 1 16-15,2-2-5 0,-1 0 10 0,1-2 18 16,0-1 5-16,10 0 9 0,-26-5-3 0,17-5 7 16,-1 5-8-16,0-7-2 0,4-2-10 0,2-1-11 15,3-3-8-15,1 0-9 0,1 0-12 0,-1-2-2 16,7-4-9-16,3-3-15 0,-3 3-36 0,4-1-35 16,-3 8-34-16,-1 2-31 0,-2-1-30 0,2 1-36 15,-4 6-50-15,-1-3-51 0,-4 3-58 0,-3-1-242 16,-5 7-616-16,-5-8 273 0</inkml:trace>
  <inkml:trace contextRef="#ctx0" brushRef="#br0" timeOffset="-57635.77">10020 8331 194 0,'0'-6'338'0,"5"1"-21"15,-4 0-15-15,-1 5-14 0,0-7-22 0,0 7-29 0,7-5-20 16,-7 5-23-16,0 0-12 0,0 0-27 0,0 0-18 16,0 0-13-16,0 0-10 0,0 0-15 0,0 0-7 15,-12 20-8-15,11-12-11 0,1-8-4 0,0 11-9 16,0-7-4-16,0-4-5 0,1 12-6 0,-1-8-3 15,0-4-1-15,5 7-3 0,-5-7-3 0,0 0-1 16,0 0-2-16,14 0-9 0,-14 0 0 0,15-8 2 16,-14 4-5-16,7-1-2 0,-1-1-25 0,-2-3-20 15,3 2-14-15,-6-3-12 0,3 5-33 0,-3-3-32 16,1 0-39-16,-3 0-42 0,-5 0-37 0,3 1-45 16,-3 0-189-16,-5 2-510 0,-1 2 226 0</inkml:trace>
  <inkml:trace contextRef="#ctx0" brushRef="#br0" timeOffset="-57354.52">9632 8230 129 0,'0'0'288'0,"-1"-7"-7"0,1 7-5 16,0 0-8-16,0 0-15 0,-2-5-19 0,2 5-20 15,0 0-23-15,0 0-22 0,0 0-17 0,0 0-14 16,0 0-14-16,0 0-10 0,0 0-14 0,0 0-13 15,0 0-3-15,-11 16-10 0,11-16-7 0,5 7-10 16,-5-7-4-16,0 9 1 0,0-9-6 0,0 11-4 16,6-8-4-16,-6-3-1 0,3 5-8 0,-3-5 1 15,7 3 1-15,-7-3-8 0,0 0 3 0,0 0-10 16,18-10 4-16,-16 5-2 0,6 2-7 0,-4-2-7 16,-3-2-3-16,-1 0-15 0,0 7-8 0,2-9-8 15,4 3-12-15,-6 6-17 0,-6-14-26 0,12 11-26 16,-6 3-30-16,-8-4-36 0,8 4-42 0,0 0-44 0,0 0-184 15,0 0-482-15,-6-3 214 0</inkml:trace>
  <inkml:trace contextRef="#ctx0" brushRef="#br0" timeOffset="-50217.17">12676 8664 382 0,'10'-16'411'0,"-5"0"-6"0,5 1-14 15,-3 2-12-15,-7 6-16 0,8-4-15 0,-5 3-20 0,1 1-27 16,-3-1-28-16,3 4-28 0,-4 0-30 15,0 4-21-15,0 0-15 0,0 0-26 0,0 0-13 16,0 19-13-16,-4-7-13 0,3 6-11 0,1 0-9 0,-4 0-10 16,1 1-8-16,1 9-7 0,2-6-21 0,0 3-9 15,-6 1 2-15,12-2-7 0,-6-5-3 0,0 0-6 16,0-3-2-16,0-2-6 0,0-4-4 0,5-1-2 16,-1-1 1-16,-4-3-2 0,5-1 1 0,5-3-4 15,-10-1-2-15,14-3-4 0,0-3 1 0,1-2 1 16,-1 0-5-16,1-6 7 0,-1 2-6 0,0-1 1 15,3-2-1-15,3 1 1 0,-7 1 1 0,0 1-1 16,2 1 2-16,-2 3-3 0,-6 1-5 0,5-1 1 16,-4 7-2-16,0-2-1 0,5 0 4 0,-6 3-1 15,-7 0 0-15,20 7 2 0,-8-2-1 0,-4-1 2 16,3 6 0-16,-2-3 3 0,1 1 4 0,5 2-14 0,-9-4 7 16,4 2 0-16,0-4 3 0,0 0 2 0,-5 3 0 15,5-6 2-15,-4-1-1 0,-6 0 1 16,24-3 0-16,-18-3 0 0,3-1-6 0,-3-1 5 0,6-3 2 15,-9 3-4-15,9-8 7 0,-9-2-5 0,2-7-3 16,2 4 3-16,-4-3-1 0,-2 6 0 0,-1 0 0 16,0-3 1-16,0 4-2 0,-1 2-2 0,-1-1-1 15,2 5 0-15,-1 2-11 0,-6-1-28 0,7 2-53 16,0 3-22-16,0 5-20 0,-5-7-31 0,5 7-14 16,0 0-18-16,0 0-18 0,0 26-20 0,5-17-21 15,2 5-17-15,2-2 0 0,6 1-6 0,5 5 2 16,5-2 3-16,2-1 8 0,-3 2-139 0,3 0-438 15,-4-8 194-15</inkml:trace>
  <inkml:trace contextRef="#ctx0" brushRef="#br0" timeOffset="-49496.91">13525 8710 868 0,'28'0'-17'0,"-8"0"33"0,2-1 32 16,-2-1 29-16,-2-5 20 0,-3 0 21 15,0-1 23-15,-7 3 15 0,2-8 4 0,-3 4 6 0,-4-1-4 16,2 1-5-16,-5-1-3 0,-2-6-5 0,-3 7 2 16,0-3-14-16,-3 3-8 0,-4 0-16 0,-4-2-10 15,-4 3-11-15,2 1-3 0,0 6-10 0,-6-2-6 16,1 7-14-16,3-1-6 0,-9 5-2 0,-1 3-5 15,7-3-7-15,-6 6-7 0,6-1 0 0,-2 4-2 16,6 1-3-16,-1 3-2 0,5-7-3 0,5 2-5 16,3 2 3-16,-1-6-3 0,3 8-5 0,3-5 4 15,2-7-5-15,2 4 2 0,3-1-6 0,5-3 2 16,3-1-6-16,-1-6-5 0,1 3-4 0,4-3 0 16,6-2-3-16,-2-4 3 0,-3-2-2 0,6 0 2 15,2-6 1-15,-4 6-1 0,1-13 4 0,-2 8-2 16,2-4 5-16,-8 3 1 0,2-3-7 0,-4 4 9 0,-3-1 7 15,0 3 7-15,-5-5-1 0,0 6 0 0,3 2 8 16,-4-1-5-16,-3 3-5 0,1 0 2 16,-2 5-12-16,0 0 3 0,0 0-2 0,0 0 0 0,0 0-1 15,0 0-2-15,-22 7 3 0,16-2-7 0,2 4-20 16,1-3-13-16,0 0-11 0,-2 3-14 0,3 1-14 16,2-2-21-16,0 4-16 0,0-4-14 0,7-1-7 15,-1 2-9-15,3-2-6 0,-4-2-10 0,6 0 4 16,2-4 4-16,-4-1 20 0,6 1 9 0,1-2 8 15,2-2 15-15,-3 0 7 0,0-2 13 0,0-2 24 0,-5 2 20 16,-2-2 28-16,4 3 24 0,-5-8 18 0,2 5 18 16,-4 0 19-16,4 5 7 0,-4-2 8 15,3-2-6-15,-8 6-10 0,8-3-10 0,-8 3-10 0,7-2-4 16,-7 2-7-16,0 0-2 0,0 0-3 0,15 4-7 16,-14 3 1-16,6-3-5 0,-7 3 0 0,8 0-6 15,-3 0 3-15,-3 0-5 0,3-1 0 0,5 1-2 16,-5 3-1-16,5-2-4 0,-5 1-2 0,10-3-6 15,-7-2-7-15,2 1 1 0,1-2-5 0,3-3-5 16,-4 0-3-16,3 0 1 0,-2 0 4 0,3-4-1 16,-4-1 0-16,3-9 3 0,0 10 2 0,2-5 1 15,-8-5 3-15,6 4 7 0,-5 0 8 0,0-1 16 0,4 3 18 16,-9 0 16-16,5 0 11 0,-1 2 15 0,-2 1 1 16,-2-2 2-16,4 2-2 0,-2 1-13 15,-5 4-7-15,8-6-6 0,-8 6-11 0,0 0 7 0,0 0 3 16,2 18 7-16,3-6 10 0,-5 6 6 0,0-5-4 15,0 7-3-15,0 10 2 0,0 0 15 0,0 1 7 16,0 8 0-16,2 2-11 0,4-1 0 0,-6 1 3 16,7 4 0-16,1-2-9 0,0-1-6 0,4-1-9 15,-9 1-7-15,12-1-7 0,-10-10-8 0,3-1-1 16,-1-5-5-16,1 2-6 0,-1-2-34 0,1-6-29 16,-3-1-42-16,2-6-44 0,-2-2-37 0,0-2-27 15,-4 0-54-15,3-4-65 0,4-4-65 0,-8 0-333 16,8-8-751-16,0 3 332 0</inkml:trace>
  <inkml:trace contextRef="#ctx0" brushRef="#br0" timeOffset="-49168.77">14686 8745 59 0,'-2'-4'349'0,"2"-4"-17"16,0 8-13-16,0 0-17 0,-2-12-26 0,2 12-33 15,0 0-20-15,0 0-29 0,0 0-17 0,0 0-19 16,0 0-17-16,0 0-6 0,0 0-7 0,0 0-16 16,-3 24-11-16,3-17-11 0,0-7-6 0,0 9-8 15,2-6 8-15,-1 4-27 0,-1-7 0 0,2 8 11 16,-2-8-20-16,3 4 16 0,-3-4-24 0,0 0-1 16,15-2-3-16,-15 2-8 0,10-6 1 0,-5 2-4 15,-5 4-2-15,8-11 0 0,-4-1-7 0,-3 6-1 16,1-2 2-16,-2-4 1 0,3 8-2 0,-3-5-3 0,-3 0-1 15,3 3-5-15,0-1-4 0,0 7-20 16,-12-7-25-16,9 2-35 0,3 5-48 0,-16 0-59 16,16 0-64-16,-19 8-84 0,9-4-204 0,0 4-579 0,-1 0 256 15</inkml:trace>
  <inkml:trace contextRef="#ctx0" brushRef="#br0" timeOffset="-41639.62">10425 10471 110 0,'-5'5'368'16,"2"-1"-16"-16,3-4-23 0,0 0-13 0,0 0-9 15,-7 3-14-15,7-3-9 0,0 0-2 0,0 0-4 16,0 0-9-16,0 0-5 0,0 0-14 0,0 0-14 15,0 0-16-15,0 0-20 0,0 0-19 0,0 0-14 16,15 5-16-16,-2-5-16 0,1 0-14 0,1 2-12 0,1-2-12 16,4 0-28-16,0 0-39 0,-2-2-53 0,4 2-55 15,-1 0-61-15,-3 0-54 0,2-1-65 16,-3 1-74-16,4 0-91 0,-6 0-239 0,-3 0-718 0,3-4 318 16</inkml:trace>
  <inkml:trace contextRef="#ctx0" brushRef="#br0" timeOffset="-40248.97">11101 10812 78 0,'0'0'287'0,"14"1"-6"15,-14-1-2-15,15-1-9 0,-15 1-8 0,17-3-10 0,-12 0-10 16,8-2-13-16,-1 1-13 0,1-7-2 0,-1 7-12 16,2-5-12-16,-2-3 3 0,1 1-13 15,-4-4-6-15,2 3-16 0,1-4-13 0,-1 1-9 0,-1-4-13 16,5-4-11-16,-3-2-7 0,-1-2-13 0,1-3-3 16,-2-9-13-16,3-3-4 0,-6-5-8 0,1-1-5 15,-6 0-13-15,4 1-1 0,-2 0-3 0,-1 1-5 16,-3 0 6-16,0-4-16 0,0 6 10 0,-7 3-2 15,6-1 6-15,-6 13 1 0,0-1 0 0,1 2-8 16,-3 10 2-16,6-2-1 0,-8 1 0 0,6 4-11 16,1 0 1-16,-4 9-3 0,3 0-5 0,2 0-3 15,-2 3-9-15,5 3 4 0,0 0 1 0,-22 9 2 0,14 3-7 16,0 5 2-16,1 0-1 0,-3 9-1 16,3 0 0-16,1 6 1 0,3-3 0 0,1 13-2 15,0-3-4-15,4 0 6 0,0 0-5 0,1 3 4 0,5-1 2 16,-1-1-5-16,6-1-3 0,-5-8 3 0,2 7 0 15,2-7 4-15,-2-5-1 0,6 1 0 0,-2 0-4 16,7-2 1-16,1-2 2 0,-6-7 0 0,4 6-1 16,8-6 1-16,-3-2 0 0,1-2-5 0,4-2-7 15,2-4-13-15,-3 2-6 0,3-7-18 0,-2 2 0 16,-1-6-4-16,6 2-1 0,-5-3 4 0,-3-1 1 16,2-5 3-16,3 0 6 0,-11 1 0 0,1 0 8 15,-6-6 0-15,6-3 5 0,-7 5-8 0,0-11 12 16,-9 10 3-16,4-7-5 0,-5 5 4 0,2-2 18 15,-6-2-17-15,-2 4 6 0,-1-2-2 0,-6-1 6 16,5 3 3-16,-9 4-2 0,5-2-4 0,-6 4 6 0,0 3 5 16,1 0-1-16,-6-1 1 0,3 1-1 0,-1 6-2 15,-1-2 2-15,2 6 0 0,-5 0-2 0,5 2 1 16,1-2-1-16,-1 7-4 0,3-1 2 0,4 1 2 16,-1 5 2-16,-2-3-1 0,9 5 0 0,-8 0 12 15,10-1-15-15,0-1 5 0,0 1-4 0,10 3 7 16,-8-6-5-16,3 2 2 0,10 0 1 0,-7-3 2 15,-1 3-11-15,8-4-4 0,-2-6-3 0,3 5-8 16,1-5-5-16,1 2-5 0,-1-4 5 0,1-2 5 16,0-1-12-16,0-3 2 0,2-2 6 0,0 1 3 15,-3-2 1-15,2-6-1 0,-2 3 2 0,-2-6 4 16,0 6 2-16,0-5 0 0,-2 1 5 0,2-2-2 16,0 0 5-16,-7 2-4 0,5-1 6 0,-6 1 8 0,-1 0 17 15,-4 1 5-15,3 3 2 0,-3-1 6 0,4 2 0 16,-4 4-3-16,-2-4 3 0,5 3-8 0,-5 5-2 15,0-7-2-15,0 7-11 0,0 0-3 0,0 0 7 16,0 0-6-16,0 0 1 0,0 0 8 0,0 0-7 16,0 27-5-16,0-16-1 0,0 0 1 0,0-2 2 15,0 4-10-15,0 1 7 0,0 2-2 0,0-4 0 16,8 5 0-16,-6-4-3 0,-2-4 0 0,7 1-4 16,-1 2 7-16,-4-4-11 0,6 4 5 0,-5-6-5 15,6 0 2-15,-4-2 5 0,1 4 2 0,1-6-1 16,1 2 3-16,2-4-3 0,-10 0 5 0,18-4 0 15,-4-6 1-15,-6 6-3 0,2-2 4 0,3-5-5 0,-8 1 6 16,7 2 10-16,-1-5 11 0,-3-1 13 0,4 0 14 16,-2-3-4-16,-5 8 6 0,0-5 5 0,1 0 3 15,1 0-11-15,0 3 1 0,-7 1-4 0,6 1 1 16,-6 0-10-16,5 6-6 0,-3-3-4 0,-2 0-5 16,0 6-9-16,0 0 1 0,3-6-1 0,-3 6-5 15,0 0-7-15,0 0 5 0,7 18-3 0,-4-11-9 16,-3 4-13-16,8 0-14 0,-6-2-7 0,3 4-8 15,5 2-15-15,3 0 4 0,-4-3-29 0,4 3-8 16,2-4-14-16,0 1-13 0,1-1-6 0,4 1-3 16,1-1 3-16,6 1-8 0,1-8-2 0,-8 1 5 15,0-2 9-15,8-2 12 0,0-1 8 0,-6 0 11 0,-3-1 6 16,5 0 8-16,-8-2 9 0,6-4 8 0,-7-2 5 16,3 1 4-16,-3-2 6 0,1-3 5 15,-7 1 5-15,-1-4 13 0,3-1 9 0,-9 0 11 0,3 2 13 16,0-3 12-16,-2 4 16 0,-3-4 3 0,-3 2 8 15,-2-2 9-15,0 6 0 0,-2-5-3 0,1 7 6 16,-9-3-4-16,7 6 4 0,-7-1-11 0,5 2-4 16,-5 0 2-16,-3 2-4 0,1 2 0 0,2 4 2 15,-1-2-2-15,-1 5-3 0,2 6-5 0,-1-3 7 16,7 5 4-16,-4 1-3 0,3 1-2 0,5 9 1 16,-5 1-2-16,7-4-4 0,3 5-1 0,2 1-1 15,1 1-1-15,5 0-2 0,-3 14-5 0,4-10-3 0,4-3 2 16,3 7-7-16,-2 2-5 0,9-2 4 15,-8-1-2-15,8 3 5 0,-8-11-20 0,5-2 10 16,-6-1-1-16,10 1-2 0,-9-2 7 0,4-2-11 0,-2-1 2 16,-4-4 0-16,-5-3-7 0,6 1-10 0,-6-8-17 15,-1 0-10-15,-2 2-11 0,0-3-4 0,-1-3-29 16,-4-2-28-16,0 0-21 0,0 0-20 0,0 0-21 16,15-11-32-16,-13 4-30 0,-2-1-22 0,3-2-35 15,-3-2-40-15,2-5-196 0,3 2-566 0,-2-2 250 16</inkml:trace>
  <inkml:trace contextRef="#ctx0" brushRef="#br0" timeOffset="-39920.86">13252 9957 90 0,'4'-12'315'0,"-3"-6"-9"16,3 5-9-16,-4 2-8 0,3 1-10 0,-3 0-17 16,0 3-13-16,0-2-20 0,1 6-25 0,-1 3-24 15,0 0-21-15,0 0-17 0,0 0-2 0,0 0-16 16,-13 27-5-16,12-12-4 0,2 4-2 0,-1 10-18 16,2 0-10-16,0 14-6 0,3-4-6 0,1 2-9 15,-1 0 13-15,5 1-33 0,-3 4 2 0,1-6-5 16,-1 1-1-16,1-13-17 0,-2-1-3 0,1 1-31 15,-2-1-23-15,0-1-22 0,2-10-29 0,-4 3-29 16,-1-3-38-16,-2-4-32 0,0-2-25 0,1-5-31 0,1 1-49 16,-2-6-199-16,0 0-528 0,0 0 234 15</inkml:trace>
  <inkml:trace contextRef="#ctx0" brushRef="#br0" timeOffset="-39514.59">13494 9939 257 0,'0'-6'258'0,"-5"-2"-18"16,10 2-18-16,-10 1-25 0,5 5-17 0,0 0-17 15,0 0-7-15,0 0-8 0,0 0-6 0,0 0-8 16,-10 19-9-16,3-4-8 0,7 3-11 0,0-3-6 16,0 7-10-16,0 9-6 0,7-8-10 0,-7 4-7 15,8-1-7-15,-1-1-7 0,1 2 0 0,0-3-10 16,-3-1 1-16,5 3-4 0,-5-11-9 0,4 4-3 15,-4-4-1-15,-4 3-3 0,7-7-4 0,-8-1 2 0,7-2-5 16,-5-1 3-16,3-1 3 0,-5-6-1 0,1 6-3 16,-1-6 1-16,0 0-4 0,0 0 2 15,0 0 7-15,0 0 4 0,9-21 7 0,-3 13 9 0,-4 0 0 16,1-1 16-16,1-2-1 0,-1 0 12 0,7 3 0 16,-5-3 12-16,0 2 8 0,0-2-1 0,0 8-3 15,3-2-9-15,-5-3-10 0,2 4-7 0,-5 4-9 16,15-7-4-16,-15 7-13 0,15 5 4 0,-7-2-9 15,1 6-3-15,-1-2 1 0,3 0-1 0,3 8-6 16,-4-2 1-16,-4 1-6 0,9 1-6 0,-7 1 1 16,2-3-2-16,2 4-20 0,-7-2-24 0,5-2-20 15,-5-4-22-15,-4 2-20 0,8-2-21 0,-9 1-19 16,1-1-22-16,3-1-26 0,-4-2-21 0,0-6-23 16,-5 8-28-16,5-8-38 0,-14 0-209 0,14 0-542 15,-16-7 239-15</inkml:trace>
  <inkml:trace contextRef="#ctx0" brushRef="#br0" timeOffset="-39295.86">13317 10216 163 0,'-8'-3'331'0,"-2"-4"1"0,0 1-11 0,3 0 2 0,-1 0 3 16,3 3 3-16,0-5-1 0,-2 4-8 0,6-2-10 15,1 6-15-15,-5-8-21 0,3 4-21 0,2 4-22 16,-3-5-26-16,3 5-24 0,0 0-17 0,10-5-16 15,-10 5-17-15,16 1-17 0,-1-1-34 0,0 1-33 16,5 2-27-16,0 1-45 0,3 0-38 0,5-1-41 16,2 1-34-16,-9 3-44 0,7-2-52 0,2 3-59 15,-2-5-58-15,0-2-289 0,2 4-692 0,-3-5 306 0</inkml:trace>
  <inkml:trace contextRef="#ctx0" brushRef="#br0" timeOffset="-36924.36">14619 10368 139 0,'15'-1'228'0,"-5"-3"0"0,5-1-9 0,-2-2-1 16,-1 0-3-16,1-4-8 0,2 2-11 0,-2 1-9 0,-3-3-9 15,4 0-3-15,-1-5-3 0,-8 1-10 0,5-1-12 16,-4 4-6-16,-1-7-6 0,-1 3-9 0,-3 1-10 16,-2 0-12-16,1-3-13 0,-10 0-4 0,1 2-8 15,-2 2-12-15,-6 2-1 0,1 1-12 0,-3 3-4 16,1 0-9-16,-7 5-3 0,4 2-4 0,-6 1-4 15,6 1-4-15,-9 1-2 0,9 0 1 0,-3 5-4 16,6 0-14-16,2 1 8 0,1-3-2 0,0 6-6 16,3-2 5-16,2-2-1 0,2 1 13 0,3-1-20 15,2 4-3-15,-1-3 4 0,1-3 3 0,3-5-2 16,8 13-2-16,-3-8 0 0,-1-3 6 0,4 4 0 16,5-5 0-16,-6 1 2 0,8-2 12 0,0-2-12 15,0 2-2-15,4-1-1 0,-2-5 0 0,-2 4 1 0,3-3 0 16,-3 0-7-16,-3 3 6 0,7-2-6 0,-7 2 3 15,1 2-4-15,-3 0 2 0,-10 0 0 16,25 2-9-16,-17 2 3 0,6 4 3 0,0 4-3 0,-4-1-11 16,4 6 10-16,2 5 4 0,-4 1-2 0,3 3 1 15,0 3 2-15,1-1-8 0,4 9 10 0,-2-1 0 16,-5-9-1-16,7 3 0 0,-5 1 3 0,-5-4-1 16,3 0-2-16,1 1 1 0,0-1 2 0,-4-3-1 15,-3-5 6-15,8 4 4 0,-10-5-7 0,-2 2 5 16,0-3 0-16,2 5 7 0,-5-7-3 0,4 1-5 15,-9 2 4-15,-2-3 3 0,1 0 4 0,-3-1 2 16,1 2-2-16,-2-4 13 0,-3 0 14 0,-2 2 13 0,7-2-1 16,-12-1 7-1,5 1 5-15,0-4 6 0,0-1 11 0,-5-2 5 16,5 1 12-16,0-5 2 0,2-1 15 16,-2-4-7-16,2 0 6 0,-2-4-4 0,0 1-5 0,0-7-10 0,7-1-7 15,-3-4-9-15,4-6-12 0,-1 1-7 0,3-7-8 16,3 0-9-16,4-15-8 0,9 3-23 0,-2-4-39 0,5 1-36 15,1-2-37-15,4 4-30 0,-3 0-27 0,7 6-29 16,2-1-33-16,-8 12-34 0,1 1-20 0,5 6-40 16,-6 1-46-16,4 0-54 0,6 10-367 0,-11-3-828 15,-1 5 366-15</inkml:trace>
  <inkml:trace contextRef="#ctx0" brushRef="#br0" timeOffset="-35486.86">14957 10189 17 0,'2'-8'268'0,"4"1"-1"0,-4 3-6 15,3-1-12-15,-5 5-11 0,10-7-18 0,-3 4-17 0,-3 2-20 16,6-1-18-16,-10 2-17 0,17 2-5 0,-5 2-12 16,-4-1-12-16,5 3-12 0,4-1-8 15,-4 4-9-15,-2 4-8 0,1-1-2 0,3-3-15 0,-5 3-9 16,3 3-4-16,-3-3-7 0,2 0-2 0,-9-1-7 15,9 2 1-15,-8-1-10 0,0-3 3 0,-3 1-2 16,4-2-3-16,-5-1 0 0,0-2-3 0,0-5-1 16,-5 10 0-16,5-10-1 0,-9 2-3 0,9-2-5 15,0 0 5-15,-15-9 2 0,15 3-2 0,-7-1 0 16,7-3 1-16,-5-2-3 0,10-3-1 0,-3-2-6 16,3 2 1-16,10-4 0 0,-1-1-6 0,6-2 0 15,5 6-1-15,2-7-10 0,11-1-8 0,-9 9-4 16,-2 0-6-16,3-1 0 0,3 5-2 0,-2-4 0 15,-3 5 0-15,1-1 5 0,-6 1 4 0,5-2-3 16,-13 6 5-16,0-3 4 0,-4 4-2 0,-1 2 2 16,-2-1 8-16,-1-1-4 0,-5-2 2 0,-1 4 2 0,-1 3 1 15,-10-6 1-15,10 6 3 0,-18 0 5 0,7 0 0 16,-4 1 6-16,-7 6-6 0,6 3 9 16,2-4 1-16,-9 2 2 0,8 5 3 0,-3-3-1 0,2 4-1 15,-1-1-2-15,4 1 1 0,5 6-2 0,-1-5-3 16,6 6 0-16,6-3-3 0,-1-2 4 0,13 8-3 15,3-3 1-15,8 0 1 0,9 2 3 0,12 2-12 16,2-7-2-16,1-6-18 0,5 4-5 0,4-8-12 16,4-4-6-16,-2 1-8 0,-1-3-6 0,-4-4-3 15,-1-3 0-15,-2-4 3 0,1 2 8 0,-1-6 4 16,-11-1 6-16,-3-2 0 0,-10 2 6 0,-1-3 5 16,-5-2 1-16,-5 1 14 0,-3-3 13 0,-3-3 14 0,-6 8 5 15,-4-10 5-15,-2 8 5 0,-10 0 7 0,3 1-5 16,-6 5 5-16,-9-7-2 0,-2 10-3 15,-4-3 2-15,4 1-1 0,-5 10-2 0,4-1-3 0,2 5-5 16,-1-3-1-16,-4 7-2 0,3 0 0 0,1 2-4 16,5-1-6-16,3 2 3 0,-2 0 0 0,3 0 2 15,5 3-6-15,-3 1-2 0,4-4-2 0,1 2 2 16,3 0-1-16,3-3 3 0,2 2-1 0,0-4-1 16,0 0 2-16,4-1-2 0,-1 1-1 0,7-5 1 15,0 3 1-15,1-5-4 0,3-2 0 0,2 2 2 16,-4-3-4-16,3 2 2 0,0-7-3 0,3 2 1 15,-7-1 3-15,8 0-3 0,-8 0 1 0,4 3-2 16,-5 1-3-16,3-1 2 0,-4-3 2 0,-1 6-6 0,-2 0-1 16,-6 1 3-16,19 1-1 0,-16 3-4 15,9 0 0-15,-1 3 2 0,-6-1 0 0,12 6 3 16,-6-2-3-16,-2 2 0 0,4 2 2 0,2-1-2 0,-5 1 2 16,6-2 4-16,-3 3-4 0,-1-3 2 0,1 0-19 15,2-3-14-15,2-6-13 0,-6 6-22 0,2-7-20 16,-1-1-22-16,1 2-16 0,6-7-5 0,-6-3-12 15,-3 0-5-15,5-1 0 0,-1-8-4 0,1 4-9 16,-1-6 11-16,-1-4 0 0,-3-3 13 0,-4 1 11 16,9-3 11-16,-6-3 7 0,-3-7 19 0,2-5 15 15,-1 9 11-15,-4-9 30 0,-3-4 11 0,0 4 29 16,0-2 43-16,-3 5 32 0,3 7 17 0,-7 2 23 16,6 6 18-16,-2 0 6 0,-1-3 3 0,4 9 6 15,-1 4-3-15,-4 0 9 0,3 5 3 0,-5-3-12 16,7 5-11-16,0-1-18 0,0 2-18 0,0 6-13 15,-1-8-6-15,1 8-12 0,0 0-7 0,0 0-2 0,-7 19-11 16,7-9-3-16,2 7-2 0,-2-1-4 0,6 0-3 16,-6 7-1-16,14 6-1 0,-5 11-7 15,1-10-7-15,5 6-3 0,0 3 0 0,2-1 0 0,-1-1-8 16,1 0 6-16,1 1-6 0,-3-7 0 0,0-2-4 16,0 0 1-16,1 6-1 0,1-9-8 0,-4-4-7 15,4 1-8-15,-4-5-13 0,0-3-4 0,-5-3-9 16,7 1 1-16,0-6-6 0,-10-3-1 0,8 0 7 15,-1 1-7-15,0-5 3 0,-12 0 2 0,16-13 3 16,-8 8 5-16,4-6 2 0,-5-4 3 0,3 0 2 16,-4 0 4-16,4-1 1 0,-5-2 1 0,8-7-1 15,-9 8 8-15,4-1 0 0,-1-9 5 0,-1 15-2 0,-1 0 4 16,-3 1 3-16,-1 3 1 0,3-3 1 16,-1 7-2-16,-1-1-6 0,-2 5 1 0,5-3 1 15,-5 3 1-15,0 0-3 0,0 0 2 0,3 19 3 0,-3-11 1 16,2 0-4-16,3 2 5 0,0 0-2 0,0 1 3 15,-2 0-5-15,8 2 3 0,-2-4 3 0,-3 1-1 16,6 1-4-16,-2-3 4 0,3 2 4 0,5-2-5 16,-4-3 6-16,2 0-5 0,7-1-4 0,-6-1 6 15,3 0 3-15,0-1-1 0,-1-2 0 0,1 3 4 16,-5-1 3-16,3-1-2 0,-8 0 3 0,5 2 3 16,0 1-6-16,0-3-2 0,-5 2 3 0,-2 0 2 15,0 3-1-15,-1-1 4 0,1 0 6 0,-3 3-1 16,-1-7 6-16,-4 6-2 0,0-7 0 0,6 7 6 15,-6-1 0-15,0-6 6 0,0 0 6 0,-10 9 15 16,5-9 7-16,5 0 8 0,0 0 4 0,0 0-9 16,0 0 1-16,-23-9-4 0,20 2-5 0,-2 1-8 0,0-2-2 15,3 0-6-15,1 1-6 0,1-4-14 0,0 2-10 16,1-1-30-16,4 1-9 0,0-4-43 16,2-1-32-16,3-2-35 0,-4 1-39 0,3-1-47 0,-4 3-56 15,10-4-63-15,-6-2-258 0,-2 7-647 0,1-8 286 16</inkml:trace>
  <inkml:trace contextRef="#ctx0" brushRef="#br0" timeOffset="-35330.59">16784 9733 212 0,'0'0'326'15,"0"0"-28"-15,0 0-28 0,0-9-26 0,0 9-29 0,19-7-17 16,-1 6-22-16,-3-1-17 0,3 2-18 0,0 3-27 15,7-3-52-15,-4 3-60 0,1 3-80 16,6 0-95-16,-5-3-188 0,-3-2-392 0,0 6 174 0</inkml:trace>
  <inkml:trace contextRef="#ctx0" brushRef="#br0" timeOffset="-34908.71">18271 9712 265 0,'10'-13'348'0,"-4"-4"-13"16,4 5-17-16,2-3-14 0,-11 7-14 0,4 0-13 0,-3 0-15 15,5 3-16-15,-6-1-27 0,-1 6-20 0,0-8-25 16,0 8-23-16,0 0-8 0,0 0-10 0,0 0-7 16,0 0-4-16,-10 27-6 0,10-12-9 0,0 6-8 15,0-3-5-15,0 15-12 0,0 0-1 0,9-5-13 16,-8 6-5-16,6-4-6 0,1 10-1 0,-1-10-10 15,-2 3-4-15,5-4-6 0,3 3-13 0,-6-3-26 16,2-4-26-16,3-6-26 0,-5-3-20 0,-4-1-28 16,4 0-28-16,-1-6-31 0,-4 0-21 0,1-2-31 15,1-4-47-15,4 0-36 0,-8-3-31 0,0 0-180 16,16-11-548-16,-12 2 243 0</inkml:trace>
  <inkml:trace contextRef="#ctx0" brushRef="#br0" timeOffset="-33891.53">18583 9626 21 0,'4'-18'243'16,"-4"1"4"-16,1 8-6 0,-1-1-8 0,0 2-22 16,2 1-21-16,-2 0-25 0,0 7-8 0,0 0-10 15,0 0 0-15,0 0-1 0,-7 20-6 0,7-8-10 16,-1 3-8-16,-1 4 9 0,4 5-12 0,-2 3-9 16,1 0-11-16,4 3-5 0,-3 1-7 0,6-3-11 15,1 2-7-15,-3 0-5 0,1 2-13 0,-2-7 0 16,3 0-4-16,-1 2-5 0,1-4-5 0,-1-2-2 15,1-7-4-15,-6 2-3 0,3-7-1 0,-5 1-4 0,0-2 15 16,8-4-12-16,-8-4-2 0,1 5-8 0,-1-5 1 16,0 0 0-16,0 0-4 0,14-17 4 15,-8 7-3-15,-4 4-7 0,5-6 4 0,-1 2 0 0,-4 2-9 16,3-7 13-16,3 4 14 0,-3-1 2 0,3-1-1 16,-6 10 6-16,5-5 1 0,1 1-10 0,-1 4-5 15,-1 1 3-15,-6 2-5 0,22 5-3 0,-14-3-6 16,12 5 5-16,-5 0-2 0,5 1 12 0,-1 6-21 15,3-1 7-15,6 2-6 0,4-1-4 0,-6 3-1 16,5-2-2-16,8 4-14 0,-11-7-19 0,3-2-5 16,2-1-8-16,-3 0-6 0,0-4-10 0,-5 0-9 15,-4-3-7-15,7-5-8 0,-5 3-4 0,-6-6-7 16,5-2-6-16,-8 1 8 0,0-1-6 0,1-4 7 16,-7 0 9-16,3-1 11 0,-7-2 7 0,1-4 3 15,-5 4 7-15,0-5 4 0,-2 2 15 0,-5 0 13 16,-1 0 11-16,-3 3 3 0,-4 0 6 0,-7-5 6 15,9 9 2-15,-2 3 6 0,-8 0 0 0,6 1 5 0,-3 4 5 16,4 0 3-16,-4 1-2 0,3 5 2 16,-6 4 1-16,7-2-2 0,-1 2-3 0,4 0-1 15,1 3-1-15,2 2-1 0,-3 3 1 0,13 2-2 0,-1-7 1 16,1 10-3-16,1-6 2 0,6 3-3 0,1-3 1 16,0 1 0-16,4-3-2 0,0 1 0 0,1-2-1 15,2 0 0-15,-2-4 1 0,3-1-1 0,1-2 2 16,1 1-3-16,0-5-1 0,2 0-6 0,-3-2 5 15,4-3 1-15,-4 2-1 0,3-5 1 0,-4-1-1 16,4 0-2-16,-5-3-2 0,0-3 1 0,0 6 4 0,-2-7 5 16,-1 6 9-16,-1-7 8 0,-2 3 11 15,-3-1 9-15,2 3 5 0,-1 0 4 0,-5 0 6 16,1 1 6-16,-1 2-2 0,1 2-1 0,-3-1-8 0,3 3-9 16,-3 5-7-16,0 0-1 0,0 0-9 0,0 0-1 15,0 0-2-15,0 0-3 0,0 0-9 0,-18 16 1 16,16-3-1-16,-1 0 0 0,2 1 0 0,1 1-1 15,1 5-6-15,2-5 6 0,2 3-5 0,-1 2-9 16,1-5-1-16,3 2-2 0,-3-3-10 0,5-1-10 16,1-2 4-16,-1 1-12 0,5-5-10 0,-1 1 3 15,2-2 3-15,-4-3 1 0,-2-3 7 0,3 0-1 16,3-1 5-16,-6-3 4 0,4-3-1 0,-8-1 1 16,6-2 6-16,-4 0 0 0,0-2-1 0,-4-7 2 15,1 4 2-15,3 2 3 0,-3 2 4 0,-3-5 5 16,-2 7 2-16,0-3 8 0,6 4 2 0,-6 1-4 15,0 1 1-15,0 6-8 0,0-12-3 0,0 12-1 0,0 0 4 16,0 0-4-16,0 0-2 0,0 0 3 0,0 0 1 16,-6 24-2-16,6-17-1 0,0 1 1 0,0 5 0 15,0-2 2-15,6 1 2 0,-4-5 0 0,3 7 1 16,-4-5-2-16,6 0 2 0,-5-2-1 0,4 1 1 16,-1-4-1-16,5-1 4 0,-5 1-6 0,-5-4 8 15,23-4-6-15,-16 3 4 0,10-1 6 0,-4-3 8 16,2-3 4-16,0 1 5 0,-2-4 8 0,2-2 13 15,-5 5 2-15,5 1 0 0,-2-5-12 0,0 2 2 16,-5 5-3-16,2-7-3 0,-3 5 6 0,1 0-16 16,-3 2-6-16,3 0-2 0,-3 0-8 0,-5 5-6 15,4-2-11-15,-4 2-28 0,0 0-22 0,0 0-30 16,15 12-28-16,-15-3-56 0,1-1-81 0,2 4-56 0,1-2-285 16,2 5-639-16,-1-3 282 0</inkml:trace>
  <inkml:trace contextRef="#ctx0" brushRef="#br0" timeOffset="-33188.4">20695 10062 78 0,'-14'2'234'0,"-1"0"-2"16,-2 5-7-16,9 0-8 0,-5-4-6 0,-1 2-6 16,-2 0-5-16,8 2-4 0,-4-1-7 0,2-1-10 15,5 2-9-15,-5-2-2 0,7 0 6 0,1 2 12 16,2 1 20-16,2-1 6 0,11 1 0 0,7-1-12 15,11 2-17-15,26 3-8 0,2 1-15 0,36-3-17 16,9-3-18-16,40 4-10 0,-38-2-10 0,51-9-10 0,-3 6-10 16,-2-5-4-16,-4-1-8 0,-3 5-8 15,-37-6-9-15,46-6-4 0,-5 3-5 0,-43-8-6 16,44 3-3-16,-49-5-3 0,3-1 2 0,-3 3-8 0,0-3-7 16,-1 3 1-16,2 0 4 0,-14 4-13 0,-5 1-1 15,-24 3-2-15,1-1-1 0,-9 4-8 0,-8 1-11 16,-6 0-20-16,-6 3-16 0,4 4-9 0,-4 0-13 15,2 1-19-15,-3 3-16 0,-3-2-22 0,-1 3-19 16,-11-2-18-16,5 1-24 0,-2 1-39 0,-6 1-33 16,3-2-60-16,0 1-309 0,-6-1-678 0,-2-4 300 15</inkml:trace>
  <inkml:trace contextRef="#ctx0" brushRef="#br0" timeOffset="-27632.43">10713 12174 270 0,'-23'-2'355'0,"8"2"-4"0,2-1 4 0,1 1 8 16,-1 0-6-16,-2 0-14 0,2 0-8 0,-2 0-16 15,5-3-16-15,10 3-14 0,-18 0-17 0,18 0-18 16,-12 0-25-16,12 0-20 0,0 0-19 0,-10 4-18 15,10-4-13-15,0 0-13 0,0 0-15 0,25 8-11 16,-13-2-11-16,6-2-10 0,0 0-11 0,4-3-5 16,6 5-12-16,3-5-11 0,-3 4-30 0,-6-2-27 0,-5-3-46 15,6 4-49-15,-2-1-49 0,-3-6-50 16,-6 3-46-16,0 0-59 0,-2-1-73 0,-4-3-81 16,-6 4-258-16,8-3-767 0,-8 3 339 0</inkml:trace>
  <inkml:trace contextRef="#ctx0" brushRef="#br0" timeOffset="-25569.91">11665 11791 253 0,'5'-7'287'0,"-5"3"-1"15,0-1-13-15,2-4-7 0,-2 3-15 0,0-1-23 16,0 7-14-16,-2-8-17 0,-3-1-11 0,5 9-14 15,-10-7-15-15,5 4-13 0,-3-2-12 0,-2-1-11 16,-5 6-7-16,3-3-15 0,-3 6-4 0,-1-3-9 16,-4 3 4-16,2 0 2 0,1 2-24 0,-3-1-3 15,6 2-4-15,-1 3-20 0,1-6 1 0,6 3-2 0,-2 0-4 16,5 3-7-16,-3-3 2 0,3 0-4 16,5 3 6-16,0-1-7 0,5 1 0 0,8-4-5 15,2 6 0-15,2 0 1 0,7-1-4 0,1 0 2 0,5 5 0 16,-3-4 2-16,2 2-6 0,-2-1-4 0,4 2 1 15,-3-1-4-15,-8-2 0 0,5 1-1 0,-10 2-1 16,5 2-8-16,-13-5-5 0,7 5 7 0,-5-4 4 16,-8 3 1-16,-1-3-1 0,0 4-2 0,-1-4 14 15,-8 5-14-15,1-8-2 0,-10 4 20 0,3 0-24 16,-2-3 7-16,-4 0-8 0,-1-1 1 0,-6 2 8 16,5-3-1-16,0-5 5 0,1 1-8 0,3-3 7 15,0-2-3-15,-2 2 3 0,6-2 4 0,3-3-17 16,2 2 4-16,1-4-5 0,2-1-22 0,-5 0-28 15,11-5-34-15,-6 4-30 0,7-1-47 0,7-4-45 16,-2 0-51-16,5-5-49 0,4 5-243 0,3-11-600 16,3-1 265-16</inkml:trace>
  <inkml:trace contextRef="#ctx0" brushRef="#br0" timeOffset="-25319.9">11874 11707 267 0,'1'-5'282'0,"6"-2"-10"0,-6 4-16 0,-1 3-20 0,5-5-18 16,-5 5-27-16,0 0-9 0,0 0-2 0,17 7-3 16,-9-1-16-16,-1 1-10 0,6 5-7 0,-6 3-9 15,4 0-11-15,3 11-2 0,-1-5-19 0,-5 3-3 16,7 2-9-16,0 1 4 0,-10 0-18 0,5-2-12 16,-2 2-5-16,-1 0-6 0,-2-3-2 0,3 4-10 15,-8-8 1-15,7 6-8 0,-7-7-24 0,0-2-16 16,0 2-17-16,0-4-11 0,-5 1-24 0,3-7-18 15,2 1-24-15,-8 2-17 0,6-5-20 0,-1-2-23 16,-4-4-30-16,7-1-19 0,0 0-12 0,0 0 7 16,0 0-8-16,-23-12-142 0,20 7-392 0,-2-3 174 0</inkml:trace>
  <inkml:trace contextRef="#ctx0" brushRef="#br0" timeOffset="-24412.12">11983 12120 678 0,'0'-7'-8'0,"-5"-1"13"0,3 0 23 0,-3 3 23 16,4-3 20-16,-1 1 8 0,2 7 17 0,-3-8 4 15,3 8 14-15,0-6-2 0,0 6-1 0,0 0-13 16,6-8-9-16,6 4-10 0,-2 3-9 0,6 1-5 15,2-2-6-15,7 4-7 0,12-5 0 0,-9 3-9 16,18-5-6-16,4 3-1 0,1 1-5 0,-6-7 3 16,3 2-10-16,-2 4-2 0,-14-5-2 0,2 3-4 15,3-7 3-15,-6 7-4 0,-3-4 1 0,-1 1-4 16,-9-2 2-16,-3 2 0 0,0-4 0 0,-9 6 5 16,1-5 2-16,-5 2-2 0,-4 1 3 0,2 7 10 0,-15-10 9 15,2 2 6-15,-5 2 9 0,0 3 1 16,-6-3 1-16,-2 6 0 0,-2 0-1 0,1 4-5 15,7-2 0-15,-9 7 1 0,-1-1-2 0,8 0-6 0,-9 3 3 16,11-2-1-16,-3 6-4 0,6-6-1 0,6 6-8 16,-4-3 0-16,7 6-3 0,-1-7-6 0,3 6 0 15,4-6 1-15,-1 5-3 0,8-6 0 0,1 3 8 16,1-4-14-16,3 3 2 0,5-6-8 0,-5-2 3 16,3 1 3-16,0 0-8 0,7-5 4 0,-3-2 13 15,-1-3-15-15,2 1-1 0,-1-2 0 0,-2-2-2 16,0 1 1-16,1-6-3 0,-3 1-1 0,2-2-2 15,-1 1 4-15,-8-3 4 0,9 0 7 0,-10 2 10 16,5 1 2-16,-8-1 5 0,1 2-2 0,2 4 6 16,-2 1 4-16,-1 0-10 0,0-1 1 0,-2 3-10 15,1-2-7-15,-1 7 2 0,0 0-3 0,0 0-6 0,0 0 6 0,0 0-4 0,10 14-4 0,-8-6 1 0,-1 2 5 16,3-3-11-16,-1 3-1 0,5 6-14 0,-4-8-15 16,6 2-2-16,-4 0-8 0,2 0-10 15,1 0 2-15,-3-1 4 0,1-3-14 0,-2 1-1 0,3-2 6 16,-1 0 5-16,3-3 2 0,-5 0 6 0,-5-2 0 15,0 0 4-15,18-9 5 0,-10 4 3 0,-3-2 1 16,3-1 4-16,1-2 4 0,-3 1 0 0,3 0 5 16,4-7 3-16,-7 6 6 0,9-3 4 0,0 1 2 15,0 5 5-15,2-4 4 0,-2 3 2 0,3 1 1 32,-3 4 0-32,3-2 1 0,3 4 3 0,1-3 2 0,-2 4-4 15,-2 0 2-15,5 4-5 0,-3 0 2 0,2 1-4 16,1 1 5-16,-8 2-1 0,6 0-6 0,-6 0-2 15,-5 1 2-15,8 0 0 0,-11 1-3 0,3-2 0 16,-4-1-3-16,3 4 5 0,-4-7-8 0,-4 4 4 16,-1-1 3-16,0 1 5 0,0-8 2 0,-6 8-4 15,4-5 1-15,-5 6 1 0,1-8 10 0,-4 2-14 16,10-3 0-16,-15-3-5 0,15 3 6 0,-18-1 0 16,9-3-2-16,1-3-3 0,2 2 2 0,6 5 0 15,-7-18-6-15,5 9 1 0,2 1 1 0,2-11-10 16,5 3-12-16,-1-7-9 0,2-7-5 0,4 2-5 15,-2 0-6-15,10-11-11 0,3-3 1 0,-6 1 5 16,7-6 0-16,1 0 2 0,-3-2 7 0,-4 8 0 0,-2-3 12 16,-4 12 26-16,-5 2 14 0,1 2 18 15,-3-3 11-15,-5 8 11 0,0 3 5 0,0 1 15 16,-5 4 6-16,3-1 17 0,1 5-1 0,-4 3-11 0,3 1-7 16,-1 2-18-16,3 5-3 0,0 0 7 0,0 0 11 15,-12 26 10-15,10-5-17 0,2 6 2 0,4 3-6 16,2 13-1-16,1-1-8 0,1 9-6 0,-1-4-3 15,3-1-3-15,3-2-5 0,-3 2-4 0,3-2-3 16,2-4-6-16,0 3-37 0,0-8-23 0,-2-5-32 16,-5-6-33-16,7 3-28 0,-10-3-36 0,5-4-34 15,-3-5-42-15,1 0-30 0,-3-9-36 0,3 2-282 16,-8-6-637-16,0-2 282 0</inkml:trace>
  <inkml:trace contextRef="#ctx0" brushRef="#br0" timeOffset="-24240.24">13249 11733 115 0,'-8'-7'262'0,"4"-4"5"0,3 2-9 16,-3 2-21-16,8-1-19 0,-3 2-24 0,4 0-21 15,4 3-14-15,4 0-16 0,2 3-15 0,3 0-11 16,3 3-12-16,11 0-10 0,-2 3-14 0,4 0-35 16,-2 3-47-16,1 0-48 0,13 1-36 0,-3 0-41 15,-6-3-29-15,-6 2-56 0,-1-1-118 0,0-4-356 16,-2 2 158-16</inkml:trace>
  <inkml:trace contextRef="#ctx0" brushRef="#br0" timeOffset="-23974.62">13818 11699 170 0,'-1'-7'246'16,"-4"3"4"-16,-4 1-5 0,9 3-9 0,-5-5-10 0,5 5-16 16,0 0-7-16,0 0-5 0,-16 7 3 15,11-2 0-15,3 3-3 0,2 1 4 0,0 1-3 16,0 5-11-16,0-1-7 0,2 2-3 0,3 3-12 0,2 0-10 15,1-2-19-15,-3 1-3 0,5-3-21 0,3 2-9 16,-5-2-7-16,7-3-12 0,0 3-7 0,0-1 2 16,-2-4-17-16,0 1-5 0,-4-3-1 0,1-1-13 15,-4 2 1-15,2-5-11 0,-1 1 2 0,-4 1-4 16,-3-6-1-16,5 1-6 0,-5-1 5 0,0 0-14 16,0 0-11-16,-24 2-11 0,9-4-14 0,-2 1-26 15,-1-2-17-15,-4 0-33 0,-1-2-35 0,-7 1-38 16,2 1-49-16,-2-2-48 0,-1 2-50 0,1 3-59 15,2-1-201-15,7-2-623 0,1 6 276 0</inkml:trace>
  <inkml:trace contextRef="#ctx0" brushRef="#br0" timeOffset="-23193.35">14654 11775 3 0,'0'-11'334'16,"2"3"-13"-16,-2 0-22 0,0 8-28 0,-2-6-30 15,2-2-30-15,0 8-17 0,0 0-26 0,0 0-16 0,-11 15-10 16,7-7-9-16,4 7-10 0,-3 1-10 0,1 3-8 15,4-1-14-15,-2 7-6 0,0-4-6 16,3-1-11-16,1 4-3 0,-1 1-3 0,4-7-12 0,-4 0 7 16,5 0-15-16,-1 1-5 0,1-2-1 0,-3-4-4 15,3-1-4-15,-3-2 0 0,5-1-3 0,-7-4-2 16,4-2 1-16,1 1-5 0,-1-4-2 0,-7 0 4 16,15-9-10-16,-7 6-1 0,-1-8-2 0,-4-1 9 15,9 3-12-15,-7-8 1 0,5 5-3 0,-5-5-1 16,3 3-1-16,-7-2 1 0,6 2-2 0,-7-3 6 15,0 7 5-15,7-2 7 0,-6 4 7 0,-1 1 3 16,4 1-6-16,-4 6-5 0,5-8 0 0,-2 5-6 16,-3 3-2-16,0 0 2 0,0 0-3 0,12 11 8 0,-9-3-8 15,7 0-5-15,3 3 2 0,-6 4-1 16,8-2 2-16,-2 1-7 0,-3 1 5 0,3-2-3 16,2 1 4-16,1-2 6 0,4 4-5 0,-2-5-1 0,1-2-2 15,-3 3 3-15,1-5-4 0,3 0 2 0,-4-2 1 16,4-1 4-16,-5-3-7 0,1-2-2 0,6-1 3 15,-12-3 3-15,2 3 8 0,-3-5-10 0,3 2-1 16,-4-5 1-16,-3 2 1 0,5-9-1 0,-10 2-4 16,0 3-7-16,0-5 4 0,-8 1 2 0,6 0 7 15,-3 1-4-15,-3-1-3 0,1 0-1 0,-3 1-1 16,6 0 3-16,-8 2 0 0,9 2-3 0,-4 0-1 16,7 4 3-16,-8-3-2 0,6 2-2 0,-3 2-2 15,5-2 2-15,0 3-2 0,0-3 0 0,0 8-4 16,5-10 2-16,-3 5 4 0,-2 5-1 0,15-6 1 15,-7 3 1-15,0 3-4 0,0-2 2 0,-8 2-2 0,22 0 5 16,-9 0 1-16,0 2-1 0,-4 1-6 0,4 1 6 16,-3-2-2-16,1 3-1 0,-1-1 11 15,2 3 1-15,-4 0 3 0,4 2-2 0,-1-4 5 0,-2 8-5 16,6-3-3-16,-2 2 5 0,-5 0 0 0,7 2 0 16,-2 2-4-16,-1-4 0 0,1 3 9 0,-3 1-5 15,2-1-8-15,2 0 3 0,-7 2 1 0,6-3-2 16,-3 1-1-16,-5-3-24 0,4-2 1 0,-5 0-26 15,0-3-14-15,-4-3-13 0,0 5-22 0,0-2-21 16,0-7-20-16,-4 10-23 0,0-8-29 0,4-2-27 16,-9 5-26-16,9-5-208 0,0 0-486 0,-18-5 216 15</inkml:trace>
  <inkml:trace contextRef="#ctx0" brushRef="#br0" timeOffset="-22927.73">15679 11421 20 0,'-5'-5'292'0,"5"5"-31"0,-2-7-21 16,2 7-9-16,0 0-1 0,0 0-4 0,0 0-9 16,-8 26-13-16,3-9-16 0,10 0-20 0,-5 10-7 15,8 0-17-15,0 1-12 0,2 1-13 0,4 13-14 16,-3-15-12-16,4 0-3 0,2 15-10 0,-3-15-7 15,1-3-11-15,2-2-11 0,-6 2-25 0,1-1-32 16,0-8-27-16,-2 1-33 0,-4-1-40 0,1-6-36 16,-1-1-27-16,-2-2-29 0,1-5-39 0,1 2-173 15,-6-3-443-15,0 0 196 0</inkml:trace>
  <inkml:trace contextRef="#ctx0" brushRef="#br0" timeOffset="-22521.47">15889 11641 19 0,'7'-17'216'0,"-7"-3"14"0,6 3 11 15,-4 2 4-15,3 1-4 0,-5 4 5 0,8-2-4 16,-8 7-7-16,5-2-23 0,-3-1-28 0,4 5-18 16,-6 3-17-16,0 0-8 0,0 0-13 0,0 0-16 15,7 20-8-15,-7-12-12 0,0 10-9 0,8 2-10 16,-6 5-6-16,3-3-2 0,-4 5-6 0,3 3-6 16,1-4-8-16,1 6-6 0,-1-4 1 0,4 1-3 15,-1-2-10-15,0-2 0 0,-1 2-3 0,1-8-15 16,4 0-11-16,-4-3-11 0,0 0-7 0,-5-4-5 15,2-1-6-15,0 1-1 0,0-8 3 0,0 3-4 16,-1-4-9-16,-4-3 0 0,10 1 7 0,-10-1 2 16,0 0 5-16,5-11 4 0,-4 4 2 0,6-2 5 15,-4 0 3-15,-1-2 16 0,1 1 13 0,4-2 13 0,-4-1-5 16,2 5 11-16,-3-1 13 0,4 0-4 16,-2-2 2-16,1 6 7 0,-2-3-4 0,2 2-13 15,-2 1 4-15,-3 5-7 0,12 0 0 0,-12 0-5 0,10 8-2 16,1-4-2-16,-4 4-1 0,3 2 3 0,3 2 0 15,0-1-7-15,-4 2-4 0,4-1-1 0,-7 2-2 16,4 1-3-16,4-2 2 0,-8-1 0 0,9-2-15 16,-8 2-25-16,-6-5-18 0,6-1-16 0,-5-3-14 15,1 3-32-15,-3-6-37 0,3 3-32 0,-3-3-35 16,0 0-28-16,0 0-33 0,0 0-180 0,-6-18-490 16,4 11 216-16</inkml:trace>
  <inkml:trace contextRef="#ctx0" brushRef="#br0" timeOffset="-22333.97">15672 11668 158 0,'-8'-3'346'0,"-4"-1"-9"15,9-1-10-15,0 1-20 0,3 4-23 0,0 0-27 16,11-11-15-16,-4 8-17 0,8 2 3 0,1-2-37 16,6 2-22-16,1-1-17 0,5 0-12 0,-1 2-14 15,4 0-2-15,0 4-34 0,-1-3-8 0,0 2-37 16,-2 1-51-16,-6 3-49 0,-6-3-60 0,2 0-66 15,-1-2-77-15,-2 0-279 0,-7-2-580 0,0 1 258 16</inkml:trace>
  <inkml:trace contextRef="#ctx0" brushRef="#br0" timeOffset="-21130.83">16925 11715 300 0,'2'-15'320'0,"-2"3"-8"0,6-1-7 0,-6 2-12 16,0 0-14-16,0 6-6 0,0-3-24 0,0 8-24 16,7-6-25-16,-7 6-25 0,0 0-12 0,0 0-21 15,0 0-10-15,0 0-16 0,0 31-7 0,-7-13-16 0,14 1-4 16,-7 0-14-16,8 8-4 0,-8 0-12 0,5 5 1 15,3-9-5-15,-3 1-4 0,5 2-6 16,-3-6-13-16,1-4-1 0,-1 2 4 0,1-2-4 0,-1 1-7 16,-2-8 15-16,-2 1-12 0,5-3 1 0,-4-4-4 15,6 1-2-15,-5-4-14 0,-5 0 14 0,16-6-2 16,-6 0-7-16,-3 0 1 0,6-7-3 0,-3-1-1 16,0-1 2-16,1 0-2 0,-2-3-2 0,1 3 3 15,1-3-4-15,-4 3 2 0,6 0 1 0,-5 1 8 16,1 1 24-16,-3 3-12 0,2 1-9 0,-3 2-1 15,-1 0-8-15,1 4 2 0,1 2-9 0,-6 1 9 16,0 0-5-16,23 8-3 0,-16-3-3 0,8 5 17 0,0 2-16 16,-5-2-4-16,1 3 3 0,4 1 1 15,0-1-1-15,0 2 3 0,-7-2-1 0,9 2-4 16,-4-4 5-16,0 2-11 0,2-3 8 0,-1 0 1 0,-3-3-1 16,-3 0 2-16,4-3 0 0,-2 0 4 0,0-2 3 15,0 1-5-15,-10-3 0 0,16-6 6 0,-11 2-7 16,2 1-3-16,-5-5 1 0,-1-3-3 0,3-4 2 15,-4-1-5-15,-4 1-5 0,1-2 11 0,1-1-2 16,-4-1-1-16,-1-5 1 0,-1-1-4 0,3 3 2 16,1 2 2-16,-1 5-2 0,2-5 4 0,2 1 6 15,-1 8-16-15,0 3-4 0,2 0-33 0,2 0-33 16,0 2-26-16,1 3-21 0,-3 3-23 0,11 0-37 16,-11 0-35-16,19 7-36 0,-4-1-32 0,1 2-27 15,2 0-226-15,-1 0-583 0,9 3 259 0</inkml:trace>
  <inkml:trace contextRef="#ctx0" brushRef="#br0" timeOffset="-20240.12">17993 11791 36 0,'-7'-8'215'16,"-1"5"2"-16,1-2 1 0,-6 3-2 0,3-2-6 16,-2 4-9-16,2-3-12 0,-6 6-2 0,-2 0-1 15,3 0-20-15,-2 3-8 0,1 4-6 0,-3 1-20 16,3-1-9-16,8 1-15 0,-1 3-11 0,1-1-7 15,-5 1-11-15,11 0-6 0,-1 1-3 0,3-1-7 16,0-2-9-16,5 0 1 0,1-3-9 0,3 5-4 16,1-2 1-16,-4-5-9 0,9 5 0 0,-3-9 0 15,-4 2-12-15,5-4-2 0,-1-1-6 0,-6 0 0 16,8-5-9-16,-1 2-4 0,-1-9 0 0,-4 5 0 16,3-5 1-16,-4 3-3 0,1-6 0 0,-8 4-1 15,5-5-3-15,-3 1 6 0,-2-3-5 0,0-1 0 16,0 4 4-16,0-5 0 0,0 3 3 0,0 1-1 0,-2 7-1 15,2-3 4-15,-3 2 4 0,6 3 1 0,-1-5-4 16,-2 5 1-16,0 1-2 0,8 3 0 0,-8 3 0 16,7-3 5-16,-7 3-10 0,23 4 3 0,-11-1-3 15,4 4 0-15,-1 0 1 0,8 3 1 0,-3-3 0 16,5 3 0-16,-5 2-2 0,-4-4 0 0,1 7-2 16,1-6-4-16,-1 1 6 0,-4-1 0 0,0 0 1 15,-3 0 3-15,0-1-8 0,-2-3 4 0,-1 3-4 16,-2-7 3-16,3 6-2 0,-8-7-3 0,7 4 7 15,-7-4 0-15,0 0-3 0,0 0 2 0,0 0 0 16,0 0 0-16,-35-8 2 0,23 3 7 0,6-2-6 16,-4 0 5-16,3 1 1 0,-1 0 3 0,3 2 1 15,0-5 1-15,0 3-5 0,3-2 0 0,4 0-4 0,5 1 0 16,1-1-21-16,3 1-7 0,6-1-22 16,3 1-21-16,10 1-23 0,1 0-26 0,4 1-29 15,10 2-19-15,6 3-24 0,-1 0-29 0,1 0-12 0,2 0 5 16,-2 2 12-16,0-1 17 0,-6 4 19 0,-8-2 23 15,-4 0 13-15,-2 1 19 0,-8-2 31 0,0 1 28 16,-4 0 16-16,-3-2 35 0,-6-1 38 0,-3 2 31 16,-7-2 23-16,0 0 11 0,0 0 19 0,0 0 20 15,0 0 12-15,0 0 6 0,-30-15 4 0,10 15 9 16,-1-3-2-16,1 3 2 0,-3-1-9 0,-7 5-1 16,3-1-9-16,-1-2-9 0,3 4-24 0,5 1-5 15,-1 0-13-15,6 3-3 0,-5 1-12 0,9-2-3 16,-1 4-11-16,2-2-6 0,3 4-3 0,6 1-4 15,1-1-2-15,1-1 0 0,6 1-13 0,3-3 3 16,-3 3-7-16,3-4-4 0,1-2-6 0,4-1-15 16,7-2-13-16,-13-1-8 0,10-1-3 0,-3-4-8 0,4-1-8 15,-5-2-5-15,2-1-2 0,-3-5 1 0,3-3 3 16,0-1 0-16,-6-1 9 0,6-6 2 16,-6-2-2-16,1 3 7 0,-6-12 2 0,3 3 2 0,1-14 1 15,-9 5 6-15,1-1 6 0,-4 10 14 0,-3-1 15 16,4-2 16-16,-4 3 20 0,3 2 10 0,-1 7 14 15,-2-3 10-15,0 8-3 0,2 0 16 0,1 2-18 16,-1 2-8-16,1 6-14 0,0 1-7 0,2 4-8 16,0 0-9-16,0 0 0 0,0 0-1 0,-8 25-8 15,10-10 3-15,-2 5-3 0,6 6-7 0,3 1-2 16,-1 0-1-16,0 3 1 0,5-3-6 0,-1 1-1 16,3 0-3-16,3 10-4 0,-3-17-35 0,0 3-44 15,0 0-46-15,-4-8-43 0,-1 4-51 0,3-5-55 0,2 0-53 16,2 3-338-16,3-5-705 0,-4-4 312 15</inkml:trace>
  <inkml:trace contextRef="#ctx0" brushRef="#br0" timeOffset="-19443.23">19985 11954 87 0,'-14'-7'292'16,"-1"3"-13"-16,0 1-10 0,5-2-15 0,-2 1-15 0,-1 1-20 15,6 0-9-15,-1-2-7 0,8 5-15 0,-7-4-17 16,7 4-17-16,0 0-16 0,27-11-14 16,-4 10-11-16,22-3-5 0,9 2-15 0,11 2-7 0,31-5-15 15,7 5-8-15,52-2-3 0,-1 4-3 0,0 1-7 16,12-1-8-16,1-2-6 0,-7 2-2 0,4-1-4 15,3 3-3-15,-13-1 1 0,3 2 16 0,-8 1-6 16,-39-5 1-16,37 7 0 0,-3-5-4 0,-43 0 0 16,3 2-6-16,-4-1 3 0,0 0-4 0,5-1-4 15,-4 1 0-15,-4-3-4 0,-16-1-5 0,-16-1 2 16,18 2 5-16,-24-4-7 0,-1-2 2 0,-5 0-8 16,-3-2 4-16,-5 0 1 0,-9 2-2 0,-3-3-4 0,-1 0 3 15,-6-1 0-15,-6 3 1 0,-4-2-1 16,1 2 2-16,-4-1-8 0,0 1 1 0,-6 0-1 15,1 1-3-15,-6 3-2 0,3-3-20 0,-5 5-25 0,5-5-38 16,-5 5-42-16,0 0-50 0,0 0-56 0,0 0-79 16,0 0-248-16,-30 5-603 0,19 0 268 0</inkml:trace>
  <inkml:trace contextRef="#ctx0" brushRef="#br0" timeOffset="-18474.38">18203 9918 244 0,'0'0'282'0,"-5"-6"0"0,-3 1-6 15,4 1 1-15,1-4-7 0,-5 6-10 0,3-4-7 0,-2-1-15 16,-1 2-4-16,3-3-22 0,-2 1-14 0,2-1-17 16,0 0-19-16,2 1-10 0,3-4-21 0,3 6-14 15,4-6-22-15,8 2-60 0,16-3-58 0,14 1-65 16,10 4-63-16,4 3-77 0,22-1-64 0,-20 2-228 15,27 3-563-15,0-3 249 0</inkml:trace>
  <inkml:trace contextRef="#ctx0" brushRef="#br0" timeOffset="-8384.11">10703 13962 124 0,'-5'-3'425'16,"5"3"16"-16,-8-7 5 0,1 2-13 0,7 5-16 15,-8-3-18-15,8 3-17 0,-6-6-17 0,6 6-21 0,-2-6-26 16,2 6-31-16,0 0-28 0,2-7-26 16,-2 7-22-16,14-7-24 0,0 7-18 0,-4-1-17 0,9-2-17 15,1 2-30-15,4-1-51 0,4 0-54 0,1 2-66 16,6-3-76-16,-2 3-71 0,2 0-75 0,-2 5-93 16,0-3-419-16,0 2-865 0,-3-3 382 0</inkml:trace>
  <inkml:trace contextRef="#ctx0" brushRef="#br0" timeOffset="-7404.91">12016 13605 106 0,'-15'-2'326'0,"15"2"-19"0,0 0-28 0,-8-4-25 15,8 4-23-15,0 0-23 0,0 0-20 0,-14 4-9 16,14-4-17-16,-3 4-9 0,3-4-5 0,0 0-6 15,3 10-4-15,-3-10-11 0,14 7-6 0,-3-4-14 16,1 2-6-16,-1-2-12 0,8-3-16 0,-6 4 2 16,3-4-6-16,6 0-7 0,-4-5-4 0,-1 3-8 15,4-6-6-15,-4 1-2 0,3 1-4 0,-5-2-4 16,-1-3-2-16,-7 2-2 0,3-3-7 0,-3-3 3 0,-1 3-6 16,-2-5-2-16,-4 2-8 0,0 2 5 0,-9-4 0 15,6 3-5-15,-4 1 1 0,-4 3 2 16,-1-1-6-16,2 3-3 0,-5 3 6 0,-1 1-1 0,-1-2 2 15,-4 6-5-15,4 2-8 0,2-1 7 0,-5 7 6 16,1-2 3-16,4 3 6 0,-4 2-6 0,1 2-1 16,3 1 5-16,4 3 0 0,-6 3 0 0,7-2-6 15,7 1-2-15,0 1 5 0,1-1-4 0,5 0 5 16,1-2-7-16,6 3 3 0,4-5 2 0,5 3-8 16,-1-7 4-16,2 5-4 0,10-7-3 0,-7-2-3 15,5-2-13-15,2 1-10 0,4-5-15 0,-2-1-9 16,4-1-11-16,-4-7 9 0,-1 1-1 0,-1-1 0 0,-2-5 4 15,0-1 7-15,0 2 2 0,-4-4 6 16,-5 5 6-16,3-11 3 0,-14 7 11 0,7 0 15 0,-7 1 8 16,1-1 10-16,-6-1 3 0,0 5 2 0,-1 3-3 15,-4-3 3-15,2-1 2 0,-3 4-5 0,3 1 2 16,0 7-14-16,-3-6 2 0,3 6-8 0,0 0 4 16,0 0 0-1,0 0-10-15,-15 12 6 0,15-3-2 0,0 5 3 16,0-4-2-16,0 7 1 0,0-4-3 0,6 3 5 15,-2 1 0-15,1 0-5 0,-2-1-3 0,7-1 5 0,-4 1-3 0,4-1 0 16,2-3 6-16,-7-1 1 0,5-2-5 0,-2-3 2 16,4 0 6-16,-4-4-8 0,4-2 6 0,-1 0-3 15,-3-3-1-15,4-2-1 0,3-6 4 0,-5 1-1 16,-2-2-3-16,2-1-1 0,3-4 9 0,-8 0 21 0,0 1 15 16,7-2 15-16,-9 1 19 0,0-2 1 15,-3 6 1-15,9-2-9 0,-8 1 0 0,3 1-7 16,-4 5-5-16,1-1-9 0,-1 0-3 0,2 5-3 0,5-3-16 15,-7 3-7-15,0 4-1 0,6-1-4 0,-6 1-6 16,17 5-21-16,-9 2-18 0,5 1-19 0,1 2-28 16,7 2-27-16,2 3-24 0,2-2-32 0,2 2-35 15,2 1-34-15,1-4-38 0,2 0-24 0,11 2-27 16,-7-6-18-16,7 4-200 0,-11-7-574 0,4-2 254 16</inkml:trace>
  <inkml:trace contextRef="#ctx0" brushRef="#br0" timeOffset="-6998.67">13443 13503 59 0,'-9'-11'214'0,"-2"-1"15"16,2 0 10-16,-5-1 2 0,-3 3 1 16,0-1-2-16,-1 5-9 0,-3 0-6 0,-7 3-6 0,-2-2-6 15,2 8-6-15,-7 1-13 0,5 1-11 0,4 3-14 16,-3 3-8-16,3 4-5 0,0 1-13 0,1 3-11 16,3 3-11-16,4-2-14 0,3 0-3 0,7 4-16 15,0 2-7-15,3-6-8 0,1 0-14 0,8-1 6 16,1 1-12-16,3-1-8 0,0-2 6 0,4 0-14 15,1-6 0-15,2 0-22 0,1-5-19 0,8-2-13 16,-8 1-8-16,6-2-1 0,6-8 0 0,-7 0-13 16,7-7-6-16,-6 1-3 0,3-7-1 0,-2-2-2 15,-3-3-1-15,3-5-10 0,-2-9-6 0,-1-5 4 16,2 3-6-16,-7-1 5 0,1-4 6 0,-1 0 5 16,-7 0 5-16,-8 0 10 0,7 0 20 0,-7 16 30 0,2 0 20 15,-4 2 19-15,-5-1 13 0,4 7 1 0,-2 1-7 16,-1 4-1-16,-4 0-11 0,3 7 0 0,2 1-8 15,-7 4-4-15,6 1-4 0,6 2-1 0,-18 5-2 16,9 2 2-16,3 4-12 0,1 4 0 0,1 1 6 16,3 1-8-16,2 4-1 0,-1 4-10 0,9 0-9 15,1 2-28-15,3 0-19 0,0 0-23 0,2 0-29 16,3-6-35-16,-3 2-41 0,3 0-54 0,4-4-49 16,6-7-263-16,-5 4-590 0,0-8 261 0</inkml:trace>
  <inkml:trace contextRef="#ctx0" brushRef="#br0" timeOffset="-6748.67">13789 13318 127 0,'0'0'298'0,"-14"-2"-6"0,6 2-15 0,8 0-4 16,-17 5-12-16,12-1-16 0,-3 2-7 0,7-1-11 15,-3 3-18-15,8 0-10 0,-3-1-7 0,7 6-18 16,-1 1-8-16,8 2-14 0,0-4-16 0,1 8-16 15,11-1-2-15,-6 0-19 0,-1-6-8 0,-3 1-7 16,4-1-15-16,-4-3 1 0,-2 5-10 0,-2-3-11 16,0 2-4-16,-3-4-4 0,-5 0-3 0,-1-1-3 15,0-1-8-15,-4 3-5 0,-6-2-22 0,1-2-20 16,-5 0-29-16,-7 1-36 0,-1 1-51 0,2-3-61 0,-4 2-70 16,-2 0-88-16,-1 0-200 0,2-3-600 15,-3-2 266-15</inkml:trace>
  <inkml:trace contextRef="#ctx0" brushRef="#br0" timeOffset="-6092.4">14957 13333 106 0,'-5'-2'260'0,"-3"-3"-26"0,8 5-17 0,-15-3-12 15,8 3-3-15,7 0-17 0,-16 8-8 16,3-3-10-16,6 4-3 0,-1 2-16 0,3 1-14 15,-4 4-8-15,8-1-10 0,1 3-8 0,0-2-10 0,8 0-11 16,-1 3-9-16,-7-4-4 0,10 1-7 0,-5 0-5 16,11-5-6-16,-3 2-9 0,-6-7 0 0,8-2-4 15,-2 4-7-15,2-4 2 0,-5-4-5 0,1 2-3 16,1-8-1-16,3 5-1 0,0-9-5 0,-2 1-3 16,-5-2 0-16,6 0-1 0,-4-4-4 0,-4 0 2 15,2 2 9-15,-1-6 7 0,-2 6 4 0,2 1 6 16,-6 1 8-16,3 0 6 0,-1 3-6 0,-3-3 1 15,3 7-6-15,-3-2-9 0,0 6-8 0,5-6-2 16,-5 6 3-16,0 0-13 0,0 0 2 0,0 0-2 16,0 0 0-16,0 0-3 0,15 21 0 0,-13-11-6 0,3 1 4 15,-2-2-4-15,9 3 1 0,-4 3-1 0,0 0 0 16,5-3-2-16,-6 2 5 0,6-2-4 0,-3 1 3 16,5-7 7-16,-2 3-11 0,-4 0-3 0,-1-3 4 15,2-5-2-15,0 2-1 0,-5 2-5 0,-5-5 1 16,16-5 0-16,-6 1-3 0,-3-2 2 0,-1-3 1 15,-2 0-3-15,1-3 6 0,-5 3-6 0,6-8 4 16,-2 2 1-16,-4 2-3 0,3-2 3 0,-1 3 2 16,-1-3-1-16,-1 0 0 0,0 4 1 0,0 1 8 0,0 0 3 15,0 2-4-15,0 1 8 0,2-1-11 16,-2 8 8-16,2-11-7 0,-2 11-5 0,3-4 0 16,-3 4-3-16,0 0 3 0,0 0-2 0,18 9-15 0,-11-2-15 15,3 1-18-15,-4-1-15 0,9 4-24 0,0 1-28 16,-2-3-28-16,-1 3-32 0,-1-2-36 0,4 1-41 15,0-3-58-15,-2-3-184 0,-3-2-533 0,0 2 236 16</inkml:trace>
  <inkml:trace contextRef="#ctx0" brushRef="#br0" timeOffset="-5795.52">15747 12926 38 0,'-2'-11'364'0,"2"6"-12"0,0-5-8 0,0 4-2 0,0 6-21 16,0-11-15-16,0 6-20 0,0 5-32 0,0-6-10 16,0 6-39-16,0 0-17 0,0 0-24 0,16 15-10 15,-9-7-10-15,0 11-15 0,-4-2-8 0,5 5-14 16,1 6-14-16,-3 1-9 0,2 0-6 0,-1 1-4 15,5 2-9-15,-4 10-3 0,-1-12-14 0,1 10-30 16,-7-13-31-16,4 5-32 0,4-2-28 0,-9-3-31 16,6 0-34-16,-6-3-40 0,0 2-42 0,2-10-41 15,1-4-28-15,1 0-255 0,-4 2-590 0,0-7 261 16</inkml:trace>
  <inkml:trace contextRef="#ctx0" brushRef="#br0" timeOffset="-5356.48">16041 12968 225 0,'-3'-7'284'0,"0"2"-27"0,1-2-21 16,2 7-20-16,-8-1-4 0,8 1-1 0,-10 10-13 16,8 0-11-16,-1 2-12 0,-2 4-14 0,3 3-12 15,4 3-5-15,3 6-15 0,0 3-14 0,-2 1-7 16,9-1-13-16,-4-1-4 0,3 9-13 0,-6-7-4 15,5-3 2-15,2 3-17 0,-5-5-6 0,2-3-14 16,-2 3-5-16,0-7-19 0,-2-2-15 0,-5-2-17 16,3-5-9-16,-3-2-7 0,-3-2-7 0,1 3 3 15,-1-5-5-15,-4 2-6 0,7-7-1 0,-15-2 1 0,15 2 1 16,-18-12 7-16,11 6 2 0,-4-8 4 0,-2 1 3 16,8-1 7-16,-7-1 0 0,5-1 2 15,-1-2 9-15,3 1 11 0,0 1 6 0,-1 1 20 0,2-3 4 16,-1 1 12-16,4 4 6 0,-3-1 7 0,4 7 9 15,-1-2 3-15,1 2-9 0,-4-1-5 0,4 8-4 16,5-9-4-16,-5 9-1 0,14 3-6 0,-14-3-4 16,23 5 0-16,-8 4-2 0,3-2-2 0,3 2 2 15,1 2-5-15,3 0 0 0,3 1-2 0,-5 4-3 16,2-5-5-16,-7-2-3 0,0 2 4 0,0-2-8 16,-3-2-16-16,0 1-26 0,-3-4-26 0,-4 2-19 15,0-4-38-15,-1 0-44 0,-7-2-44 0,0 0-48 16,0 0-244-16,0 0-539 0,0-14 238 0</inkml:trace>
  <inkml:trace contextRef="#ctx0" brushRef="#br0" timeOffset="-5168.98">15584 12984 278 0,'-5'-8'470'16,"-5"0"16"-16,5-2-12 0,5 1-37 0,-1 1-40 15,-6-2-44-15,6 1-27 0,2 1-36 0,-1 0-34 16,8 1-30-16,-4 2-21 0,-3-1-58 0,9 3-58 16,-5-2-74-16,10 5-77 0,-15 0-70 0,17 7-90 15,-1-3-104-15,1 4-293 0,-7 0-668 0,3 3 296 16</inkml:trace>
  <inkml:trace contextRef="#ctx0" brushRef="#br0" timeOffset="-4439.71">17427 12983 205 0,'-9'-7'375'0,"4"3"-5"0,2-2-4 0,-5-4-9 15,4 3-6-15,3 0-27 0,-1-1-19 0,2 8-23 16,2-12-26-16,1 8-28 0,5-4-23 0,1 3-20 16,6-1-19-16,1-1-17 0,4 6-16 0,3-2-11 0,-1 3-17 15,2 0-11-15,3 4-7 16,-2 3-13-16,3-1-4 0,-3 1-9 0,3 0-5 15,-8 1-1-15,-5 2-13 0,1-1-2 0,-1 3-4 16,-2-2-5-16,-8 2-2 0,-1-4-2 0,2 4-2 16,-6-2-2-16,-6 3-4 0,-1 1 7 0,-5-2 7 15,-6 1 1-15,2-4 9 0,1 5 2 0,-5-3 1 0,-2 5 3 16,6-5 2-16,-7 1 1 0,8-1-2 0,0 1-4 16,0 1-4-16,7-2-6 0,-6 4-3 0,4-3-1 15,6-1-1-15,0 4-1 0,3 0-2 0,2-2-5 16,3 2-1-16,-3 3 0 0,9-5-7 0,-2 3-18 15,4-3-46-15,-4 5-49 0,4-7-66 0,3 1-65 16,-5-1-70-16,5-2-88 0,-9-1-416 0,7-4-869 16,-6 2 385-16</inkml:trace>
  <inkml:trace contextRef="#ctx0" brushRef="#br0" timeOffset="-4142.83">17705 13647 35 0,'0'0'302'0,"0"7"-14"0,0-7-12 16,6 8-17-16,-6-4-12 0,2 3-12 0,3-3-2 16,-2 0-7-16,4 1-7 0,1-3-12 0,-3 2-9 15,3-1 0-15,-1 2-6 0,-7-5-10 0,15 0-10 16,-5 1-15-16,-10-1 1 0,13-5-9 0,-13 5-6 15,15-7-12-15,-8 3-8 0,-6 0-10 0,6 0-7 16,-2-4-7-16,-2 0-5 0,-1 1-9 0,1-8-10 16,0 10 1-16,-3-5-14 0,4 3-9 0,-4-3-3 0,0 3-8 15,-4 0-4-15,4 7-16 0,0-12-28 0,-3 7-28 16,3 5-45-16,-2-5-47 0,2 5-43 16,0 0-62-16,-11 0-70 0,11 0-79 0,0 0-274 0,-8 10-707 15,6-6 313-15</inkml:trace>
  <inkml:trace contextRef="#ctx0" brushRef="#br0" timeOffset="-3470.94">19247 13545 34 0,'0'0'328'0,"0"0"-9"0,0 0-7 16,-16-14-7-16,9 12-11 0,7 2 0 0,-5-8 1 16,5 8-13-16,-3-4 0 0,3 4-18 0,0 0-26 15,8-14-22-15,7 6-21 0,10-2-19 0,8 5-19 16,25-3-15-16,0-3-15 0,33-1-12 0,15 1-13 16,44 1-7-16,9-1-11 0,5 5-12 0,7 1-6 15,6-7-2-15,5 8-7 0,8-6-6 0,-3 9-7 0,2-6-2 16,3 10-6-16,-2-6-1 0,-3 2 4 0,-6 1 2 15,-16-3-2-15,4 2-5 0,-7 1-6 16,-16 8 3-16,-44-8-3 0,4 0-6 0,-5-3 1 0,4 3-4 16,-9 3-1-16,-9-6-2 0,-27-1-1 0,-1 1-10 15,-9-3 10-15,-7 0-4 0,-11 3 3 0,-3-6 0 16,-10 4 3-16,-3 0-2 0,-3 0-1 0,-1 0-1 16,-7-2-2-16,-3-1 3 0,4 6-8 0,-6-5-11 15,0 7-20-15,-10-11-20 0,7 4-27 0,-7 5-43 16,5 0-41-16,5 2-42 0,-15-3-52 0,15 3-59 15,-15 3-50-15,15-3-324 0,-15 2-737 0,4-1 326 16</inkml:trace>
  <inkml:trace contextRef="#ctx0" brushRef="#br0" timeOffset="11252.61">13510 14235 321 0,'4'-12'382'16,"-4"3"3"-16,0-3-6 0,1 6-9 0,-1-2-20 15,0 4-25-15,0 4-33 0,7-6-27 0,-7 6-3 16,0 0 9-16,0 0-16 0,15 17-22 0,-7-4-21 15,0 1-19-15,1 5-20 0,4 5-18 0,2-3-12 16,0 10-19-16,-2-2-10 0,5 9-10 0,2-1-11 0,-7 2-9 16,2-1-27-16,-3-10-28 0,-1 3-31 0,-1-2-27 15,4-1-30-15,-8-4-44 0,2 2-35 0,-1-2-30 16,1-8-35-16,-1 2-32 0,-7-1-32 0,0-7-29 16,2 2-25-16,-2-5-36 0,0-2-209 0,0-5-613 15,0 0 272-15</inkml:trace>
  <inkml:trace contextRef="#ctx0" brushRef="#br0" timeOffset="11752.62">13691 14634 185 0,'-3'-8'236'16,"-4"1"18"-16,0-1 0 0,4 3-9 0,1-3-1 15,-1 5-10-15,0-5-20 0,3 8-22 0,-7-3-18 16,7 3-17-16,0 0-15 0,0 0-13 0,0 0-13 0,28 3-12 16,-11 2-8-16,4 0-10 0,4 0-7 0,10 0-7 15,-4 2-11-15,17 3-19 0,-5-9-20 16,-1 7-20-16,-9-7-26 0,5 2-18 0,3-3-17 0,-8 0-11 15,-3 0-15-15,3 0 0 0,-6-4 5 0,-6-3 3 16,-6 6 13-16,0-5 8 0,-3 1 8 0,-6 2 8 16,3-2 18-16,-8-3 17 0,-1 5 9 0,0 3 17 15,-10-16 14-15,4 9 17 0,-8 5 15 0,0-3 10 16,-6 2 8-16,-3 1 8 0,6-5-3 0,-3 6 2 16,-3 2 5-16,-4 6-12 0,3-4 5 0,4 2 3 15,-3 10 3-15,-2-6-6 0,2 9-5 0,4-6-11 16,0 6-5-16,7-2-13 0,0 0-1 0,1 3-4 0,9 1-5 15,-1-2 0-15,3 2-7 0,3-1-1 16,-1-4-9-16,13 5 0 0,-5-8-4 0,4 5 0 16,1-7-12-16,4-2-7 0,-1 0-3 0,2-7-13 0,0-1-8 15,3-1-2-15,2-4-1 0,-2-2-5 0,5-2 2 16,-12 1 0-16,4-6 4 0,-5 2 4 0,8-7-1 16,-9 4 2-16,2-5 4 0,-4 2 3 0,-6 2-1 15,-2 3 22-15,2-4 13 0,1 0 12 0,-7 7 7 16,2-2 11-16,-2 0 3 0,0 3 11 0,0 3-6 15,4-2-6-15,-4 3-11 0,2-3-9 0,-2 8-8 16,0 0 1-16,0 0-6 0,0 0 1 0,0 0-6 16,0 0-4-16,0 0 8 0,0 21-14 0,5-15-13 15,-3 2-31-15,-1 0-28 0,6 3-27 0,-2-2-27 16,-2 2-25-16,4 0-39 0,-2-2-48 0,0 2-59 0,5 0-60 16,-4-4-222-16,3-2-615 0,-3-1 273 0</inkml:trace>
  <inkml:trace contextRef="#ctx0" brushRef="#br0" timeOffset="22463.24">26758 9717 199 0,'10'-8'273'0,"3"0"-6"15,1-8 4-15,-6 3-2 0,0-4 2 0,1 1-15 16,-3-5-2-16,1-3 8 0,-6 0 9 0,4 0 4 15,-3-2-1-15,-2 1 1 0,-2-2-20 0,-3 1-16 16,4 2-9-16,-4 5-19 0,-3 1-17 0,4-2-18 16,-1 4-19-16,-5 3-13 0,5-2-14 0,-5 3-13 15,0 1-12-15,1-1-12 0,-5 6-13 0,-1 0-7 16,-1 3-4-16,-4 3-11 0,-3 1-6 0,-5 2-4 0,-2 8-9 16,0 1-2-16,0 3-1 0,7 3-13 0,-2 6 2 15,-1 6-4-15,4-3-5 0,7 3-8 16,-1 6-10-16,4-3-7 0,6-3-2 0,2 10-13 0,4-6-3 15,2-5 1-15,11 12-3 0,-1-5 2 0,3-6-3 16,6 5-1-16,-1-12-3 0,5 1-5 0,-2-2 4 16,5-6-4-16,2-3-6 0,0 1 0 0,3-5 0 15,-10-5-3-15,12 1 8 0,-5-7 7 0,-1-2 5 16,1 1-4-16,-7-7 13 0,-1 4-3 0,3-6 2 16,-9 1 6-16,1 0 0 0,-1 1 4 0,-1-2-2 15,0 2 3-15,-7-1 1 0,1 3 4 0,-3 3 2 16,1-3-4-16,-2 2-2 0,-3 0 1 0,6 3 0 15,-3-3 1-15,-5 6 6 0,10-1-11 0,-10 1 5 0,15 1 0 16,-9 6-2-16,1 0 2 0,5 1-2 16,-4 0-4-16,0-2-11 0,5 4-4 0,-3 1-6 15,-3-2-3-15,-1 1-11 0,3-1-7 0,-4-1 7 0,-2-1-5 16,5 3 0-16,-4-5 1 0,-1-1 4 0,-1 0 4 16,-2-4 7-16,5 3 2 0,-5-3 8 0,0 0-5 15,0 0 9-15,0 0 0 0,0 0 2 0,-14-15 3 16,13 4-3-16,-1 4 6 0,-3-2 0 0,2-6 9 15,3 4-5-15,0-2 9 0,0-2 3 0,0 0-2 16,3 3 20-16,2 0-18 0,-2 1 0 0,1 3 5 16,1 0 1-16,1 0-2 0,-1 1 0 0,3 2-5 15,-3 1 4-15,5 2-5 0,-5 1-2 0,-5 1 0 16,23 1 5-16,-13 2 0 0,5 5-8 0,-6 3 4 16,-3-4 1-16,7 6 1 0,1 1 1 0,-6-1-5 15,2 1 2-15,-2 1 1 0,4-2-11 0,-4 1 6 16,-1-6-6-16,3 4 1 0,-4-5 7 0,-1-1-3 0,0-2 3 15,-2 4-6-15,2-6 3 0,-5-2 6 0,0 0-4 16,0 0 3-16,24-10 6 0,-18 6-7 16,-2-7 2-16,2 6 0 0,4-6 8 0,2-2 9 0,-1-1 4 15,-2-1 0-15,5-2 5 0,3 6 5 0,-2-3 0 16,0-3 2-16,1 10 1 0,3-5-3 0,-5 1-1 16,1 6-1-16,0-6-8 0,2 3 9 0,-6 4-8 15,-1 1 9-15,4 3-19 0,-1 0-1 0,-10 3-4 16,12 0 6-16,-10 3-4 0,5 0-4 0,-2 3-4 15,4 1-11-15,-2 2-7 0,-5-1-8 0,5 4-12 16,3-3-5-16,-5 1-38 0,4 1-25 0,-6-5-28 16,4 3-33-16,-3-1-48 0,6-3-50 0,-3-3-48 15,-2 2-259-15,6-4-618 0,-5-3 274 0</inkml:trace>
  <inkml:trace contextRef="#ctx0" brushRef="#br0" timeOffset="22728.87">27877 9173 281 0,'0'-20'299'0,"0"5"-5"15,2 3-6-15,-2 3-11 0,1 0-14 0,4-2-21 16,-3 6-27-16,-2-3-16 0,0 8-29 0,0 0-12 16,0 0-16-16,13 17-7 0,-6-7 0 0,-4 10 5 15,12 0-7-15,-7 9-21 0,2 4-12 0,7 7-9 16,-9 1-5-16,0-2-10 0,6 6 8 0,-4-1-26 15,-2 0-7-15,5 1-15 0,-6-2-13 0,-1-6-19 16,-1 7-11-16,-3-4-27 0,6-9-17 0,-8-2-27 16,0-1-20-16,0 4 6 0,-5-6-31 0,5-8-48 15,-3 1-38-15,3-9-21 0,0 1-19 0,0-2 7 16,-2-3-176-16,-3 0-454 0,5-6 201 0</inkml:trace>
  <inkml:trace contextRef="#ctx0" brushRef="#br0" timeOffset="23542.9">28003 9767 8 0,'-5'-17'99'0,"5"0"30"0,-8 0 10 0,6 3 19 15,-3-6 11-15,5 5 3 0,0 2 4 0,-7 2 0 16,6-1-12-16,1 2-7 0,0 2-5 0,1 3-10 16,6-4-10-16,-7 2-16 0,7 6-10 0,3-4-11 15,3 5-8-15,8 3-9 0,-1 0-12 0,10 5-3 16,0 1-6-16,1 2-6 0,4-4-7 0,8 6-3 16,-3 2-10-16,-9-5-10 0,16 3-9 0,-14-2-7 15,0-1-7-15,0-4 0 0,-5-3-1 0,-8 3-1 16,3 0 0-16,-5-6 0 0,-4-3 1 0,-3 3 0 15,-1-3 0-15,-5-2 3 0,0 2-1 0,-2-1 1 16,-6-5 0-16,-2-2 13 0,-2 4 0 0,-6-2 10 16,-3-3 9-16,1 3 10 0,-5-1 6 0,-3 1-4 0,6 1 0 15,-1 3-10-15,-4 3 1 0,-2 0-1 16,4 4-3-16,1-2-5 0,1 2-5 0,3 6 0 16,0-1-3-16,1 4 8 0,7-2-7 0,-3-2-5 0,5 5-3 15,0 2 0-15,2-1 0 0,3 2 0 0,0 5 1 16,6-6 1-16,3 2-5 0,-1-8 3 0,-3 2-3 15,0 0-3-15,6 0 0 0,1-3 0 0,3 2 2 16,-5-6-3-16,5-2-3 0,5-1 2 0,-5-1 1 16,1-1-1-16,6-7 0 0,-11 1-1 0,7-2-2 15,-6-2 1-15,3 0 4 0,-4-1 4 0,1-2-4 16,-4-3-6-16,2 6 6 0,0 0 3 0,2-3 5 16,-7 2 9-16,1 2 11 0,-2 2 6 0,-1 0 3 15,-1 0-5-15,4 2-3 0,-4 0-8 0,3 3-3 16,-5 4-3-16,0-6-3 0,0 6-5 0,0 0-1 15,0 0 4-15,0 18-4 0,0-8-2 0,3 6-1 16,2-8-4-16,-3 12 7 0,3-5-4 0,-4 4 1 0,9 1-5 16,-5-2-6-16,9-2-1 0,-8-1 0 0,6 2 0 15,-9-5-2-15,9 2-4 0,-6-6 7 16,6 0-3-16,-2-4 0 0,-5 3 0 0,5-6 2 0,0 1 0 16,-10-2 0-16,18-8-1 0,-8 2 4 0,-2-2-1 15,2 1 1-15,0-8-1 0,-3 2 2 0,7-3 2 16,-7 5-4-16,0-1 5 0,-6-2 2 0,4 6 3 15,-1-1 1-15,2-3 7 0,-6 5-2 0,5 3 6 16,-3-4-7-16,4 4-3 0,-6 4-5 0,2-8-1 16,-2 8 1-16,0 0-3 0,0 0 2 0,0 0 4 0,0 0-5 15,0 0 2-15,7 20-13 0,-2-13 8 0,-4 2 5 16,3 3-2-16,-1-1 0 0,-1-3 2 16,4 4-1-16,-2-4-6 0,1 2 4 0,1 1 0 0,-3-2-3 15,2-2 6-15,-1 1-6 0,2-4 4 0,1 1-6 16,0-3 5-16,-7-2-1 0,13 0-1 0,-13 0 0 15,15-8 3-15,-5 5-2 0,0-6-2 0,-2 2 6 16,0-3 3-16,0 1 7 0,1 2 11 0,1-4 5 16,1 4 11-16,-4-10 0 0,3 13 4 0,-5-4-5 15,3-4-8-15,-1 5 1 0,-7 1-2 0,8-4 5 16,-5 3-9-16,1 4-11 0,-4 3-6 0,8-4-9 16,-8 4-7-16,0 0-15 0,15 7-16 0,-10-2-16 15,-4 1-16-15,4 6-25 0,4-5-22 0,-3 7-28 0,4-4-26 16,-5 10-49-16,12-5-51 0,-2 1-47 15,-1-2-177-15,5 2-535 0,5-1 237 0</inkml:trace>
  <inkml:trace contextRef="#ctx0" brushRef="#br0" timeOffset="23808.53">29551 9660 23 0,'-2'-6'309'0,"-3"0"-8"0,2 3-11 0,-4-3-14 15,2 2-21-15,5 4-15 0,0 0-33 0,-7-7-20 16,7 7-23-16,0 0-12 0,0 0-19 0,-10 12-7 16,10-1-6-16,-5-4 16 0,10 5-13 0,-3-3-9 15,1 6-4-15,2 3-12 0,5 5-8 0,-1-3-7 16,-1-4-14-16,2 3-2 0,1-4-7 0,-1 2-5 16,0 4-5-16,-1-3-7 0,0 0 1 0,-2-4-10 15,0-1-5-15,-2 2 1 0,-2-3-11 0,-3 0-7 0,0-3-12 16,0-2-6-16,-3 1-19 0,-1-2-10 15,-6-1-26-15,0-1-27 0,-4-4-35 0,0 3-46 16,-4-6-54-16,-3 2-52 0,-1-2-233 0,-1-4-549 0,-5-5 242 16</inkml:trace>
  <inkml:trace contextRef="#ctx0" brushRef="#br0" timeOffset="23996.03">28998 9352 184 0,'-5'-8'294'16,"0"0"-32"-16,5-4-25 0,-2 6-24 0,0-2-18 15,2 3-23-15,0 5-21 0,0-8-11 0,0 8-26 16,0 0-33-16,-6-7-24 0,6 7-47 0,0 0-60 16,0 0-82-16,0 0-190 0,-17 17-348 0,9-14 155 15</inkml:trace>
  <inkml:trace contextRef="#ctx0" brushRef="#br0" timeOffset="24511.66">25621 9651 212 0,'-26'-6'432'0,"1"6"-7"0,5-2-16 0,2-1-9 16,11 2-20-16,-3 2-10 0,-3-3-18 0,13 2-22 15,-10-2-28-15,10 2-28 0,-8-5-26 0,8 5-26 16,0 0-22-16,0 0-18 0,59 5-40 0,-26-2-50 16,12 3-55-16,5 4-60 0,1-7-63 0,-1 6-70 0,-4-1-94 15,10-2-125-15,-1-2-312 0,-9 4-743 0,2 1 328 16</inkml:trace>
  <inkml:trace contextRef="#ctx0" brushRef="#br0" timeOffset="27022.24">30391 9565 22 0,'0'-15'292'16,"4"3"1"-16,-8-3-4 0,4 2-6 0,0-2-12 15,-5 1-17-15,2 1-26 0,1 6-27 0,-1-4-21 0,0 2-16 16,-4 3-16-16,6-2-17 0,-8 4-17 16,3 3-8-16,6 1-12 0,-22 1-11 0,7 3-9 15,-3 4-8-15,3 4-7 0,0 2-2 0,0-3-8 0,2 5-5 16,0 0-6-16,1-1-4 0,6 6-4 0,-3-3-1 16,1-2-7-16,1-1-4 0,6 0-5 0,-6-6-5 15,7 6 2-15,8 2-3 0,-8-9-5 0,7 2 6 16,0-6-5-16,1 1 3 0,0-2-1 0,2 0-2 15,2-3 4-15,-12 0-2 0,21-6-3 0,-6 0 12 16,3-2-12-16,-4 1 0 0,1-5 2 0,-2 1-1 16,2 1-2-16,-4-4 1 0,-2 7 4 0,2-4 1 15,-6 2 1-15,7 4 1 0,-7-3 2 0,1 2-6 16,1 3 4-16,-5-2-5 0,-2 5 0 0,13-3-1 16,-13 3-6-16,0 0 6 0,0 0-3 0,15 7 2 15,-10 0-1-15,3-3 0 0,-3 5 3 0,-2 1-4 16,5-3 3-16,-1 2-3 0,1 2 5 0,4-2-4 0,-2-3-2 15,-4-1 5-15,8 2-3 0,2-2-8 16,-2-3 11-16,2-4-1 0,-1 2-7 0,3-4 1 16,-1 1 1-16,-1-6 4 0,-1 0 2 0,3-1-2 0,6-7-5 15,-6-2 0-15,3-3 11 0,-6-5-8 0,0 4 1 16,5-12-2-16,-7 5-2 0,-1-12 1 0,1 1-4 16,-5 3 5-16,-4-1 3 0,-1 5-1 0,-3 2 0 15,0 1 1-15,-3 1 7 0,-1 3 0 0,-2 10 3 16,4-3-2-16,-5 2 15 0,6 6-6 0,-4 1-1 15,3-1-4-15,-6 8-2 0,6-2-6 0,-3 0-6 16,-8 6 4-16,13 0-2 0,-25 9 2 0,12 2-1 16,-2 1-1-16,2 4-1 0,1 2 1 0,-3 5-3 15,5 2 1-15,2 1 4 0,1 1-9 0,2 4 8 16,5-3-3-16,2 1-5 0,5 4 4 0,1-4-10 16,5-1-5-16,2 10-13 0,-3-13-5 0,6 1-14 15,-3-3-17-15,3 0-22 0,-3-8-29 0,5-2-33 0,3 4-45 16,-6-7-36-16,4-2-36 0,-1-1-195 0,-2-2-500 15,2-1 222-15</inkml:trace>
  <inkml:trace contextRef="#ctx0" brushRef="#br0" timeOffset="27569.12">31050 9531 42 0,'5'-8'98'0,"-2"1"11"15,-1 1 39-15,3-3 19 0,-3 3 13 0,-2 0 17 16,0 6-1-16,-2-9-7 0,2 1-17 0,0 8-17 16,0 0-16-16,0 0-14 0,-5-6-12 0,5 6-9 15,0 0-9-15,-15 20-7 0,12-11-5 0,-1 4-2 16,1 2-4-16,-5 5 3 0,5 7-4 0,1 0-9 15,0 3-3-15,-1 10-6 0,3 5-5 0,3-1-6 16,-1-2-2-16,1 3 1 0,1-1-12 0,-3-1 1 16,9-1-8-16,-7-4 1 0,-1-6 0 0,5-5-8 0,-1 2 2 15,1-4-8-15,-2 2 3 0,0-7-3 16,3-4-8-16,-3 2-12 0,-3-7-5 0,1-2-11 16,2 2-4-16,2-6-8 0,-6-2-4 0,6 1-14 15,-7-4-10-15,0 0-11 0,0 0-8 0,3-20-14 0,1 6-12 16,-8-3-6-16,4-2-17 0,4-6-21 0,-3-4-1 15,1-1-10-15,1-9-11 0,7-5-12 16,-10 2-93-16,5-1-301 0,3-2 984 0,-8 4-503 0,5 0 35 16,-3 11 32-16,6-2 30 0,-8 1 37 0,0 1 29 15,4 3 32-15,-1-1 22 0,-3 0 18 0,0 3 8 16,0-2 1-16,0 9 8 0,0-3 1 0,0 6 5 16,0-6-5-16,7 3-6 0,-6 3 1 0,6-2-5 15,-7 7-14-15,1 1-5 0,3-1-10 0,-4 2 2 16,3 2-26-16,4 5 0 0,-7 1-21 0,15-3-8 15,-15 3-8-15,19 4-1 0,-9 2 2 0,4 2-15 16,-6 2-8-16,5 1-4 0,-6 2-2 0,8 2-4 16,-2-1 0-16,-10 2 6 0,5 2-19 0,-1-1-4 0,0 3-7 15,-6-3 1-15,-1 1 7 0,-1 3-10 16,-6-6-4-16,4-2-2 0,-4 4 0 0,-4-2-3 16,-3-3 0-16,1 0-5 0,-5-5-5 0,3 5-3 0,-2-4-5 15,1-2-12-15,-2 0-18 0,1-3-16 0,-3-3-17 16,7 3-18-16,1-7-20 0,-1-3-24 0,7 3-17 15,-6-5-25-15,9 3-4 0,3-3-11 16,0-2 2-16,3 1-11 0,2-7-114 0,8 1-363 0,0-5 161 16</inkml:trace>
  <inkml:trace contextRef="#ctx0" brushRef="#br0" timeOffset="27928.51">31427 9171 71 0,'5'-16'190'15,"-1"7"-3"-15,-3-6-7 0,6 5-5 0,-7 3-16 16,0 2-16-16,3 0-18 0,-3 5-13 0,0 0-13 15,0 0-6-15,0 0-11 0,0 0-6 0,-1 20-3 16,1-5-8-16,-2 2-4 0,4 2-10 0,-1 7 1 16,8 1-5-16,-6 0-7 0,2-2-1 0,1 4-8 0,1-1-1 15,3-1-1-15,-5-3-5 0,-2-4 0 16,11 6-2-16,-14-10-2 0,8 0-3 0,-7 1-2 16,6-5-2-16,-7-3-2 0,0 2 1 0,3-6-4 0,1 3 4 15,-4-5-4-15,0-3 2 0,1 6-1 0,-1-6 0 16,0 0-3-16,0 0 4 0,0 0 4 0,10-18 6 15,-10 10 7-15,2-2 5 0,5 4 7 0,-6-3 10 16,1-1 7-16,1-1 6 0,7-1 0 0,-8 1-3 16,3 4 6-16,1-1-11 0,-4 3-2 0,-2-2-6 15,7 3-2-15,-7 4-6 0,6-6-2 0,-6 6-6 16,0 0 0-16,0 0-5 0,17 9-4 0,-12-3 1 16,0 1-6-16,1 4-1 0,-1 4-9 0,5-3-12 15,-1 6-11-15,0-5-18 0,0 7-16 0,6 1-17 16,-5-3-16-16,0-1-25 0,1-4-23 0,4 2-19 15,-2-3-13-15,-1 0-11 0,-2-1-14 0,3-7 3 16,2 4-11-16,-5-4-103 0,0-2-324 0,3-4 144 16</inkml:trace>
  <inkml:trace contextRef="#ctx0" brushRef="#br0" timeOffset="28225.38">31863 9643 839 0,'6'-4'-51'0,"1"-4"35"15,-5 1 20-15,4-5 22 0,-4 3 12 0,-2-3 12 16,0 2 21-16,-2-6 13 0,-4 8 13 16,4-6 5-16,-3 2-2 0,-3 3 1 0,1-5-11 0,-1 6-10 15,1 1-9-15,-3 2 2 0,-3-2-11 0,3 0-4 16,-3 5-10-16,0 4-2 0,3-2-4 0,-10 2-4 15,12 3-3-15,-6 0-2 0,3 1-3 0,1-2-3 16,3 4-3-16,-1-1 0 0,0 4-2 0,6 1-3 16,-1-8-2-16,1 5-9 0,4-1 11 0,1-2-1 15,-1-2-5-15,4 5-2 0,3-2-1 0,-1-3 1 16,2-3-3-16,1-1-3 0,-4 3 2 0,8-6-3 16,-15 3 4-16,21-2 1 0,-12 0 11 0,4-3 17 15,-3 2 11-15,-4 1 9 0,1 0 3 0,1-3-4 16,-3 2-7-16,-5 3-1 0,10-7-4 0,-5 6-5 15,-5 1-6-15,10-4-4 0,-10 4-5 0,0 0-2 16,0 0-1-16,15 7-2 0,-8-3 2 0,-7 2-8 0,8 3-1 16,-1-3-11-16,-2 3-8 0,3 0-16 0,-2 2-16 15,4-1-19-15,4 4-32 0,-8-6-41 16,9 0-52-16,-2-4-25 0,-4 1-181 0,4 0-420 16,2-3 186-16</inkml:trace>
  <inkml:trace contextRef="#ctx0" brushRef="#br0" timeOffset="28851.9">32121 9117 145 0,'-2'-9'282'0,"1"-2"-6"0,-3 4-14 0,4-1-18 16,0 3-21-16,0 5-22 0,0-11-20 15,0 11-16-15,-3-4-21 0,3 4-12 0,0 0-13 0,0 0-13 16,10 19-11-16,-2-10-9 0,-1 5-11 0,1 2-4 15,-1 3-5-15,4 7-10 0,-2-1-4 0,1-1-4 16,-5 2-3-16,4 1-7 0,-2 0-6 0,1 0 0 16,-3 0-5-16,-5 1-3 0,4-1-3 0,1-3-4 15,-5 2-3-15,-9 1 1 0,9-11-1 0,0 7-6 16,-5-5-2-16,-3-1-5 0,6-4 1 0,-3 2 0 16,-4-5 1-16,9 1-3 0,-5-2-1 0,3-1 1 15,-6-2 0-15,3-4-3 0,1 5 6 0,4-7 0 16,0 0-1-16,-15 0-1 0,15 0 3 0,-11-9-2 15,11 9-2-15,-3-13 1 0,-1 8 1 0,4-6-2 16,0 0 2-16,-3 2-1 0,3 2 2 0,0-2 0 16,0 3 2-16,3-2-3 0,1 1 1 0,-1 2-4 15,0 1-1-15,-3 4 1 0,18-3-5 0,-9 3 3 0,-9 0-1 16,20 3-9-16,-6 1-12 0,10 4-7 16,-10-2-8-16,8 2-5 0,-2 2-7 0,-4 0-11 15,3-1-6-15,-3 2-4 0,1 0-15 0,3-3-4 0,-2 0-8 16,-2-1 0-16,-1 0 12 0,3-5 4 0,-9 3 9 15,4-3 6-15,-3-2 10 0,0 0 5 0,-10 0 6 16,11-8 7-16,-2 4 0 0,-8-5 17 0,4 3 9 16,-5-3 13-16,0-2 24 0,0 2 13 0,0 0 4 15,-5-1 14-15,4 0 6 0,-4 2-1 0,1 0 2 16,-1-1-7-16,4 3-7 0,1 6-4 0,-8-9-4 16,6 3-6-16,2 6-1 0,-7-1-5 0,7 1-1 15,0 0-4-15,-13 8 0 0,11-1-1 0,1-2-3 16,1 6-3-16,1-3 0 0,-1 2-3 0,2-2 1 15,3 2-7-15,-3 0-1 0,6 1-9 0,2 2-15 16,1-2-14-16,-2-2-28 0,6-2-19 0,-4 1-30 16,-1-5-11-16,5 1-18 0,0-4-13 0,-2 0-8 0,-5-3-7 15,12-1-109-15,-5-2-298 0,0-1 132 0</inkml:trace>
  <inkml:trace contextRef="#ctx0" brushRef="#br0" timeOffset="29070.66">32707 9543 568 0,'7'-24'-13'0,"1"-2"22"15,-5-1 15-15,2 0 27 0,8-1 10 0,-11 1 16 0,0-5 16 16,-4 4 23-16,4 2 24 0,1-1 9 0,-3 9 10 15,0-6 8-15,0 9 2 0,0-4 1 0,-3 6-4 16,3 2-9-16,0 0-15 0,0 4-21 0,0 0-10 16,0 7-11-16,-7-5-7 0,7 5-13 0,0 0-9 15,-15 12-6-15,7 0-8 0,5-2-4 0,-2 10-5 16,-4 1-10-16,4 6 2 0,-5 0-4 0,7 1-2 16,3 1-4-16,-2-2 0 0,4 5-6 0,-2 8-8 15,7-1 4-15,-7-9 4 0,6-2-7 0,-1 4-4 16,-3-3-5-16,6-1-9 0,5-2-8 0,-8-9-21 15,-1 3-21-15,4-8-21 0,-3 2-28 0,0-7-35 16,3 2-31-16,-4-2-32 0,4-5-41 0,0 0-184 16,-8-2-457-16,0 0 203 0</inkml:trace>
  <inkml:trace contextRef="#ctx0" brushRef="#br0" timeOffset="29226.91">32760 9317 186 0,'-5'-3'210'0,"0"-4"-13"0,5 7-15 0,-3-9-17 16,3 9-11-16,-4-3-16 0,4 3-19 0,0 0-9 16,0 0-11-16,0 0-9 0,0 0-8 0,2 19-11 15,3-12-21-15,0 2-46 0,0 2-62 0,5 0-95 16,0 5-122-16,5-6-297 0,0 3 131 0</inkml:trace>
  <inkml:trace contextRef="#ctx0" brushRef="#br0" timeOffset="29508.16">33038 9672 156 0,'-10'-2'384'0,"10"2"-8"0,0 0-10 0,0 0-3 0,-10-3-14 16,10 3-25-16,0 0-7 0,0 0-26 0,0 0-30 15,0 0-28-15,0 0-17 0,0 0-26 0,0 0-20 16,36 3-17-16,-22-1-14 0,2-2-12 0,2 3-19 16,-1 1-6-16,6-1-11 0,-5 2-12 0,2-2-7 15,3 1-10-15,4 4-5 0,-4-5-15 0,0-2-29 16,5 7-19-16,2-5-32 0,2 6-30 0,-3-3-30 16,-2-3-38-16,-4-2-49 0,0 3-64 0,4-8-82 15,-6 9-324-15,6-6-711 0,-4 4 315 0</inkml:trace>
  <inkml:trace contextRef="#ctx0" brushRef="#br0" timeOffset="30445.67">26037 10972 5 0,'-22'-1'361'0,"2"-3"-4"0,5 4-6 0,7-5-5 15,-5 2-24-15,0 0-20 0,13 3-22 0,-15-1-6 16,8-1-30-16,7 2-30 0,0 0-20 0,0 0-9 15,32-6-31-15,-8 4-41 0,9 4-39 0,14-5-36 16,-12 3-45-16,8 1-47 0,-9 1-69 0,-1-1-74 16,1-1-88-16,0 3-240 0,-2-1-569 0,1-2 252 15</inkml:trace>
  <inkml:trace contextRef="#ctx0" brushRef="#br0" timeOffset="31175.04">26508 11017 12 0,'0'0'277'0,"0"0"-13"0,0 0-18 0,0 0-23 16,0 0-18-16,0 0-19 0,0 0-20 0,0 0-17 0,27 4-11 16,-16-8-14-16,6 3-12 0,4-2-20 15,-4-3-9-15,6 5-9 0,0-4-7 0,-3 1-7 16,13 1-2-16,-13-4-12 0,3-2-4 0,-4 2-2 0,2-1-6 15,-4-2-4-15,1-2-1 0,-2 0-3 0,-1 0-3 16,-1-4-3-16,-5 1-2 0,-2 1-2 0,1-1 0 16,-4 1 0-16,-4-1-3 0,0 5 1 0,-4-2 5 15,-1 2 10-15,0-2 1 0,-1 2 2 0,-4 2 2 16,-7-3 1-16,2 6-1 0,-3 2-2 0,-2 2-10 16,1-2 5-16,-1 3 4 0,-8 4 6 0,11-1-2 15,-10 4 1-15,4 2 2 0,8 1-10 0,-4-1-1 16,0 2 7-16,4 4-15 0,2 1-1 0,-2-3 1 15,9 5-2-15,1-1 1 0,1 0-5 0,4 0 0 16,4 2 2-16,6-2-3 0,-2 1 0 0,8-1 0 16,-1 2-2-16,7-1 1 0,4-6-9 0,-1 3 4 0,5-7-5 15,0 1-9-15,5-6-7 0,-6 0 1 16,3 0-5-16,-2-5 2 0,-1-3-3 0,-2-6 2 16,1 2-1-16,-5 2 3 0,0-4 7 0,-6 2-7 0,3-1 5 15,-5-2 2-15,0 0 3 0,-2 2 0 0,-7 5 10 16,4-6 8-16,-5 3 2 0,4 1 6 0,-3 1 5 15,-4 0-4-15,4 3-3 0,-6 3-4 0,7-6-4 16,-7 6 0-16,3-3-4 0,-3 3-1 0,0 0-1 16,0 0 1-16,0 0-8 0,0 19 10 0,-1-8 0 15,1 1-6-15,0-3 1 0,0 1 1 0,0 9-3 16,-2-2 5-16,4-3 1 0,-1-1-4 0,-1-1-3 16,4 2 4-16,-1-1-2 0,-3-2-2 0,5-4 1 15,-3 1 3-15,-1 0-6 0,3-4 1 0,-4-4 2 16,8 6-1-16,-8-6 4 0,8-2-4 0,-8 2 1 15,17-8-1-15,-6 0-1 0,-2 0-1 0,1 0 6 16,4-6-3-16,-2 1 10 0,0 1 7 0,2-3 15 0,0 1 26 16,-1 2 12-16,-3-1 4 0,-2 3 9 0,5 1-7 15,-6 2-3-15,6-1-19 0,-4 0 6 16,-3 4-8-16,2-2-1 16,-1 2-13-16,3-2-2 0,2 6-5 0,-12 0-5 0,16 1-7 15,-6 4-8-15,2-1-21 0,-6 6-16 0,9-2-22 16,-2 1-11-16,2 1-16 0,-3 3-36 0,4 5-33 0,4-3-28 15,5 6-45-15,0-7-51 0,5 1-36 0,-4-2-215 16,-1 1-560-16,5-1 248 0</inkml:trace>
  <inkml:trace contextRef="#ctx0" brushRef="#br0" timeOffset="31550.04">27877 11064 114 0,'-6'-11'179'0,"-3"4"4"0,-6-6 18 15,4 5 19-15,-6-1-3 0,2 3-7 0,-6-2-4 16,1 5-4-16,-2-1 1 0,-1 4-14 0,0 0-10 15,-3 2-7-15,-1 0-7 0,1 6-3 0,-2 6-15 16,3-7-22-16,3 5 2 0,4-3-15 0,0 2-11 16,3 2-10-16,0-1-1 0,7 3-12 0,-1-1-12 15,3 2-1-15,-1-4-8 0,6 0-5 0,1-2-4 16,0 2-4-16,1-4-1 0,7 1-7 0,-1-3 2 0,6 2-10 16,4-4-1-16,1 0-7 0,0-4-8 0,5 3 5 15,4-9 3-15,1 1-9 0,0-6-5 16,0 2-6-16,-1-5-7 0,3-5-9 0,1-8-4 0,-1-3-5 15,-4 6 2-15,2-9-2 0,-1-5 2 0,-6 3-2 16,1-3 3-16,-14 10 4 0,6-3-2 0,-11 0 6 16,2 3 17-16,-9-1 16 0,4 2 5 0,-3 4 15 15,0 4 19-15,-4 1 7 0,1 0 1 0,4 2-2 16,-1 2-6-16,-6 2-7 0,6 4-2 0,-4 1-18 16,-1 2-1-16,3 4-1 0,5 1-6 0,0 0-6 15,-23 4-3-15,18 4-7 0,2 1-13 0,-6 6-12 16,6 1-12-16,2 4-14 0,-1 0-16 0,2 2-21 0,0 7-36 15,3-2-36-15,-3 0-42 0,3-2-55 16,6-6-55-16,-4 5-265 0,1-4-616 0,6 2 274 16</inkml:trace>
  <inkml:trace contextRef="#ctx0" brushRef="#br0" timeOffset="31862.55">28324 10909 281 0,'0'0'296'0,"-2"-8"-20"0,2 8-3 0,0 0-17 16,-15-2-16-16,15 2-10 0,0 0-22 0,-21 3-19 15,13 0-17-15,-1 3-17 0,1 0-17 0,2 1-11 16,-3 1-12-16,4 0-9 0,2 3-13 0,-2 1-4 16,5-1-9-16,0 5-6 0,7 0-5 0,-4 2-8 15,7-1-5-15,-2 3-5 0,2-5-10 0,0 1 1 16,2-1-4-16,-1 4-7 0,-3-6-1 0,4 2-6 0,1-3-3 15,-8 2-2-15,-3-3-1 0,6-2-6 0,-8-2 3 16,3 0-6-16,-6 1-2 0,-2 0 4 16,0 0-6-16,0-4-6 0,-8 4-5 0,1-2-18 0,1-1-19 15,-9-2-28-15,5 1-38 0,-3-3-46 0,1 7-57 16,11-8-55-16,-6 3-245 0,4-2-555 0,8-1 246 16</inkml:trace>
  <inkml:trace contextRef="#ctx0" brushRef="#br0" timeOffset="32518.8">28918 10959 173 0,'-3'-6'265'0,"3"6"-24"0,0 0-21 0,-3-8-24 0,3 8-23 16,0 0-14-16,0 0-17 0,0 0-14 0,0 0-12 16,0 23-9-16,-4-17-14 0,3 10-8 0,-1-5-9 15,0 5-5-15,1 0-16 0,-3 3 0 0,3-3-3 16,-4-1-7-16,5 2-2 0,-2-2-6 0,2 2-3 16,0-3-2-16,2-1-6 0,-2-4-4 0,0-1-2 15,5 0 0-15,-5-5-5 0,5 1 1 0,-2 0-2 16,-3-4 0-16,0 0-3 0,17 0-2 0,-17 0 2 15,16-8-6-15,-4 2 3 0,-2 3-2 0,3-6 2 16,0 1-2-16,2 0-2 0,-2 0 2 0,2-3-3 16,-3 4 2-16,-2-2-2 0,5 1 5 0,-1 3-4 0,0 0 3 15,-8 2-1-15,4 1-1 0,3-1 2 16,-13 3-2-16,17 3-3 0,-4 0 1 0,-6-1 1 16,0 3-3-16,1-3-2 0,-3 6 3 0,3 3-2 0,-5-5-2 15,2 1 4-15,2 0 0 0,-4 1 1 0,1-1 2 16,-3 0-4-16,1 1 0 0,4-4 0 0,-4 1-2 15,1-2 1-15,-3-3-1 0,2 7 4 0,-2-7 0 16,0 0 0-16,0 0-1 0,0 0-2 0,0 0 1 16,0 0 1-16,17-15-2 0,-14 8-1 0,2-2 2 15,0 2 1-15,-3-5-3 0,6-1 6 0,2 0 4 16,-7-3 17-16,9 4 13 0,-4-3 6 0,0 0 1 16,0-2 8-16,4 6-5 0,0-1 7 0,-4-3 0 0,0 6-2 15,5-1 4-15,-8 1 6 0,9 2-9 16,-4-1-5-16,-4 0-8 0,2 1 2 0,1 4-8 15,-1 2 7-15,2-2-13 0,-10 3-2 0,15-1-11 0,-15 1 1 16,16 5-2-16,-2-2 2 0,-4 4-6 0,-4 1 0 16,2 1-2-16,2-1-2 0,2 6-1 0,-5-6 3 15,1 11 10-15,-1-7-20 0,1 7 7 0,-3-1 1 16,3-3-8-16,-1 3-13 0,-6-2-13 0,6 2-21 16,-5-1-20-16,3 1-30 0,-5-2-30 0,1 3-36 15,-1-4-32-15,2-3-43 0,0-4-260 0,-4 0-540 16,4 4 239-16</inkml:trace>
  <inkml:trace contextRef="#ctx0" brushRef="#br0" timeOffset="32800.06">29880 10568 54 0,'-7'-14'368'0,"6"4"-16"16,1 2-20-16,0 1-30 0,0-4-31 0,0 8-30 16,0 3-19-16,0 0-25 0,0 0-18 0,0 0-21 15,1 19-16-15,8-4-15 0,-4 7-12 0,3 5-14 16,-2 1-7-16,4 14-8 0,-1-2-8 0,-3 2-8 16,-1-10-6-16,-1 10-9 0,-4-3-5 0,6 3-14 15,-6-3-19-15,2-9-21 0,-2-2-19 0,0 3-24 16,-2-3-22-16,-1-6-27 0,0-2-33 0,3-5-44 15,0-3-38-15,0-5-23 0,0 1-28 0,0-2-149 0,6-3-444 16,-6-3 196-16</inkml:trace>
  <inkml:trace contextRef="#ctx0" brushRef="#br0" timeOffset="33143.81">30135 10828 161 0,'6'-7'202'0,"-6"-3"-14"0,5 3-14 0,-5 3-20 16,0 4-17-16,0-6-8 0,0 6 4 0,0 0-6 0,0 0-5 15,-13 17-10-15,0-4 3 0,3 3-5 0,5 2-9 16,-3-1-10-16,4 10-6 0,-9 0-11 0,12 0-3 16,-3 0-6-16,4 4-11 0,0-2-2 0,4-2-6 15,-3 0-6-15,7-2-2 0,-1-8-3 0,1 1-2 16,-1-3-5-16,1 0 1 0,1-6-7 0,-1 2-2 16,2-6-2-16,0 1-2 0,-5-4-2 0,5 0-1 15,-10-2-3-15,14-7 0 0,-7 3 0 0,1-7 0 16,1 4-2-16,-3-6 4 0,1 2 7 0,-2 2 23 15,5-2 10-15,-10-1 12 0,5 2 12 0,1 1 10 0,-4 1 2 16,1 1 8-16,1 1-14 0,-4 6-15 16,6-7-8-16,-6 7-5 0,0 0-1 0,0 0-16 15,0 0 4-15,0 0-4 0,13 15-5 0,-9-6-3 0,-3 1-14 16,4-1-2-16,-3 7-12 0,-2-5-20 0,3 5-14 16,2-8-23-16,-3 3-33 0,3 2-35 15,-5-1-53-15,2-3-54 0,1-3-47 0,0-2-207 0,2-1-524 16,-5-3 232-16</inkml:trace>
  <inkml:trace contextRef="#ctx0" brushRef="#br0" timeOffset="33315.68">29911 10730 9 0,'-16'-14'360'0,"1"-1"-21"0,0 2-29 15,-3-1-27-15,8 5-27 0,3 1-27 0,-1 1-25 16,3 2-26-16,-3-1-21 0,4 2-24 0,4 4-15 0,0 0-34 15,0 0-46-15,0 0-57 0,-10 12-96 16,10-12-117-16,10 14-157 0,-6-6-422 0,9 2 188 16</inkml:trace>
  <inkml:trace contextRef="#ctx0" brushRef="#br0" timeOffset="33942.21">31043 11319 187 0,'-5'-3'314'16,"5"3"10"-16,-13-8 11 0,8 4 12 0,-3 0 29 15,0-1 16-15,8 5 11 0,-10-6-2 0,10 6-6 16,-5-3-6-16,5 3-1 0,0 0-24 0,0 0-39 16,18-9-34-16,10 5-29 0,20 0-27 0,8 4-20 0,40 4-24 15,7 0-19-15,48 3-15 0,-1 5-18 0,1 5-13 16,1 2-18-16,5-5-11 0,-4 4-5 16,6 0-11-16,-7-6-9 0,-6 10-9 0,-45-10-7 0,43 2-2 15,-48-2-10-15,-4-4-14 0,-7 5-14 0,-22-10-18 16,-4 0-21-16,-8 2-23 0,-8-2-43 0,-14-2-26 15,-6-1-30-15,-5 3-37 0,0 0-43 0,-6-3-49 16,-6 0-35-16,-6 0-32 0,0 0-41 0,0 0-58 16,0 0-372-16,-33-6-878 0,12 2 388 0</inkml:trace>
  <inkml:trace contextRef="#ctx0" brushRef="#br0" timeOffset="36473.51">29718 12228 65 0,'3'-18'363'0,"-3"2"3"0,0 1-9 16,0-1 9-16,0 0-7 0,0 1-8 0,0 3-23 15,0 3-23-15,0 0-12 0,0-1-17 0,-3 4-18 16,3-3-26-16,0 9-24 0,-5-7-25 0,5 7-24 0,0 0-19 15,0 0-12-15,0 0-6 0,0 0-20 0,0 0-12 16,-5 22-11-16,3-9-18 0,2 2-26 16,0 1-20-16,0 4-19 0,0-2-26 0,3 6-26 0,1 4-33 15,1-5-40-15,-2 3-41 0,-3-9-55 0,2 8-73 16,1-6-82-16,-1-1-264 0,3 1-696 0,-2 0 308 16</inkml:trace>
  <inkml:trace contextRef="#ctx0" brushRef="#br0" timeOffset="36661.01">29772 12833 179 0,'-3'8'222'0,"-2"-3"-19"16,-2 2-17-16,1 1-17 0,-2 3-13 16,6-4-7-16,-6 2-13 0,-1-2-17 0,3 5-9 0,1-4-11 15,0 4-9-15,0 2-8 0,1-2-9 0,0 4-6 16,4-1-19-16,4 6-36 0,-4-3-57 0,9-3-78 15,-4 4-199-15,5 1-350 0,3 4 155 0</inkml:trace>
  <inkml:trace contextRef="#ctx0" brushRef="#br0" timeOffset="36848.51">29847 13502 239 0,'-4'5'274'0,"-2"3"-3"0,6-5-11 0,0 5-9 15,-5-3-22-15,3 6-23 0,2-7-16 0,-1 7-21 16,1 1-16-16,-7-5-16 0,14 10-13 0,-4-3-8 0,-3 3-12 16,5-2-14-16,5 3-12 0,-5-1-21 0,0 2-35 15,6 1-36-15,1 2-47 0,-7 0-64 16,5-8-72-16,-4 4-233 0,-2-1-464 0,2-5 206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9T10:14:41.0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1812 1812 232 0,'0'-20'395'0,"-2"5"-5"0,2-4 3 0,0 2 1 16,2 4 9-16,-4 3-7 0,2-4-17 0,0 5-13 15,0 0-26-15,-3 3-31 0,3 0-30 0,0 6-30 16,0-9-27-16,0 9-29 0,0 0-22 0,0 0-16 15,0 0-2-15,0 0-12 0,7 26-11 0,-4-13-15 16,5 13-13-16,-3 1 16 0,5 0-11 0,-7 4-6 16,2 0-13-16,4 13-7 0,2-3-13 0,-3 2-2 15,1-1-5-15,-3-2-8 0,-1 7 1 0,0-10-7 16,2 7-7-16,-4-7-3 0,2 10-26 0,-2-5-23 16,1-11-23-16,-3 8-18 0,-1-5-26 0,4-6-19 15,-4 0-25-15,0-2-29 0,0 1-29 0,1-7-44 16,-2-1-36-16,1-5-33 0,0-4-48 0,6-4-73 15,-6 6-347-15,0-6-825 0,0-6 366 16</inkml:trace>
  <inkml:trace contextRef="#ctx0" brushRef="#br0" timeOffset="298.88">2179 1652 1 0,'0'-19'376'0,"-1"7"7"0,1 1 1 0,3-1-11 0,-3 1-9 16,2 0-21-16,-2 7-28 0,0-4-33 0,0 3-33 16,0 5-23-16,0-9-32 0,0 9-30 0,0 0-5 15,0 0-13-15,16 26-14 0,-4-3-15 0,-6 4-10 16,8 0-18-16,-4 3-2 0,3 9-8 0,0 4-6 16,-1 1-8-16,1-2-4 0,2-1-7 0,-7-1-1 15,-1 5-4-15,-2-5-8 0,3-5-2 0,-1 9-5 16,-6-4-1-16,-1-2-5 0,0-6-9 0,0-3-19 15,0 4-9-15,-1-3-39 0,1-2-34 0,0-2-17 16,0-2-25-16,-7-8-26 0,5-2-40 0,-4-4-57 16,6 0-70-16,-5-3-326 0,-2-2-695 0,7-5 308 15</inkml:trace>
  <inkml:trace contextRef="#ctx0" brushRef="#br0" timeOffset="877.02">1936 2191 133 0,'-12'-1'318'15,"12"1"-6"-15,-14 0-18 0,5-4-8 0,9 4-22 16,0 0-22-16,-13 0-24 0,13 0-30 0,0 0-11 16,0 0-16-16,0 0-13 0,0 0-26 0,0 0-2 15,0 0-12-15,48 5-10 0,-18-9-14 0,1 3-5 16,17-4-13-16,-16 3-7 0,12-1-5 0,1 2-13 15,3 1-13-15,-15-1-11 0,12-2-11 0,-10-1-9 16,-6 4-6-16,1 0-7 0,5 0-1 0,-15 0 0 16,-4 0 2-16,6 0 1 0,-6 4 0 0,1-1 3 15,-5-2-4-15,-4 3 0 0,0 3 1 0,2-3 7 16,-8 4-6-16,6-3 3 0,-3 3 2 0,0 2-2 0,2 2 2 16,-1 0-1-16,-4-2 5 0,4 0 0 15,-4 2-2-15,8 0 0 0,2-2 1 0,-9 9 1 16,8-11 0-16,-6 4 0 0,7-4 4 0,1-2-1 15,7-6-1-15,-3 1 2 0,3-2-3 0,-6-5-1 16,10-3 6-16,-1-3-4 0,-3 3 1 0,3-5 4 0,0-4 5 16,-5 5 13-16,-1-1 16 0,-2 4 17 15,-2-4 27-15,2 2 35 0,-5 1 28 0,-4-1 19 16,3 4 16-16,-3-1 7 0,-4 2 8 0,5-1-3 16,-6 2-16-16,2 3-19 0,-3 3-27 0,5-6-5 15,-5 6-18-15,4-4-18 0,-4 4-10 0,0 0-8 0,11 10-7 16,-7-3-4-16,-1 4-6 0,2 5-2 0,2 10-10 15,7 4-3-15,-5 15-8 0,6 4 4 16,-9-2-1-16,7 4-4 0,-4 0-1 0,4 21-8 16,-3-14 7-16,5 15-7 0,-5-2 0 0,-4-12 0 0,-1 14-4 15,0-23-3-15,0 1 4 0,0 2-3 0,0-4-3 16,-5-2 1-16,8-5 0 0,-6-10-2 0,-2-3-2 16,2 0-5-16,-2-10-26 0,1-3-26 15,-2-4-9-15,1 0-4 0,0-5-19 0,0-7-50 0,0 0-85 16,0 0-81-16,0 0-93 0,11-43-113 0,-4 13-252 15,1-14-817-15,1-10 362 0</inkml:trace>
  <inkml:trace contextRef="#ctx0" brushRef="#br0" timeOffset="1142.62">3270 2203 121 0,'0'0'406'0,"0"-4"-4"0,0 4-25 15,0-8-30-15,0 8-49 0,-3-4-27 0,3 4-29 16,0 0-21-16,0 0-28 0,16 21-27 0,-4-3 8 16,1 11 11-16,0 11-7 0,4 2-17 0,-2 0-13 15,3 5-19-15,-3 2-7 0,-7 3-17 0,5 2-9 16,1 19-5-16,-6-19-22 0,-1 1 5 0,2 19-5 16,-2-24 1-16,0 1-13 0,1-2-6 0,-6-2-3 15,-4-6-14-15,-5-11-25 0,12-3-14 0,-10 2-28 16,5-10-40-16,0-2-31 0,0-7-25 0,0-1-20 15,-1-1-65-15,1-8-63 0,0 0-59 0,0 0-263 16,0 0-650-16,-15-35 288 0</inkml:trace>
  <inkml:trace contextRef="#ctx0" brushRef="#br0" timeOffset="1439.52">3255 2256 293 0,'-8'-19'374'15,"5"3"-4"-15,-1 1-25 0,3 2 12 0,-1-4-19 16,4 4-15-16,-1 5-29 0,4-3-31 0,7-3-25 16,-1 2-24-16,4 3-24 0,5-2-18 0,-2 3-16 15,10 1-15-15,2 2-14 0,-3 1-17 0,3 1-8 16,-1 6-13-16,-7-1-16 0,1 1 0 0,7 1-7 16,-12-1-7-16,2 8-9 0,-5-2-4 0,5 3-3 15,-5 2-11-15,-1-1 1 0,-2-1-20 0,-4 2-2 16,-1 1-4-16,-2 0-6 0,-3 1-2 0,-4 2-3 15,-5 3 3-15,-1 5-5 0,-7-6 1 0,-5 3 0 16,-5 2 4-16,-1-5-12 0,-1-10-9 0,-1 7-11 16,0-3-14-16,-2-1-16 0,6-3-20 0,-5-2-20 15,10-2-29-15,-3-1-32 0,5-5-31 0,17 0-40 16,-16-7-50-16,9 2-51 0,7 5-210 0,4-14-590 16,9 2 262-16</inkml:trace>
  <inkml:trace contextRef="#ctx0" brushRef="#br0" timeOffset="1783.28">3853 2184 38 0,'3'7'232'0,"-3"0"7"0,-2-2-5 0,2 6-6 15,-3 1-3-15,1-1-6 0,-3 5-16 0,2 0-17 16,-2 11-17-16,5-1-17 0,0-5-13 0,8 4-11 16,-1-1-14-16,-2-5-8 0,7 3-5 0,6-1-10 0,-2 0-9 15,4-8-4-15,5 4-10 0,1-2-3 16,-1-8 3-16,-2-2-15 0,12-2-7 0,-5-3-4 15,-7-3-6-15,-3-6 1 0,2 3-1 0,-6-3 1 16,-1-3 2-16,-5-6 3 0,2 1 0 0,-9-5 4 16,0-5-10-16,0 0 10 0,-12 0 7 0,-3 3 13 15,2-3 6-15,-7 2 9 0,-4 0 13 0,1 3-10 16,5 1 4-16,-15 1-11 0,1 10-8 0,4-3-5 16,-7-1-28-16,3 5 12 0,0 1-5 0,3 7-9 15,3-1-1-15,1 2-21 0,4 0-35 0,1 0-36 0,3 7-11 16,5-4-21-16,1 5-18 0,0 0-22 15,8 0-38-15,0-8-39 0,10 15-53 0,3-11-48 16,3 0-230-16,-1 3-581 0,7-5 257 0</inkml:trace>
  <inkml:trace contextRef="#ctx0" brushRef="#br0" timeOffset="2002.03">4303 1713 247 0,'-5'-15'454'0,"2"3"-5"0,-2 1-10 0,5 4-16 16,-4-2-23-16,1 3-36 0,0 0-38 0,3 6-38 16,-2-7-36-16,2 7-27 0,0 0-25 0,0 0-15 15,0 20-19-15,2-3-15 0,1 8-15 16,0 4-15-16,1 13-12 0,4-3-10 0,0 7-6 0,5 0-13 16,-4 0-6-16,-3-1-18 0,3 2-18 0,1-4-27 15,-4 4-22-15,2-4-28 0,6 3-20 0,-8 1-25 16,3-1-44-16,-4-17-32 0,-4 1-34 15,7-6-48-15,-8-5-57 0,5-2-58 0,-3-7-279 16,-2 0-688-16,8-6 304 0</inkml:trace>
  <inkml:trace contextRef="#ctx0" brushRef="#br0" timeOffset="2600.73">4531 1632 36 0,'0'-18'347'0,"-3"3"3"0,3 3-15 15,0 1-21-15,-2 6-33 0,-1-4-30 0,3-1-27 16,-2 6-22-16,2 4-30 0,0 0-14 0,0 0-16 16,-1 24-16-16,1-2-11 0,0-3-15 15,0 9-4-15,3 11-19 0,0 2 3 0,-1 2-9 0,3 4-6 16,0-1-3-16,2 1-12 0,-4 2-1 0,2-7-4 16,0 3-10-16,0-3 2 0,3 0-11 0,-5-11-4 15,1 1-8-15,-3-1-5 0,6-1-6 0,-4-10-4 16,-3-4 1-16,4-1-1 0,-4 4 3 0,1-6-5 31,4-1 8-31,-3-6 9 0,-2-2 5 0,0-4 7 16,0 0 11-16,0 0 9 0,0 0 18 0,0 0 9 15,11-30 14-15,-11 23 9 0,5-2 2 0,-3-3 8 16,5-1 3-16,-6 6-2 0,4 0 5 0,-3 1-4 16,1 0-10-16,-1 0-10 0,-2 6-12 0,8-6-9 15,-3 3-9-15,-5 3-9 0,0 0-2 0,22 6-4 16,-12 2-4-16,4-3-3 0,1 4-7 0,7-1 2 15,-2 7-5-15,11 2-2 0,-3 0-6 0,0 2-10 0,-3-2-5 16,7-3-11-16,-1-3-2 0,1-1-6 0,-3-4-5 16,1-5 5-16,0 2-20 0,-9-3 11 15,1-1-1-15,-5-5-3 0,4-3-1 0,-1-5-1 16,-5 1 4-16,-7-1-1 0,5-2 5 0,-3-8-2 16,2 6-1-16,-4-9 12 0,-8 9 1 0,0-9-4 0,0 6 10 15,-5 1 14-15,5 1 10 0,-10 4 8 0,5 0 5 16,-5-2 11-16,4 9-15 0,-1 0 0 15,0 1 2-15,-7 2-9 0,-1 3-4 0,6 2-1 16,-4 2-3-16,0 3-2 0,-2 6-4 0,2 0 4 0,-4 5 2 16,9-4 0-16,-5 5 2 0,3 0-1 0,3 7 1 15,-1-5 3-15,8-1-1 0,0 9 4 0,7 0 2 16,-1 0-5-16,2-2 1 0,1-9-4 16,7 7-13-16,-1-3-14 0,2-5-20 0,9 1-23 0,-9-6-36 15,11 2-60-15,2-5-68 0,1-4-76 0,14-6-98 16,-17 3-357-16,7-6-812 0,-4-2 359 0</inkml:trace>
  <inkml:trace contextRef="#ctx0" brushRef="#br0" timeOffset="2982.84">5759 2064 239 0,'-8'-6'355'0,"8"6"0"0,0 0-11 15,-7-11-7-15,4 6-5 0,3 5-19 0,-15-11-18 16,7 8-19-16,-5-3-20 0,4 6-22 16,-2-6-17-16,-1 5-19 0,12 1-23 0,-20-2-23 15,20 2-14-15,-21 3-15 0,9 3-14 0,4-4-11 0,-2 5-7 16,4 2-9-16,-1 0-14 0,4 1-4 0,-2 2-7 16,5 3-14-16,0 4 12 0,8-3-8 0,-1 2 0 15,6 3-12-15,2 0 2 0,1 0-3 16,6 3-7-16,-1-3 0 0,-1 1 2 0,5 11-9 0,-5-10-2 15,-4 4-1-15,1-7-3 0,-2 3 0 0,-2-11-3 16,-6 5-3-16,3-3-1 0,-5-4 1 0,1 2 0 16,-4-2 1-16,-2-2 1 0,-2 4-12 0,-9-2 14 15,-1-2 0-15,-6-1-3 0,1 0 0 0,-4 0-1 16,-2-4-2-16,3 0-11 0,1-3-15 0,0 0-8 16,19 0-19-16,-32-6-33 0,17-1-47 0,2-3-57 15,1-6-37-15,9 4-38 0,3-3-54 0,2-3-53 16,6-2-274-16,2-8-693 0,8-11 307 0</inkml:trace>
  <inkml:trace contextRef="#ctx0" brushRef="#br0" timeOffset="3154.71">5940 2049 79 0,'6'-12'227'15,"3"6"20"-15,-4 0 5 0,-2 3-7 0,4-3-14 16,-4 3-20-16,-3 3-20 0,0 0-21 0,0 0 9 16,0 0 14-16,0 0-13 0,-12 16-9 0,7-3-5 15,0 1-7-15,-1 4-17 0,2-6-13 0,3 7-8 16,-4 0-14-16,3 1 4 0,4-1-23 0,-2 5-10 15,1 6-19-15,4-6-9 0,-1 3 1 0,1 0-28 16,3 0-32-16,-5-6-40 0,6-6-58 0,-3 3-77 16,9-7-102-16,-7-3-252 0,7 0-583 0,3-5 259 15</inkml:trace>
  <inkml:trace contextRef="#ctx0" brushRef="#br0" timeOffset="3482.84">6473 2003 20 0,'0'0'447'0,"0"-14"-6"0,0 14-18 16,-7-11-27-16,-1 7-15 0,5-2-13 0,-2 4-26 15,-5-2-35-15,-4 1-31 0,14 3-31 0,-18 2-22 16,5-1-26-16,3 5-19 0,-2 0-22 0,-1 1-12 16,5 1-16-16,0 1-14 0,-4 6-10 0,5 0-16 15,4 0-2-15,-5 0-7 0,6 5-7 0,1-1-7 16,2 2-4-16,3-2-9 0,4 4-1 0,-3 3-4 15,6-4-4-15,3-1-1 0,2 3-7 0,-1-2-4 16,3 2-4-16,-1 2 0 0,-1-2-4 0,4-5-3 16,-5-7-2-16,-5 7-6 0,2-6-7 0,-4-2-12 15,-1-7-9-15,1 3-10 0,-3 2-3 0,3-4-13 16,-8-5 2-16,0 12 2 0,0-12-8 0,0 0-18 16,-28 3-10-16,8-5-30 0,3 2-43 0,-7-7-37 15,-9-5-46-15,1 3-69 0,-11-12-80 0,3 1-297 16,-4-2-730-16,2-3 323 0</inkml:trace>
  <inkml:trace contextRef="#ctx0" brushRef="#br0" timeOffset="3764.1">6107 1665 124 0,'0'0'361'15,"0"0"-21"-15,-13 0-25 0,13 0-26 0,0 0-29 16,0 0-33-16,0 0-16 0,-15 0-25 0,15 0-18 16,0 0-14-16,0 0-14 0,-5 9-14 0,5-9-10 0,5 6-11 15,0 0-12-15,-5-6-8 0,5 9-10 16,3-5-4-16,-1-1-6 0,-7-3-8 0,8 9-7 16,-1-6-1-16,-2 2-5 0,-5-5-15 0,9 2 9 15,-9-2-6-15,9 1 2 0,-9-1-1 0,0 0-14 0,6-9-17 16,-6 9-29-16,-6-12-29 0,-1 3-40 0,-1 1-28 15,0-4-45-15,-14 0-55 0,4 2-49 16,-9-2-216-16,-2 0-528 0,-3-1 233 0</inkml:trace>
  <inkml:trace contextRef="#ctx0" brushRef="#br0" timeOffset="4154.72">4137 1878 187 0,'-15'2'369'0,"2"-1"-8"0,13-1-18 16,-21 3-10-16,21-3-8 0,-15 0-16 0,13 1-14 15,2-1-5-15,0 0 9 0,0 0-18 16,30 5-16-16,-9-3-31 0,16 2-19 0,11-7-20 15,6 6-21-15,1-2-18 0,5-1-25 0,-4 0-42 0,4 2-47 16,1-2-59-16,-5 0-72 0,2 0-88 0,-8 1-108 16,-2-1-144-16,-4-1-221 0,-9-1-703 0,3 1 311 15</inkml:trace>
  <inkml:trace contextRef="#ctx0" brushRef="#br0" timeOffset="10356.89">7787 1829 258 0,'0'-13'332'0,"-3"8"1"0,1-6 15 0,-1 3 0 16,-1-2-2-16,3 3-5 0,-4-4-6 0,3 4-10 15,-5-1-11-15,6 4-19 0,-1-1-21 16,-3-1-27-16,5 6-29 0,-10-4-22 0,10 4-21 16,-16 1-17-16,2 4-12 0,-4 5-8 0,0-1-9 0,-3 9-8 15,-6 0-11-15,-3 3-11 0,-1 9-9 0,1 0-9 16,4 5-8-16,1-3-10 0,5-5-4 0,3 0-5 15,-11 5-7-15,18-5-6 0,-3 3-5 0,6-2-1 16,12-2-6-16,-1-3-2 0,1 2-5 0,6-1 2 16,7-3-4-16,4-2-8 0,8-2-7 0,1-2-11 15,14-3-12-15,-2-6-6 0,-5-2-11 0,10-8-6 16,-3 1-10-16,1 0 4 0,-3-12-4 0,3-5-3 16,-3 1-5-16,0-2 2 0,-5-6-3 0,2-3 3 15,-5-6 1-15,1-5-2 0,-4 5 2 0,-7-10 3 16,1 4 4-16,-6-5 6 0,-5 4 7 0,1-7 4 15,-4 11 21-15,-10-5 22 0,-2 2 12 0,0 4 28 16,-2-4 13-16,-6 15 9 0,4-1 9 0,-2 2 9 16,3 6-3-16,-4 1 0 0,-8 4-7 0,15 3-5 15,-7 3-11-15,4-2-9 0,-2 4-10 0,0 1-11 16,3 3-5-16,2 3-8 0,-13 0-5 0,13 0-3 16,-15 12-5-16,9-1-6 0,-3 6-8 0,3 0-2 15,-1 10-7-15,4 10 0 0,1-3-7 0,-4 6 1 0,-1 1-3 16,10-1 1-16,4-1-4 0,-2-1-10 0,2 8-4 15,-1-6-11-15,4-2-11 0,-5-7-12 16,3 8-20-16,6 0-6 0,-5-9 4 0,6-3 6 0,0 2-18 16,-1-4 2-16,2-1-2 0,4-2-3 0,1-2-6 15,-4-3 0-15,9-2-19 0,-7-4-14 0,9-3-5 16,-7-5 6-16,7 2 7 0,-3-3 7 0,-2-2 11 16,7-2 16-16,-8-3 9 0,-2-2 9 0,4-5 11 15,-4 3 5-15,-3-1 15 0,1-2 16 0,-1-2 10 16,-4 1 12-16,-3-6 23 0,-4 3 16 0,-1-2 15 15,-1 1 16-15,-4-2 16 0,-4 1 7 0,3 3 12 16,-3-3 1-16,-2 3-5 0,-2 2 1 0,-1-1-2 16,-4 2-7-16,0-2-4 0,1 9-11 0,-3-6-11 15,-3 6-3-15,10 4-8 0,-14-4-5 0,6 5-2 16,1 0-9-16,-2 5-3 0,2 1 6 0,-3 5-10 16,8-1 4-16,-5 3-3 0,2 4-3 0,2 1 1 15,2-2-4-15,-2 11 0 0,-3-3-7 0,8 3 1 16,-2-1-10-16,8-5-5 0,-7 1-7 0,7-2 8 0,2-2-5 15,-1 2 8-15,4-2-10 0,0-5 1 16,2 2 7-16,3-3-2 0,-4-5 4 0,3 1 3 16,1-2-2-16,1-3 4 0,4-4-2 0,-2-1 1 15,2-7 5-15,-2 0-1 0,2 0 0 0,2-5 1 0,-2 1 6 16,0-4 6-16,1-3 18 0,-1-4 18 16,-2 7 15-16,-3-1 29 0,2 0 10 0,-2-6 22 15,3 6 8-15,-8 2 5 0,-3 0 4 0,6 0-4 0,-3 7-2 16,-3-5-2-16,-1 4-6 0,3 2-15 0,-1 1-12 15,-3 1-13-15,0 6-17 0,0-7-12 0,5 3-24 16,-5 4-34-16,0 0-9 0,0 0 0 0,0 0-9 16,0 0-12-16,-13 23-10 0,13-14-8 0,0 9-7 15,0-2-4-15,0 3-5 0,1 1-15 0,3 3-6 16,-4 3-21-16,3-1-12 0,2-6-4 0,0 7 5 16,0-10-9-16,1 7 6 0,-2-5 3 0,2-3 5 15,-1-2 4-15,2-1 6 0,1-4 5 0,-3-5 0 16,7 2 6-16,-4-1 2 0,5-7 10 0,-13 3 6 15,20-9 5-15,-5 3 10 0,5-8 4 0,-10 4 6 0,5-5 6 16,-2-2 11-16,3-5 9 0,1 2 15 0,-4 3 17 16,2-9 14-16,0 6 7 0,-7 2 15 0,6 1 11 15,-6 0 14-15,2-1-1 0,1 4 1 0,-6-2-4 16,5 4-2-16,-5 4-2 0,2-2-9 0,-4 2-7 16,4 4-5-16,-4-1-9 0,5 1-7 0,-8 4-7 15,9-1-2-15,-9 1-3 0,15 7-6 0,-4 0 7 16,-6 4-17-16,8 3 3 0,-4 0 5 0,-1 1-12 15,3 0-5-15,-1 8-4 0,-1-7 1 0,-1 7-4 16,0 3-2-16,-3-7-1 0,2-1-1 0,-4 1-2 16,0 4 3-16,-1-5-1 0,-4 2 1 0,1-4 9 15,-3-1-1-15,1 1-4 0,-7-4 6 0,2 2 1 16,0-6 10-16,-1-1 2 0,-1 1 4 0,2-4 29 16,2-3 6-16,-1 2 13 0,7-3 15 0,0 0 22 15,-22-3-6-15,22 3-1 0,-5-13-3 0,4 6-4 16,1-12-7-16,3 11-11 0,0-7-2 0,9-1-7 15,5-7-6-15,-1-4-7 0,4 1-8 0,8-6-9 16,4-2-13-16,-3 1-7 0,3 3-1 0,-9-3 1 16,12 4-10-16,-5-2 6 0,-7 10-3 0,-2-3 5 0,-8 11-3 15,-1-6 7-15,-2 6 3 0,5-1 2 16,-5 7 4-16,-4-6-6 0,1 5 17 0,-4 1 1 16,2-1-7-16,-1 2 9 0,-4 6-15 0,1-9-7 0,3 6-4 15,-4 3-5-15,0 0-6 0,0 0 12 0,0 0-2 16,0 21 0-16,-4-12 0 0,4 7 0 0,-1-5 0 15,2 7 0-15,-2 0-2 0,1 1-2 0,1 4 10 16,-1 1-3-16,0 1 0 0,5-1 1 0,-1-1 1 16,1 1-4-16,-2 2 1 0,5-1 2 0,-8-7 3 15,5 0-5-15,0 0 5 0,5 8-1 0,-8-8-3 16,3-2-4-16,-5 4-16 0,-5-7-7 0,5 5-18 16,-2-3-17-16,-3 0-31 0,-7-3-32 0,-1 0-39 15,-2-3-53-15,-5 1-62 0,6-2-70 0,-8 1-280 16,2-5-680-16,-1-1 301 0</inkml:trace>
  <inkml:trace contextRef="#ctx0" brushRef="#br0" timeOffset="11825.65">10410 1084 185 0,'9'-51'347'0,"-3"8"5"0,-6 1 0 0,0 3 1 15,0 8-6-15,4 2-12 0,-4 2-10 0,-4 0-14 16,4 9-14-16,0 3-12 0,0-3-4 0,-1 9-22 16,1-2-27-16,-4 6-26 0,4-3-28 0,0 2-28 15,0 6-11-15,0 0-19 0,0 0-14 0,-10 34-8 16,4-4-10-16,-4 21-13 0,-5 22 1 0,-2 6-11 16,-3 11-7-16,-13 40-3 0,2-2-5 0,-5-2-6 15,-1-32-5-15,-1 33-6 0,8-37-4 0,0-2-2 16,-1 6-3-16,-10 34-5 0,11-38-2 0,2 3 3 15,-5 0-3-15,0-2-3 0,-1-2 3 0,-2 1-7 16,3-3-3-16,1-3-6 0,1-4-3 0,0-4-4 16,-1-4-4-16,4-21-10 0,5 2-11 0,-5-6-23 15,3-5-15-15,5-3-28 0,3-9-43 0,6-6-39 16,1 0-33-16,2-4-25 0,-1-10-23 0,3 4-22 0,9-8-61 16,2-6-341-16,-5 0-740 0,0 0 327 0</inkml:trace>
  <inkml:trace contextRef="#ctx0" brushRef="#br0" timeOffset="12247.54">10872 1515 340 0,'0'-18'368'0,"2"3"0"0,-1 2-14 0,1 2 15 15,-2-1-9-15,2 3-25 0,-2 3-38 0,0 6-33 16,3-11-31-16,-3 8-33 0,0 3-19 0,0 0-21 15,0 0-12-15,-3 26-17 0,3-8-15 0,5 9-13 16,-7 13-7-16,-1 4-3 0,1 2-14 0,0 4-10 16,6 0-5-16,-4-3-3 0,3 6-5 0,-1 1-2 15,1-6-7-15,-1 0-10 0,-1 0 3 0,1 0-7 16,1-2-13-16,4-1-14 0,-5-6-16 0,-1-7-36 16,4-3-18-16,-3-4-27 0,3-7-27 0,-2 2-29 15,0-7-22-15,-3 5-31 0,7-14-41 0,-2 1-66 16,3-6-45-16,-8 1-205 0,0 0-602 0,27-19 267 15</inkml:trace>
  <inkml:trace contextRef="#ctx0" brushRef="#br0" timeOffset="12481.91">11178 1405 272 0,'0'-16'341'15,"-1"0"3"-15,1 5-16 0,0 5-20 0,0-4-28 16,0 0-28-16,0 10-29 0,0-5-26 0,0 5-22 15,0 0-19-15,0 0-16 0,5 20-17 0,-5-2-13 16,8 10 4-16,-5 2-23 0,2 16-7 0,-1-1-10 16,4 4-5-16,-5 5-6 0,-3-4-9 0,3 1-3 0,1 0-4 15,-8-2-4-15,9 6 4 0,-5-6-24 16,-1-4-16-16,1 0-16 0,-4 3-17 0,1-3-37 16,-4-7-25-16,-1-9-27 0,3 1-18 0,-5-3-36 15,9-4-63-15,-8-8-40 0,3-2-214 0,-1 2-525 0,5-4 234 16</inkml:trace>
  <inkml:trace contextRef="#ctx0" brushRef="#br0" timeOffset="13054.83">10976 2043 239 0,'-5'-11'273'0,"-1"4"0"16,4-1 3-16,2 4-3 0,-5-5 2 0,4 3-11 15,-1 1-10-15,2 5-10 0,-5-8-13 16,3 3-22-16,2 5-18 0,0 0-19 0,7-9-28 0,1 6-10 15,2-2-6-15,7 1-15 0,7 3-19 0,5-4-14 16,0 5-8-16,11 1-15 0,8-1-13 0,-6 4-11 16,4-3-1-16,0 2-11 15,-1-2-2-15,-10 4-7 0,-1-2-8 0,-4 4-2 16,2 1-3-16,-4-1-8 0,-10 1 1 0,0-1-4 16,-1 2-3-16,-4 2 2 0,-3-2-3 0,0 5 0 15,-7-6 3-15,4 4-5 0,-4-1 9 0,-3 3 0 16,0-4 1-16,0 4 0 0,-2-2 2 0,2-4 0 0,0 4 2 15,-1-1-6-15,-3-3 4 0,4-3 0 0,0 3 1 16,0-8-1-16,4 9 3 0,-3-8 5 0,-1-1-4 16,0 0 0-16,17-1-2 0,-17 1 1 15,18-9 3-15,-6 4-3 0,1-3 0 0,2-6 2 0,-2 2 4 16,10 0-5-16,-8-1 5 0,0-1 3 0,0-1 3 16,5 3 4-16,-13 0 5 0,7 1 2 0,-4 6 4 15,2-4 3-15,-4 2-3 0,-3 1 6 0,2 2-17 16,-1 1 0-16,-6 3-2 0,0 0-7 0,17 6 2 15,-7 1-1-15,-2 7 0 0,5-4 12 0,2 10-11 16,2 6-3-16,1 8 0 0,-1-7 0 0,7 13-1 16,-2 1 4-16,-2-4-2 0,-2 9 3 0,4-3-6 15,-8 0-2-15,1-2 4 0,4 2-2 0,-11-2 5 16,7 1-4-16,-7-12 2 0,-1 9 0 0,-7-9 3 16,6 1 0-16,-12-4 6 0,4 0 8 0,-3-3 26 15,-5-4 27-15,-3-1 31 0,-7-5 35 0,-3 1 16 16,-5-2 9-16,-5-6-4 0,-2-7-6 0,-10 0-11 15,-3-2-8-15,2-7-19 0,-1-2-7 0,-1-5-13 16,10 0-7-16,2-7-13 0,8 4-15 0,3-2-27 16,8-1-33-16,4 0-45 0,7-2-47 0,6-6-69 15,3-14-66-15,15 0-60 0,10 4-81 0,5-8-92 16,15-14-299-16,14 6-819 0,-5-5 363 0</inkml:trace>
  <inkml:trace contextRef="#ctx0" brushRef="#br0" timeOffset="13289.21">12405 1861 42 0,'0'0'217'0,"0"0"-21"0,0 0 1 0,0 0 1 15,0 0 6-15,-5 27-3 0,-2-15 5 0,4 8-7 0,3 4 7 16,-5 2-8-16,5 5-8 0,-2 11-5 0,4 0-2 16,-2 3-19-16,5 4-13 0,3 1-9 15,-6 4-14-15,3-3-8 0,3 3-18 0,-6-3-8 16,1 3-2-16,5-4-16 0,-6-1-3 0,5-2-7 0,-7-5-7 15,6 1 1-15,-6-13-5 0,2-3-40 0,-2-6-31 16,0-6-29-16,0 0-24 0,0-3-21 0,0 0-23 16,0-8-52-16,0-4-62 0,-8 0-55 15,8 0-220-15,-9-12-545 0,-2-6 241 0</inkml:trace>
  <inkml:trace contextRef="#ctx0" brushRef="#br0" timeOffset="13570.46">12297 1959 313 0,'4'-15'343'0,"-4"5"-17"0,3-5-11 0,-3 3-7 0,5 2-10 15,-2 1-31-15,7-1-19 0,-2 2-27 0,1 1-24 16,6-2-17-16,-1 1-16 0,6 5-19 0,-3 3-11 16,4 0-23-16,1 3-4 0,-6 5-17 0,4 1 3 15,12 0-18-15,-14 0-15 0,-2 2 0 0,9 4-11 16,-10 1-6-16,2-4-3 0,-1 4-9 0,-4-1-4 15,-4 0-4-15,2 1-3 0,-7 2-11 0,-1-4-1 16,-2 6 0-16,-3-5-7 0,-6 0 0 0,1 2 2 16,-7-4-6-16,-3-1 0 0,-5 3-1 0,0-4-14 15,-7-1-19-15,0-1-15 0,-1 0-24 0,-2 0-19 16,11-2-25-16,-1-4-31 0,10 2-37 0,-7-2-33 16,10-3-38-16,10 0-39 0,0 0-168 0,-8-4-505 15,8 4 225-15</inkml:trace>
  <inkml:trace contextRef="#ctx0" brushRef="#br0" timeOffset="13914.22">12868 2052 176 0,'0'0'195'16,"9"3"5"-16,-9-3-4 0,-2 12-2 0,-3-5-12 0,3 1-19 16,1 0-14-16,-4 3-11 0,5 0-9 15,-2 5-6-15,2 1-17 0,2 1 15 0,4-5 1 16,-4 4-8-16,5-4-7 0,1 1-7 0,3 1 16 15,-2-3-5-15,6-2-8 0,-2 1-7 0,3-2-8 0,-1-2-3 16,2 0-9-16,-4-6-6 0,4-2 6 0,-4-1-12 16,2-4 4-16,-9 0-4 0,4-2-2 15,-1-5-4-15,2 1-2 0,-9-6-4 0,1 0-1 16,-6-3-4-16,1-3-7 0,-9-2-7 0,1 1-1 0,-5-2-1 16,-2 6-2-16,-1 0-3 0,1 2-2 0,1-1-1 15,-6 4-5-15,6 5-6 0,1 0 0 0,0 3-3 16,0 0 3-16,4-1-18 0,2 7-23 15,1-2-21-15,0 3-14 0,8 1-2 0,0 0-1 0,-20 5-15 16,20 3-25-16,0-8-33 0,6 14-44 0,8-7-34 16,-4-1-36-16,5 5-228 0,4-1-523 0,0-2 232 15</inkml:trace>
  <inkml:trace contextRef="#ctx0" brushRef="#br0" timeOffset="14179.84">13325 1486 81 0,'-3'-15'437'15,"-1"3"-10"-15,4 0-14 0,-5 2-14 0,4 5-16 16,-1-2-35-16,2-1-29 0,-1 3-38 0,1 5-30 16,-7-8-31-16,7 8-26 0,0 0-17 0,0 0-19 15,0 0-19-15,10 28-9 0,-4-8-15 0,-2 7-12 16,6 11-10-16,-4 7-9 0,3-4-9 0,-4 8-9 15,0 0-21-15,1 3-18 0,-3 2-20 0,-1 0-29 16,0-1-15-16,-4 1-20 0,-1 0-22 0,-2 2-16 16,-2-9-17-16,2 0-15 0,2-5-20 0,-7 1-13 15,8-11-32-15,2-7-41 0,-3-8-48 0,3 1-35 16,-3-5-203-16,6-5-563 0,-1-2 249 0</inkml:trace>
  <inkml:trace contextRef="#ctx0" brushRef="#br0" timeOffset="14789.23">13590 1564 56 0,'2'-19'308'0,"-2"2"-19"0,0 6-2 0,0 2-13 16,0-3-25-16,0 4-28 0,0 1-24 0,0 7-23 16,-2-8-22-16,2 8-11 0,0 0-19 0,0 0-10 0,-13 16-1 15,11 1-20-15,0 1-10 0,-3 9-7 0,5 6-9 16,0-3-6-16,5 1 0 0,-10 10-11 15,10 1-5-15,-3-2-1 0,0 3-11 0,-2-3-1 16,6-10-1-16,1 1-9 0,-5 10-4 0,4-9-5 16,-1-2-2-16,-2-3-6 0,2 1-1 0,-1-8-2 0,-1-1-2 15,-1 0-3-15,-2-2 6 0,1-5-9 0,-1 3 2 16,2-8 1-16,-4 4 0 0,4-3 7 16,-4-4 4-16,2-4 4 0,0 0 6 0,0 0 8 15,0 0 7-15,0 0 5 0,0 0 2 0,7-18 14 0,0 8 13 16,-2-4-1-16,3 5-9 0,-2-2 2 0,3 1-7 15,-3-2 9-15,-2 4-3 0,2-1-3 0,1-1-7 16,1 5 9-16,-3 1-17 0,3 1-10 16,-1 0-5-16,1 1 2 0,-8 2-8 0,20 4 3 0,-10 0-3 15,5 0-6-15,2 7 0 0,-3-2-2 0,5 5-4 16,-3-1-10-16,-1-1 5 0,8 2-6 0,-1-1 7 16,4 1-13-16,-3-1-2 0,-3-6-5 0,-1 4-5 15,9-3-6-15,-8-4-1 0,3 0-4 0,-5-2-5 16,2-2-6-16,-4-2-5 0,6-2-2 0,-6 0 5 15,-2-3-3-15,7-3 11 0,-8 0-2 0,1-2 3 16,-3-3 8-16,-6 1 3 0,7-6-1 0,-9 3 6 16,4-2 5-16,-6 0 12 0,4-4 7 0,-5 7 10 15,2-3 1-15,-4 3 0 0,-3-3 3 0,5 4 3 16,-8 0-8-16,3 3 1 0,-5 1-3 0,4 7-5 16,-4-2 3-16,-2 3-6 0,-3-1 0 0,0 5 0 15,-5 3 2-15,5 3-3 0,4-2 0 0,-7 6 1 16,4 1 5-16,1 0 6 0,7 5-15 0,-4-1 2 15,5 4-2-15,-2-2-2 0,7-1-3 0,3 6-4 16,4-4-7-16,0 0-19 0,6-3-25 0,8 3-31 16,4-3-30-16,3-3-49 0,2-4-39 0,13-1-38 15,2-3-206-15,1-3-495 0,-3-4 220 0</inkml:trace>
  <inkml:trace contextRef="#ctx0" brushRef="#br0" timeOffset="15087.63">14778 1818 2 0,'-10'-9'295'0,"4"-8"-9"0,-6 7 3 16,-3 1-20-16,4 0-13 0,-4 2-8 0,2 0-22 0,1 6-23 15,-1 0-23-15,4-1-19 0,9 2-16 0,-26 3-18 16,18 3-12-16,-4 2-7 0,1-1-8 0,6 7-11 16,-5 2-8-16,8 0-6 0,-1 4-8 0,3-2-5 15,0 0-6-15,5 3-4 0,1 5-9 0,3-3 2 16,-1 3-4-16,5-4-6 0,-3 4-2 0,3 0-6 15,0-4-4-15,-6-4 3 0,5 1-6 0,-6-7 0 16,3 7-8-16,-3-4-2 0,-1-3-2 0,-3 1-3 16,-4-1-5-16,-4-5 2 0,1 1 0 0,-7-1-6 15,-1-2 3-15,-4 4-3 0,-1-4-9 0,1-4-15 16,-4 1-15-16,1-4-20 0,-3 1-13 0,6-4-8 16,-3 2-18-16,7 0-33 0,2-1-44 0,6-4-40 15,0-1-37-15,5 0-184 0,5-3-476 0,0-1 211 16</inkml:trace>
  <inkml:trace contextRef="#ctx0" brushRef="#br0" timeOffset="15275.13">14957 1829 72 0,'0'0'189'16,"0"0"-17"-16,0 0 10 0,0 0-12 0,-7 22-11 15,7-12-8-15,-6-1 5 0,4 2-11 0,2 7-18 16,0-3-9-16,0 3-13 0,0 0-4 0,0 0-12 0,2 2-9 15,4-4-7-15,1 4-10 0,3 5-1 0,-3-7-10 16,3-3-18-16,-4 1-36 0,9-2-47 16,-2-2-61-16,1-3-59 0,-6-3-160 0,5 0-355 15,2-4 157-15</inkml:trace>
  <inkml:trace contextRef="#ctx0" brushRef="#br0" timeOffset="15540.9">15351 1784 51 0,'-8'-7'337'0,"3"-2"-16"0,-5 2-24 0,5 1-20 16,-7 0-21-16,7 5-25 0,-6-1-24 0,2 1-22 15,9 1-18-15,-16 3-16 0,8 2-15 16,1 3-13-16,-1 1-7 0,8 3-14 0,-2 1-4 0,-3 4-12 16,10 1-8-16,-3-2-3 0,4 4-10 0,3 4-6 15,-1-6-7-15,5 6-2 0,0-2-6 0,2 4-5 16,-6-9-4-16,-1 2-2 0,0-3 0 0,-1 4-14 15,-4-8-3-15,2 6-3 0,-5-9-6 0,0 5-2 16,-8-7 1-16,3 6-21 0,-5-6-19 0,-7 1-23 16,4 0-18-16,-5-1-31 0,0-3-46 0,3-4-66 15,-7-2-63-15,-1 0-191 0,6-8-512 0,-2 1 227 16</inkml:trace>
  <inkml:trace contextRef="#ctx0" brushRef="#br0" timeOffset="15712.73">15093 1405 179 0,'-5'-8'197'16,"0"1"-22"-16,-7 3-16 0,2 3-16 0,-1 1-48 16,-4 1-47-16,2 2-90 0,-6 1-117 0,5 7-173 15,-3-2 76-15</inkml:trace>
  <inkml:trace contextRef="#ctx0" brushRef="#br0" timeOffset="16009.61">13252 1632 95 0,'-16'-3'367'0,"6"3"12"15,0-4 12-15,10 4 15 0,-17-4 0 0,7 1-15 16,5-1-19-16,-5 3-17 0,10 1-23 16,-9-3-26-16,9 3-22 0,-9-7-35 0,9 7-22 0,0 0-25 15,0 0-24-15,0 0-39 0,0 0-36 0,27-4-40 16,-9 7-49-16,17-3-67 0,11 0-60 0,4 1-65 15,-2 1-63-15,3 4-99 0,12-4-383 16,-4-2-783-16,3 1 348 0</inkml:trace>
  <inkml:trace contextRef="#ctx0" brushRef="#br0" timeOffset="16707.29">16639 1452 251 0,'0'-17'309'16,"-2"2"-19"-16,-6 0-24 0,-5 0-22 0,-2 2-20 15,1-2-11-15,-9 7-18 0,-5 0-13 0,3-2-17 16,-8 5-10-16,2 3-19 0,-12 2-10 0,10 2-18 15,1 2-7-15,1 0-11 0,6 3-9 0,-2 3-8 0,-2 0-6 16,14 1-8-16,-5-2-9 0,8 5-6 16,-3-1 3-16,10 2-3 0,-1 4-7 0,1 1 0 15,10-1-2-15,1 5-1 0,9 3 19 0,5 8-29 16,5-4 1-16,1 4-1 0,3-5-6 0,0 1 1 0,-5 0-4 16,0-11 1-16,-5 5-1 0,-3-3-4 0,-1 0-1 15,-5-2-4-15,0-2 4 0,-8-5-8 16,1 2-1-16,2-1 2 0,-10 1 1 0,-5-3 5 0,-3-2-5 15,-4-2 0-15,-6 1 3 0,-7-3-4 0,-5-2 3 16,-9-1 0-16,7-1-2 0,-6-2 10 0,10 0-8 16,-2-2 2-16,6-1-5 0,9 2-2 0,0 0 6 15,8-1-10-15,1-3-14 0,6 2-24 0,5-4-28 16,0 7-27-16,16-10-36 0,2 3-39 0,14-1-34 16,16 0-44-16,5-3-22 0,3 1-188 0,-3 0-495 15,3 2 219-15</inkml:trace>
  <inkml:trace contextRef="#ctx0" brushRef="#br0" timeOffset="16941.66">16611 1843 924 0,'34'-1'-52'0,"1"-2"41"15,-8 2 33-15,-9-1 36 0,-2 2 7 0,-1 0 5 16,-7-2-6-16,2 2-3 0,-10 0-1 0,14 5 19 16,-11-1 17-16,-1 7 5 0,3 0 3 0,-4 5 8 15,-1 0-6-15,2 6 9 0,-2 6 12 0,2 3-4 16,3 8-13-16,1 2-4 0,1 7 21 0,-2-2-8 16,6 4-11-16,-2 3-13 0,-1 2-4 0,-2 5-1 15,3 11-5-15,-4-16-5 0,8 5-5 0,-3-3 0 16,-3 0-10-16,4-2-7 0,-1-1-8 0,-2-3-4 15,-1-2-2-15,0-5-3 0,-1-2-8 0,-3-12 1 16,4-1-8-16,-4-10 2 0,-1-1-2 0,6-1-24 0,-8-3-15 16,2-6-15-16,-4-3-10 0,4 1-41 0,-2-6-54 15,0 0-65-15,0 0-53 0,-12-15-266 16,7-6-559-16,-3-6 248 0</inkml:trace>
  <inkml:trace contextRef="#ctx0" brushRef="#br0" timeOffset="17301.05">16942 2064 131 0,'6'-32'352'16,"-2"4"19"-16,0 1 13 0,3-3 11 0,-4 2-4 15,-1 2-8-15,6 2-7 0,-6 0-19 0,3 8-20 16,3-6-18-16,-6 0-19 0,3 2-14 0,3 5-26 16,-1-1-18-16,-6 5-27 0,6 1-19 0,-2-1-27 15,0 4-19-15,5-1-21 0,-2 4-28 0,5-4-19 16,4 8-19-16,0 0-10 0,6 8-21 0,3-4-13 15,4 7-13-15,-2 2-12 0,-5 2-17 0,2 4-12 16,3-1-1-16,-6 3-28 0,-2-1-17 0,-5 0-7 16,1 2-2-16,-8-2-2 0,2-1-3 0,-3 1 9 15,-4-5-4-15,-3 1 12 0,-3 1 7 0,-4-2 3 16,-3-3 4-16,-5-2 9 0,-8-2 11 0,2 1 0 16,-9-3 6-16,-1-3 10 0,-3-2 1 0,1-2 0 15,-1 0 11-15,2 1-4 0,2-5 0 0,1-1 9 16,10 5-1-16,4-4 1 0,-1 2 2 0,1-2-1 15,10 1 2-15,3-1-63 0,2 5-50 0,0 0-43 16,17-11-41-16,3 7-38 0,8-1-38 0,5 3-37 16,15 1-224-16,0-3-587 0,3 1 260 0</inkml:trace>
  <inkml:trace contextRef="#ctx0" brushRef="#br0" timeOffset="17691.68">17850 1861 142 0,'0'-8'222'0,"-3"-3"-3"15,1 3 6-15,-3-2-3 0,-1 1-2 0,-3 3-4 16,0 0-18-16,-1-2-21 0,-4 1-17 0,-1 1-12 0,2 6-19 16,-3-2-10-16,-4 2-13 0,5 2-11 0,0 7-12 15,-8 0-9-15,6 3-5 0,-3 5-7 16,1-4-1-16,-5 6-8 0,8 1-7 0,1-4-1 16,3 1-8-16,-3 4 0 0,7-3-4 0,0-1-3 0,0 1-1 15,1-3-11-15,5-3-1 0,-3-3-4 0,5 2-2 16,0 1-1-16,5-4 0 0,-1-4-1 0,1 4 1 15,5-4-5-15,-1-1-5 0,3-3 2 0,3-4-1 16,2-2-2-16,1 0-2 0,-2-1 2 0,7-4-2 16,-1-5 1-16,-4 2 2 0,5-6 2 0,-6 8-3 15,3-5 3-15,-4-5 5 0,-7 7 19 0,2-1 26 16,1 4 36-16,-6-3 26 0,6 0 19 0,-9 2 10 16,4 2-1-16,-5 3-13 0,3-2-1 0,-5 5-20 15,1-2-12-15,-1 4-13 0,0 3-12 0,3-6-14 16,-3 6-5-16,0 0 0 0,0 0-15 0,0 0-16 15,0 0-11-15,-4 21-8 0,4-7-7 0,0 1-10 16,1-2-7-16,-1 2-9 0,7 4-30 0,-1 0-15 16,1-3-20-16,3 2-28 0,-3-1-37 0,6 6-38 15,0-6-49-15,2-3-63 0,-3-3-282 0,2 5-643 16,6-9 284-16</inkml:trace>
  <inkml:trace contextRef="#ctx0" brushRef="#br0" timeOffset="18160.43">18251 1818 80 0,'-7'-11'336'15,"2"-1"-12"-15,0 2-13 0,0 5-20 0,-3-2-23 16,3-2-29-16,-5 8-23 0,3-4-26 0,7 5-17 16,-16 3-18-16,16-3-10 0,-20 3-12 0,10 3-18 0,0 6-9 15,2-5-8-15,-2 8-10 0,3 0-2 16,-1 4-8-16,5-3-11 0,1 2-5 0,2 3-3 15,2-2-2-15,-1 8-10 0,8-8-9 0,-3 0 3 16,9 1-8-16,0 0-6 0,3 0-2 0,2-1-2 0,5-4-11 16,3-1-8-16,-3-1-13 0,6-2-7 0,8-7-7 15,-5 3-6-15,-2-3-11 0,4-3 1 16,-4-6-7-16,1-3-3 0,-2 2-2 0,-1-4 0 16,-2-3 6-16,-1 1 3 0,-8-4 4 0,3-4 4 0,-1 1 4 15,-12 1 2-15,2-3 6 0,-2 2 8 0,-8-7 16 16,1 6 14-16,-2 1 20 0,0 3 19 0,-2-3 8 15,-4 0 6-15,-3 4 3 0,3 3 4 16,-3-5-2-16,-5 6-9 0,0 2 2 0,6-1-5 0,-4 6-16 16,-2-2-3-16,4 1-5 0,-12 4 1 0,12 2-7 15,-3 2-7-15,-2 1-2 0,0 3 1 0,0 4-7 16,2-1 4-16,5 5-5 0,-2 0-2 0,3 1 6 16,-1-1 6-16,5 5 1 0,1-2 4 0,4-2-5 15,1 4 8-15,5-1-4 0,0 5-5 0,9-1-2 16,1-5-4-16,5 3 17 0,1 1-29 0,4-5-35 15,3 1-26-15,6 1-47 0,-6-8-50 0,2 2-56 16,-3-1-79-16,1-2-82 0,-3-5-204 0,-1 3-617 16,-6-2 273-16</inkml:trace>
  <inkml:trace contextRef="#ctx0" brushRef="#br0" timeOffset="20115.05">2111 3413 28 0,'-21'0'145'15,"1"0"-9"-15,4 0-15 0,-4-2-8 0,-2 4 0 16,-1-4-2-16,5 1-2 0,-2 2-14 0,-2-2-8 16,6-3-10-16,-1 9 0 0,-1-5-4 0,8 0-12 15,-3 2-6-15,1-1-7 0,12-1-5 0,-18 0 1 16,18 0-6-16,-13 0-5 0,13 0-8 0,0 0 5 15,-8 3-5-15,8-3-1 0,0 0 2 0,0 0 3 16,11 11-2-16,1-9 1 0,1 0-2 0,5 3-1 16,2-2-1-16,12 2-3 0,2-2-2 0,16 2 1 15,8 2-4-15,-4-2-1 0,6-3-2 0,28-2 1 16,-7 5 0-16,5-5-4 0,5 2 1 0,-3-4-2 16,6 2 2-16,-5 4-2 0,6-6-4 0,9 2 4 0,-8 3-1 15,12-3-4-15,-7 0 4 0,0 3-3 0,1-1 0 16,2-4 0-16,-4 2-2 0,4 3 4 0,-6 1-1 15,-1 0-3-15,3-4-3 0,-6 3 7 16,4-2-1-16,-2 0-3 0,3 2 0 0,-1-1 0 0,-6 1 1 16,4 0-2-16,2 1 2 0,-5 1-2 0,-7-3 3 15,5 2-3-15,-2 0 1 0,-3-2 0 0,2 1-1 16,0 3-4-16,-2-5 0 0,-4 4 7 0,0-3-3 16,5 2 0-16,-4 2-1 0,-2-6 2 0,0 3-1 15,-18 3-7-15,22-5 5 0,-23-1 0 0,0 0 2 16,19 7-3-16,-20 1 2 0,4-6-2 0,21 1 4 15,-5 1-2-15,0-5-4 0,-18 4 6 0,21 3-2 16,-19-3 1-16,16-3-1 0,-20 6 0 0,20-3-2 16,-1 0 1-16,-14 1-2 0,18-2 2 0,-19 3-1 15,-6-1-1-15,27 2-4 0,-26-5 7 0,1-1 0 16,20 8 0-16,-21-7-3 0,4-1 4 0,-7 7-2 16,7-4 2-16,-2-11-2 0,0 13-3 0,3-5 4 15,0 0 1-15,-4 0-3 0,2 0 1 0,0 3 1 16,21-5 2-16,-23 2 0 0,0 0-3 0,-1-1 0 15,1 2-3-15,22-1 1 0,-23 3 1 0,3-6 1 16,-4 3 0-16,-3-1 0 0,7 1-4 0,18-5 3 16,-16 5 3-16,-4 0 1 0,-1-2 0 0,6 1 0 15,-8-3-3-15,8 4 8 0,-1-5-11 0,16 3 5 16,-22 1-3-16,9-6 2 0,-3 2-1 0,18 3 4 0,-1 1-2 16,-17-2-2-16,-1-3-8 0,-2 3 10 15,24-3-3-15,-25 1 4 0,23 2-2 0,-1-1 0 16,-2 1 1-16,-18-2 1 0,0-2-3 0,18 1 1 15,5 0 0-15,-5 1 3 0,2-2-5 0,-2 6-1 0,5-3 0 16,-5 1 2-16,-16 3-3 0,21-4 6 0,-22 4-4 16,18-6-1-16,-18 6 5 0,21-5-6 15,-1 0 8-15,-3-2-5 0,-20 6 5 0,6-2-4 0,14 5-1 16,-20-4-5-16,23-2 2 0,-3 0 6 0,-18 1-3 16,17 1-2-16,7 0 0 0,-27 2 0 0,29-1 0 15,-8-6 2-15,1 3 2 0,-18 4-1 0,22-6 1 16,-21 6-4-16,19-2 2 0,6-2 5 0,-4 4-9 15,-5-1-1-15,1-2 2 0,-15-4 3 0,17 6-4 16,1-2 1-16,1 0 4 0,-2 0 0 0,9 1-11 16,-6-3 8-16,-4 2 2 0,2 3 2 0,1 0-2 15,0-5 0-15,1 3 0 0,3-2 2 0,1-4 1 16,-7 7-7-16,6-3 1 0,-6 1 5 0,9 4-6 16,-6-2 7-16,4-3-6 0,-4 4 3 0,7-4 0 15,-1 1 1-15,-6-2-1 0,1 1 5 0,-2 4-6 16,2-6 1-16,-4 0 5 0,1 4-4 0,-3 1 0 15,3-2-4-15,-21 3 4 0,19-1 3 0,2-6-9 16,-4 7 4-16,-18-1 1 0,18 1-2 0,-17-3 5 16,19 2-6-16,-22-6 2 0,-1 6 4 0,-4-1-6 15,2-2 3 1,5 7 0-16,-7-6 2 0,0 3-1 0,1-1-2 16,-3 1 1-16,-1-2-1 0,2-3 3 0,-2 5-2 15,-2 0 2-15,-1 0-5 0,-2 0 4 0,-3-1-1 16,-11-2 0-16,11 3 0 0,-2 0 1 0,5-3-1 15,-5 1-3-15,-8 2 6 0,9-3-3 0,1 6 2 16,-15-6-2-16,11 2 0 0,-4 1 3 0,-1-2-4 16,-4 1 4-16,4-3-2 0,-8 2 0 0,-3 0 0 15,-2-1 1-15,-3 2 2 0,-3-3 25 0,1 0 15 16,-7 1 5-16,-2 2 3 0,4 1-4 0,-8-3-3 16,3 0-4-16,-1 0-4 0,-7 3-3 0,8-5-7 15,-8 5-4-15,7-4-16 0,-7 4-18 0,0 0-23 16,0-5-30-16,0 5-35 0,0 0-47 0,0 0-58 15,0 0-147-15,0 0-380 0,0 0 170 0</inkml:trace>
  <inkml:trace contextRef="#ctx0" brushRef="#br0" timeOffset="20630.68">19289 2865 154 0,'0'0'257'0,"-7"-6"-22"0,7 6-23 0,-2-6-17 16,2 6-18-16,0 0-21 0,0 0-13 0,-6-3-17 15,6 3-12-15,0 0-10 0,0 0-11 0,0 0-8 16,0 0-7-16,0 0-5 0,0 0-1 0,0 0-4 16,0 0-5-16,0 0 1 0,0 0-8 0,16 15 5 15,-16-15-2-15,7 7-4 0,-1-7 10 0,-6 0-2 16,10 3 6-16,-10-3-7 0,14 0 2 0,-14 0-10 16,0 0 0-16,13-7-7 0,-8 4-1 0,-5 3-7 15,2-6-1-15,-2 0-8 0,0 6-6 0,1-15-17 16,-2 9-16-16,1 0-22 0,-2-4-27 0,-3 2-28 15,0 2-37-15,-2-2-44 0,6 3-50 0,-1-3-229 16,-5 2-482-16,2-2 214 0</inkml:trace>
  <inkml:trace contextRef="#ctx0" brushRef="#br0" timeOffset="20943.18">19303 2463 174 0,'-6'-5'206'0,"6"5"-18"0,0 0-19 0,-10-1-20 0,10 1-16 15,0 0-12-15,0 0-11 0,0 0-12 0,0 0-8 16,0 0-3-16,-15 11-5 0,15-9-9 16,0-2-4-16,0 14-6 0,0-14-3 0,2 9-4 0,-2-5-2 15,5 3-10-15,-4 0 0 0,1-4-3 0,-2-3-3 16,12 8-2-16,-9-6-6 0,-3-2-3 0,6 3 3 15,-6-3-5-15,0 0-2 0,9 5 2 0,-9-5-7 16,0 0 4-16,0 0-6 0,0 0 1 0,0 0-1 16,0 0-2-16,0 0-4 0,8-15-3 0,-8 15-11 15,0 0-15-15,0 0-24 0,0 0-37 0,0 0-23 16,0 0-37-16,0 0-35 0,0 0-143 0,0 0-343 16,8 15 153-16</inkml:trace>
  <inkml:trace contextRef="#ctx0" brushRef="#br0" timeOffset="21115.06">19600 2725 25 0,'0'0'302'0,"5"5"1"16,-5-5-7-16,0 0-9 0,0 0-27 0,0 0-27 0,23-2-27 16,-23 2-24-16,15-4-10 0,0 1-23 15,0 3-16-15,6 0-19 0,-4 0-31 0,16 0-48 16,-5 3-63-16,2-3-68 0,1 0-82 0,4 4-235 0,-2-2-448 15,12 4 198-15</inkml:trace>
  <inkml:trace contextRef="#ctx0" brushRef="#br0" timeOffset="27588.94">4468 4703 60 0,'-1'-24'428'0,"-3"4"15"0,3-7 9 16,-1 8 4-16,-3 4 4 0,2 0-4 0,0 4-5 15,3 1-18-15,0-1-7 0,-2 4-43 0,2 0-31 16,0 7-53-16,0-12-19 0,0 12-34 0,0-7-23 15,0 7-46-15,0 0-8 0,0 0-22 0,0 0-11 16,0 0-16-16,8 19-10 0,-1-4-8 0,-6 5-17 16,4 6-5-16,4 1-4 0,-4 1-7 0,3 11-11 15,-1-1-3-15,-7 7-17 0,0-13-16 0,8 12-32 16,-8 1-31-16,0-5-42 0,0-8-33 0,0-2-41 16,0 3-41-16,-2-1-33 0,2-4-41 0,-6-2-26 15,6-1-36-15,-5-7-45 0,5-4-64 0,-2-1-346 16,-5-6-854-16,7 0 378 0</inkml:trace>
  <inkml:trace contextRef="#ctx0" brushRef="#br0" timeOffset="27917.07">4346 4542 323 0,'3'-17'363'0,"-6"9"-14"0,6-3-10 0,-1 0-26 15,0-1-20-15,4-1-10 0,-1-2-26 16,0 3-24-16,7 1-22 0,-6-1-16 0,8 2-30 0,0-2-12 16,-2 4-18-16,8 3-14 0,-5 1-16 0,5-4-4 15,1 6-15-15,-1 1-4 0,0 2-11 0,-2 6-7 16,5 0 1-16,-5 0-20 0,2-1-4 0,-3 6-8 16,-1-2-2-16,-1 4-10 0,-1-1 3 0,-1 11-4 15,-5-12-7-15,-1 5 3 0,-2-2-5 0,-9 3 0 16,4 0-8-16,-5 0 2 0,2-1-2 0,-9 0-2 15,3-3-2-15,-10 6-4 0,1 2-10 0,3-9-18 16,-1 1-20-16,1-4-27 0,-2 4-30 0,4-2-39 16,-2-3-34-16,2 2-62 0,1-5-62 0,4-1-261 15,1-1-614-15,2 0 271 0</inkml:trace>
  <inkml:trace contextRef="#ctx0" brushRef="#br0" timeOffset="29130.79">4546 4971 325 0,'0'0'312'0,"2"-10"-26"0,6 3-22 16,-5 1-20-16,6 2-18 0,-4-6-23 0,1 3-19 15,4 4-18-15,3-2-19 0,1 3-14 0,-1 1-16 0,2-3-11 16,1 4-9-16,8 5-13 0,-10-2-8 15,5 4-6-15,-1 2-9 0,-3 3-3 0,0 2 4 16,0-2-20-16,-2 2-3 0,-2 0-3 0,1 1-7 0,-7 2-2 16,3-2-3-16,-3 3-2 0,-3-6-2 0,-2 4-2 15,0-2-1-15,0-6 1 0,0-1-3 0,0 5 2 16,0-6 11-16,-2-1 20 0,-1 0 33 16,3-5 46-16,-10 5 19 0,10-5 15 0,0 0 4 0,0 0-5 15,-15-17-10-15,13 10-10 0,-1-6-16 0,3 2-12 16,0-7-13-16,3 1-17 0,-1 1-16 0,8-1-15 15,2 0-18-15,-4-2-15 0,7-3-19 0,8 5-25 16,-8 4-27-16,10-1-26 0,-1 1-25 0,1 3-16 16,-2 1-11-16,-1 7-15 0,6-1-11 0,-8 1 0 15,0 1-2-15,-2 2 0 0,-1 1 7 0,-4-2 4 16,2 0 4-16,-2 3 12 0,-13-3 9 0,15 0 23 16,-15 0 5-16,8 2 10 0,-8-2 10 0,0 0 12 15,8-7 15-15,-8 7 12 0,0 0 16 0,0 0 16 16,0 0 19-16,0 0 19 0,-21-7 21 0,21 7 6 15,-8-4 8-15,8 4 0 0,-15-8 2 0,8 8-5 16,7 0-6-16,-15 0-6 0,15 0-3 0,-15 3-11 16,4 2-5-16,2-2-4 0,1 1-1 0,0 0-2 0,-2 3-7 15,5 5 5-15,-5-5-9 0,5 3 0 0,-3 5-2 16,6-3-6-16,-1 5 0 0,1-2-4 16,4 3-1-16,3-3 0 0,5 0-4 0,3-2-10 15,2 1-5-15,6-1-8 0,3-2-16 0,10-3-23 0,-4 0-21 16,5-5-10-16,8-4-6 0,3 1-5 0,-13 0-7 15,0-2 4-15,14-10 2 0,-17 8 6 0,-1-7 12 16,0-1 7-16,-6-1 12 0,-3-2 18 16,-6 1 19-16,1 1 22 0,-6 2 19 0,-1-5 18 0,-5 2 18 15,-3 2 15-15,-3 3 16 0,0-6 7 0,-6 5 16 16,-2 1 14-16,2 1-1 0,-7-2-14 0,-2 5-6 16,-4 0-9-16,6 3-2 0,-14 1-1 0,7 2-4 15,-2 1-9-15,-2 2-4 0,-2 2-4 0,9 0-9 16,-3 10-1-16,1-4-10 0,2 6-1 0,9-4-2 15,-4 1-8-15,1 0-2 0,1 3-4 0,3-3 4 16,5 3-7-16,-1-3-5 0,6-3 2 0,-4 2-10 16,4-2 5-16,9-4 0 0,-8 0-1 0,4-1-6 15,5 4 2-15,3-7 2 0,-1 1-8 0,5-5 2 16,2 0 3-16,1-5-3 0,0 1-1 0,5-12-2 16,0 5-12-16,-2-4-14 0,2-9-14 0,-5 1-10 15,4-9-2-15,-4-5 1 0,4-2-2 0,-11-1-3 16,2-1 5-16,-7-1 3 0,-3 3 6 0,-3 11 7 0,6-5 16 15,-10 4 16-15,2 1 25 0,-6 1 19 0,6 0 20 16,-2 8 22-16,-1 2 10 0,-1 0 24 16,-2 7-1-16,6-2-10 0,-2 6-8 0,-1-3-12 15,3 3-15-15,-2 0-16 0,2 6-25 0,0 0-9 0,0 0-4 16,0 0-3-16,-13 18-4 0,16-4-5 0,-3 2 7 16,0 5-8-16,0 1-1 0,2 10-3 0,4-5 2 15,-4 14 0-15,5-4 2 0,-1-4 2 0,-2-5-5 16,-1 4-6-16,5-3 3 0,0-1-12 0,-1 3-3 15,1-2-5-15,7-2 5 0,-6 0 0 0,-1-5-3 16,0-3 0-16,2-4-1 0,2 1 3 0,-6-5-1 16,6-4-1-16,-2-1 3 0,-2-2 10 0,4-2-8 15,-1-2 2-15,1-2 4 0,4-2-1 0,4-2 0 16,-10-1 7-16,3-4 2 0,2-1-4 0,-5-2 5 16,2 1 11-16,1-2 20 0,-3-3 19 0,-3 3 16 15,1-3 1-15,-2 2 17 0,-1-3 9 0,5 0 6 16,-10 10 7-16,5 0-4 0,-1-9 1 0,1 12-7 15,-4-3-10-15,-1-2-7 0,0 8-17 0,0 3-12 0,4-4-27 16,-4 4-29-16,0 0 1 0,0 0-4 16,0 0 3-16,9 16 4 0,-7-1-4 0,-2-4 1 15,5 7-3-15,3-1-3 0,-1-4-5 0,0 6 3 16,1-1-6-16,2 5 4 0,0-5-6 0,1-1-15 0,-1-1 2 16,0-4-1-16,2 0-20 0,-2-5-14 15,0 5-19-15,3-5-19 0,-3-2-14 0,0-2-23 16,-4 2-42-16,3-5-44 0,-9 0-58 0,15-8-56 0,-7 3-291 15,-5-2-685-15,-3-2 303 0</inkml:trace>
  <inkml:trace contextRef="#ctx0" brushRef="#br0" timeOffset="29630.79">6412 4816 195 0,'0'0'297'15,"0"0"7"-15,0 0 17 0,0 0 14 0,0 0 0 0,-24-13 3 16,16 11-12-16,-2 1-15 0,0-2-14 0,-6 7-18 15,-1-4-22-15,-3 3-23 0,0 2-22 0,-3 1-22 16,5 2-21-16,-2-3-17 0,-6 9-13 16,9-6-14-16,-3 4-12 0,5-1-13 0,0 6-11 0,6-5-7 15,-1 5-10-15,3-2-7 0,4 4-10 0,3-2-4 16,0 1-5-16,10-1-4 0,0-2-7 0,4 6-6 16,1-7-12-16,10 1-23 0,3-2-20 0,0-2-15 15,2-7-35-15,5 4-32 0,10-4-49 0,-12-4-24 16,0-1-30-16,-2-6-41 0,-1-5-38 0,7-10-45 15,-8 5-31-15,4-9-229 0,-11 3-642 0,-2-4 284 16</inkml:trace>
  <inkml:trace contextRef="#ctx0" brushRef="#br0" timeOffset="29865.17">6656 4515 48 0,'-8'-25'258'0,"3"8"21"0,-1 0 8 16,2 4 36-16,3-3 24 0,-3 5 7 0,1 0-1 15,0 3-15-15,-1 1-22 0,4 2-34 0,0 5-29 16,0-14-34-16,0 14-28 0,0 0-25 0,0-5-22 15,0 5-14-15,0 0-9 0,4 26-15 0,1-13-10 0,-4 6-13 16,4 1-8-16,2 7-1 0,-4 2-15 16,4 1 1-16,1 12-10 0,-3-4-6 0,-2 5-14 15,1-4-26-15,2 0-14 0,-1 5-32 0,4-7-24 0,-8-6-29 16,3 3-21-16,1 6-9 0,1-11-20 0,-3-1-35 16,2-7-37-16,-5-3-59 0,4-2-26 15,1-1-19-15,0-7-212 0,-5-1-577 0,0-7 256 16</inkml:trace>
  <inkml:trace contextRef="#ctx0" brushRef="#br0" timeOffset="30365.18">6658 4815 96 0,'-5'-15'246'0,"0"0"9"0,0 5 13 0,4-1 12 16,-1 2 14-16,-1 0 2 0,-1 3-9 0,4 0-29 16,-1 0-19-16,1 6-23 0,-4-7-10 0,4 0-33 15,0 7-16-15,0 0-22 0,0 0-11 0,0 0-9 16,20 0-13-16,-20 0-9 0,25 8-7 0,-7-2-14 15,4 0-13-15,-6 0-4 0,9 7-6 0,-5-5-8 16,10-2-11-16,-9 2-8 0,1 1-4 0,6 3-9 16,-5-1-2-16,-3-2-10 0,-2 3-5 0,0-1 4 15,-1-4-9-15,-4 5-3 0,-6-1-4 0,6 0 2 16,-3 2-1-16,-5-4 0 0,-2 1 4 0,4 2 1 16,-5-4 3-16,-1 1 3 0,1 1-3 0,0 0 1 15,-2-3-2-15,1 0 7 0,-2 0 3 0,1-1-7 16,0-6 6-16,0 9-1 0,0-4 5 0,0-5-2 15,1 8 3-15,6-5 7 0,-7-3-2 0,8 2-3 16,-8-2 5-16,17-2-5 0,-2-1 5 0,-1 0-6 0,3 1-3 16,1-5 8-16,-3 4-2 0,2-4-7 0,-1 1 3 15,1-2 4-15,-1 0-1 0,-1 1 18 16,-7 2 16-16,-1-2 9 0,6 1 19 0,-6-1 8 16,1 2 14-16,-3 0 2 0,-2 1-2 0,4 1-9 0,-7 3-11 15,5-9-3-15,-5 9-10 0,10-6-4 0,-10 6-6 16,7-2-3-16,-7 2-6 0,11 0-5 0,-11 0-5 15,0 0-3-15,23 2-3 0,-13 1-1 0,0 0-1 16,0 6-7-16,7-3-1 0,-2 0-5 0,0-1 2 16,3 2-1-16,-3 0-8 0,-4-2-2 0,-4-2-4 15,3 2 3-15,-4-3-6 0,3 3 8 0,-4-3-11 16,-5-2-4-16,10 1 0 0,-10-1-6 0,0 0-6 16,0 0-10-16,0 0-39 0,0 0-33 0,0 0-34 15,0 0-44-15,-19-10-44 0,4 3-73 0,-6 0-64 16,-6-6-247-16,-4 2-667 0,-7-12 296 0</inkml:trace>
  <inkml:trace contextRef="#ctx0" brushRef="#br0" timeOffset="30538.5">6057 4275 4 0,'-10'-5'362'0,"0"3"-30"16,2-3-31-16,2-1-21 0,-1 4-28 0,7 2-32 0,0 0-20 15,0-7-28-15,0 7-27 0,0 0-45 0,23 7-47 16,-8 1-77-16,2 4-81 0,9-2-102 16,-3 7-141-16,5-2-376 0,2 3 166 0</inkml:trace>
  <inkml:trace contextRef="#ctx0" brushRef="#br0" timeOffset="31194.76">9335 5007 80 0,'23'-37'300'0,"-2"-4"-10"0,-1 1-26 16,-5-6-13-16,2 3 2 0,-9 0-17 0,-2 0-6 15,-2-2-12-15,1 2-12 0,-10-5-7 0,-5 6-22 0,-5 0-6 16,-5 2-9-16,0-2-6 0,0 0 11 0,-1 4 3 15,6 11-15-15,-13-3-18 0,5 6-12 16,-1 1-12-16,-2 4-17 0,3 4-12 0,0 1-13 0,1 7-8 16,1 3-6-16,-1 4-9 0,-1 1-5 0,3 8-11 15,0 4 17-15,-6 7-18 0,2 1-7 0,1 4-12 16,7 13 9-16,-2 4 4 0,3 5-4 0,8 0-5 16,-1 4-4-16,8 3 3 0,8 3-3 0,-1 18 0 15,-2 2 3-15,13 4-7 0,-7-6 5 0,4 3 1 16,7-2-1-16,-9 1-3 0,4 1 1 0,6-5-6 15,-8-2 4-15,-2-12-10 0,-3-4-6 0,1-1-11 16,-4 0-14-16,3-2-9 0,-8 0-16 0,1-6 0 16,-1-2-12-16,-2-4-8 0,3-9-10 0,-3-2-18 15,-3-2-16-15,1-4-16 0,2-6-23 0,0-2-26 16,-2-3-30-16,1-7-39 0,-1 1-56 0,-3 0-184 16,5-6-535-16,0 0 238 0</inkml:trace>
  <inkml:trace contextRef="#ctx0" brushRef="#br0" timeOffset="31413.52">8719 5450 203 0,'-10'-9'362'0,"8"-1"17"0,-4-2 0 16,-1 2-15-16,5 1-6 0,4-2-14 0,1 2-22 15,1-2-27-15,2-5-32 0,9 8-19 0,0-3-34 16,3 0-19-16,10-1-23 0,0 4-15 0,4 0-24 15,-6 0-25-15,11 1-39 0,-4 3-30 0,8-3-49 16,-6 6-48-16,-3 1-45 0,-1 1-55 0,-1 7-66 16,3-4-73-16,-7 7-315 0,-1 0-667 0,2 0 295 15</inkml:trace>
  <inkml:trace contextRef="#ctx0" brushRef="#br0" timeOffset="31944.77">9364 5763 295 0,'0'0'345'0,"0"0"3"0,5-3-2 0,-5 3-30 15,0 0-32-15,0 0-33 0,0 0-29 0,0 0-28 16,0 0-6-16,0 0-29 0,0 0-16 0,0 0-19 15,0 0-20-15,-11 21 0 0,11-12-11 0,-9 0-7 16,8 6-3-16,-4-3-23 0,-3 0-7 0,8 2-6 16,0 2-7-16,0-5-3 0,0 5-7 0,6-3-5 15,-4-2-4-15,4 4-4 0,-6-6-3 0,9 1-9 16,-3-2 5-16,3-2-1 0,1 0-2 0,1-3-12 16,-1-2 1-16,2-1 4 0,3 0-1 0,-2 0-6 15,2-3 2-15,-4 2 4 0,1-3-6 0,-1-3 1 16,1 3 6-16,0-4 1 0,-7 4 4 0,6-2-1 15,-3 1 0-15,1 0-2 0,-4-2 2 0,0 5 3 16,0-3-5-16,-5 5 2 0,6-3-2 0,-6 3-4 16,0 0 2-16,7-2 0 0,-7 2-3 0,0 0 3 15,13 10-5-15,-11-8 5 0,6 8 19 0,-3-3-22 16,5-1 2-16,-3 1 4 0,2 2-5 0,1-2 2 0,5 0-4 16,-5-1 4-16,5 1-8 0,0-2 6 15,-5-2-1-15,2 0 2 0,2-3 2 0,-2-4 0 16,-4 4-2-16,6-4 6 0,-5-1 2 0,-2-2 1 0,3 0 1 15,-3-4 1-15,1-2 4 0,-1-2-2 0,-6 0 0 16,6-1 6-16,-2 0 0 0,-4-2 3 0,1 2-4 16,0-2-4-16,-2 0 1 0,0-1-3 15,1 4-5-15,-1-1-1 0,0 5-1 0,0-1-13 0,0 2-31 16,0 3-30-16,0 0-53 0,0 7-65 0,0-10-61 16,4 8-64-16,-4 2-231 0,0 0-588 0,0 0 260 15</inkml:trace>
  <inkml:trace contextRef="#ctx0" brushRef="#br0" timeOffset="34299.44">10457 4968 301 0,'0'-7'367'0,"1"-1"-2"0,-1 8 9 0,-1-9-15 16,1 1-11-16,0 8-21 0,-2-4-29 0,2 4-33 0,-2-6-29 15,2 6-30-15,0 0-21 0,0 0-15 0,-16 8-20 16,4 4-15-16,1 3-9 0,1 2-1 16,-5 6-18-16,3 4-6 0,-1 0-11 0,1 3-4 15,2 9-9-15,-3 1-7 0,7-10-8 0,-4 2-3 0,5 6-3 16,5-7-7-16,0-1-19 0,1 3 3 0,3-4-14 15,-3-1-17-15,8-1-14 0,-3-1-28 0,7-1-29 16,-6-9-32-16,8 7-31 0,-5-5-47 0,-3-3-51 16,6-2-70-16,3-2-83 0,-1-2-239 0,5-2-675 15,-5-2 299-15</inkml:trace>
  <inkml:trace contextRef="#ctx0" brushRef="#br0" timeOffset="34565.07">10990 5148 61 0,'1'-6'324'15,"-1"6"-22"-15,0-5-26 0,0 5-29 0,0 0-21 0,0 0-27 16,0-8-18-16,0 8-19 0,0 0-21 16,0 0-15-16,0 0-9 0,0 0-12 0,-15 19-13 15,9-8-3-15,-6-1-12 0,2 4-9 0,-3-3-4 0,-2 3-1 16,-1 1-10-16,-1 4-6 0,-6 1-4 0,3-1-3 15,0 3-3-15,2-6-8 0,-2 7 0 0,-3-4-2 16,8-3-9-16,0-2-9 0,0 1-14 0,0-6-18 16,9 4-17-16,-4-2-27 0,5-4-25 0,-2 1-40 15,-1-4-24-15,8 0-22 0,0-4-37 0,0 0-176 16,0 0-423-16,0 0 186 0</inkml:trace>
  <inkml:trace contextRef="#ctx0" brushRef="#br0" timeOffset="34768.18">10748 5235 168 0,'0'-7'212'0,"-2"-3"19"0,-3 0 1 16,5 1 3-16,-1 1 1 0,-6 3-2 0,5-2-9 16,-3 2-13-16,5 5-21 0,-1-5-17 0,1 5-18 15,0 0-17-15,0 0-14 0,0 0-9 0,0 0-15 16,0 0-6-16,0 0-5 0,3 18-13 0,2-6-1 16,8 2-9-16,-3-1-11 0,5-1-4 0,0 10-2 15,7-2-11-15,-3-2 0 0,0 3-8 0,4-3-19 16,-2 3-20-16,-1-3-27 0,5-3-37 0,-3 1-49 0,-3-7-66 15,6 3-66-15,-5-1-247 0,3-8-541 0,-1 1 240 16</inkml:trace>
  <inkml:trace contextRef="#ctx0" brushRef="#br0" timeOffset="35049.46">11086 4941 85 0,'0'0'347'0,"0"-9"-22"0,0 9-28 0,-2-5-29 0,2 5-25 16,0 0-23-16,0 0-20 0,0 0-18 0,0 0-6 15,25 17-11-15,-17-10-7 0,9 4-16 0,-1 2-14 16,2 5-11-16,11 2-11 0,-10 1-8 0,6 0-13 16,-3 2-11-16,1 1-8 0,0-1-6 0,-6 0-4 15,1 3-6-15,-3 1-2 0,0-2-4 0,1 2-11 16,-8 0-5-16,2-3-1 0,-1 3-5 0,-8 0 4 15,-1-3-3-15,-8 3-10 0,3 0-3 0,-2-1-22 0,3-7-4 16,-1 0-4-16,-9 1-22 0,8-4-25 16,-4-1-13-16,3 2-34 0,-1-2-51 0,3-5-65 15,-5 1-29-15,10-2-228 0,0-2-526 0,3 1 233 0</inkml:trace>
  <inkml:trace contextRef="#ctx0" brushRef="#br0" timeOffset="35299.46">11986 5262 180 0,'0'0'412'0,"0"0"-8"16,0 0-31-16,0 0-22 0,8-9-30 0,-8 9-31 15,10-4-32-15,-1 0-23 0,-1 1-29 0,7 2-16 16,8-2-20-16,-2 0-15 0,11 1-20 0,-4 2-12 15,2-3-25-15,5 3-30 0,-2 0-39 0,-4 0-39 16,5 3-38-16,-10-1-48 0,0 0-58 0,-5-2-76 0,1 0-79 16,-5 0-217-16,2 0-568 0,-4 0 251 15</inkml:trace>
  <inkml:trace contextRef="#ctx0" brushRef="#br0" timeOffset="35455.71">12085 5446 21 0,'-5'5'270'16,"-1"-1"-7"-16,-2 1 1 0,8-5 9 0,-5 6 15 0,5-6-6 16,0 0-9-16,6 7-16 0,7-7-33 0,2 0-18 15,2 0-20-15,11 0-19 0,2 0-13 0,1-3-26 16,6 3-36-16,-3-1-48 0,13 0-55 0,-3-1-75 16,6 2-105-16,-5 0-327 0,8-3-560 0,-5 0 248 15</inkml:trace>
  <inkml:trace contextRef="#ctx0" brushRef="#br0" timeOffset="36205.71">13289 4865 330 0,'5'-10'421'0,"-4"1"-30"0,-1 5-14 16,2-7-9-16,-2 11-41 0,0-8-34 0,0 8-43 15,-2-7-20-15,2 7-33 0,0 0-25 0,0 0-13 16,0 0-17-16,-11 15-12 0,6-1-11 0,-4 10-17 16,4-1-8-16,-4 2-12 0,4 2-6 0,-4 0-7 15,4 3-9-15,5-2 12 0,-5-1-19 0,5 2-8 16,0-1-1-16,0-4-4 0,5 2-7 0,-5-6-11 15,4-4 1-15,4 0-3 0,-3-1-4 0,2 0 2 16,4-4-5-16,1-2-3 0,6-2 3 0,-2-2-4 16,1-5 0-16,1 0 0 0,4-5-4 0,-4-2-5 0,3-2 0 15,-1-5-4-15,8 0-6 0,-3-6 7 16,-2 3 4-16,6-5-5 0,-8 1-2 0,1 2 1 16,-6-1 5-16,-6 1 1 0,2 0 5 0,-4 4 7 0,-1 3 8 15,-2 2 5-15,3-2 6 0,-5 3 1 0,2 1-5 16,-3 1-6-16,3-1-9 0,-4 4-6 0,-1 4 1 15,0 0-10-15,0 0 4 0,0 0-3 0,0 0-7 16,0 21 1-16,2-12-2 0,1 4-2 0,-1 5 0 16,0-1 1-16,1 2 0 0,5 0 6 0,2 4-3 15,0-6-8-15,7 8 9 0,-7-8-2 0,6 1 3 16,4-5-3-16,-5 0 3 0,0-4-1 0,5-1 4 16,-4 0 1-16,7-5-1 0,-1-3 4 0,-4 1 0 15,-1-2-5-15,-1-5 2 0,1-2 5 0,-1-1-12 16,-2-4 11-16,-1-5-3 0,0 3 1 0,-6-5-1 15,3-7 2-15,-4-1 0 0,1-1 4 0,-2-11 3 16,-4 10-9-16,-2-13 4 0,-3 12 5 0,3 0-7 0,-6 4 11 16,6-1 1-16,-4 9-8 0,0 1-1 0,-4 2-5 15,6 4-26-15,-5 1-29 0,4 1-44 16,-1 5-28-16,-4 4-12 0,4-2-18 0,5 3-21 0,-15 12-35 16,6-5-59-16,6 7-46 0,-2 4-245 0,5 0-609 15,3-2 269-15</inkml:trace>
  <inkml:trace contextRef="#ctx0" brushRef="#br0" timeOffset="36535.37">14548 5113 12 0,'0'0'342'0,"0"0"-21"16,0-4-27-16,0 4-35 0,0 0-19 0,0 0-30 15,0 0-24-15,0 0-21 0,0 0-14 0,0 0-13 16,0 0-13-16,0 0-15 0,0 0-10 0,5 16-4 16,-3-9-10-16,-2 0-7 0,3-4-14 0,-1 3 5 15,1-2-9-15,4 4-4 0,-2-4-2 0,0-1-2 16,-5-3 13-16,8 5 8 0,-8-5 31 0,10 2-6 16,-10-2 17-16,0 0-10 0,0 0 0 0,7-10-3 15,-7 10-9-15,0-15-6 0,0 11-10 0,-5-4-7 16,3-4-6-16,-6 4-20 0,3 1-16 0,0-5-32 15,0 5-35-15,-2 1-33 0,-3 0-38 0,5 3-50 16,-8 1-51-16,13 2-72 0,-8-6-54 0,8 6-216 16,0 0-598-16,-14 6 264 0</inkml:trace>
  <inkml:trace contextRef="#ctx0" brushRef="#br0" timeOffset="37035.37">15644 4905 58 0,'5'-3'336'0,"-2"0"-8"0,4 0-8 0,-2-1-26 0,-5 4-20 15,0-14-26-15,0 14-18 0,-15-6-12 0,2 0-11 16,-4 2-9-16,-3-1-3 0,-10-2-6 0,-3 0-1 15,0 7-11-15,-13-7-10 0,3 10-9 0,-2 0-10 16,-1-2-13-16,13-1-14 0,-2 2-14 0,5 4-8 16,0 0-12-16,1-5-14 0,7 7-14 0,7-2 0 15,4-5-8-15,-4 6-4 0,6 2-7 0,3-2-14 0,4-1 5 16,-1 4-6-16,6-2-7 0,9 4-1 0,3 0 0 16,9 3-2-16,24 6-15 0,-3-4-4 15,5 1-7-15,8-4-7 0,3 1-7 0,-1-1-1 0,21 2-20 16,-20-5 16-16,2-1-6 0,-7 1-6 0,0-5 6 15,-6-5 6-15,-4-1 4 0,-11-1 2 0,-5 2 4 16,1 3 3-16,-12-9 24 0,-1 3-14 0,2-5 2 16,-10 1 13-16,-2-1 9 0,-2-4 1 0,3-1 1 15,-9-4 10-15,-4-1-2 0,3-2 18 0,-11-7-11 16,-4 3 3-16,-8-2 2 0,-5-9-5 0,-6 7-6 16,-5-2 10-16,-5 2-11 0,1 4-5 0,-3 2-4 15,-1 2-6-15,9 1-10 0,-3 6-26 0,11 4-34 16,-1 6-29-16,6 2-25 0,-4 0-22 0,7 2-30 15,5 3-25-15,0 1-43 0,-4 2-46 0,6-1-47 16,4-1-245-16,-1 3-616 0,1 2 272 0</inkml:trace>
  <inkml:trace contextRef="#ctx0" brushRef="#br0" timeOffset="37285.37">15407 4626 326 0,'0'-5'372'0,"0"-3"-23"0,0 8-32 16,0-8-26-16,0 8-30 0,0 0-31 0,0 0-23 16,0 0-25-16,0 0-21 0,0 0-11 0,2 21-19 15,-2-9-4-15,5 9-13 0,-3 0-4 0,1 9-7 16,2 10-9-16,6 1-8 0,-4 4-9 0,5-1-2 16,-1 3-13-16,-3-3-2 0,7 7-5 0,-3-2-2 15,4 4-9-15,4-3 13 0,-1 4-21 0,-3-5 1 16,12-3-17-16,-8 1-19 0,7-2-17 0,-8-2-19 15,3-5-34-15,-1-2-41 0,-4-9-71 0,0-4-80 16,1-4-79-16,-7-7-190 0,4 0-573 0,-1-5 253 16</inkml:trace>
  <inkml:trace contextRef="#ctx0" brushRef="#br0" timeOffset="37644.75">16437 4703 159 0,'-4'-9'356'0,"3"-1"-26"0,-1 0-10 0,-4-2-7 0,4 6-3 15,-1-1-6-15,1-5 6 0,2 5-9 0,-2 2-7 16,-1-6-6-16,-2 7-12 0,5 4-25 0,-3-8-28 15,3 8-25-15,-2-11-28 0,2 11-20 0,0 0-20 16,0 0-6-16,0 0-18 0,-23 12-7 0,16-4-15 16,-6 7-8-16,5-3-6 0,-1 7-8 0,3 1-5 15,-7-1-8-15,-2 11-3 0,5 8-6 0,-2-6-2 16,2-4-3-16,4 17-4 0,-3-17 2 0,8 4-5 16,2 0-3-16,-1-3-1 0,10 1-7 0,2-1-6 15,-4 1-3-15,7 0-13 0,2-6-15 0,1 2-24 16,7-2-13-16,3-6-38 0,0-1-35 0,2-2-39 15,3-6-40-15,-3 4-51 0,4-8-59 0,-2-3-73 0,1-2-283 16,-2-5-731-16,7-2 325 0</inkml:trace>
  <inkml:trace contextRef="#ctx0" brushRef="#br0" timeOffset="37894.75">17071 4784 249 0,'0'0'243'0,"-9"-2"-7"0,9 2-13 0,-6-5-14 16,6 5-12-16,0 0-14 0,-22 5-15 0,17-3-18 15,-3 2-9-15,1-1-18 0,-3 3-14 0,-1 0-11 16,-4 6-6-16,3 0-10 0,-1 4-7 0,0-4-4 16,-9 6-9-16,6 6-6 0,-2-4-2 0,1-1-9 15,-4 1 3-15,6 4-8 0,-8-3 1 0,4 2-11 16,4-3-13-16,1 3-23 0,2-7-26 0,0-2-41 15,1 1-53-15,2-2-56 0,0 1-73 0,-5-5-140 16,9 0-428-16,-3-3 190 0</inkml:trace>
  <inkml:trace contextRef="#ctx0" brushRef="#br0" timeOffset="38113.51">16703 4823 127 0,'0'-11'313'0,"0"3"-12"0,-3 4-18 0,6-4-25 15,-3 8-19-15,-6-8-20 0,6 8-34 0,3-7-12 16,-3 7-24-16,0 0-14 0,0 0-9 0,7 20-16 16,-2-6-8-16,3 2-10 0,3 2-8 0,3 7-4 15,2-2-10-15,6 4-3 0,3 4-12 0,8 1 0 16,5-2-6-16,-2-3-5 0,2-3-4 0,7-3-5 16,-10 0-18-16,6-5-16 0,-5 1-26 0,-2-7-37 15,-3 4-41-15,0-8-72 0,-1-1-71 0,-10-5-221 16,3 0-505-16,-1-2 223 0</inkml:trace>
  <inkml:trace contextRef="#ctx0" brushRef="#br0" timeOffset="38420.51">17182 4524 425 0,'0'0'491'0,"-7"-6"-9"0,7 6-21 0,-2-5-26 16,2 5-27-16,0 0-30 0,0 0-5 0,0 0-38 0,0 0-35 15,-5-5-26-15,5 5-30 0,0 0-25 0,0 0-23 16,0 0-17-16,24 21-14 0,-8-10-17 0,11 5-14 16,9 7-14-16,-1 4-8 0,4-1-16 15,-2 10-6-15,13-9-12 16,-14 9-5-16,2-3-10 0,-5 4-4 0,7 1-11 15,-10-5-1-15,-1 3-1 0,-7 3-13 0,1-3-2 16,-8 3-17-16,-8-9-19 0,1 1-26 0,-8-1-34 0,-8 9-24 0,3-5-46 16,-12 6-52-16,-6-1-41 0,-4 3-48 15,-11-4-76-15,5-1-110 0,-8-4-327 0,1 5-853 16,0-2 379-16</inkml:trace>
  <inkml:trace contextRef="#ctx0" brushRef="#br0" timeOffset="41547.08">20149 4812 77 0,'-6'-9'356'0,"-3"-3"-10"0,1 1-16 0,-3 4-6 16,-1-5 2-16,-1 4-4 0,-2 1-2 0,-5-1-8 15,12 1-12-15,-6 6-15 0,1-1-19 0,-3 2-15 16,1 0-20-16,6 3-17 0,-4 1-20 0,2 3-21 16,1 0-14-16,0 2-15 0,0 6-15 0,3-3-12 15,-4 7-13-15,9-4-6 0,2 5-15 0,0-2-9 16,0-3-5-16,8 12-16 0,-1-9-9 0,3 4-17 0,0-5-9 16,5-2-10-16,-4 2-18 0,4-4-13 0,-2 1-7 15,2-5-11-15,-6-2 1 0,-1-1 0 16,3-2-2-16,-2-4-2 0,-3 2 14 0,-6-2-11 0,15-6 4 15,-7 0 10-15,-6-1-13 0,3-2 6 0,-5-4 4 16,8-1 5-16,-8-6 1 0,0 0 18 0,0 1-14 16,5-2 15-16,-5 5 7 0,4-4 5 0,-4 1 16 15,0 0 1-15,3 3 6 0,-3-1 4 0,3 1 5 16,4 7 3-16,-7-3-6 0,2 3-1 0,2 0 1 16,3 1-14-16,-5 1-3 0,3 4-3 0,-5 3 1 15,15-5-9-15,-15 5-4 0,24 7 0 0,-9-2-7 16,0 3-1-16,-3 6 0 0,4-1-6 0,4 6 2 15,-2 3-1-15,-1-2-2 0,0 2-2 0,-3 2-7 16,-4-1 3-16,4 1-2 0,-4-9 0 0,-1 2 9 16,3 1-10-16,-4 1 0 0,-8-3 3 0,7-5 1 15,-2-3 4-15,-5 1 1 0,2 1 12 0,4-6-4 0,-4 1 8 16,-1-2 31-16,-1-3 39 0,0 0 12 0,0 0 2 16,0 0-6-16,0 0 15 0,5-16 13 0,-6 7 7 15,1-1-3-15,1-7 1 0,-1-1 1 0,9-1-7 16,-9-5-10-16,5-2-9 0,5 2-14 0,-4 0-7 15,7-3-16-15,-11 9-20 0,6 2-18 0,4-3-29 16,3 3-38-16,0 2-37 0,0 1-64 0,1 2-79 16,-3 1-60-16,4 4-62 0,0 5-75 0,1-4-94 15,-2 8-277-15,-1-1-865 0,5 3 383 0</inkml:trace>
  <inkml:trace contextRef="#ctx0" brushRef="#br0" timeOffset="42500.21">22784 4463 25 0,'10'-11'298'0,"3"-1"-6"15,-4 0 12-15,-3 3-7 0,3 0-7 0,-3-3-8 0,3 4-11 16,-5-1-9-16,0-2-4 0,2 4-7 16,-2-2-11-16,-3 1-6 0,6 0-13 0,-5 2-20 15,-2-2-14-15,0 8-18 0,0-8-22 0,-9 3-12 0,4 2-20 16,-1-1-12-16,6 4-10 0,-25-2-11 0,3 4-7 16,-1-2-10-16,3 4-9 0,-6 0-3 15,-1 3-5-15,-1-2-10 0,7 2-8 0,-2-2 2 0,3 3-2 16,2-2-4-16,-2 3-2 0,0-3-1 0,5 2-7 15,3 2-4-15,-1-4-1 0,3-2-1 0,5 1-1 16,-3 2-1-16,3 0 4 0,3 0 1 0,2 2-5 16,2 0 3-16,3 1 2 0,8 4-4 0,2 1-1 15,5-1 6-15,3 4-8 0,0-4 0 0,4 0 0 16,-1 2-4-16,-1 4 7 0,0-6-8 0,-2 2-5 16,-3-1-2-16,-5 0 1 0,1-2-1 0,-1 1-8 15,-5-1-6-15,3 1-5 0,-4-1 13 0,-1-2-19 16,5 1 3-16,-13-3-11 0,2 2 10 0,3 0-4 15,-5-2 2-15,2 2 17 0,-2-7-10 0,-2 7 1 16,-5-7-3-16,1 4 6 0,4-4 3 0,-5 1 3 16,-3-2 5-16,-3 0 1 0,7-2-4 0,-8 1 10 15,-1-2 8-15,1 0-9 0,-1 0 12 0,-4-2-11 0,5 1 2 16,-5-5 0-16,3 4 1 0,1-2-9 0,0-2-1 16,0 0-21-16,0 3-29 0,9-5-17 15,-4 3-29-15,3-3-39 0,0 3-47 0,6-2-49 0,-3 2-58 16,13-3-59-16,-3 1-224 0,8-2-629 0,2-3 279 15</inkml:trace>
  <inkml:trace contextRef="#ctx0" brushRef="#br0" timeOffset="42765.85">23097 4544 57 0,'5'-4'277'0,"-5"4"-16"0,7-4-26 16,-7 4-24-16,8-3-19 0,-8 3-22 0,0 0-21 15,0 0-14-15,0 0-13 0,7 9-11 0,-7-2-13 16,0 1-10-16,0 2-7 0,0 1-10 0,0-1-7 16,0 7-5-16,0 1-4 0,0-3-5 0,5 3-6 15,-2 0-2-15,-2 0-4 0,4 0-2 0,0-2-5 16,-1 0-3-16,-3-5-1 0,4 3-3 0,-5 1-4 0,9-6 1 16,-9 0-3-16,6 0 2 0,-6-3 2 15,9-2-7-15,-8 4 2 0,6-5-2 0,-1-2-2 16,-6-1 0-16,0 0-7 0,20-4-11 0,-15 1-30 15,-5 3-44-15,12-12-42 0,-6 4-65 0,3 1-63 0,-3-1-129 16,3 1-408-16,1-2 182 0</inkml:trace>
  <inkml:trace contextRef="#ctx0" brushRef="#br0" timeOffset="43265.86">23681 4579 141 0,'0'-7'298'0,"0"-3"3"0,-3-1 0 0,1 2-9 16,1 0-24-16,-4-2-20 0,1-1-17 0,4 3-21 16,-5 2-23-16,-1-1-15 0,3 1-16 0,-2 1-10 15,-5 3-21-15,3-4-15 0,-5 5-13 0,3 0-8 16,-5-1-11-16,14 3-12 0,-23 5 6 0,8-2-19 15,9 3-6-15,-9 0-4 0,0 1-9 0,2 1-1 16,6 2-5-16,-3 2 1 0,5-1-1 0,-5 5-3 0,8 0 1 16,-1 0-4-16,6 3-2 0,-1 0-4 0,5 1 1 15,1 3 5-15,5 3-4 0,4-2-8 16,-2 1 2-16,1 11 4 0,4 1-3 0,2-2-6 16,-6-5-1-16,-1-3-3 0,-2 0-5 0,4 0 2 0,-4 0-4 15,2 0 2-15,-5 0-3 0,5 0-4 0,-7-4 3 16,2 2 0-16,-8-6 3 0,1 1 1 0,-1 1-4 15,-2-5 0-15,1 1 1 0,-1-5 3 0,-1 0-1 16,-1-2 0-16,0 1 8 0,-1-3 8 0,-2-1 43 16,-2-1 32-16,-1-3 28 0,0 1 15 0,8-4 12 15,-20 0 3-15,5-1-3 0,-1-5-10 0,1 0-12 16,0-3-14-16,-7-1-7 0,7-1-4 0,-8-7-15 16,8 4-7-16,-5-5-7 0,6 7-9 0,-1-6-13 15,0-3-22-15,8 6-24 0,-3-11-35 0,7 7-41 16,3-1-46-16,7-4-42 0,-1-6-37 0,9 3-40 15,0 0-36-15,5-1-32 0,5-8-30 0,8 7-33 16,-3-3-236-16,3 1-659 0,-7 12 291 0</inkml:trace>
  <inkml:trace contextRef="#ctx0" brushRef="#br0" timeOffset="43604.2">23759 4694 1470 0,'15'-14'-76'0,"3"2"44"15,-3 3 46-15,-7-1 38 0,2-1 40 0,4 3 21 16,-9 1 13-16,1-2 11 0,-3 5 6 16,4-3 0-16,-7 6-8 0,8-7-14 0,-8 8-11 15,7-4-15-15,-7 4-11 0,0 0-13 0,5-2-6 0,-5 2-5 16,0 0-7-16,3 15-4 0,-3-7-6 0,2 4-1 15,3-2-1-15,-5 9-5 0,5-6 0 16,-2 8-4-16,4-6-5 0,-2 5-4 16,3-1 4-16,-1-4-10 0,3 0 6 0,1 3-4 15,-8-3-3-15,7-3-2 0,-5-3 0 0,2 1-1 16,-4-1 1-16,6-2 0 0,-4-6-2 0,0 5 0 16,-5-6 0-16,19-4-1 0,-14-3 1 0,0 4 3 0,9-9 2 15,-5 0 12-15,1 0 12 0,2-4 4 0,-4 1 12 16,6-11 5-16,-5 11 8 0,1-1 30 15,-1-4 10-15,1 4 17 0,-4-2 11 0,6 6 1 0,-6-4-1 16,6 5-2-16,-7 2 0 0,2-2-11 0,-4 8-7 16,2-2-11-16,-3-3-15 0,6 4-9 0,-5-3-17 15,-3 7-9-15,12-1-8 0,-12 1-9 0,13 6-14 16,-11 0-19-16,4 2-20 0,2-1-11 0,2 2-27 16,-5 6-22-16,5-4-27 0,2 6-32 0,-7-6-20 15,3 5-27-15,-1-4-42 0,-1 3-55 0,-4-5-59 16,6-1-65-16,-8-4-219 0,4 2-669 0,-4-7 296 15</inkml:trace>
  <inkml:trace contextRef="#ctx0" brushRef="#br0" timeOffset="43791.7">23721 4064 310 0,'-10'-19'377'0,"-3"7"-35"0,5-3-34 0,1 7-18 0,0 0-42 15,1 2-25-15,2 0-34 0,1 3-38 16,3 3-24-16,0 0-22 0,0 0-39 0,0 0-48 16,27 19-62-16,-9-4-69 0,7 6-77 0,6 6-212 0,7-1-434 15,-1 2 192-15</inkml:trace>
  <inkml:trace contextRef="#ctx0" brushRef="#br0" timeOffset="44072.96">25075 4268 5 0,'0'-10'440'0,"0"10"-32"16,0-10-16-16,-7 3-26 0,6 0-22 0,-4 0-22 16,-2 3-23-16,-1-3-36 0,1 6-28 0,-3 0-24 15,-3-1-20-15,13 2-21 0,-31 4-21 0,16 4-18 16,0 4-8-16,2 2-14 0,-9 4-7 0,6 3-12 15,1 1-11-15,0 5-5 0,3 1-5 0,4 3-7 16,0 0 3-16,-2 8-12 0,6-9-2 0,1 3-6 16,3 9-5-16,3-3-1 0,-3-10-2 0,7 3 1 15,5 0-14-15,-4-2-10 0,7-2-22 0,0 7-1 0,1-8-42 16,6-6-33-16,-6 3-40 0,4-15-46 16,-3 5-54-16,3-6-61 0,8 0-67 0,-8 1-271 15,-1-9-674-15,8-5 299 0</inkml:trace>
  <inkml:trace contextRef="#ctx0" brushRef="#br0" timeOffset="44572.96">25434 4347 262 0,'-3'-4'303'0,"0"-3"-28"0,1 2-25 0,-6-2-24 15,8 7-26-15,-7-7-24 0,7 7-16 0,-12 0-16 16,12 0-11-16,-14 6-17 0,10 2-13 0,-4-3-9 15,3 3-11-15,0 6 6 0,5-6-9 0,-8 11-7 16,8-3-8-16,-2 2-2 0,2-3-11 0,2 5-6 16,1-3-10-16,4 0-2 0,-2 1-3 0,6-2-8 15,-6-1-4-15,7 0-7 0,-4 0-3 0,5-3-4 16,-3-3 0-16,2 1-1 0,-2-5-2 0,1-3 1 16,1-1 0-16,-2 3 0 0,1-4 5 0,1-5-2 15,-4 3 4-15,2-3-1 0,0-3 6 0,2-3 10 16,-9 4 21-16,9-2 25 0,-7 2 17 0,4-1 10 15,-4-4 0-15,4 5 10 0,-4-1 5 0,-4 0-10 0,8 3-7 16,-8 0-8-16,4-1-16 0,-3 3-9 16,-2 3-23-16,0 0-6 0,0 0-4 0,21 6-1 15,-12 0-9-15,-3 1-1 0,3 4-4 0,5 2-2 16,0 6-4-16,1 0-11 0,6 0 6 0,-8-2-4 0,4 4-1 16,-4-4-10-16,5-1 3 0,-3 2-1 0,-5-7 4 15,3 2 3-15,-1-7 4 0,-5 2-10 16,3-6 5-16,1 3 7 0,2-5-4 0,-13 0 5 0,14-5 0 15,-4-2-1-15,-7 1 1 0,4-5-5 0,-7-4 13 16,1-4-1-16,-1 4 14 0,-1-6 3 0,1-2 2 16,-5 0 4-16,3-3-8 0,-6 2 3 0,3-1-5 15,1 5-3-15,-2 2 1 0,2 0-20 0,4 0-29 16,-5 3-41-16,0 3-37 0,4 2-51 0,-1 2-82 16,-3 2-100-16,5 6-303 0,-1-10-693 0,1 10 307 15</inkml:trace>
  <inkml:trace contextRef="#ctx0" brushRef="#br0" timeOffset="44760.46">26379 4590 137 0,'0'0'427'15,"0"0"-44"-15,0 0-36 0,5-7-34 0,-5 7-29 0,0 0-47 16,10-5-45-16,-10 5-60 0,0 0-50 15,0 0-55-15,0 0-72 0,0 0-75 0,0 0-84 16,0 0-162-16,-26-2-396 0,26 2 176 0</inkml:trace>
  <inkml:trace contextRef="#ctx0" brushRef="#br0" timeOffset="45416.71">27301 4284 330 0,'0'0'312'0,"0"0"-30"0,0 0-22 0,-8-7-28 0,-2 5-21 15,-5-4-5-15,-5 6-3 0,2-3 1 0,-10 0-21 16,-4-2-15-16,3 5-18 0,-4 0-13 16,1 3-12-16,4 2-8 0,0-2-13 0,-2 5-15 0,0-1-10 15,9-1-4-15,-6 1-8 0,9 1-11 0,1 3-3 16,3-3-5-16,0 4-4 0,13 2-1 0,1-1 4 16,1 5-14-16,13-6 5 0,4 12-9 0,10-7-10 15,12 5-4-15,6 1-7 0,7-1-8 0,-3-6-6 16,3 0-10-16,0-1-5 0,4-6-12 0,-4 1-4 15,4-2-6-15,-4-5 0 0,-7-2 2 0,-11 3 0 16,11-8 2-16,-13 3 3 0,-1-5 9 0,-11-2-5 16,2 1 8-16,-1-1 3 0,-7 1 5 0,0-6 4 15,-9 1-1-15,8 1 9 0,-10-5 9 0,-4 2-7 0,-3-3 5 16,-5 2 3-16,-5-5 10 0,-2 3 3 16,-7-4 9-16,-4 1-5 0,-7-3 1 0,-9 2-3 15,1-1-5-15,0 4 1 0,-1 6-2 0,-1-3-1 0,10 6-2 16,2-1-6-16,-4 4 1 0,8 4-1 0,2 1-9 15,6-2-21-15,2 3-24 0,5 0-15 0,1 3-17 16,1 0-33-16,10-3-28 0,-7 6-44 0,7-6-52 16,7 12-231-16,6-9-506 0,-1 4 224 0</inkml:trace>
  <inkml:trace contextRef="#ctx0" brushRef="#br0" timeOffset="45668.24">27453 4018 32 0,'0'0'307'16,"-3"-4"-30"-16,3 4-29 0,-6-4-27 0,6 4-23 15,0 0-20-15,0 0-6 0,0 0 6 0,-15 18-13 0,10-11-7 16,-2 7-13-16,2 1-12 0,2 1-12 16,-4 3-12-16,4 8-3 0,0 4-16 0,9 8 1 15,-6 1-13-15,7 2-7 0,-2-1-8 0,3 2-3 16,0 0-7-16,1 1-2 0,5 1 3 0,-4 3-12 0,5-2 3 15,-1-4-12-15,0-3-1 0,1 3-26 0,4-3-18 16,-10-9-47-16,5-1-36 0,-3 1-50 16,-1-14-70-16,0 1-82 0,-3 0-152 0,4-7-487 0,-2-2 215 15</inkml:trace>
  <inkml:trace contextRef="#ctx0" brushRef="#br0" timeOffset="45980.75">28215 4150 349 0,'1'-7'454'0,"1"2"-12"0,-2-3-13 0,5 1-17 0,-5 7-23 16,0 0-24-16,2-7-33 0,-2 7-33 0,0 0-29 15,-2-12-33-15,2 12-24 0,0 0-26 0,-15 2-18 16,15-2-18-16,-23 8-13 0,5 1-19 0,3 5-12 15,-2-1-9-15,-4 6-17 0,-7 0-3 0,8 7-8 16,3-4-5-16,-4 3-8 0,1-1-5 0,2 2-6 16,4-1-4-16,6 2-3 0,0 0 0 0,3-1-8 15,2-2-8-15,6 0-8 0,-1 3-4 0,3-1-2 16,9-6-7-16,3 0-9 0,10 2-24 0,-6 1-18 16,9-8-30-16,13 5-39 0,-12-5-42 0,4-7-32 15,8 0-28-15,-11-2-34 0,-1-1-53 0,5-7-43 16,-6 2-326-16,5-8-732 0,-5 1 324 0</inkml:trace>
  <inkml:trace contextRef="#ctx0" brushRef="#br0" timeOffset="46215.13">28799 4282 133 0,'2'-5'333'0,"-2"-2"-3"0,0 7-11 0,0-7-20 15,0 7-16-15,0 0-22 0,0-8-27 0,0 8-27 0,0 0-25 16,0 0-18-16,0 0-19 0,-23 3-13 0,16 5-13 15,-1-4-15-15,-7 7-10 0,0-2-8 16,-5 9 8-16,-2-3-18 0,-2 1-17 0,4 7-2 0,-3-4-4 16,-1-2-6-16,1 5-7 0,-3 1 3 0,8-5-7 15,-4 3-19-15,1-3-17 0,1 3-5 0,8-6-32 16,1 0-22-16,-3 1-24 0,4-4-35 0,-5 0-44 16,10 0-46-16,-3-4-39 0,7-2-258 0,1 0-547 15,0-6 242-15</inkml:trace>
  <inkml:trace contextRef="#ctx0" brushRef="#br0" timeOffset="46433.88">28485 4296 98 0,'0'-11'313'0,"-2"3"-6"0,4 0 1 16,-2 0-11-16,0 2-23 0,0 1-26 0,0 5-26 16,3-9-26-16,-3 9-27 0,0 0-15 0,0 0-16 15,0 0-14-15,0 0-10 0,0 22-6 0,8-8-18 16,-1 2-4-16,3 2-7 0,3 7-7 0,0 1-10 0,7-2-4 15,2 2-3-15,4 5-9 0,-1-10-3 16,5 9-7-16,3-3-14 0,-8-6-13 0,1-1-29 16,1-6-23-16,-1 0-45 0,-3-1-42 0,-5-5-54 0,6-2-42 15,-5 0-67-15,0-4-165 0,-3-4-495 0,4-4 219 16</inkml:trace>
  <inkml:trace contextRef="#ctx0" brushRef="#br0" timeOffset="46652.63">28960 4250 243 0,'0'-4'312'0,"1"-1"-15"0,-1 5-18 16,4-7-14-16,-4 7-17 0,5-4-13 0,-5 4-12 15,0 0-30-15,14 3-11 0,-14-3-21 0,15 10-23 16,-8-2-9-16,5 2-11 0,-4 2-13 0,0 0-9 16,5 5-12-16,-1-2-9 0,-5 3-9 0,7 1-1 15,1 0-12-15,-1 5 2 0,-6 3-7 0,5-4-2 16,-3 3-8-16,5-2-1 0,-5 1-21 0,1 1-31 15,-6-2-31-15,5-8-41 0,-6 1-58 0,-3 4-67 16,9-7-69-16,-6-1-223 0,-3-4-545 0,-1-2 241 16</inkml:trace>
  <inkml:trace contextRef="#ctx0" brushRef="#br0" timeOffset="46965.14">29294 3945 253 0,'-2'-6'399'0,"1"3"-44"16,1 3-25-16,-5-6-25 0,5 6-33 0,0 0-25 0,0 0-28 16,0 0-17-16,0 0-22 0,0 0-9 0,20 15-16 15,-9-3 11-15,11 7-4 0,1 4 0 0,12 7-7 16,-4 5-8-16,10 0-10 0,2 9 8 0,0-3-11 15,-1-2-16-15,14 15-10 0,-19-15-8 0,-3 3-10 16,-1-7-13-16,2 9-4 0,-10-5-10 0,3 6 1 16,-8-4-14-16,-12 2-6 0,2 4-2 0,-8-3-7 15,-7 6-17-15,-7-4-16 0,-4 7-15 0,-14 1-35 16,-11 8-37-16,-14-3-41 0,-6 0-40 0,-10-1-40 16,-16-1-82-16,6-4-112 0,-6-5-242 0,4 0-695 15,2-12 308-15</inkml:trace>
  <inkml:trace contextRef="#ctx0" brushRef="#br0" timeOffset="56268.28">3078 3770 93 0,'-8'-20'256'0,"6"1"-5"16,-1 2 4-16,1-2-2 0,2 4-4 0,-2-2-4 16,-2 8-8-16,4-2-12 0,0 6-16 0,-4-3-22 0,1 1-18 15,3 0-22-15,0 7-12 0,0 0-19 0,0-7-21 16,0 7-6-16,0 0-9 0,0 21-7 0,0-1-7 15,3 8-3-15,-6 14-11 0,3 12-5 16,3 24-7-16,-6 10 5 0,1 5-14 0,-8 36 4 0,10-36-2 16,-5 42-6-16,0-43-10 0,4 40 3 0,-8 0 0 15,9-1 1-15,0-38-3 0,9 4-1 0,-8 37 3 16,4-40 0-16,4 2 5 0,-1 0 12 0,-1-6-9 16,1 1 6-16,5 1-6 0,2-2 0 0,0 3 20 15,-2 3 28-15,-1 0-17 0,-1-4 2 0,2-2-4 16,-6-4 6-16,8 0-16 0,-7-5-4 0,-1-5-3 15,-2 1-2-15,1-22-1 0,-1 4-5 0,2-3-2 16,-4-4 6-16,1 2-16 0,-1-3 0 0,-1-5 0 16,-1 1-8-16,6-5 4 0,-4 4 0 0,1-7-4 15,-3 2 1-15,1-13-6 0,-2 1 3 0,0 1 1 16,5-9-2-16,-5 1-1 0,0 4-3 0,1-2 2 16,-2-6-1-16,2 2 1 0,-2-5-4 0,1-3 1 15,-5 3 4-15,10-7-4 0,-5 8 3 0,-5-8-4 16,5 4 1-16,-2-2-2 0,1-5 1 0,1 5-3 15,0-1 4-15,0-4 0 0,-2 6-2 0,2-8 2 16,-2 3-2-16,1 1 1 0,1-7-1 0,0 8-1 16,0-8 5-16,0 0-6 0,1 6 8 0,-1-6-2 0,-1 9 2 15,1-9-3-15,0 0 2 0,0 0 2 0,0 0 4 16,0 0 25-16,1 4 8 0,-1-4 8 0,0 0 4 16,0 0-3-16,0 0 1 0,0 0 0 15,0 0-7-15,0 0 0 0,0 0-1 0,0 0-5 0,0 0-3 16,18-1-3-16,-6-5-4 0,10 1-7 0,-4 5-1 15,13-1-2-15,16 0-2 0,1-5-6 0,6 2-1 16,-1-1-1-16,3 5 4 0,7 0-8 0,23-2-1 16,-24 2 0-16,1 0-2 0,-1 0 1 0,1-3-4 15,-3 3-6-15,-4 3 1 0,-3-3 6 0,-11 0-7 16,4 0-1-16,-15 0-3 0,-3 0-3 0,-6 0-5 16,-5-3-2-16,-4 3-1 0,2 0-10 0,-9 0-16 15,3-2-14-15,-9 2-30 0,6-5-63 0,-6 5-40 16,0 0-22-16,0 0-18 0,-20-13-20 0,12 12-47 15,-5 0-52-15,1-2-318 0,-1-1-723 0,0 1 321 16</inkml:trace>
  <inkml:trace contextRef="#ctx0" brushRef="#br0" timeOffset="56862.04">4271 7216 2451 0,'-3'-2'181'0,"-4"-3"-109"0,1 2-23 16,6 3-2-16,-5-5 5 0,5 5-6 0,-10-9-4 16,10 9-12-16,0 0-5 0,-2-4-2 0,2 4-3 15,0 0-6-15,0 0-1 0,0 0-1 0,0 0 0 16,10 21 17-16,-3-15 23 0,6 7-1 0,-1-1-2 15,9 3-3-15,6 3-3 0,6 6-2 0,-7-9-3 16,2 2-5-16,12 4-3 0,-12-6-1 0,5 2-6 16,-6-6 5-16,-2 5-11 0,0-4 3 0,-1-1-8 15,-4 3 4-15,-3-6-7 0,-2 2 1 0,0 1 2 16,-2-4-3-16,-5 1-6 0,0-3 3 0,-1 2 4 16,-2-2-7-16,-2 1 1 0,1-1 2 0,-1 4 0 15,-6-3 1-15,-1 2 0 0,-2-1-3 0,-3 1 4 16,1 0-3-16,-7 4-1 0,0 0-4 0,-1 2 5 15,-4 2-5-15,-3 1 2 0,0 2-1 0,-7 1 2 16,5 1 8-16,0 3-12 0,-11 4 3 0,6-1 3 0,-5 0-3 16,10-5-2-16,-3-3 0 0,5-3 4 15,0 4 4-15,0-4-5 0,1 2 2 0,4-2 3 16,3-8-1-16,3 4 3 0,-2-1 1 0,7-7 4 0,-3 3 2 16,5 1 31-16,0-4 33 0,5-4 39 0,-7 4 36 15,7-4 31-15,0 0 7 0,0 0-18 0,0 0-15 16,0 0-14-16,-10-18-11 0,12 10-9 15,6-8-10-15,-8 1-5 0,12-7-5 0,-5-3-3 0,1 0 1 16,0-4-7-16,7-10-3 0,-5 8 11 0,3-8 0 16,-4-3 11-16,5 3 0 0,-7 12 7 0,0-3 4 15,-4 1-3-15,4 1-18 0,-2 2-10 0,-4 7-5 16,1-6-10-16,1 3-12 0,-3-5-2 0,0 8-30 16,2 4 15-16,-2 3-24 0,0 1-28 0,6 1-54 15,-12 3-74-15,6 0-94 0,5 3-120 0,-5 4-108 16,0 0-69-16,0 0-466 0,0 0-1065 0,6 16 472 15</inkml:trace>
  <inkml:trace contextRef="#ctx0" brushRef="#br0" timeOffset="60769.87">5910 7201 292 0,'7'-5'323'0,"-7"5"-21"0,3-9-20 0,-3 9-20 15,2-6-17-15,-2 6-17 0,0-7-15 0,0 7-19 0,0 0-27 16,-12-9-9-16,7 5-12 0,-5 3-16 0,10 1-9 15,-20 0-8-15,5-2 2 0,-1-1-9 16,-4 1-3-16,-3 2-2 0,1 0 1 0,1-1-5 0,-7-1-2 16,-1-3-1-16,1-2-12 0,7 3 8 0,-1-2-4 15,-4-3 11-15,3 5 7 0,8-7 1 0,-2-1 1 16,-4 3-7-16,12-5-7 0,1 1-12 0,-3-2-8 16,7-3-7-16,1-2-5 0,3 0-11 0,7 3-4 15,1-4-4-15,7-3-7 0,-4 12-1 0,4-9-5 16,-7 8-2-16,12-3-6 0,-5 6-7 0,2 0 0 15,4 2 0-15,-4 2-3 0,3 3 0 0,-2 3-6 16,0 2 0-16,0 2-10 0,4 0 2 0,-2 8-3 16,-4 0 1-16,6 7-2 0,1 0-2 0,-2 5-1 0,-6 3 3 15,4 2-2-15,-3 8 4 0,6 5 1 16,-12-3-4-16,-1 3 1 0,0 3 2 0,-8-3 0 16,3 0 0-16,-8-1 10 0,1 1-13 0,-10-3 1 0,3 1 0 15,0-11 4-15,-5-1-4 0,-1-1 3 0,-4-2-2 16,-2-2 0-16,-4-1 5 0,-2-2-5 0,-4-1 16 15,1-4 13-15,-7 1 16 0,4-11 9 0,3 3 12 16,-5-5 8-16,4-3 9 0,-4-3 9 0,-1 0 10 16,8-7 2-16,-6-1 0 0,13 0-5 0,-8-1 0 15,14 0-2-15,-6-4-6 0,4 4-10 0,8-3-4 16,-3 3-5-16,6-2-8 0,1 4-5 0,4 1-12 16,-1 0-9-16,-2-2-20 0,2 6-34 0,3-2-31 15,0 7-41-15,9-4-30 0,-9 4-25 0,17 0-33 16,-4 1-35-16,2 2-19 0,2 5-22 0,-2 3-31 15,3-3-34-15,3 9-32 0,-4-8-41 0,9 4-275 16,-7-1-728-16,0 2 322 0</inkml:trace>
  <inkml:trace contextRef="#ctx0" brushRef="#br0" timeOffset="61129.25">6302 6968 207 0,'-3'-14'395'0,"0"2"-3"0,3 3-7 0,-2-3-12 0,2 3-8 16,-2 2-7-16,2-4-16 0,-5 8-18 0,5 3-27 16,0-9-30-16,-3 2-28 0,3 7-27 0,0-9-22 15,0 9-23-15,0 0-24 0,0 0-13 0,-3-5-17 16,3 5-15-16,0 0-6 0,0 22-13 0,3-7-7 15,-6 0-8-15,3 5-7 0,0 4-5 0,0 3-6 16,-4 3-3-16,-1 1-4 0,-3 8-5 0,2-7-5 16,-3 7 0-16,4 3-6 0,-5 1 1 0,5-1 0 15,-4-1-4-15,7-1-5 0,-1-1 1 0,3-7 4 16,-2 1-4-16,2 0-4 0,2-3 1 0,3 0 0 16,1-6-16-16,1 5-15 0,4-4-18 0,1-1-17 15,-4-7-27-15,12-1-29 0,-2 0-36 0,4-7-39 16,-1 2-42-16,2-2-42 0,-1-3-25 0,-2-5-35 0,6-1-61 15,-6-4-228-15,3 1-667 0,4-11 296 16</inkml:trace>
  <inkml:trace contextRef="#ctx0" brushRef="#br0" timeOffset="61332.38">6203 7296 301 0,'-12'-7'321'0,"-1"2"0"0,3-1 0 16,10 3 9-16,-6 1 7 0,6 2-14 0,-14-4-26 15,8 2-16-15,6 2-32 0,0 0-22 0,0 0-26 16,21-5-17-16,-6 5-16 0,7 1-20 0,-2 2-18 16,9-2-23-16,3 1-17 0,1-2-56 0,13 4-47 15,-13 1-54-15,2 1-66 0,1 4-67 0,-7-3-82 16,0 1-82-16,3 3-189 0,1-3-597 0,-2 0 265 16</inkml:trace>
  <inkml:trace contextRef="#ctx0" brushRef="#br0" timeOffset="61816.75">7279 7561 2108 0,'1'-12'107'0,"8"0"-20"0,-6 2 40 15,0 1 23-15,1-2-1 0,1 2 12 0,-5 1 2 16,0 1-12-16,5 0-34 0,-5 4-14 0,0 3-19 16,0 0-11-16,0 0-6 0,0 0-8 0,0 0-6 15,0 0-6-15,0 0-5 0,0 25-5 0,0-13-2 16,0 5-5-16,0-2-2 0,0 3-3 0,0 0-1 16,0 0-5-16,0 1 0 0,3-4 13 0,2 0-16 15,-5-1-3-15,0-5 5 0,2 0-7 0,-1 0-1 16,-1-1 2-16,0-8 6 0,4 7 16 0,-4-1 10 15,0-6 16-15,0 0-18 0,0 0-11 0,23-13-7 16,-13 5-1-16,1-10-4 0,4 4 1 0,3-5-4 16,2 1 0-16,3-1-3 0,-3-1 0 0,-2 2 3 15,6 0 2-15,-5 0-3 0,1 7 7 0,-3-2 2 0,3 1-1 16,-4 0-3-16,-1 4-3 0,3 3 11 0,-1-3-14 16,-1 8-3-16,-1-1 0 0,4 1-5 15,-6 1 1-15,-2 3-7 0,6 5 18 0,-2-1-20 0,0 4 8 16,3 0 3-16,-6 3-15 0,-3 0 5 0,1 3 1 15,4-3-3-15,-6 3 3 0,0 0-4 0,-1 0 8 16,1-2-16-16,-8 3-4 0,2-4 1 0,-2 2-26 16,-2-5-12-16,-5 5-21 0,1-7-18 0,-4 2-24 15,2-5-29-15,-7 1-35 0,-3-1-46 0,-2-3-52 16,-2-4-51-16,-11 0-209 0,3-4-582 0,-1-3 257 16</inkml:trace>
  <inkml:trace contextRef="#ctx0" brushRef="#br0" timeOffset="62004.25">7424 7002 80 0,'14'-7'236'0,"-6"-1"-24"0,0 2-18 0,2 1-21 16,-5 1-23-16,7 0-11 0,-7 4-19 0,-5 0-31 15,25 6-61-15,-12 1-73 0,3 0-75 0,-2 4-90 16,14 4-227-16,-5 1 101 0</inkml:trace>
  <inkml:trace contextRef="#ctx0" brushRef="#br0" timeOffset="62301.14">8757 6920 194 0,'6'-7'369'0,"-2"4"-10"0,-1-1-34 15,0-2-36-15,2 1-28 0,-5 5-31 0,0 0-23 0,0 0-22 16,0 0-22-16,10 14-14 0,-5-8-8 0,2 12-23 16,-2-2-14-16,5 9-3 0,-2 3-10 15,2 3-13-15,2 7-5 0,-4 2-13 0,5 2-4 0,-3 5 1 16,0-4-8-16,0-1-5 0,0 4-4 0,0-6-4 15,-2 1-10-15,-6-12-23 0,3 3-19 0,0-5-32 16,-5 0-31-16,0-6-33 0,0-5-43 0,3 1-44 16,-3 0-41-16,5-9-28 0,-5 3-181 0,2-5-486 15,-2-3 215-15</inkml:trace>
  <inkml:trace contextRef="#ctx0" brushRef="#br0" timeOffset="62879.28">9128 6930 180 0,'0'-10'267'0,"3"2"-13"0,0 1-23 0,-3-3-26 15,0 10-22-15,2-7-21 0,-2 7-16 0,0 0-16 0,0 0-13 16,0 0-13-16,0 33-9 0,0-13-10 0,0 0-5 16,2 7-7-16,-1 7-7 0,1-3-7 15,1 8-6-15,4 2-1 0,-4 0-7 0,0-1-3 0,6 1-6 16,-3 1-1-16,1-8-1 0,-4-2-5 0,4-2-5 15,-4-2 2-15,2-3-4 0,2-4 0 0,-4-5-4 16,-1 3-1-16,4-6 1 0,-6-1-4 0,4-3-4 16,-4-1 1-16,1-3 3 0,3 2 0 0,2-6-3 15,-6-1-2-15,0 0 0 0,0 0-1 0,18-13 4 16,-13 5-2-16,-5 1 8 0,9-4 1 0,-3 0 11 16,3 4 6-16,-1-3 7 0,-2 2-3 0,1 1-1 15,0 0-7-15,1 2-2 0,-1-3-2 0,1 5-8 16,-1 0 0-16,7 3-5 0,-14 0 1 0,20 5-3 15,-5-3 1-15,0 6-2 0,3 3-1 0,4-3 0 16,-6 3-4-16,3-2 3 0,2 5-3 0,1-4 1 16,-3-1-3-16,5 3 1 0,-6-3-1 0,5-3-1 15,-1-1-3-15,-3-4-4 0,-2-1-1 0,6 0 1 0,-3-1-1 16,-3-4 0-16,1-2-5 0,-3-4 3 0,0 3-2 16,-2-5 0-16,-2 2 2 0,-2-7-3 15,-1-1 7-15,0-5-6 0,-6-3 6 0,-1 0 5 0,-2 7 3 16,-1 0 14-16,2 1 38 0,-3 3 17 0,-2-2 24 15,3 3 13-15,-1 3 4 0,0 1-4 0,1 4-6 16,-3-2-21-16,3 4-9 0,-4 1-11 0,6 4-8 16,-10-2-7-16,10 2-5 0,-15 6-7 0,8 2-2 15,4 1 0-15,-2 6-5 0,-2 1 0 0,2 2-6 16,5 2 0-16,0 6-3 0,0 1 4 0,4-2-3 16,-3-8-6-16,11 10 0 0,-2-8-3 0,0 2-8 15,3-5-1-15,2 1 3 0,5 0-40 0,5-1-28 16,-2-5-52-16,7-1-58 0,1-1-58 0,-11-4-52 15,10-5-57-15,-7 0-277 0,2-5-665 0,5-1 294 16</inkml:trace>
  <inkml:trace contextRef="#ctx0" brushRef="#br0" timeOffset="63066.78">8739 7072 327 0,'-53'-1'326'0,"3"-1"-31"0,5 1 5 15,16 1 4-15,9-3-18 0,8 3-26 0,-1 0-16 16,1 0-22-16,12 0-24 0,-8 3-16 0,8-3-18 16,0 0-32-16,35 9-25 0,-4-3-50 0,19 2-62 15,0-1-82-15,4 5-80 0,7-4-91 0,-4 2-224 16,7 4-521-16,-3-4 231 0</inkml:trace>
  <inkml:trace contextRef="#ctx0" brushRef="#br0" timeOffset="63926.16">11205 6990 177 0,'1'-16'310'15,"-1"-2"-18"-15,-1 3-18 0,-6-4-20 0,2 7-16 16,0-4-15-16,-6 4-20 0,-1-3-14 0,-1 6-18 16,5 3-23-16,-9 2-6 0,0-4-13 0,1 8-16 15,-7 3-14-15,5 2-4 0,1-2-16 0,-5 2-5 16,8 5-12-16,-6 2-1 0,5-2-6 0,0 2-6 0,5 3-3 16,0 3-7-16,0-4 6 0,8 5-7 15,1-2 3-15,2 2-2 0,4 6 2 0,5-7-8 16,5 6 1-16,7-1 9 0,9 8-15 0,4-1-6 0,0 2-2 15,3-3 2-15,-3 0-4 0,-1-2-3 0,-7-4-4 16,-2-4 4-16,-1 4-4 0,-5-2-5 0,2-3-8 16,-6 0 6-16,-3-8-4 0,-4 9-7 0,2-8-1 15,-8 1 4-15,1-2-3 0,-6-1-1 0,1-1 17 16,-8 0-15-16,5-4 1 0,-10 1 1 0,-6-3 9 16,-3-1-2-16,1-1 7 0,-5-3 1 0,-3-2 3 15,1 2 6-15,13-1 6 0,-3 1 7 0,1-3 2 16,4-2-3-16,0 4-2 0,2 3 5 0,9 1-7 15,-9-6 5-15,8 4-6 0,5 2-7 0,0 0-9 16,0 0-10-16,0 0-9 0,20-6-8 0,-2 7-16 16,7 4-12-16,6-2-13 0,12 2-11 0,5-3-8 15,-3 5-16-15,3-6-14 0,2 2-12 0,1-2-12 0,2 2 3 16,-2-6-1-16,-4-1 14 0,1-4 10 16,-7 6 2-16,2-11 18 0,-13 6 10 0,-2-2 8 15,-1-7 8-15,-4-1 11 0,-2-4 10 0,-9 0 17 0,-2-1 22 16,0 2 22-16,-7 2 19 0,-1-2 18 0,-6 1 21 15,1 1 19-15,-7-1 18 0,2 5 15 0,-4-1 8 16,-3 0-2-16,0 3-8 0,7 4-2 0,-5-4-11 16,0 7-14-16,3 3-14 0,-2-1-10 0,4 1-7 15,-7 2-9-15,8 5-9 0,-6-3 0 0,3 3-7 16,4 9-2-16,-8-4 1 0,6 10-6 0,0-6 3 16,8 4-5-16,0 4-2 0,0 4-3 0,3-3-2 15,9 3-1-15,-4-1-5 0,5 1-10 0,2-3 2 16,7-6-5-16,-1 6-9 0,-4-4 0 0,9-9-15 15,-3 7-12-15,7-6-36 0,-2-5-22 0,2-3-44 16,-5 0-30-16,6-2-26 0,1-2-20 0,-6-10-24 16,1 4-19-16,11-15-29 0,-15 5-20 0,5-1-213 0,9-14-546 15,-8 3 242-15</inkml:trace>
  <inkml:trace contextRef="#ctx0" brushRef="#br0" timeOffset="64129.28">12319 6888 22 0,'-7'-40'191'0,"-3"-4"29"0,0 6 24 0,0 8 15 16,0 1 6-16,-1 2 0 0,6 10 0 0,-7-3 8 15,6 4 7-15,2 4-8 0,-2 1-26 0,4 3-27 16,-3 1-30-16,-3 3-20 0,8 4-22 0,0 0-10 16,-13 7-19-16,8 10-5 0,1 0-7 0,4 8-11 15,-1 4-9-15,2 12-7 0,-1 4-8 0,4 1-5 16,1 1-6-16,3 4-10 0,7-1-6 0,-9-2 5 16,9 1-7-16,2 5-8 0,3-3-9 0,0 3-20 15,-2 0-5-15,5-7-30 0,3-1-29 0,-4-4-33 0,1-1-27 16,-1-5-56-16,1-3-47 0,-10-11-56 15,7-8-53-15,-5-1-236 0,1-2-614 0,1-7 272 16</inkml:trace>
  <inkml:trace contextRef="#ctx0" brushRef="#br0" timeOffset="64301.17">12398 7095 203 0,'-13'-16'299'0,"5"2"1"0,-1 5-16 0,3 2-27 16,-2-1-14-16,8 2-22 0,-5-2-25 0,5 8-26 15,-2-4-12-15,2 4-20 0,0 0-12 0,0 0-17 16,36 18-11-16,-16-10-36 0,10 7-34 0,8 4-43 16,7 2-49-16,1-2-55 0,7 3-58 0,0 0-243 15,21 3-454-15,-12-8 200 0</inkml:trace>
  <inkml:trace contextRef="#ctx0" brushRef="#br0" timeOffset="64910.55">13707 7269 171 0,'-26'-2'305'0,"-4"8"-15"0,-1-4-15 0,-1 1-14 0,4 3-23 16,-3 0-27-16,11 0-17 0,-2 0-19 0,-1 4-17 16,8 2-12-16,-3-1-19 0,8 2-9 0,-3-2-11 15,5-2-10-15,1 1-7 0,5-1-4 0,1 4-6 16,1 1-5-16,6-1-10 0,4 1 2 0,-2-1-12 15,7-4 1-15,0 1-9 0,3-3-7 0,-1-4-1 16,6 4-12-16,0-3-1 0,-4-4-4 0,4 0-7 16,-5-6-1-16,0-2-9 0,-1 1-7 0,-2-3-10 15,-2-1 4-15,-5-9-8 0,-1 7 3 0,-4-13 3 16,-5 6-5-16,1-7 7 0,-11 1 0 0,1 0 0 16,-4 2 5-16,0 2-2 0,5 5 1 0,0 0 1 15,-5-1 0-15,7 3 2 0,-6-4 0 0,5 9-2 16,4-4 2-16,-4 7 2 0,9-1-5 0,0-4-1 15,9 2-2-15,-3 5-2 0,11-3-3 0,4-1-13 16,7 1-12-16,2-1-6 0,3 0-5 0,15-3-10 16,-1 0-12-16,-3-6-8 0,6 3-16 0,0 0 0 0,1 0 1 15,2-6 3-15,-8 5 16 0,6-3 6 0,-8-3 5 16,-5 1 11-16,0 2 11 0,-11-1 26 16,-6 1 27-16,-6 3 23 0,0-7 11 0,-10 4 1 0,1 2 14 15,-1-1 10-15,-5-1 13 0,-1-3 15 0,-6 5-2 16,2 2 11-16,-3-1-4 0,0 4-5 0,-6-3-6 15,4 6-15-15,-3 0-9 0,-2 0-11 0,2 6-7 16,-2 2-5-16,0 2-13 0,-1 6-4 0,1 4-1 16,-12 5 1-16,12 8-3 0,-1 3 10 0,1 15-15 15,3 2 1-15,3 2-2 0,5 6 0 0,3 0-3 16,2 25-1-16,3-3 0 0,5 2-1 0,3 7-4 16,3-6 5-16,1 1 2 0,6-5-3 0,-2 8-4 15,3-3 6-15,0-1-4 0,5-7-1 0,-6-14 8 16,-6-2-15-16,6-2 7 0,-2-1-20 0,-5-4-15 15,-5-8-20-15,1-10-34 0,-3-2-35 0,-4-11-41 16,2-1-44-16,-6-4-20 0,4-6-44 0,-1-1-45 16,-3-4-164-16,0 0-509 0,0 0 225 0</inkml:trace>
  <inkml:trace contextRef="#ctx0" brushRef="#br0" timeOffset="65113.68">13944 7464 115 0,'-8'-8'363'0,"0"6"-3"0,1 0-10 16,-1-2-6-16,8 4 0 0,-4-7-15 0,4 0-33 16,0 7-30-16,12-5-28 0,-4 3-24 0,12 0-19 15,8-1-24-15,4 3-17 0,14-1-14 0,-1-3-15 16,4 1-14-16,4 1-10 0,-5 0-9 0,0-3-21 16,0 2-16-16,2 2-63 0,-2-5-65 0,-13 4-75 15,-5 1-92-15,1-6-105 0,2-1-259 0,-6-1-653 16,-1-1 288-16</inkml:trace>
  <inkml:trace contextRef="#ctx0" brushRef="#br0" timeOffset="68566.85">15512 6828 340 0,'-9'-6'439'15,"4"0"-30"-15,2 0-30 0,3 6-34 0,-7-8-36 0,7 8-31 16,-5-4-33-16,5 4-32 0,0 0-25 16,0 0-19-16,0 22-21 0,0-10-14 0,0 7-13 15,0 1-7-15,0 4-12 0,5 10-9 0,-5-2-9 0,0 9-7 16,10-1-9-16,-10 6-7 0,0-9-5 0,0 3-2 15,0 4-6-15,-3-2 0 0,-2 0-8 16,3-12-2-16,-3 2 1 0,5-2-7 0,-8-1-16 0,6-3-31 16,-1-10-33-16,3 3-26 0,-2-4-36 0,-1-3-28 15,3-4-32-15,0 0-50 0,3-4-75 0,-3-4-309 16,7 2-652-16,-7-2 289 0</inkml:trace>
  <inkml:trace contextRef="#ctx0" brushRef="#br0" timeOffset="68863.73">15414 6816 334 0,'-10'-18'367'0,"5"3"-1"0,-3 0 5 0,4-2-9 0,1 7-1 16,-2-3-18-16,2 1-7 0,3 1-22 16,1 0-27-16,-1 2-29 0,7-3-21 0,0 5-29 15,4-5-20-15,4 3-19 0,3 3-20 0,4-2-13 0,9 3-15 16,1 3-12-16,-2 1-14 0,4 2-12 0,-2 6-12 15,-4 1-12-15,-5-2-10 0,5 4-14 16,-10 4-10-16,1-5-12 0,-3 2-13 0,-3 2 1 16,2 1-3-16,-6 2-8 0,-1-4 0 0,-6 5-6 0,-1-1-1 15,-4 0-4-15,-7 1 2 0,-3-2 0 0,-10 4-7 16,1 1 0-16,-6-1-14 0,3-7-33 0,-1 5-26 16,-4-8-29-16,7 7-24 0,-6-8-24 0,13 1-23 15,-4-2-31-15,8 0-36 0,-1-1-31 0,8-6-22 16,-5 5-232-16,10-5-596 0,0 0 264 0</inkml:trace>
  <inkml:trace contextRef="#ctx0" brushRef="#br0" timeOffset="69519.98">15922 6876 113 0,'0'6'169'0,"0"-6"5"0,-5 9 0 15,3-2-20-15,-4 5-9 0,6-4-12 0,-5 4-8 16,5 0-8-16,0 6-8 0,0-4-7 0,3 0-4 0,5 1-2 15,-4-1-7-15,1 2-7 0,8-4-8 16,3 4-7-16,-1-5-2 0,0 1-7 0,0-1-6 16,5-5-3-16,0 0-5 0,0-2-5 0,-2 0-1 0,0-4-5 15,-3-4-2-15,-2 0 0 0,-4 1-3 0,-1-3-2 16,-2-1-1-16,3-3 2 0,-9-2 5 0,-4-1-3 16,-1-5 3-16,-6 3 8 0,-1-2 8 0,-9-2 12 15,3 1 3-15,-2-2 5 0,1 10 0 0,0-8-5 16,-3 9 5-16,6-3-2 0,1 6-7 0,0-3-5 15,5 6-2-15,0-3-8 0,3-2-2 0,-4 6-5 16,7-3 1-16,4 5-6 0,0 0-5 0,0 0 1 16,0 0-10-16,24-2 1 0,-1 7 1 0,8-2-6 15,4 1-2-15,0 1-1 0,13 1-8 0,-2-3 2 16,-6 0-7-16,6-3-7 0,-13 3-5 0,14-1-4 16,-13-2-7-16,3-5-5 0,-11 3 10 0,6-1 1 15,-14 2 4-15,5-6 2 0,-3-2 1 0,-5 1 6 16,-7 1 2-16,5-4 2 0,-4 3 0 0,-3 0 2 0,-6-4 1 15,0 2 3-15,-6 1 2 0,-1-1 2 16,4 2 4-16,-9 1-1 0,5 0 1 0,-2 1 0 16,2-1-2-16,-5 6 0 0,2-3-5 0,4 2-2 0,6 2-1 15,0 0 0-15,-22 6-2 0,19-3-2 0,3 6 9 16,0-2-1-16,2 1 0 0,4 5 2 0,7 1-4 16,-1-1 3-16,8 5-1 0,1 2 2 15,3-4-4-15,-1 2 1 0,-3 2-2 0,3-5 2 0,-2 6-4 16,1-7 2-16,-9-1 0 0,0 1-2 0,1-4 0 15,-3 0 1-15,-4 1-2 0,1-3-2 0,-6-1-1 16,-2-1 4-16,0 0-2 0,0-6 2 0,-14 8 0 16,3-4-2-16,-2-3 9 0,-4 1-9 0,-3-2 5 15,-1 0-3-15,-2-2 3 0,6 1-2 0,-8-3 1 16,9 0 9-16,2 1-3 0,-1-1-4 0,2 3-1 16,3-3 2-16,4 0-1 0,-1-2-5 0,7 6-6 15,-5-9-5-15,5 9-15 0,12-12-15 0,-1 5-25 16,6-1-27-16,13-5-28 0,-7 5-45 0,10-4-23 15,13-1-25-15,-1-6-22 0,1 7-197 0,2-5-467 16,-6 2 207-16</inkml:trace>
  <inkml:trace contextRef="#ctx0" brushRef="#br0" timeOffset="69816.87">17114 6775 16 0,'5'-5'104'0,"0"-4"16"0,-7-2 11 16,-1 4 12-16,-6-1 13 0,6 1 15 0,-8 2 5 16,1-4 9-16,-4 0-1 0,-1 4-2 0,1-2-5 15,-3 3-11-15,4 2-10 0,-2 0-21 0,7-2-8 16,-4 4-18-16,0 4-13 0,2-2-9 0,2 4-9 15,0 0-7-15,1 0-4 0,6 5-5 0,-6 1-7 16,9 1-2-16,4 5-5 0,1-3-8 0,5 1 0 16,-1-1-5-16,9 5 0 0,-10-2-5 0,10 0-3 15,-2 4-4-15,-3-10 3 0,1 5-7 0,-1-7-3 16,-3 9 1-16,-2-11-2 0,0 4-7 0,-2-4 5 16,-3 2-3-16,0-5-1 0,-3 4-1 0,3-3 1 15,-9-2 10-15,4-4 12 0,-6 8 13 0,-4-5 8 16,0-2 2-16,0 1-8 0,-10-1-2 0,2-2-3 15,-4 1-4-15,6 0-3 0,2-2-3 0,-7 2-4 16,8-1-14-16,6 1-15 0,7 0-11 0,-15 0-12 16,15 0-17-16,0 0-16 0,-8-3-33 0,8 3-36 15,0 0-28-15,0 0-35 0,36-11-34 0,-19 6-23 0,11-3-20 16,0-3-145-16,2 1-445 0,1-2 197 0</inkml:trace>
  <inkml:trace contextRef="#ctx0" brushRef="#br0" timeOffset="70035.62">17336 6867 67 0,'9'-8'141'16,"-2"4"8"-16,1-2 17 0,-1 0 31 0,-2 0 15 15,3 0-1-15,-6 0-4 0,3 3-9 0,-2-3-12 16,-3 6-20-16,7-4-17 0,-7 4-11 0,3-3-24 16,-3 3-11-16,0 0-9 0,0 0-10 0,2 15-8 15,-2-15-9-15,-2 13-3 0,2-1-8 0,0-3-7 16,-2 8-5-16,4-6 1 0,-2 9-7 0,0-6-6 16,0 3 0-16,3 0 0 0,2-2-6 0,-3 3-2 15,1-3-2-15,1 0-3 0,4 1-3 0,-6-5 1 16,3-1 1-16,-4-2-7 0,4-1-4 0,-3 1-4 15,-1-4 2-15,6-1-26 0,-7-3-34 0,7 4-49 16,-7-4-57-16,0 0-73 0,18-11-218 0,-11 5-490 16,-3-3 218-16</inkml:trace>
  <inkml:trace contextRef="#ctx0" brushRef="#br0" timeOffset="70879.38">17579 6313 210 0,'-5'-3'224'0,"5"3"-19"0,-10 11-13 0,8-3 0 16,1 0-10-16,2 3-8 0,1 5-13 0,5 4-4 16,-2 2-16-16,8 5-12 0,-7 2-15 0,3-2-6 15,-4 3-13-15,11-2-8 0,-1-2-7 0,-7 0-8 16,2 1-9-16,0-2-3 0,-5-6-6 0,3-4-5 15,-4 2-5-15,1-3-6 0,-5-2 1 0,8-5-4 16,-3 1-5-16,-3-3 2 0,-2 2 0 0,8-3-6 16,0-2 1-16,-8-2 1 0,15-2-8 0,-3-1-3 15,-4-2-2-15,5 4-2 0,-1-1 1 0,8-2-4 16,-4 3-3-16,4 1 5 0,3 1-6 0,-3 2-2 0,5 0 0 16,-4 2 1-16,3 6-3 0,-3-3 0 15,2 4 0-15,-3 4 0 0,3 2 0 0,-8-2-1 16,0 3 1-16,2 2-4 0,-9-4 0 0,5 8 1 15,-8-4 2-15,5 1-3 0,-7-4 2 0,-3 2 0 0,-3-4-4 16,1-4-1-16,-1 3 4 0,-9-1 1 0,-2-2 1 16,2-4 2-16,-6-1 11 0,1-1 3 15,-4-4 12-15,-2-4 11 0,-4-3 7 0,-1 2 7 0,6-6 3 16,6 2 13-16,-12-5 17 0,10-3 6 0,-1-1 6 16,8-3-6-16,-2-3-7 0,3-2 0 0,6 0-9 15,3 1-6-15,2-5-13 0,3-2-3 0,14-8-7 16,-5 10-11-16,15-11-1 0,-1-1-10 0,7 3-6 15,-4-5-9-15,8 6-13 0,-3 1 2 0,-2 0-2 16,-1 1-6-16,-3-1-2 0,-5 12 17 0,-6-2-13 16,0 4 2-16,-10 8-2 0,4-7 5 0,-2 6 11 15,-4 6 1-15,4-3 0 0,-8 2-5 0,3 2-4 16,-2-1-8-16,2 4-2 0,-5 4 1 0,0 0 1 0,0 0 1 16,0 0-1-16,-18 20-12 0,11-5 29 15,1 5-20-15,-3 10-4 0,3-3 7 0,-2 9-5 16,3 6 5-16,3-1-3 0,2 0 7 0,2-2-9 0,1 3 11 15,5 0-7-15,0-4 7 0,4-6 0 0,3 6-10 16,-2-11 6-16,5 2-7 0,1-3 0 0,-3-3-3 16,2-3 4-16,6 1-5 0,-11-11-2 15,2 2-15-15,6-1-6 0,-3-4-5 0,-4-3 3 0,5 0-4 16,-7-4 5-16,0 0 2 0,1-4 9 0,2-5 1 16,-5 4 3-16,-2-8 3 0,5-1 2 0,-6-3 4 15,-1 4 1-15,-2-8 7 0,-1 1 12 0,2-2 9 16,-5 4 24-16,0 1 13 0,0 0 30 0,-5 3-5 15,5-1-7-15,-3 3-3 0,1 3-1 0,0 1-9 16,-4 1-17-16,3 3 1 0,-2-1-6 0,5 5-5 16,-14 0-4-16,14 0 0 0,-20 11-8 0,12-4-5 15,2 7-2-15,-3 1 1 0,4 2 6 0,2 0-6 16,1 1-1-16,2-1 5 0,4 2-2 0,-3 5-1 0,9-1-5 16,-1-3-3-16,4 0 3 0,-2-4-11 15,4-3-16-15,3 1-32 0,1-3-27 0,2 0-37 16,2-4-28-16,-1-1-48 0,-2 0-57 0,3-5-59 0,-2-1-290 15,3-3-646-15,-5-2 286 0</inkml:trace>
  <inkml:trace contextRef="#ctx0" brushRef="#br0" timeOffset="71098.14">17029 6082 152 0,'-15'-4'380'0,"7"-1"-38"0,0-2-37 16,8 4-27-16,0 3-23 0,0-9-27 0,0 9-20 15,16-6-21-15,-4 4-23 0,-5-1-14 0,3 2-17 16,-10 1-11-16,14-3-12 0,-14 3-25 0,14 3-22 16,-6 1-41-16,-8-4-48 0,10 9-62 0,-5-1-68 15,-5-1-89-15,0 1-201 0,0 3-481 0,0-3 214 16</inkml:trace>
  <inkml:trace contextRef="#ctx0" brushRef="#br0" timeOffset="71645.02">19591 6433 94 0,'5'-28'418'0,"-1"1"-14"0,1 5-25 16,0 2-13-16,-4 2-14 0,1 3-21 0,0 0-15 15,-2 3-14-15,0 3-18 0,0 1-20 0,0 1-32 16,0 7-34-16,3-4-25 0,-3 4-14 0,0 0-17 16,-7 22-14-16,9 3-13 0,-2 5-11 0,2 17-11 15,3 3-8-15,3 5-7 0,-6-1-1 0,11 24-10 0,-3 0-7 16,3-4-5-16,5-4-4 0,-1 4-6 0,-2-19-3 16,0 0 2-16,8 22-9 0,-3-20-7 15,1 15-5-15,-6-18-12 0,2-1-8 0,-3-4-12 0,3-1-9 16,-2 2-8-16,-4-7-20 0,-2-1-33 0,2-12-31 15,-7-3-47-15,2-3-37 0,-6-3-47 0,2-2-63 16,1-6-72-16,-6 0-291 0,3-4-722 0,-2-3 320 16</inkml:trace>
  <inkml:trace contextRef="#ctx0" brushRef="#br0" timeOffset="71988.77">19633 6825 351 0,'-13'-23'355'0,"6"-2"-13"0,4 7 0 15,-6-2-3-15,6 1-3 0,0-1-2 0,-1 1-10 0,4 7-19 16,0-6-21-16,4 5-27 0,-1-1-25 0,0 5-21 16,6-2-25-16,1 3-20 0,5 0-14 15,-1 2-20-15,10 0-12 0,-3 2-16 0,-1 4-9 0,3 1-10 16,5 3-12-16,2 4-12 0,-5-1-7 0,0 2-15 15,-5 5-8-15,-1-3-3 0,1 2-17 0,-3-4-7 16,-4 6-10-16,-1-3-7 0,-1 3-3 0,3 0-3 16,-11-6-4-16,3 0 1 0,-1 3-7 0,-3 3 2 15,-4-4-2-15,-4-2 0 0,-1-1 4 0,-8 3 7 16,-1-2-4-16,-2 2 3 0,-12-4-6 0,7 2-7 16,-7-5-26-16,0-1-31 0,-5 2-28 0,5-2-20 15,-1 0-22-15,1 3-34 0,4-4-46 0,3-1-55 16,6 2-50-16,-1-3-218 0,6 1-609 0,6-1 271 15</inkml:trace>
  <inkml:trace contextRef="#ctx0" brushRef="#br0" timeOffset="72504.39">20062 6648 169 0,'6'-5'297'0,"-6"0"-25"0,8-5-22 0,-1 8-22 16,0-1-27-16,3-2-19 0,1 5-16 0,6 0-17 16,-2 5-16-16,5-2-8 0,-6 2-17 0,3 6-9 15,0-5-12-15,1 4-9 0,5 5-9 0,-8 1-8 16,1 0-3-16,3 2-6 0,-10 0-6 0,6-3-3 16,-1 0-5-16,-9 3-4 0,6-2-3 0,-11 1-5 15,8 0-2-15,-1-5-3 0,-5 3-2 0,1 1-2 16,0-10-1-16,-3 4-5 0,-3 2 1 0,0-7-1 15,1 1-1-15,-5 2 0 0,2-4-1 0,5-4 4 16,-8 4-6-16,8-4 3 0,0 0-3 0,0 0-2 16,0 0-7-16,-10-15-5 0,10 15 0 0,4-10-1 0,2-2-8 15,7 0-8-15,2 2-9 0,8-9-15 0,6 8-10 16,-3-6-7-16,14-5-5 0,0 0-9 0,-2 1 1 16,-2-2 8-16,-6 8 8 0,-5-1 7 15,3 1 8-15,-12 3 10 0,4-1 22 0,-5 3 41 0,-5-4 12 16,-3 8 7-16,-1-5 7 0,1 4 3 0,-7-1-4 15,0 3 1-15,-5-5 3 0,5 10-1 0,-12-9-2 16,2 6-4-16,0 2-5 0,-3 1-7 0,13 0-3 16,-31 4-2-16,16 1-3 0,-2-1-1 0,-1 4-6 15,3 1-2-15,0 1-1 0,5 4 1 0,2-3 1 16,2 5-3-16,-1-4 0 0,5 6 3 0,6-1-4 16,7 1-1-16,-1-2-2 0,12 5-7 0,-1 1-5 15,9-1-23-15,10 1-29 0,1-2-32 0,5 2-36 16,2-6-32-16,0 2-26 0,5-9-20 0,2 3-26 15,-2-6-165-15,5 0-421 0,-7-4 186 0</inkml:trace>
  <inkml:trace contextRef="#ctx0" brushRef="#br0" timeOffset="73160.66">21452 6885 68 0,'-2'-9'144'0,"-3"-9"18"0,-3 9 8 16,-4-1 18-16,1-4 9 0,-4 1 3 0,-3 3-2 16,-1 1-7-16,-5-6-6 0,4 11-12 0,-10-7-17 15,10 9-13-15,-8-4-12 0,6 2-14 0,4 4-12 16,-5 4-10-16,3 0-11 0,-1 0-8 0,-2 4-6 15,4-1-4-15,3 2-9 0,1 2-5 0,-5 1-4 16,8 3-7-16,-1-1-2 0,5-1-3 0,-2 2-6 16,5 3-4-16,0-5-5 0,5 4-4 0,0-3-3 15,8-2 0-15,-3-4-11 0,5 7-12 0,3-5-12 16,2-3-20-16,2-4-17 0,3 1-15 0,-4-2-13 16,11-2-23-16,-1-2-8 0,1-3-12 0,1-4-11 15,2-4-6-15,-4-3-12 0,1-4 11 0,1 1 15 16,-3-4 9-16,3-11 8 0,-8-1 13 0,3-2 15 15,-15-4 15-15,5-1 27 0,-11-4 34 0,3 6 29 16,-8-6 35-16,1 5 27 0,-5-4 30 0,-1 2 23 16,0 1 11-16,-2 11 11 0,-2-8 5 0,6 13-2 0,-3 7-6 15,6-1 2-15,-4 5-21 0,-1 1-12 0,5 3-19 16,-4 2-11-16,4 2-12 0,1 0-10 16,2 7-13-16,-6 0-1 0,6 0-8 0,-9 14-4 0,6-4-5 15,3 9-4-15,3 8 0 0,1 0-10 0,1 4 1 16,0 8-1-16,1 4-4 0,1-1-2 0,4 1-5 15,-2 0 0-15,4-1-3 0,-1 1-1 0,1-5-5 16,2 2-7-16,-5 0-6 0,6-3-7 0,-4-10-7 16,1 0-12-16,2-1-9 0,-7-10-8 0,7 8-8 15,-3-5 1-15,-6-8 0 0,4 7 0 0,3-8 4 16,2 2 8-16,-6-5 0 0,6-3 2 0,1-4 2 16,-1 0 7-16,3 0 4 0,-1-4 5 0,-2-3 3 15,8 0 4-15,-10-2 2 0,2-6 5 0,5 3 17 0,-7 0 13 16,0-6 4-16,9-3 5 0,-9 2 6 15,0 0 6-15,-3 0 11 0,-5 2 9 0,5-2 14 16,-3 6 9-16,1-4 7 0,-1 2 13 0,1 2 1 16,-1 2 9-16,-7 5-24 0,5-3-7 0,1 4-9 0,-6-2-15 15,0 7-8-15,2-5-10 0,-2 5-3 0,0 0-10 16,0 0 1-16,0 0-1 0,0 0-6 16,0 0 2-16,-13 26-7 0,9-18-1 0,-2 6-10 0,4 0 6 15,-1 1-3-15,3 1-1 0,0 1-2 0,0 1-3 16,5-2 4-16,-5 3 0 0,3-3-4 0,4 0-1 15,-2 1 0-15,3-2-4 0,-3 0 4 0,6 0-28 16,3 0-31-16,-6-4-32 0,0-3-41 0,2 0-55 16,0-1-48-16,3-3-69 0,-3 1-244 0,3-3-594 15,2-2 263-15</inkml:trace>
  <inkml:trace contextRef="#ctx0" brushRef="#br0" timeOffset="73504.42">22356 6768 57 0,'-7'-9'382'0,"7"1"-17"0,0 8-16 0,-15-8-19 0,10 0-14 15,-5 1-7-15,4 0-19 0,-6 6-16 0,2-7-16 16,-2 3-22-16,3 0-23 0,-5 3-23 0,6 2-20 15,-7 0-18-15,4 2-14 0,1 1-21 0,-5 6-6 16,0-2-11-16,7 4-5 0,-6 1-14 0,8 5-3 16,-1-4-13-16,4 3-3 0,-2-1-3 0,5 2-9 15,-2 0-1-15,4 0 0 0,3 2-3 0,-2-3-6 16,9 2 3-16,1-6-15 0,3 4-4 0,1-5-8 16,1 2-16-16,7 0-16 0,3-4-22 0,-1-4-30 15,1 0-46-15,5-5-32 0,-3 0-38 0,-2-5-38 0,5 1-45 16,-3-6-52-16,11-10-54 0,-9 5-194 15,2-11-612-15,4-1 271 0</inkml:trace>
  <inkml:trace contextRef="#ctx0" brushRef="#br0" timeOffset="73770.03">22617 6120 139 0,'-16'-23'303'0,"-8"-1"-6"0,5 2-9 15,4 2 3-15,-2 3-2 0,2 3-2 0,2 2-15 16,3 1-23-16,0 4-26 0,2 4-22 0,0-4-11 15,8 5-38-15,0 2-17 0,-10-5-17 0,10 5-9 16,-7 14-12-16,7-5-11 0,0 3-3 0,2 7-18 16,6 9-4-16,-1-1-1 0,2 10-7 0,8 2-5 15,0 5 0-15,-3 2-8 0,3-3-1 0,5 3-8 16,-4-4 0-16,-2 4-13 0,9 6-11 0,-7-8-12 16,-1 2-15-16,1-2-28 0,-3-2-19 0,3-2-23 15,-5 3-22-15,-11-11-35 0,8-3-27 0,-5-2-31 0,-3-6-25 16,-2-3-27-16,3 0-24 0,-3-1-165 15,-3-2-483-15,-1-3 213 0</inkml:trace>
  <inkml:trace contextRef="#ctx0" brushRef="#br0" timeOffset="74645.06">22571 6689 230 0,'-7'-11'268'0,"1"2"0"0,-1-5-3 0,-1 5-9 0,6 1-17 15,-11-3-19-15,11 2-8 0,2 6 4 0,-5-8-24 16,-3 6-15-16,6 2-12 0,2 3-14 0,-5-8-12 16,5 8-21-16,0 0-11 0,0 0-9 0,28 0-10 15,-11 3-20-15,4 3-14 0,13-2-5 0,10 11-15 16,-4-4-12-16,5 1-4 0,4-3-6 0,-2 5-5 16,-4-3 0-16,-2 3-3 0,-11-7-3 0,1 4 1 15,-1-2 10-15,-2 0-18 0,-6-4 8 0,-7-1-4 16,1-2 2-16,-6 0 1 0,2 1 1 0,-4-1-8 15,-8-2 4-15,12 3-3 0,-12-3 7 0,0 0-3 16,0 0-1-16,0 0 2 0,0 0 2 0,0 0-4 16,0 0 2-16,-24 6 0 0,16-5 1 0,0 3 4 0,8-4-10 15,-17 4 4-15,7-1-4 0,0 3 4 0,0 1 1 16,4 0 1-16,-2 1 7 0,3 3-5 16,1-2-1-16,-1 5 3 0,0-6-1 0,4 8 2 0,-1-3-2 15,2 2-1-15,3 0-3 0,-1 0 1 0,1-6 1 16,6 6-3-16,-4-4 6 0,3 2-3 0,-3-7 0 15,6 0-2-15,-1 2-2 0,-6-6-8 0,2 3 0 16,9-5-3-16,-15 0-1 0,17-5-5 0,-12 3 5 16,-2-6 2-16,2-1-1 0,-3-1 3 0,-1 0-1 15,-1-7 8-15,0 3-1 0,-1-7 3 0,1 2 5 16,-2 1 7-16,-3-2 5 0,2-3 18 0,3 0 5 16,-4 3 9-16,8-1 7 0,-8 1 0 0,8 1 2 15,-4 4 0-15,3 0-4 0,2 1-4 0,-5 4-15 16,2 5 0-16,3 0 9 0,0-5-26 0,4 8-1 15,1 2-9-15,-10 0-6 0,29 5 2 0,-10 6-6 16,-2-7-1-16,3 5 0 0,-4 6-4 0,3-5 4 16,0 3-1-16,-7-1-9 0,10 3 6 0,-8-1-1 0,0-4 7 15,-1 5 10-15,0-3-17 0,0 0 2 0,-6-5-3 16,6 5-1-16,-9-2-6 0,4-2-4 16,-3-3 2-16,-4 1-2 0,3 0 0 0,-4-6-2 0,8 7 2 15,-8-7 4-15,3 4 11 0,-3-4-12 0,0 0 3 16,0 0 2-16,0 0 3 0,-18-12 1 0,18 12-2 15,-6-8 3-15,1 0-7 0,3 2-13 0,2-3-12 16,0 5-18-16,2-7-5 0,6 4-18 0,-3-2-16 16,8-3-19-16,-3 0-22 0,3 3-13 0,9-4-14 15,-4 1-7-15,10-4-20 0,-5 1-12 0,5-1 23 16,2-2 18-16,-3 9 23 0,2-7 16 0,-4 6 34 16,-8-2 33-16,-2 5 49 0,-5 1 26 0,0-1 17 15,-5-1 13-15,-2 2 11 0,5-2 2 0,-5 3 13 16,-1-2 5-16,-2 7-6 0,-2-8-4 0,2 8-9 15,-6-8-5-15,6 8-2 0,-12 0-9 0,12 0-1 16,0 0-5-16,0 0-5 0,-21 9-1 0,14-2 0 16,4 1-6-16,-2 4-4 0,3 0 3 0,2 3 0 0,-3 3-2 15,1 0 3-15,7 0 3 0,0 6 3 16,-3 3-5-16,-1-6 1 0,3-3-6 0,-1 2 1 16,-1-4-4-16,3 2 0 0,-4-1-3 0,1-1 1 15,-2-1 0-15,0 0-4 0,0-6-2 0,0 6 2 0,-2-11 2 16,-1 4-7-16,-5 3 4 0,3-7-14 0,-7-1-31 15,2 0-49-15,-3-3-64 0,-4-2-71 0,-6 2-199 16,5-4-450-16,-8-7 200 0</inkml:trace>
  <inkml:trace contextRef="#ctx0" brushRef="#br0" timeOffset="75176.31">21963 6132 96 0,'0'0'472'0,"-1"-12"-18"0,-3 9-50 0,4 3-37 15,0 0-36-15,-6-6-31 0,6 6-35 0,0 0-34 16,0 0-23-16,0 0-26 0,-5-6-15 0,5 6-23 16,0 0-6-16,0 0-20 0,0 0-11 0,-9 19-9 15,6-11-13-15,3-2-12 0,0 3-7 0,3 3-7 16,-1-6-2-16,1 4-13 0,-3 1-3 0,2-5-3 16,0-3-6-16,3 4-8 0,-2 0 1 0,0-2-4 15,1-2 11-15,-4-3-7 0,0 0-5 0,3 8 3 16,-3-8-3-16,0 0-10 0,0 0 3 0,0 0-4 0,0 0 2 15,10-16 1-15,-8 9-9 0,-2 7-8 0,0-10-15 16,-2 1-18-16,2 9-23 0,-8-12-26 16,4 6-28-16,3 3-32 0,-3-4-35 0,-7 5-50 0,9-4-55 15,-8 3-53-15,0 3-213 0,10 0-597 0,-16 0 265 16</inkml:trace>
  <inkml:trace contextRef="#ctx0" brushRef="#br0" timeOffset="77952.45">24509 6717 180 0,'2'-10'448'0,"-2"0"-26"0,5 0-20 0,-5-4-26 15,0 7-16-15,0-1-36 0,0 1-24 0,0 1-29 16,0 6-26-16,0-6-30 0,0 6-26 0,0-11-22 16,0 11-22-16,0 0-15 0,0 0-10 0,0 0-15 15,0 0-17-15,1 27-3 0,1-12-8 0,-2 2-9 0,3 1-6 16,-3-2-10-16,0 10-4 0,3-2-8 0,-3-5-8 15,0 3-9-15,-3-3-3 0,3 2-3 16,-3-5-5-16,1 2-8 0,1 2 2 0,1-6-7 0,0-1-3 16,0-4-1-16,0-2-8 0,0 4 4 0,0-5 1 15,0 0 4-15,0-6 2 0,1 4-4 0,4-1 0 16,-5-3 3-16,23-3 1 0,-8 1 1 0,7-4-1 16,-6-1 0-16,4 2 3 0,8-6 2 0,-5 5-3 15,2-8 2-15,2 4-1 0,-6 5 5 0,-4 0-9 16,1-5-6-16,-1 6 7 0,-2-1-4 0,-2 2 2 15,-2 3-1-15,-4 0-3 0,-7 0-3 0,15 0 5 16,-15 0-1-16,15 3 0 0,-10-1-9 0,1 4 20 0,-2 0-14 16,1 4 1-16,-4-2 5 0,8-1-2 15,-6 1 1-15,-1 0-5 0,6-2 17 0,-2 1-10 16,-4 0-5-16,5-2-2 0,-6 1 12 0,6-2-9 0,0-1 3 16,-7-3 1-16,11 4-8 0,-1-4 12 0,-10 0-5 15,17-4 10-15,-6-1-17 0,-2 3 14 0,-1-4-3 16,3 0 3-16,1-5 6 0,0 3-3 0,-6-4 2 15,6-2 2-15,-6-1 2 0,6 1-2 0,-9-4 2 16,6 2 0-16,-4 0 5 0,-2-3 10 0,3 3 1 16,1-2-1-16,0 3 0 0,-1-3-1 0,-1 4 3 15,4 4 0-15,-6 0 0 0,0-1-1 0,5 5 1 16,-4 0-10-16,1 0 1 0,1-3-6 0,-2 6-3 16,4 1 0-16,-8 2-6 0,20 2-4 0,-5 3 4 15,-5 2-3-15,8-1-1 0,-3 6-1 0,0-3 0 16,4 0-4-16,-4 3 2 0,2 0-5 0,-4 2 1 15,4-1-6-15,-2 0 1 0,0 2 0 0,-4-1-24 0,-1 1 0 16,2 2-2-16,-4-1-30 0,-3 2-19 0,0-5-14 16,1 5-8-16,-2-1-21 0,-1-2-13 15,-3 4-17-15,0-9-28 0,-3 6-24 0,3 0-33 0,-2-5-47 16,0-1-47-16,1 0-172 0,-4-2-552 0,3 0 245 16</inkml:trace>
  <inkml:trace contextRef="#ctx0" brushRef="#br0" timeOffset="78249.33">25724 6267 343 0,'6'-13'410'0,"-6"0"-20"16,0 1-7-16,5 3-16 0,-3 2-30 0,-4-1-32 15,4 4-29-15,-2 4-38 0,0-8-36 0,0 8-19 0,0 0-21 16,0 0-14-16,0 0-13 0,2 27-15 0,-2-7-18 16,3 7-4-16,-1 3-9 0,6 13-11 15,-1 1-2-15,6 4-16 0,-12 0-9 0,6 0-14 0,1 0 2 16,-8 0-29-16,0 0-12 0,0-4-14 0,0-1-27 16,0-1-8-16,0-12-29 0,0-3-20 0,-1 1-21 15,-4-5-23-15,3-7-32 0,-3 4-28 0,3-5-35 16,1-3-37-16,2-5-40 0,-1-3-163 0,2 0-518 15,-2-4 229-15</inkml:trace>
  <inkml:trace contextRef="#ctx0" brushRef="#br0" timeOffset="78671.2">26025 6342 261 0,'-2'-9'288'16,"2"1"-28"-16,0 1-29 0,0 2-22 0,0 5-27 15,0-8-19-15,0 8-17 0,0 0-16 0,0 0-13 0,0 0-13 16,-15 17-9-16,11-6-9 0,-5 5-7 0,9 6-7 16,-6 2-6-16,6 3-7 0,-2 1-5 0,-5 2 0 15,7 0-7-15,0 3-5 0,7 6-5 16,-5-6-4-16,-2-5 1 0,6 2-6 0,-4-3-5 0,5-1-3 16,-7-8 0-16,4-1-2 0,-2-3-3 0,-2-2 2 15,3-2-5-15,-3-3 0 0,2 1 0 0,-2-3 5 16,0-5-2-16,2 5-4 0,-2-5 1 0,0 0-3 15,0 0 1-15,23-17 1 0,-18 10 9 0,5-5 22 16,3 0 6-16,-5-6 14 0,6 5 8 0,-8-2 8 16,7-1 16-16,-1 1 15 0,0-1 7 0,-2 7-3 15,3-8 0-15,-8 10-9 0,5 2-9 0,-4 0-4 16,3-5-13-16,-4 6-8 0,3-1-10 0,-8 5-7 16,10 0-2-16,3 7-6 0,-3-2-12 0,5 7 0 15,-2-1-1-15,0 5-4 0,2 3-5 0,0 1-4 16,0 3-1-16,2 0-4 0,-4-7-5 0,0 2-11 15,-5-2-14-15,2 1-12 0,3-2-17 0,-6 0-34 0,1-3-14 16,1-1-27-16,-3-3-27 0,3 2-28 0,-6-3-34 16,0-1-41-16,-1-3-49 0,-2-3-263 15,0 0-609-15,0 0 271 0</inkml:trace>
  <inkml:trace contextRef="#ctx0" brushRef="#br0" timeOffset="78858.7">25742 6433 336 0,'-20'-10'388'0,"5"-2"8"0,0 4 25 0,7 1 16 16,-4-1 0-16,9 6-11 0,-5-5-22 0,5 3-23 15,1 0-35-15,2 4-43 0,7-12-25 0,6 9-31 16,10-1-28-16,2 3-27 0,6-1-23 0,2 2-37 0,0 2-41 16,2 3-46-16,10 0-50 0,-10 0-51 15,9 4-61-15,-11-5-56 0,-1 5-57 0,-6 2-65 16,-1-7-76-16,-10 6-363 0,2-3-795 0,-7-1 352 15</inkml:trace>
  <inkml:trace contextRef="#ctx0" brushRef="#br0" timeOffset="79014.95">25244 6248 178 0,'-18'-5'242'0,"8"2"-26"0,-5-1-42 15,2 2-51-15,3 2-85 0,10 0-94 0,-10-5-97 16,10 5-165-16,0 0 73 0</inkml:trace>
  <inkml:trace contextRef="#ctx0" brushRef="#br0" timeOffset="79641.48">27960 6817 37 0,'16'-20'369'0,"-2"-3"-24"0,-4 4-27 0,-4-1-23 16,1 1-26-16,0 0-22 0,-6-3-21 0,-1 2-2 15,-1 7-19-15,-6-5-12 0,0 3-20 0,-6-2-20 0,3 7-19 16,-6 1-22-16,-6 1-6 0,4 5-9 0,-5 3-10 16,-1 3-10-16,-4 4-11 0,2 3-4 15,-2 0-2-15,5 6-7 0,3-6-11 0,-2 5-16 0,6-2 6 16,1 4-4-16,0-5-4 0,10 6-6 0,-5-4-4 16,5 0 2-16,-2-1-2 0,7-4 0 0,0 3-1 15,4-4-5-15,1 3 3 0,1-7-3 0,3 4 0 16,9-5 0-16,-3-3 5 0,1 0-3 0,6 0-5 15,-1-3 0-15,-1-6-2 0,5-2 5 0,-4 1 8 16,-2 1 13-16,7-4 20 0,-9 0 17 0,-2 4 20 16,-2-3 10-16,-3 1-3 0,0 0 9 0,-2 5 6 0,2-3-11 15,-5 1-13-15,3 4-12 0,-6-1-11 16,-2 5-18-16,5-3-16 0,-5 3-6 0,0 0-5 16,10 11 0-16,-7 1-4 0,0-3-3 0,-1 9-7 0,3-2-2 15,3 3-9-15,-1 1-12 0,1 6-8 0,5-3 3 16,-6 0-36-16,8-6-22 0,6 4-18 0,-4-3-29 15,4 0-34-15,1-2-43 0,3-4-40 0,3 5-41 16,0-11-31-16,2-3-36 0,0 3-193 0,-1-6-594 16,8-5 262-16</inkml:trace>
  <inkml:trace contextRef="#ctx0" brushRef="#br0" timeOffset="80000.87">29147 6352 377 0,'6'-15'394'16,"-1"0"-18"-16,-3-1-20 0,-2 7-10 0,0-6-18 16,-2 3-17-16,2 1-14 0,0 0-22 0,-3-1-22 0,1 3-24 15,-4-2-21-15,-1-3-25 0,5 5-22 0,-6 6-17 16,8-1-18-16,-7 0-13 0,-6 4-13 16,3-2-3-16,-1 5-19 0,-4 0-8 0,0 4-9 0,0 1-9 15,0 5-5-15,0 2-2 0,-6 5-6 0,1 2-7 16,0 16 0-16,5-10-7 0,-3 11-1 0,1-2 0 15,7 10-9-15,5 0 4 0,4 1-2 0,1 1-3 16,3 5 5-16,9 2-4 0,-2-2-5 0,3-2 0 16,7-4-3-16,-4 2-1 0,4 0 0 0,0-7-4 15,-3 3-10-15,-1-4-14 0,-3-6-4 0,-1 8-11 16,-5-15-24-16,1-1-24 0,-5-1-3 0,0-8-9 16,-3 7-6-16,0-10 5 0,-6 1 5 0,4-3 2 15,-8-3-22-15,-1 1-15 0,-4-5-24 0,8-5-33 16,-8 4-35-16,2-6-44 0,0 2-48 0,1-2-215 15,12 0-571-15,-30-8 253 0</inkml:trace>
  <inkml:trace contextRef="#ctx0" brushRef="#br0" timeOffset="80354.73">28821 6947 106 0,'-5'-17'327'0,"5"0"-13"0,0 9-15 0,0-6-11 16,6-1-9-16,-6 5-25 0,7 0-19 0,1 2-17 15,5-8-26-15,-4 8-15 0,6-2-21 0,4 5-17 16,3-3-13-16,1-3-15 0,9 8-9 0,-1-1-11 16,-1 3-16-16,5-3-6 0,-6 3-3 0,6 1-5 15,-3 0-4-15,1-2-12 0,-4 2 17 0,1 0-23 16,-5-4-5-16,-2 4 1 0,-1-1-7 0,-4 1-8 16,2 0 8-16,-9-2-11 0,3 0 4 0,-4 2 2 15,0-3 2-15,-10 3-3 0,13-1 2 0,-13 1-2 16,8-1-11-16,-8 1 3 0,0 0-4 0,12 1-4 15,-12-1-2-15,8 4 0 0,-8-4 2 0,7 8-7 16,-7-4 1-16,8 4 1 0,-7-1 3 0,4 2 1 16,2-1-1-16,-5 4-8 0,4 2 11 15,3-1-11-15,-3-3 5 0,2 6-1 0,2-5-4 0,0 3-15 16,-3-1-15-16,1 3-16 0,-1-6-25 0,1-2-36 0,-1 2-37 0,1-1-46 0,0-3-39 16,1-2-65-16,1 3-218 0,1-3-557 0,1-3 248 15</inkml:trace>
  <inkml:trace contextRef="#ctx0" brushRef="#br0" timeOffset="80573.48">30014 6685 43 0,'7'-12'336'0,"-6"8"-12"0,1-7-8 0,5 4-16 0,-7-1-23 16,0 4-30-16,0 4-21 0,1-8-32 0,-1 8-18 15,0 0-8-15,0 0-30 0,0 0-13 0,0 0-17 16,-20 12-8-16,9-2-16 0,1 6 0 15,-2-4-14-15,1 7 2 0,1 7-11 0,-2-4-10 0,-3 4-3 16,0 1-9-16,0 0-8 0,2-3-12 0,-2 6-17 16,4-7-11-16,-4 1-17 0,5-5-19 0,-5 7-19 15,2-10-27-15,6 0-31 0,0 0-27 0,-1-8-34 16,2 0-29-16,6-1-17 0,-4-2-190 0,4-5-453 16,-5 4 201-16</inkml:trace>
  <inkml:trace contextRef="#ctx0" brushRef="#br0" timeOffset="80792.23">29852 6766 47 0,'1'-25'276'0,"-1"5"13"16,-1 4 1-16,1 0-12 0,0 0-9 0,0 6-21 15,0-2-14-15,-5 4-26 0,5 4-29 0,0-7-18 16,0 11-14-16,0 0-24 0,0-5-8 0,0 5-14 16,0 0-10-16,0 0-11 0,5 22-4 0,-4-9-8 0,8 2-6 15,1 6-9-15,3 1-6 0,5 3-4 0,4-3-5 16,2 10-6-16,3-10-9 0,3 5-11 15,3-3-21-15,-7-4-24 0,-1 2-25 0,3-7-35 0,-1 2-41 16,-2-2-37-16,4-4-46 0,-9-5-48 0,-3-1-170 16,-2-3-472-16,1 0 209 0</inkml:trace>
  <inkml:trace contextRef="#ctx0" brushRef="#br0" timeOffset="81651.63">30343 6816 73 0,'0'0'149'16,"15"0"-1"-16,-15 0-23 0,18-2-3 0,-8 0-18 16,4 0 0-16,-1 2 3 0,3-5 0 0,3 2-10 15,-3-1-8-15,4 1 12 0,-2-2 8 0,2 2-1 0,-3-2 4 16,3-2 6-16,-4 0 14 0,1 0 10 15,-4-4 15-15,0 2-2 0,2 2 2 0,-7-1 6 16,-1-2-7-16,1-1 9 0,-5 3 2 0,-1-4-16 0,5-1-13 16,-7 3-10-16,-4-4-18 0,1 5-12 0,1-3-7 15,-3 1-14-15,-1 4-12 0,-2-2-10 0,-1 6-5 16,-2-2-2-16,-1 2-11 0,-1 3 17 16,13 0-24-16,-22 2-4 0,6 3-12 0,4-1 3 0,2 4-6 15,-3 0-7-15,5 2-3 0,1 6 3 0,-1-5 4 16,3 5-4-16,5-4-2 0,-2 7 0 0,4-2-4 15,6 1-2-15,-1 2-7 0,8 2 5 0,5-1-11 16,3 3-10-16,3-3-20 0,4-3-1 0,3 6-17 16,9 0-17-16,-1-11-15 0,2 7-21 0,7-2-4 15,1-4-18-15,0 0-14 0,1 0 4 0,-9-5 13 16,3-2 15-16,2-2 13 0,0 1 10 0,-15-2 10 16,15-4 12-16,-2-3 7 0,-13 2 18 0,-1-5 34 15,-9 1 34-15,-1-2 26 0,-9 2 11 0,2-6 7 16,-4-1 4-16,-2 3 3 0,-4-5 5 0,-7-1 8 15,2 0 1-15,-3-2-6 0,-7-1-2 0,0 6-7 16,-4-5-5-16,-9 0-9 0,2-1-4 0,-9 3-2 16,5 4-3-16,-3 1-1 0,-3 1-9 0,2 1 0 0,-2 5-7 15,5 2-4-15,-3-2-3 0,0 6 10 16,-1 1-17-16,5 4 3 0,0-5 1 0,7 3-5 16,-2 1 1-16,4 3-2 0,2 0-6 0,1-1 2 0,1 3-3 15,7-3 7-15,1 0-13 0,-1 1-1 0,3 2 6 16,2-1-5-16,3 7 2 0,5-8 2 0,-3 2-6 15,10-4-3-15,-3 4-2 0,3-6-1 0,0 0 0 16,3-4-3-16,0-1-12 0,2-1-8 0,3-1-16 16,-1-1-12-16,-4-4-4 0,0-6-2 0,12 3 0 15,-7-10 6-15,-1 5 5 0,-8-4 8 0,8-3 5 16,-7-3 5-16,-2-3 5 0,-6-3 5 0,6-12 2 16,-5 3 10-16,-6-3 16 0,0-5 3 0,-2 0 6 15,-9-6 14-15,6 6 8 0,-4 0 5 0,1 0 21 16,-3 1 12-16,-2 0-6 0,3 6 5 0,1 10 1 15,0-1 1-15,6 4 3 0,-8 3 9 0,4 4 4 16,-4 2 0-16,9 7-9 0,-5 2-10 0,3-1-6 16,-5 2-11-16,7 3-9 0,0-2-19 0,0 7 2 0,0 0-3 15,0 0 2-15,0 0-2 0,0 0-4 16,-6 27 1-16,6-12-11 0,0 11 0 0,0-2 4 16,0 3-3-16,-2 3 3 0,-3-2-15 0,5 13 4 0,-3-11-13 15,-2 1-1-15,5 11-9 0,-2-7-7 0,-3 4-16 16,5 3-13-16,-8-3-16 0,5-9-25 0,-1 1-28 15,4-2-28-15,-8 0-44 0,8-4-49 16,7-7-53-16,-7 6-180 0,1-8-523 0,3-3 231 0</inkml:trace>
  <inkml:trace contextRef="#ctx0" brushRef="#br0" timeOffset="82026.63">30275 6036 4 0,'0'0'337'0,"-18"0"-25"0,18 0-30 0,-8-1-27 16,8 1-23-16,0 0-24 0,-13 0-22 0,13 0-19 15,0 0-16-15,0 0-17 0,0 0-11 0,-10 3-9 16,10-3-17-16,0 0-9 0,0 10-8 0,0-10-7 16,10 6-5-16,-10-6-11 0,3 4-7 0,5 3-2 15,-4-3-6-15,1 0-2 0,-5-4 1 0,10 4-6 16,-9-3-2-16,-1-1 5 0,8 3 15 0,-8-3 6 16,0 0 8-16,0 0-4 0,10-8 1 0,-10 8 6 15,2-8 2-15,1 1-10 0,-3 7-4 0,0-12-8 16,4 4-9-16,-4 0 3 0,0-1-2 0,0 3-9 15,0-2-22-15,0 8-22 0,0-11-35 0,-4 4-37 16,1 3-55-16,3 4-67 0,-7-9-76 0,7 9-273 16,-9-2-599-16,9 2 265 0</inkml:trace>
  <inkml:trace contextRef="#ctx0" brushRef="#br0" timeOffset="84348.14">5946 8865 256 0,'-6'-12'283'0,"-4"9"-12"0,0 0-6 0,-5 3-4 0,0-2-7 16,-6 4-9-16,2 1-1 0,0-1-12 15,-3-1 9-15,-8 3-4 0,-5 4 0 0,6-2-5 16,-3 2-10-16,2-1-14 0,-3 0-12 0,2 6-10 16,-1-6-12-16,3 5-16 0,7-3-13 0,-8 4-16 0,2-5-12 15,12-1-9-15,-4 5-13 0,5-4-14 0,-2-2-11 16,2 3 1-16,7-3-12 0,-2 0-9 15,4 0-12-15,6 2-3 0,0-1-4 0,5 1-3 0,8 1-1 16,15-2-3-16,13 2-3 0,9 2-5 0,13-4-13 16,26-3-9-16,-6 3-9 0,0-5-8 0,-19 6-7 15,19-5 11-15,-23 0-13 0,3 1-6 0,-5-2-11 16,1-2-7-16,2 5 8 0,-9-4-3 0,-8 0 7 16,-11-2 1-16,-1 2 4 0,-11-2 5 0,-6 1 14 15,0-1 0-15,0-1 11 0,-7-1 4 0,-1 1 15 16,-2-1 5-16,-5 3 3 0,2-7-1 0,-2 7 2 15,-14-15 3-15,-1 6 4 0,1 1 0 0,-8 1 5 16,-3-5-1-16,-5 1-1 0,-3 2-4 0,-8-3-1 16,0-3-6-16,1 5-3 0,-8-2 3 0,16 4-6 15,-9-1-12-15,8-1-21 0,0 2-26 0,3-1-45 16,4-1-35-16,6 7-37 0,1-6-44 0,1 1-50 0,5 6-71 16,3-3-61-16,-3 2-225 0,10-3-666 0,-1 2 295 15</inkml:trace>
  <inkml:trace contextRef="#ctx0" brushRef="#br0" timeOffset="84598.14">5860 8628 270 0,'0'0'293'0,"0"-9"-27"0,0 9-31 0,5-5-20 15,-5 5-30-15,0 0-12 0,0 0-22 0,10 18-7 16,-10-6 6-16,4 2 2 0,-1 7-9 0,3 3-10 15,-6 3-13-15,2 4 2 0,3 3-22 0,-5 6-7 16,0-1-11-16,3 3-3 0,2 2-7 0,-5-3-8 16,0 1 1-16,2-1-12 0,-2-11-4 0,0 11-2 15,0-1-3-15,5-9-5 0,2-1 0 0,-4 1-7 16,4-4-13-16,-1-11-21 0,-3 3-32 0,6-4-40 0,1-1-64 16,-4-1-70-16,9-4-77 0,-5-4-197 0,7 1-521 15,1-4 230-15</inkml:trace>
  <inkml:trace contextRef="#ctx0" brushRef="#br0" timeOffset="84973.14">6810 8673 202 0,'4'-7'385'15,"-1"-1"16"-15,0-2 1 0,-3 6 20 0,0-3 9 16,0 7-12-16,0-8-17 0,5 4-21 0,-5 4-24 16,0 0-36-16,0-6-40 0,0 6-25 0,0 0-31 0,0 0-26 15,0 0-22-15,0 0-18 0,-21 13-13 16,11-1-16-16,2 3-15 0,-7 9-11 0,-2 0-7 15,6 2-9-15,-3 1-11 0,-1 0-6 0,-1 1-1 0,8 2-13 16,-9 9-1-16,9-8-5 0,1 0-5 0,1 0 7 16,2 0-15-16,4-1-1 0,0-3 0 0,4 0-14 15,2-2-13-15,1-6-10 0,4 0-15 0,-4-1-20 16,8 1-32-16,1-9-46 0,-1 2-54 0,15-4-53 16,0-1-58-16,-2-2-47 0,-5-2-49 0,7-8-52 15,-8 1-359-15,6-5-849 0,3-5 375 0</inkml:trace>
  <inkml:trace contextRef="#ctx0" brushRef="#br0" timeOffset="85224.68">7372 8745 202 0,'0'-4'327'0,"0"4"6"0,0-8 1 16,0 8-9-16,0-11 8 0,0 11-8 0,0 0-30 0,1-7-24 15,-1 7-29-15,0 0-32 0,0 0-18 0,0 0-22 16,0 0-16-16,-20 19-13 0,7-11-12 15,1 4-7-15,1 2-9 0,-12 2-10 0,3 7-9 0,-2-5-8 16,-1 4-12-16,3 0-1 0,-3 1-7 0,-13 10-10 16,14-16-12-16,-3 6 7 0,6-3-4 0,-5-1-7 15,1 1-11-15,2-2-20 0,4-5-28 0,2 2-22 16,-1-4-38-16,4-5-33 0,7 1-24 0,-6 1-24 16,6-5-14-16,-4 3-19 0,9-6-42 0,-5 1-25 15,5-1-23-15,0 0-17 0,0 0-200 0,5-18-542 16,4 9 241-16</inkml:trace>
  <inkml:trace contextRef="#ctx0" brushRef="#br0" timeOffset="85427.81">6988 8892 47 0,'-2'-12'175'0,"2"3"30"0,-2-3 19 0,-3 5 10 0,5-1 3 15,-1 2 5-15,1 6 10 0,-5-8-6 0,5 8-9 16,0-8 0-16,0 8-34 0,0 0-24 0,0 0-14 16,0 0-21-16,0 0-11 0,0 0-6 0,0 0-9 15,18 19-8-15,-8-10-3 0,-4 3-19 0,6 0-9 16,0 2-1-16,1 4-6 0,2 3-6 0,1-1-8 15,4 0-5-15,-3-1-5 0,3 4-5 0,-4-5-10 16,7 2-27-16,-8-10-23 0,7 8-34 0,-2-8-43 16,-4-1-56-16,1 2-58 0,2-5-56 0,3 0-69 15,-5-3-189-15,-1-3-565 0,2 0 251 0</inkml:trace>
  <inkml:trace contextRef="#ctx0" brushRef="#br0" timeOffset="85677.81">7554 8605 335 0,'0'0'407'0,"-2"-4"-7"0,2 4-2 0,-3-6-3 0,3 6-20 16,0 0-34-16,0 0-25 0,0 0-28 0,0 0-24 16,0 0-1-16,0 0-3 0,26 15-6 15,-19-3-13-15,9 5-21 0,-1-1-17 0,3 2-17 0,6 4-19 16,-3 1-18-16,-3 1-13 0,5-2-14 0,-3 4-11 15,2 9-8-15,-6-10-12 0,3 4-9 0,-6-1-9 16,0 11-29-16,-6 0-26 0,-2 3-29 0,-5-3-50 16,-7 3-47-16,2-12-66 0,-7 7-51 0,-6 2-52 15,3-1-47-15,-3-11-72 0,-10 8-382 0,10-12-842 16,-2 0 372-16</inkml:trace>
  <inkml:trace contextRef="#ctx0" brushRef="#br0" timeOffset="114241.76">9444 9001 64 0,'-4'-16'344'0,"3"-2"-9"0,-1 5-10 0,-3-6-2 16,2 3-9-16,-2-2-5 0,-5 1-18 0,5 1-12 16,-5-2-17-16,3 2-9 0,-2 0-16 15,-1 5-20-15,-5-5-19 0,5 4-24 0,-5 2-17 0,0 1-18 16,-5-3-15-16,5 9-19 0,-6 0-3 0,-1-2-13 15,-3 9-2-15,2 0-20 0,-3 5-8 0,-2-2-3 16,4 7-8-16,1 1-3 0,2 2-6 0,-2-1-1 16,8 3-7-16,1-4 2 0,1 2-16 0,3 1-1 15,5-2-10-15,-5 4-5 0,10-2-2 0,0-3 0 16,0 6-4-16,9-3-3 0,5 3 9 0,1-2-2 16,9-2-7-16,-3 0-2 0,7-1-7 0,-3-5-1 15,3-3-13-15,2-5-6 0,0-1-8 0,0-2 1 16,-2-2 4-16,-7-1 1 0,-1-4 3 0,-3-5 4 15,11 0 8-15,-12 0 3 0,3-4-8 0,-5 1 15 16,-2-5-2-16,-4 5 15 0,4-3 9 0,-9-3 14 16,2 2 18-16,-2 2 11 0,-3-2 14 0,4 1 5 0,-9 4 3 15,3 2 6-15,-3 0-7 0,4 3-1 0,1-2-6 16,-2 6-8-16,-1-3-9 0,1 2-8 0,2-2-7 16,0 8-10-16,0 0-23 0,-7-5-6 0,7 5 1 15,0 0-7-15,0 0-3 0,-3 25 1 0,3-13 1 16,2 0-11-16,-2 6 4 0,1-2-1 0,11 2-5 15,-10-1-6-15,-1 1-2 0,6 2 2 0,-1-4-6 16,3 0-5-16,-3-1 1 0,3-1 0 0,1 1 7 16,-1-5-6-16,-2-2 4 0,3-2 4 0,-3-3 12 15,6-2-7-15,-3-2 8 0,0-2 2 0,1-1 3 16,-1 1 0-16,-1-6 4 0,2-2 4 0,1-3 5 16,-4 1 28-16,0-2-2 0,-4 3 6 0,1-6 9 15,3 10 18-15,-7-8 10 0,4 8 1 0,-5-4 2 0,5 2 4 16,-5 1-6-16,0 3-2 0,4-1-4 15,-4 0-11-15,5 3-8 0,-5 4 0 0,1-9-20 16,-1 9-19-16,2-5-13 0,-2 5 0 0,0 0 0 0,0 0 2 16,12 18-3-16,-7-10 1 0,-2 0 2 0,10 3-7 15,-6-3 2-15,1 8-1 0,2-6 5 0,-3-1-5 16,-1 4-3-16,2-6 2 0,-3 5 5 0,7-5-4 16,-9-3 5-16,7-1 1 0,-5 3 2 0,3-6 5 15,-8 0 1-15,14-6 6 0,-8 3 2 0,-2 0 10 16,2-3 9-16,-1-3 12 0,0 0 11 0,-2 1 14 15,6-4 19-15,-6 1 8 0,-1-1 7 0,3-2 10 16,1 1 2-16,-4 2-4 0,1-1-9 0,4 1-15 16,-4 2-2-16,1 1-11 0,-3-3-10 0,6 7-10 15,-4-3-10-15,2 2-19 0,-3 2-20 0,4-2-16 16,-6 5-26-16,15-3-33 0,-2 6-35 0,2 2-26 16,2-1-34-16,4 3-24 0,1 2-26 0,-1 6-28 0,8-3-33 15,-5 5-32-15,8-7-34 0,1 5-24 0,-7-3-32 16,6 5-242-16,-1-7-697 0,7 2 309 15</inkml:trace>
  <inkml:trace contextRef="#ctx0" brushRef="#br0" timeOffset="114694.89">10654 8852 213 0,'8'-15'279'0,"-3"3"7"0,-5 1 8 16,0 0 5-16,0 3 5 0,0-4 7 0,0 0-11 15,-5 1-23-15,3-1-23 0,-4 5-24 0,4-1-20 16,-11 2-30-16,0-3-15 0,-2 6-20 0,-2 2-15 15,-6 1-10-15,-4 1-11 0,1 4-9 0,-2 4-9 16,-5-1-8-16,1 1-11 0,1 6-7 0,1-1 7 16,4-1-25-16,-4 2-4 0,5 4 7 0,5-3-12 15,-1 0-2-15,-3 4-9 0,11-6-3 0,3-1-11 16,0 2-4-16,0 2-6 0,5-8-1 0,4 4-7 16,-1-3 5-16,4 1-7 0,4-2 4 0,1 0 0 0,8 0-3 15,0-3-4-15,1 0-3 0,4-6 3 0,3 0 3 16,-1 0 0-16,6-3-2 0,-3-5 4 15,6 0-13-15,2-3 1 0,-5-9-14 0,1 2 6 16,2-10-4-16,-3-3-4 0,-1-4 2 0,-2 0 7 0,-7-2-4 16,3-3 4-16,-6-6 7 0,-8 6 8 0,-1-2 11 15,1 3 19-15,-7 8 13 0,-5-10 29 0,3 9 15 16,-6 2 22-16,-3 2 2 0,2-3 10 0,-2 7 4 16,4-2-2-16,-1 10 6 0,1-3-2 0,-4 3-5 15,4 4-10-15,4 0-11 0,-6 3-13 0,6-1 0 16,1 7-22-16,-3-4-17 0,0 3-40 0,5 4-2 15,0 0-4-15,0 0-5 0,0 0-3 0,9 31-1 16,-3-13-5-16,9 6-10 0,0 5-12 0,3 7-19 16,6 4-25-16,0 6-34 0,1-3-25 0,-2 6-34 15,5-3-47-15,2 0-50 0,2 3-25 0,16 8-41 16,-12-11-40-16,-4-7-251 0,4-2-685 0,0 0 303 16</inkml:trace>
  <inkml:trace contextRef="#ctx0" brushRef="#br0" timeOffset="115194.9">11875 8421 255 0,'-3'-5'376'0,"1"-3"7"0,-1 1-16 16,-4 5-19-16,6-5-10 0,1 7-23 0,-4-4-31 16,4 4-34-16,0 0-24 0,-1-7-27 0,1 7-27 15,0 0-15-15,0 0-15 0,0 0-19 0,0 0-9 16,11 23-12-16,-6-11-11 0,5 3-7 0,-2 1-9 16,1 3-5-16,7 5-5 0,-3 3-8 0,-1 0-2 15,5 0-6-15,-4-1-9 0,3-1-2 0,1-1-7 0,-2 1-3 16,0-2 2-16,-7-3-4 0,4-1-3 15,-2-4-9-15,3 0 3 0,-7 1-4 0,3-5-2 16,-1-2 14-16,-5 0-12 0,1-3-4 0,4-2 5 0,-5 3-1 16,5-5 24-16,-6 5 22 0,-2-7 1 0,0 0-6 15,0 0 2-15,0 0 3 0,20-16 2 0,-18 9 1 16,4-2 15-16,1-5 9 0,-5-3 5 0,4 0 6 16,-4-3 2-16,6-7 0 0,0 0-9 0,6-4-8 15,-6 3-6-15,-3-3 2 0,3 4-21 0,-1-1-3 16,3-3-8-16,-5 8-6 0,3 5-5 0,-1-2-8 15,1 4-6-15,-2 5-13 0,-2 1-35 0,-3 1-46 16,4 1-65-16,0 1-73 0,-5 7-28 0,5-3-2 16,-5 3-20-16,0 0-19 0,17 15-24 0,-14-3-9 15,4 3-7-15,4 3-6 0,-2 5-17 0,4-7 3 16,-3 10-200-16,5-2-584 0,-2-2 258 0</inkml:trace>
  <inkml:trace contextRef="#ctx0" brushRef="#br0" timeOffset="115616.78">12603 8667 57 0,'2'-9'207'0,"0"-1"7"0,-2-1 6 16,-2-5 5-16,0 5 12 0,1-4 2 0,-6 3-14 0,4-1-13 15,0 2-10-15,-6-4-14 0,4 6-15 0,-3-2-21 16,1 3-12-16,-3 1-10 0,2 0-15 0,-5 2-10 16,-2 2-16-16,-5-1-7 0,4 7-17 0,-4-2 0 15,3 6 5-15,-6-6-18 0,3 6-8 0,5 1-5 16,0 6-4-16,-11-1 0 0,9 2-4 0,7 0-2 15,-3-3-6-15,3 3-2 0,5-2 0 0,-1 5-4 16,6-1-3-16,-4 0 0 0,4 0 0 0,5-7-4 16,0 6-1-16,5-5 0 0,-1 2 2 0,7-1 5 15,-6-5-10-15,5 1 8 0,0-5-11 0,0 3-4 16,1-2 5-16,4-6-1 0,-5 0-7 0,0-3 5 16,5 1 5-16,-5-2 0 0,0-3 1 0,-9 5 11 15,11-7 20-15,-7-1 25 0,-2 0 6 0,0-6 23 0,-1 9 20 16,-6-4 18-16,6 3 5 0,-2-5 9 15,-3 2 4-15,-2 4-8 0,1 2-14 0,-1-10-8 16,0 8-11-16,0 1-11 0,0 4-12 0,0-2-11 0,0 6-8 16,0 0-13-16,2-10-22 0,-2 10-27 0,0 0-19 15,0 0-2-15,0 0-4 0,0 0-6 0,0 0-10 16,5 25-15-16,-3-13-21 0,1 5-19 16,0-4-23-16,4 3-20 0,-4 2-17 0,2 2-15 0,5-6-24 15,-5-4-36-15,3 7-26 0,1-3-23 0,-1-3-19 16,2 4-35-16,0-7-212 0,-4-3-586 0,6 1 259 15</inkml:trace>
  <inkml:trace contextRef="#ctx0" brushRef="#br0" timeOffset="117227.7">12751 8621 90 0,'0'-9'227'0,"0"-2"3"0,0 0 0 16,-7-1 14-16,7 4 12 0,0-3 4 0,0 3-3 15,0 4-7-15,0 4-7 0,-2-12-8 0,2 12-39 16,0-11-16-16,0 11-22 0,2-3-20 0,-2 3-13 15,0 0-17-15,0 0-10 0,0 0-14 0,0 0 0 16,28 11-10-16,-19-2 8 0,-1 0-26 0,0 1-4 16,10 4-7-16,-9-2-3 0,5 0-3 0,3 3-10 0,-4 0-4 15,4-3 1-15,-4 3-7 0,0-3-3 0,-1 6-4 16,-1-9-5-16,3 6-2 0,-4-3 0 0,-4-3-3 16,1 2-3-16,-4-6-2 0,2 5-3 0,-2-3 3 15,-1-1 2-15,1 0 0 0,-1-2-4 0,-2-4 2 16,3 5 15-16,-3-5 13 0,0 0-11 0,0 0-1 15,0 0 5-15,0 0 4 0,0 0-6 0,-24-13 8 16,20 6-3-16,-2 0-5 0,-1-2 5 0,5 2-3 16,2-4-9-16,-1-1-18 0,1 0-19 0,1-6-28 15,1 3-42-15,11 1-44 0,0-4-37 0,7 2-34 16,5 1-17-16,7-3 4 0,-6 4 1 0,-1 4 28 16,5 1 12-16,-4 0 20 0,-1 0 21 0,-5 4 5 15,0 1 20-15,-4 1 15 0,-2 2 22 0,-3-4 35 16,-4 2 24-16,1 0 22 0,-8 3 16 0,13-1 7 15,-13 1 10-15,9-2 3 0,-9 2 14 0,8-5-1 16,-8 5-3-16,0 0-6 0,0 0-2 0,0 0 5 16,0 0 7-16,0 0-5 0,0 0-3 0,0 0-3 0,0 0-5 15,-8 22 2-15,6-14-4 0,2-3-5 0,0 2 0 16,0 2 2-16,0 1-5 0,0-3 0 16,0 3-4-16,2 1-1 0,3-2-6 0,-4-2-2 15,6 0-1-15,-6 1-1 0,8-3 0 0,-4 1-6 0,1-5 2 16,3 2-4-16,-9-3 2 0,21-3-1 0,-11 2-4 15,5-5 2-15,-2 1 0 0,-5-10 3 0,9 8-4 16,-4-5 5-16,2-1 0 0,-8-1 3 0,6 1 5 16,-3-1 25-16,0 1 26 0,0 2 28 0,-5 2 6 15,3 2 5-15,-5-1 10 0,2 0 4 0,-5-2-4 16,9 5-11-16,-4 4-10 0,-5 1-11 0,1-7-9 16,-1 7-14-16,0 0-5 0,0 0-5 0,0 0-5 15,23 13-1-15,-16 1-8 0,1-1-3 0,1 8 2 16,5 4-5-16,0 2-4 0,1 10-3 0,6 6 2 15,-3-5-2-15,2 3-3 0,0-2-3 0,-2 2 1 16,0 2 1-16,-1-1-5 0,0 6 12 0,1-1-15 16,-3-3 4-16,0 0-1 0,-6-2-4 0,-2 1-1 0,6-5-1 15,-11-6-2-15,-2-1 1 0,0-2-5 0,0-4 3 16,-7 1 0-16,-1-10 5 0,1 0 7 0,-7-3 20 16,0-1 40-16,-2-2 31 0,1-3 33 0,-5-6 20 15,3 10 19-15,-6-11 8 0,2 0 8 0,-7-7 9 16,6 2 2-16,-4-6 2 0,1-4-2 0,2-1-3 15,-1-5-18-15,8 3 5 0,-6-9-11 0,9 0-22 16,0-5-21-16,-2-4-7 0,7-5-9 0,6-1-21 16,0-1-18-16,6 0-22 0,9 1-22 0,2-5-30 15,1 1-23-15,4 3-24 0,3-2-25 0,6 8-6 16,-3-5-22-16,1 8-16 0,-6-1-16 0,2 11-13 0,-3 0-17 16,-2 6-2-16,1 6 0 0,-5-2 12 15,-2 4 2-15,1 3 5 0,1-4 6 0,-5 7 0 16,3-3-5-16,-5 3 12 0,3 1-13 0,-4 1 11 0,2-1 2 15,-8 3 8-15,0 0 14 0,15 5 11 0,-15-5 5 16,10 9 11-16,-5-1 7 0,2 2 9 0,-4-1 7 16,5 1-4-16,-4 1 12 0,1 4 1 0,1 0 8 15,-2-2 4-15,1 1 4 0,-5-3-1 0,8 2 4 16,-5-5 7-16,2 3 1 0,-1 0 1 0,-4-2 11 16,4 0-8-16,-2-2 2 0,3 1 1 0,-2-5 4 15,-1 4 0-15,5-3-2 0,-6 1 8 0,-1-5-2 16,7 2 6-16,-7-2 1 0,12 1 2 0,-12-1 6 15,11-8 6-15,-4 4 21 0,-1-3-7 0,-2-1 10 16,1 0 0-16,6-3 0 0,-2-1 6 0,-1 0-8 16,-3 3 7-16,5-1 2 0,-5 1-6 0,0 1 4 15,3-4-9-15,-5 5-4 0,5-3 3 0,-3 2-17 16,-1 1 11-16,4 3-5 0,-8 4-9 0,8-5-2 0,-8 5-9 16,0 0 3-16,15 5 5 0,-8-1-24 15,-1 3 2-15,-4 1 2 0,3 7-8 0,3-1-1 16,-3 1-7-16,-3-3 4 0,8 1-5 0,-5 4 12 0,-5-2-11 15,8 0 4-15,-6-4 1 0,3-3-2 0,3 4 11 16,-8-4-7-16,7-2 9 0,-6 2-7 0,-1-3 9 16,0-5 6-16,7 8-2 0,-7-8-2 0,7 0-1 15,-7 0 8-15,0 0 9 0,19-12 6 0,-10 8-1 16,-3-4 4-16,4-3 1 0,-1 4 4 0,4-5 7 16,3 0-1-16,-2 1-5 0,-1-1-1 0,-3 4-4 15,1-6-10-15,4 5 9 0,-3 1-3 0,3 0-7 16,-5 0 3-16,3 5-7 0,-2-2-3 0,4 4 0 15,-5 1-3-15,5 1-9 0,5 4-5 0,-8-2-12 16,3 1-16-16,-1 5-13 0,3-2-7 0,1 0-10 16,2 5-7-16,0-4-4 0,-2 0-12 0,5 7-7 15,4-6-6-15,-1 2 4 0,-6-4-3 0,0 2 12 0,10-6 2 16,0 0 9-16,-9 1 7 0,-4-6 7 0,1 0 9 16,7-2 4-16,-5-2 8 0,-1-2 4 15,5-1 3-15,-3-6 7 0,-4 5 0 0,-2-7 6 16,-6 0 8-16,5-1 8 0,-6 1 10 0,0-2 18 0,-3 1 14 15,-5-1 7-15,0 3 13 0,-1 0 1 0,-6-3-1 16,2 7 5-16,-3 1-2 0,-2-1-4 0,-3 0-6 16,-2 2-2-16,-2 5-7 0,2 1-1 0,-3 0-5 15,0 8-1-15,-4-4-4 0,1 8-6 0,1-4 0 16,-2 7-2-16,6 5 0 0,-7 4-3 0,4 7 1 16,5 0-4-16,-3 3 1 0,5 6-3 0,2 3 4 15,2 0 1-15,7-6-3 0,1 9 2 0,9 0-1 16,-2-2-2-16,1 1 2 0,2 4 1 0,5-6-4 15,0 3 1-15,3-3 0 0,4-3 0 0,-7-6 2 16,1-1 0-16,-4-4-2 0,3-1-1 0,0-2-7 16,-7-5 4-16,-1-2-4 0,6-1 7 0,-10-6-5 15,0 0-8-15,-3 0 1 0,-3-4 3 0,3-4-1 16,-16 3-5-16,9-3-1 0,7 0-9 0,-35-11-18 0,12 1-31 16,-8 0-37-16,-11-9-63 0,-1 1-67 15,-3-7-93-15,-4-4-175 0,-3 1-545 0,7-5 241 16</inkml:trace>
  <inkml:trace contextRef="#ctx0" brushRef="#br0" timeOffset="117415.2">14043 8229 129 0,'-10'-14'249'0,"2"2"-20"0,0 5-26 0,0-2-22 15,-1 1-18-15,3 2-14 0,1 5-18 0,1-3-17 16,4 4-30-16,0 0-27 0,-18 5-46 0,13 1-59 16,5 2-80-16,-3 4-126 0,5-8-276 0,-2 11 123 15</inkml:trace>
  <inkml:trace contextRef="#ctx0" brushRef="#br0" timeOffset="118368.34">15968 8489 95 0,'4'-11'434'0,"1"0"-20"0,-5 4-9 16,5-5-27-16,-5 4-23 0,1-5-15 0,-1 5-13 15,0 2-13-15,4-1-23 0,-4 1-29 0,0 6-27 16,0-8-30-16,0 8-24 0,0 0-22 0,0 0-21 16,0 0-14-16,0 0-10 0,0 0-20 0,-5 20-14 15,0-11-14-15,0 6-12 0,1 2-11 0,3 4-7 16,-4-1-8-16,3 3-6 0,4-1-10 0,-4-1 2 15,2 2-14-15,2-5-5 0,-2 6-5 0,5-5-13 16,-4-4-5-16,8 5 0 0,-3-6-2 0,-1 0-2 16,3-6-5-16,-3-2 10 0,5 3-1 0,-3-3-1 15,5-1-7-15,1-5-4 0,-2-4-2 0,4 1-6 16,7-4 9-16,-7-2 11 0,3-2-9 0,0-2 9 16,4 2-2-16,-4-4 15 0,3 3-3 0,-4-5 3 0,4-1 6 15,-6 4 1-15,-1 4-1 0,-1-5 8 0,-5 3 16 16,7 0 12-16,-7 4 4 0,-1 1 4 15,-2-4-7-15,3 8 1 0,-3-5-4 0,-2 4-9 0,-3 4-3 16,10-3-3-16,-10 3-2 0,0 0 4 0,0 0-1 16,19 9-5-16,-16-1-1 0,5 2 2 0,-3 0-1 15,5 7-1-15,0-2 0 0,3 3-2 0,0-2 0 16,6 6 3-16,-1-3-7 0,5 2 0 0,-1-5 4 16,-3 4 4-16,6-2-6 0,-5-6-2 0,0 3 2 15,-3-7 9-15,4-5-10 0,-4 2 3 0,-3-2-7 16,3-1 6-16,-5-2 0 0,1-5 1 0,2 0 5 15,-7 2 7-15,0-5 1 0,1-7 2 0,-3 0 2 16,-1-5 7-16,-2 1 5 0,-6-8 3 0,2 0 12 0,-1 3 2 16,-1-4 5-16,-2 2-8 0,-4 2-2 15,1-2-5-15,0 10 4 0,1-3-13 0,-3-1-5 16,2 6-5-16,-2 0-3 0,3 1-27 0,-1 4-33 0,6-1-41 16,-3 4-45-16,4 0-46 0,-6 3-16 0,7 3-18 15,0 0-36-15,0 0-34 0,-6 12-51 0,6-3-298 16,5 3-678-16,0 0 300 0</inkml:trace>
  <inkml:trace contextRef="#ctx0" brushRef="#br0" timeOffset="118977.72">17288 8734 310 0,'0'0'371'0,"3"-12"-14"0,0 10-13 16,-3 2-18-16,0-6-4 0,0 6-28 0,0-8-26 16,0 8-22-16,0-11-21 0,0 11-19 0,0 0-30 0,-3-7-15 15,3 7-14-15,0 0-18 0,0 0-22 16,-5-3-4-16,5 3-11 0,0 0-16 0,0 0-6 16,0 0-12-16,-7 15-9 0,7-15-8 0,0 10-6 0,0-5-3 15,0-5-8-15,2 7 0 0,3 0-2 0,-5-2 0 16,0-5-7-16,8 7 6 0,-8-7-4 0,12 0-5 15,-12 0 10-15,11-4-5 0,-11 4 3 0,19-7-6 16,-18 6 3-16,7-8 0 0,-1 4-1 0,0-3 4 16,-6-4 5-16,6 5-7 0,-7-1 5 0,0-4-4 15,3 5-1-15,-3 1-5 0,0-3-1 0,-3 3-4 16,3 6-21-16,-2-9-29 0,-3 6-38 0,5 3-35 16,0 0-27-16,-15 0-34 0,15 0-45 0,-14 12-60 15,5-4-68-15,3 2-245 0,-4 5-643 0,0-3 284 16</inkml:trace>
  <inkml:trace contextRef="#ctx0" brushRef="#br0" timeOffset="123618.4">11612 10317 231 0,'5'-11'409'16,"-3"6"-12"-16,4-6-8 0,-1 3-15 0,-3 1-19 0,-2 1-7 16,3 0-17-16,-3 6-27 0,5-12-33 0,-5 12-27 15,0-4-26-15,0 4-23 0,0 0-25 16,2-5-19-16,-2 5-19 0,0 0-12 0,0 0-12 0,0 18-14 15,0-9-9-15,0 0-5 0,0 14-10 0,0-4-3 16,0 5-11-16,0 4-7 0,3-1-1 0,-3 7-6 16,-3-4-2-16,1 13-5 0,2-5-5 0,0-6-1 15,-5 0-5-15,5 10-4 0,-3-12 5 0,3 3-7 16,0 9-2-16,-2-1 0 0,2-10-3 0,-3 8-3 16,1-8 7-16,1-2-6 0,-4 1-4 0,3 1 6 15,0-1-6-15,-3-4 0 0,0-1-4 0,0-5 8 16,2-2 6-16,-4 0 8 0,-1-3 20 0,2 0 26 15,-4-1 16-15,-2-2 27 0,2-5 16 0,-3 2 2 16,-4-3-4-16,-4 0-5 0,-9-2 7 0,0-4-8 16,-5 0-13-16,4-1-15 0,-12 2-7 0,7-2-8 15,4-3-9-15,1-4-5 0,-2 4-9 0,1 0-5 0,4-2-7 16,6 2-38-16,6-1-34 0,-6 1-43 0,14 1-58 16,-5 2-54-16,6 1-54 0,7 0-44 0,-8-4-39 15,8 4-40-15,0 0-49 0,0 0-54 0,0 0-370 16,0 0-901-16,35 5 398 0</inkml:trace>
  <inkml:trace contextRef="#ctx0" brushRef="#br0" timeOffset="124368.42">11617 10488 92 0,'0'-6'287'0,"-2"-3"-5"0,-1-3 1 15,1 4 3-15,2-6 2 0,0-3-7 0,-1 2-12 16,2 0 0-16,-1-2-22 0,2-2 0 0,-2 1-5 16,5 0-10-16,-5 0-14 0,7 0-19 0,-4 1-8 15,2-2-9-15,3 6-15 0,-3-6-17 0,0 7-18 16,7-3-8-16,-9 5-11 0,9-4-12 0,-9 7-11 0,3-4-9 16,4 4-14-16,-3-1-6 0,-2 3-4 0,8-3-13 15,-6 5-2-15,1 0-2 0,4 0-7 16,1 1-5-16,-1 0-2 0,1 2-7 0,3 2 1 0,1 1 0 15,4-3-3-15,-2 5-3 0,2-1-1 0,-1 3-6 16,0 0 1-16,8 5-1 0,-6 0-8 0,2 0 6 16,0-1 1-16,2 2-6 0,-4 2 0 0,2-1 3 15,-4-1-6-15,-5-2 1 0,5 2 2 0,-5-3 2 16,-5 2-1-16,10 0-2 0,-10-1-1 0,1 0 6 16,-1-4-5-16,-3-1-3 0,1-2 8 0,-1 3-5 15,-6 0 2-15,6-4 3 0,-7-3 2 0,7 6 4 16,-4-4 14-16,-3-2 13 0,10 2 25 0,-10-2-1 15,0 0-7-15,15-4-4 0,-10-2-9 0,1-3-3 16,3 1-1-16,4-2-10 0,0-4 0 0,2 1-1 16,0-5-2-16,0 2-4 0,6-4-5 0,-1-6 2 15,-3 11-5-15,-2-7-1 0,4 1-4 0,-4 6-1 0,7-5-4 16,-12 3-4-16,3 3-2 0,-3 2-15 0,-3 1-11 16,-3 4-38-16,6-1-55 0,-6-1-67 0,-1 5-70 15,-3 4-43-15,0 0-11 0,0 0-26 0,0 0-44 16,0 0-311-16,-21 21-753 0,9-9 334 0</inkml:trace>
  <inkml:trace contextRef="#ctx0" brushRef="#br0" timeOffset="125055.93">11728 10843 146 0,'0'0'231'0,"0"0"0"0,0 0-3 0,0 0-6 0,0 0-5 16,-15-4 1-16,15 4 1 0,0 0 13 0,0 0-12 15,0 0 2-15,0 0-6 0,0 0-25 0,0-8-20 16,0 8-6-16,0 0-23 0,0 0-8 0,15-13-14 16,-15 8-13-16,8 3-7 0,-1-5-11 0,-6 3-11 15,6-2-7-15,0-2-5 0,-2 6-6 0,3-5-6 16,-1 3-5-16,2-3-4 0,-4 2-6 0,5-1-2 0,-5 6-8 16,4-5-3-16,-1 2 1 0,-8 3-8 0,13-7 1 15,-10 5-10-15,-3 2-1 0,14-3-4 16,-14 3 9-16,0 0-7 0,20 5 3 0,-11-2-1 15,-2 1 11-15,3 3-11 0,-2-4-10 0,4 2-5 0,1 3 7 16,0-1 4-16,-3 1-2 0,5 3-3 0,0-1 4 16,-3-3 0-16,-2 3-2 0,3-3-1 0,2 2 4 15,-5-1 1-15,3-1-4 0,-6-1 0 0,2-3 1 16,5 1 12-16,-6 1-9 0,-1-2 0 0,1 0 15 16,3-2-3-16,-11-1 16 0,9 0 11 0,-9 0 3 15,15-5 4-15,-7 1 3 0,-3-1-2 0,-3 0-10 16,6-1 1-16,-3-3-2 0,-2 0-5 0,4 0-5 15,-1-2-12-15,-2 1 0 0,1 1-22 0,0-2-22 16,-2 6-44-16,2-3-60 0,3-3-50 0,-3 6-65 16,-3 2-81-16,6-2-70 0,-1 2-239 0,-7 3-685 15,15-6 303-15</inkml:trace>
  <inkml:trace contextRef="#ctx0" brushRef="#br0" timeOffset="125618.43">13156 10692 216 0,'0'0'383'0,"0"0"-11"0,0 0-12 0,0 0-13 0,0 0-3 16,0 0-8-16,-8 3-11 0,8-3-19 0,0 0-14 15,0 0-15-15,0 0-18 0,0 0-19 0,0 0-26 16,0 0-15-16,0 0-18 0,0 0-15 0,36-6-14 16,-22 9-17-16,1 0-10 0,4-3-17 0,1 0-10 15,2 0-12-15,1 0-10 0,-2 0-13 0,9 0-10 16,0-3-17-16,-8 6-20 0,-1-3-27 0,1 0-37 16,-6 1-49-16,4-1-59 0,0 4-62 0,-9-4-56 0,1 1-66 15,-4-1-60-15,-8 0-304 0,14 5-762 16,-14-3 337-16</inkml:trace>
  <inkml:trace contextRef="#ctx0" brushRef="#br0" timeOffset="125805.93">13222 10920 218 0,'-5'0'281'0,"5"0"24"0,-11 4 7 15,11-4-5-15,-5 4 6 0,5-4-4 0,0 0-12 16,0 5-16-16,0-5-30 0,0 0-28 0,0 0-20 15,35-4-22-15,-17 3-22 0,2-1-10 0,1 2-23 16,-3 0-4-16,4 0-29 0,8 2-25 0,-10-2-47 16,3 0-79-16,-2 0-71 0,-1 0-91 0,3 0-84 15,-8 0-281-15,7-2-634 0,-6 0 281 0</inkml:trace>
  <inkml:trace contextRef="#ctx0" brushRef="#br0" timeOffset="128415.35">15002 9996 168 0,'-4'-12'237'0,"-1"3"-6"0,2 2-11 0,0-4-4 15,-9 3-10-15,11 5-17 0,-6-4-14 0,0 0-18 16,4 2-17-16,-10 0-8 0,11 2-12 0,2 3-4 0,-26 2-10 16,16-1-10-16,-3 2 0 0,-7 4-13 15,5-5-4-15,-2 9 0 0,-4-8-2 0,-1 3-4 16,2 1-5-16,4 4-7 0,-6-3-13 0,2-1-3 0,1 2-7 16,0-2-6-16,3 5 2 0,-1-4 5 0,4-1-13 15,-4-2-4-15,12 4 2 0,-4-3-3 0,4 0-1 16,-5-1-3-16,10-1 4 0,-2 2-3 0,4 3 1 15,4 0-2-15,3-5-3 0,0 7-1 0,8 3-1 16,3-4 1-16,1 2 1 0,4 2-3 0,2 5-1 16,-4-4 9-16,3 3-13 0,-6-1-2 0,0 2 1 15,0-1-8-15,-5-3 4 0,0 6 2 0,6-1 0 16,-12 2 0-16,-1-7 2 0,0 4-5 0,-1-4 0 16,-2 5 0-16,-2-6 1 0,-3 4 1 0,-2-4-5 15,1-4 4-15,-4 3 1 0,-2 1 9 0,-1-1-13 16,0-2 0-16,-7-7 4 0,0 8-8 0,-3-5 10 15,1 0-2-15,-5-2 0 0,-1 0 3 0,2-3-4 0,3-1 3 16,-6-1 6-16,5 3 13 0,2-3 18 0,2-3 14 16,8 3 12-16,7 0 6 0,-19 0 8 15,19 0 2-15,-14-1-2 0,14 1-5 0,0 0-6 0,-10 1-9 16,10-1-11-16,0 0-10 0,0 0 5 0,0 0-5 16,0 0-8-16,9 12-6 0,-1-9-5 0,-1 5 0 15,1-1 1-15,0 2-1 0,2-2-6 0,3 5-3 16,-1-1 0-16,-4 2-6 0,5 1-1 0,-3-2 2 15,0 3-6-15,2 0 8 0,-4 1-9 0,-1 0 2 16,-2 3-2-16,-4-4 5 0,-1 5-2 0,0-1 0 16,0-3-3-16,-1 4 1 0,-3 4-1 0,3-2 1 15,-3 1 3-15,-4 1-1 0,5-5-3 0,0 1 0 0,-6 1 2 16,4 6-3-16,4-7-2 0,-3-3 5 0,3 6-1 16,1-4 5-16,1 0 4 0,4 0-2 15,0 1 1-15,5 5 0 0,7-3 4 0,-1 0-2 0,3-3-2 16,5-3-11-16,11 0 4 0,8 2-9 0,0-5-23 15,2-4-28-15,-4-3-40 0,-6-2-48 0,1 0-63 16,9-4-82-16,1-8-82 0,-11 2-247 0,7-11-671 16,-6 7 298-16</inkml:trace>
  <inkml:trace contextRef="#ctx0" brushRef="#br0" timeOffset="129055.98">16059 10220 168 0,'4'-16'289'0,"-3"-2"-2"0,1 4-6 0,0-4-14 0,-2 2-8 16,-2 1-3-16,0-2-19 0,-3 2-25 0,0-2-18 15,0 4-19-15,0 1-6 0,-4-2-2 0,4 6-17 16,-7-2-15-16,9 1-9 0,-9 0-10 0,2 3-18 16,0 0-7-16,-5 2-7 0,7 1 2 0,-5-1-28 15,-2 9-2-15,2-5-8 0,1 3-12 0,1 6 4 16,-3-2-2-16,4 1-8 0,-5 4-5 0,2 2 2 15,7-3-2-15,-4 6-3 0,3 1 6 0,2 0-6 16,2 2-3-16,3 5 2 0,0 2 6 0,0-1-14 16,8 5 7-16,-1 2-5 0,3 4 4 0,-4-5-6 15,7 6 5-15,4 0-14 0,-4-9 3 0,4 10 7 16,-2 2-1-16,-2-13-4 0,2 1-2 0,-2-1-1 16,-1 0-1-16,-1 4 0 0,2-3 1 0,-6-1 0 0,1 2-2 15,-1-3-2-15,-7-4 4 0,7-6-6 0,-6 9 8 16,1-7-18-16,-4-2-11 0,1 0-7 15,-6-3-22-15,7-1-2 0,0-6-19 0,0 2-16 0,0 0-22 16,0-2-19-16,-5-2-23 0,5 2-24 0,0-7-46 16,-2 5-56-16,2-5-255 0,0 0-576 0,0 0 255 15</inkml:trace>
  <inkml:trace contextRef="#ctx0" brushRef="#br0" timeOffset="129290.36">15755 10608 81 0,'-7'-5'353'0,"6"0"6"0,-1 0-16 16,2 5-16-16,0-10-35 0,0 3-27 0,0 0-23 0,8 1-24 16,-1 0-24-16,3 3-20 0,5-6-10 0,1 8-25 15,4-2-10-15,2-2-19 0,1 5-6 0,-2-2-11 16,9 1-15-16,-2 1-7 0,-5 0-13 0,-3 1-20 15,3 1-38-15,1-1-37 0,-6 3-45 0,-2-3-51 16,6 2-57-16,-7-3-63 0,-5 0-271 0,3 4-565 16,-3-2 250-16</inkml:trace>
  <inkml:trace contextRef="#ctx0" brushRef="#br0" timeOffset="129915.37">16190 10812 238 0,'0'0'343'0,"-13"-1"-4"16,13 1-29-16,0 0-31 0,0 0-29 0,0 0-19 16,0 0-26-16,0 0-27 0,0 0-17 0,0 0-14 15,0 0-13-15,0 0-18 0,0 7-9 0,0-7-14 16,3 12-6-16,-1-4-11 0,-2-1-9 0,5 3-10 16,-2 0 0-16,-3 0-1 0,0 1-12 0,0 0-4 15,0 1-1-15,0 0-4 0,0-4 0 0,0 3-5 16,0 0-8-16,0 0 2 0,0-6-8 0,2 2-5 15,1 1 2-15,-3-1-1 0,2-2-5 0,-2-5 1 16,6 5 2-16,-6-5-4 0,4 3 5 0,-4-3-3 0,11 0-4 16,-11 0 3-16,15-5-1 0,-8 3 1 15,-4-4-4-15,9 0-2 0,-6 1 1 0,4-2 1 16,2 3 1-16,-4-4-5 0,0 2 2 0,1 0 1 0,-3 3 15 16,3-5-20-16,2 5 5 0,-6 2-8 0,-5 1 3 15,13-4-1-15,-8 2 4 0,-5 2-4 0,0 0 1 16,23 3 2-16,-16 1-2 0,1 3 2 0,1-2-1 15,-1 3 4-15,0-2-4 0,2 2 1 0,-2-1-1 16,6-1-4-16,-6 3 10 0,2-1 7 0,5 1-11 16,-7-5-2-16,5 0 3 0,-4-1 3 0,-1 2 1 15,3-6 7-15,-2 2-9 0,-9-1 8 0,15-6-1 16,-9 3 14-16,2-4 23 0,-1 0 4 0,-5 2 11 16,1-7 6-16,0 1 2 0,-3-4 4 0,0-1-6 15,0 2 3-15,-3-3-20 0,-2 0 0 0,-2-1-1 16,3 2-7-16,0 3-3 0,-2-1-5 0,-3 4-20 0,9 0-34 15,-5-1-45-15,4 5-44 0,-8-3-59 0,4 6-63 16,5 3-64-16,-6-5-56 0,6 5-245 16,0 0-644-16,0 0 284 0</inkml:trace>
  <inkml:trace contextRef="#ctx0" brushRef="#br0" timeOffset="130649.75">17241 10707 232 0,'0'0'372'0,"0"0"-13"16,-1-12-8-16,1 12-4 0,0-9-12 0,0 9-11 15,-4-9-10-15,4 9-32 0,-1-9-28 0,1 9-21 16,-5-3-24-16,5 3-21 0,0 0-25 0,-7-6-20 16,7 6-20-16,0 0-11 0,0 0-11 0,0 0-8 15,0 0-16-15,0 0-6 0,-20 9-12 0,15-4-8 16,5-5-7-16,-6 7-8 0,6-1-6 0,0-6-6 15,0 9-8-15,-4-8-5 0,4-1 4 0,0 10-1 16,0-10-4-16,4 7-3 0,-4-7 3 0,8 2 1 16,-8-2 1-16,11 5-12 0,-11-5 12 0,10 2-2 0,-10-2-1 15,19-6 3-15,-19 6 5 0,11-5-6 0,-6 2-1 16,3 1-2-16,-1-3-4 0,0 0 7 16,-7 5-8-16,3-8 6 0,2 1-9 0,-5 3 8 0,0-5-8 15,0 3-4-15,0 6-14 0,0-10-36 0,-5 2-27 16,3 3-37-16,-6 0-31 0,3 1-29 0,-3 0-38 15,8 4-46-15,-15-8-49 0,12 7-51 0,3 1-206 16,-17-3-614-16,12 0 271 0</inkml:trace>
  <inkml:trace contextRef="#ctx0" brushRef="#br0" timeOffset="130993.51">17192 10363 167 0,'0'0'165'0,"3"9"-11"0,0-3-13 16,-3-6 12-16,5 9-14 0,-2-2-12 0,2-3-9 0,-1 0-11 15,2 4 6-15,3-5-4 0,-3 1-8 0,-1 0-9 16,5-4-8-16,3 4 4 0,-6-3 5 0,-7-1 0 15,17-1-2-15,-17 1 5 0,14-4 6 0,-2 4-3 16,-5-4 14-16,1-1 0 0,-1 0-1 0,1-3-3 16,-2 1-6-16,-4 0 3 0,1-1-3 0,2-2-6 15,-5-1-7-15,5 2-11 0,-5-2-7 0,0 3-3 16,-5-3-7-16,5 0-5 0,-5 6 4 0,2-3-21 16,-4-3-8-16,-1 4-10 0,7 2-22 0,-13 4-22 15,8-1-24-15,6 2-23 0,-20 0-32 0,12 3-42 16,-9 4-58-16,10-2-66 0,-6 6-238 0,5-2-545 15,1-2 242-15</inkml:trace>
  <inkml:trace contextRef="#ctx0" brushRef="#br0" timeOffset="132457.51">18001 10278 140 0,'5'-8'405'0,"-4"0"-26"0,-1-4-11 0,2 5-4 0,1 0-9 15,-1-1-23-15,-2 1-14 0,7 1-29 0,-7 6-33 16,1-6-27-16,-1 6-18 0,0-9-33 0,0 9-24 16,0 0-16-16,0 0-14 0,0 0-9 0,-8 20-15 15,6-12-8-15,-3 6-10 0,4 4-7 0,-4-3-10 16,2 6-9-16,-1-1-7 0,4 4-7 0,-1 1-5 16,-4-7-4-16,3 0-7 0,2 0-1 0,0 2 0 15,-3-4-19-15,3 0-7 0,3 0 2 0,-1-5-5 0,-2 1 5 16,5-4-6-16,3 3-2 0,-2-4-2 15,-1 1 0-15,5-3 4 0,-3 2 1 0,1-3-7 16,7-3 14-16,-2-2-4 0,-1-2-5 0,3 0 4 0,0-6-3 16,1 5-2-16,-1-7 10 0,0 0-2 0,0 6-5 15,0-7 4-15,-7-3 5 0,5 1 1 0,-1 2 1 16,-2 4 4-16,-2-1 9 0,-3 2 5 0,0-2 1 16,2 2 1-16,-4 0-4 0,2 0-2 0,2 2-4 15,-7 5 1-15,1-7-10 0,1 4-4 0,-2 3-6 16,0 0 0-16,0 0-6 0,0 0 6 0,13 10-7 15,-9-2 8-15,5-1-7 0,-4 2 0 0,5 5-3 16,-5 1-4-16,10-3 5 0,-5 3-4 0,2-3 9 16,1 4-13-16,-1-7 6 0,2 8-4 0,1-8-1 15,-1 3-4-15,1-5 5 0,-2 1 1 0,0 0 6 16,-1-4-1-16,1-1 10 0,-5-3-8 0,5-3-1 16,-13 3 1-16,17-6 4 0,-9-1 2 0,-1-1-3 0,-4-1 7 15,5-4 0-15,-6-1-9 0,0-4 13 0,-4-3 8 16,2 0 1-16,-5-5 1 0,0 4 0 0,2-5 1 15,-4 0-11-15,1 6-4 0,1 1 10 0,0 1-2 16,-2 4-4-16,4 0-2 0,-4 3-7 0,0 0-37 16,7 4-36-16,-5 4-53 0,4-2-49 0,1 6-20 15,0 0-17-15,0 0-44 0,0 0-50 0,0 0-50 16,15 14-193-16,-7-7-596 0,5 5 265 0</inkml:trace>
  <inkml:trace contextRef="#ctx0" brushRef="#br0" timeOffset="132785.65">19356 10239 326 0,'0'-15'338'0,"0"6"-21"15,-1 0-29-15,1-1-10 0,-8-1-2 0,3 0-21 16,3 4-3-16,-6-2-23 0,1 1-18 0,0 3-14 15,1 0-19-15,-3 0-23 0,-4 2-17 0,3 3-7 16,-6 0-14-16,3 2-16 0,-4 4-11 0,-1 0-4 16,1 2-11-16,-4 5-8 0,-4 1-4 0,5 4-11 15,-2-1 0-15,-1 6-5 0,3 0 1 0,6-1-10 16,-1 3-2-16,8-1-3 0,-3 6 4 0,10-6-8 16,-5 3 0-16,10 0 2 0,-5 0 0 0,10-1-7 15,-3 5 0-15,8-11-5 0,4 7-4 0,6-8 0 16,-3 4-6-16,4-7 4 0,-1 1-25 0,3-2-28 0,2 0-24 15,0-6-31-15,-2 0-34 0,-10-4-47 0,4-4-51 16,-4 2-52-16,0-6-48 0,4-2-241 16,-8 1-613-16,-2-4 272 0</inkml:trace>
  <inkml:trace contextRef="#ctx0" brushRef="#br0" timeOffset="132988.78">19214 10426 172 0,'-8'-1'278'0,"0"-3"1"0,-4 2 0 15,9-3 2-15,3 5-3 0,-14-2 1 0,11-5 3 16,3 7-31-16,0 0 2 0,0 0-5 0,0 0-17 16,0 0-15-16,0 0-20 0,0 0-23 0,0 0-15 15,0 0-17-15,0 0-13 0,0 0-13 0,0 0-17 16,32 5-14-16,-18-3-12 0,3 3-34 0,1-1-26 16,2-3-36-16,3 3-51 0,-1-2-46 0,1 4-60 15,-2 0-70-15,6-6-58 0,-11 1-289 0,6 2-646 16,-2-3 286-16</inkml:trace>
  <inkml:trace contextRef="#ctx0" brushRef="#br0" timeOffset="133551.37">19787 10132 232 0,'3'-13'426'16,"2"2"8"-16,2 3-10 0,-4-3-15 0,0 3-5 16,-1 0-17-16,-2 0-22 0,7 4-23 0,-7 4-44 0,1-7-32 15,-1 7-30-15,2-5-28 0,-2 5-27 0,0 0-16 16,0 0-18-16,5 15-12 0,-3-6-15 16,-2 9-12-16,0 1-10 0,6 5-10 0,-6 3-9 0,7 12-8 15,-4-4-4-15,0 5-7 0,4-9-7 0,0 11-16 16,1-3-10-16,-5-5-14 0,9 5-12 0,-6-9-17 15,-2-3-20-15,4 1-24 0,-3-1-36 0,3-1-42 16,-1-7-40-16,1-1-38 0,-1-1-43 0,-2-3-47 16,3-3-55-16,-1-4-48 0,-6 1-226 0,8-5-687 15,-3 2 304-15</inkml:trace>
  <inkml:trace contextRef="#ctx0" brushRef="#br0" timeOffset="133818.53">20158 10083 140 0,'0'-9'371'15,"0"0"-15"-15,0 1 2 0,0 4-12 0,0 4-20 16,0-12-24-16,0 6-40 0,0 6-15 0,0 0-23 16,0-8-30-16,0 8-23 0,0 0-17 0,0 0-14 15,0 0-15-15,0 30-14 0,0-16-3 0,0 3-17 16,6 5-12-16,-6 8 2 0,0 0-11 0,3 0-7 15,2 12-5-15,0 0-7 0,-3-2-6 0,6 4-11 0,-3-2 0 16,0 0-31-16,5-6-13 0,-3 5-22 16,1-10-32-16,-1-3-24 0,-6-1-34 0,6 0-41 15,-5-4-42-15,-1-4-50 0,3 1-40 0,-4-4-257 0,0-2-598 16,1-5 265-16</inkml:trace>
  <inkml:trace contextRef="#ctx0" brushRef="#br0" timeOffset="134302.91">19901 10003 108 0,'-3'-19'314'0,"-2"3"-6"15,3-6-13-15,0 3-14 0,2-1-5 0,2 1-17 16,0 2-22-16,4-1-15 0,-1 8-17 0,2-7-18 15,3 5-20-15,0-1-7 0,5 2-27 0,-4 3-18 16,6 1-10-16,4 0-12 0,7 2-8 0,-4 4-11 16,4 2-9-16,0 3-5 0,0 4-8 0,5 3-8 15,-5-2-2-15,2 6-4 0,0 0-6 0,-2 3 0 0,13 6-6 16,-6 4-4-16,0 2-1 0,-10-6-5 0,-4 2-13 16,2-2-1-16,-1 0-8 0,-2 9-2 15,3-8-3-15,-8 4 1 0,-5-5-2 0,0 0 0 16,-5-5-1-16,0-2 2 0,0 4 2 0,-5 0 1 0,1-6-4 15,-7 3 1-15,-1-3 5 0,-3 3 0 0,2-7 0 16,-10 0 3-16,1-2 4 0,-6 2 1 0,3-4 0 16,-1 1 12-16,-9 0 3 0,7-3 4 0,3 1 2 15,3-1-4-15,-4-2-5 0,7-2-2 0,1 4-2 16,7 1 0-16,-4-3-2 0,1 3-2 0,4 0 8 16,2 3-8-16,3 2 3 0,8 4 1 0,1 0 1 15,4 4-5-15,8 2-3 0,17 9 5 0,-9-6-2 16,14 6-1-16,-7-9 1 0,9 5 3 0,-11-1-8 15,6-5 0-15,-3 1-6 0,-9-6-4 0,-3 0-2 16,4 2-17-16,-1-9-17 0,-11 3-17 0,3-3-15 16,-5-1-24-16,-2-4-25 0,-3-2-43 0,-3-1-45 15,6 0-49-15,-13 0-251 0,6-4-555 0,-6 4 246 0</inkml:trace>
  <inkml:trace contextRef="#ctx0" brushRef="#br0" timeOffset="134990.41">20995 9586 220 0,'2'-2'321'0,"-1"-5"-15"0,-1 7-19 16,5-10-18-16,-5 10-11 0,-3-10-6 0,1 3-28 15,2 7-13-15,-3-10-16 0,-2 5-15 0,0 0-13 16,0-2-21-16,-1 3-16 0,-6-4-18 0,2 5-4 15,0-4-9-15,-6 6-12 0,-4-4-7 0,3 5-7 16,-1 0-6-16,1 0-8 0,-3-2-8 0,-1 4 7 16,6-2-23-16,-8 5-1 0,8 2-1 0,-5-4-9 15,5 7-8-15,0 0 9 0,-1-2-5 0,1 4-2 16,7 2 0-16,-1 3-6 0,3-6 0 0,-3 8-4 16,6-4 4-16,3 2-2 0,0 0-10 0,0-2 5 15,3 0-4-15,9 3 5 0,-5-2-4 0,4-4 1 16,-1 5-1-16,5-7 2 0,-7 1-7 0,9-7 2 0,-1 5 0 15,-6-6-1-15,5-3 0 0,0-1 5 16,0-5-4-16,-3-2-1 0,-2-4 0 0,4-1 1 16,-5-4 0-16,2-4-1 0,-7 2 4 0,2-9-1 0,1 1 7 15,-7-3-21-15,0-1 19 0,3 1-2 0,-3-9 10 16,0 11 5-16,4-3 11 0,-4 2 16 0,-4 2 6 16,4 3 16-16,4 4 17 0,-3 1-1 0,-1-1 1 15,2 4 18-15,-2 1 13 0,0 3 3 0,0 1-10 16,3 4-10-16,-3-1-4 0,2 1-20 0,-2 1-9 15,0 6-7-15,-2-7-19 0,2 7-16 0,0 0 0 16,0 0-6-16,0 0-2 0,0 0 1 0,5 22-3 16,-3-10 0-16,1 8-3 0,-1-4 0 0,1 10-2 15,0 2-7-15,1-1-6 0,1 1-13 0,1 6-7 16,-1-3-18-16,3-1-28 0,-1 9-22 0,6-9-38 16,-3-2-28-16,0 0-19 0,0 0-32 0,0-1-46 15,-2 3-53-15,6-3-58 0,-3-3-289 0,-3-6-708 0,4-2 313 16</inkml:trace>
  <inkml:trace contextRef="#ctx0" brushRef="#br0" timeOffset="136006.06">21371 9325 283 0,'1'-4'302'0,"8"-2"-9"16,-4 0-11-16,-4 0-21 0,6 0-15 0,0 0-19 15,-6 2-19-15,7 0-24 0,-1 0-19 16,0 1-18-16,-7 3-16 0,13-5-14 0,-3 5-13 0,3 5-10 16,-6-1-10-16,8 3-8 0,1 0-4 0,-1 2-12 15,-2 2-6-15,2-1-6 0,0 3-5 0,-2 1 1 16,-1 3-10-16,0-1 1 0,1-1-12 0,-7 4 3 15,3 1-1-15,-4-1-4 0,5-2-4 0,-9 4 0 16,1-5-3-16,-2 4-1 0,0-1-4 0,-2-2 3 16,-3 2-4-16,-1-2-2 0,1 0-2 0,-5-2 4 15,1-3-3-15,-2 4 2 0,-9 3-1 0,5-2-6 16,0-7 4-16,-1 7-3 0,-7-3 3 0,3-1-5 16,5-6 7-16,0-4-4 0,0 5 10 0,2-1-10 15,-1 2-3-15,5-2-5 0,2-4 8 0,-1 1-3 16,3-1 4-16,-4 0-10 0,8 4 8 0,1-7-5 15,0 0 5-15,6 11 1 0,3-4 3 0,1 2-4 16,4-1 4-16,10 4-2 0,2 5-2 0,-4-4 1 0,9 6 0 16,-3-4-3-16,2 5 4 0,-7-4-1 15,4 3 1-15,-6 3-1 0,4-4-11 0,-5 0 9 16,-9-2-1-16,1-1-1 0,1 4 2 0,-3-6-2 0,-5 4 2 16,2-4-3-16,-4 2 1 0,4-2 1 0,-7 1-2 15,-5-2-2-15,0 2 5 0,-7-4 0 0,-1 1-3 16,0 2 2-16,-4-4-1 0,1 0 0 0,-4 2 7 15,2-4-5-15,-11-1-3 0,0 3 4 0,5-3 1 16,-4 0-1-16,0 2-3 0,12-3 4 0,-6-1 0 16,2 0 0-16,5 2-3 0,4-1-1 0,-2-2 1 15,6-2 0-15,-1 5-2 0,3 0 0 0,-4 0 0 16,8 2-1-16,2 1 5 0,4 1-2 0,2 3-3 16,3-1 2-16,5 7 1 0,0 0 1 0,6 2 0 15,-1 5-2-15,3-3 1 0,-1 1-2 0,1-1 3 16,5 11-2-16,-5-11 2 0,-5 2 0 0,2 1 0 15,-3-2-3-15,-2 3 1 0,-2 0 2 0,2-1-5 0,-7 2 3 16,0-2-6-16,-1-4 7 0,-5 3-3 0,1-1 4 16,-3-5 0-16,-3-3 2 0,-1 2 1 15,-1 2 3-15,-1-13 2 0,-2 8 1 0,-4-5 8 0,-3 5 9 16,-3-7 11-16,0-1 3 0,-5 1 0 0,-4-2-9 16,-3 0 3-16,2-3-8 0,-3-2-3 0,-1-2-19 15,-1 1-25-15,2-6-36 0,-2 4-45 0,4 1-70 16,10-2-103-16,-3-1-302 0,9 1-624 0,1-1 277 15</inkml:trace>
  <inkml:trace contextRef="#ctx0" brushRef="#br0" timeOffset="163198.84">3695 12520 96 0,'0'-10'328'0,"0"3"-1"15,2-1 7-15,-2 1-15 0,7-1 3 0,-7-3-6 16,0 4-13-16,0 4 4 0,0 3-21 0,1-12-17 16,-1 12-22-16,-1-6-21 0,1 6-22 0,1-6-24 15,-1 6-21-15,0 0-13 0,0 0-16 0,0 0 11 16,14 14 9-16,-13-4-13 0,4-1-12 0,-5 7-13 16,8-4 8-16,-6 5 16 0,3 0-14 0,0 3-11 15,-2-3-12-15,2 1-9 0,-3 9-8 0,3-7-9 16,-3 3-5-16,4-3-7 0,-4 2-7 0,-2 1-5 15,3-2-8-15,-1 0-1 0,-2-1-3 0,2-4-7 0,4 3-16 16,-4-3-15-16,-2 0-20 0,5-4-29 0,-5-1-43 16,0-3-34-16,8 0-38 0,-6-2-25 15,-2 3-14-15,0-6-16 0,0-3-29 0,5 8-58 0,-5-8-66 16,0 0-57-16,0 0-231 0,0 0-714 0,-14-23 316 16</inkml:trace>
  <inkml:trace contextRef="#ctx0" brushRef="#br0" timeOffset="163526.99">3681 12439 108 0,'0'-9'285'16,"0"-1"-5"-16,0 2-7 0,0-1-9 0,0 4-10 15,0-6-12-15,0 4-9 0,3-1-13 0,-3 2-12 16,5 0-13-16,-4 0-9 0,3-2-17 0,-3 4-6 15,8-2-9-15,-4 0-22 0,5 0-12 0,-4 0-12 0,4 5-9 16,3 1-9-16,1-5-12 0,7 3-9 0,-13 1-8 16,14-1-9-16,-7 2-1 0,1 0-7 15,-4 0-6-15,9 2 0 0,-4 1-6 0,-5 0-3 0,-1-1-2 16,7-2-2-16,-3 0-8 0,-3 5 5 0,3-3-15 16,-9 0-7-16,4-1 5 0,-1 3-22 0,-4-1-4 15,3 0-13-15,-5 2-22 0,-3-5-20 0,7 7-16 16,-4-2-19-16,-3-5-20 0,0 12-21 0,-3-5-27 15,-4 1-35-15,6-1-32 0,-3 3-39 0,-2-1-176 16,-8-1-500-16,-1 2 222 0</inkml:trace>
  <inkml:trace contextRef="#ctx0" brushRef="#br0" timeOffset="163761.37">3770 12674 237 0,'0'0'316'0,"0"0"1"16,0 0-8-16,-8 5 0 0,8-5-4 0,0 0-8 0,0 0-14 16,0 0-17-16,0 0-12 0,0 0-13 0,0 0-23 15,0 0-23-15,0 0-9 0,0 0-21 16,0 0-18-16,0 0-17 0,0 0-14 0,0 0-12 0,0 0-10 16,36-5-17-16,-24 6-21 0,-1-1-21 0,4 3-35 15,5-3-36-15,-3 1-31 0,4 2-33 0,1 2-26 16,-3-3-29-16,5 2-37 0,-6 2-39 0,-3-4-47 15,6-1-32-15,-6 3-217 0,-3-2-572 0,-2 3 254 16</inkml:trace>
  <inkml:trace contextRef="#ctx0" brushRef="#br0" timeOffset="164637.84">3950 12799 22 0,'0'0'176'0,"0"0"-4"0,0 0-4 15,0 0 0-15,0 0-8 0,0 0-2 0,0 0 1 16,0 0-5-16,0 0-6 0,0 0-14 0,0 0-8 16,0 0-12-16,28 3-13 0,-16-1-9 0,-12-2-10 15,25-2-9-15,-12-1-4 0,4 2-8 0,1 0-8 16,5-1-5-16,-6-3-7 0,4 2-1 0,-1-2-7 15,3 0-3-15,-8 0-5 0,7 0 0 0,-3 0-4 16,-2-4-1-16,-2 0-4 0,1 1-1 0,-4 4 1 16,-4-4-5-16,1 0-2 0,-4 1-2 0,3 0 3 0,-5 2-2 15,0-3 1-15,-1 1 1 0,-2 0 0 16,0-1 0-16,-5 4 6 0,5 4 15 0,-8-11 12 16,5 6 11-16,-2 1-4 0,5 4 12 0,-12-5 7 0,12 5 2 15,-13 0-5-15,13 0-7 0,-14 0-8 0,14 0-5 16,-13 2-5-16,5 3-5 0,3-2-4 0,-5 3-4 15,3 0-1-15,-2 0-8 0,2 2 2 0,-1-1-4 16,3 1 1-16,-2 2 4 0,4-1-11 0,-1 0 7 16,4 2-12-16,0-3 1 0,0 1-4 0,0 2 0 15,7 0 2-15,1-6 1 0,6 5-4 0,5-2 2 16,5-1-3-16,0-5-3 0,10 3-7 0,4 0-4 16,6-10-11-16,1 5-4 0,0-6-8 0,-9 5-7 15,7-9-7-15,-11 3-3 0,-1-2 0 0,0 5 3 16,-11-3 3-16,0-1 3 0,3-3 7 0,-4 3 6 15,-3-1 2-15,-8-2 6 0,6 4 5 0,-13-2 6 16,8-1 9-16,-4 1 8 0,-4 1 6 0,-1 3 5 16,-6-5 2-16,-3 6 3 0,3 0 5 0,-4-3 1 0,-4 5 0 15,8 2 3-15,-9-2 1 0,-5 2 0 16,5 2-6-16,-1 0-1 0,-3 3 5 0,1 2-6 16,2 1-1-16,1-1-9 0,-2 1 4 0,1 3-1 15,4 0-2-15,1 0 2 0,-3-2-4 0,6 3-2 0,5 0-3 16,-4-1-4-16,5-1 4 0,-3-4-3 0,5 3 4 15,5 1-10-15,-3 0 6 0,1-8-5 16,4 8 0-16,3-9 0 0,2 3 1 0,4-2-2 0,1-1 2 16,-1-4 1-16,6 2 0 0,-4-8-4 0,2 2 3 15,0 0-1-15,-4-3 0 0,-1-2 1 0,0 4 2 16,0-8-4-16,-2 4 0 0,-6-3 4 0,3 3 0 16,3 0 2-16,-6 1 10 0,-6 3 8 0,6-1 21 15,-6 3 4-15,4-2 14 0,-3 2 9 0,-2 6 3 16,3-9-12-16,-1 5-8 0,-2-3-3 0,0 7-10 15,3-5-11-15,-3 5-9 0,0 0 1 0,0 0-2 16,0 0 0-16,0 0-4 0,0 0-8 0,-3 20 2 16,3-12 0-16,0 3 2 0,0-3-3 0,0 3 2 15,8-2-2-15,-6 3 0 0,3-3-3 0,3 3-2 16,-3-4 3-16,3 0-6 0,1 4-1 0,-1-4-3 16,0-2-5-16,7-1-22 0,-2-2-13 0,2-2-23 15,-1-1-18-15,2 0-31 0,-3-1-23 0,-3-2-38 0,4-1-47 16,0-4-38-16,0-3-40 0,-4 0-185 0,1-2-526 15,-1-2 233-15</inkml:trace>
  <inkml:trace contextRef="#ctx0" brushRef="#br0" timeOffset="164903.44">5082 12226 21 0,'-3'-7'271'0,"0"1"9"0,3 0-7 0,-2 0-8 16,2 6-13-16,0-9-25 0,0 9-21 0,-2-6-22 15,2 6-14-15,0-7-22 0,0 7-19 0,0 0-11 16,0 0-13-16,0 0-11 0,0 0-7 0,0 20-12 16,2-9-10-16,0 5-3 0,1-1-7 0,0 7-6 15,2 2-1-15,-5-2-5 0,2 5 5 0,3 3-15 16,3 0-7-16,-3-1 4 0,-3-4-6 0,6 5 0 16,-1-5-5-16,-7 5-5 0,10-6-9 0,-5 2-10 15,1 1-9-15,-4-7-11 0,5-1-17 0,-7-4-17 16,5 0-25-16,-2 1-30 0,2-4-25 0,-4 0-35 0,3-4-3 15,-4-1-30-15,1-2-10 0,1-2-149 16,-2-3-396-16,7 8 176 0</inkml:trace>
  <inkml:trace contextRef="#ctx0" brushRef="#br0" timeOffset="165325.26">5117 12659 178 0,'-6'-5'183'0,"2"2"-1"0,-1-1 18 0,5 4-3 15,-8-7 0-15,8 7-9 0,-7-2-11 0,7 2-11 16,0 0-10-16,0 0-14 0,0 0-14 0,-5-5-18 15,5 5-6-15,0 0-13 0,0 0-7 0,0 0-5 16,27 7-15-16,-19-4-4 0,-1-1-4 0,8 4-8 16,0-3-5-16,-7 3-4 0,3 0-6 0,4 0-4 15,0 1-4-15,0-4-7 0,-3 6-6 0,-2-1-4 16,1-2-5-16,1-3-2 0,-7 3-1 0,5 0-3 16,-4 0 1-16,3 1-1 0,-3-4-3 0,3 2 1 15,-3-3-1-15,-4 3 3 0,8 0 0 0,-4-3 3 16,1-1-1-16,1 3-2 0,-8-4 3 0,13-5-2 0,-6 3 1 15,-7 2 3-15,15-8 3 0,-7 4 4 0,-1-2 5 16,3 0 10-16,-5-2 5 0,3 3 11 16,0-3 11-16,-4-1 13 0,6 1 3 0,-5-1 9 15,4 5 9-15,-7-4 6 0,1 1 1 0,-1-1-1 0,5 4 5 16,-1-2-7-16,-6 0-7 0,0 6-7 0,0-6-13 16,0 6-10-16,0 0-4 0,0 0-9 15,2-6-20-15,-2 6-13 0,0 0 0 0,0 0-4 0,0 0-14 16,0 0-12-16,-2 21-6 0,4-14-20 0,-2 3-11 15,-2-1-13-15,4-2-16 0,5 3-6 0,-7 0-4 16,1-2-21-16,4 3-32 0,-3-3-20 0,5 0-8 16,-1-1-11-16,-4-2-22 0,3 2-13 0,1-2-13 15,-6-5-134-15,15 3-405 0,-15-3 180 0</inkml:trace>
  <inkml:trace contextRef="#ctx0" brushRef="#br0" timeOffset="165731.47">5572 12744 775 0,'5'-8'-52'0,"4"4"27"0,-6-2 36 0,4-3 10 15,-1 1 31-15,-3 1 21 0,1-1 12 0,4 1 14 16,-5 1 2-16,1-1 6 0,2 3-2 0,-4-3 3 15,3 3-1-15,-5 4-4 0,3-8-5 0,-3 8-10 0,8-4-10 16,-8 4-11-16,5-4-9 0,-5 4-2 16,0 0-7-16,20 4-3 0,-20-4-4 0,12 7-4 15,-7-2-4-15,3 1-5 0,-3 1-2 0,5-1-2 0,-3 2-4 16,-1-1-1-16,3 2-3 0,-8-2 0 0,11 4-4 16,-9-3-2-16,4 0-4 0,-1 0-8 0,-4 1-1 15,5 0-9-15,-6-4 3 0,4 0-3 0,-5 3-4 16,0-1 4-16,0 1-2 0,0-8 1 0,0 4 4 15,0-4 3-15,0 10 1 0,0-10-5 0,0 0 3 16,0 0 8-16,0 0-3 0,0 0 2 0,0 0 2 16,15-19 3-16,-13 11 0 0,3-3 6 0,5 2 1 15,1-5 0-15,-2 1 3 0,4-2 4 0,-3 1 5 16,-2-1 7-16,5 2 10 0,-6 0 11 0,6-1 8 16,-3 1 12-16,-5 0 13 0,5 4 15 0,-3 2 12 15,-4-1-3-15,2 0 5 0,-4 0-4 0,3 7-7 16,-1-6-10-16,-3 7-3 0,2-7-16 0,-2 7-15 15,0 0-6-15,0 0-6 0,0 0-4 0,0 0-4 16,0 0-4-16,0 0-6 0,-18 15-7 0,16-6 2 16,-3 1-4-16,2-1-5 0,-4 2-7 0,7 1-5 15,0-1-8-15,0 5-10 0,0-4-5 0,8 0 1 0,1 3-11 16,0-1-18-16,5-1-29 0,-1-1-41 0,7 0-39 16,0-3-62-16,9-3-68 0,5 1-247 15,4-2-578-15,-7-3 255 0</inkml:trace>
  <inkml:trace contextRef="#ctx0" brushRef="#br0" timeOffset="166231.41">6910 12295 87 0,'0'0'256'0,"0"-7"-7"0,-4 2-18 0,4 5-15 15,0-7-20-15,0 7-14 0,-8-8-16 0,8 8-16 16,-8-4-17-16,8 4-16 0,-15 0-8 0,15 0-6 0,-20 1-11 16,5 4-10-16,-5 4-5 0,5-1-2 0,-1 0-11 15,-2 3-3-15,-1-2-7 0,1 2-5 16,2 2-5-16,2-1-5 0,1-2-1 0,0 2-8 0,1 0 1 15,7 1-6-15,0-4 5 0,2 3-4 0,2-1 2 16,5 0 6-16,1 2-9 0,2-1-2 0,6-1 0 16,4 0-4-16,-1-3-7 0,3 0 2 0,0-2-3 15,0-1 0-15,-1 2-4 0,-3-2 1 0,1-2-1 16,-2-2 1-16,-6 0-4 0,5 4 7 0,-8 0-5 16,5-1 0-16,-10-4-1 0,5 1-2 0,-5-1 0 15,0 0 0-15,0 0 0 0,0 0 8 0,0 0 11 16,-15 10 0-16,10-10-3 0,-5 2 4 0,2 5-7 15,-2 0 3-15,2-3 3 0,-1 3-8 0,3-6-2 16,-2 7-3-16,3-3 2 0,3 1-5 0,-6 2 5 16,6 0 2-16,2-3 3 0,0 3 13 0,2-2-8 15,3 2-3-15,0-1 0 0,8 2 2 0,2-5 8 16,6 3-17-16,-4-6-7 0,11 2-15 0,5-3-13 0,-10 0-21 16,7-3-33-16,0 2-38 0,0-6-45 0,-1 5-52 15,3-9-43-15,-4 4-208 0,2-4-500 16,0-1 221-16</inkml:trace>
  <inkml:trace contextRef="#ctx0" brushRef="#br0" timeOffset="166450.15">7405 12465 166 0,'0'0'190'16,"0"0"4"-16,0 0-5 0,-15-3-13 0,15 3-10 16,0 0-3-16,-18 11-12 0,11-4-2 0,-1-3-11 15,-1 1-9-15,1 2-6 0,1 1-12 0,-6 7-11 16,2-6-11-16,1 5-3 0,0 1-13 0,-2-2-2 15,-1 2-7-15,1-2-8 0,2 2-4 0,-3-1-6 16,-2-1-6-16,9 1-12 0,-8-2-15 0,6 0-21 16,-5-1-21-16,5-1-29 0,4-3-28 0,-1-4-26 15,-3 2-21-15,6-2-29 0,2-3-23 0,0 0-9 16,0 0-106-16,0 0-324 0,0 0 144 0</inkml:trace>
  <inkml:trace contextRef="#ctx0" brushRef="#br0" timeOffset="166622.01">7133 12665 674 0,'0'-11'-18'0,"0"4"32"0,2-2 37 0,-2-2 30 16,0 2 26-16,-2 2 26 0,2-1 13 0,0-1 12 15,-1 0-1-15,-3 6 0 0,4 3 0 0,-1-12-7 0,-1 8-14 16,2 4-19-16,0 0-7 0,0 0-11 0,0 0-10 16,0 0-8-16,0 0 3 0,0 0-14 15,0 0-4-15,10 19-10 0,-2-6-3 0,-1-5 1 0,8 6-10 16,-2-1-7-16,2 1 1 0,-5-1-11 0,10-1-16 16,-1-2-11-16,-2 2-17 0,4 2-34 0,1-2-42 15,-4-3-50-15,2 2-39 0,-2-6-61 0,-1 5-159 16,4-9-435-16,-11 5 192 0</inkml:trace>
  <inkml:trace contextRef="#ctx0" brushRef="#br0" timeOffset="167137.57">5187 12426 22 0,'-19'0'280'0,"5"-1"1"0,-8 1 6 0,7 2 3 16,-5-2 4-16,5 5-3 0,5-5-9 0,-3-2-10 15,13 2-13-15,-16 2-11 0,16-2-26 16,-14 0-15-16,14 0-10 0,0 0-6 0,-9 0-25 0,9 0-13 16,0 0-4-16,0 0-22 0,16 9-10 0,6-4-21 15,7-1-23-15,1-1-25 0,20 1-56 0,-4 1-52 16,7-2-50-16,-3-2-52 0,-1 2-80 0,4 1-91 15,-1-3-274-15,-9 1-656 0,1-2 290 0</inkml:trace>
  <inkml:trace contextRef="#ctx0" brushRef="#br0" timeOffset="167856.25">7562 12187 321 0,'0'-8'359'0,"0"0"-12"0,0 0-9 0,-2 1 10 0,-4-2-9 16,6 3-26-16,0 6-27 0,-2-8-39 0,2 8-23 15,0 0-24-15,0 0-20 0,0 0-23 0,0 0-18 16,0 0-1-16,0 0-32 0,2 32-7 0,-2-15-1 15,6 2-12-15,-6 8-9 0,2 0-10 0,-2 1-6 16,0 4-5-16,0-3-3 0,0 0-7 0,0 1-8 16,0 1-1-16,0-3-8 0,0 3-20 0,0-4-21 0,3-1-29 15,-3-10-20-15,2 6-23 0,-2-2-23 16,1-3-28-16,6 1-31 0,-5-2-30 0,3-5-36 16,-4-2-56-16,8-2-57 0,-3 0-178 0,3-2-564 0,0 0 250 15</inkml:trace>
  <inkml:trace contextRef="#ctx0" brushRef="#br0" timeOffset="168481.19">7726 12515 96 0,'0'0'239'16,"0"-7"-5"-16,0 7-13 0,0 0-14 0,0-7-16 16,0 7-17-16,0 0-13 0,0 0-18 0,0 0-7 15,0 0-2-15,0 0-7 0,18 14-13 0,-8-7-10 16,-4-2-8-16,6 0-7 0,3 6-10 0,0 3-9 15,-4-4 1-15,8 2-15 0,-3-2-5 0,-1 2-6 16,0-2-1-16,-7 0-6 0,5 1-4 0,-6-5-3 0,1 3-3 16,-1-2-4-16,3 2-5 0,-5-5-3 15,-5 3-2-15,0-3 2 0,0-4-4 0,0 8-2 16,0-8 0-16,-7 3 2 0,7-3 1 0,-20 0 4 0,20 0-3 16,-18-3 11-16,12-4 11 0,-8 3 9 0,14 4 3 15,-8-5 1-15,0 0-7 0,6-1 0 0,-1-2-5 16,3-3-7-16,3 4-7 0,0-1-5 0,12-1-8 15,0-1-9-15,5 1-10 0,10-3-5 0,0 6-10 16,-1 0-2-16,16-8-6 0,-10 12 1 0,-2-5 0 16,0 3 7-16,-1-5-1 0,-3 2 3 0,0 5 4 15,-6 1-2-15,-8-3 5 0,-1 3 0 0,0 1 2 16,-6-2-1-16,-8 2 5 0,15-1 4 0,-15 1-1 16,5-4 1-16,1-1 1 0,-6 5 2 0,0 0-1 15,0 0-2-15,0 0 4 0,-33 10-3 0,23-8 5 16,-4 3-3-16,0-1-1 0,1 7-1 0,-3-4 0 15,4 1 2-15,-5 2 0 0,2 2-1 0,1 0 1 0,0 1-2 16,6 1 0-16,0-5 1 0,1 2 1 0,-1-2 7 16,8 3-6-16,0-1 7 0,3-3 1 15,1 1-2-15,-1-2 4 0,3 0 1 0,6-3-4 0,-5-1 2 16,4-2 1-16,-11-1-1 0,25-3-3 0,-7 2 0 16,-4-3 0-16,-6 0 5 0,7-4 9 0,0 0 7 15,-2 1 13-15,-7 0 9 0,4-5 21 0,0 5 6 16,0-1 21-16,-5 0 8 0,-3 0 18 0,6 0 16 15,-6 3 8-15,1-3 1 0,-1 2-1 0,4 0-8 16,-6 6-11-16,4-9-16 0,-4 4-11 0,3 2-14 16,-3 3-14-16,0 0-13 0,0 0-27 0,0 0-22 15,0 0-14-15,10-1-5 0,-10 1-4 0,0 0-23 16,7 12-18-16,-6-4-19 0,6-3-22 0,-1 3-21 0,-1-2-20 16,5 3-24-16,-1-2-36 0,4 4-40 15,0-5-40-15,5 0-35 0,4-2-32 0,-6 4-180 16,6-5-566-16,6-2 251 0</inkml:trace>
  <inkml:trace contextRef="#ctx0" brushRef="#br0" timeOffset="168762.41">8845 12457 225 0,'-2'-8'267'0,"-6"0"-7"0,1 1-10 0,-1 0-7 0,1 0-8 15,-3 1-9-15,-3 4-9 0,1-2-10 0,1 3-16 16,-4 1-12-16,2 1-23 0,-4 5-11 0,2 0-21 15,-1 0-6-15,1 0-13 0,2 4-10 0,1 2-6 16,-3 0-12-16,7-5-12 0,-1 6-2 0,1-3-5 16,-2 7-1-16,7-7-10 0,1 4-2 0,-1 4-1 15,6-3 2-15,-1 0-7 0,8-2-4 0,3 1 12 0,2-1-21 16,8 1-8-16,-1-6-14 0,8 4-16 0,1-5-10 16,0-1-20-16,6-3-19 0,-4-3-23 15,0-1-26-15,0-3-32 0,-3-3-19 0,6-2-25 0,-6-2-25 16,3-5-27-16,-3 0-5 0,-5-4 1 0,3-1-134 15,-6-2-405-15,-1-2 180 0</inkml:trace>
  <inkml:trace contextRef="#ctx0" brushRef="#br0" timeOffset="169168.61">9209 12124 132 0,'-4'-28'185'0,"-4"2"5"0,0 3 6 16,0 1 5-16,-1 10 7 0,3-5 1 0,-4 6-12 16,5-1-17-16,3 5-17 0,-4-1-14 0,4 2-11 15,-1 1-27-15,3 5-9 0,0 0-5 0,0 0-13 16,-15 11-2-16,15-2-9 0,-2 9-6 0,0-6-2 0,2 14-8 15,2 2-8-15,-2-2-7 0,0 8-1 16,2 3-4-16,1-3-4 0,5 6-3 0,-4 1 0 16,-1 3-5-16,0-5-3 0,5 3 1 0,-4-10-4 0,-1-2-3 15,5 0-9-15,-3-5-7 0,2 1-7 0,-5 0-11 16,6-7-11-16,-8-4-14 0,3-2-15 16,0-1-11-16,-1-3 7 0,-2-1 4 0,3-3 0 0,1-3-7 15,-4-2-3-15,0 0 1 0,0 0 9 0,0 0 6 16,0 0 6-16,0-20-3 0,-4 9 14 0,-1-4 4 15,-1-2 6-15,6-1 8 0,0 5 16 0,-7-6 16 16,6 2 16-16,-6 3 16 0,5-2 7 0,2 2 8 16,-5-3 19-16,4 7 10 0,-1 1 16 0,-3 2 9 15,5-1 6-15,0 1-6 0,0 7-4 0,0-10-15 16,5 5-10-16,-5 5-10 0,7-5-4 0,-7 5-11 16,15 0-6-16,-15 0-3 0,18 10-7 0,-2-5-7 0,1 4 0 15,-1-1-5-15,1 4-7 0,4-2-11 0,-7 1-20 16,9 1-4-16,-8-1-14 0,0 1-15 15,0 3-18-15,-1-3-20 0,0 0-17 0,-1 4-29 16,-3-2-20-16,5-4-40 0,-2 0-49 0,-5 2-35 0,1-3-198 16,-3-1-500-16,-1-1 221 0</inkml:trace>
  <inkml:trace contextRef="#ctx0" brushRef="#br0" timeOffset="169652.94">9667 12585 138 0,'0'0'239'0,"-1"-6"-6"0,1 6-12 0,-9-5-16 16,9 5-22-16,0 0-22 0,-3-8-14 0,3 8-17 0,0 0-11 15,0 0-13-15,0 0-6 0,0 0-9 16,0 0-10-16,3 19-7 0,-3-10-7 0,9 0-5 16,-8-1-9-16,-1-1-7 0,4 2-2 0,-1-4-7 0,5 1-3 15,-3-1-4-15,2-1-5 0,-4 1-8 0,-3-5-4 16,10 3-9-16,-10-3-6 0,10 0 3 0,-10 0-1 15,0 0-1-15,13-10 3 0,-10 5-1 0,-3-2 2 16,5-1-1-16,-5 1 2 0,9-2 3 0,-6-2 4 16,0 2 6-16,-3-3 6 0,9 2 4 0,-8 0 5 15,4 0 8-15,-3-2 3 0,4 5-5 0,-2 1 8 16,-1-3-13-16,4 4-2 0,-4 1-6 0,-3 4 1 16,7-4-3-16,-7 4-4 0,11 0-5 0,-11 0 1 15,12 5-2-15,-6 3-2 0,-1-2-4 0,4-2 1 16,-4 4-3-16,-2 4 5 0,9 2-5 0,-3-4 0 15,0 5-1-15,2-4 0 0,-4-1 0 0,5-4-1 0,-8 3 0 16,6-3 2-16,4-2 1 0,-8 4-5 16,4-5 9-16,-3 3 9 0,6-6 11 0,-13 0 12 15,15 2 15-15,-15-2 4 0,8-8 8 0,-1 5 7 0,-2-5 6 16,-5 8 6-16,8-8-5 0,-6 0-9 0,3 2-5 16,-4-2-4-16,6 1-10 0,-5 1-3 0,-2 3 9 15,5-2-30-15,-4 1 5 0,-1 4-15 0,0 0-23 16,9-11-25-16,-9 11-35 0,5-4-32 0,-5 4-26 15,0 0-39-15,0 0-58 0,0 0-39 0,16 8-56 16,-16-8-199-16,15 4-555 0,-8-1 246 0</inkml:trace>
  <inkml:trace contextRef="#ctx0" brushRef="#br0" timeOffset="169824.79">9856 12132 84 0,'-8'-3'140'0,"1"-5"-18"0,-3 4-23 15,-2 0-35-15,4 0-39 0,-3 1-47 0,-6 2-64 0,1 0-92 16,-4 2 41-16</inkml:trace>
  <inkml:trace contextRef="#ctx0" brushRef="#br0" timeOffset="170262.24">7694 12261 88 0,'0'0'338'0,"-16"0"-16"0,16 0-16 0,0 0-16 16,-14-1-17-16,14 1-10 0,0 0 0 0,0 0-8 0,0 0-24 16,0 0-20-16,0 0-24 0,0 0-13 15,50-4-23-15,-25 8-11 0,3-3-29 0,7-1-44 16,-4-1-41-16,6 2-46 0,-3 1-61 0,-2-2-65 0,-2-3-91 15,3-1-299-15,-2 3-579 0,-11-5 256 0</inkml:trace>
  <inkml:trace contextRef="#ctx0" brushRef="#br0" timeOffset="174412.34">10667 12701 19 0,'0'0'324'16,"0"0"-9"-16,0 0 4 0,0 0 2 0,0 0-16 16,-5-7-17-16,5 7-22 0,0 0-16 0,0 0-28 15,0 0-24-15,0 0-18 0,0 0-19 0,0 0-21 16,0 0-5-16,0 0-22 0,0 0-18 0,0 0-12 0,0 0-15 16,0 0-9-16,0 0-9 0,0 0-16 0,13-1-12 15,-13 1-3-15,0 0-15 0,0 0-16 16,0 0-18-16,8-4-24 0,-8 4-40 0,4-8-28 0,-1 2-34 15,-3 1-35-15,2-2-36 0,3-5-34 0,-4-1-214 16,-1-4-512-16,4 2 227 0</inkml:trace>
  <inkml:trace contextRef="#ctx0" brushRef="#br0" timeOffset="174646.69">10632 12366 39 0,'0'0'188'0,"-6"-6"-4"0,6 6-8 15,0 0-3-15,0 0-4 0,-7-2-2 0,7 2-8 16,0 0-6-16,0 0 4 0,0 0-12 0,0 0-8 16,0 0-13-16,0 0-10 0,0 0-14 0,0 0-7 15,0 0-9-15,26-5-10 0,-26 5-10 0,15-2-5 16,-8 0-6-16,-7 2-5 0,15 0 0 0,-10-3-7 0,-5 3-7 16,0 0-3-16,15 0-2 0,-15 0-4 15,0 0-3-15,0 0-9 0,0 0-3 0,0 0-5 16,0 0-8-16,0 0-8 0,0 0-12 0,-27-4-20 0,27 4-29 15,-15-3-48-15,15 3-60 0,-15-2-231 0,15 2-446 16,0 0 197-16</inkml:trace>
  <inkml:trace contextRef="#ctx0" brushRef="#br0" timeOffset="175146.64">11734 12361 89 0,'2'-7'265'0,"3"2"-21"0,-5-2-24 0,0-1-19 0,-5 0-16 15,3 0-10-15,-4 2-12 0,-1 3-14 16,-8 0-12-16,2 0-1 0,-2 0-8 0,-1 3-7 0,-6 0-6 15,-8 6-5-15,-1-3-8 0,-2 3 11 0,1 1-13 16,1-2 7-16,-4 4-21 0,5 1-4 0,1-2-4 16,-3 2-2-16,4 2-3 0,0-4-7 0,6 0-9 15,6-1-3-15,-1-1-7 0,7 0-4 0,2-2-4 16,1 4 1-16,-1-4 1 0,8 7 2 0,0-3-4 16,8-1-1-16,7 1-8 0,5-1 2 0,8 5-8 15,5 1-6-15,10-3 2 0,7 2-4 0,3 0-9 16,0-8-6-16,-2 7-5 0,-1-3-6 0,3-1-8 15,-10-5-3-15,5 9-6 0,-17-7 0 0,7-4 7 16,-9 0 1-16,0 2-2 0,-9-2 1 0,-2 0 3 16,-4 0 2-16,-1-2 5 0,-1 1 3 0,-7-5 3 15,3-2 2-15,-3 1 3 0,-4 2 5 0,-1-10 5 0,0 3 4 16,-8-4 2-16,-3 1 6 0,-4-8 0 0,-2 3 4 16,-3-1-9-16,-5 3 2 0,2-1 2 15,-10-8-4-15,3 15-5 0,4-3-2 0,-6-1-11 0,8 5-25 16,-5-4-20-16,1 10-36 0,0-6-32 0,8 10-36 15,-1-4-49-15,3 3-73 0,1 4-232 0,0 4-542 16,4 1 239-16</inkml:trace>
  <inkml:trace contextRef="#ctx0" brushRef="#br0" timeOffset="175427.86">11571 12050 247 0,'0'-3'293'0,"0"3"-30"0,0 0-26 0,-4-7-26 15,4 7-12-15,0 0-5 0,0 0-6 0,-1 23-8 0,1-9-8 16,1 5-12-16,-1-2-13 0,7 10-16 0,-2 1-6 16,-2 11-14-16,5 3-7 0,1-3-6 0,1 3-15 15,-2 0-5-15,2-2-8 0,3 2-8 0,-3-1-13 16,2-4 2-16,-4-2-2 0,2 2-6 0,1-5-2 15,-6-2-5-15,7-3-20 0,-7 0-31 0,5-3-32 16,-5-1-34-16,3-4-43 0,-3-7-53 0,2 6-64 16,-4-9-252-16,4 0-532 0,-2 0 235 0</inkml:trace>
  <inkml:trace contextRef="#ctx0" brushRef="#br0" timeOffset="175880.93">12378 12163 297 0,'0'0'279'0,"-8"-3"-21"0,8 3-2 0,-13 0-20 0,13 0-21 15,-18 7-19-15,4-3-3 0,1 0-9 16,-2 13-15-16,0-10-9 0,-3 7-7 0,-2-1-13 16,5 7-10-16,-1-1-6 0,4 6-3 0,2 2-20 0,-3-2-8 15,5-1-7-15,1 2-3 0,7-3-8 0,5 3-6 16,-3-6-6-16,3 0-5 0,1 0-5 0,4-1-1 16,5 4-1-16,2-4-8 0,3 3-6 0,1-5-17 15,1-2-20-15,-4-4-27 0,2-2-36 0,3-2-52 16,-7-2-63-16,19 1-81 0,-7-5-301 0,-6 3-604 15,1-8 267-15</inkml:trace>
  <inkml:trace contextRef="#ctx0" brushRef="#br0" timeOffset="176146.53">12810 12282 295 0,'0'0'304'16,"0"0"-23"-16,0-7-17 0,0 7-17 0,0-11-22 16,0 11-27-16,0 0-22 0,0 0-18 0,0 0-14 0,0 0-15 15,0 0-13-15,-18 18-13 0,8-10-10 0,0 2-5 16,4 2-11-16,-8 3-4 0,1 0-8 0,2 0-7 16,2-1 3-16,-6 0-16 0,2 9-2 0,0-6-6 15,6-1-7-15,-4 2-19 0,1-4-16 0,2 1-24 16,-4 1-27-16,5 2-34 0,-4-8-39 0,6 4-43 15,3-8-39-15,-1-1-38 0,-4 4-148 0,7-5-430 16,0-4 191-16</inkml:trace>
  <inkml:trace contextRef="#ctx0" brushRef="#br0" timeOffset="176365.26">12560 12288 143 0,'0'0'259'0,"-1"-6"-26"15,1 6-24-15,0 0-22 0,0 0-15 16,0 0 4-16,0 0-12 0,0 0-10 0,0 0-6 16,0 24-8-16,3-15-17 0,0 2-5 0,7 5-12 0,2-4-9 15,3 10-10-15,1-6-10 0,1 0-9 0,4 3-8 16,1-4-10-16,4 2-28 0,-7-8-36 0,2 4-50 16,1 1-58-16,1-9-58 0,-5-1-223 0,-1 2-435 15,6-6 193-15</inkml:trace>
  <inkml:trace contextRef="#ctx0" brushRef="#br0" timeOffset="176632.36">12944 12117 267 0,'0'0'332'0,"-1"-6"-16"0,1 6-16 0,0 0-6 31,0 0-22-31,0 0-34 0,0 0-1 0,0 0-1 16,0 0-18-16,21 20-11 0,-12-13-19 0,2 6 3 16,4 1 4-16,3 4-15 0,5 5-17 0,1-3-6 15,2 3-25-15,-6-2-13 0,11 15-14 0,-3-15-9 16,-11 3-7-16,10-2-10 0,-9 4-11 0,2-2-3 16,-4 0-9-16,-3 2-5 0,-4-4-3 0,1 3-6 15,-7-3-27-15,-3-5-33 0,0 6-31 0,-7 1-39 16,-4-2-33-16,-6 2-35 0,-1 2-55 0,-15 1-70 15,6-8-85-15,-12 9-245 0,14-10-663 0,-15 4 294 0</inkml:trace>
  <inkml:trace contextRef="#ctx0" brushRef="#br0" timeOffset="182616.1">19054 12496 122 0,'0'0'173'0,"0"0"-7"0,3-7 0 16,-3 7-11-16,-5-9-9 0,0 5-5 0,5 4-2 15,-8-8-12-15,1 1 3 0,-1 0-7 0,6 2-2 16,-3-2-5-16,-5 3-10 0,5-4-9 0,-5 3-10 16,2 0-4-16,-4-1-5 0,1-3-7 0,-7 2-8 15,1-3-3-15,-3 3-6 0,0-2-8 0,-1 1-3 16,-6-2-6-16,-1 2-4 0,-3-1-2 0,-4 2-4 15,5-5 0-15,-6 6-4 0,-1 0-3 0,-2-8-3 0,-4 9-7 16,10-3-3-16,-7-3 3 0,5 6-2 0,0-3 2 16,-6 5 5-16,6-6 1 0,-10 0 0 15,12 8 0-15,0-6 1 0,0 7-2 0,-2-5-1 0,4-2 1 16,-2 2-2-16,1-2-1 0,3 6 2 0,-6-2-3 16,-3 0-1-16,8 2 3 0,2-1 0 0,-9 0-2 15,4 4 0-15,0-4-4 0,2 2 0 0,-2 0 2 16,0 4-2-16,-2-4 0 0,-2 1 1 0,-7 3 4 15,11-1-2-15,-4 1-3 0,-6 0 0 0,-1 3 2 16,12 2 0-16,-1-7-2 0,-12 10 0 0,2 1 1 16,7-6-1-16,-9 3 1 0,0 7 0 0,1-5-1 15,-3-2-5-15,3-1 3 0,-4 3 2 0,10 0-4 16,-7-1 1-16,10-3 1 0,-11 7-2 0,6-4 0 0,-5 1-2 16,12-4 4-16,-1 0-2 0,-11 7 3 15,0-4-1-15,14 1 1 0,-17 0-4 0,1-3 5 16,13 1-2-16,-6 2-2 0,4 0 2 0,-6 2 1 0,11-5 1 15,-6 3 0-15,-4 2-1 0,9-1 2 0,1-1-2 16,-4 0 2-16,-3 5-5 0,7-4 2 0,-1-1-6 16,1 3-1-16,1 0 2 0,0 0-2 0,0 3-1 15,1-1 2-15,-3 0 3 0,6 3-2 0,-2-2-1 16,-1 3-1-16,3 0 1 0,-2-1 2 0,3-1-2 16,3 2 1-16,-6 0-1 0,8 3-2 0,-4-3 2 15,4 1 1-15,0 0 0 0,3 0 0 0,-4 0-4 16,3-5 4-16,6 4 3 0,-6 3-2 0,5-3 2 0,-2 0 2 15,0 2 0-15,5-6-5 0,0 1 5 16,-3 6 1-16,3-2 1 0,3-3-3 0,-3 5 2 16,5 3-1-16,2-7-3 0,-5 7 4 0,4-2-4 0,-1-8 1 15,2 11 5-15,0 2-5 0,-1-2-1 0,4-1-1 16,-6 3 2-16,6-1-2 0,0 1 0 0,-3 1 2 16,3-4-3-16,0-1 3 0,-2 2-1 0,-1 3-3 15,3-3-1-15,0 2 5 0,0 3 1 0,3-3 29 16,-1 0 12-16,1 1-3 0,-3 1-5 0,5-2-4 15,-4 3-2-15,-2 0-6 0,2-3-1 0,3 1-4 16,-1-2 0-16,4 4-1 0,-2-3-2 0,-2-2-1 16,4 4-6-16,-1 1 1 0,1-3 15 0,1 0-17 15,-3-1 3-15,7-1-6 0,-4 0 0 0,0-1-1 16,5 0 1-16,1 0 1 0,1 2-2 0,-2-2 2 16,0 3-3-16,10 4-2 0,-5 5-1 0,2-4-2 15,-5-8-4-15,10 7 7 0,-3 1 5 0,-3-7-5 0,5 10 2 16,-1-7-1-16,5 4-2 0,-5 0 2 0,5-4-3 15,-6 5 3-15,6-4-3 0,2-3-1 16,-1 5 2-16,-4-2 6 0,3 2-9 0,7-3 1 0,-5-3-2 16,1 4 3-16,3 1-1 0,4 2 1 0,-5-4 2 15,0-3 7-15,7 6 14 0,1-7 13 0,-1 0-7 16,3 3 3-16,-7-2-3 0,10-1-7 0,-4 0 0 16,-1 4-6-16,2-5 12 0,0 1-18 0,0 0 5 15,7-2-5-15,-4-1-2 0,-1 2-3 0,0-3-3 16,3 5 5-16,-5-2 0 0,5 2-3 0,3-2 1 15,0 3 4-15,2-2-1 0,-3 0-2 0,0-1-1 16,3 1 2-16,-5 0-2 0,3-3-3 0,4 6 1 16,-1-2-3-16,-3 1-3 0,2-2 1 0,-3 2 6 15,28 3 0-15,-25-3-1 0,23 6-6 0,-21-7 12 16,4-2-7-16,-3-1-1 0,24 9-3 0,-7-3 2 16,3-4-1-16,0 5 0 0,0-2 2 0,4-3 1 0,-4 0-1 15,1 4-1-15,1-9-5 0,7 5 4 0,-8-2 1 16,3-2-1-16,1 1 1 0,-2-2 1 0,4 2 4 15,-5 0-2-15,3-2-8 0,2-2 2 0,-2 3 3 16,5-2 3-16,2-3-2 0,-4 0-1 0,9 0-2 16,-7 2 4-16,5-7-1 0,-2 2 0 0,4 0-14 15,-5 3 11-15,4-3-1 0,-4-3 6 0,0 3 0 16,1-1-2-16,-3 1 2 0,5-5-2 0,-1 2 3 16,2 2-2-16,-1-4-6 0,5-1 10 0,-9 2-10 15,7-4 6-15,-3-1-2 0,-3-2 0 0,1 3-1 16,-1-2 3-16,3 6 0 0,-7-8-7 0,7-4 4 15,-5 1-1-15,4-5 5 0,-8 4-6 0,8-3 5 16,-2 4 1-16,-2-8-1 0,8 4-9 0,-6 0 7 0,1 3 2 16,0-7-2-16,-1 2-2 0,3 0 12 15,-1-1-14-15,2 2 3 0,-2-4-4 0,-3 1 9 16,-2-5-2-16,-1 4-1 0,2-3 0 0,-3-3-1 0,1 6-3 16,2-7 6-16,-4 5-2 0,-1-5 3 0,-2 2-1 15,1-6-6-15,-19 8 3 0,20-7-1 0,-17 4 4 16,16-5-6-16,-19 4 2 0,19-5 1 0,-19 6-2 15,20-7 4-15,-2 2 1 0,1-6-2 0,-19 10-5 16,20-7-9-16,-5 1 12 0,4-5 5 0,-1 3-4 16,-21 6 4-16,2-3-4 0,13-7 3 0,-14 5 2 15,17-10-7-15,-13 12 1 0,-8-9 7 0,23 0-11 16,-4-3 7-16,-21 7-4 0,5 2 3 0,-5-3 1 16,0 0 1-16,2-1 0 0,-3-3-4 0,-2 2 6 15,-2 0-1-15,2-2-7 0,-1-3 21 0,-2 3-19 16,-3 3-2-16,-2-2 0 0,3 0 0 0,-6-3 5 15,-1 3 17-15,5-1-17 0,-6 0 1 0,3 0 0 0,-6 3-3 16,3-1 5-16,-4 2-2 0,0-2 3 0,-3-1-5 16,-1 1-2-16,-2-3-2 0,4 5 6 15,-2 5-5-15,2-10 6 0,-3 2 1 0,-1-3-2 0,2 3-1 16,1-4 0-16,-5 2-5 0,2-1 5 0,-1 0 3 16,2-2-6-16,-6 3 1 0,-1-7 2 0,2 5 1 15,-1 3-6-15,-2-8 6 0,1 4 1 0,-12 8-2 16,5-12-1-16,-2 11-4 0,1-13 0 0,-4 12 5 15,0-3-4-15,0-7 5 0,-1 11-3 0,-3-4 1 16,3 2-3-16,-4-13 5 0,1 5 4 0,1 6-6 16,-3 4 5-16,2 1 8 0,-3-2-15 0,1-2-1 15,1 3 9-15,1-6-7 0,-5 6 0 0,3 0 1 16,-5-1-3-16,2-3 1 0,-1 4-4 0,-3-2 3 0,-1-1 4 16,2 2-2-16,1-4-3 0,-1 0-5 15,0 4 3-15,-4 1 6 0,6-2-2 0,-4 0 1 16,1 2 2-16,-4-1 2 0,5-5-4 0,-7-4 2 0,5 10 0 15,-5-4-1-15,5 3 0 0,-3 1 0 0,-1 2-2 16,-1-4 16-16,5 3-17 0,-3 0 2 0,-3-1-1 16,1 1-1-16,-2 3-1 0,4-2 4 0,-7-1 1 15,0 0 1-15,0 3-14 0,0 1 10 0,0-3-2 16,4 4 5-16,-4-4-3 0,-2 3 5 0,1 0-3 16,-6 0 0-16,4-1-3 0,0 1 1 0,-5 1 3 15,-1-1-1-15,5 2-3 0,-3-4 1 0,-1 5 0 16,3-1 1-16,-5 1 3 0,5 2 0 0,-3-1 1 15,-3 0-3-15,-1-2 0 0,4 0 1 0,-5 3-2 16,5 0 5-16,-4-2-2 0,2 2-8 0,-3-1 2 16,0-1 3-16,3 3 9 0,-3-2-11 0,0 1 8 15,-2 1-11-15,0-3 0 0,4 1 3 0,-1 2 16 0,-1-3-17 16,-8-4 1-16,6 8 12 0,0-3-13 0,-4-7 0 16,2 9-2-16,9-1 2 0,-5 1 3 15,-2 2-3-15,0-4 8 0,2 3-6 0,0-2 0 0,-2 1 14 16,2 1-14-16,-3 0 3 0,-4-9 1 0,3 10-9 15,-6-4 1-15,-3-2 1 0,9 3 5 0,-2 0-1 16,1-4-1-16,3 3-6 0,-2 6 5 0,-7-13-8 16,9 11 9-16,-10-5-4 0,4 1 3 0,-6 2 0 15,4-3 16-15,3-1-14 0,-6 1 2 0,3 0-3 16,3 2 19-16,2 2-19 0,3 1-4 0,-1 2 8 16,-12-8-3-16,15 9 0 0,-12-8 4 0,7 10-5 15,3-3 6-15,-1-1-9 0,-1 2 0 0,4-1 7 16,-7-1-6-16,7 6 1 0,-5-4 1 0,5 3 0 15,-7-4-4-15,5 4 14 0,-3-3-13 0,0-3 3 16,3 6-7-16,-3 0 8 0,-1-1-3 0,-11 2 7 16,13-7-5-16,-11 4 17 0,9 1-14 0,-3 3-5 0,2-1 2 15,4-1 0-15,-14-1 3 0,11 2 10 0,0 1-20 16,-10-4 4-16,1 0 2 0,8 4-1 16,-10-2-3-16,14 0 4 0,-4 6 0 0,-1-3-5 0,-7 0 4 15,10-2 6-15,-2 4-3 0,2-3-6 0,-2 0 9 16,0 3-1-16,-8-5 0 0,12 6 0 0,-4-3-5 15,3 1 4-15,-2 0 0 0,2 1 2 0,-4 1-1 16,3-4 2-16,-2 4-5 0,5-3-3 0,-5 3 0 16,2-2 2-16,-3 4 8 0,3-1-6 0,-5 1-1 15,5-7-6-15,-2 4 9 0,0 1-4 0,-1 0 4 16,4 3-2-16,-2-1-3 0,0-4 4 0,0 3-2 16,6 2 2-16,-4-1-4 0,2-2 3 0,-3 2-2 15,7-4 4-15,-4 3 0 0,3 1-3 0,-2-2 2 0,5 3 2 16,-4-1 0-16,5 2-3 0,-5-2-3 15,8 1-1-15,0-2 5 0,-8 2-3 0,7 0-4 16,-3 0 6-16,-2 0-3 0,1 0 1 0,5 0 3 0,4 2 1 16,-9-2-5-16,5 0 4 0,-1 0 2 0,-6 1-2 15,6 2 2-15,-4-3-1 0,3 1-5 0,-3-1-1 16,6 0 4-16,-10 2 2 0,10 3-5 0,-5-4 4 16,-2-1-4-16,4 3-1 0,-1-2 2 0,3-1 18 15,-1 0-13-15,-4 0 0 0,5 3-4 0,-8-3 2 16,3 0-3-16,-1 4 2 0,-4-3 1 0,0-1-2 15,10 2-4-15,-8-2 2 0,2 0 2 0,2 1 1 16,5 2 0-16,-11-3 8 0,0 4-14 0,8-4 6 16,1 2 5-16,-2 1-3 0,-2 0 0 0,0-2-2 15,7-1 0-15,-4 2-3 0,-1-2 0 0,-7 0 3 16,11 1 0-16,-3-1 0 0,-8 5 6 0,9-5-12 16,-2 2 4-16,-7-1 3 0,3-1-1 0,-3 0 1 0,1 4 5 15,1-4 12-15,-1 2-25 0,1-1 6 0,0 1-3 16,0-2 7-16,-3 0-1 0,7 5 0 15,-9-3-2-15,8-2-3 0,4 0 0 0,-7-2 0 0,6 4-1 16,-3-2 2-16,4 0-6 0,-4 2 12 0,5-2-6 16,-1 0 1-16,-2 0-2 0,3 0 4 0,-2 1-1 15,-1-1-9-15,6 0 12 0,-4 4-3 0,-2-4 0 16,3 0 3-16,3 0-1 0,-3 0-1 0,1 1-6 16,2-1 9-16,-6-1-4 0,6 2-2 0,-1-2 19 15,2 1-17-15,-4 0-2 0,3 1 1 0,-4-1 6 16,2 0-8-16,1-1 4 0,-3 2-3 0,3-1 1 15,-6 0 15-15,6 0-19 0,-3 4 2 0,-3-4 4 16,8 0-4-16,-4 3 2 0,0 1-1 0,4-4 1 0,-8 1 5 16,5-1-6-16,0 3-3 0,0-1 5 15,0-1 0-15,-2 2-3 0,1-2 4 0,0 3 3 16,-3-3-6-16,5 1 0 0,-2 0 1 0,-2 1 4 0,-1-3-8 16,7 2 1-16,-9 1-1 0,2 0 2 0,6-1-3 15,-4 0 4-15,-8 3 4 0,11 0-12 0,-3-3 9 16,-1 3 4-16,6-3-2 0,-1-1 1 0,-1 2-4 15,1 0 0-15,-4-2 1 0,6 2 4 0,-3-1-5 16,-5-2 7-16,8 3-6 0,-2-1 7 0,2-2-5 16,4 1 1-16,-4 0 3 0,0-1 0 0,0 0-5 15,2 3 2-15,-4-1 0 0,4-2-7 0,0 2 6 16,1-1-9-16,-3 2 6 0,-1-3 0 0,2 1-1 16,1-1 4-16,-3 2 0 0,-4-1 2 0,5 2 6 15,-2-1-13-15,-4 0-2 0,12-1 4 0,-4 2 2 16,-2-2-2-16,-1 2-2 0,3-1 15 0,6 0-13 15,-6-1 0-15,-1 2 18 0,4 0-19 0,-4-2 0 0,0 4 3 16,3-3 0-16,-2-1-6 0,-2 2 0 16,3-2 1-16,-5 6 9 0,8-6-7 0,-10 3 2 15,1 3-2-15,-3-6-1 0,1 5 6 0,-2-3 0 0,-3 6 4 16,-1-6-11-16,1 2 4 0,5-2 0 0,-5 4-1 16,-1-1 7-16,-2 0 1 0,3-6-7 0,2 5 6 15,-7-2-4-15,8-1-1 0,-2 3 1 0,-1 1-3 16,-5-3 12-16,7-2-12 0,1 2 2 0,2-3 5 15,-4 4-6-15,4-4-4 0,-2 0 7 0,4 1-7 16,-3 2 1-16,1 1 4 0,1-2-3 0,0 0-3 16,-3-1 6-16,6 4 3 0,-3-3-3 0,3 0-4 15,-2-1 7-15,-4 3-4 0,1-3 2 0,1 1-3 0,-2-2 2 16,-1 2-8-16,6 3 13 0,-6-3 0 16,5 2-15-16,-5 2 10 0,1-6 14 0,-2 3-17 15,4 3 5-15,-7-2-4 0,4 1 1 0,-3 1 2 16,6-2-1-16,-10 3-3 0,8-2 3 0,1-1-2 0,-2 1-2 15,8-2 3-15,-7 2-1 0,2 1 3 0,4-5 1 16,-7 7-5-16,8-2 1 0,-2-1 5 0,-3-2-9 16,1 1 9-16,4 2 5 0,-2-4-6 0,2 3-1 15,0-2 5-15,2 2-7 0,-2-3-5 0,5 2-20 16,-1-3-28-16,-4 4-24 0,3-5-25 0,-1 2-32 16,1-2-39-16,4 1-41 0,8-1-55 0,-15 0-56 15,15 0-184-15,0 0-551 0,0 0 244 0</inkml:trace>
  <inkml:trace contextRef="#ctx0" brushRef="#br0" timeOffset="188834.19">26715 11988 225 0,'7'-14'394'0,"3"-1"-16"0,-5 2-10 0,3 1-3 0,-6 3-12 16,3 0-16-16,1 1-12 0,-2 4-17 0,1-2-23 15,-4 0-31-15,-1 6-28 0,4-6-21 0,-1 1-27 16,-3 5-25-16,0 0-16 0,0 0-15 0,0 0-10 16,0 0-14-16,-7 24-10 0,7-9-7 0,-5 0-8 15,2 5-6-15,-5 4-9 0,1 0-5 0,-6 3-5 16,5 0-4-16,1 3 2 0,-6-3-9 0,4 4-4 15,1-4-4-15,-7 2-1 0,9-2 0 0,-8 0-4 16,4-6-3-16,5-5-2 0,-1 7-2 0,-1-8 1 16,4 0-2-16,3-3 0 0,-7 0-1 0,7-5 2 15,0 1 2-15,-5-5 0 0,5-3 0 0,0 11-2 16,0-11 0-16,0 0-1 0,0 0 0 0,15-22-1 0,-8 12 0 16,4-5-8-16,4-9 0 0,-5 4 1 15,8-8-1-15,-1-14 3 0,-2 4-3 0,5-1 1 16,-4 0-3-16,3 2 3 0,-5 0 37 0,0 6-1 0,2-3 7 15,-3 6 7-15,1 2 8 0,-4 5 4 0,0 3-5 16,-2 0-1-16,0 1-7 0,0 2-3 0,-3 5 0 16,-1 1-11-16,-1 1-5 0,4 3-10 0,-4 0-4 15,-3 1-10-15,0 4-13 0,5-5 2 0,-5 5-11 16,0 0 8-16,15 22-1 0,-5-8-2 0,-4 4-3 16,3 1 2-16,-3 7 1 0,2 5 0 0,-1 0 2 15,-2 1-4-15,5 6 5 0,-5 5-2 0,3-5-1 16,-1 2 1-16,-7-2-1 0,2-7-11 0,-2-2-9 15,6 4-4-15,-4-6-13 0,-2 0-9 0,0-8-13 16,0 1-12-16,0-5-18 0,0 1-25 0,0-4-11 16,5-4-23-16,-5 2 1 0,0-5-5 0,0-1-18 15,0-4-43-15,0 0-32 0,0 0-30 0,0 0-32 0,0 0-28 16,-7-25-39-16,-1 14-229 0,1-7-656 0,-6 4 291 16</inkml:trace>
  <inkml:trace contextRef="#ctx0" brushRef="#br0" timeOffset="189521.61">26720 12172 118 0,'0'0'124'0,"-10"-1"2"0,10 1-1 0,0 0 6 16,0 0 10-16,-15 3-1 0,15-3 6 0,0 0 0 15,5 12-12-15,-5-12-1 0,10 8-11 0,0-3-11 16,7-2-9-16,-7 2-13 0,6 1-8 0,2-5-6 16,1 4-8-16,-1-2-5 0,5 1-14 0,7-2 0 15,-5-4-4-15,-5-2-4 0,3 3-2 0,-2-3-5 16,-4-3-5-16,3 4 0 0,3-5-6 0,-8-4-3 0,5 0-1 15,-6 0-4-15,0-3 1 0,-6 3-1 0,7-6-3 16,-7-7-3-16,4 1 5 0,-4-2-5 16,-3-1-1-16,5 4 2 0,-8 3 8 0,1 1 29 0,0-1 18 15,0 2 12-15,1 3 8 0,-4 0 6 0,1 3-3 16,-1 0-2-16,0 3-3 0,0 0-9 0,0 3-3 16,-1 2-15-16,1 4-3 0,0-11-10 0,0 11-4 15,-7-4-5-15,7 4 4 0,0 0-15 0,0 0-2 16,-20 11 0-16,12-2 0 0,1-1-4 0,-3 7 2 15,-1-3-5-15,-1 6 0 0,-1-3-3 0,8 5-2 16,-6 5 0-16,6-1 1 0,-2 1-2 0,0 4 2 16,6 1 0-16,-4-3-3 0,3 4-7 0,4-1 8 15,4 4 11-15,1-3-9 0,1-3 3 0,5-4-4 16,1 2-5-16,1 0 3 0,1-6-3 0,-1 1 3 16,8-6-4-16,-3 4 4 0,3-11-6 0,-3 0-5 15,0-4-8-15,8-2-3 0,2-1-2 0,-2-2-4 0,0-2-1 16,-5-5-7-16,-1-8-1 0,1 1-7 0,-1-3 0 15,2 1-1-15,-4-5-4 0,3-11-4 16,-4-3 4-16,4 0 0 0,-12 8 6 0,1-13 5 0,5 4 2 16,-4 0 3-16,-8 6 7 0,5 3 10 0,-5 2 18 15,1-1 13-15,-2 0 13 0,-4 4 10 0,0 4 8 16,0-1 3-16,0 6 3 0,0-1 10 0,0 1 2 16,-4 2-2-16,4 1 4 0,0 2 1 0,-5 1-7 15,4 1-19-15,-3 4-2 0,4 3-5 0,0 0-11 16,-13 0-1-16,13 0-5 0,-16 7-4 0,4 4-2 15,4 5-3-15,-6-3 1 0,0 4 3 0,-5 5-3 16,6 3-10-16,0 2 7 0,1 1 17 0,2-1-19 16,0 1-1-16,0 1 14 0,9-1-7 0,-1 5-9 15,2-6-2-15,0 0 4 0,3-2 7 0,2 2-2 16,4 0 3-16,-1-3-6 0,5 0-6 0,2 1 12 16,0-3-1-16,-2-4-6 0,2-4-4 0,8 0 0 0,-6-1-36 15,-1-3-21-15,3-3-24 0,-3-2-39 0,7 1-50 16,-8-2-66-16,5-4-85 0,-12-3-288 0,6 1-653 15,5-8 290-15</inkml:trace>
  <inkml:trace contextRef="#ctx0" brushRef="#br0" timeOffset="189880.95">28122 12217 205 0,'0'0'363'0,"0"0"-30"0,8-7-33 0,-8 7-36 16,0 0-28-16,0 0-28 0,0 0-22 0,0 0-12 15,-8 24-19-15,8-6-6 0,-2 0 6 0,2 11-3 16,-1 2-6-16,-2 10 1 0,1 2-23 0,-3 0-14 16,5 3-9-16,-3 0-5 0,-1 2-15 0,3 0-7 15,1 0-4-15,0-1-3 0,0 0-8 0,0-8-7 16,0 5-8-16,0-4 5 0,0-13-13 0,1 0-11 16,-1 1-19-16,4-12-21 0,-4-2-24 0,-4-1-16 15,4-6-10-15,4 4-32 0,-4-7-60 0,0-4-63 16,0 0-55-16,0 0-266 0,13-15-586 0,-12 5 260 15</inkml:trace>
  <inkml:trace contextRef="#ctx0" brushRef="#br0" timeOffset="190162.17">28182 12148 256 0,'-2'-10'343'0,"2"-2"-9"16,0 4-6-16,0 1-12 0,2 0-22 0,1-1-22 15,0 2-23-15,4 2-24 0,0-3-22 0,6 5-20 16,0 2-21-16,5-2-19 0,-1 4-16 0,6-2-7 16,3 7-11-16,4 1-14 0,-5 2-14 0,2-1-7 15,-3 4-13-15,-4 1-1 0,-5-1-10 0,0 3-19 16,2 4-4-16,-6-5-3 0,-4 2-14 0,-6-2-5 16,1 0 2-16,-4 1-10 0,1 2-2 0,-6-6 2 15,-6 3-3-15,-4-3-2 0,-6-3 0 0,-3 4 2 16,-9-8-5-16,5-1-6 0,-8 1-17 0,5-5-18 15,-2 0-21-15,2 0-19 0,2 0-23 0,8 0-30 0,1 2-35 16,5-2-44-16,6-3-52 0,3 3-213 0,8 0-529 16,0 0 234-16</inkml:trace>
  <inkml:trace contextRef="#ctx0" brushRef="#br0" timeOffset="190599.63">28461 12290 13 0,'0'0'270'16,"7"-7"-8"-16,-5 0-7 0,1-1-4 0,-1 1-13 0,4 1-10 15,1-3-4-15,-5 0-21 0,7 0-10 16,-2 2-8-16,1-1-16 0,-1 1-16 0,1 0-19 15,-1 2-8-15,1-2-11 0,0 3-12 0,2 1-10 0,-3 2-10 16,5-3-3-16,-12 4-19 0,19 0-3 0,-4 5-6 16,-5-3-9-16,5 3-2 0,-5 6-5 0,5 0-3 15,-3 1-3-15,2 1-4 0,0 5-3 0,-6-7-3 16,5 8 2-16,-6-6-8 0,3 4-5 0,-5-2 5 16,3-3 8-16,-8 0-18 0,2-3 4 0,-2 2-8 15,0-4 3-15,-2 2 3 0,-3-3 4 0,2-1-4 16,-4-3 10-16,7-2-8 0,-13 3 1 0,13-3 3 15,-15-4 2-15,7 1 0 0,-6-5 12 0,6 4-3 16,5-4 1-16,-2 1-1 0,-2-4-4 0,7-1-2 16,0 3-8-16,5-1-3 0,2-2-21 0,3 3-11 15,0-5-21-15,10 9-26 0,1 0-25 0,7-7-38 16,-5 6-30-16,7 3-29 0,-2 3-17 0,-1 0-20 0,-6 2-22 16,1-2-6-16,-2 1-145 0,1 3-437 15,1 4 193-15</inkml:trace>
  <inkml:trace contextRef="#ctx0" brushRef="#br0" timeOffset="191490.16">29097 12299 2 0,'3'-7'105'0,"-3"7"1"16,10-5 4-16,-5 0 22 0,-5-1 4 0,2-5 8 16,4 6 10-16,-6-2 7 0,0-3 9 0,2 1 6 15,-4 1 0-15,2-4 3 0,2 5-4 0,-4 1-6 16,2-1-13-16,-6-4-13 0,6 7-13 0,0 4-13 16,-2-8-16-16,-3 2-1 0,5 6-14 0,-15-5-13 15,9 4-7-15,6 1-5 0,-23 1-11 0,8 2-2 16,0-1-6-16,0 4-2 0,0-2 3 0,2 4-13 15,-4 3-4-15,4-3 8 0,-2 0-10 0,2 3-3 16,3-3-2-16,3 3-2 0,1 2 2 0,2-2-4 16,3 7 3-16,6-1-5 0,0-1 2 0,3-1 0 15,13 1-5-15,1 2-5 0,3-1-14 0,1 1-11 0,17 2-19 16,-5-5-19-16,7-2-25 0,-12-3-28 0,0-2-33 16,14 1-19-16,-3-3-20 0,-1-5-24 15,-6 2-14-15,-6-6 0 0,4-1 7 0,-5 0 18 0,-1-3 21 16,-2-2 20-16,-4-1 28 0,0-3 30 0,-8 2 34 15,0-1 47-15,-2 0 16 0,-6-3 38 0,0 3 18 16,-6 1 21-16,-1 3 21 0,-1-3 11 0,-8 0 8 16,6-3 5-16,-7 6 0 0,-2-9 4 0,-2 12-1 15,-1-3-4-15,-2-3-10 0,-4 4 0 0,2 6-9 16,0-4-10-16,-3 5-6 0,-1 0-11 0,3 5-5 16,-2-2-8-16,-1 4-6 0,0 5-7 0,5-2-7 15,-2 7 0-15,8-2-5 0,-2 0-1 0,0-1-4 16,4 4-8-16,4-4 3 0,-2 6 1 0,3-5-6 15,3 0 0-15,4 0-2 0,-1 1-4 0,3-2-4 16,4-1 4-16,0-3-4 0,5-3-6 0,4 3-5 16,4-3-5-16,-4-7-6 0,4 0-13 0,-1 0-6 0,12-7-8 15,-4-5-7-15,2 5-11 0,-4-6-15 0,-1-2-6 16,3-8 0-16,-5-1 0 0,5-9 3 0,-4-3 2 16,-1-4 1-16,-2 3 11 0,-4-7 8 0,-2 3 4 15,-2 2 25-15,-6 0 24 0,1 8 21 0,-3 0 15 16,-3-1 19-16,-2 6 16 0,8 8 13 0,-8-3 19 15,0 5 3-15,3 1 11 0,-3 3-19 0,0 2-7 16,0 1-11-16,3 4-11 0,-3-2-15 0,0 7-6 16,0 0-5-16,0 0-12 0,0 0 1 0,0 0 1 15,-6 31 0-15,2-14-5 0,0 9 0 0,4 2-4 16,4-1 1-16,-4 2-5 0,4 3-2 0,-4 7-10 16,0-8-1-16,3 8 9 0,0-5-8 0,-3 4 4 15,7-6-3-15,-5-2 0 0,4-2-1 0,-6 0-1 0,5-2-2 16,-1-6 3-16,1-1 0 0,-4-3-2 15,4-2 2-15,-2-2 5 0,4-3-9 0,-2-2-2 16,3 1-2-16,-1-4 1 0,3-4-3 0,1 2 5 0,-11-2 2 16,25-10-3-16,-11 5 2 0,2-6-9 0,2 0 6 15,-1-3-1-15,-2 1 3 0,3-8-1 0,-1 1 3 16,-1-4 4-16,-1 7 5 0,2 2 25 0,-6-3 13 16,4-1 17-16,-7 7 2 0,2 0 4 0,-5 0 2 15,3 0 3-15,-1 4-6 0,-7 4-10 0,8-5-9 16,-1 6-4-16,-7-1-23 0,0 4-3 0,0 0-3 15,0 0-1-15,0 0-2 0,0 20 0 0,0-8-6 16,0 2 1-16,0-1-5 0,-7 9 1 0,7-5-1 16,-6 0-9-16,4 1-9 0,2 1-13 0,0 0-8 15,0-1-15-15,8-5-12 0,-1 2-16 0,-7-3-17 16,8-1-11-16,-6-3-21 0,3 3-27 0,0-6-44 16,0-1-51-16,5-3-57 0,0 2-51 0,-10-3-215 0,13-5-610 15,-6 2 270-15</inkml:trace>
  <inkml:trace contextRef="#ctx0" brushRef="#br0" timeOffset="191646.39">30221 11973 259 0,'-2'-7'278'0,"-3"-1"-24"0,2 0-21 0,1 1-22 16,2 7-26-16,-3-4-21 0,3 4-19 0,-7-7-16 15,7 7-11-15,0 0-16 0,0 0-18 0,0 0-20 16,-15 15-30-16,15-4-50 0,0-2-52 0,0 0-70 15,5 8-61-15,-3-1-108 0,6-1-332 0,-1 3 147 16</inkml:trace>
  <inkml:trace contextRef="#ctx0" brushRef="#br0" timeOffset="191927.61">30464 12214 108 0,'-8'-7'283'0,"0"1"-8"0,-1-1-5 0,-2 3-14 16,-1 0-16-16,2 4-21 0,-1-3-15 0,-3 3-19 16,-4 0-18-16,7 3-21 0,-6 3-10 0,2 0-15 15,5-2-9-15,0 8-10 0,-3 0-3 0,5-1-17 16,0 5-3-16,1-5-9 0,0 7-4 0,6-5-3 16,1 7 1-16,0-4-5 0,8 2-3 0,0-6-6 15,2 7-6-15,5-3-4 0,5 0-2 0,1-1-1 16,3-1-8-16,-3-6 1 0,9 2-11 0,-9-3-7 15,9-4-19-15,0 1-19 0,-2-4-15 0,2-5-31 16,-5-2-35-16,1-1-60 0,-3-4-27 0,7-3-53 0,-3-3-41 16,-4-3-148-16,0-2-471 0,2-14 208 15</inkml:trace>
  <inkml:trace contextRef="#ctx0" brushRef="#br0" timeOffset="192146.34">30820 11820 95 0,'-2'-17'240'0,"1"4"-1"0,-4-1 3 0,3 7 3 0,2-5-2 15,-7 4-1-15,6 4-15 0,1-5-19 0,-2 3-21 16,2 6-24-16,-5-8-14 0,5 8-20 0,0 0-13 16,0 0-9-16,0 0-14 0,-8 20-2 0,3-9-11 15,3 5-5-15,-6-1-6 0,8 8-4 0,-5 0-11 16,5 9-4-16,-7-3 0 0,4 11-9 0,-2-1 6 16,5 6-14-16,-3-1-6 0,3-4-28 0,-3-8-9 15,1 11-19-15,2 2-24 0,2-4-32 0,-2-10-38 16,-2 9-49-16,4-13-52 0,-2-1-55 0,3 1-160 15,0-11-475-15,-3-1 210 0</inkml:trace>
  <inkml:trace contextRef="#ctx0" brushRef="#br0" timeOffset="192786.89">30706 12253 130 0,'0'-17'305'0,"-8"3"-3"15,3 5-4-15,3-2-2 0,0 3 0 0,-1-3-12 16,1 7 6-16,2-4-13 0,-1 2-14 0,1 6-25 15,0 0-22-15,3-7-16 0,-3 7-25 0,7-5-16 16,6 5-19-16,-13 0-9 0,31 7-9 0,-14 0-20 16,11-2-10-16,2 5-13 0,4-5-8 0,-4 3-10 15,5 3-17-15,-4-4-3 0,4-3-6 0,-3 5-3 16,-1-1-5-16,-1-5-6 0,-2 1-4 0,-6 1-1 16,-6-2-7-16,2 0 0 0,-4-3 2 0,-3 1 4 15,-3-1-9-15,-8 0 8 0,17 0-4 0,-17 0-12 16,12 0 7-16,-12 0 3 0,0 0-5 0,5-4 0 15,-5 4-6-15,0 0-7 0,0 0 8 0,0 0 0 16,0 0-1-16,0 0 0 0,-42 4-5 0,34-2 6 0,0 3-4 16,-6 0-6-16,1 6 2 0,3 0 6 15,0 1-16-15,0 1 23 0,5 1-4 0,-3-1-3 16,5 2 1-16,-2 3 4 0,3-3-1 0,2-2-3 0,2-1 3 16,1 3-1-16,0-7-1 0,4 4 1 0,0-5-1 15,1 4 0-15,2-3-3 0,1-4 6 0,-6-1 3 16,7 1 1-16,0-4-6 0,-12 0 1 0,23-7 4 15,-15 4 0-15,5-5-3 0,-1-1 2 0,-1-1 1 16,3-3-1-16,-6 4 1 0,5-5 0 0,-3 1-6 16,-2-4 7-16,4 5-1 0,-4-3 3 0,4 5-5 15,-4-3 3-15,2 4 2 0,2 4-4 0,-6-2 1 16,3 6-6-16,-4-1 0 0,4 1 3 0,-9 1 0 16,19 3-1-16,-13 0 1 0,6 2-1 0,-2 0-3 15,1 4-3-15,1 4 4 0,0 0-5 0,-4-1 12 16,5-1-8-16,-1 2 4 0,-6 1-3 0,8-2 1 15,-5 1 0-15,-2-4 3 0,0 4-5 0,-1-5 10 0,-4-1-11 16,3 0 25-16,3-3 16 0,-6 2 37 0,-2-6 39 16,11 7 39-16,-11-5 33 0,0-2 11 15,0 0-13-15,0 0-21 0,9-14-12 0,-3 9-17 0,-4-3-1 16,5-1-10-16,-1-1-2 0,1-5-7 0,1 1-18 16,-1 5-11-16,4-9-7 0,-1 3-12 0,5-2-5 15,0-2-5-15,5-1-14 0,-5 1-25 0,5-1-27 16,-7 5-34-16,2 2-45 0,0-5-52 0,-2 7-85 15,-1-6-59-15,-4 7-65 0,-3 1-93 0,1-2-82 16,-6-1-319-16,-6 1-913 0,-9-4 405 0</inkml:trace>
  <inkml:trace contextRef="#ctx0" brushRef="#br0" timeOffset="-128157.68">2724 12741 16 0,'-20'-5'333'0,"3"2"-9"0,-12-2-9 0,5 3-8 16,-4 0 4-16,-1-1-19 0,0 2 0 0,8-2-10 16,-2 2-15-16,14-1-19 0,-4 1-23 0,3 1-19 15,-5 1-21-15,15-1-24 0,-15 0-11 0,15 0-21 0,-6 2-19 16,6-2-7-16,0 0-11 0,0 0-6 15,0 0-7-15,21 13 2 0,3-7-13 0,-6 0-4 16,10-2-9-16,7 4-7 0,-4-1 1 0,5-4-5 0,-4 1 0 16,3 0-24-16,-6-3-30 0,5 4-26 0,-16 0-33 15,8-1-24-15,-9-3-35 0,-4 1-35 16,-5-1-30-16,1 1-40 0,-1-2-41 0,-8 0-46 0,7 5-259 16,-7-5-625-16,0 0 277 0</inkml:trace>
  <inkml:trace contextRef="#ctx0" brushRef="#br0" timeOffset="-127567.3">2658 14199 211 0,'-35'6'336'0,"0"-4"1"15,2 6-5-15,2-3-14 0,4-3-14 0,2-1-20 16,5 0-14-16,6-1-21 0,-1 5-25 0,3-5-18 16,2 1-20-16,10-1-25 0,-10 0-14 0,10 0-8 15,0 0-6-15,0 0-10 0,56 0-19 0,-21-1-11 16,13-1-1-16,-1-1-1 0,5-1-16 0,0 4-6 16,-4-6-11-16,0 3-1 0,-15 0-13 0,-2 2 0 15,-7 1-11-15,-5-2 2 0,-7 4-4 0,-2-4 9 16,1-1-13-16,-11 3-6 0,0 0-5 0,0 0-1 0,0 0 0 15,0 0 0-15,-48 5-8 0,15-1-18 16,2-1-34-16,-5-3-44 0,4 1-44 16,-6 3-54-16,5-3-64 0,11-2-77 0,4 1-322 15,0-5-704-15,10 2 311 0</inkml:trace>
  <inkml:trace contextRef="#ctx0" brushRef="#br0" timeOffset="-126848.63">4079 13926 228 0,'7'-17'347'0,"-5"-1"-8"0,-2 6-6 15,-2 0-11-15,2-3-13 0,0 3-9 0,0 4-6 16,-7-1-5-16,7 2-31 0,0 2-29 0,0 5-28 15,0-13-27-15,0 13-26 0,0 0-14 0,0 0-13 16,0 0-10-16,7 23-12 0,-7-8-3 0,2 1-16 0,4 6-2 16,-2 5-13-16,1 0-1 0,1 1-8 0,-1 3-5 15,3 0-3-15,-6 3-5 0,3 4-6 16,-5-9 3-16,0 1-12 0,0-3-3 0,7-1-3 0,-14-6 3 16,7-1-6-16,0-1-3 0,0-1 0 0,-5-2 4 15,5-5-7-15,-2-1 5 0,-3 0-1 0,2 0 15 16,-2-5 13-16,-3 3 10 0,-5-6 4 0,4 2 11 15,-5 0 14-15,-3-3 15 0,2-2 3 0,-5 1 8 16,5-2-8-16,-1 2-1 0,3-3 6 0,4 1-6 16,-1 2 0-16,4-2-9 0,6 3-9 0,-12-3-9 15,12 3-7-15,0 0-18 0,0 0-2 0,0 0-8 16,0 0-2-16,41 0 0 0,-12 0-1 0,4-2-8 16,5 1 0-16,6 2-8 0,6-1-16 0,0 2-13 15,-4-2-28-15,-1 0-42 0,0 3-31 0,3-3-47 16,-2-3-47-16,-13 3-38 0,0 0-25 0,-5 0-23 15,-6 0-26-15,1 0-47 0,-5 0-18 0,0 0-45 0,-6-2-248 16,1 1-730-16,-5-4 323 0</inkml:trace>
  <inkml:trace contextRef="#ctx0" brushRef="#br0" timeOffset="-126114.33">4684 14265 53 0,'0'0'222'0,"0"0"-9"0,0 0-12 0,0 0-9 16,6-3-17-16,-6 3-11 0,0 0-10 0,0 0-11 15,0 0-7-15,0 0-3 0,0 0 0 0,15 4-8 16,-15-4-7-16,12-1-3 0,-12 1-1 0,15 0-8 16,-7-3-2-16,2 0-3 0,-5 0-8 0,5-2-8 15,-4 3-3-15,9-5-2 0,-8 0-3 0,4 1 6 16,-1-3-11-16,-3 1 4 0,1-2-8 0,-3 3 2 15,-3-3-3-15,4 1 2 0,-4-2 0 0,-2 0 8 16,0 3 0-16,-2 0-10 0,-4-3-2 0,1 3-4 0,-5-1-1 16,3 3-16-16,-6 1-4 0,-2-2-1 0,-1 5-7 15,1 2-2-15,-3 1-7 0,1 0-7 16,-3 6-3-16,5 0 5 0,-1 2-5 0,1 0-3 0,-2 0 13 16,6 4-20-16,1-1 2 0,1 2-1 0,4 1 3 15,5-3-4-15,5 1 19 0,4 4-22 0,2 0 9 16,14-5-17-16,-2 6 12 0,7-3-31 0,15-3-11 15,-1 2-5-15,6-3-8 0,1-8-11 0,-1 5-11 16,0-7-3-16,-2 3-2 0,3-5 1 0,-6 1 1 16,-1-4 5-16,-7 0 2 0,-7-1 7 0,1-2 5 15,-1 0 8-15,-9-1 2 0,-1-2 6 0,0 3 8 16,-5-7 3-16,-2 5 10 0,-1-3 14 0,-9 5 18 16,2-4 8-16,-5 0 15 0,-2-1-7 0,-4 4 12 15,-6-4 8-15,2 2-1 0,-3-2-3 0,-2 5-6 16,0-1-1-16,-1 4-7 0,-6 1-3 0,4 1 3 15,-4 2-11-15,4 4-1 0,2 1-4 0,-1-2 9 16,2 5-9-16,-5 3-2 0,10 1-6 0,-1-2 1 0,3 7-4 16,-7-6-3-16,10 6-10 0,-5-2-5 15,10 0-5-15,-7 3-1 0,7-5-8 0,0 1-7 16,0-5-2-16,2 3 2 0,-2-5 2 0,5 0 0 0,1-5 6 16,-2 3 2-16,7-3 4 0,-11-2 1 0,14-7 3 15,-5 5 4-15,-2-5 3 0,1-3 5 0,7 0 14 16,-3-1 16-16,-2-5 14 0,-2-1 21 15,-1 5 10-15,-2-6 15 0,0 3 14 0,0-3 9 0,-2 6 8 16,2 0 3-16,-3 1-6 0,1 3 0 0,-2 0-9 16,-1 1-14-16,0 7-15 0,4-8-23 0,-4 8 2 15,1-4-7-15,-1 4-10 0,0 0-14 0,0 0-10 16,10 19-18-16,-5-11-33 0,-3 0-18 0,5 4-25 16,1 2-16-16,0 1-16 0,2-2-14 0,2 3-24 15,-2-1-19-15,1-5-25 0,4 3-26 0,-2-4-17 16,4-2-32-16,-7 0-29 0,3-4-176 0,-1-2-514 15,-1-1 227-15</inkml:trace>
  <inkml:trace contextRef="#ctx0" brushRef="#br0" timeOffset="-125833.1">5519 14234 5 0,'0'-10'177'0,"0"1"11"0,0 1 14 0,0-3 8 16,0 2-1-16,0 2-3 0,0-1-7 0,2 1-7 16,-2 0-10-16,0 7-14 0,2-7-14 0,-2 7-11 0,3-5-15 15,-3 5 0-15,15 0 3 0,-15 0-2 0,25 5-11 16,-10-2-11-16,1 3-7 0,2 0-6 0,-1 1-9 15,-2 1-5-15,1-2-12 0,-1 2-9 0,3 2-3 16,-3-3-5-16,0 1-8 0,-8-1 10 0,3 0-18 16,-4-2 1-16,4 2-8 0,-3-3 17 0,0 0-19 15,-7 1 0-15,0-5 9 0,0 7 4 0,0-7 12 16,0 0 6-16,-15 3 12 0,15-3 3 0,-15-1 18 16,15 1-17-16,-23-6 2 0,11 2-4 0,2-3-1 15,-3 3-9-15,6-4-5 0,-1-1-3 0,1 3-3 16,-1 1-12-16,6-3-19 0,-3-3-17 0,10 4-40 15,-5-1-45-15,7-1-38 0,3 1-42 0,2-3-44 16,2 0-40-16,1 3-34 0,4-3-34 0,0 3-250 16,-2 4-612-16,3-4 272 0</inkml:trace>
  <inkml:trace contextRef="#ctx0" brushRef="#br0" timeOffset="-125036.31">5988 14117 102 0,'11'0'235'0,"-11"0"2"0,0 0-12 15,4 2-14-15,-4-2-16 0,0 0-18 16,0 0-17-16,0 0-16 0,0 0-11 0,8 7-15 0,-8-7-13 16,5 4-9-16,0 0-10 0,-3 3-8 0,4-2-10 15,-3 6-5-15,2-3-5 0,-1 0-4 0,-3 3-7 16,4-2-4-16,0 3-4 0,-1-3-4 0,-1 0-4 16,2 2-4-16,-3-3-11 0,1 0-4 0,-1 1-11 15,-2 0 3-15,1-3 0 0,-1-2 3 0,0-4 0 16,0 0 1-16,0 0-2 0,-1 8 0 0,1-8 5 15,0 0-2-15,0 0 3 0,0 0 6 0,0 0 4 16,-4-24 5-16,4 16 3 0,2 0 13 0,0-3 8 16,-1 0-4-16,1 2 2 0,6 2-2 0,-3-2 0 15,-3-2-7-15,8 4-3 0,-5 2-4 0,3-2-5 16,0 4 0-16,2-3-7 0,-2 4-1 0,-8 2-3 16,24 2 0-16,-18-1-4 0,4 3 4 0,-5 0-6 0,5 5-2 15,0-3 1-15,2-2-3 0,-7 4-4 0,4 1-1 16,-4 0-3-16,5 0 2 0,-5-2-1 15,4 2-3-15,-3-1 3 0,-4-1-4 0,3 1 4 16,1-2-1-16,-4 0 4 0,0-2-1 0,-2 3 2 0,0-7 1 16,3 6 1-16,-3-6-1 0,0 0 18 0,0 0 7 15,0 0 2-15,0 0 5 0,0 0-1 0,0 0-6 16,0-18 2-16,0 18 24 0,-3-14-23 0,3 14 5 16,3-10-2-16,0 3 9 0,-3 7-17 0,0-8-3 15,0 1-2-15,0 7 3 0,9-5-10 0,-9 2-12 16,0 3 2-16,15-5 1 0,-7 5 0 0,2-2-11 15,-10 2-13-15,31 2-17 0,-14-1-9 0,1 4-8 16,5-2-9-16,9-2-17 0,-3 4-11 0,0 0-8 16,9-1-5-16,-4-1-5 0,-2-3 11 0,4 1-7 15,-3-1 6-15,0-1 9 0,2 1-3 0,-3-3 2 16,-3-5 14-16,3 2 8 0,1-3 2 0,-8 1 8 16,-4-3 7-16,-1-4 4 0,2 2 5 0,-6-4 7 0,1-1 13 15,-7 4 23-15,1-2 17 0,-6 1 19 0,4-5 10 16,-8 4 13-16,1 0 1 0,-4 4 14 15,-1-5 10-15,-5 2 11 0,1 5 2 0,-3 2-5 16,0 1-7-16,0 0-7 0,-6 3-5 0,2 1-9 0,1 3-5 16,5 3 5-16,-7 3-20 0,-3 3-2 0,3 3-1 15,-2 6 8-15,-4 5 4 0,8 2-1 0,-1-1 0 16,4 2 2-16,4 2 9 0,-4 5-2 0,5 7 1 16,2 1-4-16,3-9 5 0,8 12 15 0,2-4-7 15,-4 4-4-15,9-2-4 0,0-3-9 0,0 2-8 16,5-2 0-16,-10-4-2 0,11 2-14 0,-6-10 4 15,0-1-3-15,-2 1-3 0,-6-5-2 0,5-4-6 16,-7-3-1-16,1 1-9 0,1 1-5 0,-9-8-1 16,4-1-2-16,-4 2-11 0,-3-4-22 0,-3-4-12 15,-7-1-30-15,0 0-19 0,-5 2-27 0,-1-7-22 16,-9 1-36-16,-6-1-47 0,-9-10-54 0,2 5-72 16,-3-7-248-16,7 0-644 0,10-2 285 0</inkml:trace>
  <inkml:trace contextRef="#ctx0" brushRef="#br0" timeOffset="-124676.98">6163 13870 75 0,'0'0'277'15,"0"0"-26"-15,0 0-25 0,0 0-25 0,0 0-21 16,0 0-15-16,0 0-6 0,0 0-1 0,0 0-14 16,15 14-11-16,-8-12-10 0,8-1-11 0,-7 2-2 15,4-3-9-15,-3 1-5 0,3-1-11 0,-12 0 6 16,17 0 15-16,-11 2 12 0,-6-2 7 0,15-2 1 0,-15 2-17 0,5-7-7 0,-5 1-6 0,0 6-13 15,-12-12-6-15,6 6-10 0,-2-2-7 0,-2 4-4 16,-4-5-13-16,6 2 1 0,-5 0-26 0,0 0-23 0,-4 5-33 16,10-1-44-16,-1 1-61 0,8 2-97 0,-20 1-80 15,20-1-196-15,-10 1-557 0,10-1 248 16</inkml:trace>
  <inkml:trace contextRef="#ctx0" brushRef="#br0" timeOffset="-109466.54">7736 14205 213 0,'0'0'202'0,"0"0"-18"0,-15 0-20 0,15 0-10 0,0 0-20 15,0 0-17-15,-14 3-12 0,14-3-10 16,0 0-8-16,0 0-8 0,2 11-9 0,-2-11-4 16,0 0 12-16,8 8-6 0,-4-1-8 0,1-3-3 0,-5-4-7 15,11 3-4-15,-6 2-3 0,-5-5 11 0,10 3 12 16,-5-1 9-16,-5-2 14 0,10 3 2 0,-10-3 21 15,0 0-6-15,0 0-2 0,0 0-3 0,15-7-3 16,-15 7-14-16,0-8 7 0,0 8-3 0,0-10 2 16,0 4 1-16,0 6 18 0,-7-11-28 0,7 7 3 15,-3-4-2-15,3 8-4 0,-5-8 0 0,-2 1-20 16,4 2-1-16,-2 1-9 0,5 4-10 0,-6-8-4 16,6 8-3-16,-5-3-20 0,5 3-24 0,0 0-28 15,0 0-12-15,0 0-12 0,0 0-18 0,-14 7-22 16,14-7-29-16,-3 8-33 0,3-8-37 0,-7 7-39 15,7-7-36-15,-3 9-224 0,3-9-542 0,3 6 240 16</inkml:trace>
  <inkml:trace contextRef="#ctx0" brushRef="#br0" timeOffset="-109154.08">7726 13811 163 0,'-12'-5'236'0,"12"5"-15"0,-7-1-22 0,7 1-19 15,0 0-19-15,-13 0-16 0,13 0-16 0,0 0-9 16,0 0-16-16,-15 7-9 0,15-7-10 0,0 6-8 16,0-6-7-16,0 0-8 0,7 12-4 0,-7-6-4 15,7-3-8-15,-6 1-3 0,-1-4-6 0,13 5-3 16,-8-5 2-16,-5 0 15 0,0 0 11 0,17 0 12 15,-17 0 5-15,0 0 9 0,13-5 0 0,-9 1 1 16,-4 4-1-16,6-6-5 0,-4-2-2 0,1 4 2 16,-3 4-14-16,0-10 0 0,0 10-7 0,-3-13-7 15,1 9-9-15,2 4 10 0,-6-9-17 0,2 8-16 16,4 1-22-16,-6-13-30 0,6 13-36 0,-12-1-44 16,12 1-52-16,-15 4-68 0,15-4-279 0,-11 11-551 0,7-8 244 15</inkml:trace>
  <inkml:trace contextRef="#ctx0" brushRef="#br0" timeOffset="-101047.9">8778 13874 157 0,'4'-11'249'0,"-1"0"-10"15,0-1-3-15,-1 4-8 0,1-8-10 0,1-2-8 16,-3 5-5-16,-1 2-8 0,2-4-8 0,-2-1-13 16,0 1-5-16,-2 3-11 0,-3-3-1 0,2 0-11 15,0 2-2-15,-1 1-15 0,-1 1-1 0,-1 0-19 16,2 4-1-16,-2-1-14 0,1-1-11 0,-3 1-8 16,4 4-11-16,-2 0-9 0,1-2-10 0,-4 3-5 15,9 3-12-15,-10-5 9 0,10 5-14 0,0 0 5 16,-21 11-10-16,18-7-6 0,-1 3 1 0,-6 5 4 15,5-1-7-15,5 5-2 0,-1-1 2 0,-4 2-5 16,5 5 2-16,0-3-3 0,5 4 1 0,-4 4 0 16,3 0 1-16,1 1-5 0,1 3-3 0,-1-2 7 15,5 0-2-15,-5 2-2 0,3-1-2 0,-1 2 0 0,-4-5 2 16,6 1-1-16,-4 1 1 0,-2-2 1 16,4 1 2-16,-1-1-9 0,-2-3 8 0,0-5-5 15,0 4 4-15,-1-5-7 0,-1 3 7 0,1-2 11 0,4-3-12 16,-4 0-3-16,2 2-5 0,2 0-2 0,-1-4-6 15,-4-1-10-15,4-3-2 0,-2 1-13 0,1-2-9 16,1 2-19-16,-2-3-9 0,1-1-18 16,3 0-16-16,-6-1-27 0,-2-3-23 0,0-3-26 0,5 9-28 15,-5-9-41-15,0 0-234 0,0 0-528 0,0 0 234 16</inkml:trace>
  <inkml:trace contextRef="#ctx0" brushRef="#br0" timeOffset="-99969.89">8591 14199 264 0,'-5'-11'271'0,"4"8"-21"0,1 3-20 15,0 0-25-15,1-9-20 0,-1 9-22 0,5-8-16 16,-3 5-17-16,-2 3-10 0,13-7-10 0,0 2-14 0,-4 1-12 15,6 1-8-15,0-1-6 0,-1 0-5 0,5-1-11 16,-1 2-7-16,3-3-2 0,-2 1-12 0,-1 1-13 16,-2-4-5-16,1 4-4 0,-2 0 1 0,-2 2-6 15,2-5 1-15,-7 2 4 0,5-1-4 0,2 3 1 16,-10 0 0-16,5-2-2 0,-5 0-2 0,5 0 2 16,-8 2 3-16,-2 3-1 0,11-6 0 0,-9 2 5 15,-2 4 2-15,7-7 4 0,-7 7 2 0,1-2-3 16,-1 2-5-16,0 0-3 0,7-3-3 0,-7 3-1 15,0 0-4-15,0 0-3 0,0 0 4 0,0 0-1 16,8 8 1-16,-4 0 0 0,-1-2 0 0,2-3 1 16,-4 4-1-16,4 4 0 0,-5-7-2 0,9 6 2 15,-8 0-2-15,4-3 1 0,-5 3-2 0,10-3 1 16,-5 0 1-16,-5 0-2 0,8-3-3 0,-6 3 0 0,5-2 1 16,-4-1-7-16,-3-4 6 0,8 7 1 15,-8-7 2-15,0 0-3 0,0 0 1 0,19-11 3 16,-18 8 0-16,-1 3 1 0,10-10-2 0,-5 2 0 0,-2 2 8 15,4-4 1-15,-4 3 4 0,2-3 6 0,2 1 5 16,-5 3 9-16,4-2 7 0,-4-4-5 16,-2 5 11-16,6 1-11 0,-4 3-2 0,3-5-5 0,-5 8-4 15,2-7 1-15,-2 7-6 0,6-6-6 0,-6 6-3 16,5-2-2-16,-5 2-1 0,0 0-2 0,0 0 1 16,0 0-2-16,15 10 2 0,-10-5-4 0,-1 3 5 15,-3-2-5-15,7-3 0 0,-4 3 4 0,-1 2-5 16,5-3-1-16,-3-2 6 0,4 2-4 0,-4 0 5 15,-2-3-1-15,5 3-2 0,2-3-5 0,-10-2 6 16,0 0 3-16,23-2-1 0,-14-4-6 0,-1 5 5 16,-3-1 0-16,-2-7-2 0,5 3 3 0,-3 1-2 15,4-2-5-15,-3 2 5 0,-4 0 1 0,4-3-5 16,-4 2 2-16,3 2-2 0,0-1 3 0,-3 1-4 16,-2 4 0-16,8-8-15 0,-1 6-15 0,1-2-12 15,-8 4-14-15,15-3-16 0,-15 3-13 0,21 3-15 16,-6-2-13-16,0 4-14 0,0-3-9 0,5-2-7 0,-4 6 3 15,4-4-9-15,3 0 8 0,-1-1 0 0,-2 3-1 16,0-3 19-16,1-1 6 0,-6 2 7 16,5-2 10-16,-10-2 13 0,5 1 12 0,-7-3 17 15,5 1 26-15,-8 1 24 0,5-4 16 0,-6-1 2 0,-3 5 33 16,-1 2 19-16,0-11 13 0,0 3 17 0,0 8 7 16,-5-10 4-16,-5 5 1 0,5 1 0 0,-5-4-2 15,5 4-6-15,-3 1-6 0,-5 2-6 0,3-1-7 16,2 1-12-16,8 1-6 0,-23 0-8 0,13 3-5 15,-5 2-7-15,5 2-3 0,-3 0-3 0,3 1-4 16,3 0-3-16,-6 3-2 0,4 2-4 0,1 1 2 16,5-5-2-16,0 5-4 0,-1-4 1 0,4 1-3 15,-1-3-1-15,2 2 0 0,3 0-2 0,-3-3 2 16,3 3 0-16,2-3-2 0,2-4 0 0,2 3-1 16,4-5 2-16,-4-1 1 0,13-1-3 0,-8-5 0 15,3-2-5-15,0 1 2 0,-3-5 0 0,0 0 3 16,0 0-2-16,6-8-3 0,-14 1 0 0,13-4-1 15,-10-4 0-15,-2 0 2 0,-1-1-2 0,-1 1-3 0,1-6 3 16,-9 4 6-16,4-1 35 0,-4 2 17 16,-3 2 18-16,5 1 24 0,-3 6 3 0,0-1 12 15,3 3 2-15,0 4 1 0,-5-2 9 0,3 4-5 0,2 6-14 16,-2-5-17-16,-1 5-12 0,3 5-19 0,-3-7-7 16,3 7-9-16,0 0-4 0,0 0-7 0,0 0-6 15,-2 30 4-15,2-18-28 0,2 8-16 0,1 1-15 16,4 3-21-16,-2 3-17 0,1-3-28 0,1 0-23 15,-1 0-27-15,6 3-47 0,-2-5-32 0,-3-2-45 16,2-2-32-16,0-3-240 0,4-2-580 0,-3-1 257 16</inkml:trace>
  <inkml:trace contextRef="#ctx0" brushRef="#br0" timeOffset="-99772.22">9449 13475 192 0,'-5'-10'342'16,"-8"1"-21"-16,8 2-30 0,-4 3-30 0,1-1-28 16,6 2-24-16,-4-1-23 0,6 4-28 0,-7-5-21 15,7 5-29-15,0 0-38 0,0 0-39 0,3 21-55 16,4-6-67-16,3-3-64 0,-2 12-224 0,1-6-409 16,0 9 181-16</inkml:trace>
  <inkml:trace contextRef="#ctx0" brushRef="#br0" timeOffset="-99428.5">10402 13838 109 0,'0'0'265'16,"2"-6"-31"-16,-2 6-26 0,0 0-24 0,0 0-17 15,0 0-17-15,0 0-12 0,0 27-16 0,0-14-3 16,6 5 11-16,-6 1-15 0,7 0-14 0,-4 8-5 16,2 1-9-16,-1 5-10 0,-3-4-7 0,9 11-8 15,-5-1-6-15,-5-6-7 0,7-3-2 0,-4 2-4 0,0-1-6 16,1 0-3-16,2-2-2 0,-4 1-3 15,0-3 0-15,1-5-6 0,-3-3-2 0,7-2 0 16,-6-2 1-16,1 4-3 0,3-11-11 0,-5 0-22 16,0-1-18-16,0 0-45 0,0-7-63 0,0 0-57 0,0 0-40 15,0 0-132-15,16-17-398 0,-9 0 177 0</inkml:trace>
  <inkml:trace contextRef="#ctx0" brushRef="#br0" timeOffset="-99116.04">10394 13830 259 0,'-7'-14'320'0,"-1"9"-3"0,3-5-9 0,5 2-9 15,-8 0-9-15,6-1-1 0,2 3-26 0,0 6-10 16,0-13-22-16,0 5-19 0,2 2-28 0,4-2-19 16,-4 5-20-16,3-4-11 0,5 2-16 0,-5 1-7 15,10 1-14-15,-7-2-12 0,0 4-15 0,7-1 0 16,-2 4-16-16,-4-1 4 0,4 3-15 0,-3-1 2 15,-10-3-11-15,21 5-6 0,-9 0 0 0,-4 2 7 16,2 3-18-16,-5-2 0 0,2-1-4 0,-4 5-11 16,0-2-1-16,-1 0 0 0,5 7-8 0,-12-7-9 0,3 7-16 15,-1-2-7-15,-2-3-10 0,-4 2-11 0,3-1-16 16,-6-1-13-16,1-2-16 0,1 1-11 16,-4-2-14-16,3 0-24 0,4-2-31 0,-4 0-35 0,-1-6-33 15,9 2-33-15,-2 0-178 0,5-3-502 0,0 0 223 16</inkml:trace>
  <inkml:trace contextRef="#ctx0" brushRef="#br0" timeOffset="-98662.96">10599 13870 137 0,'10'4'171'0,"-10"-4"-10"0,8 5-3 15,-8-5-5-15,5 7-13 0,2-3-13 0,-4-1-9 16,2 2-14-16,3 2-6 0,-3-1-10 0,-3 0-8 15,6-2-8-15,-1 4-4 0,-5 1-8 0,4-3-5 16,2 2-7-16,-1-4-4 0,-5 2-6 0,3-1-4 16,-4 0-2-16,-1-5-2 0,0 0 3 0,0 8-5 0,0-8 21 15,0 0 4-15,-11 2 10 0,11-2-1 0,0 0 10 16,0 0 4-16,0 0-4 0,-25-7 5 16,17 3-1-16,6 0-4 0,-3-4-5 0,3 2-7 0,-4-2-9 15,6 1-5-15,0-3-7 0,6 0-5 0,-1 1-3 16,5-2-6-16,5-1-10 0,0 1-8 0,2 2 0 15,2 0-7-15,1 0-3 0,5-1 0 0,-5 4-1 16,10-8-4-16,-12 8 0 0,4-1 3 0,-4-1-4 16,-2 0 5-16,1 4 1 0,-4 4 0 0,-3-6-1 15,-2 3-3-15,2-3 1 0,-10 6 0 0,12-1-3 16,-7-1 6-16,-5 2 0 0,0 0 0 0,0 0 1 16,0 0 2-16,0 0 0 0,0 0 3 0,0 0-2 15,0 0 1-15,-13 15 3 0,4-12 1 0,1 5-4 0,0-4 1 16,-6 5 4-16,1 1-3 0,3-3-1 15,4 2 0-15,-6 2 0 0,4-2 0 0,0 3-2 16,1-4 3-16,-1 2-4 0,6 1 5 0,4 1-1 0,3-3 1 16,-2 2 3-16,12-1-4 0,5 0-21 0,0 1-31 15,9-4-33-15,3 4-29 0,-1-6-25 0,4-4-18 16,15 2-30-16,-2-4-14 0,-5-2-15 0,1-1-118 16,-11 1-357-16,1-2 158 0</inkml:trace>
  <inkml:trace contextRef="#ctx0" brushRef="#br0" timeOffset="-98022.4">11456 13898 61 0,'0'-7'123'15,"0"7"18"-15,-8-13 14 0,-2 7 12 0,-3-2 5 16,-4 3 0-16,-1-4-1 0,2 7-3 0,-6-3 2 16,-1 2-1-16,-5 2-9 0,0 0-7 0,5 2-15 15,1 0-10-15,0 4-10 0,4-2-9 0,-5 4-14 16,-5 1-9-16,11-1-6 0,-2 1-10 0,4 0-9 16,1 4-7-16,6-1-3 0,-5 1-2 0,6 0-9 15,-1 3-5-15,1-1 2 0,7-2-6 0,0 3 0 0,2 2-5 16,3-7 1-16,3 2-2 0,1 1-4 15,4 1-7-15,2-8-12 0,5 1-9 0,-1-2-11 16,5-2-12-16,-6-3-6 0,10-4-8 0,-7-3-4 0,-1 5-2 16,3-6 3-16,1-6 6 0,-8 2 0 0,7-6 7 15,-1-1 3-15,-4-1 0 0,-1-5 8 16,-7 3 4-16,0-5-1 0,-6-4 5 0,1 3 16 0,0 0 18 16,-3-7 4-16,-2 8 20 0,0-3 10 0,0 11 14 15,-2-7 18-15,-1 6 9 0,1 1 17 0,-4 3-12 16,-1 0 0-16,6 6-12 0,-4 2-9 0,3 1-9 15,2 1-7-15,0 6-9 0,-13-3-11 0,13 3-6 16,0 0-2-16,-12 9 2 0,7 1-16 0,-1 2 6 16,4 5-4-16,-1 1-2 0,3 4 0 0,-2 1 10 15,4 2-10-15,1 2-3 0,-1-2 0 0,4-3-5 16,1 0 2-16,1 7-4 0,-1-7 5 0,3 1-7 16,0-4 9-16,1-2-7 0,-6-2-15 0,10-1-7 0,-2 1-17 15,4-7-23-15,-2 4-17 0,-7-5-24 0,12-2-31 16,-9-2-28-16,3-1-39 0,5-2-11 15,-7-3-22-15,1 0 10 0,2-3-8 0,0-2 15 16,-2-1 3-16,-6 1 9 0,6-3 9 0,-3-4 18 0,-3 3 18 16,-4-6 24-16,4 5 30 0,-2-1 44 0,-5-1 31 15,1 6 30-15,1-1 27 0,3-3 29 0,-5 6 29 16,0 0 17-16,0-3 16 0,0 6 5 0,0 4 12 16,0-12-6-16,0 12-5 0,0-6-8 0,0 6-11 15,0-8-12-15,0 8-5 0,0 0-18 0,0 0-10 16,0 0-8-16,0 0-5 0,0 0-6 0,0 0-5 15,0 0-2-15,-13 14-6 0,13-14-3 0,-2 13-5 16,2-5-2-16,-5-1 3 0,5 1-8 0,0 1-1 16,0 0-4-16,0 2 2 0,0 2-6 0,5-6 5 15,-3 5-19-15,3-4-17 0,-5 0-29 0,8 0-37 16,-6 3-50-16,6-3-59 0,3-4-69 0,-4 2-173 16,6-1-471-16,4-4 208 0</inkml:trace>
  <inkml:trace contextRef="#ctx0" brushRef="#br0" timeOffset="-97788.05">11955 13785 156 0,'-5'0'272'0,"-5"-1"-16"0,10 1-22 16,-17 0-25-16,11 1-13 0,-3 3 2 0,-1 3-13 15,0-2-15-15,4 3-15 0,-2-1-16 0,4 2-16 16,-1 4-11-16,-3-3-7 0,5 5-9 0,-1-6-8 15,4 5-9-15,0-2-7 0,4 3-6 0,-1 0-1 16,0-2-11-16,7 1-1 0,-5-7-7 0,8 5-7 16,2-3-2-16,0-2-23 0,2 1-25 0,-1-5-29 15,4 2-45-15,3-5-31 0,-1-4-47 0,-2 0-36 16,-4-4-38-16,6 1-158 0,-1-4-428 0,1-2 190 16</inkml:trace>
  <inkml:trace contextRef="#ctx0" brushRef="#br0" timeOffset="-97083.58">12210 13445 185 0,'-4'-7'299'0,"-1"2"-8"0,4-2-13 15,1 7-26-15,-5-7-26 0,1 2-26 0,4 5-21 16,0 0-17-16,0 0-21 0,0 0-13 0,-13 12-12 16,13-12-9-16,0 15-13 0,0-3-10 0,0 3-7 15,3 2-8-15,1 5-6 0,-4 1-4 0,6 3-4 16,-2 1-8-16,2 1-6 0,1 0-2 0,1 2-4 0,2-3-2 15,0 5-1-15,-2-3-3 0,4-2-3 16,-2 1-10-16,1-1-25 0,1-2-19 0,-7-5-27 16,5-2-32-16,-5-2-31 0,-2-1-28 0,2 0-23 0,0-4 2 15,-3-3-1-15,-1-3 2 0,4-2-4 0,-5-3 18 16,0 0 16-16,0 0 15 0,0 0 35 0,0 0 13 16,-18-16 26-16,12 9 26 0,1-4 22 15,-4-4 33-15,6 6 14 0,-5-6 34 0,-1 0 18 0,3 2 9 16,1-1 12-16,0-1 5 0,2 0 6 0,-1 1-5 15,4 3 1-15,-5-1-7 0,10 1-9 0,-1 0-10 16,1 2-10-16,1-1-10 0,2 1-9 0,-3 6-7 16,7-5-7-16,0 4-6 0,-1-1-8 0,7 4-2 15,-9-1-7-15,9 4-2 0,-7-1-7 0,4 1 2 16,0 4-6-16,0 2-4 0,-2-4 3 0,2 2-3 16,-6 2-7-16,-1-3 4 0,3 3-6 0,-1 4 8 15,-5-6-11-15,4 2-3 0,-3 1 1 0,1-2-3 16,-4 2 0-16,2 0-3 0,-3-6 1 0,-2 4 1 15,0 1 1-15,0-1-3 0,0-7-1 0,0 11 6 16,0-7-5-16,0-4 1 0,0 0 1 0,0 9 1 16,0-9 2-16,0 0 1 0,0 0 2 0,0 7 3 0,0-7-2 15,0 0 1-15,0 0-3 0,0 0 1 0,0 0-1 16,0 0-1-16,0 0 1 0,0 0-6 0,15-19 3 16,-15 16 1-16,8-1 4 0,-1-1-4 0,-3 2-4 15,8 1 1-15,0 0 0 0,-7-3-3 0,6 2 5 16,2 3-3-16,-4 0 0 0,4 3-5 0,0-1 6 15,-1 1-2-15,-2-3 1 0,3 4-4 0,-3 3-4 16,0-2 4-16,5 3 4 0,0-1-2 0,-10 0 0 16,6 0 1-16,1 1-1 0,-7 0-1 0,5-3 2 15,-9 2 0-15,4 0 0 0,-5-3 2 0,0-4-1 16,9 6 8-16,-8-3-1 0,-1-3 31 0,0 0-7 16,0 0 16-16,0 0 9 0,0 0 8 0,0 0 7 15,-16-15 0-15,7 7-6 0,4 1 1 0,-3-3-7 0,3 0-3 16,4-6-12-16,-9 5-9 0,5-5-27 15,5 1-44-15,-7-2-48 0,5-2-63 0,-4 6-85 16,6-9-105-16,0 6-254 0,-4-14-640 0,4 3 285 0</inkml:trace>
  <inkml:trace contextRef="#ctx0" brushRef="#br0" timeOffset="-96896.09">11773 13360 51 0,'-12'-2'334'0,"7"-4"-25"16,-3 2-24-16,3 0-29 0,-2-4-24 0,7 8-27 15,-2-5-19-15,2 5-20 0,0 0-24 0,0 0-39 16,0 0-52-16,0 0-57 0,0 0-72 0,24 10-79 16,-19-3-190-16,3 5-375 0,-6 0 166 0</inkml:trace>
  <inkml:trace contextRef="#ctx0" brushRef="#br0" timeOffset="-95224.39">10225 15562 293 0,'0'0'306'0,"0"0"-19"0,3-4-13 0,-3 4-21 0,0 0-16 15,0 0-15-15,0 0-14 0,0 0-11 16,0 0-30-16,0 0-21 0,0 0-11 0,0 0-16 16,0 0-19-16,0 0-5 0,0 0-10 0,0 0-11 15,0 0-12-15,0 0-7 0,0 0-3 0,0 0-3 0,0 0-4 16,0 0-7-16,0 0-4 0,0 0 3 0,0 0-10 16,0 0-2-16,0 0-1 0,0 0-2 15,0 0-2-15,0 16 8 0,0-16-15 0,0 0-16 0,0 0-19 16,0 0-29-16,0 0-41 0,0 0-57 0,0 0-90 15,0 0-291-15,0 0-572 0,0 0 254 0</inkml:trace>
  <inkml:trace contextRef="#ctx0" brushRef="#br0" timeOffset="-93823.54">13688 13590 284 0,'13'-14'277'0,"-3"1"-2"0,1-4-9 0,12 0-11 16,-13 3-5-16,5-6 2 0,4 1-5 0,-11 4-8 16,-2-1 0-16,4-3-5 0,-5 0-2 15,4 2-10-15,-3-2-22 0,-6 0-18 0,0-2-9 0,-1-1-10 16,-4 7-15-16,-5-2-17 0,5-1-13 0,-4 1-9 16,-5 3-13-16,2 1-11 0,-3 4-7 0,0 1-10 15,0-1-6-15,-1 5-11 0,-1 0-1 0,-3 4-10 16,-1 0-5-16,3 4-3 0,-2 0-3 0,0 5-7 15,3 2-5-15,1 3 0 0,1 2 2 0,0 5-6 16,2 5-6-16,3-6 3 0,6 10-3 0,1 2 1 16,-2 10 1-16,5-3-2 0,7 2-1 0,-1 0-1 15,4 4 2-15,2 2 0 0,-4-1 0 0,7 0-1 16,-2 1-2-16,4 0 3 0,-4-4 0 0,-6 3 2 16,4-3-4-16,1-1-3 0,-5 1 1 0,-7-13 0 15,0 11 5-15,0-8-3 0,-4-3-1 0,-6-3 1 0,4 1-2 16,-6-2-3-16,-1-2-32 0,0-3-27 0,-1-3-23 15,6 0-31-15,-7-5-21 0,9-1-24 0,-3-2-30 16,3-1-24-16,-3-2-43 0,4-2-52 0,5-5-62 16,-8 0-207-16,8 0-623 0,0 0 276 0</inkml:trace>
  <inkml:trace contextRef="#ctx0" brushRef="#br0" timeOffset="-93589.19">13459 13999 246 0,'-8'-4'308'0,"8"4"-4"0,-5-6-2 0,5 6 7 0,0 0-9 15,-2-7-8-15,2 7-11 0,0 0-22 0,0 0-27 16,2-10-32-16,1 6-18 0,7 3-17 16,3-3-16-16,1 1-15 0,2-1-11 0,6 1-15 0,7 2-10 15,0-3-14-15,-1 1-33 0,2 2-28 0,1-2-31 16,-3 3-39-16,-6-1-43 0,-1 1-44 0,-1 0-55 15,2 1-60-15,-3 2-61 0,-4-3-211 0,0 1-564 16,-2-1 250-16</inkml:trace>
  <inkml:trace contextRef="#ctx0" brushRef="#br0" timeOffset="-92995.5">13908 14192 317 0,'0'0'303'0,"0"0"-21"16,-4-11-22-16,4 11-5 0,-6-3-17 0,6 3-27 15,0 0-24-15,0 0-26 0,0 0-10 0,0 0-20 16,0 0-14-16,0 0-8 0,-15 15-11 0,15-6-13 16,0 1-8-16,-2 0-1 0,-1-2-7 0,3 9-9 15,-2-2-7-15,2-3 4 0,0 0-15 0,2-2-3 16,-2 4-5-16,0-1-5 0,3-5-2 0,-1 4-8 16,-2-5-7-16,8 1-1 0,-6 0-2 0,3-4 2 0,3-3-4 15,-8-1 1-15,7 2 0 0,-7-2 0 16,16-3-1-16,-8-3 0 0,1 0 1 0,-3 0-4 15,1-2 0-15,1-1-3 0,-1 4 3 0,-4-2 4 0,5 0 6 16,-3-5 3-16,0 4 2 0,4-2 3 0,-4 2 3 16,0 4-6-16,1-1 1 0,-1-2 5 0,-1 4-15 15,4 0-4-15,-8 3 2 0,8 0 0 0,-8 0 1 16,12 6-4-16,-7-2 1 0,3 3 0 0,-1-2-3 16,1 3-2-16,-2 2 4 0,6-3-2 0,0 6-1 15,1-4 3-15,-5-3-1 0,0 9-1 0,4-6-1 16,-2-6 2-16,-3 3 1 0,6-3 0 0,-3 1-1 15,0-4 0-15,-10 0 2 0,16-4 13 0,-3 3 25 16,-3-7 14-16,-3 5 8 0,1-8 3 0,-1-1-10 16,-1-1 2-16,-4-2-1 0,5-3-3 0,-6 1 0 15,3-2-9-15,-1 3-6 0,-3-4 0 0,0 2-5 16,-3 0-5-16,3 1-4 0,-4 2-8 0,3-1-19 0,1 5-32 16,0-1-39-16,0 4-24 0,-2 0-38 0,-3 5-50 15,5-5-52-15,0 8-50 0,-8-3-62 16,8 3-205-16,0 0-598 0,0 0 265 0</inkml:trace>
  <inkml:trace contextRef="#ctx0" brushRef="#br0" timeOffset="-92525.29">14504 13638 118 0,'0'-8'325'0,"0"-2"1"0,0 1-7 0,0 1-17 15,-5 1-12-15,1-4-5 0,4 7-10 0,0 4-18 16,0-9-15-16,0 9-17 0,-5-6-43 0,5 6-13 16,-8-1-18-16,8 1-19 0,-13 11-13 0,3-4-4 15,3-2-13-15,-8 7-7 0,2 5-5 0,-3 4 0 16,1 2 6-16,1 1-3 0,-2-2-10 0,-1 3-8 15,4 0-2-15,5 2-9 0,-5-2-5 0,6-9-8 0,0 11-11 16,6 0 7-16,-1-7-5 0,2 1-3 0,2-3 0 16,-1 0-4-16,6 0-4 0,3-2-4 0,1 3-26 15,-4-4-25-15,8-5-37 0,2 1-37 0,-1-1-36 16,1-4-41-16,-1-2-59 0,1 3-59 0,4-6-66 16,-11-1-262-16,10-5-673 0,-7 0 297 0</inkml:trace>
  <inkml:trace contextRef="#ctx0" brushRef="#br0" timeOffset="-92322.18">14379 13872 67 0,'0'0'318'0,"-14"-5"-2"16,14 5-1-16,-7-3-10 0,7 3 7 0,-3-4-19 0,3 4-26 16,0 0-31-16,0 0-5 0,10-8-44 0,4 6-18 15,-2 2-10-15,3-2-24 0,1 2-5 0,4 0-17 16,-3 0-33-16,6 0-33 0,-6 0-27 0,2 2-34 15,1-2-44-15,-3 2-54 0,1-2-57 0,-1 0-58 16,-2 5-60-16,-4-5-186 0,1 0-511 0,-12 0 227 16</inkml:trace>
  <inkml:trace contextRef="#ctx0" brushRef="#br0" timeOffset="-91884.73">14792 13422 106 0,'1'-5'321'15,"3"-5"-5"-15,4 2-18 0,-8 1-24 0,5-1-8 16,-2 3-6-16,-3-6-10 0,7 6-14 0,-7-2-14 0,0 7-18 16,1-8-15-16,-1 8-10 0,7-12-26 0,-7 12-4 15,0-3-23-15,0 3 4 0,0 0-29 0,0 0-12 16,2-4-14-16,-2 4-11 0,0 0-5 0,0 0-10 15,0 0-7-15,0 0-2 0,0 0 17 0,6 12-24 16,-6-3-4-16,5-1-7 0,-3 2 0 0,0 6-2 16,1 2-3-16,5 8-2 0,-6-2 0 0,3 3-2 15,3 11-4-15,-1 2 5 0,1 2-1 0,-6-3-2 16,3 1-11-16,3 2-4 0,-2-1 27 0,3-1-19 16,-4 2 3-16,-4-11-3 0,1 9-4 0,-2-9 4 15,-2-2-2-15,-4 3 21 0,2-5 11 0,1-2 1 16,-5 0 23-16,0-5 13 0,3-1 19 0,-5-3 15 0,-4 0 10 15,8-2 11-15,-9-4 10 0,0 0 0 0,-7-2 2 16,-1-2-10-16,3-1-12 0,-11-1-5 16,6-3-12-16,-3-1-11 0,0 0-6 0,5-1-9 0,0-3-6 15,3-1-5-15,5 3-15 0,3-2-26 0,1 1-40 16,-3-2-46-16,6 1-53 0,6-2-70 0,2-3-35 16,0 1-45-16,9 1-51 0,-1-1-58 0,5 1-54 15,2-1-317-15,2-1-808 0,-2-1 358 0</inkml:trace>
  <inkml:trace contextRef="#ctx0" brushRef="#br0" timeOffset="-91400.41">14863 13399 167 0,'8'-16'312'0,"-6"-2"-5"0,3-2-10 0,1 1-20 0,-4-1-10 16,5 3-23-16,-1-2-21 0,-4 0-15 0,6 1 12 16,-1 0-24-16,-1 1-17 0,1 1-10 0,1 1-15 15,-3 3-8-15,-3 3-21 0,6 0-9 0,-3-1-12 16,3 3-17-16,1 3-11 0,1 0-7 0,-1 2 11 15,3 2-30-15,-12 0-3 0,27 6-8 0,-13-3 2 16,3 5-14-16,0 2 2 0,-3 0 3 0,5 4-12 16,2 4-3-16,-1 1-1 0,-5-5-3 0,5 7-6 15,1 1 9-15,-6 0 0 0,0 0-1 0,-2-5-11 0,1 3 0 16,-5 0-5-16,1-1 11 0,-1-4-4 16,-1 1 5-16,-5-1-7 0,2-3 5 0,4 0-8 15,-6-8 2-15,2 2 0 0,-2 3 10 0,2-6 0 0,0 5 7 16,-5-8-4-16,0 0-14 0,0 0 6 0,0 0-2 15,15-14 1-15,-12 6-1 0,1 0-1 0,2-9 2 16,-3 3-1-16,1-1-3 0,-1 0-22 0,4-2-3 16,-4 0-26-16,0-2-21 0,4-3-27 0,-4 7-32 15,2-2-31-15,-3 0-33 0,5 2-34 0,-6 5-29 16,1-2-42-16,-2 2-214 0,-2 3-553 0,-1 2 245 16</inkml:trace>
  <inkml:trace contextRef="#ctx0" brushRef="#br0" timeOffset="-90962.95">14798 13715 117 0,'-1'-7'315'16,"1"7"-18"-16,0 0-18 0,8-13-11 0,-3 10-25 15,-2-3-17-15,4 1-22 0,1 2-22 0,-3-2-16 16,7-2-16-16,1 3-8 0,-7 3-18 0,8-3-23 16,1 1-5-16,-2 0-7 0,2 2-11 0,1 1-11 15,-1 1-4-15,0 1-10 0,2-1-4 0,-8 6-4 16,3-3-4-16,1 2-4 0,2 0-3 0,-8 2-6 15,8 0-3-15,0 0-2 0,-5 4-5 0,-1-6 3 16,0 0-3-16,2 8-2 0,-4-7-2 0,6-1-3 16,-8 3 5-16,-2-3-7 0,6 1 1 0,-4-2 8 0,3 0-3 15,-1-4-1-15,3-1 30 0,-10 0 7 0,19 0 10 16,-19 0 8-16,17-6-7 0,-4-2 1 16,0-1-5-16,2-1 9 0,-3 0-1 0,-1-4-5 0,4-1-17 15,0 2 4-15,0-2-9 0,-2-4-6 0,-4 4 4 16,4 3-6-16,-3-1-15 0,0-2-28 0,0 4-35 15,-5 4-55-15,3-1-75 0,-6 1-83 0,1 5-93 16,-3 2-251-16,3-4-654 0,-3 4 289 0</inkml:trace>
  <inkml:trace contextRef="#ctx0" brushRef="#br0" timeOffset="-59198.29">15594 12246 134 0,'5'-5'165'0,"-5"5"-3"0,5-5 4 0,-5 5 2 0,4-8-5 16,2 6-4-16,-6 2-4 0,2-5 0 0,-2 5-11 15,3-7 5-15,-3 7-4 0,0 0-2 0,0 0-1 16,8-4 2-16,-8 4 11 0,0 0-8 0,0 0-5 15,0 0-7-15,0 0-7 0,0 0-24 0,0 0-4 16,0 0-9-16,0 0 14 0,-11 16 14 0,-1-5 0 0,1 4 1 16,-4-3 1-16,-8 7-3 0,4 1 0 15,-4-6-5-15,-2 8-4 0,-6 5-5 0,6-5 7 16,-13 9-13-16,3-1-5 0,-3-3-12 0,3 0-6 0,-4 1-8 16,7-1-5-16,-2 0-6 0,4-6-4 0,8 0-4 15,-8-1-6-15,1-1-4 0,7-4-4 16,-4 3-4-16,7-8-4 0,5 2-2 0,-1-4-14 0,6-1-27 15,1-2-28-15,1-2-17 0,1 1-35 0,6-4-37 16,0 0-43-16,0 0-46 0,0 0-58 0,0 0-68 16,30-12-319-16,-14 4-722 0,-1-3 319 0</inkml:trace>
  <inkml:trace contextRef="#ctx0" brushRef="#br0" timeOffset="-58620.23">15124 12385 279 0,'0'0'308'0,"-3"-9"-19"0,3 9-18 16,3-5-27-16,2 0-27 0,-5 5-18 0,0 0-14 16,0 0 17-16,0 0 6 0,-15 18-7 0,10-3-11 15,-1-2-7-15,2 5-3 0,-1-2-5 0,-3 6-1 16,2 5-12-16,-4-3 0 0,3-1-4 0,-3 1-12 15,-3-1-5-15,1 0-3 0,2-7-2 0,-3 7-5 16,5-4-7-16,-5-3-12 0,3 0-12 0,3-1-9 16,0-4-6-16,4-3-9 0,-4 4-6 0,1-4-5 0,4-1-11 15,2-2-5-15,-5-2-5 0,5-3 1 0,5 9-5 16,-5-9-9-16,15 2 1 0,2 2-14 16,7-4-38-16,6 0-44 0,3 1-34 0,12-6-29 0,-2 5-38 15,3 0-39-15,-1-2-51 0,5 4-58 0,-2 2-68 16,-2-1-301-16,2-2-738 0,-7 1 327 0</inkml:trace>
  <inkml:trace contextRef="#ctx0" brushRef="#br0" timeOffset="-56634.54">15738 11798 72 0,'2'-7'342'0,"0"-3"-13"0,-2 4-29 15,3 3-28-15,-3 3-25 0,0 0-30 0,2-8-21 0,-2 8-15 16,0 0 5-16,0 0 0 0,8 19-7 0,-7-9-9 16,4 5-15-16,-5 3-10 0,2 0-12 0,3 2-22 15,-3-3-3-15,-2 13-11 0,1-7-3 0,-2 4-18 16,1 0-3-16,-7 0-8 0,5-2-4 0,-3-8-4 16,2 3-13-16,-3-4 0 0,1 0-6 0,-2 1 1 15,2-7-5-15,2 1-5 0,-4-2 0 0,4 0-6 16,1-6 0-16,-1 3 11 0,3-6-17 0,0 0 1 15,0 0-4-15,0 0 3 0,15-14-4 0,-7 7-2 0,2-2 3 16,6-3-5-16,-1 1 0 0,4 3-14 16,5-3 11-16,0-1-2 0,-6 4-4 0,2 3 0 15,1 3 3-15,-4-3 0 0,3 5-2 0,-2 4-5 0,-7-3 3 16,4 1 17-16,-2 3-20 0,-4 3-4 0,1-1 16 16,-7 2-8-16,5 2-7 0,-4 4 1 0,-1-2 3 15,-6 1-1-15,-1 2 8 0,-4-1 1 0,5 1-4 16,-9 0 0-16,2-2-1 0,-1 2-5 0,-9-8 7 15,5-4 2-15,0 7-8 0,-8-7 10 0,3-1-6 16,3 2 17-16,-4-4-17 0,-1-1 4 0,9-1 0 16,-7 1-4-16,7-5 6 0,-2 3-11 0,0-3 9 15,2-2-1-15,3 3-12 0,0 0-8 0,3-1-9 16,2 2 6-16,1-6-33 0,4 9-11 0,0-9-18 16,4 3-18-16,1 0-18 0,5 1-18 0,2 1-17 15,6 0-14-15,0-3-4 0,11 3-13 0,-1-2 7 16,1 0-6-16,6 2 3 0,-3-3 7 0,4 4 11 0,-3-1 19 15,0 3 10-15,-6-6 12 0,1 3 11 16,-8-1 17-16,3-2 10 0,-2-1 17 0,-4 4 18 16,-2-2 15-16,-2-2 25 0,0 3 23 0,-4-2 8 0,-3 3 22 15,3-2 13-15,-3-4 16 0,-6 3 8 0,2 3 2 16,-2-2 5-16,0 6-1 0,-2-10-3 0,-4 6 0 16,2-3-4-16,4 7-2 0,-16-1-2 0,6 1-8 15,10 0-9-15,-20 0-3 0,7 4-3 0,-1 4-5 16,3 2 0-16,-2-2-8 0,1 2-4 0,-3 5-5 15,8-4-2-15,-2 5-2 0,4-1 0 0,-4 1-5 16,6-1-5-16,0 2 4 0,3-7-3 0,0 9-3 16,0-11 1-16,1 4-2 0,1-1-3 0,1-7 1 15,7 4-3-15,-5-4 0 0,3-2-1 0,1 4-4 16,-9-6-1-16,20-11-6 0,-10 7-6 0,4-5 7 16,-2-6-1-16,3 4 0 0,-5-6-4 0,3 2 2 15,4-4 2-15,-6 0-4 0,-7 1 4 0,9 0-2 0,-10 2 2 16,0-2 3-16,6 2 12 0,-8 5 16 0,3-1 2 15,-3 4 0-15,-1-1-2 0,0 0-2 16,0 3-5-16,0 6-5 0,0-6 3 0,0 6-8 0,0 0 1 16,0 0-1-16,0 0-1 0,0 0 0 0,-15 16-2 15,15-5 1-15,-3-4-3 0,1 1 1 0,2 1 0 16,0 0-2-16,2 1 0 0,1 1-4 0,-3-4 2 16,4 2 4-16,2-2-8 0,-2-2 4 0,-3 3 3 15,9-1-9-15,-5-2 13 0,5-5-6 0,-5 2-1 16,-5-2-5-16,15 0 6 0,-7-4-2 0,1 0 0 15,2-2 0-15,-3 0-3 0,2-3 5 0,4 2-3 16,-6-4-6-16,5 2 9 0,-6 0-2 0,-1 1-3 0,1-2 6 16,1 0-6-16,-1 3-1 0,1-2-1 0,-3 2 7 15,0 3-6-15,3-1 0 0,-3 3-3 16,-5 2-1-16,10-1 3 0,-10 1 0 0,0 0-5 0,22 3 4 16,-14-2 2-16,0 7 1 0,2 1-3 0,-1 0 3 15,5 0-3-15,-4 5 2 0,4-2 1 0,-8 1 0 16,4 1 0-16,3 0-2 0,-11 0 6 0,8-1-3 15,0 0-6-15,-10-8 6 0,2 6-8 0,-2-2 6 16,0-2 1-16,-2 1 2 0,2 0 0 0,-8-4-5 16,1 0 5-16,-3 1 0 0,0-3 0 0,0-2-1 15,-5 0 2-15,15 0-2 0,-20 0-1 0,11-2 3 16,0 0-1-16,9 2 2 0,-20-7 6 0,14 4-9 16,-1 2-1-16,4-6 0 0,-4 2-1 0,7-3 2 0,0 8-6 15,7-12-7-15,-1 6-3 0,-2 1-9 16,11 0-7-16,-4-2-9 0,1 0-11 0,1 1-13 15,9-1-7-15,-1-3-8 0,1 3-4 0,6-1-11 0,-3 1-6 16,-1 4-4-16,3-7-2 0,4 1 19 0,-1 2 4 16,2 2 6-16,-8-1 9 0,0-3 12 0,-6 6 5 15,0-2 8-15,-1-1 18 0,2 0 25 0,-4 0 5 16,-6 3 18-16,2-3 7 0,-1 4 10 0,-5-2 12 16,3-2 12-16,-1 3 4 0,-7 3-2 0,7-7-2 15,-7 7-2-15,1-7-4 0,-1 7 3 0,0 0-11 0,-13-7 2 16,3 4 4-16,10 3-10 0,-16 3-1 15,4 3-5-15,4-5-2 0,-6-1-6 0,0 3-8 16,7 2 2-16,-3 1 0 0,2 2-4 0,-2-1-7 0,5-1 1 16,-5 4 2-16,8-1-1 0,-4-1-4 0,6 4 4 15,0-2-6-15,0 4-1 0,3-5-14 0,4 4-5 16,4-2-21-16,-4-7-8 0,6 7-18 0,2-3-21 16,1-3-14-16,6 3-13 0,-1-3-9 0,-4-3-3 15,3 1-10-15,3-3 11 0,-10 0 17 0,9-3 4 16,-14 1 15-16,7-5 10 0,-5 3 18 0,-5-2 8 15,3-2 26-15,-6 1 18 0,-2-2 19 0,-2 1 27 16,-4-4 13-16,2 2 5 0,-7 2 9 0,1-2 8 0,-2 1 6 16,-3 0 0-16,0 1 0 0,-1 4-1 15,1-2 1-15,0 3-9 0,-2 3-1 0,3 0-7 16,2 0-7-16,-10 3-9 0,16 0-5 0,-4 3-4 0,2-1-5 16,-2-1-1-16,5 5-12 0,-2 0 4 0,5-1-4 15,2 1 8-15,2-2-12 0,5 5 2 0,-2-4-8 16,5 0 3-16,-2 4-3 0,8-1 6 0,-1-7-10 15,4 4-5-15,-5-8 7 0,3 2-18 0,-2-2-5 16,8 0-1-16,-10-7 0 0,9 1 0 0,-7 1-5 16,1-6 4-16,-1-4 1 0,0 0 0 0,-3 0 6 15,3-9-2-15,-6 0 1 0,0-3 2 0,2-3-4 16,-7-2-1-16,4-8 4 0,-1-2-3 0,-7 2 1 16,0 8 13-16,0 2 18 0,0-3 17 0,0 5 11 15,0 2 11-15,-4 2 7 0,1 5 14 0,1 3-7 16,1 3 0-16,-4 4-9 0,5-1-12 0,-2 2-4 15,4 3-17-15,-2 5-5 0,0 0-4 0,0 0 3 0,0 0-5 16,0 0-2-16,-4 23-8 0,1-8 5 0,6 1-2 16,-1 4-9-16,5 5 7 0,-1 3-17 15,-2-5-25-15,4 4-26 0,0 0-23 0,2 4-27 0,-2-8-30 16,6 1-40-16,-5 3-46 0,0-4-34 0,4-4-40 16,2-3-250-16,-7-1-585 0,0 0 258 0</inkml:trace>
  <inkml:trace contextRef="#ctx0" brushRef="#br0" timeOffset="-56072.1">17604 11874 90 0,'0'0'239'0,"-15"7"-17"16,11-2-8-16,-2 0-16 0,6-5-15 0,-5 9-15 0,2-4-15 15,-1-2 9-15,1 5-18 0,1 1-8 0,2-2-15 16,2 1-12-16,1-1-8 0,-3 1-11 0,7-2-10 16,-5 3-5-16,1-3-9 0,3 4-6 0,-2-7-7 15,2 5-3-15,4 3-2 0,2-10-5 0,-10 3-5 16,-2-4-4-16,14 2-8 0,-14-2-7 0,12-2-2 16,-12 2-1-16,13-5-3 0,-11-3-2 0,6 1-3 15,-6 0-2-15,-2-6 1 0,3 1 0 0,-3 3-1 16,0-8 0-16,0 5 0 0,0-4-5 0,0 0 7 15,0-1 1-15,2 7 10 0,-2-1 5 0,0 0 9 16,0 4 5-16,0-5 6 0,0 4-6 0,6 0-2 16,-6 1-3-16,2-2-5 0,-4 2-3 0,2 7-8 15,0 0 1-15,9-3-3 0,-9 3 0 0,0 0-2 0,15 12-3 16,0-5-1-16,-7 0 1 0,0 1-3 16,4 3 1-16,-4 1 0 0,5 2-3 0,-3-2-4 15,3-2-6-15,-3 2-4 0,2 0-2 0,-6-5 1 0,3 3-2 16,-3-5 2-16,3 3 3 0,-3-1 1 0,-2-2 0 15,2 1 3-15,-1-5 1 0,-3 4 1 0,-2-5 1 16,0 0-2-16,0 0 4 0,0 0 1 0,15-10 11 16,-14 3 8-16,6 3 4 0,-5-4 6 0,4-2 16 15,-6 1 6-15,7-3 3 0,-2-2 7 0,-2 5 10 16,2-1-2-16,3-2 0 0,-1 0-1 0,1 3-2 16,-1 2-1-16,1-1-3 0,-1 0-8 0,-6 3-1 15,6-2-12-15,0 4-10 0,-2-1 0 0,-5 4-4 0,11-4-8 16,-11 4-1-16,15 3 8 0,-3 2-35 15,-6 0-28-15,4 2-31 0,-3 0-39 0,1 1-41 16,-1 2-56-16,1-1-53 0,-1-1-58 0,1 3-260 0,-3-2-620 16,0-2 274-16</inkml:trace>
  <inkml:trace contextRef="#ctx0" brushRef="#br0" timeOffset="-55556.53">18678 11687 254 0,'-13'-7'261'0,"-2"2"-8"0,0-2-13 0,-3 4-13 15,-1 2-7-15,1-2-14 0,-2 2-15 0,0-3-7 0,4 4-24 16,-2 2-16-16,-1 1-11 0,5 1-16 0,-3 2-11 15,2 3-11-15,2-2 0 0,1 1-19 16,1 4-9-16,-3 2-2 0,13-2-6 0,-9 1-7 0,7-2-3 16,1 5-7-16,2 1-1 0,2-5-5 0,1 3-1 15,-1-2-8-15,7 1 2 0,3-4-1 0,-4 2-4 16,1-5-1-16,2-2-8 0,1-2 4 0,4 5-17 16,-2-6-7-16,-1-2-4 0,-5 0-2 0,10-5 0 15,-3-3-1-15,0 1 1 0,0-5 5 0,-3-1-5 16,-1 1 3-16,-1-14 0 0,2 9 3 0,-7-8-2 15,1-5 2-15,1 3-3 0,-5-14 4 0,-2 11 2 16,3-9 10-16,-3-1 8 0,-3 10 10 0,3 0 23 0,-2 0 12 16,-5 1 0-16,6 2 10 0,-4 3 5 15,3 7 13-15,-5 3 5 0,-1 1 3 0,6 0-25 16,-3 4 7-16,4 2-11 0,-6 1-11 0,6 3-7 0,1 3-5 16,-14-3-5-16,14 3-6 0,-8 9-1 0,0-2-10 15,6 5 2-15,0 8-5 0,4-2-1 0,0 6-2 16,4 3-14-16,1 0-5 0,8 4-16 0,0-2-22 15,5 7-23-15,6 0-22 0,-9-9-22 0,11 6-29 16,2-2-21-16,-9-8-26 0,4-2-30 0,0-3-12 16,-2-3-24-16,2-3-32 0,-7 0-207 0,-1-4-529 15,1-7 235-15</inkml:trace>
  <inkml:trace contextRef="#ctx0" brushRef="#br0" timeOffset="-55197.19">18977 11736 2 0,'0'-9'90'0,"0"-3"22"0,0 0 18 15,0-3 18-15,-8 0 3 0,0 0 11 0,5 1 3 16,-9 1 1-16,2 1-11 0,-3 0-6 0,3 4-12 15,0 3-11-15,-2-3-14 0,-1 7-8 0,-3 1-12 0,1 1-7 16,6 0-10-16,-2 6-6 0,-1-2-10 0,2 3-3 16,2 2-6-16,0 4-5 0,-1-1-2 15,8 1-8-15,-3 1-1 0,3-1-1 0,1 1-6 0,1-2 0 16,3-1-3-16,-3-3-2 0,4 1 0 0,4-2-1 16,-4 1-3-16,5-6-2 0,-4 0 1 0,6 0-3 15,-12-3 0-15,18-6-3 0,-8 4-2 0,0-5 2 16,-4-1-3-16,3 4 2 0,1-12 0 0,-5 2-2 15,3-1 11-15,-5 2 32 0,2-1 6 0,-3-1 8 16,6 1 16-16,-6 3 7 0,1 0 0 0,-3 1-6 16,2 0-2-16,-2 5 4 0,0-2-21 0,0 7 0 15,8-7-19-15,-8 7-5 0,0 0-4 0,0 0-7 16,0 0 0-16,0 0 2 0,7 19-7 0,-4-9 3 16,4 0-8-16,-2 1-2 0,3 4-1 0,-2-2-14 15,3 1-10-15,-1-1-13 0,4-1-12 0,-6 0-14 16,9-2-17-16,-5 1-11 0,-3-2-22 0,1-5-12 0,2-2-19 15,0 3-22-15,-4-4-18 0,8-2-15 0,-3-4-11 16,-6 3-22-16,5-8 9 0,-3 3-3 0,4-4-135 16,-4-4-374-16,1 0 166 0</inkml:trace>
  <inkml:trace contextRef="#ctx0" brushRef="#br0" timeOffset="-54968.3">19166 11553 513 0,'0'-27'1'16,"-2"-2"11"-16,2 1 26 0,0-1 25 0,2 1 27 0,-4-3 11 15,1 7 33-15,-4-3 22 0,5 7 7 16,-3-1 10-16,-1 5 2 0,3-3 2 0,-3 3 3 0,-2 4 3 0,4 0-8 15,-1 5-7-15,-6-4-13 0,9 6-18 0,-3-1-14 16,3 6-15-16,-5-4-5 0,5 4-19 0,0 0-7 16,0 0-4-16,-15 15 5 0,15-3-24 0,0 0-2 15,0 3-4-15,7 4 7 0,-6 0-21 0,6 11-4 16,1-3 4-16,1 0-3 0,-4 1-5 0,8 3-5 16,-3 0 1-16,5 8 1 0,-7-11-26 0,5-1-16 15,-3 2-18-15,0-4-20 0,-2-1-23 0,-3-5-33 16,2-4-36-16,-2 0-31 0,-2 2-25 0,-1-8-19 15,0-1-22-15,-4-4-181 0,2-4-461 0,-3 6 204 16</inkml:trace>
  <inkml:trace contextRef="#ctx0" brushRef="#br0" timeOffset="-54515.22">19184 11644 72 0,'-13'-11'65'0,"6"-3"16"0,-2 2 9 0,0 0 17 0,-2-3 7 16,7 5 15-16,-1-1 2 0,-1 0 0 0,6-1-9 16,0 5-14-16,0-1-12 0,6 0-11 0,3 1-6 15,2 6-6-15,-4 1-9 0,-7 0-8 0,26 1-12 16,-11 1 3-16,3 3-6 0,2-1 3 0,-1 8-10 15,9-5-1-15,-2 5-17 0,1-1-6 0,-3 0-15 16,-4-2-7-16,3-2-5 0,-1 1-7 0,-2 0-7 16,3-3 13-16,0 1-5 0,2-2-6 0,-5-2 2 15,-4-2 7-15,3 0 2 0,-8 0 8 0,-2-5 3 16,0 3 9-16,-4-8 7 0,-1 5 13 0,-4-2 13 0,0 7 14 16,-5-15 17-16,0 7 6 0,-5 0 8 15,2 0 0-15,-1 1-6 0,-2-1 2 0,-1 7-3 16,-1-3 2-16,-2 2 2 0,-5-3-3 0,5 5-7 0,-1 5-2 15,1 1-9-15,0-1-7 0,0 3-5 0,2 6-4 16,1-4 1-16,1 1-5 0,2 1-4 0,3 0-5 16,-3 0-3-16,8 0-2 0,-3 1 1 0,3-4-1 15,1 2-3-15,1 0-4 0,4-1 2 0,4-3-1 16,-9 1 0-16,6-1 1 0,3 1-6 0,-1-5 0 16,-2 0-2-16,6-2 3 0,-2-1-3 0,-10 0 2 15,22-1 2-15,-9-5-6 0,-3 0 2 0,3-3-1 16,-1 1-4-16,2-1 2 0,-4 1 2 0,5-2-5 15,-6 1 27-15,4-3 26 0,-5 5 8 0,0-1 9 16,-3-2-2-16,4 4 1 0,-4 0 11 0,3 3-8 16,-5-2-7-16,0 0-5 0,-3 5-12 0,9-7-9 15,-9 7 0-15,0 0-10 0,0 0-2 0,0 0 2 0,18 12-8 16,-16-4-16-16,1-1-35 0,-1 4-30 0,1 1-41 16,-3-3-67-16,5 3-82 0,-5-3-106 0,0 0-187 15,0 0-583-15,0 0 259 0</inkml:trace>
  <inkml:trace contextRef="#ctx0" brushRef="#br0" timeOffset="-1048.73">27278 12887 238 0,'-10'1'306'0,"-2"2"-3"0,4-2-1 0,-3 1 5 16,11-2 8-16,-7 6 2 0,7-6 6 0,8 7-2 15,14-2-16-15,19 2-19 0,15 1-19 0,24 4-19 16,9 2-16-16,17-1-5 0,53 2-14 0,-2 7-16 16,4-5-13-16,-1 2-13 0,-6 6-10 0,10-4-14 15,-8-5-13-15,-9 6-12 0,-3-2-8 0,-40-5-15 16,-1-3-7-16,1 4-11 0,-9-5-6 0,-3-2-9 15,-29-3-5-15,-3 3-5 0,-7-3-10 0,-4 0-3 16,-17-4-5-16,1 2-7 0,-10-3-17 0,-3 4-40 16,-2-5-50-16,-5 3-49 15,1-1-48-15,-6 2-49 0,0-3-40 0,-3 4-51 16,-1 1-67-16,-4-6-83 0,3 6-271 0,-3-6-795 16,0 5 351-16</inkml:trace>
  <inkml:trace contextRef="#ctx0" brushRef="#br0" timeOffset="16703.5">21372 13135 6 0,'9'-4'300'0,"-9"4"-6"0,0 0-10 0,0-8-10 0,0 8-12 15,5-4-11-15,-5 4-10 0,0 0-7 0,0-7-4 16,0 7-2-16,0 0-5 0,0-8 2 15,0 8-11-15,0 0-11 0,0 0-16 0,-5-8-25 0,5 8-11 16,-4-4-18-16,4 4-12 0,-6-7-11 0,1 3-12 16,-2 0-2-16,7 4-17 0,-18-11-9 0,11 9-6 15,-6-5-10-15,3-1 0 0,-5-2-6 0,-5 3-7 16,10-2 5-16,-9-2-16 0,-3 4-1 0,-1-6 2 16,-5 1-1-16,-2 0-17 0,-1-2 6 0,1 2-2 15,-10-4-3-15,9 4 8 0,-4 1-11 0,-7-4-5 16,1 3 1-16,1-3 3 0,6 6-1 0,-11 0-3 15,0-8-2-15,17 10-10 0,-10-2 13 0,-3-3-2 0,-4 4-1 16,0 0-1-16,14 1-1 0,-4 2-1 16,5 2-6-16,-6-8 9 0,6 8-4 0,-5 2 9 15,2-6-9-15,0 6-3 0,2 0 3 0,-4 1 2 0,3 1-2 16,-6-1 1-16,7 0-3 0,-4 4 0 0,2 0 2 16,2-3-2-16,-16 2 3 0,13 3-4 0,-11-1 3 15,10-1 7-15,2 2-11 0,-12 3 2 0,4 0-2 16,3-7 0-16,1 5 2 0,6 2 1 0,-2 0-2 15,0-5 4-15,0 8-6 0,1-4 2 0,1 4-2 16,1-2 6-16,0 0-4 0,4 3-2 0,1-4 0 16,-2 1 11-16,6-1-9 0,3-1-3 0,-1 2 3 15,1 1 7-15,0-1-12 0,1 0 5 0,-6 2 0 0,0 0 2 16,2-4-2-16,7 3 0 0,-1 1 1 16,-1 0-7-16,1 0 9 0,-3 0 0 0,3 0-4 15,0 2 2-15,0-3 1 0,0 3 0 0,0 1-1 0,0-1 2 16,2-3-5-16,-3 1 2 0,6 3 1 0,-4-3 0 15,1 4 0-15,0-5 1 0,0 6-6 0,1-5 4 16,-1 10 5-16,3-10-1 0,-3 5 1 0,4-4 2 16,0 3-8-16,0-3 3 0,-1 5 3 0,0-2-3 15,4 2 1-15,-4-1 5 0,0 1-8 0,2-3 6 16,1 1-2-16,-1 3-5 0,6-2 2 0,-11 3 4 16,8-3-2-16,2-1-1 0,-2 2 2 0,-4-3 2 15,8 3-3-15,-8-3 5 0,6 0-7 0,1 3 2 16,-4-1 2-16,6-1-2 0,-2 0 3 0,-4-2-3 15,6 2-1-15,0 0 2 0,0-5 1 0,-5 6-4 16,5-5 5-16,0-2 3 0,0 7-12 0,0-7 8 16,0 7 1-16,0-2-2 0,5 0-2 0,-5-3 2 0,0 0-2 15,0 3 2-15,8-3 1 0,-8 6 1 16,6-3-10-16,-4 0 10 0,5 2 0 0,-7 2-2 16,6-6 1-16,-1 4 3 0,-1-2-1 0,2 3-3 0,1 0 5 15,-1-5-8-15,1 5 3 0,-5-1-4 0,6 2 3 16,-1 0 0-16,1-4 2 0,-1 0-6 0,-1 2 5 15,1 0 0-15,-6 0-3 0,9-4 3 0,-3 4 0 16,-2 2 2-16,5-6-3 0,-5 4 0 0,5-2 0 16,1 0-1-16,-2 0 4 0,-1 0 0 0,2 0-4 15,0-2 3-15,1 1-4 0,1 2 4 0,1 0-1 16,-1-1 4-16,3-2 0 0,-2 1-8 0,2 1 6 16,-4 1 0-16,1-4-4 0,3 6 4 0,-2-9 1 0,2 6-4 15,0-4 1-15,6 6 0 0,-2-5 2 0,-3 2-3 16,1-1 3-16,3 6 0 0,1-11-3 15,-6 4-1-15,3-1 6 0,2-2-2 0,2 6-9 0,-1-3 5 16,2 3 3-16,-6-4 10 0,6 5-7 0,2-4-5 16,-7-2 3-16,10-1 1 0,-6 8-2 0,1-9-1 15,-3-1-2-15,5 7 2 0,-1-6 1 0,-5 0-3 16,9 4 7-16,-7 0-4 0,2-5-5 0,-1 3 4 16,4 0 1-16,-6-1 0 0,7 0 1 0,-7 0-3 15,8 0-1-15,-2 1 2 0,-1 1 0 0,5-4 0 16,-5 2-1-16,3 1 2 0,-8-5-1 0,8 5 1 15,0-1-1-15,-6-1 1 0,4 2-1 0,0-1 2 0,4 4-3 16,0-6 0-16,-7 5 8 0,4-4-6 16,3-1-2-16,-6 4 0 0,3-7 7 0,-1 5-7 15,-6-1-3-15,8-1 6 0,-8 0-8 0,12-2 4 0,-6 1 0 16,7-1 1-16,-11 2 3 0,9 0-5 0,-1-3-1 16,0 2 0-16,-2-3 2 0,0 3 2 0,2 0 0 15,-2-3 1-15,2 1 0 0,-5 1-2 0,4 1 3 16,1-3-6-16,-2 3 6 0,2-2-6 0,6 3 4 15,-6-4 0-15,2 1 1 0,-2-1-1 0,3 0-5 16,-5 3 3-16,0-2 1 0,5 1-2 0,-3-2 3 16,0 1 0-16,-1 4-9 0,1-5 7 0,3-2-1 15,-5 6 3-15,4-3-4 0,-2 5-1 0,-1-10 2 16,3 5-4-16,-6-2 0 0,6-1 1 0,-4 0 9 16,2 2-14-16,1-1 5 0,-3 0 2 0,2-4 3 15,2 2-2-15,1 0 1 0,0-2 1 0,0-1-2 16,-2 2 1-16,14 0-2 0,-15-4 0 0,5 0 0 0,-4 1 4 15,2 0-1-15,0 0 9 0,0-1-9 0,-1 3 0 16,-1-3 1-16,-1-2 2 0,3 4-2 0,-1-6-1 16,-4 3 2-16,2-4-2 0,1 3 1 0,-3 3-2 15,0-2 4-15,-5 0 0 0,1-1-4 0,0-4-1 16,3 3 2-16,-6 1 2 0,3-1 0 0,-6-2-3 16,2 3 1-16,0-3-3 0,-1 1 6 0,-2 1-3 15,6 0 2-15,-3-3 0 0,-3 1 4 0,1 1-1 16,7-6 0-16,-9 6-2 0,2 2-4 0,-1-4 3 15,1 1-4-15,-3 0 5 0,3 0 0 0,-1-2-3 16,-2 3-2-16,3-3 4 0,-2 3-1 0,1-10 1 16,-2 8 1-16,0 0-1 0,0 3-1 0,0-6 1 0,-1 4 1 15,0-1 1-15,-1-1-1 0,-5-2 2 0,9 0-4 16,-1 0 0-16,-4 1-3 0,3-4 0 16,0 5 5-16,0-3-6 0,-4 0 2 0,4 2 2 0,-2-1-5 15,1 2 1-15,-3-1 3 0,4 1-1 0,-7-2-1 16,7 1 5-16,-7 1-3 0,2-2 1 0,2 3-3 15,-5-2 6-15,2-2-3 0,1 0 1 0,0 0 0 16,-1-2 0-16,-3 5-1 0,3-6 1 0,-3 5 2 16,2-3-1-16,-1 2-3 0,-5-1-3 0,3 2 2 15,3-2 4-15,5-1-2 0,-6 1 0 0,1 0 2 16,0 2-1-16,1-3-4 0,1 2 2 0,1-1 1 16,-6-1 2-16,5 0-4 0,-5-2 0 0,5 4 1 0,-3-3-2 15,2-1 1-15,1 3-1 0,-3-3-2 0,-4 2 4 16,4-4-3-16,1-6 0 0,-4 10 4 15,1-2-3-15,-1-2 3 0,1 1-4 0,-1-1-2 0,1 3-3 16,-4-5 8-16,3 3-6 0,-1 1-3 0,-1 1 1 16,-2-2 5-16,6 1-8 0,-6 1-1 0,0 1 10 15,0 2 2-15,-1-2-3 0,1 5 3 0,-5-5 0 16,3 1-3-16,0-2 2 0,-1 7 2 0,1 0 5 16,1-4 1-16,-6-1-13 0,4 5 0 0,-1-1 4 15,0-1-1-15,-1 3 2 0,1 0-4 0,-2-2 1 16,-3-2-2-16,8 1 5 0,-6-2 1 0,0 5-11 15,2-1 9-15,1 1 2 0,-6-2-4 0,-2 1 6 16,9 0-5-16,-9-1 1 0,4-2 3 0,0 3-5 16,-2 2-2-16,0-3 8 0,-4 2-7 0,6-2-1 15,-5 4 5-15,5-3 2 0,-1-5 2 0,-4 5-4 0,5-3 3 16,-5-1 0-16,4 2-6 0,-1 0 8 0,-1 0-3 16,3 4 5-16,1-2-3 0,-1 1 3 0,-1-3 7 15,-1 1-20-15,1 0 7 0,0 3 0 0,-1-2-3 16,-1-4 3-16,1 7 3 0,0-6-8 0,2 3 5 15,-4 1 5-15,5 1-10 0,-6-3 5 0,2 0-3 16,-1 3 4-16,-3-3-5 0,0 2 1 0,2 2 1 16,-2-2 3-16,0-2 0 0,0 0-5 0,-1 3 6 15,-2-3-5-15,3 2 5 0,0-2-4 0,-2 4 2 16,4-1-1-16,-4 1-5 0,2-1 5 0,4 1 5 0,1 1-6 16,-3 0 1-16,6 1-1 0,-3 1 3 0,-3-4-3 15,5 4 6-15,-2 1-5 0,0-5 0 0,2 4 1 16,-1-2 0-16,-1 0 1 0,-3 5-3 0,5-6-9 15,-4 3 11-15,-3-2-4 0,-1-2 5 0,-4 6-2 16,5-5-1-16,0-1 6 0,-1 5-5 0,-4-6 4 16,5 2-6-16,-10 0 6 0,10-1 4 0,-3 1-8 15,0-1 0-15,-1 1 3 0,3 1-7 0,-1-1 7 16,-1-1-3-16,2 0 4 0,1 1 5 0,0-1-11 0,0 4 6 16,0-2-2-16,3 0-1 0,1 0-1 15,-2 5-5-15,4-6 5 0,-6 3 2 0,7-1-5 16,-5 2-1-16,-2-1 7 0,2 0-1 0,4 0-7 0,1 0 6 15,-5 1-4-15,5 0 4 0,-2 1 1 0,-3-2 0 16,4 1 0-16,-2 0 1 0,-3 0-3 0,-2-3-1 16,-1-2-1-16,4 4 4 0,3 1 0 0,-5-5 0 15,-6 3 1-15,1-2 1 0,-5 2-2 0,-1-2 1 16,4 6-4-16,-8-8 4 0,5 1-4 0,-4 3 5 16,-1 0 2-16,3-4-4 0,-4 0 1 0,3 1 1 15,-5 1-3-15,1-2 6 0,-1 2-1 0,-12-4-1 16,11 2 1-16,-11-3 0 0,-6 3 4 0,6-8-11 15,-5 7 16-15,2-2-16 0,-1 0 4 0,2 2-4 16,-2 2-2-16,2-2 1 0,-1 2 0 0,0 5 1 16,2-2-24-16,0 1-38 0,3-3-47 0,-7 3-33 15,4 4-53-15,-4 8-53 0,-10-4-83 0,9-1-350 0,3 4-740 16,-2-6 328-16</inkml:trace>
  <inkml:trace contextRef="#ctx0" brushRef="#br0" timeOffset="17484.66">21584 12861 42 0,'-20'-10'156'0,"2"0"-1"0,-2-6 3 0,-4 4-4 0,-1-4-3 16,-2 1-6-16,1 1 0 0,-4-1-6 0,-13-2-7 15,-2-2-11-15,5 4 0 0,-4-1-3 0,-6-3-7 16,0 3-5-16,-4-2 6 0,-1 1-2 0,1 2-2 16,-3-2-7-16,-2 0-11 0,1 2-9 0,0 0-4 15,5 5 1-15,-7-2-2 0,7 1-2 0,0 2-1 16,5 2-15-16,4 3-4 0,7 0-6 0,-1 1-5 0,8 0-4 15,4 3-6-15,0 0-3 0,4 0 0 16,4 3-8-16,1 0-2 0,2 1-3 0,5-2-3 16,-3 1 3-16,5 1 13 0,-5-1-18 0,4 4-1 0,3-5-5 15,-3 6-10-15,3-1-12 0,-1-4-13 0,7 2-18 16,-6 4-26-16,2 0-24 0,-1-3-26 0,4-1-23 16,-6 5-29-16,7-3-33 0,0 1-209 0,0-1-452 15,7-2 200-15</inkml:trace>
  <inkml:trace contextRef="#ctx0" brushRef="#br0" timeOffset="18765.78">23920 12930 242 0,'0'-11'377'16,"5"2"-9"-16,-5-1-14 0,0 1 0 0,0-2-14 15,1 3-9-15,6 0-14 0,-5 0-5 0,-2 1-15 16,0 1-15-16,0 6-25 0,5-10-28 0,-5 3-28 0,0 7-19 16,0-2-27-16,0 2-24 0,0 0-14 0,0 0-9 15,0 0-13-15,-5 27-11 0,5-14-10 16,-9 3-5-16,3 11-9 0,-3 0-5 0,3 0-7 0,-1 5-5 16,-8 5-1-16,7-5-7 0,-7 7-2 0,0-8 0 15,5-2-7-15,-1 10-2 0,-4-11-3 0,3-1-1 16,-3 4-4-16,4-6 0 0,-3 0 0 0,0-2-3 15,2-5 5-15,2-1 1 0,0-1 4 0,0-1 2 16,0-3 3-16,0 0 6 0,4-1 5 0,-3-4 12 16,3-1 11-16,-2-3 2 0,3 1 7 0,5-4 0 15,-15 2-5-15,15-2-8 0,-15 1-8 0,15-1 5 16,-22-4-16-16,14 0-6 0,-7-6-4 0,0 6-15 16,0-1-20-16,-5-2-21 0,6 4-33 0,-3-3-34 15,2 0-48-15,4 5-45 0,2-4-41 0,-6 2-24 16,4 0-31-16,1 2-47 0,10 1-44 0,-15 0-48 0,5-2-282 15,10 2-762-15,0 0 337 0</inkml:trace>
  <inkml:trace contextRef="#ctx0" brushRef="#br0" timeOffset="19432.34">23830 12945 224 0,'0'-6'348'0,"5"-2"-15"0,-1-2-11 0,1 1-18 0,1 0 5 16,-1-3-29-16,0-1-4 0,5 3-23 0,0-2-28 16,0 0-14-16,5 1-14 0,0 2-17 0,-2-1-16 15,0-5-17-15,-3 8-9 0,5 1-16 0,-3-3-12 16,-4 4-13-16,2 3-7 0,-5-1-13 0,6 3-15 16,-11 0-7-16,19 0-12 0,-11 1 2 0,-2 2-5 15,3 1-6-15,-3 7-4 0,1-5-3 0,1 6-1 16,-1 1-7-16,1 3-7 0,-1 0 6 0,1-1-3 15,-1 4 5-15,3-2-5 0,-5 1-6 0,3-2 2 16,0-1-3-16,-5 4 2 0,9-6-3 0,-7 1 0 0,2-4-1 16,1-3 1-16,0 3 2 0,-6-2 11 0,4-3-6 15,6-3-1-15,-9-1-2 0,12 0 3 16,-7-1 5-16,4-2 25 0,1 0 19 0,-1-3-3 0,1-3-4 16,2-3-2-16,0 3-11 0,0-2 1 0,-2-2 1 15,2-1-12-15,0 1-2 0,-2-2-3 0,-1 2-10 16,1 0 5-16,-3 0-4 0,-4 5-20 0,1 0-23 15,-2 2-32-15,2-2-46 0,-6 5-46 0,-1 2-48 16,5-5-59-16,-5 5-30 0,0 0-22 0,0 0-33 16,0 0-44-16,-15 15-199 0,9-8-631 0,-7 4 278 15</inkml:trace>
  <inkml:trace contextRef="#ctx0" brushRef="#br0" timeOffset="19963.53">23711 13262 110 0,'0'0'227'0,"0"0"0"0,-5 5-6 16,5-5-4-16,0 0-4 0,0 0-8 0,8 10-6 16,-6-8-16-16,3 5 2 0,2-4-20 0,-4 4 2 0,4-4-11 15,3 2-7-15,-2-4-8 0,0 5-9 16,2-1 4-16,2-3-16 0,-2 1-3 0,3-1-1 15,2 0 2-15,0-2 10 0,-1 0-2 0,1 0-8 0,0 0 0 16,0-4 4-16,5 1-7 0,-12-1 4 0,6-1-2 16,0 1-13-16,0 4-10 0,-6-6-8 0,4 3-7 15,-3-3-10-15,0 3-12 0,1 2-2 0,-5-3-7 16,5 0-8-16,-10 4-4 0,6-1 0 0,-6 1-12 16,0 0-8-16,18 0-3 0,-18 0 3 0,14 2 5 15,-8 6-10-15,1-1-6 0,-2 1 5 0,3-5-9 16,-1 1 1-16,1 8-1 0,-1-4 1 0,3-1-3 15,-4 2 2-15,9-1-3 0,0 2-1 0,-10-5 0 16,10 2-1-16,0-2-1 0,0-1-1 0,-5-1-3 16,4 0-8-16,-2-1-10 0,1-4-24 0,-1 2-18 15,6-4-31-15,-8 1-29 0,2-1-38 0,-1 0-51 0,-4-3-58 16,4-1-63-16,-1 4-306 0,-5-7-699 0,4 2 309 16</inkml:trace>
  <inkml:trace contextRef="#ctx0" brushRef="#br0" timeOffset="23826.74">20652 12501 9 0,'0'0'241'0,"0"0"-20"0,0 0-5 0,0 0-14 15,0 0-13-15,0 0-3 0,-16-5-14 0,16 5 2 16,0 0-5-16,-15 4-6 0,15-4-9 0,-23 1-9 15,16-1-4-15,-9 2-10 0,-8 0-6 0,6 6-5 16,-5-2-3-16,-5 2-8 0,-2-5 3 0,-1 4-3 16,-4 2-3-16,5 0-1 0,-15-5 0 0,11 7-3 15,-8-2-9-15,-1 3-8 0,9-2-7 0,-9-2-7 0,6-1-6 16,7 1-6-16,-3 1-6 0,0-2-3 0,7 1-7 16,-4 4-5-16,5-6 2 0,2 2-5 15,6-3-7-15,2 3-4 0,7-1-2 0,-3 0-2 0,4-3 1 16,-3 0-9-16,8 1-13 0,2-5-7 0,-13 6-7 15,13-6-4-15,7 8-3 0,-7-8-13 0,8 5-6 16,2-3-35-16,8-1-40 0,0-1-27 0,2-1-29 16,10-1-20-16,0-3-21 0,1 1-24 0,6-3-11 15,-8-1-16-15,6 1-179 0,10-2-481 0,-15 2 213 16</inkml:trace>
  <inkml:trace contextRef="#ctx0" brushRef="#br0" timeOffset="24022.34">20510 12612 24 0,'0'0'165'0,"0"0"-1"0,0 0-2 0,-30 6 0 16,17-4-11-16,-2 2-1 0,-6 0-8 0,4 1-4 15,-6 2-2-15,-4 0-8 0,-2 1-9 0,-1 3-5 16,0-2 1-16,-1 2-9 0,-1-3-14 0,-1 0-5 16,3 3-8-16,0-3-9 0,2 3-5 0,5-3-10 0,2-4-4 15,1 5-6-15,3 0-15 0,2-3-32 0,0-3-49 16,6 3-70-16,-3-3-71 0,9-1-172 15,-4 2-395-15,7-4 175 0</inkml:trace>
  <inkml:trace contextRef="#ctx0" brushRef="#br0" timeOffset="25819.02">11650 12984 196 0,'0'0'325'0,"-18"-3"-3"0,10 2-6 0,-4 1-23 0,0-4-17 16,12 4-8-16,-18-1-9 0,18 1-4 0,-11 0-35 16,11 0-19-16,0 0-21 0,-12 0-17 0,12 0-21 15,0 0-11-15,0 0-14 0,0 0-8 0,0 0 30 16,0 0 0-16,25 8-8 0,6-3 2 0,4 0-25 16,21-3-8-16,1 2 0 0,4-3-19 0,27 2-10 15,1-3-8-15,-1 0-5 0,1 2-6 0,-9 1-8 16,-19-1 2-16,-3-2-8 0,-2 1-4 0,-5-1-4 15,-1 0-9-15,-5 4-11 0,-12 0-12 0,-3-4-6 16,-9 0 7-16,1 0-12 0,-8 0 4 0,1 1 1 16,-6-1 2-16,-9 0-2 0,15 0-11 0,-15 0 12 15,0 0 1-15,0 0-5 0,0 0 3 0,-37-9 2 0,9 6-5 16,-7 0 6-16,-13-3-4 0,-5 2 4 0,-13-4 2 16,-17 4 11-16,19 1-15 0,-17-2 8 0,16 2 9 15,10 3-13-15,-2-3-3 0,0 3 8 0,13 3-6 16,7-3 2-16,6 3 3 0,6-2-4 0,8 6-8 15,4-6-6-15,3 2-4 0,2-2 1 0,8-1 10 16,0 0-21-16,16 8-30 0,9-4-35 0,18-1-23 16,14 2-45-16,-1-1-49 0,32 3-78 0,-6-7-89 15,1 1-219-15,-18-2-648 0,-6-6 287 0</inkml:trace>
  <inkml:trace contextRef="#ctx0" brushRef="#br0" timeOffset="69406.53">20686 13962 19 0,'-7'-7'327'0,"5"0"-1"0,-1 0-19 0,-5 4-11 15,8 3-4-15,-4-10-12 0,1 7-2 0,3 3-10 16,-10-7-12-16,5 6-10 0,5 1-20 0,-8-6 6 15,8 6-17-15,0 0-4 0,-22 2-12 0,16 2-11 16,-3-1-12-16,0 3-11 0,-5 1-17 0,1 4-10 16,-4-3-15-16,4 2-12 0,3 2-11 0,2 1-10 15,-5-1-11-15,6 0-6 0,-1 1-5 0,6-3-8 16,-1 1-7-16,3 0-12 0,5-2 3 0,3 3-7 16,-1-4-3-16,8-2-8 0,1 3-18 0,2-5-21 15,6-2-18-15,-3-1-17 0,6-4-25 0,-1-2-3 0,4-2-5 16,-7 3-5-16,0-4 2 0,-8 0 11 0,3-3 2 15,-1 2 5-15,-9-5 10 0,-1 4-3 0,1 0 12 16,0-2 7-16,-8-2 0 0,-1 4 2 0,-6-1 7 16,-1 0 8-16,1-2 12 0,-8 4 3 0,0 0 25 15,-8 6 5-15,3-2 5 0,2 4 6 0,-3-1 2 16,-3 2-2-16,6 0-1 0,0 3 8 0,-3 1 2 16,-1-1-4-16,4 1-8 0,1 4 1 0,9-3 1 0,-2 3-8 15,-3 1 0-15,13 0-1 0,-4 0-5 16,4 0 0-16,0 1-5 0,4 0-1 0,9-1 6 0,-3 1-1 15,5-1-13-15,-2 5 4 0,2-9-10 0,7 2-5 16,-4 2-13-16,0-4-13 0,0-2-4 0,-3 2-3 16,-8-2-4-16,6-3 5 0,0 0-3 0,-3-3 5 15,-2-2 3-15,-1 2 0 0,-7 3 8 0,7-12-1 16,-7 5-5-16,-7 1 12 0,0-5 1 0,-1-1-6 16,-5 7 26-16,1-8-2 0,-3 9-1 0,0-2 18 15,-3-3-2-15,3 6 12 0,-1 0-15 0,-1 0 4 0,-3 2 3 16,7 1-4-16,2 1-2 0,1 2-7 0,10-3 3 15,-15 4-1-15,13 4 1 0,0-4 1 0,-4 3-4 16,6-7-2-16,10 17 5 0,-4-9-5 0,6 1-6 16,-2 3 1-16,3-4-11 0,2 2-21 0,0-3-7 15,1 1-15-15,3 1-3 0,-4-6 2 0,-1 3-1 16,1-5-1-16,-3 2 8 0,-5-3 1 0,4 2 6 16,-11-2 3-16,12-8 8 0,-6 7 4 0,-6 1 3 0,0 0 3 15,0-13 7-15,-3 6-1 0,3 7 13 0,-5-15 2 16,-3 5 12-16,1 4 3 0,-1-3 14 15,0 2 3-15,-1-3 0 0,-1 3 10 0,2 2 1 0,-3 0-3 16,6 2-10-16,-5-2-5 0,5 3 7 0,5 2-5 16,-15 0-3-16,15 0 2 0,-8 8-11 0,1-4-7 15,4 4 11-15,3 2-6 0,-2-1 6 0,2 5-8 16,2-3-14-16,1 5 8 0,5-4-13 0,-1 3-10 16,1-2-16-16,0 1-9 0,-1-5-4 0,1 0 3 15,1-2-3-15,-1 1 2 0,5-5 5 0,-10 1 2 16,6 1 7-16,-9-5 4 0,10-2 4 0,-10 2 2 0,13-10 4 15,-13 2 1-15,1-1 10 0,-1-2 8 0,0-3 10 16,0-3 12-16,-1 1 19 0,-4 2 4 0,2-5 13 16,-4 4 14-16,2 1 7 0,-5-1 8 0,5 0 5 15,-2 2-1-15,1 1-9 0,-4-2-5 0,3 9-2 0,-1-2-9 16,0 3-8-16,1-2-5 0,-1 1-6 0,1 4-9 16,7 1-2-16,0 0-1 0,-16 8-5 15,7-3-3-15,6 3-1 0,0 1-3 0,4 0-9 0,-1 2 10 16,0-3-5-16,4 4-3 0,-1 2-6 0,5 3-3 15,-1-7-1-15,3 3-6 0,-5-5-6 0,10 5-10 16,-10-5-4-16,3-2-5 0,2 2-1 0,0-3 6 16,0-3 6-16,-2 2 4 0,2-4-3 0,-10 0-6 0,7-6 19 15,-7 6-8-15,8-5 1 0,-8-4-1 16,0 4 4-16,-2-3-3 0,-4-4 2 0,4 3 13 16,-3 2-11-16,-5-5 3 0,5 1-6 0,-2 3 2 0,-1-1 2 15,2 2 0-15,-3-3 1 0,6 5 10 0,-9 1-14 16,12 4-2-16,-8 0-34 0,8 0-47 0,0 0-45 15,-16 6-54-15,9 0-64 0,5 1-87 0,-1 0-369 16,3 0-766-16,2 3 340 0</inkml:trace>
  <inkml:trace contextRef="#ctx0" brushRef="#br0" timeOffset="70500.17">20743 14606 106 0,'10'-8'245'0,"-3"7"-8"16,3-4-6-16,2-3-11 0,-4 1-6 0,-3 0 2 15,3 0-2-15,-1-3-6 0,-4 2-7 0,4-1-1 16,-2-1-12-16,-4 1-2 0,6 0 4 0,-6-1 1 15,-1 1-7-15,-1-1-12 0,1 3-10 0,-7-3-8 0,4 2-6 16,-2 2-1-16,-7 1-19 0,4-3-11 0,0 6-3 16,0-3 3-16,-6 4-12 0,-1-1-7 15,2 2-6-15,13 0-5 0,-23 3 2 0,10 2-3 0,3 1-9 16,-5 0 0-16,-2 3-2 0,7 1-2 0,2 4-2 16,-3-2-1-16,1 4 1 0,1 1-5 0,6 1-6 15,-2 3-3-15,-2-4-5 0,4 2-3 0,0 9-7 16,3 4-2-16,0-2-1 0,5 1-5 0,-5-4-4 15,8 3-1-15,-1 2-6 0,-6-5-3 0,6 2-1 16,0-7-2-16,-6 7 0 0,8-5-1 0,-6 3-5 16,0-2 2-16,-1 0-3 0,-2-4 1 0,0-1-3 0,-2 0-3 15,2-1 1-15,-6-4-1 0,-3 3 0 0,9-3-3 16,-3-6-14-16,-2 1-18 0,-2-1-24 0,6-1-27 16,-4-2-24-16,1-1-32 0,-2-2-27 0,6-3-30 15,0 0-26-15,-13 0-36 0,13 0-42 0,-5-8-47 16,5 1-40-16,-2-1-276 0,2 0-717 0,-2-2 317 15</inkml:trace>
  <inkml:trace contextRef="#ctx0" brushRef="#br0" timeOffset="70734.52">20479 14851 4 0,'-7'-7'331'15,"7"7"-8"-15,0-9-16 0,0 3-16 0,0 6-14 16,7-10-25-16,-4 3-22 0,2 6-24 0,5-2-20 16,1 0-19-16,4 1-11 0,-5-2-20 0,10 1-18 15,2-1-5-15,-4 4-17 0,3-2-6 0,1 0-22 16,6-2-43-16,2 5-43 0,-7-2-59 0,3 1-45 0,-7-1-57 16,2-6-24-16,2 7-56 0,-4-3-161 15,-3-1-455-15,-3 0 201 0</inkml:trace>
  <inkml:trace contextRef="#ctx0" brushRef="#br0" timeOffset="71843.77">20906 14296 104 0,'0'0'239'0,"0"0"-8"15,0 0-10-15,0 0-8 0,0 0-12 0,0 0-9 16,-2-5-15-16,2 5-10 0,0 0-15 0,0 0-7 0,0 0-21 16,0 0-10-16,0 0-12 0,-13 0-4 15,13 0-8-15,0 0 3 0,-12 5-6 0,7 0-6 16,-5-1-5-16,2 3-4 0,1 0-6 0,-3-1-3 0,4-1-4 16,-7 5-5-16,-1-3 5 0,6 1-8 0,0-4-7 15,-7 8-4-15,8-5-3 0,-6-1-4 0,6-1-1 16,-1 0-4-16,2 1-2 0,2 0-5 0,-1 0-4 15,-1-2 1-15,6-4-2 0,-2 5-2 0,2-5 1 16,0 0-5-16,0 0 2 0,0 0 2 0,0 0-6 16,0 0 4-16,0 0-8 0,0 0 4 0,28-9-1 15,-20 3-3-15,-1 0 2 0,3-1-1 0,3 0 2 16,-6 3-1-16,6-5 3 0,-6 2 16 0,3-2 2 0,-4 2 3 16,7-3 6-16,-3 2 1 0,-5 4 7 15,-1-1 3-15,2-1 19 0,1-1-15 0,-7 2 6 0,0 5-7 16,8-2 1-16,-8 2-12 0,0 0 0 0,7-5-1 15,-7 5-11-15,0 0 6 0,0 0-13 0,0 0 1 16,13 7 7-16,-8-2-5 0,2 2 2 0,-2-1-6 16,0 1 1-16,3 3-8 0,-2 0 8 0,3-1-9 15,-1 6 1-15,0 0-2 0,-1-6-12 0,6 5-38 16,-3-2-42-16,-2 0-46 0,4 3-40 0,-7-6-64 16,6 0-82-16,-6 0-309 0,5-5-675 0,-3 4 299 15</inkml:trace>
  <inkml:trace contextRef="#ctx0" brushRef="#br0" timeOffset="74592.63">20783 13221 8 0,'0'0'303'0,"0"-9"2"0,0 2-8 0,0 7 1 16,-1-11-16-16,1 11-9 0,0-8-12 0,0 8-22 15,-7-7-15-15,7 7-20 0,0 0-18 0,0 0-10 16,0 0-22-16,0 0 10 0,0 0 6 0,0 0-9 15,8 19-14-15,-8-8-21 0,0 0-3 0,0 4-18 0,0 1 1 16,0 3-14-16,0-2-1 0,2 1-11 16,-2 3-10-16,5-2-7 0,-10 8-4 0,5 0-12 15,5-7-1-15,-10 1-4 0,5-1-6 0,-2-1-2 0,2 2-6 16,0-4-3-16,-8 0 0 0,8-5 0 0,-5 7-7 16,3-11 2-16,2 2-3 0,0 0-6 0,-6-3 12 15,4-2-10-15,0 1-1 0,2-6-2 0,-5 8 3 16,-3-4-2-16,8-4 0 0,0 0-5 0,-15-3 5 15,15 3-2-15,-13-3 1 0,6-2-4 0,1 0-8 16,-4-2 9-16,5 6-2 0,-3-2 3 0,8 3-3 16,-7-11 4-16,4 9 9 0,3 2 4 0,-9-7 5 0,9 7-4 15,0-7-1-15,0 7-11 0,0 0 2 16,0 0-1-16,9-12 0 0,-1 11-2 0,2 1-1 0,-10 0-2 16,28 0-2-16,-15 0-2 0,5 0 1 0,2 1 0 15,2-1-5-15,-6 0-2 0,3 0-10 0,-3 4-22 16,6 0-14-16,-6-3-12 0,1-1-10 0,-4 3-20 15,-1-3-7-15,-1 2-10 0,2-1-7 0,-6 0-11 16,1 2-6-16,-8-3-6 0,10 2-3 0,-10-2-1 16,7 5 1-16,-7-5-2 0,5 7 0 0,-4-4 4 15,-1-3 1-15,0 0 1 0,0 7-7 0,0-7 4 0,0 0-11 16,0 0 1-16,0 7-2 0,0-7 17 0,0 0 10 16,4 4 11-16,-4-4 8 0,0 0 9 0,0 0 3 15,13 0 7-15,-13 0 7 0,0 0 6 0,0 0 8 16,15-4 12-16,-15 4 1 0,13-4 3 0,-13 4 15 15,13 0 10-15,-13 0 20 0,7-4 9 0,1 3 9 16,-8 1 23-16,12-5 13 0,-12 5 12 0,10-1 11 16,-10 1 11-16,8-7 8 0,-5 3 3 0,1-1 6 15,1 2 0-15,-5 3 7 0,10-8 4 0,-9-1-1 16,3 2 2-16,-3 2-3 0,7-2-4 0,-3 1 2 16,-5 6-9-16,9-5-5 0,-8-3-8 0,-1 5-7 15,5-5 0-15,-5 8-3 0,2-12-3 0,-2 7-6 0,0-2-5 16,0 7 1-16,0-8-13 0,0 1-3 0,0 7 3 15,0-8-9-15,-2 1-4 0,2 7 3 0,-6-7-6 16,-3 1-4-16,9 6-9 0,-5-3 3 0,-3-1 1 16,8 4 0-16,-6-4-12 0,6 4 5 0,-15-1-1 15,15 1 0-15,-15 5-3 0,15-5 2 0,-20 5-7 16,10-2-1-16,3 4 1 0,-3-2-1 0,5 3 2 16,-6 3-1-16,4 0-3 0,2 5-5 0,-1-6 5 15,1-1-3-15,3 2-1 0,2 2 2 0,0-2-3 16,5 2-2-16,0-1-2 0,5-2 3 0,-2 1-11 15,5-3 15-15,4 4-5 0,-2-8-12 0,5 0 3 0,5 1-17 16,3-2-17-16,3 0-11 0,-4-3 1 0,2 0-3 16,0 0 3-16,-8-3 3 0,9 0-3 0,-4-3 6 15,-4 3 7-15,-4-1 2 0,-1-4 2 0,-2-3 6 16,1 7 6-16,-1-4 1 0,-10 1 7 0,5 2 0 16,-5 0 7-16,-3-1 13 0,4-2 12 0,-6-3 7 15,0 11 5-15,-8-9-5 0,3 2 7 0,-5 3-4 16,5 0 5-16,5 4-1 0,-15-5 2 0,0 5 1 0,15 0-1 15,-21 0 0-15,9 1-9 0,-3-1 1 16,0 8-2-16,5-7-1 0,-1 2-10 0,-1 4 5 16,4 1 3-16,-2-4-3 0,-5 8-1 0,8-4-4 0,-1-1-5 15,5 2 0-15,-4-1 2 0,-1 2-5 0,6-2 3 16,1 1-2-16,-3-3-7 0,8 2-3 0,-4 0-4 16,0-3 1-16,0-5 1 0,10 7-9 0,-5-4 6 15,0-1-3-15,4 0 2 0,-9-2 0 0,17-2-1 16,-9-4 1-16,4 3 6 0,-2-3 5 0,-2 1 3 15,0 0-4-15,1-2 7 0,4 0 15 0,-8 2 16 16,5-3 8-16,-5-1 15 0,1-1 2 0,-2 3 6 16,1-1 8-16,-4 6-3 0,6-3-3 0,-5 0 5 0,-2 5-3 15,3-8-9-15,-3 8-1 0,2-7-14 16,-2 7-3-16,0 0-2 0,0 0-6 0,0 0 0 0,0 0-6 16,0 0-5-16,0 19-2 0,0-19-7 0,1 8-2 15,6-3-14-15,-7 2-22 0,5 0-15 0,-2-3-12 16,-3 3-16-16,7-3-15 0,-6 4-11 0,-1-8-15 15,9 8-10-15,-6-5-11 0,5-2-9 0,-8-1-5 16,9 3-9-16,-9-3 3 0,11 2 5 0,-11-2 13 16,0 0 14-16,17-6 11 0,-17 6 11 0,8-7 6 15,-1 5 7-15,-2-4 8 0,4 0 9 0,-7 0 10 16,5 3 7-16,-1-1 9 0,-1-3 11 0,4 5 16 0,-3-3 12 16,-6 5 12-16,4-5 3 0,-4 5 5 15,11-1 12-15,-11 1 0 0,8-3 1 0,-8 3 0 0,0 0-5 16,0 0 4-16,12-3 0 0,-12 3 6 0,0 0-1 15,0 0-3-15,7 7-1 0,-7-7-2 0,3 5-2 16,-3-5-4-16,0 0 0 0,-5 12-1 0,5-12-5 16,-8 6 0-16,8-6-4 0,-7 7 2 0,0-5-4 15,7-2 3-15,0 0-5 0,-10 2-3 0,2 2-2 0,8-4 3 16,-6 1-4-16,6-1 0 0,0 0 0 0,-14 0 2 16,14 0-3-16,0 0-1 0,0 0-2 0,0 0 2 15,-1-9 0-15,1 9-1 0,0 0-1 0,0 0 3 16,5-11-4-16,-5 11 3 0,10-9-2 0,-4 2 0 15,-2 7 0-15,7-3 0 0,-1 2-4 0,3 1 2 16,1 0 0-16,2 0-2 0,2 0 4 0,-1 0-3 16,3 0 5-16,0 4-4 0,1-2-1 0,2 3 2 15,7-3 1-15,0 1-1 0,-4 2-1 0,6 0 0 0,-2 0 1 16,-1-1-1-16,1-4 1 0,-5 4 3 16,0 0-4-16,3-2-5 0,-3 1 8 0,-5 0-3 15,1-2 3-15,4-1 2 0,-10-1-3 0,5 1-3 0,-4-3 1 16,6 2 2-16,-7-6-1 0,0 2 1 0,-2 1 1 15,2-1 6-15,-2-3 11 0,-3 1 8 0,-3 0 1 16,2 0 10-16,0-1 7 0,-4-4 0 0,0 2 4 16,-4 0-5-16,-1-1 8 0,0 0 6 0,-1 4 0 15,-4-3-3-15,-4-1 0 0,4 0-6 0,-4 4 7 16,2-1-12-16,-3 3-5 0,3 2 8 0,-6-1-2 16,3 3 7-16,-1 1-12 0,11 0 24 0,-24 1-1 0,10 4 5 15,-1 4 5-15,0 1 7 0,1-2 10 16,-7 9 2-16,13-1-2 0,-2-4-2 0,-3 9 1 15,4 9-1-15,-1-6-1 0,5 3-9 0,-1 0-4 0,2 0-7 16,3 0-6-16,1 3-6 0,3-2-5 0,2-2-4 16,3 2-1-16,2-2-6 0,-1-1-8 0,0-5-3 15,5 2-3-15,-6-3-15 0,7-3-38 0,-7-2-38 16,2-7-35-16,2 3-28 0,-6-2-46 0,6-2-40 16,-4-3-44-16,0-2-47 0,-8-1-43 0,0 0-330 15,9-8-737-15,-4 0 326 0</inkml:trace>
  <inkml:trace contextRef="#ctx0" brushRef="#br0" timeOffset="74780.11">21778 13272 116 0,'0'0'162'0,"-7"-6"-18"0,7 6-32 15,-6-4-43-15,6 4-59 0,0 0-53 0,0 0-52 16,0 0-104-16,0 0 47 0</inkml:trace>
  <inkml:trace contextRef="#ctx0" brushRef="#br0" timeOffset="75839.65">20649 14088 127 0,'-5'-3'219'15,"5"3"-20"-15,0 0-21 0,-11-2-14 0,11 2-5 0,0 0-12 16,0 0-5-16,0 0-5 0,0 0-15 16,0 0-2-16,0 0-18 0,11 20-2 0,1-17-12 15,-6 1-7-15,3 3-10 0,-1-2-6 0,0 0-8 0,-1-2-5 16,1 1-9-16,0 1-1 0,-1-3-3 0,1-1-4 15,-8-1 1-15,0 0-7 0,0 0-1 0,0 0-2 16,13-4-5-16,-13 4-1 0,-8-11-8 0,8 11 2 16,-5-10 2-16,-3 3-2 0,1 0-5 0,1-4 3 15,-4 7-4-15,5-4-16 0,-3 4-41 0,1-7-48 16,-1 7-47-16,4-1-60 0,4 5-168 0,-10-5-403 16,7-1 178-16</inkml:trace>
  <inkml:trace contextRef="#ctx0" brushRef="#br0" timeOffset="90789.22">26134 1111 191 0,'7'-19'284'0,"-5"-1"-11"15,4 4 6-15,-6-3-9 0,2-1-4 0,-2 5-6 16,0-5 2-16,-2 2-4 0,1 5 3 0,-4-3-10 0,3 1-6 16,-1 0-14-16,-1 1-19 0,-2 5-12 15,4-2-27-15,-3 2-11 0,-3-1-18 0,3 1-14 16,0 1-14-16,-3 1-14 0,3 1-14 0,-5 1-10 0,1 4-10 16,9 1-13-16,-16-3-5 0,6 3-15 0,10 0 4 15,-20 9-6-15,10 0-7 0,-1 3-1 0,2 0-4 16,1 4 0-16,-5 7-3 0,4 1-3 0,3 3 2 15,-2 2-2-15,6 2-4 0,-3 16 3 0,0-4 1 16,10 3-2-16,-10-2-6 0,10 0 2 0,0 2 1 16,-3 3-4-16,-2 0 0 0,5 3 5 0,-1-3-5 15,-4 7 0-15,5-8 2 0,-5 3 0 0,0-6-3 16,-5 2 2-16,4-4-1 0,-2 2 1 0,-2-8-1 16,3 7-3-16,-3-15-20 0,-3-1-16 0,6-1-28 15,-1-3-21-15,6-5-29 0,-6-1-24 0,1-1-26 16,2 1-34-16,0-6-43 0,2-3-47 0,3 3-64 15,3-5-264-15,4 1-662 0,-3-8 293 0</inkml:trace>
  <inkml:trace contextRef="#ctx0" brushRef="#br0" timeOffset="90976.7">25775 1653 319 0,'0'0'331'16,"0"-9"-24"-16,0 9-31 0,12-11-25 0,-4 7-24 0,0-2-20 16,5 4-25-16,2-5-19 0,2 4-14 0,11-5-18 15,-3 7-8-15,-5 1-16 0,8 0-11 0,-2 0-7 16,-1 0-26-16,3 0-41 0,-4 1-49 0,0 6-62 16,3-4-77-16,-4-3-85 0,-1 4-168 0,-6-3-453 15,4-1 200-15</inkml:trace>
  <inkml:trace contextRef="#ctx0" brushRef="#br0" timeOffset="91476.65">26164 1792 25 0,'0'0'210'0,"-7"8"-21"0,7-8-23 15,0 9-19-15,-1-6-13 0,1-3-13 0,-5 10-7 16,3 2-18-16,1-4-8 0,-4 3-8 0,3 2-6 16,2-1-10-16,0 3-4 0,-3 0-6 0,1-3-2 15,2 3-7-15,0 1-3 0,0-1-4 0,0-4-2 0,2-2-3 16,1 2-3-16,-1-4 4 0,3-3 2 0,1 3 20 16,-3 0 5-16,-3-7 1 0,15 0-2 15,-15 0 10-15,19-7 13 0,-8 2 6 0,-4-1 7 16,6 0 11-16,0-3 6 0,-6 1 0 0,4 1 11 0,-4-4 0 15,1 6 15-15,-3-6 0 0,5 3-8 0,-8 1 2 16,3 1-16-16,3 0-6 0,-5 0-21 0,-3 6-9 16,4-6-9-16,4 5-17 0,-8 1-9 0,0 0-1 15,0 0-11-15,13 7 0 0,-11-1-6 0,5 0-6 16,-4 2 4-16,7-1-5 0,-4 5-1 0,4 1-2 16,2-1-3-16,-5 0-6 0,4 2 0 0,2-2 0 15,-6-3-2-15,8 3-4 0,0 0-3 0,0-5 5 16,-7-1 0-16,4-1-1 0,-1-1 0 0,1-1 5 15,-2-3 1-15,-10 0 0 0,16-7 2 0,-3-1 4 16,-9 1-9-16,6 2-3 0,-2-10-3 0,-1 0 5 16,-2 1-5-16,-4-3 2 0,-1-1 2 0,0 1-4 15,4-2 1-15,-4 1-9 0,0 1-29 0,-4 0-42 16,4 2-42-16,-1-4-42 0,-4 7-58 0,3-4-74 16,-5 9-72-16,6-7-195 0,-3 5-607 0,1 1 269 15</inkml:trace>
  <inkml:trace contextRef="#ctx0" brushRef="#br0" timeOffset="91757.87">26876 1296 414 0,'1'-11'401'0,"-1"7"-10"0,0 4-30 0,0-11-31 15,0 11-40-15,-1-4-24 0,1 4-40 0,0 0-33 0,0 0-20 16,0 0-18-16,0 0-19 0,-13 18-18 0,8-5-11 16,-4 2-8-16,-1 5 6 0,0 4-25 0,1 3-6 15,2-3-2-15,-5 4-13 0,-1 1-4 0,6-2-2 16,1 5-7-16,-1-4-2 0,2 0-2 0,2 3-10 16,1-4-8-16,4 0-28 0,5-4-14 0,-2 3-28 15,6-5-25-15,1-5-36 0,3-1-43 0,-1 2-58 16,6-8-66-16,8 0-70 0,-6-5-177 0,8 1-565 15,0-5 251-15</inkml:trace>
  <inkml:trace contextRef="#ctx0" brushRef="#br0" timeOffset="91986.93">27467 1412 78 0,'1'-7'344'0,"-1"7"-21"0,0-8-26 0,0 8-26 16,0 0-24-16,0 0-32 0,-8-7-11 0,8 7-32 15,0 0-20-15,-16 11-11 0,11-5-18 0,-7 6-13 16,2 1-11 0,0 6-10-16,-3-6-9 0,-2 6-7 0,-5 4-4 15,10-1-6-15,-5 1-8 0,-3 2-5 0,0 1-4 16,1-3-2-16,2-3-6 0,-3 2-20 0,3-2-26 0,0-5-31 0,-1 2-35 16,1-5-50-16,0 3-62 0,7-6-51 0,-2-3-219 15,0-2-493-15,2-1 218 0</inkml:trace>
  <inkml:trace contextRef="#ctx0" brushRef="#br0" timeOffset="92158.79">27139 1515 283 0,'2'-5'328'0,"1"0"-22"16,-3 5-31-16,2-8-29 0,-2 8-29 16,0 0-31-16,0 0-12 0,0 0-19 0,0 0-17 15,14 13-13-15,-2 0-6 0,-2 4-15 0,3-5-7 16,0 8-11-16,1 2-8 0,6 1-29 0,-2 0-22 0,3-3-33 15,4 3-39-15,-3-5-56 0,-6 0-68 16,12-3-64-16,-4-1-174 0,-3-5-440 0,6-2 195 16</inkml:trace>
  <inkml:trace contextRef="#ctx0" brushRef="#br0" timeOffset="92424.39">27584 1292 12 0,'-5'-8'358'0,"2"2"-28"16,3 6-31-16,0-5-33 0,0 5-30 0,0 0-22 16,0 0-20-16,0 0-22 0,18 15-5 0,-11-6-11 15,4 5-12-15,-1-1-9 0,10 7-11 0,-2-2-17 16,1 5-8-16,-1 0-13 0,2 3-4 0,-1-1-5 16,0 2-12-16,-6-3-7 0,8 6-8 0,-12-3-2 15,7 2-7-15,-2-2 3 0,-6-3-8 0,-2 4-3 16,-4-2-3-16,0 1-2 0,-1-7-2 0,-2-3-10 15,-3 3-19-15,-1-2-16 0,-3-3-18 0,0 1-22 16,0-5-24-16,-7 2-33 0,6-2-41 0,-2-8-59 16,1 5-73-16,3-7-170 0,-6 2-498 0,13-3 220 15</inkml:trace>
  <inkml:trace contextRef="#ctx0" brushRef="#br0" timeOffset="92643.12">28205 1572 85 0,'10'-1'415'0,"-2"-1"-5"0,-8 2-15 0,8-7-19 0,-1 4-22 16,1-1-32-16,1 1-21 0,-1 2-42 16,3 0-22-16,1-4-29 0,-2 4-9 0,6-1-30 0,1 2-15 15,6-2-24-15,-1 2-28 0,6 0-56 0,-7 2-55 16,3 1-56-16,-5 2-59 0,3 0-63 0,-6 2-74 15,1-2-67-15,-4 0-204 0,-3-1-575 16,-3-1 254-16</inkml:trace>
  <inkml:trace contextRef="#ctx0" brushRef="#br0" timeOffset="92814.97">28208 1749 52 0,'-11'4'259'15,"2"-2"5"-15,3 0 8 0,-1 2-4 0,7-4 7 16,-8 3 0-16,8-3 10 0,0 0-5 0,15 11-30 15,0-9-19-15,3 3-23 0,13 2-22 0,-1-1-17 16,16 6-20-16,-1-7-17 0,6 2-56 0,1 5-66 16,-4-1-72-16,-2-2-83 0,7-7-114 0,-5 3-271 15,-2 0-573-15,-1-7 254 0</inkml:trace>
  <inkml:trace contextRef="#ctx0" brushRef="#br0" timeOffset="95123.33">29243 1269 284 0,'0'-8'364'0,"0"3"-16"16,0 5-13-16,0-8-31 0,0 8-35 0,0 0-29 15,-4-6-31-15,4 6-28 0,0 0-19 0,0 0-18 16,0 0-13-16,-5 16-23 0,5-4-3 0,-1 3-12 16,-4 5-8-16,5 2-4 0,-2-3-9 0,2 8-14 15,0-2 24-15,-2 2-9 0,4 0-3 0,-2 0 3 16,0-1-18-16,0-8-7 0,0 9-2 0,0-6-6 16,2-5-4-16,3-1 0 0,-5-4-4 0,1 1 0 15,1-4-11-15,-2 0 3 0,3-2 9 0,-3-6 4 0,2 5-1 16,-2-5-1-16,0 0-11 0,0 0-1 0,25-14-8 15,-15 1 11-15,1 1-8 0,1-2-4 16,3-1 7-16,-4 0 4 0,4-3 11 0,0 7 7 16,-2-6 1-16,1 4-1 0,-6 4-5 0,5-3-2 0,-3 5-5 15,-2 4-11-15,4-3-3 0,-5 4-8 0,1 2-1 16,-8 0-1-16,21 7 0 0,-7-3 1 0,-6 3-1 16,4 2-3-16,-1 3 12 0,2 1-16 0,-4 0-8 15,4-1 10-15,-3 2 1 0,1-4 3 0,-2-4-2 16,-4 3 4-16,5-2 0 0,-5-2 3 0,-1-2 33 15,3 0 45-15,1-3 19 0,-8 0-3 0,19-3-3 16,-11-3-1-16,-6-4 4 0,7-4-2 0,0-3-1 16,1 2-8-16,-5-7-11 0,0 1-9 0,3-3-5 15,-2 2-10-15,1-4-4 0,0-1-4 0,-7 7-10 16,8 4-8-16,-6-2-18 0,-2 1-28 0,1 0-41 16,-1 4-51-16,0 0-63 0,0 4-81 0,0 4-83 15,0 1-82-15,0 4-40 0,0 0-313 0,0 0-831 16,0 0 368-16</inkml:trace>
  <inkml:trace contextRef="#ctx0" brushRef="#br0" timeOffset="95404.55">30075 1451 166 0,'5'-7'323'16,"-3"0"-10"-16,4 4-13 0,-6 3-24 0,7-6-22 15,-7 6-27-15,0-8-24 0,0 8-21 0,0 0-27 16,0 0-17-16,0 0-15 0,0 0-13 0,0 0-10 16,0 0-11-16,0 0-7 0,0 0-11 0,0 0-7 15,-15 20-5-15,15-16-7 0,0-4-5 0,0 0 0 16,-5 7-3-16,5-7-1 0,0 4 10 0,0-4 26 16,0 0 44-16,0 0 20 0,0 0-19 0,0 0-9 15,0 0-10-15,0 0-20 0,5-21-5 0,-3 14-8 16,-2 0-10-16,0 7-17 0,6-12-36 0,-6 8-51 15,0-2-54-15,0 6-62 0,0-8-67 0,0 8-87 16,0 0-310-16,0 0-673 0,0 0 297 0</inkml:trace>
  <inkml:trace contextRef="#ctx0" brushRef="#br0" timeOffset="95810.75">30916 1378 1 0,'0'-5'384'0,"2"-2"-28"0,-2 3-19 0,0 4-19 0,-2-12-27 15,-1 6-22-15,-4 1-20 0,-3-2-24 16,-5 4-23-16,-5-2-6 0,5 1-9 0,-6 1-20 0,-2 3-8 16,3 2-12-16,-10-2-16 0,-1 1-13 0,3 2-8 15,6 1-15-15,-4 0-5 0,6 0-12 0,-2 3-7 16,-1-2-14-16,11 4-10 0,-2-3-11 0,-1 3-35 15,5-3-3-15,5 2 4 0,-5-4 0 0,8 4-3 16,2-1 6-16,2 1 1 0,8-1 6 0,5 2 1 16,13 3-5-16,7-1-1 0,8 0 3 0,3-2-5 15,4-1 3-15,4-1 0 0,-3-2-1 0,1 0-4 16,-3-3-10-16,-2 1-1 0,-3 1 0 0,-9-4 1 16,-7-4 0-16,-3 1 4 0,-2 1 1 0,-8-5 11 15,0 1-13-15,-7 1 2 0,-1-4-4 0,-7-2 1 16,0 0-6-16,-8-5 6 0,-10-7 0 0,-4 7 3 15,-3-3-1-15,-3-3-5 0,2 3 1 0,-16-3-6 16,4 4-16-16,8-1-15 0,1 2-28 0,-1 3-29 0,0 2-31 16,10 3-34-16,4 2-33 0,-4-1-41 15,10 4-37-15,-3-3-232 0,9 4-551 0,4-1 244 16</inkml:trace>
  <inkml:trace contextRef="#ctx0" brushRef="#br0" timeOffset="96029.48">30906 1044 120 0,'-5'-7'335'0,"0"3"-15"0,0 1-23 0,5 3-29 15,-8-9-32-15,8 9-26 0,0 0-23 0,0 0-21 16,0 0-12-16,-15 20-11 0,15-8-15 0,-2 7-9 16,2 8-5-16,2 12-13 0,-2 2-12 0,0 1-5 15,8 6-7-15,-3-5-7 0,-3 7-9 0,11 0-1 16,-5-4-7-16,2 2-11 0,-6-2-8 0,9 1-19 15,-6-5-30-15,-3 0-37 0,1-12-39 0,2-2-67 16,1-4-78-16,-6-4-253 0,6-1-529 0,-1-11 234 16</inkml:trace>
  <inkml:trace contextRef="#ctx0" brushRef="#br0" timeOffset="96310.7">31533 955 58 0,'-1'-7'381'0,"-6"4"-18"0,7-3-16 15,0 6-21-15,0-7-33 0,0 7-32 0,0 0-26 0,-13-5-23 16,13 5-29-16,0 0-12 0,-18 10-17 0,13-2-16 16,-5 1-11-16,1 8-12 0,0-9-16 15,-5 15-2-15,3-7-11 0,4 7-8 0,-3 1-10 0,-1 17-6 16,1-14-3-16,5 4-8 0,-5-4-2 0,10-3-11 15,6 4 13-15,-6-1-13 0,0-1-2 0,7 1-3 16,-4-8 5-16,9-2-14 0,-2 2-12 0,-2-5-19 16,9-1-26-16,1-1-35 0,-3-4-53 0,1-1-55 15,7-4-56-15,4-3-56 0,-4 0-272 0,-1-7-607 16,7-1 269-16</inkml:trace>
  <inkml:trace contextRef="#ctx0" brushRef="#br0" timeOffset="96529.43">32010 1122 25 0,'0'0'236'0,"0"0"-4"15,-21 12-7-15,14-1-8 0,0 1-9 0,-1-5-18 16,-4 8-18-16,-1 0-15 0,5 2-15 0,-5-4-11 16,-1 4-11-16,1-1-13 0,-3 5-8 0,1 3-9 15,0-3-8-15,5-8-9 0,-2 5-9 0,-1-3-16 16,5 1-17-16,-5-3-28 0,3-6-36 0,3 4-40 15,4-3-37-15,-2-5-43 0,0 1-61 0,5-4-132 0,0 0-373 16,0 0 166-16</inkml:trace>
  <inkml:trace contextRef="#ctx0" brushRef="#br0" timeOffset="96701.28">31750 1167 225 0,'0'-7'324'0,"-5"4"-3"15,5 3-24-15,0-8-28 0,0 8-33 0,2-9-23 16,-2 9-26-16,0 0-17 0,0 0-18 0,0 0-13 15,0 0-14-15,0 28-11 0,5-11-4 0,1 0-17 16,1 2-6-16,1 3-10 0,4 1-4 0,1 3-26 16,2-6-27-16,5 0-42 0,-5 6-53 0,8-7-77 15,-1-3-74-15,-1 3-242 0,2-6-506 0,2-4 224 16</inkml:trace>
  <inkml:trace contextRef="#ctx0" brushRef="#br0" timeOffset="96920.01">32174 1025 250 0,'0'0'362'0,"-3"-8"-33"15,3 8-36-15,0 0-36 0,0 0-27 16,0 0-17-16,0 0 0 0,8 18 0 0,-1-3-17 16,2-3-10-16,5 15-24 0,1-5-7 0,-1 4-28 15,0 1-12-15,7 9-10 0,-6-9-13 0,0 2-6 0,-3-1-5 16,3 12-7-16,-4-2-9 0,-4-7-5 15,3 7-39-15,-7 2-33 0,-3-1-52 0,-7 1-40 16,-8 1-71-16,1 0-77 0,-15-2-295 0,-5-3-592 0,-9-3 263 16</inkml:trace>
  <inkml:trace contextRef="#ctx0" brushRef="#br0" timeOffset="97421.4">28529 2597 149 0,'-10'-4'544'0,"10"4"-13"16,-15-3-31-16,7-1-43 0,-3 3-42 0,1-3-35 16,3 0-18-16,-3 1-20 0,5-5-24 0,5 8-26 15,-6-4-27-15,-1 1-23 0,7 3-34 0,-7-3-36 16,7 3-44-16,0 0-56 0,0 0-66 0,10-9-59 15,8 9-60-15,4 2-42 0,-1 0-48 0,3 6-58 16,2-2-43-16,4-1-52 0,-5 6-301 0,-2-6-711 0,-3 1 315 16</inkml:trace>
  <inkml:trace contextRef="#ctx0" brushRef="#br0" timeOffset="97562.02">28470 2733 127 0,'-15'3'257'0,"3"1"6"0,2-2-7 16,0 1-10-16,10-3-12 0,-6 4-3 0,-3-1 4 15,9-3-12-15,0 0-10 0,0 0-16 0,24 10-17 16,-3-10-17-16,9 1-19 0,16 0-16 0,2 2-29 16,0-6-35-16,4 1-55 0,-1-3-62 0,-1 2-77 15,-1-6-97-15,-2 1-250 0,-3 1-516 0,1-2 228 16</inkml:trace>
  <inkml:trace contextRef="#ctx0" brushRef="#br0" timeOffset="98249.45">29284 2353 99 0,'-7'-3'444'0,"6"-2"-1"0,1-2-13 16,0-1-15-16,0 8-27 0,-4-11-31 0,4 2-32 15,4 1-28-15,-4 2-30 0,3 1-27 0,5-2-27 16,4 3-18-16,-2-1-27 0,6 4-17 0,1-4-19 16,6 5-12-16,-5 0-21 0,1 5-16 0,-1-2-16 15,2 2-11-15,1 2-12 0,-4-1-8 0,-2-2-3 16,-1 4-26-16,-2-5-14 0,-2 3-10 0,-3 0-3 15,1-3-11-15,-8 3 0 0,5 4 7 0,-5-1 0 0,2-1 14 16,-4 4-9-16,-3-5 17 0,-3 3-15 16,1 0 0-16,0-1 1 0,-1-3-1 0,1 5 7 15,-1-4 8-15,2 1-5 0,-3-3-13 0,9 6 16 16,-6-5 1-16,6 0-4 0,-2 1 20 0,2 4-14 0,2-5 11 16,4 4 5-16,3 2 3 0,-3-1-1 15,9 1 3-15,-2 0 0 0,-4-1-4 0,6-3-4 16,-2 3 0-16,2 1 1 0,-5-3-2 0,0 3-2 0,3-3-3 15,-3 1-3-15,-5-2 4 0,5 1-4 0,-5-1 8 16,0 1-7-16,1-2 10 0,-3 2-13 0,1-5-7 16,-4 6 4-16,0-3 4 0,-5 2 0 0,-3 2 1 15,1-6 5-15,-8 3-5 0,0-4 0 0,-5 3-3 16,0-3-13-16,-8 2-13 0,3-3-25 0,6 2-26 16,-15-4-28-16,8-1-25 0,1 0-23 0,2 0-23 15,6 1-18-15,-1-1-21 0,8 0-31 0,4-2-48 16,-3-3-269-16,9 5-607 0,2-12 268 0</inkml:trace>
  <inkml:trace contextRef="#ctx0" brushRef="#br0" timeOffset="98483.8">30184 2395 219 0,'7'-4'377'0,"0"0"6"0,-7 4 3 16,10-2-10-16,-7-3-16 0,-3 5-20 0,8-4-28 15,-8 4-36-15,0 0-38 0,0 0-20 0,0 0-23 0,0 0-21 16,0 0-16-16,-28 16-22 0,21-8-7 0,-6 6-22 16,-2-1-3-16,0 2-14 0,1 0-8 0,-3 5-13 15,-3 0-15-15,5 3-24 0,-3-5-19 0,0 6-18 16,6-5-27-16,-8 1-40 0,10-4-32 0,-8 6-26 16,7-6-37-16,-1 0-39 0,2-1-49 0,2-7-64 15,3 1-265-15,-2-3-636 0,-1-2 282 0</inkml:trace>
  <inkml:trace contextRef="#ctx0" brushRef="#br0" timeOffset="98671.28">29901 2400 311 0,'0'0'297'16,"0"0"-32"-16,0 0-25 0,0 0-27 0,0 0-21 15,0 0-18-15,0 0-17 0,0 0-10 0,15 19-14 16,-13-7-14-16,11 0-9 0,-3 3-14 0,2 2-7 15,4 5-5-15,1 3-8 0,4-3-14 0,-1-1-28 16,2 4-42-16,1-5-53 0,0 1-73 0,0-5-80 0,-1-4-183 16,-1 3-431-16,2-3 191 0</inkml:trace>
  <inkml:trace contextRef="#ctx0" brushRef="#br0" timeOffset="98843.13">30383 2733 233 0,'0'0'290'0,"0"0"-18"16,3 3-23-16,-3-3-24 0,0 0-22 0,0 0-14 15,0 9-2-15,-3-2-6 0,1 1-9 16,-1 1-16-16,1 3-14 0,-6 1-12 0,7 1-10 0,-4 3-18 16,1-1-6-16,-1 3-10 0,4 0-7 0,-3 0-4 15,3 2-8-15,1-3-6 0,-4-2-23 0,-1-1-25 16,5 4-34-16,0-4-42 0,-1-6-57 0,2 3-83 16,4-4-91-16,0 3-151 0,0-11-480 0,4 1 212 15</inkml:trace>
  <inkml:trace contextRef="#ctx0" brushRef="#br0" timeOffset="99077.49">30737 2562 88 0,'0'-4'490'0,"-6"-3"10"0,6 7-10 0,-9-8-9 15,9 8-13-15,-1-5-22 0,1 5-28 0,0 0-32 16,0-6-31-16,0 6-37 0,0 0-35 0,8-8-24 0,-8 8-29 15,20 0-26-15,-2 5-23 0,0-2-29 16,0 0-30-16,12 0-24 0,0 2-41 0,-2 1-42 16,-1 1-51-16,1-1-50 0,3-2-50 0,-1 4-44 0,-2-6-64 15,-8 3-58-15,0-1-62 0,3-4-62 0,-8 0-286 16,-2 1-770-16,0-4 341 0</inkml:trace>
  <inkml:trace contextRef="#ctx0" brushRef="#br0" timeOffset="99264.95">30876 2424 282 0,'0'0'367'0,"-8"-1"-1"0,8 1-6 0,-5-7-21 15,5 7-9-15,0 0-26 0,0 0-33 0,-10-2-34 16,10 2-26-16,0 0-20 0,0 0-24 0,-5 12-5 16,8-5-29-16,-1 3-8 0,6 7-11 0,-8-2-12 15,5 3-24-15,-3 9-33 0,6-3-28 0,-3 3-35 16,-3 3-18-16,-2 0-33 0,8-5-43 0,-8 5-42 15,5-3-47-15,-3 0-60 0,4-3-298 0,-4-4-605 16,5-2 268-16</inkml:trace>
  <inkml:trace contextRef="#ctx0" brushRef="#br0" timeOffset="99712.2">31421 2218 89 0,'0'-8'409'0,"0"1"-6"0,0 7-13 15,0-9-7-15,1 5-21 0,-1 4-31 0,-3-6-24 16,3 6-39-16,0 0-37 0,0 0-27 0,-6-5-30 16,6 5-19-16,0 0-16 0,0 0-17 0,-2 22-10 15,-1-13-18-15,-1 7-9 0,-2-4-11 0,6 7-11 16,-2 6-11-16,-1 0-14 0,3 5-3 0,-2-5-16 15,0 1-11-15,4-7-8 0,0 7-15 0,-2-5 1 16,3-2-9-16,-3-2 8 0,0-2-13 16,12 0 7-16,-12-6-10 0,5 0 6 0,-4 0 5 15,7-5 1-15,-3 4 7 0,4-8-9 0,1 3 10 0,3-3 1 0,2-3-1 0,-10 0 6 0,11-6-1 16,1-2 5-16,-1 7-1 0,-1-5-1 0,2 0 14 16,-4-1 9-16,2 2 7 0,-7-1 11 0,1 3 7 15,-1-2 18-15,0 3-5 0,-1-2-5 0,-2 6-10 16,-5 1-10-16,8-2-13 0,-8 2 3 0,0 0-8 15,0 0 0-15,12 10-11 0,-12-3 15 0,1 2-11 16,1 4-7-16,-2 4-13 0,0-2-17 0,5 3-15 16,-5-2-12-16,1 6-23 0,1-9-31 0,-2 6-28 15,2-4-39-15,1 0-31 0,-1 1-37 0,4-6-72 16,-2-2-240-16,1-3-601 0,5 3 267 0</inkml:trace>
  <inkml:trace contextRef="#ctx0" brushRef="#br0" timeOffset="99930.93">32194 2392 186 0,'1'-5'362'0,"-1"5"-27"0,0 0-24 0,-9-8-33 16,9 8-32-16,0 0-20 0,-20 9-22 0,5 0-17 16,0 0-22-16,8-1-15 0,-8 5-15 15,0 1-15-15,4-1 4 0,-7 8-29 0,1 1-4 0,2 1-12 16,0 1-7-16,0 2-13 0,1-3-18 0,5 4-18 15,-6-3-27-15,4 2-26 0,1-3-13 0,-2-7-36 16,2 2-58-16,5-5-55 0,-3-5-52 0,6 1-216 16,-3-3-499-16,4-2 221 0</inkml:trace>
  <inkml:trace contextRef="#ctx0" brushRef="#br0" timeOffset="100118.42">31974 2448 247 0,'0'-7'355'15,"0"4"-18"-15,0-4-17 0,0 7-41 0,0 0-33 16,0 0-22-16,0 0-19 0,0 0-23 0,0 0-21 16,0 0-17-16,-9 17-12 0,11-7-2 0,-2 7-26 15,3 1-6-15,1-3-11 0,-1 4-19 0,7 4-16 16,3 3-23-16,-3-4-35 0,5 0-38 0,0 2-36 0,8-2-71 16,-3-6-95-16,3 3-234 0,4-2-518 15,-3-7 230-15</inkml:trace>
  <inkml:trace contextRef="#ctx0" brushRef="#br0" timeOffset="100446.51">32406 2643 53 0,'0'0'359'0,"-5"-6"-3"0,5 6-13 0,0 0-13 16,0 0-29-16,0 0-25 0,0 0-30 0,0 0-21 15,0 0-25-15,0 0-20 0,0 0-17 0,0 0-23 16,0 0-12-16,0 18-10 0,1-9-11 0,4-2-9 15,0 3-12-15,0 2 1 0,5 1-11 0,0 2-8 16,2-1-5-16,-4 0 14 0,0 1-24 0,1 2-8 16,-1-4-3-16,2 3-16 0,-4-1 6 0,-1-7-5 15,-1 3-2-15,1 1-6 0,-5-4 8 0,0-1-3 16,0 1 24-16,-5-3 35 0,1 3 31 0,4-1 26 16,-6 0 5-16,1-2 29 0,5-5-6 0,-4 8-9 15,-1-6-3-15,5-2-13 0,-6 5 0 0,3 0 0 16,3-5-4-16,0 0-7 0,0 0-4 0,0 0-10 15,0 0-2-15,0 0-15 0,8 9-13 0,2-9-24 16,3 0-34-16,7 1-41 0,5-2-55 0,23 2-64 0,-17-1-72 16,19-3-91-16,-19 2-103 0,21-6-120 15,-4-1-371-15,1-3-960 0,-1-4 425 0</inkml:trace>
  <inkml:trace contextRef="#ctx0" brushRef="#br0" timeOffset="101430.78">26399 2601 73 0,'8'-9'267'0,"-3"-7"1"0,4-1-4 16,-8-4 1-16,6-3 1 0,-5-3-1 0,-2 8-1 16,0-6 0-16,0-2 0 0,0 10 10 0,0-3-7 15,-2-1-6-15,0 1-18 0,-3 4-10 0,-1-2-15 16,4 3-22-16,-5 0-23 0,-1 3-13 0,1 3-22 15,-2 1-14-15,-5 0-23 0,8 4-8 0,-8 0-9 16,3 3-17-16,-1 2-2 0,-9-1-9 0,4 6-10 16,-1 3-5-16,1 2-3 0,3 3-6 0,-3 8-5 15,2 5 0-15,2 1-9 0,5 3 5 0,-1 11 2 16,4 0-7-16,4 8 1 0,2-2-3 0,8 1 4 16,-1 2 0-16,5 0-8 0,2 3 1 0,7-1-4 15,-8 2-4-15,1-5-2 0,0-4-7 0,0-2-1 0,0 1-3 16,-2-3-14-16,-1-2-9 0,-7-8-20 0,1-3-22 15,-1-2-19-15,4-3-36 0,-8 1-28 0,-1-7-31 16,0 1-30-16,-1-7-34 0,-8 0-38 16,9-4-33-16,-5-1-310 0,-3 0-684 0,0-6 303 0</inkml:trace>
  <inkml:trace contextRef="#ctx0" brushRef="#br0" timeOffset="101649.51">26172 2973 61 0,'-3'-5'403'0,"-2"1"-8"0,2-3-7 0,-1-1-14 15,4 8-9-15,-3-11-5 0,-2 7-17 0,5 4-21 16,0 0-28-16,0-11-27 0,0 11-30 0,-1-5-28 0,1 5-41 16,8-7-44-16,0 6-42 0,4-2-51 15,6 3-42-15,5 0-48 0,7 3-46 0,-4-2-35 16,4 2-43-16,2 4-57 0,1-5-53 0,-2 6-273 0,-3-2-612 15,-8-3 271-15</inkml:trace>
  <inkml:trace contextRef="#ctx0" brushRef="#br0" timeOffset="102057.24">26482 3016 11 0,'0'0'253'0,"-2"5"-30"0,2-5-19 0,0 0-25 0,-1 6-12 15,1-6-7-15,0 9-9 0,0-9-5 0,0 12-12 16,-4-4-12-16,8-1-13 0,-4 2-3 0,0 1-17 16,0 0-8-16,0-2-6 0,0 1-9 0,0 1-6 0,0-3-3 15,0-1-5-15,1 1-3 0,1-2-1 16,3 1-8-16,-5-6-1 0,1 6 0 0,-1-6 21 16,7 5 4-16,-5-3 5 0,-2-2-8 0,0 0-4 0,26-7-8 15,-16 4-3-15,0 0 2 0,2-1 15 0,-4-3 6 16,5 0 0-16,0 6 0 0,-3-6 2 0,0 3-5 15,2 1-4-15,-5-5-10 0,2 4-5 16,1 3-3-16,-10 1-7 0,10 0-8 0,-10 0-2 0,15 0-5 16,-15 0-6-16,15 5 1 0,-7 3-2 0,-1-2 7 15,1 2-9-15,-1-3-3 0,0 5 4 0,1-2-4 16,-2 1-3-16,3-2 1 0,-3 0 0 0,3-1-3 16,-3 0 3-16,1 2 5 0,-4-5-4 0,4 1 2 15,-7-4 2-15,13 1 6 0,-13-1-6 0,0 0-1 16,18-5 14-16,-14-2-7 0,4 0 4 0,-7-1 3 15,3 0-7-15,-3-6-6 0,4 1-5 0,-3-4-20 16,-2 0-25-16,2 1-28 0,-6-2-24 0,-1 1-47 16,4 1-46-16,-3-2-64 0,8 1-62 0,-9 2-217 15,3-2-567-15,-4 3 252 0</inkml:trace>
  <inkml:trace contextRef="#ctx0" brushRef="#br0" timeOffset="102354.08">26992 2574 346 0,'0'0'436'0,"0"0"-11"0,3-8-22 16,-3 8-28-16,0 0-31 0,0 0-37 0,0 0-32 16,0 0-33-16,0 0-28 0,0 0-17 0,-12 19-20 15,6-12-15-15,-3 9-15 0,1-4-16 16,2 7-13-16,-9-3-11 0,5 3-20 0,-3 7 1 0,3-1-9 15,-2-2-6-15,0 4-4 0,2 0-9 0,2 3-7 16,0-2-12-16,1-1-16 0,7-1-9 0,0-5-16 16,4 5-16-16,4-9-13 0,-1 3-23 0,12-1-42 15,-7-4-51-15,13 2-51 0,-7-8-54 0,12 3-65 16,-5-6-54-16,4-3-220 0,5-3-638 0,-5-3 283 16</inkml:trace>
  <inkml:trace contextRef="#ctx0" brushRef="#br0" timeOffset="102541.57">27439 2781 206 0,'0'-6'351'0,"5"-2"-13"16,-5 8-11-16,-5-10-21 0,5 10-15 0,0 0-27 15,0-5-30-15,0 5-24 0,0 0-6 0,0 0-32 16,0 0-18-16,0 0-13 0,-17 15-12 0,12-6-16 16,-3 2-6-16,-2 4-10 0,-2-1-8 0,4 2-10 15,-7 8-9-15,0-3-4 0,9-6-12 0,-8 4-16 16,6 0-14-16,1-3-20 0,-1-2-24 0,-5 1-31 15,3-2-27-15,3 1-27 0,-1-5-30 0,0 1-36 16,0-4-32-16,4-2-29 0,-6-1-55 0,10-3-178 0,-11 0-503 16,11 0 223-16</inkml:trace>
  <inkml:trace contextRef="#ctx0" brushRef="#br0" timeOffset="102713.42">27220 2891 28 0,'2'-12'244'0,"1"-2"30"0,2 6 27 0,-2-1 7 0,-1-1 18 15,1 4-11-15,-3-1 14 0,7-1 0 0,-4 2-20 16,-1 0-23-16,-2 6-29 0,0 0-30 0,0-6-24 15,0 6-24-15,0 0-17 0,0 0-19 0,0 0-13 16,0 0-17-16,20 17-18 0,-12-7-16 0,0 1-27 16,4 5-26-16,4-1-36 0,4 4-50 0,0-2-46 15,-2-2-55-15,-3-1-54 0,5-4-74 0,3 5-74 16,-1-6-223-16,-4-3-633 0,0-2 280 0</inkml:trace>
  <inkml:trace contextRef="#ctx0" brushRef="#br0" timeOffset="102932.15">27612 2679 373 0,'-5'-6'449'0,"4"0"4"15,1 6-11-15,0-8-23 0,0 8-32 0,0 0-38 16,-4-5-40-16,4 5-33 0,0 0-30 0,0 0-24 16,0 0-18-16,14 19-14 0,-8-9-23 0,8 7-10 15,-1-2-20-15,-2 7-12 0,11 5-16 0,-7 3-8 0,5 8-10 16,4-2-9-16,-4 2-8 0,-13-10-11 0,8 13-33 15,-7-1-38-15,-6 1-42 0,3 0-50 16,-7-2-61-16,-3 5-54 0,-8-4-67 0,1-1-94 16,-3-1-335-16,0-11-769 0,-4 0 340 0</inkml:trace>
  <inkml:trace contextRef="#ctx0" brushRef="#br0" timeOffset="103793.82">29557 2941 62 0,'2'-7'430'0,"-1"4"4"16,-1 3-6-16,0-9-5 0,0 9-17 0,0 0-22 16,0 0-32-16,4-4-38 0,-4 4-13 0,0 0-40 15,0 0-25-15,0 0-25 0,0 0-21 0,-13 23-22 16,11-7-16-16,2 2-13 0,-5 2-14 0,5 8-11 16,-3-1-7-16,3 4-13 0,0-1-8 0,3 3-10 15,-3-3-9-15,7 9-8 0,1-8-13 0,-7-1-17 16,4 1-19-16,2-3-13 0,1-2-28 0,-4-9-35 15,2 3-32-15,-1-3-45 0,0-2-30 0,0-1-43 16,-2-3-39-16,-1 0-39 0,1-7-74 0,-1-3-309 16,-2-1-732-16,0 0 324 0</inkml:trace>
  <inkml:trace contextRef="#ctx0" brushRef="#br0" timeOffset="104215.65">29544 2921 32 0,'0'0'338'0,"0"0"-10"0,0 0-15 0,-2-7-25 15,2 7-22-15,0 0-27 0,0 0-31 0,0 0-27 16,0 0-18-16,0 0-17 0,0 0-15 0,0 0-16 15,-13 23-5-15,11-17-17 0,-3 1-6 0,0 4-13 16,2-2-4-16,-4 6-11 0,-1-5 0 0,2 2-12 16,-3 0 0-16,1 0-9 0,-4-1-4 0,3-3-3 15,2 0-5-15,-1 0 3 0,3-2-6 0,-4-1-3 16,3-1 2-16,-1-1 1 0,5 3 22 0,2-6 20 16,0 0 5-16,0 0-9 0,0 0-7 0,0 0 0 15,0 0-3-15,7-20-7 0,1 8-2 0,1 2 14 16,-4 0-4-16,8-1-11 0,-3 3 6 0,-4-2 8 15,9 3 4-15,-1-3 10 0,-5 3-13 0,3-1-8 16,-2 6-10-16,3-3-7 0,-4 2 0 0,4 4-4 0,-3 1-5 16,3 3-2-16,0 0-6 0,0 3 0 15,4 4-3-15,4 3 2 0,-4-1-4 0,0 5-23 16,4 2-33-16,-3 0-43 0,5-3-45 0,-4 6-67 16,1-5-91-16,-4 1-384 0,-1-5-732 0,5-3 324 0</inkml:trace>
  <inkml:trace contextRef="#ctx0" brushRef="#br0" timeOffset="104778.17">31408 3030 172 0,'0'0'351'0,"6"-1"-7"0,-6 1-7 0,12-2-13 0,-12 2-13 16,6-3-47-16,-6 3-29 0,0 0-26 0,0 0-25 16,0 0-12-16,0 0-24 0,9 14-19 0,-6-6-10 15,-3 2-17-15,0 6-7 0,2 2-7 0,-1 0-10 16,3 6-2-16,-3 5-13 0,3-2 3 0,-1 1-15 16,-3 0-5-16,2 2-1 0,4-3-6 0,1 2 5 15,-2 0-11-15,3-1-2 0,-3-2-23 0,-2-7-11 16,4-1-30-16,-5-1-27 0,3-7-27 0,-5 4-32 15,3-6-38-15,2-3-31 0,-4 1-69 0,4-2-287 16,-5-4-588-16,0 0 260 0</inkml:trace>
  <inkml:trace contextRef="#ctx0" brushRef="#br0" timeOffset="105153.13">31502 2968 294 0,'-7'-3'285'0,"7"3"-26"0,0 0-23 16,-8-4-24-16,8 4-18 0,-13 0-19 15,13 0-17-15,-15 6-15 0,8-3-14 0,1 3-10 0,-3 3-13 16,4-5-12-16,-1 4-8 0,-7 2 2 0,8 2-20 16,-5-4-7-16,3 1-1 0,-3 1-8 0,5-2-7 15,-3-1-1-15,3 2-4 0,3-2-6 0,-4-3 0 16,-1 0-1-16,5 3-2 0,2-7 5 0,-5 7 18 15,5-7 22-15,-1 5 9 0,1-5-4 0,0 0-6 16,0 0-14-16,0 0 5 0,0 0 3 0,-7-23-2 16,12 14 7-16,-5 9 4 0,2-15 0 0,-2 8 5 15,1-1-7-15,-1-3-11 0,5 4 1 0,-3 2-8 16,1-2-2-16,2 4-9 0,2-2-4 0,1 4-15 16,-8 1 2-16,22 1-7 0,-11 2 4 0,4 2-16 15,3 4-5-15,4-1-13 0,-7 5-18 0,6-4-22 16,2 3-27-16,-3 0-24 0,2 5-34 0,1-1-45 15,-3-1-66-15,-4-6-73 0,-2 3-264 0,-6-5-629 0,2-2 278 16</inkml:trace>
  <inkml:trace contextRef="#ctx0" brushRef="#br0" timeOffset="120745.21">18729 13620 120 0,'0'0'364'0,"0"-9"-9"0,0 3-13 0,0 6-15 16,-8-7-2-16,6 1-21 0,2 6-14 0,-5-9-21 0,5 9-25 16,-6-2-20-16,6 2-20 0,0 0-9 0,0 0-11 15,-22 4-8-15,14 3-15 0,0 0-25 16,-6 1-4-16,8 8-2 0,-8-5-11 0,6 1-15 0,0 3-9 15,0-2-5-15,1 2-11 0,-1 1-9 0,1 1-7 16,5 0-4-16,2-7-8 0,2 7-7 0,3-7-6 16,2 3-7-16,-2-4-10 0,1 2-12 0,6-4-8 15,3 0-20-15,-2-6-2 0,4 5-7 0,-1-4-8 16,-3-2-5-16,4 0-1 0,-4-7 1 0,7 3 4 16,-10-1 5-16,3-5 0 0,-5 0 8 0,6-2-1 15,-9-3 5-15,1-2-1 0,-2 4 0 0,-3-6 7 16,-1 6 0-16,-5-8 15 0,2 6 11 0,-2-2 3 0,2 2-1 15,-7 0 5-15,5 6 7 0,-8-3-1 16,6 5 3-16,-3 1-4 0,5-3-5 0,-5 4 0 16,3 5-2-16,-6-3 3 0,13 3-6 0,-15 3-6 0,2-1 4 15,5 5-4-15,0 4 1 0,1-2 5 0,-1 1-7 16,6 1-1-16,-3 2-1 0,-3 1-1 0,8 2-9 16,0 1-1-16,0-7-9 0,1 7-4 0,6-2-7 15,-5-1-1-15,3 1-11 0,3-5 0 0,-1-1-9 16,1-1-8-16,0-4 2 0,4 2 5 0,-2-6-11 15,-2 2 5-15,5-2 3 0,-13 0 5 0,20-3 10 16,-5-5 0-16,-7 2 10 0,0-6-4 0,1 4 5 16,-3-8-1-16,-1 7 8 0,0-6 4 0,-1-3 13 15,-4 5 3-15,0-2 14 0,-7 1 11 0,4-1 6 16,-6 3 8-16,3-1 2 0,-3 1-3 0,0 5-11 0,2 3-4 16,-3-4 1-16,-5 1-3 0,2 2-3 0,0 5 5 15,3 0-7-15,-9 2-6 0,10 3-2 0,-6 4 1 16,0-2-1-16,3 5 0 0,4 1-3 0,0-3 1 15,1 0-9-15,4 3 6 0,-2 4-5 0,6-3 0 16,-1-2 2-16,4 0-15 0,6-2 6 0,-2 2-10 16,0-3-4-16,4 0 0 0,3 0 7 0,0-4-15 15,4-2 4-15,-4-2 0 0,2-1 3 0,-2 0 2 16,-2-1-3-16,4-9 1 0,-4 3 5 0,-3 1 0 0,-2-1 7 16,4-7-3-16,-7 2 7 0,4-1-3 15,-5 2 10-15,-1 0 0 0,-3-1 10 0,-3 0 3 16,-1 5 1-16,-2-5-2 0,1 4 2 0,-5 1-2 0,3 2 2 15,1 1 0-15,-4 0-6 0,-3 2 4 0,13 2-1 16,-22 2-1-16,12 3-1 0,-5 0-5 0,0 4 1 16,4 0-6-16,-3 3 8 0,5 0-5 0,-6 3 0 15,10-1 8-15,3 2-12 0,-5-1 5 0,6 0 1 16,2-2-9-16,6 2-1 0,-2-1 2 0,5-1-7 16,-3-4-4-16,1 2 3 0,3-4-1 0,-1-2-5 15,4-1 4-15,-6 1 7 0,7-3-9 0,-2-2 2 16,-13 0-4-16,25-8 3 0,-15 2 2 0,3 0-2 0,-8-5 0 15,5-1 7-15,-7 2-2 0,4-7 11 16,-6 1-14-16,1-2 7 0,-4 2 3 0,1-1 13 16,-6 3-6-16,6-1 5 0,-4 2 6 0,-4 2 3 0,4 3-2 15,-1-2 9-15,-3 1-15 0,3 1-2 0,-4 6-1 16,-3 2 2-16,6-2 9 0,-8 2-13 0,15 0 4 16,-21 4 0-16,11 4-6 0,-4-3 0 0,0 5-3 15,-1-1 3-15,8 5-2 0,-6 2 4 0,6 0-3 16,1-1 3-16,4 0-5 0,-6-2-3 0,8 2-1 15,0-1 6-15,1-4-3 0,3 2-5 0,1-3-4 16,6 0 1-16,-4-1 3 0,3-2-6 0,3-4 5 16,0 1-3-16,-3-3 4 0,5 0-4 0,3-3-11 15,-3-1 0-15,0-7 6 0,2 7 3 0,-4-5-5 16,-2-5 1-16,1 4 1 0,-4-2 2 0,-1-3 1 16,1-3 1-16,-6 3 3 0,1-1-1 0,-3 0 3 0,-3 0 1 15,-1 2 9-15,-2 2-6 0,3 4 3 0,-6-4-2 16,1 8 3-16,-4-1 0 0,6-1-2 0,-9 4 1 15,-5 0 0-15,10 2-1 0,-5 2 4 0,4 1-8 16,-4 3 0-16,-2 2 6 0,4 0-3 0,-2 3-1 16,3 2 5-16,1-1-10 0,6 3 9 0,-2-1-4 15,6-1-1-15,-4 2 8 0,5 0-9 0,5 1 5 16,0-6 2-16,0 3-10 0,6-1 3 0,-4-1 1 16,3-2-7-16,5-5 5 0,-2 3-6 0,2-6-1 15,-4 2 3-15,1-6 8 0,6-2-8 0,-3 0 3 16,0-2-4-16,0 2-1 0,0-9 3 0,-9 3 1 15,8-2-2-15,-5-2 2 0,-5 4 0 0,-1-4-1 0,4-1 1 16,-7 0-1-16,0-3 6 0,-5 4 8 0,0 0 4 16,0-2 5-16,-5 2 6 0,0-1-2 0,2 9-1 15,-6-8-3-15,0 6-2 0,-1 1 10 0,0 0-13 16,0 5-1-16,2-1-2 0,-6 4-5 0,8 4-3 16,-4-1-8-16,2 2-19 0,-1 5-17 0,0-1-50 15,4 3-53-15,3-1-61 0,-3 6-77 0,3-3-74 16,2 2-207-16,2 0-611 0,-2 2 271 0</inkml:trace>
  <inkml:trace contextRef="#ctx0" brushRef="#br0" timeOffset="129758.5">18478 14436 165 0,'0'0'308'16,"-2"7"-1"-16,2-7-6 0,0 0 0 0,0 0-4 16,0 0-1-16,0 0 1 0,0 0 0 0,0 0-9 15,0 0-8-15,0 0-13 0,0 0-6 0,0 0-7 16,0 0-15-16,0 0-16 0,0 0-6 0,0-19-15 0,0 19-12 15,2-8-15-15,-2 1-5 0,0-1-19 0,0 8-17 16,0-15-9-16,1 8-11 0,-1-1-11 16,0-4-11-16,0 5 1 0,0-2-15 0,-1-6-8 0,1 6-6 15,0-5-6-15,-2 5 1 0,2-4-14 0,0 4-3 16,-5 0-6-16,3 0-8 0,-3 2-5 0,2-1-2 16,0 1-5-16,-1 0-8 0,-4 3-5 0,1 1-7 15,-1-2-5-15,2 2-5 0,6 3-7 0,-19 2-1 16,19-2-5-16,-16 5 1 0,3-4-10 0,3 1-4 15,5 5 0-15,-5-1-2 0,5 0-3 0,-2 0-1 16,-1 1 2-16,6 1 0 0,-3-4-5 0,-5 4-9 16,10-1 3-16,-5-2 1 0,5 4-10 0,-1-6 3 15,1-3 0-15,-9 7 2 0,9-7 2 0,0 11 5 16,0-11 4-16,0 0-1 0,10 3 10 0,-10-3 0 16,5 3 9-16,-5-3-2 0,15 0 8 0,-15 0 0 15,15 0 4-15,-15 0 3 0,15 0-2 0,-15 0 6 0,13-3-3 16,-9 0 0-16,-4 3 9 0,13 0-3 0,-13 0-1 15,6-4-1-15,-6 4 5 0,0 0 2 0,17 0-5 16,-17 0 7-16,3 5 0 0,-3-5-2 0,0 0-2 16,10 2 3-16,-10-2 3 0,0 0-5 0,9 6 1 15,-9-6 3-15,8 5 0 0,-5-4 6 0,-1 7-3 16,6-3-1-16,-5-3 8 0,-1 4-1 0,6-1-1 16,-4-3 0-16,1 6 0 0,3-1-3 0,-7 1 2 15,6-1-1-15,0 1 4 0,-2 0-4 0,-2 0 4 0,0 4-1 16,2-4-4-16,2 2 6 0,-4 6-1 15,2-8-2-15,0 4-6 0,0 0 2 0,-3 2 4 16,6-1 8-16,-8 5-13 0,2-1 1 0,1 1-7 0,-3 2 8 16,0-4 1-16,0 3 2 0,0 5 1 15,-3 1 9-15,-1 0-9 0,1 1-1 0,-2-3 4 16,2 4 5-16,-1-1-4 0,-5 1 2 0,4-10 9 0,-4 3-4 16,-1 4 5-16,0-1 13 0,4-4 3 0,-4-4 3 15,-3 0 9-15,6 2 11 0,-6-7 9 0,1 4 11 16,-3-4 3-16,4-2 8 0,-3-4 11 0,5 1 7 15,2-3 11-15,-6-2 4 0,13 0 3 0,-17-4 6 16,4-1 15-16,6-3-13 0,-3-1-7 0,5-8-2 16,-5 2-8-16,5-1 3 0,5-3-9 0,2-12-13 15,1 1-13-15,9-11-6 0,8-3-5 0,0 2-15 16,5-5-19-16,8 1-17 0,-2-1-27 0,6-1-23 16,-3 2-14-16,6 1-28 0,-4 5-30 0,1 2-30 0,8 3-52 15,-7 6-51-15,-2 2-59 0,-14 7-78 16,2 3-93-16,-2 0-111 0,-2-2-379 0,-5 9-1029 15,-2-2 455-15</inkml:trace>
  <inkml:trace contextRef="#ctx0" brushRef="#br0" timeOffset="132764.9">18886 13735 49 0,'0'0'249'0,"0"0"-5"15,0 0-9-15,0 0-4 0,0 0-13 0,0 0-18 0,0 0-13 16,0 0-7-16,0 0-14 0,0 0 3 0,0 0-9 15,0 0-6-15,0 0-5 0,0 0-5 16,0 0-5-16,0 0-3 0,0 0 0 0,0 0-5 0,0 0-1 16,0 0-13-16,0 0-4 0,0 0-11 0,0 0-6 15,0 0-4-15,0 0-10 0,0 0-5 0,0 0-10 16,0 0-6-16,0 0-5 0,25 12-7 0,-25-12-7 16,8 10 0-16,-1-8-1 0,0 1 8 0,1 4 9 15,2-5-6-15,5 9 3 0,0-8-7 0,5 5 3 16,-4-4-13-16,14 5-1 0,-9-2-8 0,8-2 1 15,-3 2-2-15,1 4 0 0,-8-8-7 0,5 6 0 16,-3-7-1-16,-1 5-6 0,3-4 3 0,-5 1-3 0,4 2 0 16,-7-2-4-16,1-3-2 0,-4 3 2 15,-4-1 0-15,4-1-9 0,-2 0 8 0,-4-1-5 16,-6-1-13-16,15 4-11 0,-15-4-17 0,8 0-19 0,-8 0-23 16,0 0-16-16,0 0-27 0,12 2-16 0,-12-2-28 15,2 5-27-15,-2-5-36 0,0 0-35 0,8 3-19 16,-8-3-44-16,5 4-190 0,-5-4-561 0,15 4 248 15</inkml:trace>
  <inkml:trace contextRef="#ctx0" brushRef="#br0" timeOffset="133524.87">19681 13933 98 0,'0'0'248'0,"0"0"-4"0,0 0-10 0,0 0-7 15,0 0-5-15,0 0-7 0,0 0-17 0,0 0-10 16,0 0-20-16,0 0-8 0,0 0-17 0,0 0-2 16,0 0-9-16,0 0-11 0,0 0-15 0,0 0-4 0,0 0-10 15,28 5-8-15,-23-3-7 0,5 2-8 16,3-1-8-16,-1-2-1 0,4 4-4 0,-1-2 1 16,0 4-14-16,7 2-5 0,-6-6-2 0,6 4-3 0,-1-2-5 15,7 6-4-15,-1-3-1 0,1-4-3 0,0 4-2 16,0 2-2-16,-5-1 0 0,7-3-4 15,-2 2 6-15,-9-3-11 0,9 0 8 0,-7-1-7 0,7 7 0 16,-9-7 2-16,0 1-8 0,3 0 5 0,1-3-3 16,-5 5 3-16,0-3-4 0,6-1 1 0,-9 1-1 15,1-2 12-15,4 3-10 0,-7-5-4 0,-5 2 1 16,6 1 4-16,1-3-2 0,-5 2-3 0,4-2 8 16,-7 2-10-16,5-2 4 0,-12 0-10 0,8 0 7 15,-8 0 1-15,15 1 2 0,-15-1-1 0,15 3-5 16,-15-3 9-16,13 0-4 0,-13 0-2 0,0 0 1 15,10 0-9-15,-10 0 9 0,0 0-5 0,11 0 8 16,-11 0-3-16,0 0 2 0,0 0-1 0,12 0-1 0,-12 0-2 16,0 0 2-16,0 0-1 0,0 0-1 15,0 0-2-15,0 0 1 0,0 0 5 0,0 0-2 16,5-6-2-16,-5 6-10 0,0 0 2 0,0 0-2 16,0 0-12-16,0 0-10 0,0 0-4 0,0 0-10 0,-28-5-11 15,18 3-8-15,-3-3-6 0,-2 3-6 0,-5-1-12 16,5 3-10-16,-6-4-20 0,-3 1-24 15,3 0-33-15,3-4-37 0,-9 0-42 0,-4 1-146 0,-1 1-434 16,6-4 192-16</inkml:trace>
  <inkml:trace contextRef="#ctx0" brushRef="#br0" timeOffset="165341.11">16069 13321 196 0,'-1'-7'362'0,"-3"-1"-4"15,-1 4-10-15,4-2 4 0,-4-3-8 0,5 0-9 16,-4 6-10-16,3-5-10 0,1 8-20 0,-4-8-14 16,3 3-27-16,1 5-27 0,-8-6-20 0,8 6-18 15,0 0-22-15,-17 2-4 0,17-2 6 0,-13 5-13 16,6 2-14-16,-3-2-16 0,0 5-12 0,0-1-13 15,-5 2-7-15,1-3-9 0,7 5-8 0,-1-2-4 16,1-4-7-16,-1 10-10 0,6-7-5 0,2 4-5 0,0-5-3 16,2 3-8-16,6 0-5 0,-1-5-15 0,6 1-17 15,-5 0-11-15,7-3-18 0,-2-2-5 16,2 2-14-16,2-6-10 0,3-3-4 0,-7 0-1 0,3-5 4 16,3 2 3-16,-6-3 5 0,0 1 8 0,2-3 3 15,-5 1 3-15,-3-1 2 0,1-3 9 0,-2-1 4 16,-2 5 4-16,-4-3 12 0,0 5 13 0,-2-3 10 15,-1 4 3-15,-2 1 4 0,-3-5 3 0,1 4 6 16,-3 3-2-16,2 0 2 0,-4 5-2 0,-1 0-2 16,13 0-2-16,-27 3-1 0,17 0-5 0,-1 1 0 15,-4 4-2-15,8-1 6 0,-3 1-8 0,2 4 0 16,2 0 0-16,1-3-1 0,1 3-1 0,4-2-1 0,4 1-2 16,-3-2 0-16,6 1-2 0,1-1 2 15,-1 3-2-15,6-4 0 0,-3-1-3 0,3-2 1 0,-5-3-2 16,7-1-2-16,0-1 0 0,2-1 1 0,-6-1-3 15,-2 0 0-15,1-5 3 0,-2 2-2 0,2-1 0 16,-5 1 3-16,0-3 2 0,-2 2-7 0,-3-1 2 16,0 1-2-16,0-2-2 0,-7 0-2 0,2 5 2 15,-1 1-2-15,6 2-1 0,-15-5 0 0,5 5 2 16,10 0 0-16,-15 5-2 0,10-3 2 0,-3 3 0 16,3 2 3-16,2 0-1 0,-2-1-1 0,1 1 0 15,4-7 10-15,7 14-5 0,-5-7-2 0,1-1 0 0,0 0 2 16,7 0 0-16,-3-3 2 0,1 0-1 0,-1-2 0 15,-7-1-3-15,18 0 2 0,-18 0 1 16,13-7 0-16,-6 2 1 0,-1 0 1 0,-2-3 5 0,-3 1-9 16,-1-1 2-16,0 0-3 0,0 1 3 0,-3-4-3 15,1 2-3-15,-4 2 0 0,-4 1-3 0,-3 1-12 16,4 1-41-16,-6 4-45 0,2 0-56 0,-3 2-64 16,-4 5-69-16,0 1-82 0,-3 5-417 0,-2 1-857 15,3 0 380-15</inkml:trace>
  <inkml:trace contextRef="#ctx0" brushRef="#br0" timeOffset="165929.64">15945 14207 136 0,'8'-12'361'0,"1"-2"-4"0,-3-1 7 0,3-2-3 16,-3 1-31-16,4 0-21 0,-2-4-9 0,1 2-10 15,-4 0-12-15,5 2-4 0,-7 0-8 0,2 1-16 16,-3 7-14-16,1-6-15 0,-3 8-26 0,3-5-18 16,-3 4-19-16,-3 1-17 0,0 0-17 0,3 6-12 15,-10-4-5-15,0 0-16 0,0 3-11 0,10 1-6 16,-23 6-7-16,8 1-2 0,-5 1-6 0,5 3 4 15,0-3 1-15,0 11-5 0,-5-1 2 0,4 1 2 16,1 3 1-16,2 1 1 0,3 6-4 0,5-4-4 16,1 6-8-16,4 1-2 0,2 9-3 0,5-2-6 15,3 1 0-15,-4-8-8 0,7 8-1 0,2 2-3 16,-5-14-3-16,10 14-3 0,-5 2-1 0,-2 0-3 0,-4-7 2 16,4-6-3-16,-3 8-4 0,-5-7 0 0,0-5-2 15,-4 2-15-15,-1-6-11 0,0-1-11 0,4-5-6 16,-8-2-22-16,-1 2-15 0,-1-7-21 0,1-1-22 15,-5 1-23-15,0-6-33 0,3 0-38 0,-6-2-24 16,0-4-31-16,5 2-30 0,-6-4-38 0,6-2-37 16,1-3-42-16,-3-3-250 0,5-2-713 0,4-2 317 15</inkml:trace>
  <inkml:trace contextRef="#ctx0" brushRef="#br0" timeOffset="166148.34">15800 14467 239 0,'-4'-5'327'0,"4"-3"5"0,0 8 0 0,4-14-14 16,0 7 10-16,0 1-15 0,1 0-23 0,5 1-28 15,3-2-22-15,-6 4-17 0,7-2-25 0,3 4-18 16,-4-2-17-16,4 3-17 0,1-4-14 0,-3 4-11 16,10 0-17-16,-5 0-38 0,-1 0-53 0,-2 0-54 15,8 0-49-15,-9 1-49 0,4-1-46 0,-3-1-63 0,1-1-59 16,-6 2-247-16,7-5-598 0,-4 1 265 15</inkml:trace>
  <inkml:trace contextRef="#ctx0" brushRef="#br0" timeOffset="166742.04">16534 13830 298 0,'-1'-14'338'0,"1"14"6"0,-4-7 2 16,4 7-18-16,-1-11-5 0,1 11-20 0,-8-5-25 15,8 5-30-15,0 0-20 0,-9 0-6 0,9 0-4 16,0 0-15-16,-20 8-13 0,14 2-18 0,-9 0-16 16,7 2-12-16,-6 3-10 0,3-4-15 0,-7 5-11 15,-1 3-10-15,4-2-11 0,1-2-7 0,-6 3-8 16,5-3-6-16,2-2-8 0,-2 2-5 0,-2-3-11 15,9-1-14-15,-5 3-32 0,3-9-28 0,0 4-25 0,6-4-15 16,1 3-21-16,1-4-21 0,2-4-22 16,0 0-16-16,0 0-20 0,0 0-14 0,0 0-12 15,0 0-10-15,0 0-5 0,14-29-8 0,-13 17 6 0,4-1-3 16,5-2 15-16,-5 0 22 0,5-3 18 0,-5 0 22 16,3 1 18-16,-8 1 39 0,9 1 29 0,-9 0 39 15,3 3 36-15,0 2 27 0,-3 0 19 0,5 0 18 16,-5 3 24-16,2 0 15 0,0 3 4 0,-2 4-3 15,0-7-9-15,0 7 12 0,0 0 7 0,0 0 0 16,0 0-1-16,0 0-14 0,-4 25-2 0,4-15-11 16,-5 2 0-16,5 3-18 0,0 5-4 0,0 6-16 15,9-1-3-15,-9 0-3 0,11 1-9 0,-4-6-32 16,8 4-42-16,-7-5-24 0,0-3-46 0,2 4-44 16,2-2-52-16,-6-2-58 0,1-5-51 0,3-3-244 0,-7-3-585 15,7 0 259-15</inkml:trace>
  <inkml:trace contextRef="#ctx0" brushRef="#br0" timeOffset="166929.53">16227 13878 85 0,'0'0'326'16,"0"0"-19"-16,0 0-3 0,0 0 6 0,0 0-18 15,0 0-21-15,34 12-26 0,-9-8-24 0,3 4-18 0,0 4-23 16,2 0-16-16,2 0-15 0,-3-3-18 15,5 3-28-15,-5 0-68 0,-2-3-69 0,1 0-79 16,0 3-92-16,2-4-89 0,-10-1-153 0,-4-4-484 0,7 2 214 16</inkml:trace>
  <inkml:trace contextRef="#ctx0" brushRef="#br0" timeOffset="180207.83">16227 13419 152 0,'0'0'260'0,"0"0"-14"15,0 0-12-15,0 0-14 0,0 0-12 0,0 0-9 16,0 0-7-16,0 0 2 0,0 0-2 0,0 0-6 16,0 0-13-16,0 0-7 0,14 9-10 0,-9-8-12 15,5 3-11-15,-3-3-9 0,1 3 2 0,4-1-11 0,-4 1-5 16,5-3-14-16,-6 2-7 0,5 3 0 0,-1-1-16 15,4 0-6-15,0 2-5 0,1-3-5 0,1 3-5 16,6 9-4-16,-3-12-5 0,8 5-3 0,0 1-2 16,-1-2-5-16,-1 6-9 0,9-5 1 0,-3 3-1 15,12-1-1-15,-14 3-5 0,15-4-3 0,-11 1 1 16,9 1 4-16,-1-3-6 0,1 1-7 0,-8-1 4 16,-4 1-1-16,4-6 1 0,0 2 6 0,-6 0-12 15,3-3-3-15,-1 2-10 0,2-2 13 0,1-3-5 16,-6 4 2-16,1-3 1 0,1 2 3 0,-2 2 5 15,-6-1 14-15,-1-4 8 0,1 2-18 0,1 3 23 0,-5-2-20 16,2-2 8-16,5 3 1 0,1 4 7 0,-1-4-24 16,5 3 20-16,-10-6 3 0,-5 2-10 0,5 3 0 15,-4 2 3-15,6-3 9 0,-1 2-5 0,-1-2 3 16,-3 3-5-16,-2-5 2 0,4 1-5 0,-2 1 7 16,-4-2-1-16,-1 1 3 0,-1 0 0 0,-2 0 0 15,1-2-3-15,0-2 0 0,0 1 2 0,-10-1 4 16,14 1 1-16,-7-3-3 0,-7 2-2 0,15-5-2 0,-5 4-8 15,-5-3 0-15,3 0 0 0,-8 4-7 0,8-8-2 16,1 7-1-16,-3-2-6 0,1 0-15 16,-7 3-44-16,2-8-43 0,4 4-38 0,-6 4-49 0,2-4-57 15,-2 4-69-15,3-9-85 0,-3 9-318 0,-3-8-769 16,3 8 340-16</inkml:trace>
  <inkml:trace contextRef="#ctx0" brushRef="#br0" timeOffset="180988.99">17905 13825 109 0,'-7'-1'290'16,"7"1"-8"-16,0 0-12 0,-3-6 1 0,3 6-1 15,0 0-18-15,0 0-19 0,-5-5-19 0,5 5-17 0,0 0-12 16,0 0-5-16,0 0-2 0,0 0 2 0,0 0-17 15,0 0-17-15,23 10-3 0,-10-3-15 0,2 1-15 16,0-3-14-16,0 4-10 0,7-2-9 0,-3 0-9 16,6-1-6-16,-3 1-7 0,1 1-1 0,-2-4-16 15,-1 4 4-15,0-5-7 0,2 0-25 0,-4-2-27 16,-2-1-32-16,-4 3-21 0,-2-3-27 0,0 0-43 16,-10 0-43-16,13 0-35 0,-13 0-37 0,0 0-22 15,0 0-27-15,0 0-179 0,-28-8-520 0,15 6 230 16</inkml:trace>
  <inkml:trace contextRef="#ctx0" brushRef="#br0" timeOffset="181410.83">17443 14034 187 0,'5'-8'376'0,"-5"6"-7"16,0 2 16-16,0-10-16 0,0 10-18 0,3-5-33 0,-3 5-35 15,0 0-27-15,0 0-27 0,0 0-14 0,0 0 21 16,0 0-4-16,-3 27-15 0,3-11-18 0,-2 4-19 16,-4 5-15-16,-1 2-10 0,2 2-18 0,4 2-10 15,-9 7-13-15,3-1-11 0,-3-3-10 0,5-4-9 16,-3 2-8-16,3-2-8 0,-7 1-7 0,9-2-9 16,-5-2-1-16,1 2-4 0,0-7-6 0,-1-1-7 15,7-2-2-15,1-5-51 0,-5 4-36 0,3-7-41 16,-5-3-28-16,7 0-29 0,0-5-44 0,0-3-49 0,0 0-43 15,0 0-48-15,0 0-50 0,0 0-270 0,0 0-711 16,14-27 314-16</inkml:trace>
  <inkml:trace contextRef="#ctx0" brushRef="#br0" timeOffset="181863.9">17451 13971 222 0,'0'0'259'0,"-5"-4"-17"0,5 4-15 16,-14-4-4-16,14 4-13 0,-15 0-14 0,6 5-19 15,-2 1-11-15,1 0 1 0,-2 3-22 0,-3 1-11 16,5 1-10-16,-4 3-15 0,-1-5-13 0,8 1-8 16,-6 3-11-16,3-4-4 0,0 3-10 0,0-4-3 15,3-1-7-15,7 1-3 0,-8-2-4 0,8 0 5 16,-5-1 17-16,5-5 7 0,-2 5 2 0,2-5-2 16,0 0-7-16,0 0-1 0,0 0-3 0,0 0 2 15,22-12 17-15,-12 6-1 0,-3 1 12 0,1-4 5 16,2 4 11-16,0-3 6 0,-4 3 7 0,8-4 3 15,-5 2 1-15,1 3-5 0,0 1-5 0,0-1-8 16,0 2-9-16,2 2-10 0,-1 2-6 0,-2 4 3 0,6-1-5 16,-1 4-9-16,1 5-5 0,-3-2-6 15,4 4-6-15,1 3-7 0,1 1-7 0,0 2-5 16,1 2-16-16,-6-8-64 0,7 3-74 0,5 1-75 0,-4-2-81 16,-1-2-85-16,10-1-96 0,-15-3-303 0,4 2-820 15,8-5 363-15</inkml:trace>
  <inkml:trace contextRef="#ctx0" brushRef="#br0" timeOffset="182530.07">19731 14428 194 0,'0'-7'393'15,"0"-1"-21"-15,0 3-14 0,0-3 0 0,0 8-12 16,0-11-6-16,0 11-27 0,0-7-28 0,0 7-30 0,-7-4-26 15,7 4-5-15,0 0 6 0,0 0-7 0,-15 20-7 16,13-6-7-16,-6 1-14 0,5 5-12 0,-2-3-20 16,-2 9-12-16,4 1-19 0,-2 1-12 0,2 2-13 15,-4 2-8-15,5 1-12 0,-4-6-6 0,6 1-11 16,-9-1-6-16,9 2-6 0,-5-7-6 0,4-5-1 16,1 3-10-16,-8-10-13 0,8 5-56 0,-2-6-44 15,2 1-35-15,0 0-26 0,0-5-35 0,0 0-45 16,0-5-42-16,5 4-40 0,-5-4-36 0,0 0-44 15,11-14-40-15,-11 8-225 0,4-6-692 0,1 3 306 16</inkml:trace>
  <inkml:trace contextRef="#ctx0" brushRef="#br0" timeOffset="182905.03">19772 14346 134 0,'-7'-11'288'0,"7"6"-11"16,0 5-12-16,0 0-10 0,0-8-19 0,0 8-11 15,0 0-25-15,0-6-20 0,0 6-20 0,0 0-10 16,0 0 5-16,0 0-10 0,-20 12-12 0,14-8-19 16,-2 7-7-16,-1-4-13 0,-2 1-6 0,-1 4-9 0,-1 0-13 15,0-1-1-15,-1-3-5 0,4 3-8 0,-6-2-6 16,1 2-2-16,2-3-8 0,4 0 3 15,-4-2-7-15,0 0-6 0,5-2 0 0,-1 1 0 0,4-2-7 16,5-3 7-16,0 0-11 0,-11 0 13 0,11 0 3 16,0 0 0-16,0 0-1 0,8-18-8 0,-1 11 3 15,3 0 3-15,-2 0 8 0,7-1 9 0,0 1 10 16,0-2 14-16,3 5-3 0,-2-3 6 0,4 3 9 16,-3 1-2-16,6 1 0 0,-8 2-1 0,5 0-5 15,-5 4-2-15,1-3-3 0,-1 5-5 0,3 0-5 16,-6 0-5-16,1 2-6 0,0 0-6 0,-1 4-3 15,0 2-3-15,-4-1-8 0,3 1-43 0,-1-1-66 0,-1 4-91 16,4 8-97-16,-5-8-135 0,-1 1-320 16,-2 3-784-16,3-2 347 0</inkml:trace>
  <inkml:trace contextRef="#ctx0" brushRef="#br0" timeOffset="186916.17">19487 15280 185 0,'-5'3'274'0,"5"-3"2"15,-3 5-12-15,3-5-24 0,0 0-11 0,0 0-8 16,0 0-10-16,0 7-14 0,0-7-2 0,0 0-8 0,0 8-5 16,0-8-20-16,7 4-9 0,-7-4-13 0,5 5-10 15,-1 0-17-15,-4-5-9 0,14 0-10 0,-6 1-14 16,4-1-3-16,-12 0-8 0,18-1-6 0,-8 1-1 15,0-2-14-15,0-2-6 0,1-3 6 0,6 2-11 16,-7-2-4-16,3-2-7 0,2 2 3 0,-9-4-9 16,9 4-5-16,-6-2 3 0,-3 1-2 0,-1 1-1 15,-3 1-7-15,3-1 3 0,-2 0-3 0,-3 2-3 16,-10-3 3-16,5 2-2 0,-1 5-2 0,-8-2 1 16,4-1-2-16,-9 3 15 0,0 1-4 0,3 1-4 15,-2 3 9-15,1-3-1 0,-4 5 4 0,6-2-4 16,-2 3 10-16,1-2-3 0,1 3 0 0,0 1-3 0,5-3 0 15,0 5-4-15,3-3-7 0,-1 1 4 16,3 2 2-16,-3 1-1 0,8-3-5 16,-2 5 1-16,2-6 5 0,2 11-5 0,-2-11 1 0,8 4-4 0,-3-1-3 0,5-2 2 0,-2 0 1 15,5 0-5-15,2-5 0 0,0 4-8 0,5-2-12 16,-3 0-9-16,6-3-4 0,-7-2-7 0,4-1 8 0,-5 0 5 16,2-1 1-16,1-2-2 0,-2-3-4 0,-1 0 6 15,-3 2 4-15,-4-3-5 0,4-3 4 16,-1 1 1-16,-4 3 7 0,3-3-6 0,-3-5 1 0,-1 7 3 15,1-5 6-15,-6 1 1 0,6 4 3 0,-5-6 5 16,3 5 1-16,-4 0-3 0,-1 1 8 0,4-1 4 16,-3 4 0-16,-1-2-3 0,0 6-5 0,9-6 1 15,-9 6 2-15,0 0 1 0,16 3-5 0,-11 3-1 16,5-3-2-16,-5 6 3 0,8-2 4 0,-3 4-4 16,-3-3-3-16,6 5 6 0,-5-3-9 0,2 6-7 15,-5-5 9-15,3 1-6 0,-1-3 1 0,-7 1-11 16,7 2 0-16,-6-4-2 0,1 3 5 0,-2-3-1 0,0-1 1 15,0 1 4-15,0-3 0 0,-3 0 0 0,-4 0 10 16,7-5-7-16,-8 2 2 0,8-2 0 0,0 0 1 16,0 0-1-16,-22-7 6 0,22 7-2 0,-5-6 2 15,-1 2 0-15,6 4-3 0,-4-11 3 0,4 2 8 16,0 2-2-16,4 0-3 0,-1-1 0 0,0 0 5 16,1 2-1-16,1-2-1 0,3 4-8 0,-3-4 5 15,6 1 4-15,-2 2-2 0,-3 3 2 0,1 0-3 16,3-1-6-16,-10 3 5 0,18 0-2 0,-5 3 1 15,-8-1 1-15,9-1-3 0,-6 0-3 0,0 6 2 16,0-2-4-16,1 2 0 0,-3-2-5 0,-1 1-5 16,0-2-2-16,-2 4-1 0,6 0-2 0,-8-4-2 0,-1 3 1 15,2-2-7-15,-2-5 6 0,0 12 4 0,0-12-1 16,-2 8 2-16,2-8 1 0,-6 3 2 16,6-3 4-16,-8 4-1 0,8-4 1 0,0 0 8 0,0 0-6 15,0 0 4-15,0 0 14 0,-15-12-4 0,15 12 3 16,0-8 7-16,0 0-6 0,0 8 6 0,6-14-3 15,-4 5-5-15,5 1 3 0,1 1-4 0,0-1 1 16,4 1-1-16,3-2-3 0,-1 5-1 0,1-2 0 16,-6-2-4-16,4 7-8 0,0-3-6 0,-5 0-9 15,6 4-8-15,1-3 0 0,-6 2-3 0,-9 1-3 16,20 0 4-16,-13 0 5 0,-7 0 0 0,15 1 2 16,-10 2 0-16,1 1 1 0,-6-4 4 0,5 5 3 0,-5 2 1 15,0-7 0-15,0 8 3 0,-1-1 0 0,1 1 3 16,-4 0 5-16,3-1-2 0,-8 1-1 15,6 1 5-15,0 2 1 0,-2 0-4 0,0 0 3 0,3-2 2 16,1 3 0-16,1 0 2 0,0-3 2 0,1 3 2 16,4-3-6-16,-3-2 3 0,3 2 1 0,-2-1-3 15,-1-4 6-15,3 3 0 0,1-3-6 0,4-1 0 16,-10-3 6-16,15 0-2 0,-6 0-1 0,-9 0-2 16,14-6 4-16,-7 1-2 0,3-2 2 0,-3-1 4 15,3 1 12-15,-1-2 7 0,-5 1 1 0,7-5 9 16,-7 4 6-16,2-1 6 0,3-1 5 0,-3 0 7 15,2 3-9-15,-8 0 3 0,7 1-4 0,-2 0 5 0,-2 2-7 16,4 0-3-16,-2-2-3 0,3 5-7 16,-1-3 1-16,-7 5-6 0,15 0-9 0,-15 0 1 15,16 3 0-15,-3-1-2 0,-3-2-3 0,0 6-5 0,5-2-5 16,-2 1 5-16,-3 1-2 0,-1-1-3 0,1-1-3 16,-4 2 2-16,7 0 0 0,-8 0-5 0,4-1 8 15,-4-1-7-15,0-1-13 0,1 0-18 0,-6-3-17 16,0 0-14-16,7 3-24 0,-7-3-27 0,0 0-34 15,0 0-33-15,0 0-48 0,0 0-60 0,0 0-55 16,0-13-193-16,-2 5-576 0,2-1 255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9T10:25:23.7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2552 1469 173 0,'3'-5'373'0,"4"0"-16"0,-6-3-6 0,1 3-4 15,-2 5-2-15,3-12-13 0,-3 6-11 0,2-2-1 16,-2 8-18-16,5-4-13 0,-5-4-7 0,0 8-13 16,-7-8-17-16,7 8-13 0,0-7-18 0,0 7-19 15,0 0-17-15,-3-4-14 0,3 4-18 0,-3-4-9 16,3 4-16-16,0 0-9 0,0 0-15 0,0 0-4 16,0 0-19-16,0 0-5 0,0 0-9 0,0 0-7 15,-7-7-10-15,7 7-7 0,0 0-8 0,0 0-11 16,0 0-3-16,0 0-6 0,0 0-3 0,0 0 1 0,0 0-6 15,0 0-2-15,0 0-2 0,0 0-1 16,0 0-2-16,0 0 1 0,0 0 2 0,0 0 0 16,0 0-3-16,0 0 2 0,0 0 1 0,0 0-3 15,0 0 6-15,0 0-3 0,0 0-4 0,0 0 4 0,0 0-1 16,0 0-2-16,0 0 2 0,0 0-1 0,0 0 4 16,0 0-3-16,0 0 3 0,0 0-2 15,0 0 0-15,0 0 0 0,0 0-1 0,0 0 2 16,0 0-4-16,0 0 1 0,0 0 3 0,0 0-1 0,0 0 1 15,0 0-4-15,0 0-1 0,0 0 4 0,0 0-3 16,-2-9-3-16,2 9 3 0,0 0 0 0,0 0-5 16,-1-7-1-16,1 7 4 0,-2-4-5 0,2 4-1 15,0 0-1-15,0 0-8 0,0-8-4 0,0 8-6 16,0 0-3-16,0 0-10 0,0 0-8 0,0 0-7 16,0 0-7-16,-2-8-9 0,2 8-1 0,0 0-6 15,0 0-1-15,0 0 1 0,0 0 1 0,0 0-1 16,0 0 4-16,0 0 4 0,0 0 4 0,0 0 7 15,0 0-1-15,0 0 14 0,0 0 10 0,0 0 2 16,0 0 6-16,0 0 3 0,0 0 1 0,0 0 3 16,0 0 20-16,0 0 7 0,0 0 5 0,0 0-2 15,0 0-3-15,0 0-1 0,0 0-1 0,-13 0 1 16,8-6-3-16,5 6 1 0,-8-5-1 0,8 5 8 16,-10-4-2-16,2 0 3 0,1 0-1 0,-3-3-5 15,-3 5 5-15,5 2-1 0,-6-2 2 0,0-4 0 16,-3 6-2-16,-3 0 0 0,4 0 4 0,-8 3-1 15,5 0-2-15,-11 6 6 0,8 1 2 0,-6 2-4 16,-2 3 5-16,7-3-2 0,-5 5 3 0,-2 1-1 16,7 0-2-16,1-2-2 0,-1 4-6 0,2-2 2 15,4 0-1-15,4 1 3 0,-2 4-5 0,7-5-5 16,3 3 1-16,5-2-4 0,3 1-1 0,2 1 1 16,7 0 0-16,11 0 4 0,0 0-5 0,5-5 0 15,0-1-3-15,0-3 0 0,2-2-6 0,2-1-2 0,-2-1 3 16,1 0-6-16,-13-1-1 0,7-2 0 0,-8-2 3 15,2 0 7-15,0-2 4 0,-9 2-3 16,-4-1 3-16,2 1-2 0,-8-3 15 0,9 3 12 16,-9-3 11-16,3 4-1 0,-3-4 1 0,0 0 7 0,-20 8 6 15,5-1 6-15,0 5 1 0,0-4-5 0,-4 1-6 16,4 1-2-16,-5 1-2 0,-2 5-8 0,1 0 4 16,3-3-6-16,3-3-3 0,1 4-1 15,1-1-3-15,5 4-1 0,-4 0 2 0,6-2-3 16,-3 4-2-16,6-6-1 0,3 1-1 0,0-1-2 0,7 3-2 15,-1-3 1-15,4 1-1 0,5-6 2 0,7 4-6 16,4-1-1-16,4-7-7 0,1 3-11 0,14-3-14 16,-12-7-15-16,14-1-25 0,2-7-20 15,-4 2-21-15,0-6-29 0,-7-3-23 0,-4 6-14 0,6-11-10 16,-3-2-6-16,-8 9-7 0,0-6 4 0,-5 3 12 16,1-2 25-16,-3 3 10 0,-4 0 14 0,-10 0 15 15,2 4 16-15,2-1 31 0,-4 2 27 0,-3-2 35 16,0 7 28-16,-3-7 31 0,-2 8 21 0,1-1 19 15,4 1 17-15,-3 1 16 0,-2 0 6 0,5 3-5 16,-5 3-4-16,0-7-14 0,0 7-14 0,0 0-7 16,0 0-14-16,0 0-8 0,0 0-9 0,0 0-4 15,-13 20-9-15,8-8 3 0,1-1-3 0,-6 5-7 16,-1-4-6-16,-1 14 2 0,-3-1-4 0,4-2-5 16,-4 1-6-16,-5 0-21 0,5-2-16 0,-2 1-25 15,-2-5-26-15,-5 3-25 0,18-3-6 0,-17 2-30 16,11-5-3-16,4-2-14 0,-9-3-7 0,11-5-6 15,-11 2 3-15,10-2-2 0,-7-3 2 0,2-4 13 16,4-3 14-16,-1 1 7 0,3-7 14 0,-1-2 11 16,-1-3 12-16,3-2 18 0,0-4 26 0,0 3 32 15,3-1 33-15,-1 0 33 0,3 1 42 0,-2 0 20 16,1-1 38-16,1 5 22 0,-2-2 24 0,-3 6 20 16,3 0 8-16,1 3-2 0,2 0-5 0,-2 2-14 15,1-3-28-15,0 9-19 0,-2-12-18 0,2 12-24 16,0-4-16-16,0 4-11 0,0 0-8 0,0 0-9 15,0 0-7-15,15 25-6 0,-3-16-12 0,1 9-11 16,-5-3-16-16,9 6-27 0,-2 0-26 0,1 0-31 16,2 0-30-16,-1-2-30 0,4 1-35 0,3-1-31 15,2-4-13-15,-3 5-20 0,5-6-16 0,-6-4-48 0,8-3-26 16,-5 4-33-16,1-7-24 0,-1-4-264 16,-4-3-682-16,3-1 302 0</inkml:trace>
  <inkml:trace contextRef="#ctx0" brushRef="#br0" timeOffset="1338.23">3105 2040 470 0,'9'-18'27'0,"5"0"49"0,-8 2 34 15,3-2 46-15,-4 1 38 0,-4-1 36 0,7 3 19 0,-6 2 12 16,1-2 28-16,-1 3 21 0,-2 1 15 0,7-1 8 16,-14 1 0-16,7 7-4 0,0-4-13 0,0-2-23 15,0 10-14-15,0-12-33 0,0 12-28 16,0-3-27-16,0 3-23 0,0 0-24 0,-2-6-27 0,2 6-15 16,0 0-7-16,0 0-9 0,0 0-9 0,-8 27-8 15,3-18-10-15,0 5-8 0,-5 2-7 0,5-1-12 16,-3 1-12-16,0 3-7 0,0-4-11 0,1 2-6 15,-8-2-13-15,10 0-16 0,-5-3-13 16,5 2-22-16,-1-4-5 0,6 2-28 0,-4-4-17 0,-1-2-4 16,5 2 10-16,0-8 5 0,0 7 14 0,0-7 15 15,5 1 7-15,-5-1 7 0,0 0 3 0,30-8 8 16,-15-1 6-16,-5-2 5 0,6 4 4 16,3-4 7-16,-5-1-2 0,1 0 9 0,-1 1 11 0,-4 1 22 15,-2 3 17-15,-2-1 12 0,4 5 15 0,-3-6 4 16,0 4 3-16,-4 3-4 0,-3 2-11 0,5-7-4 15,-2 4-6-15,-3 3-7 0,0 0-10 0,10-1-7 16,-10 1-1-16,0 0-7 0,5 9 11 0,2-5-8 16,-2 2-4-16,-2 3-7 0,7-2-5 0,-3 1 0 15,4 0-2-15,1 3-8 0,3-6-4 0,-2 3-10 16,8 1 6-16,-4-1-5 0,4-1 1 0,-1-5 5 16,10-1-22-16,-7 2 10 0,-1-2-6 0,9-2 9 15,-3-2 11-15,-1 0 7 0,3-6-13 0,-6 3 7 16,6-4 2-16,-3 2 6 0,-1-1-9 0,2-3 8 15,-1-2 2-15,3 1-8 0,-4 3 8 0,-1-4 6 16,5 1-5-16,-4 1-11 0,2 0-17 0,1 1-3 16,-6 3-4-16,-2 0-6 0,1-2 6 0,-7 9-9 15,-2-5-6-15,3 1-2 0,-2 4 1 0,-6-5 0 16,0 4 0-16,-8 2 4 0,15 0 12 0,-3 0-2 16,-12 0 4-16,0 0 4 0,8 2 6 0,-8-2 4 15,0 0 2-15,13 0 2 0,-13 0 6 0,0 0 3 16,0 0 10-16,0 0 9 0,0 0 17 0,15 0 8 15,-15 0 7-15,0 0-2 0,0 0 4 0,0 0 7 16,0 0-14-16,0 0-4 0,3 6-2 0,-3-6 2 16,0 9 13-16,0-9 11 0,7 14 14 0,-7-2 5 15,7 1 8-15,-4 5 31 0,0 0 6 0,6 9 9 16,-4 2 0-16,4 17 4 0,-2-7 12 0,3 12-8 16,2-2-7-16,-4 4-14 0,-8 1-9 0,8 6-9 15,0-3-10-15,-1 2-4 0,-2-9-5 0,-3 5-10 16,3-6-4-16,0-4-5 0,-2-8-5 0,-3-8-4 15,2-4-3-15,-2-5-5 0,0-6 0 0,0-4 2 16,0 1 31-16,0-5 21 0,0-6-11 0,0 0-9 16,0 0-5-16,0 0-9 0,-20-35-5 0,11 11-13 15,1-3-11-15,-2-13-18 0,-3-4-20 0,6-9-17 0,-3-1-27 16,10-24-21-16,-5 6-12 0,4 12 5 16,-3 6 8-16,4 4 9 0,0-1 6 0,5 5 7 15,-3 0 11-15,1 15 17 0,-3 2 11 0,2 0 14 16,5 4 5-16,-6 4 9 0,1 1 11 0,3 5 3 15,-5 0 4-15,0 3-5 0,2 0-3 0,3 5-6 0,-4 2-3 16,4 0-5-16,-3-2-2 0,8 3 0 0,-10 4-5 16,21 0-1-16,-9 1-10 0,-2 2-6 15,3 5-5-15,2 0-3 0,0-3-4 0,1 5-5 16,-2 2-8-16,1 1-14 0,-7 1-9 0,3-1-14 0,1 1 9 16,0-2-20-16,-9-1 0 0,2 5-4 0,-5-6 4 15,2 7 2-15,-4-5 11 0,-3-2 1 0,2 0 18 16,-11 1-2-16,-1-2 11 0,2 1 7 15,-3-5 3-15,-4-2 6 0,3-3 3 0,1-3 7 0,-4 2 2 16,7-7 6-16,-2 2 4 0,0-3 2 0,5-3 2 16,-5-1 0-16,13-4 1 0,2-1-3 0,2-6-3 15,8-6 4-15,5-12 4 0,5 1 0 0,1-6-3 16,7-1 10-16,2-1-4 0,2 2-1 16,-3 3-3-16,6-1-1 0,-13 4 3 0,2 0 20 0,-2 16 23 15,-5 1 13-15,-1 5 14 0,-3 3 15 0,-9 5 6 16,4-1-1-16,-5 6-6 0,2 1-12 0,2-2-13 15,-4 5-6-15,-3 2-16 0,0 0 0 0,0 0-10 16,8 16 0-16,-8 0 1 0,4 10 0 0,-4 2-5 16,-4 13-2-16,4 0 1 0,4 1-3 0,-4 5 1 15,1-2-1-15,4-3-4 0,0 0 5 0,7 0-9 16,-4-1-1-16,-1-10-8 0,4-3-3 0,-2-1-6 16,2-1 0-16,2-10-7 0,-3-4 5 0,2 5 1 15,3-5-1-15,0-2 4 0,-2-2 3 0,-5-2 1 16,7-6 5-16,-2-1-1 0,-3-4-3 15,10-3 0-15,-7-1-2 0,2-4 2 0,0-1 5 16,-5-1-5-16,-3-4 6 0,4 3 5 0,-1-3 11 0,-5 3 22 0,4 0 24 0,-3 1 20 0,-4 1 14 16,-1 2 10-16,4 7 3 0,-1-5-9 0,-4 2-1 15,5 3-23-15,-5 5-14 0,0-7-15 0,0 7-4 16,0 0-6-16,0 0 4 0,0 0-13 0,0 32-1 16,0-19-4-16,0 7-3 0,1-4 3 0,-1 4-17 15,7-1-18-15,0 7-14 0,1-2-22 0,-1-5-28 16,-6 8-28-16,7-10-40 0,-1 2-45 0,-2 4-37 15,3-5-38-15,-3-5-50 0,-5 5-77 0,2-9-70 16,-4-1-274-16,-3-1-793 0,-5 0 351 0</inkml:trace>
  <inkml:trace contextRef="#ctx0" brushRef="#br0" timeOffset="1588.21">2891 2484 315 0,'-78'27'451'0,"25"-6"2"0,7-3 18 16,5-3-2-16,11 1-24 0,10-8-39 0,0-4-31 16,5 7-34-16,5-3-26 0,2-1 11 0,8-2 22 15,0-5 8-15,33 11-21 0,22-14-34 0,39 2-32 16,10-6-20-16,65-1-31 0,0-10-20 0,-7 5-15 16,9-2-21-16,-8 4-17 0,1-5-15 0,-8 5-10 15,-7 3-17-15,-43-1-25 0,39-2-52 0,-49 3-51 16,0 5-67-16,-8-3-87 0,-8 0-96 0,-16 0-95 15,-13 1-99-15,4 4-129 0,-23 0-332 0,2-1-1008 16,-11-3 446-16</inkml:trace>
  <inkml:trace contextRef="#ctx0" brushRef="#br0" timeOffset="60682.55">6537 3546 11 0,'0'-16'366'0,"0"-4"-5"0,-5 5-3 15,4 4-7-15,1-4-1 0,0 10-9 0,0-6-8 16,0 3-33-16,0 3-36 0,0 5-23 0,-2-10-31 16,2 10-28-16,0 0-21 0,0 0-9 0,0 0-24 0,8 18-11 15,-1-1-14-15,-5 1-9 0,6 10-13 0,5 14-7 16,-5-11-1-16,2 11-10 0,0-2-5 15,-8-7-3-15,6 4-5 0,-1 5-3 0,-1-8-8 0,-6-6-5 16,4 5 0-16,-4-3-4 0,0-3-9 0,0 0 0 16,-4-8 6-16,3 4-12 0,-4-8-5 0,-2 1-1 15,4-4-6-15,-2 1 12 0,3-4-8 0,-4-4-1 16,2 2 2-16,-1-3-1 0,-5-1 0 0,10-3 7 16,-16 4 3-16,16-4 5 0,-17-7 3 0,11 6 7 15,6 1 4-15,-14-3 4 0,6-2 2 0,8 5 2 16,-3-3 0-16,3 3-3 0,0 0-1 0,-5-4-12 15,5 4-6-15,0 0-7 0,7-9-1 0,7 4-6 16,10 4-14-16,5-6-14 0,8 3-1 0,4-5-4 16,4 1-4-16,0 2-10 0,1 1-17 0,2-4-4 15,0-1 5-15,2 2-25 0,-6 1-2 0,3 0 3 16,-13 0 7-16,6-3 4 0,-7 3 4 0,-5-5 4 16,-3 1 6-16,-3 1 13 0,-9 1-4 0,-5 3 13 0,0-5 2 15,-1 4 10-15,-7-1 7 0,0-4-3 0,-7 5 8 16,-6-5 14-16,2 1 3 0,-4 6 4 15,-3-6 10-15,-1 8-7 0,-1 1 2 0,-1-2-6 0,4 4 2 16,1 0-4-16,3 4 0 0,-1 0-2 0,1 0-4 16,3 4 5-16,2-3-1 0,1 5-2 0,4 3 0 15,3-2 2-15,2 4 2 0,3 0-9 0,6-2 3 16,4 2-1-16,8 1-5 0,4-4-12 0,4 5-22 16,9 0-20-16,1-6-20 0,-4-4-28 0,6-5-25 15,-9 1-29-15,1-6-35 0,0 2-45 0,-4-7-24 16,1-2-22-16,-6 1-18 0,4-6-193 0,-10-5-537 15,-3-2 237-15</inkml:trace>
  <inkml:trace contextRef="#ctx0" brushRef="#br0" timeOffset="60885.65">7567 3516 147 0,'-13'-25'254'0,"6"-2"30"0,-8 3 28 0,7 5 5 16,-4 1 13-16,1 2 22 0,-3 1-3 0,9 3 2 16,0 1-10-16,-3 6-16 0,5-3-29 0,-4 0-33 15,1 2-31-15,2 5-29 0,4 1-22 0,0 0-19 0,0 0-16 16,-18 15-16-16,15-3-12 0,-4 7-12 15,7 7-8-15,-5 2-11 0,9 1-11 0,-8 16-8 16,9 3-9-16,2-2-14 0,-6 4-18 0,8-7-16 0,-3 2-24 16,1-2-44-16,3-1-40 0,-2-2-43 0,4-9-29 15,-1-2-31-15,-2-1-41 0,2-4-61 0,2-7-61 16,-1-2-319-16,-2-5-738 0,-5-2 327 16</inkml:trace>
  <inkml:trace contextRef="#ctx0" brushRef="#br0" timeOffset="61073.14">7444 3609 199 0,'-15'-13'358'0,"1"1"-1"0,0 0-10 0,4 5-6 15,4 0-7-15,-4 2-24 0,5-3-26 0,0 4-32 16,0-2-25-16,5 6-31 0,0 0-21 0,0 0-17 16,0 0-20-16,0 0-18 0,46 10-25 0,-8-2-38 15,4 3-44-15,9 2-37 0,4-2-47 0,-1 1-57 16,7 0-65-16,21-5-69 0,-21 7-286 0,3-5-593 15,22 2 263-15</inkml:trace>
  <inkml:trace contextRef="#ctx0" brushRef="#br0" timeOffset="61526.21">9262 3678 56 0,'-22'-5'391'0,"6"2"-8"16,-8-1-9-16,-9-2-2 0,4-1-6 0,-16 4-10 16,-1-4-6-16,4 7-14 0,-3 0-20 15,1 0-21-15,11 0-22 0,0 7-28 0,1-4-19 0,-3 1-26 16,1-1-18-16,2 3-17 0,-4 1-14 0,6 0-16 16,2 1-17-16,6 3-14 0,6-2-11 0,1 3-13 15,0 0-15-15,5-1-10 0,5-3-10 0,5 4-3 16,2 3-7-16,11 2-4 0,2-2-2 0,11 0-4 15,14 7-3-15,5-10-5 0,6 7-13 0,4-11-8 16,3 6-18-16,3-4-21 0,-2-8-14 0,1 6-11 16,-2-7-11-16,-2-2-5 0,-6 1-4 0,8-2 0 15,-14 1 6-15,-7-4 8 0,-7 2 4 0,-1-5 12 16,-7 0 11-16,-5-2-1 0,1 3 15 0,-8-6 10 16,-4 2 12-16,-6-1 1 0,-1-3 8 0,-9 2-1 15,-2-4 15-15,-11-4 6 0,-7 1 21 0,-11 0-10 16,-9 0 0-16,4 3-6 0,-12 0-1 0,7-2-6 15,-4 3-1-15,-1 2-3 0,9 1-20 0,-1 7-9 0,12 5-25 16,6-6-35-16,2 3-35 0,8 4-27 16,0-3-23-16,7 6-20 0,1 0-6 0,12-3-19 15,0 0-22-15,0 0-23 0,0 0-15 0,0 0-12 16,0 0-18-16,42-12-153 0,-22 5-488 0,3 0 216 0</inkml:trace>
  <inkml:trace contextRef="#ctx0" brushRef="#br0" timeOffset="61713.68">8974 3499 433 0,'6'-12'38'0,"3"1"41"0,-8-5 29 16,-1 4 39-16,-1 2 26 0,-6-2 28 0,5-1 12 15,-3 3 18-15,-3 0 23 0,5 1 13 0,-7-3 14 16,3 6 0-16,6-1-11 0,-9-1-18 0,5 2-25 16,-2 5-25-16,7 1-24 0,-13-2-16 0,13 2-17 15,-12 6-10-15,9 5-5 0,1 2-1 0,2 5-15 16,0 9-8-16,0 1-8 0,5 11-11 0,5 12-5 16,-3-2-13-16,8 0 0 0,0 3-10 0,-2 2-9 15,3 0-17-15,-1 0-21 0,-2-3-31 0,2-1-35 16,-1 3-15-16,7-9-33 0,-4 6-31 0,-2-7-21 15,6-1-32-15,-6-3-59 0,-2-10-66 0,4-7-67 16,-4-7-233-16,2 0-662 0,-5-6 294 0</inkml:trace>
  <inkml:trace contextRef="#ctx0" brushRef="#br0" timeOffset="62041.78">9778 3403 231 0,'0'-9'387'0,"0"5"-18"15,0 4-5-15,0-15-5 0,2 11-14 0,-2 4-25 16,-2-8-27-16,2 8-27 0,0-7-36 0,0 7-21 16,0 0-21-16,0 0-27 0,0 0-11 0,0 0-18 15,-13 19-11-15,8-8-13 0,-3 6-8 0,1 0-4 16,-6 8-10-16,0 4-6 0,1 1-7 0,0 7-8 15,-1 4-2-15,3-11-8 0,9 1-1 0,-3 8-9 16,3-5 0-16,1-6-3 0,1 3-3 0,4-1-4 16,5 2-2-16,5-5-7 0,2 2-10 0,2-4-10 15,1-4-15-15,3-3-13 0,7 0-31 0,-2-6-33 16,4-3-30-16,4-3-38 0,7-2-34 0,-11-7-36 16,2 1-45-16,11-11-35 0,0 0-30 0,-7-5-239 15,0-3-619-15,-3-6 274 0</inkml:trace>
  <inkml:trace contextRef="#ctx0" brushRef="#br0" timeOffset="62198.01">10374 3685 60 0,'3'-15'165'16,"-3"3"37"-16,0-3 26 0,0 5 11 0,-3-4-2 16,1 7-1-16,-6-1-4 0,3 0-15 0,-2 3-14 0,1 2-18 15,-2 0-14-15,8 3-10 0,-25 6 0 0,11 3-12 16,0 2-7-16,2 4-8 0,-3 2-18 16,0 3-4-16,-1 4-13 0,2-2-6 0,3 5-12 15,-2-1-8-15,-1 1-10 0,1 0-19 0,1-3-18 0,-1 3-32 16,5-9-27-16,0 3-31 0,-2-5-44 0,0 2-51 15,2-2-43-15,1-6-62 0,0-2-236 0,-1-3-539 16,0-3 238-16</inkml:trace>
  <inkml:trace contextRef="#ctx0" brushRef="#br0" timeOffset="62401.12">10021 3653 225 0,'0'-11'361'15,"0"0"17"-15,0 6-7 0,0-5-12 0,0 3-33 16,0 7-36-16,0-12-33 0,0 12-32 0,0 0-23 15,0 0-10-15,0 0-16 0,14 29-11 0,-9-13-11 16,5 0-17-16,4 8-13 0,6 2-9 0,-3 1-9 16,6 6-10-16,5-3-9 0,4 1-18 0,-11-8-15 15,7 3-32-15,-3-6-38 0,0 0-47 0,5-2-53 0,3-5-60 16,-2 0-58-16,1-8-69 0,-1 3-295 16,-3-8-646-16,0-1 286 0</inkml:trace>
  <inkml:trace contextRef="#ctx0" brushRef="#br0" timeOffset="62651.09">10596 3399 332 0,'-9'-5'363'0,"3"2"-28"0,6 3-31 0,-12-4-31 0,12 4-21 16,0 0-10-16,0 0 3 0,-13 9-4 0,13 1-9 15,2 1-7-15,6 0-2 0,-1 3-13 16,7 9-18-16,5-4-15 0,1 7-13 0,6 7-18 0,4 1-17 15,0-5-16-15,-9 7-3 0,7-5-5 0,-3 3-17 16,-3-9-8-16,-3 9-10 0,0-11-14 0,-1 4-25 16,-3-3-28-16,-4 0-25 0,1 2-37 0,-4 1-16 15,-8-8-3-15,2-3-34 0,-5 4-23 0,-1-4 5 16,1 2-44-16,-9-3-42 0,-3 1-16 0,1-4-47 16,-1-1-53-16,-4-2-185 0,5-1-558 0,-1-2 247 15</inkml:trace>
  <inkml:trace contextRef="#ctx0" brushRef="#br0" timeOffset="62901.06">11418 3813 43 0,'2'-9'500'0,"1"3"3"0,-3 6-21 0,2-8-18 15,-2 3-25-15,0 5-35 0,8-10-37 0,-8 6-33 16,0 4-35-16,5-8-34 0,-5 8-24 0,0 0-32 0,10-4-37 16,-3 1-33-16,6-2-42 0,-3 5-49 0,5 0-57 15,6 0-63-15,-1 3-39 0,0-1-52 0,0 3-51 16,1 0-54-16,1 3-55 0,1-5-58 0,-8 3-197 16,0-1-626-16,-2 0 277 0</inkml:trace>
  <inkml:trace contextRef="#ctx0" brushRef="#br0" timeOffset="63072.92">11504 3962 234 0,'-16'7'270'0,"6"0"-6"0,0 0-7 0,-2-3-6 15,4 0-6-15,6 1-6 0,-4 0-9 0,6-5-10 16,-7 7-14-16,7-4 0 0,0-3-12 0,7 6-14 16,6-2-21-16,2 1-15 0,5-2-11 0,1-2-32 15,8 2-42-15,2-3-48 0,0 0-61 0,-1-3-73 16,2 2-92-16,-1 0-97 0,4-4-173 0,-2-3-523 15,-7 3 232-15</inkml:trace>
  <inkml:trace contextRef="#ctx0" brushRef="#br0" timeOffset="65275.81">12610 3499 312 0,'2'-8'326'0,"-2"-6"-25"0,0 5-6 0,0-3-21 16,3 3-15-16,-3 0-16 0,3 1-14 0,2-4-13 16,-3 5-28-16,1-1-10 0,4-1-1 0,-2 5-32 15,0-3-12-15,0-1-17 0,3 5-9 0,2 2-12 16,0-4-9-16,3 5-1 0,4 0-20 0,-1 1-5 15,2 4-8-15,-3-2-8 0,0-2-10 0,2 7-2 16,-2-1 4-16,0 4-8 0,-2-2-10 0,2 0-1 16,-7 3-4-16,4-3-2 0,-4 5-2 0,-2 0-2 0,-4 4-3 15,-2-2-4-15,-2-3 4 0,-2 5 0 16,-3 1-3-16,4-7 1 0,-9 7 3 0,2-6 3 16,-3 5-4-16,3-3-2 0,-2-3 3 0,-1-1-3 15,5-4 4-15,-9 5-2 0,11-4-1 0,-3-1 2 0,-4-1-5 16,8 0 27-16,4-5-11 0,-9 4 18 0,10-5 25 15,-5 3 5-15,5-3-4 0,0 0-3 16,0 0-8-16,15-18-5 0,-9 8-6 0,16-7-5 0,-1-1-7 16,7 3-1-16,4-12-4 0,4 1 1 0,-1-2-2 15,-2 2-5-15,5 2 2 0,-2-3-3 0,-7 5-2 16,-6 4 1-16,-3 0-5 0,-7 6 1 0,3-3 1 16,-1 3 11-16,-1 1 12 0,-8-1 19 0,4 8 14 15,-5 0 5-15,3-3 2 0,-6 3-2 0,1-1-6 16,-3 5-8-16,9-4-8 0,-9 4-6 0,0 0-5 15,0 0-6-15,0 0-7 0,0 0-3 0,-27 18 1 16,21-15-6-16,-4 8-4 0,-4 4 0 0,-1-3-2 16,7-1 3-16,-5 8-7 0,3-2 3 0,0 0-3 15,5 3 2-15,0-3 0 0,-6 8 1 0,7 1 0 16,4-3-2-16,2 1 2 0,0-6 4 0,9 8-5 16,-6-9 1-16,7 0 3 0,1 0-1 0,2-4 2 0,6 5-4 15,-1-6 2-15,2-1-4 0,1-3-3 0,0-3 0 16,-1 0-3-16,-3-3-8 0,5 6 3 0,-6-13-8 15,3 2 6-15,-4 1-1 0,-1-4-5 0,-2 2-3 16,-3 0-1-16,-2 0-1 0,5-7-2 0,-5 3-12 16,-1 0-7-16,-5-1-19 0,6 1-15 0,-8-1-27 15,1 0-34-15,1-2-31 0,-1 3-28 0,-2 0-46 16,-2 0-62-16,2 1-55 0,0 7-342 0,-5-9-753 16,-1 6 333-16</inkml:trace>
  <inkml:trace contextRef="#ctx0" brushRef="#br0" timeOffset="67775.55">3990 5298 61 0,'3'-29'355'0,"2"5"-11"0,4-1-6 15,-6 6-3-15,0 4 2 0,1 3-3 0,0 2-9 16,0-2-19-16,-4 5-26 0,0 1-30 0,3 0-33 16,-3-2-22-16,0 8-29 0,0 0-17 0,0 0-16 15,0 0-14-15,0 0-11 0,2 35-20 0,1-9-1 16,-1 1-7-16,6 13-8 0,-6 2-9 0,1 1-5 15,-3 4-10-15,8 1 0 0,-4 0-2 0,1 0-4 16,1 0-6-16,-6-3-9 0,7 8 2 0,-6-7-3 16,-1-3-2-16,7 3-1 0,-7-4 0 0,0 1-5 15,2-15 1-15,4 7-5 0,-6-5-3 0,0 1 4 16,-1-2-1-16,2-11-1 0,-9 5 2 0,1-7 10 16,7 3 6-16,0-7 22 0,0-2 32 0,-6 0 40 15,4-3 23-15,-6-4 16 0,1 2-7 0,-4-3-8 0,-4-2-11 16,-2-7-14-16,-6 4-6 0,-5-7-17 15,-4 0-10-15,3 2-2 0,-3-10-11 0,-9 0-15 16,11 4-6-16,-6 4-6 0,7-2-18 0,1 0-23 0,4 3-26 16,2 2-33-16,2-4-38 0,5 3-45 0,0 1-56 15,5-1-57-15,7 1-55 0,1 0-51 0,7-4-56 16,9 2-43-16,1 2-376 0,9-5-896 0,0-1 397 16</inkml:trace>
  <inkml:trace contextRef="#ctx0" brushRef="#br0" timeOffset="68301.22">4127 5358 87 0,'-5'-6'293'0,"-3"-3"-3"0,3 1 0 0,-1-2-1 16,1-1-4-16,1 4-3 0,-4-5-9 0,1 0-16 15,7-2 1-15,-6 0-4 0,6 0-10 0,-2-1-21 0,2 0-9 16,-6-3-11-16,4 0-8 0,2 6-14 0,2-6-17 16,-2 5-12-16,0-1-17 0,0 5-4 15,6-5-12-15,1 2-7 0,-6 3-14 0,6 2-8 0,-7-4-12 16,2 6-6-16,4-3-9 0,1 2-11 0,0 0-4 15,-6 3-11-15,12 0-8 0,-6 0-9 0,-7 3-8 16,15-2-1-16,0 4-11 0,-7 4 3 0,4 0-2 16,3 3-5-16,0 4 1 0,8 5 0 0,-7 2-5 15,4 3 0-15,-3-1 3 0,3 3-3 0,-4-2 1 16,6 3 3-16,-6-1 25 0,-1-1 0 0,-2-2-6 16,2 1 2-16,-2-5-5 0,-3-1 1 0,-3-7-9 15,1 3 7 1,-1 1-2-16,1-8-4 0,-1 0 7 0,-2 2 6 15,-4-4 18-15,-1-4 25 0,12 0-3 0,-12 0-8 16,3-12-4-16,6 3-1 0,-4-8-4 0,4 4-2 0,-2-5-3 0,1-6-5 16,-1 1 2-16,6-4-7 0,-3 0-2 0,0 2 0 15,0 1-4-15,-3 6-4 0,4-1 0 0,-7 4-1 16,5-4-6-16,-4 4-15 0,-3 7-24 0,5 1-44 16,-6-2-69-16,4 5-74 0,-5 4-60 0,2-6-26 15,-2 6-37-15,0 0-50 0,0 0-361 0,-8 22-811 16,-4-2 359-16</inkml:trace>
  <inkml:trace contextRef="#ctx0" brushRef="#br0" timeOffset="68723.05">4094 5722 28 0,'0'0'322'16,"-6"5"-15"-16,6-5-17 0,-9 3-17 0,9-3-15 0,0 0-20 15,0 0-17-15,0 0-16 0,0 0-19 16,0 0-13-16,0 0-3 0,0 0 0 0,15 10-9 15,-8-8-7-15,6-2-19 0,10 5-8 0,-8-8-11 0,8 3-12 16,6-2-2-16,0 0-19 0,1-1-6 0,-2 0-8 16,2-1-14-16,0 3 6 0,0-6-9 0,-7 3-11 15,-2-5 7-15,-4 6-2 0,1-3-5 0,-3-1 7 16,-8-3 17-16,3 8 13 0,1-4 7 0,-8-2-6 16,4 0-1-16,-7 3-7 0,3-2 0 0,-3 3-18 15,0 4-7-15,0-11-10 0,0 11-25 0,-10-3-18 16,10 3-25-16,0 0-38 0,0 0-30 0,-23 18-32 15,20-11-32-15,-9 6-42 0,6 1-54 0,4-1-47 16,-3 3-62-16,5 1-196 0,-3 0-612 0,6 2 272 16</inkml:trace>
  <inkml:trace contextRef="#ctx0" brushRef="#br0" timeOffset="69113.63">4455 6186 98 0,'0'-8'467'0,"0"1"23"0,0 7-19 0,0 0-25 16,5-8-29-16,-5 8-37 0,0 0-39 0,-5-7-39 0,5 7-40 16,0 0-28-16,0 0-22 0,0 0-22 0,7 24-18 15,-7-11-15-15,0 3-18 0,1 3-11 16,3 7-14-16,-3 1-9 0,-1-2-10 0,0 5-9 0,9-5-8 15,-9 9-8-15,0-7-6 0,0 1-9 0,0-2-8 16,3-6-25-16,-3 0-22 0,2-1-33 0,-2-1-35 16,0-7-54-16,8 1-41 0,-6-4-36 0,-2-1-57 15,5-2-69-15,4-4-85 0,1-1-268 0,-10 0-734 16,22-9 325-16</inkml:trace>
  <inkml:trace contextRef="#ctx0" brushRef="#br0" timeOffset="69410.47">5102 5671 213 0,'0'0'479'0,"5"-8"-1"0,-5 8-13 0,0 0-16 15,2-7-19-15,-2 7-22 0,0 0-22 0,8-2-28 16,-8 2-33-16,0 0-31 0,7-5-32 0,-7 5-30 16,8-3-22-16,-8 3-25 0,15-3-30 0,-7 3-39 0,5 0-34 15,2 0-34-15,5 0-41 0,-3 1-42 16,1 1-49-16,4-1-46 0,4-1-46 0,-3 0-48 16,-3 2-55-16,0-2-57 0,6 3-58 0,-9-1-260 0,3-2-709 15,-5 0 313-15</inkml:trace>
  <inkml:trace contextRef="#ctx0" brushRef="#br0" timeOffset="69566.7">5233 5815 73 0,'-10'7'245'0,"0"0"-15"0,9-1-19 0,-8 0 9 0,4-2 10 16,5 1 3-16,0-5 2 0,0 7-6 0,5 0-19 15,-5-7-23-15,23 0-18 0,-9 0-16 0,9-7-28 16,-2 6-47-16,6-3-59 0,3 2-75 0,-4-4-75 15,7-1-97-15,-6-1-178 0,4-3-439 0,4 1 195 16</inkml:trace>
  <inkml:trace contextRef="#ctx0" brushRef="#br0" timeOffset="70568.14">6479 4983 266 0,'0'-12'327'0,"-6"3"-12"16,4-2-4-16,-5 1-4 0,-1-4-26 0,-7 3-16 16,2-3-12-16,3 5-13 0,-3-3-15 0,-4 4-14 15,-4 5-14-15,1-2-19 0,0-3-16 0,0 2-19 16,-3 5-23-16,3-3-6 0,-1 8-15 0,-2-3-8 16,3 1-8-16,-2 3-6 0,-1 3-2 0,6-2-17 15,3 0-5-15,-6 5-8 0,13-7-3 0,-6 3-6 0,1 0-4 16,7 6-1-16,-3-4 5 0,6 1-15 0,1-2-7 15,2 4 0-15,6 0 2 0,1 3 0 16,7-3-6-16,2 3 2 0,9 1-5 0,-1 2 5 0,13 3 7 16,-5-6-11-16,5 5-2 0,2 1-8 0,-14-5 1 15,3 1 0-15,-8-2-6 0,2 1-4 0,-8-2-10 16,0 2 11-16,-5-4-5 0,2 5 4 0,-11-2 1 16,7-1-7-16,-8-3 0 0,0 0 25 0,-8 5-19 15,-5-4 0-15,3 4-1 0,-15-5 4 0,0 1 10 16,1 2-10-16,-10-2 4 0,1-4 5 0,5-1-9 15,-3-1 14-15,-2-2-4 0,9 6-3 0,-2-8 2 16,9 3 6-16,3-3 12 0,-1-1-17 0,8 2-4 16,-3-1 5-16,10-2 10 0,-5 1-18 0,5-1 5 0,0 0-1 15,17 11-3-15,-2-9 1 0,13 5 0 16,-2 0 3-16,6 1 1 0,-3 2-6 0,6 0 3 16,-3 2-5-16,-1 2 3 0,1 2-2 0,-1 0 6 0,-6 0-3 15,1 3 1-15,4 4-3 0,-8 1 3 0,-6 5-8 16,6-9 9-16,-9 9-11 0,-5 3 3 0,5-4 5 15,-11 3 4-15,1 0-2 0,-1 0 4 0,1 9 1 16,-8-6 3-16,2-6 0 0,1 2-9 0,-3-2 10 16,2-1 14-16,0-1-16 0,1-8 1 0,-4 7 14 15,6-5-15-15,-2-1 4 0,-5 1-4 0,14-3-2 0,-7-4 11 16,2-1-3-16,4-3 1 0,-4 0 5 16,11 3 4-16,2-4-7 0,5-3 1 0,0-3 0 15,11-1-14-15,1 3-19 0,12-4-30 0,-9 0-42 0,11-8-38 16,-11 2-60-16,-3 1-88 0,17-2-81 0,-7-10-265 15,-3 1-672-15,1-7 298 0</inkml:trace>
  <inkml:trace contextRef="#ctx0" brushRef="#br0" timeOffset="72000.38">7363 5342 340 0,'0'0'329'0,"0"-8"-24"0,0 8-29 15,0 0-24-15,-3-11-31 0,3 11-26 0,0 0-8 16,0 0-30-16,0 0-17 0,0 0-8 0,-7 27-14 15,4-15-5-15,0 5-16 0,-1 0-10 0,1 1-1 0,3-1-9 16,3 2-8-16,1-3-7 0,-1 3-8 16,2-4-1-16,-2 1-5 0,7-3-1 0,-6-1-7 15,-1-3-3-15,2-1 1 0,-2-1-6 0,0 2 3 16,1-6-2-16,2 2 1 0,-6-5-5 0,9 0 0 0,-9 0-1 16,16-8-4-16,-9 2-3 0,1 0 5 0,0-1-1 15,-1-5 10-15,1 4 1 0,1-3 4 16,-5 4-1-16,5-1-1 0,-3 3-9 0,3-2-1 0,-4 3-7 15,5 1-9-15,-4 0 3 0,-6 3-6 0,0 0-1 16,20 6 2-16,-5 1-1 0,0 2-5 0,0 2 2 16,1-2 3-16,-1 5 0 0,3-1-5 0,-1-1-3 15,4 2-2-15,-4-4 6 0,0 2-1 0,1 1 1 16,-2-5-1-16,4-1 13 0,-12 4-8 0,2-7-2 16,2 1-1-16,-5-3-1 0,2-2 20 0,-9 0-2 15,14-8 28-15,-8 5-3 0,-4-9 3 0,-2 3 4 16,2-1-4-16,3-5-8 0,-10-4 1 0,3 0-10 15,2 1-4-15,-5-2 4 0,5 1-10 0,-3-2-2 16,-4 2 1-16,5-1-12 0,-1 5-17 0,1 0-31 16,1 3-31-16,-2 3-35 0,1 0-45 0,-1 3-62 15,-1 0-42-15,4 6-28 0,0 0-34 0,0 0-261 16,0 0-624-16,0 0 277 0</inkml:trace>
  <inkml:trace contextRef="#ctx0" brushRef="#br0" timeOffset="72250.36">8019 5686 94 0,'0'0'350'0,"0"0"-12"0,0 0-17 0,0 0-28 0,21-3-26 16,-21 3-30-16,0 0-30 0,0 0-25 0,5 8-17 15,-5-4-11-15,0-4-20 0,2 13-15 0,-1-3-8 16,-1 1-14-16,2 0-7 0,-2 3-1 0,2 1-14 15,3-1-7-15,1 2-8 0,-2 0-5 0,-1 1-6 16,2-4-6-16,-2 6-13 0,1-11-15 0,1 4-16 16,1-4-24-16,-1-2-31 0,2 4-39 0,-1-3-51 15,-6-1-51-15,9-4-46 0,-1 0-44 0,-8-2-146 16,0 0-467-16,18-6 207 0</inkml:trace>
  <inkml:trace contextRef="#ctx0" brushRef="#br0" timeOffset="72625.32">8461 5382 281 0,'5'-3'349'0,"-4"0"-12"0,-1 3-11 0,7-7-3 16,-7 7-24-16,1-7-20 0,-1 7-35 0,0 0-30 16,0 0-25-16,0 0-20 0,0 0-17 0,0 0-17 15,0 0-11-15,-14 20-11 0,5-6-13 0,3-1-21 16,-4 2 0-16,3-3-1 0,-3 7-10 0,0-4-3 15,-6 8-6-15,1-7-8 0,7 2-10 0,-11 2-8 16,6-5-25-16,0 1-11 0,5-2-28 0,-4 3-21 16,2-4-24-16,-2 1-27 0,3-4-35 0,4-2-38 15,-4 1-37-15,8-5-25 0,-3 0-41 0,4-4-202 16,-8 2-522-16,8-2 231 0</inkml:trace>
  <inkml:trace contextRef="#ctx0" brushRef="#br0" timeOffset="72812.8">8269 5427 55 0,'-2'-11'296'0,"-5"9"4"16,7 2-8-16,-1-8-11 0,1 8-13 0,0 0-24 15,0-7-17-15,0 7-33 0,0 0-11 0,0 0-10 0,0 0 0 16,0 0-1-16,0 20-22 0,8-8-6 0,-6 3-22 16,4-1 0-16,7-1-15 0,-4 4-2 0,-1-2-14 15,7 3-11-15,0 3-7 0,1 0-22 16,-1-8-23-16,2 2-26 0,1-3-34 0,2 5-47 0,-4-7-61 15,4 4-68-15,2-6-76 0,-4-3-248 0,2 3-576 16,-5-2 255-16</inkml:trace>
  <inkml:trace contextRef="#ctx0" brushRef="#br0" timeOffset="73048.67">8730 5473 197 0,'0'0'276'0,"0"0"-9"16,0 0-16-16,0 0-13 0,0 0-16 0,38 2-16 15,-24-4-17-15,4 2-18 0,2-3-18 0,3 6-16 16,-2-3-15-16,-2-3-7 0,9 3-15 0,-8-1-10 16,0 0-9-16,4-1-11 0,-4-1-13 0,0 3-23 0,-3-1-26 15,4-3-30-15,-13 1-35 0,7 2-38 0,-6 0-43 16,-1-2-48-16,3-1-55 0,-7 0-134 0,-4 4-405 15,3-6 180-15</inkml:trace>
  <inkml:trace contextRef="#ctx0" brushRef="#br0" timeOffset="73298.64">8936 5350 211 0,'0'0'321'0,"0"0"-13"0,0-7-2 0,0 7-14 15,0 0-9-15,0 0-21 0,0 0-24 0,0 0-24 16,0 0-31-16,0 0-11 0,0 0-27 0,0 0-10 16,0 0-14-16,3 19-12 0,2-5-10 0,-5-5-15 15,2 6-7-15,-2 0-10 0,1 5 9 0,3-1-18 0,4 0 9 16,-3 1-27-16,-2 4-10 0,5-2-14 0,-1 1-19 16,1-7-28-16,-3 4-27 0,5 1-30 15,-3-8-37-15,-1 7-49 0,3-6-44 0,4-4-51 0,-6-3-24 16,4 4-150-16,-1-5-479 0,-2-3 212 0</inkml:trace>
  <inkml:trace contextRef="#ctx0" brushRef="#br0" timeOffset="73814.2">9313 5304 123 0,'-5'-6'261'15,"5"6"-22"-15,0 0-25 0,-3-6-21 0,3 6-18 16,0 0-15-16,0 0-2 0,0 0 0 0,0 0-13 16,-7 16-15-16,7-8-9 0,0-1-13 0,0 4-12 15,0-2-6-15,0 1-9 0,0 2-8 0,0 3-7 16,0 4-5-16,0-6-4 0,0 2-5 0,0 0-3 16,0 1-7-16,0-1-5 0,2-6-4 0,1 3-11 15,-1-4-10-15,-2 2-8 0,0-2-8 0,3-4 0 16,2 3 0-16,-5-7 3 0,2 8-1 0,-2-8-1 15,13 0 0-15,-13 0 2 0,0 0-1 0,15-12-1 0,-9 6 4 16,3-3-3-16,1 1 3 0,-5-2 6 0,6-2 12 16,-1 3 7-16,0-1 8 0,-5 1 4 15,8 1 4-15,-6 1 4 0,1 1-3 0,-1 0-1 0,-6-2-5 16,-1 8-6-16,9-4-9 0,-3 3 2 0,-6 1-3 16,14 5-1-16,-9 2-7 0,1-5 4 0,2 6 0 15,2-2-6-15,-3 5 1 0,5-2-1 0,-1 2 3 16,-3 1-1-16,6-1-1 0,-3 1-4 0,1-4 1 15,1-1 1-15,-3 1-2 0,-3-3 1 0,8 0-3 16,-7-2 1-16,-2 0 1 0,8-6-5 0,-14 3 4 16,16-1-1-16,-12-3-1 0,-1-4 5 0,5 0-5 15,-3-1 1-15,2-1-1 0,-4-1 3 0,-3-5-1 16,0 1-1-16,0-5 0 0,0 5 0 0,-3-3 1 16,-4-2-7-16,2 3 6 0,5-2-3 0,-10 4-6 15,5 2-19-15,5 2-21 0,-10 1-31 0,5 2-39 16,4 1-46-16,-8 1-42 0,-1 3-46 0,10 3-221 15,-16-3-506-15,16 3 224 0</inkml:trace>
  <inkml:trace contextRef="#ctx0" brushRef="#br0" timeOffset="74251.67">9841 5632 79 0,'0'0'247'0,"15"5"-7"0,-8 1-10 15,-4-5-14-15,5 2-11 0,-3 2-14 0,3-3-14 16,1 2-12-16,-9-4-10 0,11 9-13 0,-7-8-13 16,-3 6-13-16,2-3-8 0,1-1-11 0,-4-3 2 15,3 12 2-15,0-6-1 0,-3 2 3 0,-3-3 1 16,3-5 3-16,-7 14-3 0,7-7 3 0,-4-1-6 16,4 3 1-16,-9-2-10 0,6 0-16 0,0-1 5 15,-1 1-9-15,-1 0 3 0,4 0-12 0,-4-2 3 0,5-5-2 16,-2 8-2-16,2-8 5 0,0 0 1 15,0 7 7-15,0-7 0 0,0 0 0 0,10 4-13 16,-10-4 1-16,22-4-14 0,-14 0-1 0,3 0-10 0,4 0-25 16,2-3-32-16,4 0-33 0,-6-2-24 0,7-2-37 15,-7 3-46-15,6-4-56 0,-6 1-66 0,5-4-71 16,-5-1-239-16,1-4-640 0,1-4 285 0</inkml:trace>
  <inkml:trace contextRef="#ctx0" brushRef="#br0" timeOffset="77886.39">10172 5208 33 0,'0'-6'345'16,"0"6"-14"-16,-2-8-8 0,2 8-2 0,0-7-5 15,-1 3-2-15,1 4-24 0,-2-14-1 0,2 14-15 16,0-6-12-16,0 6-13 0,0-11-16 0,0 11-13 16,0 0-14-16,0-5-20 0,0 5-16 0,0 0-14 15,0 0-19-15,8-2-12 0,-8 2-13 0,0 0-12 0,14-5-10 16,-5 5-13-16,-9 0-6 0,19 0-8 15,-19 0-9-15,16 2-4 0,-3-2-7 0,-3 3-12 16,5 0-10-16,-6 1-6 0,4 4-12 0,-2-2-2 16,-2 2-5-16,7 1-9 0,-7-4-3 0,-1 3-3 0,5 2-6 15,-8-1 1-15,5 5-10 0,-5-1 3 0,-3 1 1 16,4-2 3-16,-4 3-4 0,-2-2 0 16,0-2-2-16,0 4 8 0,-2-3 1 0,-4-1 4 0,4-1-5 15,-3 0 12-15,-3 2-8 0,4-4 5 0,-1-1 7 16,-3 4-5-16,3-5 2 0,-3-1 5 0,1-3 0 15,1 8-4-15,-4-8 5 0,6 3 3 0,4-5 7 16,-5 3 8-16,5-3 3 0,0 0 8 0,-6 5 11 16,6-5-6-16,0 0-6 0,0 0-3 0,0 0-1 15,0 0-1-15,0 0-2 0,10-25 0 0,-4 23 0 16,4-6-4-16,4-6-2 0,-3 4-1 0,4 0 1 16,0-1-3-16,0-4 1 0,5 3-2 0,-9 0 0 15,6-2-1-15,-4-2-2 0,0 5 2 0,-4-2-1 16,4 2 1-16,-3 1 1 0,-4 1 0 0,3 0-1 15,-1 0 4-15,-5 2 5 0,5-3-1 0,-4 3 8 16,-1 2-7-16,0-2 11 0,2 2-2 0,-5 5-4 0,2-5-1 16,-2 5-4-16,0 0 0 0,3-7-1 0,-3 7-8 15,0 0 3-15,0 0-6 0,0 0 4 16,0 0-5-16,0 0 0 0,0 0-6 0,-16 17 6 0,11-10-1 16,-3 1-1-16,3 4 0 0,0-3 2 0,-4 6 1 15,6-1-1-15,-2-1-1 0,-3 5 1 0,8-3 2 16,-5 1 2-16,3 3 4 0,1-4-5 0,2 2 0 15,6 0 2-15,-6-7-5 0,4 4-3 0,5-3-10 16,2 2-19-16,-4-4-23 0,7-3-38 0,2 3-40 16,4-5-31-16,-1 3-34 0,-2-3-41 0,2-2-31 15,3-2-39-15,-1-5-52 0,-6 2-248 0,4-3-660 16,8-6 292-16</inkml:trace>
  <inkml:trace contextRef="#ctx0" brushRef="#br0" timeOffset="78247.17">10702 4956 279 0,'0'0'299'0,"0"0"-10"0,0 0-14 15,0 0-19-15,0 0-18 0,0 0-16 0,0 0-17 16,0 0-12-16,0 0-7 0,0 0-13 0,0 0-19 16,23 10-14-16,-20-5-9 0,9 2-15 0,-4-2-17 15,0 2-8-15,-1 0-10 0,1 1 7 0,2-3-20 16,0 2-11-16,-5 1-12 0,5 3-2 0,-8-3 1 0,1 3-4 16,-1-2-6-16,-1 1-2 0,-1-1-2 0,2 3-2 15,-2-1 0-15,0-4-5 0,5 4 8 16,-10-2-17-16,3-3 2 0,2-3-1 0,0-3-5 15,-5 10 5-15,4-3 18 0,1-7 20 0,0 0 24 0,0 7 10 16,0-7 9-16,0 0-7 0,0 0-9 0,19-2-7 16,-19 2-8-16,27-7-15 0,-12-3-27 0,6 5-28 15,-1 0-33-15,8-7-44 0,-1 4-41 0,-1-3-53 16,4-1-62-16,-15 3-65 0,15-2-339 0,-12 4-695 16,-1-5 308-16</inkml:trace>
  <inkml:trace contextRef="#ctx0" brushRef="#br0" timeOffset="91489.43">11723 5453 128 0,'0'-11'333'0,"5"5"-9"0,-5-2-20 16,-5-1 1-16,5 9-21 0,-2-10-23 0,2 10-18 0,0-5-11 15,0 5-40-15,0 0-20 0,0-8-18 0,0 8 2 16,0 0-40-16,0 0-10 0,0 0-7 0,0 0-15 15,-15 16-9-15,15-13-7 0,-3 9-3 0,-4-6-10 16,7 2-5-16,0 1-2 0,0-4-2 0,0 3 1 16,0-1-6-16,0 0-6 0,0 1 5 0,0-3-5 15,0-5 3-15,10 10-7 0,-10-6 0 0,5-3 1 16,-5-1 1-16,10 4 0 0,-3-1-11 0,-7-3 4 16,0 0 5-16,15-7-11 0,-7 6-2 0,-8 1-1 15,7-7-7-15,-2 4 9 0,-5 3-5 0,10-5-4 16,-10 1-5-16,0 4-5 0,3-5-14 0,-3 5-20 15,0 0-24-15,-5-11-26 0,5 11-22 0,-13-1-25 16,13 1-26-16,-14 0-37 0,14 0-33 0,-10 2-29 16,10-2-46-16,-13 3-186 0,3-1-528 0,10-2 234 0</inkml:trace>
  <inkml:trace contextRef="#ctx0" brushRef="#br0" timeOffset="91833.14">11832 5129 205 0,'-8'-4'312'0,"8"4"-18"16,0 0-21-16,-10-5-12 0,10 5-21 0,-12-2-25 16,12 2-23-16,0 0-19 0,0 0-18 0,-15 2-13 15,15-2-14-15,0 0-13 0,-1 5-10 0,1-5-4 16,-2 8-12-16,2-8-6 0,0 0-10 0,2 12 0 15,-2-12-13-15,1 7 1 0,-1-7-4 0,5 7-4 16,-5-7-2-16,0 5-9 0,0-5 4 0,7 3 6 16,-7-3 13-16,0 0 15 0,0 0 9 0,0 0-12 15,0 0 4-15,0 0-13 0,0 0 16 0,0 0-19 16,0-22-8-16,-7 17 2 0,7 5-4 0,-5-11-5 16,4 6-1-16,-7-1-6 0,3 0-1 0,-2 4-14 15,7 2-3-15,-8-7-8 0,8 2-37 0,0 5-19 16,-14-3-26-16,14 3-15 0,0 0-15 0,-8 11-17 15,8-5-25-15,0 0-36 0,0 5-33 0,7-3-38 16,1 2-43-16,4 3-252 0,-2 1-581 0,3-4 257 16</inkml:trace>
  <inkml:trace contextRef="#ctx0" brushRef="#br0" timeOffset="92520.57">12363 5125 329 0,'0'-7'339'0,"0"7"-5"0,-1-9-6 16,1 3-3-16,-5 0-13 0,5 6-18 0,-3-7-27 15,3 7-25-15,-2-7-28 0,2 7-28 0,0 0-22 16,0 0-19-16,0 0-13 0,0 0-13 0,-15 12-9 16,10-5-14-16,-2 3-7 0,6 0-17 0,-4 1-4 15,1 3-6-15,-2 3-15 0,6 2-7 0,0-3-7 16,0 3-13-16,0-2-3 0,0 1-6 0,3-3-5 15,2 1-15-15,0 1-3 0,-3-4-7 0,6-2-6 0,-1-1 0 16,1 0-9-16,-1-3-6 0,7 2-3 0,-4-5 2 16,2 1 0-16,1-5 0 0,-3 0 5 0,5-1 0 15,0-4 4-15,0-1 4 0,-4 0-1 0,4-4 8 16,0-1 4-16,-5 2-1 0,3-2 6 0,-4-2 7 16,-1 2 15-16,-1 4 12 0,-3-4 12 0,3 2 12 15,-4 2 28-15,1-1-9 0,-3 4-4 0,1-2-10 16,-2 6-2-16,7-7-18 0,-7 7-1 0,1-5-11 15,-1 5-6-15,0 0 3 0,0 0-3 0,0 0 4 16,7 18-7-16,-2-10-5 0,-2 0-5 0,2 0-2 16,3 1 1-16,1 1 12 0,2 2-10 0,-4-1-1 15,5-2-5-15,-4 0-7 0,0-3 4 0,2 0-1 16,7 0 12-16,-9 1-9 0,7-5-2 0,-7-2 0 16,4 1 3-16,-12-1 7 0,14-3-5 0,-4-2 6 15,-5-2-3-15,4 0 6 0,-3-2 10 0,-6-3-3 16,0-2 5-16,0-2 2 0,0-2 9 0,-5 1 13 15,4 0-16-15,-8-3 1 0,4 3-2 0,4 0-4 16,-8 2 3-16,6-2-5 0,2 7-1 0,1-2-6 0,-2 4-5 16,2-1-18-16,-5 1-35 0,5 3-40 15,0 5-39-15,-3-7-29 0,3 7-28 0,0 0-50 16,0 0-44-16,0 0-54 0,16 20-210 0,-8-11-584 0,-3-3 258 16</inkml:trace>
  <inkml:trace contextRef="#ctx0" brushRef="#br0" timeOffset="92786.17">13075 5331 239 0,'0'0'237'15,"0"0"-25"-15,0 0-16 0,5 4 5 0,-5-4 0 16,-3 8-14-16,3 1-10 0,0-3 2 0,0 5-12 15,3-3-9-15,-3 2-14 0,0 7-14 0,-3-5-11 16,3 5-9-16,0 0-14 0,3-1-6 0,-3-1-8 16,0 0 3-16,3 1-17 0,-3-1-8 0,0-1-3 15,2 1-6-15,3-3-3 0,-5-3-1 0,2 3-9 16,1 0-11-16,-1-4-24 0,1 0-22 0,2-3-28 16,-3 1-35-16,1-2-54 0,5 0-55 0,-8-4-58 15,0 0-199-15,0 0-485 0,23-8 215 0</inkml:trace>
  <inkml:trace contextRef="#ctx0" brushRef="#br0" timeOffset="93161.13">13608 4989 217 0,'-2'-9'302'0,"2"9"-8"0,0-6-4 15,0 6-13-15,-3-11-12 0,3 11-7 0,-11-7-12 16,11 4-11-16,-7-3-2 0,-1 3-6 0,4-5-17 16,-7 6-11-16,2-3-11 0,0 3-9 0,-6 1-13 15,1 1-12-15,1 0-12 0,0 0-16 0,-2 1-15 16,0 6-3-16,2-5-3 0,-4 8-15 0,2-2-12 15,1 1-6-15,-1 8 0 0,8-4-3 0,-5 3-5 16,3-1-1-16,2 2-7 0,2 1-3 0,-2 2 0 16,11-1-3-16,-4 7-3 0,3-8-3 0,0 6-5 15,9-2-4-15,-4 1-8 0,7-1-11 0,2-2-18 0,4-1-19 16,2 0-27-16,-3-3-39 0,5-1-43 16,1-2-34-16,3-2-41 0,-5-2-45 0,-2-2-51 15,-2-7-45-15,3 3-305 0,-8-6-706 0,1-1 312 16</inkml:trace>
  <inkml:trace contextRef="#ctx0" brushRef="#br0" timeOffset="93364.23">13487 5142 11 0,'-8'0'296'0,"8"0"-8"0,-15 0-13 0,15 0-19 0,-7-2-10 15,7 2-18-15,0 0-12 0,0 0-14 0,-13 0-15 16,13 0-5-16,0 0-30 0,0 0-11 0,0 0-13 15,0 0-9-15,0 0-10 0,20 8-14 0,-12-7-8 16,6 2-19-16,-4 2-24 0,4-3-29 0,6-2-38 16,2 1-39-16,1 2-42 0,-3-6-49 0,5 2-40 15,-2-9-53-15,7 8-182 0,-12-3-462 0,8-4 204 16</inkml:trace>
  <inkml:trace contextRef="#ctx0" brushRef="#br0" timeOffset="93567.33">13898 4857 264 0,'0'0'296'16,"0"-11"-11"-16,0 11-20 0,0-4-15 0,0 4-28 0,0 0-25 16,0 0-20-16,0 0-8 0,0 0-2 15,0 0-13-15,-15 23-4 0,15-10-12 0,-2 5-15 16,-1-6-4-16,3 9-8 0,0 4-16 0,0-4-5 0,0 9-8 16,0-4-8-16,5 1-6 0,-5 1-8 0,8-1-24 15,-6 2-13-15,1-4-26 0,-1-5-29 0,4 1-42 16,-2-3-51-16,-3 1-62 0,3-4-69 15,-4-1-234-15,6-5-530 0,-2-3 234 0</inkml:trace>
  <inkml:trace contextRef="#ctx0" brushRef="#br0" timeOffset="93832.93">14106 4869 80 0,'0'-7'398'0,"0"7"-9"0,0-9-15 16,0 9-33-16,0 0-21 0,0-8-34 0,0 8-31 16,0 0-31-16,0 0-26 0,0 0-13 0,0 0-21 15,0 25-5-15,0-15-24 0,0 9-17 0,0 1-16 16,0 0-6-16,7 3-12 0,-7 4-1 0,2 1-8 16,4 4-4-16,-6-2-8 0,7 3 9 0,-1 4-26 15,-4-3-21-15,3-4-32 0,-2-2-16 0,2-1-26 0,-3 0-24 16,-2-8-28-16,3 2-45 0,-1-3-47 15,0 1-56-15,6-6-44 0,-3-2-243 0,-5-3-578 16,2 0 255-16</inkml:trace>
  <inkml:trace contextRef="#ctx0" brushRef="#br0" timeOffset="94317.25">13921 4780 56 0,'-2'-10'268'16,"2"-2"-7"-16,0 3-11 0,2-6-11 0,-2 3-17 15,3 1-12-15,2 1-14 0,3-4-13 0,-3 4-10 16,5-5-14-16,-1 9-15 0,1-9-15 0,0 6-10 16,3 0-13-16,-2-4-11 0,8 6-4 0,-5-2-19 15,3 3 6-15,-2 1-18 0,1 1-6 0,4 3-7 16,-5 1-7-16,5 0-3 0,3 5-1 0,-1-2 2 15,1 5-14-15,2 1-3 0,1-1-3 0,-3 7-5 16,4-4-3-16,-6 8 0 0,-6-7-3 0,2 3-4 16,3 3 8-16,0 0-12 0,-6-3 5 0,-4 1-3 15,0 4 3-15,-5-2 3 0,-3-3-8 0,1 5 3 0,2-4-3 16,-5-2 1-16,0 3 2 0,-8-3-7 16,1 1 4-16,-3-6 3 0,0 7 2 0,-1-6 7 15,-9 2 7-15,5-2 7 0,-6 2 11 0,2-2 9 16,3 0-4-16,-2-3 1 0,1 0-7 0,-3 4 0 0,5-4-10 15,2 1 2-15,2-2-1 0,4 0-12 0,-5 1 6 16,4 1-1-16,0 4 5 0,3-3-6 0,3 0 2 16,2 3 4-16,0 3 0 0,7 5-1 0,8-7 0 15,-7 5 1-15,13 3-5 0,-6-3-3 0,7 2-1 16,-2-4 2-16,3 2-5 0,-2 0 0 0,4-3 4 16,-2 0-6-16,-6-3-8 0,1-2-16 0,-1 1-11 15,4-3-22-15,-4-1-14 0,-4-4-34 0,0 4-42 16,-3-4-55-16,3 1-68 0,-6-4-74 0,-7 0-175 15,15-5-550-15,-15 5 243 0</inkml:trace>
  <inkml:trace contextRef="#ctx0" brushRef="#br0" timeOffset="94707.84">14797 5403 357 0,'0'0'335'0,"0"0"-33"16,0 6-28-16,0-6-18 0,8 7-19 0,-3 1-22 16,-2-4-19-16,4 4-11 0,1-2-25 0,-3 5-22 15,5-4-9-15,-5 6-13 0,5-1-14 0,-4 0-9 16,8 0-10-16,-6 2-6 0,-1-1-10 0,-1-1-6 16,-4-1-3-16,3 1-8 0,-5-1-6 0,0-1-11 15,0 0-9-15,-7 0-12 0,1 0-24 0,-1-3-18 16,-6 3-35-16,1-2-37 0,-1-1-52 0,-2-3-51 0,2 1-52 15,-9-2-207-15,7-2-502 0,5-1 223 0</inkml:trace>
  <inkml:trace contextRef="#ctx0" brushRef="#br0" timeOffset="95348.39">15159 4842 56 0,'0'-8'351'0,"-8"4"-20"16,8-3-23-16,0 7-15 0,-5-8-28 0,3 4-30 0,2 4-27 15,-8-4-17-15,8 4-24 0,0 0-17 0,0 0-13 16,-18 9-16-16,13-1-9 0,-2 2-13 0,-1 2-6 16,-1 8-6-16,6 6-9 0,-3-10-10 0,2 5-6 15,-1 6-6-15,4-1 3 0,1-1-13 0,1 2-7 16,6-3 1-16,-2 1-1 0,-2-5-12 0,4-1 2 16,1-1-7-16,-3-1-3 0,10-2-1 0,-5-1-5 15,3-4-3-15,2 0-2 0,0-2-6 0,0-2 0 16,-7-4 2-16,10-1-2 0,-3-4-2 0,-5 1-2 15,5-3 2-15,0-5-1 0,5 1 2 0,-5-1 0 16,-2 0 1-16,-3-4-1 0,0-4 7 0,-2 8 1 16,2-4 5-16,-7 5 5 0,1-2 7 0,-1-1 11 15,2 4 2-15,-4 0 0 0,1 2-3 0,-2-2-7 0,2 3-8 16,-2 5-6-16,0 0 11 0,0 0-18 16,0 0 1-16,0 0-4 0,0 0-2 0,-5 19-11 15,5-10 6-15,1 2 1 0,3 8 1 0,-1-6-2 0,5 5-5 16,-1 2 7-16,3-5-4 0,2 3-3 0,4 3-1 15,-4-6 5-15,3 1-6 0,-1-4 4 0,3 0-5 16,-2-1 1-16,6-2 2 0,-7-3 3 0,-4-3 0 16,8 2 1-16,-7-4 0 0,1-2 2 0,-2-4-3 15,1-1 4-15,-4-2 2 0,1-2-4 0,-3-4 10 16,-3-4-6-16,-2 2 6 0,-2-7-2 0,-1-5 4 16,-4 1 2-16,1-1 1 0,-2-1-4 0,-6 2 15 15,11-1-15-15,-9 1-1 0,2 1 1 0,4 2-1 16,-2 4-3-16,3 4-12 0,-5 0-16 0,5 8-23 15,-2-1-31-15,5-1-30 0,-4 8-30 0,-1 1-37 16,7 1-37-16,0 0-45 0,0 0-48 0,-13 15-176 16,13-8-520-16,3 1 230 0</inkml:trace>
  <inkml:trace contextRef="#ctx0" brushRef="#br0" timeOffset="95754.6">15874 5323 39 0,'0'0'245'0,"0"8"-7"0,0-8-15 16,0 7-20-16,0-7-12 0,3 7-3 0,1-2-9 15,-4-5-16-15,-4 5-13 0,4-5-15 0,4 9-11 16,-4-3-9-16,0-6-9 0,-4 12-7 0,1-3-6 16,1-1-2-16,2-1-6 0,0 1-4 0,-5-3-3 15,4 4-4-15,1 2-4 0,-5-8 3 0,1 10-14 0,-1-6 3 16,4 0-8-16,-7-1 2 0,8 1 5 16,-5 0 13-16,3-3-15 0,-6 0 4 0,6 3 2 15,2-7 5-15,-3 5-3 0,3-5 7 0,0 0 10 16,-2 7 12-16,2-7 9 0,0 0 10 0,-2 4 4 0,2-4-11 15,0 0-9-15,0 0-10 0,0 0-14 0,24-12-19 16,-10 6-27-16,-5 1-11 0,7-2-52 0,4-1-40 16,10 1-37-16,-10-2-39 0,5-3-58 0,-1-3-62 15,5 0-68-15,-6-3-265 0,3-3-652 0,-4 0 288 16</inkml:trace>
  <inkml:trace contextRef="#ctx0" brushRef="#br0" timeOffset="96004.58">16256 4993 245 0,'0'0'435'0,"-10"-7"6"0,10 7-15 16,0-6-15-16,0 6-11 0,0 0-17 15,0 0-23-15,0 0-23 0,0 0-25 0,0 0-30 16,0 0-28-16,14-6-23 0,-14 6-29 0,11-3-22 0,4 3-32 15,-3 4-23-15,4-1-24 0,7-3-35 0,-3 0-31 16,3 2-46-16,-3 1-44 0,0 0-44 16,8 1-42-16,-8 1-37 0,-3 1-47 0,-1-2-55 0,-1 0-59 15,-2 0-65-15,1-1-203 0,-8-2-659 0,3 4 292 16</inkml:trace>
  <inkml:trace contextRef="#ctx0" brushRef="#br0" timeOffset="96160.81">16323 5175 49 0,'0'0'245'0,"0"11"-7"0,0-11-15 0,19 1-13 0,-5-1-21 15,-4 4-14-15,4-2-18 0,6-2-16 0,-1 1-11 16,0 1-13-16,11 1-12 0,-10-1-17 0,3-1-31 16,-1 0-50-16,3-1-55 0,-4 0-62 0,9-1-67 15,-10 0-123-15,-4 1-324 0,14-7 144 0</inkml:trace>
  <inkml:trace contextRef="#ctx0" brushRef="#br0" timeOffset="96488.9">16846 5029 142 0,'0'0'259'0,"-25"2"-20"16,18 3-11-16,-1-1-2 0,1-1-16 0,-1 3-9 15,5 1-8-15,-1 4-3 0,-1-2-14 0,2 0-6 16,1 3-14-16,1 0-7 0,1-3-8 0,1 2-15 15,1 2-8-15,6 2-11 0,-3-6-4 0,4-1-13 16,-1 5-6-16,7-6-5 0,-4 2-11 0,6 1 0 16,1-8-11-16,2 3-3 0,-5-2-3 0,8-3-5 15,-6 0-8-15,4-1-3 0,-1-6-3 0,-5 5 1 16,1-8-6-16,-2 3-3 0,1-3 12 0,-9-4-21 16,4-6 3-16,-7 5-4 0,-1-5-2 0,-2 0 0 15,0 1-6-15,-2-1 2 0,-1 3-1 0,-7 0-2 16,-5-5-3-16,9 8 0 0,-8-3-4 0,-2 8-8 15,1-5-10-15,0 5-16 0,-5-1-10 0,4 5-19 16,-6 0-21-16,-1 2-40 0,3 6-47 0,-1 1-60 16,-3-1-54-16,1 5-209 0,3-8-537 0,1 7 238 15</inkml:trace>
  <inkml:trace contextRef="#ctx0" brushRef="#br0" timeOffset="97816.88">16932 4389 76 0,'-5'-8'322'0,"5"8"-12"16,5-10-18-16,-5 10-14 0,1-6-16 0,6 4-25 15,1-2-13-15,-3 1-12 0,3-3-25 16,-8 6-14-16,9-7-21 0,4 3-16 0,-5 1-9 0,-1 2-21 15,8 1-3-15,1 0-17 0,3 3-13 0,-3-2 3 16,-1 7-2-16,5 1-18 0,0-2 1 0,0 3-13 16,3 7-12-16,-3-6 3 0,-4 7-5 0,1-3-3 15,3 5-1-15,-6-4-2 0,-5-3-1 0,4 1-8 16,-5 4 9-16,1 0-9 0,-3-3-7 0,-4 0 1 16,3 0-3-16,-5-2 0 0,-7-1-1 0,7-1 0 15,-13 5 0-15,3-6-5 0,-5 6 6 0,-1-10-3 16,-3 6 1-16,1-2 0 0,0-2 0 0,0-1 2 15,-2 1-4-15,3-1 2 0,1 1-3 0,4-2-1 16,2 0 3-16,-1 0-3 0,2-3-1 0,1 2 3 16,3-3-1-16,2 3 9 0,3-5-5 0,0 7 0 15,1 1 4-15,4-1-9 0,5 1 2 0,4 4 7 16,-1 2-7-16,13 3 3 0,-7-3-3 0,4 2-5 16,2-1 4-16,-6 2 3 0,6-5-1 0,3 6-3 0,-13-4 0 15,2-2-4-15,3 1 8 0,-5-2 0 16,-1 2-2-16,-7-1-2 0,1-5-4 0,7 6-2 15,-8-4-3-15,-7-2 0 0,3 3 1 0,-6-2-5 0,1-2 8 16,-6 2-1-16,-4-3 0 0,4 1 2 0,-8-1 1 16,1 1 1-16,0 0-3 0,3 1 1 0,-3-2-3 15,7 2 1-15,-7-5-4 0,8 4 2 16,-1 1 3-16,7 1 0 0,-4-2 3 0,5 2 1 0,5 4 1 16,4 1 1-16,0-1-1 0,12 3 2 0,1 1-3 15,-1 4-1-15,9 1 2 0,-2-3 3 0,9 6-7 16,-3 0 5-16,8 0-4 0,-16-6 4 0,-1 0-1 15,-2 0-1-15,-1-3 3 0,-6 5-2 0,4-5-1 16,0 1 0-16,-10-1-3 0,5-2 2 0,-4 2 1 16,-2-1-1-16,-9-1 11 0,6 1-10 0,-6-2 20 15,-6 3 3-15,6 0 7 0,-9-3 16 0,-2 3 6 16,1-5-4-16,-5 5 6 0,-5-5-1 0,-1 7-1 16,-4-6-4-16,2 2-3 0,-4-2-6 0,-3-2-10 15,7 3 0-15,-5-3-3 0,3-1-5 0,-1 0-19 16,4 0-41-16,2-4-33 0,1 3-42 0,-1-2-66 15,0 0-99-15,5-2-360 0,5 1-692 0,-3-1 306 16</inkml:trace>
  <inkml:trace contextRef="#ctx0" brushRef="#br0" timeOffset="114471.89">25211 2427 105 0,'0'0'168'0,"0"0"-16"0,0 0-9 16,0 0-11-16,0 0-12 0,0 0-9 16,0 0-9-16,0 0-6 0,0 0-7 0,0 0-3 15,0 0 2-15,0 0 13 0,0 0 16 0,0 0 4 0,6 15-5 16,-6-15-9-16,0 9-10 0,0-9-8 0,0 7-8 15,5-2 2-15,-5-5 6 0,0 10-7 0,2-2-10 16,-2-2-2-16,-2 2-10 0,2-1-7 16,0 2-7-16,-5-3-5 0,5 1-5 0,-1 4-3 0,1-2 0 15,-5 3 2-15,3-5-11 0,2 11-2 0,-3-7-4 16,3 5-4-16,-4-5 3 0,3 5-3 0,1-4 0 16,0 7 11-16,-5-4-6 0,3-2-1 0,2 3-4 15,-3-1 1-15,0 0-4 0,1 0 3 0,0 1-4 16,-1 0-1-16,3-1 2 0,-3-1 1 0,3-1-7 15,0-4 0-15,0 5-1 0,-2-2 2 0,2-1-1 16,-3 0-1-16,3 2 0 0,0-2-1 0,0 0 0 16,-2 1 1-16,0-2-1 0,4 0 4 0,-2 2-5 15,0-2 0-15,0 0-3 0,0 0 4 0,0-1 0 16,-2-1-3-16,2 3 3 0,0-3-2 0,2 3 3 16,-2-3-4-16,0-1 1 0,2 2 1 0,-2 0 1 15,0 0-3-15,0 0 3 0,3-2-1 0,-3 2 3 16,0 1-4-16,2-5 0 0,-2 3 7 0,0 3-5 0,0-4 0 15,0-1 2-15,0 3-3 0,0-1-1 16,0-1 1-16,0 1 0 0,0 1 2 0,0-2-4 16,0-1 3-16,3 1-2 0,-6 1-1 0,3 1 2 15,0-1 3-15,0 1-2 0,0 1 0 0,3-2-3 0,-3 1 3 16,0-1-3-16,0 1 1 0,0 1-1 0,3 0 2 16,-6-1 0-16,6 3-2 0,-3-3 4 0,0 2-1 15,2-3-4-15,-2 0 4 0,0 6-3 0,0-4 3 16,0 4-3-16,0-6 0 0,0 4-1 0,0-1 0 15,0 1 2-15,0 4-3 0,2-2 4 0,-2 2-4 16,-2-4 2-16,2 5-1 0,0-7-1 0,-2 7 9 16,-1-4-5-16,3 1 2 0,-3 0-3 0,3 2-1 15,0-2 0-15,-2-2 2 0,2 3-4 0,-3-2 8 16,1-1-8-16,2 3 2 0,2-3 4 0,-4-1-2 16,2 4-2-16,0-5 3 0,-2 3-5 0,1-1 2 15,1 3 1-15,0-3-1 0,0 3 1 0,-5 1 1 16,5-8-1-16,5 7-3 0,-5-4 5 0,0 2 0 15,0-1 0-15,-5-1 5 0,5 1-5 0,0-1 2 16,0-1-1-16,-2 7 0 0,2-7 5 0,-3 3 8 16,3-1-1-16,0 0-1 0,-2 5 1 0,2-7-4 15,-2 1 5-15,2 2-5 0,0 1-3 0,2 1 0 16,-4 1 1-16,2-7-3 0,-5 2-1 0,5 5-4 16,0-1 3-16,0-1 1 0,-1 3-1 0,1-1-1 15,-2-1 1-15,2 0-3 0,-1 0 0 0,1 1 4 16,1-4-4-16,-2 5 2 0,1-2-1 0,-2 0 0 15,0 2 0-15,2-3 4 0,0 8-4 0,0-7 1 0,0 4-3 16,-1-1 4-16,2-1-3 0,-1 2-2 0,-5-2 3 16,9 1 0-16,-4 1-1 0,0-1 1 0,0 1-2 15,-4 4 3-15,4-5 0 0,0 2-4 16,-3 5 2-16,6 2 1 0,-3-3 0 0,0 1-1 0,0-5-2 16,0 7 4-16,0 2-1 0,0-1 1 0,0 0 0 15,0-2-4-15,-3 6 1 0,1-4 2 0,2 2-1 16,-1-3-4-16,1 4 7 0,0-5 0 0,-2 2-4 15,0 3-1-15,1-1 4 0,-3-2-6 0,-1-1 8 16,4 6-4-16,-1-3 1 0,-1 0 3 0,-2 0 0 16,0 10-4-16,2-9 3 0,3 0-2 0,-5 0 0 15,1 0 6-15,-1-3-8 0,4 3 4 0,-4-2 3 16,1-1-5-16,4 4-2 0,-5 1 2 0,4-3 3 16,-4 7-5-16,3-7 3 0,0-1-1 0,-1-2 3 15,-2 3-4-15,4 1-1 0,-1 8 3 0,0-10-2 16,1 6 2-16,-3-6 3 0,-1 12-1 0,5-8-2 15,-3-3 0-15,3 13 1 0,-2-14-2 0,-4 6 3 16,6-6-1-16,-4 5-5 0,1 5 3 0,0-8-4 16,-2 0 4-16,3 0-1 0,-4 0-2 0,6 0 1 0,-2-4 0 15,2 5 0-15,-5-1 1 0,3-6-3 16,2 3 3-16,-6-1 4 0,6 0-4 0,0-1 1 16,-2 1 2-16,2 0-6 0,0-6 2 0,-3-2 0 15,6 2 1-15,-6 6 0 0,3-6 2 0,0-5 2 0,0 7-4 16,0-7-1-16,0 4 2 0,0-1 2 15,3 0-2-15,-3-1-1 0,0 1 1 0,2-1 0 16,-2 0-1-16,0 2 0 0,6-4 0 0,-12 2-2 0,6-2 0 16,0 4-2-16,0-5 4 0,0 4 2 0,0 1-3 15,0-6-2-15,0 7 2 0,6-5 2 0,-6 0 3 16,0-5-4-16,-6 5 4 0,12-1-6 0,-6 0 4 16,0-3 0-16,0-1 0 0,2 5-1 0,-2-6 2 15,0 0-2-15,0-3 0 0,0 1 0 0,0-8 0 16,0 11 2-16,0-11-1 0,0 11 1 0,0-11-2 15,0 8-9-15,0-8-17 0,0 0-19 0,0 0-56 16,0 0-85-16,0 0-99 0,0 0-282 0,7-30-611 16,1 10 270-16</inkml:trace>
  <inkml:trace contextRef="#ctx0" brushRef="#br0" timeOffset="116561.53">20450 4803 63 0,'0'0'108'0,"0"0"3"0,0 0-9 0,0 0-3 15,0 0-7-15,0 8-5 0,0-8 2 0,0 0-2 16,0 0-7-16,15 5-2 0,-8 2-7 0,6-3-1 0,-3-1-10 15,3 1 1-15,-4 1-7 0,4-2 1 0,3-2-4 16,-1 2 0-16,2 2 0 0,1-1-3 16,-1 3 1-16,-2 0-2 0,3-6-3 0,0 1-2 0,4 3-5 15,-4-4-2-15,3 2 1 0,7 0-8 0,2 5 0 16,-8-4-2-16,7-3-2 0,6 2-3 0,-5-1 7 16,0-2-9-16,1 0 3 0,1 3-1 0,2-1 2 15,-2-2 0-15,3 0-5 0,-1-2 6 0,-2 2-2 16,-2-3 3-16,6 3 0 15,-4 3-2-15,-1-6-3 0,0 3 2 0,1 0 3 16,-2 0 8-16,-2 0 2 0,0 0-5 0,2-3 1 16,-7 3-3-16,3-2-3 0,4 1 11 0,-3-2-3 0,1 2-2 15,-5 1-1-15,5-2-4 0,-6 2-1 0,7 0-4 16,1-1-1-16,0 1-1 0,0-8-4 0,-2 8-1 16,2-3-1-16,5 5-2 0,-4-4 0 0,4 2 0 15,1 0-5-15,10 0 2 0,-11 2-2 0,5 2 0 16,10-4 0-16,-6 6-1 0,1-3 1 0,6 1 0 15,-1-1-3-15,0 5 1 0,6-4-2 0,-5 3 2 16,4-6-1-16,-1 2 1 0,3 0-1 0,4 0 5 0,-8 0-8 16,7 1 2-16,4-1-4 0,-11-3 4 15,8 2 2-15,2 3-2 0,-3-5 1 0,4 5-4 16,-11-3 2-16,12 1 2 0,-4 0 0 0,20-1 1 0,-16 0 1 16,-1 3 0-16,-1-3-3 0,2-6 1 0,14 12 2 15,-16-7-3-15,21 7 0 0,-24-5 0 0,-2 0 1 16,3-2 0-16,-1 2 1 0,4-1-2 0,-4 5 0 15,6-4-2-15,-11-6 4 0,6 6-1 0,0-3 0 16,-4 0-1-16,0 2 1 0,-2-2-1 0,1-2-1 16,-4 4 4-16,1-2-5 0,1 3 0 0,3-4 2 15,-3 5-4-15,1-7 4 0,-4 3-3 0,4 0 3 16,-4 0 1-16,0-1-4 0,1-1-1 0,-1 2 1 16,-1 0 5-16,1 0-2 0,-6 0-2 0,1 3 0 15,4-8 3-15,1 5-1 0,-3 0-2 0,-7-4 0 16,6 1-2-16,-3 6 0 0,1-3 6 0,5 0-3 15,-7-3 1-15,5 3-3 0,-2-1 0 0,0-1 2 0,-1 0 3 16,3-1-3-16,0 2-1 0,-7-2 2 0,11 0-3 16,-9 3-2-16,3 0 6 0,5-1-1 15,-3-3-2-15,0 1-3 0,2 3 3 0,-5 0 2 0,3-1-4 16,-4 1 1-16,4-4 2 0,-1 2 0 0,-14-3-1 16,13 4-4-16,-1 5 6 0,-2-2-4 0,5-4 2 15,-15 2-2-15,13-3 4 0,-3 2-1 0,-8 0-3 16,2-1 3-16,1 2-3 0,-7-3 2 0,6 0 2 15,-1 1-2-15,-3-1 0 0,10 2 3 0,0-5-3 16,-10 4-1-16,0 4 1 0,2-4-1 0,2-3 0 16,-6 5 2-16,4 0-5 0,-1-5 2 0,1 5 3 15,13-3 2-15,-15 3-5 0,12-3 3 0,1-1 1 16,-14 4-3-16,16 0-1 0,-5 1 0 0,-7 2 2 0,7-3 7 16,2 0-9-16,-4 0 2 0,6 3 0 15,-3-5 0-15,-7 4 0 0,7-2 3 0,0 3-3 16,0 0 5-16,-11-3-3 0,2 0 13 0,6 2 11 15,-9-2-1-15,-2 0-3 0,4 0 5 0,-5 0 0 0,-10 2-8 16,5-2 0-16,-6-2-1 0,2 4-1 0,-2-2 0 16,0 3-3-16,-8-3-1 0,7 2-2 0,-4-4-1 15,-3 4 1-15,8-2 1 0,-8 0-5 0,3 0 3 16,-13 0-4-16,22 3 0 0,-14-3-2 0,5 0 5 16,-5 0-5-16,6 2 3 0,-6-1-5 0,5 0-1 15,9-1-1-15,-6 3 3 0,4 0-1 0,-3-1 1 16,-1 1-3-16,4-1 5 0,-3 0-6 0,6 1 3 15,-2 1-2-15,-1 0 0 0,0-3-1 0,0 2 2 16,1-1 0-16,-1 0-1 0,-1 2 0 0,0-2-2 16,-5 0 3-16,1 1 2 0,-2-1-4 0,2 0 4 15,-5-2-3-15,0 4 0 0,1-4-2 0,-6 1 2 16,-5-1-1-16,17 0 2 0,-9 3 2 0,-8-3-1 0,0 0 1 16,15 2-3-16,-10 0 9 0,-5-2-9 15,0 0 1-15,15-2 1 0,-15 2 1 0,11-2 3 16,-11 2 16-16,15-3-3 0,-7 3 1 0,-8 0-1 0,17-1-4 15,-5-2 2-15,-12 3-2 0,19 0-7 0,-5 0 2 16,-4 0 1-16,0 3-3 0,3-6-1 0,0 3 1 16,-1 0 0-16,6 3 8 0,-12-3-12 0,9 0 5 15,-1 1-7-15,0 2 0 0,-7-3 12 0,8 2-12 16,-7-2 3-16,-8 0-6 0,15 0 2 0,-7 2 1 16,-8-2-4-16,12-2 2 0,-12 2 0 0,8 2 0 15,-8-2-8-15,0 0-5 0,14 0-13 0,-14 0-14 16,8 1-21-16,-8-1-32 0,0 0-35 0,0 0-37 15,0 0-43-15,6 3-55 0,-6-3-180 0,0 0-479 16,0 0 212-16</inkml:trace>
  <inkml:trace contextRef="#ctx0" brushRef="#br0" timeOffset="117217.71">29688 4845 25 0,'-12'-2'261'0,"12"2"-28"0,0 0-27 16,0 0-22-16,-11 0-21 0,11 0-16 0,0 0-13 16,-9 7-21-16,9-7-1 0,-3 7-9 0,3-7-10 15,0 12-9-15,0-8-5 0,0 3-5 0,2 3-5 16,-1-3-3-16,4-2 11 0,4 5 5 0,-3 2-1 15,8-2-6-15,-5 3-7 0,10-6-6 0,-9 2 3 16,9-1-7-16,-9 1 4 0,10-1-3 0,-5-3 0 16,0 0 7-16,0 2-12 0,-5-5-5 0,3 1 5 15,-5 2 1-15,1-3 3 0,-9-2 3 0,6 5-3 0,-1-5 0 16,-5 0-11-16,12 3-7 0,-12-3 1 0,0 0-3 16,10 3-12-16,-10-3-7 0,3 8-5 15,-3-8 3-15,-2 7 1 0,-6 1-9 0,7-1 4 0,-3 2-1 16,-6 3-2-16,5 6-2 0,-6-3 1 0,1 5-10 15,-5-3-15-15,0 9-15 0,0-2-17 0,0 0-23 16,0 3-25-16,0-1-30 0,-1-1-42 0,8-1-56 16,-2 3-268-16,5-7-532 0,0-3 236 0</inkml:trace>
  <inkml:trace contextRef="#ctx0" brushRef="#br0" timeOffset="120796.98">25149 2268 236 0,'-1'-8'300'0,"1"8"-9"16,1-5-18-16,-1 5-6 0,0 0-15 0,7-8-13 15,-7 8-11-15,0 0-15 0,0 0-13 0,0 0-19 16,0 0-16-16,0 0-20 0,0 0-16 0,0 0-18 0,0 0-8 16,0 0-21-16,0 0-9 0,0 0-2 0,0 0-9 15,0 0-12-15,-11 24-9 0,6-15 6 16,-2 3 0-16,2 0-11 0,-2 3 2 0,-3-3-7 0,4 0 0 15,-2 2-9-15,-1 2 1 0,-2-1-1 0,1 1-2 16,3-4-6-16,-3 3 2 0,5-5 3 0,-3 2-9 16,5-5 4-16,-1 1-6 0,-2-1 0 0,2 2 1 15,1-5 0-15,1 1-1 0,2-5 5 0,0 0 7 16,-1 7-1-16,1-7 20 0,0 0 0 0,0 0 0 16,0 0-5-16,0 0-5 0,18-15 15 0,-13 5-17 15,5 1-8-15,-2-3 6 0,2-1 4 0,0-1 16 16,-2 2-1-16,4 0 10 0,-7-3 10 0,5 6 0 15,-5 0 12-15,0-3 13 0,0 6-3 0,-2-3 7 16,0-3 1-16,2 4-3 0,-1 7-8 0,-4 1-10 16,3-8-11-16,-1 3-8 0,-2 5-10 0,3-5-6 15,-3 5-23-15,0 0-12 0,0 0-1 0,15 3-1 0,-5 6-1 16,-2-2-1-16,7 7-3 0,6 1-13 0,4 5-11 16,0 0-36-16,13 4-30 0,3-1-41 15,-1 6-34-15,3-1-38 0,2 5-63 0,-2-3-87 16,2 3-369-16,-1-5-785 0,-7-2 349 0</inkml:trace>
  <inkml:trace contextRef="#ctx0" brushRef="#br0" timeOffset="121515.66">30443 5541 153 0,'1'-6'365'16,"-1"6"-16"-16,0 0-10 0,0-8-30 0,0 8-22 16,0 0-31-16,0 0-25 0,0 0-4 0,0 0-44 15,0 0-24-15,-10-6-12 0,10 6-17 0,0 0-12 16,-15 11-14-16,9-2-12 0,-1-2-7 0,-3 3-10 0,-3 0-10 15,5 4-3-15,-4-3-10 0,1 5-5 16,-4-3-4-16,6 1-7 0,-2 2 0 0,-2-1-5 16,3-1-4-16,1-1-1 0,-1 2-6 0,-1 1-13 0,3-5-12 15,-6 2-14-15,8-1-24 0,-1-2-23 0,2 2-26 16,2-5-25-16,-4 1-41 0,4-3-41 0,0 2-35 16,1-3-44-16,2-4-197 0,-7 4-516 0,7-4 229 15</inkml:trace>
  <inkml:trace contextRef="#ctx0" brushRef="#br0" timeOffset="121734.38">30110 5523 319 0,'0'0'329'0,"0"-6"-33"0,0 6-33 0,0 0-30 15,0 0-21-15,0 0-28 0,0 0-16 0,0 0-19 16,0 0-15-16,0 0-9 0,8 22-12 0,-6-13-8 0,8 2-8 15,0 4-12-15,5-3-6 0,-2 3-8 16,3-3-7-16,8 7-7 0,4 3-3 0,0-5-13 16,-2-5-34-16,4 5-43 0,-3 1-56 0,-3-6-74 15,6 0-77-15,-12-5-199 0,11 1-478 0,-6-2 212 0</inkml:trace>
  <inkml:trace contextRef="#ctx0" brushRef="#br0" timeOffset="122562.42">24454 2159 242 0,'0'0'257'0,"0"0"-21"15,0 0-24-15,0 0-21 0,0-7-18 16,0 7-20-16,0 0-14 0,0 0-8 0,0 0-8 0,0 0-6 16,12 15-11-16,-7-8-11 0,1-2-5 0,1 2-12 15,3 0-6-15,-3 1-7 0,1-3-7 0,0 3-5 16,0-1-6-16,2 2-3 0,2 5-3 0,-2-8-5 16,6 4-1-16,-7 1-2 0,-1-2-5 0,7 0-6 15,-2-2-3-15,0-1-22 0,-3 2-26 0,5 0-33 16,-5-4-30-16,2-3-37 0,1 2-22 0,0-3-40 15,-4-1-183-15,-9 1-404 0,14-3 179 0</inkml:trace>
  <inkml:trace contextRef="#ctx0" brushRef="#br0" timeOffset="122765.52">24785 2199 63 0,'0'0'254'0,"0"0"3"16,-3-8-11-16,3 8-16 0,0 0-16 0,-3-5-22 15,3 5-24-15,0 0-19 0,0 0-9 0,0 0-6 16,0 0-3-16,-12 15-2 0,9-8-6 0,-4 3-5 15,2 1-4-15,-3 1-11 0,1 4-6 0,-3 7-14 16,-3 1-2-16,7 3-10 0,-6 0-2 0,-1 2-12 16,1-1-1-16,-3 3-4 0,5-2-5 0,-5 1-13 0,-1 6-17 15,3-7-31-15,-6 9-34 0,3-11-41 0,1 4-54 16,8-6-69-16,-8 2-276 0,1-5-528 16,7-2 234-16</inkml:trace>
  <inkml:trace contextRef="#ctx0" brushRef="#br0" timeOffset="158077.7">28955 8061 39 0,'6'-10'324'0,"-2"0"-9"15,1 3-9-15,-2-3-9 0,0 0-16 0,2 1-5 16,-3 1-1-16,-1 0 0 0,1-3-10 0,0 1 2 15,3 4-6-15,-5-5-4 0,0 1-13 0,0 2-7 16,0 1-10-16,0-5-14 0,-5 3-14 0,1 1-15 16,3 0-16-16,-4 1-21 0,-3-1-13 0,6 0-15 15,-5 4-12-15,-1-3-11 0,0 0-8 0,1 2-17 16,-1 1-5-16,-4 1-8 0,12 3-7 0,-20-1-6 16,12 1-6-16,8 0-4 0,-16 1-9 0,6 2-2 0,-2 3-2 15,2 3-5-15,2 2 1 0,-4-1-7 0,-3 4 2 16,9 2-5-16,-3 0 0 0,8 2-2 0,-4 9-1 15,3 2 0-15,4 0 1 0,-2-1 2 0,5 3-2 16,3 10 0-16,-6-11 0 0,8 0-1 0,5 9 1 16,-7-8-1-16,-2-2-1 0,6 8 1 0,-5-5 1 15,3-2-3-15,-2 0-1 0,2 0-3 0,-7-2-4 16,4-1-1-16,-2-7-13 0,-2 7-7 0,0 0-14 16,1-6-6-16,-1-1-15 0,-1-1-7 0,-1-4-14 15,1-3-17-15,0-3-18 0,-1 3-22 0,1-4-8 16,4-1-3-16,-6 2-6 0,2-5-1 0,-2-4-25 15,2 7-41-15,-2-7-42 0,5 1-38 0,-5-1-54 0,0 0-235 16,13-9-640-16,-5-2 283 0</inkml:trace>
  <inkml:trace contextRef="#ctx0" brushRef="#br0" timeOffset="158296.43">28778 8330 371 0,'0'-7'373'0,"-7"2"-9"0,5-2-10 16,-4 3-16-16,4-2-26 0,2 6-20 0,0-9-39 15,0 9-27-15,10-8-24 0,-3 5-21 0,1 2-6 16,5 1-29-16,-1 0-15 0,4 1-17 0,1-1-5 16,4 7-22-16,1-6-53 0,-2 2-31 0,8 0-43 15,-3 1-46-15,-4 0-61 0,-1 1-67 0,8-3-63 16,-6 3-274-16,-1-2-596 0,-8-1 264 0</inkml:trace>
  <inkml:trace contextRef="#ctx0" brushRef="#br0" timeOffset="158843.25">29066 8480 146 0,'0'0'297'0,"0"0"-19"15,0 0-20-15,0 0-24 0,0 0-26 0,0 0-26 16,0 0-19-16,0 0-16 0,-7 7-16 0,7-7-13 16,0 7-11-16,0-7-9 0,-2 10-10 0,2 0-11 15,0-1-8-15,2 3-3 0,-2-3-8 0,0 3-6 16,3 3-2-16,1-3-8 0,-4 0-3 0,8 3-4 0,-2-3-8 15,-1 3-7-15,-1-6-3 0,2 0-6 0,-1-3-3 16,5 1 0-16,-5 0-1 0,5 1-1 16,-5-8 1-16,5 2-1 0,-10-2-2 0,18 0-1 0,-18 0 3 15,17-5 0-15,-11 0 2 0,8-3 9 0,-13 2 15 16,13 0 19-16,-11-1 11 0,5-2 11 0,-3-1 26 16,2 2-6-16,-4 1 1 0,2 0 4 0,-3 1 5 15,1 0-16-15,0 1-8 0,-1 0-3 0,-2 5-21 16,5-10-6-16,-5 10-20 0,0 0-18 0,0 0-1 15,0 0 1-15,0 0-7 0,7 15-4 0,-7-15-1 16,3 12-3-16,0-9-8 0,0 4-9 0,1 0 3 16,-1-4-2-16,4 4 1 0,-2 1 1 0,3-4-1 15,-1 1-1-15,1-2 3 0,0 4-6 0,0-5 7 16,1-1 3-16,2-1 1 0,-11 0 5 0,18-3 2 16,-4-4-3-16,-8 4 0 0,3-6 7 0,1-3-3 15,-4 4 15-15,2-5 4 0,-1-1 7 0,0-1 8 0,-2-1 1 16,-2 1 0-16,-3 2 4 0,5 2-2 0,-10-1-10 15,5 0-3-15,-3-3-10 0,1 4-20 16,-1 4-19-16,1-3-28 0,-5 0-32 0,2 3-39 0,4 2-40 16,-1 0-51-16,2 5-56 0,-7-8-265 0,7 8-585 15,-8-5 258-15</inkml:trace>
  <inkml:trace contextRef="#ctx0" brushRef="#br0" timeOffset="159124.47">29680 8175 16 0,'0'0'377'0,"-4"-6"-23"16,4 6-22-16,-5-8-23 0,5 8-22 16,-6-2-23-16,6 2-29 0,0 0-24 0,0 0-15 15,-14 0-25-15,14 0-14 0,-11 9-20 0,3-5-6 0,3 0-10 16,-4 6-10-16,1 0 2 0,-2 0-13 0,5 7-6 15,-3-5-12-15,1 7 6 0,2-4-16 0,2 4-10 16,-4-3-2-16,7 0-8 0,5 2-12 0,-3 2 0 16,1-4-11-16,2 1-9 0,5-2-17 0,0 0-27 15,3 3-27-15,1-6-32 0,1 0-45 0,3 0-58 16,-3-6-61-16,13 2-59 0,-10-3-235 0,-1-2-584 16,2-3 259-16</inkml:trace>
  <inkml:trace contextRef="#ctx0" brushRef="#br0" timeOffset="159343.2">30075 8202 254 0,'-13'-3'290'0,"13"3"-28"16,0 0-23-16,-13-3-22 0,13 3-12 16,-15 7-10-16,8-2-15 0,1 2-15 0,-1 1-18 15,0-1-15-15,-3 4-10 0,4 1-10 0,-2-1-9 0,-2 6-9 16,0-2-13-16,0 0-11 0,0-1-14 0,2 4-13 15,-1-4-20-15,-1 1-23 0,4-2-28 0,-3 1-31 16,-4 0-37-16,10-6-50 0,0 2-43 0,1-1-51 16,-5-6-132-16,7-3-403 0,-1 8 178 0</inkml:trace>
  <inkml:trace contextRef="#ctx0" brushRef="#br0" timeOffset="159515.04">29830 8289 306 0,'0'0'332'0,"-8"-8"-18"0,8 8-23 0,0-4-29 16,0 4-30-16,0 0-24 0,0 0-23 0,0 0-14 16,0 0-19-16,0 0-13 0,23 18-16 0,-16-9-3 15,3 5-17-15,8-2-12 0,-10 1-8 0,7-2-28 16,2 4-23-16,-2-3-44 0,3 1-47 0,2 5-74 16,-1-9-72-16,1-2-260 0,-1 5-504 0,-3-5 223 15</inkml:trace>
  <inkml:trace contextRef="#ctx0" brushRef="#br0" timeOffset="159765.03">30191 8145 115 0,'0'0'238'0,"0"0"6"15,0 0-11-15,0 14-2 0,7-5-13 0,-6-2-8 16,6 6-2-16,1 2-24 0,-1 5-18 0,6-6-10 15,-6 5-15-15,8-1-19 0,-4 3-6 0,1-1-17 16,-4-4-4-16,5 0-12 0,-6 2-8 0,1-1-8 16,-3 1-7-16,-2-5-4 0,4 2-9 0,-5 0-22 15,-2 2-21-15,0-7-16 0,-2 1-24 0,0 2-23 16,-6-5-32-16,3 2-37 0,-3-6-39 0,3 0-40 16,-2-3-209-16,7-1-450 0,-10 7 199 0</inkml:trace>
  <inkml:trace contextRef="#ctx0" brushRef="#br0" timeOffset="159983.75">30712 8381 112 0,'0'-7'456'15,"0"7"-11"-15,2-5-10 0,-2 5-17 0,2-7-28 16,-2 7-32-16,5-5-35 0,1 0-34 0,-6 5-30 15,10-5-35-15,-3 3-25 0,1-1-46 0,-8 3-49 16,20-5-60-16,-5 5-73 0,0-2-59 0,1 2-69 16,6 0-84-16,-2 0-73 0,-4 3-250 0,6 1-610 15,-6-1 270-15</inkml:trace>
  <inkml:trace contextRef="#ctx0" brushRef="#br0" timeOffset="160139.99">30810 8529 18 0,'-8'2'268'0,"1"-2"0"0,-1 1-8 0,8-1-10 16,-5 4-12-16,5-4-5 0,-2 7-12 0,2-7-24 0,0 0-24 15,17 4-10-15,-4-3-18 0,4 1-34 0,2-2-41 16,-2 0-53-16,3 1-67 0,3 3-84 0,4-3-81 16,-3-1-158-16,5-6-402 0,2 4 178 0</inkml:trace>
  <inkml:trace contextRef="#ctx0" brushRef="#br0" timeOffset="160900.13">31287 8264 147 0,'0'0'327'0,"0"0"-21"0,10-8-22 16,-10 8-27-16,5-3-21 0,5 0-20 0,-4 2-16 16,-6 1-17-16,23-4-8 0,-13 1-29 0,2 6-15 15,1-1-16-15,0-2-11 0,9 6-13 0,-7-3-8 16,3 3-8-16,-3 4-9 0,0-2-4 0,0 1-7 0,0 1-6 15,-7 1-7-15,5-1 7 0,0 5-18 0,-6-3-4 16,1 3 0-16,-6-4-3 0,3 1-2 16,-5 0 1-16,-2-3-6 0,-1 6-1 0,1-5-5 0,-6 2 1 15,1-1-3-15,-3-2 2 0,0-3-5 0,-4 3 1 16,4-6 4-16,3 5 1 0,-1-3 3 0,-1-2 4 16,0 1 18-16,4-1 12 0,5-3 24 15,0 0 32-15,-12 4-12 0,12-4-8 0,0 0-11 16,0 0-9-16,0 0-4 0,0 0-4 0,20-19-5 0,-10 10-6 0,3-1-5 0,-5 2 0 15,14-6-13-15,-7 6 2 0,8-8 2 0,-3-2-8 0,8 3-1 16,-7-3-5-16,3-1-1 0,-6 0 0 0,0 3-3 16,-3 5-3-16,0-2 37 0,-5-1 33 0,-2 7 24 15,-3-3 21-15,3 0 4 0,-3 1 5 0,-3-1-11 16,-2 2-11-16,5 3-9 0,-5 5-14 0,-5-11-10 16,5 11-9-16,-2-8-11 0,-6 8-7 0,8 0-4 15,0 0-5-15,-28 8-8 0,16 1-4 0,-1-2-4 16,1 1-1-16,-3 6-4 0,2 1-5 0,-2-2 0 15,2 2 1-15,5 3 0 0,0-3-3 0,1 5 0 16,-1-1-3-16,8-1-2 0,0 0-8 0,8 1-2 16,-1 1-10-16,1-5-11 0,3 5-20 0,6 0-28 15,4-10-47-15,3 6-59 0,0-5-48 0,1-1-41 16,5-1-60-16,-10-4-74 0,10-1-82 0,-2-3-251 0,-8 2-789 16,15-3 349-16</inkml:trace>
  <inkml:trace contextRef="#ctx0" brushRef="#br0" timeOffset="161775.04">29140 9373 205 0,'5'-12'285'0,"-3"-4"-12"0,-2-2-5 15,0 1-7-15,-2-2-13 0,-3-1-9 0,3 2-11 16,-6-9-8-16,3 3-3 0,-5 8-23 0,5-3-6 16,-3 3-14-16,3 1-10 0,-3 0-11 0,4 6-11 15,-4 1-20-15,5-2-6 0,-5 3-15 0,1 2-16 16,-1 4-12-16,-2-2-6 0,10 3-11 0,-20 9-1 16,13-2-11-16,-4 8-10 0,4 0 2 0,-5 8-8 15,6-2 5-15,1 6-3 0,2 4 3 0,3 11 4 16,0-3-4-16,3 2 3 0,2-1-5 0,1-8-1 15,6 13 10-15,-5-2-17 0,4-4-2 0,4 0-13 16,0 1 9-16,-2-11 5 0,2 15-7 0,-7-14-6 16,1 0-11-16,-1 0-8 0,5-3-13 0,-8 0-34 0,3-4-7 15,-1-4-23-15,-7-1-20 0,8-6-31 16,-6 5-38-16,3-7-39 0,-3-4-33 0,-2 0-42 16,0-3-257-16,0-3-591 0,0 0 262 0</inkml:trace>
  <inkml:trace contextRef="#ctx0" brushRef="#br0" timeOffset="161993.76">28983 9639 271 0,'1'-4'310'0,"3"-4"-20"0,4 2-17 16,-1-2-19-16,4 4-25 0,-7-5-22 0,7 3-20 15,7-2-21-15,-3 4-15 0,3-4-7 0,2 1-22 16,3 4-15-16,-1 0-14 0,-2 0-31 0,10 0-31 16,-7 2-51-16,-2 1-55 0,-1 1-62 0,5 1-70 15,-3-1-203-15,-4 3-444 0,-2-1 196 0</inkml:trace>
  <inkml:trace contextRef="#ctx0" brushRef="#br0" timeOffset="162478.09">29320 9774 332 0,'0'0'323'0,"0"0"-16"0,0 0-33 16,4-6-30-16,-4 6-23 0,0 0-25 0,0 0-23 15,0 0-16-15,0 0-16 0,0 0-14 0,1 22-11 16,1-15-15-16,-2 0-7 0,0 3-8 0,3 2-11 15,-3 3-5-15,2-3-10 0,-2 1-9 0,3-1-12 16,1-2-14-16,-4 0-4 0,1 2-6 0,1-1-7 16,6-2-3-16,-4-2-4 0,1 1 1 0,-2-4 1 15,3 1-4-15,-1-2-2 0,5 1 3 0,-10-4-4 16,14 0 5-16,-14 0-2 0,16-4 0 0,-8-1-1 16,6 2 4-16,-9-1 6 0,3 1 8 0,-1-2 4 15,2 0-2-15,-4-2 10 0,4 3 3 0,-3-2-3 0,1 3 0 16,-7 3-9-16,8-6 1 0,-8 3-1 0,0 3-6 15,0 0-1-15,0 0-3 0,23 2 2 16,-16 0-2-16,-2 3 5 0,3 1-5 0,-1-2-4 0,-1 6 3 16,3-8-1-16,-1 6-2 0,-1-4-2 0,1-1-6 15,-1 2 3-15,-1-2 3 0,2 1-2 0,-1 3 1 16,1-6 0-16,-8-1 2 0,0 0-2 0,17-9-2 16,-12 5 1-16,-3-3 1 0,4 0 1 0,-4-3 2 15,3-1-4-15,-4 2 1 0,3-3-4 0,-1-3 5 16,-1-3 1-16,-2 3-1 0,-2 0-1 0,2 0-12 15,-3-2-19-15,3 1-15 0,-4 1-21 0,3 1-33 16,-3 2-32-16,4-1-39 0,-3 6-36 0,-3-5-54 16,4 5-179-16,-3 3-474 0,3-2 210 0</inkml:trace>
  <inkml:trace contextRef="#ctx0" brushRef="#br0" timeOffset="162728.06">29822 9495 200 0,'0'0'367'0,"0"0"-22"0,0-7-25 0,0 7-28 0,0 0-27 16,-13-2-33-16,13 2-22 0,0 0-13 0,0 0-14 16,-22 9-13-16,16-3-5 0,-3 3-20 0,1 4-12 15,-5 2 0-15,5 2-20 0,1 0-9 0,-1 0-12 16,1 7-6-16,7-1-11 0,-8 1-7 0,13 1-20 15,-2 2-10-15,-1-3-14 0,1 3-15 0,7-7-20 16,-5-5-26-16,5 3-29 0,3-2-45 0,-5-4-54 16,6 4-56-16,2-10-60 0,-1 3-240 0,5-6-563 15,-4-3 249-15</inkml:trace>
  <inkml:trace contextRef="#ctx0" brushRef="#br0" timeOffset="162962.41">30280 9540 281 0,'-5'-9'332'0,"1"6"-18"16,4 3-22-16,-7-5-19 0,7 5-25 0,-13 0-20 0,13 0-18 15,-17 0-9-15,9 8-12 0,1-4-16 0,-8-1-15 16,2 6-19-16,5 5-11 0,-5-5-11 0,-1 5-9 16,3-1-12-16,-1 1-9 0,-3 2-12 0,7-3-23 15,-5 5-14-15,4-1-18 0,0-2-24 0,-5 4-27 16,6 0-25-16,-4 0-39 0,6-6-46 0,-2 1-39 15,4-2-50-15,-1-1-56 0,-1-4-170 0,4 2-494 16,2-5 218-16</inkml:trace>
  <inkml:trace contextRef="#ctx0" brushRef="#br0" timeOffset="163134.26">30079 9581 272 0,'-4'-7'330'0,"4"7"-4"0,0-10-35 16,0 10-32-16,0-7-26 0,0 7-26 0,0 0-22 15,0 0-22-15,0 0-14 0,0 0-12 0,0 0-16 16,-3 20-12-16,6-11-16 0,-3 2-13 16,0 4-19-16,4-3-29 0,-3 3-33 0,7-1-45 0,-3-1-53 15,5-1-58-15,-3 0-66 0,3-1-198 0,3-7-455 16,0 3 202-16</inkml:trace>
  <inkml:trace contextRef="#ctx0" brushRef="#br0" timeOffset="163368.62">30472 9510 141 0,'0'-9'342'0,"0"9"-24"15,0 0-28-15,7-6-32 0,-7 6-26 0,0 0-17 0,0 0-4 16,0 0-11-16,0 20-14 0,2-13-14 16,1 1-17-16,0 2 2 0,4 7-11 0,-5-2-13 15,4 2-14-15,1 2-7 0,-2-1-16 0,5-1-4 0,-5 3-12 16,3-4-6-16,-6 6-5 0,4-6-24 0,-2 3-25 15,-1 4-26-15,-3-5-23 0,0 0-29 0,-3 0-27 16,-1-2-33-16,3-2-33 0,-8-1-31 16,3-5-37-16,-1-1-31 0,-3 0-212 0,0-2-499 0,2-1 222 15</inkml:trace>
  <inkml:trace contextRef="#ctx0" brushRef="#br0" timeOffset="163571.72">30875 9679 356 0,'1'-4'452'0,"-1"4"0"0,0 0-6 0,0 0-13 0,0 0-24 16,0-8-26-16,0 8-35 0,0 0-32 16,0 0-35-16,0 0-32 0,0 0-35 0,0 0-31 15,0 0-36-15,5-2-44 0,-5 2-70 0,0 0-77 0,17 0-60 16,-17 0-60-16,20 1-64 0,-7 0-67 0,3 2-69 15,-1-1-237-15,5-2-652 0,-5 6 289 16</inkml:trace>
  <inkml:trace contextRef="#ctx0" brushRef="#br0" timeOffset="163743.57">30949 9844 21 0,'-7'0'285'0,"-1"4"0"0,8-4-9 0,-6 4-6 0,6-4-9 15,-7 1-9-15,7-1-24 0,0 0-20 0,0 0-19 16,0 0-20-16,0 0-19 0,25 3-21 0,-25-3-37 16,23-4-41-16,-10 4-52 0,7 0-66 0,-2-1-77 15,0-1-76-15,-1-4-186 0,3 2-439 0,3-3 193 16</inkml:trace>
  <inkml:trace contextRef="#ctx0" brushRef="#br0" timeOffset="164102.91">31303 9450 120 0,'-6'-3'358'0,"6"3"-24"16,0 0-29-16,-10-5-27 0,10 5-28 0,0 0-18 16,0 0 5-16,0 0-9 0,0 17-9 0,0-17-21 15,13 9-14-15,-5-1-15 0,1 2-15 0,-3-3-15 16,2 4-11-16,7 0-10 0,-1 2-12 0,-6-3-14 15,3 7-6-15,1-5-10 0,1 2-6 0,-4-4-9 16,4 2-6-16,-3 3-3 0,1-2-5 0,1 1-9 16,-7-5-6-16,5 3 0 0,-5 3-4 0,3-2-1 15,-1-1 6-15,-6-1-7 0,-1 4-4 0,7-12-8 16,-7 5-1-16,-7-1 3 0,14 2-1 0,-7-5-6 16,0-4 2-16,0 12-8 0,0-12 3 0,0 7 8 15,0-7-4-15,0 0 2 0,0 0-9 0,0 5 8 16,0-5-3-16,0 0-5 0,0 0-6 0,0 0-19 15,7 3-15-15,-7-3-29 0,0 0-29 0,0 0-30 16,31-7-37-16,-19 2-43 0,4 1-51 0,6-7-44 16,-1 4-269-16,6-2-616 0,-1-5 273 0</inkml:trace>
  <inkml:trace contextRef="#ctx0" brushRef="#br0" timeOffset="164321.64">32070 9495 38 0,'0'0'220'0,"0"0"-9"16,0 0 1-16,0 0 2 0,0 0-9 0,0 0 1 15,0 0-6-15,0 0-9 0,-15 24 1 0,13-20-18 16,-5 3-10-16,-1-2-7 0,2 3-11 0,-3 3-16 16,-6-3-12-16,7 4 2 0,-7-1-31 0,2 3-3 15,-2-2-10-15,0 3-10 0,0-3-18 0,0 1-22 16,1 1-20-16,2-4-28 0,2 2-31 0,-3 2-42 15,-2-6-45-15,10 0-56 0,0 1-62 0,-2-3-165 16,2-3-456-16,2 3 202 0</inkml:trace>
  <inkml:trace contextRef="#ctx0" brushRef="#br0" timeOffset="164524.75">31772 9584 316 0,'0'0'347'0,"-12"-2"-16"15,12 2-25-15,0 0-20 0,-13-1-12 0,13 1-26 16,0 0-10-16,-5 8-9 0,5-8-15 0,-5 10-17 16,5 0-18-16,5-1-14 0,-3 1-11 0,1 5-23 15,2 0-3-15,5 2-17 0,0-7-33 0,-2 10-47 16,4-8-41-16,1 6-56 0,0 0-77 0,0-8-100 16,2 5-98-16,-3 1-186 0,6-6-571 0,-8-1 253 15</inkml:trace>
  <inkml:trace contextRef="#ctx0" brushRef="#br0" timeOffset="165352.78">31282 9549 225 0,'0'0'290'0,"0"0"-17"0,0 0-22 0,0 0-18 0,0 0-21 15,0 0-23-15,3-11-17 0,-3 11-12 0,0 0-22 16,0 0-18-16,0 0-12 0,0 0-13 0,0 0-5 15,0 0-16-15,0 0 1 0,0 0-10 0,0 0-8 16,0 0-4-16,0 0-5 0,0 0-2 0,-20 5-5 16,20-5-4-16,0 0-2 0,0 0 5 0,0 0 6 15,-13 0 2-15,13 0 0 0,0 0-1 0,-7-8 1 16,7 8-8-16,5-7-3 0,-5 7-1 0,2-8-5 16,5 3-3-16,-2-2-7 0,1 0-1 0,2 2-2 15,-3 4-4-15,5-2 8 0,-1 0-9 0,1 0-4 0,-4 0-1 16,7 1-3-16,-13 2-2 0,17 2-3 0,-5 1 3 15,-6-1 0-15,6 3-1 0,-4-2-1 16,2 8-1-16,-2-2-1 0,2-2-1 0,3 8 4 0,1-3 6 16,-8 2-8-16,6 4-3 0,-7-3 0 0,8 1 6 15,-10 2-3-15,6 2 0 0,-4-4 0 0,3 10-2 16,-1-2 4-16,-7-6-1 0,0 6-2 0,0-6-4 16,0-1-1-16,0-1-2 0,-7 0-3 0,-6 2 8 15,3-2-4-15,-5 0 0 0,2-5 2 0,-2 2 0 16,-2-3 2-16,2-1 8 0,0-3 1 0,-3 3 9 15,8-4 5-15,-3 1 16 0,3-6 13 0,2 0 32 16,8 0 18-16,-18 1 22 0,18-1 6 0,-14-7 0 16,9 2 1-16,-1 1-1 0,6-5-10 0,-2 2-5 15,2-2-8-15,2-2-9 0,4 2-6 0,-2 2-11 16,-1-3-8-16,5 3-5 0,-1-1-9 0,-4 4-8 16,5-2-3-16,-1 2-11 0,5-1-3 0,-2 5-5 0,1 0-6 15,2 3-9-15,1-1-6 0,1 3-10 0,4 2-15 16,0 0-18-16,2 2-25 0,-1 2-14 15,-5-2-41-15,1 2-25 0,6-2-24 0,-7 2-27 0,0-2-42 16,5 3-47-16,-5-5-51 0,1 1-315 0,1-5-703 16,-6 1 312-16</inkml:trace>
  <inkml:trace contextRef="#ctx0" brushRef="#br0" timeOffset="165774.6">32055 9564 48 0,'0'0'301'0,"-2"-6"-18"0,2 6-20 16,0 0-22-16,-8-3-18 0,8 3-22 0,-13 0-13 16,13 0-12-16,-17 3-11 0,7 1-12 0,-1-1-16 15,2 4-5-15,-6 2-11 0,4-5-3 0,-6 8-13 16,2 0-8-16,2-1-14 0,0 5-2 0,-2 2-7 15,-2 3-6-15,2-2-8 0,-6 1-5 0,3 1-8 16,3 0-5-16,5-6 0 0,-3 3-3 0,1-5-6 0,-1 1-5 16,-2 2-9-16,8-4-7 0,-6 2-21 15,6-6-11-15,-1 2-21 0,-2-1-19 0,4-1-21 16,-1-1-35-16,-1-1-24 0,6 2-27 0,-1-7-42 0,3-1-45 16,0 0-169-16,0 0-459 0,0 0 203 0</inkml:trace>
  <inkml:trace contextRef="#ctx0" brushRef="#br0" timeOffset="165993.34">31724 9628 96 0,'0'0'285'0,"-5"-7"-11"0,5 7-19 16,0 0-16-16,-5-1-17 0,5 1-5 0,0 0 3 15,0 0-11-15,0 0 4 0,1 16 2 0,-1-16-4 16,5 12-2-16,4-2-19 0,-4-1-16 0,6 3-11 15,2-1-22-15,2 4-8 0,2-4-15 0,4 8-6 16,1-1-13-16,1-8-10 0,-1 13-25 0,6-8-30 0,-7 1-38 16,4-1-41-16,-7-6-53 0,-1 2-73 15,-1-2-75-15,-1 1-92 0,4-2-209 0,-10-2-592 16,0-3 261-16</inkml:trace>
  <inkml:trace contextRef="#ctx0" brushRef="#br0" timeOffset="166883.87">29383 10758 148 0,'7'-11'350'0,"1"-4"-21"0,-3-1-13 16,3-4-13-16,-6 3-16 0,-2-3-7 0,0-5-14 15,-2 5-25-15,-2-1-5 0,0 0-19 0,-1 3-12 16,-3 0-4-16,5 0-31 0,-2 6-15 0,-5-4-23 16,3 8-20-16,-3-1-7 0,2 3-19 0,0 2-8 15,-4 4-6-15,12 0-9 0,-25 5-10 0,14 7-4 16,-4-2-2-16,5 7-22 0,-2 9 8 0,1-2 0 16,7 6-2-16,-1 0 1 0,4 7-4 0,4 5 5 15,4 5 3-15,-1-5-5 0,4 3-2 0,2-1-6 16,-4 2 2-16,4 2-1 0,-2 0-1 0,-2-1-2 15,5-4-2-15,-5 2 3 0,1-3-8 0,-6-1 0 16,2-9-1-16,2-3-4 0,-7 3-9 0,0-4-21 16,0-2-34-16,0-6 0 0,-4-1-52 0,1-4-37 0,1 1-42 15,-3-5-34-15,4 2-47 0,-3-9-48 0,-1 3-294 16,2-4-658-16,3-3 291 0</inkml:trace>
  <inkml:trace contextRef="#ctx0" brushRef="#br0" timeOffset="167072.87">29173 11046 323 0,'0'0'349'0,"-6"-5"-13"0,6 5-41 0,0-5-30 16,0 5-20-16,0 0-28 0,13-7-25 0,-13 7-19 0,16 0-17 15,-1 4-16-15,-2-1-14 0,4-6-9 0,0 7-13 16,1 0-24-16,7 1-31 0,-4 0-30 0,7 4-47 15,-3-2-62-15,-2-1-61 0,0-3-68 0,-4 1-231 16,4 4-487-16,-3-1 215 0</inkml:trace>
  <inkml:trace contextRef="#ctx0" brushRef="#br0" timeOffset="167510.31">29551 11246 166 0,'0'0'228'0,"-2"3"-14"16,2-3-13-16,0 0-22 0,0 0-11 16,-5 7-21-16,5-7-14 0,0 0-10 0,0 0-11 15,0 10-15-15,0-10-7 0,0 0-6 0,5 7-9 0,-3-3-8 16,6 2-8-16,-7-3-7 0,4 3-16 0,5-3-17 16,-1 2-10-16,1-2-14 0,-4 1-11 0,4-3-8 15,-2 1-3-15,1-1 0 0,1 1 4 0,-2 1-1 16,2-3 1-16,-4 2 5 0,-6-2 3 0,19 1 6 15,-9 3 2-15,-10-4 1 0,13 0 6 0,-13 0 10 16,10 0 4-16,-10 0 7 0,10 0 4 0,-10 0 6 16,0 0 6-16,13 4 3 0,-13-4 3 0,0 0 1 15,0 0-3-15,11-7 6 0,-11 7 1 0,0 0 6 16,0 0 7-16,0 0 2 0,10 0 5 0,-10 0-3 16,0 0-5-16,0 0-8 0,15-2-3 0,-6-3-4 15,-9 5-5-15,11-5-8 0,-1 1-1 0,-7-5-1 16,1 5-2-16,9-1-3 0,-5 0-1 0,-1-2-9 0,3-1 0 15,-4 6 4-15,3-6-7 0,-3 1 2 16,-1 0-2-16,5 0 0 0,-5 7-3 0,2-6-11 16,-6 0-18-16,4 3-17 0,-5 3-14 0,2-8-25 0,-2 8-26 15,7-4-39-15,-7 4-43 0,0-6-49 0,0 6-172 16,0 0-437-16,0 0 193 0</inkml:trace>
  <inkml:trace contextRef="#ctx0" brushRef="#br0" timeOffset="167822.79">30236 10838 274 0,'0'0'361'0,"-2"-10"-24"0,2 10-20 0,0 0-24 0,-3-7-28 16,3 7-25-16,0 0-30 0,0 0-24 16,0 0-17-16,0 0-14 0,0 0-17 0,-12 19-4 0,4-9-11 15,5 3 2-15,-6 2-8 0,1 0-5 0,6 3-8 16,-11 6-8-16,8 0-6 0,2 0-14 0,-4 6-2 16,1-6-12-16,-3 3-2 0,9 0-6 0,0-3-1 15,0 3-7-15,0-8 10 0,4 0-33 0,1 1-23 16,-4-2-18-16,13-1-22 0,-9-2-32 0,9-1-41 15,-4-1-55-15,5-1-68 0,0-6-67 0,3-1-264 16,-1 2-614-16,1-7 272 0</inkml:trace>
  <inkml:trace contextRef="#ctx0" brushRef="#br0" timeOffset="168057.14">30659 10917 254 0,'-5'-4'286'0,"5"4"-25"16,-9-4-22-16,9 4-20 0,0 0-5 0,-19 8-11 16,13-4-19-16,-3 3-15 0,3 1-17 0,-6 4-11 15,-1 7 4-15,6-4-23 0,-6 9-14 0,2-2-14 16,1 3-8-16,0 1 1 0,-5 0-10 0,8-4-9 16,-4-3-15-16,2-1-16 0,1 2-21 0,1-5-22 15,-1 0-32-15,2-3-40 0,-4 0-38 0,6-3-40 16,3 1-44-16,-8-3-238 0,8-5-473 0,1-2 211 15</inkml:trace>
  <inkml:trace contextRef="#ctx0" brushRef="#br0" timeOffset="168244.62">30494 10956 98 0,'0'0'226'0,"0"0"-7"0,0 0-16 16,0 0-17-16,0 0-6 0,0 0-9 0,0 24-16 15,2-15-13-15,1-1-13 0,0 8-12 0,2-4-14 16,2 3-8-16,1-2-8 0,-1 2-10 0,3-4-30 16,0 2-41-16,-2-5-50 0,-2-1-72 0,6 0-58 15,0-2-145-15,-4 0-343 0,5-2 152 0</inkml:trace>
  <inkml:trace contextRef="#ctx0" brushRef="#br0" timeOffset="168494.59">30851 10774 247 0,'0'0'310'0,"0"0"-20"15,10-1-15-15,-10 1-9 0,0 0-13 16,15 8-13-16,-8-4-11 0,6 7-13 0,-5-4 2 16,2 6-12-16,2-1-7 0,0 3-26 0,-1 0-6 0,2 1-11 15,-1 7-14-15,3-1-18 0,-2 0-9 0,-6-4-11 16,4 10-17-16,-4 1-5 0,1-2-4 0,-3 0-7 15,-3 3-20-15,-2-3-24 0,1 3-37 0,-4-3-25 16,0 0-31-16,-5 0-28 0,-1-1-57 0,-4 1-63 16,0-2-46-16,-2-4-67 0,7-3-202 0,-6-1-571 15,-1-4 253-15</inkml:trace>
  <inkml:trace contextRef="#ctx0" brushRef="#br0" timeOffset="169010.16">31235 10951 81 0,'0'0'309'0,"0"0"-32"16,9-7-25-16,-3 3-25 0,3 0-25 16,-1 1-15-16,3 3-20 0,-2-1-21 0,14-3-15 0,-3 0-24 15,-2 4-37-15,5-3-39 0,2 8-43 0,6-3-46 16,1-2-58-16,-4 1-62 0,-13-1-127 0,1 0-328 16,-2 4 146-16</inkml:trace>
  <inkml:trace contextRef="#ctx0" brushRef="#br0" timeOffset="169197.64">31312 11078 155 0,'0'0'289'0,"0"0"-4"16,0 0-3-16,-10 2 3 0,10-2-10 0,0 0-5 16,0 0-17-16,0 0-28 0,21 3-25 0,-13-1-19 15,7-2-20-15,-1 0-18 0,2-2-19 0,1 2-34 0,3-4-39 16,-1 4-38-16,8-1-49 0,-7 1-59 0,3-2-65 15,3-3-70-15,-2 4-231 0,-3-2-498 0,-4-3 221 16</inkml:trace>
  <inkml:trace contextRef="#ctx0" brushRef="#br0" timeOffset="169431.99">31982 10701 274 0,'-3'-9'452'0,"3"9"-2"0,-2-6-10 0,2 6-21 16,0 0-42-16,0 0-38 0,0 0-35 0,0 0-31 0,0 0-30 16,0 0-6-16,0 0-22 0,0 0-12 15,-2 29-16-15,2-12-17 0,2 1-17 0,3 1-15 16,-2 8-12-16,1 0-15 0,-1-3-30 0,-1 1-26 0,6 5-30 16,-7 13-40-16,4-14-50 0,2-2-48 0,-5 0-44 15,4-2-48-15,-4 5-62 0,5-13-78 0,-2 2-340 16,-4-1-740-16,1-4 327 0</inkml:trace>
  <inkml:trace contextRef="#ctx0" brushRef="#br0" timeOffset="169728.84">32371 10905 279 0,'0'0'291'0,"0"0"-14"0,-23 8-19 0,16-4-16 0,7-1-20 16,-7 3-24-16,3 1-18 0,0 0-13 0,3 0-12 16,-4 1-20-16,5-1-11 0,0-7-13 0,-4 9-9 15,4-2-9-15,0 2-4 0,0-9-15 0,4 8 0 16,-4-4-9-16,0-4 0 0,5 3-11 0,-5-3-4 16,0 0-5-16,0 0-4 0,0 0-3 0,0 0-4 15,0 0-3-15,16-8-3 0,-16 8-8 0,0-14-11 16,0 8-10-16,0-1-18 0,0-1-9 0,0 0-19 15,-2 1-20-15,-3-1-25 0,2 4-27 0,0-2-35 16,1 0-43-16,2 6-51 0,-6-9-183 0,2 3-464 16,4 6 205-16</inkml:trace>
  <inkml:trace contextRef="#ctx0" brushRef="#br0" timeOffset="170010.05">32584 10755 47 0,'-8'0'302'0,"8"0"-26"0,-13 3-20 0,5 1-19 16,8-4-14-16,-7 11-13 0,7-7-4 0,0 4-9 16,-3 4-12-16,6-3-15 0,-3 3-10 0,7 1-6 15,1 7-13-15,7-5-13 0,-9 5-14 0,13-5-13 16,-3 5-10-16,6 0-8 0,-14-5-8 0,7 1-5 15,-5 1-5-15,0 0-11 0,1 1-6 0,-4-5-4 16,1 1-16-16,-3-1-17 0,2-6-8 0,-6 2-9 16,-2 1-12-16,-6-5-14 0,2 3-17 0,-3-4-20 15,0 1-24-15,-4-2-26 0,-1 0-43 0,-7-3-46 0,5-3-65 16,-1 2-169-16,-3-3-478 0,4 0 211 0</inkml:trace>
  <inkml:trace contextRef="#ctx0" brushRef="#br0" timeOffset="170213.16">32593 10762 264 0,'5'-7'401'0,"-4"-1"-21"16,4-4-18-16,-1 4-10 0,2-4-31 0,-1 3-19 16,3-1-12-16,-1 3-34 0,3-2-28 0,-5 3-26 15,8-2-23-15,-6 4-18 0,4-1-24 0,-2 2-47 16,2 2-42-16,3 0-49 0,-5-1-69 0,5 4-71 0,-4 0-86 15,5 1-89-15,3 2-221 0,0 1-581 16,5 0 257-16</inkml:trace>
  <inkml:trace contextRef="#ctx0" brushRef="#br0" timeOffset="170619.36">33240 10850 345 0,'6'-3'404'0,"-6"3"-6"0,9-4-8 0,-9 4-18 0,0 0-23 15,0 0-31-15,0 0-31 0,0 0-33 0,0 0-31 16,0 0-27-16,0 0-11 0,0 0-23 0,0 0-9 16,-15 22-23-16,7-13-13 0,-2 4-11 0,0 2-12 15,-4 3-8-15,0 3-5 0,-5 5-12 0,9-11-5 16,-9 9 4-16,-1-1-22 0,3 1-16 0,-3 3-17 15,4-7-23-15,1 2-18 0,2-5-26 0,-1 1-27 16,3-6-20-16,-2 3-28 0,4-4-29 0,3-4-32 16,-3 2-43-16,4-2-28 0,4-2-50 0,-8 1-253 15,9-6-611-15,0 0 270 0</inkml:trace>
  <inkml:trace contextRef="#ctx0" brushRef="#br0" timeOffset="170806.84">33054 10947 132 0,'0'-11'321'0,"-1"4"-2"16,1 2-2-16,0 5-5 0,0-10-21 0,0 5-25 0,0 5-32 16,-2-7-22-16,2 7-22 0,0 0-17 0,0 0-10 15,0 0-14-15,0 0-4 0,7 26-3 0,-2-13-9 16,0 5-11-16,5-2-15 0,3 11-15 0,-2-1-1 16,6-2-6-16,0 3-13 0,2-6-34 0,0 5-36 15,1-1-49-15,-4-3-58 0,-1 0-93 0,5-5-112 16,-10 1-265-16,5-2-623 0,-2-1 276 0</inkml:trace>
  <inkml:trace contextRef="#ctx0" brushRef="#br0" timeOffset="171400.53">31030 11781 18 0,'-1'-6'283'0,"1"6"-33"0,0 0-26 15,0 0-20-15,0 0-18 0,0 0-20 0,0 21-15 16,1-10-14-16,4-3-14 0,-3 2-11 0,1 2-10 16,-1 1-9-16,-1-4-8 0,1 6-9 0,6 2-6 15,-3-3-8-15,-3 0-10 0,5 2-30 0,-7-4-37 16,1 0-36-16,4-1-44 0,-5 1-55 0,0-5-202 16,0 5-379-16,-3 0 168 0</inkml:trace>
  <inkml:trace contextRef="#ctx0" brushRef="#br0" timeOffset="171572.39">31042 12361 197 0,'0'0'251'0,"-2"8"-6"0,2-4-12 0,0-4-21 16,-3 11-16-16,3-11-16 0,-2 8-19 0,2-4-18 15,0-4-9-15,-6 11-15 0,4-4-11 0,-1 4-12 16,1-2-26-16,0 3-42 0,-6 1-45 0,8 2-44 15,0 4-17-15,0-4-53 0,5 5-48 0,-2 4-140 16,2-2-343-16,0 1 152 0</inkml:trace>
  <inkml:trace contextRef="#ctx0" brushRef="#br0" timeOffset="171759.87">31134 12919 51 0,'-3'7'287'0,"3"-7"1"0,-8 1-4 0,8-1-12 16,0 0-18-16,-7 3-26 0,7-3-22 0,0 0-21 15,-8 4-16-15,8-4-19 0,-3 5-12 16,3 1-18-16,-7-2-16 0,7 5-24 0,0-1-22 0,3 2-35 16,1 1-36-16,-4 5-46 0,8 0-35 0,-5 2-39 15,7-2-40-15,-2-3-30 0,-3 7-168 0,2-5-401 16,-2 4 177-16</inkml:trace>
  <inkml:trace contextRef="#ctx0" brushRef="#br0" timeOffset="171869.23">31067 13325 109 0,'-7'4'149'0,"-1"-1"0"0,-2 1-8 0,5-4-17 16,-5 5-8-16,5-1-14 0,0 1-10 0,0-2-8 16,5-3-27-16,-5 10-55 0,5-10-76 0,0 5-102 15,3 2-190-15,-3-7 85 0</inkml:trace>
  <inkml:trace contextRef="#ctx0" brushRef="#br0" timeOffset="178009.2">23097 6252 66 0,'0'0'266'0,"0"0"-13"16,0 0-5-16,0 0-18 0,0 0-12 0,0 0-16 0,0 0-13 15,0 0-10-15,0 0-17 0,0 0-2 0,0 0-21 16,0 0-10-16,0 0-9 0,0 0-10 0,0 0-8 15,0 0-6-15,0 0-3 0,0 0-6 0,0 0-4 16,0 0 1-16,0 0 0 0,0 0-6 0,0 0 1 16,0 0-1-16,0 0 4 0,0 0-7 0,0 0-3 15,0 0 1-15,0 0-1 0,0 0-6 0,0 0-3 16,0 0-12-16,0 0-3 0,0 0 1 0,0 0-8 16,20-15-5-16,-18 12-8 0,3-3-1 0,3 0-1 15,-2-2-5-15,4 1-2 0,-1 1 2 0,2-2 0 16,-2 1-11-16,-1-1 2 0,5-5-3 0,2 4 5 15,0-1-3-15,0 2-3 0,0-3 0 0,-4 1-4 16,4 1 0-16,0-2 0 0,0 4-1 0,0-2 0 0,-2-2-1 16,2-1-1-16,0 4 2 0,1-3-1 0,1 0-5 15,1 2 1-15,0-1 2 0,-3 1-3 16,0-2 4-16,0 2-4 0,0 2-1 0,-2-1 3 16,2 3-2-16,-2-5 1 0,2 2 3 0,-2 1 3 0,-3 2-14 15,5-2 10-15,-1-3 3 0,-3 1-5 0,-1 3-1 16,-2 0-1-16,6 0 4 0,-5-1-2 0,0-1-4 15,4 2 2-15,-5 1 2 0,1-3 5 0,2 5-3 16,-1-4-5-16,-2 2 5 0,1-2-3 0,1 2-4 16,-1-2 3-16,-2 4 4 0,6-1 16 0,-4-1-17 15,-1 1 1-15,0 0-5 0,0 1 6 0,-3-4 1 16,5 3-2-16,-5 1-5 0,5-2 2 0,0 1-3 16,0 1-2-16,-3-2 10 0,1 2-6 0,-3-2 6 15,5 1-2-15,-5 0 2 0,3 0 2 0,-5 0-6 16,-3 4 1-16,19-4-4 0,-18-2 7 0,8 5-3 15,-4-3-2-15,4 0-2 0,-2 1 6 0,0-2-1 16,-1 2 7-16,-6 3-13 0,10-4 5 0,-3 1-8 0,-2 0-4 16,1-2-2-16,-1 3 4 0,-5 2-2 0,12-10 3 15,-5 9 13-15,1-2-14 0,-1-1 14 16,-2 2-10-16,-1-3-3 0,-4 5 0 0,14-5-1 0,-6 0 5 16,-3 3-1-16,2 0-4 0,-7 2 1 0,8-8 6 15,-2 5-5-15,-1-1 4 0,-5 4 0 0,12-3 1 16,-5-2 1-16,-7 5 0 0,13-6 3 0,-10 3 5 15,5 0-7-15,-1 1 2 0,-2-3-1 0,5 2-4 16,-5-1 6-16,2 0-2 0,-7 4-6 0,10-8 6 16,-2 5-4-16,-3-1 1 0,5 3 1 0,-10 1-7 15,13-7 5-15,-11 4 4 0,4-1-3 0,1 1 1 16,1-3 1-16,-3 2 1 0,-2 1 2 0,4-2-6 16,-7 5 5-16,13-6-3 0,-8 3 0 0,-3-2 1 0,6 1 0 15,-1 1 1-15,-7 3 0 0,8-6-1 16,-1 3 0-16,-6-1-2 0,-1 4-1 0,15-7-4 15,-8 3-1-15,-1 3 8 0,-1-3-15 0,4 0 5 16,-9 4 0-16,10-6-3 0,-2 3 3 0,-3 1-1 0,5-2-3 16,-2 3-7-16,2-2 7 0,-3-1 0 0,1 1-1 15,0 1-2-15,2-3 6 0,-2 2-4 16,-1 1 11-16,3-2-6 0,-2 3-3 0,-3-2 2 0,5-5 3 16,-5 7-6-16,-5 1 2 0,12-5 4 0,-4 2 4 15,-1-2-2-15,-1 3 3 0,-6 2 0 0,10-10 0 16,-5 8 2-16,3 0-8 0,-8 2 10 0,7-6-1 15,-2 3-2-15,-2-4 3 0,4 0-2 0,1 3 2 16,-8 4 4-16,7-8-6 0,1 3-1 0,-1 2-1 16,-2-4 4-16,3 3-5 0,-3-1 9 0,6 2-6 15,-6-2 1-15,4-2 0 0,-3 4-5 0,3-1-1 16,-1-1-1-16,-2 2 3 0,-1-1 1 0,-1 1-4 16,1-3 1-16,3 4 0 0,-8 2-2 0,8-7 1 15,-1 4 1-15,-4 0 3 0,-3 3 0 0,10-4-1 16,-5 0 4-16,0 1 1 0,-5 3-4 0,13-3 2 15,-11-2 0-15,-2 5 0 0,8-7 1 0,-3 3 1 0,-5 4 3 16,2-5-4-16,3 1-7 0,-5 4 7 0,10-6 0 16,-10 6 2-16,8-3-1 0,-3-2 4 0,0 0-3 15,-5 5-4-15,8-4 3 0,-3 0 2 0,-1 1-3 16,-4 3 8-16,13-6-7 0,-12 1-4 0,-1 5 0 16,14-4 4-16,-11 1 0 0,5-2-1 0,-8 5 3 15,10-2 4-15,-2 0-10 0,-8 2 4 0,9-8 2 16,-6 5 2-16,-3 3-3 0,10-4-1 0,-8-1 0 15,-2 5 1-15,10-5 1 0,-5 3 0 0,-5 2-3 16,9-8 0-16,-4 4 7 0,-3 1-6 0,5-5-5 16,-1 6 4-16,-1-3 1 0,0 3-4 0,-5 2 5 15,12-4-3-15,-6 0 2 0,-2-3-2 0,1 4 0 16,1-1 3-16,-2-1-4 0,-4 5 4 0,13-4 0 16,-6 1 2-16,-7-5 1 0,8 5-3 0,-2-2 0 15,-1 0-2-15,-5 5 2 0,12-6-1 0,-7 3-1 16,2-3 0-16,-2 3 3 0,1-6 2 0,1 3 0 15,-4 1 0-15,5 1-5 0,-1 2 1 0,-4-2 3 0,9 1-1 16,-4-3-1-16,-1 0-2 0,-2 0 3 0,1 5 0 16,1-5-1-16,1 2-1 0,-1-4 2 0,-2 4-2 15,3 0-1-15,-1 1 2 0,-1-1-1 0,1 0 3 16,-2 0 0-16,2 0-4 0,-1 0 6 0,2-1-7 16,-1-2 4-16,1 4-4 0,1-7 5 0,2 5-7 15,1-2 3-15,-4 4 3 0,2-4-2 0,5-7 1 16,-7 9 0-16,7-3 0 0,2 0-3 0,-6-3 0 15,4 7 3-15,0-8 0 0,-5 5 4 0,5 0-3 16,-4 0 0-16,3-2 6 0,-1 0-9 0,-3-2 3 16,5 4-1-16,0-5 2 0,-2 1-1 0,-3 4-2 15,3-5-1-15,0 3 3 0,2-5-3 0,2 2-1 16,-2 0 3-16,-1 0-1 0,1-1 3 0,5-4-2 0,-3 5 2 16,-2-4-2-16,0 4 0 0,3-3 0 15,-2 3-2-15,-1-4 0 0,8-1 1 0,-3-1-1 16,2 2 3-16,-6-4-1 0,9 2 0 0,-3 3-3 15,-2-4 0-15,3 2 1 0,0-1 2 0,0 0 0 0,4-2-3 16,-3-4 3-16,14 2 0 0,-11 1 1 0,9-2-3 16,6-4 9-16,-4 2-9 0,-3-2-3 0,6 0 4 15,0 2 2-15,-1 1-2 0,8-7-2 0,-10 4 2 16,10-4 0-16,0 4-2 0,-2-1 1 0,-1-1-1 16,5 2 1-16,-1 0 0 0,-2-5-3 0,-1 1 4 15,4 1 2-15,-6-2-2 0,-2 1-2 0,6 0-2 16,0-3-15-16,-2-2-8 0,-4 5-1 0,-3-7-2 15,4 7 3-15,2 0 4 0,-2 2-1 0,2 0 1 16,-9-1 4-16,2 2-1 0,-1 5 8 0,-3-2 2 16,-7 3-4-16,11-1 4 0,-12 3 2 0,-1 1 0 15,3 1-1-15,-3 1 4 0,0-1 1 0,-2 2 6 16,-1 1-1-16,-1-2 3 0,2 1 0 0,-1 1 0 16,4-3 11-16,-4 3 0 0,-4-3 0 0,0 3 2 15,-1 3-4-15,-1-3-1 0,11 1 0 0,-10 1-2 16,-1-1-1-16,1 2 2 0,-4 0-3 0,5-3 0 15,-3 6-1-15,-3 2 1 0,1-5-5 0,-5 6 3 16,0 0-4-16,2 0 4 0,-1-2-2 0,-6 6-2 0,2-5 0 16,3 6-1-16,-3-5-1 0,-5 6-16 0,2-3-24 15,-2 3-24-15,0 0-38 0,8-5-49 16,-8 5-46-16,0 0-52 0,0 0-179 0,0 0-463 16,-23 11 206-16</inkml:trace>
  <inkml:trace contextRef="#ctx0" brushRef="#br0" timeOffset="180165.23">24130 6562 35 0,'0'0'243'0,"0"0"0"0,0 0 1 0,0 0 1 16,0 0-8-16,0 0-7 0,0 0-8 0,0 0-7 16,0 0-9-16,3-13-8 0,-3 13-13 0,7-7-9 15,-6 0-9-15,-1 7-8 0,7-7-13 16,-5 0-11-16,1 1-10 0,4-1-10 0,-2-2-6 0,-2 4-13 15,4-6-11-15,1 4-3 0,0-1-10 0,-3-1-3 16,-2-1-15-16,9-1 1 0,-2 2-8 0,-2-2-8 16,0-2 6-16,4 3-4 0,-2-6-2 0,3 8-12 15,-6-7 1-15,6 3-4 0,-3 0 6 0,-2-2-17 16,6-1 20-16,-6 0-22 0,3-2 2 0,4 2-1 16,-5-1 3-16,-3 1-8 0,6-1-1 0,-5 0 0 15,2 1 3-15,-1-1-7 0,-1-2 6 0,2 1-2 16,-2 1-6-16,2-2 3 0,2 3 3 0,-4 2-3 15,0-1-7-15,-1 5 9 0,3-6-1 0,-4-1-1 16,3 2-6-16,-1 4 7 0,3-3-4 0,-4 0 0 16,1 2-1-16,-1 3 3 0,1-1 18 0,-1-1-19 15,-1 2 1-15,3-3 9 0,-4 3-7 0,3 1-3 0,-1-3 3 16,-4 2-6-16,4 1-2 0,-2-1-2 16,-4 1 9-16,7 0 1 0,-3 0-11 0,2-2 4 15,-4 1 0-15,-3 1-1 0,5 2 3 0,4-3 0 0,-8 1 7 16,-1 0-5-16,7 2-4 0,-4-3 4 0,2 0-2 15,0 2-5-15,-3-2 7 0,3 3-1 0,1-3 4 16,-2 1-1-16,1-1-2 0,3 0-4 0,-5 1 0 16,-1-1 9-16,6 1-8 0,-5-1 1 0,2 4 0 15,4-4-3-15,-6 3 6 0,2-3-5 0,-2 4 6 16,1-3-6-16,2 4-5 0,-4-5 6 0,3 1 4 16,-2 0 4-16,2 4-6 0,-2-6-2 0,1 3-2 15,2 0-3-15,-1-2 7 0,-1 1 4 0,2 1-6 16,-4 0 2-16,5 0 15 0,-1-1-20 0,-3 0 5 15,2 3 4-15,5-4-6 0,-10 1 3 0,7 2-9 16,1-1 4-16,-1 1 16 0,-4-2-17 0,5 2 5 16,-4-2-9-16,1 3 7 0,5-2 6 0,-5 0-3 0,-4-2 10 15,8 3-16-15,-6-3 4 0,0 2-1 0,5-6-5 16,-1 9-2-16,-7-5 9 0,7 1 7 0,-1-3-20 16,-4 2 9-16,5 1-1 0,-6-5 5 15,6 5 12-15,-4-3-7 0,-1 1-3 0,8 0-2 0,-7-1-5 16,5-1 19-16,-4 2-15 0,1-3 1 0,1 3 1 15,1-1-3-15,-5 0 0 0,6 1 2 0,-2-1 1 16,-4-2-4-16,1 3 3 0,1-2 3 0,4 3 0 16,-3-6-1-16,3 5-4 0,-3-4-2 0,3-1 7 15,-1 5-4-15,-5-6-6 0,4 6 4 0,1-5 3 16,-4 2 4-16,4 5-5 0,-2-4 0 0,0 1 4 16,0-1 13-16,1 1-18 0,-1 1-2 0,0-2 4 15,4 3-1-15,-6-3 1 0,5 3-5 0,-3-2-1 16,3 1 5-16,-4 0 3 0,1-2-6 0,1 3 2 15,1-1-6-15,-2 1 5 0,2 1-4 0,-1-5 5 16,1 2 5-16,-2 3-1 0,0-5 3 0,6 4-6 16,-7 1 1-16,7-5-3 0,-9 4-3 0,3-4 4 0,3 4 3 15,-1 0-4-15,1-4 3 0,-1 5 15 0,6-7-20 16,-10 5 8-16,4-3-6 0,1-1 0 16,-3 2 0-16,8 2 1 0,-3-4-3 0,-5 2 7 0,5 1-7 15,-3 0 5-15,1-6-7 0,-1 4 8 0,4-2-4 16,-4 2 1-16,3-4 12 0,-5 5 7 0,5-5-19 15,-5 5-5-15,3-4 10 0,0-1-6 0,0 1 16 16,-1 2-11-16,-2-2-4 0,5 1 4 0,-5-4-4 16,5 3 0-16,-5 0 4 0,3-3-3 0,-3 3-3 15,0-2 5-15,5 1-1 0,-7 0 0 0,7-4 6 16,-5 2-1-16,0 3-5 0,7-5-3 0,-9 4-3 16,9-3-2-16,-7-1 5 0,4 4 18 0,-4-10-21 15,5 7 5-15,-5-4 2 0,5 2-7 0,-5 3 5 0,10 2-4 16,-7-6 6-16,1-2 0 0,-3 7-10 15,8-5 5-15,-5 4 5 0,3-1 0 0,-4-1-3 16,7-2 1-16,0 1 4 0,0-3-3 0,0-2-3 16,-2 1 16-16,2-1-22 0,0 2 11 0,-2-1 12 0,5 1-16 15,-1-1-3-15,1-2 2 0,-3 1-3 0,2 2 8 16,-2-3-6-16,-6 0 3 0,8 1 1 16,-5 2 2-16,2-7 0 0,0 8-1 0,-1-4 1 0,-3 2-9 15,3-1 7-15,-6 1-2 0,6 0-1 0,-3-2 2 16,2 0 1-16,-3 0-9 0,5 0 4 0,-8 4-6 15,8-2 1-15,-5-2 0 0,-2 0 16 0,3-2-16 16,2 5-3-16,-4-3 1 0,5-3-1 0,-3 3-1 16,0 0-4-16,2 0 4 0,1 0 1 0,-5 5-1 15,7-3-4-15,-2 1 6 0,-1 2 0 0,-6 2 16 16,6 1-16-16,-4 4 2 0,4-5 1 0,-9 4 4 16,7 0-3-16,3-1 6 0,-6 3-3 0,1-1-1 15,-1 0 1-15,-2 6-3 0,-2-1 3 0,4 1 0 0,-6 6 0 16,3-5 3-16,-3 3-6 0,6-2 3 15,-4 0-5-15,-3 2 7 0,0 5-1 0,5-4-2 16,-5 4-8-16,7-6-8 0,-7 6 4 0,0 0-9 0,0 0-3 16,3-6-6-16,-3 6-2 0,0 0-1 0,0 0-7 15,0-11-6-15,0 11-9 0,0 0-11 0,0 0-12 16,0 0-21-16,0 0-16 0,0 0-23 0,0 0-18 16,0 0-40-16,4-1-29 0,-4 1-229 0,0 0-497 15,0 0 220-15</inkml:trace>
  <inkml:trace contextRef="#ctx0" brushRef="#br0" timeOffset="182383.74">23056 5512 51 0,'0'0'190'0,"0"0"-1"0,0 0 3 0,0 0 0 16,0 0-1-16,0 0-13 0,0 0-6 0,0 0-18 16,-18-7-6-16,18 7-17 0,0 0-13 0,0 0-13 15,0 0-10-15,0 0-12 0,0 0-11 0,0 0-7 16,0 0-7-16,0 0-7 0,0 0-5 0,-4 7-7 15,4-7-6-15,0 0 0 0,0 0-4 0,0 0-4 16,0 0 0-16,0 0-3 0,7 9-4 0,-7-9-1 16,8 3 3-16,-8-3-3 0,18 3 1 0,-6-6-3 15,6 3-3-15,2-1 2 0,-4-1-1 0,8 1-4 16,7-5 3-16,-1 0-2 0,1 0-3 0,2 1 1 16,-1 1-4-16,-1-2 1 0,1 0-1 0,1 0 1 15,-2 0 0-15,-1 0-3 0,0-2 1 0,-9 6 2 16,-1-5-1-16,5 2 0 0,-5-1-3 0,2-2-1 0,-6 5 3 15,6-7 1-15,-3 3-5 0,1 3 1 0,-3-3 0 16,3 0 0-16,0 0 0 0,-1 2 1 0,-2-3 0 16,6 1-1-16,-6 0-2 0,3 4 2 0,-4-4 3 15,-1 4-4-15,5-5 0 0,-7 4 0 0,2-4 4 16,-8 4-3-16,8 0 1 0,1-2-1 0,-1 2 0 16,-2-2-1-16,2 0 1 0,-8 3-1 0,9-3 3 15,-2 0-2-15,-1 3 1 0,2-2-1 0,0 0-2 16,1 1 4-16,-8-1-4 0,6 0 2 0,2 0 0 15,-4-2 0-15,-1 6 2 0,4-6-1 0,-1 3-1 16,7-2 0-16,-13 1 0 0,7 1-2 0,5-4 4 16,-5 6-4-16,6-3 1 0,-4 0-2 0,-2-2 4 15,5 2 1-15,-4 0-3 0,4 0 0 0,0 0 0 16,0 0 1-16,0-2 0 0,-2 3 0 0,0-2 0 16,-1 4-3-16,1-2 4 0,0 0-2 0,-3-3 1 15,5 4-2-15,-2-2 1 0,-3 0 1 0,5 3-8 16,-12-2 11-16,12 0-2 0,-12 0 1 0,12 1 1 15,-5-1-4-15,-2 3-1 0,1-4 2 0,-1 3 0 0,3 2-3 16,-1-4 3-16,0 3-3 0,-3-1 4 0,1 0 2 16,4-2 0-16,-1 2-4 0,-1 2 4 15,0-5-4-15,0 1 1 0,-4 1-1 0,6 2 0 16,-9-2 2-16,7 0 1 0,0-2-3 0,-2 4 0 0,0-1 0 16,-4 1-2-16,1-2 2 0,3 0 3 0,0 0-3 15,-3 1 1-15,3-2 0 0,1 1 2 16,-8 1-4-16,9-2 2 0,-5 1 1 0,-2 3 1 0,4-4-2 15,-1 0 2-15,-2 1-4 0,2 2 2 0,-1-3-6 16,2 2 6-16,1-3 0 0,-3 5-1 0,7-2 1 16,-4-3 2-16,-3 4-1 0,5-3-1 0,-2 0 0 15,5 4-1-15,-1-4 0 0,-1 2 1 0,-1 0 0 16,5-2-1-16,0 3-1 0,-7-4 2 0,7 3 2 16,0-1-5-16,-2-2 6 0,0 3-2 0,2-3-1 15,-3 0 0-15,4-2 0 0,-4 4 3 0,-1-2-7 16,2 3 6-16,1-8-3 0,-5 3 1 0,1 0 2 15,0 3-2-15,0-7 3 0,-2 5-1 0,2 0-2 16,5-2 1-16,-12 3 2 0,7-3-8 0,0 6 5 16,-2-5-1-16,2-1 3 0,0-1-3 0,2 6 1 15,-1-6 0-15,3 2-1 0,0 3 4 0,0-4 0 16,2 2-5-16,11 0 0 0,-4-1 0 0,2-1 3 16,8 0-1-16,-4 1-3 0,8-1 3 0,-7 4-1 0,8-7 1 15,-9 10 0-15,13-7-1 0,-1 1 0 0,2-1 0 16,3 4 0-16,2-4 0 0,4 1 1 15,-8-1 0-15,-1-2 2 0,7 4-3 0,-1-5 1 0,-7-1 0 16,6 5-1-16,-5-6 1 0,1 2 0 0,-2-1 0 16,1 0 2-16,0 1-3 0,-2 0 0 0,2-1 3 15,-7-2-4-15,3 1 5 0,5-3-1 0,4 3 0 16,-10-2 0-16,10-2 0 0,-3 1-2 0,-1 0-1 16,-9-3 2-16,13 6-2 0,-11-6 1 0,4 4 1 15,4 0-2-15,-4-1 3 0,2-2 3 0,-2 4 3 16,1-3 3-16,1 5 0 0,0-4-3 0,3 2 2 15,2 2 0-15,3 0 0 0,-1-3-2 0,1 3-1 16,0-3 2-16,5 2-2 0,2 2 1 0,-1-1 1 16,17-3-1-16,-24 0-4 0,3 3 0 0,0-1 2 15,-2 3-5-15,-7-3 6 0,1 2-2 0,-2 3-4 16,-15-1 3-16,0-2 0 0,0 4-1 0,-3-2 1 16,-2-1 1-16,-1 2 14 0,-11 1 13 0,6-2-2 15,-6-1 1-15,1 2 1 0,-2 3 2 0,-3-3-6 0,1 1 0 16,-3 0 2-16,-4 3 1 0,3-2-1 15,-3 0-2-15,1 1-6 0,1 2 1 0,-6-1-2 16,-2 4-1-16,8-4-14 0,-8 4-11 0,7-7-16 0,-7 7-15 16,0 0-25-16,0 0-34 0,0 0-36 0,0 0-39 15,-17-4-40-15,17 4-56 0,-20 0-159 0,4 3-460 16,-4-2 204-16</inkml:trace>
  <inkml:trace contextRef="#ctx0" brushRef="#br0" timeOffset="184305.55">23610 3437 109 0,'0'0'295'0,"-1"-16"-7"0,-6 13-5 0,7 3-8 16,0-7-4-16,0 7-2 0,0-8-12 0,0 8-7 16,0-9-14-16,0 9-14 0,0 0-22 0,-2-7-15 15,2 7-20-15,0 0-23 0,0 0-15 0,0 0-12 16,0 0-12-16,0-9-25 0,0 9-14 0,0 0-19 15,0 0-5-15,0 0-2 0,0 0 0 0,18 13-6 16,-11-5-1-16,3-1-5 0,2 1-7 0,2 1 1 0,1 1-3 16,2-1 3-16,1 4-4 0,-1-1-2 15,-1-2-5-15,11 8 2 0,-6-2-3 0,2 7-6 16,1 0 8-16,-3 0-1 0,17 3-5 0,-16-6-1 0,4 4 1 16,-3-4 1-16,-1 0-1 0,3 2-5 0,-4 1 1 15,7-2-1-15,-6-2-3 0,3 3 1 0,-4 1 2 16,9-4-4-16,-10 0-1 0,5 1 3 0,-4-1-3 15,2-4 13-15,-1 6-11 0,4-2-4 0,-2-2 5 16,-6 1-2-16,-2-4 4 0,1-1 1 0,1 1-2 16,-1-1-2-16,-2 1 3 0,-1-4-2 0,1 4-3 15,-3-1 3-15,3 1 3 0,-2-1 1 0,-3-1-2 16,3 3-5-16,0-1 2 0,-1-5 1 0,3 6-3 16,-5-5 6-16,5 3-8 0,-2-1 13 0,-3-1-5 15,3 1 3-15,0-3 4 0,2 3-5 0,2-2 0 16,-2 2-4-16,1-1 15 0,-2-2-18 0,0 3 16 15,1-5-17-15,-1 4 3 0,-3-2-8 0,4 5 5 16,-5-9 2-16,3 5 0 0,-4 0-2 0,0-1-2 16,-4-4-1-16,5 5 6 0,-3-1-4 0,1-5 1 15,1 3 0-15,-3 0-1 0,1 2 3 0,-2-3 0 16,5 0 5-16,-5 2-5 0,3 0-2 0,-3 0-1 0,-3-1 1 16,7 1 6-16,-2-1 0 0,0 2-5 0,1-1 5 15,-1-1 3-15,-1 3-6 0,-1-5-6 0,-3 3 8 16,8 1-2-16,-5-4-4 0,-5 2 16 15,8 0-13-15,-6 0 7 0,3-2-5 0,3 1-1 0,-1 2 1 16,-7-5-1-16,8 3 1 0,-3 0 1 0,-2 0 3 16,4 1-5-16,-2-5 5 0,-2 3-4 0,-1 3-1 15,1-3 0-15,4 1 1 0,-2-3-1 0,-2 0 4 16,5 4-2-16,-3 1 2 0,-2-5-1 0,4 3-4 16,0 2 1-16,-6-3 3 0,6 3 0 0,-2-1 0 15,0 0-2-15,0 0 2 0,3 3-3 0,-1 0 3 16,-1-3 2-16,1 2 2 0,5 3-5 0,-3 1-1 15,0 2 16-15,4-3-15 0,-3 2-1 0,0-1-3 16,1 1-1-16,-1 1 0 0,2 2-9 0,-2-4 1 16,3 2 1-16,-6 2 0 0,8-4-2 0,-2 1-2 15,-3 0 6-15,1 1 0 0,3 4 8 0,-3-4-3 16,4 1 3-16,0-1-1 0,-2 0-2 0,4 6 2 0,-4-3 0 16,2-5-5-16,6 5 5 0,-4 2 11 0,1-1-14 15,-1 3 1-15,-1-5 3 0,4 6 0 0,-3-4-5 16,6 2 0-16,-2 1-2 0,-6-2 0 15,7 2-1-15,-7-2 5 0,5 2 1 0,3 3 6 0,-3-6-10 16,-4 3 5-16,2 0-4 0,4-1-1 0,-2 0 1 16,1 1-5-16,-1-2-2 0,0 3-2 0,0 0 6 15,0 1-8-15,-2 1 2 0,2-4 5 0,3 4-4 16,-2-3 3-16,-6 3-6 0,9-3 7 0,-3 0-1 16,-1 4-1-16,6-1 2 0,-2-2 7 0,4 7-4 15,0 0-2-15,-5-6 4 0,7 7 1 0,-2-2 2 16,0-7-4-16,0 10 2 0,2 1-3 0,5-5 4 15,-5 3-1-15,1-3 4 0,2 3 1 0,-1-2 3 16,2-1-3-16,-9-4-2 0,7 5 3 0,-8-9-4 16,3 2 5-16,3-1-1 0,4 3 0 0,-15-3-2 15,1-3 4-15,3 0-2 0,-2-2-1 0,-4-1-1 16,-2-6-8-16,-2 4-14 0,-2-6-7 0,-6 2 2 16,0-3-7-16,5 1-11 0,-5 0-13 0,4-3-7 0,-4-1-13 15,-4 2-12-15,-1-5-20 0,7 4-42 16,-7-4-64-16,0 0-220 0,0 0-474 0,0 0 210 15</inkml:trace>
  <inkml:trace contextRef="#ctx0" brushRef="#br0" timeOffset="186134.92">23248 4339 184 0,'0'0'197'0,"0"0"1"16,-5-4-11-16,5 4-4 0,0 0-3 0,-2-4-9 16,2 4-10-16,0 0-13 0,0 0-15 0,0 0-13 15,0 0-12-15,0 0-16 0,0 0-10 0,0 0-11 16,-7-8-9-16,7 8-3 0,0 0-8 0,0 0-6 15,0 0-5-15,24 12-2 0,-18-9-5 0,7 3-1 0,-3 4-5 16,-1-5-4-16,6 1 0 0,3 2-2 0,2 4-2 16,-4-5-2-16,6 3-2 0,3 4 0 15,4-2-3-15,1-3-2 0,-8 6 0 0,7-4 1 0,1 2-3 16,-2-1 2-16,1 0-5 0,0 1 2 0,1-2 2 16,0 2-3-16,0-1-3 0,-2 1 3 0,-2-3-2 15,1 2-2-15,-1 3 1 0,-1-4 2 0,-5-4-2 16,5 6 0-16,-4-3-4 0,2 2 5 0,2-2-9 15,-6-3 5-15,4 3 3 0,-3-2-2 0,4 1 1 16,1 5 0-16,-2-10-1 0,-4 4-3 0,4 1 5 16,-2 0-1-16,1-3-3 0,-2 1 3 0,-4-2-2 15,7 4 0-15,-1-3 0 0,-2-2 0 0,-4 4 5 16,1-4-4-16,-2 7 2 0,1-8-2 0,-1 5 1 16,0-3-2-16,-5 3-1 0,2-4 0 0,-2 4 3 15,3-2-3-15,-5-3 1 0,5 5-3 0,-3-4 4 16,0 4-2-16,2-4 1 0,-2-1 1 0,10 3-1 15,-14 0 0-15,7 0 2 0,2 0-1 0,2-2 1 0,-2-2-2 16,0 8 0-16,0-6 3 0,-2 0-2 16,2 0 0-16,-4-1 0 0,1 2-2 0,-1-3 0 15,1 3-2-15,1 0 8 0,-3-2-5 0,2 1 0 0,-4-1 1 16,2 2-2-16,-2-1 4 0,4-1-1 0,-7 1-4 16,5 0 2-16,-2-3 1 0,2 4 0 0,0-2-3 15,-2 0 2-15,4 0 2 0,-1-2-1 0,-4 4 2 16,8-3-2-16,-4 2-4 0,-2-3 7 0,6 6-4 15,0-3-3-15,-6-1 3 0,5 1-2 0,1 1 1 16,-2-2 0-16,2 0 3 0,0 3-3 0,0 0 1 16,1-2 1-16,-3 1 1 0,4 1-7 0,1 0 6 15,-1-2 1-15,-2-1-1 0,1 2 0 0,1-2-1 16,1 3 3-16,2-5 0 0,0 4-2 0,-2-1 1 16,0 3-5-16,2-3 1 0,-5 0 4 0,8-2-3 0,-8 4 1 15,6-4 2-15,-6 3-3 0,5 2-2 0,-3-3 1 16,-1 0 1-16,1-2-1 0,1 3 4 15,-3 0-2-15,3 3 0 0,-1-2 3 0,1-3-2 0,0 3 3 16,-3 2-6-16,3-4 0 0,0 2 1 0,0-3 1 16,2 3 0-16,5 0-1 0,-3 0 2 0,6 0 1 15,2 3-1-15,-4-3-3 0,2 4 0 0,0-2 4 16,5-1-1-16,1 1-1 0,-1-2 1 0,-2 3 0 16,1-1-2-16,17 2-2 0,-16-4 3 0,0 1 3 15,-1-2-3-15,1 6 3 0,-2-4-2 0,1 1-2 16,-2-1 3-16,4-1-2 0,-4 5 0 0,0-3 2 15,-2-3-1-15,0 4-3 0,2 0 3 0,2-2-2 16,-3 1 2-16,-1 3-2 0,-1-4 1 0,1-1 3 16,4-3-1-16,-6 8-3 0,1-6 2 0,2 3 1 15,1-4 7-15,3 7 2 0,-6-3-4 0,7-1 1 16,-4 2 3-16,3 0-5 0,-1 0 1 0,1-1 0 16,3 0 1-16,-6 0-3 0,5 1-1 0,-4 0 3 0,4 0-3 15,-3 0 2-15,1-2-1 0,0 4-1 0,1-7 1 16,0 4 1-16,-6 1-4 0,8-2 1 15,-8 1 1-15,2 1-2 0,0-1 0 0,-12-4 1 16,5 4 0-16,-5-6 0 0,2 5 0 0,-3-3-2 0,1-1 4 16,-6 1 0-16,1 1 0 0,-5-2-1 0,7-2 4 15,-2 2-3-15,-3 1 1 0,-1 0-1 0,4-2-1 16,-2-1-2-16,-1 3 3 0,4-2-1 0,2 3-3 16,-1-3 2-16,0 3 1 0,1-2-1 0,3 1-3 15,0-1 3-15,0 4 0 0,2-4 0 0,-1 2-3 16,-3-1 2-16,-1 1-1 0,-1-2-1 0,-2 0-2 15,-3 1 0-15,0-3-3 0,0 2-4 0,-3-2-2 16,-7-1 1-16,15 5-2 0,-15-5-3 0,8 0 1 16,-8 0-8-16,7 3-10 0,-7-3-11 0,0 0-20 15,4 3-41-15,-4-3-54 0,0 0-44 0,0 0-204 16,0 0-440-16,0 0 196 0</inkml:trace>
  <inkml:trace contextRef="#ctx0" brushRef="#br0" timeOffset="189547.66">24390 3204 19 0,'0'0'172'15,"0"0"-4"-15,3-6-14 0,-3 6-3 0,3-9-7 16,-3 9 2-16,0 0-1 0,4-3-4 0,-4 3-5 16,0 0-7-16,0 0-7 0,0 0-10 0,3-6-17 15,-3 6-5-15,0 0-10 0,0 0-8 0,0 0-9 16,0 0-8-16,0 0-8 0,0 0-2 0,0 0-7 15,0 0-4-15,0 0-5 0,0 0-3 0,0 0-4 16,0 0-1-16,12 13-4 0,-9-8-1 0,-1 1-4 16,1-3 0-16,3 3 1 0,-1 1-3 0,2 2-1 0,1-1-3 15,-3 4 6-15,4-2-6 0,-1 2-4 0,-2 3 0 16,3 0 4-16,1 1-2 0,-2 0-2 16,4-4 3-16,-3 3-2 0,3 1 1 0,-4 1-5 15,-1 0 3-15,1-6 1 0,-1 8 4 0,1-6-6 0,-1 3 0 16,6-2 0-16,-6 2-2 0,1 1 3 0,-1-2 1 15,1 0-1-15,-2 3 0 0,3 2-1 16,-8-4-1-16,4-4 0 0,4 6 0 0,-8-3-1 0,6 0 0 16,-7 3 1-16,8-3 3 0,-3 1 0 0,-3-1 0 15,3 2-2-15,1-2-2 0,-1-1 2 0,-3 1 2 16,0-3 0-16,6 3 2 0,-6-2 1 0,1-1 0 16,0 3 0-16,2-3 0 0,0 6 1 0,-2-7 1 15,6 2-1-15,-8 1-3 0,6 2 1 0,0-4 2 16,-2 4-3-16,-2-4-1 0,0 0 0 0,5 2-1 0,-4-1 0 15,1 2 2-15,1-1-1 0,-2 2 1 0,1 0 0 16,3-1-3-16,-5-7 3 0,1 7 0 16,-3-4-4-16,4 4 3 0,-2-3 1 0,1-2-2 0,-3 1-2 15,1 1 2-15,6-1 3 0,-8-1-2 0,0 0 0 16,4 1 1-16,-1 1 0 0,-3 0-2 0,0-2 3 16,0 2-3-16,0-3-1 0,3 2 1 0,1 0 2 15,-3 1-1-15,6-1 2 0,-7 0-5 0,2-2 0 16,-2 3 4-16,3-5-3 0,3 8-2 0,-2-6 2 15,-4 2 2-15,1 0-3 0,3-4 2 0,-4 2-3 16,3 0 3-16,4 1-2 0,-7-2 2 0,3 1-7 16,-1 1 7-16,-2-2-3 0,0 0 2 0,8 2 0 15,-6-2 0-15,1-1 1 0,-1 2 0 0,-2 0 1 16,0-2 1-16,0 1-4 0,8 0-1 0,-7 0 3 16,4 0-1-16,-3-1-1 0,-2 2 3 0,7 1-1 15,-6-3-4-15,-1 1 3 0,7 2-1 0,-7-1 3 16,3-1 1-16,1 4-3 0,2-2-1 0,-4-3 2 0,1 3-2 15,-1-2-3-15,6 0 4 16,-6 1 1-16,-2 0-2 0,5 0 1 0,1 3-1 16,-2-3 0-16,-1-2-1 0,-1 1 7 15,4 1-10-15,1 0 6 0,-5 0-6 0,-2-2 5 0,8 4-1 0,-3-3 2 16,-2-1 1-16,0 3-5 0,1-2 1 16,2-1 1-16,-4 3 1 0,1-1-2 0,-1-1 2 15,5 2-2-15,-4 0 1 0,-1-1 0 0,1-1 0 0,3 2 3 16,-2-3-2-16,-1 1-1 0,0 4 0 0,6-3 1 15,-6-1 0-15,0 1 0 0,4-1 0 0,0 2 0 16,-7-3 0-16,6 3 2 0,-3 0-1 0,2-1-2 16,-1 1 1-16,1-1 0 0,0 0-1 0,0 2 2 15,1-3-3-15,-1 0 2 0,0 3-3 0,3-4 3 16,-4 5-4-16,1-4 3 0,1 0 0 0,1 4 2 16,-2-4 1-16,2 4-1 0,-1-2 0 0,1-2-2 15,-1 4 1-15,3-3-1 0,-8 3 0 0,8 0 1 16,-6-2-2-16,5 2-2 0,-3 1 1 0,2-4 2 15,-4 4 0-15,2-3 0 0,-3-1 0 0,6 2 0 16,-1 0 0-16,-1-3 1 0,-4 4 1 0,6 2-1 16,-1-4 1-16,-1 4 1 0,-1-8 0 0,4 4 1 15,-4 2-3-15,-2-2 0 0,5 0 1 0,-3-1 0 0,5 0-2 16,-3 7 3-16,3-5-3 0,-2 2 3 16,0-1-1-16,0-1 1 0,1 5-3 0,-1-5 0 15,0 4 0-15,-1-3 3 0,3 3-3 0,0 0-3 0,0-2 3 16,-4 2 1-16,4-3 3 0,2 5-6 0,-6 0 4 15,4-1-3-15,4 0 3 0,-6 2 2 0,3-2-2 16,1 2-2-16,-5-4 0 0,1 1 2 0,0 0 0 16,5 2-1-16,-8-2 0 0,5 3 2 0,-3-3-1 15,6 0 3-15,-4 3-2 0,-1-4 2 0,-2 2 0 16,3 0-5-16,-3 2 24 0,3-2 4 0,-4-3 2 16,3 5 3-16,-3-3-11 0,3 0-1 0,0 1-3 15,-1 0-1-15,0-1 1 0,1 0-1 0,-2-2 1 16,-2 2-5-16,7 1 0 0,-7 1-2 0,4-7-1 15,-1 7-3-15,1-2 2 0,-2 3-1 0,1-2-2 16,1 3-1-16,-1-3-2 0,1 1 6 0,1-3-6 16,2 6-1-16,-6-3 4 0,7 0-1 0,-4 5-3 15,2-2 2-15,1 3 1 0,-1-4-1 0,0 5 3 16,-1-5-4-16,-4 0 0 0,5 5 0 0,-1 0 9 16,-2-5 6-16,5 4 1 0,-4-7-3 0,4 9-2 15,-8-8-3-15,8 2 0 0,-4-3 4 0,1 0 0 16,-3-1 2-16,3 2-6 0,-5-2 3 0,1-6-1 0,-1 3 1 15,4 1-8-15,-5-2 0 0,-1-2-3 0,5 0 5 16,-4-3-2-16,-3 1 4 0,5 0-4 0,-3-2-1 16,4 3 1-16,-4-2-8 0,-2 0 6 15,5 0-5-15,-5-6 6 0,1 9-2 0,3-6 1 0,-4-3-2 16,5 9 1-16,-5-9-3 0,5 7 5 0,-5-7-3 16,1 3-4-16,-1-3-15 0,4 7-19 0,-4-7-23 15,0 5-32-15,0-5-44 0,1 7-65 0,-1-7-52 16,0 0-216-16,0 0-506 0,0 0 223 0</inkml:trace>
  <inkml:trace contextRef="#ctx0" brushRef="#br0" timeOffset="192330.14">27217 2407 232 0,'0'0'280'0,"0"0"-11"0,0 0-18 16,0 0-17-16,0 0-20 0,0 0-23 0,0 0-15 15,0 0-19-15,0 0-19 0,0 0-14 0,0 0-13 16,0 0-13-16,0 0-8 0,-15 9-14 0,8-1-3 16,-3-1-3-16,4 1-4 0,-6-1-7 0,-1 7-4 15,-2-1-1-15,-10 2-6 0,2 2 3 0,3 0-10 0,-3-1-6 16,-5 5-3-16,0-6 2 0,-2 1-6 0,-3-1 6 15,3 0-1-15,-6 5 0 0,2-5-1 16,1-3 0-16,0 2-2 0,2-2-6 0,1-4 2 16,0 1-5-16,5 2-5 0,2-4 3 0,3 1-2 0,2-2-3 15,2 0-3-15,6 0-1 0,-4-3-1 0,6 2-4 16,0-3-6-16,1 3-11 0,-1-3-9 0,1-1-6 16,7-1-9-16,0 0-9 0,-13 4-8 0,13-4-5 15,-7 3-8-15,7-3-14 0,0 0-15 0,0 0-15 16,-8 4-18-16,8-4-21 0,0 0-19 0,0 0-22 15,0 0-40-15,0 0-134 0,0 0-395 0,0 0 175 16</inkml:trace>
  <inkml:trace contextRef="#ctx0" brushRef="#br0" timeOffset="192658.23">26604 2583 98 0,'0'0'201'0,"0"0"-11"0,0 0-9 0,0 0-10 0,0 0-18 16,0 0-9-16,0 0-20 0,0 0-14 0,0 0-12 15,0 0-15-15,0 0-8 0,0 0-3 0,0 0-13 16,0 0-1-16,-13 18-8 0,13-9 0 0,-5-3 8 15,-1-2 5-15,2 8 4 0,-2-1 0 0,-3-2-2 16,3 2-4-16,-3-3-6 0,4 0-5 0,2 3-3 16,-5-3-2-16,3 0-5 0,0 1-2 0,3 0-5 15,-3-3-1-15,4 1-2 0,1 1-3 0,1 1 10 16,4 0-2-16,2 3-1 0,9-3-4 0,6 3-1 16,6 0-13-16,5-4-39 0,15 6-63 0,-3-3-75 15,1 0-86-15,1-3-147 0,-1 3-425 0,-1-5 188 16</inkml:trace>
  <inkml:trace contextRef="#ctx0" brushRef="#br0" timeOffset="193501.89">28094 2419 283 0,'0'-7'347'0,"0"7"-31"16,0 0-30-16,0-6-34 0,0 6-28 0,0 0-25 16,0 0-28-16,0 0-13 0,0 0-16 0,0 0-20 15,0 0-9-15,7 24-9 0,-7-15-10 0,1-2-8 0,3 4-4 16,-1 1-15-16,2 0-7 0,-3 3-3 15,2 1-7-15,5-4-7 0,-8 0-4 0,6 2 1 16,-2-2-9-16,-2-3-4 0,2-3-2 0,-5 3-5 0,7-3 0 16,-5-1-1-16,-2-5 0 0,3 8-3 0,2-3-1 15,-5-5 8-15,10 0-12 0,-10 0 12 0,0 0-13 16,21-5 0-16,-14 4-4 0,1-5 2 0,2 0-1 16,-2 4 0-16,2-2-2 0,-3 1 1 0,3-3-3 15,-2 3 1-15,0-1 0 0,-3 0-4 0,2 1-2 16,-7 3 3-16,15-1-4 0,-15 1 2 0,6 0 1 15,-6 0-4-15,0 0 4 0,15 3-2 0,-10-2 0 16,5 4-3-16,-5-2 4 0,5 0-1 0,-3 3 0 16,-1 0 6-16,-1-3-1 0,0-2-1 0,2 3-2 15,0 0-2-15,-7-4 3 0,13 4 3 0,-8-4 6 16,-5 0 19-16,11 3 14 0,-11-3 24 0,14 0 5 16,-14 0 12-16,8-11 7 0,-1 6-5 0,-6-2 4 15,6-2 2-15,-4-2-4 0,0 4-4 0,-3-4-8 0,0 0-9 16,7-1-7-16,-9 2-2 0,2 0-12 15,-5-6-9-15,5 6-22 0,0 0-15 0,0 3-32 16,0 0-24-16,-3-4-39 0,0 9-30 0,3-6-37 0,0 8-47 16,-7-6-48-16,7 6-43 0,0 0-43 0,-8-1-201 15,8 1-588-15,0 0 260 0</inkml:trace>
  <inkml:trace contextRef="#ctx0" brushRef="#br0" timeOffset="193767.48">28690 2341 71 0,'6'-3'314'0,"-6"3"-19"0,0 0-12 15,0 0-9-15,0 0-18 0,0 0-17 0,0 0-23 16,0 0-22-16,0 0-14 0,15-4-18 0,-15 4-14 0,10-3-4 15,-10 3-21-15,12 0-16 0,-12 0-9 16,23-1-11-16,-8 2-6 0,0 2-14 0,6 0-5 16,-1-3-21-16,-3 0-28 0,4 1-22 0,-4 2-29 0,-2-1-37 15,0 0-37-15,-5-1-39 0,3 3-31 0,-3-2-35 16,-2-1-29-16,-1 3-159 0,-4 1-437 16,-3-5 193-16</inkml:trace>
  <inkml:trace contextRef="#ctx0" brushRef="#br0" timeOffset="193923.72">28763 2520 3 0,'0'3'200'0,"0"-3"15"0,0 0 11 15,0 0 9-15,0 0-2 0,0 0-14 0,15 6-18 16,-15-6-16-16,14-5-20 0,1 4-16 0,-1-2-15 16,0-2-16-16,3 4-5 0,0-1-18 0,1-2-8 15,-3 0-22-15,1 2-33 0,1 0-38 0,-4-2-45 16,0 1-43-16,-4-3-43 0,7 3-51 0,-6-4-179 15,-5 0-397-15,5 0 176 0</inkml:trace>
  <inkml:trace contextRef="#ctx0" brushRef="#br0" timeOffset="194142.45">29080 2262 31 0,'0'0'351'0,"0"-6"0"0,0 6-14 16,0 0-10-16,0 0-29 0,0 0-28 0,0 0-29 0,0 0-29 15,0 0-31-15,0 0-21 0,0 0-14 0,0 0-11 16,0 0-16-16,0 18-18 0,2-3-5 0,5-2-9 16,-7 7-5-16,6-1-10 0,-4-2-3 0,1 12-13 15,7-4-31-15,-5 2-18 0,3-5-50 0,-6 4-48 16,3 1-63-16,5 0-80 0,3-2-88 0,-4-5-163 16,-4-1-526-16,4 0 232 0</inkml:trace>
  <inkml:trace contextRef="#ctx0" brushRef="#br0" timeOffset="195246.86">27248 1942 92 0,'0'0'288'0,"0"0"-32"0,0 0-26 16,0 0-30-16,0 0-20 0,0 0-21 15,0 0-18-15,0 0-10 0,0 0-15 0,5 19-11 0,-5-12-10 16,0 3-10-16,3 0-9 0,1 0-9 0,-1 0-4 15,-3-1-6-15,3 3-6 0,-1-1-5 0,0 0-6 16,6-6-1-16,-5 3-4 0,-1 4-4 0,1-6 1 16,2 2-6-16,-3-1 0 0,3-3 2 0,-5-4 9 15,3 4 11-15,-3-4 8 0,0 0 0 0,13 1-4 16,-13-1 0-16,0 0-6 0,19-9 5 0,-9 3-5 16,-4 0 10-16,-1 3-13 0,5-3-5 0,-2 0 2 15,-1 0 0-15,1 0-6 0,-1 0-3 0,-2 3-2 16,3 1-6-16,-3-3-2 0,-5 5-4 0,0 0-6 15,10-2 0-15,-10 2-2 0,0 0-1 0,15 0-1 16,-15 0 1-16,13 7-2 0,-11-3-2 0,-2-4 3 0,8 4 0 0,0-3-5 0,-1 2 0 0,-4 2 3 16,4 1-3-16,-2-2 3 0,-5-4 0 0,11 4 4 0,-6-3-2 15,-5-1 4-15,0 0 12 0,17-5 16 16,-17 5 9-16,12-4 6 0,-7-4 6 0,3 4 9 16,-5-2-4-16,2 1 9 0,2-5 5 0,-1 1-4 0,-4-2-3 15,1 2-9-15,-1-1-8 0,-2 1-3 0,0-2-5 16,3 1-8-16,-3 0-13 0,-3-1-12 0,6 0-19 15,-3 6-30-15,0-3-13 0,0 2-25 0,-5-3-31 16,5 9-21-16,-3-8-42 0,3 8-51 0,-3-4-51 16,3 4-35-16,-5-4-237 0,5 4-586 0,0 0 260 15</inkml:trace>
  <inkml:trace contextRef="#ctx0" brushRef="#br0" timeOffset="195465.59">27717 1770 22 0,'0'0'293'0,"0"0"-12"0,10-5-16 16,-10 5-11-16,0 0-20 0,0 0-16 0,14-1-20 16,-14 1-23-16,10 0-18 0,-10 0-16 0,15 0-12 15,-5-1-13-15,-3-1-12 0,8 2-12 0,1 2-17 16,6-4-35-16,-11 2-42 0,6 0-41 0,-2 0-38 15,1 2-40-15,6-4-49 0,-6 2-51 0,3 0-139 0,-11 0-389 16,0 2 172-16</inkml:trace>
  <inkml:trace contextRef="#ctx0" brushRef="#br0" timeOffset="195637.44">27847 1892 76 0,'0'0'306'0,"0"0"8"15,0 0-1-15,0 0-3 0,-3 4-16 0,3-4-20 0,0 0-33 16,0 0-21-16,0 0-21 0,0 0-24 0,0 0-27 16,27-12-42-16,-19 9-41 0,7 0-50 0,0-3-52 15,-2 6-54-15,5-3-53 0,-3-1-63 0,3 0-223 16,-3-3-466-16,3-1 207 0</inkml:trace>
  <inkml:trace contextRef="#ctx0" brushRef="#br0" timeOffset="195965.53">28192 1626 218 0,'0'0'252'0,"-4"-3"-14"0,4 3-19 16,0 0-26-16,0 0-16 0,0 0-20 0,0 0-15 16,0 0-11-16,0 0-14 0,0 0-10 0,0 0 10 15,17 15 1-15,-12-9-9 0,-2-3-11 0,2 7-10 16,3-3-10-16,-4 0-7 0,4-1-6 0,-5 3-9 15,2-1-4-15,-3-1-6 0,3 3 1 0,-2 0-11 16,-1-1-1-16,1-1-4 0,-3 2-2 0,2-3-4 16,-2 1 0-16,0-1-6 0,0 0 2 0,0-2-4 0,0-5 2 15,0 7 14-15,0-1 17 0,0-6 10 0,0 8 15 16,0-8 11-16,0 0 3 0,0 0 4 16,8 6-2-16,-8-6-3 0,7 2-12 0,4-2-2 15,1 0-13-15,9 0-7 0,-1 0-4 0,8-2-13 0,4 4-35 16,-1-4-36-16,6 4-57 0,-3-1-75 0,14-1-100 15,7 3-337-15,-4-3-652 0,2 0 288 0</inkml:trace>
  <inkml:trace contextRef="#ctx0" brushRef="#br0" timeOffset="196763.84">29491 3322 49 0,'0'0'263'0,"0"0"-31"0,0 0-24 0,0 0-20 15,0 0-19-15,0 0-19 0,8 15-14 0,-4-8-17 16,0-2-9-16,1 6-11 0,-3-4-10 0,6 2-7 16,-1 2-11-16,0 4-3 0,1 0-6 0,-3-6-12 15,3 2 0 1,-1-3-5-16,-1 3-4 0,-1-2-5 0,0-2-2 16,-1-2-1-16,1 1-2 0,1-2 11 0,-2 1 24 15,-4-5 16-15,6 3 4 0,-6-3-4 0,0 0-8 16,0 0 2-16,20-4-1 0,-15-3-2 0,5 3-1 15,-5-2 9-15,5-1-10 0,-4 4-5 0,3-5-7 16,-3 2-4-16,6 1-5 0,-7 1-8 0,5 1-7 16,-5-2-4-16,0 4-3 0,5-1-2 0,-5-2-3 15,-5 4-7-15,15 0 2 0,-15 0 1 0,14 2-10 16,-5 0 0-16,-9-2 2 0,11 2 6 0,-7 3-12 16,-4-5-7-16,11 3 5 0,-3-2 2 0,-8-1 2 15,7 1 1-15,-7-1 5 0,0 0-10 0,0 0 33 16,0 0 7-16,15-2 2 0,-7-1 2 0,-8 3-6 0,7-9 1 15,-7 1-8-15,8 1-1 0,-8-3 1 16,2 1-11-16,4 1 9 0,-6-3-22 0,4 2-21 16,-1-5-19-16,-1 6-17 0,-2 0-26 0,3-4-29 0,-3 9-30 15,0 3-44-15,-3-8-53 0,3 8-52 0,-5-8-34 16,5 8-165-16,0 0-519 0,0 0 231 0</inkml:trace>
  <inkml:trace contextRef="#ctx0" brushRef="#br0" timeOffset="197039.6">30145 3324 337 0,'0'0'389'0,"0"0"-15"0,0 0-15 0,10-2-16 0,-10 2-8 16,0 0-18-16,6-4-29 0,3 1-27 0,-3 1-26 16,2-2-29-16,-1 0-19 0,6 0-18 0,-3 1-15 15,2 2-26-15,-2-1-25 0,1 1-42 0,-1-3-44 16,4 0-51-16,0 1-36 0,-2 2-45 0,1 1-46 16,-3 1-49-16,3-1-51 0,-1 3-36 0,-5-1-223 15,-1 1-562-15,-2 1 249 0</inkml:trace>
  <inkml:trace contextRef="#ctx0" brushRef="#br0" timeOffset="197195.83">30221 3442 244 0,'-7'5'258'16,"7"-5"11"-16,0 0 1 0,0 0-2 0,0 0-13 16,0 0-19-16,0 0-26 0,0 0-21 0,0 0-22 15,25-7-16-15,-25 7-23 0,28-3-25 0,-10-2-32 0,1 3-51 16,-3 0-59-16,1 0-66 0,4 2-65 0,-3-5-79 15,1 2-131-15,-1-1-410 0,-2 1 181 0</inkml:trace>
  <inkml:trace contextRef="#ctx0" brushRef="#br0" timeOffset="197492.68">30671 3301 126 0,'0'0'277'0,"0"0"-7"0,-18 4-14 0,10 1-14 16,3-2-17-16,5-3-20 0,-15 4-22 0,10 1-13 16,1-2-18-16,-2 2-12 0,4 2-13 0,2-7-11 15,-3 8-14-15,1-2-2 0,2-6-12 0,0 9-3 16,2-3-6-16,-2-6-10 0,5 6-1 0,1 0-3 16,1-1-6-16,1-2 11 0,1-2-25 0,-1 2 1 15,3-3-9-15,-11 0 1 0,20-3-1 0,-10 2-2 16,5-2-13-16,-5-5 8 0,-2 5-6 0,4-3-2 0,-5-1-8 15,4-3-6-15,-6 3-12 0,2-2-14 0,-4-2-4 16,-1 2-15-16,-4-3-13 0,2 5-22 16,-7-1-27-16,-1 1-26 0,-5-2-35 0,3 3-36 0,-5-2-53 15,-6 6-185-15,-1-3-469 0,1 0 207 0</inkml:trace>
  <inkml:trace contextRef="#ctx0" brushRef="#br0" timeOffset="198055.11">28748 2791 212 0,'-7'-2'435'0,"7"2"-13"16,0 0-24-16,0 0-47 0,0 0-28 0,-10-2-39 15,10 2-35-15,0 0-23 0,0 0-27 0,0 0-19 16,0 0-19-16,10 18-11 0,-5-9-21 0,-3 2-13 16,6-3-20-16,-1 9-7 0,1-3-38 0,5 1-24 0,-5-2-39 15,-1 2-23-15,1 0-33 0,-4-4-49 16,6 2-59-16,-9-1-65 0,4-2-66 0,-6-2-217 15,-3-2-568-15,4 0 252 0</inkml:trace>
  <inkml:trace contextRef="#ctx0" brushRef="#br0" timeOffset="198570.69">27877 2260 36 0,'2'-4'400'16,"-2"4"-10"-16,6-11-15 0,-4 4-12 0,-2 7-20 15,2-5-23-15,-2 5-35 0,0 0-24 0,3-5-24 16,-3 5-31-16,0 0-30 0,0 0-37 0,0 0-15 16,0 0-18-16,0 0-25 0,10 19-23 0,-5-9-23 0,-2 8-22 15,4-1-26-15,-5 10-29 0,4 0-37 16,1 3-33-16,1 8-60 0,-5-6-67 0,9-3-79 15,-7-2-178-15,2 3-537 0,1 0 238 0</inkml:trace>
  <inkml:trace contextRef="#ctx0" brushRef="#br0" timeOffset="199212.76">30160 3619 174 0,'0'0'365'15,"0"0"-19"-15,10-3-22 0,-10 3-31 0,0 0-31 16,0 0-28-16,0 0-23 0,0 0-27 0,0 0-16 16,5 10-18-16,-5-10-15 0,0 0-12 0,-4 12-10 15,4-7-11-15,0 3-12 0,-1-1-11 0,1 4-24 16,0 0-28-16,0-3-16 0,0 4-23 0,0 0-27 15,1-2-37-15,4 4-57 0,3 0-74 0,-1-2-69 16,1-4-175-16,7 0-488 0,0 4 216 0</inkml:trace>
  <inkml:trace contextRef="#ctx0" brushRef="#br0" timeOffset="199743.95">31075 3393 261 0,'-10'-2'307'0,"10"2"-11"0,-12-1-17 15,12 1-18-15,0 0-15 0,-11-3-18 0,11 3-20 16,0 0-19-16,0 0-18 0,0 0-19 0,-13 0-14 16,13 0-16-16,0 0-11 0,0 0-13 0,0 0-11 15,0 0-8-15,0 0-4 0,0 0-8 0,0 0-9 16,0 0-5-16,0 0-5 0,0 0-3 0,0 0-6 16,31 4-3-16,-31-4-2 0,0 0-3 0,8 2-6 15,-8-2 7-15,0 0-8 0,0 0-4 0,0 0 2 16,15-7-7-16,-13 4 2 0,-2 3-3 0,0-11-6 15,0 11 4-15,0-9-4 0,-2 2-11 0,2 7-9 16,0-11-2-16,-5 8-22 0,5 3-15 0,-3-14-24 16,3 10-21-16,-5-2-35 0,5 6-39 0,0 0-55 15,0 0-55-15,-2-5-191 0,2 5-509 0,0 0 225 16</inkml:trace>
  <inkml:trace contextRef="#ctx0" brushRef="#br0" timeOffset="200056.42">31267 3205 180 0,'0'0'284'0,"0"0"-24"0,0 0-28 0,0 0-24 15,0 0-19-15,0 0-16 0,0 0-1 0,0 0-13 16,0 0-1-16,0 0-12 0,7 24-2 0,-3-16-5 15,0 2-7-15,1-2-12 0,3 4-8 0,0-1-12 16,6 1-3-16,0 1-8 0,0-1 2 0,-3-2-16 16,-1 4-9-16,3-2-10 0,1 0-6 0,-8-3-5 15,6-3-1-15,-9 3-4 0,9 0-8 0,-11-2-7 16,8 1-2-16,-4-1-12 0,-2-2-11 0,-1 2-2 16,-2 0-7-16,0-7-6 0,-9 8 0 0,4-5-15 15,-1 2-18-15,-6-2-27 0,2 1-28 0,-3 0-37 16,0-3-45-16,1-1-52 0,1-1-229 0,-3-3-505 15,-1-3 225-15</inkml:trace>
  <inkml:trace contextRef="#ctx0" brushRef="#br0" timeOffset="200243.9">31287 3213 225 0,'6'-6'310'0,"-1"-1"-22"0,0 0-19 0,7 2-30 15,-2-2-23-15,-4 0-20 0,4 4-21 0,-3-2-15 16,8 2-20-16,-4-1-15 0,1-1-15 0,-2 4-35 0,2-1-40 16,1 2-57-16,-5 0-59 0,7 0-64 0,2 0-73 15,-17 0-132-15,16 2-379 0,-6-4 168 0</inkml:trace>
  <inkml:trace contextRef="#ctx0" brushRef="#br0" timeOffset="-191103.17">3490 8370 181 0,'7'-20'379'15,"-4"1"-5"-15,0-2-3 0,1 2 15 0,-1-7 0 16,4 11 4-16,-7 0 3 0,0 2-2 0,1-6-27 16,1 9-18-16,-2-4-15 0,5 4-17 0,-5 0-19 15,2 2-25-15,-1 2-28 0,3 0-31 0,-4 0-24 16,0 6-29-16,1-4-18 0,-1 4-18 0,0 0-12 15,0 0-9-15,15 25-4 0,-13-7-13 0,3-2-5 16,1 14-10-16,-2-7-7 0,-4 5-7 0,6 4-2 16,-1 9-7-16,-5-10 0 0,4 9-7 0,-4 1-4 15,1-6-6-15,1 4 0 0,-2-8-7 0,-2-4-1 16,2 0 1-16,-1 0-5 0,-3-1-3 0,1-7-2 16,1-9-7-16,-1 9 1 0,0-11-10 0,1 4 3 15,2-4 4-15,-2-4 0 0,-1 2 4 0,3-6 1 16,0 0-7-16,0 0-5 0,-15-15-3 0,12 5 1 0,-2-8 1 15,2-8 2-15,-4-17-2 0,2 4 3 0,3-4-1 16,2-3-5-16,7-4 5 0,-5 1 1 0,3-2 1 16,-4 4 0-16,6 1 0 0,-6 3 18 0,4-4-1 15,-3 17 2-15,0-1 6 0,3 7 5 0,-4-2-3 16,1 7 24-16,1-1-12 0,-1 5 2 0,0 6 3 16,-2-1-7-16,0 1-3 0,0 3-2 0,0 6-23 15,6-10-9-15,-6 10 4 0,0 0 3 0,14 16-6 16,-5-1 5-16,-4 1-5 0,9 11 6 0,-4-1-8 15,3 11 8-15,-3-5 2 0,6 5-6 0,-1 7 7 16,-2-7-5-16,6 7-3 0,-9-2 4 0,11-6-26 16,-13-3-21-16,6-5-18 0,-1 10-12 0,-3 1-19 15,3-13-19-15,-5 2-20 0,1-13-21 0,-3 3-33 16,2-5-18-16,-1 1-24 0,-2-5-21 0,0-1 10 0,0-1 12 16,-2-4-4-16,-3-3-11 0,0 0-15 15,0 0-4-15,0 0-4 0,10-19-3 0,-18 9-7 16,5-6 3-16,-4 4 30 0,-5-6 18 0,-2 3 28 0,-6-5 25 15,-5 4 30-15,5 0 31 0,0 4 33 0,4 4 41 16,-6-3 18-16,6 1 19 0,-3 4 19 0,1-3 28 16,3 0 24-16,0 1 13 0,7 7 12 15,-4-2 4-15,3-1 2 0,4-3-3 0,5 7-6 0,-9-1-10 16,9 1-7-16,0 0 6 0,0 0-15 0,0 0-12 16,0 0-1-16,45 0-6 0,-15-3-2 0,1-2-3 15,1 2-10-15,-1 0-4 0,2 2-4 0,0-5 2 16,12 1-16-16,-2 1-28 0,-10-1-23 0,0 1-20 15,-5-3-18-15,1 0-25 0,2 2-21 0,-8-2-26 16,-6-1-7-16,4 1-28 0,-6 3-5 0,3-5-2 16,-3-2 14-16,-5 3 15 0,2 0 22 0,-9 0 27 15,5 1 27-15,-6-2 19 0,0 2 32 0,-1 0 34 16,-2 0 29-16,1 7 22 0,-5-12 24 0,-2 7 23 16,0 1 22-16,-1-2 21 0,0 6 15 0,8 0 13 15,-20-5 12-15,10 5-5 0,10 0-1 0,-16-1-3 16,4 2-8-16,5 3-5 0,-8-3-6 0,1 1-12 15,5 6-19-15,-2-3-4 0,-4 1-9 0,10 0-7 0,-3 4-4 16,4-2-17-16,4 3-5 0,2 2-5 0,4 2-1 16,3 1-12-16,6 3-5 0,-4-1-4 15,4 1-8-15,7-2-2 0,-7-1-2 0,-1-1-6 0,1-3-1 16,0 3-3-16,7 0-1 0,-7 1-6 0,-2 1-7 16,-5-7-5-16,5 2-10 0,-4-4-9 0,-6 3-3 15,0-6 3-15,-3 3-5 0,0-1 4 0,-6 0 7 16,-6-2-7-16,-1 0 12 0,-5 0-9 0,-4-4 6 15,-8-1-7-15,1 3-14 0,-1-3-3 0,0-3-9 16,10 3-23-16,5-1-19 0,-5-9-31 0,5 5-23 16,4-2-19-16,4 0-18 0,6-2-33 0,2-2-18 15,6 2-27-15,4-6-15 0,9-1-17 0,10-3-9 16,0 4-2-16,13-8-165 0,-2 3-491 0,-1 1 216 16</inkml:trace>
  <inkml:trace contextRef="#ctx0" brushRef="#br0" timeOffset="-189978.29">4440 8284 30 0,'7'-4'157'0,"1"-2"20"15,-1 1 11-15,-2 1 3 0,-4 0-3 0,-1 4-8 16,-1-8-4-16,1 8 9 0,-12-6 7 0,6 4 6 0,6 2 6 16,-17-3-4-16,9 3-2 0,-6-1-6 0,14 1-17 15,-14 1-8-15,14-1-17 0,-15 3-7 16,3-1-23-16,4 1 7 0,0 1-18 0,1-1-1 0,-1 2-6 16,4 1-8-16,1 2-8 0,0-1-4 0,-2 1-12 15,5 2-1-15,6-1-6 0,1 1-8 0,0 1-2 16,3 3-5-16,3-1-1 0,3 1-4 0,3-4-4 15,4 8-4-15,0-2 0 0,-7-5-9 0,13 4-3 16,-15-4 2-16,11 5-7 0,-11-5-1 0,0 3-1 16,1 0-2-16,-1-5-6 0,-9 2 5 0,1 0-6 15,-4-2 2-15,-4-1 5 0,-4 3-3 0,-9-4-3 16,0 2 2-16,-3-2 9 0,-4 0 10 0,-4 0-3 16,-3-1 0-16,8-4-6 0,1-2-1 0,-6-2 4 15,6 2-1-15,0-3-4 0,5 1 0 0,3-1-7 16,1-2-4-16,4-2-8 0,-1 2-11 0,6-5-12 15,9 2-34-15,-1-3-30 0,4-2-14 0,7 1-20 16,6-3-25-16,5 3-17 0,0-2-11 0,2 2-2 0,5 0-6 16,-4-1 0-16,-4 2-1 0,3 0 7 15,-1 1 13-15,-4 2 18 0,-5-1 14 0,-2 2 8 16,-3 1 25-16,0-3 29 0,-7 6 34 0,4-2 33 16,-7 3 30-16,2-5 23 0,-7 7 14 0,5-4 20 0,-5 4 4 15,3-4 16-15,-3 4 7 0,0 0 8 0,0 0 9 16,-12-7 10-16,12 7 1 0,0 0-14 15,0 0-13-15,0 0-10 0,0 0-1 0,0 0-5 0,0 0-7 16,-11 11-6-16,11-11 1 0,5 11-16 0,-2-4-5 16,4 3-8-16,-4-2-2 0,2-1-7 0,5 2 1 15,-5-1-7-15,6 2-7 0,1-1-4 0,-4-6-9 16,7 8-21-16,-7-3-18 0,4-4 5 0,-2 0-21 16,3 1 1-16,-6-5-12 0,6 0 3 0,-3 0-2 15,-2-1 0-15,4-4 6 0,-7 2 3 0,5-1 1 16,-9-5 4-16,13-2 4 0,-11 0 11 0,0 1 2 15,-1 2 8-15,4-4 17 0,-6 2 17 0,2-2 19 16,-4 3 9-16,4-3 23 0,-4 4 6 0,2 1 13 16,0-1-5-16,0 1-9 0,0 7-8 0,-5-9-11 15,5 9-11-15,5-4-7 0,-5 4-9 0,0 0-6 16,0 0-1-16,0 0-8 0,0 0 5 0,9 19-6 16,-8-10-1-16,6 0-1 0,0 1-4 0,-6 0-4 0,8 6-8 15,-4-4-18-15,3 1-6 0,-2-5-13 0,-1 2-9 16,4-1-5-16,-3-2-4 0,-4-1-4 15,6 1-3-15,-3-4 11 0,3 0 3 0,-4 0 10 0,-4-3-10 16,6 1 11-16,-6-1 10 0,0 0-2 0,14-15 6 16,-13 11 7-16,-1-4-2 0,0 4 10 0,0-7 10 15,0 4 16-15,0-1 2 0,7-1 19 0,-7 4 10 16,0-2 0-16,2 0-3 0,-2 7-2 0,4-11 3 16,-4 9-18-16,0 2-4 0,4-8-7 0,-4 8-3 15,0 0-4-15,13-2 3 0,-13 2-2 0,18 3-5 16,-14 2 0-16,9-1-2 0,-5 1-1 0,-1 1 1 15,1 1-2-15,0 1-1 0,4 0 1 0,-7 0-1 16,5 2-3-16,-5-1 2 0,0-4-2 0,1 2 2 16,-1-1-7-16,-5 3 2 0,9-5-4 0,-9-4 8 15,6 8-5-15,-4-7 11 0,-2-1 2 0,6 3-3 16,-6-3 2-16,0 0 1 0,0 0 0 0,0 0-3 16,0 0 1-16,0 0-5 0,0 0-2 0,14-11-3 0,-6 6 3 15,-3-3-6-15,5 5 2 0,-2-5-3 0,2 5-2 16,2-1-2-16,3-4-7 0,3 4 0 15,2-1-6-15,-1-1 2 0,3 5 1 0,-2-5-3 0,8 1 8 16,-7 4-3-16,-1 0 1 0,4-4 2 0,-5 3-3 16,-4-1 4-16,2 3 2 0,-4-1-6 0,-3 1 13 15,5-6 1-15,-2 5-5 0,-6-3 4 0,3 0-2 16,-4 3 5-16,6-6 1 0,-9 4-2 0,5-1 10 16,-3-2-8-16,-3 1 4 0,-2 5 3 0,8-10 9 15,-4 7 7-15,-3-6 6 0,-1 3 2 0,0 6 5 16,-1-9 4-16,1 9 5 0,-5-7-4 0,5 7-2 15,-7-8-8-15,7 8-2 0,-8-3-6 0,8 3-1 16,-17 0-5-16,6 7 1 0,1-5-3 0,-2 4-6 16,4-2 1-16,0 4 0 0,-1 1-5 0,3 0 2 15,-3 0-2-15,9 3-2 0,-3 0-24 0,6-1-32 16,-3-1-47-16,15-1-43 0,0 3-49 0,2-5-61 16,9 2-64-16,4 2-74 0,0-7-333 0,15-4-783 0,1 4 346 15</inkml:trace>
  <inkml:trace contextRef="#ctx0" brushRef="#br0" timeOffset="-189367.38">7540 8617 142 0,'-3'-15'393'0,"0"-1"-29"16,-6 1-28-16,1 0-17 0,2 2-19 0,-9 1-8 15,-4-2-6-15,-7 1-1 0,6 6 1 0,-6-1-6 0,-6 4-9 16,2-1-10-16,-1 0-13 0,-1 5-17 0,3 0-20 16,-8 6-20-16,4 3-12 0,0 2-15 0,0-3-16 15,2 4-9-15,-6 8-10 0,7-5-8 0,4 3-11 16,3-2-13-16,4 4-8 0,3-1-9 0,-4-4-9 16,12 0-7-16,-2 5 2 0,7-11-12 0,6 3 0 15,2 3-5-15,8 0-3 0,0-4-4 0,17-4-4 16,18 6-4-16,2-6-17 0,8-4-3 0,1-1-2 15,22 0-2-15,-21-6-10 0,24-6-5 0,-24 5-6 16,1-5-9-16,-1 0-5 0,-6-4-10 0,-1 7-6 16,-11-8 1-16,1 2 1 0,-15 1 1 0,-5 1 5 0,-3 2 6 15,-7-5 1-15,-1 4 1 0,-6 0 1 0,-6-1 0 16,-1 2 7-16,-14-5-5 0,-2 4 3 0,-13-4 1 16,1 1 4-16,-14-2-2 0,-9 1 4 0,-4 2 4 15,3-1 2-15,-5 6 5 0,5-7-1 0,-5 8-1 16,10-1 3-16,-1-1 1 0,14 5-11 0,5-5 10 15,0 7-3-15,9-1-7 0,6-2-37 0,-2 3-35 16,4 1-45-16,5 0-46 0,8 0-28 0,0 0-18 16,0 0-25-16,0 0-38 0,0 0-37 0,0 0-28 15,41 5-26-15,-24-3-217 0,-1-1-638 0,-1-1 282 16</inkml:trace>
  <inkml:trace contextRef="#ctx0" brushRef="#br0" timeOffset="-189148.66">7360 8330 61 0,'-5'-11'275'0,"-2"2"11"0,-1 0 7 0,6-3 15 0,-4 4 10 16,-1-1 19-16,6-1 11 0,-3 4-14 0,1 0-33 16,3 6-33-16,-8-5-30 0,8 5 0 0,0 0 21 15,0 0-7-15,11 23-13 0,-6-8-25 0,10 6-18 16,-5 6-17-16,-2 0-18 0,9 12-15 0,-2 3-12 16,1-1-15-16,-1 7-10 0,3-2-11 0,-1-3-8 15,-1 7-8-15,-1-3-13 0,4-1-26 0,-1-3-40 16,-5-2-52-16,-1-4-49 0,1-7-58 0,2-6-54 15,-9 2-49-15,9-2-55 0,-6-5-58 0,2-8-46 16,-1 1-269-16,2-4-745 0,-6-7 329 0</inkml:trace>
  <inkml:trace contextRef="#ctx0" brushRef="#br0" timeOffset="-188836.19">8065 8276 21 0,'5'-11'335'0,"0"0"-1"0,-2 4 7 16,1-5-12-16,1 3-6 0,-5-2 4 0,4 4-2 15,-2 1-2-15,1 0-11 0,-3 6-19 0,0-9-29 16,0 9-30-16,0-6-31 0,0 6-23 0,0 0-14 16,0 0 6-16,0 0 0 0,0 22-6 0,-6-7 6 15,-1 1 1-15,2-1-5 0,2 4-2 0,-7 8-15 16,2-2-12-16,-1 5-12 0,3-3-14 0,3 2-10 15,-4 1-7-15,2 0-12 0,3-2-5 0,1-1-10 16,1-1-3-16,3 1-3 0,2-3-16 0,-2 0-16 0,9 2-24 16,-2-10-29-16,3 0-28 0,4-3-37 0,1 0-40 15,5-4-47-15,7-3-41 0,-1 2-27 16,0-8-30-16,-6 1-27 0,5-2-20 0,-7-6-16 0,11 0-21 16,-2-5-14-16,-2-3-4 0,3 2-198 0,-4-6-620 15,3 2 274-15</inkml:trace>
  <inkml:trace contextRef="#ctx0" brushRef="#br0" timeOffset="-188648.72">8598 8523 642 0,'13'-15'60'15,"-3"0"35"-15,3 0 42 0,-4 3 34 0,-9-1 15 16,6 3 15-16,-4 2 11 0,3-3 12 0,-5 0 13 16,0 4 25-16,-5 0-5 0,5 0-8 0,-8 4-7 15,8 3-10-15,-15-7-7 0,8 4-6 0,-1 3-6 16,8 0-21-16,-22 9-17 0,9-6-12 0,-2 6-14 16,0-1-15-16,0 0-12 0,2 7-12 0,-5 5-12 0,5 4-7 15,3-6-6-15,-5 3-17 0,-2 1-37 16,2 1-41-16,2 1-29 0,3-2-60 0,0-5-36 15,0 2-30-15,-1-2-42 0,3 0-39 0,3-1-41 0,1-7-54 16,-2 1-51-16,2-5-202 0,3 1-643 0,-1 0 285 16</inkml:trace>
  <inkml:trace contextRef="#ctx0" brushRef="#br0" timeOffset="-188461.23">8414 8447 262 0,'0'-8'309'16,"-1"-4"3"-16,-3 4 3 0,4 2 18 0,-1-1 16 15,2 1-21-15,-1 6-37 0,0 0-27 0,0 0-1 16,0 0 2-16,0 0-14 0,0 0-25 0,0 0-13 16,9 27-17-16,-3-15-18 0,1-3-16 0,4 6-19 15,-2 0-11-15,6 1-9 0,4 4-15 0,1-2-11 16,5-2-10-16,0-1-25 0,-2-1-44 0,-3-1-55 0,8 2-50 16,2-3-55-16,-5-4-48 0,-4-1-54 0,-1-2-54 15,0-5-50-15,0 2-310 0,-4-9-711 16,-1 4 315-16</inkml:trace>
  <inkml:trace contextRef="#ctx0" brushRef="#br0" timeOffset="-188226.87">8790 8215 226 0,'-3'-4'357'16,"1"-4"-13"-16,2 8 10 0,-10-3-11 0,10 3-9 15,0 0-43-15,0 0 15 0,0 0 26 0,0 0-5 16,0 0-21-16,23 18-17 0,-10-9-7 0,-1 1-17 15,0 6-24-15,4-1-24 0,-1-2-18 0,5 9-19 0,3-5-18 16,-6 8-16-16,3-5-15 0,-2 3-14 16,-2 2-7-16,-1-2-8 0,-5 3-13 0,0 5-10 15,0-4-2-15,-8 3-61 0,-2 2-49 0,0-2-55 0,-9-2-62 16,3 0-63-16,-1 4-47 0,-3-2-46 0,-3-4-53 16,6-7-53-16,-3 1-322 0,9-5-795 15,-3-2 352-15</inkml:trace>
  <inkml:trace contextRef="#ctx0" brushRef="#br0" timeOffset="-187930.03">9422 8413 213 0,'0'0'386'16,"0"0"-6"-16,0 0 20 0,0 0-11 0,0 0-35 15,9-1-31-15,-1-7-23 0,2 4-25 0,1 1-27 0,3 0-25 16,0-2-12-16,3 1-29 0,3 0-17 0,-4 2-16 16,8-3-16-16,-3 1-15 0,-1 3-12 0,-3-3-15 15,2 3-33-15,5 1-55 0,-3-2-47 0,-4 2-44 16,-2 0-50-16,-2 2-57 0,-7-1-54 0,8 3-45 15,-6-1-52-15,-3-2-214 0,-5-1-604 0,3 9 267 16</inkml:trace>
  <inkml:trace contextRef="#ctx0" brushRef="#br0" timeOffset="-187773.8">9545 8587 178 0,'-18'11'233'0,"8"3"6"16,-7-5 3-16,7 1 14 0,0-2 11 0,5-3 1 15,0-1-7-15,4 3 19 0,1-7-4 0,0 0-20 16,10 6-30-16,1-3-20 0,6-3-20 0,3-3-19 0,8 3-20 15,3-3-19-15,-1-6-58 0,-4 1-60 16,4 1-64-16,5 2-72 0,-5-3-80 0,3-1-95 16,-3-1-235-16,1-6-578 0,-3 1 255 0</inkml:trace>
  <inkml:trace contextRef="#ctx0" brushRef="#br0" timeOffset="-186961.31">10404 7855 89 0,'6'-9'390'0,"4"2"6"0,-5-2-4 0,0-2-6 0,5 4-9 15,-7-4-8-15,-3 4-14 0,0-2-19 0,2 1-25 16,-4 0-26-16,-1 1-18 0,-7 0-32 16,5 1-21-16,-6 3-21 0,-1 0-17 0,-11 0-23 0,-4 3-10 15,-2 2-17-15,-1-1-12 0,-7 3-10 0,6-1-8 16,-5 5-14-16,2-1-6 0,1 1-7 0,4 0-8 15,0-1-8-15,6-1-4 0,7 1-8 0,-2 1-3 16,6-2-4-16,0-3-4 0,4 3-5 0,1-2 0 16,-1 4-1-16,8-8-1 0,10 9-1 0,-3 0-3 15,14-5 2-15,-1 4-2 0,10 1-5 0,1 5-1 16,12-2-1-16,7 1-2 0,-4 1 0 0,1-3-5 16,-3 6 3-16,4-5-2 0,-18 6-4 0,8 3 2 15,-18-7 2-15,5 1-6 0,-5 4 1 0,-5-7 1 16,-5 0-1-16,-5 4 4 0,-2-4-1 0,-5 6-3 15,-6 2 3-15,-5-6 0 0,-10 2-2 0,-1 2 1 16,-4-5 2-16,-16 4-2 0,7 1-5 0,-9-5 5 0,14-2 0 16,-9 1-1-16,11-5 2 0,0 4-2 15,1-3-2-15,9-3 1 0,0 2 1 0,3-4-1 16,7 2-2-16,-3 0 0 0,7-2 3 0,-3 3 6 0,9-1 0 16,0-5-2-16,15 10 2 0,0-1-3 0,5 0 1 15,11 2 2-15,12 7-4 0,-3-4 1 0,5 4 3 16,-2-1-5-16,-7 4-1 0,9-1 2 0,-5-1-1 15,-1 4 7-15,-15-4-6 0,4-2-2 0,-7 2-5 16,-3 2 3-16,1 1 0 0,-9-2 2 0,-4-1-1 16,-4 0 9-16,-2 1-9 0,-2 0 0 0,1-2 1 15,-6-2 1-15,2-1-6 0,2 0-22 0,-4 4-37 16,5-7-44-16,1 0-49 0,1-2-40 0,1-1-30 16,3 2-40-16,4-3-53 0,7 0-47 0,6-2-47 15,-1 0-312-15,8-5-783 0,5-2 347 0</inkml:trace>
  <inkml:trace contextRef="#ctx0" brushRef="#br0" timeOffset="-185883.3">11137 8256 91 0,'0'0'328'0,"0"-6"1"16,0 6 1-16,0-9 3 0,0 3 14 0,7-2-1 15,-2 3 10-15,-4-6-10 0,1 2-4 16,4 0-8-16,1-8-27 0,-4 9-8 0,7-8-15 0,-5-2-19 16,5 5-13-16,-1-5-10 0,0 0-15 0,0 0-19 15,-1-8-20-15,-3 7-20 0,5-6-12 0,-5-2-19 16,3 10-10-16,-3-7-16 0,3 3-8 0,-4 5-16 15,1-1-1-15,-5 4-16 0,1-1-4 0,6 5-8 16,-5 0-4-16,-2 3-12 0,3-2-8 0,0 4-7 16,-3 4-5-16,0 0-4 0,0 0-4 0,0 0 3 15,0 0 1-15,-8 19-10 0,6-7 6 0,-3 2-6 16,4 4 2-16,1 1-1 0,0 7 1 0,0 5-4 0,1-2-1 16,6 1 3-16,-2 1-2 0,2-1-1 15,4 2-2-15,-4-2-2 0,-2 1-5 0,3 1-8 16,0-1-5-16,-4-4-4 0,1 0-7 0,6-1-1 0,-9-2-7 15,6-5-2-15,-1 0 2 0,-7 1 0 0,8-5-4 16,-1 0-2-16,-6-3 14 0,3 0-6 0,-1-4 2 16,-3 3 5-16,0-6 1 0,0 2 4 0,1-1 3 15,-1-6 4-15,5 9 6 0,-5-9 0 0,0 0 0 16,0 0-1-16,0 0 5 0,0 0-2 0,0 0 3 16,0 0 1-16,0 0-4 0,0 0 3 0,0 0-1 15,0 0 0-15,0 0 1 0,0 0-2 0,0 0 1 16,0 0-3-16,0 0 1 0,-21-14-1 0,21 14 1 0,0 0 0 15,-8-1-3-15,8 1 2 0,0 0-1 16,-22 0 3-16,22 0 3 0,-15 0 0 0,4 0-2 16,11 0 7-16,-17 0-5 0,2 0-1 0,7 1 0 0,8-1 2 15,-17 0-2-15,7 0 0 0,5 3 3 0,5-3 1 16,0 0-1-16,0 0-1 0,-14 0 4 0,14 0 1 16,0 0 5-16,-12-3 0 0,12 3 2 0,0 0-4 15,0 0 1-15,0 0-2 0,45-1 0 0,-24 2 0 16,1-6 3-16,8 4-6 0,6-2 2 0,-1 3-1 15,-4-6-9-15,6 0-32 0,-6 5-42 0,4-1-47 16,-4-1-46-16,2 2-49 0,-13 1-50 0,0 1-58 16,-5-1-70-16,6-1-69 0,-14 1-279 0,3-4-809 15,-10 4 358-15</inkml:trace>
  <inkml:trace contextRef="#ctx0" brushRef="#br0" timeOffset="-182305.27">11321 8354 110 0,'-12'-4'321'0,"12"4"-29"16,-3-4-27-16,3 4-24 0,-12-1-16 0,12 1-27 15,-16 0-10-15,16 0-15 0,-17 1-13 0,12 0-18 16,-3 4-13-16,8-5-17 0,-8 9-9 0,1-8-9 16,7-1-6-16,-5 11-12 0,3-10-6 0,2-1-7 15,0 0-2-15,0 0-8 0,0 0-4 0,0 0-5 16,0 0-7-16,0 0 1 0,19-10-10 0,-14 4-1 16,3-2-1-16,-5-4 1 0,5-3-5 0,-4-1-2 15,1-2-6-15,-4-3 0 0,11-5-1 0,-12-3-3 16,3 0 0-16,1-1-1 0,-1 0-2 0,-3-3-2 15,0 5 3-15,0-1-4 0,-7 4 10 0,7 5 21 0,-3 1 16 16,-2 5 9-16,-2 2 2 0,6 1-18 16,-6 7-1-16,-1-4-7 0,-1 8 1 0,-2 0 3 15,-6 8 8-15,1-1-5 0,-11 10 4 0,9-2 0 0,2 7 2 16,1 1 4-16,1 1-2 0,4 2-3 0,1 2-9 16,9 2 1-16,0 0-4 0,8-2-1 0,0 4-1 15,5-2-5-15,2-6-3 0,5 0-4 0,3 2 3 16,10-3-5-16,-9-3-3 0,2-1-2 0,5-4 2 15,-1 1-4-15,5-6-3 0,-5-1-14 0,-2 0-2 16,3-6 2-16,-9 0 6 0,-1-3-16 0,-1-3 10 16,-8 3-1-16,1-3 0 0,-6-2-2 0,1 1 1 15,-3 1-5-15,-5-8 5 0,0 11 0 0,-15-12-5 16,0 5 2-16,-3 2 4 0,-4 1 0 0,-9 1 0 16,1-2 2-16,2 2-5 0,-3 1 6 0,9 3 2 15,-1-1-1-15,3 4 5 0,9-2-11 0,-1 1 4 16,4 3 1-16,1-3-2 0,-1 3 13 0,8-2 3 0,0-4 4 15,13 12 0-15,2-7 5 0,3 1 0 0,10 1 0 16,2 2-1-16,1-2-6 0,3-1-3 16,-3-4 0-16,-1 6 2 0,-4-4 0 0,-7-2 0 0,0-1 1 15,-7 3 11-15,1-4 30 0,-5 1 18 0,-8-1 5 16,0 0-10-16,10-5-9 0,-10 5-7 0,0 0-5 16,-26-10-5-16,9 4-11 0,-4 0-17 0,1 1-40 15,-2 1-43-15,-1-7-43 0,8 7-34 0,-1-2-45 16,-1 1-56-16,4 0-60 0,8-2-65 0,3 3-282 15,2-4-709-15,5 0 313 0</inkml:trace>
  <inkml:trace contextRef="#ctx0" brushRef="#br0" timeOffset="-181695.89">11986 8173 317 0,'-2'-12'344'0,"2"5"3"15,0 0-4-15,-1-3-5 0,-4 2-6 0,5-6-19 16,-2 5-12-16,2-3-18 0,-5 1-17 0,5-1-18 15,5-1-21-15,-3 3-18 0,-1-1-21 0,4 2-18 16,4-2-20-16,-1 4-17 0,7-1-14 0,0 1-12 16,-2-1-15-16,2 7-7 0,0-3-5 0,1 4-12 0,6 0-8 15,-7 1-9-15,5 5 1 0,9 3-11 0,-4 2-3 16,-5-3-2-16,-3 7-5 0,6 1-6 16,-10-1 1-16,4 2-2 0,-4 8-4 0,0-5-5 0,-6 0-1 15,1 7 0-15,-6-11-1 0,-2 11-3 0,0-7 1 16,-10 6-5-16,3-4 2 0,-1-4 2 0,1-3-1 15,-4 0-3-15,-6 0 1 0,4 0-2 0,-4-6 3 16,2 0 0-16,2-3 1 0,5 1 3 0,-5-2-4 16,3-3-3-16,1-2 4 0,9 0 2 0,-16-7 9 15,11 0-18-15,3-4 7 0,-4 2-3 0,14-6 5 16,-1 0-6-16,1-9 1 0,8 4-2 0,4-3-2 16,0 2 2-16,3-4 0 0,0-1 1 0,6-2-4 15,-8 5 1-15,-4 0-3 0,6 4 3 0,-8 2-2 0,-4 2-1 16,1 2 23-16,1 3 19 0,-8 2 6 15,3 0 6-15,-6 0-7 0,5 5-7 0,-7 3-3 0,0-8-4 16,0 8-4-16,0 0 7 0,0 0 3 0,0 0 1 16,-32 15 1-16,27-6 7 0,-5 6-1 0,5-4-3 15,-1 4-5-15,1 1-3 0,1 0 0 0,4 4-1 16,0-3-4-16,0 0 1 0,2 3-5 0,6-1-3 16,4-2-2-16,1-2-4 0,4 6-35 0,6-1-36 15,-2-1-42-15,8-4-49 0,-6-2-46 0,8 1-69 16,-1-1-54-16,-2 1-56 0,2-6-49 0,-5-1-381 15,-7 2-867-15,3-6 384 0</inkml:trace>
  <inkml:trace contextRef="#ctx0" brushRef="#br0" timeOffset="-181477.13">12933 8455 9 0,'11'5'325'0,"-11"-5"22"0,14 0-5 0,-14 0-1 16,16 0-5-16,-9 2 11 0,1 2-6 15,-8-4-11-15,20 0-9 0,-12 4-17 0,10 4-24 0,-8 1-27 16,5-3-24-16,-5 3-25 0,3 1-21 0,1 1-20 16,-6-2-13-16,5 3-17 0,-10 2-9 0,1 2-14 15,-3-3-23-15,-1 2-42 0,-1-5-41 0,-4 7-50 16,-3-2-55-16,1 0-43 0,-6-1-36 0,-2 0-34 16,-2-3-53-16,1-2-64 0,-4-1-341 0,0-3-726 15,-2-4 322-15</inkml:trace>
  <inkml:trace contextRef="#ctx0" brushRef="#br0" timeOffset="-180914.63">13221 8095 57 0,'1'-10'368'0,"-1"4"-16"15,4 2-22-15,1-3-19 0,1 2-18 0,-1-3-15 16,7 4-9-16,-1-4-20 0,-2 5-22 0,4-3-17 16,2 1-23-16,0 1-12 0,1 1-15 0,1 2-16 15,-1-3-14-15,1 8-15 0,0-3-11 0,4-1-13 16,-8 3-11-16,2 0-4 0,2 1-11 0,3 1-8 16,-10 2-4-16,-4 4-3 0,6 1-9 0,-4-3-8 15,-1 6 0-15,-6-1-1 0,8 3-1 0,-9-2-12 16,0 5 4-16,0-2 2 0,-2 3 0 0,-5-4-2 15,2 4-1-15,-5-5-4 0,5 3 1 0,-3-4 6 0,0 2-13 16,0-2-1-16,-6-3-5 0,6-3 3 16,3 0 5-16,-3-3-7 0,6 0 8 0,-3 0-7 0,4-5 3 15,1-1 2-15,0 0-6 0,0 0 13 0,0 0-18 16,-12-11-4-16,12 11 4 0,12-17 0 0,-6 5-3 16,4-2 2-16,3-2 3 0,2-5-3 0,5 0 2 15,3-12 2-15,7 0-2 0,-7 10 0 0,2-9-1 16,-5 6 3-16,-5 0 15 0,5 7 39 0,-9 1 34 15,-1 0 28-15,-3 7 9 0,3-5 5 0,-9 7 0 16,4 0-6-16,-1-1-13 0,-8 3-11 0,8 3-11 16,-4 4-12-16,0 0-12 0,0 0-1 0,0 0 7 15,-12 19 3-15,7-8-7 0,-1 5-9 0,2 1-4 0,-1 9-4 16,2-6-8-16,1 6-3 0,2-8-1 16,5 7-1-16,-3-5-6 0,6-1-5 0,-1 4-2 15,4-9-3-15,-1 3-16 0,4 0-30 0,-3-3-32 0,2-3-36 16,2-2-42-16,2-1-58 0,-1-5-54 0,6 1-47 15,-6-4-59-15,-1 0-57 0,5-5-60 16,-5-2-336-16,0-1-868 0,2-4 384 0</inkml:trace>
  <inkml:trace contextRef="#ctx0" brushRef="#br0" timeOffset="-180586.5">13846 7761 343 0,'-5'-3'389'0,"-3"0"-6"16,8 3-7-16,0-8-18 0,0 8-26 0,0-9-13 16,13 5-9-16,-4 0-15 0,2 0-13 0,6 0-8 0,4 4-20 15,-1 0-24-15,2 0-20 0,-4 1-20 0,3 2-19 16,-2 2-17-16,1 2-14 0,-4 1-15 16,-1 0-12-16,0 3-13 0,-4-2-8 0,-2-1 0 0,-1 1-16 15,0 3-9-15,-8-3-3 0,7 3-10 0,-14 0 1 16,7-2-4-16,-6 6-3 0,-3-8-2 0,3 6-3 15,-6-5 0-15,6 0-13 0,-3-3-1 0,6 0-3 16,-7 0 1-16,5-5-1 0,-2 7 2 0,7-8 0 16,-8 4-2-16,8-4-7 0,0 0-1 0,0 0-4 15,0 0-11-15,0 0-35 0,0 0-41 0,30-16-51 16,-13 7-51-16,1 3-48 0,5-2-56 0,5 3-55 16,2-2-63-16,0-5-68 0,-2 4-244 0,2-6-768 15,1 1 341-15</inkml:trace>
  <inkml:trace contextRef="#ctx0" brushRef="#br0" timeOffset="-179867.75">14173 7341 28 0,'-2'-6'396'0,"2"-1"-15"0,-5-1-16 0,5-3-10 16,0 4-31-16,0-1-17 0,0 3-14 0,5-2-25 15,-5 2-32-15,2-3-26 0,11 5-19 0,-5 0-20 0,7 2-14 16,-2 1-19-16,10 0-10 0,-1 0-19 15,6 5-5-15,-2 3-15 0,1 1-7 0,4 1-2 16,-2 1-11-16,0 5-10 0,-4 1-7 0,3 0-1 0,0 1-15 16,-6 1 6-16,1-2-7 0,-3 3 7 0,-3 5-14 15,-1-3 1-15,-1 2-7 0,-3-2 6 0,-6-3-7 16,-1-3-6-16,0 5 2 0,0 4-3 0,-7-5 1 16,-1 6-2-16,-5-3 0 0,0 0 0 0,-6 2-2 15,1-2 0-15,-3-1 10 0,-6 1-13 0,2-2 0 16,0 0-4-16,-1-3 4 0,-2 1-3 0,3 3-1 15,5-9 1-15,0 2 4 0,0 0-2 0,3-3-1 16,4 0 13-16,2 0-7 0,1 0-3 0,5-2 7 16,1-2-6-16,9 3 8 0,3-3 0 0,7 3-6 15,12 2 4-15,-2-2 2 0,14 1-12 0,6 0 7 16,-5-2-4-16,-1 6 1 0,1-8 1 0,5 3-7 0,-19-3 6 16,4-4-5-16,-5 4-2 0,1 0 1 0,-1 0-5 15,-12-4 2-15,-1 4-4 0,-4-2 5 16,-7-2 0-16,4 4 2 0,-8 0 10 0,-2 0 1 0,-3 4 2 15,-6-5 2-15,-4 1 3 0,-2 4 0 0,-6-1-2 16,6 0-6-16,-2 1 1 0,-2-4-4 0,4 7-5 16,-2-6 6-16,4 2-2 0,-2 4-2 0,7-4 3 15,3 1 1-15,-2 1 5 0,0-2 1 0,11 0 0 16,-1 5 5-16,4-3-4 0,3 5-1 0,1-6-1 16,-1 3 0-16,12 0-8 0,-9 1 6 0,2 1-4 15,6 0 3-15,-1-1-1 0,-2 0 0 0,-3-4-1 16,0 3 0-16,-3-1 1 0,-6-1 1 0,3 1 3 0,-8-1 1 15,-2 1 0-15,-4-1 0 0,-9 1-2 16,0-4-1-16,-10 9-2 0,0-4-1 0,-5 1-3 16,-5-4 1-16,-6 7-15 0,-1 0-46 0,-7-4-56 0,5-2-68 15,-2 1-70-15,3-1-84 0,8-6-103 0,-13 4-346 16,3-7-842-16,14 3 373 0</inkml:trace>
  <inkml:trace contextRef="#ctx0" brushRef="#br0" timeOffset="-178086.37">5586 10507 265 0,'6'-27'417'0,"-1"2"0"0,2 7-9 16,-4-2-23-16,5 5-14 0,-4 3-19 0,-3 2-31 15,1 2-31-15,1 3-36 0,4 1-28 0,-7 4-27 16,0 0-17-16,0 0 11 0,7 24-1 0,-6-6-13 16,7 10-6-16,-3 0-4 0,-3 17-10 0,6-2-14 0,-3 4-13 15,-3 1-12-15,5 3-10 0,-2 1-11 0,-4-2-9 16,1 3-11-16,1-1-1 0,-1 1-10 16,-2-1 2-16,3-6-12 0,-6 6-6 0,1-11-7 0,-1-2 5 15,0-6 18-15,-2-5-2 0,-2-5-5 0,4-1 3 16,-9-5 4-16,5-2 10 0,-4-1 12 0,-1-6-2 15,2-3 3-15,-3-3-5 0,-8-2-15 0,-9-5-9 16,0 3-6-16,-20-12-3 0,6 1-9 0,-3-2-5 16,3-5-2-16,-6 3-4 0,4 1-7 0,3 0-7 15,0-4-20-15,-2 2-26 0,15 7-35 0,7 2-31 16,1 2-43-16,3 4-41 0,10-2-46 0,-1 3-51 16,4 0-59-16,1-2-64 0,5 4-61 0,0 0-50 0,16-14-303 15,-2 9-876-15,9-2 388 0</inkml:trace>
  <inkml:trace contextRef="#ctx0" brushRef="#br0" timeOffset="-177617.62">5763 10491 236 0,'-5'-8'338'0,"5"-2"5"16,0 0-5-16,-9-1-2 0,9-7 7 0,-5 5-2 16,2-6 2-16,-3 2-9 0,1-1-10 0,1-1-10 15,-1 0-25-15,4-6-23 0,1-4-23 0,0 4-23 16,0 8-19-16,0-3-15 0,8 0-23 0,-1 4-13 16,-1-2-14-16,1 2-17 0,3 0-12 0,-2 2-10 0,0 1-14 15,4 4-7-15,-2 1-8 0,3-1-9 16,0 1-7-16,-4 6-10 0,5 0-3 0,1 1-4 15,0 2-8-15,5 1-2 0,-5 5-1 0,2 5-3 0,2 5-1 16,-2-1-2-16,4 2-4 0,-2 6-1 0,-1-1-1 16,-2 5-2-16,1-1-1 0,1 7-1 0,-3-7 0 15,2 0-2-15,-7 0 3 0,0-1-4 0,1-2-1 16,1-8 1-16,-6 0-2 0,3-1 5 0,-8-3 4 16,4-5-6-16,3 6 4 0,-6-6 4 0,3-6 0 15,-5-1-2-15,0 0 2 0,0 0-6 0,17-12-2 16,-11 2-3-16,3-3 2 0,2-6 1 0,-4-1-2 15,4-4-3-15,1-1-15 0,-4 1-22 0,0 0-23 16,7 0-31-16,-8 6-25 0,3-14-35 0,-2 16-14 16,2 4-47-16,-5-3-25 0,-2 8-37 0,-1-1-47 15,5 2-49-15,-7 6-40 0,0 0-282 0,0 0-746 16,0 0 330-16</inkml:trace>
  <inkml:trace contextRef="#ctx0" brushRef="#br0" timeOffset="-177226.88">5888 10784 84 0,'2'9'316'0,"-2"-9"-15"0,0 0 0 0,0 0-22 15,8 0-12-15,-8 0-5 0,0 0-6 0,0 0 6 16,22-8-1-16,-22 8-2 0,7-1-9 0,1-1-15 15,-8 2-17-15,0 0-18 0,8-5-20 0,-8 5-24 16,8-1-14-16,-8 1-16 0,0 0-17 0,0 0-12 16,12-2-4-16,-12 2-11 0,13-1-10 0,-3 1-6 15,2 0-8-15,-2 1-3 0,3 1-6 0,-2-2-7 16,8 0-5-16,-3 0-11 0,4 1-20 0,3-1-1 0,-3-1-10 16,-2 1-10-16,2 0-7 0,-5 0-4 0,2 0-4 15,1-2 2-15,-7 1-1 0,3 1-1 16,-14 0 1-16,15-3 14 0,-9 2-4 0,2-2 2 0,-8 3 6 15,9-8-6-15,-9 8 7 0,0-3 2 0,0 3-7 16,3-9 6-16,-6-2 0 0,3 11 3 0,0-7 16 16,0 7-15-16,-2-12 3 0,-5 7-2 0,7 0 1 15,0 5 13-15,0 0-20 0,0-11-15 0,0 11-42 16,0 0-45-16,0-6-32 0,0 6-35 0,0 0-43 16,0 0-51-16,22 11-53 0,-17-7-249 0,5 0-624 15,-3 4 277-15</inkml:trace>
  <inkml:trace contextRef="#ctx0" brushRef="#br0" timeOffset="-176617.44">6018 11431 318 0,'0'0'408'0,"0"0"-14"0,0 0 6 0,-10 4-9 16,10-4-29-16,0 0-21 0,0 4-19 0,0-4-30 15,0 0-19-15,0 0-15 0,13 6-5 0,-13-6 1 16,16 3-13-16,-2 1-21 0,1-2-20 0,3 4-18 16,-3 0-20-16,0 2-19 0,4-3-14 0,-4 3-16 15,0 1 0-15,0 0-20 0,-10-6-9 0,12 10-8 16,-11-3-9-16,-4-1-2 0,3 2-6 0,-5 1 10 16,-5 2 4-16,3 4-3 0,-6-3 3 0,-5 0-5 15,6-2-6-15,-3 1 2 0,4-5-6 0,-3 1 2 16,4-2-8-16,4-2-6 0,-8-3 1 0,9-3 1 15,0 6 0-15,0-6-8 0,0 0-3 0,30-9-8 16,2-3-15-16,1 0-37 0,11-5-35 0,3-2-52 16,-1-4-46-16,4 4-57 0,1-6-56 0,-1 2-83 15,-1-3-90-15,-2-2-96 0,-1-5-297 0,-1-2-906 0,-4 1 401 16</inkml:trace>
  <inkml:trace contextRef="#ctx0" brushRef="#br0" timeOffset="-176398.69">6877 10875 377 0,'0'-8'403'0,"0"8"-2"16,8-7 5-16,-3 4-13 0,-5 3-45 0,8-10-37 15,-1 3-30-15,-2 5-35 0,5-3-18 0,-4 2-24 16,4 1-20-16,3 1-21 0,1 1-17 0,-4-3-32 0,8 3-40 15,-2 3-66-15,8-3-54 0,-5 0-48 16,0 1-50-16,2 2-53 0,-4 2-58 0,1-3-53 16,-2 3-233-16,-1-1-586 0,-10 0 260 0</inkml:trace>
  <inkml:trace contextRef="#ctx0" brushRef="#br0" timeOffset="-176242.43">7060 11033 249 0,'-8'8'294'16,"-5"3"7"-16,6-2 2 0,1-3-3 0,-1-2-8 15,4 1 1-15,3-5 7 0,-5 4-2 0,5-4-9 16,0 0-21-16,0 0-24 0,34-2-25 0,-12 0-27 16,6-4-19-16,2-1-40 0,10-5-55 0,8 2-61 15,-2-6-60-15,-1 12-59 0,-2-7-73 0,-10 0-80 16,8 2-96-16,4-7-203 0,-15 9-598 0,1-9 265 16</inkml:trace>
  <inkml:trace contextRef="#ctx0" brushRef="#br0" timeOffset="-174976.79">8540 10201 268 0,'2'-8'287'16,"1"3"4"-16,-3 5-3 0,2-9 1 0,-2 9 3 15,-2-9-9-15,-3-2 2 0,5 7-8 0,-7-1-19 16,4 0-20-16,-2-2-27 0,-3 1-15 0,1 2-10 15,-6 3-21-15,1-3-18 0,-6 1-9 0,0 2 0 16,0 1-10-16,-4 1-6 0,-3 4-8 0,6-3-11 16,-6 2-9-16,5-1-10 0,-2 6-8 0,6-2-10 15,-6 1-5-15,9-1-8 0,-2 1-6 0,7 0-6 16,0-1-4-16,1-1 2 0,0 4-8 0,4-1 1 0,3-2-3 16,3-3-2-16,-1 7-2 0,10-4-1 0,-4 1-1 15,7 2-5-15,5-1 0 0,3-3 0 16,-2 3-3-16,7 3 0 0,-4 1 0 0,7-1-7 0,1-1-2 15,-4 5 5-15,0-1-3 0,-5-1-2 0,3-1-5 16,-2 4-10-16,-1 1 3 0,-8-3 0 0,-7 0-5 16,5 1 4-16,-8 0-3 0,-3 3 2 0,-2 0-5 15,0-2 0-15,-7 2 6 0,-1 0-3 0,-5 0 7 16,-9 2-3-16,4 1 4 0,-10-5-2 0,5 1-1 16,-7 0 2-16,0-5-3 0,-3 2 4 0,10-4 11 15,-4 2-9-15,9-5-4 0,2-2 3 0,2-1 2 16,-1 2 3-16,9-3-2 0,-2 0 6 0,3-3-18 0,5-1 13 15,0 0-2-15,0 0 0 0,0 0-5 16,43 0 5-16,-17-1-3 0,6 2-2 0,-1 1 4 16,4-1-2-16,1 0-2 0,-3 9 3 0,2-3-4 0,-4 1 3 15,4 4 6-15,-5 3-9 0,-7 2 2 0,4 0 0 16,-11 4-1-16,-1 3 1 0,-7 0-2 0,4 2 3 16,-10 13 1-16,-4-8-1 0,-3-1 4 0,-5 0-1 15,7 7 2-15,-7-5-4 0,2-7 4 0,-2 4-9 16,5 0 5-16,0-1 2 0,0-10 2 0,1 3 4 15,4-2-2-15,0-4-3 0,4 5 6 0,1-9 3 16,5 1-4-16,6-4 1 0,-1-1 2 0,17-2-5 16,-1-5 3-16,14 0-17 0,-4-5-24 0,10-3-10 15,-9-1-36-15,4-3-29 0,-3-3-32 0,-3 1-34 16,-9-1-51-16,-1-1-57 0,-2 0-75 0,-6-4-326 16,-2 1-739-16,3-4 327 0</inkml:trace>
  <inkml:trace contextRef="#ctx0" brushRef="#br0" timeOffset="-174445.46">9247 10428 328 0,'-7'-3'348'16,"7"3"-22"-16,-3-8-5 0,0 3-14 0,3 5-34 16,0 0-28-16,-14 0-14 0,14 0 1 0,-13 7-14 15,10-1-8-15,3 2-14 0,-7-1-13 0,5 5-19 16,2-3-11-16,2 6-17 0,1-1-16 0,1-1-9 16,-1 1-12-16,5 5-15 0,1-4-2 0,-3 2-10 0,1-5-5 15,3 1-8-15,-5 1-2 0,5-4-4 0,-9-2-4 16,4-3-8-16,4 3 1 0,-9-7-6 0,6 4 3 15,-6-5-16-15,0 0-1 0,0 0 1 0,0 0-4 16,17-12-2-16,-14 5 0 0,2-1-5 0,0-2 3 16,-5 2-3-16,5-1 3 0,-3 2-2 0,6-4-1 15,-8 3-1-15,5 1 2 0,-3 1-6 0,6 0 0 16,-8 6-4-16,6-1 1 0,-6 1 0 0,20 1 0 16,-10 3 1-16,5 3 4 0,-2 0-9 0,4 1 1 15,3 1 17-15,-2 1-17 0,8 0 3 0,-7-2-4 16,7 7-1-16,-8-6 7 0,4-3 0 0,-4 1-4 15,7 0 1-15,-10-6 8 0,5 0-5 0,-12-1-3 16,5 0 3-16,2-2-1 0,0-5 2 0,-5 1-3 0,-3-3 9 16,-1-1 14-16,-1-2 6 0,-5 0-2 0,-5-4 4 15,5-1-7-15,-6-2-1 0,-3-8-3 16,3 8-2-16,-1-6-4 0,-3 7 0 0,3 2-3 0,-2-2-6 16,4 7-16-16,-7-4-27 0,9 6-50 0,-6 1-50 15,6 2-50-15,-4 5-38 0,7 1-37 0,0 0-47 16,0 0-51-16,-9 16-301 0,9-5-712 0,0 1 316 15</inkml:trace>
  <inkml:trace contextRef="#ctx0" brushRef="#br0" timeOffset="-174211.08">9889 10695 144 0,'7'5'346'0,"-7"-5"-6"16,0 0-13-16,8 6 9 0,-8-6 8 0,7 5-11 15,-6 0-17-15,2 2-11 0,-3-2-24 0,4 5-20 0,-1 1-22 16,-3-2-15-16,3 7-21 0,-1-5-24 0,-2 7-15 16,3 0-15-16,-3-1-15 0,2 0-11 0,-2 0-17 15,7 1-11-15,-7-3-38 0,0 0-30 0,1-2-46 16,-1-2-48-16,4-2-45 0,-4-3-44 0,1 2-40 16,-1-4-41-16,0-4-56 0,2 4-54 0,-2-4-254 15,0 0-652-15,0 0 289 0</inkml:trace>
  <inkml:trace contextRef="#ctx0" brushRef="#br0" timeOffset="-173945.45">10308 10426 388 0,'1'-5'383'0,"-1"5"4"0,4-9 25 0,-4 4 4 16,0 5-13-16,1-8-22 0,6 4-30 0,-7 4-29 0,0 0-41 15,0 0-29-15,0 0-25 0,0 0-21 0,0 0-20 16,0 0-18-16,-8 18-18 0,3-9-12 0,-4 2-15 16,8 0-11-16,-4 5-12 0,-7 0-14 0,4-1-4 15,0 4-6-15,-1-2-10 0,-5 5-17 0,4-7-33 16,-5 4-42-16,8-4-34 0,-6 1-38 0,1-4-37 16,2 1-36-16,2 0-31 0,1-4-35 0,-1-2-26 15,6-1-26-15,-4-1-28 0,6-5-23 0,-7 1-20 16,7-1-185-16,0 0-588 0,0 0 261 0</inkml:trace>
  <inkml:trace contextRef="#ctx0" brushRef="#br0" timeOffset="-173757.94">10162 10563 21 0,'0'-12'113'0,"0"2"22"0,0-1 29 0,3-4 22 15,-3 6 22-15,-3-2 8 0,0 3 10 0,-1 0 3 0,1-3 5 16,1 4 12-16,-1 1 3 0,0 4-10 0,3 2-15 16,0-12-12-16,0 12-37 0,0 0-13 0,0 0 10 15,0 0-1-15,0 0-7 0,0 0-16 0,8 19-10 16,0-12-8-16,1 6-8 0,4-3-16 0,2 7-13 15,0-5-12-15,6 11-1 0,-3-5-12 0,4-2-30 16,-5-1-43-16,1-1-38 0,-3-1-45 0,4 3-44 16,-4-3-54-16,0-1-53 0,2-2-57 0,-2 1-66 15,-5-5-205-15,1 0-613 0,2 2 271 0</inkml:trace>
  <inkml:trace contextRef="#ctx0" brushRef="#br0" timeOffset="-173304.81">10675 10563 187 0,'-8'-3'420'0,"8"3"-17"16,0 0-4-16,0 0-2 0,0 0-30 0,8-11-34 16,0 7-32-16,-1 1-31 0,5 2-23 0,4-6-25 15,6 6-24-15,-1-3-23 0,6-6-9 0,1 9-26 16,2 0-12-16,1 1-12 0,1 0-19 0,-3 1-24 0,-2-1-38 16,-2 0-15-16,-2 0-47 0,-5 0-34 15,2 0-29-15,-2 1-32 0,-6 5-32 0,-7-4-32 16,-5-2-31-16,15 2-26 0,-9-1-26 0,-6-1-38 0,0 0-196 15,0 0-546-15,0 0 242 0</inkml:trace>
  <inkml:trace contextRef="#ctx0" brushRef="#br0" timeOffset="-173086.06">10831 10455 272 0,'-4'-3'299'0,"1"-5"11"0,3 8 9 15,-3-7 20-15,-2-1 19 0,5 8 7 0,-2-4-2 16,2 4-15-16,0 0-21 0,-1-8-33 0,1 8-36 15,0 0-23-15,0 0-26 0,0 0-12 0,0 0-25 16,0 0-14-16,14 24-12 0,-12-12-13 0,6 1-17 16,-1 4-8-16,0-2-16 0,4 5-6 0,-1 7-7 15,0-9-34-15,-2 7-46 0,-4-8-52 0,7 3-54 0,2 0-46 16,-8-3-41-16,5 1-42 0,-8-6-55 0,11 2-56 16,-6-7-48-16,1 2-248 0,-1-4-694 15,8-4 307-15</inkml:trace>
  <inkml:trace contextRef="#ctx0" brushRef="#br0" timeOffset="-172648.55">11278 10344 84 0,'0'-8'318'0,"-2"4"-17"0,2 0-8 0,0 4-3 16,-5-7-17-16,5 7 6 0,0 0-1 0,0 0-11 15,-21 12-18-15,19-4-29 0,-1 4-15 0,-1 2-23 16,3-1-14-16,1 8-14 0,0-3-18 0,1 2-9 15,1-4-11-15,1 9-13 0,1-7-13 0,4-1-7 16,-5 2-8-16,7-4 1 0,-3-1-22 0,1-5-17 16,0 2-10-16,0-6-15 0,-1 0-8 0,5 1-10 15,-7-2-15-15,8 0-9 0,-8-3 4 0,-5-1-3 0,16-1 5 16,-7-3 3-16,-3-1 1 0,8-2 3 0,-9 3 3 16,4-5 6-16,-4 2 5 0,5-1 13 15,-8 2 11-15,3-6 11 0,3 9 5 0,-3-3 6 0,3 0 4 16,-1 1-15-16,-4-1-3 0,-3 6 2 0,14-1-9 15,-14 1 9-15,18 9-10 0,-8-6 2 0,1 1-5 16,1 4-4-16,3-5 7 0,0 9-6 0,1-1 1 16,-1-1-8-16,2 0 8 0,-1-5-6 0,-1 2 5 15,0 0 9-15,-5-3-13 0,5 0 0 0,-8-1 1 16,2-1-1-16,-9-2-2 0,20-3 0 0,-15 0 1 16,4-4 2-16,-6-2 5 0,2-2 8 0,-5-4 3 15,0 4-2-15,0-6-5 0,-5-2 1 0,3 0-2 16,-8-7-3-16,5 1-7 0,-5-1 3 0,7 7-1 15,1-1-22-15,-6 1-34 0,8-1-47 0,-5 2-42 16,4 5-57-16,-4 2-60 0,-2 3-77 0,7 3-76 16,-2-1-208-16,2 6-663 0,0 0 294 0</inkml:trace>
  <inkml:trace contextRef="#ctx0" brushRef="#br0" timeOffset="-172320.42">11854 10635 247 0,'5'4'326'0,"5"1"7"0,-4-2 8 16,2 2-7-16,-3 2 5 0,5-1-10 0,-3-2-6 16,0 4-25-16,1-4-22 0,-2 4-16 0,1-1-22 15,-2 4-11-15,0-2-10 0,0 2-23 0,-2-3-9 16,-1 4-17-16,1-4-16 0,2 6-14 0,-1-2-9 0,-4-7-8 15,1 9-8-15,-1-5-8 0,0 0-9 16,2 0-8-16,-2-5-9 0,2 3-10 0,-2-2 0 16,0-5-9-16,0 0-3 0,0 8-7 0,0-8-1 0,6 4-3 15,-6-4-6-15,0 0-6 0,0 0-4 0,15-10-33 16,-15 10-31-16,17-7-31 0,-9-1-39 0,7-4-42 16,0 3-52-16,-2-3-40 0,2-1-63 0,8-5-71 15,-3-1-67-15,1-5-271 0,3-3-770 0,5-4 341 16</inkml:trace>
  <inkml:trace contextRef="#ctx0" brushRef="#br0" timeOffset="-172107.34">12415 10390 2 0,'-2'-5'307'0,"2"5"18"0,0 0 12 0,-13-2 23 16,13 2 27-16,0 0-2 0,-10-3-2 15,10 3-20-15,-12 0-17 0,12 0-13 0,-15 6-12 16,6-2-18-16,2 0-30 0,-6 1-25 0,3 1-24 15,3 3-26-15,-6 3-17 0,-2-1-15 0,2 0-16 16,3 2-16-16,-5 2-13 0,7-1-19 0,-7 2-27 16,3-4-32-16,2 6-37 0,-1-5-43 0,1 2-38 15,3-1-30-15,-1-4-61 0,1 0-45 0,6-1-31 16,-6-1-36-16,5 0-23 0,2-5-29 0,0-3-18 16,-6 6-17-16,6-6-238 0,0 0-652 0,0 0 288 0</inkml:trace>
  <inkml:trace contextRef="#ctx0" brushRef="#br0" timeOffset="-171919.84">12210 10549 228 0,'3'-8'99'0,"0"-3"41"0,-6-2 15 0,6 6 30 0,0-1 17 16,-1-4 21-16,-4 9 26 0,2-5 35 0,0-3 37 16,0 4 8-16,0 1 6 0,-3-1 1 0,3 7-20 15,0-9-33-15,0 9-27 0,-5-10-27 0,5 10-25 16,0 0-13-16,0 0-20 0,0 0-11 0,12 19-14 16,-9-11-16-16,9 3-11 0,-1 2-4 0,1-2-20 15,1 7-16-15,5 0-36 0,-1-4-39 0,-2-1-44 16,8 1-41-16,0-2-46 0,-3-2-44 0,3 3-38 15,-1-8-49-15,-6 2-52 0,4-4-53 0,2 2-315 16,-6-5-735-16,1 0 325 0</inkml:trace>
  <inkml:trace contextRef="#ctx0" brushRef="#br0" timeOffset="-171591.72">12564 10134 317 0,'-4'-3'381'0,"1"-3"10"0,-4 0 7 16,7 0-3-16,-4-1-14 0,4 7-15 0,-4-8-28 16,4 8-28-16,0 0-31 0,0 0-28 0,0 0-24 15,0 0-21-15,0 0-15 0,18-2-20 0,-18 2-15 16,19 10-14-16,-9-5-13 0,-2 2-10 0,7 0-11 16,0 2-13-16,-2 2-9 0,2-2-5 0,-7 4 7 15,5-3-1-15,1 1-14 0,-6 0-5 0,-5-1-3 16,4 1-3-16,-1-4 7 0,-4 5 3 0,-2-8-2 15,3 7-3-15,-6-2-4 0,1-3-2 0,2 0-2 16,-6-3-4-16,2 3 0 0,-1 0-6 0,-1-2-6 16,6-4-6-16,-3 8-3 0,3-8-2 0,0 0-5 15,-7 3-1-15,7-3-6 0,0 0-9 0,-5 6-24 16,5-6-28-16,0 0-33 0,0 0-50 0,0 0-60 0,0 0-53 16,30-7-53-16,-15 7-54 0,0-2-58 0,-1-3-68 15,6 2-302-15,-3-4-837 0,11-3 370 16</inkml:trace>
  <inkml:trace contextRef="#ctx0" brushRef="#br0" timeOffset="-170951.07">13251 10723 100 0,'10'4'430'16,"-10"-4"9"-16,11 0-9 0,-11 0-3 0,15-4-6 0,-15 4-15 15,15-7-24-15,-7 2-30 0,-5 0-24 16,9 0-28-16,-5-1-16 0,-2-1-16 0,3 0-9 0,-3 0-17 15,2 1-10-15,-1-1-22 0,-3 3-21 0,1-1-18 16,-4 5-16-16,8-8-16 0,-8 3-17 0,0 5-13 16,0 0-11-16,0 0-13 0,-12-7-10 0,12 7-6 15,-14 0-8-15,14 0-9 0,-15 3-10 0,8 0-30 16,-5 1-45-16,4-2-43 0,0-1-47 0,0 4-57 16,1-2-54-16,7-3-61 0,-5 9-57 0,3-5-58 15,2-4-68-15,0 0-307 0,9 8-851 0,-1-3 377 16</inkml:trace>
  <inkml:trace contextRef="#ctx0" brushRef="#br0" timeOffset="-170654.2">13312 10328 90 0,'-8'-4'357'0,"3"1"-9"0,5 3-24 0,0 0-19 0,-12-1-26 15,12 1-23-15,0 0-19 0,0 0 2 0,0 0-17 16,0 0-16-16,0 0-15 0,0 0-16 0,23 9-17 16,-15-6-20-16,4-2-11 0,-5 2-12 0,-7-3-12 15,23 0-12-15,-17 0-9 0,6 0-4 0,-12 0 1 16,15-3-12-16,-8 2-7 0,1 0-9 0,-2-7-7 16,-6 8-2-16,7-6 3 0,-7 6-7 0,2-11-7 15,-2 11-1-15,-2-5-6 0,2 5 0 0,-7-8-4 0,-1 4-6 16,8 4-3-16,-15-5-12 0,9 3-29 0,-1-2-34 15,7 4-34-15,0 0-37 0,-21 12-41 16,12-6-56-16,6 0-59 0,-4 1-68 0,1 1-194 0,4-1-599 16,-1 2 266-16</inkml:trace>
  <inkml:trace contextRef="#ctx0" brushRef="#br0" timeOffset="-170154.19">13893 10172 17 0,'0'0'427'16,"-2"-11"-16"-16,2 11-31 0,-2-6-28 0,2 6-39 16,0 0-33-16,0 0-32 0,0 0-9 0,0 0-6 0,0 0-11 15,0 0-19-15,-6 24-23 0,6-15-9 0,0 7-22 16,6 1-14-16,-2 2-15 0,-1-1-12 0,-1-1-9 15,6 2-8-15,-5 0-9 0,1 0-1 0,4-1-18 16,-1-1-5-16,-2-1-5 0,1-4-14 0,1 5-10 16,-4-7-13-16,0-3-2 0,1 3-2 0,-1-5-6 15,-1 3 1-15,1-5 0 0,-3-3-9 0,10 5 15 16,-10-5-10-16,11-4-3 0,-11 4 3 0,0 0 0 16,17-4 0-16,-10-2 1 0,3 1-1 0,-4 3 0 0,6-3-9 15,-4 4 4-15,4-6 0 0,1 6 6 16,3-5-2-16,4 4-1 0,-8 2-4 0,4 0-1 15,1 0 0-15,-2 2 3 0,0 0 3 0,5-1 1 0,-5 5-2 16,-2-1-1-16,-5-1-2 0,5-2 3 0,-3-1-1 16,-1 3 3-16,-3-2-4 0,2 0 13 15,-8-2 12-15,0 0 5 0,24-4 3 0,-19 0 4 0,0-2 1 16,3-2 5-16,-7-1 2 0,4-6 13 0,-5 5 6 16,2-5-5-16,0-2-3 0,3 1-5 0,-10-4-4 15,10 1-5-15,-4 1-4 0,-1-3-4 0,-1 2 0 16,-4 0-7-16,5 6-5 0,-4 2-8 0,4 0-33 15,-3 3-40-15,3-3-54 0,-2 4-65 0,2 7-51 16,-9-2-45-16,9 2-54 0,0 0-67 0,-12 12-280 16,5-4-733-16,4 1 324 0</inkml:trace>
  <inkml:trace contextRef="#ctx0" brushRef="#br0" timeOffset="-169902.66">14570 10429 55 0,'0'0'411'0,"0"0"-7"0,0 0-24 0,10 0-21 15,-10 0-14-15,5 8 4 0,0-5-9 0,3 1-12 16,-6 4-27-16,3-4-20 0,-5 7-18 0,8 1-24 16,-2-3-23-16,1 9-19 0,1-5-21 0,1 5-20 15,-1-1-10-15,0-2-20 0,0 3-12 0,2-2-10 0,-5-1-27 16,5 2-43-16,-5 0-54 0,0-4-50 0,3 1-44 15,-3-4-43-15,-3 1-50 0,1 0-42 0,1-2-50 16,1-2-58-16,-4-2-298 0,-1-5-709 0,0 6 313 16</inkml:trace>
  <inkml:trace contextRef="#ctx0" brushRef="#br0" timeOffset="-169564.07">15055 10216 22 0,'0'-7'424'0,"0"-1"14"0,-2 3-5 0,2 5-4 0,0-11-19 16,-5 3-18-16,-2 3-16 0,4-6-23 0,-2 8-24 15,-5-3-19-15,0 1-21 0,0 4-12 0,10 1-15 16,-23 0-15-16,3 1-16 0,4 4-10 0,9-2-7 15,-9 3-18-15,-4 5-14 0,5 2-21 0,7-2-17 16,-7 5-11-16,10-4-9 0,-5 7-10 0,7-2-10 16,1-2-1-16,2 4-19 0,0 3-11 0,5-6-7 15,5 2-8-15,-5-1-3 0,10-1-5 0,0-1-5 16,-1-1-24-16,1-4-28 0,7 7-30 0,-6-8-36 16,6-2-40-16,-6-1-46 0,3 0-43 0,-3-5-55 0,-3 4-46 0,-3-7-51 0,4 2-69 15,-4-4-67-15,-2 3-336 0,2-4-894 0,-5-1 396 16</inkml:trace>
  <inkml:trace contextRef="#ctx0" brushRef="#br0" timeOffset="-169392.2">14916 10365 43 0,'-17'-5'334'0,"17"5"15"0,-13 0 3 0,13 0 11 16,-8-2-4-16,8 2 0 0,0 0-7 0,0 0-28 15,0 0-32-15,0 0-21 0,0 0-34 0,0 0-25 16,0 0-20-16,23-7-18 0,-8 6-20 0,5-1-16 15,-4 1-22-15,4-2-43 0,-2 0-41 0,0 2-48 16,6-1-53-16,-10 0-49 0,3-1-44 0,-2 1-56 16,1-5-56-16,-1 3-48 0,-3 0-270 0,1-7-640 15,2 3 283-15</inkml:trace>
  <inkml:trace contextRef="#ctx0" brushRef="#br0" timeOffset="-169173.44">15265 9993 20 0,'-3'-9'318'0,"3"9"2"0,0-9 4 0,-7 7 1 16,7 2 8-16,0-5-9 0,0 5-11 0,0 0-3 16,0 0-5-16,0 0-4 0,0 0-20 15,-15 16-13-15,20-4-20 0,-5 2-12 0,2 5-23 0,-2-3-21 16,6 3-14-16,-4 6-19 0,8-3-18 0,-5 5-13 16,1 0-13-16,-2-3-13 0,2 7-6 0,-1-1-24 15,2-2-23-15,0 3-35 0,-1-2-46 0,1-4-43 16,-2-1-55-16,0-1-55 0,-2-7-47 0,2 2-49 15,-3-2-63-15,3-5-61 0,-5-2-263 0,0-2-721 16,0-4 319-16</inkml:trace>
  <inkml:trace contextRef="#ctx0" brushRef="#br0" timeOffset="-168923.44">15543 9993 161 0,'0'-10'402'0,"0"2"-7"0,0 8-12 16,-3-6-21-16,3 6-26 0,-4-3-33 0,4 3-16 16,0 0 26-16,0 0-20 0,0 0-28 0,-3 27-21 15,5-12-18-15,-2 4-17 0,1-1-18 0,6 11-20 16,0-2-19-16,-2 0-13 0,-4 4-13 0,7-1-14 16,-3 2-13-16,5-2-29 0,-5 3-19 0,2 0-34 15,1-3-32-15,-6-5-56 0,5 2-42 0,-3-7-37 16,-2 0-45-16,0-4-42 0,-2 0-46 0,0-5-57 0,0-3-311 15,0-3-704-15,-4 2 311 0</inkml:trace>
  <inkml:trace contextRef="#ctx0" brushRef="#br0" timeOffset="-168532.81">15281 9907 251 0,'5'-19'313'0,"-1"-8"-13"15,2 3-7-15,6 3-11 0,0 3-18 0,-4 3-12 16,7 0-13-16,0 6-26 0,1 0-7 0,2 2-19 16,6 4-16-16,-3 3-3 0,1 0-13 0,7 3-17 15,-1 2-10-15,-1 2-12 0,1 1-14 0,2 4-13 16,-4 2-9-16,-1 1-3 0,2 3-8 0,-6 1-12 16,-1-2-3-16,2 4-4 0,-3-2-5 0,-4 1-7 15,2 4-4-15,-6-10-1 0,-2 5-6 0,1-3 2 0,-4 0 1 16,3 0-2-16,-4 2-5 0,3-5 7 15,-8 4 14-15,1-5 6 0,-1-2 9 0,-1 5 9 0,-6-4 12 16,4 1 7-16,0 2-3 0,-6-1-2 0,3 1 0 16,-4-1-7-16,5-4-7 0,-2 6-2 0,1-3-5 15,-3 3 1-15,-1 0 19 0,9 1-11 0,-4 1-9 16,-2 1-4-16,5-3-1 0,2-1-9 0,2 3-4 16,5-6-2-16,-1 2-4 0,4 1-4 0,4-1-5 15,-1 1-23-15,2-2-22 0,0-3-37 0,3 3-52 16,2-3-57-16,1-4-59 0,-6 2-56 0,5-1-80 15,0-3-75-15,-5 0-312 0,3-6-807 0,2 0 358 16</inkml:trace>
  <inkml:trace contextRef="#ctx0" brushRef="#br0" timeOffset="-168345.31">16164 10549 16 0,'0'11'318'0,"1"-2"-2"16,-1 2-9-16,4-1-17 0,-1 5-15 0,0-3-32 16,-3 1-22-16,2-1-19 0,1 3-20 0,-3 1-21 15,2 0-13-15,-2 1-17 0,0-1-15 0,0 0-17 16,-2 1-37-16,-1-6-49 0,1 0-47 0,-8 5-56 16,5-5-61-16,2-3-59 0,-5 1-227 0,4-6-471 15,-2 1 209-15</inkml:trace>
  <inkml:trace contextRef="#ctx0" brushRef="#br0" timeOffset="-167845.3">16468 10077 87 0,'0'0'378'0,"0"-11"-17"0,0 11-25 0,0 0-26 15,0 0 6-15,0 0-3 0,0 0-18 0,0 0-26 16,0 0-12-16,-16 25-20 0,12-16-24 0,4 7-18 16,-1 0-18-16,-1 4-12 0,2-2-21 0,2 0-16 15,-1 0-13-15,4 0-10 0,4 9-10 0,-4-9-8 0,-2-3-12 16,5 2-17-16,-1-2-22 0,1-2-16 0,-1-4-9 16,-1 0-25-16,1-3-11 0,0-1-13 15,1-4-12-15,-3 0-5 0,-5-1-1 0,0 0-1 0,16-9 6 16,-7 5 2-16,-3-5 5 0,2 0 5 0,-1-3 5 15,-2-1 6-15,-2-2 7 0,4 0 11 0,-2 1 25 16,-3-3 6-16,4 7 12 0,-4-3 19 0,0 2 5 16,1 2 18-16,-1 2-2 0,-2-1-5 0,6 4-6 15,-4-3-11-15,-2 7-4 0,0 0-4 0,0 0-2 16,0 0-2-16,15 12-4 0,-9-5-9 0,3 1-2 16,-3 4-1-16,7-1 9 0,-1 4-12 0,-2-4-4 15,3 5-1-15,0-7 1 0,2 0-3 0,-3 3-2 0,-2-4 3 16,1-1-4-16,3-2 1 0,-6-1-1 15,4-3 0-15,-1-2-4 0,1 1 1 0,-2-7-3 16,-5 3 1-16,6-3-2 0,-7-2-7 0,4-2 7 0,-5-2 3 16,-3-6-13-16,2 5 4 0,-2-2 1 0,-2-3-8 15,2 4-17-15,0-4-29 0,-3 4-29 0,-1-2-21 16,1 5-31-16,2 2-29 0,-1-2-38 0,0 7-56 16,2-3-69-16,-3 3-307 0,0-1-688 0,3 6 304 15</inkml:trace>
  <inkml:trace contextRef="#ctx0" brushRef="#br0" timeOffset="-167517.18">16976 10386 290 0,'7'4'349'0,"0"-2"-13"0,-4 1-4 16,10 1-4-16,-6-1-12 0,1 5-21 0,2-4-1 15,0 3-15-15,-2 0-15 0,2-1-24 0,2 6-9 16,-6-3-12-16,3-3-17 0,-6 4-17 0,2 1-17 16,-3-5-19-16,1 1-9 0,-3 4-3 0,-3-3-8 15,1-3-12-15,0 9-10 0,-3-10-9 0,-3 4-8 16,1 1-7-16,-3-3-7 0,5 2-8 0,-3-4 1 16,5 2-13-16,-2-1-7 0,-3-1-4 0,8-4-5 15,-5 4-3-15,5-4-2 0,0 0-4 0,0 7-5 16,0-7-2-16,0 0-13 0,13 2-29 0,-5-2-30 15,-8 0-37-15,28-2-41 0,-11-3-41 0,-2 0-29 0,1 0-46 16,3-6-54-16,-3 3-68 0,12-7-57 0,-5-1-243 16,2-2-719-16,5-10 318 0</inkml:trace>
  <inkml:trace contextRef="#ctx0" brushRef="#br0" timeOffset="-167250.1">17438 9993 72 0,'-6'-9'448'16,"-1"6"14"-16,-1-3 3 0,-6 0-4 0,6 3-14 16,-2-2-22-16,0 1-22 0,0 4-31 0,0-1-21 15,10 1-23-15,-19 1-21 0,5-1-19 0,8 4-29 16,-4 3-23-16,0-3-24 0,5 0-22 0,-7 11-16 0,4-6-15 16,8-1-7-16,-7 10-22 0,1-2-14 0,6 3-13 15,8-3-10-15,-3 3-8 0,3 1-9 0,1-4-7 16,4 6-9-16,3-2-34 0,3 0-21 0,-3-2-27 15,4-3-33-15,3 1-42 0,-1 3-49 0,-7-7-52 16,4-4-51-16,1 0-40 0,0-2-39 0,-7-1-51 16,4-4-61-16,-1 1-356 0,-1-2-861 0,-6-3 381 15</inkml:trace>
  <inkml:trace contextRef="#ctx0" brushRef="#br0" timeOffset="-167078.22">17390 10170 76 0,'-8'-3'313'0,"-2"1"2"16,10 2 0-16,-12-3 0 0,12 3-8 0,-8-1-14 16,8 1-17-16,0 0-27 0,0 0-26 0,0-7-20 15,0 7-21-15,15-4-20 0,-2 1-13 0,-3 2-27 16,8-5-35-16,-1 4-44 0,-1-1-44 0,1 0-48 16,1-1-52-16,-1 1-59 0,-2-2-59 0,1 1-59 15,-3-1-193-15,6 0-510 0,-4-1 227 0</inkml:trace>
  <inkml:trace contextRef="#ctx0" brushRef="#br0" timeOffset="-166859.46">17772 9804 350 0,'0'-9'384'0,"-1"-3"38"0,-1 3 23 0,2-2 8 0,-5 7-5 16,-1-2-8-16,2 1-18 0,1-2-26 0,3 7-37 15,-3-6-35-15,3 6-35 0,-7-3-30 0,7 3-10 16,0 0 1-16,7 23-21 0,-2-10-26 0,-4 6-18 15,3 7-17-15,4-5-16 0,-5 9-16 0,5 0-13 16,2 9-15-16,-1-4-8 0,-3 0-11 0,3 11-34 16,-4-7-38-16,-1-9-44 0,5 10-53 0,-6-10-47 15,2-2-58-15,3-1-52 0,-1-1-10 0,1-6-60 16,-3-4-55-16,-3 0-52 0,6-5-23 0,-3-2-335 16,-2-3-837-16,6-5 370 0</inkml:trace>
  <inkml:trace contextRef="#ctx0" brushRef="#br0" timeOffset="-166625.09">18044 9856 115 0,'0'-19'353'0,"0"3"4"0,5 5-3 16,-10 2 3-16,5 2-7 0,0-4-16 0,-2 5-25 16,2 6-34-16,0 0-27 0,0-6-6 0,0 6 9 15,0 0-19-15,0 0-21 0,0 34-20 0,2-15-15 16,5 8-18-16,-6-2-17 0,4-3-11 0,-3 10-16 15,4-2-9-15,3 10-13 0,-9-10-11 0,3 1-37 16,-1-1-42-16,1-2-56 0,-1 0-55 0,1-1-62 16,-3-7-55-16,0 1-47 0,0-1-65 0,0-5-57 15,0 4-215-15,0-10-660 0,-3 3 293 0</inkml:trace>
  <inkml:trace contextRef="#ctx0" brushRef="#br0" timeOffset="-166250.08">17753 9653 282 0,'11'-17'281'0,"-3"-3"-20"0,6 7-14 16,2-1-14-16,-1 1-11 0,5 2-15 0,3 7-12 16,-3-2-20-16,5 1-3 0,-4 4-7 0,-1 2-4 15,-2 4-14-15,6-3-15 0,-3 5-14 0,-1 3-11 16,3 1-6-16,-1 1-11 0,-7 0-5 0,6 5-12 15,-6-4-10-15,0 2-5 0,3 6 0 0,2-2-8 16,-8-4-5-16,4 11-6 0,4-6-3 0,-7 0-1 16,-1-1-4-16,-1-6-2 0,-7 5 20 0,1-6 22 0,1 2 5 15,-2 2 19-15,-4 2 19 0,0-3 16 16,-7-3 9-16,0 3 11 0,-1 3 11 0,0-3 4 16,-4 1-7-16,2 3-12 0,-3-6 1 0,0 6-6 0,1-4-12 15,4-1-11-15,-2 1-8 0,2 2-11 0,1-7-8 16,2 3-9-16,0-4-8 0,4 3-7 0,2-4-4 15,-1 6-7-15,5-9-9 0,-3 6-28 0,8-4-28 16,-2 1-43-16,7 1-53 0,1-3-73 0,6-2-50 16,-4 1-54-16,4-2-67 0,4-2-94 0,-6-1-383 15,13-4-893-15,-1-4 396 0</inkml:trace>
  <inkml:trace contextRef="#ctx0" brushRef="#br0" timeOffset="-165015.58">18640 9249 305 0,'0'0'308'16,"1"-9"-12"-16,8 3-19 0,-4 1-11 0,5 4-20 16,3-2-10-16,-2 3-19 0,1-3-12 0,6 2-12 0,-1-1-20 15,6 4-9-15,-2-1-23 0,-2 2-6 16,5 0-14-16,0 3-14 0,5 4-7 0,-10-1-10 15,-1 1-13-15,2 2-4 0,-7 3-9 0,2-2-8 0,-2 2-9 16,-3 0-1-16,-2 1-5 0,-6 3-4 0,5-1-3 16,-14 1-7-16,5-4 2 0,-3 3 0 0,-8 6-6 15,0-6-3-15,-2-2 2 0,-5 8-5 0,5-6 1 16,-5 6-4-16,4-10 3 0,1 1-10 0,-3 6 3 16,6-7-4-16,-3-1 5 0,9 1-2 0,-6-2 3 15,5 1-6-15,6-2-3 0,-4 5 2 0,5-9 0 16,1 7 8-16,4-5-8 0,4 3-4 0,2 1 5 15,1 1 3-15,3-2-4 0,-5 0 3 0,5 0-7 16,8 4 7-16,0 1-3 0,-3-4 4 0,5-1 2 16,-6 0 8-16,1 1-13 0,5 0 5 0,-3 2 10 15,-4-6-8-15,-2 0-5 0,-1 0 1 0,0 0 3 16,-2 2-8-16,-6-4 0 0,3-2-2 0,-5 6 5 0,-3 0-4 16,-2 1-2-16,0-3 6 0,-2 2-2 15,-1-1-3-15,-6 3-3 0,1 1 8 0,1-2-6 16,-2 3 2-16,2-2-1 0,-5 3-4 0,2-3 3 0,9-1-3 15,-3 3 0-15,3 3 3 0,-4-7 4 0,11 6 0 16,-6-3-2-16,5 2-3 0,9 3 3 0,1-4-5 16,3 9 3-16,-3-5 2 0,5-3-1 0,1 4-3 15,-3-1 4-15,-3-4 2 0,0-4-12 0,-3 2 11 16,-1 1-7-16,1 2-2 0,-7-4 7 0,5 5-3 16,-4-3 5-16,-4-3-5 0,-2 5 1 0,5-5 0 15,-10 0 1-15,3-2 3 0,-4 7-4 0,-3-1 5 16,3-1-5-16,-7-4-3 0,-2 5 6 0,-2-5 2 15,1-1-16-15,-3 2-46 0,-5 3-61 0,0-4-56 16,-4 1-71-16,8-5-87 0,-9-3-279 0,-1 3-663 16,7-5 294-16</inkml:trace>
  <inkml:trace contextRef="#ctx0" brushRef="#br0" timeOffset="-154839.22">17802 11859 109 0,'-1'-6'214'0,"-4"0"-3"0,1 1-3 0,-1-2-9 16,5 7-7-16,-1-12-3 0,1 8-13 0,0 4 0 15,-5-7-2-15,5 7-10 0,-4-5-12 0,4 5-11 16,0 0-13-16,-6-4-10 0,6 4-13 0,0 0-8 16,0 0-5-16,0 0 13 0,0 0 7 0,-15 14-4 15,12-8-7-15,-1 5-12 0,-4-3-8 0,8 2-3 16,-2 0 1-16,1 5 0 0,-1 0 13 0,-6 0-11 16,8 1-4-16,-4 0-2 0,4-1-6 0,-3 0-13 15,3 4-1-15,0 1 0 0,0-4 1 0,0 7 21 16,0-5 4-16,0 1-13 0,3 3-7 0,1 1-1 0,-4-5-10 15,5 2-4-15,-2 5-1 0,0 0-4 0,6-1-8 16,-3 5 1-16,4-4-2 0,-5 4-6 0,3-2-2 16,1 0-3-16,-1 0 1 0,-1 2-7 0,3 2 2 15,-7-3 2-15,3 1-5 0,8-1-5 0,-4 4 2 16,-7-2 3-16,4 9-9 0,1 1 4 0,-5 1 2 16,0-1-4-16,2 7 0 0,-3-2 4 0,-2-3-4 15,-2 6 0-15,2-3 4 0,2 3 4 0,-2 5 18 16,-2-3-2-16,-4 5 0 0,4 0-6 0,2 1-1 15,0 23-4-15,-5 1 4 0,-1-2-4 0,4-1-3 16,4 1 3-16,-4 3-4 0,0 4 7 0,-3-3 29 16,0 5 5-16,-3 0 3 0,1-2-9 0,-12 1-5 0,0 2 0 15,9-2-5-15,-3 7-2 0,-3-1 3 0,-4-3 15 16,-3 4 7-16,3 0-3 0,-2-3-5 0,4 5-3 16,-8-2-9-16,2-7-12 0,3 3-3 0,-1 0-3 15,-1-4 0-15,-7-2 8 0,9 1-4 0,-6-4 9 16,3 2-9-16,-3 2-2 0,7-9-4 0,-1 2-2 15,-2-7-6-15,4-15 0 0,4-1 4 0,1 4-8 16,5-4 2-16,-4-7-4 0,5-1-6 0,1-1 6 16,-1-16-4-16,6 3-3 0,2-5-5 0,0-8-6 15,0 3-10-15,0-7-14 0,0-3-15 0,0 3-15 16,2-7-18-16,-2-1-23 0,6-2-47 0,-6-5-55 16,0 0-51-16,0 0-64 0,0 0-72 0,7-25-93 0,-7 8-270 15,0-10-817-15,-5-4 362 0</inkml:trace>
  <inkml:trace contextRef="#ctx0" brushRef="#br0" timeOffset="-153464.22">14538 14374 113 0,'0'0'217'0,"-15"4"-16"16,15-4-14-16,-13 0-10 0,13 0-14 15,0 0-11-15,0 0-8 0,0 0-15 0,0 0-7 16,0 0-2-16,53-4-7 0,-18 3-8 0,6 1-8 0,7 0-11 16,9-3-7-16,4-1-8 0,22-4-5 0,3 5-6 15,1-5-6-15,1 5-4 0,3-2-5 0,10-2-6 16,-3 3-2-16,13-1-3 0,34-2-4 0,-47 7-3 15,5-6-2-15,42 1-1 0,-42 3 12 0,52-5 7 16,-50 7-1-16,50-3-4 0,-7-5-3 0,-43 4-4 16,51-3-4-16,-2-5-1 0,-53 4-5 0,53-5-1 15,-8 1-3-15,-1 2 5 0,-42 2-1 0,44-4-2 16,-43 0-1-16,44-3 3 0,-44 3 1 0,42-6-1 16,-45 9 1-16,3 0-1 0,0-5-2 0,-3 3-3 15,-3 0-2-15,6-1 1 0,-1 0 1 0,-6 3-5 16,-1-3 0-16,0-2 1 0,-5 11-4 0,-1-7 1 0,-4 3 0 15,2 0-1-15,-7 3-3 0,0-2 1 0,1 4 0 16,-15 1-1-16,20-2-3 0,-1 0 5 16,2 3 1-16,-2 3-2 0,2-3-2 0,-5 1-3 0,3-2 4 15,-5 1-3-15,7 3-3 0,-7 0 1 0,1 0 2 16,-19 0 2-16,0-3-2 0,22 3 4 0,-31-2 15 16,8-4 6-16,-6 3 0 0,-13-1 3 0,7 1 0 15,-19-3 2-15,-1 0-4 0,-7 1-3 0,-3 1 15 16,-4-1 3-16,-2 1 8 0,-1-2 3 0,-3 0 1 15,0 2-6-15,-5-4 2 0,3 2 1 0,-1-1-3 16,-7 4-5-16,3-7-8 0,-3 7 3 0,0-5-15 16,0 5-4-16,0 0 0 0,-8-8-36 0,8 8-11 15,-10-3-16-15,10 3-12 0,-15-4-21 0,15 4-25 16,-17 0-31-16,17 0-42 0,-16 1-43 0,7 2-58 16,9-3-266-16,-19 1-584 0,7-1 259 0</inkml:trace>
  <inkml:trace contextRef="#ctx0" brushRef="#br0" timeOffset="-152964.18">21591 13785 92 0,'-5'-9'342'0,"5"9"-24"0,-5-5-28 15,5 5-27-15,0 0-29 0,0 0 15 0,0 0 15 16,3 18 5-16,4-9-20 0,-2-1-21 0,5 2-27 16,-2 7-24-16,2-2-9 0,-2 1-24 0,2 2-15 15,5 2-5-15,2 3-13 0,1-3-11 0,0 3 0 0,-3-2-5 16,5 0-12-16,-7 2-3 0,-1-5-1 15,-4-6-24-15,4 4-5 0,-3-4 0 0,-7 0-5 0,1-5-8 16,-1 2 11-16,5 2-13 0,-6-2-9 0,-9 1-2 16,6-1 5-16,-3 1 3 0,-4 2-23 0,-3-4-25 15,-11 3-30-15,6 2-35 0,-3-1-32 0,-8-1-28 16,0 3-32-16,5-1-32 0,-2 1-42 0,7 1-54 16,0-2-284-16,-4 6-633 0,7-3 280 0</inkml:trace>
  <inkml:trace contextRef="#ctx0" brushRef="#br0" timeOffset="-152667.3">22427 14406 111 0,'0'0'277'0,"0"0"-27"15,0 0-22-15,0 0-13 0,0 0-8 0,-23 18-12 16,13-10-11-16,-2-1-13 0,-4 2-17 0,1 5-10 16,0-2-12-16,0-4-13 0,-2 6-13 0,1-1-9 15,-2 4-12-15,1-2 0 0,-3 6-17 0,4-4-18 16,1-1-16-16,-4-1-25 0,5-1-34 0,-1-1-46 15,3 0-48-15,2-5-59 0,2-1-62 0,-7 0-142 0,8-3-413 16,-3-1 183-16</inkml:trace>
  <inkml:trace contextRef="#ctx0" brushRef="#br0" timeOffset="-152479.8">22092 14494 30 0,'0'0'344'0,"2"-7"-20"16,5 2-27-16,-7 5-34 0,0 0-21 0,0 0-26 15,0 0-4-15,15 9-6 0,-7-2-16 0,0 1-3 16,4 2-9-16,4-1-17 0,6 4-24 0,1 1-5 16,3 2-8-16,-1-1-17 0,7 0-8 0,4 9-15 15,4-8-21-15,-9-2-23 0,-1-1-34 0,2-2-44 16,-4-2-55-16,-2-2-76 0,-1-4-79 0,-3 1-268 16,-8-8-559-16,1 4 247 0</inkml:trace>
  <inkml:trace contextRef="#ctx0" brushRef="#br0" timeOffset="-151681.33">16990 11499 390 0,'0'-10'391'0,"-7"0"-3"15,7 5 11-15,0-6-5 0,0 6-11 0,7-1-24 16,-6-1-24-16,-1 7-30 0,0 0-41 0,-1-9-26 16,1 9-24-16,0 0-23 0,0-8-24 0,0 8-25 15,0 0-11-15,0 0-13 0,0 0-11 0,0 0-14 16,23 17-20-16,-18-11-17 0,6 1-21 0,1 2-26 0,3 3-31 16,1-4-33-16,1-2-11 0,1 3-44 15,0-5-19-15,1 3-25 0,-1-3-21 0,3 2-27 16,2-5-19-16,-3-1-24 0,-3 0 4 0,11 0 7 0,-13-3 19 15,5-1 19-15,-4 3 17 0,-2 1 33 0,0-2 26 16,-4 2 31-16,0-1 33 0,0-3 32 0,-10 4 21 16,10-1 14-16,-10 1 13 0,8-2 5 0,-8 2 8 15,0 0 25-15,0 0 21 0,5 8 13 0,-5 1 12 16,-1 1 5-16,-3 1 5 0,1 3-10 0,-7 0-10 16,5 4-13-16,-5-1-4 0,0 7-9 0,0 1-4 15,-4-1-3-15,0 5-24 0,-1 4-29 0,9-3-33 16,-9 6-51-16,0 6-72 0,8-12-91 0,-1-2-289 15,-7 11-567-15,10-12 252 0</inkml:trace>
  <inkml:trace contextRef="#ctx0" brushRef="#br0" timeOffset="-140468.99">16415 12438 3 0,'0'0'196'0,"0"0"-7"0,2-8-15 0,-2 8-13 0,0 0-16 15,2-4-15-15,-2 4-9 0,0 0-12 0,0 0-14 16,0 0-8-16,0 0-7 0,0 0-8 0,0 0-12 15,0 0 1-15,0 0-4 0,0 0-2 0,0 0-3 16,16 13-1-16,-14-10-4 0,-1 2-3 0,-1-5-12 16,7 10-1-16,-5-6-1 0,-1 1-1 0,3-2-3 15,-4-3-4-15,3 11 0 0,2-7 0 0,-3 5-4 0,-2-6 2 16,0-3-1-16,5 12 4 0,-4-5 4 0,1 1 2 16,3 0-3-16,-5-2-1 0,1 4-2 15,1 0-3-15,5-5 0 0,-7 6-3 0,3-2 1 0,5 0 0 16,-4 1-7-16,2 0 0 0,-1 0-2 0,0 1 2 15,-1 0 2-15,4-2-1 0,-2 5-5 0,3-5-3 16,-4 3-1-16,-2-2 4 0,5 2-2 0,-3 5 4 16,3-7-3-16,1 6 1 0,-3-5-5 0,3 1 4 15,2 3-2-15,-7-6 1 0,7 8-1 0,-4-8 3 16,-6 7-2-16,8-6 0 0,-3 3 0 0,3 1-3 16,-3-1 3-16,1-4-2 0,-1 1 4 0,1-1-3 15,1 2-2-15,-3-2 2 0,5-2 1 0,-6 5-4 16,5-4 0-16,-4 1 4 0,0 0-4 0,5 2 3 15,-5-1 2-15,5-4-3 0,-3 5 3 0,1-3-1 16,-1-1 3-16,-1 3-2 0,1-1-3 0,-2-3 2 16,2-2 1-16,-4 7-1 0,2-3 2 0,1-2-3 0,-2-1 2 15,1 3-4-15,-4 0 2 0,8-1-1 0,-4-3 5 16,0 1-4-16,0 4-4 0,1-2 5 0,-1-1-2 16,2 2 0-16,-4 0-2 0,0-3 3 0,6 1-1 15,-6 2-3-15,2-4 3 0,2 7-2 0,-4-3-1 16,2-3 2-16,3 3 1 0,-6-2-3 0,4 0 2 15,-6 3-2-15,7-3 3 0,0 5-3 0,-6-4 2 16,6-1 2-16,-5-1 1 0,4 0 0 0,-6 3 0 16,5 1 19-16,-2-3 7 0,2 3 6 0,-3-2-7 15,1-2-4-15,-1 1-7 0,0 0 2 0,6 4-1 16,-3-5-3-16,-5 2-2 0,7-2 3 0,-4 2-5 16,2 0-2-16,1-2-1 0,-4 1-2 0,5 2 0 15,-6 0-2-15,6-3 3 0,-2 1-3 0,-2 2 0 0,1-4-2 16,-3 4-1-16,8 0 1 0,-6-1-1 15,0-4 2-15,4 3-5 0,-4 0 4 0,2 0-1 16,-3 0-1-16,6 0 2 0,-5 3-1 0,-1-1 0 0,5-3-1 16,-4 3 0-16,2-5-2 0,-3 5 3 0,4-3-1 15,-1 3 0-15,-2-2 1 0,4 2-1 0,-2-4 2 16,-2 4-4-16,1 0 4 0,-3-5-1 0,8 4-4 16,-4 0 4-16,-5-1-3 0,3-3 1 0,3 3 1 15,-1-4 3-15,-1 6-1 0,2-4-2 0,-1 1 0 16,-3 1 1-16,0-1-2 0,6-1 0 0,-1 3 2 15,-7-2-1-15,8-2-2 0,-2 4 2 0,-1-2-4 16,-1 3 6-16,2-2-4 0,-1 0 3 0,-1 0-1 16,1-3-3-16,1 3 2 0,-4 0 1 0,4 2-3 15,1-4-5-15,-5 0 6 0,4 5 3 0,1-2 0 16,1-3-2-16,-6 0-3 0,3 1 3 0,0 2 0 16,-2 0-2-16,4-3 3 0,-2 5-1 0,-4-4-1 0,8-1 3 15,-4 2-6-15,-4-2 7 0,8 4-1 0,-4-1 4 16,-4-2-9-16,6 1 2 0,-1 2-1 15,-4-2 1-15,6-1 1 0,-1 2-2 0,-4 0 0 0,2-1 2 16,2-3-2-16,-2 3 3 0,0 0 1 0,1 0-4 16,-1 0 1-16,2-2 0 0,0 1 0 0,-6 1 0 15,6-2 2-15,-4 1 2 0,2-1-6 0,2-1 4 16,-1 4-2-16,-4-6 2 0,1 5-3 0,2-1 3 16,2 0-7-16,-4-2 4 0,4 4-1 0,-2-2 1 15,-3 2 0-15,1-3 3 0,3 0 1 0,-2 1 2 16,-1 1-2-16,0-3-5 0,-3-3 3 0,10 9-4 15,-6-6 3-15,-3 3 0 0,-1-6-1 0,10 4 4 16,-5 1-3-16,-5-5-1 0,8 8-1 0,-8-6 1 0,0-2 2 16,7 7-1-16,-7-7 0 0,8 3 0 15,-4-1 1-15,-4-2-1 0,3 7 0 0,-3-7-1 16,5 4 2-16,-5-4-1 0,7 3 3 0,-7-3-1 0,3 4-1 16,-3-4 2-16,0 0-3 0,5 5 3 0,-5-5-1 15,6 3-1-15,-6-3-1 0,0 0-1 0,5 4 1 16,-5-4 1-16,4 5 0 0,-4-5-1 0,8 4-1 15,-8-4 7-15,0 0-4 0,0 0-3 0,2 3-2 16,-2-3 4-16,0 0-6 0,5 8 8 0,-5-8-3 16,0 0 7-16,0 0-7 0,0 0-1 0,1 2 3 15,-1-2-4-15,0 0 1 0,9 2-2 0,-9-2 4 16,0 0-2-16,3 8 3 0,-3-8-4 0,0 0 2 16,3 4-1-16,-3-4 2 0,0 0 0 0,0 0-2 15,7 3 4-15,-7-3-6 0,0 0 6 0,0 0-2 16,6 5 1-16,-6-5-2 0,0 0 0 0,7 3 0 15,-7-3 5-15,0 0-4 0,3 4-2 0,-3-4 0 0,5 5 2 16,-5-5-2-16,0 0 2 0,7 2 0 0,-7-2-3 16,0 0 0-16,10 5 3 0,-10-5 2 15,5 2-4-15,-5-2 1 0,10 1 0 0,-10-1 3 0,5 7 3 16,3-6-3-16,-3 2-2 0,-5-3 5 0,10 1 19 16,-10-1 4-16,8 5-3 0,-8-5 5 0,13 2-11 15,-9-1 2-15,-4-1-4 0,0 0 1 0,13 3-6 16,-13-3 1-16,7 0 1 0,-7 0-2 0,0 0-4 15,0 0 3-15,0 0 0 0,14 0-2 0,-14 0 6 16,0 0-10-16,9 1-2 0,-9-1 1 0,0 0 3 16,0 0-1-16,0 0 6 0,0 0-7 0,13 0-3 15,-13 0-2-15,0 0 2 0,12 0 4 0,-12 0-1 16,0 0 4-16,11-1 4 0,-11 1-3 0,0 0 1 16,15 0-1-16,-15 0 0 0,0 0 1 0,18 0-4 15,-18 0 10-15,15 0-8 0,-15 0 0 0,8-4-5 16,-8 4-5-16,9-2 4 0,-9 2 2 0,13-2 0 0,-13 2 1 15,10-3 8-15,-10 3-5 0,8-4 1 0,-8 4 20 16,8-1-15-16,-8 1 1 0,9-2-1 16,-9 2-3-16,11-1 1 0,-11 1-8 0,7-7 5 0,-7 7 0 15,10-1 0-15,-10 1-5 0,6-6 5 0,3 4-4 16,-9 2 1-16,13-5-4 0,-6 5 6 0,-2-5-5 16,4 3-2-16,-9 2 3 0,14-4-6 0,-8 2 4 15,-6 2-1-15,15-4 0 0,-6 3 1 0,-3-1 1 16,2-4-2-16,1 5 2 0,-1-1-7 0,-1-3 2 15,3 1-1-15,-2 1 3 0,2 0 2 0,-4-5 11 16,4 6-15-16,0 0-2 0,0-3 1 0,-2 4 1 16,2-5-2-16,-1 0 6 0,-1 1-7 0,2 3 13 15,-4-5-11-15,4 6 0 0,-5-3 0 0,5-2 4 0,-3 2-3 16,1 0 4-16,-1 0-3 0,4-1-1 16,-4 2 0-16,1-3 8 0,1 1-9 0,0 0 4 15,-4 2-1-15,5-2 1 0,-5-1 2 0,10 1-3 0,-6 1-5 16,-1 0 6-16,0-3-5 0,4 4 2 0,-2-2-1 15,1 0 6-15,-3-2-4 0,2 0 0 0,0 0 1 16,5 2 3-16,-3-3-6 0,1 1 3 0,2 0-2 16,0-2 0-16,-2 1 6 0,0-2-5 0,2-2-2 15,0 3 13-15,0 2-11 0,-3-4-3 0,1 2 0 16,0-5 4-16,4 5-2 0,-7-1-2 0,3 0 4 16,2-2 12-16,-2 2-17 0,2 2-1 0,0-8 3 15,-4 5-2-15,1-1 5 0,1 1-6 0,2 2 0 16,-2-5 0-16,-1 2 2 0,-1 4 8 0,4-6 0 15,0 1-6-15,-2 1 1 0,2-2-2 0,0 2-1 16,2 0 2-16,-2-3-3 0,-2 3 0 0,2-3 2 16,5 5 1-16,-7-5 2 0,2 3-1 0,-2-2-1 0,2 2 2 15,0-3-1-15,3 3 1 0,-3-4-4 0,0 1 4 16,-5 1-4-16,10 1 3 0,-4-1 4 0,4-6 5 16,-3 7-13-16,-2-1 2 0,1 0-1 0,1-1 1 15,-2 1-5-15,-1-1 8 0,1 0-2 0,0 2 2 16,-5-3-3-16,5 1-1 0,-2 2 6 0,4-1-6 15,-6 1 4-15,6-1-3 0,-7 2 8 0,2-3-4 16,2 7-8-16,1-8 16 0,-5 6-13 0,3-5-2 16,1 6 4-16,-1-4-1 0,-3 1-1 0,10 2 1 15,-10-6 0-15,5 5 1 0,-4-2-1 0,4-1 1 16,0-1-10-16,-3 3 10 0,6-1-1 0,-3-1 1 16,-4 1 1-16,6-1-1 0,-7 1-6 0,5-1 8 15,-2 1 12-15,3 2-16 0,-6-5 1 0,4 7 1 0,-3-8 0 16,-1 8-3-16,3 1 7 0,-6-4-2 0,8 2-6 15,-7-2 7-15,-1 5-7 0,1-1 3 16,0-1-1-16,-3 1 2 0,5 0 3 0,-5 1 2 0,5 0-8 16,-5 2 15-16,3-2-12 0,-1 4-2 0,-7-1 8 15,10-1-8-15,-5 0 1 0,0 0 2 0,-2-1 0 16,5 3-2-16,-8 3 1 0,5-8 6 0,2 5-7 16,-7 3 6-16,5-7-7 0,-3 2 6 0,3 2-1 15,-5 3-1-15,8-7 1 0,-6 2-5 0,-2 5 4 16,3-4 4-16,-3 4-2 0,6-6-4 0,-1 1 1 15,-5 5 0-15,4-4 3 0,-4 4-3 0,0 0-5 16,8-5 2-16,-5 1 5 0,-3 4 0 0,4-3 9 16,-4 3-18-16,3-6-3 0,-3 6-13 0,8-6-5 15,-4-2-18-15,-4 4-8 0,0 4-17 0,8-1-23 16,-8 1-33-16,8-7-38 0,-5 6-35 0,-3 1-50 16,14-7-58-16,-14 0-184 0,3 3-532 0,-3 4 236 0</inkml:trace>
  <inkml:trace contextRef="#ctx0" brushRef="#br0" timeOffset="-136286.28">19251 12530 129 0,'0'0'240'0,"0"0"-14"0,-9 0-11 0,9 0-17 16,0 0-14-16,0 0-16 0,0 0-8 0,-13 1-10 16,13-1-10-16,0 0-11 0,0 0-13 0,0 0-12 15,-13 4-11-15,13-4-6 0,-2 7-9 0,2-7-2 16,-7 5-13-16,7-5-6 0,-6 5-8 0,6-5-4 16,-2 6-4-16,-3-2 0 0,5-4-6 0,-8 11-4 15,6-8-3-15,1 3-2 0,-4-3 3 0,-2 3-9 0,2 0 0 16,0 0-6-16,-3 2-4 0,1-1-26 15,-4 0-27-15,2 1-48 0,3 2-64 0,-1-2-65 16,-3 4-194-16,4-5-447 0,-4 2 199 0</inkml:trace>
  <inkml:trace contextRef="#ctx0" brushRef="#br0" timeOffset="-136005.02">18734 12981 136 0,'0'0'234'0,"0"0"-13"15,-7 2-16-15,7-2-11 0,0 0-16 0,0 0-17 16,0 0-16-16,0 0-14 0,0 0-13 0,0 0-10 16,0 0-10-16,0 0-11 0,0 0-9 0,0 0-7 0,-8 4-9 15,8-4-6-15,0 0-5 0,-5 6-3 16,5-6-5-16,-6 3-5 0,6-3-3 0,-7 9-2 15,4-6-6-15,-2 0-3 0,1 6-2 0,1-6-6 0,-5 4-22 16,6 0-13-16,-4-2-25 0,1 6-22 0,3-5-27 16,-6 1-17-16,3 3-19 0,3-1-24 0,-6-3-9 15,1 3-14-15,2 1-101 0,2-2-301 0,-2 2 133 16</inkml:trace>
  <inkml:trace contextRef="#ctx0" brushRef="#br0" timeOffset="-135801.89">18444 13278 136 0,'0'0'139'0,"-9"1"4"0,9-1-2 0,-9 3-9 0,9-3-6 16,-13 0-6-16,13 0-16 0,-7 4-11 15,7-4-16-15,-10 3-2 0,10-3-4 0,-5 5-6 16,5-5-8-16,-9 5-6 0,4-2-7 0,1 0-2 0,4-3-9 16,-8 11 1-16,3-2-3 0,0-3-6 0,0-1-21 15,2 4-20-15,-4-1-32 0,6-2-30 0,-6 3-34 16,7-2-32-16,-2 2-81 0,-3-3-242 0,5 3 107 15</inkml:trace>
  <inkml:trace contextRef="#ctx0" brushRef="#br0" timeOffset="-135192.5">18175 13598 62 0,'0'0'154'0,"-5"1"-7"0,5-1-4 0,-7 6 3 16,7-6-9-16,0 0-10 0,-10 0-9 0,10 0-10 15,-5 7-7-15,5-7-2 0,-8 5-10 0,8-5-9 16,-7 7-9-16,6-1-5 0,-6-1-5 0,5-1-8 16,-3 3-2-16,2-2-7 0,-4 1-2 0,4 2-7 15,0 0-11-15,-5-3 7 0,3 5 0 0,-2-3-7 16,-1 2-1-16,1 0-3 0,-1-2-13 0,1 4-18 0,4-2-17 16,-4 0-21-16,1 1-23 0,-3 2-21 0,3 1-11 15,-3-4 3-15,4-1-3 0,-4 4-2 16,4-1 5-16,-2-2 5 0,-1-2 15 0,1 3 10 0,-1-1 4 15,8-2-3-15,-7 1 14 0,1 0 8 0,4-3 12 16,0 2 10-16,-3 0 12 0,5-2-2 0,-8 0 26 16,8-5-1-16,0 7 15 0,-5 0 15 0,3-4 2 15,2-3 4-15,0 7 9 0,0-7 6 0,-8 9 12 16,8-5 0-16,0-4-7 0,0 7-2 0,0-7-7 16,-3 8 9-16,1-3 5 0,2 1-6 0,0-6-6 15,-3 9-8-15,3-9-8 0,-3 12-2 0,3-6-2 16,-2 0-3-16,2-2-5 0,0 4-3 0,-7-1-6 15,7 0 4-15,0-2-5 0,0 6 2 0,0-5-8 0,0 0 1 16,0 1-3-16,0 1 2 0,0 1-1 16,0-4-3-16,0 5-3 0,0-3 2 0,0 3-4 15,0-3 4-15,0 0-1 0,7 1-3 0,-7 2 0 0,2-2 3 16,1 1 5-16,0-2-19 0,-3 4 13 0,0-3-2 16,5 0-1-16,-2 0 1 0,2-1-1 0,-3 2-9 15,0 1 8-15,1-2 0 0,-3 0 3 0,8-2-3 16,-8 4-1-16,2-3 0 0,3 1 1 0,-3 2-3 15,-2-5 3-15,6 2-2 0,-6-2 2 0,0 3-3 16,2 1 2-16,-2-4 1 0,5 4-3 0,-5-2 3 16,0-1-2-16,8-1-2 0,-8 5-2 0,2-3-1 15,3 1-6-15,0-1 1 0,-2 1-4 0,-1 0-13 16,4-1-6-16,1 1 1 0,-2-3-12 0,-4 5-10 16,4-2-1-16,-3 0-16 0,6 0-3 0,-3 0-16 15,-3 0-7-15,5-1-14 0,-6 1-1 0,4-2 5 16,-3 3-8-16,3-3-72 0,-3 0-201 0,-1 0 89 0</inkml:trace>
  <inkml:trace contextRef="#ctx0" brushRef="#br0" timeOffset="-135036.25">18074 14597 33 0,'3'2'19'0,"-3"6"16"0,5-2 14 0,-3-1 26 15,-2-5 12-15,10 8 7 0,-5-1 20 0,-2-6 5 16,0 5 8-16,0-1 2 0,6-1 0 0,-9-4 2 16,6 1-9-16,-6-1-8 0,2 6 1 0,6-2-7 15,-8-4-7-15,7 5-9 0,-7-5-10 0,10 3-6 16,-5 1-11-16,3-3-9 0,-8-1-5 0,12 6-5 15,-2-2-28-15,-4 0-41 0,2 0-53 0,4-1-55 16,-4 2-196-16,2-2-353 0,-3-1 157 0</inkml:trace>
  <inkml:trace contextRef="#ctx0" brushRef="#br0" timeOffset="-134801.87">18524 14952 199 0,'0'0'264'0,"0"0"-25"0,0 0-20 0,0 0-24 16,8 2-17-16,-8-2-20 0,0 0-14 0,0 0-17 0,0 0-15 15,0 0-9-15,8 1-10 0,-8-1-11 0,10 4-9 16,-6-1-4-16,2 2-10 0,3-2-7 0,-4 1-12 16,3 3-16-16,-2-2-22 0,8 0-26 0,-4 1-33 15,3 3-24-15,-2-3-35 0,6-2-23 0,0 4-24 16,-3-2-3-16,1 1 1 0,0 4-89 0,5-8-275 15,-5 3 122-15</inkml:trace>
  <inkml:trace contextRef="#ctx0" brushRef="#br0" timeOffset="-134629.99">18862 15120 11 0,'0'5'71'15,"0"-5"17"-15,8 5 7 0,-8-5 9 0,1 6 8 0,-1-6 11 16,0 0 4-16,5 4 0 0,-5-4 2 16,0 0-6-16,4 4-8 0,-4-4-10 0,0 0-7 15,0 0-9-15,0 0-7 0,0 0-10 0,10 3-3 0,-10-3-2 16,0 0-8-16,8 6-7 0,-1-3-2 0,-1 0-5 15,2-2-6-15,1 4-11 0,1-2-3 0,-2 3-19 16,4 0-28-16,2 0-29 0,1 0-33 0,0 0-24 16,0-2-41-16,0 4-135 0,0 1-305 0,5-3 135 15</inkml:trace>
  <inkml:trace contextRef="#ctx0" brushRef="#br0" timeOffset="-134473.75">19287 15353 42 0,'0'0'129'16,"10"1"-18"-16,-10-1-8 0,8 0-10 0,-8 0-3 16,13 0-19-16,-13 0 2 0,17 4-11 0,-7-1-3 0,0-3-15 15,-4 2-8-15,4 0-17 0,4-1-9 16,-3 2-22-16,6 0-11 0,-2 1-30 0,-2-2-24 16,3 5-53-16,-1 0-141 0,0 0 64 0</inkml:trace>
  <inkml:trace contextRef="#ctx0" brushRef="#br0" timeOffset="-134317.49">19684 15498 58 0,'0'0'127'0,"10"3"-4"0,-10-3-5 0,0 0-2 15,13 0-5-15,-13 0-12 0,7 0-9 0,-7 0-10 16,17-3-9-16,-17 3-21 0,21 0 5 0,-13-2 0 16,4 2-10-16,-12 0-1 0,23 0-9 0,-13 0-18 15,3 0-17-15,-4-1-22 0,2-1-35 0,1 2-38 16,-12 0-92-16,11-1-202 0,-2-2 89 0</inkml:trace>
  <inkml:trace contextRef="#ctx0" brushRef="#br0" timeOffset="-132487.79">16314 13480 159 0,'0'0'266'0,"0"0"-13"0,0 0-15 16,0 0-15-16,0 0-14 0,0 0-16 0,0 8-14 15,0-8-16-15,0 0-11 0,0 0-17 0,0 0-11 16,0 0-14-16,0 0-14 0,0 0-9 0,0 0-6 15,0 0-11-15,0 0-6 0,9 2-8 0,-9-2 0 0,5 4-8 16,-5-4-5-16,9 6-5 0,-4-4-9 0,5-1-4 16,-3 5-17-16,5 0-23 0,-1-4-20 15,1 2-31-15,-2 2-36 0,3 4-39 0,2-3-38 0,1-5-49 16,-2 8-163-16,0-3-421 0,-5-1 187 0</inkml:trace>
  <inkml:trace contextRef="#ctx0" brushRef="#br0" timeOffset="-132269.04">16803 13782 133 0,'0'0'179'16,"0"0"-11"-16,0 0-9 0,0 0-18 0,0 0-12 0,0 0-14 16,0 0-13-16,0 0-12 0,3 3-8 15,-3-3-9-15,8 3-6 0,-8-3-8 0,2 6-5 16,-1-2-4-16,3 3-9 0,1-1 0 0,0-4-2 0,1 3-5 15,3 2-8-15,-3 1-9 0,2-2-23 0,2 3-30 16,2-5-34-16,3 4-24 0,-2-2-24 0,2 2-129 16,0 2-265-16,-3-4 118 0</inkml:trace>
  <inkml:trace contextRef="#ctx0" brushRef="#br0" timeOffset="-132097.16">17206 13968 10 0,'0'0'192'0,"0"0"-9"16,0 0-9-16,0 0-11 0,0 0-11 0,0 0-18 16,0 0-7-16,2-8-18 0,-2 8-14 0,0 0-21 15,0 0-10-15,0 0-24 0,0 0-16 0,12 7-35 16,-12-7-39-16,0 0-47 0,15 1-41 0,-10 3-70 16,-2-2-225-16,5 3 100 0</inkml:trace>
  <inkml:trace contextRef="#ctx0" brushRef="#br0" timeOffset="-131690.91">17471 14061 153 0,'0'0'201'0,"0"0"-18"0,0 0-16 0,0 0-21 15,0 0-11-15,0 0-11 0,0 0-14 0,10-5-9 16,-10 5-14-16,0 0-8 0,12 2-2 0,-12-2-18 15,6 5-1-15,-6-5-1 0,10 5-7 0,-10-5-8 16,10 4-5-16,-10-4-4 0,9 4 1 0,-8-1-8 16,-1-3-2-16,13 6-5 0,-8-3-2 0,4-1-1 15,-4-1-13-15,1 5-6 0,1-4-5 0,-2 2-11 0,5-3-3 16,-10-1-6-16,15 3-8 0,-10 0-2 16,5-1-7-16,-4 3 5 0,9-5 2 0,-10 2-2 15,5 1 5-15,-5-1 3 0,5 1 5 0,-10-3-1 0,13 6 1 16,-6-5 3-16,-7-1 4 0,6 7 6 0,-2-3 1 15,-4-4 6-15,5 4 8 0,-5-4 1 0,0 4 8 16,0-4-1-16,0 0 3 0,6 5-11 0,-6-5 12 16,0 0 2-16,0 0-3 0,2 7 1 0,-2-7-1 15,0 0-4-15,0 0 0 0,0 0 0 0,0 0 0 16,0 4-2-16,5 0 3 0,-5-4-3 0,0 0-3 16,0 8-8-16,0-8-19 0,2 7-7 0,-1 0-21 15,2-3-26-15,-3 4-24 0,0-8-9 0,4 8-98 16,-4 0-224-16,0-2 100 0</inkml:trace>
  <inkml:trace contextRef="#ctx0" brushRef="#br0" timeOffset="-131519.03">17736 14370 54 0,'0'0'149'0,"0"0"-9"16,0 0-22-16,0 0 2 0,0 0-12 15,0 0-9-15,-2 4-10 0,2-4-12 0,0 0-9 0,0 0-4 16,0 0-3-16,0 0-6 0,-6 10-10 0,6-10-1 15,0 5-12-15,0-5-15 0,-7 8-17 0,7-5-23 16,-3 3-22-16,-2 0-35 0,3 0-17 0,2-6-86 16,-6 9-197-16,4-3 87 0</inkml:trace>
  <inkml:trace contextRef="#ctx0" brushRef="#br0" timeOffset="-131128.4">17683 14517 145 0,'-8'4'161'0,"8"-4"-6"0,0 0-7 0,-7 2-3 15,7-2-15-15,0 0-10 0,0 0-15 0,-8 6-7 16,8-6-8-16,0 0-13 0,-5 6-6 0,5-6-7 16,-10 1-7-16,5 4-4 0,-2-2-3 0,6 3-8 0,-6-3-1 15,1 6-6-15,4-3-8 0,-6-3 3 16,3 3-2-16,-5 3-16 0,5 0-15 0,-4-2-10 16,8 2-14-16,-7-1-15 0,-1-1-9 0,6 4 2 0,-4-3-5 15,2-1-5-15,0 2 9 0,2-2-4 0,1 4 5 16,-6-5 9-16,8 1 1 0,-5 1 2 0,4-1 3 15,-1 1 12-15,-5-2-8 0,6 3 4 0,-3-8 8 16,4-1-2-16,-3 14 1 0,1-10 8 0,-3 4 2 16,4-2 1-16,-1-1 12 0,2-5 1 0,-3 8 3 15,1 0 1-15,0-4 5 0,-3 4 1 0,4-2-3 16,1-6 11-16,-2 6 1 0,-1-3 0 0,3-3-3 16,-2 9-7-16,-3 0 2 0,5-3-3 0,-3-3 5 15,1 3-9-15,1 3-4 0,-1 0 6 0,0-2-2 16,-1 4-4-16,1-2 8 0,1 2-11 0,-3-3 5 15,1 3-1-15,3 1-3 0,-2 0-14 0,-1 4-15 16,0-5-8-16,1 4-24 0,-3-4-6 0,4 2-6 0,1 2-10 16,-5-2-19-16,3 1-63 0,0-2-175 0,-3 2 78 15</inkml:trace>
  <inkml:trace contextRef="#ctx0" brushRef="#br0" timeOffset="-130956.53">17403 15182 84 0,'0'5'0'0,"-1"2"12"0,1-7 10 15,-2 7 20-15,0-1 9 0,2-6 15 0,-3 6 1 16,3-6 7-16,-5 6 6 0,5-6 12 0,-5 6-1 15,5-6-7-15,-3 3 8 0,3-3-11 0,0 0-14 16,-5 6-2-16,5-6-9 0,-7 3-1 0,4 1-3 16,3-4-12-16,-7 8-3 0,2-4-2 0,2 1-3 15,1 0-4-15,-3 2 0 0,-3-1-6 0,8 1-4 16,-6 1-13-16,4 0-19 0,-5 4-9 0,6-6-22 16,-4 3-15-16,5 3-9 0,-9-4-5 0,8 0-12 15,-4 7-6-15,0-6-78 0,3 1-183 0,-1 1 82 0</inkml:trace>
  <inkml:trace contextRef="#ctx0" brushRef="#br0" timeOffset="-130784.65">17271 15515 140 0,'-7'5'0'0,"7"3"12"0,-6-4 9 16,4 6 9-16,2-5 9 0,-7 3 3 0,-1-5 10 15,7 1-3-15,-4 4 1 0,-4 0 12 0,6-1 3 16,-2-3-3-16,-2 1 5 0,2 6-4 16,-3-4-2-16,2-1-9 0,-1 0-2 0,4 3-24 0,-4-2 12 15,2 4 4-15,-3-3-10 0,4-1 2 0,-1 1-8 16,-3 0-4-16,7 3-1 0,-6-2-5 0,0 3-20 15,4-1-27-15,0-3-39 0,-2 0-109 0,0 4-193 16,1-3 86-16</inkml:trace>
  <inkml:trace contextRef="#ctx0" brushRef="#br0" timeOffset="-130519.02">16961 16054 39 0,'0'0'139'0,"0"0"-12"0,0 0-10 16,0 0-19-16,0 0-14 0,0 0-1 0,0 0-9 0,0 0-11 15,0 11-10-15,0-11-9 0,0 0 0 16,0 4-10-16,0-4-9 0,2 9-5 0,-4-2 9 16,-3 0-3-16,2-1-11 0,3 0 12 0,0-6-11 0,-1 13 1 15,-3-6-3-15,4-3 6 0,-6 0-6 0,6 4 11 16,-2-2-7-16,2-6 6 0,-7 8 3 0,7-8 2 15,0 7-5-15,0-7-3 0,-6 9 2 0,6-9 0 16,-2 3-25-16,2-3-41 0,-7 1-62 0,7-1-110 16,-14 0-232-16,14 0 103 0</inkml:trace>
  <inkml:trace contextRef="#ctx0" brushRef="#br0" timeOffset="-126381.9">16147 13542 45 0,'0'0'149'0,"10"3"4"0,-7 1 4 0,-1 1-5 15,-2-5-4-15,13 2 5 0,-6-2-6 0,1 7-7 16,-3-5-2-16,5-1-11 0,-10-1-3 0,18 3-12 16,-8-1 3-16,-10-2-10 0,13 1 0 0,-13-1-9 0,15 0-7 15,-15 0-7-15,14-3-5 0,-5 3-8 16,-9 0-4-16,14 0-12 0,-14 0-4 0,10-3-3 0,-10 3-5 15,11 3-5-15,-4-1-2 0,-7-2-6 0,16 1-8 16,-6 3 2-16,2-2 1 0,-4 3-4 0,0 2-7 16,1-4 4-16,2 2 0 0,-1-3-2 0,4 5-1 15,-3-2-10-15,2-2 0 0,1 5 1 0,0-1 0 16,1-2-3-16,0 2 4 0,-1 1-3 0,0-5 1 16,1 5 1-16,4-3 1 0,-6 2-2 0,2-2 1 15,3 2-1-15,-3-4 1 0,1 4 0 0,-2-6-2 16,0 7 3-16,-4-5-4 0,2 2 2 0,0-2-1 15,-1-2 0-15,-3-1-2 0,7 4 3 0,-5 1-3 0,-1-2 2 16,2 0-1-16,1 0-4 0,-6 2 5 16,6-4-4-16,-1 2 1 0,-2 0 2 0,1 0 0 15,0 0 0-15,1 2-2 0,-3-3 3 0,4 5-3 0,0-4 3 16,1-1-1-16,-6 3-1 0,7 1 0 0,0-3-1 16,-4-3 5-16,1 4-2 0,-1-4-3 0,3 5 3 15,-6-3-2-15,3 0 0 0,3 1 3 0,-5 1-3 16,-1-3 2-16,3 2-4 0,0 0 5 0,-3-2-3 15,2 2-2-15,-2-3 3 0,-7 0 0 0,15 7-5 16,-7-6 7-16,-1 0-4 0,1 6 1 0,0-3 0 16,-1-1 0-16,1 1-1 0,1 1 0 0,1-3 2 15,-2 5-2-15,-2-4 2 0,6 3-2 0,0-2 0 16,-2 1 0-16,1-1 0 0,-3 1 0 0,4 1 3 16,0-3-2-16,2 3 0 0,-7-3 3 0,3 1 2 15,2 3 2-15,-4-3 18 0,0 0-1 0,0 1-3 16,4-3-1-16,-5 2-2 0,3-1 6 0,-4 2-9 0,2-1 1 15,-1-1-8-15,1 2 4 0,2-4 4 0,0 2-5 16,-5 0-1-16,7 0-2 0,-6 2 2 16,4-4 0-16,2 3-2 0,-5-1-3 0,4 2 1 0,-3-3-2 15,4 2-2-15,-2-1 0 0,-2 3 1 0,4-3 2 16,-6 1 0-16,4 1-2 0,0-1 7 0,-1-1-8 16,-5 1-1-16,6 2 0 0,-5-4 1 0,4 5 0 15,-3-3-1-15,3 2-1 0,-4 0 2 0,4 0-4 16,-5-5 1-16,1 6 1 0,3-2-1 0,-5 3 1 15,1-4 1-15,6 4-2 0,-4-5 1 0,1 6 1 16,-1-3-1-16,-4 0-1 0,3-1-1 0,5 4 2 16,-7-4-2-16,7 2 2 0,-5-3-3 0,3 3 6 15,-4-2-4-15,1 1 0 0,-5 2 5 0,10-4-4 0,-5 2 6 16,3 0-7-16,-1 2-1 0,1-5-1 16,-2 4 2-16,-1-1 1 0,5 0-4 0,-6 0 1 15,1-2 3-15,1 2 0 0,-1 3 4 0,-2-2-3 0,6-4-3 16,-4 2 1-16,1 0 1 0,-2 4 0 0,1-3 1 15,0-2-1-15,0 3 3 0,-2 1-3 0,0-5 0 16,4 2 1-16,-2-1-1 0,-2 1-1 0,0 4-4 16,-1-3 6-16,1-1-3 0,2 4 2 0,-5-2 0 15,5-1 2-15,-5 0 2 0,2 3-3 0,0-3 3 16,-2 5-5-16,0-2 2 0,0-4-1 0,0 3 3 16,0-1-4-16,5 1 6 0,-10 3-4 0,3-7 1 15,0 5 5-15,2 0-1 0,-3-1 3 0,1-1 4 16,2 2 1-16,-1-1-2 0,-6 0 0 0,7 0 1 15,-2-1-4-15,1 0-1 0,-1 3 3 0,2 0 8 16,-3-3-11-16,-1 2-3 0,-1-1 1 0,2-3-1 16,2 1 1-16,-4 0 1 0,3 1-1 0,-1 0 1 0,-1-1-3 15,1-4 2-15,-2 6 2 0,3-2 2 0,-4 3 3 16,6-5 10-16,-7 3-9 0,0-3 0 16,1 4-10-16,3-1 7 0,-7 1-6 0,5-3 8 0,-2 2-2 15,2 0-8-15,2 1 7 0,-6-3-4 0,5 3 1 16,-3-6 0-16,5 7 0 0,-4-1 1 0,1 0 2 15,-5-1-4-15,5 4-2 0,3-2 10 0,-6-5-6 16,3 6-4-16,-5-2-2 0,5 0 4 0,-2 0 6 16,1 3-5-16,2-6-3 0,-2-1-6 0,-1 8 2 15,1-7 3-15,-3 3-2 0,4-1 5 0,2 2-2 16,-5-3 1-16,3 0 1 0,-5-2 0 0,5 5 6 16,-2-1 6-16,2-2 0 0,2 2-4 0,-4-3 2 15,-1 3 1-15,1-4-5 0,-1 2-8 0,3-1 10 16,0 1-6-16,-1 2 0 0,1-3 4 0,-5 6-2 15,5-7-2-15,-5 4 3 0,3 0 1 0,-1-4-4 16,1 3-1-16,2 1-2 0,-3-2 3 0,1 3-2 0,-1-5-2 16,2 4 0-16,-4 0 4 0,3 0-3 0,-3 0-3 15,7 1-2-15,-7 3 1 0,5-4 2 16,-5-1-3-16,3 5 3 0,-3-2-1 0,0 2-2 0,2 2-1 16,2-2-1-16,-4 1 4 0,3 1 4 0,-5-3-2 15,4 1 4-15,0 1-3 0,1-2-4 0,-1-3 9 16,1 7 17-16,-1 2 4 0,1-2-3 0,-2-5-6 15,-1 4 9-15,3 1-10 0,-5-5-2 0,7 6 5 16,-9-8-5-16,10 7 0 0,-9-3 7 0,0 2 4 16,3-2-7-16,-2 0 2 0,1 1-4 0,4 1-2 15,-6-1 2-15,-2-2-9 0,7 7 2 0,-4-5 0 16,0 2 1-16,-2-1-2 0,0 1-3 0,8 3 0 16,-8-4 14-16,6 3-17 0,-5-5-1 0,-2 6-1 0,5-2-4 15,-5-3 7-15,9 2 13 0,-8-3-17 16,-1-3 2-16,7 3 8 0,-3-3-17 0,6-2 6 15,-2 0 0-15,2-2-7 0,-5 2-10 0,8-5-13 0,2-2-36 16,0 0-40-16,0 0-37 0,0 0-46 0,0 0-78 16,9-25-81-16,-6 11-258 0,4-3-654 0,1-10 289 15</inkml:trace>
  <inkml:trace contextRef="#ctx0" brushRef="#br0" timeOffset="-124527.59">19342 12603 163 0,'-7'8'160'0,"0"-3"-13"0,-1 3-2 16,0-4-6-16,-1 7-3 0,3-5-1 0,-4 1-2 0,-2 4-6 15,1-7-5-15,4 4-6 0,-6 3-5 0,0-3-12 16,1 0-5-16,-1 3-9 0,-2 0-4 16,-5-2 3-16,7 1-2 0,-5 2-9 0,9 0-6 0,-9-2-7 15,7 3-3-15,-8-5-4 0,4 7-4 0,1-4 0 16,-1 2 7-16,-2 1 9 0,-3-1-6 0,5-1-2 15,0 3-5-15,1-3-8 0,-6 0-2 0,5 3-2 16,-5 1-10-16,2-2 3 0,3-1-3 0,0 1-4 16,-3 4-2-16,3-3 1 0,-5 0-5 0,7-3 0 15,-1 6-2-15,-2-5-4 0,1 1 0 0,0-2 0 16,2 3-2-16,1-2-2 0,-3 1 3 0,4-1-4 16,-4 1-1-16,0-1 5 0,2-1 11 0,0-1 8 15,3 1-3-15,-5 0 2 0,0 0-5 0,2 2 2 16,-2-3-6-16,0 1-4 0,2 2 3 0,-1-5-1 15,3 4-4-15,-3 1 0 0,0-2-2 0,-1 0 0 16,1 0 1-16,-2 0 1 0,1 0-6 0,5 2 2 0,-11-3-2 16,6 0 0-16,0 2-2 0,3-1 3 0,-4 2-5 15,1-1 4-15,1 1-7 0,0-1 7 16,-1 1 0-16,0-5-2 0,3 5 0 0,4-2 1 0,-4 3 4 16,4-5 2-16,-4 2-6 0,1-2 1 0,3 2-4 15,-2 0 2-15,1-4 1 0,-2 3-3 0,1 2-3 16,3-3-1-16,-1-1 6 0,1 1-2 0,-1-2-1 15,1 4-4-15,-2 0 2 0,4 0 2 0,-2 2-2 16,-1-3 4-16,1 2 0 0,2 1 0 0,0-2 14 16,-3 3 10-16,1-5-9 0,1 1 0 0,-3 5 3 15,3-5-7-15,-3 4 2 0,4-2 0 0,-1 2-3 16,-2 0 1-16,1 0-2 0,-1-2 7 0,3 1-8 16,3-2-1-16,-6 0 4 0,8 0 0 0,-5 0 4 15,3-3 0-15,-4 3 8 0,4-3-10 0,2 5 3 16,-2-4 2-16,-1 2-2 0,3-2 9 0,-2-2-8 15,2 5 1-15,-5-2 1 0,2 0-4 0,3-3 6 0,0 4-4 16,-3 0 6-16,3-1-10 0,3 1-1 0,-6-1 1 16,6-1-20-16,-3 0 13 0,0 2-3 0,0 2 7 15,3-2-7-15,-3 0-1 0,5 0 1 0,-5-1-1 16,2 0-3-16,1-2 2 0,-1 5 1 0,-2-2-5 16,8 1 7-16,-6 2-3 0,3-1 0 0,-5-2-4 15,1-3 1-15,6 3 2 0,-7 0 1 0,2-2-3 0,3 1 1 0,0-2 0 0,0 5-2 16,0-4-9-16,0 0 7 0,-2-1 15 0,2 2-15 15,-4 1 4-15,4-3-4 0,-3 4 0 0,6-5-3 16,-3 1 1-16,-3 3 6 0,5-5-2 0,-1 5-5 16,-4-4 6-16,6-1 1 0,-1 5-6 0,-7-1 3 15,8-2-2-15,-1 0-1 0,-2 1-1 0,3 0-1 16,-3-2 4-16,0 3 3 0,3 5-2 0,2-4 1 16,-5-1-2-16,0-2 2 0,3 0 2 0,-1 3-7 0,3 1 2 15,-5-2 1-15,5 1-9 0,-4 0 9 0,3 2 3 16,1 0 10-16,-1-1-17 0,-4-4 8 15,5 7-6-15,-3-5 2 0,3 1-2 0,3-1 4 0,-6 0 2 16,4 1-1-16,-2-3-5 0,1 3 5 0,4-1 0 16,0-3 1-16,-6 0 0 0,7 3-4 0,3-3 7 15,-6 0 4-15,3 1-5 0,-1 0 4 0,6-5-2 16,-3 3-4-16,-1-2-1 0,-1 3 2 0,4-1 0 16,-3-2 1-16,-1-3-4 0,3 3-8 0,-3-1 10 15,0 1-1-15,0 2-1 0,-7-3 0 0,2-2-1 16,5 0 1-16,-3 5-12 0,-4 1 13 0,2-4-5 15,3 2 1-15,-6-4 3 0,3 5-3 0,3 0-1 16,-5-1 0-16,-1 0 2 0,1 2-1 0,5-1 2 16,-6 2-5-16,6-5 2 0,-5 4 1 0,4 3 3 15,0-6-2-15,2 2 6 0,0 0-7 0,1 1-2 16,-1-4 2-16,3 5 3 0,-4-3-2 0,-1-2 2 0,3 4-3 16,0-7-1-16,-4 6 6 0,6-4-6 0,1 1 3 15,-1-1-7-15,-3 3 7 0,1-3-1 0,0 1-1 16,-2 1-1-16,-4-3 6 0,6-1-5 0,5 0-4 15,-6 2 2-15,1-3 4 0,0 0-3 0,5 2-6 16,-5-1 7-16,-2-1 2 0,2 5-3 0,2-5 1 16,-2 2 1-16,-1-1 2 0,-2 0-4 0,0 2 3 15,-1-1-5-15,1 0 2 0,-4 1 2 0,4-2-3 16,-2 0 9-16,-2 2-18 0,-2 2 1 0,-6-5-9 16,10 0-17-16,-10 0 5 0,14 5-2 0,-14-5-1 15,5 1-4-15,3 3-5 0,-8-4-12 0,7 2-4 16,-7-2-19-16,13 2-26 0,-13-2-31 0,10 0-35 0,-10 0-42 15,0 0-50-15,13-7-71 0,-11 5-254 0,-2 2-633 16,0-13 280-16</inkml:trace>
  <inkml:trace contextRef="#ctx0" brushRef="#br0" timeOffset="-122229.16">16299 15591 236 0,'0'0'245'0,"0"0"-13"16,0 0-5-16,-8-6-13 0,8 6-3 0,0 0-8 16,0-11-2-16,0 11-8 0,0 0-5 0,7-10-2 0,-7 10-4 15,1-7-8-15,4-1-5 0,-1 2-9 0,-4 6-16 16,3-12-7-16,-3 9 4 0,0-3-19 15,3-1-7-15,-3-3-13 0,0 3-12 0,0 1-1 0,7-5-4 16,-5 4-12-16,1-2-5 0,-1-2-7 0,4 1-5 16,-3 1-3-16,-1-2-9 0,1 1-4 0,11-4-7 15,-6 1 1-15,0-2-2 0,2-3-7 0,2 6 2 16,-2-8-3-16,3 5-4 0,-6 0-1 0,6-1 2 16,2 3-7-16,0-1-3 0,-4-4-2 0,2 5 0 15,2-4 2-15,-5 3-6 0,3-1 3 0,1 0-3 16,7-4 5-16,-11 2-1 0,3 2-6 0,1 5 4 15,-4-7-3-15,3 2 1 0,0 3-4 0,-5 0 5 0,6 0-8 16,-5-1 3-16,3 1-2 0,-2 3 2 16,-5 0-1-16,5-2 8 0,1-1-8 0,-2 2-1 15,1 4 2-15,-4-5-1 0,4 3 4 0,-1 1-2 0,-3 0-2 16,2-1-3-16,2 1 0 0,-5 2 3 0,5-2 0 16,-3 2 3-16,3-3-3 0,-4 1 6 0,4 3-4 15,-1-4-3-15,2 0 0 0,-6 0 9 0,7 5-6 16,-2-3-6-16,-2 1 3 0,4-4 7 0,1 5-4 15,0-4-7-15,-5-2 0 0,7 2-3 0,-7 4 13 16,6-5-9-16,6 0 0 0,-12 0 7 0,5 3-1 16,-3-3-6-16,0 1 0 0,2 3 7 0,-6-2 2 15,7 2-7-15,-4-2 4 0,-3 2-5 0,3-2 6 0,-3 3-6 16,1-2 0-16,3-3 1 0,-5 5 4 16,5-3-4-16,-4-2 5 0,3 3-4 0,-1 1 4 15,0-3-6-15,-1 2-1 0,4 0 0 0,-7 0 2 0,7 0-3 16,-4 0 7-16,1-2-6 0,0 4 6 0,1-4 0 15,-3 4-3-15,4-4-4 0,-3 3 5 0,6 3-4 16,-11-4-2-16,11-3 2 0,-3 6 11 0,0-2-12 16,0 3 5-16,-4-5 0 0,4 3 0 0,2-2 2 15,-5 3-6-15,2 1-2 0,1-1 2 0,0 1 5 16,-3-3-2-16,1 2-1 0,-1 1 2 0,1-2-1 16,-1 3-1-16,3-4-4 0,-5 0 10 0,6 5-6 15,-1-2 1-15,-10 2-1 0,13-7 3 0,-3 4-7 0,-3 2 6 16,3-3-6-16,-4 2 5 0,6-1 0 15,-4-2 4-15,1 4-3 0,2-2 1 0,2-2-3 16,-6 2 2-16,1-1 7 0,-1 1-8 0,5 1-2 0,-4-2 2 16,2 1 7-16,-5 0-8 0,5-2 6 0,-4 2-2 15,6-1-3-15,-2 1 1 0,-4-2 2 0,1 1-9 16,1 1 8-16,-1-2 7 0,3 2-11 0,-5 2-1 16,5-3 3-16,1-3 1 0,-4 5-2 0,1-4 1 15,2 2-1-15,-3 1 1 0,4-1-3 0,-1 3 4 16,-3-6 3-16,3 6-6 0,-4 0-1 0,6-1 2 15,-12 2 1-15,12-5 1 0,-6 2 0 0,3 0-5 16,-3 2 8-16,2-3 2 0,1 0 4 0,1 1-13 16,-4 1 3-16,4 0-4 0,-3 2 1 0,3-3 3 15,-10 3-1-15,21-2 2 0,-12 1 5 0,2-2 1 16,-1 1-8-16,3 1 2 0,-6-3-1 0,3 2 3 0,-4 0-9 16,8-1 13-16,-4 3-5 0,3-1-1 0,-5-2-5 15,4 3 4-15,-4-3-3 0,5 1 2 0,-13 2 6 16,20 2-6-16,-8-4 2 0,-4 2 4 0,2 0-8 15,3 0-5-15,0 0 9 0,1 0 0 0,-3 0-3 16,1 5 1-16,4-5-1 0,-1 0 0 0,2 0 2 16,-1 0 0-16,-1 2 0 0,2-1-2 0,-1 0 10 15,3 2-8-15,-5 1 4 0,1 0-3 0,2-3 3 16,3-1-8-16,-5 5 5 0,-2-4-1 0,3 1-4 0,-2 1 2 16,1-1 1-16,-5 0 1 0,6 1-5 0,-3 5 12 15,2-7-3-15,-2 2-6 0,4 7 0 0,-5-10 2 16,-1 2 1-16,-1 5-2 0,5-2 6 0,0-3-4 15,0 4 2-15,0-1-7 0,-4-3 4 0,4 5 1 16,-3-3 4-16,3-1-1 0,0 3-1 0,1 0-8 16,-3-2 6-16,2 1-3 0,0-1 3 0,-2 4 0 15,2-2 4-15,-6-2 6 0,9 1-10 0,-7-1 8 16,3 3-1-16,-6-4 6 0,5 2-4 0,-3 0-1 0,3 1 3 16,-4-3-5-16,5 3-5 0,-4-2 0 15,2 1 4-15,1 0-1 0,-5-1-2 0,1 2-1 16,1 0-1-16,3 0 6 0,-6 0-2 0,4 1-6 0,1-2 1 15,-1 2 2-15,1 5 0 0,1-4 6 0,-6-4-8 16,8 7 3-16,-7-3-1 0,4 3 4 0,1 0-3 16,-2 0 0-16,9 2 0 0,-5 0-3 0,0-3 2 15,0 2 2-15,0-4-3 0,0 3-4 0,0 0 1 16,-2-1 14-16,0-3-7 0,2 4-7 0,-2 0 6 16,4-4-4-16,-6 3 7 0,3 0-11 0,-6-2 2 15,8 4 1-15,-2-4 9 0,-1 1-8 0,-6-4 3 16,7 4-5-16,1 3 0 0,-6-6 3 0,5 3-3 0,-5-2 9 15,7 4-7-15,-4-2 0 0,3-2-2 16,0 3 6-16,-2 0 3 0,-1-5-5 0,1 3 6 16,2 2 0-16,-4-2-10 0,4 0 0 0,-3-5 7 0,-1 2-3 15,6 3 3-15,-4 3-5 0,2-6 6 0,0 5-6 16,0-3 6-16,0-4-2 0,0 4-3 0,-4 1 4 16,1-2-5-16,1 3 3 0,2-5-6 0,-8 3 0 15,6 1 4-15,-3 0 1 0,0-5 1 0,1 5-5 16,-6-4 6-16,5 5-3 0,3-3 0 0,-6 0-1 15,3 1 1-15,-3 0 6 0,-1-1-8 0,4-4 2 16,0 3-2-16,-5 2 2 0,5-4-1 0,-3 5 9 16,1-5-15-16,-2 1 8 0,-2 1-1 0,4 1-3 0,-3-1 4 15,3-1 0-15,-1-1-4 0,-2 1 3 16,3 1 0-16,-3-1-2 0,2-1 3 0,-1 2-1 16,-2-1-5-16,-4-4 0 0,11 7 4 0,-6-4 3 0,-5-3 2 15,8 5-7-15,-6-2 9 0,3 2-9 0,-5-5 3 16,8 3 0-16,-8-3-2 0,5 8 3 0,-5-8 1 15,4 3-2-15,-4-3-2 0,6 5 3 0,-6-5-2 16,0 0 1-16,9 3-9 0,-9-3-9 0,0 0-16 16,0 0-14-16,4 2-23 0,-4-2-42 0,0 0-70 15,0 0-94-15,0 0-112 0,0 0-227 0,-13-12-667 16,0 7 295-16</inkml:trace>
  <inkml:trace contextRef="#ctx0" brushRef="#br0" timeOffset="-101502.1">15968 14943 104 0,'0'0'244'0,"0"0"-5"16,0 0-9-16,-6-3-4 0,6 3-3 0,0 0-4 15,0 0-12-15,0 0 0 0,0 0-7 0,0 0-7 16,0 0-5-16,0 0-8 0,0 0-2 0,0 0-11 16,0 0-9-16,0 0-11 0,0 0-9 0,0 0-8 0,0 0-8 15,0 0-4-15,0 0-9 0,0 0-7 16,0 0-9-16,0 0-4 0,0 0-1 0,16-12-12 0,-7 11-10 15,0-3-2-15,5 0 1 0,1-3-11 0,-2 0-4 16,7 2-4-16,0-2-6 0,1 0-10 0,4-2 2 16,0-3-3-16,3 1-5 0,2-1 5 0,3 2-9 15,-3-2 0-15,-1 3 2 0,0 3-8 0,0-6 0 16,1 7-2-16,0 0-3 0,0-5 1 0,-1 2-1 16,1 0 0-16,-2-1-1 0,2 2-5 0,0-3 6 15,-2 5-2-15,-6-2-3 0,2 0-1 0,-2-2 2 16,-2 5 2-16,3-1-4 0,-1-1-1 0,-4-2 3 15,8 1-4-15,-8 1 3 0,2 0-1 0,-1-2-2 16,-3 5-2-16,1-2 3 0,4-2 2 0,-6 2-1 16,0-2-4-16,-2 0-3 0,0 6 6 0,4-6-1 0,-7 3-2 15,3-4-2-15,2 6 2 0,-3-3 2 0,1 0-1 16,-2 2-3-16,-2-4 5 0,6 1 3 0,-2 3-4 16,2-3 2-16,-5 1-2 0,5-2 7 0,-5 1-11 15,4 3 3-15,-4-2-1 0,5-5-4 0,-6 9 3 16,2-3 2-16,-3 0 3 0,2 1-3 0,-5 0 0 15,5 1-1-15,-3-1 1 0,1-1 1 0,-1 3 1 16,1-4-3-16,4 3 2 0,-9-2-3 0,-3 4-2 16,13-3 4-16,-6 2-1 0,-7 1 0 0,15-5 4 15,-9 3-4-15,3 1-1 0,-3-3 5 0,7 2 5 16,-3-1-10-16,-3 1-1 0,6-2 3 0,-6 3 1 16,4 1 1-16,1-7-6 0,-4 4 3 0,6 2 3 15,-3-2-8-15,4-2 7 0,-2 1 2 0,0 0 6 0,2-3-9 16,5 4 4-16,-2 2-9 0,1-5 1 0,-4-3 7 15,3 5-3-15,-2-4 0 0,4 2-1 16,-5-1 2-16,5 1-4 0,1-5 7 0,3 2-3 0,4-2-3 16,-5 4 3-16,7-5-4 0,-5 3 7 0,4-5 0 15,11 2 29-15,-2-5 10 0,7 3-5 0,-2-1 3 16,0-2-14-16,0 2-1 0,0 2-4 0,0 3 0 16,8-6-2-16,-6 5-3 0,6-8 1 0,1 4-1 15,6 1-6-15,-2-4 2 0,-5-1-3 0,9 2 3 16,16-9-4-16,-18 7-1 0,23-10 4 0,-3 2-4 15,1-3-2-15,1-1-1 0,1 0 1 0,-4-1-1 16,1 0 0-16,2-3-2 0,-1 6 3 0,-6-5-5 0,1 4 1 16,-4-4 1-16,-12 7 2 0,-2 3-3 0,20-12 3 15,-6 0-3-15,-14 14 1 0,15-13 0 16,-13 9-2-16,-5 1-1 0,-6-2 7 0,2 4-8 0,2-2 0 16,2 3 1-16,-3 2 2 0,-4 1-2 0,-4 2 1 15,1-1-2-15,-13 8-1 0,-1-1-1 0,-10 3 6 16,2 3 0-16,-3-3-4 0,-1 2-7 0,-2 0-5 15,1 3-10-15,-1-1-11 0,-10 0-17 0,5 1-23 16,-5 2-31-16,3-1-29 0,-8 2-34 0,0 0-34 16,0 0-44-16,0 0-60 0,0 0-63 0,0 0-278 15,0 0-698-15,-23 8 308 0</inkml:trace>
  <inkml:trace contextRef="#ctx0" brushRef="#br0" timeOffset="-99661.78">16574 15765 50 0,'5'-21'217'0,"3"18"-5"0,-1-3-10 16,0 0-8-16,3 2-5 0,-5-7-6 0,3 3-2 15,-2 1-6-15,9-1-7 0,-6 1-9 0,1-3-11 16,1 0 0-16,2-2-9 0,-6 4-6 0,5-6-5 16,1 2-13-16,-7 6-5 0,9-9-17 0,-5 4-11 15,3-4-1-15,-1 2-15 0,3-1 18 0,0 0-7 16,0-4-7-16,0 1-1 0,1 7-3 0,1-13 2 16,1 2-4-16,-3 0-5 0,1 0-7 0,-1-2-5 15,5 0 3-15,-3 6 10 0,3-2-4 0,-4-6 5 0,-1 1 0 16,-2 2 0-16,5 1 2 0,-6 5 3 15,5-6-1-15,-2 2-3 0,-2-3-4 0,0 8-3 16,-5-5-2-16,2 5 1 0,5-7-9 0,-3 5 4 0,-4 2-2 16,-1-2-2-16,3 2-1 0,-4-2-2 0,2 4-1 15,-3-6 4-15,4 6-3 0,-3-5-3 0,-2 3 2 16,6 3-11-16,-7-3 3 0,10 2-2 0,-11 4-3 16,4-4-2-16,1 1-12 0,1 0 9 0,4 0-6 15,-2 0 2-15,-5 1-2 0,5 0-9 0,-5-1 6 16,3 1 1-16,-1 2-1 0,1 1-3 0,-2-4 0 15,-1 4-1-15,0-2 1 0,2-1-3 0,-2 3 1 16,5-1 2-16,-5-1-1 0,3 1 4 0,-5-2 9 16,2 3 0-16,2-3-3 0,-4 2-4 0,2-2 2 15,5-4-3-15,-6 8 3 0,4-2-7 0,-5-3-1 16,2 4 2-16,3-3-6 0,-1 3 1 0,-2 0-3 16,5-2 1-16,-5-2-1 0,5 4 1 0,-7-2 1 0,5 1-1 15,-3 1-3-15,5 1-2 0,-6-5 3 0,2 4 0 16,2 1 1-16,-3-6-1 0,0 5 1 15,4-3-3-15,-4 3 3 0,1-3-5 0,1 3 5 0,-2-4 0 16,6 2-3-16,-6 1 2 0,9-3-4 0,-4-3 0 16,-4 4 1-16,7-5 1 0,-6 1 2 0,6 3-3 15,-3-3 0-15,-3 3 1 0,3-5 10 0,1 2 7 16,-2-1 17-16,6 2-1 0,-1-10-2 0,1 2-5 16,2 0 2-16,-2-5 1 0,3-2-6 0,0-8-3 15,9 0-1-15,-6-2-3 0,4 2-5 0,0-2 2 16,1 0-4-16,-4-9 2 0,3 9-4 0,1-3 0 15,4-8-1-15,0 3 0 0,-5 5-1 0,1-8-1 0,19-17 3 16,-16 18-4-16,3 0 0 0,-1-2 1 16,7-13-3-16,-13 14 2 0,5 0-3 0,11-20 1 15,-2 1 2-15,-13 18 0 0,5-15-3 0,-1 12-1 0,5-11 1 16,-10 14-5-16,0 2 6 0,3 1-4 0,2-6 0 16,-2 9 6-16,0 0-4 0,2 3 0 0,3-3-2 15,-7 6 4-15,2-3-4 0,-4 6 2 16,4 1-1-16,-5 4-1 0,2 7 1 0,-4-2 0 15,1 7 2-15,-1-5 2 0,-1 1-5 0,-3 0 3 0,6 3-1 0,-3-4 0 0,-7 9-1 16,2 1 0-16,-5-2 2 0,3 4-3 0,0 0 3 0,-6 0-1 16,3 3-1-16,-5-1-4 0,3 3 5 0,-5 0 0 15,2-1-4-15,2 1 0 0,-7 1 1 0,3 3-7 16,-3 3-3-16,4-8-4 0,-4 8-19 0,1-5-18 16,-1 0-29-16,0 5-33 0,0 0-45 0,0 0-33 15,0 0-23-15,0 0-22 0,0 0-29 0,-15 18-42 16,9-11-53-16,-9 5-319 0,2 0-737 0,-2 5 327 15</inkml:trace>
  <inkml:trace contextRef="#ctx0" brushRef="#br0" timeOffset="-97833.64">17043 12439 8 0,'0'-7'223'16,"1"-2"-5"-16,1-2-14 0,0 4-18 0,-1 2-10 16,2 1-15-16,-3 4-16 0,4-9-14 0,-3 3-12 15,-1 6-15-15,5-3-9 0,-5 3-6 0,0 0-10 16,0 0-9-16,15 9-4 0,-11-3-6 0,4 0-5 15,-3 3-7-15,0 2-2 0,3 2 0 0,-1 4-4 16,1-1 5-16,-3 3 10 0,5 2-7 0,-3 1-5 16,2 1-3-16,-2 3-3 0,3-1-4 0,-3 1 1 15,4 2-1-15,-1-1 16 0,0 4-3 0,2-4-4 16,-6 3-4-16,4-2-3 0,3 0-3 0,-6 6-4 16,8-6-4-16,-7 2 0 0,1-3 2 0,4 1-9 15,0 4 3-15,-5-7-3 0,6 2 4 0,-5 2 21 16,5-2 1-16,-3 3-2 0,1-6-4 0,3 2-3 0,-2-4-5 15,-5 3-2-15,6-6-1 0,-5 4-1 0,5 0-7 16,-6-2-2-16,0-3 6 0,1 1-8 0,2 4 8 16,-4-3-9-16,3 2-3 0,1 2 4 0,-2-4 0 15,2 2-11-15,-3 2 4 0,4-5-5 0,-9 5 2 16,9 0 3-16,-1-2 2 0,-2-2-5 0,-1-1 2 16,-1 4 0-16,1-4 0 0,0 0 31 0,0-1 1 15,-1 0-1-15,1 1-5 0,-1-2 1 0,1 0 6 16,2 0-13-16,0 2-3 0,-3-3-6 0,6 0 5 15,-5-1-4-15,1 4-3 0,-5-4 0 0,6-2-2 16,-3 5-5-16,3-3 3 0,-5 0-1 0,5 0 1 16,-5-2-2-16,1 1-2 0,1 3 0 0,-4-5-2 15,6 1 1-15,-3 2-4 0,-2-3 4 0,1 3 0 0,0 0 0 16,-1 0-1-16,5-3-1 0,-4 3-4 0,-2 0 0 16,5-2 6-16,-3 1-9 0,-1 1 4 15,1-6 4-15,-2 7-2 0,0-5-2 0,0 4 1 0,4-3 4 16,-2 6-6-16,-3-10 4 0,4 6-3 0,1 0 0 15,-4-1-1-15,-3 0 1 0,7 1-1 0,1 1 4 16,-3 0-6-16,3 0 4 0,-4 1 1 0,2-1 1 16,1-2-4-16,-2 2-6 0,3 0 11 0,-1 3-4 15,-6-3 1-15,8 0-2 0,-4 4-1 0,3-5 0 16,-1 6-1-16,-6-4 5 0,6 3 4 0,-1 7-3 16,-1-6 0-16,5 3 0 0,-5-3 0 0,-3-4-4 15,11 10 1-15,-6-7 2 0,-4 1 0 0,7 4-6 16,2 6 6-16,-4-3-1 0,-1 0 6 0,6-3 11 0,-7 3 25 15,4-1-1-15,2 1-2 0,-2 0-6 16,3 1 0-16,-1 0-5 0,-4 1-3 0,4-1 1 16,-1 4-3-16,-4-2-4 0,4 9 0 0,1 0-5 0,-4-9-7 15,2 10 6-15,0-1 0 0,2-10 0 0,-4 3-6 16,0-2 6-16,2-1-6 0,0 12 3 0,3-10-8 16,-3-2 3-16,5 0-2 0,0 6 1 0,-3-6 2 15,1 1 24-15,3 0 16 0,-6-3-2 0,4 1-6 16,1 2 3-16,-2-1-8 0,-2-11-1 0,6 6-3 15,-2 3-3-15,0 0-2 0,0-6 0 0,-7-3 0 16,3 0-8-16,1-2-1 0,-4 1-2 0,6-3 0 16,-5-1 2-16,-4-3-6 0,4-1-1 0,-4-1-8 0,0-5-7 15,0 8-26-15,0-10-22 0,-2 3-33 16,-3-4-49-16,8 2-67 0,-8-2-80 0,0 0-105 16,0 0-352-16,0 0-797 0,-3-15 352 0</inkml:trace>
  <inkml:trace contextRef="#ctx0" brushRef="#br0" timeOffset="-86953.78">4990 12760 94 0,'0'-20'347'0,"1"1"0"0,-1 3 6 16,-1-3-5-16,1 3-5 0,-4 0-10 0,4 5-8 15,-1 1-11-15,1 2-18 0,-4 3-29 0,4-3-26 16,0 8-31-16,0-8-27 0,0 8-20 0,0 0-14 0,0 0-19 16,12 16-6-16,-4 0-23 0,-1 2 3 0,8 10-2 15,-4 11-6-15,-2 7 6 0,4-3 4 16,-3 0-5-16,-4 7-7 0,-2-4-3 0,-1 4-7 0,0 4-7 16,-6-7 4-16,3 0 0 0,0 3-1 0,-5-5-9 15,3 2-3-15,-11-4-3 0,7 0 1 0,-3 3 11 16,3-3 6-16,-4-15 5 0,2 1-2 0,-4-1 9 15,-1-1 3-15,-1 0 2 0,3-11 3 0,-6 4-4 16,2-6 10-16,1-2-2 0,-8 0-8 0,5-3 0 16,-2-2-11-16,-3-4 4 0,-6 2-31 0,5-5 6 15,-7-1-17-15,2-6-19 0,-2 2-25 0,5-5-38 16,-1 3-40-16,4-2-50 0,-1-3-53 0,3 1-57 16,9-4-56-16,-6 2-65 0,7-2-59 0,0-3-64 15,5 5-81-15,2-10-286 0,6 2-913 0,2 2 404 16</inkml:trace>
  <inkml:trace contextRef="#ctx0" brushRef="#br0" timeOffset="-86453.78">4993 12736 1 0,'0'-8'327'0,"0"-7"-7"0,2-1-7 15,-2-2-20-15,1 2 3 0,1-4-21 0,1 1-17 16,7-8-26-16,-8 4-2 0,11-4 1 0,-5 3-8 16,1 4-15-16,-1-6-20 0,0 10-14 0,7-7-16 15,0 0-16-15,-2 7-17 0,-4 1-11 0,4 2-10 16,2 0-14-16,-2 0-8 0,-3 4-9 0,3 0-6 15,-1 4-13-15,-1 1-2 0,3 8-8 0,4 1-5 16,-3 2-10-16,4 1 0 0,1 8 1 0,5 2-5 16,-5 4 0-16,8 6-10 0,-3 5 4 0,-3-6 1 15,2 6-1-15,-4 0-6 0,2-8 1 0,1 2-2 16,-3-3 0-16,1 3 0 0,-4-3-3 0,4-2 4 16,-4-3-7-16,-2-4-1 0,-4-5 3 0,-1 5 1 0,-1-8 3 15,-3-2 27-15,6 3 34 0,-4-6 10 0,0-2 0 16,1-7-7-16,-1 3-1 0,5-5-3 15,-6-8 1-15,1 4-6 0,5-11-9 0,-4-2-2 0,0 3-8 16,-2-8-4-16,5 4-5 0,-9 0-4 0,5-4-6 16,-3-2-5-16,2 3-4 0,-4 3-5 0,2 0-15 15,-3 8-14-15,1 0-25 0,-1 4-31 0,-2 3-33 16,0 4-54-16,0-1-56 0,0 2-38 0,0 7-8 16,0 0-13-16,0 0-21 0,-15 14-15 0,8-5-28 15,1 7-31-15,-9 6-196 0,-2 0-610 0,-3 4 271 16</inkml:trace>
  <inkml:trace contextRef="#ctx0" brushRef="#br0" timeOffset="-85985.02">5109 13242 95 0,'0'0'258'15,"-5"3"-14"-15,5-3 9 0,0 0 7 0,0 0 4 16,13 10 9-16,-6-5-21 0,1-2 14 0,-1 0-28 15,6-2 6-15,-3 2-25 0,3-3-13 0,0 0-15 16,2 0-16-16,5 0 5 0,-3-4-10 0,1 4 0 16,2-4-10-16,-4 1-9 0,1-2 4 0,1 1-10 15,0-1-1-15,-6-1-1 0,1-1-3 0,-3-4-15 16,5 2-9-16,-5 2-11 0,3-4-8 0,-5 3-5 16,2 3-7-16,-5-2-5 0,0 4-13 0,3-2-6 15,-3 0-7-15,4 2-6 0,-9 3-7 0,6-8-10 16,-6 4-3-16,0 4-9 0,0 0-8 0,10-3 0 0,-10 3 0 15,0 0-7-15,22 4-4 0,-9-1-12 16,-6-1-10-16,6 4-9 0,-3-3-27 0,5 3-24 16,5-3-22-16,-9 0-41 0,4 3-40 0,3-3-27 0,-1 0-42 15,-1-2-54-15,3 1-65 0,-3-1-343 0,1-1-776 16,-4-1 343-16</inkml:trace>
  <inkml:trace contextRef="#ctx0" brushRef="#br0" timeOffset="-85453.76">5581 13708 200 0,'-4'-7'403'0,"4"7"-4"0,-3-6-8 0,3 6-35 0,0 0-28 15,-2-6-36-15,2 6-29 0,0 0-29 0,0 0-15 16,0 0-31-16,0 0 18 0,0 0 20 0,5 26 6 15,-1-13-5-15,1 5-8 0,1 5-12 0,-1-3-16 16,2 9-20-16,-2 1-13 0,1-3-14 0,-1 4-13 16,7 8-10-16,-7-9-10 0,-3 1-13 0,6-1-9 15,-7-1-9-15,4 5-9 0,-3-7-5 0,3-2-5 0,-3-7-8 16,-1 1-5-16,3 0-22 0,-4-4-40 16,1-3-46-16,1 0-38 0,-2-7-54 0,0 3-36 15,0 1-43-15,0-9-78 0,0 0-87 0,0 0-398 0,0 0-860 16,18-18 381-16</inkml:trace>
  <inkml:trace contextRef="#ctx0" brushRef="#br0" timeOffset="-83588.02">7936 12405 47 0,'0'-5'242'0,"0"5"-6"0,8-8-7 0,-8 8 0 0,0-7-5 16,0 7 0-16,0-12-7 0,0 8-6 0,0-4-4 15,0 8-1-15,0-8-12 0,-1-1-13 0,1 9-11 16,-7-7-6-16,2 1-20 0,3 1-8 0,-6 1-16 16,1-1-14-16,-1 3-3 0,1-1-9 0,7 3-17 15,-21-3-2-15,8 3-8 0,1-2-6 0,-3 2 0 16,-5 2-8-16,1-1-4 0,-5 4-3 0,0-3-3 16,-6 3 3-16,2 0 8 0,-2-1-7 0,0 4 7 15,2-5-5-15,0 4 1 0,0 2-4 0,3-3-8 16,-3 3 0-16,0-1-5 0,9-2-6 0,-2 5-2 15,-2-1 0-15,3-3 9 0,0 3-8 0,-2-1 0 16,4-2-3-16,2 2 2 0,-4 2-1 0,5-4-1 0,0 2-5 16,0 0 0-16,-5 0-15 0,5 0 4 0,-1 7 1 15,3-6 0-15,-2 3 1 0,-2-1 3 16,2 0 13-16,0 0 1 0,0 2 1 0,-1-3 13 0,3 3 2 16,-7 0 0-16,3-3-6 0,2 5 1 0,-1-5 6 15,4 5-4-15,-4-3-2 0,1-4-2 0,-7 7-2 16,7-4-6-16,7 4-5 0,-5-1 1 0,-2-5 3 15,0 5-3-15,8-3-2 0,-6 1 0 0,3-1-3 16,2 3-2-16,-4-1 3 0,4 0-5 0,1-1 0 16,1-3 0-16,-2 1 3 0,3 2 9 0,-5 1 5 15,5-2-1-15,3 1 2 0,-6 1-6 0,4-3 1 16,1-1-4-16,1 2 2 0,-3-2-2 0,2 7 2 0,0-5 3 16,1 1 3-16,2-5-6 0,0 5 0 15,-1 2 0-15,-4-3 0 0,5 1-7 0,0-3 5 16,-4 2-4-16,4-2 7 0,0 1-7 0,4 1 7 0,-4-3 3 15,0 3 1-15,1-1 0 0,4-3 2 0,-3 2-4 16,4 0 2-16,-4 2 0 0,3-2 5 0,0 1 8 16,5 1-10-16,-8-3-1 0,3 3 3 0,5-6 3 15,-5 3-7-15,4-2 11 0,5 4-3 0,-6-5 2 16,5 4 4-16,-8-5 5 0,10 2 7 0,0 1-17 16,0-1 1-16,0 1 2 0,0-1-8 0,0-2-1 15,1 4-3-15,-3-6 1 0,9 1-7 0,-7 2 11 16,3-4 9-16,0 0 0 0,5 2 0 0,-1-3-5 15,-1 2-6-15,9-3 5 0,-2 4-13 0,5-4 2 16,1 0 3-16,-1 1-6 0,1-2-1 0,11-3-2 16,-12 3-1-16,10-1-5 0,-8 1 0 0,15-2-3 0,-4 0-1 15,-1-2-1-15,-4 2-4 0,-3 2 6 0,5-7-5 16,-11 5-1-16,4-1-3 0,7 4 6 0,-12 3-2 16,4-7 4-16,3 2-7 0,-8 0 1 0,6-1 1 15,-1 2 2-15,-3-2-1 0,-1 4-4 0,-3-2 2 16,2 1 2-16,-5 0 2 0,8-4-3 0,-18 4-2 15,5 0-1-15,3-2-1 0,-7 2 1 0,4-2 1 16,-6 2-5-16,-6-3 2 0,7 3 0 0,-4-1 0 16,-11 1 0-16,15 0-19 0,-15 0-16 0,17 0-26 15,-17 0-25-15,6 1-36 0,-6-1-41 0,0 0-38 16,12 3-57-16,-12-3-46 0,0 0-37 0,0 0-41 16,0 0-46-16,0 0-71 0,0 0-360 0,0 0-929 15,0 0 410-15</inkml:trace>
  <inkml:trace contextRef="#ctx0" brushRef="#br0" timeOffset="-82744.26">9154 12468 82 0,'2'-18'382'0,"6"3"6"0,-5-1-10 0,1 0-9 16,-3 0-6-16,1 1-7 0,3 0-11 0,-2 3-9 16,-3 3-8-16,4-3-12 0,-4 3-18 0,3 1-16 15,-3 0-20-15,0 1-19 0,0 7-21 0,3-5-27 16,0 0-21-16,-3 5-23 0,0 0-17 0,0 0-15 16,0 0-12-16,0 0-12 0,9 21-4 0,-8-7-12 15,1 5-9-15,3-2-5 0,2 10-8 0,-6 1-2 16,11 11-21-16,-5 2-2 0,1 2-2 0,-2 2-1 15,3 0-4-15,-8 4-2 0,6-2 0 0,1 6-5 0,-1 2 2 16,6-7-3-16,-8-2 0 0,-3 1 1 0,6-3-4 16,-3 2-6-16,-3-2 6 0,6-1-3 15,-6-13-2-15,-2 2-1 0,5-2 2 0,1-3-1 0,-12 1 2 16,12-4 3-16,-12-5 2 0,6 4 9 0,0-8 4 16,-2 0-3-16,-1-3 4 0,1-3 6 0,2-2 3 15,-8 0 3-15,6-3-2 0,-3 0-6 0,-5 0 0 16,10-4-13-16,-18-5-6 0,18 5-39 0,-23-7-33 15,9-1-35-15,3-1-46 0,-6-1-49 0,6-1-62 16,2-4-57-16,-2 3-57 0,8-3-71 0,-1 0-64 16,3-2-299-16,-1 5-861 0,2 1 382 0</inkml:trace>
  <inkml:trace contextRef="#ctx0" brushRef="#br0" timeOffset="-81799.73">9189 12435 183 0,'3'-8'265'0,"0"-4"-3"0,-3 4-7 0,2-11 1 0,1 7-6 16,1-4-15-16,-1 1 3 0,2-3-12 0,3 3-11 16,-4-5 3-16,6 7-3 0,-5-6-15 0,4-1-13 15,-2-3-13-15,6 7-18 0,-4 1-14 0,-1 0-14 16,5-3-11-16,-6 5-5 0,6-1-16 0,-3 2-8 15,5 0-13-15,-9 2-9 0,13 0-10 0,-8 5-3 16,-3-2 6-16,6 4-17 0,1-1-2 0,1 0-7 16,7 4-1-16,-3 0-11 0,-2 4 1 0,1 3 2 15,2 0-7-15,1-2-8 0,-4 5 6 0,0 0-7 16,9 5 5-16,-3-1 0 0,1 2-2 0,-5 2-9 16,-3-4 9-16,4 1-6 0,-1 1 1 0,-5-4 3 15,-5 0 11-15,5 3-16 0,0-8 3 0,0 2-2 0,-7 1 1 16,0-3 3-16,-1-2-1 0,3-4 17 0,1 1 12 15,-4-2 21-15,-7 0 3 0,21-2 8 0,-12-3-7 16,2 2 4-16,-3-7 0 0,2 1-6 0,-5 1-6 16,4-8-3-16,-3 5-6 0,4-5-6 0,-5 4-1 15,5-3 0-15,-3 0-11 0,-7 5-3 0,6-8-7 16,-4 9-5-16,3-4-13 0,-3 1-22 0,-2 3-23 16,3 2-25-16,0-1-40 0,-3 3-47 0,0-2-42 15,0 7-42-15,0 0-6 0,0 0-17 0,0 0-26 16,0 0-18-16,0 0-34 0,-21 17-234 0,14-8-625 15,-1 0 277-15</inkml:trace>
  <inkml:trace contextRef="#ctx0" brushRef="#br0" timeOffset="-80549.72">9320 12856 153 0,'0'0'279'0,"0"0"1"0,0 0 4 0,0 0-5 0,0 0-3 16,0 0 7-16,0 0-24 0,0 0-18 0,0 0-20 15,0 0-14-15,15-12 3 0,-15 12-33 0,14-10 0 16,-5 1-15-16,-3 6-13 0,3-5-4 0,2-2-23 15,-1 3-8-15,5-1-6 0,0-4-10 0,0 3 0 16,-2 3-6-16,-1-3-9 0,3 0-8 0,-6 1-7 16,3 4-3-16,-2-2-3 0,-2 0-16 0,1 2 0 0,0-3-11 15,0 4 6-15,-3 2-14 0,3-3 0 16,-9 4-6-16,11-2-3 0,-11 2-4 0,15 0 3 16,-15 0-1-16,20 6-15 0,-10-3 8 0,-3 3-1 0,1 1 2 15,0 0 1-15,5 5-3 0,-6-4 1 0,6 4-4 16,-3-5-1-16,5 1 3 0,-5 3-2 0,0-5 2 15,-2-1 1-15,4 2-1 0,1-1-9 0,-1-2 10 16,-4-2 7-16,5-1 12 0,2-1 10 0,-2 0 8 16,-5 0 11-16,6-3-5 0,-3-1 0 0,3-2 5 15,-8-1 1-15,7 2-1 0,-3-1-6 0,-1-5-1 16,-1 4-5-16,-1 1-7 0,-3-1-6 0,6-4-3 16,-5 7-3-16,-5-3-11 0,9 2-13 0,-8 1-27 15,-1 4-34-15,5-8-51 0,-5 8-54 0,9-3-58 16,-9 3-37-16,0 0-29 0,0 0-41 0,0 0-59 15,0 0-288-15,-10 20-732 0,6-12 324 0</inkml:trace>
  <inkml:trace contextRef="#ctx0" brushRef="#br0" timeOffset="-79815.33">9738 13426 298 0,'0'0'332'0,"0"0"9"16,0 0-8-16,0 0-18 0,0 0-12 0,25-12-7 15,-18 12-3-15,3-1-8 0,-10 1-12 0,20 0-12 16,-7 0-13-16,-3 1-13 0,1-1-21 0,4 3-19 0,-1-1-20 16,-3 4-14-16,2-3-18 0,-4 3-9 0,6 0-17 15,-7 0-12-15,0 1-10 0,4 5-2 16,-7-2 6-16,-2-2 13 0,4 3-8 0,-6 4-4 0,-1-2 2 16,-1 7 0-16,-6-6-3 0,4 3 0 0,-9 3 2 15,5-6 3-15,-6 5-2 0,3-3-7 0,-3 1 2 16,1-3 9-16,-2 1-1 0,-3-2-4 0,4 1-3 15,-1-1-13-15,3-1 2 0,3-5-3 0,1 3-5 16,-1-6-3-16,3 2 11 0,1-2 3 0,-2 1 7 16,4 1 2-16,2-6 5 0,-1 3-1 0,1-3-8 15,0 0-3-15,24 0-50 0,-2 0-42 0,8-6 0 16,1 1 0-16,6 1 0 0,6-5 0 0,-2-2 0 16,4 0 0-16,-14 4 0 0,4 0-41 0,-2 2-192 15,0-2-85-15,0 1-79 0,-5 0-104 0,2 1-132 16,-12 1-379-16,-1 0-1095 0,-6 1 484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9T10:32:38.92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2888 1699 274 0,'5'-15'311'0,"3"-1"-8"15,-3 1-11-15,-5 0-3 0,2 6-7 0,-1-3-9 16,4 0-8-16,-3 6-16 0,-2-3-14 0,0-2-18 16,0 7-20-16,0 4-20 0,-7-8-11 0,7 8-31 15,-3-4-19-15,3 4 2 0,0 0-29 0,-18 4 1 16,3 1-12-16,0 2-17 0,-2 10 10 0,1-8-18 16,-4 12-5-16,-5-3-3 0,5-2-11 0,-1 7-5 15,6-5 7-15,-5 3-7 0,10-3-6 0,-3-3-8 16,5 0 11-16,-1 0-21 0,6 3-20 0,1-5 2 15,2 5-20-15,5-7-4 0,4 1-2 0,-1 0 9 16,10-4 6-16,2-4-4 0,6 3 7 0,9-5 3 16,-2 0-1-16,2-1 1 0,-2-2 4 0,0-1-8 15,-3 0 7-15,-7-1 4 0,-5 3-2 0,-1-1 1 16,-6 2-1-16,1-1 2 0,-4 3 1 0,-8-3 3 16,10 4-2-16,-10-4 13 0,-1 7-4 0,1-7 4 15,-24 13 6-15,5-1-1 0,-6 0 2 0,-2 5 3 16,2-2-8-16,2 5 14 0,-3-1-12 0,8-1 1 0,-1 4 2 15,3 1-5-15,1-3-3 0,0 2 3 16,8-1-8-16,1-2 2 0,4 1 4 0,4 6-5 16,9-4 3-16,-2-7-6 0,12 7-11 0,2 1-4 15,7-7-20-15,0-2-8 0,15 1-12 0,-2-2-16 0,10-10-14 16,-4 5-8-16,-6-8-25 0,10-3-23 0,-6 0-32 16,-4-10-20-16,1 5-15 0,1-5-19 15,-4-5-16-15,-11-2-178 0,2 4-461 0,1-11 205 16</inkml:trace>
  <inkml:trace contextRef="#ctx0" brushRef="#br0" timeOffset="375">3637 2017 290 0,'7'-27'49'0,"1"0"41"16,-3 8 22-16,-5-8 39 0,0 9 33 0,-3 0 20 16,1 2 12-16,-4-4 11 0,4 9 7 0,-3-1-5 15,2 2 0-15,-4 5-9 0,7-2-16 0,-5-1-28 16,5 8-18-16,-11-1-7 0,11 1-19 0,-19 9 5 16,6 3-11-16,0-2-4 0,3 7-9 0,-5 2-7 15,0 4-10-15,-1 3-14 0,1-1 5 0,2 4-18 16,1-2-12-16,-8 1-9 0,12-1-23 0,-5 1-26 15,-2-3-20-15,1-1-13 0,6-5 3 0,-7 5-22 16,7-8-15-16,1-2-4 0,-1-5 1 0,3 0 0 16,-3 1 7-16,6-3 7 0,-3-5-13 0,5-2-9 15,-15-1 0-15,15 1 7 0,-18-8 5 0,10 1 5 16,-2-8 10-16,0 0 2 0,2-10 5 0,-2-1 5 16,5 2 13-16,-5-3 16 0,5 1 25 0,-2 1 15 15,4 7 22-15,1-2 16 0,-3 4 15 0,4-2 14 16,-1 1 2-16,2 6 8 0,-3 0-6 0,3 3-14 15,0 0-13-15,0 1-29 0,0 7-33 0,0 0-19 16,0 0 13-16,0 0 0 0,31 20 3 0,-18-11-1 16,6 7-2-16,4 4 4 0,0 4-13 0,3-3-21 15,11 7-12-15,-6-1-20 0,4 2-15 0,3 0-29 16,4-2-23-16,-3 0-25 0,-1-3-26 0,5-4-28 16,-5 0-34-16,5-3-24 0,-14-7-168 0,0 2-464 15,1-6 206-15</inkml:trace>
  <inkml:trace contextRef="#ctx0" brushRef="#br0" timeOffset="890.63">4002 2221 9 0,'-4'-10'206'0,"-4"-3"14"0,-5-4 14 16,3 2 0-16,-7 1 3 0,4-1 2 0,-2-1 3 15,2 4-6-15,-4 0 1 0,2-2-2 0,-1 7-21 16,1-5-18-16,0 4-20 0,5 4-6 0,-1 1-35 0,1 1-19 16,0-2-11-16,10 4-16 0,-20 4-2 0,12-2-14 15,1 1-4-15,0 3-10 0,1 0-9 16,-1 6-8-16,5-6-13 0,1 2-5 0,2 5-6 15,-1-4-3-15,2 0-3 0,5 2-5 0,6 1-10 0,2-4 1 16,5 0-13-16,11 3 1 0,17-6-23 0,0 3-8 16,13-5-14-16,4-3-11 0,16-1-5 15,12-1 3-15,-7-6-1 0,2 6-1 0,3-5 2 16,0 0 9-16,-5-1 5 0,3 1 0 0,-6 1 9 0,-25 0 7 16,0-2 2-16,1 1 6 0,-7-2 2 0,-6 3 5 15,2-6-1-15,-17 4 7 0,6 3 10 0,-12-6 8 16,1 0 15-16,-6 6 12 0,-3-4 14 0,-3-2 12 15,-2 5-2-15,-2 3 7 0,-3-6 5 0,1 3 3 16,-3-3-3-16,-4 1 4 0,6 4-5 0,-4-2-3 16,-3-3 2-16,0 1 5 0,0 4-1 0,0 4 6 15,0-12-4-15,-3 7-9 0,3 5 4 0,-5-7-12 16,5 7-4-16,-3-4-8 0,3 4-6 0,0 0-7 16,0 0-7-16,0 0-1 0,0 0-5 0,0 0 0 15,0 0-10-15,-12 16 0 0,9-4 8 0,3-1-4 16,-2 9 2-16,2 6 1 0,0 1-2 0,0 4 11 15,2 7-15-15,-2 5-6 0,3 0-1 0,5 7 1 16,-4 4 4-16,9 2-2 0,0 1-2 0,4 13-4 16,-6-12 1-16,3-4 0 0,1 1-5 0,-4-4-6 15,2 0-7-15,7-2-1 0,-3-2-16 0,1-6-5 16,-1-6-12-16,-3-8-24 0,0-4-28 0,-8-7-19 16,4-1-21-16,-1-6-19 0,-1-2-25 0,-5-7-16 15,-3 0-24-15,0 0-8 0,17-16-150 0,-11 1-428 16,-4-2 190-16</inkml:trace>
  <inkml:trace contextRef="#ctx0" brushRef="#br0" timeOffset="1515.64">5442 2101 19 0,'-22'-25'290'0,"6"0"0"16,2-2 0-16,-4 6 2 0,3 3 6 0,2 1 2 16,1 3-4-16,4 4-12 0,0 1-16 0,1 0-27 15,2 3-21-15,0-2-28 0,5 4-17 0,0 4-19 16,0-11-23-16,9 10-17 0,-1-2-5 0,10 2-16 15,7 1-14-15,3 0-9 0,0 1-12 0,4 5-14 16,-3 2-4-16,6-1-14 0,-5 2-3 0,1 0-11 0,-1 1-4 16,0 7-31-16,-7-2-10 0,4 0-14 0,-11 0-6 15,6 5-5-15,-12-4-7 0,3 6 2 16,-7-5 0-16,-6 2 9 0,0-4 1 0,-8 5 7 16,-5 2 6-16,-2-10 5 0,-10 7-1 0,0-6 9 0,-6-1 5 15,1 2-3-15,-1-10-2 0,-2 2 9 0,1-3 3 16,2-3 6-16,1-5 1 0,10 1-3 15,3-7 0-15,1-1 4 0,5-1-5 0,3-5-1 16,7 0 2-16,0-11-3 0,17-1 4 0,-2-12-2 0,5-1 4 16,9-2-2-16,10 0-7 0,4-24-20 0,6 4-9 15,-16 17 0-15,9 2 3 0,-9 3 3 0,2-4 7 16,-4 14 4-16,-1 3 11 0,-10 6 10 0,1 4 21 16,-11 8 1-16,2 5 3 0,-6-1 1 0,3 1-5 15,-4 2-3-15,-2 1-10 0,-3 4 3 0,0 0-6 16,0 0 5-16,0 19 1 0,-3 3-1 0,-1 3-2 15,-2 4 7-15,-3 5-9 0,3 8 4 0,2 4-4 16,1 1-1-16,6-2 5 0,1 3-3 0,4-2 2 16,5-4 1-16,0 0-3 0,4 2 1 0,5-5 0 15,1-5 4-15,-2-10-1 0,-1 5 2 0,12-1 12 16,-8-8-17-16,1-5 5 0,7 0 0 0,-9-4 3 16,0-6-3-16,-5-3 4 0,7-4 4 0,-3-2 12 15,-3-4 2-15,3 0-4 0,-1-11 3 0,-2-1 7 16,-3-3 3-16,-1-3 4 0,-5-1 4 0,-3-2 13 15,3-3 22-15,-9 3 24 0,-1 6 28 0,0-4 18 16,-1 7 10-16,-6 2-7 0,5-3-3 0,1 10-15 16,-4-7-15-16,-4 13-18 0,4-3-17 0,-1 2-18 15,6 6-19-15,-12 0-12 0,12 0-20 0,-15 14-16 16,7-9-21-16,5 9-19 0,-1 1-5 0,4-2-14 16,0 9-16-16,4-3-4 0,2 5-5 0,6-3-15 15,1 5-2-15,5-7-32 0,6 2-25 0,-1-2-30 16,7 1-55-16,13-6-70 0,-12-1-60 0,10-4-196 15,7 0-614-15,-1-5 271 0</inkml:trace>
  <inkml:trace contextRef="#ctx0" brushRef="#br0" timeOffset="1781.27">7605 1444 149 0,'-3'-17'431'0,"-1"2"10"0,3-4-12 16,-4 9-13-16,3 0-14 0,-6-1-24 0,8 7-42 16,-5-3-40-16,5 7-35 0,-2-9-33 0,2 9-34 0,0 0-16 15,0 0-19-15,0 20-18 0,2 1-16 0,3 4-9 16,-4 7-11-16,14 10-14 0,0 4-13 0,-3 4-20 16,-4 2-16-16,7-5-19 0,1 6-17 0,4-1-34 15,-3-3-18-15,-4-3-26 0,0 0-20 0,1-7-23 16,-4 0-17-16,-4-8-20 0,-3-4-13 0,6-4-26 15,-4-4-44-15,-5 0-27 0,1-6-33 0,-1-6-255 16,-1 0-595-16,1-7 262 0</inkml:trace>
  <inkml:trace contextRef="#ctx0" brushRef="#br0" timeOffset="1984.39">7332 1443 92 0,'-13'-16'352'0,"3"1"4"0,-5 3-5 0,1-2-12 15,11 5-4-15,-2-2-10 0,0 4-26 0,-1 2-23 16,4-2-31-16,2 7-26 0,0-11-24 0,0 11-24 16,13-5-13-16,4-2-20 0,3 6-11 0,11-2-19 15,2 3-34-15,14 3-29 0,1 1-35 0,1-2-30 16,2 0-34-16,6 2-47 0,-6 5-54 0,-1-3-63 16,3 2-59-16,1 0-57 0,-7 4-176 0,2 0-552 15,-4-2 245-15</inkml:trace>
  <inkml:trace contextRef="#ctx0" brushRef="#br0" timeOffset="2603.86">8442 1734 315 0,'-15'-11'361'0,"2"2"-4"0,-3-1-11 0,-4 0-14 15,3-1-10-15,-4 2-19 0,1 0-26 0,-2 1-21 0,-1 3-31 16,0 0-24-16,-5 3-19 0,-4 7-23 0,13-2-12 15,-10 8-22-15,5 2-8 0,-3 5-7 16,4 5-19-16,1-1-11 0,1 3-6 0,4 1-12 16,2 2-13-16,6 4-10 0,2-5-7 0,2 2-10 0,2-2-2 15,1 0-12-15,4 0-7 0,1-7 0 0,4 4-1 16,-1-4-11-16,2-5 9 0,6-3 4 0,-4-5 6 16,3 4-9-16,5-10 2 0,2 2 5 15,-3-7-8-15,2-3 5 0,1-1-1 0,5-7 6 16,-3 0-6-16,-3-5 7 0,-2 3-8 0,5-8 1 15,-6 5 10-15,-4-3 2 0,3 7 14 0,-7-4 6 0,-2 1 7 0,1 4 4 0,-5-1 1 16,-1 1-3-16,4 8-4 0,-5-2-4 0,2-2-9 0,-2 7-13 16,0 4-15-16,0-4-37 0,0 4-1 15,0 0 10-15,0 0-9 0,0 0-3 0,0 20 0 16,0-9-1-16,3 4 3 0,-3 0-12 0,4 3 0 16,2-3-4-16,-4 4 2 0,3-4-2 0,3 4 6 0,-1-7 3 15,3-1-1-15,-5 3 0 0,3-5 8 0,-1 0 1 16,1-6 7-16,-2-2 1 0,4 4 15 15,-10-5-6-15,19-6 4 0,-8 3 15 0,-3-3-16 16,6-6 4-16,1 2 15 0,-2-5 14 0,-5-1 11 0,7 1 8 16,0-1 10-16,3-3 2 0,-3-4 2 0,-3 7 6 15,2 2 7-15,0-3 5 0,-3 1-5 0,1 5-9 16,1-1-6-16,-6 5-8 0,6 1-8 0,-5 4 2 16,1-1-4-16,4 3-8 0,-13 0-4 0,26 7-4 15,-8 0 0-15,-8 5 0 0,7-3-1 0,-2 9 12 16,0-5-20-16,-2 5-5 0,0 2-19 0,-1-1-3 15,-2 0-15-15,-2 4-10 0,-1-4-17 0,1-2-11 16,-6 0-11-16,1-2-4 0,-3-1-11 0,-3-3-6 16,1 3-10-16,-6-7-13 0,-1-1-28 0,1 2-6 15,-7-4-30-15,2-7-16 0,-4-1-18 0,6-5-31 16,-4 2-172-16,0-7-471 0,2-1 209 0</inkml:trace>
  <inkml:trace contextRef="#ctx0" brushRef="#br0" timeOffset="2806.98">8883 1277 121 0,'1'-7'317'0,"1"6"-25"0,3-10-34 15,-5 11-28-15,3-4-27 0,-3 4-19 0,0 0-20 16,0 0-19-16,12 19-7 0,-9-7-10 0,4 11-16 16,1 1-14-16,-1 6-5 0,1 12-11 0,0 1-4 15,4 6-7-15,-4 0-9 0,5 8-3 0,-4-6-2 16,-3 6-11-16,4-4-32 0,3 2-32 0,-6-3-32 15,0-5-43-15,4-5-46 0,-7-11-48 0,7-6-40 16,-8 2-146-16,6-10-405 0,-3 0 179 0</inkml:trace>
  <inkml:trace contextRef="#ctx0" brushRef="#br0" timeOffset="3025.74">9234 1755 150 0,'5'-19'423'0,"-5"4"14"0,8-2-6 16,-8 8-18-16,0 0-35 0,1-2-37 0,-1 7-46 15,0 4-37-15,0 0-27 0,0 0-24 16,0 0-20-16,5 23-15 0,-5-6-15 0,0 3-15 0,0 7-14 16,0 4-13-16,0 2-6 0,2 8-13 0,5 1-12 15,-1-11 0-15,-4 1-11 0,6-2-10 0,2 0-9 16,2-3-14-16,1 0-14 0,2-4-16 0,5-4-21 16,1-3-25-16,7 1-29 0,6-8-38 0,0-3-48 15,11-2-55-15,0-4-71 0,1-5-70 0,-16-6-305 16,-2-1-705-16,0-6 311 0</inkml:trace>
  <inkml:trace contextRef="#ctx0" brushRef="#br0" timeOffset="3556.99">3490 3099 366 0,'-102'17'354'0,"6"-6"-28"0,13 6-29 0,23-5-9 15,16 2-29-15,7-7-28 0,17-1-19 16,-1 0-33-16,12 5-17 0,3-4-9 0,7 2 19 16,24 2 29-16,30-2-7 0,46 2-11 0,69-7-18 0,21-4-18 15,22-11-16-15,17 0-4 0,22-5-13 0,9-4-11 16,8 5-11-16,23-9-5 0,0 1-10 16,21-3-18-16,-4 3-5 0,-1 2-4 0,-7-6-2 15,-4 0-8-15,-11 2-11 0,-15 1-34 0,-13-8-30 0,-14-2-36 16,-22 10-53-16,-17-3-47 0,-21 3-48 0,-21 1-54 15,-58 8-41-15,-13 0-37 0,-39 11-206 0,-16-2-602 16,-9 1 267-16</inkml:trace>
  <inkml:trace contextRef="#ctx0" brushRef="#br0" timeOffset="6699.18">4794 4026 132 0,'7'-16'423'16,"-2"-3"16"-16,3 7-9 0,-6-3-7 0,3 5-11 15,-5 1-10-15,7 0-15 0,-6 0-29 0,1 3-35 0,1 3-39 16,-3 3-31-16,2-9-32 0,-2 9-30 0,0 0-16 16,0 0-19-16,11 12-15 0,-7 3-12 0,4 1-13 15,-1 8-12-15,-1 8-7 0,3-2-11 0,-1 9-13 16,2 3-22-16,5-1-32 0,-5 2-27 0,-4-4-26 15,4 1-30-15,-5 0-35 0,3 0-29 0,2-12-17 16,-10 2-32-16,7-1-15 0,-2-2-24 0,-3 0-37 16,-1 0-51-16,6-9-42 0,-2-2-298 0,-2-1-697 15,0-3 309-15</inkml:trace>
  <inkml:trace contextRef="#ctx0" brushRef="#br0" timeOffset="7074.18">5132 4316 276 0,'0'-11'337'16,"0"2"1"-16,7 2-5 0,-7-1-9 0,0 2-21 16,0 6-31-16,0-12-31 0,0 12-34 0,0 0-29 15,0-6-16-15,0 6-17 0,0 0-18 0,0 0-11 16,8 16-13-16,-3-7-12 0,-2 4 7 0,4 0-25 16,3 2-17-16,-7 0-7 0,5 5-9 0,1-7-1 0,-3 2-16 15,-1-3-4-15,5 3-8 0,-3-1-6 16,-1-5-1-16,-2-1 1 0,1 0 4 0,-5-5 2 15,3 1 0-15,4 0 0 0,-7-4 4 0,0 0 3 16,0 0 26-16,15-14 1 0,-11 8 8 0,0-5 15 0,-1-2 13 16,5-1 12-16,-3-1 13 0,2-2 10 0,1 3 4 15,1-2-3-15,-1 0-2 0,0 1-2 16,2 5-6-16,-3-3-10 0,-1 2-11 0,4 3-8 0,-5 4-13 16,0-1-12-16,3 1-5 0,-1 2-7 0,-7 2-7 15,22 3-3-15,-14 2-18 0,7 2-8 0,-4 4-17 16,-1 3-17-16,3 0-26 0,2 4-34 15,2 2-28-15,-4-2-23 0,0 7-29 0,-4-2-19 0,6 0-26 16,-7-5-38-16,-2-1-45 0,8-2-50 0,-8-1-298 16,3-1-699-16,-6-8 309 0</inkml:trace>
  <inkml:trace contextRef="#ctx0" brushRef="#br0" timeOffset="7313.75">5677 4305 82 0,'0'-5'318'0,"1"1"-20"0,-1 4-36 0,5-7-29 16,-5 7-24-16,0 0-23 0,0 0-19 0,0 0-16 16,15 19-10-16,-8-5-4 0,3 3-10 0,-4 7-11 15,8 5-6-15,-6 3-9 0,7 8-11 0,-9 6-8 16,4 6-9-16,5-3-5 0,-3 2-8 0,3 25-5 16,-5-22-3-16,3 0-3 0,-2 2-1 0,-1 3-8 15,-1-7-1-15,2-2-1 0,-1-1-6 0,-2-9-1 16,4 2-3-16,-5-13-9 0,-2-2-25 0,0-5-24 15,-5-7-28 1,6 1-27-16,-4-9-30 0,-2 1-58 0,5-8-61 16,-5 0-224-16,0 0-494 0,1-22 219 0</inkml:trace>
  <inkml:trace contextRef="#ctx0" brushRef="#br0" timeOffset="8178.34">5801 4234 40 0,'-7'-18'370'16,"-1"2"-5"-16,5 1 11 0,-1-1-8 0,-2 4-7 16,6 1-25-16,-7 2-19 0,7-3-25 0,-2 6-26 15,1-2-28-15,1 1-25 0,1 1-25 0,-1 6-26 0,9-6-15 16,-3 5-18-16,-6 1-12 0,17-2-28 0,-4 4-6 16,0-1-18-16,4 5-19 0,-2 0-25 15,5 4-1-15,-4-1-3 0,4 2-30 0,3 5-17 0,-5-4-11 16,2 6-8-16,-5-4-13 0,-2-1-4 0,-1 3-5 15,0 2-3-15,-4-5 1 0,0 2 4 0,-6 0 2 16,-1 1 9-16,-6 0 3 0,-3-1 6 16,-3-2 3-16,-4 5 4 0,-2-9 8 0,-3 3-1 0,0-5 5 15,1 0 0-15,2-2 8 0,-3 0 4 0,5-2 11 16,0-1-1-16,5-2 2 0,-1 0 7 0,11 0-10 16,-13-10 1-16,11 1-1 0,4 5 1 0,3-7-8 15,9-2-9-15,1 2-13 0,0-7-4 0,13 1-6 16,-1 0 4-16,1 0 5 0,2 7 4 0,0 1 2 15,-2 0 4-15,-2 2 2 0,-1 3 4 0,-3 1 0 16,-6 2 2-16,2 1 1 0,-3 1 1 0,0 4 4 16,-7 1 0-16,4-2 7 0,-2 7-1 0,-5 2-2 15,-3-2 7-15,6 0-6 0,-7 7 3 0,4-4 3 16,-5 4-1-16,0-7 3 0,0 2-3 0,9 1 0 16,-9-1 0-16,1-2 2 0,1-3 5 0,0 0-4 15,-1-3 2-15,6 2 2 0,-5-5 2 0,4 1 2 16,-6-3-3-16,0 0-2 0,28-6 4 0,-21-3 0 15,5 3 1-15,1-5 1 0,2-1 4 0,-2-1 3 0,3-5 2 16,-4 6 8-16,8-11 8 0,-8 11 14 16,2-4 8-16,-4 2 11 0,4 1 13 0,-8 6 11 15,2-1-2-15,1 2-8 0,-3 0-8 0,1 0-16 16,-7 6-10-16,2-1-8 0,-2 1 2 0,0 0-9 0,13 11-2 16,-8-2 1-16,-2 5-9 0,5 2 3 0,4-4-1 15,-4 8-4-15,1-5 1 0,2 3-3 16,7 3-3-16,-4-6 2 0,-1 0-3 0,3-3-1 15,-1 0 1-15,2-3-1 0,-2 1-3 0,3-2-5 0,3-4 6 16,-4-2 2-16,1-4-6 0,2-2-2 0,0-2-10 16,-5-6 3-16,1 0-6 0,-1-1-5 0,-3-4-5 15,6-5-6-15,-11-4 3 0,6-2-6 0,-3-13-9 16,-3-3-6-16,-1-2 5 0,1-4-6 0,-7-4-1 16,1 0 4-16,3-1 2 0,-1 1 9 0,-3 4 20 15,0 3 25-15,0 1 42 0,0 5 29 0,-7 9 29 16,7 8 21-16,-1 0 20 0,1 5 11 0,-5 0 7 15,5 6 5-15,-2 6-15 0,2-1-22 0,-3-3-19 16,3 11-17-16,-3-7-21 0,3 7-13 0,0 0-6 16,0 0-4-16,6 30-7 0,-4-11-5 0,4 8-3 15,1 2-5-15,1 15-2 0,7-1-5 0,-2 4-2 16,-6 0-5-16,8 2-1 0,-2 0-12 0,-1-1-17 16,-2 0-17-16,-2 1-28 0,0-6-25 0,1 0-34 15,-3-4-21-15,4-9-8 0,-7-3-35 0,1 0-29 16,1-7-22-16,-4 0-35 0,4 0-17 0,-3-6 10 15,0-4-42-15,-2-1-314 0,-2-5-672 0,2-4 298 16</inkml:trace>
  <inkml:trace contextRef="#ctx0" brushRef="#br0" timeOffset="8334.59">6964 4076 187 0,'-10'-16'356'0,"9"6"2"15,-1 1 5-15,-1-2-2 0,-4 4-14 0,7-1-26 0,0 1-27 16,0 0-32-16,0 0-30 0,0 7-14 0,10-7-38 15,-5 4-13-15,10 2-18 0,0-1-13 0,0 5-13 16,1 0-56-16,6-2-41 0,1 2-46 0,5 7-55 16,0-8-69-16,2 5-76 0,2-2-90 0,-3 6-253 15,4-7-611-15,-1 1 271 0</inkml:trace>
  <inkml:trace contextRef="#ctx0" brushRef="#br0" timeOffset="9006.48">7605 4189 267 0,'0'-9'349'0,"0"-1"-23"16,0 1-18-16,0 0-13 0,2 0-17 0,4-3-22 0,-1 4-28 15,5-8-18-15,-5 8-31 0,10 0-15 0,0-4-14 16,0 4-18-16,0 2-19 0,1 5-9 15,2-6-12-15,1 5 7 0,2 2-25 0,-1 0 0 16,0 1-19-16,-2 0 0 0,-1 6-11 0,4-2-6 0,1 3-3 16,-6 2-4-16,2-1-2 0,6 9 4 0,-10-9-9 15,-5 5-4-15,6 1-3 0,-2 0 0 0,-8 3-4 16,-2 0 2-16,-1-5-9 0,4 5-5 0,-7-2 2 16,1 0-5-16,-7 0 0 0,4-1-8 0,-5-1 6 15,-2-1-1-15,0-1-1 0,-2 2 0 0,4-2 0 16,0-8 5-16,-4 4-3 0,2 3 4 0,5-6 6 15,3-3 5-15,-6 3 4 0,8-5 4 0,0 0 3 16,0 0-1-16,0 0-7 0,0 0 1 0,0-14-3 16,8-3-2-16,-1 7 3 0,8-8-1 0,0-3-2 15,5-3-3-15,0-1 3 0,8-10 0 0,3-1 0 16,-4 0 12-16,-8 12 31 0,1-6 18 0,0 6 25 16,-3-2 25-16,3 4 20 0,-9 4 18 0,-3 4 22 15,2 5 14-15,-3-2 5 0,-7 4-16 0,8 3-10 16,-1-2-16-16,-7 0-28 0,0 6-17 0,0 0-16 15,0 0-11-15,0 0-9 0,0 0-16 0,-15 31 7 16,8-12-12-16,-3 4-5 0,5 1-9 0,-4 2 0 16,5 2 5-16,3-1-15 0,-3 2-13 0,4-2-6 0,4 0-5 15,2-2-11-15,4-1-12 0,0-4-14 0,0 2-14 16,0-3-27-16,3-7-33 0,2 4-43 16,7-5-23-16,6 4-53 0,-2-7-59 0,4 1-63 15,1-1-81-15,1-6-70 0,-2-2-282 0,-2 0-840 0,-5-5 371 16</inkml:trace>
  <inkml:trace contextRef="#ctx0" brushRef="#br0" timeOffset="12892.95">9320 4273 11 0,'0'0'336'0,"-2"-5"-14"0,2 5-27 0,0 0-18 16,0 0-24-16,0 0-21 0,0 0-28 0,0 0-23 15,0 0-22-15,0 0-13 0,0 0-20 0,0 0-13 16,0 0-9-16,0 0-12 0,0 0-8 0,0 0-11 16,2 21-7-16,4-17-4 0,-4 0-8 0,-2-4 2 15,2 8-11-15,3-5-9 0,-5-3 3 0,6 4-7 16,-6-4 1-16,2 7-4 0,-2-7 5 0,5 4 10 0,-5-4 20 15,0 0 33-15,0 0 23 0,0 0 4 16,0 0-18-16,0 0-7 0,0 0 0 0,1-15-12 16,-2 7 5-16,-4 1-3 0,5-2-3 0,-2 2-11 0,-4 0-4 15,6-2-8-15,-5 2-4 0,3 1-11 0,0 0-6 16,-4 0-9-16,6 6-21 0,-7-9-24 0,7 5-29 16,0 4-37-16,-5-7-35 0,5 7-35 15,0 0-38-15,0 0-35 0,0 0-18 0,0 0-35 0,0 0-34 16,0 0-256-16,0 0-611 0,0 0 270 0</inkml:trace>
  <inkml:trace contextRef="#ctx0" brushRef="#br0" timeOffset="13236.71">9373 3890 212 0,'0'0'199'0,"0"0"-13"0,-15 7-19 0,6-4-7 0,8 3-14 16,-4-2-14-16,-3 4-15 0,6-4-9 0,-1 3-10 15,1 1-13-15,2-1-9 0,-2-3-3 0,2-4-7 16,2 12-3-16,-2-5-9 0,0-7-1 0,2 9 8 0,3-6 17 16,-5-3 6-16,14 5 4 0,-14-5 4 15,9 0 6-15,-9 0 5 0,15-1 3 0,-15 1 8 16,14-7-2-16,-9 3 0 0,0-1 5 0,-1 0 9 15,-1-1 2-15,0-2-1 0,-3 0-13 0,0 4-1 0,0-5-10 16,-6 3-8-16,6 6-21 0,-4-11 7 0,1 4-21 16,-2 2-22-16,-1 1-22 0,2-4-19 15,-2 7-28-15,6 1-30 0,-17-2-34 0,17 2-37 0,-21 7-33 16,16 1-29-16,-5-3-52 0,8 4-78 0,-3 1-174 16,5 1-539-16,0 1 239 0</inkml:trace>
  <inkml:trace contextRef="#ctx0" brushRef="#br0" timeOffset="16472.64">9790 5028 207 0,'3'-11'374'0,"0"3"-2"0,-1-3-21 15,0 3 9-15,-2 0-22 0,3 0-13 16,0 2-17-16,-1 1-35 0,-2 5-33 0,0 0-32 0,0 0-19 16,0 0-29-16,0 0-10 0,0 0-18 0,5 20-2 15,-5-5-24-15,2 3-9 0,-1 7-6 0,-1 1-3 16,3 1-13-16,-3 1-9 0,4-1-6 0,-4 10-3 15,3-8-8-15,-3 3-2 0,2-2-1 0,-2 0-8 16,1-2-4-16,-1-2-33 0,2-2-29 0,-4-3-31 16,4-1-25-16,-4-5-16 0,2-1-17 0,2 1-19 15,-2-3-25-15,0 0-35 0,0-4-35 0,0 2-42 16,2-6-51-16,-2 1-221 0,0-5-588 0,0 0 261 16</inkml:trace>
  <inkml:trace contextRef="#ctx0" brushRef="#br0" timeOffset="16738.27">9518 4990 162 0,'-8'-4'392'0,"5"0"5"0,-4 0-12 0,7 4-11 15,-5-7-20-15,5 7-21 0,-5-5-22 0,5 5-29 16,0 0-30-16,10-10-25 0,0 8-25 0,2-1-24 15,7-4-17-15,5-3-15 0,4 5-12 0,10 0-16 16,3 0-14-16,6-2-5 0,-14 2-14 0,15-2-17 16,-5 4-23-16,-9-1-25 0,0 3-35 0,-1 1-36 15,0-2-34-15,-5-4-36 0,0 6-38 0,-6-3-51 16,-6 3-52-16,2 3-55 0,-6 2-285 0,-6-10-652 16,4 10 289-16</inkml:trace>
  <inkml:trace contextRef="#ctx0" brushRef="#br0" timeOffset="17394.53">10150 5256 20 0,'9'-6'272'0,"-9"6"-23"15,0 0-29-15,0 0-28 0,0 0-16 0,0 0-17 16,10 7-12-16,-9 1-8 0,-1 1-2 0,-1 0-13 15,1 3 0-15,-2 0-11 0,4 3-13 0,-4 1-9 16,2 4-8-16,-5-1-8 0,5-4-7 0,-2 5-5 16,1-4-9-16,-3 2-5 0,8-1-4 0,-4 0-3 15,0-7-5-15,-4 2-4 0,1-2-3 0,3-1-2 16,0-1-2-16,0-1-3 0,0 0 3 0,0-7-4 16,3 7 8-16,-3-7 11 0,0 0-8 0,14 0-3 15,-14 0-2-15,13-7-4 0,-6 0-1 0,2 0-1 16,5-1 0-16,-1-1 4 0,-1 1 8 0,2-3-4 0,0 0 7 15,-1 2 1-15,-1-2-2 0,-4 3 1 16,2 0-4-16,3 3-4 0,-5-1-2 0,-1 2-7 16,1 1-4-16,-3 2-3 0,-5 1 0 0,17 0-1 15,-6 4-1-15,1 0-1 0,-1 3-3 0,-2 1 3 0,1-4-8 16,-4 5 0-16,7-2 5 0,-6 3-2 0,6 0 2 16,-3-3-1-16,-1 4 0 0,4-3-3 15,-5-4 1-15,-1 3 0 0,1-3 7 0,-1 0-2 0,-4-3 2 16,-3-1 42-16,13 0 15 0,-13 0 26 0,0 0 20 15,15-9 10-15,-12 2 14 0,-1-5 13 0,0 0 2 16,3-2 2-16,-5-5 0 0,1-2 3 0,-2 3-6 16,1-10-9-16,-5-3-11 0,3 8-8 0,2-3-16 15,0 1-8-15,-5-1-14 0,3 10-8 0,1-3-16 16,-3 4-22-16,9 6-29 0,-6-3-42 0,1 5-62 16,0-1-78-16,-4 3-77 0,4 5-57 0,0 0-20 15,0 0-40-15,0 0-60 0,0 0-271 0,0 0-753 16,9 27 333-16</inkml:trace>
  <inkml:trace contextRef="#ctx0" brushRef="#br0" timeOffset="17738.28">10889 5316 74 0,'-7'-8'360'0,"7"8"-17"0,-3-5-25 16,3 5-30-16,0 0-29 0,0 0-29 0,0 0-27 15,0 0-18-15,0 0-21 0,-22 13-12 0,16-4-14 0,1 1-9 16,1 0-12-16,-1 3-3 0,-1 5-23 0,4-3-1 16,-5 3-12-16,7 0-2 0,2-3-11 0,1 5-4 15,1-5-3-15,7 1-6 0,-2-4-2 16,2 4-6-16,2-5 1 0,1 1-7 0,2-5 2 0,2 1-2 16,-1-4-5-16,1-2-4 0,0 1 4 0,2-6-7 15,0 0 1-15,0-1-3 0,-5-3 34 0,-2 0 15 16,-5-5-2-16,6 1 7 0,-4-6 0 0,-5 2 8 15,3-1 7-15,-7 1 5 0,4-4-3 0,-5 4 3 16,0-3-7-16,-6 3-11 0,-2 1-5 0,3-2-10 16,-7 1-5-16,-1 3-24 0,-2 1-13 0,3 4-28 15,-1-1-44-15,-4 3-32 0,3 0-50 0,-1 3-48 16,0 7-48-16,-12 1-54 0,9 1-84 0,-2 2-304 16,4 2-725-16,1 0 321 0</inkml:trace>
  <inkml:trace contextRef="#ctx0" brushRef="#br0" timeOffset="21078.5">12324 5056 145 0,'1'-16'308'0,"8"-4"-4"0,-4 2-3 0,-5-2-8 16,3 0-8-16,2 2-4 0,-5-2-11 0,0-2 3 15,0 4-11-15,-5 4-14 0,2-5-21 0,3 7-14 16,0-4-20-16,-5 5-18 0,1 2-27 0,-2 2-14 15,-6-1-11-15,2 2-12 0,-5-1-15 0,0 5-10 16,-4-1-10-16,-5 6 1 0,5 0-21 0,-1 1-5 0,-8 5-7 16,-2 5-4-16,2 1-3 0,4 3-8 15,-4 1-6-15,12 4-12 0,-4 1-13 0,5 3-12 16,-2 0-11-16,4-1-14 0,7 1-12 0,-4-2 0 0,8 0 5 16,4 2-1-16,4-1 5 0,3 1 3 0,4-3-6 15,5-3 0-15,2-2 5 0,3 4-8 16,7-7-5-16,-4-1-14 0,4 0-1 0,2-3-8 0,-3-4-2 15,6 1 0-15,-3-6 6 0,-13 0 5 0,10-2 5 16,-10-1 4-16,3-1 10 0,-1 1 7 0,-6-4 4 16,0 2 6-16,-8-1 16 0,6-3 15 0,-3 5 26 15,-3-3-3-15,-1 0 2 0,-6 4 6 0,9-3-7 16,-1 0 4-16,-8 3-8 0,6-3-4 0,-6 3-8 16,5-2-10-16,-5 2-5 0,0 0-6 0,0 0 7 15,14 8 2-15,-6-4-6 0,-5 1 4 0,10 2 3 16,-4 1-15-16,1-2-3 0,1 3-10 0,2 2-3 15,1-3-6-15,1 6-3 0,-2-8-7 0,-2 1-6 16,-2 4 3-16,2-7 1 0,-4 1 5 0,1 1 2 16,-1-1 7-16,1-1 5 0,-3-1 7 0,-5-3 1 15,0 0 4-15,0 0 11 0,0 0 7 0,5-12 7 16,-7 3 7-16,2 9 8 0,-5-17 16 0,4 7-1 0,-8-3 6 16,5-4 8-16,-6 2-3 0,6-3 11 0,-4 2 1 15,0-3 6-15,6 0-2 0,-5 3 3 16,1-3 8-16,4 3-7 0,-3 3-5 0,4 2 3 15,1-4-5-15,-2 0-7 0,-3 2-7 0,5 5-2 0,0-1-5 16,0 1-9-16,0 3-11 0,0 5-17 0,7-11-10 16,-4 8-7-16,-3 3-7 0,11-2-12 0,-11 2 0 15,20 2-7-15,-13 1-4 0,6 3-2 0,0 0 4 16,2 1-6-16,4 1-6 0,-5-1 9 0,1 4-10 16,2-2 2-16,-9 0-2 0,5-2 2 0,2 7 6 15,0-5 1-15,-7-6 4 0,1 6 2 0,-3-5 3 16,1 2 0-16,0 1 11 0,-1-5 0 0,-6-2 9 15,7 8 1-15,-6-6 17 0,-1-2 20 0,0 0 10 16,0 0 1-16,14 0 4 0,-14 0 1 0,3-10 9 16,4 6 5-16,-2-2 3 0,-2-1 7 0,4-4 7 15,-1 3 6-15,2 1 7 0,-1-5-2 0,0 4 8 16,-1 1 5-16,1-2-5 0,3-3 6 0,-5 6 3 16,-2-5-9-16,9 6-7 0,-11-2-5 0,8 2-6 0,-3-2-10 15,1 4-10-15,-4-1-9 0,-3 4-2 16,13-1-3-16,-13 1 4 0,10 0-26 0,-10 0-15 15,19 5-16-15,-10 1-9 0,1 3-20 0,-1-2-5 0,1 0-29 16,-2 6-17-16,-1-5-24 0,1 7-28 0,-2-3-25 16,1 3-37-16,-2-3-37 0,0-1-31 0,0-1-239 15,0-1-564-15,3 0 249 0</inkml:trace>
  <inkml:trace contextRef="#ctx0" brushRef="#br0" timeOffset="21641.02">13421 4924 6 0,'0'-7'405'0,"0"-5"-20"0,0 6-22 0,0-1-27 0,0-4-27 16,0 11-24-16,-7-8-30 0,7 8-31 0,-6-1-25 16,6 1-24-16,0 0-20 0,0 0-15 0,-17 12-10 15,9-3-13-15,8 0-2 0,-5 1-28 0,5 2 0 16,-3-2-17-16,-2 7-13 0,10-2 0 0,-5 1-5 15,3 0-7-15,-1 2-5 0,1-3-9 0,5 3-3 16,1 0 6-16,-3-2-18 0,-1-1-7 0,5 0-2 16,-5 4-3-16,0-6-4 0,2 2-5 0,-2-1-5 15,-4-2 1-15,1-4-1 0,1 0 2 0,-3 1-5 16,2-2 2-16,6 1 7 0,-8-8 4 0,-10 11 17 16,5-7 0-16,-1 0-13 0,-3 0 8 0,3 0 11 15,6-4-15-15,-17 2 0 0,7-1 1 0,-1 0 0 16,11-1-1-16,-17-1 4 0,17 1-1 0,-8 1-2 15,8-1 2-15,-12 0-5 0,12 0-7 0,0 0 1 16,0 0-25-16,0 0-6 0,0 0-28 0,0 0-15 16,35-10-21-16,-18 5-12 0,12 1-12 0,-1-4-5 15,2 4-6-15,-2-2 1 0,2 0 5 0,7-5 15 16,-8 1 2-16,1-4 8 0,2 2 8 0,-9-3 1 0,-3 5 16 16,1-7 22-16,2 4 32 0,-13-1 23 15,2 1 21-15,-5-1 20 0,1 1 16 0,-7 4 14 16,3-4 6-16,-8 1 2 0,3 3 12 0,-4-1 3 15,0-2 7-15,0 5-8 0,-2-1-3 0,-1 0-12 0,-4 4-18 16,2 0 4-16,1 3-6 0,-3-1-3 0,12 2-8 16,-20 3-19-16,10 1 4 0,0 0 2 15,-1 1-6-15,2 6 1 0,1-2-12 0,1 1 2 0,1 2-2 16,3 5-5-16,3-2-3 0,0 0-13 0,0 0 2 16,3 1-12-16,3 1-13 0,-1 3-5 0,5-10-32 15,-1 7-33-15,2-7-40 0,1 5-42 0,-1-5-65 16,6-3-49-16,4-2-225 0,-4-3-555 0,3 1 245 15</inkml:trace>
  <inkml:trace contextRef="#ctx0" brushRef="#br0" timeOffset="22609.78">14260 5009 316 0,'0'0'319'0,"-10"-4"0"16,4 1-13-16,-6 2-8 0,12 1-9 0,-23-3-6 15,8 3-9-15,0 3-13 0,-6-2-4 0,7 2-18 16,-2-1-22-16,1 1-24 0,-7 3-20 0,12 0-15 0,-4 0-24 16,2 2-6-16,-5-1-13 0,8 2-16 15,0-2-3-15,-2 4-15 0,4 2 2 0,-1-2-19 16,1 4 1-16,5-2-9 0,-2 1-5 0,4-2-10 0,4 4-5 16,-2-1-6-16,5-1-3 0,3-1-13 0,3-1-10 15,2-1-13-15,1-3-26 0,6 0-23 0,6 0-21 16,2-5-27-16,-9 1-10 0,9-4-19 0,-3-3-18 15,1 1-18-15,-2-6-16 0,1-4-18 0,-2 0-6 16,-4-3 7-16,2-5 3 0,-6-1 12 0,1-4 0 16,-1-4 18-16,-8 2 2 0,11-10 15 0,-13-2 25 15,8-1 29-15,-5-1 54 0,-4 11 8 0,3 1 55 16,-3-13 44-16,-1 14 43 0,-5 1 46 0,4 2 22 16,-4-2 20-16,-4 9 21 0,4 1 17 0,-1-4 7 15,-4 8-2-15,5-6 2 0,0 9-7 0,-7-2-9 16,7 4-14-16,0-1-20 0,-7 1-20 0,6 1-19 15,1 7-17-15,-5-10-22 0,5 10-24 0,0 0-38 16,0 0-15-16,0 0-8 0,0 0-6 0,0 0-12 0,-7 25-8 16,7-13 0-16,0 11-2 0,5-3-6 15,-5 3-2-15,7 4-3 0,-7 4-8 0,5 1-8 16,-2-2-14-16,4 14-13 0,-2-11-11 0,-4-2-29 0,8 1-7 16,-9-2-12-16,5-2-9 0,-4 4-14 0,7-5-9 15,-8-2-5-15,5-5-9 0,-5-2-6 0,0-1-14 16,0-4 2-16,2-3-4 0,-2 2-2 15,7-4 18-15,-7-5-2 0,1 1 5 0,-1-4 19 0,7 5 16 16,-7-5-2-16,0 0 24 0,0 0 12 0,8-17 28 16,-8 13 7-16,0-7 34 0,0 4 24 0,-1-1 33 15,-6 0 31-15,7-3 25 0,-7 3 9 0,7-4 8 16,-8 4 12-16,3-4 13 0,3 1 9 0,1 0 9 16,-6 2 6-16,6 2-6 0,1-2 11 0,-5 0 1 15,5 0-25-15,1 1-5 0,3 0-16 0,-4 0-8 16,1 2-11-16,6-2-15 0,-4 3-13 0,2-2-7 15,8 5-1-15,-4 0-11 0,2-1 0 0,6 0-12 16,-2 3 3-16,6 0-17 0,-3 1 9 0,-1 4-3 16,1-5 0-16,0 3-11 0,1 1-11 0,-3 0-8 15,-1 1-9-15,2 2-1 0,-4-1-11 0,-2-1-6 16,-2 3 4-16,2 0-6 0,1-1-7 0,-4 1 0 16,-1 2 15-16,-6-3-14 0,3 4 0 0,-1-4 1 0,2 5 13 15,-2-4-10-15,2 3 2 0,-10-3 3 0,10 4 4 16,-3-9 2-16,-2 6-1 0,0-2 9 15,5 0-4-15,-5-7 4 0,0 6 7 0,0-6 3 0,0 5-1 16,0-5 17-16,0 0 0 0,0 0 9 0,0 0 3 16,13 1-9-16,-13-1 2 0,0 0 13 0,17-8-9 15,-9 4 11-15,-1 0 11 0,6-4 6 0,-7 1 5 16,3 0 12-16,-6-1 4 0,10-4 10 0,-6 5 15 16,1-2 15-16,0 3 11 0,4-3 0 0,-9 2-2 15,6-1 0-15,-4 4-7 0,-4-2-5 0,2 1-11 16,-3 5-11-16,9-5-12 0,-6 1-7 0,-3 4-10 15,0 0-25-15,0 0-30 0,7-5-27 0,-7 5 5 16,0 0-9-16,0 0-13 0,0 0-13 0,5 13-2 16,-4-7-11-16,3 1-16 0,-4-1-10 0,1 3-15 15,4-2-12-15,-1 1-12 0,-1-1-23 0,0 0-22 16,0 3-26-16,9-7-34 0,-9 8-14 0,9-8-32 16,-4-2-47-16,-1 6-175 0,-1-7-552 0,4 2 245 0</inkml:trace>
  <inkml:trace contextRef="#ctx0" brushRef="#br0" timeOffset="23516.04">15083 4954 267 0,'-7'-3'292'0,"7"3"-19"0,0 0-22 0,-6-5-24 0,6 5-29 16,0 0-18-16,0 0-22 0,0 0-19 0,0 0-14 15,0 0-11-15,0 0-11 0,16 20-9 0,-14-12-12 16,3 4-9-16,1-3-7 0,1 6-7 0,0-1-3 16,1 2-6-16,0-1-5 0,-6 0-6 0,4 1-3 15,6 1-3-15,-7 0-5 0,2 0 1 0,-2-5-5 16,3 5 1-16,-1-4-3 0,1-4-8 0,-8 2 3 16,6-2 2-16,-6-3-6 0,7 0-1 0,-7 0 3 15,7-3 2-15,-7-3 17 0,3 8 12 0,-3-8 2 16,12 0-4-16,-12 0-6 0,0 0 11 0,16-11-6 15,-11 5 22-15,-3-1 4 0,6-5 4 0,-1 2 1 16,-2-6-1-16,4 5 3 0,-4-8 3 0,0 7 0 16,0-4-12-16,2-3-9 0,-2 6-5 0,0-1 4 15,-2 6-4-15,4-4-5 0,-4 4-1 0,-1 1-10 0,3-1-25 16,-5 4-25-16,0 4-29 0,6-7-16 0,-6 7-1 16,0 0 1-16,0 0-12 0,0 0 3 15,12 11-3-15,-7-5-2 0,0 3-6 0,0 0-1 0,3-2-10 16,-1 2-5-16,8 2-4 0,-2-4-3 0,0 2-4 15,2 2 0-15,0-5-3 0,3-1-2 0,-3-2 9 16,3 1 7-16,0-4 11 0,1 0 9 0,-4-2 11 16,4-2 4-16,-4 3 7 0,2-6 12 0,-6 0 14 15,-1-2 21-15,0-2 9 0,2-1 12 0,-7 4 14 16,-3-4 8-16,4-3 13 0,-6 1 12 0,2-1 8 16,-4 3 10-16,-3 3 9 0,2-3 9 0,-2-1 9 15,-3 3-3-15,4 3-6 0,-1-3-14 0,0 5-6 16,-1 0-6-16,-2 1-14 0,1 1-2 0,7 3-5 15,-17-1-14-15,2 2-8 0,10 2 4 0,-4 3-3 16,2 2-1-16,-6-1-6 0,4 6-1 0,3 3-5 16,-2-3 0-16,-1 2 2 0,6 3-3 0,1 0-5 15,2-1 2-15,2-1 4 0,1 2 0 0,-1-1-2 0,13 1 1 16,-9-2-3-16,4-4 0 0,4 3 0 16,0-4 0-16,1-1-15 0,7-3-17 0,-4-2-23 15,-1-2-34-15,6-3-39 0,-2 0-47 0,-4-5-53 0,6-1-63 16,-5 1-263-16,-1-6-584 0,-2-2 258 0</inkml:trace>
  <inkml:trace contextRef="#ctx0" brushRef="#br0" timeOffset="23672.29">15480 4548 198 0,'-21'-11'359'0,"4"4"-30"0,-1-1-37 0,8 1-19 16,-3 1-38-16,3 5-46 0,-2-4-46 0,4 3-47 15,8 2-38-15,-20 2-59 0,12 3-70 0,3 0-95 16,-5 3-157-16,8 1-349 0,-3 1 154 0</inkml:trace>
  <inkml:trace contextRef="#ctx0" brushRef="#br0" timeOffset="25151.73">16261 5002 2349 0,'9'-7'197'0,"-4"-2"-59"0,6-2-3 0,-6 4 10 0,3-2-4 0,1 1-37 0,-3-2-22 16,-1 3-7-16,-1 2-3 0,-1 2-5 0,-1-3-11 16,6 3-8-16,-8 3-8 0,0 0-7 0,5-5-7 15,3 1-3-15,-8 4 1 0,10 12-2 0,3-5-1 16,-3 2-14-16,2 3 4 0,-2 2-3 0,3-2 0 16,0 2 0-16,-3-1 1 0,3 1-6 0,2-4 2 15,-2 2-1-15,-3 0 1 0,-1-5-4 0,-1 1 5 16,-1-4 3-16,-2 2-3 0,3-2 2 0,-2-4 3 15,-6 0-2-15,0 0 7 0,17-7-4 0,-10 3 14 16,-1-7 10-16,2 4 7 0,-1-6 5 0,-2-1 14 16,0-1 16-16,2-2-7 0,-2 1-4 0,3-4 8 0,-1 7-1 15,6-4 0-15,-12 1-11 0,13 7-4 16,-13-1-4-16,8-2 1 0,-3 7-16 0,1 3-7 16,-6-3-8-16,4-3-14 0,-5 8-15 0,0 0-9 0,17 5-5 15,-7 2-4-15,-2-3-7 0,2 4 5 0,-2 7-12 16,2-4-3-16,-1 5 3 0,2-3-9 0,-1 4 1 15,0 0 0-15,0-4-4 0,2 5 1 0,-4-3 2 16,2 0 4-16,0-3 0 0,-5-4 7 0,1-1 9 16,-2-1 2-16,4 0 12 0,-5-5 16 0,-3-1-4 15,5 5 0-15,-5-5 17 0,0 0-7 0,13-12 17 16,-11 6 10-16,5-3 5 0,-4 1 17 0,-3-5 10 16,5 0-6-16,-3-4 22 0,6 8 14 0,-3-9 4 15,-5 6-4-15,2 0-7 0,6-3-4 0,-8 2-3 16,3-1-8-16,0 6-9 0,-3 1-5 0,0-2-8 15,7 5-11-15,-7 4-17 0,2-5-28 0,-2 5-31 16,0 0-4-16,6-3 1 0,-6 3-5 0,0 0-8 0,15 15-12 16,-10-6-5-16,8 0-2 0,-1 5-7 0,1-4 8 15,2 3-8-15,-3 2-5 0,4-1 1 16,6-2-2-16,-6-3-3 0,1 3 7 0,8-3-9 0,-5 1-6 16,4-5 11-16,-5 1-5 0,4-1 1 0,-3-5 3 15,1-2 5-15,-4-1 4 0,4-3 5 0,-6-2 4 16,5 0 11-16,-12-3 2 0,7 1 3 0,-2-4 7 15,-3-4 4-15,0 1 3 0,-3 1 12 0,-2-5 9 16,0 3 15-16,-2 3 20 0,-3-8 5 0,0 8 6 16,0 0 6-16,-3 2 3 0,1 1-8 0,-1-2-3 15,-4 7-2-15,-1 1-9 0,1 0-9 0,-3 1 0 16,-4 5-5-16,0-3 0 0,-1 6 2 0,2 1-1 16,0 3 1-16,-2 2-7 0,5 0-5 0,-5 6-3 0,9 0 1 15,-6 3 0-15,7-2-6 0,-2 4 4 16,4-2 12-16,3 0-15 0,0 4-1 0,3-2 1 15,4-3-1-15,1 2-2 0,2-6-5 0,3 3-3 0,2-8 2 16,0-1-6-16,0 3-8 0,5-3 4 0,-3-4-3 16,2 2 0-16,-2-5-5 0,1-2 6 0,5-2 3 15,-6-2 5-15,1-3 2 0,0-3 3 16,2-3-3-16,-5 2 6 0,-3-5 3 0,4-4 3 0,-1 1 2 16,2-4 12-16,-2 7 9 0,-6-4 8 0,5-1 11 15,-4 3 5-15,-4 10-4 0,3-3 7 0,-3-1-5 16,2 5 0-16,-1-2-3 0,-5 6-3 0,1-3-11 15,5 2 0-15,-6 3-13 0,-2 3-1 0,0 0-3 16,0 0-1-16,0 0 0 0,20 10-7 0,-10-2 6 16,-5 4-1-16,5 0 0 0,1 3 0 0,-1-1 0 15,5 6 0-15,-3-1-6 0,-4-3-2 0,5-2-1 16,-3 2 0-16,-2 0-4 0,4 1-5 0,-5 0 7 16,4-2-4-16,-4-2-8 0,-1-4-6 0,-2 3-5 0,-1-5-3 15,4 1 1-15,-7-2-1 0,1 0 8 16,-1-6 2-16,-5 9 7 0,-1-6 2 0,6-3 8 15,-14 0 2-15,14 0-3 0,-18-3 4 0,8 1 5 0,2-2 5 16,-4 1-6-16,3-2 9 0,-1 3 1 0,5-6 5 16,-4 2-6-16,6 2 5 0,1-4-2 0,-4 1-1 15,2-5-5-15,4 5-3 0,0-2-9 0,10 1-5 16,-3-6-4-16,6 2-11 0,2-3-9 0,3 0-12 16,4 2-3-16,1-2-1 0,-3-2 1 0,10 2 7 15,-14 3 4-15,12 1 3 0,-13 1 5 0,2 2 4 16,-2-1 7-16,-2 2 11 0,-5-2 12 0,4 3 11 15,-6 3 3-15,3-2-4 0,-9 5 0 0,6-4-4 16,-6 4-4-16,0 0 0 0,10 0 0 0,-10 0-1 16,0 0-1-16,0 0 0 0,5 11 1 0,-10-4 0 15,10 2 0-15,-5 0-1 0,0-2 2 0,0 5-2 16,2 3 1-16,3-4 0 0,-3 5 2 0,-1-1 0 16,-1-1-3-16,7 6 2 0,-4-10-1 0,2 7 4 15,2-2-3-15,-2-1 0 0,0 0-1 0,0 2 0 16,-2-4 2-16,-1-1-3 0,-2 1 3 0,0-3-1 15,-2 0 1-15,2 0 0 0,-3-5 0 0,-2 3 1 0,-2-3-4 16,2-1 2-16,-5 2 3 0,10-5-1 0,-13 1-2 16,1 2 3-16,2-2 2 0,-3-1 5 0,13 0 1 15,-13-4-1-15,5 3 2 0,8 1-5 0,-15-5 2 16,10-1-3-16,3 3-7 0,2 3-9 0,-8-8-13 16,8 8-19-16,10-10-30 0,-5 4-29 0,10 3-26 15,-2-4-21-15,3-1-12 0,4-1-19 0,5 0-26 16,5 0-150-16,-4 0-381 0,6-1 168 0</inkml:trace>
  <inkml:trace contextRef="#ctx0" brushRef="#br0" timeOffset="25511.1">18502 4843 39 0,'7'-7'195'15,"0"-2"8"-15,-1 1 4 0,-4 1-4 0,-2-1-11 16,-2 1-8-16,-4 1-8 0,-4-1-12 0,-2 3-13 0,5 0-16 16,-4 1-13-16,-4 3-15 0,0-3-8 0,-3 6-13 15,1 0-7-15,-3 5-11 0,6-3-6 16,-1 6-11-16,0-2 2 0,0 1-5 0,-2 7-9 15,2-2-2-15,7 3-3 0,-3-6-2 0,1 7-1 0,5-2-4 16,-2-5-4-16,-1 5-1 0,8-7-2 0,0 2-5 16,0 0-1-16,0-4-3 0,0-1 1 0,0-1 4 15,8 0-4-15,-1-4 0 0,-7-2-2 0,15 1 3 16,-15-1-6-16,14-8 3 0,-7 1 0 0,3 0-1 16,3-6 6-16,-6 0 15 0,6 4 5 0,-6-5 16 15,3-1 16-15,-5 3 3 0,5-1 9 0,-5 4-6 16,3-3 2-16,-7 6-9 0,4-1 6 0,2-3-11 15,-5 5-12-15,-2 5-6 0,6-7-20 0,-6 7-21 16,0 0 6-16,0 0-15 0,14 2-2 0,-14-2-10 16,14 8-10-16,-7-4-12 0,5 4-8 0,3-1-19 15,3 1-19-15,0 1-19 0,0-2-14 0,5-3-26 16,-1 1-16-16,8 2-30 0,1-2-14 0,6-2-4 0,7-3-17 16,-9-1-137-16,-4-2-394 0,6-6 174 15</inkml:trace>
  <inkml:trace contextRef="#ctx0" brushRef="#br0" timeOffset="26136.12">19017 4758 4 0,'5'-10'159'0,"-10"-3"15"16,-3 6 18-16,6 0 6 0,-3-3 9 0,-5 2-7 16,-1 4-8-16,-1-1-8 0,1 3-12 0,-4-1-13 15,-2 3-14-15,2 0-14 0,-3 5-13 0,1 0-9 16,3 0-18-16,-1 4-6 0,0 0-8 0,8 7-6 16,-4-1-8-16,9 2-7 0,-1 4-4 0,3 3 0 15,-4 4-9-15,8 1-1 0,1 1-6 0,4 14-5 16,0-15 2-16,6 12-2 0,3-5 0 0,-3 2-7 15,0-10-3-15,-2 1-4 0,5 10 1 0,-1-5-1 16,-2-5-6-16,-1-2 3 0,-5-2-2 0,2-3-1 16,-1-2 1-16,-3-2 3 0,1 1-4 0,-8-3 1 15,0-6-4-15,0-2 10 0,0 4 21 0,-8-5 20 16,3-4 17-16,-5 2 3 0,3-4 8 0,7-1 1 0,-28-3-1 16,12-3 17-16,-1 0 17 0,2-5 2 15,2 4 5-15,1-2 7 0,1-4 2 0,-2 3-9 16,4-5-10-16,1-4-12 0,1 2-15 0,1 1-17 15,4-3-18-15,4 2-25 0,6-8-32 0,2-1-35 0,5-3-33 16,11-5-40-16,2 3-26 0,4-3-24 0,9 7-25 16,4-1-23-16,1-3-23 0,4 4-6 15,-4 1 12-15,2-1 19 0,-3 3 24 0,1 3 18 0,-3 2 12 16,-5-1 18-16,-9 6 16 0,0 2 27 0,-14 4 39 16,0-3 32-16,2 0 27 0,-12 4 18 0,3-2 15 15,-5 0 14-15,-3 2 7 0,-3-1-1 0,1 2-1 16,-9 1-7-16,-1 1 0 0,2 1 0 0,-6 2 4 15,-1-1-10-15,-6 4-7 0,5 3-1 0,-4 2-7 16,6 1-2-16,-7 3-1 0,8 3-2 0,1-1-7 16,-1 0 3-16,2 2-4 0,3 0 3 0,4 4-6 15,-4-3 1-15,6-1 1 0,8 6-3 0,-3-3 4 16,6-4-3-16,1 3-1 0,6-5 0 0,-3 3 0 0,9-4 0 16,-5-2 0-16,5 0-1 0,-4-3-1 15,7-4 0-15,-3-1-5 0,2-1 3 0,-6 0 1 16,-1-1 28-16,4-1 16 0,-5-4 13 0,-2 1 18 15,-5 1 12-15,3 3-2 0,-5-3 10 0,4 1 1 0,-9 3-11 16,12-4-12-16,-9 1-20 0,-3 3-22 0,0 0-31 16,7-3-26-16,-7 3-1 0,0 0 5 0,0 0-26 15,0 0-13-15,-10 18-13 0,7-11-13 0,-1 3-11 16,-2-1-18-16,4 1-7 0,0-1-25 0,-4 4-28 16,3 2-36-16,1-3-45 0,2-5-50 0,-3 5-205 15,-2-4-539-15,5-1 238 0</inkml:trace>
  <inkml:trace contextRef="#ctx0" brushRef="#br0" timeOffset="45962.78">20533 4713 103 0,'0'-10'384'0,"0"2"3"0,0-1 15 0,0 0 27 15,-1-3-1-15,1 4-2 0,0 1-1 0,-2-3-5 16,2 2-20-16,-3 2-18 0,-1 1-20 0,-1-5-25 16,4 5-28-16,1 5-31 0,-5-4-29 0,5 4-34 15,-10-4-25-15,10 4-23 0,0 0-12 0,-8 7-19 16,-1 2-9-16,3 3-16 0,-3 0-12 0,4 7-10 15,-5-2-9-15,5 3-8 0,-1 5-4 0,-1 2-14 16,7-3-5-16,7 6-5 0,1-3-2 0,5-4-11 16,4 0-9-16,-1 1-2 0,3-5 3 0,4-3-26 15,3-2-13-15,4 1-7 0,-3-10-7 0,-1-1-2 16,4-3-11-16,1-2 1 0,-1-1 3 0,0-4 3 16,-2-2 6-16,0 0 5 0,0-6 0 0,-3 1 2 15,-5-6 5-15,-2-1 8 0,-3 9-4 0,-3-7 3 16,-4 1 6-16,7 1-2 0,-8-1 19 0,-1 4 2 0,-4-2 4 15,1 0 4-15,-1 5 2 0,1 0 8 0,-3 2 5 16,2 0-9-16,-2 0-9 0,3 5-4 0,-3 3-9 16,0-8 1-16,0 8-4 0,0 0-6 0,0 0 9 15,0 0-6-15,0 0 3 0,-3 20-9 0,3-5-1 16,-2-4-4-16,2 1 1 0,2 0-4 0,3 4-2 16,-4-2-7-16,4-1-2 0,2 5-11 0,-2-9 1 15,6 5-4-15,-6-2 2 0,5-8 3 0,-3 4 4 16,3-5 4-16,3 3 6 0,2-6 1 0,-3 0 3 15,-12 0 3-15,23-6-1 0,-17-1 6 0,9 2-1 16,0-9 3-16,-5 2 1 0,2 2 9 0,-2-2 20 0,3-1 12 16,-6 2 10-16,2-5 11 0,-2 7 9 0,0-4 0 15,-2 6-13-15,1-2-3 0,-1 3 9 0,0-3-13 16,-1 8 0-16,2-6-10 0,1 5-16 0,-7 2-2 16,6-5-4-16,-6 5-2 0,0 0 4 0,22 10-5 15,-14-5-2-15,7 6 6 0,0 0 2 0,0-2-12 16,0 5-4-16,5-2-21 0,3 3-23 0,-2 0-21 15,1-2-26-15,8 1-34 0,-14-4-28 0,6-3-34 16,-1 1-42-16,-1-6-31 0,-3-1-32 0,1 3-35 16,-5-4-40-16,0-5-51 0,1-2-42 0,-8-5-303 0,4 1-825 15,-5-8 366-15</inkml:trace>
  <inkml:trace contextRef="#ctx0" brushRef="#br0" timeOffset="46103.4">21253 4188 87 0,'-16'-11'340'0,"1"-1"-10"0,-3-1-13 16,3 4-20-16,3-3-30 0,5 4-23 0,-4 4-26 16,4 1-21-16,6-2-29 0,-6 0-26 0,7 5-26 15,0 0-24-15,0 0-44 0,8 17-63 0,-8-6-85 16,15 5-99-16,-3 3-227 0,3 1-460 0,8 6 205 16</inkml:trace>
  <inkml:trace contextRef="#ctx0" brushRef="#br0" timeOffset="46572.16">22662 4723 303 0,'3'-4'353'0,"-1"-2"-4"0,-2-4-1 0,-9 1-32 15,6 1-13-15,-2-1 1 0,-8-3-15 0,-2 4-25 16,-1 0-26-16,-3-4-23 0,1 7-7 0,-2-1-10 16,-3 1-23-16,3 1-12 0,-1 4-22 0,-2-3-12 15,-7 6-12-15,7 5-7 0,-1-3-15 0,3 5-6 16,-7 3-8-16,8 3-10 0,3-2-9 0,-3 4-4 16,9 0-9-16,-1-3-2 0,4 1-8 0,3 10-1 15,0-10-2-15,5 7-1 0,2-7-7 0,6 3 3 16,-1 1-6-16,1-6 1 0,8 2-5 0,-1-4-1 15,7-1 0-15,-2-5-2 0,10-1-2 0,1 0-4 16,-1-10 0-16,0 0 1 0,4-1 1 0,-4-10-2 16,-2 5 0-16,-1-12 3 0,-1 7-1 0,-4-2 4 15,-1-3 13-15,-4 0 10 0,-6 0 16 0,1 7 13 0,0-2 6 16,-6 1 13-16,-4 6-5 0,4 0-5 0,-4-1-7 16,1 2-4-16,-3 0-10 0,0 1-4 0,0 7-15 15,2-8-9-15,-2 8-15 0,0 0-4 0,0 0 2 16,0 0-14-16,0 0-16 0,-2 23-27 0,2-11-30 15,2 0-27-15,-2 4-40 0,8-2-31 0,-1 4-39 16,1-1-30-16,1 0-26 0,5-2-42 0,1 0-57 16,5 0-42-16,-3 1-274 0,11-6-737 0,-7 2 327 15</inkml:trace>
  <inkml:trace contextRef="#ctx0" brushRef="#br0" timeOffset="47629.82">23620 4599 196 0,'-5'-11'369'0,"-1"2"-8"0,-8-3-14 0,-1 5-8 15,2-4-8-15,-3 6-2 0,-6-2-2 0,-1 5-12 0,6 0-9 16,-1 2-19-16,0-3-29 0,-2 3-27 0,4 0-25 16,-4 5-17-16,5-3-16 0,-2 5-18 0,4-2-15 15,-2 6-13-15,0-2-16 0,2 0-7 0,3 4-14 16,2 1-9-16,-4 6-10 0,1-7-7 0,6 6-7 15,-2-2-7-15,7 3-8 0,-3-1-5 0,8-1-10 16,0-1-9-16,5 5-4 0,-1-3-17 0,3-4-19 16,8 5-18-16,-5-10-31 0,13 6-24 0,-5-4-21 15,7-5-27-15,-5-4-16 0,5-2-7 0,-4-2-17 16,5-1-18-16,-1-3-12 0,13-15-8 0,-13 9-14 16,11-12-15-16,-1-3-6 0,2-2-13 0,-8-7-2 15,3 0-13-15,-3 0-142 0,-4-7-461 0,-2 4 204 16,7-4 1775-16,-10 3-1215 0,3 0 84 0,-6 0 65 0,-7-1 53 15,-7 10 57-15,-3-2 38 0,-2 2 20 16,0 3 10-16,1-3 3 0,-8 2 11 0,4 8 10 16,-5-6 0-16,0 7-16 0,1 4-14 0,0-3-15 0,3 11-25 15,-4-4-19-15,3 3-18 0,-5 4-16 0,7 4-21 16,-8-3-15-16,8 3-17 0,-13 11-5 0,9 0-11 16,-5 5-1-16,5 3-2 0,-1 5-1 15,5 3 1-15,-8 4-11 0,11 7-10 0,-1-5 4 0,1-3 14 16,1 12-16-16,-1 0-7 0,2-4 3 0,3-10-6 15,-1 11-2-15,1-11-8 0,0-1 3 0,6 2 0 16,-5-4-4-16,-2 2-1 0,6-8 9 0,-6-6 1 16,3-1-5-16,-3 1 2 0,2-4 4 0,-4-1 0 15,7-1 3-15,-4-5 9 0,1-1 6 0,-9-1 2 16,19-7 10-16,-10 3 3 16,-1-5 6-16,5-2 8 0,-3-3 11 0,-3 4 8 15,3-4-4-15,3 1-3 0,-5 2-10 0,-1-5-1 16,1 5-3-16,-3 0-8 0,3 3-4 0,-3-3-5 0,4 7-6 15,-6-5-8-15,2 7-6 0,3-2-8 0,-8 4-6 16,0 0-13-16,30 7-6 0,-20-2-4 0,5 5-13 16,1 1-14-16,-1-1-13 0,10 7-15 0,-3 1-17 0,-1-8-10 15,7 10-6-15,-1-5-13 0,-1 1-1 16,9-5-7-16,-5 4-9 0,0-6-3 0,-1 0 0 16,6-3 3-16,-3-2 8 0,-1-2 8 0,-11 0 13 15,8-4 8-15,-5 0 9 0,-5-5 10 0,4-1 11 0,-7-1 8 16,0-2 7-16,-2 0 7 0,-6-2 12 0,2-6 9 15,-2 4 15-15,-7-1 18 0,7-2 21 16,-7 1 14-16,-7 1 15 0,7 1 0 0,-7 0 0 0,6 2-6 16,-7 2-2-16,1 4-7 0,-3-1-4 0,-7 0 5 15,1 2-13-15,1 5-7 0,-2-2 1 0,3 6 1 16,-6-2 0-16,6 1-8 0,-2 4 1 0,4 0 0 16,-1 2-6-16,-2 0-4 0,4 7 3 0,-1-4-5 15,9 0-3-15,-7-1 1 0,8 4 0 0,2-1-3 16,0-2 0-16,2 0-3 0,4 0-7 0,-1-3-1 15,5 5-1-15,-3-7-3 0,6 3 0 0,-3-5 0 16,0-2 4-16,3 1-1 0,-3-1 4 0,8-4 4 16,-8 2 1-16,4-3 2 0,0-2 3 0,3-2 0 15,-2 2 7-15,0-2 4 0,-7-2 10 0,2 1 14 16,2 1 18-16,-7-2 17 0,4 3 13 0,-2-2 26 16,0 4-22-16,-6-1-4 0,6 1-5 0,0 0-7 15,-7 4-12-15,6-7-6 0,-6 7-7 0,2-3 4 0,-2 3-23 16,0 0-11-16,0 0-1 0,0 0-11 0,0 0 2 15,5 18-4-15,1-9-2 0,-6-2-5 0,4 0-2 16,-1 2 0-16,-1-3-8 0,8 2-3 16,-5 2-15-16,8-3-11 0,-3-2-18 0,-2 1-20 0,9-2-15 15,-1 1-17-15,2-3-25 0,6-2-16 0,-3-5-9 16,-1 3-11-16,3-2 11 0,-1-2-17 0,6-3-11 16,-5-3-8-16,7 1-155 0,-2-6-390 0,-7 3 172 15</inkml:trace>
  <inkml:trace contextRef="#ctx0" brushRef="#br0" timeOffset="47864.2">25555 4006 164 0,'-5'-31'296'0,"2"4"-16"0,-4 8-11 15,-1 0-4-15,1 2-7 0,-1 2-8 0,1 1-21 16,-3 2-16-16,5 7-30 0,-5-5-13 0,4 5-21 16,-2 2-15-16,-1 2-18 0,9 1-12 0,-16 9-14 15,4 1-10-15,6 1-5 0,-4 9-8 0,5-1-7 16,-4 6 1-16,4 7-10 0,5 8-1 0,0 1-4 0,2 0-2 15,3 5-9-15,2-6 1 0,-2 5-9 0,3-1 0 16,2-2-2-16,5-3 0 0,-2 0 1 16,4 0-9-16,1-3-3 0,-5-9-12 0,0 0-12 15,2-6-20-15,-2 0-23 0,-3-6-30 0,0 0-31 0,-2-3-32 16,2-2-35-16,-5-1-40 0,5-7-52 0,-5 3-199 16,-5-5-510-16,0 0 226 0</inkml:trace>
  <inkml:trace contextRef="#ctx0" brushRef="#br0" timeOffset="48036.07">25469 4273 239 0,'-5'-5'332'15,"0"-2"2"-15,0 3-5 0,2-2 0 0,-2 3-7 16,5 3-11-16,-4-6-21 0,4 6-33 0,0-9-17 16,0 9-25-16,9-5-25 0,-3 1-22 0,6 4-19 15,1 0-34-15,4 0-41 0,6 3-37 0,2-3-46 16,4 1-60-16,1 4-71 0,-2 1-93 0,1-2-112 15,0 1-178-15,3-2-566 0,-2 1 250 0</inkml:trace>
  <inkml:trace contextRef="#ctx0" brushRef="#br0" timeOffset="51553.25">5293 6802 54 0,'-9'-13'386'0,"4"1"-6"0,-3 5-15 0,5-2-11 15,3-2-21-15,-4 4-11 0,0 0-27 0,-3 3-39 16,5 0-21-16,2 4-26 0,-3-7-33 0,3 7-17 16,0 0-14-16,0 0-15 0,-10 14-12 0,7-2-19 15,8 3-2-15,-5 1-7 0,0 4-18 0,3-1-4 16,4 7-10-16,-2-3-5 0,4-4-11 0,5 6-7 16,-8-10 2-16,6 5-4 0,1-4-5 0,2-1-6 15,7 2 3-15,-8-7-8 0,3 1-1 0,3-2 1 16,-5-2-5-16,0 0 1 0,5-6-4 0,-6 2 3 15,1-6 0-15,5 2-3 0,-8-6-4 0,1 3 6 16,-8-7-4-16,5-4-5 0,-5-1-1 0,-3-2 0 16,-4-3-7-16,-1 1 8 0,-7-5-1 0,3 3-1 0,-8 0 6 15,0-2 3-15,-5 4-1 0,5 3 3 16,-3 0 3-16,-5 1-2 0,5 4 1 0,-2 3-5 16,3 2-3-16,-4-1 13 0,6 2-14 0,-1 2-3 0,4 0-10 15,0-1 11-15,6 3-33 0,6 2-26 0,-14 0-13 16,14 0-8-16,0 0-3 0,-13 4-7 0,12 1 1 15,1-5 7-15,0 0 3 0,10 14-3 0,-2-10-2 16,3-1-8-16,6-2-6 0,3-1-15 0,-2 3-13 16,10-6-3-16,-8 1 0 0,10-4 5 0,5-1 8 15,-6 0 5-15,1-2 14 0,-8 1 11 0,4-4 7 16,-3-1 12-16,-3 3 9 0,-2-1 5 0,-3 3 19 16,-6 4 27-16,4-4 23 0,-5 3 14 0,-1 2 2 15,-4-2 2-15,5 2-6 0,-1-1-4 0,-7 4-5 16,0 0-1-16,8 7-5 0,-5-1 2 0,1 1-3 15,-3 5-1-15,1 3-1 0,3 2 2 0,-2 1-4 16,-1 1-1-16,5 1 0 0,-1 4-3 0,1-3 2 16,-4-1-2-16,5-3-3 0,-1 0 4 0,5 1 3 15,-2-1-5-15,-4 0 1 0,1-6 0 0,1 1 6 16,-1-5 1-16,3 0 3 0,1-5 5 0,-2-2-2 16,5 0 1-16,0-2 0 0,1-5 1 0,-7 3 5 15,5-10 14-15,2 4 6 0,0-4 1 0,-4 1 8 0,-1-1 17 16,2-1 13-16,-4 2 9 0,1-2 15 0,0 1 15 15,-2 4 9-15,0-5 9 0,-4 8-2 0,2-1-8 16,-3 0-21-16,-2 3-8 0,0 5-12 16,3-6-18-16,-3 6-9 0,5-5-4 0,-5 5-7 0,0 0-8 15,13 12-2-15,-10-6-4 0,6 0-8 0,1 2-4 16,-4 0-12-16,9 3-3 0,0 2-13 0,2 1-5 16,-1-5-7-16,2 3-12 0,-1-3-15 0,6-1-22 15,-3 1-27-15,-3-6-10 0,2 1-23 0,3-3-19 16,-1-1-21-16,-4-1-19 0,-4-3-22 0,2-4-13 15,-5-3-13-15,2 1-18 0,3-7-21 0,-7-5-15 16,-2-2-181-16,-2-9-500 0,-4-12 221 0</inkml:trace>
  <inkml:trace contextRef="#ctx0" brushRef="#br0" timeOffset="51740.75">6340 6329 213 0,'-11'-43'133'0,"1"0"48"16,2 13 48-16,-1 3 30 0,1 4 27 0,1 3 17 16,1 1 8-16,-3 4 3 0,8 3-22 0,-4 0-6 15,3 5-24-15,-4 2-40 0,6-2-33 0,0 7-21 16,0 0-15-16,0 0-17 0,-9 24-11 0,9-5-15 15,0 7 0-15,9 2-17 0,-3 14-14 0,2 1-10 0,7 0-3 16,-6 3-14-16,7 3-10 0,1-2-12 16,-1 3-13-16,6 1-18 0,-6-8-25 0,6 3-32 15,-1-3-19-15,-7-4-29 0,-3-9-24 0,4-3-7 0,-2 0-55 16,-6-7-64-16,8-5-59 0,-8-2-257 0,1-2-620 16,-2-4 274-16</inkml:trace>
  <inkml:trace contextRef="#ctx0" brushRef="#br0" timeOffset="52084.51">6354 6643 72 0,'-10'-12'319'0,"-5"4"2"0,5 0-11 0,0 2-15 0,5-2-5 15,-3 3-8-15,-1 0-19 0,6 2-25 0,0-1-23 16,3 4-13-16,0 0-38 0,0 0-13 0,0 0-21 16,15-7-7-16,-4 7-16 0,7-1-16 0,2 2-22 15,12-2-14-15,-1 1-16 0,2 0-16 0,5 1-13 16,-1 2-10-16,4 1-16 0,4-3-7 0,-14 3 2 15,2-1-7-15,-1 4 2 0,-1-5-4 0,-8 6 3 16,-1-2 5-16,-2-2-1 0,-4 4 2 0,1 4 0 16,-4-5-1-16,2 5 5 0,-8 3-1 0,6 5 3 15,-5-4 2-15,1 11-1 0,-3 0 7 0,1 3 3 16,-2 8 2-16,-2 6 10 0,5-6 0 0,-3 5 3 16,2 3 1-16,-5 1-1 0,-1-4 0 0,4-1 3 0,5 9-5 15,-5-8 7-15,3-1 0 0,6 0-5 16,-6-4-4-16,2 4 5 0,-2-15-2 0,4 2-2 15,-7-2 1-15,5-2 0 0,-5-10 0 0,-4-1-2 16,6-6 3-16,-6 0-2 0,4-1 2 0,-3-3-4 0,-2-4-5 16,0 0-13-16,15-12-27 0,-15-2-45 0,2-3-63 15,-2-13-65-15,5-12-68 0,-12-6-197 16,0-4-516-16,-1-4 229 0</inkml:trace>
  <inkml:trace contextRef="#ctx0" brushRef="#br0" timeOffset="52459.52">6796 6576 227 0,'-7'-23'310'0,"-1"4"20"0,1 4 8 16,4-1-20-16,-6 7-13 0,4-9-6 0,2 7-17 16,1-1-24-16,-1-1-30 0,8 6-27 0,2 0-20 15,-2-1-17-15,15-2-18 0,-2 5-11 0,3 4-17 16,9-5-11-16,0 9-13 0,5 1 4 0,-4-2-11 16,2 6-29-16,-1 2-17 0,-4 0-8 0,2 6-10 15,-6 0 7-15,-2-1-29 0,4 4-10 0,-7 1 1 16,-6-4-6-16,-10 4-1 0,4-3 1 0,-2 2 1 15,-10 5 3-15,-2-8-3 0,-3 4-2 0,0-1 2 16,-5-4 12-16,-3 5-9 0,-7-2-1 0,9-6 4 16,-2-3 1-16,3-2 2 0,0 1 2 0,7-5 2 15,-4-2 4-15,4-1 7 0,8 0-13 0,-12-7-1 16,7 1 22-16,2-3-30 0,11 2 6 0,-1-7-5 16,8-1 1-16,0 3 10 0,11-8-9 0,-4 5 3 15,6 0-5-15,0 0 5 0,-3 3-3 0,4 4-3 0,-9 1 0 16,3 3-8-16,-1-2-1 0,-4 4-9 0,-3 2 1 15,-3 2-6-15,3 4-12 0,-6-2-12 16,3 6-17-16,-2-2-10 0,-3 1-17 0,-1 5-30 16,-1-3-37-16,-3 8-42 0,0-4-32 0,-1 0-247 0,1-1-529 15,-2-2 235-15</inkml:trace>
  <inkml:trace contextRef="#ctx0" brushRef="#br0" timeOffset="52912.65">7878 6743 213 0,'0'0'331'0,"-7"4"2"15,7-4-33-15,0 0-25 0,0 0-34 0,0 0-25 16,0 0-21-16,-6 4-16 0,6-4-24 0,0 8-16 15,0-8-10-15,0 7-20 0,0-7-2 0,6 9-13 16,1-2-6-16,-5-2-8 0,4-2-7 0,7 4-2 16,-6-3-13-16,3-3-1 0,3 2-10 0,-6-3 0 0,8 0-6 15,-7 0-1-15,2-1-12 0,0-1 0 0,-10 2 8 16,8-5-13-16,-1-2-3 0,-6 3-1 16,3 0-4-16,-4 4-10 0,-5-14-5 0,-3 8-26 0,3-1-17 15,-7 0-24-15,2 2-28 0,-5-2-43 0,0 0-58 16,-5-2-75-16,2 1-222 0,5 1-534 0,-2-1 237 15</inkml:trace>
  <inkml:trace contextRef="#ctx0" brushRef="#br0" timeOffset="53209.53">7865 6468 123 0,'-10'1'307'0,"-3"2"9"0,6-1-15 0,-3 1-31 0,2 0-23 16,8-3-28-16,-14 4-20 0,8 0-22 0,-1 0-16 16,6-1-9-16,1-3-11 0,-7 8-16 0,7-8-8 15,-3 4-11-15,3-4-5 0,0 0-7 0,10 9-7 16,-10-9-8-16,10 3-7 0,-2-3-8 0,-8 0-4 16,18 0-8-16,-18 0-4 0,17-8-3 0,-6 7-3 15,-1-2-4-15,-3-1-4 0,-6-3 0 0,6 3-5 16,-5-4 4-16,3 4-4 0,-5-4-12 0,0 3 6 0,-5-3-6 15,5 8-14-15,-2-10-18 0,-5 1-18 16,7 9-21-16,-8-7-27 0,-5 7-29 0,13 0-43 16,-15 0-50-16,15 0-53 0,-12 5-254 0,2-3-552 0,4 3 245 15</inkml:trace>
  <inkml:trace contextRef="#ctx0" brushRef="#br0" timeOffset="54037.66">7880 6435 337 0,'-9'-3'393'0,"9"3"4"0,0-6-10 16,0 6-16-16,0 0-12 0,0 0-16 0,-6-4-27 15,6 4-23-15,0 0-32 0,0 0-29 0,0 0-27 16,-9-4-23-16,9 4-21 0,0 0-22 0,0 0-12 0,-3 14-10 16,-2-8-14-16,-1 3-9 0,4 3-9 0,0 1-9 15,-3-1-7-15,-1 5-7 0,4 1-11 16,2-2-10-16,0 2-2 0,0 1-10 0,0-2-3 0,0 3-8 15,7-3-8-15,-6 2 2 0,4-1-14 0,-3-3-4 16,6 4-8-16,-1-7-2 0,8 2 3 0,-7-2-13 16,-1-4 4-16,-1-1 9 0,9-1-14 0,0-1-3 15,0-3 2-15,0-2-8 0,0 0 2 0,-2 0 4 16,2-4 2-16,1 0-4 0,-1-4 9 0,0 0 2 16,-3-2 1-16,3-2 5 0,-2 0 1 0,0-3-2 15,0 0 1-15,-6 2 4 0,8-6 1 0,-7 3 3 16,0-2 1-16,4 1 9 0,-7-2-6 0,3 3 8 15,-1-3 9-15,-4 4 2 0,5-1 1 0,-3 3 5 16,2-4-3-16,-4 8 0 0,4 0 2 0,-7-1-2 16,8 1 1-16,-6 2 0 0,3 4-1 0,-5-4-5 15,0 7-2-15,0-10 3 0,0 10-7 0,7-5-1 0,-7 5 5 16,0-5-8-16,0 5-2 0,0 0 1 0,0 0-4 16,0 0 2-16,0 0 0 0,0 0-2 15,0 0-3-15,3-4 2 0,-3 4 0 0,0 0 1 0,0 0 2 16,0 0 0-16,0 0 7 0,0 0 0 0,0 0-12 15,0 0-3-15,0 0 6 0,18 9 1 0,-15-3-4 16,2 2 6-16,4 2-3 0,-4-2-3 0,9 6 3 16,-4 1 3-16,9 10-7 0,-3 0 6 0,1 1-6 15,4 11 5-15,2 4 0 0,-3-1 0 0,0 6 3 16,3 1 6-16,-1 2-9 0,-4 4 0 0,17 14-2 16,-19-13 6-16,7-3 0 0,-3 3-7 0,8 20 4 15,-11-18-5-15,-2-1 6 0,6 20 13 0,-12-19-13 16,2-4-2-16,-2 2-1 0,-8-8 25 0,-1 4 8 0,-5-2 29 15,-1-4 32-15,-4-4 19 0,0-12 24 16,-10 1 33-16,-3-5 31 0,1-4 12 0,-6-9 19 16,-3 1 10-16,-4-5 10 0,-11-7 2 0,-2-10-9 15,1-6-3-15,1-4-9 0,-5-8-9 0,8-6-107 0,4-4-116 16,5-13 0-16,-3-14 0 0,12 13 0 0,7-26 0 16,15-8 0-16,8 1 0 0,-2-3 0 15,17-3 0-15,5-2 0 0,8 5 0 0,10 4 0 0,5 1 0 16,-2 15 0-16,-9 23-124 0,22-13-248 0,-16 24-64 15,2 1-76-15,5 6-80 0,-4 5-435 0,-3 2-1110 16,-13 11 491-16</inkml:trace>
  <inkml:trace contextRef="#ctx0" brushRef="#br0" timeOffset="54381.42">9134 6795 126 0,'0'0'332'0,"5"2"8"15,-5-2-13-15,0 0-32 0,0 0-33 0,0 0-24 16,0 0-25-16,-5 12-23 0,5-12-19 0,-6 7-17 0,6-7-16 16,-2 8-13-16,0-1-6 0,2-1-15 0,0-6-12 15,-1 12-4-15,2-6-7 0,-1-2-8 16,2 3-2-16,-2-7-7 0,5 9 1 0,0-6-8 0,-5-3-1 15,8 5-17-15,0-5 3 0,-8 0 1 0,12 0-8 16,-12 0 3-16,0 0-3 0,17-5-2 0,-12 2-5 16,-2-4 0-16,-3 7-2 0,3-9 1 0,0 5-5 15,-3-2 0-15,0 6-5 0,0-10-7 0,-3 3-10 16,0 3-20-16,3 4-25 0,-3-12-26 0,-2 8-35 16,-4-3-43-16,4 4-61 0,2-1-62 0,3 4-288 15,-12-9-604-15,9 3 267 0</inkml:trace>
  <inkml:trace contextRef="#ctx0" brushRef="#br0" timeOffset="54678.3">9159 6391 281 0,'-7'-3'336'0,"7"3"2"15,-14 0-10-15,14 0-23 0,-14-1-35 16,14 1-14-16,0 0-41 0,-13 1-19 0,13-1-24 15,0 0-15-15,-7 7-10 0,7-7-13 0,0 8-14 0,0-8-4 16,4 5-14-16,-4-5-3 0,8 10-11 0,-3-6-6 16,0 0-9-16,0 0-1 0,3-1-11 0,-3-3-9 15,-5 0 1-15,12 2-7 0,-12-2 2 0,15-2-11 16,-15 2 11-16,10 0-15 0,-10 0 5 0,8-4-5 16,-5-2-8-16,-3 6 0 0,3-10-5 0,-3 10 4 15,0-10-15-15,0 6-16 0,-3-4-13 0,0 1-42 16,0 1-33-16,-2 3-36 0,-5 0-48 0,-2 2-58 15,4-4-60-15,-5 5-272 0,13 0-616 0,-30 6 273 16</inkml:trace>
  <inkml:trace contextRef="#ctx0" brushRef="#br0" timeOffset="56912.7">10309 6948 50 0,'4'-9'346'0,"-3"-1"-17"0,6 1 0 0,-5 2-23 16,-2 0-12-16,1-4-19 0,4 9-28 0,-5 2-32 16,0-8-25-16,0 8-16 0,0 0-24 0,0 0-14 15,0 0-7-15,9 24-15 0,-3-12-14 0,-4 6-8 16,1 0-10-16,-3 4-5 0,8 1-10 0,-3 4-7 16,-3-2-12-16,8-2 2 0,-5 1 2 0,-5-2-9 15,2-7-5-15,4 5-6 0,-4 1-1 0,3-4-6 16,-5-1-2-16,6-4-5 0,-4-1 4 0,0-3-8 15,-2 0 6-15,6-4 0 0,-6 1-4 0,0-5 0 16,0 0-6-16,0 0-4 0,20-12 4 0,-8 4-3 16,-1-4 2-16,-2 0 4 0,4 2-4 0,2-4-1 15,0 4-7-15,1 1 6 0,1-4-4 0,-1 6-3 16,1 3 6-16,3-2-8 0,3-2 5 0,-3 7-4 16,-2 1 10-16,5 0-8 0,-6 4-1 0,4 1-2 15,-1 4 2-15,3-6 0 0,-1 7-2 0,-4-1 3 16,0-1-2-16,4-1 0 0,-6 4-1 0,-1-3 4 0,0-2 2 15,-3-5-10-15,-2 5 14 0,-4 0-5 0,2-2 12 16,-3-2 39-16,-5-2 6 0,0 0-8 0,17-9-2 16,-17 0 5-16,0 2 13 0,0-1-23 15,-2-7 5-15,-1-5-1 0,0 5 4 0,-4-7-4 0,2-2-5 16,-5-3-11-16,5 0 4 0,-6-5-7 0,1 4-7 16,0-2-12-16,0-10-23 0,5 13-35 0,-2-2-16 15,-1 2-37-15,1 2-27 0,1 8-33 0,2 0-41 16,-1 5-61-16,4 2-68 0,-4 2-306 0,3-1-687 15,1 5 305-15</inkml:trace>
  <inkml:trace contextRef="#ctx0" brushRef="#br0" timeOffset="57709.59">11028 6789 61 0,'0'0'235'0,"8"0"-23"0,-8 0-18 15,0 0-21-15,8 4-18 0,-1 1-12 0,-7 2-19 0,5 2-8 16,3-1-16-16,-6 6-7 0,3 1-13 0,5 0-1 16,-5 2-10-16,5 0-7 0,-5 4-2 15,3-1-3-15,0-1-11 0,-1-3-2 0,-4 7-6 0,4-5-3 16,-4 0-5-16,4 0 1 0,-4-3-1 0,-1-6-6 16,1 2-1-16,-3-4-3 0,6-3 2 0,-4 3 32 15,-2-2 33-15,0-5 29 0,0 0 13 0,2 7-16 16,-2-7-6-16,0 0-6 0,0 0-5 0,6-20-7 15,1 13-6-15,-4-3-4 0,2-2-6 0,2 4 14 16,0-3-3-16,-2 2-4 0,3-2-8 0,-5 7-1 16,5-5-18-16,-3 2 2 0,2 0 8 0,1 4-17 15,-1-1 6-15,3 4-22 0,-10 0-3 0,20 3-1 16,-10-2-9-16,3 5 1 0,2-1 0 0,-2 2-6 16,4 1-4-16,4 1-10 0,-4-3 2 0,4 3 3 15,6 2-12-15,-3-3 6 0,8 2-26 0,-11-6-4 16,6 1-11-16,3-4-4 0,-1 1-6 0,-7-4-3 15,1 1 13-15,-1-6-2 0,-4 3 6 0,-2-4 12 0,1 1 0 16,-2-1 5-16,0-2-2 0,-7-1 6 16,4-4 5-16,-4 3-2 0,-6-4 6 0,-2 2 6 15,0-1 5-15,-2-1 12 0,-6 5 14 0,6-1 7 16,-3 0 19-16,-7-3 10 0,9 6-10 0,-4 1-15 0,-4 1 0 16,-1 3-8-16,7 1-4 0,-10 3-2 0,15 0-8 15,-21 4 3-15,13 3-5 0,-4 1-6 0,4-3 6 16,-2 2-2-16,5 11-3 0,-3-1 4 0,8-2 11 15,0 6-17-15,5 0 1 0,-2-2-3 0,2 1 7 16,3-4-5-16,2 4 2 0,5 1 1 0,-2-6 6 16,7 3-12-16,3-3 3 0,4-1-3 0,1-4 2 15,-2-3-6-15,4 4-3 0,-2-7 0 0,2 0 3 16,0-8-4-16,0 1-3 0,-2-1-6 0,-2-6-11 16,2 3-18-16,-9-4-17 0,-4-3-11 0,-1 2-12 15,3-6-16-15,-2-3-13 0,-4-3-15 0,-4-3-19 16,-5 0-16-16,6-4-1 0,-8 2 2 0,5-1 13 15,-10-3 15-15,5-7 15 0,-8 8 6 0,6 2 21 0,-3-1 31 16,-3 2 33-16,3 0 9 0,3 2 29 0,-4 2 38 16,-1 7 18-16,7 2 22 0,-2 1 10 15,-3 0 23-15,5 4 12 0,0 2 0 0,-1 2 3 16,1-1-9-16,-4 0-12 0,4 8-13 0,-5-10-16 0,5 5-8 16,0 5-17-16,0 0-5 0,0 0 10 0,0 0-23 15,9 24-7-15,-8-10-2 0,4 2-7 16,0 3 2-16,7 6-1 0,-1 4-6 0,-9-1-1 0,5 0-4 15,6 1-4-15,-3 3-5 0,-3 6-15 0,1-9-13 16,0 1-18-16,-1 1-29 0,-1-4-19 0,3 0-25 16,-4-3-35-16,-4-2-41 0,1-6-38 0,3-1-48 15,-2 0-246-15,0-6-561 0,4-2 248 0</inkml:trace>
  <inkml:trace contextRef="#ctx0" brushRef="#br0" timeOffset="58443.97">12347 6480 161 0,'0'-11'287'0,"0"4"-26"15,0-2-27-15,-5 5-27 0,2-3-23 0,3 7-25 16,0 0-12-16,0 0-14 0,0 0-12 0,8 34-12 16,-8-15-12-16,2 7-12 0,3 2-7 0,3 3-2 0,-2 8-11 15,3 0-9-15,-3 3 1 0,1-1-7 0,6-4-5 16,-3-5-6-16,-5-2-4 0,5-2 1 15,-3 2-5-15,1 1-5 0,-1-6-2 0,-7-5 0 0,4-1-5 16,0-6-5-16,-4-2 0 0,5 1 0 0,-5-4 1 16,1 0 1-16,-1 0-1 0,4-5 0 0,-4-3 1 15,0 0 9-15,0 0 9 0,0 0 16 0,0 0 3 16,1-19 13-16,1 9 10 0,-2 0 13 0,8 1 7 16,-8 0-1-16,0-2 1 0,4 4-5 0,-3 0 7 15,-1 1-17-15,7-1-12 0,-7 7-8 0,0 0-11 16,3-7 1-16,-3 7-11 0,0 0 3 0,20 6-23 15,-12-2-5-15,1 1-7 0,6 5-5 0,-1-1-2 16,1 2-9-16,2-2-10 0,3 0-13 0,-2 0-10 16,-2 0-11-16,9-3-15 0,-3 3-12 0,8-3-3 15,-1 0-18-15,-9-6-8 0,3 2 8 0,-3-2 9 16,-3-2 11-16,3-4 3 0,-4 3-2 0,-1-6 7 16,-2 0 14-16,-4 0 2 0,-1-2 6 0,-3 2 7 0,0-2 9 15,-2-5 3-15,-3 3 9 0,2-6 12 0,-4 5 11 16,4-4 15-16,-2 3 7 0,-2 3 5 15,-4 2 2-15,2-2 4 0,3 4-3 0,-1 1-6 0,2 0 0 16,0 7-7-16,-5-8-9 0,0 3 3 0,5 5-3 16,0 0-1-16,0 0-2 0,0 0 2 0,0 0-4 15,0 0 1-15,0 21 0 0,8-15-3 0,-3 0-4 16,7 1 0-16,1 0-1 0,2 0-2 0,2 2 1 16,-3 2-1-16,3-4 6 0,1-1-9 0,-1 5 0 15,-2-6 4-15,1 3 1 0,4-2-1 0,-5 3-1 16,0 0 3-16,0-1-1 0,0-3 2 0,0 3-1 15,-4-2 1-15,-1 1-7 0,2-1 2 0,-4 2 0 16,-1-5-1-16,-3 3 4 0,1 0-4 0,2-2 2 16,-5 1 4-16,3 1 1 0,-5-6 7 0,5 9 8 15,-5-9 17-15,1 4 8 0,-1-4 23 0,7 5 19 16,-7-5 40-16,0 0 2 0,0 0 33 0,3 3 18 16,-3-3 1-16,0 0-28 0,0 0-4 0,0 0-17 0,4-16-11 15,-3 8-11-15,6 0-11 0,-4 1-10 0,0-5-11 16,6 1-16-16,-4-2-12 0,0-1-29 15,3-1-49-15,-3-1-57 0,5 0-58 0,-4-1-65 0,3-2-69 16,-1 1-75-16,2-8-304 0,-5 8-714 0,2-1 316 16</inkml:trace>
  <inkml:trace contextRef="#ctx0" brushRef="#br0" timeOffset="58631.47">12736 6576 217 0,'-13'1'475'16,"6"-1"-46"-16,7 0-47 0,-8-5-36 0,8 5-39 16,-4-8-31-16,4 8-37 0,10-7-19 0,-1 3-23 15,-1 1-19-15,12 2-24 0,-4 1-25 0,6 0-64 16,-1 0-47-16,7 1-58 0,4 4-81 0,1-2-80 16,-2 3-91-16,3 0-205 0,-3 0-537 0,0 2 237 0</inkml:trace>
  <inkml:trace contextRef="#ctx0" brushRef="#br0" timeOffset="61334.64">14568 6414 299 0,'2'-8'283'0,"-2"5"-15"0,0-4-20 0,0 7-15 15,0-10-27-15,0 10-20 0,0 0-21 0,-7-10-15 16,7 10-15-16,-8 0-14 0,8 0-14 15,0 0-11-15,-23 7-7 0,9-6-5 0,5 2-13 0,-5-2-8 16,8 6-7-16,-8-6-3 0,6 2-6 0,0 0 2 16,-4-2 16-16,4-1 12 0,8 0 17 0,-15 0 19 15,15 0 20-15,-10-1 11 0,10 1 3 0,-8-11-15 16,1 6-8-16,6-5-13 0,-1 5-13 0,2-9-13 16,2 2-7-16,3-1-4 0,1-1-14 0,-1-1 4 15,2 6-17-15,1-4-4 0,0-5-5 0,-3 10-7 16,5 2-4-16,-3-2-1 0,-4 4-8 0,4 1 1 15,-7 3-13-15,13-2-7 0,-13 2-3 0,13 5-3 16,-3 6 1-16,3 0-7 0,7 11 4 0,-10-6-2 16,5 8 0-16,2 3 2 0,1 11 0 0,0 2 2 15,0 1-5-15,-1 0-7 0,-1 0 3 0,3-1-3 16,-4-1-9-16,1 3 2 0,-1-5-1 0,-3-5-4 0,-6-1-3 16,2 0 9-16,-4-3 0 0,-4-1 4 0,0 2-2 15,0-8 1-15,-4 3 8 0,-4-6 3 16,2 0 5-16,-6-3 6 0,-3 0 11 0,0-3 6 0,-3-3 25 15,0 0 17-15,-2-5 21 0,-7 1 18 0,-2 1 18 16,9-6 13-16,-10-3 13 0,8 2 9 0,-1-6 10 16,3 3-1-16,4-5 4 0,-4 2 2 0,5-3-3 15,5 5-3-15,-5-6-8 0,10 1-18 0,-1 2-13 16,1-2-7-16,5-1-19 0,0 5-15 0,5-3-15 16,1 1-13-16,6 4-2 0,4-1-9 0,4 4-13 15,5-1-8-15,2 2-6 0,2 2-5 0,3-1-12 16,1 4-14-16,-2-2-11 0,1 5-20 0,-2-3-21 15,-1 3-23-15,0-3-37 0,-3 4-20 0,1-4-26 16,1 2-32-16,-12-3-17 0,4-2-22 0,-13 0-23 16,8 1-22-16,-7 1-41 0,5-4-39 0,-13 0-40 15,10-4-281-15,-3-1-750 0,-7 5 333 0</inkml:trace>
  <inkml:trace contextRef="#ctx0" brushRef="#br0" timeOffset="61772.14">14848 6127 291 0,'0'0'309'0,"8"-8"-26"0,-8 8-29 0,0 0-28 15,-5-8-20-15,5 8-20 0,0 0-19 0,0 0-22 16,0 0-13-16,0 0-20 0,0 0-9 0,10 21-7 15,-8-10-13-15,6 1-7 0,-1 1-6 0,-7 2-11 0,8 3 0 16,-1-2-8-16,-1 1-3 0,1 1-5 16,-4-3-7-16,4 0-2 0,-2-3-4 0,-2-3-4 15,-3 1-1-15,0-2-3 0,5-4-3 0,-5 1 3 16,0 1 5-16,8-2 13 0,-8-4 33 0,2 5 33 0,-2-5 5 16,0 0-9-16,0 0-7 0,0 0-5 0,11-21 11 15,-9 14-7-15,3-5 0 0,3-3-6 16,-6 0 4-16,6-1-5 0,1-2 15 0,0 4 1 0,0-3-2 15,-3 2-6-15,4 6-3 0,-5 1-7 0,7-7-10 16,-9 8-6-16,5-2-9 0,-1 5-9 0,-4-1-9 16,-3 5-5-16,14 0-4 0,-1-2-5 0,-13 2-13 15,16 7-10-15,-9-6-8 0,5 10-8 0,4-3-20 16,-6 2-9-16,0 3-22 0,2-4-23 0,3 6-27 16,-7 2-26-16,5-3-26 0,-5 4-24 0,-1-6-43 15,6 5-42-15,-5-7-30 0,-1 1-44 0,-5 1-223 16,6-4-617-16,-1-1 273 0</inkml:trace>
  <inkml:trace contextRef="#ctx0" brushRef="#br0" timeOffset="62209.64">15528 6214 28 0,'0'-7'318'0,"-2"1"-12"15,-4-2-4-15,2 3-6 0,0-1-14 0,-5-1-20 16,-4 0-10-16,6 5-19 0,-6-1-17 0,2 2-16 15,-1 1-24-15,-8-3-23 0,9 7-13 0,-1-4-17 16,-3 3-15-16,0 6-5 0,0-2-11 0,2 3-12 16,3-2-6-16,0 2-9 0,-5 2-10 0,10 2 0 15,-3-6-4-15,1 7-6 0,7-6-9 0,0 4-5 16,0-3-7-16,0 1 2 0,5-3-6 0,4 3 1 16,-3-2-4-16,9 1 0 0,-7-2-6 0,7-4-2 15,2 1 1-15,1-2 1 0,-1-2-3 0,-1-1-6 16,2-1 1-16,-3-2 1 0,3-5 2 0,-3-1-2 0,0-2-5 15,0-1 9-15,-2-3-6 0,-3-4 0 16,4-3-6-16,-11-2 1 0,-1-3 3 0,-1-1 2 16,7-3 16-16,-16 0-15 0,5 1 4 0,0 3 2 0,-7-1 35 15,5 2 28-15,-4-1 24 0,-1 3 13 0,-1 0 4 16,6 6-9-16,-5 1-6 0,5 4-2 0,0-1 1 16,-2 6-13-16,4-3-8 0,1 7-11 0,-4-3-12 15,1 2-10-15,5 5-20 0,0 0-13 0,0 0-8 16,0 0-12-16,0 0-7 0,-10 20-3 0,7-5-8 15,6 2-5-15,4 5-11 0,-7 2-5 0,5 8-16 16,4-2-8-16,3 9-41 0,-4 2-28 0,4 1-22 16,1 2-41-16,0-2-55 0,-3-6-61 0,7 5-339 15,-7-10-715-15,-2 0 316 0</inkml:trace>
  <inkml:trace contextRef="#ctx0" brushRef="#br0" timeOffset="64084.67">16190 6526 312 0,'0'0'391'0,"0"0"-28"0,0 0-31 0,-3-10-15 0,3 10-30 16,0 0-37-16,0 0-23 0,0-5-28 0,0 5-25 15,0 0-19-15,0 0-14 0,0 0-12 0,3 19-16 16,-3-12-13-16,2 1-16 0,1 2-6 0,-1 0-8 16,6 7-8-16,-1-2-17 0,-7-1-2 0,8 1-9 15,-1 1-3-15,-1-4-10 0,-4 4-8 0,4-6-3 16,-6 0-13-16,2 0 0 0,1-3 2 0,1 3-5 0,1-4-1 15,-5 0 2-15,0-6-1 0,1 7 0 0,-1-2 4 16,0-5 3-16,0 0 4 0,0 0-3 16,0 0 15-16,0 0-15 0,0 0 0 0,5-18 5 0,-5 11 1 15,2-4 2-15,6 0 3 0,-3-3 1 0,3 0 6 16,-1-4 4-16,1 8 13 0,1-9-15 0,4 8 1 16,-6-5-7-16,4 6 0 0,-1 1 1 0,-3 0 0 15,1 3-1-15,-1-2 7 0,-6 3-14 0,7 2-1 16,-1-2-3-16,1 3-6 0,-8 2 6 0,0 0-5 15,20 3 2-15,-13 4-9 0,3-3 4 0,-5 4-1 16,5 0 9-16,-4 4-10 0,3 2-5 0,-3-1-2 16,1 6-5-16,3-4 1 0,-7-2-1 0,9 6-12 15,-6-4 3-15,-4-1-2 0,3 1 2 0,-2-6-4 16,1 3-1-16,-4-3 1 0,8-2 7 0,-8 1 4 16,1-4-7-16,3 3 12 0,-3-3 5 0,-1-4 0 15,9 3 1-15,-9-3 1 0,0 0 3 0,0 0 6 0,6-15 0 16,-6 8 13-16,9-1 8 0,-8-4 12 0,4-2 12 15,-1-2 20-15,2 0-4 0,-1-1 9 16,3-2 9-16,-6 4 19 0,3-5-2 0,0 1 3 0,3 2-4 16,-4 4 1-16,1-3-9 0,-5 6-1 0,8-2-12 15,-3 4-5-15,-5 4-11 0,1-4-6 0,6 1-8 16,-7 7-12-16,0-8-23 0,0 8-20 0,7-2-4 16,-7 2 4-16,0 0-2 0,0 0-11 0,1 14-8 15,6-3-3-15,-5-2 0 0,3 1 5 0,0 5-24 16,-1-4-3-16,6 5 3 0,-3 0 0 0,1-3-12 15,2 1 3-15,-1-4-10 0,4 3-6 0,-2-1-4 16,4 0 4-16,-2-7-5 0,-1 1 1 0,3 0-1 16,0 0 0-16,1-6 0 0,3 0 11 0,-6 0 4 15,3-4 11-15,1 0 5 0,-2-3 8 0,1 2 5 16,-2-5 1-16,-6 0 6 0,4 0 0 0,-3-6 9 16,-2 5 2-16,-5-5 3 0,4 4 3 0,-6-4 4 15,0 1 6-15,0-4 12 0,-6 9 18 0,4-2 2 0,-3 0 3 16,3 2-6-16,-7 4 2 0,4-2-6 0,-9 2 1 15,6 1-7-15,-2 3 1 0,10 2-7 16,-21 2-2-16,9 3 0 0,-3 2-2 0,2 4 1 0,5 0 0 16,-6 1-2-16,4 3 3 0,4 0-4 0,-2 2 0 15,6 1-3-15,-1 1 0 0,6-2-3 0,-3 0-6 16,2-2 6-16,7 6-4 0,-4-9-2 0,9 4 5 16,-4-4-4-16,0-1 1 0,3-3-7 0,0-1-2 15,7-3-13-15,-4 1-1 0,-1-5-9 0,5-1 0 16,-5-3-1-16,7 0 8 0,-6-2-2 0,-1-3 4 15,-2-2 8-15,1-1 3 0,0-4 1 0,-4 4 1 16,-1-6 1-16,4 5 6 0,-5-7 3 0,-1 1 2 16,6-3 11-16,-10 6 9 0,6-2 14 0,-4 3 8 0,0 2 8 15,-5 1-2-15,3 3 6 0,3-2 2 16,-4 4-9-16,1 0-5 0,-1 3-6 0,0-1-6 16,-2 5-1-16,5-7-5 0,-5 7-5 0,0 0 3 15,0 0-3-15,0 0 0 0,18 14-6 0,-11-5 2 0,-4-1 1 16,5 4-9-16,-3-1 3 0,7 4-5 0,-6-2-3 15,4 2-3-15,-3 4-1 0,6-4-4 16,-11 0-5-16,6 1 3 0,-3-3-12 0,3 4-3 0,-6-7-6 16,3 7 1-16,-5-4 0 0,0-1 1 0,0-4 6 15,0 3-2-15,-7-4 5 0,6-1 5 0,-6 1 0 16,-6-4-1-16,6 1 8 0,-3-3-1 0,4 3 3 16,-8-4-2-16,14 0 0 0,-23 0 6 0,17-1 0 15,6 1 0-15,-24-4 6 0,14 2-2 0,5-4 6 16,-3 0-5-16,3 0 0 0,2 0-2 0,0-2 1 15,3 1-3-15,0-1 2 0,5-1-3 0,0-3 0 16,6 2 2-16,4-7-11 0,7 2-14 0,-6 2-28 16,6-8-21-16,4 4-13 0,-3-2-5 0,4 0 9 15,-4 3 3-15,3 1 5 0,4 0 8 0,2 0-33 16,-6 2 13-16,-1 2 13 0,-4 3 10 0,-6-1 21 16,2 2 22-16,-9 3 19 0,2-3 12 0,-2-1 1 15,1 7 5-15,-4-4-4 0,-5 5-5 0,0 0 0 0,0 0 2 16,0 0-2-16,0 0 2 0,0 0-2 0,0 15 4 15,-2-6-5-15,2-3 2 0,-3 5 1 16,3-3 1-16,0 3 1 0,0 1-2 0,3 0 3 0,-3 0 1 16,0 3-1-16,0 0-4 0,2-2 4 0,1 2-1 15,7 0 0-15,-5-1 1 0,1 3 1 0,-1-9-3 16,-1 4-2-16,4 5-2 0,-6-8 3 0,-2 3-1 16,5-5 0-16,-4-2 0 0,-1 4 2 0,0-2-2 15,-1-1 4-15,-3-1 4 0,-6-1 14 0,4-1 2 16,-4-1-1-16,-5 1-4 0,3-3 2 0,2 0-4 15,-3 3-1-15,13-3-3 0,-21-3 0 0,9 0 5 16,5 1 5-16,7 2 6 0,-13-5-3 0,13 5-6 16,-8-7-2-16,8 7-6 0,3-10-7 0,-3 10-4 0,12-12-10 15,1 7-18-15,4-6-20 0,7 2-22 16,-5-1-17-16,14-2-25 0,-3-1-8 0,14-5-28 16,4 3-22-16,-6 2-10 0,1-2 28 0,-10 3 13 0,-10 4 15 15,7-3 22-15,-2 1 24 0,-10 2 20 0,2 1 23 16,-5 0 24-16,0-3 20 0,-7 3 17 0,-1-1 11 15,-7 4 5-15,0-4 17 0,0 8 11 16,-7-15 4-16,-1 13 8 0,-7-5 2 0,8 7 2 0,-8-1-6 16,2 1-7-16,-2 0-6 0,0 0-8 0,-3 3-4 15,0 2-6-15,1 2-4 0,-3-1-6 0,6 1-4 16,-11 5-3-16,11-3-5 0,5 6-2 0,-3-1-3 16,2-1 1-16,5 2-6 0,-3 0 1 0,1 1-4 15,4-1-4-15,-2 0-3 0,5-3-2 0,5 1-1 16,-5-4-2-16,3 1-1 0,4-2-5 0,-1-1 1 15,-1 4-1-15,5-7 1 0,-1-2 0 0,2 1 1 16,-1-1-3-16,-10-2 1 0,15-7-2 0,-7 6 2 16,1-5 2-16,-3-5 3 0,1 4-1 0,-1 1 3 15,-1-8 11-15,4 2 19 0,-3-3 11 0,-4 5 10 16,5-4 24-16,-6 6 1 0,1-4 13 0,1 0 7 16,0 1 0-16,4 0-7 0,-2-1 8 0,-3 5-15 0,-2-1-10 15,6 4-8-15,-4-4-11 0,-2 8-6 0,5-7-12 16,-5 7-17-16,3-3-7 0,-3 3-17 0,0 0-6 15,17 2-14-15,-17-2-12 0,15 7-16 16,-4-1-12-16,-2 1-15 0,5 0-19 0,5 0-25 0,-9-2-18 16,6 1-21-16,2 1-19 0,-1-1-17 0,4-3-11 15,-4 2-11-15,0-5-19 0,1 0-1 0,-5 0-157 16,0-5-421-16,2-1 188 0</inkml:trace>
  <inkml:trace contextRef="#ctx0" brushRef="#br0" timeOffset="64459.67">18254 6422 25 0,'0'-14'76'0,"0"9"34"0,0-7 28 0,0 5 11 15,-3-1 20-15,3 3 2 0,0-5 1 0,-5 6-11 16,5 4-19-16,-2-8-16 0,-3 4-14 0,5 4-12 16,0 0-10-16,0 0-8 0,-10 12-10 0,10-8-6 0,-8 7-14 15,6 0 4-15,-1 2-7 0,3 2-1 16,0 6-7-16,0-4-1 0,0 2-2 0,3 7-3 16,7-9-2-16,-8 10-7 0,11-1 5 0,-6-2-7 0,1 3 0 15,2-3-5-15,2 0 1 0,2 0-1 0,1 1-3 16,0 2-1-16,5-4-2 0,-3 1 0 15,-2-5-1-15,-1 4-1 0,-2-7-2 0,-4 1 3 16,-3 0-2-16,4-2 3 0,-8-3 7 0,1-4 25 0,-4 1 26 16,1 6 14-16,-4-7 16 0,-2-4 9 0,-1 7 2 15,-6-5 6-15,3 0-2 0,-2-2-1 0,6-1-9 16,-6-1 1-16,-2 0 1 0,7-1-8 0,-6-1 3 16,4 3-7-16,-3-3-2 0,13 0-2 0,-16-3-13 15,11 2-7-15,5 1-7 0,-12-7-7 0,9 3-9 16,3-2-11-16,0 6-5 0,0-18-14 0,8 11-12 15,2-5-18-15,7-4-19 0,7-2-22 0,-2 5-19 16,13-14-28-16,1 0-33 0,2 0-41 0,-1 0-35 16,6-3-34-16,-4-2-16 0,6-5-11 0,0 5 15 15,9 4-240-15,-4-7-534 0,-5 5 236 0</inkml:trace>
  <inkml:trace contextRef="#ctx0" brushRef="#br0" timeOffset="64647.17">18881 6489 1277 0,'17'-21'10'0,"-4"6"16"16,-6-5 25-16,-4 7 36 0,-3-4 28 0,0 1 15 0,-8 4 10 15,6-3 1-15,-4 7 3 0,-8-2 4 0,-1 0 3 16,1 3-5-16,-3 4-4 0,-1-1-9 0,-4 4-18 15,2 3-4-15,4 0-11 0,-4 3-9 0,0 1-17 16,5 4 4-16,0 2-4 0,2 2-13 0,5 0 0 16,0 5-7-16,-6 1-9 0,11 1 2 0,-2 0-5 15,5-4-1-15,2 7-10 0,3-7 8 0,-4 3-8 16,8-2-3-16,4 0 8 0,-5 0-16 0,7-6-19 16,0 2-30-16,3-4-38 0,-3 1-62 0,0-5-78 15,1-5-85-15,-6 1-258 0,9-1-596 0,-6-7 265 16</inkml:trace>
  <inkml:trace contextRef="#ctx0" brushRef="#br0" timeOffset="65334.68">19936 6465 284 0,'1'-5'309'0,"-1"5"-30"0,0 0-32 0,0 0-26 15,0 0-27-15,0 0-21 0,0 0-16 0,-14 14-14 16,7-8-16-16,-1 3-12 0,6 3-8 0,-5 2-13 16,1 1-10-16,4-2-8 0,2 5-6 0,0-3-9 15,0 0-3-15,2-2-7 0,-2 6-7 0,6-9 1 16,-4 0-5-16,3 0 1 0,0 0-3 0,3-1-6 16,-4-6 2-16,4 3-5 0,-2 2-1 0,3-7 3 15,-3 2-4-15,6-3-5 0,-4-4-3 0,5 0 0 16,2-8-1-16,-3 2-4 0,-1-2 0 0,8 0 0 15,-8-3 10-15,12-8 10 0,-8 4 5 0,5-2 7 0,-3 2 8 16,-2 0 10-16,0 0-2 0,-1 4 3 0,-2 0 1 16,3 1 12-16,-2 1-5 0,-1 1 1 15,3 6 4-15,-9-3-22 0,3 3-13 0,-3 0 0 0,4 3-5 16,-2 1 10-16,-8 2-22 0,19 2-3 0,-8 4-3 16,2 3-1-16,1 0 0 0,1 0-8 0,-1 3 1 15,1 3 13-15,7 3-16 0,-2 0 1 0,-5 0-1 16,-1 0-1-16,1-5-5 0,-1 2-11 0,-6 2-8 15,3-3-10-15,-7-6-11 0,6 3-13 0,-5-3-4 16,1-3-27-16,-4 5 1 0,-2-5-6 0,0-5-11 16,-8 5-15-16,-1-2-18 0,-4-3-33 0,-10-3-44 15,3 0-40-15,-11-3-56 0,-11-7-171 0,-2 2-513 16,-3-7 228-16</inkml:trace>
  <inkml:trace contextRef="#ctx0" brushRef="#br0" timeOffset="65553.42">20062 6127 296 0,'0'0'367'0,"0"0"-40"0,0-8-31 0,0 8-28 15,0 0-25-15,0 0-31 0,0-8-24 0,0 8-18 16,0 0-17-16,0 0-27 0,0 0-29 0,0 0-40 15,0 0-40-15,0 0-50 0,0 0-77 0,0 0-68 16,16 16-238-16,-11-12-451 0,-5-4 199 0</inkml:trace>
  <inkml:trace contextRef="#ctx0" brushRef="#br0" timeOffset="68459.72">21571 6534 143 0,'5'-11'367'16,"-3"-1"-5"-16,6 4 8 0,-1-3 5 0,-4-4 4 15,2 3 0-15,0-4-9 0,-4 0-17 0,1 1-16 16,-2 0-19-16,0-2-25 0,0 2-19 0,-2-4-16 15,1 4-22-15,-7 0-8 0,4 6-33 0,1-1-15 0,-4-5-22 16,1 8-18-16,-8 1-16 0,6 2-13 0,-7 0-15 16,-1 4-10-16,-4 1-12 0,-3 2-7 15,-5 4-10-15,4 6-11 0,-7 2-11 0,4 0-14 0,6 1-7 16,-9 4-18-16,12 1-16 0,-2 3-11 0,5-4-16 16,0 5-18-16,2-10-5 0,6 11-8 0,2-6-1 15,2 0 4-15,6-1-3 0,1-2 5 0,2 1 1 16,4-3 9-16,2 3 4 0,3-9 5 0,1 0 0 15,6 1 1-15,-1-7 5 0,-1 2 3 0,3-10 9 16,-1 4-1-16,-4-1 8 0,5-3 5 0,-1-7-4 16,-2 1 9-16,3-5 0 0,-3-1 11 0,-5 0 8 15,-7 2 20-15,5-1 16 0,-1-3 21 0,-4-1 25 16,2 5 15-16,-5 2 16 0,-3 3 3 0,2-2 2 16,0 0-3-16,-1 5-2 0,-1-1-6 0,-1-2-11 15,1 5-13-15,-2 5-11 0,3-4-19 0,-3 4-25 16,4-11-22-16,-4 11-9 0,0 0-3 0,0 0-4 0,11 18-9 15,-4-10-8-15,-2 7-17 0,8-4-17 0,-5 3-31 16,4 1-35-16,3 0-35 0,3 2-26 16,2 3-36-16,0-3-47 0,5 2-57 0,-1-6-53 0,-4-1-65 15,3-5-238-15,-6 1-740 0,5-4 327 0</inkml:trace>
  <inkml:trace contextRef="#ctx0" brushRef="#br0" timeOffset="69303.48">22380 6243 117 0,'0'0'370'0,"0"-6"-24"15,0 6-17-15,0 0-30 0,5-8-26 0,-5 8-31 16,9-2-14-16,-9 2-33 0,0 0-21 0,23 5-20 0,-10-1-12 15,-1-3-16-15,8 10-14 0,-4-3-8 0,12 6-15 16,-8 4-8-16,5-1 6 0,0 2-18 16,-9 2-8-16,7 0-10 0,-3 0-5 0,-5 0-7 0,0 4-4 15,-3-4-3-15,-6-3-10 0,-1-2-5 0,2-1-3 16,-5 1 3-16,-2-4-5 0,1 0 3 0,-2-5-2 16,1 1 3-16,-7-1-3 0,5-2 8 0,-1-2 13 15,0 1 22-15,3-4 27 0,0 0 15 0,0 0 12 16,0 0 3-16,-17-13-3 0,14 6-7 0,3-5-8 15,0 2-8-15,5-4-4 0,-4-4-16 0,8-1-10 16,-1 3-5-16,5 1-9 0,2-6-14 0,0 3-7 16,0 6-16-16,0-4-15 0,3 5-19 0,0-3-25 15,4 5-24-15,-1 2-12 0,-4-1-9 0,3 4-15 16,1 0-13-16,-4 0-11 0,3 3 0 0,3-2-7 16,-7 0 3-16,4 2 5 0,-5-1 4 0,0-3 10 15,-2 4 8-15,5-3 14 0,-6 1 9 0,3-4 6 0,-4 2 11 16,1-7 10-16,3 2 13 0,-13 3 8 0,3-5 16 15,4 0 25-15,-4 3 14 0,-5-6 16 0,5 4 15 16,-5 1 12-16,0-2 6 0,-5-2 9 0,5 10 5 16,-5-5 0-16,4 0-2 0,-7 1-9 0,1 4-6 15,-5 3-8-15,2-6-4 0,-4 10-10 0,14-3 1 16,-29 4-5-16,11 0 7 0,0-1-11 0,1 6-11 16,1 6 1-16,-4-6-4 0,7 8 2 0,-5-3-10 15,9 1 4-15,-2 2 3 0,1 1 1 0,3 0-3 16,1-2-3-16,6 3-1 0,0-2 0 0,5-2 3 15,3 5-6-15,2-2 0 0,1-9 3 0,6 6 11 16,-2-8-18-16,6 0 0 0,9 2-11 0,-10-8 6 16,10 2 1-16,-1-6-3 0,-10 2 14 0,14-7-15 15,-7-1 2-15,7 3-3 0,-1-7 2 0,-4 2 9 0,-8-3-7 16,3 1 0-16,2-3 0 0,-10 5 1 16,3-4 4-16,-2 4 1 0,-1-1 9 0,-1 0-1 15,1 2-4-15,-6 1 5 0,3 1-3 0,-5 4-1 0,1 0-3 16,-3 0-3-16,5 1 0 0,-2 2 0 0,-8 1-2 15,15 4 4-15,-5 1 0 0,-3 1 10 0,6 5-17 16,-5-2 6-16,4 3 0 0,-2 1-1 0,-4 1-3 16,4-1 3-16,3 2-2 0,-6 0-4 0,0 0 5 15,-6 1-2-15,6-6 0 0,-7 6 2 0,0-5-6 16,0 5 3-16,-2-10 1 0,-4 9 2 0,-6 0 1 16,2-8 3-16,-1 2 0 0,-4 2-7 0,-2-4 3 15,2 4 1-15,-8-5-9 0,3-1-16 0,2-3-15 16,-5 1-14-16,5 1-13 0,8-4-21 0,-2 4-24 15,2-4-33-15,10 0-46 0,-15-6-41 0,12 0-31 16,3 6-207-16,0-12-509 0,10 5 225 0</inkml:trace>
  <inkml:trace contextRef="#ctx0" brushRef="#br0" timeOffset="69537.86">23734 6188 5 0,'9'-5'213'0,"-9"5"-21"16,6 0-15-16,-6 0-10 0,0 0 12 0,10 10-14 15,-7 2 11-15,-1-1-5 0,-2 2-12 0,0 7 4 16,0-1 3-16,-2 7-13 0,2 1-13 0,0 3-12 16,0 15 11-16,0-1 36 0,5 4-20 0,0-1-16 15,2 3-4-15,1 4-19 0,-3-6-13 0,-1 1-4 16,2 1-13-16,-1 0-9 0,-2-1-2 0,-1-1-11 16,1-5-1-16,-3-1-8 0,0 2-7 0,0-15-16 15,4 3-20-15,-8-3-24 0,4-14-24 0,0 5-31 16,0-3-37-16,0-5-38 0,0 0-35 0,0-5-47 15,0-7-57-15,0 0-200 0,0 0-521 0,0 0 231 16</inkml:trace>
  <inkml:trace contextRef="#ctx0" brushRef="#br0" timeOffset="69881.62">23786 6298 6 0,'-7'-27'346'0,"0"8"-11"0,2-1-2 0,0 2-5 15,-1-3 0-15,-1 3-19 0,6 5-7 0,-4-5-14 16,3 9-5-16,-1 1-22 0,3 1-21 0,0-2-28 16,3 3-17-16,-1-2-23 0,3 3-12 0,3-3-24 15,0 2-11-15,5 5-7 0,2-3-20 0,2 1-9 16,1 3-10-16,0 3-10 0,12 5-7 0,0-5-1 16,-2 5-10-16,2-4-4 0,-5 4-12 0,-7-3-1 15,5 3-12-15,-3-1-2 0,-9 1-9 0,4-2-5 16,-5 0-12-16,0 1-7 0,-3 1-1 0,1-2-7 15,-3 0-4-15,-3 3-4 0,-2 1-1 0,-2 0 8 16,-10 0 1-16,4 2-6 0,-7 2 7 0,-5-6-9 16,-3 7-11-16,-8-3-12 0,8 5-16 0,-6-2-19 0,0-1-16 15,-1 1-12-15,3-2-13 0,-1 1-13 16,3 2-20-16,6-7-34 0,0 6-30 0,6-9-44 16,0 2-26-16,10 1-210 0,-2-2-545 0,5-3 241 0</inkml:trace>
  <inkml:trace contextRef="#ctx0" brushRef="#br0" timeOffset="70506.62">24314 6278 150 0,'0'-7'269'0,"3"3"-21"0,-3 4-22 16,0 0-23-16,-7-11-17 0,7 11-21 0,-10-1-17 15,10 1-19-15,-13 9-12 0,5-5-13 0,3-1-9 16,3 7-9-16,-6-1-8 0,6-2-4 0,-1 5-10 15,3 1-4-15,0 2-6 0,5 0-2 0,2-1-6 16,-4 4-3-16,2-3-3 0,3-1-7 0,-1 2-3 16,6-3 1-16,-3-1-5 0,-2-1-3 0,4 0 0 0,-1-4-8 15,-1 2-1-15,2-5-2 0,-5 1-4 0,4-3 3 16,-3-1 6-16,-8-1-4 0,14-1-1 16,-14 1-4-16,11-8 0 0,-9 1-1 0,0-1-1 0,-2-4 5 15,0 1-8-15,-4 1 7 0,3-5 0 0,-1-3 8 16,-3 3 23-16,0-6 18 0,0 3 8 0,-2 3-5 15,1 0 3-15,4 0-6 0,-9-2 5 0,7 7-3 16,-2-2-12-16,1 3 2 0,3 1-3 0,0 1-6 16,-3-2-8-16,5 3 1 0,0 6-9 0,-1-8-6 15,1 8 0-15,0 0-7 0,0 0-1 0,10-1-5 16,-10 1 1-16,15 6-11 0,-4-3-2 0,-1 1 0 16,2 7-10-16,-1-4 4 0,2 2-9 0,1 4 3 15,1-3 2-15,-1 4-5 0,3-2-3 0,-7 1-1 16,2-3-2-16,-3 2-3 0,3-3-4 0,1 5-2 15,-3-3-1-15,-3-2 4 0,1-1-3 0,0 0 2 16,4-1 2-16,-10 1 6 0,6-2 2 0,-3-3 1 16,-3 4 5-16,-2-2 6 0,0-5 6 0,6 6 16 0,-6-6 5 15,0 0 4-15,0 0 8 0,0 0 12 16,13-18 9-16,-13 15 4 0,7-6 11 0,-4-1 16 16,2 0 6-16,0-5 1 0,0 2 13 0,2-3 9 0,-1 1 9 15,1-4 0-15,-2 4 4 0,0-1-3 0,2 3-9 16,-2-5-3-16,3 4-13 0,-1 1 2 0,-1 4-6 15,-3-1-12-15,2 2-7 0,2 1-9 0,-4-2-3 16,4 6-15-16,0 3-5 0,-7 0-8 0,11-2-9 16,-1 0-7-16,0 6-7 0,-2-1-1 0,4 4-8 15,-4-2-11-15,4 0-8 0,-1 2-15 0,-1 4-26 16,2 1-19-16,-1 0-20 0,-2-5-23 0,1 4-23 16,-4 1-25-16,3-3-35 0,-3-2-38 0,2 1-46 15,-1-1-26-15,-7-2-38 0,7 1-192 0,-6-1-591 16,-1-5 262-16</inkml:trace>
  <inkml:trace contextRef="#ctx0" brushRef="#br0" timeOffset="71048.47">25113 6030 16 0,'-3'-6'296'0,"-4"3"-9"0,1-3-11 15,6 6-15-15,-17-1-10 0,2-4-22 16,2 3-19-16,5-1-26 0,8 3-15 0,-20 5-23 0,5 0-13 15,7-3-15-15,-1 3-5 0,-2 2-13 0,1 1-9 16,8 2-10-16,-1 1-8 0,1 1-3 0,2 3-7 16,0 5-6-16,2-4-7 0,9 3-2 0,-7 4-3 15,9-2-6-15,2 3-3 0,0 3-4 0,-4-6-4 16,3 2-1-16,-1 1-6 0,-7-8-4 0,6 2-6 16,-4-3-10-16,-1-2 2 0,-5 1 1 0,4-4-3 15,-4 4-1-15,-2-8 0 0,0 4 2 0,-5-2 0 16,0-2 2-16,-7-5 2 0,6 4-1 0,-6-3-1 15,5 0 6-15,7-2 4 0,-18-2 8 0,18 2 7 16,-16-5 8-16,16 5-4 0,-7-3 1 0,4 0 0 16,3 3-5-16,-7-11-10 0,9 1 1 0,4 5-6 15,-1-3-3-15,7-1-14 0,3-1-8 0,3 0-9 16,12-4-25-16,0 7-19 0,3-5-13 0,10-4-15 16,-5-3 2-16,5 7-7 0,0-3 5 0,-10 5 5 15,-3-2 9-15,0 4 8 0,1-4 8 0,-1 0 8 16,-2 2 9-16,-10-2 12 0,-3 5 16 0,0-3 20 0,-8-2 14 15,-2 8 2-15,-5-7 7 0,0 3 20 0,-5 0 8 16,-10-6 8-16,8 9 16 0,-3-2 16 0,-5 3 6 16,-1-2 10-16,-1 3 15 0,1 3-9 0,-4-4-15 15,2 5 4-15,1 2-24 0,-1 0-9 0,3 6 10 16,0-5-23-16,0 5-6 0,5 5-5 0,-3-2-3 16,10 4-3-16,-2-1 1 0,-2 0-3 0,7 5-9 15,0-1-13-15,8-2-21 0,-1 9-21 0,1-7-28 16,5-3-48-16,-4 3-66 0,9 0-87 0,5-3-83 15,-1 3-267-15,9-7-652 0,-1-4 288 0</inkml:trace>
  <inkml:trace contextRef="#ctx0" brushRef="#br0" timeOffset="71548.48">26570 5590 2914 0,'-2'-16'191'15,"-3"0"3"-15,5 5 16 0,0 0-28 0,0 2-24 16,-2-1-40-16,2 2-29 0,0 3-32 0,0 5-4 15,0-11-24-15,0 11-1 0,0 0 1 0,0 0-7 16,0 0-2-16,0 0 3 0,-11 27-7 0,11-15-3 16,-4 11 2-16,4 4-1 0,0 1 3 0,0 11-3 15,4-7 0-15,-1 9-1 0,0 1 2 0,2 5-1 16,-3-2-7-16,6-2 4 0,-3 4 3 0,3-1-3 16,-6-2 6-16,6 1-20 0,6-7-11 0,-8-4-17 15,-4-5-19-15,5 2-16 0,1-3-25 0,-2-2-29 16,-1-2-46-16,0-5-45 0,-1-5-65 0,1-5-45 15,-4 0-209-15,-1-3-572 0,0-3 254 0</inkml:trace>
  <inkml:trace contextRef="#ctx0" brushRef="#br0" timeOffset="71954.73">26399 5976 73 0,'-8'-6'338'0,"1"1"-13"16,2 2-4-16,5 3-9 0,-10-9 2 0,10 5-7 15,0 4-15-15,-5-7-25 0,5 7-20 0,0 0-19 16,0 0-23-16,0 0-21 0,0 0-21 0,15-2-17 16,-15 2-18-16,33 9-11 0,-16-8-9 0,8 7-8 15,1-1-12-15,6 4-7 0,6 9-15 0,-8-12-1 16,-2 7-5-16,5-3-10 0,-2 3-6 0,-1 4-5 16,0-3-5-16,-4 0-9 0,-1 4-5 0,-2-1-9 15,-3 4-4-15,-5-11-4 0,0 5-4 0,-3-3-3 16,-1 0 2-16,2-2-11 0,-8-4 8 0,7 0-8 15,-9 3 18-15,9-5 13 0,-11 0-19 0,3-5-1 16,2 2 3-16,-2 2 15 0,-4-5 23 0,6 6 3 0,-6-6-3 16,0 0-8-16,15-11 6 0,-10 4-3 0,2-1 5 15,1 0-1-15,2-8-1 0,-5 0 2 0,5 1 2 16,-3-3-3-16,6-2 5 0,-3-4 1 0,0 2-3 16,0-3-1-16,-4 6 4 0,2 0-3 0,-3 1 3 15,-3 1 1-15,5 1-8 0,-7 1 0 0,0 4-6 16,1 4-12-16,-2-2-18 0,-6 1-30 0,2 5-11 15,-5 2-26-15,-1 1-29 0,11 0-28 0,-25 1-15 16,5 9-27-16,5 0-15 0,-7 2-29 0,-1 3-41 16,2 4-53-16,-4 1-58 0,3 2-261 0,3 1-674 15,4-5 299-15</inkml:trace>
  <inkml:trace contextRef="#ctx0" brushRef="#br0" timeOffset="72282.86">27871 5612 152 0,'6'-15'473'0,"-6"4"-17"15,2 0-24-15,-1 1-9 0,-2 3-35 0,2-1-26 16,-1 1-36-16,-1 0-30 0,1 7-34 0,1-7-32 15,-1 7-29-15,0 0-26 0,0 0-15 0,0 0-20 16,0 0-10-16,-18 27-18 0,13-9-16 0,-3 5-15 16,5 8-12-16,-1 0-13 0,-1 12-11 0,0-3-11 15,5 5-6-15,-3 5-12 0,3-7-8 0,0 10-26 16,-1-4-26-16,2-4-24 0,-1-3-16 0,7 0-21 16,-2 2-14-16,-4-16-16 0,1 3-27 0,1-5-24 0,-3-2-32 15,5-6-28-15,0-3-28 0,-1-3-28 0,-1-6-230 16,4 0-576-16,-1-5 255 0</inkml:trace>
  <inkml:trace contextRef="#ctx0" brushRef="#br0" timeOffset="72860.98">28114 5577 241 0,'-5'-6'261'0,"5"6"-29"0,0-8-25 0,0 8-25 0,0 0-16 15,0 0-19-15,0 0-15 0,0 0-14 0,-15 22-10 16,7-10-10-16,8 4-11 0,-7 3-9 0,7 8-7 16,0 5-4-16,0-5-9 0,0 3-4 0,5-2-3 15,-3 13-6-15,-2-13-6 0,8 4-6 0,-3-3 0 16,-3 3 3-16,3-3-8 0,-2 1-2 0,4 0-1 16,-4-6-3-16,-2-5-4 0,-1 0-1 0,2-3 1 15,-2-4-1-15,0 2-4 0,0-9 2 0,0 5 4 0,0-3 19 16,7-4 14-16,-7-3-3 0,0 0 3 15,0 0 5-15,0 0 4 0,0 0-2 0,13-18 1 16,-10 11 3-16,2-5 3 0,2-2-9 0,-2 2 4 16,0 3-4-16,3 0 5 0,-1 0-4 0,-1 1-2 0,1 1-7 15,-2 2-9-15,0 1-5 0,1 0-4 0,6 4-3 16,-12 0-1-16,18 1-2 0,-6 3-5 0,1 4-1 16,0 3-3-16,4 2-3 0,-1-3 10 0,1 4-11 15,9 3-4-15,-2-2-2 0,-8-8-7 0,12 8-2 16,-11-5 4-16,4-5 2 0,1 2-6 0,-2 0 0 15,-4-7-3-15,4 0-5 0,0 0-5 0,-2-2 0 16,-1-5-1-16,-1-3 0 0,3 2 1 0,-5-4-2 16,-5-4 9-16,1-2-4 0,-5 1 0 0,1 0 3 15,-11-3 2-15,5 1 8 0,-1 4 14 0,-4-2 15 16,-2 1 20-16,0 1 34 0,-2 0-13 0,2 0 4 16,-5 7-13-16,6-2-5 0,-6 4-6 0,4 0-5 15,-2 1-6-15,-3 3-10 0,1-1-4 0,4 3 3 16,8 0 2-16,-17 8-13 0,9-4-4 0,1 4 4 15,2-1-8-15,2 3 2 0,-2-1 3 0,5 2-6 16,5 3 6-16,-2 1-3 0,2-1-3 0,5 2-10 16,4 1-16-16,-5-3-27 0,8-2-31 0,-2-4-44 15,0 3-63-15,-4-3-53 0,11-1-66 0,-6-4-310 0,3 2-662 16,-4-5 293-16</inkml:trace>
  <inkml:trace contextRef="#ctx0" brushRef="#br0" timeOffset="73048.5">27857 5788 166 0,'-21'-4'346'0,"4"1"-34"16,-4 1-32-16,12-1-27 0,-2 2-27 0,-1 1-22 16,6-3-24-16,6 3-24 0,-14-3-26 0,14 3-38 15,0 0-43-15,0 0-53 0,0 0-70 0,0 0-78 16,0 0-209-16,32 10-391 0,1-8 173 0</inkml:trace>
  <inkml:trace contextRef="#ctx0" brushRef="#br0" timeOffset="73595.38">30170 5772 94 0,'44'-30'374'0,"-2"-3"-31"0,-4-5-39 0,-2-4-20 15,-3-2 0-15,-5 0-11 0,-6-4-31 0,-11 1-3 16,-2 1 13-16,-3-2 6 0,-12 4-14 0,1 4-17 15,-8-2-22-15,-2 3-16 0,-2 12-14 0,-3 3-18 0,-5 0-14 16,4 3-18-16,-6 6-11 0,1 7-19 0,-2 4-13 16,-2 4-7-16,-1 4-11 0,1 7-8 15,3 5 1-15,-11 13-12 0,5 7-2 0,2 0-4 0,7 6-13 16,1 4 9-16,10 5-9 0,-2 1 0 0,7 3 1 16,1 5-4-16,7-4 1 0,5 17-1 0,-3-13 0 15,8-9-2-15,10 22 0 0,-4-17-2 0,4 16-1 16,2-18-5-16,-4 3-4 0,3-6-14 0,-1 3-6 15,3-6-13-15,-8-1-18 0,2-10-21 0,-7-7-16 16,1-2-31-16,-7 1-31 0,-3-4-26 0,6-2-29 16,-14-9-35-16,7 3-45 0,-5-7-34 0,-1-1-33 15,-3-4-227-15,-2-2-617 0,1 1 273 0</inkml:trace>
  <inkml:trace contextRef="#ctx0" brushRef="#br0" timeOffset="73954.75">29928 6015 105 0,'-2'-11'327'15,"2"4"-4"-15,-1-2 1 0,1-2-4 0,1 4-15 0,-1-2-5 16,0 1-32-16,5 1-4 0,-1-5-19 0,-1 3-27 16,5 5-17-16,2-4-20 0,2-2-22 0,4 2-11 15,6 0-18-15,-1 0-15 0,6 0-13 0,1 1-10 16,0 3-8-16,3-3-9 0,-1 3-11 0,-2-1-2 15,2 3-9-15,-8 2-4 0,-2 0-5 0,-1-1-10 16,-4 2-11-16,-1 1-6 0,-1-1-8 0,0 3-5 16,-5 0-2-16,6 0-4 0,-6 3 0 0,0-2 5 15,0 2-6-15,-3 1-3 0,-1 0 2 0,2 3 7 0,1-1-8 16,-4 0 10-16,0 7-9 0,6-8 17 16,-8 3-12-16,3-3-2 0,6 6-2 0,-5-3 4 15,5 2 0-15,-4 2 1 0,2-1-8 0,1-2 6 0,2 1 0 16,-1-1-7-16,0-2-1 0,-7 0-7 0,11-4-7 15,-6-1-8-15,-1 1-23 0,-6 4-20 0,11-8-28 16,-9-2-17-16,-3 6-27 0,7-2-45 0,-7-5-48 16,0 0-51-16,0 0-39 0,0 0-177 0,0 0-545 15,0 0 242-15</inkml:trace>
  <inkml:trace contextRef="#ctx0" brushRef="#br0" timeOffset="74534.42">30721 5798 18 0,'0'0'296'0,"1"-8"-23"0,-1 8-26 0,0 0-18 15,0 0-27-15,0 0-23 0,0 0-17 0,0 0-14 0,0 0-13 16,0 0-4-16,15 12-12 0,-13-6-10 16,3 1-11-16,3 3-15 0,-3 0-1 0,2-1-10 15,-2 3-9-15,-2 3-2 0,7 1-8 0,-5-4-2 0,3 5-8 16,-3 0-5-16,-3-4-5 0,-2-1-1 0,1 0-5 15,6-2 0-15,-7 2-4 0,-7-3-2 0,7-1-2 16,-1 2-1-16,-4-5-5 0,3-1 8 0,-6-2 2 16,8-2 4-16,-15 1 19 0,15-1 10 0,0 0 7 15,-15-7 9-15,10 2-1 0,5 0-5 0,-6-5-1 16,6 2-8-16,3-3-11 0,0-1-5 0,5-3-1 0,4-3-11 16,3-3-4-16,1 0-8 0,8 0-15 15,0 0-17-15,8-5-10 0,11 2-21 0,0 1-13 16,0 3-5-16,0 5-11 0,0-3 6 0,-15 8 5 15,0-2 10-15,4 4 6 0,-12 2 6 0,3 3 1 0,-2-5 3 16,-6 7 5-16,-5 1-1 0,-2-1 1 0,-8 1 3 16,10 1 5-16,-10-1 5 0,0 0 3 0,0 0 7 15,0 0 6-15,-28 11 7 0,15-9 3 0,-4 5 2 16,9-3 4-16,-12 0-4 0,7 1-2 0,-2 1 3 16,0 2-1-16,5-3-1 0,2 3 3 0,1-2 0 15,2 2-4-15,-3-3 6 0,5 5 4 0,6 3 8 16,-3-2 4-16,8-3-1 0,-1 6-4 0,3 1 5 15,3 2-10-15,-6-6 3 0,8 6-9 0,-2 1 1 16,-5 0-4-16,6-6 6 0,-5 6-2 0,3-8-2 16,-4 10-2-16,-6-11-3 0,5 3 2 0,-2 1-2 15,-5-1-2-15,-4-3 3 0,-1-1 0 0,0 2 0 16,-3-5-3-16,-4-1-2 0,3-2-7 0,-5-1-6 16,6 4-18-16,-12-5-14 0,5-5-34 0,-8-2-39 15,8-1-35-15,2 1-29 0,1-2-39 0,-1-3-20 16,8 1-158-16,-3-4-430 0,8 0 191 0</inkml:trace>
  <inkml:trace contextRef="#ctx0" brushRef="#br0" timeOffset="74768.81">31545 5175 203 0,'0'0'300'0,"-2"-6"-29"0,2 6-30 0,0 0-24 15,0 0-26-15,0 0-16 0,0 0-19 0,0 0-15 16,9 24-11-16,-6-15-13 0,2 9-10 0,5-1-14 16,3 8-5-16,-6 4-6 0,6-1-7 0,-3 14-7 15,-2 1-10-15,0-5-4 0,1 2-5 0,-3 1-5 16,-2-2-4-16,-3 0-5 0,-2 3-6 0,-6-12-13 16,5 3-23-16,-3-3-38 0,-1 1-40 0,-1-2-50 15,4 0-36-15,-7-5-67 0,5-5-146 0,-2-3-415 16,1-1 185-16</inkml:trace>
  <inkml:trace contextRef="#ctx0" brushRef="#br0" timeOffset="74971.92">31639 5529 74 0,'9'-5'306'0,"-6"1"-11"0,0-2-19 0,5-3-22 0,-4 6-18 15,1-3-22-15,3 3-25 0,-1-1-20 0,3 0-13 16,-4 0-18-16,6 0-12 0,-6 2-17 0,4-3-15 16,2 4-18-16,-2 0-35 0,0-1-45 0,3 2-58 15,-3-3-56-15,2 2-68 0,2-3-212 0,-2 0-430 16,-2 0 191-16</inkml:trace>
  <inkml:trace contextRef="#ctx0" brushRef="#br0" timeOffset="75284.42">30962 5102 10 0,'0'0'406'0,"-8"-5"-26"15,8 5-29-15,0 0-37 0,-12-6-27 0,12 6-36 0,0 0-26 16,-8-1-27-16,8 1-22 0,0 0-24 0,0 0-11 15,0 0-14-15,0 0-18 0,-6 8-13 16,6 0-5-16,0-8-4 0,3 7-12 0,-3-7-9 0,2 11-2 16,3-3-11-16,-1-3-3 0,0 0-4 0,-3-2-6 15,-1-3 0-15,9 4-4 0,-9-4-10 0,6 8 4 16,-6-8-2-16,0 0-1 0,0 0-1 0,12-10 1 16,-12 10-7-16,8-8 1 0,-4 2-17 0,-3-3-27 15,1-2-28-15,-4 4-42 0,1-4-56 0,-6 1-75 16,2 1-90-16,-5-4-224 0,0-1-582 0,-2 6 257 15</inkml:trace>
  <inkml:trace contextRef="#ctx0" brushRef="#br0" timeOffset="105763.25">21541 8173 240 0,'0'0'274'0,"0"-9"-7"16,0 9-5-16,0-10-11 0,0 10-6 0,0-5-15 15,0 5-6-15,0-10-4 0,0 10-8 0,-1-7-4 16,1 7-1-16,-7-7-26 0,7 7 7 0,-2-4-14 0,2 4-13 16,0 0-12-16,0 0-9 0,0-9-10 15,0 9-10-15,0 0-4 0,0-7-12 0,0 7-9 16,0 0-5-16,0 0-4 0,2-8-7 0,-2 8-4 0,0 0-5 15,8-3-6-15,-8 3-3 0,9-8-9 0,2 7-4 16,-11 1-8-16,17-5-1 0,-7 3-5 0,0 0-2 16,1-3-3-16,7 2-8 0,-6 2 1 0,1-2 2 15,0 2-9-15,2-1-4 0,-3-1 4 0,-2 3-10 16,3-2 7-16,-13 2-1 0,18 0-6 0,-11 0 3 16,-7 0-1-16,15 2-2 0,-15-2-7 0,8 5 5 15,-8-5-3-15,7 1-3 0,-7-1 5 0,8 7-3 16,-5-2 4-16,1-2-3 0,-4 3-3 0,0-6 1 15,0 10 6-15,1-2-5 0,3-1 2 0,-4 1-7 16,0 3 7-16,-4-6-3 0,4 6 0 0,-1-2 1 16,1 1 10-16,-4-1-12 0,1 2 0 0,0 0 0 0,-2-3 1 15,0 2-1-15,-2 0 1 0,4 1 2 0,-4-3 2 16,-1 0-8-16,3 3 5 0,0-7-1 16,-2 3 1-16,2-2-4 0,-3 1 7 0,1-1-2 0,2-2 4 15,-1 2 2-15,6-5-4 0,-8 7 2 0,8-7-3 16,-10 1 0-16,10-1 0 0,-2 6 3 0,2-6 4 15,0 0-1-15,0 0-4 0,0 0 0 0,-10 1 1 16,10-1 7-16,0 0-7 0,0 0 0 0,0 0 1 16,0 0 0-16,0 0 1 0,0 0 0 0,0 0 1 15,0 0-1-15,0 0-8 0,0 0 8 0,0 0-1 16,0 0 4-16,0 0-6 0,0 0-2 0,20-12 2 16,-20 12-8-16,8-7 5 0,-1 4 3 0,-7 3-3 0,8-5 1 15,-3 1 1-15,3-2-2 0,-1 0 1 0,1 2-2 16,-1-3 1-16,3 6 3 0,-5-1-6 15,3-2 0-15,0 1 4 0,-1-3 1 0,0 0-2 0,1 5-3 16,-2-3 3-16,-6 4 0 0,5-7 0 0,4 6 3 16,-9 1-3-16,0 0 1 0,6-4-1 0,-6 4-2 15,2-5 3-15,-2 5-4 0,0 0 2 0,0 0-2 16,8-5 2-16,-8 5 7 0,0 0-10 0,0 0 2 16,0 0-2-16,0 0 1 0,0 0-3 0,0 0 2 15,0 0 1-15,0 0 0 0,0 0-6 0,0 0 8 16,0 0-3-16,0 0-1 0,0 0 1 0,0 0-7 15,0 0 3-15,0 0 2 0,0 0 6 0,0 0-10 16,0 0 3-16,0 0 2 0,0 0-3 0,0 0-1 16,0 0-2-16,0 0-15 0,0 0 4 0,0 0-18 15,0 0-14-15,0 0-20 0,0 0-17 0,0 0-19 0,0 0-19 16,-16 14-22-16,16-14-27 0,0 0-33 0,0 0-41 16,0 0-47-16,0 0-65 0,0 0-192 0,0 0-600 15,-14 0 266-15</inkml:trace>
  <inkml:trace contextRef="#ctx0" brushRef="#br0" timeOffset="108856.2">21770 8257 269 0,'0'0'263'0,"-12"-4"-7"0,12 4-9 0,0 0-12 15,0 0-8-15,0 0-11 0,0 0-15 0,0 0-11 16,0 0-6-16,0 0-3 0,0 0-8 0,0 0-10 15,0 0-11-15,-13 11-19 0,8-6-14 0,3 0-14 16,-3 2-4-16,5 0-16 0,-8 0-4 0,3 1-7 16,0 0-8-16,0 1-2 0,-3 2-4 0,3 0-9 15,-8-1 5-15,3 2-5 0,-2-2-6 0,4-2-11 16,-2 2 8-16,2-1-13 0,-2 3 3 0,1-6-3 16,1 2 0-16,1 1 1 0,-1-3-11 0,0-1 7 15,0-1 4-15,6-1-12 0,-3 5-2 0,5-8 11 16,-8 4-5-16,8-4 8 0,0 0-3 0,-7 3 9 15,7-3 0-15,0 0-4 0,0 0 0 0,0 0-8 0,0 0-1 16,0 0-6-16,22-15-5 0,-14 9 14 16,0 1-20-16,4-2 3 0,-4 2-3 0,7-2-5 15,0-4 0-15,0-2-9 0,3 4 4 0,2-3-8 0,1-5-5 16,-1 0-1-16,5 0-1 0,-3-1 9 0,-1-1-4 16,7 0 1-16,-8 0-2 0,3 1 6 0,-6-2-1 15,1 4 4-15,-5-2-3 0,-3 6 2 0,2-3 6 16,-1 2-1-16,-4 1 6 0,1 1 10 0,-1 3 2 15,-4 1 10-15,5 1 0 0,-3 3-1 0,-3-1 1 16,3-3-4-16,-5 7-3 0,3-7-9 0,-3 7 1 16,0 0-4-16,0 0-1 0,0 0-7 0,0 0 7 15,0 0-1-15,0 0-4 0,-1 26 0 0,-1-18 14 0,-5 7 1 16,2 1-1-16,-3 0 1 0,5 2 0 16,-4 0 0-16,-3-3-3 0,5 3 4 0,-6-2-2 15,7 4 0-15,-7-5 4 0,9 3-3 0,-3-3-2 0,4-2 1 16,-6 2 3-16,5-1 1 0,2 3-4 0,2-9 6 15,5 4 2-15,-6-2-1 0,9 4-3 0,2-3-1 16,8-7 2-16,3 7-2 0,7-8-5 0,4 2-10 16,-1-1-25-16,17-7-18 0,-7 2-29 0,-6-3-41 15,7 3-44-15,-12-5-48 0,2-3-68 0,8-5-94 16,-7 5-303-16,-9-4-720 0,-1-4 319 0</inkml:trace>
  <inkml:trace contextRef="#ctx0" brushRef="#br0" timeOffset="109982.66">19155 9407 92 0,'6'-9'374'0,"-4"-1"-6"0,1 2-19 15,-1-1-6-15,-1-1-5 0,-1 3-1 0,7 1-6 16,-5 0-17-16,-2 6-32 0,1-10-29 0,-1 10-25 15,4-7-27-15,-4 7-26 0,0 0-19 0,0 0-17 16,0 0-16-16,0 0-8 0,10 19-16 0,-9-12-8 16,4 3-7-16,-3 5-10 0,4 7-7 0,1-7-5 15,-5 4-9-15,9-4-3 0,-6 3-8 0,2 6-6 16,-2-9-11-16,0 1-2 0,-2-2-5 0,4-2-4 0,-2-1 6 16,-4-4-13-16,6 1-2 0,-5 1 3 15,-1-5 0-15,3 2 1 0,-4-6 6 0,1 3 13 16,-1-3-6-16,0 0-8 0,0 0 6 0,0 0-6 0,17-17 0 15,-17 5-1-15,6 1-4 0,-1-5 5 0,5 1-3 16,-3-1 1-16,-4 1 5 0,4-5 0 0,0 5 2 16,-2-3-16-16,3 2-1 0,-2 4 3 0,-4-1-2 15,6 2-2-15,-3-3-1 0,4 9 3 0,-8-3-7 16,4 2-1-16,-3 3-8 0,-2 3 1 0,6-3-4 16,-6 3 1-16,0 0-1 0,22 11-1 0,-17-6 0 15,3 4 1-15,-1 2-3 0,1 1-3 0,-1-3 5 16,1 4-3-16,0 1 3 0,-1-5-2 0,0 0-3 15,-2 3 8-15,1 0-6 0,1 0 4 0,-4-5 2 16,2-4 5-16,-2 5 1 0,1-2 3 0,-1-1 0 0,-1-1 8 16,-2-4 7-16,0 0 3 0,10 1 2 0,-10-1 6 15,9-10 6-15,-7 1-9 0,1 3 22 0,2-6 11 16,2 1 11-16,0 0 8 0,-2-5 1 0,6 3 7 16,-6-5 8-16,5 7-1 0,-3-5-5 0,-1 5-4 15,1-1-9-15,3 0-2 0,-8 4-9 0,3 0-7 16,3 2-3-16,-2 0-9 0,-6 0-6 0,0 6-5 15,9-4-9-15,-9 4-10 0,0 0-8 0,15 3-11 16,-15-3-13-16,13 10-12 0,-5-1-23 0,-1 3-26 0,3 0-35 16,-5 1-31-16,10 1-26 0,-7 4-25 15,5 4-26-15,-6-4-38 0,-1-1-47 0,4 2-49 16,-5-5-65-16,5 6-229 0,-5-7-712 0,2-4 315 0</inkml:trace>
  <inkml:trace contextRef="#ctx0" brushRef="#br0" timeOffset="111013.8">20063 9612 251 0,'0'-9'348'0,"0"9"-3"0,5-4 8 0,-5 4-35 16,0 0-19-16,0-7-30 0,0 7-23 0,0 0-20 15,0 0-35-15,0 0-2 0,0 0-42 0,0 0-15 16,0 0-10-16,8 20-5 0,-8-11-24 0,7 5-2 16,-7-6-10-16,7 7-8 0,-1 2-7 0,-4 1-7 15,0-3 0-15,1 6-5 0,5-2-4 0,-6-4-11 16,3 9-29-16,-4-7-18 0,8 3-34 0,-4-1-51 16,-4-1-71-16,6 0-89 0,0-2-102 0,1-1-198 0,0-4-597 15,2 1 264-15</inkml:trace>
  <inkml:trace contextRef="#ctx0" brushRef="#br0" timeOffset="112060.57">23023 9216 284 0,'3'-11'430'0,"2"1"-19"0,-2 1-19 0,1 1-27 15,-1-2-12-15,-2 2-23 0,1 1-28 0,5 1-33 16,-7 6-27-16,1-8-29 0,-1 8-26 0,0 0-22 0,0 0-20 15,0 0-11-15,0 0-15 0,12 26-3 0,-10-17-17 16,3 9-10-16,0-3-8 0,1 4-4 16,-3 4-17-16,2-4-2 0,0 7-4 0,2-3-6 0,0-4-2 15,-4-1-6-15,2 0-5 0,-3-3-5 0,3 1 1 16,-5-6-7-16,8-1-3 0,-8 3 2 0,1-5-2 16,3-3 1-16,-4-4 3 0,1 8 2 0,-1-2 8 15,0-6-13-15,0 0-1 0,0 0-6 0,0 0 3 16,10-20 4-16,-5 15-10 0,4-14-2 0,-3 7-1 15,-6-3 1-15,10 0-4 0,-3 1 2 0,-1-1-3 16,1-2-3-16,0 5 4 0,-1 2 0 0,-4 0-2 16,1 2 0-16,-3 0-1 0,4 0-4 0,4 4-7 0,-8 4-7 15,0-6-23-15,0 6-4 0,0 0 13 0,0 0 4 16,0 0-1-16,15 15 2 0,-10-8 4 0,-4 4 0 16,3-2 0-16,1 2 12 0,0-1-11 0,-4-1 0 15,4 3-1-15,2-5 0 0,-6 2 5 0,1 1 4 16,3-3 4-16,-5-4-3 0,0-3 5 0,8 6 7 15,-8-6 8-15,5 1 2 0,-5-1 6 0,0 0 4 16,19-10 6-16,-11 3 4 0,-3-4 4 0,5-1 3 16,-4-3 19-16,6 3 10 0,-5-6 6 0,2 3 5 15,-2-2-3-15,5 1-5 0,-7 2-3 0,6-2 6 16,-2-2-4-16,-1 6-9 0,-3 3-8 0,0 1-5 16,1 1-3-16,-2 1-13 0,1 1-15 0,-5 5-15 0,8-1-6 15,-8 1-10-15,0 0-21 0,20 9-22 0,-12-2-20 16,-1 10-32-16,6-8-26 0,2 11-26 15,-7-4-24-15,0 2-24 0,7 6-36 0,0 0-53 0,-2-3-55 16,-6-3-66-16,8-3-244 0,-7 0-719 0,4 0 318 16</inkml:trace>
  <inkml:trace contextRef="#ctx0" brushRef="#br0" timeOffset="112404.28">23839 9435 186 0,'0'0'238'16,"0"0"2"-16,11 10-10 0,-11-10-4 0,5 5-6 0,0-2-15 16,-5-3-8-16,8 12-13 0,-6-9-4 0,3 1-23 15,3 4-14-15,-8-5-5 0,7 2-26 0,-5 0-6 16,1-2-13-16,0 5 2 0,2-1-19 0,-5 1-5 15,2-4-8-15,-2 4-5 0,0-2-7 0,0-6 25 16,-7 12 22-16,7-4 6 0,0-4-9 0,0-4-1 16,-8 11 6-16,8-7-5 0,0-4-9 0,-5 6-3 15,5-6 4-15,-2 4 8 0,2-4 5 0,0 0 3 16,0 0 1-16,7 6-1 0,-7-6-8 0,0 0-8 0,0 0-13 16,30-6-5-16,-15 5-15 0,6-2-14 15,-3 2-22-15,5-3-36 0,1-1-45 0,5 0-66 16,-9 0-64-16,3 0-87 0,2-3-106 0,-2-1-291 0,-4 4-734 15,-4 1 326-15</inkml:trace>
  <inkml:trace contextRef="#ctx0" brushRef="#br0" timeOffset="113091.71">18749 10422 23 0,'-13'0'385'0,"13"0"26"0,-15 0 11 0,15 0-6 15,-13 0-16-15,13 0-16 0,0 0-15 0,-9 3-20 0,9-3-19 16,0 0-19-16,0 0-17 0,0 0-24 0,0 0-18 16,0 0-23-16,0 0-20 0,60-6-21 0,-7 1-19 15,28-2-17-15,13 2-11 0,6 1-18 0,44-8-9 16,-35 6-16-16,43 1-15 0,-6-5-11 0,-39 4-18 15,39 6-14-15,-50-3-22 0,7-2-27 0,-9 2-32 16,0 3-32-16,-1 0-54 0,-12-1-36 0,-18 1-37 16,-3 0-25-16,-7 4-37 0,-7-2-33 0,-10 3-42 15,-8-5-32-15,-6 2-41 0,-7 3-223 0,0-3-685 16,-15 2 303-16</inkml:trace>
  <inkml:trace contextRef="#ctx0" brushRef="#br0" timeOffset="113372.93">18972 10784 14 0,'-13'2'278'0,"5"5"-13"0,0-7-13 15,1 3-2-15,-1-2 2 0,8-1 6 0,0 0-3 16,0 7 7-16,0-7-3 0,23 2-14 0,-2-2-9 15,11-2-21-15,18-1-25 0,6 5-19 0,3-5-13 16,23-3-5-16,2-3-24 0,2 5-14 0,8-3-16 16,2-1-5-16,2-1-7 0,-4 7-11 0,2-3-15 15,-8 1-10-15,0 1-20 0,-5 0-25 0,-27 3-34 0,5-5-35 16,-5 5-32-16,-1 0-44 0,-5 0-49 16,-6 3-42-16,-12-6-55 0,-11 3-44 0,-1 3-189 0,-5-6-561 15,-3 3 249-15</inkml:trace>
  <inkml:trace contextRef="#ctx0" brushRef="#br0" timeOffset="113622.9">19001 11222 96 0,'-9'1'241'15,"4"5"-5"-15,5-6 13 0,0 0 21 0,0 0 1 16,15 6-7-16,5-6-19 0,3 0-25 0,20-1-21 16,9-10-10-16,7 6-17 0,2-2-13 0,27 3-5 0,0-10-32 15,-4 6-11-15,1-1-10 0,-4 2-13 0,5-1-21 16,-25 8-33-16,4-1-40 0,-7 0-49 0,5 2-56 16,-6 5-61-16,0 0-75 0,-8-2-237 0,-12 1-522 15,-6 2 231-15</inkml:trace>
  <inkml:trace contextRef="#ctx0" brushRef="#br0" timeOffset="113810.38">19103 11741 27 0,'-49'12'339'0,"2"-1"-35"16,17-2-23-16,11-6 6 0,2 2-22 0,2-2-23 0,8 1-18 15,-1-1-20-15,8-3-22 0,0 0-24 0,0 0-18 16,70-16-11-16,-12 7-14 0,34-9-32 15,6 3-37-15,5 0-52 0,47-9-70 0,-2 9-84 0,1-4-98 16,-7-7-163-16,-43 6-457 0,44-9 202 0</inkml:trace>
  <inkml:trace contextRef="#ctx0" brushRef="#br0" timeOffset="114294.71">22812 10227 53 0,'-11'-3'397'0,"11"3"3"16,-17 0-7-16,17 0-12 0,-8-3-17 0,8 3-17 16,-7-5-30-16,7 5-39 0,0 0-30 0,30-10-25 15,-7 8-19-15,20-3-17 0,7-1-23 0,6-2-14 16,4 4-20-16,21-3-9 0,5 5-3 0,-5-8-26 16,-16 9-8-16,-4-1-10 0,20-3-19 0,-21 5-21 15,-4 0-37-15,2 0-25 0,-7 4-43 0,-3-3-30 16,-13 2-39-16,-5 2-46 0,-1 2-45 0,-12-2-60 15,3 1-53-15,-7-5-227 0,-6 1-616 0,-6 4 273 16</inkml:trace>
  <inkml:trace contextRef="#ctx0" brushRef="#br0" timeOffset="114529.06">22976 10533 258 0,'-13'1'285'0,"5"2"0"0,-2 1-1 0,5-1-3 16,5-3-1-16,-8 1 10 0,8-1-13 0,0 0-3 16,0 0-4-16,0 0-16 0,0 0-27 0,29 4-17 15,1-8-25-15,5 3-19 0,18-2-15 0,6-2-17 16,1 3-17-16,6 2-26 0,15-1-24 0,0 2-31 16,7-1-41-16,-2 3-38 0,-26 4-41 0,23-6-38 15,-24 5-57-15,-6 3-54 0,3-5-60 0,-3 4-285 0,-5 0-625 16,-5-1 277-16</inkml:trace>
  <inkml:trace contextRef="#ctx0" brushRef="#br0" timeOffset="114763.4">23249 10811 19 0,'-49'10'274'0,"2"-3"-18"0,18-4-20 16,0 5-18-16,13-4-22 0,-1 3-16 0,6-3-2 15,1-1 9-15,10 0 9 0,0-3-16 0,21 10-14 16,-1-5-12-16,30-1-18 0,6 3-14 0,32-3-11 16,-2-4-1-16,8 3-22 0,2-3-9 0,-1 0-6 15,2 0-14-15,-2 1-16 0,-9-2-22 0,-23 0-34 16,-6 2-37-16,-2 3-45 0,-4-2-47 0,-4 0-63 16,-16-2-61-16,-8 4-153 0,-1-3-453 0,-11 2 201 0</inkml:trace>
  <inkml:trace contextRef="#ctx0" brushRef="#br0" timeOffset="114919.64">22991 11364 173 0,'0'8'288'0,"0"1"-26"0,17 1-19 16,3-2-25-16,9-1-26 0,26-4-17 0,8 1-15 15,18-5-19-15,7-2-11 0,1 2-14 0,-1-3-13 16,1-3-6-16,1-1-19 0,-3 1-16 0,-4 4-46 15,-20 3-72-15,-3-5-96 0,-4 4-223 0,-5-2-406 16,-1-1 181-16</inkml:trace>
  <inkml:trace contextRef="#ctx0" brushRef="#br0" timeOffset="118859.23">27902 8787 351 0,'0'0'385'0,"2"-8"-6"0,-2 8-16 0,0-6-16 0,0 6-27 16,0 0-35-16,-2-9-24 0,2 9-27 0,0 0-31 15,0 0-17-15,0 0-25 0,0 0-15 0,0 0-19 16,0 0-11-16,0 0-13 0,0 0-13 0,0 0-6 16,0 0-11-16,0 0-1 0,0 0-8 0,2 24-16 15,3-17-3-15,-5 0-4 0,6-1-9 0,1 1 0 16,-1 1-3-16,6-4-7 0,0 6-1 0,3-6-12 16,3 2-5-16,0 0-8 0,2-5-2 0,1-1-5 15,1 3 1-15,-2-3-3 0,0-3-1 0,-4 2 6 16,7-2 8-16,-3-3-12 0,-3 3 1 0,-1-4 5 15,-1-4 4-15,2 3-1 0,-6 1 1 0,-4-2 12 16,6 1-2-16,-5 0 1 0,-1-2 6 0,-4 1 19 0,4 5-5 16,0-2 9-16,-4 0 7 0,2 3-2 0,-5 3-9 15,6-8 0-15,-6 8-1 0,0 0-12 0,4-4-6 16,-4 4-12-16,0 0 1 0,0 0 1 0,0 0-6 16,8 21 8-16,-5-12-5 0,2 4 1 0,-3 2 1 15,6 4-2-15,-4-2-2 0,-3 9-1 0,4 1 5 16,0 0 0-16,2 4-4 0,-1 8 0 0,-4-7-1 15,5-1 4-15,-6-1-2 0,3 11 5 0,-4-8-5 16,3-3-4-16,2 1 3 0,-5-2 0 0,0 5-3 16,0-11-1-16,-5 4 3 0,2-8 8 0,3 1-7 15,-5-4-1-15,5-1 2 0,-4 2 6 0,1-8 23 16,1 0 20-16,-4 3 27 0,2-8 30 0,1 2 33 0,3-1 24 16,-5 2 27-16,5-7 15 0,-10 2 12 0,10-2 10 15,-15-12 4-15,0 3-17 0,1-2-3 16,0-2 1-16,-2-2-11 0,-1-8-14 0,-3-2-17 0,4-2-15 15,1-2-13-15,0-11-43 0,2 1-100 0,5 9 0 16,6-1 0-16,-3 2 0 0,10 0 0 0,-3 2 0 16,4 4 0-16,2-3 0 0,1 9-16 0,1-2-267 15,6 7-86-15,-6-1-79 0,10 7-92 0,-3-2-108 16,2 0-334-16,-2 1-1062 0,1 4 470 0</inkml:trace>
  <inkml:trace contextRef="#ctx0" brushRef="#br0" timeOffset="121679.54">28034 10507 45 0,'0'0'340'0,"0"0"1"0,0 0-11 16,7-16-7-16,-7 16-4 0,0-4-19 0,0 4-18 16,0 0-6-16,0-14-14 0,3 8-3 0,-3 6-16 15,5-11-12-15,-5 8-18 0,0-4-16 0,2 1-15 16,-2-1-14-16,5 0-11 0,-5 0-17 0,7-2-14 15,-6 0-12-15,1 2-11 0,3-2-11 0,1 1-8 16,-4-2-7-16,3 2-9 0,-3-1-7 0,4-1-8 16,-4 1-5-16,5 1-1 0,-6 2-7 0,3-2-6 15,-1 1-1-15,2 2-4 0,-3 1-6 0,1 0 2 16,-3 4-6-16,3-7-5 0,-3 0-1 0,0 7-3 0,0 0-3 16,7-6-3-16,-7 6-12 0,0 0-18 0,0 0-7 15,0 0 13-15,0 0-3 0,5 20-5 16,-4-13 8-16,-1 3 1 0,2 7 4 0,-2 0-1 0,0 3 3 15,0 0 2-15,5 5-4 0,-5-1 3 0,0 3 0 16,0 0 1-16,0-1 1 0,-5-1 1 0,10 1-2 16,-10-2 8-16,5 0-2 0,0 3-1 0,-2-9 3 15,2-2 0-15,-1 1-2 0,1 1-1 0,0-2 1 16,-4-6 0-16,4 7-3 0,0-7-5 0,0-1 7 16,-1 1 3-16,-6-2 1 0,7-6 10 0,0 8-11 15,0-10 1-15,0 7 7 0,0-7 9 0,0 0-5 16,-2 9-1-16,2-9 3 0,0 0 3 0,0 6 2 0,0-6-1 15,0 0-1-15,0 0-5 0,0 0-1 0,0 0 1 16,0 0-3-16,-1 6 1 0,1-6-2 16,0 0-3-16,0 0-6 0,0 0-9 0,0 0-4 0,-5 4 3 15,5-4-6-15,-8 3 7 0,8-3-2 0,-12 0 1 16,12 0-7-16,-15 2 10 0,5 3-5 0,4-5 4 16,6 0 1-16,-22 2 6 0,15 1-1 0,-4 1 3 15,8-1 6-15,3-3-7 0,-17 1-1 0,17-1 1 16,-10 0 1-16,10 0 1 0,0 0 2 0,0 0 1 15,-10 3 2-15,10-3 3 0,0 0 3 0,0 0-2 16,0 0-2-16,0 0 1 0,0 0 2 0,30 4-3 16,-15-4 2-16,1-1-2 0,4 1-2 0,2 0 1 15,-2 1 3-15,3-2-6 0,-7 2 2 0,6-1-2 16,-1 5-4-16,-1-5-1 0,-3 0-7 0,-1 2-1 16,-4-2-12-16,-4 0-13 0,-8 0-22 0,17 1-21 15,-9 0-31-15,-8-1-25 0,0 0-37 0,15 0-45 0,-15 0-50 16,0 0-61-16,0 0-323 0,0 0-705 0,0 0 311 15</inkml:trace>
  <inkml:trace contextRef="#ctx0" brushRef="#br0" timeOffset="127882.09">18587 10223 233 0,'-5'-7'300'0,"-2"3"-19"0,6-7-12 0,-4 6-13 0,1-2-13 15,-2 3-2-15,4 0-2 0,2 4-24 16,-7-8-15-16,7 8-14 0,-3-6-20 0,3 6-16 16,-5-5-20-16,5 5-13 0,0 0-22 0,0 0-3 0,0 0-10 15,0 0-8-15,-10 19-5 0,5-11-13 0,-1 7 0 16,-3 2-13-16,4 4 2 0,-8 3-5 0,6 0-7 16,-4 6-3-16,-1-2-2 0,4 11 0 0,-7 0 2 15,0 3-2-15,0 4 5 0,0-3-9 0,-1 0 2 16,1 2-7-16,-3 2 2 0,1 4 2 0,-3-8 4 15,5 9-4-15,1 0 0 0,-5 2 2 0,1-3 17 16,-7 25-10-16,10-20-4 0,2 1-1 0,2-2-8 16,2 1 2-16,1-1 1 0,0-1-4 0,3-3-2 15,3-1 0-15,2-4-6 0,5 1 7 0,-3-5-6 16,11-2-3-16,-1 1 4 0,4-13 0 0,2 11 1 16,4-7-1-16,8 2 7 0,-1-2-12 0,6-2 6 0,-3 0 0 15,2-3 0-15,-2-3-8 0,-2-5 1 0,-2 1 7 16,10 3-10-16,-10-5 9 0,0-5-5 15,-1 2 0-15,-1-2-6 0,-3 1-12 0,0-8-9 0,6 3-11 16,-16 2-6-16,8-2-8 0,-4-2 0 0,-2 2-4 16,-4 0-1-16,1-3-9 0,0 5 5 0,-6-1 3 15,2-3 8-15,-1-4 0 0,-5 2 8 0,4 2 2 16,-2 4-1-16,1-8 4 0,-5 3 6 0,0-2-2 16,0-4 4-16,3 11 2 0,-3-11 5 0,3 11-2 15,-3-8 1-15,0-3 4 0,2 5 1 0,-2-5 4 16,0 0 4-16,5 5 6 0,-3 1 8 0,-2-6 3 15,16 3-2-15,-3-2 1 0,4 1-1 0,1 1-2 16,7-3 4-16,5 0-7 0,11-3 2 0,5-3-3 16,4 7 3-16,1-1-9 0,4-4 15 0,1 4-10 15,-1 0-4-15,3-4-4 0,6 0-8 0,-6 1-32 16,0 1-51-16,-1 0-55 0,-3 1-78 0,6-10-92 0,-14-2-216 16,4 5-579-16,-7-1 257 0</inkml:trace>
  <inkml:trace contextRef="#ctx0" brushRef="#br0" timeOffset="128647.63">22591 9993 199 0,'-4'-33'271'16,"3"6"-13"-16,-1 8-12 0,-5-1-11 0,2 2-11 15,-1 0-10-15,-2 4-9 0,6 1-18 0,-3 4-22 0,3 3-18 16,-4-3-20-16,6 9-14 0,-9 0-13 0,9 0-11 16,-21 19-9-16,13-2-3 0,-12 7 1 15,3 14-7-15,-6 3-6 0,3 9-5 0,-1-2 0 0,-9 26-1 16,5 2-11-16,0 0-8 0,4 2-3 0,2-1 2 15,3 4-3-15,-4-3-8 0,8 0 2 0,1 0-3 16,11 5 0-16,0-5 0 0,8 1-8 0,7 2 14 16,5-3-12-16,3-3 1 0,7-5 3 0,10 3-4 15,3-6-2-15,5-2-4 0,8-3 1 0,8-6-8 16,6-3-10-16,-2-7-21 0,1-6-26 0,-17-10-50 16,6 2-62-16,13 2-80 0,-20-12-309 0,9-8-594 15,-2 0 263-15</inkml:trace>
  <inkml:trace contextRef="#ctx0" brushRef="#br0" timeOffset="129006.97">24489 10260 294 0,'-3'-9'282'0,"3"9"-26"0,0-8-27 0,0 8-26 15,0 0-23-15,8-3-17 0,-8 3-19 0,0 0-13 16,22 20-13-16,-8-6-14 0,3 5-6 0,3 5-7 15,10 9-2-15,-1 4-6 0,-4 2-5 0,5 3-3 16,-2 4-4-16,-1 0-8 0,-4 2-5 0,-5 1-5 16,0 7-2-16,2 16-12 0,-10-14 3 0,-2 18-3 0,-11 6-5 15,-5-3 0-15,-19 2-4 0,-1 5-11 0,-17 2-32 16,-31 31-37-16,-8-10-61 0,-9-11-76 16,22-30-71-16,-42 20-164 0,26-31-458 0,-41 15 203 0</inkml:trace>
  <inkml:trace contextRef="#ctx0" brushRef="#br0" timeOffset="129585.03">19355 12724 35 0,'-13'-16'366'15,"3"1"-8"-15,-2 3-9 0,4 3-27 0,-7 3-35 16,5 3-37-16,-3 3-22 0,-9 3-26 0,4 9-3 0,-9 9 7 16,-4 8 6-16,-5 11-2 0,-1 8 4 0,1 21-13 15,-7 4-2-15,11 6-3 0,-2 2-13 0,2 1-13 16,4 12-10-16,-5 34-9 0,10-33-4 0,3 39-9 16,-2-43 12-16,7 46-1 0,2-6-11 0,7-35-26 15,4-2-11-15,4 1-6 0,11-1-12 0,-2-1-10 16,22 36-2-16,-9-46-9 0,5-4-8 0,8-2-1 15,8-14-8-15,-11-17-24 0,28 4-39 0,-13-19-47 16,3-2-48-16,9-19-56 0,-2-2-55 0,6-9-50 16,-9-6-67-16,27-9-104 0,-30-4-313 0,0-11-819 15,11-19 363-15</inkml:trace>
  <inkml:trace contextRef="#ctx0" brushRef="#br0" timeOffset="129897.5">19583 13696 218 0,'-13'4'342'0,"3"-3"19"16,-2 2-16-16,12-3-26 0,-11 1-34 0,8 1-27 15,3-2-19-15,-10 5 8 0,10-5 16 0,0 7 3 16,0-7 6-16,19 4-13 0,0 4-23 0,14-7-23 16,10-2-20-16,10 1-21 0,1 1-16 0,9-2-17 15,0 1-13-15,0-6-17 0,0 3-20 0,2 1-22 16,-8-2-46-16,6 3-50 0,-1-1-63 0,-9 2-62 16,1 0-75-16,-3 2-73 0,-3-2-89 0,-16-2-276 15,3 1-722-15,-7-4 320 0</inkml:trace>
  <inkml:trace contextRef="#ctx0" brushRef="#br0" timeOffset="130241.21">20614 12878 219 0,'0'-6'418'0,"0"-2"23"0,7 2-19 0,-2 1-40 16,-2 3-45-16,12 0-36 0,-3 2-25 0,9 3-3 16,9 5 8-16,8 8-10 0,2 2-15 0,1 6-37 0,7 3 0 15,-1 3-1-15,6 6-27 0,6 15-16 0,14 0-18 16,-7 9-14-16,-5-8-15 0,-6 9-13 0,-5-3-14 15,-7 5-7-15,-7 6-10 0,-6 1-7 0,-10 4-5 16,-5-1-12-16,-15 4-21 0,0-2-20 0,-7-2-21 16,-3-17-23-16,-8-1-32 0,-5 19-36 0,-2-24-30 15,-8 17-35-15,3-21-32 0,-1-2-33 0,-8 3-41 16,1-7-51-16,-1-5-62 0,2-4-317 0,6-4-752 16,3-8 334-16</inkml:trace>
  <inkml:trace contextRef="#ctx0" brushRef="#br0" timeOffset="130803.66">23387 12825 320 0,'8'-16'412'0,"0"-3"-10"0,-1 0 3 15,0 4-7-15,-4 3-15 0,0 3-34 0,-1 2-25 0,-1-1-33 16,-1 2-35-16,0 0-32 0,0 6-25 15,0 0-19-15,-14 25-12 0,5 5 4 0,-7 5 0 16,-9 11-7-16,0 2-8 0,-15 21 0 0,7 0-5 0,2 2-4 16,-11 2-16-16,4 1-11 0,9 7-12 0,-5 3-7 15,10-7-3-15,-1 5-8 0,0-3-11 16,0-2-6-16,10 4-6 0,2-8-6 0,10 0-6 0,-4-17-5 16,9 1-4-16,-2 1-7 0,8-6-8 0,9-6-16 15,2-1-20-15,5-2-26 0,5-5-42 0,4-9-47 16,6-3-53-16,12-6-52 0,-6-9-51 0,11-4-54 15,-8-3-52-15,5-11-70 0,-4 2-309 0,1-10-823 16,-4-4 364-16</inkml:trace>
  <inkml:trace contextRef="#ctx0" brushRef="#br0" timeOffset="131053.63">23362 13635 300 0,'-8'-3'432'0,"-1"1"10"0,1-2-22 0,8 4-40 15,-8-6-40-15,8 6-41 0,0 0-21 0,15-13-26 16,-2 13-25-16,5-4-26 0,15 0-22 0,15-3-19 16,-3 0-16-16,10 0-18 0,4 2-19 0,2 1-25 15,25-8-40-15,-24 8-28 0,4 0-41 0,-7 0-42 0,4-2-53 16,-5-2-62-16,-1 7-72 0,-6 1-98 0,-8-8-216 15,-7 4-616-15,-6-5 274 0</inkml:trace>
  <inkml:trace contextRef="#ctx0" brushRef="#br0" timeOffset="131381.72">24398 12717 371 0,'-2'-3'462'0,"2"3"-25"0,-6-6-33 15,6 6-33-15,0 0-34 0,0 0-31 0,0 0-24 16,0 0 3-16,46 13-9 0,-21 1-10 0,15 7-16 16,4 9-13-16,6 0-13 0,11 14-19 0,-8-10-11 15,12 14-16-15,1 5-16 0,-3-4-21 0,-2 3 5 16,-5 6-15-16,-1-3-13 0,-15-10-10 0,6 17-13 15,-1 2-10-15,-14 5-6 0,-9 3-7 0,-12-17-7 16,-5 22-9-16,-10-5-19 0,-12 8-24 0,-9-11-20 16,-6 5-27-16,-4-8-31 0,-11 0-34 0,-4-7-49 15,8-14-40-15,-12 9-42 0,7-16-26 0,4 3-30 16,-8-6-36-16,6-8-58 0,-7-1-350 0,3-7-790 0,-1-7 349 16</inkml:trace>
  <inkml:trace contextRef="#ctx0" brushRef="#br0" timeOffset="133022.17">28013 12993 160 0,'0'-9'332'0,"0"9"-9"0,-7-4-14 0,7 4-14 0,-6-5-23 16,6 5-18-16,0 0-22 0,-10-2-20 0,10 2-16 15,0 0-13-15,-22 8 2 0,9-1-5 0,1 0-8 16,1 3-9-16,-2 0-5 0,1 5-2 0,-1-1-7 16,-2 4-11-16,7-2-9 0,-6 6-2 0,4-3-3 15,7 2-11-15,-4-2-8 0,-1 4-9 0,11 0-4 16,1 5-9-16,1-11 2 0,-2 3-4 0,9-1 1 16,4 1-9-16,-1-4-2 0,7-3-9 0,6 2-3 0,-5-5 2 15,7-1-12-15,3-2-4 0,-2-3-4 16,1-4-4-16,-2-4-3 0,-1-3-2 0,1 0-4 15,-3-5-2-15,-3-3 1 0,3 3-5 0,-9-9 4 0,2 2-3 16,-4-7 4-16,-1 1-4 0,-8-2 2 0,1-2-2 16,-8 2 0-16,0-2-1 0,0-1 0 0,-10 2-4 15,2 0 0-15,-4 3-5 0,-1 6-15 0,-2 2-21 16,-1 5-23-16,-1 1-39 0,-1 3-33 0,1 0-42 16,-4 5-43-16,-2 6-35 0,-7 2-41 0,2 7-59 15,-2 3-89-15,-8 3-273 0,3 5-758 0,5 2 335 16</inkml:trace>
  <inkml:trace contextRef="#ctx0" brushRef="#br0" timeOffset="153669.73">4078 9148 307 0,'-5'-4'433'0,"3"-8"10"0,-4 1-7 0,4 4-7 15,-3 2-22-15,3-2-19 0,-4-1-24 0,6 8-26 16,-2-7-37-16,2 7-30 0,-3-3-32 0,3 3-28 15,0 0-28-15,0 0-21 0,0 0-15 0,0 0-16 16,11 25-5-16,-4-10-18 0,1 5-9 0,-1 4-15 16,-6 3-4-16,13-1-6 0,-6 2-10 0,0 3-3 15,-4-4-7-15,5-1-4 0,-4 0-4 0,5 2-3 16,-5-1-6-16,-3 0-1 0,6 0-21 0,-3-3-17 16,-3-8-21-16,-2-1-28 0,6 0-36 0,-4-3-41 15,3-1-38-15,-2-5-15 0,-3 3-8 0,4-3-13 16,-4-6-48-16,0 0-53 0,0 0-54 0,0 0-348 15,10-18-764-15,-10 3 338 0</inkml:trace>
  <inkml:trace contextRef="#ctx0" brushRef="#br0" timeOffset="153872.84">4025 9051 301 0,'-8'-11'327'0,"4"1"10"0,-2 1 3 0,-3-4 12 15,9 1 7-15,-5 1-7 0,4 2-19 0,-1 0-16 16,2 2-26-16,2-1-23 0,-2-4-32 0,6 5-24 15,1-1-27-15,3-9-16 0,5 8-16 0,0-1-16 16,11 0-10-16,1 0-20 0,-1 3-29 0,7-3-21 16,-3 5-23-16,1 2-37 0,4-3-40 0,-3 6-43 15,-3-1-28-15,1 2-27 0,0 2-28 0,-3 0-38 16,-11 0-32-16,7 4-39 0,-8 1-39 0,5-2-25 16,-13 0-181-16,1 1-565 0,-6 1 250 0</inkml:trace>
  <inkml:trace contextRef="#ctx0" brushRef="#br0" timeOffset="154778.99">4109 9270 46 0,'-1'5'189'0,"1"-5"9"0,-5 7 7 0,5-7-2 16,-2 6-2-16,2-6-7 0,0 0-12 0,13 6-6 0,-3-6-8 15,-10 0-17-15,15 0-15 0,-2 0-9 16,0 0-6-16,4 0-10 0,0-3-7 0,1 3-15 15,-2-3-10-15,4 2-6 0,-2-3-8 0,-1 3-2 16,0-2-12-16,-1 0 1 0,-1 2-12 0,0 1-7 0,1-4-4 16,-2 3-8-16,1 1-14 0,-9-2-7 0,7 4-9 15,4-4-7-15,-17 2-10 0,23 0-5 0,-15 0-3 16,6 0 0-16,-14 0 6 0,20-1 0 16,-4 1-7-16,-3 0 0 0,-1-3 5 0,1 3 4 0,-3-1 0 15,2-1 12-15,-1-3-6 0,-2 4 1 0,0 1 4 16,-2-2 0-16,3 1 10 0,-10 1-3 0,13-8 0 15,-6 8 3-15,-7 0 4 0,13-7 4 0,-10 2 4 16,-1 1 6-16,8 1 11 0,-8-3 10 0,3 1 6 16,-5 0 7-16,1-2 2 0,-1 7 3 0,0-7 12 15,0 7 5-15,-1-9 2 0,1 9 4 0,0-11-1 16,-5 9-3-16,5 2-9 0,-12-8-6 0,7 3-3 16,-3 4-4-16,1-5-7 0,-4 4-7 0,11 2 1 15,-22 2-9-15,7-2-4 0,-1 3-1 0,-1 6-1 16,-1-7-3-16,0 4 0 0,-5 1-6 0,8 5-1 15,-5 1 0-15,0 1-3 0,3 4-2 0,2-2-3 16,1-1-1-16,2 4 0 0,4-3 1 0,-1 2 1 16,6-2-3-16,3 1 3 0,0 1 2 0,10-2 1 15,-3 3 1-15,8-4-2 0,4 2 7 0,13 1-3 16,11-7-3-16,3 2 6 0,6-6-1 0,1-3-5 16,-4-4-3-16,11-3-1 0,-4-3-7 0,4-5-3 15,-2 4-1-15,-5-9 2 0,-2 2-4 0,3-1-1 16,-2 0 2-16,-11-4 3 0,-4 5 1 0,2-6 3 0,-12 5-1 15,-4 0-3-15,-2 3 8 0,-7 0 0 0,-3 1 12 16,1-1 15-16,-7 1 18 0,-2 2 12 16,-3-2-7-16,-5 4 6 0,0-2-7 0,-5 3 5 15,-3 3 3-15,-5-2 3 0,1 0-6 0,-4 3 4 0,-2 2-6 16,-4 6-5-16,2-3-6 0,4 6-1 0,-7-5-4 16,-2 10-6-16,8-4-6 0,-4 5-3 0,3-3-4 15,6-1-8-15,1 1 2 0,1 2 2 0,1-1-3 16,1 1-1-16,10-1-9 0,-5-1-13 0,4-1 14 15,3-3-13-15,2 3-1 0,-1-3 3 0,9-2 4 16,0-1 8-16,3-3-15 0,6 4-8 0,0-6 8 16,12-4-15-16,-7 0-2 0,6-1 7 0,-6-1 7 15,5-5 0-15,-7 1-5 0,6-5 6 0,-9 3 8 16,-3 2-4-16,2-3 1 0,-6 2 13 0,2 1 17 16,-3 2 20-16,5-2 30 0,-8 4 23 0,-4-2 17 15,2 1 12-15,-3 1 5 0,4 0 6 0,-2 3-10 16,1-3-12-16,-5 6-18 0,0 0-11 0,6-3-13 15,-6 3-13-15,10-3-7 0,-10 3-2 0,0 0-11 16,8 6 4-16,-1 2-5 0,-4-3-3 0,2 3-8 16,12-1-12-16,-7 4-10 0,3-5 0 0,5 4-19 15,-1 1-16-15,-2-5-18 0,0 3-21 0,6-3-19 16,-4 0-26-16,1-3-28 0,5-2-23 0,-6 1-17 0,-1-4-20 16,2-1-27-16,-3-2-25 0,0-3-26 0,0-4-17 15,-5-5-30-15,3 0-17 0,-3-6-227 16,-5-3-619-16,-3-2 274 0</inkml:trace>
  <inkml:trace contextRef="#ctx0" brushRef="#br0" timeOffset="155560.16">5589 8695 79 0,'-15'-27'272'0,"5"14"20"0,-3-13 13 15,0 10 3-15,3 1 5 0,3 0 2 0,-6 3-6 16,5-1-5-16,1 6-13 0,0 0-25 16,6 2-32-16,1 5-29 0,-9-4-24 0,9 4-22 0,0 0-15 15,-5 20-8-15,10-5-17 0,-5 2-12 0,15 9-10 16,-6 5-6-16,4 8-15 0,2-1-3 0,0 4-8 15,-1 3-8-15,1-1-11 0,2 0-11 0,-2 2-3 16,-2 0-13-16,0 2-23 0,-6-6-20 0,3-1-17 16,-4 0-19-16,3-7-10 0,-4-7-12 0,-2 0-6 15,-3-7 6-15,0 0-10 0,-2-3 8 0,2-1 7 16,-5-1 10-16,-3-7 8 0,8-1 5 0,-2-6 9 16,-4 1 2-16,6-2 18 0,0 0 3 0,-17-6 4 15,9-1 13-15,3-4 20 0,0 2 18 0,-3-5 39 16,1 2-9-16,-1-3 11 0,6-1 2 0,-4 0 13 15,2-4-13-15,8 5-7 0,-4 0 0 0,0-1-9 16,5 2-2-16,-2-3-9 0,10 4-6 0,-6 1-14 16,6-2 4-16,4 6-3 0,-3-4-2 0,10 7-4 15,-1 0-7-15,-3 4 1 0,9 1-5 0,1 0-4 16,0 3-9-16,0 3-2 0,0 1-11 0,-4 4-6 16,6 0-3-16,-1-1-3 0,-6 2-3 0,0 0 2 15,-1 3-11-15,0-3-7 0,-8 3 4 0,-1-5-2 0,2 4 3 16,-2-5 2-16,-10 0 3 0,4-2 4 0,-4 1 0 15,-1-4 5-15,1 4 4 0,-4-2 3 0,-1-6 13 16,0 9 7-16,0-9 17 0,0 0 30 16,0 0 8-16,-10 3 19 0,10-3 6 0,0 0 6 0,0 0-6 15,-11-18-2-15,8 9 1 0,3 3-13 0,0-2-7 16,-4-1-2-16,8-1-6 0,-4 1-6 0,3-3-3 16,3 6-7-16,-6-6-6 0,5 4-3 0,4 1-7 15,-6 4-11-15,2-6-8 0,8 8-6 0,-5-1-8 16,1 0-6-16,-9 2-8 0,21 4-3 0,-12 0-7 15,5 2-7-15,-2 0-2 0,-5 1-4 0,6 5-6 16,-2-7 4-16,4 5-2 0,-3 1 2 0,1-1-6 16,0 1 6-16,1 0-6 0,-8-4 10 0,8-6 7 15,-5 6 3-15,0-3 8 0,6-4-2 0,-2 0 6 16,0-3 2-16,-5 0 0 0,6-5 5 0,-3-2 7 16,4-1-6-16,0 0 2 0,0-8 4 0,-3 7 13 15,2-13-12-15,1 7 0 0,-8 0 5 0,3-6 5 16,1 1 19-16,-9 6 24 0,3 2 16 0,-2-4 11 15,-3 9 4-15,-3-2 5 0,1 3-15 0,-1-5 0 16,-4 9-7-16,4-2-9 0,-2 3-5 0,-3-1 0 16,1 2-11-16,7 3-6 0,-21 3-4 0,8 5-1 15,3-5-13-15,3 6 5 0,-6 6-1 0,6-2-1 16,-1 2-2-16,5 5 1 0,-2 6 0 0,6-8-5 0,3 1 0 16,-1 3 4-16,10-2-3 0,-5 0-1 15,9 1 2-15,-4-8-8 0,15 5-8 0,-5-3-7 16,4-2-19-16,4-2-39 0,1-5-41 0,1-1-42 0,5-1-43 15,-7-3-46-15,6-1-47 0,4-4-62 0,-9 3-289 16,4-6-697-16,-8-5 309 0</inkml:trace>
  <inkml:trace contextRef="#ctx0" brushRef="#br0" timeOffset="156060.1">7517 8720 336 0,'0'-10'417'0,"7"-2"-5"16,-14-1-13-16,7 1-27 0,0 0 0 0,0 0-1 16,-5 4-30-16,4-1-37 0,-8 2-30 0,4 1-32 15,-5 1-25-15,4 3-23 0,-9 2-22 0,-2 1-19 16,-1 0-14-16,2 6-17 0,-8 1-10 0,6 2-13 15,-5 6-11-15,-2-3-10 0,4 7-10 0,-3-1-4 16,11 3-7-16,-3-3-4 0,7 1-7 0,-5 0-5 16,9 0-3-16,3-3-2 0,-5 0-5 0,14 3-3 15,-5-5-5-15,12 1 5 0,1-1-6 0,7 4-2 16,6-6-4-16,-2 2-9 0,4-5-14 0,3 1 6 16,0-5-5-16,-1-2-1 0,-1 4-3 0,-1-6 1 15,-7 2-1-15,-1-3-1 0,-2 1 7 0,-4 3-1 0,-3-4 5 16,-6-1-4-16,3 4-9 0,-5-4 11 0,-5 0-2 15,8 8 6-15,-8-8 10 0,-10 9 8 16,5-4 5-16,-5 2 2 0,-1 1-3 0,3-1-2 16,-7 5-2-16,-2 0 5 0,-1 0-6 0,5 3 3 0,3-2-12 15,-3 5 0-15,3-2 0 0,1 0 1 0,-1-1-2 16,9 0 2-16,-3 5 0 0,4-9 0 0,4 6-1 16,1-2 0-16,5 0-2 0,-4-3-11 0,9-3-5 15,0 6-15-15,2-8-13 0,2-2-24 0,5-2-25 16,0-1-31-16,5-2-25 0,2-2-35 0,-1-4-33 15,-5-1-41-15,3-1-31 0,0-7-20 0,-5 0-34 16,5-3-19-16,-3-6-255 0,-3 1-659 0,7-11 292 16</inkml:trace>
  <inkml:trace contextRef="#ctx0" brushRef="#br0" timeOffset="156481.93">8019 9031 650 0,'16'-19'71'0,"-9"1"47"16,-1 1 42-16,-2 2 35 0,1 7 13 0,-5-4 10 16,3 1 9-16,-1 3 4 0,-2 8 4 0,-2-17 3 15,2 10 7-15,0 1 0 0,0 6 8 0,-5-5-11 16,5 5-22-16,-3-7-27 0,3 7-26 0,0 0-15 15,0 0-12-15,0 0-20 0,-12 18-7 0,7-9-13 0,0 2-7 16,-10 5-6-16,10 4-9 0,-10 1-6 16,4 4-9-16,-2-2-1 0,-1 7-13 0,0-3-12 15,-1 1-23-15,1-1-22 0,1 2-24 0,-2-2-28 16,0-5-31-16,7 1-25 0,-5 1-20 0,3-9-14 0,3-1-19 16,-1-1-17-16,3-2-11 0,2-4-5 15,-1-4-9-15,4-3-15 0,0 0-6 0,0 0-13 16,0 0-9-16,0 0 4 0,12-21 14 0,-10 8 23 15,4-6 14-15,1 3 20 0,1-11 16 0,-6 1 30 0,4 2 26 16,1-3 40-16,0 8 63 0,-6-2 41 0,-1 2 39 16,0 1 29-16,0-1 16 0,-1 2 20 0,-4 2 15 15,3 1 10-15,-5 5 4 0,6-3 2 0,-4 1-1 16,3 7-6-16,2-4-12 0,-6 3-16 0,6 5-22 16,0 0-14-16,-4-5-7 0,4 5-9 0,0 0-6 15,0 0-6-15,-5 22-10 0,5-10-10 0,5 2-1 16,-3 4-2-16,8-3-4 0,-4 4-6 0,8 1-3 15,-4 6-3-15,5-6 8 0,-1 5-29 0,6-6-11 16,-6-2-14-16,-6-1-19 0,10-1-20 0,-3-2-28 16,1 1-38-16,-1-1-42 0,2-3-43 0,3-5-48 15,3-2-49-15,-7 2-165 0,4-6-502 0,-3 1 223 16</inkml:trace>
  <inkml:trace contextRef="#ctx0" brushRef="#br0" timeOffset="156872.51">8338 8514 168 0,'-3'-10'452'0,"-1"-1"-12"0,-2 3-11 16,1-2-26-16,3 4 2 0,-4-1 5 0,2 0-35 15,1 5-45-15,3 2-35 0,-7-6-31 16,7 6-29-16,0 0-21 0,-15 20-21 0,7-7-23 0,7 4-11 15,1 6-15-15,-5 7-15 0,5 2-8 0,0 14-15 16,0-6-11-16,5 6-8 0,-5-3-7 0,9 2-15 16,-4-3-17-16,-5 2-11 0,7-4-28 0,-4 5-31 15,4-6-42-15,0-9-42 0,1 2-47 0,-3-4-28 16,8-1-30-16,-5-9-35 0,-3 0-36 0,-1-3-42 16,6-3-39-16,-4-4-290 0,6-3-705 0,-6-3 313 15</inkml:trace>
  <inkml:trace contextRef="#ctx0" brushRef="#br0" timeOffset="157497.44">8532 9001 160 0,'0'-16'272'16,"1"5"-15"-16,-1-5 2 0,0 4 4 0,7 0 13 15,-7 3 13-15,0 0 4 0,0 1-8 0,2 1-10 16,-2 2-19-16,0 5-29 0,3-7-25 0,-3 7-28 16,0 0-14-16,12 0-19 0,-12 0-9 0,19 12-13 15,-4-2-16-15,0 4-7 0,0-5-12 0,7 12-13 16,-2-3-14-16,-6-5-5 0,10 5-12 0,-3 5-13 15,-4-3-9-15,3-2-21 0,-6-2-19 0,0-4-8 16,-1 3-3-16,-3-3-5 0,-5-1 2 0,0-3 3 16,-5 0-2-16,3 0 8 0,-6-3 8 0,3 2-2 0,-9-6 2 15,1 2 7-15,-5-1 0 0,-2-2 6 16,3-2 19-16,1-2 4 0,-2 2 7 0,-4-7 2 16,2 0-7-16,9 1 2 0,-4 1-3 0,0-6 0 0,10-2-4 15,-4-2 5-15,8 0-11 0,6 1-13 0,6-8-7 16,-1 3-9-16,15-2-8 0,-7 2-14 0,20-2-7 15,-3-3 3-15,-2 3-13 0,5 4 3 16,-2 2 4-16,4 2 6 0,-14 7 5 0,3-3 2 0,-5 3 11 16,-4 1 2-16,-2 6-4 0,-4-7 3 0,-5 5 2 15,-5 2 1-15,1 2 0 0,-10-1 6 0,0 0 2 16,8 6 5-16,-8-6 6 0,-12 13 5 0,1-3 9 16,-4 0 3-16,-2 2 2 0,-1 0 2 0,-2 3 4 15,-6 3 9-15,8-2 0 0,-2-1-2 0,5-4-1 16,-8 9-11-16,9-9 4 0,1 1 1 0,3-3-8 15,4 2 3-15,-3 0-1 0,4-4 3 0,4 2 11 16,-6-5-9-16,14 4-2 0,-7-8-2 0,6 7-1 16,3-2 8-16,-3-2-11 0,4 0 2 0,3-2 6 15,1-5-8-15,1 4 1 0,8-3-5 0,-2-3-2 16,-4 2 5-16,6-4-4 0,-3 2 0 0,8-3 9 16,-10 7-8-16,-3-7-1 0,0 5-5 0,-5 0 6 15,0-3 33-15,-4 4 33 0,3 2-1 0,-3-2 4 16,-4-2-3-16,-2 5-8 0,0 0-5 0,13-3-12 0,-13 3-9 15,0 0-5-15,5-4 19 0,-5 4-32 16,0 0-3-16,0 0-6 0,3 15-7 0,-3-12-16 16,7 5-14-16,-5-1-21 0,1 2-13 0,2 0-27 15,0-2-22-15,2 3-27 0,1 0-35 0,7-3-40 0,-2 3-36 16,4-1-36-16,2-6-34 0,-2 2-211 0,13-2-571 16,-4-1 254-16</inkml:trace>
  <inkml:trace contextRef="#ctx0" brushRef="#br0" timeOffset="158075.51">9819 8915 66 0,'9'-16'254'16,"-4"1"13"-16,0 2 14 0,-2-5 22 0,-3 7 39 16,-3-1 27-16,-2-4 20 0,0 4 13 0,-4-2-6 15,-2 5 6-15,1-6-10 0,-5 7-33 0,-3 0-40 16,5 2-31-16,-7 5-28 0,-5-3-19 0,-2 4-33 16,4 8-19-16,-3 1-23 0,1 1-16 0,-3 7-19 15,10-2-6-15,8 3-19 0,-13 3-6 0,16 1-8 16,-6 5-11-16,6-3-7 0,2-1-7 0,5 4-17 15,2 0-15-15,6 1-4 0,5-3-17 0,2 0-9 16,7-1-11-16,-1-3-13 0,6-5-21 0,1-1-19 16,-2-3-19-16,11-4-14 0,-6-2-27 0,4-6-3 15,-2-5-24-15,2 0-5 0,0-3 1 0,6-8 0 16,0-6 12-16,-3-3-8 0,0-4 8 0,-3-7-3 16,-5-7-4-16,-2-5-5 0,-5 1-3 0,5-7 7 15,-9 2 11-15,0-2 14 0,1 0 17 0,-6 4 12 16,0 4 45-16,-2 3 53 0,-9 0 40 0,2 1 38 15,-3 12 18-15,-4 2 16 0,-4 4 5 0,4 1 17 16,2 5 10-16,-5 2-8 0,3 7-17 0,-4-3-17 0,2 5-16 16,0 3-12-16,4 4-9 0,-17 2-8 15,9 5-8-15,1 7-5 0,-1 2-6 0,-2 8-3 16,3 5-5-16,4 8-4 0,-2 9-5 0,3 1-1 16,4 2-12-16,1 0-9 0,-1-1-7 0,3 0-7 0,5 0-5 15,-2 0-5-15,4-6-10 0,-2 1-13 0,5-6-10 16,-7-8 1-16,5-2 2 0,-3-1 3 0,0-6 7 15,0-4 13-15,1-2-1 0,-2-1-4 0,1-7 7 16,-4 0 6-16,3-4 8 0,-1-2 23 0,-8 0 13 16,16-2 17-16,-14-4 21 0,-2 6 18 0,10-10 10 15,-5-1-2-15,-5 2 2 0,8 1-5 0,-6-3 0 16,3 3-4-16,-5-4-12 0,8 5-3 0,-1-4-10 16,-2 1-4-16,10 2-11 0,-2 2-4 0,-2-2-2 15,8 1-7-15,-1 1-2 0,5 6-14 0,3-2-14 16,4-2-14-16,-12 4-15 0,12 4-18 0,3-4-35 15,-14 2-29-15,4-2-42 0,3-2-39 0,-3 2-28 16,-1 0-38-16,-7-7-50 0,3 6-60 0,0-3-64 16,-5-1-310-16,4-3-802 0,-7-4 355 0</inkml:trace>
  <inkml:trace contextRef="#ctx0" brushRef="#br0" timeOffset="158263">10442 8582 3 0,'-13'-7'383'0,"4"3"-20"15,6-4-20-15,-4 3-22 0,1-2-17 16,6 7-18-16,-2-15 22 0,2 8-9 0,2-1-30 16,4-1-32-16,3 1-21 0,-3 5-23 0,6-2-21 15,-4-1-17-15,5 3-29 0,1 1-39 0,4-3-45 0,-2 3-45 16,3 4-41-16,-6-2-46 0,-13 0-47 0,26 1-56 16,-17-1-55-16,-9 0-49 0,18 0-220 15,-7 4-558-15,-11-4 247 0</inkml:trace>
  <inkml:trace contextRef="#ctx0" brushRef="#br0" timeOffset="158419.23">9247 8301 3630 0,'-65'-9'131'0,"11"5"36"0,19 0-13 16,2 0-37-16,13-2-58 0,-2 1-38 0,6 1-16 15,-6 0-3-15,9-1 2 0,6-1-17 0,-2 5-38 16,9 1-48-16,-7-2-63 0,7 2-95 0,0 0-112 15,0 0-188-15,0 0-603 0,31 17 267 0</inkml:trace>
  <inkml:trace contextRef="#ctx0" brushRef="#br0" timeOffset="158934.79">11394 8325 1 0,'-12'-10'446'0,"4"-2"3"0,1-2 3 16,-3 1-36-16,-1-1-36 0,4 1-14 0,5 1-15 15,-6 4-22-15,8-1-25 0,-3-3-24 16,3 4-31-16,0 3-25 0,6-3-23 0,3 2-23 0,2 1-18 15,6 8-17-15,4-3-15 0,-1 7-15 0,10 0-11 16,0 3-13-16,3 2-8 0,-2 2-10 0,-1 4-7 16,-4-3-8-16,1 3-6 0,-4 3-6 0,-1-3-4 15,-6 6-5-15,-3-6-2 0,-6 3-7 0,1-2-3 16,-3 1-3-16,-5 1-2 0,0-1 0 0,0 7-3 16,-5 0 2-16,-5 0-6 0,5 0 1 0,-6 0 1 15,1-2-4-15,2 2-15 0,-7-1-26 0,8-1-26 16,-1 2-35-16,1 0-26 0,1-2-35 0,4 4-26 15,2-2-26-15,0 2-27 0,2-1-43 0,6 3-40 16,5-4-32-16,2 0-46 0,0-1-207 0,-2-1-650 16,7-2 288-16</inkml:trace>
  <inkml:trace contextRef="#ctx0" brushRef="#br0" timeOffset="159169.15">11822 9255 209 0,'-5'1'224'0,"5"-1"-7"0,-10 11 3 0,4-7 10 16,-3 0 9-16,4 1-7 0,-4-3 2 0,4 4 1 15,-5-4-23-15,10-2-20 0,-7 8-17 0,2-3-13 0,2 1-4 16,-2 0-3-16,5 1-10 0,0 1-8 0,0-2-10 16,1 2-7-16,3-1-13 0,-1-1-4 15,2 1-11-15,-3 0 14 0,3-2-18 0,5 0-5 0,-5 1-7 16,9-5-5-16,-5 4 2 0,-3-5-13 0,9 0-2 16,-15 0-22-16,18-5 17 0,-8 1-8 0,-5 0-12 15,0-4-4-15,0 0-16 0,-1 1-12 0,-3-2-32 16,-2-3-31-16,-3 1-11 0,-4 3-49 0,1-6-32 15,-6 2-44-15,0 3-54 0,-4-3-55 0,-3 6-286 16,-4-5-640-16,-3 1 284 0</inkml:trace>
  <inkml:trace contextRef="#ctx0" brushRef="#br0" timeOffset="164981.04">7236 10453 204 0,'-7'-12'344'0,"1"4"14"16,4-4 25-16,-5-2 9 0,2 2 10 0,4 3 4 16,-4 0-1-16,1-1-16 0,-1 2-18 0,4 2-24 15,1 6-24-15,-5-9-30 0,3 5-34 0,2 4-22 16,-5-8-30-16,5 8-29 0,0 0-23 0,0 0-17 16,0 0-13-16,0 0-19 0,0 0-10 0,-3 26-12 15,3-9-5-15,3 3-7 0,-3 6-6 0,5 5-5 16,-3-1-9-16,4-2-3 0,-1 13-8 0,4-9-18 15,-3-1-19-15,3 7-18 0,-3-10-24 0,2 3-40 16,-1-2-37-16,1 1-28 0,1-3-31 0,2-1-37 16,-9-10-13-16,4 2-19 0,3-3-17 0,-4-1-29 0,0-1-26 15,0-6-39-15,-5 1-39 0,5-2-240 16,-5-6-686-16,0 0 303 0</inkml:trace>
  <inkml:trace contextRef="#ctx0" brushRef="#br0" timeOffset="165246.63">6855 10365 144 0,'-8'-6'345'0,"6"-2"5"16,-3 5-7-16,5-4-7 0,-3 2-5 0,0 0 5 16,3 5-6-16,-4-10-30 0,4 5-30 0,0 5-24 15,4-11-28-15,-1 3-20 0,2 4-21 0,6-2-20 16,4-4-11-16,2 3-20 0,4 0-11 0,8-2-15 15,0 2-8-15,14-4-10 0,2 3-18 0,0 0 4 16,1 3-11-16,-1 3-19 0,3-2-26 0,-5-1-24 16,3 2-24-16,-13 2-24 0,0 2-33 0,0-1-18 15,-3 3-18-15,-2 2-24 0,1-2-33 0,-8 0-36 16,-6 2-35-16,3-4-31 0,-6 2-26 0,-7 6-206 16,5-7-564-16,-10 2 250 0</inkml:trace>
  <inkml:trace contextRef="#ctx0" brushRef="#br0" timeOffset="166246.53">7549 10674 57 0,'0'0'371'0,"0"0"-9"0,0 0-29 0,0-15-24 0,0 15-30 16,0 0-32-16,0 0-24 0,0 0-22 0,0 0-29 15,0 0-20-15,0 0-12 0,0 0-14 0,5 15-15 16,3-9-10-16,-5 2-11 0,-1 0-16 0,8 9 1 16,-5-2-7-16,5 0-6 0,0-1-3 0,1 3-11 15,-6-6 0-15,5 7-6 0,3-5-1 0,-8 1-6 16,5-5-1-16,-3-3-3 0,1 4-4 0,-1-5-3 15,-6 1 0-15,6 0 2 0,-7-6 2 0,8 2-6 0,-8-2-2 16,0 0 0-16,18-8-6 0,-9 2 6 16,-4 0-8-16,6-8 3 0,-4 4-6 0,6-2-3 15,-1-3 0-15,-6 5 2 0,6-7 7 0,-2 2-6 0,0 4-13 16,1-4 9-16,-4 7 1 0,0 1-3 0,-1-2 3 16,-2 2-1-16,4 3-6 0,-3-1 0 15,-4-1-4-15,8 3-7 0,-9 3 6 0,13 0 1 0,-13 0-2 16,0 0 1-16,12 10 2 0,-11-5-1 0,7 1 3 15,-3 2-8-15,-3 0 8 0,8 1-2 0,-5-1 2 16,3 6-2-16,-1-6 1 0,0 7 9 0,-1-7-19 16,-4 4-4-16,6-3 1 0,-8-2-7 0,7 1 9 15,-7-2 5-15,0-2 3 0,3 3 8 0,-1-2 0 16,-2-5 30-16,0 0 13 0,0 0-9 0,0 0 4 16,0 0-8-16,16-12-4 0,-9 5-5 0,-6-1-4 15,-1-2 9-15,4 0 0 0,-1-1-12 0,4 2 9 16,-1-1 4-16,-6-1-6 0,9 3-5 0,-6-1 3 15,2 1-11-15,-2 1-2 0,2 4 2 0,0-4-15 16,-2 2 9-16,-3 5-7 0,12-1-11 0,-2 1 2 16,-10 0-10-16,13 6-1 0,-3-3 1 0,0 4-4 15,-2-2-6-15,2 2-4 0,0 4-5 0,0-3 14 0,0-4-10 16,2 7 2-16,-1-4 5 0,2-1 2 0,-8-2-3 16,7 4 17-16,0-2-4 0,-4-3 0 0,0-2-1 15,0 1 8-15,-8-2 3 0,14 0-2 16,-14 0-1-16,15-5 6 0,-10 1-3 0,4 0 6 0,-4-5-2 15,5 1 0-15,-3 1 7 0,0-7-2 0,1 6 10 16,-5-5 8-16,7 2 8 0,-5 1 13 0,-3 1 3 16,6 0 0-16,-1 0-2 0,-1 3-2 0,-4-1 5 15,1 0-19-15,1 2 0 0,2 1-14 0,-6 4 2 16,7-5-1-16,-7 5-3 0,3-2-2 0,-3 2-3 16,0 0-4-16,18 4 6 0,-8-1 3 0,0 1-4 15,0 0-2-15,3 4 3 0,4-2-1 0,-1-4 0 16,1 5-5-16,3-3-9 0,3-1 5 0,-6 2 1 15,4-4-1-15,-1-1-8 0,3-1-3 0,-1 1 4 16,1-5 1-16,-3 2 0 0,-4-3 2 0,1 0 2 16,-2-1-3-16,-2 0 3 0,-5 0 1 0,-1-2 4 15,-2-3-4-15,-5 0 6 0,0 1 4 0,-5 1 9 16,-2-4 7-16,-1 1 12 0,-2 3 15 0,-5-2 16 0,8 1 19 16,-1 7 5-16,-5-3 3 0,0 2-8 15,4 1-10-15,-4-2-9 0,5 5-11 0,8 1-10 16,-23 7-7-16,16-3 0 0,-3 1-6 0,-3 5-3 0,8 0 3 15,3-1-4-15,-3 1-2 0,5 8-2 0,0-2 0 16,5 0 0-16,0-1-5 0,5 1 4 0,-3 3 1 16,6-4-6-16,2 1-8 0,2 0 1 0,2-2-9 15,1-2-28-15,5-3-31 0,7-2-41 0,-4 1-42 16,0-4-43-16,-5-4-49 0,-3 0-62 0,10-4-53 16,-14-5-326-16,1 2-731 0,-2-4 325 0</inkml:trace>
  <inkml:trace contextRef="#ctx0" brushRef="#br0" timeOffset="166402.76">8269 10243 65 0,'-15'0'263'0,"1"-3"-27"0,6-1-25 0,0 4-23 0,8 0-31 16,-15-3-13-16,15 3-21 0,0 0-31 0,0 0-43 15,0 0-47-15,22 10-65 0,-6-2-59 16,-3 1-103-16,15 1-242 0,1-2 107 0</inkml:trace>
  <inkml:trace contextRef="#ctx0" brushRef="#br0" timeOffset="167449.51">9632 10177 170 0,'5'-5'314'0,"-5"-2"-19"0,0 7-23 0,-6-10-19 15,6 10-9-15,-8-8-1 0,-7 6 10 0,8-3-34 16,-3 3-15-16,-5 2-12 0,-1 0-16 0,-3 5-15 16,-2-3-7-16,-2 3 1 0,3 0-28 0,2 2-17 15,-2 3-11-15,-2 3-8 0,2-2-14 0,2 2-4 16,3-2-12-16,0 4-1 0,9-3-9 0,-4 1-3 15,3 2 9-15,1-3-25 0,6-2-2 0,0 2-5 0,8 2 1 16,5 1 3-16,4-5-6 0,-2 1-8 0,13 1-6 16,2-3-1-16,-1-2-3 0,1 0-7 0,2-2-4 15,-3-2 1-15,-9 2-7 0,10 0 3 16,-8-4 2-16,-8 0 6 0,1 2 1 0,-1-3-4 0,-8 0 4 16,4 2 0-16,-5 0 1 0,-5-2 2 0,10 1 5 15,-10-1 2-15,0 0-3 0,0 0-4 0,-25 12 1 16,19-6-10-16,-8-2 8 0,1 4 4 0,3 1-8 15,-11 6 7-15,6-3-3 0,5 3-3 0,-2-1 0 16,-4 6 1-16,2-1-3 0,8-2 3 0,-2 8-9 16,3 0 7-16,3-6 2 0,2 0 0 0,5 0 5 15,0 1-2-15,6 7 4 0,3-7 0 0,2 2 2 16,4-6-4-16,-3-4 3 0,12 2-1 0,0-4-8 16,2-4-2-16,2-3-3 0,-1-3-3 0,4-2-8 15,-3-2 6-15,0-2-11 0,-1-3 0 0,-1-4-5 16,1-1 0-16,-6-6-7 0,0 4-5 0,-2-8-2 15,4-9-9-15,-12 6-14 0,4-9-5 0,-3-6 0 16,-9 2-1-16,0-6 9 0,-4 3 6 0,-8-2 11 0,1 3 12 16,-4 3 24-16,6 7 31 0,-9 2 22 15,3 2 29-15,-1-5 12 0,1 8 25 0,-3 2 29 16,5 5 6-16,0 3 6 0,-1 1 6 0,-1 4-3 0,6 0-14 16,-4 2-20-16,-4-1-13 0,9 1-17 0,0 8-17 15,-1-4-13-15,1 4-8 0,0 0-9 0,0 0-4 16,0 0-14-16,-14 19-6 0,14-7-2 0,0 6-1 15,0 3-6-15,7 2 3 0,-5 7-3 0,4-2-2 16,3 2-2-16,-3 2 0 0,1-2-2 0,1 9 1 16,0-8-6-16,4-1-3 0,1-1-16 0,0 0-7 15,1-2-6-15,-1-2-2 0,3 1-4 0,1-4-2 16,-2-2 4-16,3-5-7 0,-1-2-7 0,-1-1 18 16,6-5-23-16,-6 1-8 0,11-2-3 0,-6-5 3 15,-1 1 0-15,5-4 16 0,-5-1-5 0,5-1-2 16,-6-2 14-16,0-1 5 0,1-4 2 0,-1 0 4 15,-2-1-4-15,-4-1 8 0,2-1 2 0,-3 4 8 0,-2-3-1 16,-4-3 0-16,-4 6 5 0,5 1-11 0,-7-2 12 16,-5 3 0-16,3 3 1 0,-3-4-5 15,-5 4 2-15,3 4-1 0,-6 0-2 0,-3 2 1 16,1 3 12-16,-4 4-6 0,3-4-3 0,-2 3 5 0,-4 1-1 16,11 4 5-16,-4-4-9 0,0 7 2 0,5-4 0 15,-3 2 0-15,6-2 7 0,0-3-5 0,4 3 2 16,3-2-3-16,-3-2 4 0,6 1 0 0,-3-1 5 15,8 0 5-15,-3-5-1 0,5 3 1 0,-3-2-4 16,8 0 6-16,0-3-5 0,1-4 3 0,2 0 1 16,1 0-6-16,2 1 7 0,-4-3 2 0,-2-3 14 15,0 1 10-15,-1-1 5 0,-2 2 14 0,3-1 24 16,-5 1 8-16,-4 2 14 0,3-2 2 0,-3 6 10 16,3-4 1-16,-3-1-6 0,-6 6-16 0,9-1-10 15,-9 1-12-15,0 0-10 0,6-3-13 0,-6 3-9 16,0 0-2-16,0 0-5 0,0 0-7 0,5 13-30 15,-3-7-24-15,4 2-30 0,-4 0-40 0,3 3-29 0,-3-2-19 16,11 3-10-16,-5 0-29 0,0 2-41 16,-1-3-43-16,1 1-49 0,1-4-55 0,1 0-224 15,1-2-649-15,2-5 287 0</inkml:trace>
  <inkml:trace contextRef="#ctx0" brushRef="#br0" timeOffset="167980.72">10976 10554 2 0,'0'0'189'0,"0"0"-19"0,0 0-15 0,0 17-2 16,4-8 5-16,-8 7 12 0,4 3-2 0,4 5-1 15,1 5 12-15,-4 3-12 0,4 14-15 0,0-6-9 16,-10 13-19-16,10 0-8 0,-5 22-9 0,-5-21-9 16,14-2 19-16,-9 5 8 0,1-6-12 0,-2-2-3 15,2 1-17-15,3-7-11 0,-3-2-5 0,-1-12-6 16,7-4-7-16,-7-7-9 0,0 0-1 0,1-6-1 15,-1 0-1-15,0-4 7 0,0-5-1 0,0-3-15 16,0 0 1-16,0 0-4 0,7-23-7 0,-7 4-13 0,0-8-14 16,0-7-23-16,0-7-16 0,0-9-16 0,7-7-19 15,-7 0-15-15,1-17 0 0,-1 19 4 16,-1 0 9-16,1 3 8 0,1 1 12 0,-9 4 20 0,8 3 25 16,-5-1 26-16,2 7 20 0,-5-2 5 0,4 12 8 15,3-4-4-15,-8 5 6 0,8 2 15 0,-4-1 9 16,0 3 14-16,1 7 28 0,4 0 1 0,0-3-15 15,0 11-1-15,0 0-7 0,0-4-27 0,0 5-2 16,9 0-10-16,-9 3-15 0,5 1 2 0,5 1-10 16,4 2-14-16,-14 0-4 0,17 2-6 0,-4 0-3 15,-1 2-4-15,3 0 0 0,-5 4-7 0,5-1-2 16,-2 1 3-16,-5-4 0 0,0 3-4 0,1 1-3 16,-6 3 1-16,5-5 4 0,-6 4 13 0,-2-1-15 15,0-1 3-15,-3 4-3 0,-4-3 2 0,-6 0-2 16,-2 3 13-16,-2-1-4 0,-9 1-6 0,-4-2-6 15,7 3 1-15,-10-2-31 0,6-2-13 0,-1 2-20 16,12-6-19-16,-3 3-31 0,4-2-13 0,4 2-17 0,6-3-14 16,0-2-23-16,5-3-32 0,8 10-27 15,5-9-17-15,2 0-17 0,15 2-163 0,0-3-478 16,5-3 212-16</inkml:trace>
  <inkml:trace contextRef="#ctx0" brushRef="#br0" timeOffset="169163.4">11529 10537 169 0,'5'-7'213'0,"-5"-5"7"0,2 8 2 0,-4-8 5 16,-3 1 0-16,-3 7 3 0,1-3-10 0,-3-2-14 16,0 4-22-16,-6-1-13 0,1 1-20 0,-2 3-10 15,-4 2-14-15,4 0-16 0,-1 2-8 0,2-1-10 16,-1 9-8-16,1-3-12 0,1 2-13 0,-2 3-1 16,6 1-8-16,4-3-1 0,-5 6-5 0,6-4-2 15,2 4-3-15,-2-5-10 0,6 1-3 0,0-3-8 16,6 3-7-16,-4 0 6 0,5-3 7 0,-6-1-17 15,8 0 5-15,-3-3-4 0,6 0-3 0,-1-4-3 16,-2-1-2-16,4 0-1 0,0-1-1 0,2-4 0 16,-7 0-2-16,11-3-2 0,-5-1 6 0,-2-2 8 0,1-3-10 15,0 2-1-15,-4-3 1 0,-1 3 3 16,-1-4 1-16,1 4-2 0,-1-4 0 0,-7 6 6 16,3-3 3-16,2 6 5 0,-5-1-3 0,5-3-1 15,-4 6-8-15,-1-2-3 0,0 7-5 0,4-3-5 16,-4 3 3-16,0 0 3 0,0 0-2 0,0 0 0 0,0 0 3 0,18 14-6 0,-11-5-6 0,-1-2-3 15,-2 0 0-15,9 1-2 0,-3 4-3 0,3-4-5 16,0 3 1-16,0-4 1 0,-1 1 3 0,3-1-3 16,-2-2-2-16,-3 0 3 0,3 2 3 15,1-4 1-15,0-1 2 0,-7 3 2 0,6-3 4 0,-3 1 2 16,-3-3-3-16,8 0 5 0,-15 0 3 0,15 0 2 16,-15 0-3-16,8 0 1 0,-8 0 0 0,12 1 0 15,-12-1-4-15,0 0 3 0,9 0-2 0,-4 4 5 16,-5-4-3-16,9 5 2 0,-3 0-2 0,-6-3 0 15,7 5 5-15,-4 0-5 0,2-1 4 0,-3 0 0 16,1 0-1-16,2 1-1 0,-3 1 1 0,1-2 0 16,-3 0 2-16,0-6 0 0,0 10-3 0,-3-2 3 15,-1-5 1-15,4-3-2 0,-13 8 5 0,3-8 0 16,4 1-1-16,-8 2 2 0,14-3 2 0,-16 0 4 16,3-3 5-16,13 3 11 0,-15-3 0 0,8 1-1 15,-1-2 0-15,1-2 5 0,7 6-12 0,-8-9 0 16,8 1-4-16,8-2 2 0,-1 2-4 0,1 1-2 15,0-2-4-15,11-3-1 0,-4 1-8 0,9-1-6 0,8-3-10 16,-1 5-8-16,-6-8-10 0,5 7-1 16,3-4 4-16,-2 10 2 0,1-7 4 0,-2-3 1 15,-2 7 5-15,-13-4 3 0,6 5 1 0,-6 2 0 0,0-2 7 16,-8 0 8-16,6 3 17 0,-10 1 7 0,4-2-2 16,-7 5-3-16,0-4-3 0,0 4 4 0,0 0 0 15,0 0 3-15,-23-4 2 0,16 4-4 0,7 0 1 16,-28 5-1-16,16-3-5 0,1 4-5 0,-3 1 0 15,5 0 3-15,2 0-3 0,-3 1-3 0,0 0 3 16,3 0 1-16,6 0-2 0,-3 0 2 0,8 4 6 16,1-2-5-16,3 2 2 0,7 0-3 0,0-4-2 15,11 6 0-15,6-5-7 0,14 2-14 0,2-4-10 16,0-1-12-16,2-3-7 0,3-2-12 0,-4-1-1 16,3-1 0-16,-1 0 5 0,-3-4 6 0,3 0 3 15,-3-3 4-15,-1 0 1 0,-4-1 7 0,-12 2 5 16,2-4 2-16,-10 7 1 0,-6-4 31 0,1-6 18 15,-5 9 5-15,-6-7 5 0,-2 1 0 0,-7 3 6 0,-1-2-1 16,-4 0 12-16,-3 2 7 0,-4 1 6 16,-3-1 2-16,-5 2-6 0,3 1-3 0,2 4-5 15,-13 2 1-15,0 3 1 0,11 0 9 0,-13 0-2 0,4 7-4 16,5-3-13-16,-5 3 0 0,6 5-7 0,4-8-2 16,3 7-7-16,0 2-2 0,2 0 3 0,0-1-9 15,4 0 1-15,1 4-1 0,3-2 1 0,5-2-2 16,0-1 0-16,5 1-4 0,3-3 5 0,-1-1-9 15,3-2 5-15,5 1-6 0,-4-3 5 0,6-3-5 16,5-3 5-16,-6-2-10 0,6-2 1 0,-6-5-4 16,12-5 1-16,-9 3 10 0,5-6-14 0,0-3-6 15,-5-2 5-15,-2-2-7 0,4-4 0 0,-6-2 13 16,5-8-15-16,-5-4 16 0,-7-6-11 0,1 7-8 16,-4-4 5-16,-2 0 2 0,-5-3 1 0,2 4 27 15,0 13 57-15,-1-3 11 0,-6 3 18 0,0 2 10 16,6 5 5-16,-4 6 6 0,3-1 6 0,2 3 6 15,-7 6-20-15,6 1-15 0,1 2-17 0,-5-2-14 0,3 2-3 16,2 5-12-16,0 0-3 0,-15 17-11 16,4-6-7-16,9 7 1 0,-5 0-7 0,4 8-5 15,0 5 1-15,3-1 4 0,6 13-11 0,-4-4-2 0,11 5 0 16,-4-3-2-16,4 2-1 0,2-1-1 0,5-3-9 16,-2-1-33-16,0 2-34 0,5-2-40 0,-6-13-47 15,4 9-46-15,-1-8-45 0,5 9-62 0,-4-10-88 16,3-6-397-16,-9-4-849 0,6-7 376 0</inkml:trace>
  <inkml:trace contextRef="#ctx0" brushRef="#br0" timeOffset="180161.67">6037 10833 376 0,'-11'0'432'0,"11"0"15"0,-18 3-1 0,11-1-10 15,7-2-9-15,-15 0-17 0,15 0-16 0,-10 1-9 16,10-1-22-16,-5 4-17 0,5-4-25 0,0 0-18 0,0 0-15 16,0 0-29-16,0 0-22 0,0 0-25 0,0 0-25 15,0 0-14-15,0 0-20 0,0 0-41 16,40-13-53-16,-12 6-68 0,5 0-55 0,2 0-42 0,11-2-40 16,-14 2-70-16,3-2-54 0,3 1-61 0,3-2-86 15,-11 5-97-15,3-1-269 0,0 1-847 0,-7 1 376 16</inkml:trace>
  <inkml:trace contextRef="#ctx0" brushRef="#br0" timeOffset="180724.11">6287 11994 3336 0,'-16'3'180'0,"-7"0"-45"16,4-2 37-16,5 1 65 0,-1 4 33 0,0-6 23 15,8 3-9-15,7-3-28 0,-15 1-15 0,15-1 12 0,-13 2-14 16,13-2-17-16,0 0-7 0,-12 0-22 0,12 0-7 15,0 0-26-15,0 0-10 0,0 0-36 16,30-18-34-16,-5 14-57 0,16-7-58 0,6-1-66 0,-1 3-67 16,2 0-62-16,3 0-61 0,-4 0-58 0,2 3-67 15,9 1-60-15,-10 1-387 0,5-2-934 0,-1 1 414 16</inkml:trace>
  <inkml:trace contextRef="#ctx0" brushRef="#br0" timeOffset="185869.97">7552 11648 83 0,'2'-11'312'0,"-2"-1"13"0,6 0 3 16,-6 3-17-16,2 2-20 0,-2-3-21 0,0 6-14 15,0-4-13-15,0 8-19 0,3-8-24 16,-6 0-16-16,3 8-29 0,0 0-16 0,0 0-14 0,0 0-15 16,0 0-14-16,0 0-12 0,0 0-9 0,0 0-5 15,5 21-4-15,-4-11-13 0,6 2-4 0,-7-1 0 16,2 7-11-16,3 3-3 0,-5-5-3 0,0 4 2 15,0-1 7-15,1 3-17 0,6-3-2 0,-5 5-2 16,3 0 3-16,-4-5-15 0,-1 3 11 0,7-5-5 16,-7 6 1-16,2-4-1 0,4 0 0 0,-6-2-9 15,5 1-30-15,-5-1-30 0,8 2-30 0,-6-8-36 16,-2 4-37-16,5-7-46 0,-5 2-45 0,7 0-52 16,-7-3-242-16,0-4-589 0,0-3 260 0</inkml:trace>
  <inkml:trace contextRef="#ctx0" brushRef="#br0" timeOffset="186119.95">7171 11583 156 0,'-6'-4'394'0,"-1"0"10"15,5 0 4-15,2 4-13 0,-6-4-4 0,6 4-4 16,0 0-20-16,-4-9-34 0,4 9-32 0,2-8-35 15,-2 8-24-15,13-9-26 0,-3 3-22 0,12 0-19 16,-6-6-18-16,12 3-16 0,7-2-19 0,-3 0-14 16,11-6-25-16,0 2-28 0,1 3-34 0,-1-2-41 15,-3 6-47-15,-5 0-48 0,3 2-41 0,-12 0-44 16,4 3-58-16,-7 0-50 0,-1 2-55 0,-6 2-276 16,1-1-691-16,0 3 307 0</inkml:trace>
  <inkml:trace contextRef="#ctx0" brushRef="#br0" timeOffset="186885.49">7838 11844 146 0,'0'0'244'0,"0"0"-25"0,2 6-20 0,-2-6-20 15,0 0-23-15,0 0-14 0,-2 9-13 0,4-4-11 16,-2 0-14-16,0-5-11 0,0 12-7 0,2-1-9 15,-2-3-7-15,-2 0-12 0,4 9 1 0,-2-2-5 16,0-1-6-16,6 1-5 0,-6 1-4 0,2-7-3 16,1 5-1-16,-3-7-13 0,2 3 5 0,-1 4 0 15,6-6-5-15,-5-4 1 0,3 4-2 0,-4-4-2 16,6 0 0-16,-7-4-2 0,13 0-2 0,-13 0 1 16,18-7 0-16,1-3-3 0,-11 7 6 0,5-5 12 15,-3-6 7-15,2 4 6 0,3 3 12 0,-6-8 16 16,5 4-4-16,-8-1-2 0,6 3 4 0,-7 3 0 15,5-2 2-15,-4 0 5 0,1 1-15 0,0 2-7 16,-4 1-6-16,-3 4-6 0,10-4-10 0,-10 4 1 16,5-4 4-16,-5 4-18 0,0 0 2 0,16 5-4 0,-9 2 0 15,-4-3-7-15,7 4 3 0,-5-4-3 16,2 5 2-16,-4-2-4 0,2 1-5 0,3-1 0 16,-1 4-5-16,-2-3 0 0,0-4-1 0,7 2-1 0,-9 4-3 15,5-8-1-15,-5 3 3 0,2-2 8 0,-5-3-3 16,10 7-1-16,-3-7-1 0,-7 0 2 0,0 0 0 15,15-9 0-15,-8 4 0 0,1 2 0 0,-7-2-4 16,3-3 3-16,4-3 5 0,-5 7-2 0,1-7-2 16,4 4 4-16,-6-1-2 0,3 1 2 0,-4-2-2 15,7 1 2-15,-3 4-7 0,2-2 11 0,-4 1-10 16,2 1-3-16,-5 4 3 0,14-3 0 0,-8 1-3 16,-6 2 2-16,17 2-3 0,-6 0 1 0,-1 2-1 15,-1-3 1-15,4 6 5 0,-7-3-11 0,6 0 1 16,3 3-8-16,1-2-1 0,-1 2-2 0,2-2 2 15,-1-3 1-15,1 3 5 0,-5-2-2 0,6-2 1 16,0-1 5-16,-1 0 0 0,-1-1-4 0,4-1 6 16,-5-3-2-16,6 2 3 0,-4-2 1 0,-2-3 1 0,0 2 1 15,1-2-1-15,2-1 6 0,-8-1-4 16,4 1 2-16,-4-3 0 0,0 1 6 0,1 4 10 16,-6 2 24-16,5-2 13 0,-7-1 22 0,2 1 15 0,0-1 7 15,-3 6 8-15,1-5-6 0,-3 7-7 0,2-5-17 16,-2 5-4-16,0 0-9 0,0 0-11 0,0 0-4 15,0 0-5-15,-18 12-9 0,13-5 3 0,-4 1-13 16,4 2 6-16,0-1 7 0,1-2-15 0,0 6-5 16,1-3 1-16,0 0-2 0,6-1 9 0,-1 2-5 15,3-2-1-15,6 3-11 0,6-5 7 0,1 1-5 16,12-1-12-16,1 4-18 0,2-10-30 0,-1-1-21 16,2 0-28-16,-4 0-34 0,7-4-35 0,-8-2-42 15,3 0-42-15,-1-5-55 0,-12 2-290 0,9-6-645 16,-4-4 287-16</inkml:trace>
  <inkml:trace contextRef="#ctx0" brushRef="#br0" timeOffset="187043.25">8745 11496 284 0,'-26'-9'284'0,"8"3"-14"0,-2 3-15 16,5-1-27-16,5-1-19 0,-3 2-22 0,6-1-20 15,-1 2-25-15,8 2-29 0,0 0-44 0,0 0-64 16,0 0-86-16,21 15-112 0,-4-11-131 0,3 4-350 15,1 7 156-15</inkml:trace>
  <inkml:trace contextRef="#ctx0" brushRef="#br0" timeOffset="188136.87">9623 11913 180 0,'8'2'215'16,"3"-1"-15"-16,1-1-11 0,6-1-18 0,5 2-11 0,-1 2-20 15,-6-6-10-15,4 3-15 0,5-1-12 16,3 1-9-16,-6-4-10 0,-2 1-10 0,3 2-3 16,-2-2-8-16,-2-1-7 0,-3 2-4 0,1-3-10 0,-6 3 32 15,4-5 10-15,-8 3 0 0,6-3-7 0,-11 0 2 16,4 5 2-16,-6-8 2 0,0 3 10 0,0-2 10 16,-3 1 7-16,-2 1 6 0,-2 1-4 0,1-3 3 15,-3 4-2-15,0 0-5 0,-5-2-7 0,8 6 5 16,-8-1-27-16,-4-2-3 0,7 4-3 0,-4 4-2 15,5-1-8-15,-3 2-1 0,-2 6-7 0,3-7-4 16,-3 4-8-16,2 7-3 0,1-5 0 0,1 3-3 16,6 1-3-16,-2 4-8 0,6-3 6 0,-1 0-4 15,4 0 0-15,1 3 6 0,5-3-8 0,-1-6-2 16,8 4 3-16,3-1-5 0,5 3-4 0,2-6 7 16,5-1-19-16,4-2-12 0,13-5-8 0,-14-1-6 15,13-7-5-15,-1-2-4 0,-10 0-4 0,-4 3-9 0,0-7 2 16,13-7-5-16,-20 3-14 0,4 0 12 15,7-10-14-15,-7-8-4 0,-6 2 13 0,3-3-18 16,-10-2-1-16,-4-6 11 0,-1 2 7 0,-5-1 5 0,2 3 13 16,-7-1 31-16,-7-1 33 0,2 11 26 0,2 4 35 15,-9 4 18-15,6-1 4 0,-3 5 12 0,3 1 8 16,-4 3 21-16,5 3 15 0,-3 0-25 16,4 4-15-16,-1 3-19 0,-3-4-12 0,3 9-13 0,5 0-7 15,-15 0-11-15,15 0-5 0,-15 13-11 0,7-1-10 16,0 2-5-16,3 3-1 0,1 10-9 0,-2 0-2 15,6 3-7-15,10 9-1 0,-9-7-1 0,11 9-10 16,-4-4-2-16,1-7-11 0,2 9-2 0,4-9-16 16,8 6-17-16,-6-2 0 0,3-7-26 0,-2 0-18 15,2-4-12-15,8 5-3 0,-5-9 12 0,0 0-7 16,-1-4 10-16,7-3-18 0,-14-6 2 0,9 0 3 16,-5-3 8-16,3-5 8 0,-6 4 9 0,3-4 6 0,-4-2 17 15,-4-1 0-15,2-3 7 0,-6 0 3 0,1-7 6 16,1 0 9-16,-3 0 21 0,-1-1 18 15,-3-3 34-15,-2 4 28 0,0 1 12 0,-2-3 2 16,-3 2-3-16,4 3-8 0,-6 3 0 0,5 0-7 0,-11-1-11 16,11 3-5-16,-4 3-10 0,-8-2-9 0,5 6-3 15,-5 0-2-15,3 6-5 0,1 0-1 0,-5 3-6 16,-2 6-1-16,-1-4-7 0,8 4-9 0,-3-2-9 16,3 2-8-16,-2 3-13 0,6 2-18 0,-2-6 5 15,6 0-6-15,0-2-9 0,2-3 2 0,0 3-1 16,2-3 9-16,0-1 2 0,4 0 8 0,-1-4-7 15,5 0 9-15,-2-3 9 0,7-2 0 0,-3-3 1 16,-4 0 5-16,7-4 4 0,0-2 2 0,0-2 0 16,-5 3 8-16,1-4-5 0,4 1 6 0,-2-1 2 15,4-1 24-15,-9 1 4 0,-1 1 4 0,1 1 16 16,-3-1 8-16,0 4 23 0,0 1-9 0,0-1-10 16,0 3-4-16,-3-2-7 0,3 6-10 0,-5 1-4 0,6-6-8 15,-6 6-5-15,0 0 0 0,0 0 5 0,0 0-12 16,0 0 2-16,18 7 0 0,-16 0-9 15,0 0-2-15,9 1 11 0,-2-3-14 0,-3-1-3 0,4 1-6 16,2 3 5-16,-1-2-6 0,1 2-3 0,-2-5-6 16,3-1-9-16,2 1 2 0,-2 1-4 0,4 0-10 15,-7-4 2-15,0 2-4 0,0-2-5 0,-10 0-6 16,21 0-11-16,-13 0-13 0,-8 0-13 0,15-5-23 16,-8 4-26-16,-7 1-34 0,5-4-38 0,-5 4-42 15,3-5-53-15,-3 5-240 0,7-7-592 0,-7 7 263 16</inkml:trace>
  <inkml:trace contextRef="#ctx0" brushRef="#br0" timeOffset="189553.73">11240 11803 35 0,'0'0'336'0,"-12"-5"-18"0,12 5-28 0,0 0-28 0,-12 0-28 16,12 0-22-16,-5 9 12 0,5-9-4 0,-6 12-12 15,-1-1-2-15,6 1-18 0,1 3-8 0,-7 5-13 16,5-1-15-16,-3 10-3 0,4-2-20 0,1 3-7 16,0 8-4-16,0-8 0 0,0 2-6 0,1 6-7 15,6 5-16-15,-4-4-6 0,1 0-10 0,-4-5-2 16,0-3-16-16,5-6-3 0,-1 4-5 0,0-1-2 16,-3-1-7-16,1-1 1 0,-2-6-6 0,0-1-3 15,0-3-3-15,0-2-7 0,0 3 0 0,-2-12-3 16,1 9 3-16,-4-8 0 0,-2-1-10 0,6-3 7 15,1-2 2-15,-9 3-5 0,9-3 3 0,0 0-4 16,-13-10 2-16,6 1-3 0,4-3-7 0,0 0 1 0,-1-11 3 16,-2 4-6-16,6-9-10 0,0-2-4 15,0-16-1-15,6 3-1 0,-4-4-12 0,3 4 8 16,3-3 3-16,1-1-1 0,1 5 4 0,-5-3 3 0,3 1-5 16,0 4 6-16,-5 10 1 0,2-1 12 0,0-3-1 15,-5 6 0-15,2 0 8 0,1-1 9 0,-1 5 14 16,-2 5 3-16,3 0 1 0,1 3-2 0,-3 4-3 15,3 0-3-15,-4 5-4 0,1-1-8 0,1 2-8 16,4 1 4-16,-6 5-11 0,10-1-13 0,-10 1-6 16,15 4 0-16,0 1-9 0,-3 6 1 0,-1-3-23 15,1 3-6-15,3 2-4 0,-5 1-3 0,3-1 0 16,-6 1 1-16,8 1 6 0,-10 3-2 0,-1-4 5 16,3 4 3-16,-7-5 10 0,0 2 2 0,-7-3 2 15,-1 1 0-15,0 1 6 0,-5-2-3 0,-4-1 14 16,4-1 2-16,-9-3 3 0,7 1-1 0,-1-1 2 15,-1 4 3-15,-2-8-2 0,9 2-2 0,-4-2 13 0,4-3-4 16,4 4 0-16,6-4-7 0,-13-3 6 16,13 3-4-16,0 0-11 0,0 0-15 0,16-12-14 15,-1 1-9-15,2 4-13 0,1-2-13 0,13-7-13 0,-1 2-8 16,5-9-17-16,3-1-20 0,3 4-6 0,-8-7-4 16,9 0 7-16,-9 0 16 0,2-4 8 0,-16 11 24 15,5-2 15-15,-6 3 24 0,-5 4 23 0,-5 0 22 16,-1 1 18-16,0 1 23 0,-6 4 20 0,1-1 16 15,-2 0 8-15,0 2-2 0,-2 0 0 0,1 2-6 16,-4 1-10-16,5 5-8 0,-9-7-5 0,9 7-6 16,-6-1-4-16,6 1-5 0,0 0-1 0,-10 11-6 15,10-4 1-15,0 2-2 0,0 1 1 0,3 3-4 16,4 3 7-16,-1-3-10 0,3 2 0 0,-1 4 0 16,8-4-3-16,1 8 0 0,-2-7-2 0,0 3 0 15,-2-3-6-15,-3-4-7 0,2 3-5 0,2-1-4 16,-5-4-10-16,-3 0 6 0,-6-1 0 0,9-1 2 0,-11 1 4 15,2 0-2-15,-7-1 0 0,1-2 2 0,-8-1-1 16,0 2 0-16,-1 0 6 0,0-4-3 0,-5 1 1 16,3-2 3-16,2 2 1 0,-4-2 2 0,4 1 1 15,5-1-1-15,3-2 5 0,7 0 3 0,-16 0 4 16,16 0-1-16,0 0-3 0,0 0 2 0,0 0-7 16,0 0-7-16,23-13-6 0,-5 9-19 0,10-4-7 15,0 1-10-15,7-2-2 0,-5 1-3 0,3 1 0 16,8-5-5-16,4-3-5 0,-14 5-3 0,11-5 0 15,-11 5 5-15,4-3 6 0,-12-1 6 0,7 4 3 16,-12 0 13-16,-1-1 6 0,-2 2 14 0,0 2 18 16,-7-1 26-16,0 2 21 0,-1-3 2 0,-6 4 1 15,4-1-3-15,-5 1-8 0,0 5-1 0,0 0-5 16,-10-8-7-16,10 8-1 0,-5-4-2 0,5 4-4 16,0 0-7-16,-14 0 1 0,14 0-3 0,0 0 1 15,-2 12-3-15,2-12-1 0,3 13-5 0,9-6-6 16,-6 0-12-16,18 0-21 0,-6 1-12 0,12-1-23 0,3 2-24 15,13 0-33-15,-1-3-33 0,4 2-12 0,-4-4-15 16,10-3 16-16,-6 1 10 0,-4-2 19 16,-10 0 15-16,-4 0 11 0,2-2 23 0,-8 2 30 0,-3 0 20 15,-6-4 35-15,-3 3 17 0,-4-6 14 0,-9 2 17 16,0 5 14-16,-2-8 18 0,-8 2 13 0,-1 3 12 16,-4-2 9-16,-7 0 7 0,6 2 6 0,-4-2 6 15,-12 3-4-15,6 2 4 0,-1 2-5 0,-4 3-5 16,3 2-4-16,1 2-11 0,1-2-10 15,8 4-6-15,-6 1-7 0,9-3-7 0,-4 9-9 0,2-2-5 16,2-1 4-16,5 2-16 0,0 1-1 0,4-3 1 0,6 1-8 0,-5-1-2 0,10 1 0 16,-5-5 3-16,8 5-5 0,5-4 3 0,0-4-8 15,2 0-1-15,2-4 12 0,3-2-19 0,0-4-5 16,3 1 1-16,0-3 0 0,-5-4-4 0,10-6-8 16,-6 1 3-16,4-6-7 0,-4-3-2 0,1-3 2 15,-1 1-2-15,-4-12 1 0,5-4-6 0,-2 2 7 16,-6-6-8-16,-1-2 4 0,0 1-5 0,-7 0 6 15,1-1 3-15,-1 2 16 0,-7 3 44 0,-2 11 21 16,-3 3 19-16,5 0 19 0,-3 14 9 0,0-5-10 0,-4-2-14 16,5 13-12-16,-4-5-13 0,-2 9-9 0,-1-2-12 15,3 4-6-15,6 1-5 0,-28 9-8 16,14 5-4-16,4 3-5 0,-5 5-1 0,2 2-13 0,3 1-11 16,-3 4-23-16,8 2-12 0,0-3-28 0,-2 13-20 15,6-9-9-15,1-4-49 0,5 2-33 0,0 1-29 16,1-4-44-16,4 2-54 0,2-7-50 0,-2 1-70 15,5-5-208-15,5 3-672 0,-4-14 298 0</inkml:trace>
  <inkml:trace contextRef="#ctx0" brushRef="#br0" timeOffset="190022.53">13282 11535 13 0,'-2'-6'286'0,"2"6"-22"0,0 0-33 16,0 0-22-16,0-8-24 0,0 8-14 0,0 0-10 16,0 0-10-16,0 23-11 0,0-14-13 0,0 5-16 15,2-1-6-15,-2 4-10 0,2-1-10 0,1 4-6 16,4-4-7-16,-6 0-9 0,3 2-5 0,-1-2-8 16,-1 0-2-16,3-5-2 0,-4-3-4 0,2 3-4 15,2-7-3-15,-1 4-2 0,-1-2-2 0,4 3-1 16,-6-8-5-16,-1-1 2 0,0 0-1 0,0 0 11 15,20-9 17-15,-10 2 7 0,-7-1 0 0,6 5 5 16,-6-7-2-16,2 1-5 0,2 1-1 0,-4 1-4 16,4-2 1-16,-7 5 0 0,6-3-4 0,-4 3-11 15,-2 4-2-15,6-5-8 0,-6 5-1 0,9-3-1 16,-9 3-6-16,11 0 2 0,-11 0-8 0,15 8-6 16,-7-4 4-16,-3 3 0 0,5-3-2 0,-3 5 2 0,0-6-8 15,1 3 4-15,0-1-3 0,0-1 2 16,-3-1 2-16,4 0-2 0,-4 6 18 0,5-8 15 15,-5-1 9-15,-5 0 12 0,16 0-1 0,-16 0-11 0,15-1 17 16,-8-2-1-16,-1-3 0 0,-2 3-9 0,4-4-7 16,2 2-4-16,-2-1-7 0,-5 0-4 0,2 3-2 15,5-3-5-15,-5 1-13 0,3 2-7 0,-1-2-32 16,0 1-22-16,1 0-40 0,0 1-33 0,1 2-39 16,-1-1-49-16,-8 2-54 0,11-2-48 0,-11 2-55 15,14 0-189-15,-14 0-597 0,10-3 264 0</inkml:trace>
  <inkml:trace contextRef="#ctx0" brushRef="#br0" timeOffset="190194.37">13514 11408 234 0,'-4'-11'294'0,"3"-1"-30"0,-6 4-23 15,7-2-30-15,-6 2-21 0,6-1-19 0,0 5-26 16,0 4-53-16,-9-8-41 0,9 8-64 0,0 0-83 15,0 0-202-15,0 0-322 0,-13 14 143 0</inkml:trace>
  <inkml:trace contextRef="#ctx0" brushRef="#br0" timeOffset="190741.2">14252 11145 292 0,'2'-12'427'0,"-4"-3"-29"0,2 3-16 0,-2 3-15 16,2 0-29-16,-5-1-31 0,5 3-34 0,-8 3-32 0,8 4-25 16,-2-6-22-16,2 6-16 0,0 0-17 0,-13 22-18 15,12-7-14-15,1 5-10 0,-4 4-6 0,8 6-15 16,-3-2-11-16,6 2-10 0,-2 2-5 0,-2-2-9 16,10 1 7-16,-4 3-17 0,-1-5-4 0,5 1-8 15,-1-7-1-15,-2 1 1 0,0-6-21 0,-5-2 1 16,3-5 0-16,-2-3-1 0,-4 2-6 0,5-1 9 15,-4-3 2-15,0 0-3 0,1-3-2 0,-4-3-1 16,13 0 0-16,-13 0-10 0,13-6 5 0,-8 3-2 16,5-3 3-16,-5 0-5 0,7 0-5 0,1-4 3 15,-5 3 3-15,7-2-9 0,0 2 1 0,0-1 1 16,-5 5-5-16,5 2 2 0,-4-2-2 0,2 2-2 0,2 1-6 16,-5 0 5-16,-10 0-3 0,20 1-6 0,-13 2 7 15,-2 1 0-15,0 3-3 0,0 1 3 16,-5 0-2-16,0-4 2 0,-2 8-1 0,-1-4 6 0,-2 3-3 15,-5 0 0-15,-2 1-5 0,-6 0 1 0,3 0-23 16,-1-1-18-16,-3-2-26 0,3 3-25 0,-4-2-22 16,3-1-23-16,-6-1-22 0,3-1-21 0,5 1-37 15,-1-2-25-15,1-2-51 0,7 0-286 0,-4-3-637 16,5 2 282-16</inkml:trace>
  <inkml:trace contextRef="#ctx0" brushRef="#br0" timeOffset="191006.8">14916 11168 397 0,'0'0'427'0,"0"-7"-21"0,0 7-40 15,0 0-42-15,0-7-34 0,0 7-41 0,0 0-19 16,0 0-22-16,0 0-9 0,-10 24-35 0,5-14-5 15,5 9-12-15,0-4-13 0,-8 12-8 0,3 4-12 16,3-4-17-16,-6 1-2 0,8 4-9 0,-5 0 4 16,-5 8-20-16,5 0-10 0,3-10-4 0,-9 11-21 15,9-11-50-15,-8 9-38 0,5-12-40 0,-10 2-38 16,8-4-45-16,-6 2-65 0,8-8-56 0,-1 1-23 16,1-5-215-16,1 0-577 0,-1-4 256 0</inkml:trace>
  <inkml:trace contextRef="#ctx0" brushRef="#br0" timeOffset="191444.25">15018 11420 32 0,'2'-4'254'0,"-2"4"-31"0,0 0-27 0,0 0-14 0,0 0-10 15,0 0-4-15,0 0-2 0,-2 23-12 0,2-10-15 16,2 4-16-16,-4 1-9 0,1 1-14 0,-3 6-5 15,4 0-12-15,4-6-8 0,-3 5-8 0,-1-1-3 16,-1-7-5-16,2 2-6 0,1-3-4 0,0-3-9 16,1 0-1-16,4-1-3 0,-7-2-3 0,6-3-4 15,-3-1 0-15,6-4-2 0,-4 1-4 0,-5-2-1 16,0 0-5-16,15-14 3 0,-5 6 1 0,-4 0 2 16,2-8 26-16,1 0 9 0,2-2-2 0,-4 3 3 15,3-2-4-15,3 4-4 0,-6-5 2 0,8 4-3 16,-7 0-2-16,0 3-5 0,5-1-1 0,1 6-4 0,-8 1-14 15,4 2 3-15,3-2-3 0,-4 5-3 0,-9 0-4 16,20 5-1-16,-12-2-2 0,0 4-4 16,0-3 1-16,-1-3-3 0,3 7-1 0,-7-2 1 0,7 0 1 15,-3 0-1-15,-1-1 2 0,-2-2 21 0,-4-3 30 16,5 2 41-16,-5-2 43 0,6 5 31 0,-6-5 19 16,0 0-17-16,0 0-20 0,0 0-19 0,0 0-10 15,-6-21-14-15,6 13-24 0,-2 0-27 0,-3 1-34 16,0-2-46-16,2 1-53 0,1-2-44 0,-1 3-44 15,1 4-42-15,1-4-55 0,1 7-63 0,-9-7-78 16,9 7-245-16,0 0-693 0,0 0 307 0</inkml:trace>
  <inkml:trace contextRef="#ctx0" brushRef="#br0" timeOffset="191789.5">15657 11435 154 0,'0'0'418'0,"-8"-8"26"0,8 8 7 0,-3-6-26 16,3 6-23-16,-2-5-17 0,2 5-25 0,0 0-26 16,0 0-32-16,0 0-27 0,0 0-28 0,0 0-24 15,0 0-23-15,0 0-18 0,0 0-22 0,28 8-13 16,-20-5-16-16,9 1-11 0,1 1-15 0,5-1-5 15,-1 3-14-15,4 0-7 0,4-3-6 0,-8 0-2 0,7 1-13 16,1 3-6-16,-3-5 0 0,2-2-12 0,-4-2-2 16,-5 1-6-16,0 0-3 0,3 0-2 15,-5 0-3-15,-1 0-1 0,-1-3-2 0,-7 3 1 0,4-1-6 16,-5-4-12-16,1 2-11 0,-1 0-23 0,-8 3-30 16,8-3-35-16,-1 1-46 0,-7 2-51 0,0 0-51 15,0 0-42-15,0 0-37 0,0 0-60 0,0 0-64 16,-7 17-240-16,4-13-741 0,1 4 329 0</inkml:trace>
  <inkml:trace contextRef="#ctx0" brushRef="#br0" timeOffset="192164.46">16506 11679 144 0,'-5'6'322'0,"5"-6"-11"0,0 0-39 16,0 0-24-16,0 0-27 0,0 0-21 0,10 3-23 16,-10-3-12-16,0 11-21 0,0-11-15 0,-5 8-7 15,5 0-17-15,-6-2-7 0,6 3-11 0,-9 3-9 0,3-1-1 16,-3-1-10-16,0 2-7 0,-5-3-7 0,1 5-22 16,3-4-26-16,-5 2-21 0,-3 2-30 0,3-6-35 15,-1 2-36-15,2-3-48 0,4-1-35 0,5 0-216 16,-4-3-450-16,9-3 200 0</inkml:trace>
  <inkml:trace contextRef="#ctx0" brushRef="#br0" timeOffset="192586.3">16712 11499 377 0,'-5'-3'451'0,"5"3"-6"0,-7-6-20 15,7 6-21-15,0 0-19 0,0 0-21 0,0 0-28 16,0 0-25-16,0 0-47 0,0 0-27 0,0 0-22 15,25-3-20-15,-14 3-19 0,8 0-20 0,0 0-13 16,5 0-15-16,-5 0-13 0,13 0-11 0,-2 0-16 16,1 0-2-16,-1 0-9 0,-4 0-9 0,1-1-7 15,1-3-7-15,-3 3-4 0,3 1-7 0,0-2-4 16,-6 1-4-16,-2-2-3 0,3 3-5 0,-5-1-4 16,3-6-4-16,-1 3-11 0,3 3 0 0,-8-1-5 15,2 0-6-15,3 2-10 0,-7-4-7 0,-5 4-7 0,6-2-14 16,-6 1-18-16,-8 1-15 0,11 0-24 15,-11 0-31-15,12 0-38 0,-12 0-41 0,10 1-36 0,-10-1-30 16,0 0-41-16,-5 10-57 0,5-10-280 0,-12 5-705 16,12-5 311-16</inkml:trace>
  <inkml:trace contextRef="#ctx0" brushRef="#br0" timeOffset="202499.98">6281 13071 49 0,'-4'12'353'0,"-1"-3"-11"0,5 0 3 0,-1-2-4 16,1 3-12-16,1-3-8 0,-1 3-14 0,7-2-1 15,-5-4-9-15,4 3-16 0,3-6-13 0,7 3-23 16,1-2-24-16,6-4-19 0,-5 2-17 0,12-4-22 0,-2 1-19 16,8-3-12-16,-7 0-15 0,0-2-17 15,-5 4-26-15,-3 1-28 0,1-2-60 0,1 5-68 16,-3-2-61-16,-9 0-59 0,-1 2-70 0,2-3-81 0,-12 3-331 16,15 0-741-16,-15 0 328 0</inkml:trace>
  <inkml:trace contextRef="#ctx0" brushRef="#br0" timeOffset="-190416.13">9219 12822 254 0,'-30'0'269'0,"8"0"10"0,-1 2 0 0,2-1-4 0,-1-1 3 16,-6 0-1-16,2 0 6 0,6 1 6 0,-2 2-7 15,-1-3-4-15,5 4-14 0,0-3-17 16,4 2-16-16,6-3-21 0,0 1-17 0,8-1-20 0,-17 3-16 15,17-3-15-15,0 0-7 0,32 3-8 0,17-3-6 16,13 0-10-16,35-1-11 0,62-4-8 0,17 4-5 16,7-3-10-16,24-3-7 0,13 3-5 0,4-2-6 15,4 3-1-15,12-1-3 0,0-6-3 0,7 8-4 16,3-5-3-16,0 6-7 0,8-6 1 0,-2 0-6 16,6 2-6-16,-9 2 0 0,-6-2-5 0,-14-1-4 15,-3 2 2-15,-11-4 2 0,-4 0-5 0,-15 5-5 16,-11-2 1-16,-19-3-3 0,-9 8-3 0,-54 0-1 15,1 0-21-15,-12-3-36 0,-8 3-24 0,-30-1-40 16,-5-1-37-16,-22 1-45 0,-11 1-26 0,-7 0-44 16,-3 1-40-16,-10-1-57 0,0 0-46 0,0 0-274 0,-81-1-739 15,23-3 328-15</inkml:trace>
  <inkml:trace contextRef="#ctx0" brushRef="#br0" timeOffset="-189759.95">8866 12912 69 0,'-15'-12'370'0,"7"6"-16"16,0 0-29-16,3 1-31 0,-2 1-36 0,7 4-28 15,-8 9 9-15,8 8 9 0,5 9-13 0,5 15 6 16,8 9-4-16,10 28 0 0,2 7-13 0,23 44-21 16,-7 9 1-16,7 6-2 0,-3 0-8 0,-4 14-3 15,0 2 2-15,-6 2-1 0,5 2-4 0,-10 4-4 16,3 6-8-16,1-4-2 0,-5-3-16 0,-5-4-12 15,4-11-16-15,-4-8-15 0,-1-6-11 0,-7-6-10 0,-6-37-7 16,5 33 0-16,-10-39-17 0,-8 0-8 0,-2-4-8 16,0-4-5-16,-2-29-37 0,0-6-56 15,-9-6-52-15,9-13-56 0,-1-12-60 0,-2-6-63 0,3-8-97 16,2-1-108-16,-8-25-387 0,11-19-938 0,-3-29 414 16</inkml:trace>
  <inkml:trace contextRef="#ctx0" brushRef="#br0" timeOffset="-189150.64">9488 12396 53 0,'0'0'395'0,"0"-11"1"0,2 6-5 0,-2 5-7 16,0-8-9-16,0 0-19 0,0 8-20 0,-2-6-33 15,2 6-32-15,0 0-28 0,0 0-25 0,0 0-8 16,0 0 1-16,0 0-9 0,-8 22-19 0,5-14-14 16,0 9-17-16,-7-2-17 0,5 3-11 0,-9-2-13 15,8 3-8-15,-4 3-1 0,-5 2-11 0,2-6-8 16,-1 3-8-16,-4 3-20 0,-2-5-43 0,6-4-41 15,-1-3-39-15,3 0-53 0,2 0-43 0,-3 1-35 16,-2-6-27-16,8-1-31 0,-3-2-17 0,4-4-19 16,6 0-9-16,0 0-5 0,-17-7-1 0,17-1 2 15,0 1-176-15,-3-6-520 0,3-7 231 0</inkml:trace>
  <inkml:trace contextRef="#ctx0" brushRef="#br0" timeOffset="-188978.79">9270 12500 445 0,'8'-16'62'0,"-1"1"43"0,-4 0 40 15,0 8 30-15,-3-5 26 0,2 4 18 0,-2 0 10 0,0-3-2 16,5 6-3-16,-10-2 10 0,5 7-14 0,0-11-15 15,0 11-4-15,-2-5 1 0,2 5-12 0,0 0-7 16,0 0-15-16,0 0-14 0,0 23-8 0,0-14-24 16,2 2-8-16,5 1-14 0,1 2-11 0,2 2-6 15,2 0-9-15,6-1-19 0,-2 8-49 0,4-11-40 16,5 7-37-16,-3-3-38 0,2 2-35 0,0-4-42 16,2 0-53-16,-4-5-44 0,1 2-50 0,-2-4-198 15,-4-3-573-15,1-2 254 0</inkml:trace>
  <inkml:trace contextRef="#ctx0" brushRef="#br0" timeOffset="-188822.55">9753 12627 167 0,'0'0'342'0,"0"0"-18"0,0 0-26 0,0 0-22 15,0 0-28-15,0 0-20 0,7 11 1 0,-7-11-18 16,-7 9-11-16,7-1-27 0,-1 2-16 0,1 0-15 16,0 6-11-16,1-1-19 0,-1 3-7 0,7-2-12 15,-5 4-30-15,1-3-43 0,0 3-53 0,4-1-48 16,-4-1-58-16,2 0-67 0,3-2-58 0,-3-5-202 15,-1-2-506-15,2-2 224 0</inkml:trace>
  <inkml:trace contextRef="#ctx0" brushRef="#br0" timeOffset="-188478.84">10425 12322 368 0,'0'0'380'0,"0"0"-5"16,4-10-12-16,-4 10 0 0,0-3-11 0,0 3-9 16,0 0-19-16,0 0-22 0,0 0-26 0,8-3-30 15,-8 3-24-15,0 0-22 0,0 0 7 0,0 0-1 16,-12 20-12-16,11-12-18 0,-6 4-17 0,-1 2-15 15,-1 4-17-15,-2 0-10 0,-4 1-13 0,0 5-7 0,0-2-12 16,0 3-9-16,-1-3-9 0,1 0-34 0,-3 3-27 16,3-4-31-16,0 0-36 0,2-6-41 15,3-2-40-15,0 1-31 0,-2-5-27 0,9-2-17 0,-4 3-14 16,-3-5-18-16,5-1-21 0,-3-3-16 0,8-1-10 16,0 0-14-16,0 0 5 0,-7-16 1 0,9 8-154 15,-2-4-494-15,2 1 219 0</inkml:trace>
  <inkml:trace contextRef="#ctx0" brushRef="#br0" timeOffset="-188322.61">10175 12598 1524 0,'5'-14'-133'0,"-1"-3"53"0,-1 5 33 0,-1 0 56 15,4-1 38-15,-4 5 43 0,-2-6 30 0,-2 2 19 16,2 0 17-16,0 4 8 0,-6-2 14 0,4 1-7 16,0 1-2-16,1 1-2 0,-1 4-3 0,0-4-6 15,2 7-9-15,0-7-17 0,0 7-15 0,0 0-5 16,0 0-8-16,0 0-11 0,0 0-2 0,30 13-9 0,-17-9-10 16,6 7-13-16,-5-2-1 0,3 3-17 15,8 2-39-15,-2 1-36 0,-6-5-31 0,4 7-35 0,-1 0-49 16,1-5-52-16,-4 3-56 0,3-4-60 0,-5 5-181 15,-5-5-539-15,5-3 239 0</inkml:trace>
  <inkml:trace contextRef="#ctx0" brushRef="#br0" timeOffset="-188072.63">10554 12678 100 0,'0'0'329'0,"-1"-23"-12"15,1 23-22-15,1-7-12 0,1 4-15 0,-2 3-17 16,10-6-13-16,-5 3-5 0,-5 3-6 0,13-3-1 0,-13 3-8 15,18 3-9-15,-9 0-18 0,2 1-12 16,-1 0-22-16,8 3-8 0,-8-1-14 0,-1 6-11 16,4-5-4-16,-5 5-24 0,0-1-3 0,-3 3-12 0,4-1-6 15,-9 2-9-15,0 1-8 0,0-4-1 0,-5 3-8 16,1-4-3-16,-1 5-9 0,-3-5-3 0,1 2 0 16,1-5-27-16,-2-1-27 0,6 0-23 0,-3 1-11 15,3-4-16-15,-6 0-23 0,8-4-24 0,0 0-29 16,0 0-35-16,0 0-39 0,0 0-46 0,0 0-46 15,15-20-265-15,-7 10-625 0,7-3 277 0</inkml:trace>
  <inkml:trace contextRef="#ctx0" brushRef="#br0" timeOffset="-187853.91">11071 12585 113 0,'0'0'333'0,"10"-3"1"0,-7-2 4 16,-3 5-9-16,12-4-24 0,-1-2-6 0,-1-2-24 16,3 7-22-16,2-5-22 0,0 3-26 0,0-3-17 15,2 0-26-15,1 1-13 0,-2 3-16 0,1-1-25 16,1 3-60-16,-1-4-53 0,-1 3-51 0,6-1-50 16,-9 2-56-16,-1 0-59 0,1-1-62 0,0 1-212 15,-5 0-537-15,7 0 237 0</inkml:trace>
  <inkml:trace contextRef="#ctx0" brushRef="#br0" timeOffset="-187697.67">11582 12562 50 0,'0'0'258'0,"15"-4"-2"0,-15 4 8 16,12-3 1-16,-6-2-14 0,3 2-24 0,-3-1-19 0,4-4-25 16,-3 4-11-16,8 1-23 0,-5 2-13 0,4-4-14 15,-2 3-14-15,3-5-42 0,0 7-55 0,0 0-59 16,-7-3-60-16,12 3-59 0,-4 0-43 0,-2 0-156 15,-1 0-396-15,0 3 176 0</inkml:trace>
  <inkml:trace contextRef="#ctx0" brushRef="#br0" timeOffset="-187541.44">12046 12567 281 0,'0'0'304'0,"6"6"-6"0,-6-6 4 0,0 0 2 16,0 0-12-16,22-7-24 0,-16 0-23 15,3 5-20-15,2 0-20 0,-1-4-20 0,-3 0-20 16,6-2-21-16,2 4-13 0,-5 0-14 0,3-1-24 0,-3 2-48 15,7-3-48-15,-4 1-51 0,2 1-48 0,3 3-52 16,-6-1-49-16,6 1-50 0,-2 1-220 0,-6-4-512 16,8 3 227-16</inkml:trace>
  <inkml:trace contextRef="#ctx0" brushRef="#br0" timeOffset="-187322.72">12757 12318 187 0,'0'0'327'0,"0"0"7"0,0 0 4 16,0 0-10-16,0 0-11 0,-18 21-6 0,10-14-19 15,-4 5-6-15,1-1-28 0,-6 1-19 0,4 3-26 0,-2 0-22 16,2 0-17-16,-2-2-11 0,-2 7-23 0,6-5-12 16,-1 4-14-16,-3-4-14 0,7 4-44 15,-4-4-39-15,2 0-39 0,4-2-43 0,-1 1-42 0,-1-1-38 16,1-4-46-16,1 1-50 0,1-5-44 0,1 1-49 15,-4-1-187-15,8-5-564 0,-15 1 250 0</inkml:trace>
  <inkml:trace contextRef="#ctx0" brushRef="#br0" timeOffset="-187150.85">12403 12480 157 0,'-5'-4'336'0,"5"4"-16"0,-8-7-8 15,3 4-16-15,5 3-21 0,0 0-23 0,0 0-5 0,0 0-7 16,0 0-9-16,0 0-22 0,0 0-17 15,13 22-18-15,-8-14-14 0,7 4-25 0,6 3-11 16,-1-3-8-16,-3 2-35 0,6-4-53 0,2 7-46 0,-4-8-50 16,2 3-60-16,1 3-74 0,6-6-72 0,-7 2-259 15,-4-4-577-15,6-1 256 0</inkml:trace>
  <inkml:trace contextRef="#ctx0" brushRef="#br0" timeOffset="-186869.63">12883 12503 302 0,'0'0'348'0,"-6"-3"7"0,6 3-3 0,0 0-4 15,0 0-9-15,0 0-7 0,-9 15-7 0,9-7-9 16,2-1-10-16,3 5-11 0,1-4-18 0,-2 1-22 0,9 8-21 16,-3-4-29-16,2 2-18 0,2-1-19 0,3 0-17 15,0-1-14-15,7 2-12 0,0 0-14 0,-10-1-12 16,5-4-9-16,1-3-7 0,1 3-13 0,-6 0-9 15,1-4-22-15,3 2-17 0,-11-4-18 0,0 0-19 16,1 1-19-16,-3-3-8 0,-1 3-15 0,-5-5-7 16,0 0-18-16,0 0-5 0,-20 7-9 0,5-7-16 15,-1 0-26-15,-12 0-24 0,0 0-27 0,-6-4-28 16,-4 1-32-16,-3-2-35 0,8-2-35 0,1 0-33 16,-4 1-222-16,5-3-620 0,2-3 275 0</inkml:trace>
  <inkml:trace contextRef="#ctx0" brushRef="#br0" timeOffset="-186729.02">12956 12408 92 0,'12'-12'248'0,"1"-3"-16"15,0 5-2-15,-3-3-3 0,-3 4-14 0,-1-1-20 16,2 1-18-16,-3 1-17 0,4 1-15 0,-8 2-18 16,4-2-39-16,-5 7-63 0,0-4-77 0,0 4-78 15,0 0-195-15,0 0-353 0,0 0 156 0</inkml:trace>
  <inkml:trace contextRef="#ctx0" brushRef="#br0" timeOffset="-186166.58">9364 13561 328 0,'0'0'377'0,"-21"-4"16"0,21 4 12 0,-15 0 12 16,2 0 14-16,3-1 8 0,10 1-15 0,-14-2-23 15,8 1-19-15,6 1-30 0,0 0-33 0,-17-4-38 16,17 4-25-16,0 0-30 0,0 0-26 0,0 0-14 15,0 0-26-15,0 0-13 0,23-7-48 0,-6 7-55 16,10-5-69-16,7 5-78 0,11-6-62 0,1 4-58 0,4 0-55 16,-9 1-60-16,9-7-73 0,-9 7-377 0,-3 1-852 15,-1-8 377-15</inkml:trace>
  <inkml:trace contextRef="#ctx0" brushRef="#br0" timeOffset="-185822.87">10313 13453 369 0,'0'0'478'0,"0"0"-36"0,0 0-33 0,16-12-9 0,-16 12 2 15,15-7-22-15,-10 2-17 0,8 1-32 0,-1-4-31 16,8 1-31-16,-4 1-26 0,3 0-22 0,4 0-26 16,2 0-21-16,-2 4-17 0,10-3-29 0,-8 1-57 15,-2 1-62-15,5 2-59 0,2-2-62 0,6 3-61 16,-8 0-70-16,-5 3-77 0,6-6-77 0,-1 6-278 0,-5-3-731 15,-2-3 325-15</inkml:trace>
  <inkml:trace contextRef="#ctx0" brushRef="#br0" timeOffset="-185385.42">11751 13304 78 0,'0'0'440'0,"7"1"-29"16,-7-1-20-16,0 0 9 0,15 4-12 15,-15-4-26-15,11-3-28 0,-11 3-32 0,15 3-29 16,-7-3-26-16,1-4-25 0,-9 4-24 0,16-1-21 0,-6 1-22 16,2-2-54-16,-1-1-64 0,-1 1-71 0,3 1-66 15,-1-5-79-15,6 5-84 0,2 1-94 0,-3-3-241 16,-1-1-646-16,4 4 286 0</inkml:trace>
  <inkml:trace contextRef="#ctx0" brushRef="#br0" timeOffset="-185104.2">12595 13216 214 0,'7'4'422'0,"-2"-1"4"15,3 1 22-15,2 1 23 0,0-2-7 0,-2 1-24 0,4-1-20 16,1 0-22-16,4 2-26 0,-1-1-32 0,6-3-31 16,-7-1-30-16,3 4-23 0,-2-4-28 0,7 0-24 15,1 0-18-15,-5-4-43 0,3 3-59 0,-5-2-69 16,-1 2-70-16,2-4-105 0,-3 5-90 0,-7-5-101 16,6 4-119-16,-4-5-336 0,0-2-873 0,-1 3 387 15</inkml:trace>
  <inkml:trace contextRef="#ctx0" brushRef="#br0" timeOffset="-184266.22">14444 12353 21 0,'0'-9'392'16,"3"2"-5"-16,2 1 14 0,-5-1 2 0,7 0 7 15,-7-1 0-15,0 2-5 0,3-6-16 0,-3 8-26 16,0 4-17-16,5-8-26 0,-5 4-31 0,0 4-27 0,0-10-31 16,0 10-22-16,0 0-22 0,2-5-18 15,-2 5-22-15,0 0-8 0,0 0-19 0,0 0-13 0,5 23-8 16,-4-18-8-16,3 2-10 0,-1 4-17 0,-3-7-16 15,7 3-20-15,-6-2-11 0,4 0-9 0,-5-1-10 16,0-4-9-16,15 8-7 0,-7-8-6 0,-8 0-4 16,15 0 3-16,-8-5-2 0,8 5 3 0,-7-7 0 15,4-2 2-15,1 3 5 0,-1-6 1 0,4 0 1 16,-3 3 6-16,1-6-4 0,-3 6 5 0,1 7 0 16,-1-10 1-16,-4 7 2 0,5-5 2 0,-7 3 11 15,4 1 5-15,-2 2 0 0,-4 1 1 0,-3 3-5 16,12-4-2-16,-12 4-1 0,0 0 2 0,17 8 0 15,-8-1-2-15,-4-2 0 0,5 6 2 0,0 2-2 0,4 1-2 16,2 8-1-16,-1-5 1 0,-2 2-1 0,-3 8 0 16,2-3 1-16,3 3-1 0,0-3-4 0,-1 3 5 15,-5 0 1-15,4-1-2 0,0-3-2 0,-11 0 2 16,4-10 1-16,-4 10 0 0,-2-4 5 0,-2-2 17 16,-4-3 9-16,1 1 12 0,-10-7 11 0,0 3 27 15,-6-3 2-15,4-1 11 0,-6-2 2 0,3-4 8 16,-11-6 3-16,1 1-1 0,3-7-6 0,2-2 5 15,2-3-8-15,-2-2 3 0,4-5-16 0,6 0-17 0,0-4-6 16,4 0-11-16,6 0-10 0,5-5-13 16,5 6-40-16,3-1-41 0,5-1-46 0,4 5-44 0,-1 2-49 15,7 2-56-15,2 1-68 0,0 2-58 0,5 3-67 16,0 4-82-16,-1 4-425 0,-2 2-1024 0,9 5 453 16</inkml:trace>
  <inkml:trace contextRef="#ctx0" brushRef="#br0" timeOffset="-182844.48">14773 13154 273 0,'0'0'295'0,"0"0"-4"0,-15-7-1 0,15 7-10 0,0 0-9 16,-9-4-6-16,9 4-9 0,-5-4-5 0,5 4-15 15,-12-2-12-15,12 2-6 0,0 0-11 0,-8-2-19 16,8 2-4-16,0 0-5 0,-14 8-13 0,6-5-9 16,3 1-14-16,-5 4-6 0,5 0-8 0,0-1-11 15,-3 2-7-15,1 6-8 0,-2-4-7 0,2 1-8 16,0 1-2-16,2 2-10 0,-3 0-10 0,1 0-5 0,7 3-5 16,-3-9 1-16,3 9-11 0,0-8-1 0,3 2-5 15,4-1-6-15,-2-2-2 0,8 3-4 16,-1-3-1-16,4 0-3 0,6-2 1 0,-4-3-2 0,10-4-5 15,0 1-3-15,1-1-3 0,-6-1-1 0,5-3 3 16,2-4-3-16,-1-3 1 0,-12 5 4 0,3-4-4 16,-4-4-1-16,4 2-5 0,-7 0 3 0,-3-1-1 15,-8-1-2-15,5 1 2 0,-7-1-5 0,-7-1 2 16,-1 0-3-16,-2 3 1 0,-10 0-1 0,3 0 0 16,-4 3-4-16,-7-2-3 0,0 4-27 0,-2 2-28 15,0 1-44-15,0 2-48 0,5 1-58 0,-3 4-67 16,-1 1-85-16,9 0-96 0,-2 0-277 0,-1-1-796 0,13 2 354 15</inkml:trace>
  <inkml:trace contextRef="#ctx0" brushRef="#br0" timeOffset="-180374.52">10197 14160 408 0,'-60'8'433'0,"2"2"-11"16,4-3-16-16,6 3-14 0,10 2-23 0,11-4-18 16,11-1-17-16,7 0-6 0,9 2-1 0,9-1-15 15,7-3-19-15,32 6-15 0,40-5-26 0,14-5-29 16,41-1-22-16,4-4-17 0,15-7-16 0,-1-1-18 15,9-6-15-15,-2 5-11 0,0-11-11 0,-5 6-13 16,-13 6-14-16,-41 0-9 0,34-2-9 0,-46 5-9 16,4 4-28-16,-1-2-39 0,-11 1-41 0,-6 5-40 15,-25 1-68-15,-5 0-57 0,-4 3-56 0,-19 1-54 16,-8 1-59-16,4-3-54 0,-8 0-346 0,-6 5-847 16,-7-3 376-16</inkml:trace>
  <inkml:trace contextRef="#ctx0" brushRef="#br0" timeOffset="-179296.51">14724 13855 305 0,'0'-7'392'0,"0"-2"11"16,0 2 16-16,0-4 13 0,0 3 10 0,0 1 6 16,0-1 10-16,0 8 5 0,0-10 14 0,0 6-14 15,0 4-12-15,0-13-24 0,0 9-33 0,0 4-36 16,0 0-37-16,0 0-33 0,0 0-13 0,0 0-7 0,0 0-15 16,0 0-19-16,6 27-21 0,-4-10-206 0,1-3-7 15,1 9 0-15,2 3 0 0,-2-1 0 0,5 2 0 16,-2-1 0-16,1 2 0 0,1-1 0 0,1 0 0 15,-4 0 0-15,9-3 0 0,-7-6 0 0,-1 1 0 16,1-2 0-16,4-2-285 0,-9 0-224 0,7 0-90 16,-7-6-534-16,6-2-1228 0,-4 0 543 0</inkml:trace>
  <inkml:trace contextRef="#ctx0" brushRef="#br0" timeOffset="-177421.72">14758 14611 170 0,'4'-5'378'0,"-3"-4"-2"0,-1 4 7 16,4-3 10-16,-4 1 18 0,1 0 26 0,4 2 12 15,-5 5 1-15,0-12-16 0,0 12-23 0,4-5-29 16,-4 5-40-16,0-5-37 0,0 5-32 0,0 0-30 16,0 0-25-16,0 0-20 0,0 0-9 0,0 0-21 15,0 19-9-15,1-13-11 0,3 5-18 0,-4 2-11 16,10 1-12-16,-5 2-29 0,-4-5-46 0,14 5-55 15,-7-1-63-15,1 4-70 0,4-2-81 0,0-5-70 0,-5 3-80 16,6 0-79-16,1-1-95 0,1-2-299 16,-3-4-932-16,2 0 412 0</inkml:trace>
  <inkml:trace contextRef="#ctx0" brushRef="#br0" timeOffset="-176828.02">14884 14599 36 0,'0'0'395'0,"-11"-1"-2"0,11 1-28 0,-15 0-26 0,15 0-16 16,-22 8-9-16,11-7 1 0,-1 5-2 0,-8 5-4 16,5-2-19-16,2-1-19 0,6 1-13 0,-6 5-10 15,7-2-18-15,-1 4-15 0,7 3-9 0,-2-1-20 16,4-2-18-16,10 0-1 0,-4 6-14 0,8 0-13 16,8 0-17-16,-3-7-12 0,9 5-12 0,-9-4-11 15,8-1-6-15,5-3-11 0,-4 0-6 0,2-2-5 16,-1-3-7-16,-3-2-3 0,2-2-5 0,-9 1-5 15,1-4-4-15,-6-4-4 0,1 1-4 0,-5-4-3 16,-2 0-2-16,3-3-3 0,-7-7-4 0,-1 0-1 0,-3-2 0 16,-9-8-2-16,1 0-3 0,-9-3 1 0,2 1 3 15,-12-5 9-15,7 10 14 0,-11-7 7 0,1 2 3 16,2 8 1-16,-11-10-6 0,6 14-3 0,6-1-5 16,-8 6-6-16,2-2-1 0,1 7-9 0,2-2-21 15,-9 5-17-15,16 4-42 0,-9 0-61 0,0 4-81 16,10 0-78-16,0 4-71 0,1 1-81 0,2 4-102 15,2-4-323-15,4 9-929 0,1-2 411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09:31:13.49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2204 1489 154 0,'0'0'192'0,"-1"26"2"0,1-18-15 16,3-1-5-16,0 5-6 0,1-3 1 0,-4 7-17 15,3-4-3-15,0 5 0 0,-1 0-4 16,1-1-8-16,-3-4-7 0,0 6-7 0,-3-3-2 0,1 2-6 16,2-1-3-16,0-2-8 0,-3 1-3 0,0 2-4 15,-4-2-12-15,2 2-8 0,0 2-7 0,-2-4-3 16,1 4-13-16,-1-3-1 0,1 2-8 0,2 0-2 15,-4-1-7-15,3 2-2 0,2-3 3 0,-2 4-9 16,0-2-6-16,1-1-19 0,0 2-27 0,4-3-28 16,-4 4-39-16,-1-5-44 0,4 0-44 0,1 0-38 15,-4-6-42-15,3-2-168 0,1 4-464 0,-7-5 206 16</inkml:trace>
  <inkml:trace contextRef="#ctx0" brushRef="#br0" timeOffset="312.45">2213 1510 155 0,'0'0'194'0,"0"0"-3"15,0 0-3-15,0 0-14 0,0 0-1 0,21 11-15 16,-11-7-9-16,2 7-5 0,-1-3-13 0,7 0-12 15,-3 4-12-15,10 3-9 0,-7 0-10 0,6 1-9 16,4-1-7-16,-2 1-6 0,-1 2-1 0,3 3-13 16,2-3 0-16,-5-2-10 0,3 4-5 0,0-1 1 15,-1-2-5-15,-6 1-3 0,6 1-3 0,-9-7-6 16,-5 5-1-16,8 0-3 0,-6-4-1 0,-10-2 0 16,2-3-2-16,3 4-7 0,-3-2-15 0,-3-3-8 0,-2 2-11 15,-2-1-20-15,3-4-15 0,1 2-15 16,-4-6-14-16,6 10-18 0,-6-10-35 0,0 0-23 15,0 3-34-15,0-3-103 0,0 0-330 0,0 0 146 16</inkml:trace>
  <inkml:trace contextRef="#ctx0" brushRef="#br0" timeOffset="546.8">2823 1521 39 0,'-6'-8'287'0,"2"0"2"0,4-1-5 16,-3 2-12-16,3 1-22 0,0 6-27 0,-2-5-26 15,2 5-22-15,0 0-18 0,0 0-16 16,0 0-13-16,0 0 19 0,2 20-24 0,1-8-11 16,1 2-7-16,2 7-3 0,1 5-2 0,3-1-7 0,-3 2-7 15,2-3-12-15,1 3-9 0,0 0-5 0,4 2-5 16,-8-2-6-16,7 1-9 0,-6-1 2 0,3 3-15 16,-8-3-37-16,6-4-28 0,-6 2-36 0,1-7-32 15,-3 1-41-15,0 1-40 0,-3-4-49 0,-2 2-46 16,-2-4-159-16,0-5-477 0,1 0 211 0</inkml:trace>
  <inkml:trace contextRef="#ctx0" brushRef="#br0" timeOffset="1390.47">3128 1831 140 0,'0'0'211'0,"0"0"-1"16,16 5-10-16,-9-5-7 0,-7 0-13 0,17 2-12 15,-4-2-12-15,2 0-13 0,-2 0-15 0,4-4-11 16,-3 1-12-16,5-4-9 0,-1 1-10 0,0 3-9 16,4-1-4-16,-7-7-7 0,6 0-2 0,-4 4-10 15,-4-2 4-15,2-3 1 0,-2 0 10 0,-5 4-11 16,-1-3-1-16,1 2-2 0,-3-1-4 0,-3-2-2 15,-2-1-3-15,0 2-2 0,-7 1-1 0,7 2-2 16,-8 1 0-16,0 1-4 0,-6 0-8 0,4 1 3 16,-8 4-6-16,2 1-5 0,-4 1 1 0,3 4 0 15,-4-2 1-15,3 6 0 0,-2-2-6 0,0 3 2 16,3-2 4-16,1 8-10 0,1-6-3 0,2 2 3 16,-1 1-1-16,8 2-1 0,-1 1-3 0,2-5 1 15,2 5 2-15,3 0 0 0,3-1-3 0,0 4 2 16,4-7-2-16,3 8 0 0,3-9 3 0,2 2 6 0,0 1-9 15,5-6-6-15,5 6 0 0,-4-5 9 16,1-3-23-16,6 0-20 0,2 0-18 0,-2-6-15 16,2 1-14-16,-2-4-21 0,-7-1-12 0,4-4-6 15,-3 3 5-15,-1-5 12 0,-3 0 3 0,2 1 6 0,-7-4 10 16,4-1 10-16,-2 1 11 0,-4-1 6 0,-1-1 18 16,-1-5 23-16,-3 8 18 0,3-3 21 15,-8 1 13-15,4 2 17 0,2-2 5 0,-7 3 16 16,5 1 8-16,-2 3 4 0,-3-3-6 0,2 3 0 0,3 2 0 15,-5 0-12-15,0 5-10 0,6-7-13 0,-6 7-10 16,0 0-4-16,0 0 2 0,0 0-4 0,0 0-2 16,4 15-7-16,2-6 8 0,-6 2-7 15,7-2-4-15,-7 9 9 0,8-3-14 0,-6 3-2 0,3-3-1 16,1 3 2-16,1 1-1 0,0-7 0 0,-1 7-4 16,1-4 1-16,3-2-3 0,-4 1 2 0,3-1-1 15,-1-2-3-15,4-6 10 0,-3 3-7 0,3-1 0 16,-4-4-1-16,4-3 7 0,1 0-6 0,0-1-1 15,2-5-4-15,-5 1 5 0,7-2-1 0,-4-2-4 16,0-3 4-16,2-2-1 0,-3 4 13 0,-1-2-6 16,-4-1 17-16,1 1 13 0,-3-2 19 0,3-3 10 15,-4 6 19-15,-1-8 1 0,-1 11 7 0,3-3 1 16,-5 1 1-16,0 0-3 0,1 3-2 0,-1-1-9 16,0 0-1-16,0 1-5 0,0 7-15 0,0-5-9 15,0 5-6-15,0 0-9 0,5-8-11 0,-5 8-11 16,0 0 3-16,0 0-1 0,0 0 0 0,0 0-3 15,4 18-2-15,1-10 2 0,-4 2-8 0,6 1 1 16,-7 5 3-16,6-1-4 0,3 4-2 0,-3-7-24 16,-4 7-12-16,6-3-26 0,-3 2-15 0,4-2 2 15,-3 0-39-15,1-3-15 0,1-4-28 0,-1 0-29 16,6-2-28-16,-3 1-40 0,-4 0-41 0,8-5-29 16,-1-3-253-16,-3 1-614 0,3-2 272 0</inkml:trace>
  <inkml:trace contextRef="#ctx0" brushRef="#br0" timeOffset="1728.73">4310 1671 204 0,'0'-7'277'0,"0"7"-10"0,0 0-19 0,1-8-26 0,-1 8-25 16,0 0-17-16,0 0-17 0,0 0 3 0,0 0-18 15,25 8-9-15,-15-7-6 0,5 6-11 16,-7-2-10-16,6 2-12 15,0 1-7-15,3 2-4 0,-4-1-18 0,0 2-7 0,4 3-4 16,-2-1-4-16,6-1-5 0,-11 2-8 16,9-1-4-16,-5 2-4 0,0-2-9 0,-4 2 13 0,0-4-11 15,-1 4-5-15,-4-6-1 0,2 2-3 0,-2-4 3 16,-3 1-8-16,1-4 4 0,-3-4 10 0,-5 9 10 0,5-9 12 16,-13 2 4-16,13-2 13 0,0 0 4 15,-22-8 8-15,14 5-3 0,1-5-3 0,1 0 11 16,2-2-9-16,-4-2-15 0,3-1 3 0,2 2-7 15,0-4-8-15,3 7-12 0,0-6-12 0,6-1-29 0,1-2-22 16,6 5-44-16,2-1-31 0,2 1-34 16,9-2-33-16,0 7-33 0,4 1-28 0,5 0-29 15,-4 3-14-15,17-2-16 0,-3 10-163 0,-12-2-489 16,0 3 217-16</inkml:trace>
  <inkml:trace contextRef="#ctx0" brushRef="#br0" timeOffset="2322.41">5250 1755 83 0,'8'-5'181'0,"-8"5"1"0,2-4 5 0,-2 4 3 16,0 0-1-16,-17-12-1 0,9 8-2 0,0 2-7 0,-2-3-5 16,-5 3-14-16,-2-1-20 0,1-1-9 0,-4 4-15 15,-3 4-9-15,-5-1-11 0,-2-1-13 16,0 5-6-16,5 1-10 0,-3 2-5 0,0 0-6 16,5 2-5-16,1 3-8 0,2-3-3 0,9 3-4 0,-6-5-8 15,7 6-6-15,4-9-13 0,2 2-4 0,-1 0-4 16,4 0-9-16,2-3-5 0,8 1-5 0,-3-2-5 15,7-3-10-15,1-1-8 0,2-1-4 0,2-1-3 16,2 1-2-16,0-4-1 0,-2-3 11 0,4 4 1 16,-1-3 3-16,-4-1 9 0,3 0 3 0,-5 0-4 15,0-2 5-15,0 5 9 0,-2-3 12 0,-3 5 18 16,-4-5 10-16,1 4 9 0,1 0-3 0,-3-1-6 16,-5 4-7-16,8-1-5 0,-8 1 0 0,0 0-2 15,0 0-2-15,14 8-1 0,-13 3 3 0,4-5 2 16,-1 0-4-16,2 3 6 0,1 1-5 0,0-1 0 15,1 2 0-15,2 1-5 0,0 0 3 0,0-6 0 16,3 6-2-16,-2-3 4 0,3-2-1 0,2-2-2 16,2 4 4-16,-1-8-3 0,4 3 0 0,1-8 4 15,-5 0-6-15,4-2 1 0,1-3 1 0,-1 0-2 16,-4-3 5-16,6-5-5 0,-3-3 2 0,-5-4-5 16,4-7 2-16,0-6-2 0,-1-2 0 0,-3-3-2 15,-7-2-1-15,0 2 6 0,1-1-7 0,-4 1 1 16,-4 0 0-16,1 3 14 0,-2 7 22 0,3 5 22 15,-8-4 9-15,4 5 14 0,-6 1 15 0,0 6 4 16,2 0 6-16,2 3 22 0,-2 1-9 0,2 3-3 16,-2 3-5-16,-2 2-14 0,4 0-19 0,-2 2-5 15,0 3-9-15,5 2-9 0,0 0-4 0,-25 12-12 16,10-3 1-16,7 4-2 0,-5 4 0 0,-2 9-11 16,5 1 4-16,0 1-9 0,0 5-7 0,3 9 5 0,-1-2 0 15,1 4-2-15,6 1 8 0,1-6-13 16,1 4 1-16,6-1-7 0,-5-10-5 0,11 7-27 15,2 0-39-15,0 0-52 0,5-12-54 0,-4-2-63 16,7-2-62-16,6-3-56 0,-5-1-251 0,6-6-651 0,13 2 289 16</inkml:trace>
  <inkml:trace contextRef="#ctx0" brushRef="#br0" timeOffset="2712.99">6961 1611 152 0,'-1'-8'309'0,"2"3"-10"0,4-2-23 15,-5 7-24-15,0-7-32 0,0 7-26 0,0 0-24 16,0 0-3-16,0 0-19 0,0 0-13 0,-11 27-13 16,9-12-10-16,2 4-9 0,-8 1-4 0,6 9-14 15,-1-1-6-15,1 3-12 0,-6-2 1 0,8 1-10 16,0 1-3-16,-2 3-8 0,2-4-7 0,0-3-4 15,0 1-9-15,-5-2-28 0,5 1-25 0,0-2-31 16,0-7-31-16,0 0-39 0,0-9-37 0,0 3-34 16,0-4-30-16,5-3-178 0,-5-3-438 0,0-2 194 15</inkml:trace>
  <inkml:trace contextRef="#ctx0" brushRef="#br0" timeOffset="3103.58">6965 1513 248 0,'-4'-25'301'0,"3"8"0"0,1 5-3 16,-2 0 2-16,4 5-8 0,-2-1-26 0,0 0-34 16,0 1-29-16,0 7-30 0,0 0-17 0,0 0-10 0,0 0-15 15,10 18-15-15,-4-1-8 0,2 0-13 16,4 8-6-16,5 4-9 0,-4-1-9 0,7 11-4 16,1-3-9-16,-1 2-2 0,2-3-9 0,-1 2-4 0,1-10-5 15,-1 7 3-15,-6-2-8 0,7-8-3 0,-6 1-1 16,6-3-4-16,-3 4-2 0,-5-11-2 0,2 6 1 15,-1-6-2-15,-2-3-3 0,1 0 2 0,-6-5-8 16,3 0 4-16,1-5 4 0,-4 3-6 0,2-3 1 16,2-2 0-16,-12 0 2 0,18-8-4 0,-8 2 3 15,-2-3 1-15,2-4-6 0,-5-4 4 0,-2-1-6 16,4-9 4-16,-5-2-7 0,3-2 3 0,-5-6 1 16,0-10 19-16,0 6-5 0,-7-1 13 0,7 2-2 15,0-1 3-15,-7 1-3 0,6 10-3 0,-1 3-3 16,-1 0-1-16,1 0-4 0,2 7 1 0,-6 4-4 15,6-2-2-15,-2 5-9 0,0 2-3 0,2 2-29 16,0 2-59-16,-1-1-44 0,1 8-29 0,0 0-23 16,0 0-35-16,0 0-29 0,0 0-29 0,0 24-35 0,3-9-226 15,-1 1-575-15,4 1 254 0</inkml:trace>
  <inkml:trace contextRef="#ctx0" brushRef="#br0" timeOffset="3494.16">7809 1881 171 0,'11'3'211'0,"-7"1"-6"0,9-4-8 15,-13 0-14-15,13 0-8 0,-3-3-13 0,-10 3-10 16,26-1-10-16,-16-2-9 0,4 2-6 0,1-1-9 16,-1-4-8-16,0 3-9 0,-6-3-6 0,5 0-3 15,2 0-5-15,-7-3 0 0,9 1-5 0,-10-7-7 16,1 8-3-16,3-8-6 0,-4 2-1 0,0-1 1 15,-4 1 1-15,-1 2 1 0,-2-1 1 0,0 0 10 16,-4 1 10-16,-1-1 2 0,2-1-3 0,-7 2-4 16,2 4-7-16,-2-1 1 0,-3 1-7 0,-1-1-3 15,-2 3-11-15,-1 5 2 0,-3 0-1 0,-3 1 2 16,2 5-3-16,-6 0 4 0,2 6 0 0,4 3-7 16,-4 0 0-16,4 4-6 0,2 3-5 0,3-1-8 15,3 4 4-15,3 2-5 0,5-2 3 0,3-1-6 16,2 2 1-16,5-3-7 0,5 2 13 0,5-3-13 0,0 1-5 15,8-3 4-15,3-1-5 0,6-3-1 0,4 4-5 16,-1-10-23-16,11 4-33 0,-3-8-23 16,2-5-22-16,-9-2-20 0,9-2-20 0,-15-5-21 15,1-4-30-15,4 2-27 0,7-14-37 0,-4 0-40 0,-2-7-28 16,-11-5-205-16,-2-6-558 0,-1-7 248 0</inkml:trace>
  <inkml:trace contextRef="#ctx0" brushRef="#br0" timeOffset="3697.26">8499 1342 220 0,'0'-18'293'0,"0"-2"13"0,-7 1 9 0,6 4 11 16,-4-1 5-16,3 4-3 0,-3 1-3 0,0 4-13 16,0-2-33-16,5 5-34 0,-2-1-29 0,2 5-23 15,0 0-25-15,0 0-18 0,0 0-13 0,-11 21-16 16,9-6-11-16,4 8-6 0,-2 0-11 0,3 8-11 16,2 12-5-16,-5-1-8 0,10 5-10 0,-5-4-1 15,0 5-24-15,-3-3-36 0,1 0-27 0,4-2-37 16,-4-4-36-16,-1 2-37 0,3-4-38 0,-4-5-19 15,4-2-48-15,-3-7-53 0,-2-4-48 0,0-1-214 16,-2-1-607-16,-3-9 269 0</inkml:trace>
  <inkml:trace contextRef="#ctx0" brushRef="#br0" timeOffset="3931.61">8297 1694 263 0,'-7'-7'336'0,"4"4"-11"0,-7-1-12 16,10 4-5-16,-7-8-13 0,7 8-24 0,0-5-25 16,0 5-25-16,0 0-28 0,0 0-23 0,0 0-18 15,7-8-19-15,-7 8-14 0,25 1-10 16,-5-1-11-16,11 4-22 0,-1-4-28 0,-2 3-13 0,5-2-21 16,2 3-17-16,-8-4-15 0,2 2-14 0,3 1-19 15,-4 3-11-15,7-5-12 0,-12 6-22 0,0-4-20 16,-3-2-32-16,-4 2-32 0,1-2-34 0,-4 2-28 15,-1 2-174-15,-2-5-448 0,-4 4 198 0</inkml:trace>
  <inkml:trace contextRef="#ctx0" brushRef="#br0" timeOffset="4479.95">8860 1740 53 0,'0'0'319'0,"0"0"-3"0,0 0-18 0,0 0-22 15,0 0-21-15,8 1-25 0,-8-1-30 0,0 0-16 16,3 8-20-16,1-2 0 0,-4 0-5 0,0 1-8 16,0 7-11-16,1-1-7 0,-1 4-13 0,0 0-9 0,0-3-15 15,5 6-2-15,-5-2-12 0,0 5-8 16,0-1-8-16,2-4-4 0,4 1-11 0,-2 3 2 16,1-6-10-16,0-1-1 0,-4 0-8 0,8-4-3 15,-9-1-11-15,5-3-15 0,-5 1-5 0,8-1 3 0,-8-3-2 16,0-4-5-16,8 4-4 0,-8-4-7 0,13-8-1 15,2 1 1-15,-8-2-1 0,1 2 4 0,5-9 1 16,-4 5-2-16,2-3 1 0,1-3 6 0,-1 2 3 16,-1-1 13-16,2 4 23 0,-2-4-2 0,0 2 14 15,0 1 7-15,-2 2 8 0,-5 0 2 0,4 3-2 16,0 1-5-16,-2 0-4 0,-2 2-6 0,2 0-11 16,1 3-9-16,-6 2-4 0,0 0 0 0,17 6-6 15,-9 2-4-15,1-3 9 0,-1 5-1 0,7 3-3 16,-5 1-1-16,6-1 5 0,-1 3-6 0,2 2 0 15,6 5-2-15,-3-7-7 0,1 6 2 0,-6-8-6 16,0 4 5-16,0-7 0 0,0 5 0 0,0-7-1 0,0 5 1 16,-2-2-2-16,-5-8 21 0,4 4-10 15,-4-5 0-15,-1 1 10 0,1-4 11 0,-8 0 3 0,0 0-1 16,16-7-4-16,-4-1 3 0,-7 1-2 0,0-2-5 16,0-5 7-16,-2 2-5 0,4-7-3 0,-5-1 6 15,1 3-5-15,5-9 0 0,-8 0-4 0,3 2-3 16,-3-1-1-16,4 1-5 0,-1-1-2 0,0 2-3 15,1 5-5-15,-4 3-10 0,0-3-31 0,6 4-37 16,-1-2-38-16,-5 8-43 0,4 0-39 0,-4 1-60 16,1 3-49-16,-1 4-37 0,10-6-44 0,-10 6-207 15,12 2-635-15,-12-2 282 0</inkml:trace>
  <inkml:trace contextRef="#ctx0" brushRef="#br0" timeOffset="5011.14">9919 1838 52 0,'0'0'291'0,"0"0"-9"16,0 0-15-16,0 0-11 0,0 0-21 0,-36 1-10 15,26 2-19-15,-2 1-11 0,2 4-12 16,-3 3-20-16,-2-4-19 0,5 5-14 0,-3-3-11 0,5 5-12 16,-2-2-8-16,1-4-12 0,3 6-8 0,4 3-6 15,-5-9-9-15,6 4-5 0,2-2-8 0,6-1-3 16,-2 1-6-16,3-1-8 0,-1-3-9 0,5 0-8 15,4-3-11-15,1 3-7 0,-7-6-7 0,8 0-3 16,2-5-7-16,-5 2 5 0,-2-2-3 0,2-4 5 16,0 1 2-16,-2-2 0 0,2-6 6 0,-9 5-4 15,3-5 1-15,-3 1 3 0,2 2 10 0,-1-5 6 16,-7 6 11-16,7-4 6 0,-7 5 6 0,0-1 7 16,0-2 17-16,1 7 0 0,-2 0 8 0,2-6 4 15,-2 9-1-15,1-4 8 0,0 1-16 0,0 7-13 16,1-8-9-16,-1 8-6 0,0 0-6 0,5-4-8 15,-5 4 4-15,0 0 1 0,28 7-8 0,-13 1 0 16,2-1 13-16,-1 1-16 0,4-1 21 0,-1 5-25 16,0-4-5-16,5 8-3 0,-6-5 2 0,5 4-2 15,-5-6 9-15,-5 2-11 0,2-3 3 0,-3 0-4 16,-2-2 3-16,-2 2-3 0,-1-6 1 0,1 3 0 16,0 1-8-16,-1-3 11 0,-7-3 8 0,5 3 19 0,-5-3 29 15,0 0 23-15,0 0 11 0,0 0 16 0,0 0 16 16,0 0 8-16,0 0 0 0,-20-19 6 15,20 11 4-15,-7-1-3 0,6-1-6 0,-4-5-10 0,5 0-13 16,-2-1-13-16,4-3-11 0,-2 1-6 0,5 3-10 16,-5-3-12-16,6 2-14 0,-4-1-35 0,6 5-45 15,-1-4-53-15,0 7-39 0,6-2-82 0,0 2-62 16,-3 6-58-16,-2 0-52 0,7 2-65 0,3 5-323 16,-8-3-831-16,10 4 369 0</inkml:trace>
  <inkml:trace contextRef="#ctx0" brushRef="#br0" timeOffset="5307.99">10715 1451 364 0,'0'-17'413'0,"0"2"3"0,5 3-16 0,-5 5-10 16,2-4-10-16,-2 5-12 0,0 0-22 0,0-2-30 0,0 8-34 15,0-7-32-15,0 7-31 0,0 0-24 16,0 0-18-16,0 0-22 0,0 0-14 0,-7 18-13 16,7-5-10-16,-2 6-12 0,-4 0-13 0,6 5-6 0,-2 7-11 15,2-2-4-15,2 11-8 0,-2 1-6 0,0-4-7 16,6 4-3-16,-6-2-12 0,2-2-39 16,-2-3-25-16,5-6-29 0,-3 3-36 0,4-2 1 15,-4-1-36-15,1-2-35 0,-1-1-27 0,-2-5-39 0,-2-2-37 16,2 0-33-16,0-9-34 0,2 0-28 0,0 1-224 15,-2-3-633-15,8-2 280 0</inkml:trace>
  <inkml:trace contextRef="#ctx0" brushRef="#br0" timeOffset="5557.96">11083 1687 7 0,'8'-13'366'15,"-3"-1"11"-15,-2 4 12 0,-3 0-16 0,0 0-21 16,-3-2-6-16,-2 5-11 0,3-2-20 0,-4 3-22 15,-4 1-21-15,-2 1-30 0,4 1-18 0,-5-2-8 16,-2 5-15-16,0 5-16 0,0 1-18 0,7 0-13 16,-7 0-11-16,-4 6-16 0,6 3-6 0,2 0-15 15,-4 0-6-15,2 9-12 0,3-3-7 0,1-2-9 16,4 7-4-16,-1 2-6 0,2-5-9 0,4 6-5 16,0-13-4-16,0 11-4 0,2-6-17 0,3-2-27 15,2 1-39-15,-2-2-27 0,1-5-42 0,7 4-39 16,4-4-40-16,-9-2-41 0,12 2-32 0,-3-5-57 0,17-2-58 15,-4 0-326-15,5-1-762 0,-2-7 338 0</inkml:trace>
  <inkml:trace contextRef="#ctx0" brushRef="#br0" timeOffset="5854.81">11620 1782 79 0,'2'-5'337'0,"-4"-2"9"0,2 7-1 0,-3-13 9 0,0 5 2 16,-5 4-6-16,-1-3 3 0,-7 0-27 0,-1 2-14 15,1 2-17-15,-8 3-15 0,6-1-12 0,-7 2-17 16,7 2-14-16,-3-1-18 0,-1 1-24 0,1 2-17 16,6 4-16-16,0-5-16 0,2 4-11 0,-2-1-15 15,7 2-9-15,1 0-12 0,-1 1-8 0,8 2-8 16,0-1-15-16,0 5-1 0,8-4-5 0,0 6-5 16,5-1-4-16,2-2-5 0,5 4-6 0,3-4-7 15,-1 0 3-15,3 4-6 0,-4-3-2 0,2-4-4 16,-3 0-3-16,-3-3-2 0,-2 3-4 0,-2-5-4 15,-5-1-6-15,0-1-9 0,-1 2-33 0,-2-2-24 0,-3-2-11 16,-2 1-24-16,0-4-38 0,-7 12-19 0,-1-5-32 16,-7-2-46-16,-7 3-34 0,-6 2-42 15,-18 1-61-15,1-5-76 0,-6-3-281 0,-10 0-783 0,-30-3 346 16</inkml:trace>
  <inkml:trace contextRef="#ctx0" brushRef="#br0" timeOffset="12345.16">2158 2802 87 0,'-10'-8'304'0,"10"8"3"15,-12-4-3-15,8 3 4 0,4 1-4 0,0 0-9 16,-15 0-16-16,15 0-12 0,0 0-23 16,0 0-22-16,-14 0-23 0,14 0-12 0,0 0-19 0,-3-5-17 15,3 5-10-15,0 0-16 0,0 0-8 0,0 0-11 16,0 0-9-16,0 0-15 0,0 0-4 0,0 0-15 15,0 0-5-15,0 0-3 0,0 0-6 0,0 0-6 16,0 0-12-16,0 0 5 0,0 0-3 0,0 0-9 16,0 0 1-16,0 0 12 0,40 3-17 0,-19-1-2 15,6-1 0-15,4 3-3 0,6-2 0 0,-1-2-3 16,9 0 11-16,-1 0-15 0,8 6 3 0,4-6-6 16,-10 1 2-16,6 1-8 0,-1 1 7 0,2-3-6 15,5 0 12-15,0 2-7 0,1 2 2 0,-6-4-4 16,5 2 11-16,0-4-10 0,-3 5 8 0,1 3-10 15,-3-4 0-15,2 2-1 0,-1-1-6 0,-2-2 6 16,-1 3-3-16,-1 0 5 0,-2-1-1 0,-4 3 1 16,4-4-9-16,-5 2 7 0,4-1-1 0,-14-3 0 15,0 5 3-15,3-5-3 0,-6 1 1 0,6 5-3 0,9-6 3 16,-13 0-1-16,-3 1 0 0,6 4 0 16,-5-3-4-16,0-1 5 0,0 3-3 0,-2-2 0 15,1-1 2-15,6 3 4 0,-3-3-12 0,2-1 9 0,-2 4 1 16,-1-2 9-16,4-2-12 0,-3 5 0 0,4-5 4 15,-3 0-3-15,-1 4 2 0,-1-4-4 0,4 0-2 16,-5 3 1-16,14-3 6 0,-14 1-1 16,-2-1-1-16,2-1-3 0,0 2 8 0,4 1-5 0,-9-1 1 15,10 3-11-15,-2-4 11 0,0 1-4 0,-1 1 4 16,2-2-2-16,-2 1-6 0,4 0 4 0,-4 2-2 16,11-3 1-16,-7 5-4 0,7-3-2 0,-8-2 3 15,-2 0 4-15,4 1-6 0,7 2 17 0,-11-3-10 16,14 1-5-16,-3-1 8 0,-7 2-6 0,-2-2 9 0,9 1-9 0,-11-1 8 15,12 2-4-15,-2 1-3 0,-7-3 0 0,8 0 3 0,-1 2 2 16,-12-1-6-16,7-1-2 0,8 0 8 0,-4 0-7 16,1 1-1-16,-8 2 9 0,-2-7-11 0,15 8 8 15,-17 0-1-15,6-8 3 0,9 1 5 0,-3 6-10 16,2-3 8-16,-2 4-8 0,1-4 0 0,-1 1 4 16,2-1 0-16,0 2-4 0,3-1 0 0,-4-1 6 15,-10 3-2-15,14-6-2 0,-7 3 0 0,9 0-4 16,-6 0 6-16,4 3-2 0,-1-2 1 0,-1-1-3 15,-3-4 3-15,2 4 2 0,-1 0-3 0,4 0-1 16,-11-1 0-16,7-1 2 0,1 1 6 0,0 1-8 16,-2-4 2-16,3 1 2 0,-3 3-4 0,2 0 5 15,1-1-5-15,2 0 1 0,-5 2-6 0,4-4 5 16,-3 3-1-16,3-3 6 0,2 3-3 0,3 0 3 16,-3 3-6-16,-1-3 5 0,7 0-5 0,-4 0 10 15,4 0-8-15,-4 0 3 0,7-3-2 0,0 6-3 0,-3-3 1 16,-1 0-3-16,3 0 4 0,-6 0 2 15,5 0-4-15,-5 0 2 0,4 0-3 0,-4 0 3 16,4 0 3-16,-4 0-6 0,2 0 2 0,0 0 0 0,-1 3 3 16,-1-6 1-16,2 3 1 0,0-3-4 0,-4 1-2 15,-4 2 0-15,3 0-1 0,3-1 4 16,1-2 0-16,-8 3-2 0,1 0-4 0,-2-3 7 16,3 6 0-16,-1-6 2 0,2 6-1 0,-4-3-3 0,0 1 2 15,1 1 1-15,-9 1-4 0,-2 0 1 0,12-1 6 16,-10-1-6-16,13-1 3 0,-4 4 0 0,-11-4 1 15,10 4 9-15,-8-1-10 0,-2-3-2 0,2 1-3 16,1 2 0-16,1-3 0 0,6 0 2 0,2 0 0 16,-12 1 5-16,3-1-11 0,-1 2 13 0,0-4-3 15,9 1 0-15,-12-2 5 0,6 0-6 0,-3 2-2 16,-1-3-19-16,1 1 25 0,8-1-6 0,-8-1-1 16,0 2 2-16,-2-1 4 0,0 1-4 0,0-5-2 15,2 7 1-15,-5-3 1 0,-2-3 2 0,-2 3 1 16,6 1-4-16,-6 2-1 0,-4-3 6 0,7 1-4 15,1-1-3-15,-2 3 2 0,2-3 0 0,-8 4-2 16,2-3-2-16,6 3 6 0,-3-1-3 0,-4 1 0 16,7 1 1-16,-10-1 3 0,1-4-9 0,2 7 11 0,-3-2-3 15,8-1-2-15,-5 2 0 0,-3-2 3 0,2 0-2 16,-1 0 0-16,1 0-3 0,-6 1 4 16,6-1-6-16,-4-3 5 0,-1 3-9 0,-2 0 12 0,-1-1 3 15,-7-3 0-15,1 4-3 0,4-2-1 0,-4 0 0 16,-8 2-1-16,15-3-11 0,-15 3-25 0,10-4-29 15,-5 1-33-15,-5 3-31 0,8-5-22 0,-8 5-39 16,4-3-40-16,-4 3-52 0,3-5-42 0,-3 5-262 16,2-8-632-16,-2 8 280 0</inkml:trace>
  <inkml:trace contextRef="#ctx0" brushRef="#br0" timeOffset="12782.61">12291 2550 215 0,'0'0'200'0,"0"0"-15"0,0 0-11 0,0 0-13 16,0 0-19-16,0 0-12 0,-33 6-14 0,33-6-9 0,-12 3-12 16,6 0-13-16,6-3-6 0,-9 4-7 15,6 1-7-15,3-5-5 0,-5 12-9 0,5-12 1 16,-7 7-6-16,7-4 1 0,0-3-7 0,7 12-2 0,-7-5-3 16,7-2-1-16,3-2-5 0,-4 1 0 0,6-3 2 15,-4 3-6-15,2-1 2 0,-2 0-4 0,5-3-3 16,-13 0 3-16,15 0-5 0,-6-3-3 15,-1 0 1-15,-1-6 1 0,-1 5 0 0,1-2-6 0,-7-3 1 16,6 0 1-16,-6 2-3 0,2-2-2 0,-2-4 0 16,-2 1 0-16,-1 4-2 0,0-3 0 0,-4 2-2 15,4 0-1-15,-7 3 1 0,8-2-4 16,-6 1-15-16,1 2-27 0,-1 1-28 0,-5-3-40 0,5 0-46 16,1 5-47-16,-3 2-108 0,10 0-340 0,-18-7 151 15</inkml:trace>
  <inkml:trace contextRef="#ctx0" brushRef="#br0" timeOffset="13157.57">12240 2167 216 0,'0'0'203'0,"0"0"-23"0,0 0-11 0,0 0-26 16,0 0-13-16,0 0-16 0,0 0-11 0,0 0-5 16,-22 9-14-16,22-9-9 0,-2 8-8 0,2-8-2 15,-1 6-9-15,1-6-1 0,1 9-8 0,6-5-4 0,-7-4 1 16,0 11-7-16,5-8 2 0,0 0-6 16,2 2 0-16,-1-4-3 0,4 2-3 0,-3 1-2 15,3-2-4-15,0-2 1 0,-10 0-2 0,21-2 0 16,-13 2-4-16,1-4 2 0,-1 3-2 0,5-2 7 0,-6-1 26 15,1 0 9-15,-1 1-2 0,1-3-4 0,-1 1 0 16,-7 5-1-16,6-4-3 0,1-2-8 0,-6 3-6 16,-1 3 0-16,0 0-4 0,0-14-6 15,0 14-5-15,0-5-3 0,0 5-5 0,0-7-8 0,0 7-22 16,0 0-16-16,0 0-21 0,0 0-28 0,-29 7-35 16,22-4-40-16,-1-1-42 0,1 6-162 0,-6-2-393 15,5 2 174-15</inkml:trace>
  <inkml:trace contextRef="#ctx0" brushRef="#br0" timeOffset="13376.3">12544 2411 154 0,'10'0'255'0,"-10"0"-20"0,13 1-17 0,-3-1-21 0,-2 2-17 15,4 0-20-15,0 5-12 0,4-4-15 0,1 1-12 16,1 0-13-16,3 3-12 0,3-2-7 0,4 3-10 16,0-4-8-16,2 1-11 0,-2 1-44 0,-7-2-51 15,7 0-56-15,-8-3-63 0,7 5-186 0,-7-6-369 16,-2 1 163-16</inkml:trace>
  <inkml:trace contextRef="#ctx0" brushRef="#br0" timeOffset="82815.08">4752 4153 140 0,'0'0'355'0,"0"0"-10"0,-9-1-14 15,9 1-13-15,-8-2-5 0,8 2-12 0,-13-1-17 16,13 1-21-16,-8-3-5 0,8 3-7 0,-7-3-9 16,7 3-13-16,0 0-16 0,0 0-19 0,0 0-25 15,0 0-14-15,0 0-20 0,0 0-14 0,0 0-15 16,0 0-14-16,0 0-10 0,0 0-6 0,0 0-7 16,0 0-4-16,7 17-8 0,1-12-1 0,5 3-8 15,4-2-9-15,-1 2-9 0,-1-1-17 0,5 2-14 16,8-3-12-16,-10 1-13 0,9 1-6 0,-7 1-11 15,3-3-13-15,2 1-9 0,-4-2 3 0,-1 1-4 16,-5-2-2-16,-2 1 4 0,-1-3 6 0,-6 0 7 0,4 1 8 16,-5-1 8-16,-5-2 1 0,13 2 3 0,-13-2 9 15,0 0 0-15,0 0 0 0,0 0 2 16,0 0-1-16,0 0 0 0,-26-11 6 0,11 3 8 0,-1 5-9 16,-6-2 9-16,2 5 1 0,-6-8-5 0,4 5 2 15,-4-3 0-15,4 1-1 0,6 4 0 0,-1-3-23 16,4 2-49-16,-2-3-60 0,7 5-84 0,8 0-89 15,-12 0-281-15,12 0-646 0,0 0 285 0</inkml:trace>
  <inkml:trace contextRef="#ctx0" brushRef="#br0" timeOffset="89407.08">5827 3705 137 0,'5'-10'365'16,"-5"-3"-7"-16,-5 4-9 0,10-1-11 0,-3 4 4 16,-2-6-20-16,0 12-12 0,0-7-15 0,5 0-25 15,-5-1-24-15,0 8-28 0,0 0-23 0,0 0-24 16,0 0-22-16,2-7-17 0,-2 7-15 0,0 0-10 15,0 0-12-15,5 23-8 0,-4-12-8 0,1 2-9 16,-2 6-5-16,0 3-8 0,0-4-5 0,0 7-3 16,0-1-5-16,-2 2-4 0,1 1-6 0,-4 0-1 15,3-8-4-15,-3 5-1 0,5-1-16 0,-7-4-20 16,4-1-22-16,-2 0-34 0,5-2-25 0,-1-1-27 0,-4-1-31 16,5-2-26-16,-4 0-34 0,-1-3-41 15,4-2-42-15,-4 1-19 0,3-2-277 0,2-6-634 16,0 0 280-16</inkml:trace>
  <inkml:trace contextRef="#ctx0" brushRef="#br0" timeOffset="89641.45">5804 3616 86 0,'5'-5'237'0,"-1"-3"-23"0,2-3-17 15,2 4-17-15,-1 4-22 0,8-9-12 0,-2 4-13 16,0 3-15-16,4 1-11 0,0-3-10 0,1 6-8 16,0-3-10-16,4 4-7 0,-1 0-12 0,-4-3-5 15,2 6-14-15,1 1-32 0,-1 4-30 0,-1-6-19 16,-3 5-24-16,3-1-32 0,-5 2-27 0,-5 0-25 0,7-7-117 16,-8 5-286-16,1 0 127 0</inkml:trace>
  <inkml:trace contextRef="#ctx0" brushRef="#br0" timeOffset="90016.46">5862 3783 25 0,'5'7'152'0,"-5"-7"12"0,4 7-2 16,2-3-10-16,1-1-13 0,1 1-12 0,5-2-15 15,2 1-8-15,-2 4-10 0,-3-5-6 0,7 1-11 16,-2 1-11-16,3-1 0 0,-3 4-9 0,-5-6-5 16,1 6-9-16,-1-7-8 0,-1 2-1 0,-1 1-20 15,-1 0-16-15,-1-2-4 0,-6-1-1 0,2 8 2 16,-2-2 6-16,-7 2-3 0,2-3 2 0,-5-2-4 16,2 9 3-16,-4-1 3 0,-2 0-3 0,-3-2-2 15,2 2 0-15,0 1 8 0,0 2 6 0,4-4 3 16,-3 1 9-16,3 1 4 0,3-1 5 0,-1 0-1 15,1-2 0-15,8-1 1 0,-5 3 8 0,5-3 26 0,5 0 13 16,3-1 0-16,4-2-7 0,3 1-5 0,3 0-9 16,12-4 8-16,3-1-14 0,3-1-2 15,6-1-13-15,-6 1-32 0,7-11-40 0,-6 8-39 16,7-5-44-16,-2-1-42 0,-11 1-51 0,0-3-125 0,-2-1-363 16,-1 0 162-16</inkml:trace>
  <inkml:trace contextRef="#ctx0" brushRef="#br0" timeOffset="90250.84">6640 3883 90 0,'0'0'303'0,"0"0"-15"0,0 0-18 0,0 0-28 16,0 0-20-16,0 0-30 0,0 0-21 0,0 0-15 16,0 0-15-16,0 0-14 0,0 0-11 0,-5 18-6 15,2-9-8-15,-2 1-6 0,-2 0-12 0,2 5-3 16,-6-4-11-16,-1 2-9 0,4 1-3 0,-7 4-6 15,3-5-10-15,-4 2 4 0,6-2-10 0,-2 1-2 16,-4-1-25-16,1-2-22 0,-5 1-26 0,7-5-26 16,0 1-28-16,1 1-19 0,-1-6-20 0,4 1-31 15,-1-4-23-15,10 0-13 0,-18-1-8 0,13-3-125 16,0-3-360-16,4-1 160 0</inkml:trace>
  <inkml:trace contextRef="#ctx0" brushRef="#br0" timeOffset="90422.71">6374 4035 725 0,'1'-9'-41'15,"3"-3"30"-15,1 0 38 0,-2-3 38 0,4 2 37 0,-3-1 21 16,0 2 23-16,1 1 19 0,-4 3 18 0,1 0 13 15,3-1 2-15,-3 6 3 0,-2 3-3 16,6-9-13-16,-2 6-11 0,-4 3-19 0,3-7-20 0,-3 7-18 16,0 0-12-16,0 0-21 0,0 0-5 0,0 0-2 15,8 11-2-15,-1-2-17 0,-1 1-1 0,1 0-6 16,1 5-7-16,2 2-1 0,4 0-2 16,-1 5-3-16,3 0-4 0,3 0-7 0,-1 1-34 0,2 1-29 15,3-2-2-15,-3-2-39 0,1-2-40 0,-1 3-39 16,2-5-43-16,2-1-45 0,-7-5-50 0,4 0-154 15,-4-4-486-15,0-2 215 0</inkml:trace>
  <inkml:trace contextRef="#ctx0" brushRef="#br0" timeOffset="90641.47">6922 3999 74 0,'1'-9'340'15,"-1"2"20"-15,0 0 0 0,5 3 4 0,-5-4-7 16,2 4-8-16,4-2-25 0,-6 6-35 0,0-7-28 0,0 7-29 15,0 0-29-15,0 0-25 0,0 0-18 16,0 0-14-16,0 0-11 0,0 0-15 0,7 15-11 16,-5-8-10-16,3 5-9 0,-2-3-11 0,-1 7-44 15,4-1-37-15,3-1-37 0,-5 0-47 0,1 1-37 0,-3-3-42 16,5 3-51-16,-4-7-52 0,7 7-41 0,0-6-267 16,-2-1-624-16,5-1 276 0</inkml:trace>
  <inkml:trace contextRef="#ctx0" brushRef="#br0" timeOffset="91000.84">7340 3947 101 0,'-1'-10'325'16,"-4"3"0"-16,1-2-7 0,-1 0-10 0,2-2-4 16,-4 7-8-16,4-8-18 0,-3 6-18 0,-1-2-18 15,-1 4-21-15,1-4-28 0,0 5-18 0,-1-1-22 16,8 4-12-16,-15 0-10 0,15 0-18 0,-15 4-12 15,9 3-9-15,4 0-10 0,-3 1-9 0,5-1-6 16,-3 6-9-16,-2-1 6 0,5 3-14 0,0 0-2 16,0 1-9-16,5 2-4 0,-2-2 1 0,2 0-8 15,2 1 0-15,-6-2-3 0,8 2 6 0,-3-1-7 16,1 2-4-16,-1-8-9 0,1 7-1 0,-4-10 4 16,4 4-3-16,0 1-6 0,-7-6 7 0,5 4-2 15,-4-3-1-15,3 1-2 0,-4-5 2 0,5 2 9 16,-5-5-15-16,1 7-4 0,-1-7-6 0,0 0-1 0,0 0-3 15,-26-3-20-15,12 2-15 0,0-3-21 0,-6-3-15 16,-2 0-18-16,1 2-22 0,-3-7-28 16,-4 8-24-16,4-2-23 0,-10-3-27 0,8-2-28 15,8 6-27-15,1-6-34 0,-1 3-161 0,1 1-513 0,6-5 227 16</inkml:trace>
  <inkml:trace contextRef="#ctx0" brushRef="#br0" timeOffset="91219.6">7239 3643 47 0,'0'0'376'16,"0"-5"-15"-16,-1-2-11 0,1 7-6 0,0 0-20 16,0-8-25-16,0 8-27 0,0 0-27 0,0 0-31 15,-5-7-26-15,5 7-20 0,0 0-31 0,0 0-39 16,0 0-30-16,0 0-37 0,0 0-37 0,0 0-44 15,15 17-54-15,-15-11-59 0,6-2-60 0,2 4-61 16,-6-5-165-16,3 1-487 0,2-1 216 0</inkml:trace>
  <inkml:trace contextRef="#ctx0" brushRef="#br0" timeOffset="91485.23">7613 3442 57 0,'0'0'236'0,"7"13"5"15,-4-8-4-15,2 3-2 0,-3 7 3 0,0-3-8 16,-2 3-12-16,3 9-17 0,-1 3-15 0,-2 1-18 16,0 1-11-16,6 6-16 0,-6-6-14 0,2 12-7 15,-4-10-16-15,2 10-6 0,-6-4-13 0,6-5-7 16,0 2-10-16,0-3-6 0,0-4-6 0,-2 4-4 15,-1-7-8-15,3 0-36 0,0-4-29 0,-2-4-31 16,2 2-30-16,0-8-39 0,0 5-43 0,2-7-36 16,1-4-23-16,-1 4-208 0,-2-8-467 0,0 0 207 15</inkml:trace>
  <inkml:trace contextRef="#ctx0" brushRef="#br0" timeOffset="92220.26">7550 3876 132 0,'0'0'302'0,"-8"-6"-15"16,8 6-14-16,0 0-20 0,-1-6-25 0,1 6-23 15,0 0-20-15,0 0-16 0,0 0-17 0,0 0-5 0,0 0-11 16,29 9-11-16,-14-6-8 0,5 3-16 0,3-5-7 16,0 9-11-16,2-3-5 0,-3-1-12 0,8 0-6 15,-2 3-5-15,-2 3-4 0,-1-5-11 0,-3 1-5 16,2 1-14-16,-4 0-12 0,0 0-2 0,-3-1-9 15,6-1-9-15,-10 4-6 0,2-2-4 0,0-1-4 16,-2 2 1-16,-5-5-4 0,1 4 4 0,-1-1 0 16,-3-1 3-16,2 1 9 0,-4-2-8 0,0 2 1 15,0-4 3-15,-1 4 2 0,1-4 1 0,-3-4 3 16,7 9-3-16,-5-7 7 0,-1 3 0 0,-1-5 7 16,0 0 15-16,0 0 15 0,0 0 21 0,7 7 8 0,-7-7 7 15,0 0-6-15,0 0-4 0,0 0-9 16,0 0-1-16,13-14-2 0,-9 9-7 0,2 2-5 15,2-1-2-15,-1-1 2 0,0-3-2 0,1 1-8 0,-1 3 1 16,-1-4-4-16,1 4 0 0,1-3-6 0,-3 0 1 16,2 3-1-16,-7 4-2 0,10-5-5 0,-2 2-1 15,-8 3-8-15,6-1 1 0,-6 1 1 16,0 0 3-16,17 1-3 0,-10 4-6 0,1-3 3 0,-1 3 1 16,-1 3-7-16,2-2-5 0,4 2-11 0,-9-3-10 15,11 6-1-15,5 1-6 0,-4-1-9 0,9 2-5 16,0-3-6-16,6 7 0 0,2-8-6 0,-1 1-4 15,2 4-4-15,10-5-3 0,2-2 5 0,-10-3 1 16,18 4 2-16,-10-5-1 0,0-1 5 0,1-2 2 16,-12-2 7-16,3-1 3 0,-1-5 12 0,-2 0-2 15,-1 0 3-15,6-3 4 0,-9-1 6 0,0 0 1 16,-3-3 5-16,-4 1 9 0,-4-3 10 0,-6 7 29 16,-2-7 18-16,-3 2 4 0,1-1 5 0,-7 1 15 15,-5-1 1-15,2 2 5 0,-4-1-3 0,-1 1 1 16,-6 3-3-16,1 2-6 0,-2 1-2 0,-1 2-11 15,-4 2-5-15,5 2 3 0,-3 5 0 0,-2 4 0 16,-2 3 1-16,1 0-1 0,-2 7 3 0,3 3-4 0,-2 3 11 16,9 5 8-16,-5 10 17 0,11 2-10 0,-3-1 1 15,7 5-6-15,1-4-4 0,-1 4-1 16,6-2-4-16,-6 4 21 0,6 0 6 0,-3-3-10 16,9-1-10-16,-3-2-1 0,1 1 6 0,0-8-19 0,1-3-6 15,-5 1-1-15,5-2-3 0,-3-4-4 0,2-1-6 16,0-6-3-16,-6-1 10 0,4-3-39 0,2-6-34 15,-6 0-20-15,-1-4-29 0,9 1-64 0,-9-5-69 16,0 0-68-16,0 0-64 0,0-24-237 16,-5 8-637-16,1-10 282 0</inkml:trace>
  <inkml:trace contextRef="#ctx0" brushRef="#br0" timeOffset="92403.44">8770 3699 88 0,'-6'-17'427'0,"-1"1"-13"16,4 0-35-16,-2-1-36 0,0 2-30 0,2 6-31 16,-1-4-33-16,3 5-24 0,-3 2-54 0,1-4-72 15,0 3-71-15,3 7-90 0,-2-4-101 0,2 4-77 16,0 0-186-16,0 0-461 0,0 0 205 0</inkml:trace>
  <inkml:trace contextRef="#ctx0" brushRef="#br0" timeOffset="92872.19">10007 3677 316 0,'0'-11'331'16,"1"2"-10"-16,-1 3-14 0,0-2-8 0,5 3-21 15,-5-2-24-15,0 7-30 0,2-8-27 0,-2 8-13 16,7-5-29-16,-7 5-14 0,0 0-15 0,0 16-13 16,1-5-10-16,4 4-12 0,-3 5-6 0,-2 5-10 0,8-3-7 15,-8 5-8-15,5 0-7 0,-3 0-6 0,-2 1 2 16,6 0-9-16,-1 1-2 0,-3-2 5 15,1-2-12-15,1-4-40 0,-3-3-22 0,-1 1-26 0,0-1-23 16,0-2-25-16,0-4-29 0,0-1-26 0,0-3-24 16,0 0-9-16,0-5-28 0,0-3-28 0,0 0-186 15,0 0-471-15,0 0 210 0</inkml:trace>
  <inkml:trace contextRef="#ctx0" brushRef="#br0" timeOffset="93419.17">10111 3761 129 0,'2'-29'152'0,"-2"11"14"0,5-3 8 0,-5 5 10 15,1-3 12-15,-1 4 2 0,0 3-1 0,0 0 0 16,0 5-11-16,4-1-13 0,-4 1-17 0,0 7-23 16,-4-9-14-16,4 9-16 0,0 0-11 0,0 0-9 15,0 0-12-15,0 0 0 0,15 21-8 0,-10-7-5 16,2-3-9-16,1 8-4 0,0-2-6 0,1-2-4 16,4 5-23-16,-3-5-8 0,3 1-20 0,2 7-15 0,0-5-12 15,3 2-22-15,-3-5-16 0,-4 1-15 0,3 0-13 16,2-4-7-16,-2 2-11 0,0-2 4 15,6-4 4-15,-3 0-1 0,-2 0 1 0,-4-2 20 16,-1-1 15-16,3-2 6 0,-4-1 12 0,-1-2 29 0,0 3 29 16,-8-3 19-16,12 0 29 0,-12 0 21 0,10 2 8 15,-10-2 1-15,0 0-5 0,0 0-6 0,0 0-10 16,0 0-3-16,0 0-4 0,0 0 1 0,0 0 2 16,0 0 0-16,-32 9-2 0,21-6-1 0,1-2 1 15,2 3 3-15,-1-1-2 0,-1-1 3 0,0 3 1 16,10-5 0-16,-14 3 0 0,7 0 4 0,7-3 5 15,-10 2 5-15,10-2 29 0,-12 0 13 0,12 0-8 16,0 0-7-16,0 0-7 0,0 0-7 0,0 0-12 16,7-17-4-16,-7 9-2 0,7-2-10 0,1 0-5 15,0-4-2-15,4 1-7 0,-1-4 1 0,1-1-6 16,1 2 3-16,-1 1-8 0,6-7 7 0,-1 1 14 16,-4 6 9-16,-2-2-5 0,6-5 0 0,-5 11 13 15,-4-5 7-15,3-2 2 0,-4 5 6 0,5-2 2 16,-7 4-1-16,3 2-6 0,-3 2-12 0,-2-4-3 15,5 7-8-15,-6-2-6 0,1 3-11 0,-3 3 3 16,0 0-15-16,9-3-7 0,-9 3-3 0,0 0 16 16,3 18-9-16,0-2-6 0,-3 3 0 0,2-2-13 0,3 10-39 15,-5-2-20-15,0-4-26 0,2 6-22 16,4 0-14-16,-6 4-27 0,2-1-25 0,-2 2-31 16,5-2-21-16,-5-2-17 0,6 0-3 0,-2-1-13 0,1-7-226 15,3-1-526-15,-3-1 233 0</inkml:trace>
  <inkml:trace contextRef="#ctx0" brushRef="#br0" timeOffset="94655.16">10905 3921 265 0,'0'-9'290'0,"2"7"-9"0,1-5-14 0,-3 7-25 0,4-6-25 15,-4-1-28-15,0 7-19 0,0 0-19 0,0 0-12 16,0 0-11-16,0 0-16 0,8 16-10 0,-8-10-10 15,7 4-9-15,-7 5-10 0,10-3-4 0,-5 5-8 16,1 0-4-16,6-1-9 0,-2-1-1 0,5 0-4 16,-7 1-5-16,7-1-1 0,0-4-6 0,-2-2-5 15,2 3-8-15,0-6-3 0,-4-1-2 0,-1-2 1 16,0-2-8-16,-10-1-5 0,18-4 4 0,-11-1-7 16,0-1-1-16,-4-3 3 0,-1-2-1 0,-2 3 2 15,3-4 10-15,-3-3 6 0,-7 1 11 0,2 1 6 16,-3-1 6-16,3 1 2 0,-7-1-1 0,4 5 0 15,-3-2 0-15,4 1-4 0,-1 1-7 0,-1 1-1 16,-4 6-5-16,5-6-5 0,1 6-3 0,1-2-3 16,-1-1-5-16,7 5-12 0,0 0-5 0,0 0-9 15,-23 9-12-15,23-7-17 0,0-2-10 0,0 15-20 0,6-5-20 16,8 0-17-16,-4 0-19 0,11-1-14 0,7 4-10 16,0-2-20-16,4 2-11 0,-1-2 5 0,2 1 4 15,4-3 12-15,-6-2 13 0,6 1 16 0,-7-3 15 16,-1 0 16-16,1-1 29 0,-8-3 36 0,-7-2 37 15,8 1 30-15,-12 0 34 0,-1-4 26 0,3 0 19 16,-4 3 22-16,-3-4 14 0,-1 0-2 0,-3 1-5 16,-2 4-4-16,-2-11-1 0,-3 7 1 0,-1-4 7 15,-4 4 2-15,-5-2-3 0,-3 0 2 0,-5 3-10 16,8-2-17-16,-7 2-4 0,6 2-3 0,-4 2-7 16,-3-1-7-16,1 5-15 0,2 1-7 0,0-2-7 15,0 5-7-15,4 2 1 0,1-2-9 0,0 5-3 16,2 1-4-16,1-3 0 0,4 3-4 0,5-3-4 15,-1 4-3-15,4-5-2 0,4 4 0 0,-3 0 0 16,8-6-5-16,-1 2 3 0,5-2-7 0,2 2-1 16,2-2-13-16,4-3-8 0,-3 0-6 0,4-4-9 15,-2-2-8-15,1-2-1 0,1-3-2 0,6-2-4 16,-7-2-1-16,3-4 3 0,2-4-4 0,-8-1-1 16,2-3-2-16,-5-3 1 0,0 0 2 0,-5-4-7 0,5-4 3 15,-7-7 2-15,2 9 6 0,-4-2 3 0,-2 4 14 16,1 1 23-16,1-1 16 0,-4 2 9 15,0 8 17-15,-4-9 14 0,2 2 9 0,-2 6 1 16,2 3 11-16,0 3 1 0,-3 0 5 0,3 3-19 0,-3-2-1 16,3 5-14-16,-5-3-3 0,3 6-9 0,2 4-8 15,-8-1-12-15,8 1 5 0,0 0-2 0,-13 5-3 16,8 3-4-16,-2 1 1 0,4 1-4 0,-6 5 2 16,4 5-8-16,4-3-1 0,1 8-11 0,0-1-18 15,0 3-13-15,1 0-13 0,8 4-19 0,-4-1-7 16,1 4-14-16,3-6-14 0,-1 0-8 0,0 6-9 15,0-7-14-15,2 0-7 0,0-4-6 0,0-3-1 16,-3-2 4-16,8 0 5 0,-9-9 16 0,4 4 9 16,2-5 15-16,-4-2 9 0,5-5 9 0,-4 3 10 15,-9-4 10-15,23-7 4 0,-12 3 19 0,-2-4 15 16,4-5 23-16,-3 4 4 0,1-8 14 0,-1 7 14 16,-3-7 21-16,1 5 14 0,-1-6 8 0,0 5 7 15,-4-2 4-15,2 4 6 0,0-1 6 0,-4 4-4 0,-1-3 0 16,0 2-6-16,2 2 0 0,1-1-5 15,-3 8-27-15,-3-8-8 0,3 8-8 0,3-5-2 16,-3 5-5-16,0 0-4 0,0 0-6 0,-11 17 1 16,9-8-4-16,-1 4-6 0,3 1 2 0,0 1-9 0,3 4 2 15,-1-3-14-15,4 2-9 0,1-2-3 16,0 3-14-16,1-3-2 0,4 0-14 0,1-1-15 16,0-1-5-16,4-1-11 0,1-2-7 0,0-5 3 0,4 0 0 15,-6 0 4-15,6-3 0 0,-1-3 9 0,1-1 5 16,-1-3 2-16,1 0 6 0,-1-5 5 0,2-5-20 15,1 1 6-15,2-4 6 0,-3-2 5 16,-3-2 9 0,-3-6 5-16,-1 0 7 0,-3-3 8 0,4 3 13 15,-5-3 14-15,-3-2 23 0,0 3 20 0,-3-5 14 16,3 4 12-16,-6 2 15 0,-3-2 6 0,3 2 2 16,-6-1-7-16,0 2 5 0,3 0-5 0,-7 10-3 0,5 0-1 15,-6 2-11-15,1 0-8 0,1 4-9 16,-1 2-8-16,2-3-6 0,-3 6-6 0,0 5-10 15,1-1 0-15,-5 0-7 0,12 2-3 0,-21 8 0 16,11 4 1-16,-2 4-1 0,6 6-1 0,-4 1-4 0,2 4 2 16,1 2-3-16,4 1 0 0,1 8 2 0,2 2-2 15,2-1-1-15,1 3-8 0,2-9-22 16,0-3-20-16,0-3-27 0,2 5-19 0,1-5-29 0,0-2-20 16,7-1-32-16,-10-5-33 0,7-2-32 0,-1-5-30 15,1 1-243-15,6-5-546 0,0-4 242 0</inkml:trace>
  <inkml:trace contextRef="#ctx0" brushRef="#br0" timeOffset="94936.41">12706 3898 93 0,'-5'-5'276'0,"-6"-2"0"0,2 4-6 0,1 2-6 15,0-2-16-15,0 2-18 0,8 1-15 0,-20-2-19 16,20 2-18-16,-22 3-17 0,12 0-16 0,2 0-13 15,1 5-14-15,-4-1-10 0,9 3-8 0,-6 0-9 16,6 0-2-16,-1 5 4 0,3 0-5 0,5 1-13 16,0-1 2-16,-2 4-7 0,4 0-9 0,3-3-11 15,-4 3 1-15,3-4-5 0,-3 1-7 0,4 0-2 16,-2-4-2-16,-4 2-9 0,2-6 0 0,-1-1 1 16,-1 3-15-16,1-2-14 0,-4-1-8 0,-1-7-3 15,-1 10-7-15,-4-8-13 0,5-2-26 0,-15 7-32 0,5-6-37 16,-8 2-43-16,-1 0-62 0,0-3-66 0,-11-3-192 15,2 3-532-15,-9-6 236 0</inkml:trace>
  <inkml:trace contextRef="#ctx0" brushRef="#br0" timeOffset="95842.67">13466 3939 198 0,'0'0'323'0,"-13"0"-7"0,13 0-13 16,0 0-8-16,-15 1-18 0,15-1-12 0,0 0 1 0,-5 4-7 15,5-4-13-15,0 0-11 0,0 0-23 0,0 0-17 16,0 0-1-16,0 0-23 0,28 3-16 0,-1-2-14 16,11 0-14-16,10 2-17 0,5 1 3 0,1 0-22 15,6 2-8-15,-2-3-21 0,0 2-19 0,0 2-24 16,1-4-22-16,-9 3-31 0,-2 0-27 0,1-3-33 15,-2 0-30-15,-16 1-25 0,2 0-22 0,-5 0-26 16,-4-1-24-16,-6 1-29 0,3-2-45 0,1 1-222 16,-6-3-560-16,-9-3 248 0</inkml:trace>
  <inkml:trace contextRef="#ctx0" brushRef="#br0" timeOffset="96155.17">14393 3840 251 0,'0'0'327'15,"-15"-3"-10"-15,15 3-12 0,-10 0-12 0,10 0-16 0,0 0-13 16,-8 3-22-16,8-3-21 0,-4 7-19 0,4-7 14 16,0 0 21-16,0 0-4 0,15 16-15 0,-5-8-22 15,5 3-14-15,0-3-21 0,3 3-11 16,7 6-19-16,3-5-12 0,-5 3-11 0,1-3-10 0,2 3-12 15,-9-4-7-15,2-3-8 0,-2 3-7 0,-4-2-10 16,1 1-6-16,-3 2-3 0,-3-4-10 0,-1 0-18 16,0-2-8-16,-2 3-9 0,-5-2-7 0,1-1-17 15,-6 4-6-15,2-5-14 0,-4 1-25 0,-3 2-26 16,-6 2-21-16,-2-4-28 0,-2-3-27 0,-5 6-33 16,2-3-48-16,3-1-50 0,-2-4-51 0,8 5-222 15,-5-5-622-15,9 6 276 0</inkml:trace>
  <inkml:trace contextRef="#ctx0" brushRef="#br0" timeOffset="96717.68">15310 3492 93 0,'5'-8'389'0,"-4"4"-7"16,-1-2-5-16,0 6-19 0,4-9-34 0,-4 9-30 16,5-8-34-16,-5 8-26 0,0 0-27 0,0-4-28 15,0 4-19-15,0 0-16 0,0 0-15 0,0 0-12 16,-10 24-17-16,5-14-1 0,3 2-10 0,-4 3-12 16,-3 2-5-16,3 7-6 0,2 3-4 0,-7-3-9 15,2 3-5-15,0-2-6 0,2-1 1 0,4 6-10 16,-1-7 7-16,-1 4-3 0,2-1-7 0,0-1 7 15,3 1-9-15,3-7 0 0,0 6-3 0,6-5-6 16,-4-1-2-16,3-2 2 0,3 0 3 0,-1 1-8 16,5-5 6-16,7 2-5 0,-2-2-5 0,3 0-10 15,5-4-8-15,-3-2-10 0,3-1-6 0,2-1-2 16,3-4-11-16,-12-1 2 0,12-1-3 0,-8-2 2 16,-3 0 7-16,-1-4 14 0,2 0-15 0,-3 0 9 15,-1-4 2-15,0 0 0 0,-4-1 5 0,-1 2 14 16,-1 1 14-16,-2-4 15 0,-2 0 18 0,-1 8 7 15,-3-6 17-15,-3 0-4 0,4 1 8 0,-3 4 3 16,1 1 11-16,-3 1 8 0,4 0 4 0,-3-4-3 0,-2 8-3 16,7-3-15-16,-7 3-15 0,0 0-5 0,0-6-9 15,0 6-8-15,0 0-13 0,0 0 3 16,0 0-5-16,0 0 2 0,0 0-5 0,0 22 0 0,3-11-7 16,-3 0 0-16,3-1-9 0,-3 4-17 0,2-2-20 15,5 6-21-15,-4-4-5 0,2 0-32 0,1 1-19 16,3 1-30-16,4-4-8 0,-6 0-20 15,6-1-14-15,-3 1-13 0,5 0-16 0,-2-8-14 0,0 3-19 16,2-3-25-16,0 0-14 0,2-4-14 0,-1-5-7 16,-3 2-188-16,2-2-526 0,3-1 233 0</inkml:trace>
  <inkml:trace contextRef="#ctx0" brushRef="#br0" timeOffset="98040.52">16134 4001 658 0,'10'-14'-39'0,"-5"3"32"16,7-1 31-16,-11 2 27 0,8 0 25 0,-9-1 18 15,6 0 25-15,-4 6 12 0,4-3 18 0,-6-1 8 16,0 3 1-16,4-2-7 0,-4 8-9 0,3-4-16 15,-3 4-14-15,7-6-11 0,-7 6-15 0,0 0-9 16,1-5-8-16,-1 5-5 0,0 0-7 0,0 0-3 16,9 14-6-16,-9-6-6 0,5-1-4 0,-5 3-3 15,1 0-1-15,6-1-7 0,-7 1-1 0,6-1-3 16,-4 0-1-16,5 1 3 0,-7 2-7 0,6-4-4 16,1 1 1-16,-5 1 6 0,4-2-10 0,-1 1 0 15,-5-3 1-15,2 2-1 0,6-3 0 0,-8-2 0 0,0-3 1 16,7 10-1-16,-2-9 2 0,-5-1 5 0,0 0-6 15,10 1-4-15,-10-1 3 0,15-1-3 16,-15 1-1-16,11-7 3 0,-6 0 10 0,7 3 13 16,-6-1 8-16,3-2-1 0,-6-1 5 0,4 1 6 0,2-2-3 15,-4 1 1-15,4 1 0 0,-4-4-5 0,1 4-4 16,1 0-3-16,0-1-1 0,-1 1-6 0,-1 4-2 16,0-4 3-16,2 3-4 0,-6 0 0 0,-1 4-7 15,12-8-2-15,-9 7-4 0,-3 1-2 0,0 0-2 16,5-3-2-16,-5 3-2 0,0 0 0 0,10 5 1 15,-3 2-3-15,-1 0-4 0,-1-3 0 0,5 5-4 16,-8-1-2-16,11 1-1 0,-5 1-2 0,6 1-3 16,-6 1-1-16,7-3-2 0,0 0-5 0,0 2-1 15,4-2-3-15,-2-1-3 0,-2-1-6 0,6-2-4 16,1 2 3-16,-1-3 3 0,8-3-5 0,-1 2 1 16,-8 1-1-16,1-4 2 0,2-4 2 0,-4 1 10 15,-1 2-3-15,7-3 3 0,-6-4 2 0,0 1 0 16,-4-1-2-16,1-3 2 0,-3-1 2 0,-4 0 4 15,4-3 0-15,-5 5 2 0,0-2 16 0,-8 0 14 16,7 2 4-16,-2-1 0 0,-2 0 13 0,-3 3 0 16,-1-3-2-16,-1-1 0 0,0 3-6 0,-1 3-6 15,-4 0 1-15,2 0-2 0,0-2-6 0,-1 5-4 0,-2 2 3 16,8 1-5-16,-19 0-3 0,19 0 4 0,-16 3-8 16,9 2 0-16,-1 2-1 0,3-1 1 15,3 1-4-15,2 3 2 0,0-2-1 0,7 3 2 0,1 2 0 0,5 2-8 0,2 2-5 16,8 1-16-16,7-2-5 0,8 10-4 0,7-5-13 15,1 5-8-15,2-10 0 0,-3 2 6 0,5 0 3 16,1-4-1-16,-8 1 5 0,2-8 5 0,-2 2 4 0,-13-5 5 16,6 0 2-16,-3-4 3 0,-3-2 6 0,-7-3 2 15,-3 0 5-15,3-2 1 0,-10 0 5 16,2-5 4-16,0 0 14 0,-7-4-1 0,-1 2 6 16,-2-4 3-16,-3 2 17 0,-2-2-2 0,-5-1 5 0,0 4 0 15,-2 0-2-15,-3 1-4 0,-1-3-1 0,-3 5 0 16,-1 0-3-16,1 1 3 0,-6 1-3 0,3 7 0 15,-4-6 3-15,-8 2-2 0,13 0-3 0,-9 4-4 16,4 5-2-16,-1-2-4 0,1 1 0 0,-1 6-4 16,1-3 0-16,1 2-1 0,3 3 0 0,2-1-5 15,2 2 1-15,1 4-2 0,1-4 2 0,3 2 0 16,-1 3-1-16,4-5-2 0,5 5-1 0,0-4 1 16,7-2-2-16,0 2-3 0,-1-4 1 0,1 4 0 15,8-2 1-15,0-4-1 0,1 2 1 0,4-3-3 16,-2-1 0-16,2 1 5 0,0-8-2 0,-2 1 1 15,4 2 1-15,-6-7-1 0,4 2-1 0,0 1 3 16,-2-5 0-16,-3 2 13 0,0-1 23 0,5 2 8 16,-12-4 8-16,7 2 1 0,-7-1 11 0,-1 2 15 15,1 1 6-15,-1 0 16 0,-2 0-10 0,1 2-6 16,-2-1-11-16,-3-1-16 0,-1 7-1 0,5-4-16 16,-5 4-29-16,0 0-13 0,0 0-8 0,0 0-6 15,0 0-3-15,0 0-14 0,0 19-6 0,0-11-16 0,0-4-5 16,0 7-14-16,0-7-7 0,0 7-13 0,5-3-3 15,-5 0-9-15,5 2-14 0,-2-1-10 16,4-4-16-16,0 3-17 0,-2-2-15 0,5-2-13 16,-5 0-7-16,6-4-6 0,-1 0-5 0,2-4 4 0,3 0 10 15,3 0 13-15,-3-4 22 0,0 1 16 0,3-2 13 16,10-4 19-16,-2 1 14 0,3 0 21 0,-1-3 17 16,-5 5 34-16,3-4 24 0,-7 2 19 0,-3 1 24 15,1 0 34-15,-1 2 30 0,-3-3 14 0,-3 1 5 16,0 7 7-16,0-5 3 0,-1 3-11 0,-6 2-12 15,3-1-14-15,1 3-13 0,-7 2-9 0,8-4-10 16,-8 4-8-16,0 0-6 0,10 12-6 0,-8-5-7 16,0 4-1-16,-1-3-5 0,3 2-2 0,-1 7-2 15,2-5-8-15,-2 6 0 0,4-3 3 0,-7-1-7 16,6 0-4-16,-4 2-1 0,5-4 0 0,-4 0 1 16,2-1-3-16,-5-3 1 0,7-1 13 0,-7 1 18 15,3-3 28-15,2-2 22 0,-5-3 5 0,5 5-8 16,-5-5-6-16,0 0-2 0,15-9-2 0,-15 1 6 15,5-2 4-15,-2 1 5 0,-1-3-10 0,4-2 1 16,1 0 0-16,-2-4 0 0,-4 2-7 0,8 1-8 16,-3-1-8-16,3-2-3 0,-1 0-16 0,-3 1-1 15,8 1-6-15,-3 0-1 0,3 1-11 0,-4 1-7 0,5-3-34 16,-2 5-28-16,-2 0-36 0,5 6-55 0,-4-1-53 16,-1 1-59-16,0 3-53 0,2-5-47 0,-5 7-256 15,-1 0-648-15,-6 1 288 0</inkml:trace>
  <inkml:trace contextRef="#ctx0" brushRef="#br0" timeOffset="98712.4">15891 3448 57 0,'0'0'262'16,"-8"5"-20"-16,8-5-20 0,0 0-21 0,0 0-21 0,0 0-16 15,-2 3-11-15,2-3-11 0,0 0-12 16,0 0-9-16,-5 9-7 0,5-9-8 0,0 0-13 15,5 9-5-15,-5-9-7 0,0 0-2 0,2 9-12 0,-1-8 0 16,-1-1 2-16,7 10-1 0,-1-9-1 0,1 3-6 16,-7-4-4-16,8 5 4 0,-8-5 0 0,14-1 10 15,-14 1-18-15,9-4 3 0,-9 4-7 0,12-4-2 16,-10 1 2-16,6-2-13 0,-3 1 2 0,-5 4-1 16,7-11 1-16,-1 7-1 0,-4 0 6 0,-2 4-15 15,3-11-1-15,-3 5-1 0,0 6-15 0,0-9-4 16,0 9-25-16,0-8-33 0,0 8-27 0,-5-7-51 15,5 7-70-15,-11-2-73 0,11 2-215 0,0 0-527 16,-22 7 233-16</inkml:trace>
  <inkml:trace contextRef="#ctx0" brushRef="#br0" timeOffset="100401.54">19511 3707 138 0,'0'0'242'0,"8"-8"-25"0,-8 8-23 16,0 0-22-16,0 0-17 0,0 0-14 0,0 0-12 16,10 13-22-16,-7-3-6 0,0 3-9 15,2 3-9-15,-3 1-7 0,-2 3-9 0,5-4-7 16,-2 4-7-16,-3 0 0 0,5-5-10 0,-3 5 1 0,1-5-7 15,1 1-1-15,-4-5-4 0,3-2-5 0,-1 1 1 16,1-2 1-16,0-2 16 0,-1 0 20 16,-1 0 12-16,4-3 5 0,-5-3-6 0,10 5-1 0,-10-5-11 15,0 0-7-15,15-8-9 0,-8 2-3 0,-5 0 2 16,7 1-7-16,-4 0-5 0,2-3-5 0,0 1 3 16,-4 0-7-16,0 3 0 0,-1-2-4 0,5 4-4 15,-7 2-2-15,3-7-5 0,-3 7-3 0,3-3-8 16,-3 3 1-16,0 0 2 0,0 0-4 0,0 0 1 15,0 0-1-15,15 10 2 0,-15-10-4 0,7 8 1 16,-6-5-1-16,6 1 0 0,-7-4 2 0,2 5 2 16,-2-5-1-16,13 3-3 0,-13-3 6 0,8 0 2 15,-8 0-5-15,13-4 3 0,-4-3-1 0,4 2 0 16,-5-3 6-16,5-4 15 0,-4 1 15 0,4 3 11 16,-1-3 11-16,2 0 9 0,-2 2 12 0,-2-2 6 15,2-1 8-15,2-2 4 0,-7 2 6 0,0 4-2 16,1 1 2-16,-5 1-1 0,6-1-20 0,-6 3-7 0,3-1-10 15,-2 0-10-15,1 0-8 0,-5 5-8 0,0 0-1 16,6-4-15-16,-6 4-2 0,0 0-8 16,0 0-25-16,12 16-30 0,-5-8-10 0,-1 2-26 15,2 4-17-15,-1-1-17 0,5 3-25 0,-1-1-32 0,2 1-48 16,-4 0-47-16,12-1-54 0,-6 5-240 0,0-8-603 16,2-1 267-16</inkml:trace>
  <inkml:trace contextRef="#ctx0" brushRef="#br0" timeOffset="100760.91">20366 3820 164 0,'0'0'204'0,"0"0"-20"0,-6-8-19 16,6 8-17-16,0 0-14 0,0 0-14 0,0 0-8 15,-17 12-12-15,17-8-7 0,0-4-11 0,-5 11-7 16,5-3-9-16,0 0-7 0,0 0 2 0,0 0-9 15,0 3-5-15,7-3-1 0,-1 0 1 0,1 0-7 16,1-2 1-16,1 4-9 0,4-3-2 0,2 0-4 0,1-4-5 16,-4-2 3-16,-4 3-3 0,7-4 0 15,-2 0-3-15,2-4-1 0,-7 1 1 0,2-1-3 16,2-2 2-16,-5 0 11 0,1-3 9 0,-2 0 2 0,-4-1 5 16,0 0 9-16,1 0 7 0,-6-4 0 0,3 7 3 15,-2-6-2-15,-1 3-8 0,-2 3-4 0,-2-5-7 16,2 3-3-16,-6 1-3 0,2 3-4 15,-2-6-5-15,-4 5-4 0,8 5-6 0,-3-1 2 0,2-3-8 16,8 5-8-16,0 0-14 0,-20 5-11 0,15 1-7 16,5-2-7-16,0 6-17 0,5-1-18 0,2-2-25 15,6 5-27-15,10 3-25 0,2 3-18 0,3-4-14 16,15 5-8-16,-3-4-6 0,3 0-103 0,3-2-321 16,-13-1 142-16</inkml:trace>
  <inkml:trace contextRef="#ctx0" brushRef="#br0" timeOffset="101693.02">20959 3974 366 0,'18'-2'3'0,"2"-1"35"0,-4 0 13 0,1-1 14 15,-10-1 31-15,6 2 11 0,-8-4 14 0,1 0 4 16,-1 0 5-16,0-1-2 0,-5 1-1 0,-5-2 0 16,5 0-7-16,-5 3-9 0,-1-2-7 0,-4 4-9 15,0-5-10-15,-10 0-9 0,5 4-9 0,0 1-3 16,-5 1-8-16,4 3-2 0,-9 0-8 0,9 0-7 16,-6 3-2-16,4 1-1 0,0 4-7 0,-2 1-2 0,5-2 0 15,-2 4-2-15,4-2-4 0,0 0-3 0,-2 1-1 16,7 4 3-16,-1-3-4 0,3-1 1 15,1 0 0-15,5 2-4 0,-2-4 1 0,4 1-1 16,4 1 1-16,1-1 1 0,8-3-5 0,-3 2-2 0,4-2 1 16,-1 0-4-16,6-5-2 0,-1 1-6 0,4-2-2 15,4-3-4-15,-8-3-3 0,8-1 2 0,1-6 0 16,-10 4-2-16,7-6 3 0,-1-1-1 0,-4-5 0 16,-2 4 2-16,2-8 3 0,-4 3-3 0,-6-4-7 15,1-1 12-15,-2-2-2 0,-2-2 3 0,0-2 2 16,-1 3 11-16,-7 1 14 0,2 1 11 0,-2-2 6 15,0 6 6-15,0 5 12 0,0-3 2 0,-2 3 1 16,2-1 15-16,-7 4-6 0,1 1 4 0,4 0-6 16,2 6-6-16,-2 1-4 0,-1 1-9 0,0 1-6 15,-2-1-6-15,5 7-5 0,0-10-7 0,0 10-4 16,0-7 4 0,0 7-14-16,0 0-7 0,0 0 2 0,0 0-2 15,-10 22-3-15,12-11-3 0,-2 1-5 0,0 3-4 16,0 3 2-16,3 2-12 0,0 8-4 0,-1 3-12 0,6 0-1 0,-1-3-16 15,8 13-5-15,-4-4-12 0,-1-7-12 0,-2-2-9 16,4 1-10-16,-2-4 1 0,2 2-8 0,-4-1-3 16,0-8 1-16,-1 0 4 0,1-6 10 0,0 3 7 15,1-6 8-15,-3-1 14 0,4-1-3 0,0-2 12 16,-2-4 8-16,2 0 1 0,-10-1 9 0,20-2 4 16,-12-5 5-16,1 2 11 0,2-3 1 0,-1 1 12 15,2-3 12-15,1-2 9 0,-6-1 14 0,4 2 14 16,-2-4 0-16,-3 8 3 0,1-8 12 0,-1 6 5 15,-2 1 6-15,-4-2-2 0,6 1-4 0,-6 3-3 16,0-3-4-16,0 1-6 0,0 8-10 0,0-8-6 0,0 8-3 16,-6-7-4-16,-3 6-3 0,9 1-3 0,0 0-4 15,-21 4-1-15,13 0-2 0,1 1-1 16,5 1-2-16,-4 2 1 0,-1 1 2 0,7 2-1 0,0 2-6 16,0-4 9-16,2 6-2 0,6-2-3 0,4 2-2 15,1 1-3-15,2-4-6 0,6 6-7 0,2-5-15 16,1 1-10-16,5-4-8 0,-2 0-11 0,3-2-7 15,1 0-3-15,-3-3 4 0,0-3-7 0,-1-2 0 16,3-2 2-16,-2-3 2 0,-7 1 7 0,1-1 2 16,-6-6 4-16,3 2 5 0,-1-5 0 0,-5-4 4 15,2-2-4-15,-5 1 10 0,-5-8-1 0,1-1 5 16,-2-3-2-16,-1-3 8 0,-1-6 1 0,-2 2 10 16,-2 8 10-16,-1 2 9 0,3 0 10 0,0-2 7 15,-4 2 7-15,4 1 10 0,-5 2 22 0,4 0 15 16,-1 3 4-16,2 6 10 0,0 1-1 0,2-2 5 15,-4 7 3-15,2 1-2 0,0 0-10 0,-3 2-11 16,3-3-8-16,0 10-14 0,0-5-5 0,0 5-7 16,0 0-5-16,0 0-5 0,0 0-1 0,-17 15-4 0,11-5-4 15,4 0-2-15,-3 5-1 0,3 5-2 16,1 4-1-16,-4-5-4 0,3 7 2 0,4 7-2 16,-2-4-1-16,5 2 0 0,-5-1-4 0,1 0-9 15,4 0-8-15,-1-3-14 0,2 2-20 0,-4-4-22 0,5 2-35 16,1-3-28-16,-2-5-38 0,8-4-31 0,-6 5-36 15,5-5-174-15,9 3-439 0,-6-8 195 16</inkml:trace>
  <inkml:trace contextRef="#ctx0" brushRef="#br0" timeOffset="102068.02">22331 3788 210 0,'0'0'255'0,"0"0"-14"0,0 0-15 0,-8-5-17 15,8 5-19-15,0 0-21 0,0 0-13 0,-12-2-16 16,12 2-14-16,0 0-15 0,0 0-8 0,-11 8-10 16,11-8-5-16,-7 4-12 0,7-4-8 0,-7 4-4 15,7-4-10-15,-3 7-4 0,3-7 6 0,-3 12-14 16,3-4-1-16,0-3-4 0,3 3-2 0,-1 2-5 15,1-5-3-15,2 6-2 0,0-4-2 0,-2 1-1 16,5-3 1-16,-1 6-6 0,-2-4-2 0,5 2 3 16,-5-1-7-16,-2-4 1 0,6 4-1 0,-6-1-2 15,-2-4 1-15,3 4-1 0,-4-7 0 0,0 0-3 16,6 2 4-16,-6-2-5 0,0 7 4 0,0-7-2 0,0 0-1 16,0 0-1-16,-8 6 2 0,8-6-2 15,-16 0-9-15,4 2-30 0,0-2-41 0,-4 0-49 16,-4 2-59-16,-3-4-62 0,-4 0-173 0,-2 2-452 15,-16-5 199-15</inkml:trace>
  <inkml:trace contextRef="#ctx0" brushRef="#br0" timeOffset="103398.4">19511 3707 47 0,'0'0'217'0,"0"0"-4"0,8-10-4 0,-8 10-6 15,0 0-8-15,6-4-10 0,-6 4-14 0,0 0-6 16,4-5-11-16,-4 5-14 0,6-3-9 0,-6 3-12 16,0 0-10-16,0 0-8 0,10-3-11 0,-10 3-8 15,0 0-10-15,0 0-9 0,0 0-4 0,0 0-8 16,17 5-7-16,-17-5-1 0,7 3-6 0,-1 0-5 16,-3 1-2-16,2 3-2 0,-1-2-4 0,2 2 0 0,-4 0-5 15,3 2 0-15,0-2-5 0,0 1 4 16,0 1-7-16,0 1-2 0,-2 1 0 0,5 0 1 15,-1 2-8-15,-7-2 5 0,3 1 0 0,1-4 0 0,-1 7 1 16,0-7 1-16,-1 4-5 0,5-3 2 0,-7-2-2 16,3 3-3-16,0-2 4 0,-1 1-2 0,3-2-1 15,-4-2 1-15,-1 2 1 0,0 0 2 16,0-7-2-16,2 9 5 0,-2-9-2 0,5 4 3 0,-5-4-7 16,0 5 16-16,0-5 15 0,0 0 11 0,0 0-7 15,0 0 0-15,0 0-5 0,0 0-4 0,0 0-1 16,0 0 0-16,0 0-8 0,0 0 5 0,0 0-5 15,0 0 0-15,2-17-6 0,-2 17 7 0,6-4-3 16,-6 4-9-16,0-8 4 0,0 8-1 0,7-5-2 16,-7 5-6-16,2-8 4 0,3 6 1 0,-5 2-3 15,8-9-2-15,-6 5 1 0,-2 4-3 0,11-11 4 16,-8 8-1-16,2-1-1 0,4 1 1 0,-3-2-4 16,3-2 6-16,-3 2-2 0,1 1-1 0,1 0 4 15,-1 0 6-15,1-3 7 0,-3 3-3 0,3-3-1 16,-1 3 3-16,-1 3-3 0,1-7 7 0,-7 8-6 15,10-6 0-15,-3 4-2 0,-7 2 1 0,10-4-6 16,-10 4-3-16,6-2-5 0,-6 2 1 0,0 0 0 0,0 0 0 16,15 11 1-16,-10-2 0 0,2-6 10 0,-2 4-29 15,1 5-18-15,4-4-14 0,-2 7-29 16,2-3-42-16,5 3-58 0,-1 0-64 0,-5-2-74 16,5 1-198-16,1-2-553 0,-4 0 245 0</inkml:trace>
  <inkml:trace contextRef="#ctx0" brushRef="#br0" timeOffset="105701.66">19600 3754 7 0,'2'-10'206'0,"-2"7"-6"0,0 3-7 0,-2-9-11 15,2 1-9-15,0 8-10 0,0 0-6 0,0-10-14 0,-5 5-9 16,5 5-8-16,0 0-14 0,-2-4-2 16,2 4-14-16,0 0-8 0,0 0-8 0,0-8-12 15,0 8-7-15,0 0-9 0,0 0-2 0,0 0-6 0,0 0-5 16,0 0-2-16,0 0-6 0,-24 10-1 0,17-9-2 16,0 5 3-16,2-3 2 0,-3 2-2 0,1 0-3 15,1 2 0-15,2-5 1 0,-2 5 1 0,-1-1-1 16,-1-1 2-16,1 0-6 0,1-1-1 0,6-4-2 15,-10 11-2-15,5-8-3 0,2 3 5 0,-2 0-11 16,5-6 3-16,-7 6-3 0,4-3 0 0,-1 3-3 16,4-6 0-16,-8 8 4 0,8-8-6 0,-3 10 5 15,-2-8-3-15,5 3-4 0,0-5-1 0,-9 10 4 16,5-5-2-16,4-5-2 0,-9 8 0 0,8-4-1 16,-4-1 3-16,1 5 0 0,-1-2 1 0,4-1-6 15,-4 0 3-15,5-2 0 0,-2 5-3 0,2-8 5 16,-7 9-5-16,6-2 0 0,-4-5 1 0,3 6 1 0,-1-3 0 15,0-1 2-15,3-4-2 0,-7 10-1 0,0-9 4 16,7-1-7-16,0 8 2 0,-8-4-1 16,8-4 1-16,0 0 9 0,-2 5-9 0,2-5 3 15,0 0 1-15,0 7 0 0,0-7 0 0,0 0 4 0,0 0-3 16,0 0 13-16,0 0 8 0,0 0 3 0,0 0 2 16,0 0-3-16,0 0 6 0,0 0 0 0,0 0-2 15,0 0-8-15,0 0 1 0,0 0-2 0,0 0-3 16,0 0-3-16,0 0 1 0,22-16 6 0,-20 13-7 15,4-2-6-15,-4 2-2 0,4-4 2 0,-1-1-5 16,-3 4-2-16,5-2 3 0,-6-3 12 0,6 3-10 16,0-6-6-16,-6 6 2 0,6-2 0 0,-5-4 4 15,2 8 6-15,-2-2 3 0,-2-6 3 0,0 4-1 16,0 3 13-16,0-3-21 0,0 0 1 0,-6-2-5 16,4 5-2-16,-6-3 2 0,-6 0-6 0,-1-1-3 15,-1 2 2-15,-4-3 1 0,2 3-16 0,-2-1-31 16,2 4-29-16,-2 3-38 0,0 1-54 0,5-4-82 15,5 4-288-15,10 0-579 0,-13 0 256 0</inkml:trace>
  <inkml:trace contextRef="#ctx0" brushRef="#br0" timeOffset="121563.5">26934 1230 203 0,'8'-15'250'0,"-3"-3"9"0,2 5-7 0,1-4 3 0,0 2-7 16,-1 1-3-16,1 1 2 0,-1-1-13 15,-5 5 3-15,2-1-5 0,-2 2-1 0,5 1-10 0,-7-2-16 16,0 5-17-16,0-3-14 0,0 7-19 0,0-7-18 15,0 7-10-15,0-7-21 0,0 7-8 0,0 0-14 16,0 0-9-16,0 0-7 0,0 0-6 0,0 0 1 16,0 0-15-16,-7 21 4 0,14-13-11 0,-7 4-9 15,0 3 4-15,0 2-9 0,0 0 2 0,0 2-2 16,5-3-5-16,-5 4-2 0,1 7 2 0,1-8-6 16,3 5 5-16,2 2-8 0,-6 0-1 0,6 0-10 15,0 0 11-15,-6 2 3 0,7-2-7 0,-3-2 0 16,2 5-2-16,1-1 1 0,-8-1 3 0,9 0-3 15,-9 0 0-15,8 0-3 0,-5 5 0 0,0-5 1 16,2 0-1-16,2 0-1 0,-5 0-4 0,1-4 2 16,0 4 1-16,-1 2 0 0,1-2 1 0,-3 2-3 15,2-4 5-15,-2 2-2 0,3-1 2 0,-3-3-5 0,0-3 5 16,2 7-2-16,-2 0-2 0,0 0 3 0,-2-3-6 16,4 3 5-16,-4-8 0 0,2 8 4 15,-1-3 7-15,-1 2 0 0,2 0 21 0,0-1-5 16,-7 2 2-16,7-3-1 0,-3 2-6 0,3-4-1 0,0-2-3 15,-2-3 0-15,1 9-1 0,-1 0-3 0,2-6-2 16,-3 3 0-16,3-5-4 0,-4 2 6 0,4 7-5 16,-3-6-2-16,3-1-3 0,-2 3 1 0,-1 0 1 15,3-5-1-15,-3 1-4 0,3 1 4 0,0-3-3 16,0 9 0-16,-3-6 7 0,6-1-7 0,-6-3-1 16,-2 4-1-16,5 6 2 0,-2-6-2 0,-3 0-2 15,3-2 0-15,-4 1 4 0,-1 1-1 0,7-1-6 16,-2 1 12-16,1 4 28 0,-4 2 5 0,-2-7-4 15,6 5-2-15,-3-8-5 0,-1 2-3 0,0 2-2 16,0-2-3-16,5-2 0 0,-10 4-5 0,9-1-4 16,-4-2-1-16,-2 2 0 0,5 1 1 0,-4-1-3 15,4 1 0-15,-3 1-1 0,4-8-2 0,-4 9 2 16,3-6-5-16,-5 0 1 0,1 1-1 0,4 1-2 0,2-1 0 16,-3-4-1-16,-1 1 5 0,3-1-4 15,-6 2 3-15,2-3-4 0,10 0-2 0,-10-5 1 16,5 5-2-16,0-3 3 0,-5 1-1 0,2 0-2 15,1-4 1-15,-3 2-1 0,5-1 0 0,0 1-1 0,0-3 1 16,0 5 0-16,0-10 0 0,0 7 3 0,0-1-4 16,0-6 3-16,0 6-4 0,0-6 1 15,0 9-4-15,0-9-3 0,5 7-4 0,-3-2-10 0,-2-5-12 16,0 6-21-16,0-6-24 0,8 8-19 0,-8-3-39 16,5-2-45-16,-5-3-30 0,2 9-30 0,4-7-41 15,-6-2-56-15,4 8-65 0,-1-6-297 0,-3-2-757 16,2 7 335-16</inkml:trace>
  <inkml:trace contextRef="#ctx0" brushRef="#br0" timeOffset="122266.64">25658 3303 118 0,'-13'2'265'0,"13"-2"-6"0,0 0-7 16,0 0-10-16,0 0-13 0,-10 0-11 0,10 0-13 16,0 0-9-16,0 0-21 0,0 0-8 15,0 0-4-15,31 8-4 0,-8-6 1 0,9 1-3 0,11 3-14 16,11-2-18-16,1 7 0 0,-2-5-4 0,12 0 2 15,21 3 14-15,3-2-3 0,0 4-12 0,6 1-13 16,9 0-7-16,0-3-8 0,50 3-8 0,-7 7-12 16,1-5 1-16,-46-2-7 0,52 11 4 0,-6-7-15 15,-6 3-2-15,4 0-5 0,-39-7 1 0,52 7-5 16,-7 2-7-16,-3 0 1 0,-1 4-3 0,-4 1-8 16,5-7 1-16,-7 2-4 0,-33-3-1 0,37 5-2 15,0 1-1-15,-42-9-4 0,43 9-2 0,-43-5 0 16,1-4-3-16,-3-3-4 0,6 5 0 0,-12-7-5 15,-3 7 9-15,-1-3-6 0,-4-2 3 0,-5-2-5 16,-25-2 0-16,-5-3 3 0,6 0-1 0,-11 0-2 16,2 0 0-16,-4 0-7 0,-13-3 6 0,-5 0 1 15,1-2 1-15,-6 0-2 0,-2 3 0 0,-6-3 0 0,0 2 4 16,0-4-5-16,0 2 0 0,-9-3 2 0,6 3 2 16,-12 0 1-16,17-1-12 0,-9 2 7 15,-8-1-10-15,13-1 10 0,-13 1 2 0,10 0-2 0,-10 0-6 16,0 0 5-16,13-1-2 0,-13 1 0 0,0 0 2 15,0 0-14-15,9 0-5 0,-9 0-10 0,0 0-14 16,0 0-5-16,18 0-12 0,-18 0-24 0,10 1-9 16,-10-1-20-16,8 0-22 0,-8 0-22 0,0 0-28 15,0 0-33-15,0 0-35 0,0 0-56 0,13-3-51 16,-13 3-197-16,0 0-602 0,-6-10 266 0</inkml:trace>
  <inkml:trace contextRef="#ctx0" brushRef="#br0" timeOffset="122938.52">28197 1672 95 0,'0'-7'357'0,"0"7"-10"0,-2-9-7 15,2 3 2-15,-3 0-29 0,3 6-17 0,-2-7-21 16,2 7-22-16,-10-4-36 0,10 4-29 0,0 0-19 16,0 0-24-16,-20 4-15 0,20-4-12 0,-13 8-10 15,3-1-9-15,-1-2-10 0,4 3-17 0,-1-1-33 16,-7 4-25-16,8-3-13 0,-3-1-25 0,2-3-26 16,-4 4-22-16,6 0-32 0,-2-4-27 0,1 0-21 15,5 1-15-15,-4-2-23 0,6-3-50 0,0 0-240 16,0 0-519-16,0 0 229 0</inkml:trace>
  <inkml:trace contextRef="#ctx0" brushRef="#br0" timeOffset="123094.77">28038 1569 54 0,'0'0'219'0,"0"-7"-2"0,0 7-8 16,0 0-11-16,5-10-14 0,-5 10-18 0,0 0-18 16,2-4-16-16,-2 4-15 0,0 0-11 0,0 0-10 15,0 0-8-15,8 16-23 0,-2-8-3 0,3-1-6 16,-3 8 3-16,6 1-14 0,-2 0-5 0,5 8-13 15,8 0-21-15,-3 0-40 0,3 0-50 0,3-1-71 16,4 5-183-16,-7-10-364 0,14 7 162 0</inkml:trace>
  <inkml:trace contextRef="#ctx0" brushRef="#br0" timeOffset="123360.4">28976 1884 93 0,'0'0'307'16,"0"0"-20"-16,-3-7-21 0,3 7-26 0,0-7-26 0,0 7-24 15,-10-1-22-15,10 1-9 0,0 0-22 0,0 0-15 16,-28 8-14-16,18-5-8 0,0 1-9 15,-1 5-16-15,-1-3-20 0,-3 2-15 0,4 5-34 16,-6-2-26-16,7-3-22 0,-7 3-30 0,3-3-40 0,0 0-51 16,1 0-54-16,6-4-122 0,-2 4-367 0,-5-4 162 15</inkml:trace>
  <inkml:trace contextRef="#ctx0" brushRef="#br0" timeOffset="123547.9">28760 1935 257 0,'6'-3'308'0,"-6"3"-6"0,0 0-9 0,0-6-17 0,0 6-25 16,0 0-19-16,0 0-32 0,0 0-25 0,8-3-12 16,-8 3-16-16,0 0-19 0,7 11 0 0,-2-6-25 15,-3 3-9-15,6 6-7 0,-1-1-11 0,4 2-9 16,-1 0-21-16,0 3-23 0,2-5-31 0,1 10-46 16,3 1-55-16,-7-9-62 0,6 0-81 0,-4 1-209 15,1-4-498-15,-2 0 220 0</inkml:trace>
  <inkml:trace contextRef="#ctx0" brushRef="#br0" timeOffset="123844.78">27910 2283 335 0,'0'0'354'0,"0"0"-20"0,4-3-23 16,-4 3-29-16,0 0-27 0,0 0-32 0,0 0-25 16,0 0-25-16,0 0-18 0,0 0-15 0,0 0-11 0,0 0-15 15,-7 15-12-15,-1-11-13 0,3 6-28 0,-2 0-33 16,-6 2-28-16,5 0-35 0,-5-3-35 15,-1 7-35-15,1-4-37 0,0 0-58 0,-2-1-60 0,-3-2-153 16,3-2-445-16,0 0 198 0</inkml:trace>
  <inkml:trace contextRef="#ctx0" brushRef="#br0" timeOffset="124001.03">27669 2392 109 0,'6'-7'276'15,"1"2"-11"-15,-7 5-12 0,17 0-11 0,-9 0-11 16,-8 0-15-16,20 7-12 0,-7-7-18 0,-3 5-13 15,5 2-22-15,6 1-14 0,4 8-10 0,-3-1-16 16,4-2-14-16,6 4-6 0,-6 2-35 0,12 5-45 16,-6 0-72-16,-4-3-84 0,16 0-80 0,-15-1-193 15,10-1-453-15,1 0 202 0</inkml:trace>
  <inkml:trace contextRef="#ctx0" brushRef="#br0" timeOffset="124846.31">30209 2453 90 0,'0'0'312'0,"-3"-10"-21"0,3 10-30 0,0 0-23 15,2-9-26-15,-2 9-26 0,0 0-22 0,0 0-15 16,0 0-17-16,0 0-8 0,0 0-13 0,0 0-14 0,0 0-6 15,-20 23-12-15,20-17-6 0,0 0-5 0,3 6-5 16,-3-3-8-16,4 1-1 0,2 1-2 16,2-5-8-16,4 6-3 0,0 0-4 0,1-6-3 0,5 3-3 15,0-3-2-15,2-5-4 0,-2 1-1 0,2-2-1 16,-3-2-1-16,1 2 5 0,0-1-6 0,-3-5-4 16,0-3 2-16,-2 0-1 0,2 3 4 0,-5-4 6 15,-5 2 0-15,-3-2 1 0,4 1-1 0,-1-1-3 16,-3-2-1-16,-2 5-10 0,-7-2-9 0,6-2-17 15,-11 6-14-15,-3-3-20 0,-5 6-21 0,-11 1-30 16,-2 2-26-16,-9 6-46 0,8-3-53 0,-14 7-238 16,-2 4-497-16,-1-2 220 0</inkml:trace>
  <inkml:trace contextRef="#ctx0" brushRef="#br0" timeOffset="125236.94">29698 2980 53 0,'0'0'263'0,"0"0"-29"0,-3 8-24 16,3-8-19-16,-4 9-22 0,-1-4-14 15,2 0-8-15,0 4-11 0,-2-1-9 0,-2-1-14 0,4 5-6 16,0 2-10-16,3 1-3 0,-4-5-5 0,4 5-9 16,4-3-3-16,-1 2-1 0,0-5-4 0,4 6-4 15,-2-6-4-15,1 0-6 0,9 0-3 0,0 0-6 16,0-2-6-16,0 1-1 0,0-5-3 0,5 0-3 16,-4-2-4-16,-2-2-1 0,-1-3 12 0,2 2 1 15,1-7 10-15,-7 3-2 0,4-4 4 0,-5 2-1 16,-1-4 6-16,1-2-7 0,-6 1-5 0,1-4-2 15,-3 1-10-15,-5 0-6 0,-2 2-3 0,-1-1-13 16,-2-2-24-16,-5 5-29 0,-5-3-37 0,5 5-42 16,-13-4-56-16,5-1-67 0,-5 7-258 0,5-6-538 15,1 8 239-15</inkml:trace>
  <inkml:trace contextRef="#ctx0" brushRef="#br0" timeOffset="125596.32">29789 2511 138 0,'0'0'218'0,"-13"-3"-20"0,13 3-21 16,0 0-19-16,-15 4-13 0,8-2-11 0,7-2-13 15,-10 3-5-15,5 3-9 0,5 0-2 0,-8-3-14 16,8 3-1-16,0-6-4 0,0 12 1 16,0-12-4-16,3 12 5 0,2-11 6 0,2 1 3 0,1 3 2 15,4-1-3-15,-4-4-10 0,7 0-4 0,-7 0 3 16,14-3 8-16,-9-2-7 0,2 1-1 0,-2-7 3 16,2 3 3-16,-3-3 0 0,1 1-8 0,-1 0-4 15,-3-2 15-15,1 5-7 0,-6-8-12 0,-1 6-13 16,0 0-3-16,-1-3-6 0,-2 5-13 0,-2-3-19 15,-3 3-24-15,0-1-27 0,-5 4-20 0,-4-1-24 16,-3 4-24-16,-4 6-30 0,-1-1-30 0,-6 8-61 16,-2 0-74-16,-8 6-194 0,10 0-525 0,-9 7 233 15</inkml:trace>
  <inkml:trace contextRef="#ctx0" brushRef="#br0" timeOffset="126018.2">30681 3363 395 0,'0'-12'384'0,"-3"5"-17"16,-2-1-4-16,3 0-9 0,-3 1-1 0,2 1-10 15,0 0-16-15,-2-2-29 0,0 2-28 0,3 1-27 16,2 5-28-16,-7-7-23 0,7 7-22 0,-3-5-20 16,3 5-16-16,0 0-17 0,0 0-6 0,0 0-15 15,-20 5-9-15,20-5-20 0,-11 5 3 0,7-2-10 16,4-3-15-16,-6 7-14 0,2-2 0 0,3 2-5 16,-1-2-12-16,2-5-1 0,0 7-4 0,0-7-3 15,3 8 3-15,1-2 1 0,2-5-4 0,-6-1 0 16,15 5 2-16,-5-5-1 0,-10 0 7 0,23-5-9 15,-3 1 6-15,-5-1-8 0,2-1 1 0,-1 1-5 16,-6-3 4-16,2-3 1 0,4 3 0 0,-6 0-5 16,-1-4 3-16,-1 5 1 0,-2-2-1 0,-4-2-8 15,5 2-25-15,-7 0-38 0,0 0-44 0,-7 1-42 16,-1 0-27-16,-7-3-37 0,-7 5-38 0,-6 1-60 0,-5 1-84 16,-15 3-214-16,0-1-667 0,-10-3 295 0</inkml:trace>
  <inkml:trace contextRef="#ctx0" brushRef="#br0" timeOffset="128325.82">30423 1523 64 0,'-10'2'127'16,"5"1"-3"-16,-3 2-10 0,1-2-6 0,-3 1 0 15,10-4-8-15,-18 2-11 0,10 4 0 0,0-3-5 16,-6 5-10-16,6-3-5 0,-5 2-7 0,3-2-1 16,-3 5-10-16,-2-2-4 0,0 0 0 0,-3 4-9 15,-1 0 0-15,-4 3 8 0,2 1 7 0,-1-1-8 16,-1 4 4-16,-3-6-13 0,1 4-2 0,-5 2-3 16,5-2-1-16,-5 1-2 0,2-2-5 0,0 2 2 15,0-3 16-15,-9 6 0 0,11-1-2 0,-7-4-2 0,3 0-6 16,-5 6 0-16,4-6-4 0,1 2 0 15,2-3-4-15,1 2-4 0,-1-5-2 0,2 4 0 16,1 0 0-16,-1-3-3 0,1 0-4 0,2 2 2 16,-4-3-3-16,-1 2 2 0,11-5 0 0,-4-2-1 15,-1 2 1-15,-1 6 8 0,3-4 6 0,4 1 0 16,-2-4-2-16,-2 0-2 0,0 4-2 0,2-1-1 0,-2-6 0 16,5 3-4-16,0 2 6 0,-2-1-7 15,-2 2-1-15,4-4-1 0,0 2-3 0,-2 3 1 16,-3-4-2-16,5 4 0 0,-4-2 2 0,2 1-4 15,-1 1 1-15,0-3 5 0,-4 3-2 0,7-3-7 0,-1 1 0 16,1 0 4-16,-2-2-1 0,-1 3-4 0,1 1 1 16,3-3 0-16,-3 3 1 0,2-5-1 15,0 4 1-15,-5 1 1 0,5-3-1 0,-4 1-1 16,2 1 1-16,-3-2-1 0,7 2-1 0,-2-3 1 0,-2 0 1 16,1 4 0-16,-4-1-1 0,5-3 0 0,2 3 1 15,-4-2-5-15,2 3 5 0,-1-5-2 0,3 0-1 16,-4 4 2-16,2-3 4 0,-1-4-4 0,-3 7-1 15,3-2 1-15,1-2-3 0,-3 2 0 0,3 1 1 16,-2-2 1-16,2 0-1 0,1 1 1 0,-1-2 2 16,1 1-5-16,0-1 3 0,-1 1-2 0,-4-2 1 15,5 0 2-15,2 1 0 0,-1 1 0 0,-2-2-1 16,-2 0 4-16,7-2 1 0,-3 3 10 0,0 1 5 16,1-4 0-16,-1 4 0 0,0 0-4 0,-2-2-2 15,8 0-2-15,-3 0 1 0,-1 3-2 0,1-5-1 16,-2-1-2-16,4 2-1 0,-2 1 0 0,-2 2 1 15,4-3-2-15,-5-2-3 0,5 2 7 0,-1 2-2 16,-1 0-4-16,2-3 0 0,-2 0-3 0,4 5 0 16,-9-2 1-16,6-4 1 0,-4 4-1 0,5-1 2 15,-2-3 4-15,0 6-7 0,0-6 0 0,0 1-2 16,2 1 1-16,-4 1 1 0,4-2-1 0,0 3-3 16,-4-2 3-16,4-2-2 0,0 2 4 0,-1-2-4 15,1 1 3-15,-2 3 0 0,-1-5-1 0,2 3-3 0,3 1 0 16,-6-2 3-16,4 1-1 0,0 1 0 15,-2 0 1-15,-2-3 0 0,4 3-3 0,-1 0 3 16,-2 0-2-16,3 0 3 0,-7-3-4 0,8 4 2 16,-8 1 0-16,7-2 1 0,-5-1 0 0,6 0-1 0,-3 3 2 15,-3-2-2-15,5-3-1 0,-6 2 2 0,6 0 3 16,-3 2-5-16,1-4 2 0,0 1 4 16,3-1-7-16,0 2 4 0,-3-4 0 0,2 3 0 0,-2 3-4 15,0-4 4-15,0 1-3 0,0-3 2 0,2 2-1 16,0 2 5-16,0-3-3 0,1 3 2 0,0 0 0 15,-6-3-1-15,12 2 2 0,1-4-2 0,-17 4 3 16,9-2 7-16,-4 3 6 0,5-4-2 0,1 3-2 16,-4 0 1-16,2-1-2 0,1-2 0 0,-6 2 0 15,6-2-2-15,-1 2-1 0,1 2 0 0,-1-3-3 16,0-1-2-16,1 3 1 0,-3 0 0 0,0-3 0 16,10-1-2-16,-10 4 0 0,0-1-2 0,10-3-1 15,-11 5 3-15,7-2 1 0,4-3-5 0,-9 2-8 16,9-2-22-16,0 0-31 0,-7 5-41 0,7-5-49 15,0 0-71-15,-2 7-234 0,2-7-490 0,0 0 216 16</inkml:trace>
  <inkml:trace contextRef="#ctx0" brushRef="#br0" timeOffset="131591.01">28354 4192 98 0,'0'0'371'0,"0"-7"-13"0,-2 1-13 0,2 6-14 15,2-9-25-15,-2 9-20 0,0 0-24 0,0-8-29 16,0 8-20-16,0 0-26 0,0 0-19 0,0 0-29 16,0 0-12-16,0 0-15 0,0 0-16 0,0 0-3 15,0 0-11-15,-13 26 4 0,13-17-18 0,-5 8-4 16,2-4-12-16,-4 2-1 0,5 4-7 0,-1-3-3 15,0 3-8-15,3-3-1 0,-4 4-6 0,8 2 0 16,-8-6 1-16,4 3-3 0,4-3 9 0,-4 3-15 16,0 0 1-16,3-6-5 0,0 4 0 0,-3-4 4 15,2 1-11-15,5-1 1 0,-4-2 3 0,2 2 1 16,1-2 0-16,-6-3-1 0,7 0 0 0,0 0-6 0,-7-2 7 16,6 0-9-16,-4 0 6 0,3 3-3 15,-3-5 2-15,-2-4 2 0,6 7-2 0,-4-4-4 16,-2-3 16-16,6 4-15 0,-6-4 17 0,7 6-19 0,-7-6 6 15,8 3-3-15,-1 0-3 0,-7-3 5 0,15 1-5 16,-5 1-6-16,1-2 6 0,-2 5 0 0,6-5-2 16,-1 0 5-16,6 0-5 0,-5 0-1 15,3 0 3-15,-3-4-1 0,5 3-1 0,0 1-6 0,0-2 7 16,-7-2 10-16,5 3-12 0,1-3 2 0,-5 0-3 16,-5 0 3-16,6 2 5 0,-2-3-7 0,0 2 17 15,-5 2-19-15,1-2 7 0,-3-2 0 0,3 1 10 16,-3 0 5-16,-6 4 1 0,12-7 2 0,-12 7-2 15,8-3 1-15,-8 3 1 0,7-1 1 0,-7 1-5 16,0 0-2-16,3-6 7 0,-3 6-12 0,0 0-7 16,0 0 1-16,0 0-2 0,0 0-3 0,7-2-1 15,-7 2 4-15,0 0-9 0,0 0-3 0,0 0 3 16,0 0 1-16,0 0 3 0,0 0-2 0,5 12-11 16,-5-12 11-16,0 11 0 0,1-3-5 0,-1-3-7 15,2-2-8-15,-2-3 4 0,3 15-6 0,1-10-8 16,0-1-7-16,0 3-14 0,1-3-13 0,-2 7-24 15,10-6-20-15,-4-3-37 0,-3 1-38 0,6 0-37 16,-4-3-35-16,0 3-43 0,-8-3-37 0,24-6-171 0,-6 4-550 16,-3-1 244-16</inkml:trace>
  <inkml:trace contextRef="#ctx0" brushRef="#br0" timeOffset="132559.78">29076 4529 160 0,'0'0'160'0,"0"0"-12"15,0 0-17-15,0 0-9 0,0-8-16 0,0 8-11 16,0 0-8-16,0 0-7 0,0 0-11 0,0 0 1 16,0 0-7-16,0 0-6 0,0 21-3 0,0-21-9 15,5 9-3-15,-5 0 1 0,1-2-9 0,-1 1-3 16,2 0-3-16,3-3-3 0,-3 1 0 0,3 2-3 16,-5 0-4-16,1-5 3 0,-1 5-4 0,5-3-2 15,-5-5-4-15,4 6 3 0,-4-6 0 0,0 5 3 16,6-2 0-16,-6-3 1 0,8 1 7 0,-8-1 14 15,0 0 7-15,14-4 15 0,-4-1 2 0,-5 2 5 16,3-3 8-16,-2-3 7 0,3 1 2 0,-3 5 1 16,1-6 3-16,3 1 5 0,-3 0-2 0,2 2 8 15,0-2-2-15,-3 4-5 0,-1-4-5 0,2 4-6 16,0 0-4-16,-2 0-8 0,1-1-10 0,-6 5-4 16,5-6-12-16,-5 6 1 0,0 0-9 0,12-4-5 15,-12 4-4-15,0 0-3 0,10 10-6 0,-4-5 1 16,-2 3-3-16,-1 0-3 0,2-1-7 0,1 2-5 0,-1-2 6 15,9 4-5-15,-9 2-11 0,5-5 1 16,-2 6 2-16,5-6-1 0,-1 9-4 0,3-8-2 16,1 0 0-16,-1 2-4 0,0-6-5 0,1 3-3 15,4-5-6-15,2 3-3 0,-6-3 1 0,6 0 1 0,-2 1 0 16,-2-4 3-16,0 0 0 0,0-1 6 0,4-2 1 16,-7-3 4-16,1 0 2 0,-2 0 5 15,0 1-3-15,-2 1 4 0,-2-4 2 0,-2 1 4 16,1 1 1-16,5-1-3 0,-9-4 6 0,-3 2-2 0,6 3 7 15,-8-6 0-15,5 4 0 0,-5 8 3 0,2-8 2 16,-2 0-2-16,0 1 4 0,-7 0-8 0,7 3-3 16,0 4-1-16,-10-8-5 0,5 4 5 0,5 4 0 15,-19-3 0-15,9 3-3 0,1-1-3 0,9 1 5 16,-18 1-2-16,12 4-2 0,6-5-4 0,-12 5-1 16,5 0-5-16,4-2 2 0,-2 1 2 0,5-4-1 15,3 12-2-15,2-1 2 0,5-8 4 0,5 6-8 16,3 3-19-16,6-5-20 0,5 5-23 0,-2-4-13 15,4 1-8-15,2-2-11 0,-1 1-9 0,-1-5-6 16,4 3 9-16,-4-5 9 0,-1 1 8 0,0 1 4 16,-2-3 13-16,-5-3 11 0,5 1 3 0,-6 1 17 15,-7-2 22-15,0-1 22 0,-2-3 19 0,-3 3 17 16,-3-2 12-16,-1 1 13 0,-1-2 9 0,-2-3 6 16,1 2 3-16,-4 2 0 0,0 1-6 0,-5-5-6 15,3 4-4-15,-3 0-9 0,-3 1-3 0,3 1-9 16,-5-2 0-16,-3 1-9 0,5 4-1 0,-14 1-4 15,14 1 1-15,-10-1-6 0,1 5 0 0,2-1-1 16,-1 2-4-16,-1 3 1 0,2-2-4 0,3-3-5 0,-2 7-3 16,4-4-5-16,1-1-4 0,-1 5-1 15,2-4-8-15,2-1-5 0,2 1 0 0,-1 1-1 16,4-2 0-16,1-6 2 0,1 6 0 0,-1-6 3 0,9 7-3 16,-1-7 1-16,-8 0 4 0,20-1 3 0,-20 1 0 15,25-6-1-15,-16 1 6 0,6-2 1 0,-1-1 0 16,4 1 6-16,-7 1 1 0,6-5 5 0,-5 3 7 15,-1 3 9-15,-3-2 10 0,-1-4 8 0,1 8 7 16,-1-3 1-16,0 4-3 0,-6-2-4 0,-1 4-5 16,12-8-2-16,-12 8-8 0,8-1-4 0,-8 1-3 15,0 0-4-15,0 0 0 0,0 0 0 0,7 13-1 16,-7-13-5-16,0 8-5 0,3-2-6 0,-3 2-2 16,3-1-6-16,1 1-14 0,-1 4-14 0,0-5-15 15,2-1-25-15,3 3-22 0,1-3-38 0,-1 0-35 16,4 2-33-16,2-3-124 0,-2-3-357 0,-9 1 158 15</inkml:trace>
  <inkml:trace contextRef="#ctx0" brushRef="#br0" timeOffset="133450.41">30468 4610 9 0,'0'0'223'15,"0"0"-7"-15,6-7-5 0,-6 7-9 0,5-1-9 16,-5 1-20-16,0 0-14 0,0 0-18 0,0 0-16 15,0 0-15-15,0 0-11 0,0 0-9 0,0 0-9 16,0 0-5-16,0 0-8 0,0 0-11 0,0 0-3 16,9 9-8-16,-9-9-3 0,1 14 1 0,-1-9-10 15,0-2-4-15,0-3-4 0,0 16-12 0,0-9-7 0,0-3-1 16,0-4-1-16,0 9-3 0,0-9 2 0,-1 10-1 16,1-10-2-16,0 5 1 0,0-5 4 15,-5 5 7-15,5-5 19 0,0 0 10 0,0 0 2 16,0 0-2-16,0 0 1 0,0 0 0 0,0 0-2 0,0 0-1 15,0 0-3-15,11-24-7 0,-9 18 0 0,6 0-4 16,-1-6-1-16,8 4-3 0,-2 1-4 0,2-5-3 16,1 3-4-16,4 7 0 0,-3-10-6 15,-1 5-6-15,4-1-6 0,8-4-10 0,-6 4-9 0,6-3-7 16,-2 2-3-16,-1-2-11 0,-7 4-2 0,11-3-2 16,-8-1-1-16,-4 2 2 0,6 0 6 0,-7-3 3 15,1 0 4-15,-5 1 3 0,1-1 5 0,-5-1 6 16,5 1 6-16,-11-2 3 0,8 6 14 0,-8-6 8 15,-2 5 6-15,0-3 11 0,0 0-1 0,0 5-2 16,-2-5 2-16,-1 4 0 0,-1-1-10 0,-1 3 3 16,-1-1-9-16,2 2 1 0,-1 2-3 0,-5 0-3 15,1 2-1-15,9 1 1 0,-17 1 2 0,9 3-2 16,-6-1 0-16,5 5-1 0,0-1 3 0,-2 1-3 16,2 3 0-16,-4 2 0 0,3 2 0 0,0 1 2 15,0 4-3-15,4 4-1 0,-3-7 0 0,6 3 0 16,0-1-1-16,3 0 4 0,-7 0-2 0,7 1 0 15,0-5 0-15,7 1-1 0,-7 1 2 0,3-2-2 16,0 0-2-16,-1-4 2 0,5 0-2 0,-1-2-1 0,4-1 0 16,0-5 1-16,0 5 1 0,3-5 0 15,-4-2-2-15,6 2 2 0,-1-6 5 0,6 2-3 16,-6-2 1-16,0-1-3 0,3-1 0 0,0 2 2 16,-3-2-1-16,0 3 1 0,-3-2-1 0,1-1 1 0,-4 1 5 15,5 1-8-15,-4 0 1 0,-4 2-1 0,1-4 4 16,-6 5-4-16,12 0-2 0,-12 0 0 15,10 5 0-15,-10-5-3 0,10 3-5 0,-10-3-3 16,1 10-3-16,3-4-6 0,-1-3-4 0,-1 2-3 0,3-1 3 16,-4 5 2-16,3-3-1 0,-1-3-2 0,3 0 1 15,-4 3 0-15,5 0 6 0,-1-3 2 0,-6-3 1 16,9 3 4-16,-9-3-2 0,13 0 5 0,-13 0 6 16,15-1 1-16,-15 1 19 0,15-7 11 0,-9 4 12 15,1-1 22-15,0 1 11 0,-7 3 4 0,9-2 14 16,-9 2 4-16,15-4 1 0,-15 4-9 0,5-3-10 15,-5 3-8-15,0 0-10 0,0 0-7 0,0 0-9 16,0 0 2-16,12 9-12 0,-12 1-3 0,2 1-3 16,-2 2-4-16,0 5-1 0,-2 2-1 0,2 4-4 15,-5 7 1-15,2-2-2 0,-1 11 2 0,1 2-2 16,1-1 1-16,-1 0-4 0,-2-10 0 0,-2 8 1 16,7 3 0-16,0-12-2 0,-6-2 7 0,6 4-8 15,0-5-6-15,6-3-9 0,-6-4-14 0,0 1-20 16,7-5-33-16,-2-4-39 0,0-2-48 0,5-2-64 15,0-4-64-15,1 1-154 0,6-2-480 0,0-6 213 16</inkml:trace>
  <inkml:trace contextRef="#ctx0" brushRef="#br0" timeOffset="134200.42">32076 4293 77 0,'0'-9'238'0,"4"3"-6"0,-4-2-10 0,5 4-6 16,-5-4-13-16,0 8-15 0,0-10-16 0,0 10-18 15,0-6-12-15,0 6-20 0,0 0-13 0,-12-9-11 16,7 6-12-16,5 3-4 0,-15 0-11 0,15 0-3 16,-20 0-7-16,9 3-8 0,1-2-4 0,-3 1-3 15,3 1-5-15,-5-1-3 0,2 0-3 0,3 3-3 16,0 1-1-16,-2-3-3 0,4 1-3 0,1 4-1 16,-4 0-1-16,7 0-2 0,-1 2-1 0,5-1-2 15,0 3 0-15,0 4-1 0,7-2-3 0,0 3 1 16,-1 1-4-16,4-6 3 0,3 8-2 0,2-1 0 15,-1-2-5-15,2 4 4 0,-1-1-5 0,-2-9 2 16,-1 3 5-16,-1 0-8 0,-1-3 1 0,-3 0-3 16,0 0-3-16,-2-1 0 0,-2-6 1 0,2 4-4 15,-5-1 1-15,2 1 1 0,-2-8-1 0,-4 6 1 16,4-6 2-16,-13 8-1 0,5-7 0 0,8-1 3 16,-19 3-2-16,11-3 0 0,-5 0 2 0,13 0-3 15,-23-3 4-15,11 6-3 0,1-3-1 0,11 0 0 0,-20 0 0 16,11 0-1-16,9 0 1 0,-11 0 0 15,11 0-1-15,0 0 2 0,-12 4-5 0,12-4-2 16,0 0 1-16,0 0-1 0,0 0 0 0,27 9-3 16,-11-7-9-16,4-2-8 0,-2 1-8 0,4 3-16 0,8-3-12 15,-2-1-11-15,3-1-7 0,-4-3-7 0,4 3-8 16,-4-2-3-16,4-1 4 0,-9 0 5 16,3-4 9-16,-6 1 6 0,-2 4 7 0,-2-9 9 15,-4 7 8-15,-2-3 4 0,-1 2 13 0,-3-4 16 0,-2 0 10 16,4 2 7-16,-12 0 11 0,5 1 9 0,-2 0 0 15,-1 0 0-15,-2 2 0 0,-2 1-1 0,1-2-1 16,-1 1-4-16,2 1-1 0,5 4-3 0,-13-3 2 16,13 3-2-16,-12 0 3 0,12 0-5 0,-10 6 15 15,10-6-13-15,-6 6 2 0,-1 2-3 0,5-6-1 16,1 9 1-16,1-2 2 0,0-2-2 0,0 4-1 16,3 1-2-16,5-3 1 0,-3 5 0 0,5 1-22 15,-1-3-25-15,2 1-27 0,4-4-39 0,-2 0-38 16,4 3-16-16,-4-3-128 0,2-2-311 0,0 3 139 15</inkml:trace>
  <inkml:trace contextRef="#ctx0" brushRef="#br0" timeOffset="134450.42">32515 4695 105 0,'0'0'165'15,"7"-3"18"-15,-7 3 5 0,0 0-1 0,6-5-8 16,-6 5-14-16,0 0-9 0,0 0-20 0,0 0-19 16,0 0-13-16,0 0-11 0,0 0-2 0,0 0-12 15,-8 23-6-15,1-14-5 0,1 0-5 0,-2 6-3 16,1 3-6-16,-1-2 0 0,1 14 4 0,-5-6-1 15,1 17-6-15,1-11-5 0,-2 0-2 0,2 0-4 0,2 1 0 16,0 0-7-16,-4 0-2 0,4-3-3 16,1 1-3-16,2-2-1 0,-1-2-2 0,4-3 2 15,-1-5-4-15,3 2 0 0,0-8-3 0,-5 3 0 16,5-5 2-16,0 0 0 0,0-2 1 0,0-3 9 0,0-4-4 16,5 4-2-16,-5-4-6 0,0 0-2 0,18-8-16 15,-6 1-16-15,-2-2-32 0,3-2-35 0,2-4-37 16,-2 0-44-16,13-9-56 0,-9-1-184 15,3-2-438-15,1-10 194 0</inkml:trace>
  <inkml:trace contextRef="#ctx0" brushRef="#br0" timeOffset="134733.23">32648 4674 160 0,'-4'-15'189'0,"3"5"2"16,-3-6 8-16,4 9-3 0,-1-5 2 0,-1 3-4 15,-3 3-7-15,5-2-12 0,0 8-11 0,5-12-10 16,-3 8-17-16,-2 4-12 0,5-8-12 0,-4 4-11 15,-1 4-12-15,10-1-8 0,-10 1-8 0,13 0-10 16,-13 0-7-16,20 2-7 0,-10 1-3 0,-2 2-4 16,1-5-5-16,4 6-4 0,-6-1-4 0,4-2-4 15,-6 1-3-15,2 0-5 0,-2 4-2 0,-2-7-1 16,-3-1-10-16,7 10-1 0,-7 0 0 0,0-4-3 16,-4-3 0-16,4-3 1 0,-8 13 1 0,1-6-4 0,-1-2-1 15,-2 0 9-15,2 1-8 0,-5 0-8 16,4-1-13-16,0-1-10 0,-5 0-19 0,4 1-20 0,0-1-16 15,0 1-20-15,2-3-24 0,0 5-20 0,3-6-28 16,5-1-18-16,0 0-167 0,0 0-392 0,0 0 174 16</inkml:trace>
  <inkml:trace contextRef="#ctx0" brushRef="#br0" timeOffset="135280.1">32846 4613 130 0,'-2'-3'172'0,"2"3"-15"16,0 0-11-16,0 0-17 0,-14-4-14 0,14 4-3 16,0 0-11-16,0 0-10 0,-14 7-3 0,14-7-9 15,0 0-3-15,-8 8-4 0,8-8-3 0,0 8-5 16,0-8-4-16,0 4-4 0,0-4-1 0,7 7-6 16,3 3-2-16,-9-7-4 0,4 1-3 0,-5-4-3 15,20 2-6-15,-10-1 1 0,3 1-5 0,-4 1-2 16,4-3-3-16,-5 7 3 0,5-10-7 0,1 3 0 15,-6-4-2-15,7 1 1 0,-7 3-3 0,5-3 2 16,-3 0-1-16,-2-1 4 0,4 4 1 0,-5-3 2 16,1-1-1-16,2 4 2 0,-4-5-4 0,-6 5-1 15,14-2-1-15,-14 2-2 0,8-5-4 0,-8 5-2 16,0 0-2-16,0 0 0 0,15 7 1 0,-15-2-2 16,0-5-3-16,5 11 1 0,-2-7 0 0,-3-4-1 15,-3 17-3-15,6-10 8 0,-3 1-5 0,0-1-2 0,3 1 0 16,-6 1-3-16,3 1-4 0,0-2-9 0,0-2-4 15,-3 0-4-15,3-6 1 0,0 11-4 16,3-6 3-16,-3 0 2 0,0-5-1 0,10 3-11 16,-10-3 7-16,8 0 0 0,-8 0-2 0,10 3 6 0,-10-3 0 15,15-9 4-15,-7 6 1 0,-1-3 2 0,0 1 5 16,1 1-1-16,0-4-1 0,2 1 5 0,-2 2 3 16,2 0 10-16,-1-2-4 0,-3 4-1 0,3-4 7 15,-3 4 13-15,2-3 7 0,-1 5 1 0,0-4 2 16,-7 5 4-16,1-3-7 0,6 0-2 0,-7 3 4 15,0 0-10-15,8-6 2 0,-8 6-7 0,0 0 0 16,0 0-5-16,0 0-1 0,0 0-1 0,0 0 0 16,0 0 4-16,0 0-7 0,0 0-1 0,0 0 0 15,0 0 2-15,0 15-3 0,0-15-12 0,0 7-21 16,0-7-20-16,0 8-36 0,7-4-36 0,-7-4-48 16,8 3-164-16,-8-3-361 0,7 2 159 0</inkml:trace>
  <inkml:trace contextRef="#ctx0" brushRef="#br0" timeOffset="136108.24">33543 4412 268 0,'0'-11'332'0,"3"2"-7"0,-3 0 6 0,0-1-8 15,0 3-16-15,0 3-25 0,0 4-27 0,0-12-29 16,0 6-29-16,0 6-26 0,0 0-23 0,0 0-12 15,0 0-19-15,-10-5-12 0,10 5-10 0,0 0-5 16,-15 15-12-16,9-7-13 0,3-4-9 0,-7 4-12 16,1 4 8-16,1 0-24 0,1 3-6 0,-3-1-8 0,2-4-8 15,0 7-5-15,1-4-10 0,1-4-8 16,2 1-3-16,-1-1 3 0,2 2-2 0,1-4-7 16,1 1 3-16,1 0 3 0,-4-1 1 0,8-1 0 0,-3 1 0 15,4 0 4-15,0-1 2 0,0 1 0 0,2-1 1 16,0-3 1-16,-1 3 1 0,2-2 1 0,-1 2 1 15,1 2 1-15,-1-5 0 0,3 3 2 16,-2 0-2-16,-1 3 2 0,-1-3-3 0,4 0 2 0,-3 5-3 16,1-3 3-16,-3-3-1 0,2 7 2 0,-5-2-3 15,-2-2-1-15,0 1-3 0,-2 3-1 0,-3-4 1 16,3 1-5-16,-3-1 3 0,-3 0 1 0,1-1-2 16,-3-2 6-16,1 1 7 0,-3-1-7 0,-3-4 0 15,0 4 6-15,2-4-3 0,-2 5 4 0,3-4-1 16,1-4 2-16,1 0 0 0,10 2 1 0,-18-4 0 15,13 3 2-15,-5-5-1 0,8 1 3 0,2 5 0 16,-6-14-4-16,9 7 3 0,0-1-3 0,2-1-3 16,2-1 3-16,4-2-3 0,3 0 1 0,0 0-1 15,3-6-1-15,5 6-4 0,-3-5 0 0,3 1 4 16,-1 2 2-16,1-6-5 0,-2 4 1 0,1-2 2 16,1 2 0-16,-2 4-2 0,-5-1 1 0,1-1 0 15,-1 2 5-15,0 0-4 0,-7 1 3 0,5 1-1 16,-6 4 0-16,1 0-2 0,-1 1 11 0,-2 2-9 0,2-2 3 15,-7 5-10-15,5-4 0 0,-5 4 0 16,0 0 0-16,0 0 1 0,0 0 1 0,0 0 0 16,0 0-1-16,-2 17 2 0,-1-7 0 0,-2-2 1 15,-2 1 5-15,0 0-6 0,2 6 0 0,-3 0 3 0,3 0-1 16,-5 3 0-16,5-2 1 0,2 4 0 0,-5 6 0 16,1-10-1-16,5 7 2 0,-4-3 0 15,4 2 2-15,0-5 1 0,2 1-2 0,-3-1 5 16,3 1-2-16,-2-3 1 0,2-3-3 0,0 0 0 0,0-4 7 15,0-3-7-15,2 1 2 0,-2-6 1 0,3 9 2 16,-1-7-2-16,-2-2 5 0,0 0 3 0,0 0 1 16,0 0 11-16,0 0 7 0,0 0 5 0,13-11 7 15,-13 11 2-15,5-7 6 0,-1-1-1 0,-4 8-2 16,0 0 16-16,6-4-22 0,-6 4 0 0,0 0-7 16,4-4-7-16,-4 4-8 0,0 0-7 0,0 0-1 15,0 0-1-15,0 0-4 0,8 12 1 0,-5-7 1 16,0 3-1-16,2 1 3 0,4 0-3 0,-4 0-6 15,0 1-3-15,5 1 6 0,-1 4-13 0,1-3-11 16,-3-3-20-16,5-2-21 0,-4 1-34 0,0 1-37 16,-3-2-36-16,-2-2-47 0,4-2-57 0,-7-3-234 15,0 0-546-15,0 0 242 0</inkml:trace>
  <inkml:trace contextRef="#ctx0" brushRef="#br0" timeOffset="136728.07">31007 5529 3 0,'-5'7'35'0,"4"4"-5"0,1-3-6 0,-5-1 2 16,5 1-6-16,0-3-3 0,-2 2 8 0,2-7 12 15,0 8 26-15,0-8 24 0,0 7 21 0,0-7 27 16,0 0 16-16,0 0 17 0,2 5 5 0,-2-5 2 15,0 0 13-15,0 0 2 0,0 0-2 0,0 0-3 16,0 0-12-16,0 0-13 0,0 0-13 0,11 0-23 0,-11 0-11 16,0 0-21-16,0 0-9 0,0 10-10 15,0-10-9-15,0 10-4 0,0 0-9 0,-3 4-2 16,1-4-6-16,2 7-6 0,-1 3-6 0,1-3 2 0,-4 9-1 16,3-1-4-16,-1 1-5 0,0-2-3 0,-1 6 1 15,3-3-1-15,0 0 0 0,0-3-3 0,0 0-2 16,0-2-2-16,-2-2 2 0,2-2-2 15,2 2-2-15,-4-5 3 0,4 1-3 0,-2-5 2 0,3-1-6 16,-3-3-10-16,2 1-14 0,-2-5-38 0,0-3-67 16,0 0-67-16,0 0-70 0,15-15-243 0,-12 6-544 15,12-6 242-15</inkml:trace>
  <inkml:trace contextRef="#ctx0" brushRef="#br0" timeOffset="137024.95">31160 5450 175 0,'-2'-11'369'16,"2"3"4"-16,0-7-14 0,0 11-3 0,0-5-21 15,-5-2-18-15,10 6-22 0,-3-2-35 0,-2 7-14 16,5-10-34-16,-4 5-11 0,7 2-21 0,-1-1-23 16,-7 4-4-16,15-3-26 0,-2 3 7 0,0 6-33 15,-1-3-18-15,3 3-19 0,-3 3-11 0,4-1-16 0,-1 4-11 16,0-2-9-16,0 0-15 0,-2 2-8 15,-6-4-15-15,6 6-3 0,-5-5-2 0,-5-2-10 16,1 5-4-16,-1-3 1 0,-3 1 0 0,-8 2 2 16,0-4 4-16,-7 1-4 0,-2-3 10 0,-3 2 0 0,-3-1-4 15,-7 1-20-15,0-3-25 0,2 3-22 0,-1-4-26 16,0 4-30-16,0-2-32 0,0-2-43 0,8 4-52 16,4-4-221-16,1 3-543 0,4 0 239 15</inkml:trace>
  <inkml:trace contextRef="#ctx0" brushRef="#br0" timeOffset="137524.96">31201 5790 208 0,'0'0'305'0,"2"-3"-6"0,-2 3-15 0,8-4-15 0,-8 4-21 16,6-7-20-16,-6 7-20 0,7-1-17 0,-7 1-19 15,0 0-18-15,10-3-18 0,-10 3-11 0,0 0-17 16,18 4-5-16,-11-1-16 0,1 1-8 0,-1 0-4 16,1-1-14-16,-5 3-6 0,4 0-7 0,-2 2-4 15,-2-1-7-15,1 1-8 0,-1-1-6 0,0 2-8 16,0-1-8-16,-3 0 1 0,0 0-9 0,-6 3 0 16,6-3 3-16,-3 0-6 0,-1-4 5 0,1 3-5 15,-2-4 4-15,-2 2 1 0,4 0 2 0,3-5-1 16,-7 5 3-16,7-5-1 0,0 0 4 0,-10 2-1 15,10-2 10-15,0 0 3 0,0 0 10 0,0 0 2 0,-4-12 0 16,4 12 6-16,6-12 0 0,-4 8-8 0,3-2 14 16,-5 6-11-16,8-13 1 0,-5 8-6 15,4 2-3-15,0-1-3 0,-1 0 1 0,-6 4-2 16,15-3-3-16,-5-1-5 0,-10 4 5 0,18 3-9 0,-8-2 2 16,5 2 1-16,-7 1-6 0,6 0-5 0,0 4 5 15,-2-4-4-15,0 5-5 0,1-3-7 0,-5 2 0 16,2-3 4-16,0 2-1 0,-2 1-5 0,1-6 5 15,-3 3 2-15,4 0-4 0,-7-2 13 0,-3-3-8 16,7 5 6-16,-7-5-8 0,5 5 4 0,5-5 0 16,-10 0 0-16,0 0 2 0,0 0-3 0,15-10-5 15,-13 5-3-15,4-2-21 0,-6 7-21 0,7-10-20 16,-6 2-34-16,6 3-45 0,-2-3-58 0,-2-1-64 16,9 2-258-16,-7-3-576 0,3 5 255 0</inkml:trace>
  <inkml:trace contextRef="#ctx0" brushRef="#br0" timeOffset="138368.72">31789 5565 209 0,'0'0'368'0,"0"-9"4"0,0 9 8 16,0-8-26-16,0 8-29 0,0 0-27 0,-4-5-33 15,4 5-32-15,0 0-29 0,0 0-22 0,0 0-19 0,0 0-19 16,0 0-11-16,0 0-15 0,-15 19-9 15,12-11-16-15,0 0-3 0,-1 4-12 0,-4 0-13 16,3 5-13-16,-1-4-9 0,2 2-7 0,1-3-10 0,3 4-8 16,0 0-11-16,-3-5-2 0,3-3-11 0,0 4-6 15,0-4-2-15,3-1-2 0,-3 3 3 0,7-3 0 16,-1 0 7-16,2-1-3 0,1-2 4 16,1 0-1-16,-2 2 2 0,2-3-3 0,5 1 10 0,-7 3-8 15,5-4-1-15,-4 1-2 0,-1 0 5 0,7 0-5 16,-9 1 2-16,1-2-1 0,1 2 9 0,-1 1-14 15,-1 2 1-15,3-3 3 0,-4 2-1 0,-4-3-2 16,-1 7 3-16,0-4 3 0,0 2 3 0,0 3-9 16,-6-6 4-16,2 4 0 0,-2 1 5 0,-6 0-2 15,-3-1-2-15,5 0 5 0,-9 0 2 0,2-5-1 16,-8-1 3-16,9 0-8 0,-4-1 5 0,-2-2 6 16,4-2-6-16,-2-1 3 0,-5-2-4 0,7 1 1 15,0-4 4-15,1-3-2 0,4 3 7 0,-2-3-5 16,9 0 7-16,-4-2-7 0,5-1 1 0,5 1-1 15,3-5 0-15,0 1-3 0,12 0 5 0,0-6-4 16,7 2-4-16,4-3 8 0,11 0 5 0,-14 3-12 16,16-6 1-16,1 2 1 0,2 1-2 0,-6 4-4 15,-6 2 7-15,-1 1 1 0,0 2 0 0,-1 1 3 0,-10 4 6 16,0 0 0-16,-3 1-2 0,0 1-1 16,-2 4 10-16,-1-2-10 0,-6 1-2 0,3 1-5 15,-9 3-5-15,11-2-1 0,-11 2 0 0,10 5 2 0,-10-5 0 16,4 11-3-16,-1-4-5 0,-3 1 4 0,0-1 1 15,-3 5 3-15,3 1 1 0,-4 2-6 0,4 2 4 16,-6 0 2-16,6-2 8 0,-4 6-12 16,-1-2 4-16,2 0-4 0,0-2 6 0,-1 5-3 0,-1-5 5 15,4 1-2-15,1 1-7 0,0-2 1 0,0 2-6 16,3-1-1-16,0-2-3 0,4 3-5 0,1-3 0 16,2-4-2-16,2 5 2 0,4-4 0 0,1-4-2 15,4 6-2-15,1-5-1 0,-1-1 4 0,8-2 0 16,-6-1 3-16,-3 0 4 0,1-2 7 0,-3 0-5 15,4-3 2-15,-6-2 1 0,3 2 7 0,-4-4 3 16,-6 1 5-16,3 2 1 0,-12 0-3 0,18-4 3 16,-11 3-1-16,1-4 2 0,0 3 1 0,-1-2-4 15,-7 4 2-15,7-2-4 0,-7 2 1 0,15 0-1 16,-15 0-3-16,14 0 1 0,-5 2 1 0,4 2 1 16,4 0 3-16,1 1 2 0,0 0-2 0,3 1-6 15,1 2-3-15,-1-4 4 0,6 7-5 0,-1-3 6 16,3 3-1-16,2-2-2 0,2-2-1 0,-1 1-1 15,-9 3 3-15,-2-6 0 0,2-2 2 0,1 4-1 0,-6-5-1 16,-2 1-7-16,-1-3-9 0,0-3-26 0,-7 3-45 16,2-1-50-16,-1-2-68 0,-9 3-78 15,8-6-251-15,-6 3-579 0,-2 3 256 0</inkml:trace>
  <inkml:trace contextRef="#ctx0" brushRef="#br0" timeOffset="139415.6">28228 7160 132 0,'0'0'360'0,"5"-7"-24"0,-5 7-28 0,4-3-27 15,-4 3-31-15,0-7-25 0,0 7-26 0,0 0-22 16,0 0-21-16,0 0-12 0,0 0-16 0,-29 6-23 15,19-2-2-15,-4 1 3 0,-3 2-22 0,-1 1-11 16,-4 1-9-16,2-4-17 0,2 5-23 0,-3 5-18 16,-2-6-18-16,8-2-23 0,-4 0-22 0,8-2-16 15,-2-2-15-15,-2 2-17 0,6-3-17 0,1-2-22 16,8 0-31-16,-20-2-5 0,12-4 0 0,8 0 14 16,-3 1 20-16,3-5 13 0,0 1 18 0,3-2 21 15,-1-1 32-15,3 4 31 0,3-8 34 0,-5 4 32 16,7 1 30-16,-8-3 26 0,4 5 22 0,-4 0 17 15,5 0 5-15,-4 3 8 0,0 0-4 0,-1 0-11 0,5 2-11 16,-7 4-19-16,6-7-9 0,-6 7-9 16,0 0-12-16,0 0-5 0,0 0-5 0,18 12-7 15,-14-1-6-15,4 1-3 0,-1 4-4 0,6-4-1 0,-5 6-5 16,9 3-3-16,-4 5-1 0,7-3-6 0,-2 0-15 16,2 1-28-16,8 8-51 0,2-2-55 0,1 3-56 15,4-11-84-15,-5 0-168 0,-2-6-471 0,3 0 210 16</inkml:trace>
  <inkml:trace contextRef="#ctx0" brushRef="#br0" timeOffset="139792.19">28952 7278 303 0,'0'-5'348'0,"0"5"-23"0,-5-7-22 15,5 7-27-15,-7-11-29 0,2 7-25 0,5 4-24 0,-13-5-21 16,5 1-16-16,-2 4-21 0,-2-2-14 0,-5 2-10 16,1 0-14-16,-2 2-21 0,-1 2-27 15,0-2-25-15,-3 1-26 0,1 1-21 0,-1 3-19 0,6-2-25 16,-6 1-20-16,7-1-16 0,0 1-26 0,0 3-19 16,5-5-16-16,0 1-7 0,2-2 9 0,5 0 7 15,3-3 16-15,0 0 15 0,0 0 12 0,0 0 21 16,0 0 23-16,16-12 14 0,-7 9 56 0,4-1 29 15,-5-3 29-15,0 2 33 0,7-2 26 0,-8 4 15 16,3-1 11-16,0 1-2 0,-2-6-6 0,0 8-5 16,-8 1-15-16,14-4-8 0,-13 1-18 0,8 2-8 15,-9 1-17-15,0 0-2 0,19 9-8 0,-10 0-7 16,-4 4-8-16,3 4-1 0,0 1-21 0,-1 2-27 16,1 3-33-16,-3 4-42 0,5 5-48 0,-5-2-59 0,0-2-77 15,2-1-173-15,-7 0-469 0,3 0 208 0</inkml:trace>
  <inkml:trace contextRef="#ctx0" brushRef="#br0" timeOffset="140089.07">28189 7893 45 0,'-5'-3'402'0,"1"-3"-34"0,-1 0-27 0,-1-2-24 0,4 3-25 15,-1-2-28-15,-6 4-11 0,9 3-47 16,-8-7-21-16,-2 7-22 0,10 0-18 0,-26 0-15 16,11 6-10-16,-2-2-20 0,2 1-20 0,-4 2-31 0,4 3-28 15,0-1-25-15,-5 3-28 0,3-5-29 0,2 4-29 16,1-2-28-16,7-2-27 0,-3 2-43 0,2-2-39 15,1-3-209-15,0 1-473 0,6-2 209 0</inkml:trace>
  <inkml:trace contextRef="#ctx0" brushRef="#br0" timeOffset="140229.7">28028 7865 119 0,'3'-8'224'0,"4"-1"9"0,-2 4 2 16,3 0-3-16,-8-2-11 0,2 3-16 0,3 0-19 15,-5 4-19-15,0 0-19 0,0 0-15 0,0 0-11 16,13 8-11-16,-10 3-12 0,4 2-9 0,1 4-12 15,4 3-5-15,-2-4-7 0,5 9-7 0,0 1-18 16,4 2-34-16,6 6-49 0,-3-11-58 0,4 11-59 16,1-14-86-16,-6 3-140 0,12 3-415 0,5-1 184 15</inkml:trace>
  <inkml:trace contextRef="#ctx0" brushRef="#br0" timeOffset="140807.82">29054 8745 396 0,'0'0'420'0,"5"-4"-44"16,-5 4-32-16,0 0-41 0,0 0-19 0,0 0-44 15,0 0-24-15,0 0-28 0,0 0-19 0,0 0-16 16,0 0-10-16,0 0-19 0,-11 19-14 0,11-10-9 16,0 1-11-16,0 1-12 0,0-2-4 0,5 3-12 0,3 0-6 15,-2 2-4-15,9-1-5 0,0 1-6 16,0-4-5-16,2 0-9 0,1-1 15 0,-2-1-26 0,-1-3-7 15,2-4 3-15,1 0 4 0,-1-2-4 0,-2-2-4 16,-4-2 7-16,-3-2-10 0,6-4 2 0,-6-1 9 16,-1-3-3-16,-4 2 4 0,-1-5-3 15,-2 2 4-15,-2-3-6 0,0 2 0 0,-3-2 0 0,-3 1-7 16,0 2 7-16,-1 1-13 0,-2-3 2 0,3 4-13 16,-1 1-20-16,-2 3-30 0,2 2-29 0,4 0-34 15,-1 4-31-15,-1-3-42 0,2 5-53 0,5 2-22 16,0 0-262-16,0 0-577 0,0 0 256 0</inkml:trace>
  <inkml:trace contextRef="#ctx0" brushRef="#br0" timeOffset="141151.57">30099 8241 334 0,'1'-6'393'0,"-1"6"-36"0,0-6-42 0,0 6-25 16,0 0-39-16,-8-3-12 0,8 3-31 0,0 0-24 16,-23 4-24-16,16 1-11 0,-4 1-7 0,1 0-14 15,1-3-12-15,4 4-8 0,-3 0-7 0,3 1-6 16,4 0-12-16,-8-4-7 0,8 4-11 0,1 1 7 16,0-2 15-16,1 0-25 0,3-3 5 0,-4-4-5 15,8 11-5-15,-2-7-4 0,4-3-4 0,-1 1-7 16,1-1-6-16,1-2 4 0,7-2-6 0,-6 3-6 15,1-6-1-15,2-3-8 0,-2 6 7 0,-3-5-6 16,4 1 5-16,-8-2 2 0,7-3-9 0,-4-3 5 16,-6 3-6-16,2 1-5 0,-3-4-11 0,-2 3-21 15,0 0-33-15,-7-3-28 0,-1 2-48 0,-9-1-35 0,-9-2-47 16,1 0-68-16,-3-1-79 0,-15-4-210 16,3 0-614-16,-1-1 272 0</inkml:trace>
  <inkml:trace contextRef="#ctx0" brushRef="#br0" timeOffset="141557.84">29761 6726 76 0,'-10'-3'163'0,"-2"3"-12"0,-2 0-19 16,14 0-4-16,-17 6-13 0,4 0-14 0,4 0-12 15,0 1-3-15,4 1-7 0,-2 2-3 0,4 1-5 16,-1-1-6-16,4 1-3 0,0 1-5 0,7-2-2 15,0 2-2-15,7 0-5 0,-5 0-5 0,6-7-1 16,4 2-7-16,-2 3 4 0,-2-6 7 0,5-3 3 0,-4-2 5 16,6-5 4-16,-6 1 7 0,1-2 3 15,-5-2 1-15,2-3 7 0,-2-2 0 0,-2-1-2 16,-2-2-2-16,-1 2-5 0,-7-6-6 0,0 1-7 0,0 0-6 16,-7 4-7-16,-1-2-3 0,-7-3-12 0,2 3-18 15,-5 8-22-15,-6-5-23 0,-2 7-24 0,-5 4-38 16,-3 2-57-16,5 4-78 0,-1 3-136 15,0 5-399-15,-1 2 177 0</inkml:trace>
  <inkml:trace contextRef="#ctx0" brushRef="#br0" timeOffset="142865.42">28493 9050 87 0,'0'0'362'0,"-2"-7"5"0,2 7 14 15,0-5 21-15,0 5 1 0,0 0 5 0,0-8-11 16,0 8-23-16,0 0-19 0,0 0-26 0,-5-9-31 16,5 9-24-16,-1-6-29 0,1 6-28 0,0 0-26 15,0 0-11-15,0 0-28 0,0 0-21 0,0 0-18 16,0 0-10-16,0 0-10 0,0 0-12 0,-23 9-24 15,16-5-34-15,-1 3-39 0,-2 0-36 0,-5-1-35 16,5 3-37-16,-3 3-38 0,3-3-31 0,-5 3-30 0,-2 0-26 16,6 0-39-16,-2 3-39 0,-2-8-40 15,5 4-290-15,-5-2-710 0,7 0 315 0</inkml:trace>
  <inkml:trace contextRef="#ctx0" brushRef="#br0" timeOffset="143099.79">28382 8997 64 0,'0'0'343'0,"-5"-9"-7"0,5 9-21 0,0 0-13 16,0 0-19-16,-1-6-17 0,1 6-26 0,0 0-27 16,0 0-21-16,0 0-25 0,0 0-13 0,0 0-10 15,0 0-10-15,0 0-10 0,8 21-12 0,-3-9-4 16,1 0-7-16,4 3-14 0,-3 0-2 0,6 2-11 15,-1-4 2-15,4 8-40 0,1-8-31 0,-2 2-39 16,6 0-35-16,1 1-56 0,-7-3-66 0,3-1-90 16,-3-6-263-16,0-2-589 0,0 3 261 0</inkml:trace>
  <inkml:trace contextRef="#ctx0" brushRef="#br0" timeOffset="143677.93">28976 8175 188 0,'0'0'220'0,"-13"0"-11"16,13 0-17-16,-15-2-19 0,15 2-13 0,-13 2-12 15,3-1-16-15,3 4-14 0,7-5-11 0,-11 6-8 16,4 0-5-16,2 0-6 0,0-2-7 0,2 1-7 16,-2 5-6-16,3-5-1 0,-1 1-5 0,1 0-3 15,2 1-4-15,2 0-2 0,-2 0 0 0,5-1-2 16,2 0-9-16,1 0-1 0,2 0-3 0,1-3-5 15,6 2-1-15,-5-5 0 0,4 0-5 0,1-4-5 0,-6 1-1 16,1-1 0-16,1 1-3 0,-5-6 3 0,7 0-4 16,-1-2 6-16,-6 0 2 0,-2-3 9 15,3-3 3-15,-9 9 5 0,6-8 0 0,-6 1-2 0,0 0-4 16,-6-1 0-16,-1 4-3 0,2-3-6 0,0 3-4 16,-6-2-4-16,-4 5-2 0,-2 2-6 0,-4-5-21 15,2 9-21-15,-5-3-24 0,-1 6-33 0,3 1-32 16,1 4-51-16,-1 1-69 0,-1 2-201 0,3 0-478 15,4 4 211-15</inkml:trace>
  <inkml:trace contextRef="#ctx0" brushRef="#br0" timeOffset="146554.56">28867 6210 126 0,'0'0'121'0,"0"0"3"16,0 0-8-16,0 0-8 0,13 17-8 0,-11-12 10 15,0 0-8-15,3 2-6 0,-2 5-7 0,0 0-8 0,1 2-2 16,2 1 4-16,-1 1 3 0,0 1-12 0,2-2-7 15,6 4-3-15,-5 4-6 0,1-5-4 0,1 7-3 16,1-2-6-16,-1 1 15 0,-2 0-2 0,2 1-1 16,-1-2-8-16,-1 1-1 0,2 0-1 0,-5 2-10 15,6-3-1-15,-2 3-3 0,-1-1-4 0,-2-6-1 16,1 6-4-16,1-3-2 0,1 2-4 0,-3-2-1 16,3 0-1-16,-3-4-2 0,1 0 0 0,-1 0 0 15,1 2-3-15,0-3-2 0,-1 6-1 0,-2-8 0 16,2-1 4-16,-4 2-7 0,3 0 4 0,1 1-4 15,-4-2 1-15,0 0-3 0,3 0 5 0,-5-4-3 16,1 2 1-16,1-1-3 0,-2-1 0 0,3-3-3 16,-1 0 5-16,0 3-4 0,-2-1 2 0,0-4 1 15,0 3-4-15,0 3 1 0,0-6-1 0,0 1 0 16,0 2 0-16,0-1 3 0,0-2-2 0,-2 3-1 16,2 2 1-16,0-4-5 0,-2 1 7 0,-3-1-1 15,4-1-2-15,-4 4 3 0,3-1-3 0,2-1-3 0,-2 3 3 16,-3-4 5-16,4 2-8 0,-4 2 5 0,3-4 1 15,-4 4-3-15,2-2 4 0,3-2-4 16,-9-1 3-16,8 3-3 0,-1-1 1 0,-6 0 1 0,6-1-1 16,-2 2 0-16,5-1-2 0,-8 0-1 0,1-5 4 15,1 3-1-15,-1 1 0 0,5 0 0 0,1-3 2 16,-6-1 1-16,2 1-1 0,3 4-3 0,-4 0-2 16,4-4 1-16,-3-1 2 0,-1 3 0 0,2-3-1 15,4-3-4-15,-11 11 5 0,6-6 0 0,1 1 1 16,-2-2-2-16,4 3-1 0,-1-1 1 0,-4 0-3 15,1 0 5-15,1 0 1 0,-4-3-1 0,3 3 0 16,2 1 0-16,-4 0-1 0,2-2 0 0,-4 3-1 16,6-2 0-16,-2 0-1 0,-4 1 3 0,3-4 0 15,0 2 1-15,1 1 0 0,-1 2-4 0,-1-3 3 16,3-2-2-16,-3 4-1 0,-2-2 4 0,6 0-5 16,-5 4 5-16,4-3-4 0,-4-4 1 0,3 3 0 15,-1 2 1-15,2-2-1 0,0 0 0 0,-1 0 2 0,2-3-3 16,-7 3 2-16,11 2 2 0,-7-2-2 0,-1-2 1 15,1 1-2-15,4-1 0 0,-4 4-1 16,1-2 4-16,-1 3-3 0,-1-2 0 0,1-1 2 0,0 2 1 16,-1-1-5-16,0 0 2 0,1 2 1 0,-4-4 2 15,4 2-2-15,-3 3 0 0,3-5-2 0,-4 4 1 16,6-2 3-16,-5 0-3 0,0 0 0 0,2 2 2 16,-2-1-3-16,5-1 2 0,0 0 1 0,-5 2 0 15,3-3-2-15,4 0-1 0,-4 2 0 0,2-4 0 16,-3 4 1-16,5-2 0 0,-2 0 2 0,-3-2-1 15,1 1-5-15,2 1 2 0,-2 1 1 0,2 0 0 16,1 0 4-16,-3-5-4 0,2 2-1 0,0 5 2 16,5-8 2-16,-7 12 4 0,2-8 25 0,-1-1-2 15,2 4-4-15,-2 1-2 0,1-3-2 0,2 1-1 16,-4 0-1-16,7 0-3 0,-7 0-3 0,1 1-2 16,2 0 0-16,1-3 1 0,-5 5-1 0,6-3-2 15,-1 3 0-15,-2-3-2 0,0 2 2 0,3-1-1 0,-3-1-1 16,-1 1-3-16,2 1 3 0,-1-1-3 15,-1 1-1-15,4-2 3 0,0 4-2 0,-3-2 1 16,5 1 0-16,-6-1 2 0,6-1-1 0,-8 0-2 16,8 4 4-16,-2-4 0 0,-3 1 2 0,5 4 3 0,-7-5-1 15,6 2-2-15,1 2 0 0,-4-2 3 0,1-2-4 16,3 4 2-16,0-2 1 0,0-2 0 0,0 4 1 16,0 0 1-16,-2-3-3 0,4 0 3 0,-2 1 2 15,0-2-2-15,0 4-1 0,0-2 2 0,0-2-1 16,0 4 4-16,0-3-4 0,0 0 1 0,0 4-1 15,3-2 4-15,1-3-3 0,-4 3 2 0,0 1-1 16,1-2 0-16,4-2-3 0,-3 3 5 0,-2-1 0 16,7 3-2-16,-7-5 3 0,1 2-6 0,4 2 5 15,-3 0-9-15,4-2 2 0,-1 2-1 0,-1 5-1 16,2-5-2-16,-6 4 4 0,9-3-6 0,-1 3 4 16,-3-2-1-16,2-2-3 0,-4 4 1 0,7 0 0 15,-4-3-1-15,-2 6 2 0,2-8-2 0,1 9 0 16,-4-6 0-16,2 2 1 0,3-1-1 0,1 3 4 0,2-2 9 15,-4 4 1-15,1-4 2 0,1 0 0 16,-1 1-4-16,3 2-1 0,-2 0-1 0,-1-1-2 16,-1 2 11-16,2-2-8 0,0 1-4 0,1 3 10 0,3-1 6 15,0 3-5-15,-1 1 4 0,-2-6 8 0,3 3-14 16,-3 3-2-16,3-2-2 0,0 1-4 0,-4 1 7 16,4-2 11-16,-3 4-13 0,-2-5-5 0,5 0 0 15,2 4-6-15,-2-2 6 0,-4 1-1 0,6 2-1 16,0-6 4-16,-2 6-9 0,-3-2 0 0,5-1-1 15,-4 4 6-15,2-5-5 0,-3 3 14 0,4-3-18 16,-4 2 4-16,3-1-1 0,-5-3 1 0,4-4-6 16,-1 9 1-16,4-3-2 0,-8-3 3 0,8 8 5 15,-4-4-4-15,-1-1 18 0,-2 4-21 0,1-6 0 16,6 4 6-16,-9-8-5 0,4-2 1 0,2 1-16 16,-4-1-22-16,4 1-14 0,-6 2-18 0,4-4-27 15,2 1-59-15,-4 0-70 0,0-1-83 0,1-7-256 16,-3 2-607-16,1 0 268 0</inkml:trace>
  <inkml:trace contextRef="#ctx0" brushRef="#br0" timeOffset="147507.69">26755 6504 270 0,'-1'-10'297'16,"1"0"0"-16,0 2-11 0,-4 0-17 0,4 0-12 16,0 2-13-16,0 6-22 0,0-7-8 0,0 7-36 15,0-9-17-15,0 9-24 0,0 0-16 0,0 0 4 16,0 0-30-16,0 0-10 0,0 0-7 0,4 34-12 16,-4-14-5-16,1 7-2 0,6 3-13 0,-4 1 2 0,-3 15-7 15,3 1-3-15,-1 3-2 0,3 4-14 0,-5 0 9 16,0 3 3-16,2 21-8 0,-7-2-11 15,1-2 0-15,-2 7 7 0,1-1-5 0,-2 1-2 0,-1 5 1 16,0 3-9-16,-7-7 10 0,5 7 0 0,-2-2 3 16,2 0 4-16,-3-3-4 0,-2-3-1 0,2-2 21 15,-2 2-9-15,-3-3-3 0,6 2-2 0,-9 1 10 16,11-2-3-16,-8-2 2 0,3-4 1 0,3 1 1 16,-1-17 2-16,5 0-2 0,-4-3 1 0,-3 0-2 15,4 21-8-15,-1-27 11 0,2-2-15 0,-5-4-1 16,5 2-2-16,-1-5-2 0,2-12-2 0,3 2 5 15,-3-2-8-15,6 0 0 0,-5-10 0 0,6 2-2 16,-3-4 3-16,5-2 6 0,-1-1-10 0,-4-2-7 0,3-2 1 16,2-4-4-16,0 3 0 0,0 0-17 15,0-7 2-15,0 0-43 0,7 6-44 0,-7-6-46 16,0 0-51-16,0 0-56 0,21-8-59 0,-19 3-309 0,9-2-672 16,-6 4 298-16</inkml:trace>
  <inkml:trace contextRef="#ctx0" brushRef="#br0" timeOffset="148346.16">24989 9309 15 0,'0'0'160'15,"0"0"-1"-15,0 0 0 0,0 0-4 0,0 0-3 16,25 8-6-16,-15-4-8 0,6-1-8 0,6 0-8 15,6 3-14-15,4 3-9 0,12 0-10 0,1-1-10 16,6 2-9-16,7 1-2 0,0 0-11 0,23 5-9 16,-20-8 0-16,19 12-3 0,1-5-9 0,2 4 1 0,-4 0-3 15,2-3-6-15,0 0-4 0,2-2-2 16,-3 2-1-16,1-1-2 0,6 4-1 0,-4-4-1 16,7 4-5-16,-4 2 0 0,6 0-2 0,-1-2 2 15,10 1-2-15,-3-2-4 0,3 12 2 0,40 10-3 0,-44-14 2 16,44 9 1-16,-42-16 2 0,6 8 19 0,-4-2-1 15,44 10-1-15,-44-8 0 0,45 14-3 16,-7-9-1-16,-42-9-2 0,51 6-5 0,-51-7-2 0,6 4-1 16,39 8 3-16,-42-9-3 0,2-3 2 0,3-3-4 15,-3 1-1-15,46 2-2 0,-54-5-1 0,2 2-1 16,6-3 0-16,-6-4-2 0,-1 5 2 0,-1-4-5 16,-3-1 2-16,-1 3 0 0,-4-3 4 0,-2 0-3 15,2 2-2-15,-5-2 3 0,0 0-3 0,-23-4 1 16,25 3 1-16,-22-3-2 0,1 1 0 0,-3 1 0 15,-1-2-2-15,2 1 0 0,-2-6 3 0,1 6 1 16,-4 1-4-16,1-2 2 0,-5 0-4 0,1 2 1 16,-6-1 3-16,2 0-6 0,-5 1 5 0,5-1-1 0,-7-1 3 15,-9 2 1-15,-1-2-4 0,2 0-3 16,-6-4 3-16,3 4-1 0,-2-2 2 0,-7 1 0 16,-6-4 0-16,0 0-3 0,-7 0 2 0,7-2 0 0,-3-1 3 15,-12 0-3-15,10 4-1 0,-4-3-1 0,-6-1 0 16,7 5-5-16,-7-5-15 0,0 0-20 0,0 0-32 15,0 0-40-15,0 0-44 0,0 0-50 0,-36-10-151 16,22 9-388-16,0-5 172 0</inkml:trace>
  <inkml:trace contextRef="#ctx0" brushRef="#br0" timeOffset="150394.57">26474 10311 247 0,'0'-7'336'0,"3"-1"-10"0,-3 2-7 0,0 6-15 0,5-12-19 15,-3 9-30-15,-2 3-30 0,1-6-25 0,-1 6-19 16,0 0-23-16,0 0-20 0,0 0-10 0,0 0-19 16,0 0-10-16,-3 28-7 0,1-12-11 0,-1 3-7 15,0 7-10-15,0 1-1 0,-2-2-8 0,1-1-5 16,3 3-2-16,1 0-12 0,0-1 4 0,-5-6-10 16,5-3 2-16,-2 4-9 0,0-5-2 0,-1-1 1 0,3 0-1 15,0-1-5-15,0-4 0 0,-2-2 3 16,2-4 0-16,0 4 2 0,0-8 2 0,0 11 17 15,0-11 33-15,0 6 23 0,0-6-6 0,0 0-6 0,0 0-12 16,0 0-8-16,5-27-1 0,-1 17-4 0,1-2-14 16,-5-4-2-16,5-5 0 0,-2 1-2 0,2-4-4 15,-2 4 5-15,2-3 7 0,2 4 2 0,-1-2 3 16,-1 1-11-16,4 7-2 0,-6-6-6 0,4 6 0 16,-4 2-2-16,3 1-6 0,-6 2-1 0,5 1-3 15,-3 1-8-15,5 0-10 0,-6 3-8 0,-1 3-2 16,7-2-3-16,-7 2-2 0,15 8 0 0,-4-4 4 15,-1 8-3-15,5 2-3 0,0 1 1 0,-2-2-11 0,2 10 9 16,0-5-3-16,0 3 2 0,2-3-3 16,-4-2 6-16,3 7 1 0,-2-11 5 0,2 4-8 15,-4-4 0-15,-4-2 3 0,4 0 14 0,-4-4-8 0,-3 0 1 16,2 0 1-16,-3-2 3 0,5-2 4 0,-9-2 3 16,11 0 6-16,-11 0 9 0,0 0 6 0,17-9-1 15,-10 1 10-15,-4-1-4 0,3 1 0 0,1-7 5 16,1 1 1-16,-3-3-7 0,-1-3 1 0,2 5-10 15,-1-5 0-15,-1-1-7 0,2 4 6 0,-3-2-5 16,1 1-4-16,-3 1-7 0,6 2-15 0,-7-1-23 16,8 7-39-16,-3-5-43 0,-3 7-40 0,1-1-38 15,2 3-46-15,-5 5-42 0,7-5-29 0,-7 5-25 16,0 0-41-16,15 9-238 0,-9-5-663 0,1 4 293 16</inkml:trace>
  <inkml:trace contextRef="#ctx0" brushRef="#br0" timeOffset="151003.96">27172 10463 34 0,'0'0'196'0,"0"0"-15"0,0 0-15 0,0 0-10 0,0 0-3 16,-28 0-4-16,17 4-13 0,2-3-13 0,-1 7-10 16,-1-2-8-16,1-1-13 0,-3 3-10 0,4 3-6 15,-4-2-9-15,5 3-2 0,0-2-5 0,1-2-4 16,0 7-5-16,2-6-6 0,5 0-3 0,0 0-5 15,-3 0 1-15,6 0 1 0,-3 0 1 0,5-5 1 16,0 4-3-16,4-4-1 0,-1 1-4 0,0-2-4 16,5-2 0-16,-4 2-3 0,4-3-1 0,-13 0-3 15,26-7-3-15,-16 4 1 0,2-2-2 0,-1-2-4 16,-2 1 4-16,2-8 0 0,-6 5 1 0,2-2 4 16,-1-1 2-16,-1-2 9 0,0-3-5 0,-3 5 1 15,-2 1 0-15,2-1-1 0,-2 0-1 0,0 2 0 16,0-2-3-16,0 4 0 0,0 0-4 0,0-3 1 0,0 4-7 15,1 2 0-15,-1 5-5 0,0-4-5 16,0 4-2-16,0 0-4 0,10-4 5 0,-10 4-1 16,0 0 0-16,12 13-4 0,-7-6 1 0,5 5 1 0,-2-5 2 15,-1 6-3-15,4 1 0 0,1-3 0 0,-6 5-3 16,4-1 5-16,2-2-2 0,-4 1-1 0,1-1-3 16,-3-2-2-16,1-1 0 0,-6-1-2 0,6 0 2 15,-7-2-2-15,5 1 2 0,-3-5 2 0,-2-3-2 16,0 8 8-16,0-8 2 0,5 5 22 0,-5-5 18 15,0 0 6-15,0 0 3 0,0 0-2 0,0 0 3 16,0 0-2-16,0 0 14 0,21-14-2 0,-18 7 10 16,9 0 3-16,-5-1 18 0,1 1 2 0,-1-2 6 15,3-2-12-15,-2-1-4 0,-2 5-1 0,6-5-8 16,-4 8-2-16,1-3-7 0,-1 0-11 0,0-2-6 16,-1 6-6-16,-1 2-10 0,1-4-4 0,-7 5-3 15,8-2-6-15,-8 2 0 0,15 7-5 0,-10-4-9 16,0 5-9-16,-2 0-13 0,-1 1-6 0,3 3-16 0,0 2-5 15,-5-2-8-15,0 6-12 0,0-5-13 16,3 1-18-16,1-4-22 0,-4 7-32 0,0-4-41 16,3 2-42-16,0-6-44 0,2 3-69 0,2-5-180 0,1 1-563 15,-5-1 249-15</inkml:trace>
  <inkml:trace contextRef="#ctx0" brushRef="#br0" timeOffset="151207.09">27861 10723 125 0,'0'0'316'0,"0"0"-6"0,8-3-14 0,-8 3-18 15,7-4-14-15,-7 4-20 0,15-1-11 0,-7-1-24 16,-8 2-18-16,23-2-24 0,-10 2-11 0,2 0-17 16,3 2-19-16,1-2-9 0,2 2-24 0,1-1-26 15,-1 6-32-15,1-3-54 0,-6-3-51 0,6 3-48 16,-1-1-49-16,-1-3-50 0,-3 5-230 0,-1-5-490 0,2 0 216 15</inkml:trace>
  <inkml:trace contextRef="#ctx0" brushRef="#br0" timeOffset="153201.79">28384 10402 28 0,'0'-7'281'16,"0"-1"-8"-16,5 6-7 0,-5 2-19 0,0-10-19 15,0 10-24-15,-5-7-25 0,5 7-19 0,0 0-17 16,0 0-13-16,0 0-16 0,0 0-8 0,-15 18-11 16,8-10-9-16,2 0-8 0,0 7-8 0,-6 1-4 15,6-1-9-15,-7 3-3 0,6 3-1 0,-4-1-10 16,-5 3-4-16,7 1-4 0,-1-7 0 0,6 8-3 16,-4-6-3-16,1 1-5 0,-3-1 0 0,9 1-5 15,-6 1 1-15,6-5-2 0,0 3 3 0,-3 0-4 16,3-6 0-16,0 7 1 0,-2-6-2 0,4-4-3 0,1 2 3 15,3-3-7-15,3 0 6 0,-3-5 0 16,9 6-3-16,-2-6-2 0,4-3 2 0,3 1 0 16,-4-2-5-16,6 0-1 0,4-2 2 0,-7-2-1 0,9-2-1 15,0 0-1-15,-5 0 0 0,-1 1 0 0,6-7-2 16,-10 5 3-16,10-5-1 0,-11 1 0 0,1 7-1 16,-3-5-1-16,-5 2 5 0,-2-1 10 0,2 5 11 15,1-3 15-15,-4 3-10 0,-5-3-2 0,6 1-9 16,-8 5-4-16,5-3-3 0,-5 3-9 0,0 0-1 15,0 0 0-15,0 0 3 0,0 0-5 0,0 17 5 16,0-11-6-16,-5 1 1 0,5 7-1 0,-2-5-4 16,-4 6-1-16,4-3 0 0,-5 3-2 0,7-2-1 15,0 2 1-15,0-4-4 0,-6 1 2 0,12 3-1 16,-6-7 0-16,0 0-2 0,0-3 2 0,0 2 1 16,7 0-3-16,-5-3 6 0,6-1-3 0,-8-3 3 15,15 0-1-15,-5 0 3 0,0-3-2 0,-2-1-1 16,12-3 2-16,-12 5 2 0,7-6-3 0,-2-1 3 0,2-1 1 15,0 0-3-15,-5 0 4 0,5 1-1 16,2 0-3-16,-6-2 3 0,-1 4 3 0,2-2 0 16,-6 3 3-16,1-3-6 0,-4 3 1 0,4 3-1 0,-1 1-2 15,1-3-1-15,-7 5-4 0,5-10 2 0,-5 10-3 16,0 0 2-16,0 0-3 0,0 0 0 0,0 0 0 16,7 18-10-16,-7-10 0 0,-4 3-7 0,4-4 3 15,0 3-1-15,0 1-5 0,0-2 6 0,5 3-1 16,-1-2 3-16,-4-2-4 0,0 1 6 0,0 1-3 15,6-5 0-15,-6 5 3 0,4-5 2 0,-4-5 2 16,1 11 3-16,2-10 2 0,-3-1-1 0,7 4 2 16,-7-4 0-16,0 0 3 0,0 0 1 0,22-10 3 15,-16 7 2-15,3-3 2 0,-3 0 4 0,2 0 3 16,-1-3 9-16,1 1-2 0,1 1 6 0,2-4 5 16,-9 4 9-16,6-2 5 0,4 1 0 0,-9 3 5 15,4-5 7-15,-1 3-14 0,-1 1 2 0,-1 0-6 0,2-2-5 16,-6 6-1-16,0 2-13 0,8-7 6 0,-8 7-10 15,0 0 1-15,9-3-7 0,-9 3-2 16,0 0 15-16,0 0-12 0,0 0-2 0,5 12-3 0,-5-2 0 16,6-3-3-16,-2 1 1 0,-1 4-6 0,-1-4 3 15,6 0 1-15,-2 8 5 0,8-4-13 0,-6 0 1 16,5 2 0-16,0-2-4 0,4-3-4 0,1 3-10 16,2-3 0-16,3 1-10 0,9 1 3 0,-6 0-2 15,1-6 9-15,4-2-1 0,-1 1 4 0,1 0 4 16,-3-4 3-16,2 3-2 0,0-9 0 0,-2 5 5 15,2-8 2-15,-9 7 0 0,1 1 5 0,0-6-3 16,-6 0 4-16,1-1 2 0,-2 3 4 0,-1-6 4 16,1 0 0-16,-8 6 4 0,0-3-2 0,-1 0 4 15,1-2 4-15,-6 5-3 0,6-3 1 0,-2 0-2 16,-5 5-5-16,0-5 0 0,0 8-6 0,-7-12 3 16,2 7-2-16,-3 0 1 0,2 2-1 0,-3 0-4 15,-4 0 5-15,1 3-2 0,-6 0-3 0,3 3 3 0,-3-2-5 16,0 2 3-16,-4 2 0 0,6-1-1 0,-4 3-5 15,3 1 0-15,4-3-4 0,-5 1-4 16,5 2-4-16,0-3 0 0,3 3-1 0,3-1-3 0,0 1 4 16,4-1-1-16,-2 4 1 0,5-3 1 0,2 0 1 15,1-3 1-15,5 1 3 0,1 0-1 0,-1-6 5 16,7 2-5-16,-4 3 1 0,1-3 3 0,6-8 3 16,0 6 2-16,-1-1 1 0,3-1-2 0,-7-4 1 15,4 3 2-15,-3-1 3 0,1-1 1 0,-6-4 9 16,-3 4 4-16,3 1 9 0,0-4 7 0,-4 4-1 15,2 0 4-15,1 0-1 0,-8 4-8 0,7-5-3 16,-7 5-7-16,5-2-5 0,-5 2-2 0,0 0 0 16,0 0 0-16,0 0-2 0,0 0-4 0,-12 15 4 0,12-11-1 15,-3 5-1-15,-2 1-3 0,-2-3-2 16,7-2-1-16,0 2-2 0,-5 2 0 0,5 2 1 16,0-6 0-16,0 3-1 0,0 2 0 0,5-2-1 0,-5-4-2 15,7 3 3-15,-2-6-5 0,3 2-5 0,1-2-8 16,-9-1-1-16,13 0 1 0,-5-4 2 0,0 0-1 15,4-1 3-15,3-1 2 0,-4 1 1 16,-1-2 2-16,0-2 2 0,5 3 2 0,-2-2-1 0,-4-1 2 16,4 5 1-16,-3-2 2 0,1 0 2 0,-1 0-3 15,2 1 5-15,-2 1-4 0,-2 1 5 0,0-1-3 16,-1 0 2-16,0 3 0 0,-7 1-1 0,0 0 0 16,25 9 1-16,-25-8-4 0,4 2 2 0,1 2 0 15,0-2-1-15,0 8 5 0,-5-3-1 0,5 6-1 16,-1-4 0-16,-4 5 2 0,6 0 0 0,-6 2-2 15,4 0 4-15,-1-7-2 0,-6 7-3 0,6-4-6 16,-3-2-11-16,0-3 1 0,0 2 1 0,0-3-2 16,0 0-2-16,0 0 3 0,0-7 4 0,-3 11 1 0,3-11 4 15,3 2 1-15,-3-2 0 0,0 0-1 16,0 0 3-16,0 0-1 0,26-12 3 0,-14 4 0 16,1-1 1-16,2-1 1 0,-2 1 0 0,4-4-2 0,-2 0 1 15,8-1-1-15,-2-1 6 0,8-5 0 0,-8 1-2 16,7-4 1-16,-5 2-2 0,2 0 1 0,0-3 2 31,-3 0 1-31,4 0 0 0,-11-3 12 0,8 3 9 16,-8-3 18-16,-2 2 14 0,2-4 2 0,-8 2 10 15,1 3 4-15,-1-1-5 0,-1 7-7 0,-1-1-9 0,-5 3 2 0,4-2-6 16,-4 6-11-16,0 0-1 0,-4 1-8 0,1 6-6 0,-5 0-1 16,1 2-4-16,7 3-4 0,-21 3-4 0,11 3-4 15,-10 3-5-15,5 3-3 0,0 3-4 0,-7 5 3 16,-1 2-3-16,7 0-2 0,-1 4 3 0,-1 2-2 15,5-1 0-15,3 5-3 0,0-3-1 0,3 0-1 16,2 1-2-16,4-1 1 0,-1 1-10 0,2-3 9 16,7-1-10-16,-4-6-2 0,9 0-1 0,-3-2 2 15,1-6 5-15,4-1 2 0,-3-4 1 0,4-1 4 16,-3-4 3-16,3-1-2 0,-2-1 6 0,2 0 3 16,-7-3 5-16,7-3 2 0,-2 0 3 0,-3 3 9 15,-3-5 12-15,4 1 6 0,-7-2 5 0,2 0-1 16,1 6 0-16,-1-5-1 0,-4 5-6 0,5-1-7 15,-2 0-6-15,-5 4-14 0,3-7 0 0,-3 7-3 0,0 0-1 16,0 0-6-16,0 0-4 0,-2 22-9 0,4-18-1 16,-2 8-9-16,0-3-3 0,3 5-5 15,1-6-5-15,-4 3-4 0,0 1 2 0,5 3 0 16,-2-6-2-16,2 2 6 0,0-3 6 0,-2 0 3 0,5 1 0 16,-1-3 3-16,0-3 6 0,-1 1 7 0,1 0 5 15,-7-4 24-15,10 1 16 0,-2-1 25 0,-8 0 11 16,8-5 17-16,-8 5 20 0,14-4 13 0,-14 4 4 15,5-1-3-15,-5 1 1 0,8-5-20 0,-8 5-16 16,0 0-5-16,0 0-16 0,0 0-8 0,0 0-6 16,5 15-5-16,-7-4 17 0,-1 4-21 0,1 2 8 15,-3 1-15-15,-5 8-7 0,4 2 2 0,1-1-7 16,-4 5-2-16,3-2 6 0,-4 9-3 0,3-9 0 16,2 3-3-16,2-2-4 0,-4-2 3 0,1-5-10 15,-1-4-20-15,5-1-13 0,1-4-38 0,-4 1-29 16,3-5-31-16,-1-2-18 0,0-2-44 0,3-3-68 15,0-4-282-15,0 0-585 0,0 0 259 0</inkml:trace>
  <inkml:trace contextRef="#ctx0" brushRef="#br0" timeOffset="153404.91">29590 10309 32 0,'-8'-13'238'0,"3"4"-24"0,-3-3-23 0,5 3-15 15,-1 1-22-15,4-2-27 0,-5 5-47 0,5 5-62 16,-5-3-73-16,5 3-142 0,0 0-211 0,0 0 94 0</inkml:trace>
  <inkml:trace contextRef="#ctx0" brushRef="#br0" timeOffset="154623.68">26595 11234 85 0,'15'-14'247'0,"-2"2"5"0,-3 0 8 15,3 0-2-15,0-3 8 0,-3 3-1 0,-3-3-4 16,-2 5-12-16,-4-7-22 0,-1 5-14 0,0 0-31 16,0 1-22-16,-6 2-18 0,-1 1-11 0,-1-2-15 15,-7 6-15-15,0-1-11 0,0 4-12 0,-6-1-9 0,-1 4-5 16,-1 4-10-16,1-2-4 0,6 6-8 16,-1-5-1-16,-1 6-7 0,3 2-2 0,5 1-8 15,-1-1-1-15,4 5-5 0,2-2-1 0,2 0-2 0,3 3-3 16,5 1 12-16,1 6-10 0,3-10-3 0,6 7 1 15,-5-1-3-15,3-4-1 0,0 0 1 0,0-3-6 16,-1-2 8-16,-1 2-3 0,-1 2-7 0,4-8 2 16,-6 3-10-16,-3-3 0 0,-2-2 2 0,4 1-5 15,-6 1 1-15,4-2 1 0,-10-1 0 0,5-6 8 16,-1 11-4-16,-6-5-1 0,-1-2 4 0,0-2 1 16,-6 3 1-16,-1-4-7 0,-1 1 2 0,-4-1 5 15,-1-1 2-15,2 3 0 0,1-6 0 0,7 3-2 16,-3 3-8-16,4-3-12 0,10 0-7 0,-15-3-7 15,15 3 1-15,-11-1-6 0,11 1-16 0,0 0-17 16,0 0-20-16,0 0-18 0,41-7-10 0,-18 6-10 16,6-1-13-16,2 1 5 0,4-2 8 0,-2 3 14 0,0-1 7 15,0 1 19-15,2-7-1 0,-5 6 13 0,-1-2 11 16,-7 3 8-16,-1-1 14 0,-6 1 18 16,-3 0 11-16,-1-2 3 0,-11 2 4 0,17 0 3 0,-9 2 2 15,-8-2-1-15,15 7-6 0,-5-1 8 0,-7 5 0 16,4 2 15-16,-2 1 17 0,-2 6-4 0,2 6-2 15,-3 0 0-15,-2 2-7 0,2 3 4 0,1 8-1 16,-3-7 35-16,-3 9 7 0,3 1-6 0,0-2-1 16,-2-7-5-16,2 7-9 0,-2-9 2 0,-3 9-6 15,5-1-5-15,-3-10-1 0,-2-2-2 0,3 2-4 16,1-9-3-16,-3-1-1 0,1-1-2 0,0-1 4 16,0-7-5-16,-1 1 0 0,4-2 0 0,-3 0 1 15,3-2 33-15,0-7 30 0,-2 3 12 0,2-3-7 0,0 0-11 16,0 0 6-16,0 0-23 0,0-20-4 15,0 9-13-15,0-4-4 0,2-1-6 0,1-4-19 16,4-7-10-16,-4-1-6 0,4-14-10 0,-4 12-10 0,5-2-4 16,4-9 0-16,-2 1 0 0,-2 2 5 0,0-2-1 15,-1 7 5-15,1-10 6 0,-1 11-3 16,1 2 5-16,-3-9 5 0,3-1 11 0,-1 13 11 0,0 1 11 16,-6 2 4-16,6 3-2 0,1-3-2 0,-1 9 3 15,1-5-3-15,4 4 2 0,-11 5-3 0,13-1-1 16,-6 4-6-16,0-1 1 0,0 1-7 0,-1 2 2 15,10 0-3-15,-4 0-5 0,-2 5 3 0,4 2-11 16,-3-1 2-16,6 4 4 0,-3 0 0 0,2 0-8 16,-3 2-4-16,0 0-4 0,-3-2 0 0,-1 3 3 15,0-2-2-15,-2 2-6 0,2-2-2 0,0 3-3 16,-8-2-6-16,5 2 0 0,-6-1-8 0,6 1 6 16,-7-3 6-16,0 3-5 0,-7-1 4 0,6 0-1 15,-8 1 5-15,-1 1 6 0,-1-6-2 0,-4 5 0 0,3-1-1 16,-8 0 2-16,2-3 0 0,-3-3-2 15,1 7-9-15,3-5-8 0,-3 0-3 0,1-3-17 16,-3 6-14-16,7-4-22 0,5-2-17 0,-3 1-27 0,5-1-22 16,-4 3-39-16,12-3-30 0,-8 5-186 0,8-5-443 15,-7 3 197-15</inkml:trace>
  <inkml:trace contextRef="#ctx0" brushRef="#br0" timeOffset="156593.97">27578 11567 67 0,'3'-5'254'0,"-3"-4"-4"0,-3 3-19 0,3-5-17 0,0 6-14 16,0 5-23-16,-7-14-19 0,2 10-17 0,-1 0-15 16,6 4-10-16,-12-1-13 0,12 1-12 0,-25 1-9 15,10 3-4-15,4-1-6 0,-4 4-7 0,0-1-1 16,2 1-10-16,-1 4-5 0,0 0-5 0,-1-2-2 15,8 1-5-15,-3 0 0 0,-2 0-7 0,9-1 0 16,-8-1 0-16,11 3-3 0,-2-5-4 0,-3 1 0 16,5 1-5-16,5-2-3 0,-3-2 1 0,6 1 0 15,-2-1 1-15,8-2-4 0,-6-2 1 0,-8 0-3 16,28-3-3-16,-11-1 2 0,1 0-3 0,-3-3 2 16,3-2-1-16,0 2-2 0,-6-4 2 0,1-1 1 15,4 1 1-15,-6-1-2 0,-1 5 2 0,-2-3 11 0,4 2 4 16,-9-3 0-16,4 7-2 0,0-2 1 0,-1 0-10 15,-6 6-1-15,5-4-5 0,-5 4-7 16,0 0-2-16,0 0-3 0,0 0-2 0,0 0-6 0,0 19-4 16,-3-10-1-16,3 3 0 0,-7 0-5 0,6 3 2 15,2 0-8-15,-2-3 8 0,1 3-8 0,1 1-2 16,-1-1 1-16,5-6-5 0,-3 3 5 0,6-4-3 16,-8-1 2-16,7 1 2 0,3-4 0 0,0-1 4 15,-2 2 1-15,0-5 4 0,5 2 3 0,-13-2-1 16,24-2 4-16,-18-3 1 0,14 2 2 0,-10-1 4 15,5-4 6-15,-2 4 3 0,-5 0 4 0,12-3 5 16,-5 2 5-16,-3 1 7 0,-1 0 0 0,4 0 0 16,-7 0-1-16,1 1 0 0,2 0-3 0,-1 3-1 15,-10 0-4-15,25 3 2 0,-18 0-4 0,6-3-2 16,-6 4-4-16,1 4 2 0,3-3-2 0,-1 1-3 16,-1 2 1-16,-6 2 0 0,2-3-1 0,0 1 0 0,-2-1-1 15,2 5-2-15,-5-9 2 0,3 5-3 0,-3-1 2 16,0 1-1-16,0-8 2 0,-3 4 0 0,3-4-2 15,0 7 7-15,0-7 0 0,0 0 8 0,-13 1 4 16,13-1 8-16,0 0 3 0,0 0 3 0,0 0 6 16,-15-9-1-16,15 9 0 0,-2-6-2 0,4-3-9 15,-2 9 3-15,7-11-6 0,-1 8-10 0,1-7-2 16,4 3-6-16,1-3-5 0,8 0-10 0,-4 1-9 16,6 3-6-16,4-1-2 0,1-4-4 0,-1 3-4 15,3 1 2-15,-10 4 2 0,3-6 5 0,-4 6-2 16,-6 1 3-16,1-2 1 0,2 1 5 0,-9 0-2 15,3 0-5-15,-9 3 6 0,0 0-1 0,6-2 2 16,-6 2 4-16,0 0-3 0,0 0 1 0,0 0 4 16,-36 8-2-16,19-5 3 0,1 3 2 0,-2 0-4 15,-1 3 4-15,5-2 0 0,-5 0 2 0,4 1 2 16,1-3 0-16,-1 2-3 0,5 0-1 0,1-2 4 16,-2 3 1-16,4-4 0 0,4 3 2 0,-2-4 5 0,5-3 4 15,-7 7 4-15,7-7 1 0,0 0 1 0,0 0 0 16,20 6-5-16,-12-6 0 0,-8 0 1 0,22-1-1 15,-5-4-1-15,-4 3-2 0,-3 1 0 0,6-2 5 16,-1 0 9-16,-5-2 8 0,-2 4 11 0,1-2 0 16,-1 0 0-16,-8 3 5 0,15-6-5 0,-9 4-2 15,-6 2-2-15,0 0-10 0,0 0 5 0,12 0-14 16,-12 0-4-16,0 0-1 0,0 0-2 0,3 8 1 16,-3-8-1-16,0 11 0 0,0-7-1 0,0 7 2 15,0-6-6-15,0 3 1 0,4 2-1 0,-4-1-5 16,3-1-12-16,-3 1-19 0,3 1-30 0,-3-2-31 15,4 1-41-15,1-1-46 0,3-3-59 0,-5 3-220 16,4-2-496-16,-1 0 220 0</inkml:trace>
  <inkml:trace contextRef="#ctx0" brushRef="#br0" timeOffset="157609.6">28635 11327 185 0,'0'-11'307'0,"0"6"-22"0,0 5-29 16,-1-8-26-16,1 8-23 0,0-8-23 0,0 8-22 15,-7-4-19-15,7 4-13 0,0 0-14 0,-3 19-10 0,-2-10-9 16,2 7-11-16,1-1-7 0,-3 5-10 15,2-1-6-15,-1 5-8 0,3 3-3 0,1-1-3 16,-7-3-7-16,4 2-5 0,1-4-3 0,0-3-4 0,-3 0-5 16,4-3-5-16,-4-2 2 0,3 2-16 0,1-4-1 15,-1-2-4-15,2 1-1 0,0-2 0 0,-5 0 0 16,5-8-2-16,0 8 2 0,0-8 0 0,0 8 0 16,0-8 1-16,2 9-3 0,1-3 2 0,0-5-2 15,-3-1 4-15,8 8-5 0,-3-5 4 0,2 3-2 16,0 0-2-16,1 0 3 0,-1 2-3 0,1 4-2 15,2-7 3-15,-4 9 0 0,-1-2-4 0,2-1 4 16,-2 2 0-16,0-2 2 0,-3 1-5 0,-2-1 2 16,0 1-2-16,-7-2 1 0,2-3 1 0,-2 3-1 0,1-5 4 15,-3 1-1-15,-4-2 1 0,2 1 2 16,-1-3 1-16,0-2 0 0,-4-2-6 0,4 4 7 16,2-4 9-16,-1-1 12 0,-1 1 13 0,1-2 7 0,2-2 3 15,3-2 3-15,4 4-8 0,0-5-5 0,2 0-2 16,4 0-6-16,2-1-4 0,6 0-3 15,0-3-10-15,6 1 2 0,0 2-5 0,8-4-10 0,4-3-9 16,2 2-6-16,-3 0-20 0,8-4-15 0,6-5-13 16,-2 8-17-16,-1-4-1 0,-9 5-2 0,6-4-1 15,-9 0 9-15,-5 3 3 0,-1 1 7 0,-2 3 8 16,-10 1 7-16,4-5 14 0,-5 7 9 0,-3 0 12 16,3 0 11-16,-3 1 0 0,-1 4-1 0,-3-5 2 15,-2 3-1-15,0 6-3 0,-2-8 6 0,2 8-5 16,-6-3 2-16,6 3-2 0,0 0 1 0,-25 6-1 15,15-1 2-15,2 6 1 0,-7-6 0 0,3 9 4 16,-1 2 1-16,1 4 1 0,1 1-1 0,1 4 1 0,1 2 0 16,3-3 3-16,-1 2-6 0,6 1 5 0,-1-3-4 15,5 3 2-15,2-1 2 0,0 1-1 16,5-3-3-16,-2-1 2 0,1-6 1 0,2 2-2 0,6-4-2 16,-2-3 2-16,0 0-2 0,-2-4-2 0,3-1-2 15,-1 0-3-15,0-2-1 0,5-3-4 0,-5-4-2 16,1-3 3-16,-2 1-1 0,6-6 4 0,-6 2 0 15,1-4 7-15,0-1-2 0,-2-1 2 0,1 1 14 16,-4-2 9-16,-2 2 14 0,0-4 19 0,-1 5 11 16,-4-4 8-16,2 9 5 0,2-6 7 0,-6 2-11 15,3 4-2-15,-4-2-3 0,0 2-12 0,0 0-7 16,0 7-8-16,-5-10-7 0,0 7-7 0,5 3-5 16,0 0 14-16,-18 3-18 0,18-3-3 0,-19 9-3 15,13 0-1-15,-4-2 1 0,3 5-5 0,-1-1-1 16,6 5-2-16,-3-1 4 0,5-3 2 0,0 3-3 15,0 4-5-15,7-3 3 0,1-1-2 0,0 0-5 16,6-2-24-16,1 1-33 0,1-1-42 0,4-1-49 0,3-1-62 16,4-2-56-16,-3 0-195 0,6-1-497 15,-2-4 221-15</inkml:trace>
  <inkml:trace contextRef="#ctx0" brushRef="#br0" timeOffset="157916.66">29864 11847 191 0,'0'0'217'0,"0"0"-20"0,0 0-11 15,0 0-6-15,-17 17-10 16,10-10-5-16,2 2-9 0,-5 7-8 0,4-1-9 16,-9 13-10-16,0 0-10 0,0 13-11 0,-5 1-8 15,5 4-11-15,-8 2-8 0,-2 6-9 0,2 1-3 0,5-1-8 16,-5-1-7-16,0 17-5 0,6-23-1 0,-1 4-11 15,11-3 3-15,-4-3-7 0,6 0-1 0,-5-5-5 16,5-13 1-16,3 2-3 0,-3-16-2 0,4 7 0 16,1-11 1-16,0 1 3 0,1-2-3 0,1-5-1 15,-2-3-5-15,13 0-2 0,-13 0-16 0,20-16-25 16,-12 2-28-16,6-6-27 0,0-3-27 0,-2-8-35 16,8-9-37-16,-4-1-31 0,6-5-179 0,-7-1-422 15,6-4 188-15</inkml:trace>
  <inkml:trace contextRef="#ctx0" brushRef="#br0" timeOffset="158572.92">29811 12199 76 0,'1'-28'97'0,"6"-2"22"0,-7 3 25 0,5 3 18 0,-5-1 22 16,1 7 11-16,-1 2 5 0,0 0 2 0,0 1 1 16,0 1 4-16,0 2 2 0,2 0 19 15,-2 4-22-15,3 0-9 0,-3 1-11 0,2-1-12 0,1 0-11 16,-3 8-21-16,4-10-9 0,2 5-13 0,-6 5-14 16,15-3-15-16,-5 5-9 0,3-1-11 0,1 2-4 15,-3-1-8-15,7 1-11 0,-6 1-1 0,3 3-5 16,-3-3-4-16,-3 0-7 0,3 3-9 0,-2-2-8 15,-5 2 0-15,2-3-13 0,-1 5-10 0,-3-2-5 16,-1 1-2-16,1-4-4 0,-6 4-6 0,-2-1-10 16,4 1-11-16,-9-2-7 0,3 2-5 0,-8 2-7 15,0 0-7-15,2-3-5 0,-2-2-7 0,0 3-7 16,-1-2-7-16,9-1-5 0,-10-4-2 0,4 1-6 16,3-2-2-16,2 2 7 0,-4-2-7 0,12 0 11 15,0 0 6-15,0 0 7 0,-5-4 11 0,5 4 7 16,0 0 7-16,17-15 8 0,-9 12 3 0,2-4 6 0,5 0 8 15,0 0 5-15,3 1 13 0,-3-4 16 0,2 3 9 16,-1 2 7-16,4-6 0 0,-2 7 1 16,0-3 9-16,1 3 13 0,-6-2 3 0,-2 3 1 0,1-1-2 15,3 2-3-15,-8 1-2 0,7 2-4 0,-14-1-2 16,15 2-5-16,-1 2 0 0,-6 2-4 0,-1 1-4 16,-1 0 3-16,1 1-2 0,-1 3-4 0,-2-2 3 15,4 6-2-15,2-1-2 0,-7-1-1 0,9 1 0 16,-7-5 1-16,0 1 0 0,0 0-2 0,-2-2 2 15,-1-1-2-15,3 3-1 0,-4-5 0 0,4-1 1 16,-5-4 2-16,0 7 3 0,0-7-5 0,0 0 3 16,0 0 1-16,0 0-2 0,2 4 4 0,-2-4 15 15,0 0 7-15,0 0 4 0,2-18-3 0,-2 18 6 16,5-9-1-16,-4 5-2 0,-1 4-2 0,7-9-3 16,-2 4-2-16,-2 1-3 0,-3 4-7 0,13-5 4 15,-4 4-5-15,-9 1-1 0,19 0-6 0,-9 1 1 16,4 1-2-16,1 3-2 0,-7-3 0 0,7 5-1 0,3 0-2 15,0-1 0-15,-3 0-3 0,0 2 5 16,0-1-3-16,-5-1-1 0,1-1-2 0,-4-3 3 16,1 5 1-16,4-3-6 0,-2 0 6 0,-5-4-3 0,-5 0 4 15,10 4-3-15,-10-4-2 0,18-5 4 0,-18 5-2 16,11-7 2-16,-6 0-2 0,-3 3 2 0,5-4-1 16,-2 1 5-16,-4 2-8 0,1-2-6 0,0-2-17 15,1 2-15-15,-3-1-22 0,-3 2-27 0,3 6-37 16,-2-9-31-16,-1 3-38 0,3 6-36 0,-12-7-165 15,12 4-425-15,0 3 187 0</inkml:trace>
  <inkml:trace contextRef="#ctx0" brushRef="#br0" timeOffset="158979.17">30908 11685 247 0,'0'-6'279'16,"0"6"-27"-16,0-8-25 0,0 8-25 0,0 0-24 0,0 0-22 15,0 0-16-15,0 0-10 0,0 0-16 0,-7 24-9 16,2-12-13-16,-5 3-8 0,4 5-8 0,-2-5-5 16,1 3-7-16,-1 0-6 0,-1 0-6 0,1 0-9 15,1-1 4-15,1 1-9 0,-1-2-2 0,2 0-7 16,-3-4 0-16,6 5-3 0,1-7 0 0,1 2-1 15,-5 0-4-15,10-2 4 0,-4 0-1 0,9-3 1 16,-5 1-4-16,10 1-3 0,0 1-2 0,5-3 2 16,-4-3-2-16,6 3-3 0,1 2 0 0,5-1-3 15,-8-1 8-15,2-2 8 0,-2 4 6 0,1-1 3 16,-3-1-2-16,0-1-1 0,-3 0-6 0,-1-3 3 16,-1 3-5-16,-3 2-2 0,-4-1-2 0,8-1-4 15,-11 0-5-15,4 0 1 0,-1 3-1 0,-6-5-4 16,5 5 0-16,-3-1 0 0,-4-1 1 0,-3 1-2 0,4 4-3 15,-6-1 4-15,2-4 3 0,-5 1-4 16,-5-3-7-16,-1 5-16 0,-3-5-28 0,-7 3-39 16,1-2-53-16,-1-6-80 0,-4-2-276 0,-3-5-532 0,3 2 235 15</inkml:trace>
  <inkml:trace contextRef="#ctx0" brushRef="#br0" timeOffset="185915.87">25673 13096 36 0,'0'0'152'0,"0"0"-8"0,5 17 30 0,-4-7 9 0,1 6 19 16,3 3-3-16,-2 2 9 0,-3 8 2 0,4 13 8 15,-3 5 1-15,-1 8 6 0,-1 0 7 0,-3 18 7 16,-4 3-6-16,6 2-14 0,-4 3-4 0,-8 0 1 16,0 1-23-16,-1 3-15 0,1 1-16 0,6-2 4 15,-7 3 6-15,-1-4-3 0,-4 7-8 0,5-4-15 16,-7 45-12-16,11-41-4 0,-2 3-5 0,-2 39 0 16,1-41 10-16,6 4 12 0,3 40-5 0,-1-45 2 15,6-3-15-15,-9-5-41 0,3 2-10 0,6-1-8 16,0-3-2-16,-5-6-11 0,-2 6-7 0,7-3-5 15,-5-21-4-15,2 3 7 0,0-5-15 0,-1-5-3 16,-1 0-5-16,4-8 1 0,-6 1-3 0,5-11-4 16,-3-8-14-16,5-3-14 0,-1-4-13 0,1 1-12 0,-2-7-11 15,2 1-10-15,0-4-10 0,0 1-15 16,0-2-20-16,0-6-53 0,0 0-73 0,0 0-54 16,0 0-47-16,0 0-51 0,18-14-65 0,-16 10-320 0,3-5-824 15,-3 2 365-15</inkml:trace>
  <inkml:trace contextRef="#ctx0" brushRef="#br0" timeOffset="186379.39">24438 16167 132 0,'-10'-1'234'0,"3"-1"-16"0,7 2 0 0,0 0 19 0,0 0 24 16,0 0 4-16,39 17-2 0,18-1-13 0,33 5-10 16,54 11-15-16,13-1-14 0,5-1-14 0,30 3-9 15,18 0-22-15,12 8 10 0,23-2-1 0,3 4-1 16,14 5-12-16,14-8-7 0,6 10-20 0,-1 0-11 0,1-1-9 0,1 2-13 0,-4-6-7 16,-1 4-13-16,-18-3-3 0,-5-7-8 0,-10 4-6 15,-8 5-5-15,-15-9-4 0,-16 2-6 0,-12-1-3 16,-22 5 3-16,-13-12-5 0,-58-13-6 0,-3 1-12 15,-12-1-10-15,-23-8-8 0,-9-1-15 0,-4 1-12 16,-20-6-16-16,-9-2-14 0,-4-2-24 0,-6-4-51 16,-11 2-49-16,4-4-43 0,-4 4-39 0,-27-15-43 15,-1 0-39-15,-13-1-304 0,-7-6-694 0,0-2 307 16</inkml:trace>
  <inkml:trace contextRef="#ctx0" brushRef="#br0" timeOffset="186879.39">26838 14877 245 0,'-7'-11'368'0,"7"11"-47"0,-5-1-36 0,5 1-32 15,0 0-27-15,0 0-23 0,-11 0-21 0,11 0-19 16,0 0-16-16,-10 12-18 0,7-4-15 0,-1-1-11 0,4 1-7 16,0 4-12-16,0 1-9 0,2-3-6 0,0 2-7 15,7 2-4-15,-5-5-5 0,4 6-9 0,4-4 3 16,-1-1-7-16,2-3 0 0,2-2 0 0,-3 0-6 15,0-4-4-15,1-2 3 0,3-4-10 0,-1 2 2 16,-3-4-1-16,-4-3-3 0,0 0-5 0,-3-7-16 16,-3 4-18-16,-2-2-22 0,-2 0-23 0,-4-5-29 15,-4 4-30-15,-2-2-49 0,-3-5-63 0,-5 4-252 16,2-5-526-16,-8 0 233 0</inkml:trace>
  <inkml:trace contextRef="#ctx0" brushRef="#br0" timeOffset="187223.25">26985 14517 263 0,'0'0'247'16,"0"0"-25"-16,0 0-25 0,0 0-18 0,0 0-18 15,0 0-15-15,0 0-10 0,0 0-5 0,0 0-6 16,5 15-2-16,-5-15-6 0,10 6-12 0,-3-1-5 16,-1 0-13-16,8 0-5 0,-3 4-7 0,2-3-10 15,7-3-4-15,-6 1-3 0,-5 0-9 0,5 0-4 16,-1-3-4-16,-1 1 1 0,-1 3-7 0,1-10-2 16,-12 5-4-16,20-2-4 0,-12-3 6 0,-2 3-7 15,-1-4-3-15,0 0 1 0,-1 1-7 0,-3-2-12 16,1 2-20-16,-2-2-28 0,0 7-38 0,-3-9-40 0,-1 2-61 15,-1 3-72-15,5 4-143 0,-11-7-430 0,11 7 190 16</inkml:trace>
  <inkml:trace contextRef="#ctx0" brushRef="#br0" timeOffset="187582.72">28200 14538 112 0,'-10'-9'301'0,"-3"-2"-27"0,0 2-32 15,1 2-23-15,-1 1-19 0,1-1-15 0,2 4-18 0,2-4-20 16,0 3-14-16,-4 1-13 0,4 3-17 0,8 0-10 15,-13-3-10-15,13 3-9 0,-15 5-6 0,15-5-4 16,-8 5-9-16,1-3-6 0,7-2-2 0,0 9-6 16,0-9 0-16,7 15-2 0,1-12-8 0,-2 0 0 15,3 3-3-15,-3-5-5 0,9 2-1 0,-2-1 0 16,-4-4-1-16,4 2-4 0,-13 0-1 0,17-4-1 16,-9 3 1-16,-2-4-3 0,-1 2-3 0,2 0 1 15,-5-4-7-15,-2 7-2 0,-2-11-15 0,-1 6-18 16,-6-2-24-16,1 4-23 0,0-5-41 0,-4 6-52 15,4 0-67-15,0 1-168 0,8 1-439 0,-17 0 193 16</inkml:trace>
  <inkml:trace contextRef="#ctx0" brushRef="#br0" timeOffset="187957.72">28819 14391 144 0,'0'0'184'0,"-10"0"-16"0,10 0-10 16,0 0 4-16,0 0-1 0,-10-2-5 0,10 2-6 15,0 0 2-15,0 0 1 0,0 0 2 16,0 0 5-16,0 0 9 0,-5-4 2 0,5 4 8 0,0 0-13 16,0 0-4-16,0 0-24 0,7-12-7 0,-5 6-17 15,4-2-7-15,1 6-11 0,-4-5-9 0,0 1-11 16,4 1-7-16,-2-4-11 0,2 1-4 0,1-2-17 16,-1 2-7-16,-2 2-22 0,1 1-14 0,-3-5-15 15,7 5-27-15,-6 1-25 0,1-1-25 0,-5 5-33 16,6-4-44-16,-6 4-45 0,0 0-22 0,0 0-216 15,0 0-494-15,0 0 219 0</inkml:trace>
  <inkml:trace contextRef="#ctx0" brushRef="#br0" timeOffset="188239.05">29677 14238 33 0,'-5'-16'375'0,"-2"2"-16"0,-3-2-31 0,2-3-21 0,3 4-14 16,-2 2-11-16,1 1-18 0,4 3-14 0,-3-3-8 15,2 3-19-15,-2-2-23 0,3 7-17 0,0-1-18 16,-1-1-20-16,3 6-24 0,-2-9-35 0,2 9-45 15,0 0-46-15,2-7-36 0,-2 7-45 0,0 0-49 16,0 0-57-16,13 0-55 0,-13 0-60 0,18 3-174 16,-18-3-521-16,20-1 231 0</inkml:trace>
  <inkml:trace contextRef="#ctx0" brushRef="#br0" timeOffset="188473.42">29802 13646 241 0,'-8'-8'238'0,"-4"0"-21"0,6 1-21 0,-2 1-17 0,1 0-16 16,0-2-17-16,7 4-14 0,-8 1-14 0,8 3-16 16,-7-4-9-16,7 4-12 0,-5-7-16 0,5 7-13 15,0 0-18-15,0 0-14 0,0 0-24 0,0 0-21 16,0 0-19-16,0 0-29 0,0 0-17 0,20 13-18 15,-20-13-18-15,0 0-31 0,12 0-85 0,-12 0-262 16,8-6 116-16</inkml:trace>
  <inkml:trace contextRef="#ctx0" brushRef="#br0" timeOffset="188707.8">29878 13336 106 0,'-1'-11'276'0,"1"11"-25"0,0-11-19 0,0 3-13 16,0 8-17-16,0-9-19 0,-2 6-18 0,2 3-17 16,2-8-16-16,-2 8-25 0,0-8-31 0,0 8-38 15,0 0-42-15,6-3-58 0,-6 3-45 0,14 0-26 16,-14 0-32-16,18 2-113 0,-7-1-300 0,1-1 133 15</inkml:trace>
  <inkml:trace contextRef="#ctx0" brushRef="#br0" timeOffset="188879.68">30062 13059 36 0,'-6'-10'234'16,"4"-1"-6"-16,-5 5-14 0,4-3-20 0,0 1-18 0,-1 3-19 15,4 0-16-15,-3-1-19 0,3 6-8 16,-2-6-16-16,2 6-23 0,0 0-35 0,-3-6-36 16,3 6-40-16,0 0-33 0,0 0-32 0,0 0-39 0,0 0-109 15,18 13-268-15,-11-8 120 0</inkml:trace>
  <inkml:trace contextRef="#ctx0" brushRef="#br0" timeOffset="189067.18">30178 12883 48 0,'-5'-5'186'0,"2"0"-14"0,3 5-21 0,-12-5-13 16,12 5-12-16,-1-4-12 0,1 4-24 0,0 0-15 15,0 0-18-15,0 0-32 0,0 0-28 0,0 0-38 16,-7 14-40-16,7-14-96 0,8 13-190 0,-1-9 84 15</inkml:trace>
  <inkml:trace contextRef="#ctx0" brushRef="#br0" timeOffset="189553.09">30612 12961 213 0,'0'0'314'16,"0"0"10"-16,0 0-1 0,0 0 10 0,0 0-4 15,0 0 0-15,0 0-8 0,0 0-8 0,0 0-12 16,0-16-10-16,0 16-19 0,1-6-23 0,-1 6-25 15,9-8-23-15,-8 4-18 0,3-1-19 0,-1 1-16 16,-3 4-13-16,10-8-17 0,-5 4-11 0,-2 1-12 16,-3 3-13-16,10-4-10 0,-5-1-8 0,-5 5-14 0,10-2-12 15,-2 1-14-15,-8 1-15 0,0 0-12 0,18 3-16 16,-18-3-18-16,12 5-17 0,-4 1-6 16,-3-4 4-16,0 3-23 0,2 1-6 0,-4-3 8 0,5-2-6 15,-4 7 7-15,-4-8 5 0,6 4 9 0,-6-4 6 16,4 5 9-16,-4-5 4 0,0 0 5 0,8 2 6 15,-8-2 5-15,0 0 4 0,0 0 19 0,0 0 13 16,0 0 8-16,0 0-3 0,0 0-6 0,0 0 5 16,0 0-6-16,0 0-4 0,0 0 11 0,0 0-20 15,0 0 5-15,0 0-6 0,0 0-15 0,0 0-16 0,0 0-28 16,0 0-27-16,0 0-27 0,0 0-32 0,0 0-38 16,7 1-27-16,-7-1-20 0,0 0-22 0,0 11-35 15,0-6-203-15,0-5-537 0,0 8 238 0</inkml:trace>
  <inkml:trace contextRef="#ctx0" brushRef="#br0" timeOffset="189896.84">31234 13029 242 0,'0'0'290'16,"0"0"-31"-16,-2-7-25 0,2 7-21 0,0 0-25 15,0 0-20-15,0 0-20 0,0 0-13 0,0 0-11 16,0 0-14-16,0 0-10 0,0 0-14 0,-6 15-7 0,6-15-6 16,3 12-8-16,-3-5-3 0,5-1-3 15,0-3-8-15,0 8-7 0,2-9-5 0,-4 3-1 16,4-2-4-16,-1 2 2 0,1-3-6 0,1 1-1 0,-1-3-4 15,-7 0-2-15,15 0 0 0,-15 0-3 0,11-3-3 16,-4 1 1-16,1-3-4 0,-8 5 0 0,5-9-4 16,0 3-1-16,-3 0-3 0,-2 6-6 0,3-8-14 15,-3 8-22-15,0-10-31 0,0 10-34 0,-8-9-38 16,4 3-47-16,-4 3-53 0,-4 1-151 0,-1-3-421 16,-3-2 188-16</inkml:trace>
  <inkml:trace contextRef="#ctx0" brushRef="#br0" timeOffset="190474.97">30180 12856 22 0,'0'0'225'0,"0"0"-8"16,0 0-4-16,-7-3-18 0,7 3-17 0,0 0-19 15,0 0-15-15,0 0-12 0,0 0-15 0,0 0-14 0,0 0-13 16,0 0-7-16,0 0-7 0,-8 11-9 0,8-11-10 16,0 0 3-16,8 14-8 0,-3-12-8 15,-3 5-3-15,3-2-2 0,1-2-4 0,-4 2-6 0,-2-5 0 16,8 5-2-16,-8-5-3 0,8 1 1 0,-8-1-4 16,0 0-3-16,0 0-4 0,0 0-6 0,15-6-5 15,-10 1-5-15,-5 5-4 0,-1-8-13 0,1 8-27 16,-5-9-21-16,5 9-24 0,-14-8-29 0,6 2-29 15,-5 2-38-15,-2 0-123 0,-1 1-337 0,-13 2 149 16</inkml:trace>
  <inkml:trace contextRef="#ctx0" brushRef="#br0" timeOffset="192787.5">26525 15797 102 0,'0'0'278'0,"3"-13"-3"16,-3 9-7-16,4-4-6 0,-3 4 0 0,-1 4-7 16,2-13-17-16,-2 2-6 0,2 3-6 0,3 0-6 15,-4-4-3-15,-1 4-8 0,4-2-5 0,-1-1-10 16,-1-1-10-16,4 0-9 0,1-4-11 0,-5 2 3 15,4-3-20-15,1-1-6 0,3 2 0 0,-2-4-20 0,4-5-7 16,1 1-11-16,-3-1-10 0,10-4-12 0,-4 1-7 16,4-10-9-16,2 3-7 0,1-5-4 15,-3 4-5-15,3 0-3 0,-7 9-14 0,6 2 4 0,1-9-8 16,-3 12 4-16,1-5-7 0,-4 7-2 0,3-2-6 16,1-2 2-16,1 2-2 0,-4 0-6 0,3 2 1 15,1 0-1-15,0-1-2 0,-6 4-1 0,6-2 0 16,1 1-1-16,-5 6 0 0,0-9-1 0,4 5-1 15,1-4-5-15,-7 11 2 0,6-7-7 0,-4 5-1 16,7-2 2-16,3 1 0 0,-13 2 1 0,8 0-4 16,-3 3 4-16,2-1-3 0,-6 1-1 0,7-3-13 15,-1 6 11-15,8-2 0 0,-9 0-6 0,1 3 5 16,-1-3 2-16,1 2-2 0,1 2-6 0,-3-3 4 16,5 5-3-16,-9-3 0 0,6 3-5 0,-1 0 3 15,1 0 0-15,-3 0-3 0,3 2 3 0,-4-2-4 16,5-3 7-16,-1 4 1 0,1 1-1 0,-3-1-3 0,0 4 4 15,1-3 0-15,1 2 4 0,-2-3-3 0,0 4 3 16,3-2 4-16,-2 1-1 0,1-2-3 0,-1-1 5 16,7 3 2-16,-6-3 0 0,-1 2-4 0,6-2 3 15,-6-1 2-15,1 0-4 0,1 3 10 0,2-3-6 16,1 4-6-16,-4-3 17 0,-1-1-13 0,3 0 0 16,-1 3-1-16,5 0-1 0,-7-2 1 0,3 1-17 15,4 4-7-15,0-2-9 0,-7 4 4 0,6-2-2 16,-1 0-4-16,-4 1 0 0,3 3-2 0,1-2 1 15,2-1-7-15,-3 0 12 0,5 5-2 0,0-6-2 16,-2 1 9-16,2 5 3 0,-9-7 0 0,9 1 2 16,-2 2 10-16,0-1-2 0,2-1 2 0,-3-1 2 15,1-3 4-15,2-2-1 0,-1 3-3 0,-7-3 6 0,-1 0-5 16,1 4 6-16,-1-4 7 0,1-7-10 0,-6 6 7 16,8-2-2-16,-3-1 6 0,-4-3 1 15,1 0-8-15,-3 1 4 0,0 0 0 0,1 1 9 0,-1-7 0 16,-3 2 2-16,-1-2-3 0,4 4 2 0,-2-1 1 15,1-4-3-15,-6 1 3 0,7 3-5 0,-2-2 6 16,-5 6-9-16,6-7 3 0,-6 0-5 0,7 1 1 16,-7 0 1-16,5 3-4 0,1-4 7 0,-5 1 3 15,5 0 0-15,-1-1 3 0,-1 5-3 0,1-1 1 16,0-5 2-16,0 6-5 0,-3-5 4 0,3 1 6 16,-3 3 5-16,2-7 0 0,-2 6 7 0,-2-4-2 15,4 1-4-15,-4-1-5 0,2 1 0 0,-3 0 2 16,1-3-4-16,-2-1 4 0,3 0-8 0,2 1 0 15,-7 0-4-15,9-3 4 0,-5 3-2 0,0-3-6 16,-1 2 7-16,1-2-1 0,-1 2-7 0,0-2-1 16,6 2 5-16,-5 0-4 0,0-1 2 0,4-1-5 0,-2-1 4 15,-2 0 3-15,0 3-8 0,2-2 4 0,0 1-1 16,4-1 1-16,-5 2 0 0,3-7 1 0,0 9-2 16,7-8-2-16,-4 0 1 0,-3 5-5 0,5-2 5 15,-3 3-1-15,0-1 1 0,-3-1 0 0,4-4-2 16,-2 6 2-16,2 0-1 0,-1 0 2 0,-5-1-2 15,5 0 1-15,-1 2 0 0,-1-7 6 0,-1 4-7 16,2-3-1-16,-3-3 4 0,4 8-2 0,-6-4 13 16,3 2-11-16,1-5-2 0,-2 7 1 0,-2-2 1 0,-1 1-5 15,1 0 3-15,0-1 8 0,1 2-12 16,-1-3 1-16,0 3 4 0,4 4-8 0,3-3 1 16,-5 0-1-16,4 1-1 0,-2 2 0 0,5-3 12 15,-1 6-13-15,2-3-7 0,1 1 16 0,-1 3-13 0,0 0 1 16,2 0 1-16,0 3-2 0,0-3 6 15,8-1-2-15,-8 9 3 0,1-5-6 0,-3 1 7 16,2 1 2-16,2-3-3 0,-4 1 5 0,2 1-4 0,1-1-3 16,-4 1 6-16,3 4 0 0,-2-1-5 0,2-6 7 15,-4 6 0-15,6-1 8 0,-1-3-9 0,-1 2-2 16,-3-4 2-16,4 5-3 0,-4-3 3 0,3 3-2 16,0-5-4-16,-2 4 5 0,3 2-2 0,-4-4 6 15,1 2-9-15,0 3 2 0,2 3-1 0,0-3 3 16,0 1 0-16,5 3-2 0,1-1 1 0,4 5-1 15,3-1 3-15,-2 5 1 0,1 1-1 0,8-1-5 16,-9 3 0-16,4-6-3 0,5 13 13 0,4-2-4 0,-1-2 0 16,-13-5 0-16,13 2-4 0,-3 4 3 15,-9-8 12-15,7 9-14 0,-6-4 3 0,-2-1 0 16,-1 0 1-16,1-3-1 0,-2 7-5 0,2-3 9 0,0-2-1 16,0 1-15-16,-2-1 10 0,0-2 6 0,2 2 1 15,-2 1-5-15,-3-2 1 0,5-2 2 0,-4 0-5 16,-8-3 2-16,4 1 6 0,6 1-3 0,-12-5 1 15,6 6 3-15,-1-7-6 0,-1 4 2 0,-1-1-2 16,-1 0-1-16,-2-7 2 0,1 4 9 0,-6 1-12 16,1-2-4-16,-2-2 2 0,0 3-1 0,-4-2-2 15,4 4-25-15,-3-4-24 0,-7-2-26 0,12 1-26 16,-12-1-32-16,8 3-43 0,-8-3-52 0,5 6-71 16,-5-6-302-16,0 0-657 0,2 3 290 0</inkml:trace>
  <inkml:trace contextRef="#ctx0" brushRef="#br0" timeOffset="197735.41">20447 5400 91 0,'7'-18'262'0,"1"1"6"16,-1 4 9-16,-2 3 1 0,-2-2 1 0,4 1-3 15,-7 3-7-15,5 1-17 0,-4 1-13 0,4 0-22 16,-5 1-26-16,4-1-20 0,-4 6-19 0,0 0-19 15,1-7-21-15,-1 7-12 0,0 0-12 0,0 0-6 16,0 0-18-16,7 22 3 0,-4-4-10 0,2 3-6 16,0 6-1-16,2 15-8 0,-1 4-3 0,3-2-6 15,-3 5-3-15,3 5 0 0,-3 1-1 0,8 18-9 16,-6-15 7-16,8 23-12 0,-11 3 2 0,4-5-6 16,1-2 7-16,-4 1-4 0,2-5-1 0,-1 2 1 15,8-2-3-15,-13-14 3 0,3-2-2 0,3 0 17 16,-2 13-22-16,4-14 0 0,-5-2 0 0,-3-1 2 15,6-4-8-15,-8 5-1 0,4-6 4 0,-4-2 0 0,1-2 3 16,-6 2-4-16,5-7 1 0,-3 7-3 0,3-6 2 16,-7 1 6-16,4-13-3 0,1 3-1 15,-1-4-3-15,3 2-6 0,-7-4 10 0,7 1-2 16,0-5 3-16,0-3 1 0,0-2-3 0,0-1 2 0,0-4 4 16,2 1-6-16,-2-3-5 0,0 2-4 0,8-3-5 15,-8 0-16-15,2-2-14 0,1 0-3 0,-1-3-14 16,6 3-8-16,-4-3-11 0,-4-3-22 0,10 7-24 15,-4-5-28-15,-6-2-29 0,20 0-23 0,-10 1-34 16,-10-1-27-16,15-3-38 0,-9 2-153 0,6-7-490 16,-9 5 216-16</inkml:trace>
  <inkml:trace contextRef="#ctx0" brushRef="#br0" timeOffset="198391.67">19939 7278 45 0,'-15'-1'192'15,"15"1"0"-15,-6-2 0 0,6 2 1 0,0 0-5 16,0 0-8-16,0 0-9 0,-9-5-7 0,9 5-3 15,0 0-3-15,0 0 2 0,0 0-8 0,0 0-8 16,30-1-9-16,-16-1-7 0,5 2 2 0,1 2-8 16,10-1-4-16,5-2-11 0,1 1-6 0,17 0-10 15,-3 0-7-15,6 1 5 0,7 2-21 0,25 1-9 16,-2-4-5-16,-2 1-1 0,11 3-4 0,1-1-5 16,8 6-13-16,-2 1 3 0,51-2-1 0,-6 8-1 15,-43-8-4-15,44 6-6 0,-41-5-1 0,49 3-2 0,-9 0 4 16,-5 0-6-16,6 3 8 0,-44-6-13 15,57 1-2-15,-8 7 11 0,5-8-13 0,-13 7-2 16,3-4 2-16,-3 5-5 0,-40-4 2 0,49-2 11 0,-7 7-14 16,-3-3 6-16,-40-3-4 0,40 3-1 0,-43-4-1 15,-5 0 5-15,2-2-7 0,-4 1-4 0,0-2 5 16,-11-1 0-16,-2 2 4 0,-24-6 0 0,-3-1-3 16,4 3 0-16,-7-2-2 0,-6-3 0 0,-8 3 2 15,-6-3-3-15,-5 0 3 0,3-3-4 0,-8 6 4 16,-6-3-2-16,3 0 2 0,-5-3 4 0,-4 3-6 15,-9 0 0-15,18 0 0 0,-10-1-3 0,-8 1-10 16,10 0-13-16,-10 0-15 0,10-7-20 0,-10 7-32 16,0 0-36-16,0 0-47 0,0 0-37 0,0 0-55 15,0 0-253-15,0 0-565 0,-28-5 251 0</inkml:trace>
  <inkml:trace contextRef="#ctx0" brushRef="#br0" timeOffset="199158.77">21714 6592 250 0,'0'0'328'15,"0"0"-24"-15,0 0-25 0,-7-4-24 0,7 4-25 16,0 0-25-16,0 0-21 0,0 0-18 0,0 0-17 16,0 0-19-16,0 0-14 0,0 0-9 0,0 0-16 15,0 0-8-15,0 0-3 0,0 0-8 0,0 0-8 16,0 0-6-16,0 0-6 0,0 0-6 0,0 0-2 16,13 13 5-16,-13-13-10 0,12 0-5 0,-2 3 0 15,0-3-9-15,1 0 2 0,-11 0-5 0,17-4 3 16,-4 1-6-16,-5-2 1 0,1 1-3 0,-3 0 0 0,2-3 2 15,1 2 9-15,-4-2 4 0,0 3 1 0,-2-4-2 16,2 0-3-16,-3 1-7 0,-2 3 11 16,0-4-18-16,0 8-19 0,-7-10-15 0,4 4-26 0,-4 3-26 15,-5-1-27-15,4 0-41 0,8 4-57 0,-21-4-76 16,12 1-229-16,-4 3-542 0,5-3 240 0</inkml:trace>
  <inkml:trace contextRef="#ctx0" brushRef="#br0" timeOffset="199486.9">21881 6003 81 0,'0'6'155'0,"0"-6"-6"16,0 0-8-16,0 10-6 0,0-10-4 0,3 5-4 16,0 1-5-16,-3-6-6 0,2 6-7 0,-2-6-4 15,5 7 7-15,-2-2 7 0,-3-5 5 0,7 3 12 16,-7-3 11-16,0 0 7 0,0 0 3 0,0 0-1 16,0 0-17-16,20-12-5 0,-19 9-7 0,3-2-13 15,-4-2-11-15,3-1-10 0,-1 3-14 0,-1-3-16 16,3-1-6-16,-1 3-8 0,0 0-9 0,-3 0-13 15,0 6-31-15,5-11-44 0,-1 8-62 0,-4 3-67 16,11-2-60-16,-11 2-251 0,0 0-528 0,28 5 234 16</inkml:trace>
  <inkml:trace contextRef="#ctx0" brushRef="#br0" timeOffset="199799.4">22422 6207 36 0,'-2'-6'331'0,"-4"-2"-26"16,-1 5-12-16,5-7-17 0,-1 8-17 0,3 2-23 16,-6-7-32-16,6 7-10 0,0 0-26 0,-5-8-16 15,5 8-15-15,0 0-14 0,0 0-16 0,0 0-11 16,0 0-9-16,0 0-9 0,0 0-9 0,0 0-5 15,0 0-9-15,8 19-7 0,-8-19-4 0,6 10 2 16,1-9-10-16,-7-1-3 0,5 7 1 0,-2-5-4 16,-3-2-5-16,7 3-1 0,-7-3-2 0,0 0-2 0,0 0-1 15,17-12-2-15,-17 12-3 0,4-10-3 16,-2 5-3-16,-2-2-8 0,0-1-10 0,0 0-26 16,0 0-21-16,3 0-25 0,-6 4-39 0,6-7-42 0,-3 4-74 15,4 1-263-15,-4-1-541 0,3-4 240 0</inkml:trace>
  <inkml:trace contextRef="#ctx0" brushRef="#br0" timeOffset="200127.53">22621 5727 170 0,'0'-6'345'0,"0"6"-13"0,0-6-14 0,0 6-19 16,-5-6-28-16,5 6-26 0,0 0-25 0,0-9-18 0,0 9-20 15,0 0-19-15,0-7-17 0,0 7-12 0,0 0-23 16,0 0-11-16,0 0-10 0,0 0-5 16,0 0-10-16,0 0-2 0,0 0-8 0,-4-10-8 15,4 10-3-15,0 0-4 0,0 0 2 0,0 0 16 0,0 0 2 16,0 0 9-16,0 0-18 0,0-4-4 0,0 4-16 15,0 0 4-15,4-8-9 0,-4 8 1 0,0 0-14 16,1-8 4-16,-1 8-23 0,4-7-27 0,-4 7-31 16,5-4-40-16,-5 4-45 0,6-5-47 0,-6 5-47 15,15-1-60-15,-5 1-269 0,3 0-607 0,2 0 269 16</inkml:trace>
  <inkml:trace contextRef="#ctx0" brushRef="#br0" timeOffset="200502.54">23466 5842 301 0,'-8'3'402'0,"8"-3"-16"0,0 0-15 16,0 0-9-16,0 0-19 0,0 0-19 0,0 0-23 0,0 0-23 15,0 0-30-15,0 0-22 0,0 0-24 0,0 0-21 16,0 0-18-16,0 0-22 0,0 0-19 16,0 0-25-16,0 0-23 0,0 0-27 0,0 0-26 0,0 0-8 15,0 0-10-15,0 0 3 0,0 0-12 0,0 0 3 16,0 0-10-16,0 0 18 0,0 0-2 0,0 0 0 16,0 0 8-16,0 0-11 0,-2-15 3 0,2 15 2 15,-4-8-2-15,0 0 0 0,1 0 3 0,1 0 8 16,-4-2-2-16,6 1 6 0,-4 1-4 0,-1 0-3 15,2-1 3-15,1 2-5 0,2 0 5 0,-8 0 7 16,8 1-47-16,-3 1-33 0,3 5-48 0,0-7-48 16,0 7-54-16,0 0-54 0,0 0-46 0,0 0-297 15,0 0-655-15,0 0 290 0</inkml:trace>
  <inkml:trace contextRef="#ctx0" brushRef="#br0" timeOffset="200846.29">23524 5331 262 0,'-5'-6'371'0,"5"6"-13"0,-10-3-9 0,10 3-7 16,-5-6-23-16,5 6-20 0,0 0-15 0,0 0-35 15,-3-5-24-15,3 5-21 0,0 0-26 0,0 0-19 16,0 0-22-16,0 0-16 0,0 0-24 0,0 0-11 16,0 0-41-16,0 0-17 0,0 0-18 0,0 0-15 15,0 0-8-15,0 0-12 0,0 0-8 0,0 0-2 16,0 0-3-16,0 0 5 0,0 0 3 0,0 0 1 16,0 0 7-16,0 0-4 0,0 0 9 0,0 0-6 15,0-7-1-15,0 7 3 0,-5-6 2 0,5 6-2 16,-1-7-3-16,1 7-13 0,0 0-13 0,0-7-26 0,0 7-19 15,-7-4-24-15,7 4-38 0,0-8-49 16,0 8-58-16,0-8-184 0,0 8-483 0,-7-8 214 16</inkml:trace>
  <inkml:trace contextRef="#ctx0" brushRef="#br0" timeOffset="201221.3">24082 5102 22 0,'-15'-4'251'16,"15"4"-17"-16,0 0-13 0,0 0-19 0,0 0-15 15,-11 0-21-15,11 0-15 0,0 0-17 0,0 0-14 16,0 0-12-16,0 0-11 0,0 0-8 0,6 14-9 15,-6-14-9-15,12 6-7 0,-4 1-1 0,2 1-12 16,-2-2-1-16,11 0-9 0,-3-2 0 0,-1 6-6 16,0-6-2-16,0 2-3 0,0-3-1 0,1-1-2 15,-9-2-3-15,6 0-4 0,-5 0 6 0,-8 0 21 0,20-2 13 16,-13-1 4-16,-1-2 7 0,-2 0 1 0,1-6-3 16,-4 5-2-16,8 0-8 0,-9-5-3 0,0 6-5 15,0-3-6-15,0-1-8 0,0 9-7 16,-4-13-10-16,-1 6-25 0,2 3-31 0,3 4-29 0,-13-9-24 15,6 7-26-15,7 2-48 0,-13 0-47 0,13 0-54 16,-10 8-148-16,5-5-445 0,5 3 196 0</inkml:trace>
  <inkml:trace contextRef="#ctx0" brushRef="#br0" timeOffset="201455.67">24774 5264 127 0,'0'0'357'0,"0"0"12"0,0 0-6 0,-12-14-2 0,12 14-22 15,-1-5-27-15,1 5-29 0,-7-8-30 0,5 4-22 16,2 4-20-16,-5-7-25 0,5 7-17 0,-3-6-19 16,3 6-26-16,-3-6-51 0,3 6-58 0,-5-6-60 0,5 6-57 15,0 0-43-15,0 0-23 0,0 0-72 16,-7 15-69-16,4-8-177 0,3 0-526 0,3 1 233 15</inkml:trace>
  <inkml:trace contextRef="#ctx0" brushRef="#br0" timeOffset="202356.67">21599 6565 77 0,'-8'4'190'0,"0"-3"2"16,8-1 2-16,-12 6 9 0,6-5 0 0,6-1-2 16,-9 5-3-16,9-5 0 0,-8 2-5 0,8-2 5 15,0 0 4-15,0 0 9 0,0 0 21 0,0 0 20 16,0 0 22-16,0 0-4 0,0 0-23 0,12-15-26 16,19 4-21-16,17-5-23 0,5 2-17 0,27-11-15 15,14 3-19-15,8-5-10 0,49-9-13 0,1-3-10 16,4 4-11-16,8-4-9 0,5-10-13 0,-1 9-12 15,6-13-16-15,-3 1-25 0,-7 3-17 0,-4-12-12 16,-6 6-22-16,-5 1-8 0,-3-3-7 0,-49 18 4 16,-1-3 6-16,-3 1 5 0,-10 3 11 0,-9-5-11 15,6 4 15-15,-31 11 2 0,-2-5 6 0,-3 5 20 0,-9-3-11 16,-3 0 7-16,-6 8-2 0,-6 4 6 16,0 1 2-16,3-3-3 0,-10 10 3 0,-3-4 4 15,3 3-2-15,-6 5-13 0,3-1 9 0,-5 3-5 0,0-2-8 16,-2 3-34-16,2 1-25 0,-5 3-18 0,10-2-4 15,-10 2-12-15,12 8-18 0,-4-2-18 0,-8 1-22 16,2-1-28-16,4 5-37 0,3-2-46 0,-6 2-273 16,0-3-595-16,2 1 263 0</inkml:trace>
  <inkml:trace contextRef="#ctx0" brushRef="#br0" timeOffset="207212.81">22434 6553 221 0,'-7'2'313'0,"7"-2"-20"15,0 0-14-15,0 0-11 0,0 0-7 0,0 7-10 16,0-7-11-16,0 0-12 0,0 0-8 0,0 0-10 16,0 0-8-16,0 0-14 0,0 0-20 0,0 0-26 15,23-4-1-15,-23 4-13 0,22-3-11 0,-9 1-19 16,2-2-9-16,-2 4-6 0,-1-4-9 0,6 2-5 16,-5 1-11-16,-3-3-7 0,-2 3-1 0,6 1-7 15,-6-2-11-15,-8 2 1 0,15-4-23 0,-15 4-24 16,10 0-39-16,-10 0-32 0,5-3-43 0,-5 3-48 15,0 0-38-15,0 0-53 0,0 0-62 0,0 0-220 16,0 0-595-16,0 0 263 0</inkml:trace>
  <inkml:trace contextRef="#ctx0" brushRef="#br0" timeOffset="207572.19">23258 6426 312 0,'-8'0'294'0,"8"0"-30"16,0 0-26-16,-12-4-21 0,12 4-23 0,0 0-18 15,0 0-20-15,0 0-11 0,0 0-16 0,0 0-16 16,0 0-11-16,0 0-8 0,0 0-14 0,0 0-5 15,0 0-4-15,0 0-7 0,0 0 0 0,0 0 2 16,0 0 0-16,0 0 9 0,0 0 7 0,0 0 9 16,0 0 6-16,0 0-1 0,0 0-6 0,0 0-4 15,0 0-2-15,0 0-6 0,13-16-11 0,-11 13-5 0,-2 3-7 16,3-8-7-16,-1 0-6 0,-2 8 8 16,0-9-28-16,0 9-27 0,2-7-46 0,-2 0-50 15,0 7-59-15,0 0-65 0,-4-7-82 0,4 7-226 0,0 0-578 16,0 0 257-16</inkml:trace>
  <inkml:trace contextRef="#ctx0" brushRef="#br0" timeOffset="207947.19">23907 6192 12 0,'0'0'343'15,"0"0"-14"-15,-14-2-7 0,14 2-16 0,-8-4-8 16,8 4-16-16,0 0-14 0,0 0-18 0,-6-4-19 16,6 4-23-16,0 0-10 0,0 0-21 0,0 0-9 15,0 0-8-15,0 0-10 0,0 0-15 0,0 0-8 16,0 0-11-16,0 0-9 0,0 0-11 0,0 0-2 0,0 0-13 15,0-9-9-15,0 9-4 0,0 0-6 0,0 0-7 16,0 0-9-16,0-10-4 0,0 10 5 0,0-7-17 16,0 7-2-16,0-9 10 0,0 9-15 0,5-4-6 15,-5 4 1-15,0 0-1 0,0 0-7 0,0-8-4 16,0 8-2-16,0 0-23 0,0 0-29 0,0 0-38 16,0 0-27-16,0 0-33 0,0 0-29 0,0 0-31 15,0 0-27-15,0 0-41 0,0 0-44 0,23 3-253 16,-15-2-618-16,7 3 273 0</inkml:trace>
  <inkml:trace contextRef="#ctx0" brushRef="#br0" timeOffset="208322.2">24481 5913 264 0,'0'-9'319'0,"0"9"-21"0,0-6-19 0,0 6-26 16,0 0-22-16,0 0-20 0,0 0-16 0,0 0-15 16,0-6-18-16,0 6-20 0,0 0-14 15,0 0-12-15,0 0-11 0,0 0-12 0,0 0 3 0,3-6-21 16,-3 6-7-16,0 0-10 0,0 0-3 0,0 0-8 16,12 0-16-16,-12 0-12 0,15-2-10 0,-15 2-6 15,16-4-14-15,-9 4-10 0,-7 0-9 0,20-3-5 16,-14 3-4-16,3-5-3 0,-1 4 6 0,-8 1 2 15,13-3 4-15,-6-1 2 0,-7 4 4 0,8-7 2 16,-6 6 3-16,-2 1 0 0,6-7 6 0,-6 7 4 16,0-8-2-16,5 4 6 0,-5 4-2 0,0 0-1 15,-5-11 2-15,5 11-3 0,-6-4 4 0,6 4 0 16,-2-7 0-16,2 7 3 0,-2-5-1 0,2 5-2 16,0 0 1-16,-3-7-7 0,3 7-20 0,0 0-27 15,0 0-47-15,0 0-58 0,0 0-67 0,0 0-162 16,13-4-425-16,-4 3 187 0</inkml:trace>
  <inkml:trace contextRef="#ctx0" brushRef="#br0" timeOffset="208540.95">24953 5666 136 0,'0'0'455'0,"0"-7"-19"0,0 7-27 0,0 0-26 16,-7-5-48-16,7 5-37 0,0 0-16 0,-2-5-40 15,2 5-28-15,0 0-34 0,0 0-58 0,0 0-73 16,0 0-75-16,0 0-79 0,0 0-96 0,0 0-107 16,0 0-176-16,30 9-524 0,-21-8 232 0</inkml:trace>
  <inkml:trace contextRef="#ctx0" brushRef="#br0" timeOffset="209167.48">24120 5582 334 0,'0'0'376'0,"0"-11"-17"0,2 5-27 0,-2 6-30 16,0 0-40-16,0-9-18 0,0 9-31 16,0 0-17-16,0 0-23 0,0-6-17 0,0 6-24 15,0 0-20-15,0 0-20 0,0 0-7 0,0 0-5 0,0 0-13 16,0 0-10-16,0 0-3 0,0 0-8 0,13 15-4 15,-8-10-2-15,-2-1-5 0,-3-4-9 0,9 4-1 16,-3 0 0-16,-6-4-4 0,14 4-5 0,-13-1-2 16,7-2-2-16,-8-1-3 0,14 0-4 0,-14 0-8 15,0 0-12-15,16-5-25 0,-11 2-18 0,2-2-29 16,-7 5-41-16,6-9-58 0,-4 0-80 0,-2 5-261 0,5-4-570 16,-5 0 252-16</inkml:trace>
  <inkml:trace contextRef="#ctx0" brushRef="#br0" timeOffset="214433.16">25941 4223 46 0,'0'0'224'0,"0"0"-11"0,0 0-9 0,0 0-3 16,-8-16-11-16,-1 9 11 0,3 1 1 0,-1 0-9 15,2-2-8-15,0 1-10 0,-8-5-7 0,6 3-7 16,-8-5-9-16,0 1-7 0,1 2-15 0,-5-5-14 16,-5-2-14-16,0 2-8 0,-5-3-1 0,-6 0-14 15,-7-5-7-15,-1 5-6 0,-6-7-9 0,1 6-9 16,-4 0-1-16,1 0 0 0,-7-1-6 0,5 1-5 15,-1 3-4-15,-9 2 3 0,6-4-4 0,0 7-1 0,-3 4-1 16,0 0-5-16,2 2-2 0,-4 5-3 16,0-3 1-16,3 9-6 0,4-2 2 0,-3 4-4 15,2 5-4-15,0-1 11 0,1 7-9 0,2-8-6 16,3 10 2-16,6 4 1 0,-3-2-6 0,-2 5 6 0,4 2-7 16,2-2 4-16,5 3 1 0,3 0 3 0,-3 1-5 15,7 3-3-15,4-2 2 0,4-8 2 16,0 10-1-16,1-7-1 0,9-7 2 0,-2 6 3 0,-1-2-3 15,2-5-2-15,6 1 1 0,-2-2-2 0,5-5 2 16,-5 2-2-16,5-1 3 0,0-4 2 0,4 1-1 16,-6-4 0-16,4 2 0 0,-1-4 9 0,4 1-13 15,0-6 1-15,-1 9 7 0,1-9-11 0,-2 6-9 16,2-6-24-16,0 0-40 0,10 1-47 0,-10-1-64 16,0 0-67-16,22-4-82 0,-16-1-186 0,9 2-563 15,0-4 249-15</inkml:trace>
  <inkml:trace contextRef="#ctx0" brushRef="#br0" timeOffset="214714.41">24239 4363 230 0,'0'0'262'0,"14"0"-12"15,-14 0-33-15,0 0-23 0,0 0-21 0,0 0-16 16,0 0 1-16,0 0 8 0,0 0 12 0,-27 15-3 16,12-10 0-16,-1 2-11 0,-1 0-14 0,-3 1 10 15,-1-1-30-15,-1-2-10 0,-4 5-11 0,-2-3-10 16,1 2-11-16,7-5-5 0,-1 4-13 0,-1-2-8 16,4 3-5-16,0-5-2 0,-2 3-17 0,5-2-29 15,0-1-18-15,7 1-31 0,-5 0-29 0,-2-4-29 16,8 4-34-16,-3-2-47 0,-1 1-42 0,2-4-75 0,-2 2-152 15,11-2-485-15,-18-5 215 0</inkml:trace>
  <inkml:trace contextRef="#ctx0" brushRef="#br0" timeOffset="-214579.19">23488 4243 72 0,'0'0'282'0,"0"0"-22"0,0 0-28 0,0 0-27 0,0-7-16 16,0 7-23-16,0 0-18 0,0 0-13 0,0 0-12 16,0 0-10-16,7 19-14 0,-7-11-10 0,1 2-9 15,7 6-5-15,-3 0-8 0,2 2-3 0,1 6-8 16,7 3-13-16,-2 4-24 0,4-4-59 0,5 12-73 16,6-1-99-16,1-2-147 0,3-2-389 0,-4 1 173 15</inkml:trace>
  <inkml:trace contextRef="#ctx0" brushRef="#br0" timeOffset="-213376.05">25840 11164 90 0,'0'-10'232'0,"-3"1"-9"0,3-3-13 0,-4 1-10 15,-1-1-15-15,2 0-11 0,-2 4-7 0,-3-4-6 16,-1 1-18-16,-4-3-8 0,0 5-11 0,-5 2-16 15,-7-6-8-15,-3 5-4 0,-5 2-6 0,-12-3-8 16,2 7-1-16,7 4-14 0,-16 3-5 0,6 5-5 16,1-1-7-16,-3 9 1 0,2-8-5 0,1 13 2 15,-4-1-9-15,2 4 0 0,3 1-1 0,-1-5-5 16,3 5-4-16,3 8 2 0,-3-4-5 0,1-2 1 16,3 6 1-16,5-1-5 0,3-1-3 0,4 9 1 15,4-2-3-15,0 2-1 0,8-1 1 0,2 3 0 0,2-4 9 16,5 2 6-16,2 3-5 0,6-3 10 0,0 2-6 15,4 2 1-15,6 0 5 0,-1-3-3 16,4-4-1-16,-4 7-1 0,3-6 2 0,0 5-2 0,0-6 1 16,3 4 3-16,0-8-2 0,2 6 5 0,-10-6-4 15,3-3-1-15,-5-1-2 0,-1-3 4 0,3 2-9 16,-5-3 7-16,3 1-2 0,-1-2-1 0,-2 1-4 16,-2-7-3-16,2-1-3 0,-3-1-1 0,3-1-10 15,-4-1 10-15,-1-1-12 0,7-3 4 0,-7-1 2 16,0-3-30-16,2 1-6 0,-2-3-5 0,5-1-6 15,-4 1-13-15,-1 0-7 0,0-6-34 0,0 0-46 16,9 2-56-16,-9-2-59 0,0 0-72 0,19-11-219 16,-10 3-581-16,-1 0 257 0</inkml:trace>
  <inkml:trace contextRef="#ctx0" brushRef="#br0" timeOffset="-213110.42">25332 12423 88 0,'3'-8'171'0,"-3"8"-22"0,0 0-2 16,0 0 7-16,-15 17-18 0,7-10-6 0,0 1-8 16,-4-1-4-16,4 4-8 0,1 0-7 0,-8 6-13 15,9-5-6-15,-9 5-8 0,5-4-9 0,-7 2-4 16,6 1-7-16,-4 0-6 0,2-7-5 0,1 6-2 15,0-1-4-15,-3-1-2 0,2-3-1 0,3-1-7 16,-3-1-4-16,3-1-18 0,-1-2-33 0,1-2-32 16,3 0-46-16,-6-3-65 0,13 0-134 0,-18-3-329 0,6 0 145 15</inkml:trace>
  <inkml:trace contextRef="#ctx0" brushRef="#br0" timeOffset="-212922.92">24681 12555 108 0,'-11'-5'243'16,"11"5"0"-16,-7-1-13 0,7 1-9 0,0 0-7 16,0 0-5-16,0 0-6 0,0 0-9 0,0 0-18 15,0 0-15-15,0 0-18 0,36 8-15 0,-21-7-9 16,-3 3-11-16,6 1-15 0,5 2-11 0,5 1-6 16,4-1-34-16,-6 1-34 0,1 1-45 0,1-2-52 15,0 5-52-15,2-5-71 0,-7 1-209 0,5 4-455 16,2-5 202-16</inkml:trace>
  <inkml:trace contextRef="#ctx0" brushRef="#br0" timeOffset="-212001.04">25572 10847 126 0,'-9'-4'209'0,"1"0"-7"16,-5-2-6-16,0 3-3 0,-2-6-6 0,0 1-3 15,-3 6-9-15,-2-8-5 0,2 5-2 0,-9-7-13 16,-1 2-1-16,3-2-10 0,-3 4-3 0,-2-6-6 15,2 1 0-15,-3-3-3 0,-12-3-5 0,6-4 0 16,-2 4-9-16,2-6 4 0,-1-1-13 0,2-1-8 16,3-3 4-16,-4-2 1 0,1-2 13 0,4-5 10 0,-3 1 4 15,9 2-6-15,8-4 2 0,-4 4-10 16,7-8-3-16,7 16-7 0,1-13-8 0,6 1-14 16,-1-2-2-16,5-5-13 0,1 5-3 0,2-1-7 0,6 2-7 15,-4 1-6-15,4 2-4 0,-2 7-7 0,5-5-8 16,-2 5 4-16,2 0-5 0,1-6-1 0,-2 9-4 15,-6 2-3-15,5 2-2 0,0-3 4 0,-1 3-6 16,-7-2-3-16,3 6-4 0,5-6-1 0,-6 9 1 16,1-6-1-16,-1 2 0 0,0 1-5 0,-6 0 0 15,8 1 0-15,-3-3 0 0,2 4-4 0,-4-1 3 16,1 0 0-16,5-2 0 0,-5 6-3 0,1-3 3 16,2 1-5-16,4 6 1 0,-7-8-1 0,5 9-2 15,-3-4 2-15,6 4-4 0,2 0-2 0,0-2 2 16,3 4-1-16,3 1 0 0,3-5 1 0,4 5 4 15,0 3-7-15,2-2 3 0,-1 0 0 0,1 3 0 0,5 0-1 16,-4 3-2-16,4-1 1 0,-2-4 0 0,0 3 2 16,0 2-1-16,-3-1-1 0,0-2 5 15,-8 2-2-15,1 2 2 0,-3-1 1 0,1 0-1 0,-6-1-2 16,0 1 2-16,-2 0 1 0,-1 0 1 0,-2-2 0 16,-2 1-2-16,-8 1 2 0,15-4 1 0,-15 4-1 15,15 0 0-15,-15 0-2 0,5-3-5 0,-5 3-6 16,0 0-5-16,0 0-20 0,8-4-12 0,-8 4-20 15,0 0-26-15,0 0-30 0,3-5-24 0,-3 5-24 16,0 0-29-16,0 0-30 0,0 0-39 0,0 0-43 16,0 0-39-16,0 0-208 0,0 0-609 0,-10-10 270 15</inkml:trace>
  <inkml:trace contextRef="#ctx0" brushRef="#br0" timeOffset="-211641.66">25625 8811 165 0,'-4'-4'226'0,"4"4"-9"0,0 0-19 16,0 0-16-16,0 0-24 0,0 0-16 0,0 0-17 15,0 0-8-15,0 0-13 0,0 0-10 0,9 15-7 16,-1-10-6-16,-1 6-11 0,6 1-2 0,2 0-5 15,1 0-9-15,1 2-3 0,3 4-6 0,3 1-3 16,2-4-5-16,-2 3-2 0,-2-2-3 0,1-2-4 16,-4 1-4-16,-3-3-3 0,0-3 1 0,0 2-1 15,-7-4-2-15,2 1-3 0,0-3-1 0,-3 2-4 16,-6-4-1-16,6 1-3 0,-1 2 2 0,-4-3 0 16,-2-3-1-16,0 7 1 0,0-7-4 0,-7 16 5 15,6-9-2-15,-6-1-4 0,1 1 3 0,-6 8-1 16,0-3 0-16,-2 5 0 0,2-4-2 0,-5 9-1 15,-4 3-4-15,4-1-22 0,2 3-30 0,4 2-40 0,-6-1-65 16,2 10-235-16,5-10-424 0,4 5 187 0</inkml:trace>
  <inkml:trace contextRef="#ctx0" brushRef="#br0" timeOffset="-207204.11">27833 4332 101 0,'-4'-8'281'0,"4"8"-13"16,0 0-16-16,0 0-11 0,0 0-17 0,0 0-14 15,0-7-9-15,0 7-17 0,0 0-15 0,0 0-18 16,0 0-14-16,-8-6-16 0,8 6-12 0,-10-2-10 16,10 2-9-16,-16-1-14 0,7-3-5 0,1 2-1 15,-8-3-6-15,-3 3-4 0,1-3 5 0,-2 0 7 16,-1 2 5-16,-7-4 4 0,6 1 2 0,-4-2 7 15,-1-3 2-15,9 3 8 0,-7-7 5 0,2 2 2 16,6 2 10-16,4-3-3 0,-2 2 10 0,5-3 0 16,-3 2 0-16,6-5-5 0,-3 1-1 0,1-2-1 0,5-4-13 15,3 6-4-15,1-3-10 0,1-5-6 16,-1 5-7-16,4-4-5 0,1 3-4 0,-5 3-7 16,0 0 3-16,4-1-5 0,0 5-7 0,-3-4-4 15,4 4-3-15,-5 2-4 0,0 0-3 0,5 2-7 0,-3 1 1 16,0 1-8-16,1 0-2 0,-3 8-3 0,-3-8-2 15,3 8-1-15,0-11-2 0,3 7-3 0,-3 4 6 16,-3-8-6-16,3 8-5 0,0 0-1 0,0 0 1 16,0-10 5-16,0 10-5 0,0 0 0 0,0-5-2 15,0 5 0-15,0-7-1 0,0 7 0 0,0 0 0 16,3-9 1-16,-3 9-3 0,2-6 5 0,-2 6-4 16,3-10-1-16,-3 7 1 0,3-4 0 0,-3 7-2 15,-3-12 2-15,6 7 0 0,-3 5 1 0,2-11-1 16,-2 5 1-16,0 6 2 0,2-9-4 0,-2 9 2 15,-2-9-3-15,2 9-3 0,0 0 0 0,0 0-3 16,0 0-2-16,0-7 3 0,0 7-7 0,0 0-5 16,0 0-11-16,0-7-5 0,0 7-7 0,0 0-12 0,0 0-7 15,0 0-9-15,0 0 16 0,0 0-13 16,0 0 11-16,-13 19 5 0,4-16 3 0,3 5 5 16,-2 0 3-16,-1-4 3 0,3 4-1 0,-4-1 2 15,-2 4 9-15,4-3-8 0,-5-1 1 0,6-1-1 0,-8 1-12 16,7 1 17-16,-5 0 8 0,8-2-8 0,-4-4-2 15,3 3-7-15,6-5-10 0,-12 5 19 0,7-3-13 16,5-2 3-16,-8 5 11 0,8-2 5 0,0-3 6 16,0 0 4-16,0 0 10 0,0 0 1 0,0 0 4 15,0 0 1-15,0 0 0 0,0 0-1 0,0 0-2 16,6-22 12-16,1 14-16 0,1 1 2 0,-4-3 1 16,2 2-1-16,-1-4 2 0,4 3 0 0,2-4-1 15,-1 8 9-15,-3-6-1 0,1 2 0 0,-1 2-5 16,1 0 3-16,-3 2-11 0,1 0 10 0,-4 2-10 15,5-1 7-15,-2-4-1 0,-5 8-3 0,10 0-5 16,-10 0 3-16,15 8-1 0,-9-3 0 0,2 2-4 16,6 5-13-16,-1-2-20 0,-2 3-26 0,3 4-8 15,-4 0-34-15,10 8-22 0,-6-3-26 0,3 1-36 16,1 2-48-16,-3-2-63 0,2 4-307 0,-2-6-662 16,-4-4 293-16</inkml:trace>
  <inkml:trace contextRef="#ctx0" brushRef="#br0" timeOffset="-206360.35">26403 4436 55 0,'0'0'220'0,"-15"-9"0"16,8 2-3-16,-1 4 1 0,0-2-5 0,-12-5 0 15,3 0-3-15,-11 1 3 0,7-4-2 0,-9 6-4 0,0-9-5 16,-2 1-9-16,-11-1-14 0,0-4-5 0,0-1-17 15,-5 1-17-15,0-1-13 0,-8-4-15 0,5 4-10 16,-2-5-11-16,-2 9-31 0,4-5-38 0,0-2-53 16,6 8-65-16,2-2-83 0,10 8-129 0,6-4-216 15,6 1-568-15,6 2 252 0</inkml:trace>
  <inkml:trace contextRef="#ctx0" brushRef="#br0" timeOffset="-180707.07">4601 5876 3 0,'-18'-4'391'0,"18"4"3"16,-8-3-9-16,8 3-14 0,-10-1-16 0,10 1-14 15,-12 0-25-15,12 0-17 0,0 0-22 0,0 0-26 16,0 0-25-16,0 0-20 0,-10-3-23 0,10 3-19 15,0 0-17-15,0 0-17 0,0 0-12 0,0 0-13 16,0 0-6-16,0 0-7 0,0 0-9 0,27 12-9 16,-16-10-2-16,4 6-12 0,2-3-6 0,2-1-16 15,5-1-44-15,-5 2-53 0,6 4-48 0,3-1-45 16,-3-4-47-16,-5 4-57 0,10-3-79 0,0 0-352 16,-2-2-744-16,0 0 329 0</inkml:trace>
  <inkml:trace contextRef="#ctx0" brushRef="#br0" timeOffset="-180222.69">5323 5810 164 0,'0'0'325'0,"0"0"-24"0,0 0-28 0,-5-7-31 0,5 7-26 15,0 0-23-15,0 0-18 0,0 0-23 0,0 0-13 16,0 0-15-16,13 22-12 0,-6-10-3 0,-4-4-20 16,5 7-7-16,-1 1-5 0,4 3-18 0,-4-3 1 15,3 3 1-15,0-1-12 0,-4 1-5 0,4-1-3 16,0-3-2-16,-1 0-7 0,-3 1-6 0,-4-4 1 15,4-1-2-15,-4 0 1 0,3-3-3 0,3 0 17 0,-8-4 37 16,0 1 69-16,0-5 34 0,0 0 1 16,0 0-9-16,0 0 7 0,14-17-5 0,-11 6 4 15,0-5-7-15,-1 1 4 0,3-1-1 0,0-3-6 0,0-1 2 16,3 2-12-16,5-6 1 0,1 1-16 0,-3-1-1 16,2 1-4-16,4 3-14 0,-4-1-11 15,0 6-7-15,-3 2-14 0,2-1-10 0,-2 2-7 0,3 4-13 16,-3 3-10-16,-3-2-6 0,3 2-9 0,-2 3-6 15,2 0-19-15,-10 2-14 0,16 7-20 0,-4-5-22 16,-2 6-18-16,0 2-41 0,0 2-29 0,5 0-33 16,-7 5-36-16,5 0-22 0,-5 0-13 0,1 6-11 15,2-2-12-15,-2 1-16 0,-8-4-27 0,7 5-33 16,-8-5-48-16,7-3-293 0,-2-3-731 0,2-5 324 16</inkml:trace>
  <inkml:trace contextRef="#ctx0" brushRef="#br0" timeOffset="-179207.06">6038 5903 42 0,'0'0'172'0,"0"0"-12"0,1-7-10 0,-1 7 1 16,0 0-1-16,0 0 4 0,15 10-4 0,-10-5-3 15,5-3-2-15,-3 0-5 0,3-1-9 0,0 2-14 16,1-1-6-16,9 0-5 0,-5-2-4 0,0 0-6 15,10 0-4-15,-7-2-2 0,-2-3-15 0,4 2-5 16,-3-2-10-16,-1-4-3 0,3 5-7 0,-3-4-1 16,1-3-3-16,-2-1 0 0,-1 1 2 0,-4-1-2 15,-1-4 2-15,-3 2 2 0,-1 1 4 0,0-1 7 16,-3-1-1-16,1 3 26 0,-3 2-17 0,-5-1-7 16,0 2-3-16,0 2-8 0,-1-3-14 0,-4 3-2 15,-7-1 0-15,2 7-8 0,-1 0-3 0,-4 2-4 16,-3 0-4-16,3 6-2 0,2-1 3 0,1 1-6 0,-3 5-2 15,0-5 3-15,6 7-2 0,5-1-5 0,-6 1-1 16,9 1 2-16,-1-2-4 0,7 2 4 16,5 4-3-16,3-3 1 0,7 7-3 0,5-1 1 15,5-1-2-15,3-2-7 0,10 4-5 0,5-2-13 0,0-6-20 16,4-3-15-16,1-2-15 0,0-5-15 0,0-1-11 16,-2-1-12-16,2 2 3 0,-5-13-5 0,-10 4 5 15,0-1 8-15,-5-3 12 0,2-3 3 0,-2-2 14 16,-13 2 11-16,15-7 6 0,-19 2 13 0,-2-1 21 15,-3 0 22-15,3 1 22 0,-8-5 14 0,-2 3 21 16,-6 2 18-16,0-3 11 0,-1 4 13 0,-5 3 10 16,5-3-1-16,-6 2-5 0,4-1-2 0,-3 7-2 15,-2-1-17-15,2 3-6 0,-4 1-7 0,1 0 3 16,-2 3-19-16,6 2-11 0,12-1-5 0,-25 4-2 16,10 4-5-16,4-4-9 0,-1 7 2 0,4-3 0 15,1 3-3-15,4 5-2 0,3-3 4 0,2 5-7 16,-1-3 6-16,6 1-7 0,1 4 0 0,7 2-4 0,8 2-3 15,-1-2-15-15,14-2-6 0,-6 1-17 16,13-1-23-16,3-3-19 0,4-4-27 0,0 2-25 16,1-4-25-16,2-4-25 0,0-1-18 0,-2-3-4 0,6-3-12 15,-3 3 4-15,1-6 5 0,-7-1 14 0,-4-3 25 16,6-2 16-16,-20 1 17 0,0-2 21 0,-2 1 34 16,-7 1 32-16,-4 0 37 0,-4-3 26 0,-5 4 36 15,-3-2 24-15,-1 0 15 0,-4 0 8 0,-9-1 6 16,1 2 5-16,-3-7 5 0,-6 6 6 0,2-1 1 15,-13 0 1-15,3 3 3 0,-6-2 0 0,4 6 0 16,-4 2-5-16,-2-3 2 0,1 4-13 0,2 0-5 16,-3 4-7-16,4 0-15 0,2 3-8 0,-1 1-6 15,8-4-14-15,-3 3-2 0,6 3-5 0,-3-3-6 16,6 4-6-16,-1-2-3 0,0 1-8 0,8-1-4 16,-1 5-2-16,1-1-11 0,4-1 15 0,0-2-19 15,3 2 3-15,6 0-10 0,1-4 3 0,1 6-15 16,7-5-3-16,0 3-8 0,6-1-17 0,3-7-4 0,-3 0-9 15,12-5-4-15,-3-2-6 0,2-1-2 16,-3-7 0-16,1 3-3 0,2-5 3 0,7-6 2 16,-6-5 3-16,-8 4 2 0,0-1 4 0,5-14 5 0,-9 0 12 15,1-4-4-15,-7 0 9 0,-2-3 9 0,-3 3 19 16,-3 1 46-16,-1 5 44 0,-6-9 36 0,0 12 22 16,0-1 24-16,-6 0 8 0,1 1-2 15,1 3 1-15,-2 8-13 0,-1-2-7 0,0 6-13 0,-1 2-18 16,3 5-18-16,-5-2-17 0,9 3-13 0,-11 3-8 15,12 4-12-15,-15 7-7 0,7 5-17 0,-5 0-15 16,9 14-9-16,-2 5-4 0,-1 8-6 0,9 4-15 16,4-1-11-16,3 5-16 0,4-5-25 0,8 8-27 15,1-3-44-15,6-1-29 0,3 4-46 0,4-3-51 16,3 1-64-16,-5-6-92 0,9-1-217 0,-1-8-689 16,1-6 305-16</inkml:trace>
  <inkml:trace contextRef="#ctx0" brushRef="#br0" timeOffset="-178628.93">8982 5555 11 0,'0'-7'453'0,"0"7"-7"0,2-7-25 16,3 2-38-16,-5 5-39 0,0 0-39 0,0 0-24 0,0 0-39 15,0 0-28-15,0 0-24 0,0 0-25 0,-12 15-10 16,12-4-19-16,-6 2-7 0,4 4-23 0,-5 3-2 16,7 0-11-16,-6 7-10 0,4 0-2 0,-5 2-12 15,1-2-22-15,6 2-17 0,-2-2-33 0,-3-2-20 16,4-4-18-16,1 4-12 0,-2-7-13 0,2-1-13 16,-5 2-5-16,5-8-2 0,0-2 4 0,0 1 3 15,-2-2 9-15,2 0 11 0,0-8 2 0,2 4 3 16,-2-4 8-16,0 0 7 0,0 0 0 0,15-15 5 15,-10 3 3-15,-4-1 6 0,8-5 2 0,-3-2 9 16,1-4 0-16,1-3 6 0,-1 1 15 0,3-2 13 16,-5 1 20-16,6 0 19 0,-7 0-3 0,7 0 15 15,-6 1 8-15,2 2 17 0,-2 5 6 0,1 3 1 16,-2-3 10-16,-1 9 4 0,0 0-4 0,-1 2-12 16,1-1-15-16,1 3-7 0,-4 0-22 0,0 6-22 0,6-6-15 15,-6 6-4-15,0 0-1 0,13 13 1 16,-4-1-7-16,-1-1 8 0,4 7-26 0,4 3 12 15,-1 3-16-15,10 1-4 0,-5 1-4 0,1-1-12 0,2-2 0 16,-3 0-5-16,-2 0 5 0,2-2-4 0,4-3 3 16,-10-6 0-16,1 0 2 0,-1-4 8 0,-5-1 1 15,10 0 6-15,-9-6 4 0,-2-1 4 16,-8 0 4-16,21-8 2 0,-14 4 11 0,-2-8 24 0,0-2 6 16,-3-5 15-16,-2-1 14 0,0 0 8 0,-2-7 12 15,2 0 5-15,-5 1 4 0,5-1-6 0,-5 0-7 16,-2-2-17-16,1 6 0 0,1-3-7 0,0 6-6 15,5 1-11-15,-8 4-24 0,6 6-41 0,-1-2-58 16,1 3-72-16,2 4-69 0,0 4-25 0,0 0-21 16,0 0-52-16,0 0-55 0,5 17-245 0,0-10-671 15,8 7 297-15</inkml:trace>
  <inkml:trace contextRef="#ctx0" brushRef="#br0" timeOffset="-178082.05">9710 5725 168 0,'-9'-3'262'0,"9"3"-24"16,-24 0-20-16,16 3-27 0,-7-1-19 0,2 1-18 15,-2 3-10-15,0 2-18 0,4 2-12 0,-1 0-9 0,4 7-11 16,-4-3-9-16,7 1-9 0,2 4-5 16,1 1-6-16,2 0-9 0,5 0-2 0,0 4-4 15,2-4 0-15,6-4-10 0,-5 2-4 0,5 0-4 0,2-6 2 16,0-2-5-16,0-2-4 0,-7-2-1 0,7-3-2 15,-3 0-1-15,0-6-1 0,-3 0-2 16,1-7-1-16,-1 0-2 0,-3 1 0 0,1-7 1 16,0 0-3-16,-6-4 7 0,1 1 9 0,1-7 14 0,-3-1 16 15,-3 4 10-15,3 4 17 0,-2-1 14 0,2-2 24 16,-1 7-6-16,-4-5 2 0,5 5-2 0,-2 3-9 16,2 3-8-16,-2-2-12 0,4 3-11 0,-2 0-24 15,0 8-29-15,0-7-33 0,0 7-2 0,0 0 0 16,0 0-3-16,0 0-4 0,10 21-10 0,-5-12-4 15,3 7-3-15,0 3-1 0,1 0-8 0,1 5-1 16,-1 0-3-16,3 2 2 0,0-3 1 0,1 4 1 16,-6-10 1-16,2 2 3 0,5-2 3 0,-4-4 7 15,0 4 1-15,-1-5 10 0,-2-5-1 0,1 0 2 16,1-3 10-16,-3-1 12 0,3-3 14 0,-9 0 21 16,14-7 23-16,-2 0 19 0,-4 0 16 0,1-2 17 15,4-4 20-15,-5-1 15 0,5 1 8 0,-3-4 6 16,5 0 5-16,-8 4-4 0,-1-2-1 0,3 1 0 15,-4 2-10-15,1 4-9 0,-1-3-19 0,0 3-12 16,0 5-11-16,-2-2-16 0,2-2-20 0,-5 7-36 16,0 0-13-16,0 0-5 0,0 0-20 0,10 14-24 15,-6-6-20-15,-4 4-20 0,3 3-18 0,-3 2-25 0,8 1-26 16,-4 1-23-16,-1 0-13 0,5 6-26 0,-1-6-25 16,3 8-40-16,1-4-30 0,6 0-55 15,3-7-296-15,-7 1-702 0,12-3 310 0</inkml:trace>
  <inkml:trace contextRef="#ctx0" brushRef="#br0" timeOffset="-177878.92">10543 5923 125 0,'-7'-4'434'0,"2"-2"-11"0,4-1-10 0,1 7-13 0,-7-8-16 15,4 5-16-15,3 3-23 0,-5-6-21 0,5 6-26 16,0 0-31-16,0 0-29 0,-5-5-28 0,5 5-36 15,0 0-33-15,0 0-45 0,0 0-62 0,0 0-71 16,35 8-78-16,-19-5-70 0,2 0-89 0,9 2-115 16,1 0-224-16,3 2-663 0,-4-6 294 0</inkml:trace>
  <inkml:trace contextRef="#ctx0" brushRef="#br0" timeOffset="-176285.15">11180 5470 315 0,'4'-8'363'16,"-3"0"-30"-16,4 0-27 0,-3 3-33 0,-2-1-38 15,0 6-25-15,0 0-22 0,0 0-22 0,0 0-14 16,0 0-17-16,-23 20-15 0,16-6-11 0,-8 10-9 16,2-1-8-16,3 5-11 0,0 2-8 0,-2 8-11 15,1-6 0-15,3 6-8 0,-1 5-6 0,3-4-8 16,4-7-1-16,2 9 0 0,2-1-6 0,3-11-2 16,1 3-1-16,-2-5-1 0,9 0-4 0,0 4-2 15,2-8-2-15,2-3-2 0,-1 3-3 0,7-8 2 16,-5-3-2-16,1-7-2 0,7 6 4 0,-8-8-7 15,12-3 4-15,-10-3 1 0,10-5-7 0,-2 0 15 0,0-4-18 16,-1-3 2-16,-3 1-2 0,-2-4 1 0,-2 0-2 16,-2 6 3-16,-5-1 1 0,-1-4 4 15,3 0 1-15,-7 4 1 0,0-1 13 0,-3 3 8 0,0 2 4 16,-3-1-2-16,-1 3 0 0,3-1-8 0,-1 3 5 16,-3-2-26-16,0 7 16 0,0 0-19 0,0 0 2 15,0 0-2-15,0 0 8 0,0 0-17 0,0 0 3 16,-20 15 1-16,17-7-2 0,-2-2-2 0,5 4-4 15,-2 1 0-15,2 4-3 0,0-2 3 0,2-2-3 16,1 0-8-16,2 4 7 0,0-2-14 0,0-2-4 16,5 0-2-16,-3-2-12 0,1-1-6 0,5-2-13 15,-3 0-8-15,3-4-4 0,6-1-2 0,-1-1 0 16,-3-3 2-16,5-2 7 0,-2 4 2 0,-5-5 3 16,7 0 6-16,-4-3 6 0,4-1 6 0,-3-1 4 15,-1-2 8-15,-2 0 6 0,1 1 10 0,-4 0 12 16,-1 2 19-16,-2 3 16 0,-1-4 13 0,3 2 5 15,-7-1 16-15,4 3-6 0,-6 0 3 0,4 4-3 0,-1-4-6 16,-4 7-11-16,8-8-9 0,-8 8-9 0,0-3-12 16,0 3-5-16,0 0-5 0,0 0 1 15,0 0-2-15,0 0 3 0,0 0 1 0,5 18-4 16,-5-18 6-16,0 10-13 0,0 0 1 0,0-3 2 0,2-1-1 16,-1 1-7-16,3 0 6 0,-1-2 7 0,-3 0-11 15,7 1 3-15,-7 0-2 0,6-1-1 0,-6-5 7 16,10 2-2-16,-10-2 7 0,15 3-9 0,-15-3 14 15,17-3-8-15,-8 2 9 0,-9 1-12 0,17-3-6 16,-9-2 12-16,6-1 0 0,-8 1 17 0,2 1-8 16,-1-1 10-16,0-2 2 0,-1 3 15 0,-4 1 2 15,5-1 1-15,-7 4-3 0,6-8-8 0,-6 8-6 16,2-4-5-16,-2 4-9 0,6-5-2 0,-6 5-12 16,0 0 0-16,0 0-4 0,22 13 1 0,-15-9 2 15,-6 2-10-15,11-1 3 0,-1 2-9 0,1 2 2 16,3-2 0-16,1 5 3 0,1-6-13 0,5 3-5 15,-6-1-1-15,4-3-7 0,8 3-2 0,4-2 0 16,-13-5 4-16,11 3 1 0,-8-4 7 0,-1-5 0 16,2 3-1-16,-1-2 5 0,1-1 1 0,-6-5 4 15,1 2-1-15,-2-1 5 0,-1-3-2 0,2-1 5 16,-2-1 2-16,-5 3 5 0,0-5 8 0,-2 5 4 16,-3 0 12-16,-2 2 3 0,4-2 1 0,-2-1-5 0,-5 4-6 15,0 0-2-15,-5 1-2 0,1 0-1 0,-1 2-2 16,-1-2 9-16,-2 3-13 0,-2 3-3 0,10 1 2 15,-20 4-1-15,13-1-5 0,-3 3 0 0,0 0-5 16,5 3-3-16,-1 2-1 0,6-3 1 0,-2 7-11 16,4-4-3-16,1 6-15 0,9 1-15 0,1-1-15 15,7 6 2-15,5-8-21 0,4 1-23 0,13 3-18 16,-6 1-3-16,7-1 6 0,-10-11 11 0,7 7 12 16,-4-7 10-16,11-5 6 0,-3 5 14 0,-7-8 2 15,-9-5 4-15,5 2 26 0,-13-1 18 0,0-3 29 16,-4-1 11-16,-4 0 15 0,-2-4 9 0,-5 1 10 15,-5 0 8-15,0-5 17 0,-2 0 8 0,-9 0 7 16,2 2 2-16,-4 2-2 0,-2-3-4 0,0 3-5 16,-3 1-6-16,0 3-6 0,-4-1-8 0,-1 2-5 15,2 4-6-15,1 2-2 0,-3 1-5 0,4 0-3 16,1 1-4-16,0 2-6 0,1 4-1 0,3 3-2 16,-3-1-2-16,7 4-1 0,2-2-1 0,1 0-1 15,1 3-6-15,2 0 0 0,4 1 0 0,2-4-5 0,0 5 2 16,4 0-6-16,4-4-7 0,3 3-14 15,-1-3-5-15,3-1-9 0,1-2-13 0,4-2-3 16,-2 0-6-16,2-6-6 0,-1 3 4 0,0-7 5 16,1 3 6-16,2-2-7 0,-7-6 14 0,3 1-1 0,-5-5 14 15,-3 1 2-15,3-1 17 0,1 0 13 0,-6 1 8 16,0 1 5-16,0 1 7 0,-4-3 4 0,-3 4 4 16,1-3 10-16,5 3 2 0,-2 0 4 0,-2-2 5 15,0 5-2-15,-1-2-1 0,0 2 1 0,2 0-7 16,-4 5-5-16,7-8-6 0,-7 8-5 0,0 0-2 15,8 0-4-15,-8 0 2 0,12 6-8 0,-7-2 0 16,7 4-1-16,-4-4-4 0,0 4-3 0,0-1-1 16,1 4 3-16,2-2-2 0,-3 3-1 0,1-5-2 15,-1 1 1-15,4 4-1 0,-4-2-1 0,3-2-3 16,-6 1 3-16,2 1-2 0,1-2 3 0,1 3-4 16,-1-4 1-16,-1 2-4 0,-1-1 3 0,2-4-3 15,-1 3 4-15,0 1-2 0,-2 0 1 0,0-5 0 16,0 2-3-16,-4-1 4 0,-1-4 0 0,8 7 1 0,-8-7-2 15,0 3 9-15,0-3 18 0,0 0 17 16,7 3 28-16,-7-3 29 0,0 0 34 0,0 0 24 16,0 0 9-16,0 0-11 0,0 0-9 0,0 0-7 15,10-12-11-15,-7 9-11 0,-3-4-5 0,9-1-7 0,-4 1-13 16,-4-5-8-16,1 1-12 0,3-4-7 0,1 4-13 16,3-2-10-16,-8 6-22 0,6-4-47 15,10-4-73-15,-7 2-86 0,-1 1-47 0,-2 4-81 0,6-6-115 16,-4 2-261-16,-3 2-743 0,-4-8 329 0</inkml:trace>
  <inkml:trace contextRef="#ctx0" brushRef="#br0" timeOffset="-176144.52">12609 5343 109 0,'-4'-5'195'15,"-2"2"-52"-15,1-1-83 0,5 4-69 0,0 0-74 16,-9-5-91-16,9 5 41 0</inkml:trace>
  <inkml:trace contextRef="#ctx0" brushRef="#br0" timeOffset="-175738.27">14307 5814 219 0,'6'-4'313'0,"3"2"-14"0,-9 2-27 15,8-5-24-15,-8 5-33 0,7-4-20 0,-7 4-22 16,0 0-21-16,0 0-10 0,0 0-19 0,0 0-11 16,0 0-10-16,5 18-11 0,-5-12-8 0,0 6-10 15,-4-2-8-15,4 5-5 0,4 1-4 0,-1 3-9 16,-3-3-1-16,5 8-14 0,5 1-8 0,-7-5-16 15,2 0-16-15,5-1-20 0,-2 0-26 0,2 5-24 0,-3-8-27 16,1-2-23-16,-5-1-34 0,2-7-21 0,2 0-21 16,0-2-163-16,-6-1-397 0,-1-3 175 15</inkml:trace>
  <inkml:trace contextRef="#ctx0" brushRef="#br0" timeOffset="-175566.39">14454 6009 354 0,'0'-21'-16'0,"0"-7"27"16,0-2 17-16,3-2 29 0,2-6 27 0,-5 7 7 15,7 0 46-15,-7 0 27 0,0 1 18 0,3 2 7 16,1 1 3-16,-3 1-9 0,-1 2 1 0,5 5 3 15,-3-1 7-15,-2 4 1 0,2 1 1 0,3 3 5 16,-4 3-19-16,-1 0-16 0,5 1-25 0,-5 4-19 16,0-2-31-16,0 6-41 0,0 0-10 0,0 0 0 15,0 0-14-15,0 0-8 0,8 18-8 0,-8-2-12 16,7 1-11-16,3 3-17 0,-3 4-18 0,11-2-14 16,-7 5-23-16,8-2-20 0,-3 2-23 0,1-3-35 15,1 2-28-15,0-5-29 0,2-4-45 0,-3 2-134 16,-3-6-430-16,3-2 190 0</inkml:trace>
  <inkml:trace contextRef="#ctx0" brushRef="#br0" timeOffset="-175191.39">14815 5764 95 0,'-5'-7'180'0,"5"2"-9"0,-8 0-6 0,6-2-24 16,-3 3-9-16,5 4-11 0,-10-6-17 0,10 6-8 0,0 0-13 15,-20 3-9-15,17 1-3 0,-5 3-12 0,-1 1-6 16,3-3-3-16,-1 5-3 0,2 2-5 0,-3-1-4 15,3-2-1-15,-3 2-6 0,1-3-3 0,5 3-2 16,-4-2-1-16,4-3-8 0,-3 0 6 0,4-3-4 16,1-3 3-16,0 0 0 0,0 0-7 0,0 0-2 15,0 0 0-15,0 0-1 0,26-18-4 0,-16 1 3 16,2 5 6-16,2-10 12 0,-2 5 16 0,3-6 10 16,3 0 21-16,2 0 12 0,-7 0 9 0,2 0 20 15,7 0 1-15,-11 7 7 0,-1 0 4 0,3 2 2 16,-3 2-11-16,2 0-1 0,-4 4 8 0,-1 4-22 15,-6-4-13-15,6 1-18 0,-5 4-4 0,-2 3-21 16,0 0-6-16,0 0-5 0,15 19-2 0,-15-9 0 16,3 7-15-16,-1 1-4 0,1 8-6 0,0 1-16 15,1-2-2-15,0 4-16 0,0-2-14 0,1 3-19 16,0 1-16-16,-2-1-21 0,4-4-22 0,-2 1-31 16,-2 0-35-16,5-2-33 0,-3-6-34 0,2-1-224 15,-6-5-512-15,6-1 227 0</inkml:trace>
  <inkml:trace contextRef="#ctx0" brushRef="#br0" timeOffset="-174003.87">15176 5880 190 0,'0'-4'264'0,"0"4"-27"16,0 0-27-16,6-7-23 0,-6 7-24 0,0 0-14 16,0 0-15-16,0 0-14 0,0 0-9 0,0 0-11 15,-6 27-9-15,6-17-9 0,0 5-6 0,6-2-10 16,-4 3-4-16,10 1-7 0,-9 1-3 0,10-3-5 15,9 6-5-15,-9-6-3 0,3 4-4 0,6-1-2 16,-7-7-5-16,1 1-5 0,3-4-9 0,-3-3-9 16,1 2-2-16,-2-6-10 0,3-2-4 0,-7-4-4 15,1 2 1-15,-2-1 0 0,-2-7 2 0,4 2 0 16,-9-6 1-16,4 1 1 0,-7 1 0 0,0-2 6 16,0-3 3-16,-9 1 9 0,3-1 5 0,-4 2 8 15,-2 0 2-15,6 0-3 0,-9 3 2 0,0-2-2 16,3 4-3-16,1 0 0 0,1 3-3 0,3 4-3 15,1-4-3-15,-1 4-5 0,4 1-3 0,3 3-3 16,0 0 2-16,0 0 0 0,0 0-2 0,18 15-14 16,-2-7-17-16,13 4-15 0,-6 0-15 0,5 3-24 15,5-3-11-15,7 5-16 0,4-4-16 0,-2 8-1 0,-3-6-8 16,8-3 14-16,-7 2 0 0,-9-6 13 16,-1-1 6-16,0 2 13 0,-9-5 19 0,1-1 32 15,-7-1 14-15,-2-4 43 0,-5 2 12 0,-8 0 13 0,15-7 14 16,-15 3 3-16,0-3 13 0,0 7 22 0,-15-13 8 15,8 2 5-15,-6 7 7 0,0-2 1 0,-4-1 1 16,2-3 0-16,-6 6-10 0,4-2 1 16,-4 4-16-16,-1-1-3 0,7 2-10 0,-6 1-7 0,-1 4-6 15,6-2-6-15,-1 0-9 0,2 3 3 0,1 6-11 16,0-4-4-16,1 2-3 0,5-1-1 0,0 4-1 16,-6-2-7-16,14 2 4 0,-3-1-3 0,-2-2 0 15,5 3-2-15,0-5-5 0,5 4 0 0,-2 0-1 16,4-3 3-16,3-1-4 0,0-2-4 0,0 2 3 15,6-3 0-15,-4-4-9 0,4-3 3 0,3-5-6 16,-3 3-6-16,1-5-5 0,-1-2-6 0,4-1-3 16,-5-1-3-16,5-6-1 0,-2-2 0 0,2-2-1 15,-4 2 7-15,-1-7 1 0,-1 6-4 0,-1-4 7 16,-3-4-2-16,-4 8 6 0,8-8 17 0,-6 4 18 0,-1 3 9 16,-6-1 21-16,7 8 0 0,-4-2 8 15,-3-4 2-15,-1 7 7 0,2 1 3 0,-4-1-2 16,1 2-2-16,1 2-7 0,-4 3-12 0,1 0-11 0,-2 2-2 15,4 4-15-15,1 3-14 0,-7-7-7 0,7 7-7 16,0 0-4-16,-22 11-5 0,16-4 11 16,-1 5-17-16,4 5 0 0,-4 0-7 0,4 3-8 15,0 3 8-15,-2 8-9 0,3-4 0 0,4 2-13 0,3 1-4 16,3 0-12-16,-1 1-4 0,6 1-12 0,-5-5-12 16,7-3-6-16,1 3-13 0,-2-3-14 0,7-4-12 15,-6-3-6-15,7 2-8 0,-6-7 3 0,6-4 6 16,-1 0 3-16,-1-4 18 0,-2-1 15 0,5-6 11 15,-6-1 20-15,0-4 22 0,-1 0 19 0,-4-3 22 16,4-1 20-16,-7 0 19 0,-1-4 19 0,-2 2 22 16,1-1 19-16,-5 0 16 0,4-2 3 0,-6 7-1 15,-1-7 0-15,-4 9-6 0,3-3-4 0,-5 2-8 16,1 1-1-16,-1 0-19 0,6 0-15 0,-8 5-2 16,-2-1-5-16,2 0-4 0,9 4-5 0,-14 4-4 15,14-4-6-15,-15 7-1 0,8 1-4 0,2 0-3 16,2 3 0-16,3 2 0 0,0 1-3 0,3 4-3 15,0-1 0-15,6-1-6 0,6 2-2 0,-2 4-9 16,2 0-6-16,0-2-6 0,8 0-12 0,3-1-9 16,1 1-3-16,-2-2-15 0,4-9-12 0,1 0-13 15,-2-3 14-15,-1-2 3 0,1-4 5 0,2-4 0 16,-9 0 10-16,6-4 4 0,-9-1 8 0,3-2 3 0,3-5 1 16,-3-3 3-16,2-3 2 0,-10 0 4 0,6-3-1 15,-8-4 17-15,4 0 5 0,-3-2 10 0,-1-8 8 16,-1-3 15-16,0 4 4 0,-2-1 15 15,-1-1 25-15,-2 2 26 0,0-4 4 0,0 3 4 0,-3 7 17 16,-2-9 2-16,3 13-4 0,-3-3 0 0,-3 4-15 16,3 8 10-16,-2-5 0 0,0 9-10 0,-3-3-18 15,4 8-18-15,-1 2-7 0,-3-1-15 0,-2 6-16 16,7 3 3-16,0 0-10 0,-21 12-1 0,11 3-11 16,-2 2 2-16,2 6 0 0,-3 9-1 0,2-3-7 15,-8 11-4-15,10-1 3 0,-5 3-5 0,8 0-9 16,-3-3-6-16,-4 6-9 0,13-5-4 0,-6 1-26 15,2-4-14-15,6-3-17 0,-2-2-23 0,2-5-24 16,4 2-24-16,1-4-40 0,8-8-50 0,-7-2-64 16,7-1-203-16,5-2-550 0,1-7 243 0</inkml:trace>
  <inkml:trace contextRef="#ctx0" brushRef="#br0" timeOffset="-173722.62">17162 5825 28 0,'-8'-7'295'0,"-11"-1"-5"0,5 1 0 0,-1-1-9 16,1 1-18-16,-2 2-15 0,-1 1-24 0,-3 0-20 15,4 0-24-15,4 2-16 0,1 2-18 0,-4 0-16 16,2 3-11-16,6 0-5 0,-1 1-18 0,1 4-8 16,5 0-3-16,-3-1-6 0,5 2-9 0,0 3-7 15,7 3-5-15,1 3-6 0,-1-2-6 0,8 7-5 16,1-5-2-16,-4-5-3 0,-2 7-5 0,3-5-7 15,0 0-1-15,-3-2 1 0,-1 1-6 0,-3-3-4 16,1-2-5-16,-4-1-18 0,-1 0-5 0,-1 1 2 16,-4-3 3-16,-3-3-12 0,-6 3-13 0,-5 0-17 15,-6 0-28-15,-12 0-29 0,-8-2-39 0,-8-4-59 16,-5 4-83-16,-24-8-194 0,-9 4-522 0,-4-3 232 16</inkml:trace>
  <inkml:trace contextRef="#ctx0" brushRef="#br0" timeOffset="-172847.61">8191 6831 96 0,'15'-26'288'0,"-10"3"-8"15,-5-3-12-15,-5 2-9 0,0 4-5 0,-5-5-7 0,-11 7-14 16,1-5-8-16,-7 8-13 0,-1 2-10 0,-2 4-21 16,0 0-13-16,1 5-23 0,-3 5-5 15,-3 2-18-15,6 8-16 0,-1 4-10 0,7 1 3 0,-5 4-23 16,6 3-12-16,4 4-2 0,3 0-5 0,3 11-4 16,2 2-10-16,7 1 1 0,6 6 1 0,2-4 2 15,5 5-6-15,0 1-10 0,5 1 7 0,7-2-11 16,-7-2 1-16,-1 5 11 0,3 3-22 0,-2-4 7 15,-2-1-2-15,2-1-3 0,-8-1-6 0,-1-5-6 16,-4-1 4-16,-2-1-20 0,0-11-24 0,-2-2-24 16,2 0-27-16,-6-10-28 0,-1 2-29 0,0-3-37 15,-1-4-36-15,2-1-38 0,-1-7-66 0,-3-3-188 16,3-1-547-16,7 0 243 0</inkml:trace>
  <inkml:trace contextRef="#ctx0" brushRef="#br0" timeOffset="-172269.48">7731 7257 100 0,'-7'-7'314'15,"-4"-3"-11"-15,6 1-8 0,-5 1-6 0,6-1 4 0,-2 4 6 16,4-3-1-16,-3 3-9 0,0-3-35 0,5 8-24 16,0-6-16-16,0 6-23 0,4-8-24 0,2 1-25 15,2 5-11-15,6-2-21 0,4 3-18 0,2-4-10 16,10 5-18-16,-1 0-9 0,-4 0-7 0,5 0-11 15,-2 3-2-15,0-1-5 0,-5 0-3 0,-3 1 6 16,-3 2-16-16,-1-2-7 0,3 1-10 0,-11 0-5 16,2-4-23-16,-2 4 1 0,0-2-3 0,-3 3-2 15,0-1 4-15,-3 1 0 0,0 3 1 0,1-2 0 16,-3 3-1-16,0 2 3 0,0 0 5 0,-5-3 16 16,5 4-13-16,-3-1 3 0,-1 1-3 0,3 1-4 15,1-3-3-15,5 9 1 0,-4-9 2 0,1 4-2 16,3-6 1-16,-2 2 3 0,2-1 1 0,3-4 12 0,-3 1-11 15,5-1 3-15,0-2-4 0,4-3 5 0,-5 0 4 16,-9 0 2-16,19-6 1 0,-9-2 4 16,3 3-1-16,0-9 2 0,-3 8 5 0,0-5 4 15,-5-1 4-15,7 5 5 0,-4-4 5 0,0-1 4 0,5 0-1 16,1 4 8-16,-11-3-1 0,10 2-1 0,-3 0-6 16,-5 3-1-16,2 0-3 0,-4 4-6 0,2-4 1 15,3 5-2-15,-8 1 11 0,15 0-18 0,-15 0 2 16,22 7-8-16,-14-2 2 0,3 4-7 0,1 0-1 15,-2 0 3-15,2 2-4 0,-3 1-1 0,0 3 5 16,-1-7-3-16,-5 3-1 0,4-2 1 0,0 2-4 16,-2-4 6-16,-2-1-3 0,5 3 1 0,-8-4 3 15,0-2 10-15,0-3 31 0,7 7 51 0,-7-7 40 16,0 0 22-16,0 0-8 0,0 0-1 0,0 0 8 16,8-21-6-16,-8 13-4 0,2-4-11 0,1-1-13 15,2-4-12-15,5 0-20 0,-3-2-22 0,1 4-26 16,5 0-36-16,4-4-58 0,2-1-70 0,5 8-72 0,4-5-77 15,-3 7-88-15,3-2-108 0,8 5-247 16,-3 4-780-16,0 1 346 0</inkml:trace>
  <inkml:trace contextRef="#ctx0" brushRef="#br0" timeOffset="-171831.97">9449 7270 62 0,'5'-4'298'0,"-5"4"-32"16,7-6-28-16,-7 6-27 0,1-5-22 16,-1 5-23-16,0 0-13 0,0 0-16 0,0 0-15 15,0 0-13-15,0 23-11 0,-3-16-13 0,0 10-4 0,1-2-7 16,-1 0-5-16,3 3-9 0,0-3-7 0,0 2-4 15,0-1-7-15,3 0-3 0,-3-5-2 0,0 1-4 16,0-1-2-16,0-4-2 0,0 2-1 0,0-2 11 16,2-3 33-16,-2-4 34 0,0 5 18 0,0-5-10 15,0 0-10-15,0 0 3 0,19-13 9 0,-10 2-6 16,4 3-2-16,-1-8-2 0,2 1 9 0,5-9 5 16,-3 13 12-16,6-9 8 0,-6-1 9 0,-1 11 3 15,7-10-11-15,-2 3-1 0,-4 4-10 0,-1 1-5 16,2 0-10-16,-4 5-8 0,0-1-11 0,-5 2-12 15,6 1-8-15,-8 1-9 0,1 0-13 0,-7 4-4 16,15 0-10-16,-15 0-2 0,15 5-6 0,-10 2-6 16,4 0-6-16,-2 6-24 0,1 2-26 0,1 4-34 0,-3-3-40 15,3 8-26-15,-1 3-20 0,0-1-37 16,0-3-29-16,1 6-28 0,-3 0-36 0,3-4-41 16,-3 0-49-16,4-2-283 0,-5-7-706 0,7 1 312 0</inkml:trace>
  <inkml:trace contextRef="#ctx0" brushRef="#br0" timeOffset="-171269.47">10141 7378 51 0,'-4'-7'330'0,"1"1"-26"0,0 0-27 16,-2-2-20-16,2 5-22 0,3 3-26 0,-5-7-13 15,5 7-30-15,-10-3-17 0,10 3-12 0,0 0-15 16,-14 12-11-16,13-6-12 0,-4 1-8 0,5 3-7 15,-2 0-11-15,4 0-4 0,-1 2-11 0,3 2-2 16,-3-5-7-16,8 7-2 0,-4-5-7 0,5 2-1 16,-4-2-5-16,1-7-7 0,1 7-3 0,0-5-6 0,1 0-7 15,2-5-1-15,-4 1-4 0,-7-2-6 0,16-3-1 16,-7-1-10-16,-4 0 5 0,0-4 5 16,1 0-10-16,-2-1 4 0,-1-5 1 0,-1 1 1 0,4-1 1 15,-6 1 6-15,0-5 3 0,3 2 7 0,1-3 13 16,-4 4-1-16,6 2 4 0,-6 3 15 0,7-2 3 15,-5 1 6-15,4 2-4 0,1-2-6 0,-5 4-7 16,4 2-2-16,1 1-5 0,-1 1-6 0,3 0-1 16,-9 3-4-16,16 4-7 0,-2 6-4 0,-6-3 3 15,3 3-7-15,-1 1-2 0,4 4 0 0,-6-3-3 16,7 6-3-16,-9-2 1 0,9 1 3 0,-6 0-2 16,-1 0 2-16,0-5 2 0,2 7-6 0,-2-8 4 15,-4 6-1-15,1-10 3 0,0 4 5 0,-2-3-10 16,-3-3 5-16,1 1 5 0,3-2 35 0,-4-4 21 15,3 5 47-15,-3-5 11 0,0 0 2 0,0 0 4 16,0 0 11-16,0 0 11 0,8-16 6 0,-4 10 0 16,-1-4 1-16,0 2-3 0,-1-1-5 0,3-1-8 0,0 1-1 15,0-1-7-15,0-2-2 0,-2 5-5 0,4-4-9 16,-1-1-8-16,-2 5-15 0,2-1-7 16,1 4-18-16,-5-2-3 0,3 2-10 0,-5 4-14 0,9-7-19 15,-9 7-16-15,17 2-28 0,-9 3-35 0,-1 0-39 16,3 2-43-16,0 1-56 0,3 0-45 0,-5 10-38 15,6-8-40-15,0 9-53 0,1-3-74 0,-8-1-310 16,8 0-819-16,-2-3 363 0</inkml:trace>
  <inkml:trace contextRef="#ctx0" brushRef="#br0" timeOffset="-171050.72">10978 7544 99 0,'0'0'340'0,"9"-7"-16"0,-3 4-20 16,2-1-21-16,-8 4-12 0,9-3-22 0,-1-2-14 16,-1 4-19-16,-1-2-23 0,8 2-24 0,2-3-16 0,-3 4-12 15,1 0-18-15,2-3-13 0,-1 3-11 0,7 3-13 16,-1-6-16-16,-3 3-26 0,0-1-22 16,4-1-42-16,1 2-25 0,-6-4-34 0,4-1-28 0,1-2-33 15,-6-1-46-15,6-2-44 0,-1-8-224 0,1 4-493 16,-1-2 218-16</inkml:trace>
  <inkml:trace contextRef="#ctx0" brushRef="#br0" timeOffset="-169274.7">11407 6875 36 0,'-2'-8'259'0,"-4"2"-17"16,6 6-25-16,-2-9-26 0,-3 8-19 0,5 1-19 15,0 0-15-15,0 0-11 0,-10 8-6 0,5 0-2 16,5 1-8-16,-5 6-10 0,5 4-6 0,-3-4-14 15,3 7-7-15,-7 5-7 0,7-1-5 0,-6 3-4 16,6 3-7-16,0-2-9 0,0 10 0 0,-9-11-4 16,9-1-4-16,0 5 1 0,0 6-3 0,0-9-3 0,2 1-6 15,5-2-1-15,-7-5-1 0,0 2-1 0,0-7-2 16,5-6-3-16,-4 4-2 0,-1-7-1 16,0 2-2-16,2-3-2 0,6-6 5 0,-8 5-4 0,4-4 3 15,2 1-2-15,-6-5-1 0,17-2 2 0,-17 2 5 16,21-4 3-16,-12 1 15 0,5-5 1 0,3 4-1 15,1-4-2-15,-1 0 1 0,4-1-2 16,-4 1 7-16,3-1-3 0,-4 0 10 0,4 2 2 0,-3-2 6 16,-1 6-4-16,4-4 2 0,-12 3-2 0,2 1-1 15,2 1-4-15,-6 1-10 0,3-4-1 0,-9 5-4 16,13-1-10-16,-13 1 4 0,10 0-3 0,-10 0-4 16,11 7 11-16,-7 0-16 0,2 2-4 0,-6-1 2 15,7 0 5-15,0 1-7 0,-1 3 9 0,1-4-7 16,-5 1-5-16,4 1 2 0,2-3-4 0,-8 1-2 15,9-1 1-15,-3 1-1 0,1-2 3 0,-2 0-1 16,0-3-1-16,0 1 0 0,0 1 5 0,-5-5-2 16,0 0-1-16,16-3 0 0,-16 3-3 0,14-6 3 0,-9 3-4 15,1-2 5-15,4-2-2 0,-5 4 4 16,5-6 0-16,-2 1 3 0,-1 1 4 0,-2-2 1 16,1 1 9-16,1 3-1 0,-2-1 5 0,2-1 2 0,-4 0-6 15,2 2-1-15,-2 1-8 0,2 0 3 0,-5 4-6 16,7-9-4-16,-5 7-2 0,-2 2-4 0,6-5-5 15,-6 5-2-15,0 0-4 0,15 14-7 16,-5-12-2-16,-3 2-2 0,3 3-6 0,1 2 10 0,4 2-15 16,-2-7-4-16,4 8-1 0,3-4 3 0,-5-1 0 15,4 5 0-15,-2-5 1 0,0-2 1 0,2 3 1 16,-2-5 4-16,-1 1 4 0,-2-2 9 0,4 1-5 16,-6-6 4-16,1 3 0 0,0-3-3 0,-3-3-3 15,5-2 2-15,-9 1 3 0,3-2 1 0,-3 0 0 16,1 2 0-16,-2-4 4 0,-2 1 1 0,-1-3-1 15,5 1 13-15,-7 4-10 0,0-4-3 0,-7 3 2 16,5-4 4-16,-4 4-3 0,4-1 0 0,-8 5 0 16,-2 1 0-16,3 0 0 0,-3 0 0 0,2 3-1 15,0-1 0-15,10 2-1 0,-20 7 2 0,9-6-3 16,4 1 2-16,-1 2 1 0,6 2 3 0,-5 0-1 16,7 2 2-16,2 2-1 0,3-4 1 0,2 5-4 15,6-1-2-15,3-2 0 0,3 5-8 0,2-5-6 0,9-2-13 16,0 4 1-16,18 1-9 0,-5-3-3 0,3 3-7 15,-14-7 8-15,12-2 4 0,-11 0 1 16,2-2 8-16,10 0 1 0,-10-4 5 0,-7 1 1 0,2-1 7 16,-2-4 0-16,-7 4 11 0,1-2 12 0,-9-4 13 15,-1 1 11-15,-3 1-2 16,-4-4 0-16,-1 5-2 0,-4-3-1 0,-4-2-2 16,-1 2 3-16,1 1-2 0,-5 1 2 0,-4 1-8 15,5 1-1-15,-6-1-3 0,0 4 0 0,4-1-5 0,-5 3 0 16,-5 2-1-16,0-1 1 0,5 7 4 0,0-2-8 15,0 0 4-15,-1 4-6 0,9-1 7 0,-6 0-4 16,1 0-3-16,6 3 3 0,1-1 3 0,-5-4-6 16,8 6 1-16,-1-3 1 0,0-3-5 0,-1 3 3 15,8-2 1-15,-1-2 0 0,3 1-2 0,-1 0 2 16,4-3-1-16,-3 1-1 0,4-4 2 0,-1 3-1 16,4-3-1-16,-13 0 1 0,25-4 1 0,-14-2-2 15,-1 1 0-15,3-2 0 0,2 4 1 0,-6-3 4 16,2-6 1-16,-4 9 1 0,3-3 5 0,-4-3 2 15,1 1 5-15,-5 4 1 0,11 1 6 0,-12 0 4 16,4-4 4-16,-5 7-4 0,9-7-1 0,-9 7-8 16,0 0-2-16,3-5 0 0,-3 5-4 0,0 0 2 15,13 0-3-15,-13 0-2 0,14 9-2 0,-8-6-2 16,2 4 2-16,2-1-3 0,4 3 3 0,-6-2-9 16,7 1 7-16,-5-1-1 0,5 5-3 0,-2-1 6 0,-2-2-7 15,4 1 1-15,0-1 0 0,-8-1-1 0,3-1 2 16,0 1 0-16,-5-1-4 0,6 1-1 0,-9-4-2 15,5 3 0-15,-1-2-2 0,-4-2-2 16,-2-3 5-16,6 8-4 0,-4-2-1 0,-2 0-2 0,0-6 3 16,5 6-1-16,-5-6 2 0,0 8 2 0,0-8-2 15,0 5-1-15,0-5 1 0,0 0 1 0,2 5 2 16,-2-5-1-16,0 0 2 0,0 7 2 0,0-7 0 16,0 0 1-16,0 0-5 0,0 0 6 0,0 0 0 15,0 0 7-15,0 0-9 0,15-2 3 0,-15 2-2 16,13-7 1-16,-5 4-3 0,0-1 2 0,4 0-2 15,-4-3 0-15,7-3 0 0,0 1-4 0,0-3 4 16,1-3-1-16,4-5-2 0,2 1-5 0,-1-4-1 16,1-3-10-16,1-7-1 0,-1-5-4 0,-4-1-2 15,-3 0 4-15,5 1 1 0,-11 7 1 0,-2 1-1 16,3-2 5-16,-5 1 6 0,0 3 7 0,-3-3 9 16,-2 8 7-16,0-5 1 0,-2 9-1 0,2 1 1 15,0 3-1-15,-7 0-8 0,7 5 0 0,-6 1-5 0,-3 3-2 16,4-1 3-16,5 7-2 0,-16-1-3 0,16 1 1 15,-18 4-1-15,6 4 2 0,-1-4-1 16,5 8-1-16,-4 1 1 0,2 1-1 0,3 1 0 16,-1 5 2-16,2 2 4 0,4 5-5 0,-6-1 3 0,8-5-1 15,-2 9-1-15,4-2 0 0,-1-4-2 0,3 3 2 16,-1-1-1-16,4-3-3 0,-2-3-2 16,3 4-2-16,-2-6 0 0,-1 1-1 0,2-3-6 0,0 3 1 15,1-3-1-15,3-4 0 0,-4-1 0 0,3 3-1 16,-3-6 7-16,-2-3 0 0,5 4 1 0,-1-1 0 15,-9-4 0-15,12-1 0 0,-4 2 3 0,-6-3 1 16,10-1-1-16,-12-1 5 0,16 3-2 0,-8-3-2 16,6 0 3-16,-14 0-3 0,24-3 0 0,-12 0 3 15,1 3 0-15,4-5 0 0,-2 2 1 0,1-1 2 16,-4 1 0-16,1 1-1 0,-3-5-1 0,-2 2 4 16,1 2-2-16,1 1 5 0,-10 2-3 0,14-2 5 15,-14 2 1-15,5-4-1 0,-5 4 1 0,0 0-2 16,14-2-2-16,-14 2 1 0,0 0-3 0,0 0-1 15,0 0-2-15,0 0 1 0,10 8 1 0,-10-8-2 16,1 5-2-16,-1 3 1 0,0-2 4 0,4 0-2 16,-4-2 0-16,0 11 0 0,0-6 4 0,0 5 1 15,1-2 3-15,-1 0-3 0,0 6 2 0,0-3 0 0,0 5-2 16,0-1 3-16,4-1 0 0,-4 9-3 16,1-1 1-16,1 1 0 0,4 1 0 0,-2 2-1 15,-4 0 0-15,3-2 4 0,5 3-5 0,-8-4 1 16,0 1-3-16,4-1-2 0,-1-3-26 0,-3 5-38 0,0-10-58 15,0-1-73-15,0 0-76 0,2-2-142 0,-2-5-447 16,0 1 198-16</inkml:trace>
  <inkml:trace contextRef="#ctx0" brushRef="#br0" timeOffset="-167993.43">14694 7044 112 0,'27'-18'299'0,"1"-5"5"16,-5 4 12-16,-8-1-2 0,0 1-23 0,-2 3-4 15,-5-1-27-15,0-2-25 0,-1 4-21 0,-7-2-25 16,0 7-24-16,-8-4-19 0,0 2-16 0,-12 4-14 16,3 1-14-16,-4 6-9 0,-1 2-17 0,-6 5-5 15,-2 3-6-15,5 3-5 0,2 3-14 0,2 1-1 16,7 4-6-16,-5 4-2 0,7 1 8 0,4-1-17 0,4 5-1 16,9-2-5-16,2 1 0 0,5 3 0 15,9 9-8-15,6-6 3 0,1 3-5 0,-2-8 1 16,-1-3-1-16,-2-2-1 0,9 3-5 0,-9-4 5 15,0-7-8-15,-3 2 0 0,-5-5 4 0,0-2-2 0,-9-3-9 16,3-3-5-16,-3 1 5 0,4 1 3 0,-7-5-5 16,-3-2 6-16,0 0-3 0,0 0 1 15,0 0 2-15,0 0 0 0,-43-9-3 0,23 3-4 0,-1 1 3 16,6-4 3-16,-10-5-2 0,4 10 3 0,-1-5-1 16,4 4 3-16,-2 3-8 0,4-5 8 0,2 4-1 15,4 3-6-15,0-5-1 0,6 2-3 0,4 3-3 16,0 0-2-16,0 0-3 0,0 0 1 0,0 0-4 15,0 0-15-15,41 15-18 0,-13-7-9 0,3 4-3 16,13-2-12-16,0 1-5 0,4-1-9 0,-1 3-1 16,-3-3 3-16,8 1-3 0,-8-5 2 0,1-1-5 15,6 0 1-15,-14-1-6 0,6-1 14 0,-12-3 9 16,-1 0 7-16,-10-10 6 0,10 3-6 0,-14 5 25 16,4-6 16-16,-7 0 11 0,-3-3 11 0,-3-1 10 15,3-1 13-15,-10 3 9 0,3 2 7 0,-1-3 8 16,-7 2 2-16,5-2-6 0,-10 3-1 0,5 0-1 0,-3 2-7 15,1 0-1-15,2 3-3 0,-5-1-3 0,3 0-4 16,7 4-3-16,-11 0 0 0,11 0 6 0,-8 9-7 16,8-9-2-16,-5 11-2 0,3 0 3 0,9 2-2 15,-4-1-4-15,5 3 2 0,4-3-6 0,1 6-6 16,2-4-10-16,0 0-6 0,3-3-6 0,-3-2-8 16,5 3-1-16,-4-4-3 0,1 1 0 0,1-4 8 15,-3 0-1-15,1-2 5 0,-7 0 5 0,4-2 4 16,-5-1 15-16,4 0 20 0,-12 0 17 0,15 0 5 15,-15 0-1-15,10 0-5 0,-10 0-7 0,0 0-5 16,6 3-1-16,1 5-5 0,-7 1 1 0,0-2-2 16,-7 4-3-16,7 5 2 0,0 6-4 0,0 3 1 15,-1 7-5-15,1-3 6 0,0 17 0 0,1-3-3 16,6 0 2-16,-5 1-4 0,-1 0 4 0,4-1-1 16,2 0-1-16,-4-2 4 0,2 2 0 0,3-12-4 15,-3 0 0-15,-1-3-2 0,-1-9 1 0,-1-1 2 16,-2-2-1-16,0-4-2 0,0 0 0 0,3-5 21 0,-6 0 19 15,3-7 11-15,-2 5-12 0,2-5-6 0,0 0-2 16,-12-16-3-16,9 2-2 0,-4-1-7 16,2-11-1-16,4 0-1 0,-6-1-4 0,6-4-10 0,-4 0 8 15,3-15 0-15,2 1-3 0,0-2-12 0,2-1 5 16,-1-1-3-16,4-2 2 0,2-1-1 0,1-4-3 16,4 8-1-16,-2 0 3 0,0 0 4 0,4 3 10 15,-2 1 15-15,-2 2 15 0,2 14 12 0,-4-2 24 16,-2 6 8-16,1-2 6 0,0 7 0 0,-2-1 2 15,3 8 5-15,-3 0-6 0,-5 5-13 0,5-1-10 16,-3-2 2-16,-1 5-33 0,2 1-29 0,-3 4-34 16,5-6-7-16,-5 6 5 0,0 0-2 0,0 0 2 15,14 13 3-15,-8-1-5 0,-6-4 12 0,9 8-20 16,-6-3 2-16,0 4 0 0,-1 0-3 0,4 2-11 16,-6-2 2-16,5 3-1 0,-3-3-5 0,-2 0-2 15,-2 0-9-15,2-4 10 0,0 2-15 0,-5-5-5 16,-1-2-3-16,1 3-8 0,0-4 0 0,-5-1-4 0,0-2-1 15,2 4-6-15,-2-1-9 0,0-3-5 0,0 2-11 16,3-5-7-16,1 3-4 0,2 4-7 0,-1-4-5 16,5-4-15-16,0 8-17 0,0-8-16 15,15 4-11-15,-6 1-6 0,6-2-111 0,4 1-339 0,3-1 151 16</inkml:trace>
  <inkml:trace contextRef="#ctx0" brushRef="#br0" timeOffset="-166837.17">16002 7503 381 0,'29'-1'-11'0,"1"-1"23"15,-10 0 36-15,0-2 30 0,-8 1 33 0,4 0 27 16,-4-2 14-16,-1 2 3 0,-1-1 10 0,-3-4 5 15,1 4 3-15,-1-1-3 0,-2 0-5 0,-2 3-13 16,-3 2-13-16,0-12-17 0,0 12-13 0,0 0-10 16,-7-11-14-16,-1 10-7 0,8 1-13 0,-15-1-4 15,15 1-6-15,-21 7-8 0,11-4-4 0,2 1 2 16,-2 3-9-16,-5-1-3 0,3 4-7 0,2 1 0 16,5-4 7-16,-1 2-11 0,1 2-7 0,1 0-5 15,1-2-3-15,1 2-4 0,2-3-1 0,2-1 0 16,3 2 3-16,2-3-5 0,-4-1-3 0,5-2 1 15,-1-2 2-15,6 2 2 0,-13-3-2 0,23-4 0 0,-10 1 2 16,2-4-1-16,2-2 2 0,-2 2-3 0,5-2 4 16,-5-3 1-16,-1 3 5 0,1 0-1 15,0-2 14-15,0-1-4 0,-3 8 4 0,-4-2 1 0,4 0-5 16,-7-2-3-16,3 3-1 0,0 3-2 0,-3-1-8 16,-5 3 4-16,17-3 1 0,-17 3-4 0,11 3-3 15,-1 2 2-15,-3-4 0 0,3 0 1 0,6 10-2 16,-11-5-1-16,5 1 4 0,-2-4-3 0,6 12-4 15,-3-10 3-15,1 5 0 0,-2-2-1 0,5 0 2 16,-4 4-1-16,1-4-2 0,3 3 0 0,-2-7 2 16,0 7 0-16,-5-7 0 0,1 4-1 0,-3-4-5 15,3 1-3-15,2 1-11 0,-7 0-8 0,2 1-6 16,1-4-5-16,-7 4-11 0,5-2 3 0,-4 0-3 16,-1-5-1-16,2 10-10 0,-2-5 4 0,7-1 6 15,-7 3 5-15,0-7 5 0,0 4 3 0,0-4 9 16,0 0 0-16,0 0 5 0,0 0 2 0,0 0 4 15,0 0 1-15,0 0 0 0,0 0 5 0,8-20 1 0,-3 13 11 16,-2 2 0-16,1-3 9 0,2 0 4 16,-3-1 4-16,4 0 12 0,0 1 9 0,1-2 7 15,-1 4-1-15,-1-1 10 0,1-1 8 0,-4-1 13 16,4 2-3-16,-2 0 15 0,-2 4-16 0,-1-1-10 0,-2 4-8 16,3-8-10-16,-3 8-2 0,3-5-10 0,-3 5-13 15,0 0-3-15,0 0-5 0,0 0 12 0,0 0-12 16,0 0-3-16,0 0-4 0,0 0 1 0,-8 19 1 15,10-13-6-15,-2 1 1 0,0 1 2 0,3 3-2 16,0-4 3-16,1-1-4 0,-1 4 4 0,2-2-1 16,-2-2-3-16,1 2 5 0,-1-3-1 0,0 2-8 15,4-2 7-15,-4-2 4 0,4-1 1 0,-7-2 16 16,8 3-18-16,-8-3 2 0,0 0 0 0,0 0 11 16,15-3 3-16,-15 3 24 0,8-5-19 0,-8 5 8 15,7-5-6-15,-7 5-1 0,0 0-2 0,5-7-3 16,-5 7-5-16,0 0-1 0,0 0-5 0,6-1 16 15,-6 1-30-15,0 0-6 0,0 0-16 0,0 0-16 16,0 0-4-16,0 0-2 0,0 0 6 0,0 0 5 16,0 0-5-16,0 0 2 0,5 13-3 0,-5-13 0 15,0 0 3-15,0 0 4 0,0 5 4 0,0-5 8 16,0 0 1-16,0 0-1 0,0 0 8 0,0 0-2 0,0 0 5 16,0 0 4-16,0 0-4 0,0 0 12 0,0 0-2 15,0-20-1-15,0 13 7 0,0 2 3 0,4-2-5 16,-4-1 4-16,0-2-3 0,0 1 4 0,-4 0-1 15,4-2 10-15,0 3 1 0,0-4 0 0,-8 1 2 16,8 2 0-16,-7-2 4 0,6 1 2 0,-6 1 3 16,7 1-5-16,-6 0-7 0,4-1 4 0,-3 3-6 15,2-2 2-15,-2 0-3 0,1 4-5 0,-2 1 2 16,6 3-9-16,-9-4 0 0,3 2-1 0,6 2-5 16,-8-5 7-16,8 5-11 0,0 0-5 0,0 0-12 15,-19 7 2-15,11-3-1 0,5-1-4 0,-2 6 0 16,5 0 3-16,-5-1-4 0,10 1 5 0,-4 3-2 15,6 1 2-15,1-1 0 0,2-2 1 0,0 4-6 16,3-2 6-16,-3 0-1 0,4-3-4 0,2-2 6 16,-1 4 1-16,-2-7 1 0,2 1 1 0,0 1 1 15,-2-5 4-15,-3-1 0 0,5-4 3 0,-2 4 2 16,-3-6 8-16,-3 4 0 0,6-2 6 0,-5 1 10 0,-1-1 11 16,0-1 12-16,-6-1 8 0,6 1 8 0,-7 5-5 15,12-7 2-15,-9 6-2 0,-3 1-7 0,0 0-6 16,6-7-4-16,-6 7-4 0,0 0-15 15,7-1-4-15,-7 1-4 0,0 0 3 0,0 0-3 0,0 0-4 16,0 0-6-16,-7 16-2 0,7-8-8 0,0 0-2 16,-1-1-3-16,1 2-6 0,0-2-13 0,-5 1-6 15,10 1-5-15,-5 0-16 0,1-1-15 0,-1-3-16 16,7 0-29-16,-4 1-42 0,7 2-51 0,-1-7-54 16,-1-1-215-16,-8 0-526 0,23-8 233 0</inkml:trace>
  <inkml:trace contextRef="#ctx0" brushRef="#br0" timeOffset="-166040.28">17362 7050 190 0,'0'-6'297'0,"0"0"-27"0,0 6-19 0,0-8-35 15,0 8-22-15,0 0-22 0,0 0-18 0,0 0-18 16,0 0-13-16,0 0-12 0,-10 24-11 15,7-13-8-15,-4 3-11 0,4 3-8 0,-2 2-5 16,-3 4-9-16,4 4-5 0,0-4-6 0,-3 3-4 0,0 0-6 16,4 0 0-16,-9-2-6 0,11 2 1 0,-6-7-5 15,0-4-2-15,6 1-6 0,-6 0-1 0,7-5-6 16,-1 1-4-16,-4 4-3 0,5-8 1 0,0 3-1 16,0-5-1-16,5 0 0 0,-4-3 1 0,7 1-4 15,2 1 1-15,2-2 0 0,-4 1 3 0,12 1-3 16,-3-1-1-16,-2-1 0 0,3 4 1 0,-3-3 0 15,0 4-2-15,-1-3-1 0,1 3-2 0,-1-1 0 16,-4 4 0-16,-1 1 2 0,-2-1-3 0,1-3-1 16,-1 7 0-16,0 2 1 0,-7-5 1 0,1 6-1 15,3-3 0-15,-4 3 0 0,-4-5 2 0,3 3-1 16,1-8-2-16,-9 4 2 0,4-4 0 0,2-1 0 16,-2 0 2-16,-2-2 4 0,-1-5 0 0,0 3 1 15,8-3 3-15,-20-7 0 0,10-1 1 0,-1 4 4 16,-4-7-3-16,5-2 3 0,-4-1 2 0,6 0 5 15,2-1-1-15,-1-4 9 0,0 3 12 0,6-11-6 16,-1 5 5-16,4-4-4 0,6-1-3 0,-3 0 0 0,10-2-5 16,-2 2-1-16,4 0 3 0,-1 4-8 0,6-1-3 15,7-5-7-15,5-4 0 0,-1 7 1 0,-4-2-1 16,0 9-2-16,2 2-2 0,-4-4-1 0,-4 3 3 16,-3 6 0-16,-4 2 2 0,-3-1 2 0,1 2-2 15,-4 2-4-15,-2 4-1 0,-2-5-6 0,3 5-1 16,-9 3-2-16,0 0 10 0,0 0-12 0,11 14 1 15,-16-9 2-15,4 5-2 0,-4 6 0 0,-4-3 2 16,3 7-1-16,-2 6 3 0,-2 1-1 0,3 0 2 16,0 5-1-16,2-3 0 0,-3 3 0 0,3-2 8 15,-6 10-5-15,7-11-2 0,3 0 1 0,1 3 1 16,1-3-6-16,4-4 7 0,5 1-2 0,0-8 1 16,5 2-1-16,0-3-2 0,0-5-1 0,1-2-6 15,4 4 3-15,2-8 0 0,4-4-2 0,2-1-4 0,2 0 0 16,-2-3 4-16,-5-4 0 0,-1-1-1 15,6-6 1-15,-3 4-3 0,-5-1 10 0,0-4-3 16,0 1 3-16,-7-3 2 0,2 1 7 0,-4 2 10 0,1-2 19 16,-6 3 4-16,-1-3 11 0,0 6-14 0,-5-1 0 15,4 0-4-15,-4 3-6 0,-2 1-5 0,2 6-2 16,-12-4-2-16,12 4-5 0,-16 0-4 16,16 0 5-16,-20 10-6 0,10-3-8 0,2 3-9 0,-4 3-8 15,4 2-20-15,0 3-12 0,-1-2-16 0,3 4-21 16,-7 3-33-16,6 0-39 0,-1 1-47 0,6-4-72 15,-3-2-228-15,2-2-544 0,-2 4 242 0</inkml:trace>
  <inkml:trace contextRef="#ctx0" brushRef="#br0" timeOffset="-165571.53">17993 8586 141 0,'0'0'222'0,"0"0"-18"15,0 0-24-15,0 0-14 0,-13 18 11 0,4-5-3 0,-2 2-8 16,2 2-9-16,3 2 4 0,-2 6-11 15,-6 3-9-15,6-1-10 0,0 4-16 0,-4 0-8 16,2 9-10-16,5-2-7 0,0 2-11 0,0-8-5 0,-1-3-2 16,2 5-13-16,-1-3 0 0,-1-3-7 0,4-1-6 15,-4-3-3-15,1 2-6 0,5-7-16 0,-2-2-23 16,0 1-27-16,2-6-32 0,0-3-41 0,0 1-40 16,0-5-59-16,2 1-230 0,-2-6-467 0,8 0 207 15</inkml:trace>
  <inkml:trace contextRef="#ctx0" brushRef="#br0" timeOffset="-165305.9">18056 8462 210 0,'0'-20'330'0,"0"2"-3"0,-4 2-3 15,1 0-5-15,6 5-16 0,-3 2-11 0,4-1-28 0,-1 0-24 16,0 3-23-16,7 4-31 0,-1-4-11 15,2 6-23-15,7 1-13 0,-1 1-22 0,3 1-10 16,5 6-5-16,-2-1-15 0,0 3-6 0,-2 0-10 0,1-1-9 16,-7 4-8-16,0-3-5 0,0 5-9 0,0 1-17 15,-4-3-20-15,-3 6-13 0,-1-1-19 0,-5-2-11 16,-2 0-15-16,-7 3-1 0,4 1-22 0,-15-2-9 16,3 0-22-16,-2 2-16 0,-11-1-20 0,5-2-31 15,-9 1-35-15,3-1-38 0,-1-5-235 0,3 7-525 16,-12 0 232-16</inkml:trace>
  <inkml:trace contextRef="#ctx0" brushRef="#br0" timeOffset="-164759.02">17960 8947 70 0,'16'-5'238'0,"2"1"-2"16,2 1-15-16,-5 2-10 0,2 1-18 15,-1-1-17-15,3 2-19 0,-3 0-16 0,-1 2-12 16,2 1-17-16,1 6-9 0,-7-4-10 0,1 1-8 0,-4 2-12 16,0-1-5-16,2 4-9 0,0 2-5 0,-6-3-4 15,4 1-8-15,-8 5-2 0,0 0-6 0,0-4-1 16,-8 2-2-16,1 3-6 0,0-5 1 0,6 2-3 16,-12 1-3-16,8-3-4 0,-4 1-2 0,3-4-6 15,1-2-2-15,1-1-1 0,-1 2 0 0,4-3 5 16,-3-2-1-16,4-4 0 0,0 0-3 0,0 0 1 15,12 3-3-15,-12-3 0 0,0 0 2 0,23-7-3 16,-13 1 6-16,5-5 3 0,0 4 0 0,0-5 14 16,1 0 13-16,3 3 15 0,-5-3 21 0,1 0-2 15,-6 3 7-15,4-2 5 0,-3 4 4 0,-5-2-12 16,3 6-2-16,-1-5-6 0,1 6-9 0,-1-3-11 16,-1 3-7-16,-6 2 0 0,13 0-8 0,-13 0-6 0,15 7-1 15,-6-2 15-15,4 6-21 0,-5-5 10 16,7 4-14-16,0 2-1 0,1 0-4 0,-2 0-3 15,1 1-1-15,1-3-2 0,-1 2-9 0,5-2-2 16,-7 4 0-16,2-8-4 0,2-2 3 0,-2 4 1 0,-7-4-7 16,5-2 5-16,-3-2-8 0,2 1 0 0,-12-1-2 15,14-7-1-15,-7-1 5 0,-5 1-4 16,-2-6-1-16,0-1 4 0,0-3 1 0,-7-1-2 0,0 2 5 16,-2-2-1-16,-6-4-4 0,-5 0 5 0,5 2-4 15,-5-2 2-15,0 5 4 0,2 2-2 0,3 1 3 16,0 5-24-16,2-3-20 0,-2 4-16 0,3 3-17 15,1 0-19-15,3 5-17 0,-2 0-20 0,10 0-25 16,0 0-29-16,-14 3-37 0,14-3-200 0,0 4-467 16,0-4 207-16</inkml:trace>
  <inkml:trace contextRef="#ctx0" brushRef="#br0" timeOffset="-163368.39">19004 8556 32 0,'2'-5'253'0,"-2"5"-25"0,5-3-24 0,-5 3-25 0,0 0-19 15,0 0-16-15,-13 15-15 0,11-4-11 0,-5 0-8 16,-8 5-11-16,9 0-5 0,-9 7-11 0,3 3-9 16,2-1-7-16,-1-1-5 0,-1 2-4 0,2 1-4 15,0 0-6-15,0-4-5 0,4 4-7 0,-1-1 2 16,4-8-2-16,-4 1-2 0,2 1-7 0,4-2-1 15,-1-4-4-15,2-1 0 0,-3-4-1 0,6-3 0 16,0 3-1-16,4-2-3 0,1-2 0 0,4 1-4 16,4-2 2-16,1 0-4 0,4-3-1 0,1-1 2 15,8 0-3-15,-1 0-2 0,0 0 3 0,0 3-1 16,-2-2 2-16,3-1 1 0,-12 3-4 0,2 4-2 16,1-3 0-16,-4 2-2 0,-1 0 1 0,3 2-4 15,-5 0-1-15,0 4 0 0,-3-2 4 0,-3 3-2 16,2 3-2-16,-5 1 1 0,-5 0 1 0,-1-4-5 15,1 2 6-15,-4 0-5 0,-1 0 4 0,-1-3-2 16,-1 0 0-16,-8-1 2 0,0 2 1 0,-1-6 1 0,-1 0 2 16,2-3 4-16,-3-3 4 0,-3-2 2 0,3-2-1 15,-4 2-1-15,4-6 1 0,-2 0 1 16,0-2-5-16,4-6 0 0,-4 3 4 0,6 1-6 0,0-3 0 16,5-4 2-16,-4 1-1 0,5-7 1 0,6 4 0 15,-3-4-2-15,10 1 0 0,-3-3 0 0,4-1 1 16,3 2 1-16,12-13-3 0,-8 8-4 0,9-5 0 15,1 1 0-15,7 1-2 0,1-2 0 0,6 0-3 16,4-3-5-16,-1 5 0 0,3-4-5 0,2 2 3 16,-2-1-1-16,0 2 1 0,-4 3 2 0,-6 0 1 15,-1 5 2-15,-9 10 3 0,-3-5-2 0,-5 9 4 16,-2-2 10-16,-3 3 6 0,-2 3-1 0,1 0-7 16,-3 4-5-16,-3 0 1 0,-3 4-4 0,0 0 2 15,0 0-2-15,0 0-1 0,-18 31 1 0,10-18-3 16,-9 10 5-16,1 4-2 0,-4 11 1 0,0 1-3 15,-1-4 2-15,9 7 5 0,-3 2-7 0,2 0 3 16,1 0 1-16,1 2-2 0,6-4 2 0,-4 1 0 0,8 0-2 16,-4 0-2-16,10-12 5 0,-2-1-3 0,4 2 1 15,3-2 4-15,1-3-4 0,4 0 0 16,5-5-2-16,-2 0 5 0,5-2-8 0,6-6 1 16,0 3-11-16,1-2-8 0,0-7-8 0,5-2-3 0,-4-6-3 15,4 0-5-15,-4-2 4 0,-1-3-10 0,3-6-2 16,-3-4 2-16,-3 0-4 0,-6 0 10 0,-1-4 0 15,-5 2 6-15,0-6 5 0,-5 7 4 0,-5-4 5 16,5-2 6-16,-9 2 5 0,-1 3 2 0,-1 0 12 16,1-1 2-16,-10 1 2 0,0 4-4 0,1-5 7 15,-2 9 0-15,-4-3-1 0,2 5-2 0,-6 3 1 16,1-3-7-16,7 6 3 0,-1 2 1 0,-3-1-2 16,0 3 3-16,5 3-3 0,0-4 1 0,-4 4-3 15,4 3 3-15,5 1-2 0,0-2 1 0,0 8 1 16,3-6 2-16,2 1-1 0,3 5 1 0,4-1 1 15,-2 0-1-15,7 4 1 0,-1-6 0 0,6 2-3 16,9-1-1-16,-1 1 1 0,-4-2-2 0,3-1-2 16,4-8 0-16,2 4-3 0,-7-4 0 0,7 1 1 0,-2-5-1 15,0 0 0-15,-7-6 0 0,1 2 0 16,-1-4 1-16,-2 0 2 0,-1 1 0 0,-2-4 0 16,-1 2 3-16,-2-1 12 0,-1-2 15 0,-2 0 8 0,-2 3 6 15,-4-2 1-15,2 4 1 0,-4-1-1 0,-2 0-10 16,3 0-6-16,-1 2-6 0,-2 0-3 0,0 6-3 15,-5-11-6-15,5 11 0 0,-8-3 0 0,8 3-2 16,0 0-2-16,-15 8 0 0,5-4-4 0,3 2 0 16,2-1 0-16,-1 2 0 0,1 5-6 0,0-1-2 15,5 0 0-15,-7 1 0 0,5-4-4 0,1 4 0 16,2 0-5-16,1-1 0 0,0 1 1 0,3-3-1 16,1-2-3-16,1 1-3 0,3 1-4 0,1-6-1 15,-1 0 2-15,5 0 4 0,-3-3-2 0,3-1 3 16,0-1 0-16,3-4 1 0,-5 1 4 0,4 0 5 15,-3-3 4-15,1 0-3 0,0 0 3 0,0-4 6 16,-2 4 11-16,-6 1 5 0,6-3 12 0,-3 3 10 16,-3 1 5-16,-2 0-2 0,1 0-2 0,-2 2-3 0,-3-3-6 15,9 4-5-15,-10 3-9 0,0 0-2 16,0 0-5-16,0 0-2 0,0 0 1 0,0 0-7 16,0 14-2-16,0-14 0 0,-5 15 5 0,4-7-6 15,-3 4 4-15,4-5-2 0,-1 3 6 0,1 1-8 0,-4-2 1 16,8 1-2-16,-4-1 3 0,1 2-1 0,-1-4 1 15,5-2 1-15,2 4 13 0,1-6-16 16,-1 0 2-16,1 0 2 0,-1-2-1 0,-7-1 4 0,21-1 1 16,-12 0-2-16,4-4 19 0,-3 4 9 0,8-7 3 15,-6 0 10-15,-6 1 7 0,9 1 6 0,-2-6 2 16,-3 3 9-16,0 1 5 0,0 1 2 0,-2-3 6 16,-1 0 2-16,0 3-5 0,1-8-3 0,0 10-3 15,-6 0-10-15,4-2-8 0,1 3-8 0,-7 1-7 16,7-2-18-16,-7 5-34 0,0 0-44 0,8-4-22 15,-8 4-4-15,0 0-11 0,0 0-11 0,7 15-14 16,-7-7-12-16,8 0-15 0,-8 4-23 0,5-1-20 16,1 1-25-16,1 1-32 0,1 0-27 0,-1-4-30 0,3 3-162 15,3-4-497-15,4 7 220 0</inkml:trace>
  <inkml:trace contextRef="#ctx0" brushRef="#br0" timeOffset="-163071.5">21191 8961 17 0,'-4'-6'239'0,"-2"5"-1"0,-1-6-12 0,-1 6-12 15,-4-5-13-15,2 4-15 0,-1 2-16 0,11 0-17 16,-24 8-14-16,11-4-14 0,-2 1-13 0,7 0-8 16,0 2-11-16,-2 2-8 0,0 1-5 0,5 7-6 15,2-5-4-15,3 8 11 0,0-1 10 0,3 1 9 16,2-1-17-16,5-1-12 0,1 4-5 0,3 1-9 15,-6-5-3-15,7 0 3 0,-2-3-12 0,0 0-7 16,-1-5-3-16,-7 1-2 0,3-2-1 0,-1-5-4 16,-1 7-5-16,-4-7-6 0,3 1-6 0,-5 1 1 15,0-6-9-15,-7 12-5 0,1-9-10 0,-9 3-17 0,2-4-29 16,-11 0-37-16,-5 1-39 0,-14 2-68 16,-5-3-79-16,-9-4-161 0,-2 2-478 0,-36-8 211 15</inkml:trace>
  <inkml:trace contextRef="#ctx0" brushRef="#br0" timeOffset="-161962.11">9684 6264 152 0,'-43'-8'343'0,"21"1"-7"16,-2 2-13-16,2 2-17 0,7-1-5 0,2 3-17 15,5-1-14-15,1 0-26 0,7 2-22 0,0 0-16 16,0 0-6-16,33 11 7 0,28 2-13 0,44 6-10 0,72 4-18 15,21 3-17-15,9 1-18 0,20 0-13 16,3-2-10-16,-3-2-5 0,5-7-16 0,-4 9-7 16,-5-8-9-16,-14-2-6 0,-7-3-12 0,-18 0 5 0,-14-5-6 15,-14 6-17-15,-50-7-12 0,44 3-36 0,-50-5-57 16,-4 3-50-16,-4-6-41 0,-31 2-40 0,-4 0-59 16,-1-6-58-16,-23 7-65 0,-6-1-209 0,-12-3-639 15,-6 0 283-15</inkml:trace>
  <inkml:trace contextRef="#ctx0" brushRef="#br0" timeOffset="-157497.27">1175 6893 163 0,'0'0'371'0,"-2"-7"-27"0,2 7-29 0,0 0-38 16,0 0-17-16,0 0-22 0,0 0-19 0,0 0-17 16,-5 20-18-16,5-13-16 0,0 1-7 0,-5 8-11 15,0-4 8-15,0 8-32 0,4-2-7 0,-3 6-1 0,-2 2-17 0,-4-2 0 0,5-2-11 16,-5 5-2-16,5-2-10 0,0-2-10 0,-2 1-4 16,-1 2-9-16,3-1-5 0,2-7-5 0,-2 0-5 15,2-3 1-15,-1-3-6 0,4 3-7 0,-3-5 3 16,1 0-11-16,-3-5 0 0,5 5-11 0,0-5 1 15,0-5-2-15,0 0-25 0,0 0-37 0,0 0-43 16,0 0-32-16,0 0-29 0,20-15-32 0,-15 7-35 16,2-9-51-16,-1 2-48 0,-1-4-191 0,-1-8-557 15,2 1 247-15</inkml:trace>
  <inkml:trace contextRef="#ctx0" brushRef="#br0" timeOffset="-157278.52">1183 6828 73 0,'2'-11'219'0,"-1"-1"5"15,3 4 5-15,2-2 14 0,-6 1-1 0,4 2 6 16,-1 2-23-16,-3 0-20 0,0 5-22 16,5-10-21-16,-5 10-19 0,2-4-19 0,-2 4-11 0,0 0-12 15,0 0-9-15,0 0-7 0,14 14-9 0,-12-7-14 16,5 3-1-16,-6 1-4 0,6 4-9 0,1 1-8 16,-1 0-8-16,5 0-8 0,-4 3-10 0,0-4-20 15,5 5-22-15,-3-5-24 0,3 3-25 0,2-3-37 16,7 3-34-16,-2-9-35 0,-2 0-41 0,2 0-192 15,-7-5-450-15,5-1 199 0</inkml:trace>
  <inkml:trace contextRef="#ctx0" brushRef="#br0" timeOffset="-156872.25">1529 6933 38 0,'0'0'120'0,"-12"0"-8"0,12 0-7 15,-19 1-5-15,5 2-8 0,-1 1-9 0,-1 0-2 16,-1 5-9-16,-1-2 3 0,2 4 0 0,-1-2-4 0,-1 0-5 15,-2 7 1-15,2-4-5 0,1 0-3 16,-3 2-5-16,4-1-6 0,4 1-8 0,-4-2-3 16,1 0-3-16,2-3-2 0,4-2-2 0,1 0-7 15,1-2 0-15,4 3 4 0,-4-4 20 0,7-4 24 0,-3 8 29 16,3-8 18-16,0 0-8 0,0 0-15 0,0 0-13 16,13-20-4-16,-1 8-6 0,4-1 6 0,-6-2 1 15,10-4 8-15,2-3-2 0,-6-3-5 0,6 1-2 16,6-8-3-16,-6 5 2 0,1-9 12 0,-2 14 6 15,-4-5 16-15,-4 2 20 0,2 2 13 0,-5 8 7 16,0-1 5-16,-2 1 14 0,0 4-4 0,-3 1-11 16,0 2-11-16,2-1-16 0,-4 4-17 0,0-2-8 15,-1 2-18-15,-2 5-15 0,7-6-14 0,-7 6-6 16,0 0-8-16,0 0-4 0,6 18 0 0,-6-9-7 16,-6 6-3-16,9 0 0 0,-6 5-8 0,3-1 1 15,0 1-15-15,0 7-18 0,0-3-14 0,0 1-19 16,3 2-12-16,0-1-21 0,-3 1-26 0,0-3-18 0,7 1-14 15,-4 1-18-15,2-6-24 0,-3-2-30 16,-2 1-34-16,7-1-50 0,-2-3-39 0,-1 3-239 16,0-9-618-16,2-5 273 0</inkml:trace>
  <inkml:trace contextRef="#ctx0" brushRef="#br0" timeOffset="-156528.5">1703 7096 24 0,'0'0'195'0,"0"0"-20"0,0 0-14 16,0 0 2-16,0 0 5 0,0 0-12 0,-13 14-9 16,9-9-10-16,1 3-13 0,-5-5-9 0,6 5-13 15,0 0-10-15,-3 0-7 0,5-3-7 0,0 2-10 16,0 4-6-16,0-3-3 0,0-4-2 0,0 3-8 16,5 2-3-16,-1-1-3 0,4-3-7 0,-3-5 1 15,5 1-6-15,1 5-1 0,3-11-5 0,2 5-4 16,-1-2-1-16,5-3-5 0,0-3-4 0,0-4-7 15,-4 5-3-15,9-10 0 0,-5 5 1 0,-7-3 0 16,5 2 1-16,-6-5 2 0,1 3-2 0,-8-1 9 16,5 1 17-16,-8-1 12 0,4 1 15 0,-12 0-2 15,4 0 11-15,-4 3-1 0,-3-2 0 0,-4 1-2 0,-2 0-6 16,0 6-4-16,2-4-7 0,-10 3-8 0,6 1-1 16,1 4-2-16,-3 1 0 0,3 2-12 15,3-1-3-15,-1 1-18 0,5-3-20 0,9 3-20 16,-20 4-10-16,15-2-16 0,0-1-22 0,5-1-32 0,-2 9-36 15,2-9-47-15,12 11-46 0,-1-7-145 0,2 0-424 16,6-3 187-16</inkml:trace>
  <inkml:trace contextRef="#ctx0" brushRef="#br0" timeOffset="-156200.37">2302 6549 222 0,'0'-4'347'0,"0"4"-8"0,0-8-12 16,0 8-22-16,7-6-23 0,-7 6-32 0,0 0-28 15,0 0-34-15,0 0-15 0,0 0-17 0,0 0-17 16,0 0-12-16,0 0-17 0,-10 26-10 0,3-14-8 0,0 1-9 16,4 2-5-16,-2 3-5 0,-1 0-1 0,-4 7 2 15,0 4-11-15,0-4 9 0,0-1-17 16,-2 3 5-16,2 3-3 0,-3-3-12 0,1-3 0 15,1 3-2-15,-1-3-2 0,4 2-3 0,3 0-4 0,0-4-10 16,2-4 1-16,-1 1-3 0,6-2-12 0,-2 1-2 16,5-3-29-16,2-2-11 0,-2-3-23 0,5 3-28 15,-2-4-34-15,3 0-49 0,3-3-53 0,1-4-67 16,3-2-285-16,0-2-618 0,-3 1 274 0</inkml:trace>
  <inkml:trace contextRef="#ctx0" brushRef="#br0" timeOffset="-155840.99">2062 6876 251 0,'-7'-1'283'0,"7"1"2"0,-15-7-1 0,15 7-9 16,-8-1-5-16,8 1-15 0,0 0-3 0,0 0-36 16,0 0-21-16,0 0-21 0,0 0-15 0,0 0-16 0,22-6-18 15,-12 4-13-15,5 1-30 0,6 1-25 16,-3 0-34-16,0 0-25 0,4 1-22 0,-4-1-26 15,2 2-15-15,0 3-28 0,-2-4-28 0,-3 7-16 0,3-5-2 16,0 2-5-16,-3-2 3 0,-6 4 12 0,4-2 12 16,-5 6 17-16,-1-7 9 0,1 3-1 0,-1 2 17 15,-7-1-1-15,5 0 10 0,-4-5 13 16,1 6 2-16,3-2 8 0,-10 1 13 0,5-4-8 0,0-4 31 16,0 12 12-16,0-12 7 0,-2 12 21 0,2-9 15 15,2 4 11-15,-2-7 5 0,0 8-6 0,-2 0 11 16,2-8 4-16,0 7 1 0,0-2-8 0,0-5-4 15,0 11-6-15,0-7-7 0,0-4-4 0,0 8-1 16,0-8-3-16,0 8-9 0,2-5 2 0,3 4-4 16,-5-2-5-16,2 2 1 0,-2-7-12 0,6 8-22 15,-6-3-35-15,5 1-35 0,-5-6-41 0,3 5-34 16,-3-5-47-16,12 1-130 0,-12-1-356 0,0 0 157 16</inkml:trace>
  <inkml:trace contextRef="#ctx0" brushRef="#br0" timeOffset="-155512.86">2646 6964 168 0,'2'-4'237'0,"3"0"-9"0,-5 4-18 0,0 0-20 0,0 0-21 15,7-7-20-15,-7 7-14 0,0 0-17 0,0 0-8 16,0 0-14-16,-5 19-9 0,5-19-5 0,-2 13-11 16,2-4-4-16,0 0-9 0,0 2-5 0,-5 1-5 15,10-4-3-15,-5 4-5 0,0 0-2 0,0-1-6 16,0 3-3-16,0-2 0 0,0-4-6 0,0 3 0 15,0-3-3-15,0-1 0 0,0-1 1 0,0-2-1 16,0-4 0-16,0 0 11 0,0 10-1 0,0-10-2 16,0 0-1-16,0 0 17 0,0 0 1 0,15-19 14 15,-14 11 3-15,8-3 0 0,-4 2-4 0,1-6 1 16,8 0 4-16,-6 0-6 0,0-1 10 0,0 1 9 16,7-1-14-16,-8-2-4 0,4 4-4 0,-2-3-9 15,2 5-8-15,-1-3 1 0,-6 5-4 0,2 3-5 16,7-6-8-16,-9 7-18 0,2 0-15 0,1 3-41 15,3 1-24-15,-10 2-36 0,12 0-38 0,-12 0-36 16,16 2-28-16,-4 1-35 0,-2 2-205 0,3 0-492 0,-7 3 218 16</inkml:trace>
  <inkml:trace contextRef="#ctx0" brushRef="#br0" timeOffset="-154855.08">3090 6988 51 0,'0'0'205'0,"0"0"-11"0,-27-5-6 15,27 5-13-15,-15 1-11 0,2 2-17 0,5-2-10 16,-4 4-13-16,-9-2-7 0,6 4-9 0,-2 1-12 16,6-1-9-16,-4 1-6 0,-2 3-11 0,1 2-7 15,1-2-1-15,-2-3-9 0,6 6-5 0,1-6-4 0,2 0-6 16,1 0-1-16,0 0-1 0,2-4-3 0,2 2 1 16,-2 2 7-16,5-8 1 0,8 10 1 15,-1-10-3-15,5 0-6 0,-12 0-2 0,29-8-5 16,-10 7-2-16,-5-5-1 0,8 1 0 0,0-3-6 0,-8 0-1 15,8-1-2-15,-6 2 5 0,-1-3 25 0,5 1 16 16,-5-1 3-16,0 2 13 0,-7-1 5 16,6 2 9-16,-8 2 3 0,2-1-1 0,-4 2-7 0,4-1-8 15,-8 5-14-15,8-3-5 0,-8 3-15 0,7-5-6 16,-7 5-10-16,0 0 2 0,0 0-7 0,0 0 0 16,0 0 2-16,0 0-8 0,3 17-3 0,-4-9-9 15,2 1-8-15,-1 0-3 0,0-1-7 0,5 0 2 16,-3 2-3-16,1 0-11 0,2-1-7 0,0 0-5 15,-2 2-7-15,4-4-9 0,0 2-7 0,1-1-15 16,0-5-10-16,4 4-16 0,-2-6-18 0,3-1-6 16,0 0-11-16,4 0 2 0,-4 0-6 0,2-4 5 15,-4-2 6-15,6-4 12 0,-5 0 6 0,7-3 23 0,-2-1 7 16,-4 2 10-16,4-8 6 0,3 0 10 16,-4-1 3-16,-1-2 9 0,0-1 13 0,-2-4 6 15,2 5 18-15,2-4 26 0,-4 5 24 0,-3-5 21 16,3 3 27-16,-8 8 13 0,2 0 13 0,-1 1 20 0,-2 7 15 15,1-1 18-15,0-1-11 0,-4 3-12 0,1 2-15 16,1 0-18-16,-3 5-16 0,0-8-16 16,0 8-10-16,0 0-5 0,0 0-8 0,0 0-4 0,0 0-7 15,-10 24-3-15,9-12-8 0,-6 1-2 0,4 2-6 16,-2 4 19-16,-2-3-28 0,2 3 4 0,2-2-8 16,-2 5 4-16,-2 0-11 0,1 2 8 0,-1 1-4 15,4-5 0-15,-9 2 3 0,7-3-9 0,-1 1 3 16,-1-2 2-16,0-2-2 0,1 3 1 0,4-3-6 15,-1-4-3-15,1-2-14 0,-1-1-20 0,3 5-7 16,-5-10-18-16,5 3-12 0,0 0-15 0,5 0-22 16,-2 0-38-16,-3-7-42 0,12 4-45 0,-4-4-53 15,-8 0-193-15,21-6-514 0,-11 1 227 0</inkml:trace>
  <inkml:trace contextRef="#ctx0" brushRef="#br0" timeOffset="-154683.2">3409 6836 212 0,'0'0'229'0,"-5"-11"-21"0,5 11-21 0,14-9-24 16,-6 7-11-16,12-7-20 0,1 6-19 0,11-1-35 16,-4 1-57-16,8-3-65 0,6 0-71 0,-4 1-108 15,5-2-241-15,6-1 106 0</inkml:trace>
  <inkml:trace contextRef="#ctx0" brushRef="#br0" timeOffset="-153651.95">4700 5571 22 0,'-13'-9'208'0,"-7"3"-13"15,2-2-9-15,-4 4-11 0,-2-1-15 0,0 2-14 16,3 6-18-16,-1 1-12 0,-4 1-6 0,-1 5-14 0,1 2-10 16,3 4-8-16,3 2-5 0,-3 6-5 0,-7 4-4 15,5 2 2-15,0 6 1 0,4 2-3 16,1 0 1-16,-5 5-5 0,2 5 8 0,0 5-2 0,0 19-6 15,-1-1-3-15,5 7-5 0,4 0-5 0,-2 3-5 16,6 2-4-16,-3 7-1 0,11-5-6 0,3 5 0 16,3-9-6-16,2 7 4 0,4-2-6 0,4 3-2 15,2-5-1-15,0-1-3 0,6-2 2 0,-6-4 1 16,0 6-8-16,1-7 0 0,-7-3 2 0,6-2-4 16,-2-17 1-16,-8 4-3 0,-4-8 1 0,6 3-3 15,-2-5 0-15,-2-2-1 0,2-3 0 0,-1-13-4 16,-6 1 2-16,2-6 1 0,0 1 0 0,-2-7 0 15,-1 1-1-15,0-6 18 0,-4 0 30 0,-1-1 26 16,0 0 12-16,-4-9 11 0,2 4 3 0,-8 1-5 16,-2-6 7-16,-8 3-28 0,-7-5-9 0,4 3-4 15,-12-4-9-15,-7-5-4 0,-1 5-4 0,3-2-1 16,-5-2-5-16,-2 3 9 0,4-1-20 0,-1-3 0 0,8 8-6 16,9-1-16-16,5-2-7 0,4 2-17 0,4-1-15 15,4-1-16-15,6 4-10 0,-1-4-8 16,5 3 0-16,0 1 3 0,8-4 8 0,0 3 5 0,0-3 4 15,24 13 8-15,6-6 1 0,13 8 0 0,4-3 5 16,4 0-1-16,0-1-1 0,4-2 9 0,-6 5-4 16,1-1 3-16,-5 1-1 0,-2-1 6 0,3 5-1 15,-18-6 4-15,15 4 1 0,-6 4 0 0,-7-1 0 16,-6 1 2-16,5 9-1 0,-10-2 3 0,-10 1-1 16,4 11 1-16,-3 0 4 0,-10 7 0 0,-3 0 0 15,-7 4 3-15,-2 1 7 0,-1 25 7 0,-9 0 5 16,-1-1 10-16,-5 1-5 0,5 7 9 0,-7-2 13 15,2 3 13-15,-2 4 4 0,0 5-4 0,0 35 19 16,7-32-14-16,8-2-2 0,-3 36 12 0,8-34 23 16,-3 34-7-16,13-38 5 0,0-1-4 0,2 0-3 15,4-1-5-15,4-1-6 0,2-2-3 0,9 0-11 16,3-6 0-16,5-1 3 0,-1-7-14 0,11-2-3 0,10-5-16 16,-12-20-8-16,7-7-17 0,1 0-34 0,5-4-38 15,-1-8-38-15,1-5-50 0,5-9-72 16,-2-8-86-16,-2-7-338 0,7-8-708 0,-5-7 314 0</inkml:trace>
  <inkml:trace contextRef="#ctx0" brushRef="#br0" timeOffset="-153120.68">5170 9690 17 0,'-15'-3'444'0,"2"-2"15"0,-2 2-5 0,0 2-13 0,7-2-21 16,2 0-24-16,-3 1-23 0,9 2-24 0,-13-4-30 15,13 4-27-15,-8-1-27 0,8 1-24 0,0 0-25 16,0 0-28-16,0 0-32 0,30-5-42 0,-1 5-58 15,21 5-84-15,6-3-84 0,1 6-80 0,5-1-87 16,0 0-101-16,-1-2-322 0,-5 2-760 0,-3-2 337 16</inkml:trace>
  <inkml:trace contextRef="#ctx0" brushRef="#br0" timeOffset="-150326.85">6185 9400 252 0,'2'-12'339'16,"-2"4"1"-16,0-1 4 0,0-1-26 0,0 3-13 16,0 2-20-16,5 0-25 0,-5 5-27 0,0-11-28 15,0 11-31-15,0 0-14 0,0 0-14 0,0 0-5 16,0 0-28-16,0 0-7 0,-5 26-12 0,5-13-15 15,-2 6 5-15,2 1-18 0,-3 4-5 0,-6 3-2 0,8 0-11 16,-1 3-12-16,-3-3 7 0,-1 3-10 16,-1-6 0-16,5 4 3 0,-4 2-8 0,-1-3-1 15,5-3 2-15,-4 0-10 0,4-7-1 0,-3 0 2 0,3 2-1 16,-4-8-26-16,6-1-21 0,-2-1 3 0,-4 1-5 16,6-2 2-16,0-1 2 0,0 0 5 0,0-7-2 15,0 0-20-15,0 0-8 0,0 0-17 0,0 0-8 16,11-23-12-16,-8 14-9 0,-1-6-7 0,5 0-4 15,-1-8 1-15,-6 8 0 0,7-4 0 0,-5-5-4 16,4-6 3-16,-6 3 1 0,7 0 7 0,1-2 4 16,-1 1 11-16,-6 1 6 0,8-2 7 0,-4 2 19 15,3-1 11-15,-3 2 22 0,-3 7 14 0,4 2 15 16,1-2 28-16,-7 4 25 0,1 0 3 0,4 3 16 16,-3 3 21-16,-2-2-4 0,0 4-2 0,7 1-1 15,-7 0-11-15,1 2-12 0,-1-3-11 0,0 7-4 16,2-5-12-16,-2 5-5 0,0 0-4 0,0 0-8 15,0 0 7-15,20 13-10 0,-15-6 0 0,0 3-5 0,1 2-1 16,3-2-3-16,2 8 2 0,-2-2-5 16,-1 3 3-16,5 4-6 0,-5-6-7 0,4 5-14 15,-2 1-3-15,0-5-12 0,-4 0-18 0,4 1-19 0,0-2-24 16,0 1-31-16,3-1-31 0,-4-3-46 0,6 3-43 16,-2-8-238-16,2 0-515 0,0-2 228 0</inkml:trace>
  <inkml:trace contextRef="#ctx0" brushRef="#br0" timeOffset="-149545.59">5920 9919 292 0,'0'0'336'0,"0"0"6"0,-11-1 5 16,11 1 13-16,0 0-10 0,-12 0 12 0,12 0-23 15,0 0-13-15,0 0-26 0,0 0-17 0,0 0-17 16,0 0-28-16,-12 1-20 0,12-1-24 0,0 0-19 16,0 0-16-16,0 0-12 0,0 0-14 0,0 0-15 15,0 0-9-15,0 0-12 0,0 0-14 0,29 3-12 16,-13 0-20-16,4-1-22 0,-2-2-18 0,12 0-40 0,-2 0-36 16,0 3-50-16,4-3-34 0,-6 0-48 15,-1-3-43-15,3 1-50 0,-6-1-51 0,1 0-70 16,-3-4-240-16,-2-2-703 0,0-1 311 0</inkml:trace>
  <inkml:trace contextRef="#ctx0" brushRef="#br0" timeOffset="-149201.83">6021 9255 342 0,'0'0'368'0,"-3"-3"-4"15,3 3-14-15,0 0-15 0,0 0-10 0,0 0-27 16,-2-8-28-16,2 8-22 0,0 0-38 0,0 0-11 15,0 0-15-15,0 0-20 0,0 0-17 0,0 0-17 16,0 0-9-16,0 0-12 0,25 5-10 0,-13-1-9 0,6-2-21 16,3-1-1-16,1 4-14 0,8-2-19 15,-2 0-29-15,7 0-32 0,-4-2-31 0,4 4-27 16,-4-2-49-16,-1-2-43 0,0 2-59 0,0 2-39 0,-9-3-70 16,-6 2-199-16,1-3-588 0,-2 1 260 0</inkml:trace>
  <inkml:trace contextRef="#ctx0" brushRef="#br0" timeOffset="-148529.95">6599 9743 339 0,'0'0'357'0,"0"-8"-3"0,0 8-7 0,0-3-15 0,0 3-18 16,0 0-37-16,0-8-32 0,0 8-25 15,0 0-32-15,0 0-20 0,0 0-15 0,0 0-18 16,0 0-12-16,0 0-13 0,-5 17-11 0,3-5-14 0,0-3-7 15,2 0-1-15,-1 6-10 0,1 1-8 0,0-1-8 16,0 2-14-16,1 1-6 0,-1-3-3 0,-1 3-9 16,1-3-10-16,0-1-6 0,0-3-5 0,-5-2 1 15,10 2-10-15,-10-7 9 0,5 3-12 0,0-7-10 16,0 12 3-16,5-8 8 0,-5-4 4 0,0 0 3 16,0 8-4-16,0-8 4 0,0 0-3 0,0 0 4 15,0 0-3-15,0 0 2 0,10-24 4 0,-4 14 3 16,1-2 0-16,1 0 0 0,4 0 6 0,-4-3 2 15,2-1 12-15,3 1 6 0,-4 2 2 0,4-4 4 16,-2 4 5-16,1-1-3 0,-4 4 5 0,7-1 1 16,-2-1-8-16,-3 1 1 0,-3 7-7 0,1-2-8 15,1 1-1-15,0 0-3 0,1 3 0 0,-10 2-2 0,17 0 2 16,-7 2-4-16,0 3-12 0,-2 0 4 0,0 1 1 16,4 2-5-16,-2 2-12 0,-4 3-12 15,4 1-10-15,-5 4-23 0,4-3-13 0,-4 4-18 0,1 1-24 16,-2-2-27-16,-4 2-30 0,5 0-44 0,-5 0-40 15,1-1-58-15,-1 1-213 0,0-5-569 0,0 4 251 16</inkml:trace>
  <inkml:trace contextRef="#ctx0" brushRef="#br0" timeOffset="-148066.36">7918 9522 304 0,'7'-6'325'0,"-2"1"-20"15,-5 5-22-15,0 0-26 0,0 0-28 0,6-3-32 16,-6 3-17-16,0 0-16 0,0 0-17 0,0 0-16 16,0 0-15-16,-6 22-1 0,6-14-21 0,-5 3-7 15,5 5-12-15,0 3-4 0,0 0-6 0,0-1-8 16,0 14-6-16,0-7 7 0,5 3-19 0,-2 1 1 15,-3-9-7-15,3 7-4 0,-1-4 3 0,-2 3-2 16,1-6-5-16,-1 0-4 0,5-4-3 0,-3 2-11 16,-2-4-10-16,5 0-14 0,-5-2-11 0,3-8-10 15,-3 4-11-15,0 3-7 0,5-6-2 0,-5-5-28 16,0 3-32-16,0-3-26 0,0 0-27 0,0 0-31 16,10-16-23-16,-5 8-174 0,-3-2-432 0,-2-2 193 0</inkml:trace>
  <inkml:trace contextRef="#ctx0" brushRef="#br0" timeOffset="-147847.61">8014 9500 177 0,'0'-17'214'0,"-3"2"5"0,3 6 7 15,-4-3 6-15,4 3-5 0,-1-2-3 0,-1 4 5 16,2 0-9-16,0 7-12 0,-2-14-13 0,2 8-25 16,0 6-14-16,0 0-18 0,0-7-15 0,0 7-14 15,0 0-14-15,0 0-12 0,9-2-6 0,-9 2-9 16,11 9-6-16,-1-3-12 0,-2 2-2 0,2-1-9 15,4 5-13-15,0 3-12 0,-5 1-11 0,4-4-9 16,-3 8-13-16,3-2-13 0,-1-2-10 0,-2 4-20 16,5 2-18-16,-1 2-27 0,-4-1-11 0,4 1-27 15,-1-5-15-15,-2 1-18 0,8-1-13 0,-6-1-19 16,-3-1-13-16,8-5-121 0,-3 3-372 0,-5-4 165 16</inkml:trace>
  <inkml:trace contextRef="#ctx0" brushRef="#br0" timeOffset="-147410.11">8453 9740 39 0,'3'-5'107'0,"0"-2"20"0,2-5 7 0,-5 4 19 0,0 5 7 16,0-8-1-16,3 2 2 0,-6 3-5 0,3 6-14 16,0-12-11-16,0 12-19 0,0-4-8 0,-5-1-14 15,5 5-16-15,-11 0 0 0,11 0-10 0,-17 5-5 16,5-2-7-16,3 3-5 0,-6-3-6 0,0 4-2 16,1 4-1-16,0 1-4 0,-3-5-6 0,2 1-4 15,-3 4 2-15,3-4-4 0,-2 2 0 0,3-1-4 16,-1-5-1-16,6 7-2 0,-4-8-4 0,5 3 3 15,3-2 2-15,-5-4-3 0,10 0 4 0,-12 7 2 16,12-7 7-16,0 0-6 0,0 0-2 0,-8-11-1 16,8 11 4-16,7-12-4 0,-6 4 0 0,6 0-1 15,0 0 5-15,6-7 1 0,-2-1 9 0,1 1 11 16,8-8 7-16,-4 0 11 0,4 4 5 0,-3-4 13 0,4 1 7 16,-6 1 14-16,8-2 2 0,-3-1 3 0,-5 5 23 15,-2 3 18-15,-3 0-5 0,4 3 2 16,-4-4 2-16,-5 10 0 0,6-2-5 0,-11-2-6 0,7 4-12 15,1 4-18-15,-6-3-7 0,1 3-10 0,-3 3-17 16,7-9-12-16,-7 9-5 0,0 0-9 0,0 0 0 16,0 0-5-16,10 16-2 0,-5-6-7 0,1-1-2 15,-3 7-6-15,2-1 1 0,4 1-12 0,-3 4 4 16,6 6-11-16,-2-3-7 0,-2 4-8 0,-1 0-13 16,1 1-8-16,-1-1-35 0,6 1-12 0,-3 11-23 15,-4-10-19-15,3 2-18 0,-3-4-16 0,3-2-21 16,-3 5-25-16,1-3-28 0,-2-3-30 0,0-6-33 15,0 2-33-15,3-8-212 0,-1 0-581 0,-1-5 258 0</inkml:trace>
  <inkml:trace contextRef="#ctx0" brushRef="#br0" timeOffset="-147035.1">9014 9519 248 0,'0'0'280'0,"0"-9"-12"0,0 9-17 0,5-9-20 15,-5 9-20-15,0 0-22 0,0-6-15 0,0 6-25 16,0 0-17-16,0 0-13 0,0 0-9 0,0 0-7 0,0 0 5 16,-9 21 8-16,9-14-5 0,-3 4 3 15,1-2-7-15,-4 3-8 0,6-2 1 0,0 1-3 16,-2 5 3-16,-1 4-5 0,3-5 1 0,0 5-2 0,-5 5 6 15,0-8-4-15,3 2-1 0,2 1-6 0,-5-1 1 16,5 1-12-16,0-1-1 0,0-1-2 16,0 0 2-16,0-1-12 0,5-3 0 0,-3 1-2 15,8 2 6-15,-5-4 1 0,3 1-5 0,4-4-2 0,-1 2 1 16,9 0-10-16,0-2-4 0,5 2-7 0,3-5-3 16,-3 1-5-16,3 0-2 0,2-3-20 0,-1-5-26 15,-7 3-46-15,8-2-56 0,0-2-56 0,-9-2-70 16,1 3-78-16,-1-3-100 0,1-3-237 0,-1 0-711 15,4 0 315-15</inkml:trace>
  <inkml:trace contextRef="#ctx0" brushRef="#br0" timeOffset="-139740.52">9962 9795 2 0,'-5'-5'344'0,"-3"2"-3"16,3-2-2-16,5 5-11 0,-8-5-9 0,8 5-5 15,-7-6 7-15,7 6-25 0,-2-4-17 0,2 4-16 16,0 0-19-16,-8-4-16 0,8 4-20 0,0 0-16 15,0 0-14-15,0 0-16 0,0 0-12 0,0 0-14 16,0 0-13-16,0 0-9 0,30 0-12 0,-5 0-11 16,8 4-7-16,3 0-11 0,10-1-7 0,2 0-5 15,4-2-7-15,-4 7-5 0,1-5-6 0,-4 2-3 16,5-2-1-16,-19-2-8 0,4 5 0 0,-2-5-6 16,0 4 1-16,-1-5-4 0,-3 4-4 0,1-4-1 15,-2-1-1-15,-11 1-5 0,3-3-2 0,-4 0-2 16,-9 3-3-16,8 0-7 0,-7-2-6 0,-8 2-16 0,15-1-14 15,-15 1-13-15,12-2-21 0,-12 2-20 16,8-1-23-16,-8 1-17 0,7-4-30 0,-7 4-24 16,0 0-26-16,0 0-27 0,0 0-29 0,1-7-37 0,-1 7-42 15,0 0-241-15,0 0-638 0,-21-7 283 0</inkml:trace>
  <inkml:trace contextRef="#ctx0" brushRef="#br0" timeOffset="-139271.75">10634 9627 112 0,'0'0'329'0,"0"0"-23"0,0 0-20 0,0 0-26 0,0 0-25 16,0 0-13-16,0 0-31 0,-7-3-19 0,7 3-16 15,0 0-16-15,0 0-15 0,0 0-6 0,22 12-10 16,-14-8-6-16,5 1-12 0,2 1-7 0,5-2 1 15,-3 4-18-15,3-5-6 0,-4 3-6 0,4 1-7 16,-3-1-7-16,-3-1 0 0,-4 4-8 0,2-6 6 16,-2 0-10-16,-3 0-2 0,-1 1-2 0,1-2 2 15,-7-2-3-15,6 6 0 0,-6-6 1 0,0 0 0 16,10 4-2-16,-10-4-3 0,0 5 5 0,0-5-6 16,0 0 1-16,0 0-1 0,-18 11 2 0,8-4-5 15,2 1 0-15,-7-1 0 0,-2 2-1 0,3 6 0 0,-10-3-1 16,1 6-21-16,3 0-20 0,-8 1-23 0,5 4-32 15,-5 6-30-15,-2-1-41 0,9-4-53 0,2 0-69 16,-2-2-233-16,6 2-549 0,3-7 243 0</inkml:trace>
  <inkml:trace contextRef="#ctx0" brushRef="#br0" timeOffset="-133044.35">11551 9546 92 0,'0'-9'381'0,"2"2"7"0,-2-1-6 16,0-3-13-16,0 7-8 0,0-7-14 0,0 11-22 15,1-7-25-15,-1 7-30 0,0-6-36 0,0 6-22 16,-1-7-24-16,1 7-25 0,0 0-23 0,0 0-12 16,0 0-9-16,0 0-11 0,0 0-12 0,-2 34-8 0,4-22-12 15,-2 1-5-15,0 6-9 0,1-1-5 16,1 1-4-16,1 2-4 0,2 3-9 0,-1-5-1 15,-3 7-9-15,2-6 0 0,1-1-5 0,1 1-10 0,1 0-5 16,-1-3-4-16,0 0-6 0,4-4-4 0,-3 2-6 16,-4-6 1-16,4-1-13 0,3 1 9 0,-6-1 6 15,2-6 4-15,7 4-1 0,-7-4-3 0,-5-2 2 16,18-2 4-16,-10-2 0 0,5-3 4 0,-4 3-8 16,4-6 4-16,-3-3 2 0,3 4 1 0,0-3 3 15,-4 1-3-15,5 0 5 0,-2-4-2 0,-2 3 2 16,0-3 2-16,1 2 5 0,-1 1 0 0,-3 2 3 15,0 5-2-15,-1-3 0 0,-2 0-3 0,1 4-3 16,-1-2-9-16,-4 6-4 0,7-3-10 0,-7 3 6 16,0 0-4-16,12 9 4 0,-6-1-5 0,1 2 1 15,3 3 6-15,0 1-3 0,-4 1 0 0,6 3-1 0,-5-2 7 16,6 3-12-16,-5-6-2 0,2 6 4 0,0-4-1 16,0 2 4-16,0-9 0 0,1 4 1 15,-6-3 3-15,5-2 0 0,-3-1 5 0,1-1 1 0,1-4 5 16,-9-1-1-16,14-6 14 0,0 1 3 0,-6-2 5 15,0-3 10-15,4-2 8 0,-2-5 5 0,3 0 5 16,-5-5-1-16,4-2 6 0,-4-3 4 0,-1 1-5 16,-4-2-3-16,2 8-6 0,2-5-3 0,-4 4-2 15,-1 2-9-15,3 3-2 0,0-2 0 0,-5 6-7 16,1 0-10-16,1 4-23 0,-2 0-44 0,0 0-65 16,0 4-68-16,0 4-58 0,1-6-2 0,-1 6-12 15,0 0-23-15,0 0-28 0,-8 26-30 0,12-18-35 16,-8 2-215-16,4 2-637 0,5 4 282 0</inkml:trace>
  <inkml:trace contextRef="#ctx0" brushRef="#br0" timeOffset="-132684.97">12547 9740 33 0,'5'-5'216'0,"-1"3"-5"16,1-3-6-16,-5 5-3 0,6-11-14 0,-6 8-2 15,0 3-15-15,10-8-12 0,-10 8-5 0,2-4-12 16,-2-4-4-16,0 8-2 0,6-7 4 0,-2 1-7 16,-4 6-7-16,0-9-3 0,0 9-10 0,1-9 2 15,-1 1-4-15,0 8 4 0,0-10 7 0,-1 3-14 16,-3 0 0-16,3 0-1 0,-1-1 5 0,-3 4-6 16,2-4-7-16,-4 1-14 0,2 1 4 0,-1 0 2 15,-4-2 2-15,1 5-10 0,-2 1-5 0,1-3-8 0,-3 2-8 16,-1 3-3-16,6-2-7 0,-7 1-8 0,0 2-2 15,2 1-8-15,3 1-5 0,-1 2-2 16,-4 0-3-16,6 2-1 0,1 0-4 0,2 1 5 0,-8 4-5 16,13-2-12-16,-3 0 12 0,1 4-1 0,6 4 2 15,1-3-4-15,9 0-4 0,-3 6 1 0,5-3-6 16,6-2-20-16,7-1-19 0,2 8-57 0,7-4-54 16,6 1-51-16,-10-4-66 0,0-6-66 0,-2 3-338 15,1-2-719-15,2-6 318 0</inkml:trace>
  <inkml:trace contextRef="#ctx0" brushRef="#br0" timeOffset="-132106.77">13756 9834 45 0,'-14'-10'326'0,"6"-4"-10"0,-7 2-14 0,-1 4-8 15,-4 0-17-15,3 0-10 0,-4-3-4 0,-1 8-19 16,1-2-22-16,-1 0-16 0,-4 3-9 0,4 2-13 15,-8 2-17-15,6-2-17 0,-8 5-14 0,11-1-10 0,-1 0-11 16,6 8-17-16,-4 0-8 0,3-1-5 0,-4-2-6 16,7 1-11-16,-1 2-7 0,1 7-5 0,4-7-4 15,1 3-9-15,4-5-8 0,2 3-9 0,0 3-3 16,6-5-6-16,0 3-1 0,4-5-5 0,8 3 4 16,-2 0-15-16,5-8-9 0,1 4-10 0,-1 1-7 15,7-7-13-15,-1-1-4 0,6-1-7 0,-8-1-10 16,6-10-7-16,2 3 3 0,-1 1 4 0,-4-10 3 15,0-2 2-15,-2-2 3 0,2-3 5 0,-2-8 2 16,-1 7 5-16,-7-4 1 0,-2 4 8 0,2-4 13 16,-7 1 20-16,0 1 25 0,1 1 30 0,-9-1 24 15,5 8 29-15,-2-5 37 0,-3 4-7 0,-3 4 2 0,3 4 1 16,-2-6-8-16,-1 6-15 0,-6-6-11 0,8 10-14 16,-6 1-15-16,1-3-19 0,1 3-11 15,-5 4-10-15,5 2-4 0,5 1-18 0,-19 3-16 0,6 3-20 16,7 3-6-16,-8 3-14 0,4 3-8 0,5 5-16 15,2-3-8-15,0 3-16 0,3 4-21 0,0 5-2 16,0-2-13-16,3 1-17 0,4 2-14 0,1 0-25 16,0-3-27-16,6-2-34 0,-6 1-26 0,7-5-30 15,5-3-244-15,-4-4-583 0,-3-2 258 0</inkml:trace>
  <inkml:trace contextRef="#ctx0" brushRef="#br0" timeOffset="-131809.89">13963 9866 69 0,'3'-8'185'0,"-1"2"22"0,4-2 20 0,-4 3 8 0,-2-2 5 15,0 0-2-15,1 3-13 0,-1 4-20 0,4-8-24 16,-4 8-22-16,3-6-15 0,-3 6-18 16,0 0-8-16,0 0-17 0,0 0-7 0,3 19-10 0,1-8-8 15,-4 0-7-15,5-3-4 0,3 4-8 0,0 5-6 16,0-2-9-16,1 3 3 0,2-2-5 0,4-1-9 16,-5 4 3-16,3-6-4 0,2 1-7 0,-5-2 4 15,8-2-2-15,-3-4-7 0,-6 0 2 0,5-1-3 16,-5-5 1-16,4 1-2 0,-13-1-2 0,23-6 0 15,-16-1-3-15,3-5 1 0,-5 1-4 0,3-7 6 16,-3 3-1-16,-3-5 4 0,-2-5 9 0,0-1 14 16,-2 9 21-16,-3-3 8 0,3 1-1 0,-4-3 6 15,-1 3-3-15,-1 4-8 0,0-5-11 0,-6 5-5 16,4 2-10-16,-1-2-2 0,-4 4-28 0,0 4-27 16,2-1-40-16,-2 3-35 0,5 5-41 0,-2 1-36 15,-4 2-50-15,1 5-68 0,5-4-260 0,-5 3-597 0,8 7 264 16</inkml:trace>
  <inkml:trace contextRef="#ctx0" brushRef="#br0" timeOffset="-130466.12">15502 9666 228 0,'15'-26'261'0,"-2"-2"4"0,0 1-9 0,-5-1-1 16,-1-1-3-16,1 2-1 0,-3 2-10 0,-3-1-18 15,3 10-6-15,-10-7-26 0,5 3-9 0,-7 5-13 16,7-1-15-16,-8 4-22 0,1 1-11 0,-1 1-14 15,-5 1-12-15,0 5-17 0,-2-1-4 0,-2 5-6 16,-4 1-14-16,6 6-2 0,-7 1-8 0,6 4-3 16,-1 3-8-16,-4 6 0 0,1 2-4 0,2 1 1 15,3 5-3-15,-2 10 0 0,7 1-5 0,0 2 0 16,5 0-5-16,0 1-3 0,5 7 0 0,5 0 5 16,-5-1-4-16,9-1-9 0,-1 3 6 0,0-5-3 15,2 5 1-15,-2-6 1 0,2 1-1 0,0-5-2 0,0 0-6 16,-3 1 1-16,-1-14 13 0,-1 3-9 0,2-3 0 15,0-2-5-15,-4-6-26 0,-3-3-10 16,3-2-11-16,-3 0-16 0,2-5-20 0,1-1-15 0,-3-1-8 16,4-2-16-16,-4-1-28 0,0-5-46 0,0 0-51 15,0 0-29-15,0 0-225 0,0 0-540 0,-4-21 240 16</inkml:trace>
  <inkml:trace contextRef="#ctx0" brushRef="#br0" timeOffset="-130262.99">15199 9945 42 0,'-2'-8'366'0,"2"1"5"15,-6-4-1-15,6 4 13 0,-7 0-9 16,7-3-18-16,-2 6-21 0,4-4-25 0,-2 8-33 16,5-12-29-16,-3 7-25 0,4-3-18 0,1 3-28 0,1 0-25 15,0-2-30-15,6 3-30 0,2 1-42 0,4 1-48 16,3 2-43-16,4 2-40 0,-1 5-35 0,4 1-42 15,0-5-49-15,-2 3-50 0,2 0-48 0,-2 6-244 16,0-5-594-16,-3 1 263 0</inkml:trace>
  <inkml:trace contextRef="#ctx0" brushRef="#br0" timeOffset="-129450.48">15631 9907 113 0,'0'0'133'0,"35"7"-5"0,-25-3-18 0,0-3-13 0,3 2-7 15,2 5-15-15,5-5 3 0,-4 1-11 16,1-2-7-16,1 1-5 0,0-3-6 0,4 3-9 16,-8-3-1-16,6-3-8 0,-3 0 6 0,-2 1-6 0,0-3 13 15,-2-2 5-15,-5 1 1 0,5 1-5 0,-4-4 6 16,-1-1-3-16,-1 2 8 0,-2-3 6 15,1-4 9-15,-2 2 13 0,-4 2 3 0,0-4 6 0,0 6 3 16,-2-7 0-16,0 6-4 0,-3 0-10 0,2-4-9 16,-4 6-10-16,-4 0-4 0,2-3-6 0,-5 8-1 15,-1-2-13-15,1 3 0 0,-2-4-7 0,3 10-5 16,-7 0-4-16,3 0 0 0,2 0-3 0,0 7-4 16,2 1-1-16,2 3 2 0,-1 0-2 0,5 1-1 15,-1 3-1-15,8 0 3 0,-2 2-4 0,12 6 1 16,-1-3-2-16,6 3-5 0,4-1 1 0,5-1 0 15,5-1-1-15,8 0-8 0,4-4-10 0,2-1-17 16,-11-8-12-16,9 4-12 0,-1-5-13 0,-5-6-7 0,13 1-1 16,-19-5 0-16,8 2 5 0,-9-6 4 15,2-1 9-15,1-5 4 0,-11 2 7 0,6-4 3 16,-9-2 2-16,0 2 7 0,-4-5 4 0,-3 6 14 0,0-9 6 16,1 6 17-16,-7-5 16 0,-1-1 9 0,-2 4 10 15,-2-2 4-15,-1 3 1 0,-3 3-8 0,-1-1-2 16,-3 1-3-16,-1 1-4 0,-1 3 0 0,1 4-4 15,-5 1-1-15,-2-2-3 0,-2 4-2 0,-3-1-3 16,9 4 0-16,-5 4-3 0,3 1-2 0,-5-2-1 16,7 5 2-16,-4-2-2 0,4 6-5 0,0-2 2 15,3-2 0-15,3 8-1 0,0-5 0 0,6 1-4 16,-4 1-1-16,3-3-3 0,4 1 4 0,4-3 1 16,-2 2-3-16,6-4 1 0,0 0-3 0,-4-1 3 15,9-2-5-15,5 1 1 0,-5-1-2 0,5-5-1 16,-4-5 0-16,1 2 1 0,3-1 3 0,-4-4-1 15,2-3 1-15,1 3 1 0,-4-6 3 0,-1 6 2 16,0-8 8-16,2 7 22 0,-8-9 26 0,6 6 15 0,-8-1 14 16,4 0 7-16,-3 4 15 0,0-1 11 15,-1 3-3-15,-6-3 1 0,7 5-9 0,-6 2-9 16,3-5-19-16,-4 8-18 0,3-7-9 0,-3 7-4 0,0 0-12 16,0 0-11-16,0 0 18 0,0 0-30 0,0 0 6 15,-3 20-2-15,-1-12-4 0,4 2 1 0,4 2-6 16,-1-1-4-16,-3 2-2 0,2 2-3 0,4 2 3 15,1-3-7-15,1 2-3 0,0-4-1 0,6 3-16 16,1 0-12-16,0-3-14 0,-2 0-20 0,2-3-18 16,6 3-19-16,-4-4-16 0,1-3-24 0,-2-1-22 15,1-3-20-15,1 2-28 0,-1-6-18 0,1 0-23 16,2-3-202-16,-4-2-492 0,-1-2 218 0</inkml:trace>
  <inkml:trace contextRef="#ctx0" brushRef="#br0" timeOffset="-128653.6">16948 9439 96 0,'-5'-7'250'0,"4"-3"-4"0,-6 2-9 16,7 1-18-16,-6 0-24 0,6 7-19 0,-7-9-23 0,7 9-17 16,0 0-14-16,-7 2-11 0,7-2-12 0,0 0-7 15,-10 20-10-15,10-10-8 0,0 5-6 0,0 6-6 16,0-4-6-16,2 8-4 0,3 5-5 0,-5-4-5 15,3 2-5-15,1 0-2 0,-3 12 0 0,6-8-6 16,-5-1-3-16,-2 3-2 0,6 5-2 0,-1-6-4 16,-3-4-1-16,-1-1-1 0,-1-1-2 0,0-6-8 15,0-3-12-15,0-2-10 0,7 3-12 0,-7-6-15 16,0-3-10-16,5 1-6 0,-5-8-1 0,0 6 1 16,0-5 6-16,0-4-9 0,0 0-4 0,0 0-3 15,0 0 4-15,0 0 5 0,0 0-1 0,0 0 0 16,-12-27 1-16,11 20 9 0,-1-6 13 0,2 3 0 15,-5-2-2-15,4 0 10 0,-4-3 9 0,-2 2 13 0,5 4 20 16,2 0 14-16,-1 0 14 0,-3 0 12 0,1 2 13 16,-2-3 0-16,3 6 11 0,-3-2 2 15,5-1 6-15,0 7-5 0,0-10-3 0,0 10-7 0,0-7-5 16,0 7-8-16,0 0-1 0,0 0-3 0,5-3-9 16,-5 3-1-16,0 0-4 0,24 6-6 0,-13-2-7 15,-1-1 2-15,5 2-6 0,0 2 7 0,6-3-9 16,-4 0-4-16,1 0 1 0,0 3-3 0,1-3 0 15,-3 0-2-15,-1 1 1 0,2 1-2 0,-3-2-1 16,0 1-2-16,-6-5 2 0,0 2 2 0,2-1 2 16,-10-1 18-16,13 0 17 0,-13 0 8 0,12 0 10 15,-12 0-2-15,0 0 4 0,0 0-13 0,10-1 3 16,-10 1-13-16,0 0-1 0,0 0 3 0,7 2-18 16,-7-2-3-16,0 0-2 0,6 7-6 0,-6-2-1 15,0 3-4-15,0-2-2 0,0 3 2 0,3-2-3 16,-3 4 1-16,4-2 0 0,-4 2 1 0,0 0-3 15,1-2-3-15,6-1 3 0,-7 6-4 0,7-6 0 0,-6 0-2 16,6-1 5-16,-2 2-2 0,-3-2-4 0,4-3 0 16,2 0 3-16,-1 1-3 0,1-2 3 15,-8-3-1-15,14-3 6 0,-14 3-9 0,19-5-2 0,-10 0-6 16,1-2 8-16,-2 0-8 0,4-1 2 0,-4 0 3 16,5-6-5-16,-3-3-1 0,2 9 5 0,-7-7-3 15,6 3 2-15,-4-7 3 0,3 9-2 0,-2 3 1 16,-3-6 4-16,0 6 4 0,-2 0-4 0,2-3 7 15,-2 6-4-15,2-4 2 0,-3 1 0 0,0 2-4 16,-2 5 0-16,5-7-6 0,-5 7 0 0,5-8-11 16,-5 8-6-16,0 0-2 0,0 0 3 0,0 0 1 15,0 0 1-15,3 15 1 0,-1-8-1 0,3 0 3 16,-5 1-3-16,1-1 0 0,6 3 1 0,-7-1-5 16,7-1-8-16,-7 4-8 0,4-3-12 0,0 3-18 15,4 0-12-15,-8-4-16 0,3 3-15 0,1-2-10 16,-1-1-23-16,0 1-26 0,-3-3-20 0,7 0-28 15,-7 0-11-15,0 0-144 0,0-6-403 0,2 9 178 0</inkml:trace>
  <inkml:trace contextRef="#ctx0" brushRef="#br0" timeOffset="-127823.95">17731 9968 261 0,'0'0'361'0,"-3"-8"-4"0,3 8-13 0,0 0-13 0,0 0-12 16,-3-11-9-16,3 11-17 0,-4-3-28 0,4 3-29 16,0 0-27-16,0 0-23 0,0 0-24 0,0 0-23 15,0 0-25-15,0 0-28 0,0 0-5 0,0 0-19 16,0 0 1-16,0 0-4 0,15 14-7 0,-11-5-12 16,1-3 1-16,1 3-9 0,-4 3 8 0,3-1-14 15,-2-1-1-15,0 0-6 0,1-2-7 0,-4 7-7 16,5-4 1-16,-5-1-1 0,1-1-5 0,1 0 3 15,-2 0-11-15,0-3 10 0,0 1-4 0,0-7-1 16,0 8 1-16,-2-2 6 0,2-6-6 0,2 6 11 16,-2-6-1-16,0 4 12 0,0-4 23 0,0 0 22 0,0 0 15 15,0 0-6-15,0 0-9 0,0 0 2 16,0 0-10-16,0 0-5 0,13-16-4 0,-8 10-7 16,3-1 4-16,-1-1-12 0,0-1-5 0,3-3 0 0,0-1-5 15,3 2 0-15,-5-1-4 0,5 0 0 0,-1-3-2 16,-2 1-4-16,5-2 0 0,-5 5-6 0,6-8-1 15,-4 10-8-15,3-6 5 0,-4 3-1 0,-1 0 0 16,-3 4 2-16,-1 1-1 0,1 1 5 0,-5 0-9 16,4 3-6-16,-6 3-1 0,5-10-9 0,-3 5-9 15,-2 5-20-15,0 0-5 0,2-5-17 0,-2 5-13 16,0 0 0-16,6-4 4 0,-6 4 2 0,0 0 8 16,0 0 2-16,0 0 3 0,0 0-3 0,0 0 6 15,0 0 3-15,0 0 3 0,-6 23 2 0,6-19 6 16,0 2 0-16,0-6 2 0,6 9 6 0,-6-9 4 15,5 9 2-15,-1-2 3 0,4 1-2 0,-5-5-1 16,2 3 8-16,7-1 3 0,-4 0-2 0,0-3 2 0,1 1 0 16,0 0 1-16,1-3 3 0,0 0 6 0,-10 0-2 15,22-6 1-15,-17 6 6 0,3-5-3 16,-1-2 3-16,-1 2 4 0,1 1 0 0,-4-4-1 0,2 3 6 16,-1-5 3-16,-1 3 9 0,-6 2 2 0,3-2 2 15,-2-3-1-15,-1 4 6 0,-1-2-2 0,1 0-5 16,-4 5-5-16,1-1 4 0,-1-4-2 0,0 4-8 15,1 3 2-15,6 1-1 0,0 0-6 0,-25 5 1 16,18-3 4-16,-1 4-5 0,1-2 2 0,-1 4 1 16,3 1-7-16,-3 4-3 0,1 1-4 0,4-4 0 15,3 7-25-15,2-7-19 0,-1 7-21 0,3 0-33 16,2 2-41-16,3-3-50 0,0-4-50 0,6 2-77 16,0-2-167-16,12 1-533 0,-4 1 235 0</inkml:trace>
  <inkml:trace contextRef="#ctx0" brushRef="#br0" timeOffset="-126688.24">18797 10042 129 0,'0'0'186'16,"0"0"-10"-16,0 0-11 0,0 0-14 0,0 0-11 16,0 0-15-16,35 7-11 0,-13-6-12 0,-4 2-11 0,12-2-9 15,-7 1-8-15,8-2-9 0,2 0-5 0,-1 1-8 16,-4-2-2-16,2-1-6 0,-2-2-4 0,2-2-5 15,-2-3-3-15,-10 3-1 0,0-6-4 0,-1-2 1 16,-1 7 0-16,-1-6 3 0,2 3 11 0,-9-7 8 16,2 6 18-16,0-4 8 0,-10 4 11 0,5-3 7 15,-5-3 4-15,0 7 1 0,-4-2-8 0,-1 2-5 16,-4-2-5-16,-3 2-4 0,-1 0-7 0,4 3-11 16,-7 0-2-16,1 1-2 0,-2 3-7 0,-1 0-8 15,2 7 3-15,1-1-13 0,-2 2-2 0,1 1 1 16,1 3-7-16,-2 3-1 0,7 0-1 0,-3 3-3 15,5 0-2-15,1 1 2 0,1 3 0 0,6 0-3 16,0 0-2-16,0 4 1 0,6-3 0 0,2 2-1 0,7 2-3 16,0-8-2-16,2 8-4 0,8-5-1 0,-2 0-8 15,-2-4-4-15,7-2-8 0,-1-1-5 16,-1-1-7-16,6-7-2 0,-2 1 0 0,-2-3-4 0,0-2 4 16,-7 0-3-16,1-7 4 0,-6 3 2 0,3-7 1 15,1 2 3-15,-1-1 3 0,-7-3 3 0,8 2 8 16,-12-5 10-16,4 4 11 0,-1-5 8 0,-1 3 10 15,-1-1 8-15,-1 2 8 0,-2-1 18 0,-2 2-8 16,2 0 9-16,-6 2 1 0,7 4-2 0,-5 3-4 16,1-1-15-16,-3 4-2 0,3-8-10 0,-3 8-16 15,2-6-10-15,-2 6-2 0,0 0-3 0,0 0 6 16,0 19-1-16,0-12-5 0,5 0 0 0,-5 5-4 16,0-1 2-16,2 6 4 0,-2-2-4 0,3-1-6 0,0 1 3 15,-3 2-1-15,0-7 3 0,3 2-9 16,2-2 13-16,-5 2-10 0,0-1-1 0,7-4 2 15,-4-2-1-15,1 2 2 0,2 1 4 0,-1-5 1 16,2-2 0-16,3 4 1 0,-10-5-2 0,16 0 1 0,-16 0 8 16,24-6-7-16,-18-2 7 0,14 2-9 0,-7-1 3 15,2 0-1-15,0-6-1 0,0 1 5 16,-3 3-1-16,4-2 6 0,-4 0 7 0,1 2 8 0,0-5 11 16,-3 5 16-16,-2-3 7 0,1 5-2 0,-3-1 7 15,3 0 6-15,-6 1-10 0,0 0 5 0,4 1-7 16,-4 0-5-16,-3 6-7 0,3-9-4 0,-3 9-14 15,5-6-2-15,-5 6-22 0,0 0-23 0,0 0-4 16,0 0-7-16,0 0-3 0,0 0-4 0,10 14-12 16,-10-7 0-16,5-1-9 0,-1 3-18 0,4 4-12 15,5 1-16-15,-6-1-16 0,8 1-18 0,-1-1-22 16,1 1-12-16,9-1-26 0,2 1-12 0,-3-1-18 16,4-4 2-16,-1 2 1 0,-8-4-153 0,4 0-410 15,-2-6 181-15</inkml:trace>
  <inkml:trace contextRef="#ctx0" brushRef="#br0" timeOffset="-126360.11">20345 10138 594 0,'10'-11'-39'0,"0"-5"13"0,-5 1 21 0,0-1 7 0,1-3 23 16,-1-8 11-16,-3 7 13 0,-2 1 16 0,-7-3 22 16,6-3 13-16,-9-2 22 0,5 11 22 0,-5-1 11 15,0 4 8-15,3-6 0 0,-8 7 2 16,7-1-9-16,-7 4-5 0,2 0-19 0,0 0-10 0,-1 2-20 16,-4 0-5-16,7 7-11 0,-3 0-11 0,-2 5-6 15,-2 2-6-15,4 5-8 0,3 0-3 0,-4 11-5 16,7 3-3-16,-4-1-6 0,9 5 0 0,-1 0-3 15,8 13-3-15,-3-2-8 0,8 3 4 0,-4-5-9 16,3 4 5-16,0 0-3 0,5-2-1 0,1 6-1 16,-1-8-4-16,2-1-1 0,-2-6-2 0,4 4 2 15,-1-6-4-15,-8-3-2 0,2-1 1 0,2-1 3 16,-4-8-6-16,-1 0 3 0,3-5 1 0,-10-1-3 16,5 1-5-16,-2-3 4 0,-3-3 2 0,0 0 12 0,0 0 19 15,-3-2 17-15,3-4 14 0,-12 7-2 16,2-6 0-16,-1 2-12 0,-4-6-6 0,-4 3-4 15,0-1-3-15,-1 1-12 0,2 0-6 0,-4 0-25 0,5-2-20 16,-1 2-25-16,8 0-26 0,-3 3-22 0,3-3-27 16,10 0-19-16,-20 3-22 0,14-3-33 0,6 0-32 15,0 0-43-15,0 0-186 0,0 0-492 0,0 0 218 16</inkml:trace>
  <inkml:trace contextRef="#ctx0" brushRef="#br0" timeOffset="-126063.23">20740 10015 36 0,'0'0'322'0,"0"0"-11"15,2-7-7-15,-2 7-23 0,5-5-17 16,-5 5-20-16,0 0-26 0,0 0-22 0,0 0-19 15,2-3-15-15,-2 3-24 0,0 0-12 0,0 0-10 0,0 0-13 16,0 0-12-16,0 22-7 0,-2-15-14 0,2-1-2 16,-5 8-6-16,5-6-7 0,0 6-4 0,0 4-3 15,5-3-13-15,-5 0 3 0,2 1-1 16,-2 4-8-16,0-2-1 0,1-2-11 0,6 1-20 0,-2-2-17 16,-3 3-20-16,3-6-30 0,-2 3-33 0,-3-6-34 15,0 3-42-15,6-6-44 0,-1 2-54 0,-3-5-167 16,5-1-480-16,-6 3 213 0</inkml:trace>
  <inkml:trace contextRef="#ctx0" brushRef="#br0" timeOffset="-124624.11">20982 9980 171 0,'0'0'215'0,"0"0"-20"0,0 0-21 16,0 0-19-16,0 0-16 0,0 0-14 0,0 0-13 15,0 0-10-15,-2 23-9 0,2-12-9 16,0-2-10-16,2 3-4 0,-2 3-10 0,0 0-5 0,3-3-4 16,-3 7-5-16,0-2-5 0,4-3-5 0,-1 4-4 15,-3-5-1-15,0 2 0 0,2-3-5 0,1-4-7 16,-3 0 0-16,0 3 0 0,2-8 1 0,-2 5 1 15,0-8 3-15,1 10 19 0,-1-10 5 0,0 0 0 16,0 0-3-16,0 0-1 0,0 0-1 0,18-18 8 16,-14 9 2-16,4-1 1 0,-3-1 2 0,0-1-2 15,5-2 4-15,-2 1 2 0,0-1 8 0,1-2 2 16,4 0 7-16,-5 4 8 0,5-2 6 0,-4 6 8 16,2-2-7-16,-4-1-7 0,-2 4-9 0,5-1-7 15,-4 5-10-15,-2-2-7 0,2 0-9 0,1-2-2 16,-7 7-6-16,7-7-5 0,-7 7-4 0,0 0-1 15,11 12-8-15,-1-7 1 0,-5 1-3 0,2 3-14 16,4 5-9-16,-1-2-7 0,2 0 4 0,-2 3 1 0,5-2-14 16,0 4-6-16,4-1 0 0,0 2-7 0,2 0 0 15,-6-7-6-15,10 2-6 0,-7-3-7 16,4 1-2-16,-7-6 2 0,8-1-2 0,-2 5 0 0,-6-9 5 16,7 0 2-16,-6-6 2 0,2 3 5 0,-8 0 5 15,5-3 0-15,-3 0 7 0,3-7 1 0,-9 3 5 16,4-2 3-16,-2-3 3 0,1 2 2 0,-6-1 4 15,-1 0 8-15,-1 0 7 0,-1-1 5 0,-1 3 8 16,-4-3 2-16,3 2 5 0,-8-1 0 0,0 1-1 16,0-1 2-16,0 5-2 0,-6-3-6 0,4 1-1 15,1 8-4-15,1-2 0 0,-7-2 0 0,2 6-2 16,2 1-1-16,0 1-2 0,5 6 0 0,-6 0-1 16,4-2 1-16,4 6 0 0,-6 1 0 0,9-1 2 0,-2 4-2 15,3 0-3-15,4 3 7 0,-2-3-10 16,7 4 5-16,-1 1-3 0,7-1-2 0,2 5-1 15,0-9-8-15,7 4-9 0,-4 3-9 0,3-4-11 0,6-8-10 16,-4 5-5-16,5-4-11 0,-1-5-10 0,-6-3-3 16,1 3 2-16,-1-6-2 0,11-2 10 0,-12-3 7 15,1 3 7-15,-4-4 2 0,6 0 5 0,-5-6 11 16,-1 4-1-16,-4 0 6 0,3-4 13 0,-7 2 12 16,2-3 7-16,-4 1 8 0,-2-2 11 0,1-1 8 15,-2 3-1-15,-3-3 5 0,-2 1 5 0,-3 2 7 16,3-1-2-16,-4 0 2 0,0-3-4 0,-2 2-4 15,-1-1-1-15,-4 6-1 0,2-2-3 0,4 3-3 16,-7 1-3-16,6 2-2 0,-3 1-9 0,-2 0-2 16,6 4 3-16,6 0-1 0,-23 4 0 0,14-2-6 15,3 4 1-15,4-2-1 0,-5 8-1 0,6 0 2 16,1-4-2-16,-5 10 2 0,10-6-1 0,-4 6-2 0,8-5-1 16,-3 4-1-16,3 1 0 0,4-4 3 0,0-1-4 15,-5 2-2-15,6-3 4 0,-4-3-6 0,4 1 1 16,1-5 1-16,-6 1 0 0,-1-5 1 0,7 3 0 15,-9-4 2-15,-6 0-3 0,22-5 4 0,-11 5 1 16,-2-3 0-16,-1-3-1 0,2 0 1 0,0 2 3 16,-2-4 6-16,-1 5 7 0,1-5 1 0,2 3-3 15,-3-2 2-15,1 3-1 0,-1-2 5 0,1 1-3 16,-2 1-2-16,3-4 2 0,-3 5-5 0,3 0 0 16,2 2-3-16,-1-2-2 0,-10 3 2 0,15 3-6 15,-2 0 0-15,0-2-2 0,-3 4 0 0,2 0 4 16,-4 2-7-16,6 2-4 0,-5 3 5 0,5 0-3 15,-4-3 3-15,-2 1-3 0,3 1-1 0,-4 1 0 16,1 0 0-16,-4-8 0 0,1 4 0 0,-2 4 0 0,0-5-5 16,-3 0 2-16,2 3-1 0,0-7-3 0,-2 3 2 15,0-6 2-15,0 0-1 0,-2 8 4 0,0-6-2 16,2-2 4-16,0 0 1 0,0 0 5 0,0 0 5 16,0 0 11-16,-3 7 7 0,3-7 9 0,0 0 8 15,0 0-5-15,0 0-4 0,0 0-6 0,0 0-5 16,0 0-5-16,0 0 5 0,33-9-17 0,-18 9 0 15,2 0-6-15,4 0-10 0,1 1 6 0,4 0-12 16,1 4-9-16,7-3 1 0,1 2-8 0,-2-4 2 16,2 4-12-16,-4-2-4 0,14-2-3 0,-12 0 2 15,13-2-2-15,-14-2-5 0,13-2 0 0,-11 0-3 16,1-2 3-16,-3 4 1 0,1-11 3 0,-7 7 1 16,2-8 2-16,-6 2 8 0,-1-5 1 0,1-1 4 15,-6 0 6-15,-1 4 0 0,-3-6 5 0,-2 2 2 0,-5 3 8 16,-2 2 4-16,-3-7 3 0,0 6-4 15,-3-2 2-15,-2 3-5 0,-5-2 2 0,-2 7 3 16,-6-7 0-16,0 10 7 0,0-2 1 0,-2 3-2 0,-2 6-2 16,-6-2 5-16,-3 7-2 0,4 7 2 0,-4 2 2 15,8 5 0-15,-7 5 7 0,2 6 12 0,0 6 7 16,13-8 1-16,-9 13-3 0,8 4 6 0,1 0 6 16,3 1 2-16,6-2 4 0,3 2-8 0,-2 1-3 15,10-2-6-15,-4-6 0 0,4 3-2 0,5-12-3 16,-2 0-2-16,2 0 0 0,2-3-6 0,3-4-2 15,-9-7 2-15,8 0-12 0,-6-1-25 0,0-7-42 16,-1-1-53-16,3 1-65 0,-4-8-80 0,3 0-216 16,-9 0-512-16,13-9 227 0</inkml:trace>
  <inkml:trace contextRef="#ctx0" brushRef="#br0" timeOffset="-124436.61">22559 9667 223 0,'-6'-19'430'0,"-1"6"-37"0,5-4-40 0,-2-1-46 15,-1 3-38-15,0 0-31 0,0 0-24 0,3 0-44 16,-8 3-59-16,5 3-54 0,-3 0-55 16,-5 6-48-16,-2 0-67 0,0 6-75 0,-3 0-216 0,-1 7-436 15,-10 1 193-15</inkml:trace>
  <inkml:trace contextRef="#ctx0" brushRef="#br0" timeOffset="-123561.6">19168 11067 220 0,'5'-7'402'0,"0"-2"-5"15,-2 1-12-15,-1 2-16 0,3-2-31 0,0 4-28 0,-5 4-40 16,1-4-31-16,-1 4-25 0,0 0-29 0,0 0-22 16,0 0-15-16,0 0-20 0,7 20-10 0,-5-8-9 15,-1 8-15-15,8 5-4 0,-8 1-16 0,3 1-3 16,4-2-11-16,-5 1-15 0,1 1-10 0,2-2-6 16,1-6-6-16,-6 0-5 0,1-3-5 0,5-1-10 15,-1-1 0-15,-6-5 6 0,7 2-2 0,-7-4 2 16,0-4-1-16,5 2-1 0,-5-5-2 0,10 0 3 0,-10 0-5 15,15-10 5-15,-7 0 2 0,5-2-11 0,-1-1 12 16,-1-3 0-16,4 0-1 0,-1-5-1 16,5-3 4-16,-2 8 3 0,-2-4-3 0,-7 5 5 0,9-3 0 15,-6 1 4-15,-2 4-3 0,2-1 2 0,-4 7 0 16,-2-1 2-16,1 1-11 0,1-1-2 0,-2 6-5 16,-2-5-6-16,-1 4-14 0,-2 3-5 0,0 0 1 15,0 0 5-15,13 10 0 0,-8-3-3 0,-2 0 8 16,-3 6-2-16,5-3-5 0,-3 5 4 0,1-3 1 15,2 4 1-15,-5-2-14 0,5-1 15 0,-5-2-2 16,5 1 5-16,-3-5 1 0,-2 1 13 0,2 3-7 16,1-8 3-16,-1 1 3 0,-2-4 15 0,3 6 0 0,-3-6 1 15,0 0 12-15,21-8 6 0,-14 4 0 16,1-2 3-16,7-4 20 0,0-1 9 0,-2 2 5 0,2-5 2 16,2 1 8-16,3-1 10 0,-4 1 5 0,2 2 3 15,-1-1 6-15,-2-3-12 0,1 5-8 0,-2-2-5 16,0 0-5-16,-2 3-10 0,-4 3-9 0,1 0-7 15,-1 3-8-15,-1 0-12 0,-7 3-10 0,8-3-20 16,-8 3-9-16,0 0-3 0,15 9-10 0,-10 0-13 16,-2 1-16-16,4 2-28 0,-1 4-15 0,1 0-22 15,3 3-11-15,-5 1-13 0,8 6-7 0,-3-4-12 16,6 3-18-16,-1 1-18 0,0-6-17 0,5 3-27 16,3-1-15-16,-1-3-12 0,-1-1-15 0,2-3-21 0,6-3-19 15,-6 0-1-15,3-2-175 0,-3-2-532 16,1-2 236-16</inkml:trace>
  <inkml:trace contextRef="#ctx0" brushRef="#br0" timeOffset="-123170.97">20381 11409 258 0,'7'-9'16'0,"1"-5"27"0,-1 5 21 0,-1-4 21 16,-4-1 19-16,-2-1 16 0,0 3 9 0,5 0 17 15,-10 4 0-15,3-4-7 0,-4 1-6 0,-1-1-6 16,-1 6-9-16,-5-6-7 0,3 3-12 0,-7 6-3 16,-1-1-5-16,0-7-3 0,-2 11-5 0,2 3-9 15,-11 0-2-15,10 3-8 0,-3-3-11 0,4 1-2 16,1 3-8-16,1 1 0 0,1 1-6 0,0 2-4 15,5-4-1-15,-2 4-3 0,4-2-1 0,2 0-4 16,4 1 1-16,-5-1 0 0,7 4-1 0,0-3-3 16,4-1-3-16,1 0 3 0,1 0 0 0,2-2-5 15,6-2 1-15,1 1-5 0,4 0 2 0,-2-4-5 16,0-2 4-16,2 0-4 0,-2-4 2 0,3 0-3 16,-2-2 1-16,0 1-1 0,-3-3 12 0,2 0 21 0,-2-1 26 15,-4-3 16-15,1 3 19 0,-2 1 17 16,1-4 11-16,-2 5 7 0,-3-1 4 0,1 0-11 15,1 0-2-15,-8 0-2 0,7 5-4 0,-7-5-8 0,0 8-11 16,8-7-14-16,-8 3-7 0,0 4-15 0,0 0-10 16,8-8-20-16,-8 8-32 0,0 0-16 0,0 0-10 15,0 0 1-15,0 0-12 0,0 0-9 0,0 20-15 16,0-10-3-16,4 1-10 0,-4 1-15 0,1 0-17 16,1 0-15-16,6 2-22 0,-5 0-30 0,6 0-33 15,-3 2-33-15,4-5-33 0,-3-2-38 0,8 3-202 16,-4 0-548-16,4-5 243 0</inkml:trace>
  <inkml:trace contextRef="#ctx0" brushRef="#br0" timeOffset="-122733.46">20769 11235 139 0,'0'-9'257'0,"3"1"5"0,-3 1 1 15,0 3-5-15,0-4-10 0,0 8-12 0,0-8-19 16,0 8-16-16,0 0-32 0,0-7-4 15,0 7-31-15,0 0-14 0,0 0-13 0,0 0-11 0,0 0-7 16,0 0-14-16,0 0-4 0,-10 16-7 0,5-5-4 16,5-2-11-16,0 1-4 0,-7 1 4 0,6 4-14 15,-1-2-4-15,2 4-3 0,2 1-5 0,-2-6-4 16,1 3-4-16,6-1-7 0,-7-2-2 0,7-2-1 16,-7 2-3-16,8-2 5 0,-3-5-6 0,-4 1 4 15,4 2 3-15,2-7-2 0,-7-1 2 0,10 3-2 16,-10-3 2-16,0 0-1 0,23-8 5 0,-16 3 6 15,1-3 7-15,4-1 8 0,-2-1 27 0,3-3 0 16,-2 1 11-16,-1 0 10 0,4-4 6 0,0 1 6 16,-4 2 5-16,4-1 1 0,-6 1 4 0,3-2-4 15,-2 7-2-15,-3 1 1 0,3-4-10 0,-4 3 4 16,0 5-7-16,3-2-10 0,-8-2-9 0,0 7-10 0,11-5-5 16,-7 1-10-16,-4 4-13 0,0 0-11 0,0 0-11 15,0 0-5-15,0 0-4 0,15 11-3 16,-12 1-11-16,2-3-11 0,-5 3-6 0,0 0-14 0,7 3 3 15,-1 0-26-15,1 0-8 0,-1 1-15 0,-4 3-9 16,6-3-20-16,4-1-25 0,-4 0-24 0,0 3-33 16,1-8-23-16,-1 5-32 0,-1-6-31 0,4-1-47 15,-2-2-171-15,-1 0-550 0,5-3 244 0</inkml:trace>
  <inkml:trace contextRef="#ctx0" brushRef="#br0" timeOffset="-122332.64">21351 11235 161 0,'0'0'199'0,"0"-9"-17"0,0 9-18 0,0 0-23 15,-8-4-13-15,8 4-12 0,0 0-8 0,0 0-15 16,-12 13-5-16,9-7-4 0,0 2-9 0,1 4-6 0,0-5-8 16,2 5-6-16,0-1-4 0,0 2-7 0,0 1-1 15,0 0-2-15,4-1-2 0,-1-3-2 16,0-1-7-16,1-1-6 0,-1-1 2 0,2 0-1 0,3 0-6 15,0-7 4-15,1 4-7 0,-3-2 1 0,-6-2 1 16,17 0-5-16,-7-5 1 0,3 2 7 0,-6-3 8 16,4-2 17-16,-2-2 9 0,4 0 5 0,-3-2 13 15,5-1 8-15,-9 0 2 0,9 4 9 0,-3-6 6 16,-2 1 2-16,-4 6-2 0,3-1-2 0,-1-1 4 16,-2 2-10-16,-1 0-2 0,2 0-11 0,-5 1-7 15,-1 4-9-15,4-3-6 0,-5 6-27 16,2-6-12-16,-2 6-6 0,0 0-3 0,0 0-4 15,0 0-2-15,-2 22-5 0,2-17-1 0,0 6-3 16,2 5-3-16,-2 2-4 0,3-3-13 0,-1 1-8 16,3 4-12-16,3-1-18 0,2-2-23 0,3 7-25 15,2-3-21-15,2 0-16 0,-1-2-18 0,6-8-18 16,-7 1-13-16,11 2-12 0,1-1-5 0,-1-6-125 16,2 1-369-16,-1 1 163 0</inkml:trace>
  <inkml:trace contextRef="#ctx0" brushRef="#br0" timeOffset="-121129.5">21955 11513 565 0,'17'-7'-44'16,"1"-2"12"-16,-3-2 20 0,0-1 26 0,-5-2 13 0,1-1 18 15,-2-2 33-15,1 1 1 0,-9 1 14 16,4-5 17-16,-5 7 0 0,0-5 14 0,-6 4 7 16,-1 0-6-16,-1 3-7 0,1 0-9 0,-5-2-2 0,2 4-12 15,4 1-10-15,-9 4-10 0,0-4-8 0,3 4-7 16,-2 0-10-16,0 4-2 0,14 0-4 0,-26 1-4 16,11 6-9-16,5 0 0 0,2-2-1 15,-5-2-1-15,6 8-4 0,-1-5-2 0,1 4-4 0,4 2 1 16,-2-7 0-16,3 5-6 0,-1-3 0 0,3 1-4 15,3-1 0-15,-1 0 3 0,4-1-1 0,1 0 1 16,0-4-3-16,-1-1-1 0,-6-1 2 0,18 0-3 16,-3 0 2-16,-8-3-3 0,3-3 8 0,1 0 13 15,-2-1 15-15,4-1 15 0,-5 2 3 0,1 2 14 16,-1-5 6-16,-2 2-5 0,3 3-1 0,-3-3-3 16,1 2 5-16,-2 2-26 0,2 0-3 0,-7 3-8 15,4-5-6-15,-4 5-10 0,0 0 4 0,0 0-8 16,0 0-1-16,12 11-4 0,-9-6 2 0,1 3-1 15,2 0-3-15,-2 3-4 0,4-1 1 0,5 3 0 16,-5 1-1-16,1 1-2 0,4-1 0 0,0-1-3 16,2-1-6-16,0 3 7 0,2-6 9 0,-3 1-10 0,6 0-1 15,-2-3-4-15,1-1-1 0,4-2-2 0,2-1 0 16,-5 1 12-16,1-3-18 0,1-6-7 16,-1 4-5-16,-1-5-7 0,6-3-7 0,-2-2-1 0,-3 3 6 15,1-3 3-15,-1 0 3 0,-1-1 0 0,2-4 2 16,-6-4 1-16,4 1 2 0,-8 1 3 0,2-3 5 15,0-3 2-15,-1-5 2 0,-1 4 0 0,1-16 6 16,-5 17 6-16,4-3 12 0,-4 2 1 0,0-4 3 16,-3-3 8-16,-2 6-7 0,4 6 9 0,-5 0 1 15,1-2 3-15,-1 6 2 0,-1 1 2 0,-1-3-2 16,4 5 0-16,-4 1-11 0,0 4 5 0,-4-1-4 16,3 0-3-16,2 4-10 0,-1 5-5 0,-3-7 2 15,3 7 3-15,-5-5-3 0,5 5-7 0,0 0 2 16,-21 9-4-16,14-2 2 0,-1 3-1 0,-1 3 2 15,-1 3-1-15,1 6 1 0,-1 2-1 0,5 0-3 16,-4 6 15-16,6 1-17 0,-2-2 6 0,5 3-12 16,0 5 1-16,0-3-4 0,7 4-3 0,-1 2-5 0,1-10-7 15,0-3-11-15,2-1-6 0,3-1-9 0,0-2-13 16,1-7-16-16,2 1-10 0,0-4-16 16,0-2-12-16,4-1-7 0,0-4-6 0,2-4 2 0,1-2-4 15,1-2 6-15,-3-2-3 0,8-3 8 0,-5-5 1 16,7 1 11-16,-7-5 7 0,3-1 7 0,-4-2 12 15,-2-6 0-15,1 6 28 0,-6-5 18 0,3 0 21 16,-3 0 12-16,-5-6 15 0,5 3 22 0,-8 0 9 16,1-3 13-16,-6 3 10 0,3 2 5 0,-5-1 2 15,0 6 4-15,-5 1-2 0,3 1 1 0,-5 1-1 16,-1 1-3-16,2 4-6 0,-3-3-6 0,-2 4-10 16,-3 3-5-16,0 1-3 0,-1 6-5 0,-4 1-4 15,5 1-4-15,-3 6-3 0,2-2-2 0,-1 7 0 16,1 2-1-16,1 1-4 0,-4 6-2 0,8 0 3 15,2 3-1-15,1 0-1 0,1 4-3 0,-1 2-1 16,7-1 0-16,0 1 0 0,3 0 1 0,1-2-2 16,1 1-1-16,1-1-3 0,3 3 0 0,-3-8 1 0,3-6 0 15,-3 1-2-15,6 1 0 0,-1-2 1 0,-1-3 1 16,5-1-2-16,-2 1 1 0,2-2-4 16,-1-8 1-16,0 0 0 0,0 1 0 0,-3-5 1 0,7 2 0 15,-3-2-1-15,4-2 0 0,-5-4 0 0,1 3 3 16,0 0 5-16,-1-5 3 0,-1 4 22 0,-3 1 0 15,-4-3 2-15,8 3 1 0,-6-3 0 0,-2 1-3 16,1 4-10-16,-7 1-3 0,10-6-9 0,-10 6-6 16,0 0-2-16,0 0-3 0,0 0-4 0,0 0 2 15,-3 15 1-15,-4-9-12 0,2 2 3 0,2 4-8 16,-2-7 2-16,5 5-1 0,-7 0-2 0,6 0 0 16,-1 2 6-16,4-2-10 0,-2-1-1 0,1 1 4 15,6-4-4-15,-1 0-7 0,4-1-3 0,-3-1 3 16,1-3 6-16,-8-1-4 0,27-1 5 0,-14 0 6 15,2-6-4-15,1 3 7 0,-1-2 6 0,0 1 0 16,0-7 10-16,-2 11 21 0,4-5 19 0,-5 0 15 16,-3-1 17-16,3 0 10 0,-4 6 13 0,2-1-4 0,-10 2-11 15,9-7-8-15,-5 5-8 0,-4 2-12 0,0 0-5 16,0 0-6-16,10 9-7 0,-5-6-3 16,-10 11 10-16,5-2-19 0,0 4 9 0,-6 0-14 15,2 3-1-15,0 1 0 0,-3 5 1 0,-1 0-1 0,-1-1-9 16,4 5 4-16,5-2 13 0,-11 3-14 0,-1 0 8 15,6 9-9-15,1-12 1 0,-7 2-3 0,5-4-23 16,1 1-38-16,-2-1-36 0,-1 2-53 0,-1-1-76 16,5-6-95-16,-3-1-252 0,-4-1-608 0,8 1 268 15</inkml:trace>
  <inkml:trace contextRef="#ctx0" brushRef="#br0" timeOffset="-32117.33">16755 10410 188 0,'-12'-8'248'0,"4"5"-8"0,1-1-11 0,-1 1-19 0,3-2-14 16,5 5-19-16,-8-1-18 0,8 1-17 0,0 0-14 15,0 0-10-15,0 0 7 0,0 0 8 0,0 0 1 16,21 12-7-16,-1-5-9 0,-2 1-3 0,12 0-4 16,3 0-3-16,9 4 3 0,7 2-12 0,3-1-10 15,-1 2 4-15,7 0-6 0,1 2-8 0,1-5-3 16,24 5-3-16,1-1-10 0,-2-3 1 0,1 2-8 16,5 2-5-16,2-5-6 0,9-2 6 0,-1 5-12 15,2-4-4-15,5 2-2 0,0 1-1 0,44-5-8 16,-54 3 3-16,7-2-9 0,6 6 5 0,-6-8-7 0,-5 3-3 15,4-2 9-15,-6-6-12 0,-6 5 4 0,4-4-2 16,-5 2-6-16,-9 0 1 0,-21-3 2 16,4-2-4-16,-6 7-4 0,7-5 4 0,-4 1-3 0,-4-2 5 15,-1 1-4-15,-6 2 0 0,4-4-2 0,-5 3 5 16,-1 1-2-16,-14-3-4 0,15 2 7 0,-14-4-4 16,-1 1-5-16,1 1 4 0,-1-1-1 0,-4 4-15 15,1-5-10-15,2 2-16 0,-14-2-1 0,5 0-8 16,0 2-8-16,-5-2-12 0,-1 3-17 0,5-1-17 15,-8-4-20-15,-4 4-24 0,2 0-36 0,-4 1-41 16,-8-3-40-16,20 1-238 0,-13-1-542 0,-7 0 240 16</inkml:trace>
  <inkml:trace contextRef="#ctx0" brushRef="#br0" timeOffset="-31615.86">20191 11756 237 0,'-12'0'270'0,"12"0"-6"0,-18 0-12 0,18 0-8 0,-8 1 9 15,8-1 15-15,1 12 22 0,9-6-8 0,12 0-1 16,18 15-14-16,13-4-13 0,6-1-21 0,37 8-10 16,5-5-20-16,46 8-10 0,-3 0-14 0,-38-7-17 15,42-5-14-15,-44 3-7 0,40 0-21 0,-46-1-12 16,-2-6-9-16,1 1-10 0,-9 0-9 0,-7 2-6 15,-23-6-7-15,0-1-10 0,-7 1-6 0,-6-4-40 16,-14-1-42-16,4 0-46 0,-12-1-44 0,-3 0-46 0,-3 3-54 16,-9-2-65-16,5 0-64 0,-4 0-342 0,-9 1-749 15,0-4 332-15</inkml:trace>
  <inkml:trace contextRef="#ctx0" brushRef="#br0" timeOffset="-27496.55">6172 10956 168 0,'0'-16'292'0,"0"0"-7"15,0 5-24-15,0-1-12 0,0 3-12 0,0 1-17 16,1-1-25-16,-1 4-19 0,5 0-17 0,-5 5-20 16,4-5-15-16,-4 5-2 0,0 0-6 0,13 18-7 0,-6-10-14 15,-1 5 0-15,1 7-5 0,1 5 6 16,0 2-16-16,-1 1-4 0,1 2-10 0,-1 11 3 16,1 1-15-16,-3-12-8 0,2 1 2 0,-2 3-6 0,0-6-7 15,-4 3 1-15,4-2-6 0,0 3-5 0,-1-9 0 16,-3-3-1-16,4-4 0 0,-3 2-2 0,3-9-5 15,-4 5-1-15,1-5 3 0,1 0 6 0,-3-2-6 16,9-4 0-16,-9-3-4 0,8 0-4 0,-8 0 1 16,16-10-6-16,-4-2 9 0,0 0-9 0,-2-3-3 15,4-6 3-15,-4 3-1 0,5-3 1 0,0 2 1 16,-2-5 2-16,-3 5 17 0,4 1-12 0,-6 1 7 16,3 6-2-16,-2-1-11 0,-3 1 3 0,1 4-5 0,1 1-2 15,2 3 1-15,-3 3 0 0,-7 0 0 16,15 1-1-16,-2 1-2 0,2 7-3 0,0 2 10 15,1 2-5-15,3 1-3 0,2 5 1 0,-1 2 12 0,5-3-14 16,-4-2 2-16,2-1 10 0,-1 4-11 0,-6-6-11 16,-1-1 19-16,2 0-20 0,-4 0 5 0,0-9 1 15,-3 4 7-15,2-3-2 0,-2-4-4 0,-10 0 4 16,13-7 3-16,-5 0 1 0,-3 0-2 0,-3-3-7 16,0-7 6-16,-2 2-7 0,0-2 7 0,0-10 3 15,0 3-3-15,-4-1 1 0,-1-4-1 0,4 2-2 16,-3 3 3-16,-1-1-8 0,0 5 4 0,5-1 3 15,-6 3 1-15,6 3-2 0,0 0-26 0,-8 6-33 16,8-1-45-16,0 2-61 0,-7 2-62 0,7 2-48 16,0 4-40-16,0 0-207 0,0 0-565 0,0 0 250 15</inkml:trace>
  <inkml:trace contextRef="#ctx0" brushRef="#br0" timeOffset="-26151.42">7201 10911 184 0,'0'-6'238'0,"0"6"-24"15,2-6-25-15,-2 6-18 0,0 0-19 0,0 0-14 16,0 0-14-16,-2 27-11 0,-3-9-12 0,5 0-5 16,0 0-12-16,0 9-7 0,0 3-7 0,0 0-8 15,5 0-1-15,-3 3-11 0,5-3-4 0,-7-2-1 0,6 2-8 16,-4-2-2-16,3-8-3 0,-2 0-4 15,2 1 0-15,2-5-5 0,-6-7 0 0,4 2 1 16,-1-4 0-16,-4-2-4 0,5-2 1 0,-5-3-6 0,0 0 0 16,0 0-2-16,16-15 0 0,-9 7 0 0,-2-4-5 15,-2-4 23-15,4-2 4 0,-2-2 6 0,-2 5 15 16,5-10 1-16,-3 8 5 0,-2 0 6 0,4 2 1 16,-7-1 1-16,5 6-4 0,-2 1-11 0,2 1-4 15,0 3-9-15,-3-1-7 0,0 2 1 0,-2 4-3 16,0 0-4-16,0 0-3 0,23 11-6 0,-13-3 2 15,0 5-5-15,-5 1-2 0,3 2 2 0,2 2-2 16,-2 0 5-16,9 3-8 0,-6 4-9 0,4-5-3 16,0 2-11-16,3 1-4 0,0-2-1 0,-3-6-6 15,0-1 3-15,7-2-2 0,-6-4-2 0,-1 3 6 16,5-3 3-16,-3-4 1 0,1-4 1 0,-3 0 2 16,1-4 2-16,-1-3 1 0,-3 2 0 0,-2-2 2 0,5-3-1 15,-6-4 1-15,1 1 4 0,-5-4 8 0,0 1 6 16,0-2 6-16,0 0 3 0,-5 3 1 0,-5-3 1 15,0-2 4-15,0 7-3 0,0-5-1 0,0 3-6 16,-1 0-3-16,-4 3 2 0,3 4-6 0,-4 1 0 16,2 2 9-16,1 2-16 0,-2 2 3 0,0 1 6 15,10 0-9-15,-20 4-1 0,10 1 0 0,1 1-1 16,4 2-2-16,1 0 1 0,-1 1 0 0,4 2 0 16,2 0 2-16,4 0-1 0,4 5-4 0,0-8 7 15,6 7-2-15,0-4 1 0,0-2-3 0,3 3 1 16,-1-6 2-16,4 2-3 0,-1-4 1 0,-1-3 3 15,2 1-7-15,1-1 0 0,-8-2 4 0,8-2-4 0,-7 0 4 16,6-5 7-16,-6 4-9 0,2-4-4 0,-4 4 4 16,-3-3-2-16,2 0 5 0,-4 3-3 15,3-2 1-15,-1-3 4 0,-1 3-4 0,-1 3-7 16,0-1 6-16,2 0-2 0,-2 3 2 0,2-2-8 0,-10 3 6 16,19 4 1-16,-10 1-3 0,1 1 2 0,2 2 1 15,1 4 3-15,0-4-1 0,-4 7-4 0,1-3 2 16,0 5-2-16,0-2 2 0,-1 0 6 0,0-1-9 15,-1-1 3-15,-8-2-1 0,7 1 0 0,-4-5-1 16,2 1 3-16,0 0-3 0,-5-3 7 0,0-1-3 16,0-4 4-16,0 0-6 0,0 0 6 0,0 0-2 15,0 0 3-15,0 0-4 0,-13-17 7 0,11 6-1 16,2 3 6-16,0-4-2 0,0 1 2 0,5-3 0 16,0-1 0-16,0-3-3 0,3 2 0 0,0-3-4 15,6 3-1-15,1-3 3 0,-1 4-2 0,0-1-3 16,4-3 2-16,2 0-2 0,-4 7-4 0,-1-2-4 15,0 2 9-15,0 3-1 0,-3 3 0 0,-4-2 5 0,3 1 1 16,-7 1 6-16,2 3-6 0,1-2-1 0,-4 4-5 16,-3 1 4-16,0 0-5 0,0 0 1 15,0 0-2-15,0 0 16 0,-26 13-16 0,18-5 2 0,-2 1-3 16,-5 3-2-16,3 2 8 0,1 1-9 0,1 1 6 16,3-1 6-16,0 1-8 0,6 3 0 0,1-4-5 15,3 4 4-15,4-1-1 0,-1-1-23 0,8-2-10 16,7 4 2-16,6-1-14 0,9 0-23 0,9 2-15 15,-1-5-9-15,6-3-10 0,-5-1-5 0,-2-2-4 16,3-2-12-16,2-3 1 0,0-1-2 0,2-3-1 16,-17-2 10-16,0-3 14 0,3 0 7 0,-4-2 11 15,-6-1 5-15,-4 2 16 0,-4-3 26 0,2 1 21 16,-5-2 26-16,-4-3 20 0,-2 5 24 0,-1-1 9 0,-5-3 8 16,0 3 6-16,-3 1 2 0,-4-4 3 15,-5 2 4-15,-1 0 5 0,-3-2-2 0,-2 1-1 16,-5 0-4-16,4 4 7 0,-7 1-21 0,1 0-3 0,-4 3-8 15,4 2-7-15,4 1-7 0,-4 0-4 0,1 1-4 16,-1 6-1-16,4 0-8 0,0-2-1 0,1 6-1 16,4 1-4-16,0-1-1 0,5 2-1 0,1 2-8 15,5-5-9-15,2 2-7 0,2 2-6 0,3-1-6 16,3 1-12-16,-1-5-7 0,1-1 0 0,2-3-6 16,3 2 0-16,-1-2-2 0,3-5 6 0,-4 0 3 15,9-4 0-15,-3-1 4 0,-2-3 1 0,-2-1 3 16,2-4 2-16,0 1 9 0,-4-3 7 0,4-6 11 15,-3 6 16-15,-2 0 10 0,-4 2 12 0,-2-5 11 16,2 3 15-16,-1-5 15 0,-1 13-3 0,-3-6 2 16,2 5-6-16,-1 1-18 0,0 0-8 0,-2 2 0 15,0 5-16-15,0 0 4 0,0 0-5 0,0 0 0 0,0 0-10 16,0 0-1-16,0 0 0 0,0 23-10 16,5-7-39-16,-2-9-26 0,4 9-23 0,-1 0-27 15,1 0-27-15,1 2-36 0,0-5-34 0,4-1-44 0,1 1-29 16,4-3-222-16,-2-1-535 0,1-1 238 0</inkml:trace>
  <inkml:trace contextRef="#ctx0" brushRef="#br0" timeOffset="-25885.83">9530 11166 185 0,'-3'-9'265'15,"-1"1"0"-15,-4-2-5 0,2 4-7 0,-4 3-12 16,3 0-10-16,-8 3-15 0,5-1-16 0,10 1-19 0,-21 4-17 15,11 0-17-15,5 1-16 0,-2 2-11 16,2 4-8-16,5 0-7 0,2 2-15 0,4 1-10 16,1 5-5-16,3 1-9 0,2 2-9 0,2-1 0 0,0-2-5 15,1 1-6-15,1-1-10 0,-1-2 0 0,-5 1-2 16,2-6-6-16,-4 5-2 0,5-3 1 16,-6-3-7-16,-6-2 1 0,6-2-7 0,-5 4 0 0,-2-4-1 15,-2 1-3-15,-3 0 1 0,2-7-3 0,-11 3 1 16,6-2-10-16,-10-1-26 0,1-1-31 0,-4-1-32 15,3 2-44-15,-4-2-57 0,4-1-64 0,-5 1-270 16,6 1-569-16,-4 0 251 0</inkml:trace>
  <inkml:trace contextRef="#ctx0" brushRef="#br0" timeOffset="-25323.39">10675 11146 160 0,'0'-13'378'0,"2"-5"-17"0,-2 1-16 15,0 7-13-15,-2-2-12 0,-3 0-12 0,5 1-12 16,0 2-11-16,0 2-27 0,0-2-24 0,0 5-21 16,0 4-27-16,5-7-23 0,-5 7-15 0,0 0-14 15,0 0-7-15,0 0-28 0,0 24-3 0,0-12-10 16,2 8-7-16,-2-1-3 0,3 8-13 0,1-1-4 15,-4-2 3-15,1 3-25 0,-1 0-32 0,5-1-30 0,-3-1-31 16,0 1-23-16,3-7-23 0,-4 0-10 0,-1 0-23 16,0-4-21-16,0-1-20 0,0-1-21 15,0-4-13-15,5-1-14 0,-10 0 5 0,10-5-14 0,-5-3-17 16,0 0 2-16,0 0 8 0,0 0 16 0,0 0-114 16,2-19-365-16,-2 10 161 0</inkml:trace>
  <inkml:trace contextRef="#ctx0" brushRef="#br0" timeOffset="-24995.3">10715 11364 1191 0,'7'-18'-99'0,"-1"-8"32"0,-4 1 29 0,3-4 39 16,-3 2 18-16,6 2 22 0,-8-2 39 0,3 1 20 15,-1 2 20-15,0 5 19 0,-1 1 6 0,3-2 5 16,-4 7 5-16,-4-3-1 0,8-2 0 0,-4 9-5 16,0 1-9-16,0-1-17 0,0 3-13 0,0 6-16 15,0-6-7-15,0 6-9 0,0 0-8 0,6 18-9 16,-1-9-2-16,0 5-8 0,3 2-3 0,6 8-6 16,0 0-4-16,3 2 0 0,3 8-3 0,3 1-4 15,0 4 1-15,4-7-11 0,-7-6 0 0,6 9-5 16,-9-12-1-16,4 0 2 0,6 1 3 0,-6-5-8 0,-4 0-16 15,-2-3-5-15,1-4 1 0,-6 0 0 0,-2-1-1 16,1-7 5-16,-1 3 2 0,-1-7-2 0,-7 0 4 16,13-1 1-16,-10-6-2 0,4 0 2 0,-7-1 2 15,0-11 5-15,0 3 9 0,-2-3 14 0,-5-7 8 16,-1-1 12-16,2-5 4 0,-3-8 12 0,3 11 2 16,-1-2-7-16,-3-9-8 0,-3 4 6 0,6 4-9 15,1 3 1-15,-1 4-2 0,4 1-11 0,-2 3 0 16,5 6-2-16,-7-3-7 0,7 6-14 0,0 4-29 15,-2 1-46-15,2 7-41 0,0-5-23 0,0 5-31 16,0 0-29-16,0 0-30 0,0 0-33 0,0 0-34 16,17 27-232-16,-10-11-552 0,-1 2 244 0</inkml:trace>
  <inkml:trace contextRef="#ctx0" brushRef="#br0" timeOffset="-24432.85">11452 11119 225 0,'0'-5'258'0,"0"5"-24"15,0 0-19-15,0 0-27 0,0 0-18 0,0 0-16 16,0 0 1-16,0 0-7 0,-15 18-12 0,13-9-6 16,-6 4-5-16,1 2-8 0,7 4-13 0,-6 7-8 15,6-1-9-15,-2-3-7 0,2 3-10 0,-5 0-6 16,5 2-8-16,5-1-3 0,-3-1-7 0,-2-6-8 15,0-2-2-15,0 3-3 0,0-7-6 0,0 3-2 16,0-9 1-16,0 2-3 0,0 0 2 0,0-2-2 16,0-7-5-16,0 0 2 0,0 0-3 0,0 0-2 0,0 0-4 15,-7-24 4-15,7 16-6 0,-2-11-1 0,-4 0 2 16,6 1-1-16,-7-6-1 0,7-4 5 16,-2 0 6-16,-1-2 1 0,6 2 8 0,-3-2 4 0,2 3-2 15,-2 3 7-15,7-2 6 0,-2 7-1 0,-4 2-2 16,1 2 0-16,5-1-1 0,-7 7-4 0,6 0-4 15,-2 1-5-15,1 4-3 0,-5 4 3 0,13 2-9 16,-13-2 2-16,16 5-6 0,-9 3 2 0,6 1-2 16,-1 6-1-16,1 2-5 0,5 4-1 0,-3 2 2 15,0 0 1-15,2 1-4 0,-4 2 3 0,3-6 0 16,-1 6-1-16,-5-2 1 0,3 0-2 0,1-8-7 16,-6 2 6-16,-1-2-6 0,1-1 6 0,-2-3 0 0,-4-4-4 15,5-1 6-15,-1-2 3 0,1 0-1 16,-7-5 2-16,10 2 11 0,-10-2-2 0,0 0 5 15,6-12 5-15,-1 1 2 0,-1-4-1 0,-1 0 3 0,-1-2-3 16,-1-2 18-16,-1-2 3 0,0-6 2 0,5 1 11 16,-3-2 0-16,-2 2-3 0,0-2-9 0,5 2-10 15,-5-1 2-15,0 10-2 0,2-1-16 0,-2 7 5 16,0-1-19-16,0 0-27 0,0 4-62 0,0 5-65 16,5-2-49-16,-5 5-37 0,0 0-39 0,0 0-59 15,0 0-281-15,0 0-656 0,-14 17 291 0</inkml:trace>
  <inkml:trace contextRef="#ctx0" brushRef="#br0" timeOffset="-23761.05">12114 11355 199 0,'0'0'347'0,"-9"-10"-6"15,8 5 1-15,1 5-6 0,-5-5-1 0,5 5-15 16,0 0-12-16,-2-7-18 0,2 7-33 0,8-8-15 16,1 7-31-16,7 0-21 0,12-1-21 0,6 4-16 15,10-1-12-15,4 3-12 0,10 0-19 0,-7-3-11 16,7 2-15-16,-5-2 8 0,-1 4-23 0,-4 1-7 16,-4-2-7-16,-12 1-4 0,-2-2-11 0,-9 0-34 0,2-2-35 15,-8 2-32-15,-3-1-17 0,-2-2-26 0,-4 2-14 16,-6-2-19-16,0 0-26 0,0 0-30 15,0 0-34-15,0 0-30 0,-38-4-38 0,18 1-258 0,4 3-599 16,-2-1 265-16</inkml:trace>
  <inkml:trace contextRef="#ctx0" brushRef="#br0" timeOffset="-23448.59">12675 11199 118 0,'0'0'335'0,"0"0"-17"16,-5-6-13-16,5 6-19 0,0 0-21 0,0 0-10 0,0 0-5 16,0 0-2-16,0 0-7 0,26 14-23 0,-11-9-21 15,5 5-18-15,3 3-17 0,5-2-6 16,1 0-23-16,-3 5-10 0,5-3-14 0,-4 1-5 0,-1-1-15 15,-1 4-16-15,-7-4-5 0,1-4-10 0,-4 5-7 16,-7-1-5-16,2-6-2 0,-7 7 2 0,-3-2-10 16,-7 1-8-16,-1 1-1 0,-7-1-20 0,-1 1-27 15,-11 1-25-15,-3 1-28 0,-1-5-27 0,0 4-30 16,-11 2-33-16,11-1-42 0,-11-1-49 0,13-1-49 16,-1-2-244-16,2-2-594 0,9 0 263 0</inkml:trace>
  <inkml:trace contextRef="#ctx0" brushRef="#br0" timeOffset="-22282.33">13544 11178 73 0,'5'-10'301'15,"-4"3"-17"-15,-1 0-17 0,4 4-23 0,-4 3-18 16,3-10-25-16,-3 10-23 0,0 0-18 0,5-4-17 16,-5 4-16-16,0 0-11 0,0 0-15 0,2 17-16 0,-4-7-7 15,4-1-7-15,-1 6-6 0,-1 4-9 16,0-3 0-16,0 3-9 0,0 5-1 0,0-1-8 15,0 4-3-15,0-6-4 0,0 4-2 0,0-6-1 0,4 8-3 16,-3-8 0-16,3 6-4 0,-4-3-3 0,0-9 0 16,1 6-2-16,-1-8-4 0,0 3 1 0,-1-9-1 15,1 7-1-15,0-4 3 0,-4-2-2 0,4-6 0 16,0 0 0-16,-5 5-3 0,5-5 2 0,0 0-2 16,0 0-3-16,0 0 0 0,-21-16 5 0,11 9-3 15,5-2 1-15,2 0 4 0,-4-1 9 0,0 0 13 16,-1 1 4-16,1 1 15 0,7-2-9 15,-5 5 2-15,5-7-3 0,-3 4-2 0,3 8-7 16,0-9-2-16,3 3-3 0,1 2-8 0,4 0 7 16,-8 4-9-16,23 2-4 0,-3 0 0 0,7 5-2 15,-1 2-1-15,6 2-2 0,11 2 2 0,0 2-4 16,1 1-4-16,-1-5 3 0,-11 3 0 0,3-4-1 16,-4 0-3-16,2 1-6 0,0-2-5 0,0-1-6 15,-3-1-9-15,-3-3-8 0,-3 0 4 0,-4-3-4 16,0-2 4-16,-3-3 2 0,1-1-2 0,-3-1-1 15,-4-2 6-15,-6 0 4 0,5-2-3 0,-5 1 3 16,0-4 6-16,2-2-1 0,-7-2 0 0,1 4 0 0,-2-4 1 0,-4 3 2 0,5 4 1 0,-7-2 0 0,4 3-7 16,-4-2 10-16,1 4 1 0,-3 1 0 0,-2 0-3 15,2 1-2-15,-5 5 4 0,0 0 0 0,14 0 1 16,-21 5-2-16,14 1 2 0,-8 0 1 0,7 4 1 16,0 2 2-16,4-1 1 0,4 4-4 0,0 5 9 15,4-5 3-15,4 2-8 0,5 8 0 0,4-6 10 16,9 2-19-16,-1 2-9 0,17 0-11 0,4-3-21 15,2 1-17-15,3-4-16 0,0-1-2 0,4-4-13 16,-4 0 0-16,-1-5-4 0,-2-2-2 0,-2-6 1 16,-12 1 2-16,0-4 12 0,-2 0 11 0,-2-2 9 15,-7-4 5-15,5-1-3 0,-13 0 14 0,0-2 4 16,-4 2 15-16,-7-5 22 0,2 1 15 0,-6-3 13 16,-2 1 11-16,-2 2 12 0,-6-1 12 0,-4 4 11 0,1-2-2 15,-2 4 3-15,-6-4-1 0,-1 10-6 0,6-4 0 16,-9 4-6-16,-3 0-4 0,0 4-3 15,-1 0 0-15,10 1-2 0,-3 6-8 0,2 1 2 0,4 0-8 16,-3 2-1-16,4 2 0 0,6 0-1 0,0 3-4 16,3-5 0-16,-1 5-5 0,7-3 0 0,0 3 2 15,2 0-2-15,6-4-3 0,-1 1 0 0,6 0-1 16,-5-5-1-16,7 1-4 0,0-4-2 0,1 1-1 16,1-2 6-16,0-6-3 0,-3 2-1 0,3-3-1 15,1-3-2-15,-3-1 1 0,2-2-2 0,-7-4 0 16,3 1 1-16,-2-4-1 0,1 1 0 0,-5-2 4 15,-1 5 15-15,-4-4 15 0,5 2 2 0,-1-3 15 16,-6 7-8-16,2 1 1 0,-2 0-2 0,3 2-6 16,-3-1-2-16,0 2-6 0,5 0-5 0,-5 7-1 15,0 0-7-15,0 0 3 0,0 0-3 0,0 0-3 16,0 0 0-16,0 0-4 0,-16 23 0 0,16-12-2 0,0 5-23 16,0 0-22-16,0-1-23 0,1 2-20 0,4 1-18 15,0-2-25-15,0 3-25 0,0-6-27 0,5 1-25 16,-5-1-22-16,3-3-26 0,-1-2-165 0,1-5-444 15,-3 3 197-15</inkml:trace>
  <inkml:trace contextRef="#ctx0" brushRef="#br0" timeOffset="-21985.49">14967 11540 150 0,'4'-7'164'0,"0"0"12"0,0 2 1 0,1-2-13 16,-2 2-14-16,-3 5-14 0,2-7-11 0,-2 7-11 15,0 0 8-15,0 0 8 0,0 0 4 0,11 11-4 16,-7-3-9-16,-1 0-8 0,2-1-3 0,3 8-6 15,-5 1-8-15,2 2-8 0,2-4-9 0,0 4-6 0,-1-1 3 16,1 1-13-16,-4 1-5 0,4-2-9 16,1-3-3-16,-6 2-5 0,-2-7-4 0,3 0-5 15,-1 1 3-15,-2-2-3 0,3-5 13 0,-3-3 2 0,0 0-5 16,0 0-4-16,0 0 6 0,0 0 5 0,-18-16-1 16,13 5-2-16,2 0 4 0,-2-6-2 0,1 2 10 15,1-5-12-15,3 1-7 0,3 2-2 0,1-1-6 16,-4 2 1-16,5-1-13 0,-2 4-23 0,5-3-31 15,-3 6-33-15,0 4-39 0,2-3-43 0,-2 4-25 16,5 0-25-16,0 2-31 0,1-1-28 0,1 3-178 16,3-1-471-16,1 2 209 0</inkml:trace>
  <inkml:trace contextRef="#ctx0" brushRef="#br0" timeOffset="-21641.77">15308 11558 11 0,'0'0'151'16,"0"0"4"-16,0 0 3 0,0 5-5 0,0-5 4 0,0 0 2 15,2 8-5-15,-2-8-4 0,5 8-7 0,-4-2-8 16,-1-6-7-16,5 12-9 0,-5-5-12 16,4 3-9-16,-1 0-12 0,-1-1-6 0,3 2-9 0,-4-2-7 15,1 2-9-15,1-2-1 0,1 1-5 0,-4-6-6 16,0 3-1-16,0-7-6 0,1 9-2 0,-1-5-1 16,4 4 3-16,-4-8-1 0,0 0 2 0,0 0-3 15,0 0 0-15,0 0-3 0,0 0 6 0,11-13 2 16,-4 6 5-16,-1 0 11 0,-1 2 7 0,5-5-4 15,-1-2-6-15,2 0 12 0,1 0 7 0,-2 0 7 16,1 0 2-16,4 3 0 0,-2-1 5 0,2-1 0 16,2-1-5-16,-2 8-8 0,-2-4-8 0,-5 7 11 15,4-4-16-15,-2 3-6 0,-4 1 3 0,-6 1-25 16,20 3 2-16,-13 2-3 0,1 4-5 0,-1-4-6 16,-4 6 23-16,2 0-21 0,-2 1-4 0,2-1-35 15,2 5-27-15,-7-1-31 0,0-2-40 0,0 5-53 0,0-2-56 16,2 1-52-16,-2-2-60 0,5 3-186 0,-2-7-566 15,3 5 250-15</inkml:trace>
  <inkml:trace contextRef="#ctx0" brushRef="#br0" timeOffset="-21110.58">16980 11706 95 0,'21'-27'297'0,"-1"0"-23"0,3-6-22 16,-13 4-17-16,-1 1-15 0,-3-1-13 0,1-2-11 15,-7 4-15-15,-3-3-12 0,-7 3-16 0,6 2-12 16,-9-2-11-16,0 1-7 0,1 13-6 0,-8-10-21 15,-1 5-5-15,4 0-7 0,-3 11-9 0,4 0-9 16,-6 2-2-16,1 5-14 0,4 1-5 0,-3 6-6 16,2 2-2-16,0 8 0 0,6-4-5 0,-4 11-9 15,6 3 4-15,2 12 10 0,3 3 13 0,5-1-5 16,5 6 3-16,1 4-6 0,4-4 0 0,5 4-10 16,0 6-2-16,-2-6-1 0,4 1-4 0,1-4-3 15,-1-1-4-15,-3 2 1 0,-4-3-13 0,5 2-15 0,-10-5-9 16,4-1-10-16,-9 4-16 0,0-7-9 0,0-9-19 15,-7-2-20-15,4-2-21 0,-9-6-22 16,5-3-26-16,-7 2-24 0,4-5-27 0,-4-2-24 0,-1-3-17 16,1-3-146-16,0-5-432 0,-2 3 193 0</inkml:trace>
  <inkml:trace contextRef="#ctx0" brushRef="#br0" timeOffset="-20312.34">16647 11873 274 0,'2'-7'264'0,"1"3"-8"0,0-4-21 0,2 4-23 16,2 1-20-16,3 0-19 0,0-2-14 16,5 4-15-16,6 2-14 0,-2 2-13 0,2-1-10 15,9 4-12-15,-4-3-9 0,9 6-10 0,-5-5-6 0,1 4-8 16,4 2-6-16,0-3-6 0,-2 0-9 0,0 0 0 15,10 1-6-15,-13-5 0 0,0 1-7 16,-4-4-4-16,2 0-13 0,-6 0 2 0,1-1-4 0,-10-2-7 16,5 0-3-16,-6-3 7 0,1 0-6 0,-4 3-2 15,-1-6 0-15,-3 0 1 0,-2 2 0 0,-3-2-2 16,0-1 3-16,-8 2-1 0,6-1-1 0,-4 2 2 16,-3 0 0-16,1-1-1 0,-4 4 3 0,4 0-2 15,-7 0 1-15,2 1-2 0,-2 1 3 0,3 0 0 16,1 4-2-16,-2 2 1 0,4 1 1 0,-1-1 1 15,2 4 0-15,2-1 1 0,2 5 0 0,4 3 2 16,4 1 0-16,5-1-1 0,1 1-2 0,2-1 3 16,11 5-1-16,0 3-2 0,19 1-9 0,-6-5-22 0,2 4-15 15,4-5-18-15,1 0-12 0,5-3-19 16,-7-3-10-16,-8-3-8 0,5-6 0 0,-5 2 6 16,-1-5 7-16,-1 0 8 0,-4-2 16 0,-6-3 2 0,-3 0 14 15,2-3 5-15,-5 1-2 0,-2-5 18 0,-4-3 11 31,-3 4 16-31,-4-7 0 0,-2 6 26 0,-2-4 19 16,-4-1 10-16,-4 2 7 0,-4 4 9 0,1-5 3 16,-2 5 3-16,0-4 4 0,-1 5-6 0,-4 1 1 15,3 0 2-15,-2 3 0 0,-3 1-4 0,-1 1-10 16,6 3-5-16,-1-1-6 0,2 2-1 0,-6 2-8 0,7-1-2 16,0 3-2-16,5 0-1 0,2 1-7 15,-2 3-1-15,2-1 0 0,8 1 2 0,-3-1-7 16,6 4 0-16,-3 1-1 0,7-4-3 0,-3 0 1 0,3 0-4 15,5 3 3-15,1-4-1 0,2-1-5 0,0 1 0 16,0-5 3-16,1-1-1 0,4 3 1 0,-5-3-3 16,0-2-1-16,0-4 2 0,5 3-3 0,-6-2 3 15,-4-4-2-15,4 1 1 0,-4-1-1 0,1-1-2 16,-4 1 14-16,3-2 8 0,-5 3 8 0,5-2 8 16,-5 1 6-16,-2 1 2 0,5 2 3 0,-6-2 1 15,1-1-4-15,-1 5-1 0,-2 3-11 0,3-7-6 16,-3 7 6-16,0 0-12 0,3-5-1 0,-3 5-7 15,0 0 3-15,0 0-5 0,4 15-3 0,-4-7 4 16,-4-1-4-16,8 1-2 0,-4 1 10 0,1 1-9 16,3 2-6-16,1 3-15 0,1-3-6 0,3 5-18 15,-1-3-16-15,0 1-12 0,5-7-18 0,-1 6-19 16,3-2-22-16,-4-4-19 0,3 2-21 0,1-3-16 0,1-4-11 16,-3 2-22-16,2-5-20 0,5-1-154 15,-5-3-412-15,2 1 182 0</inkml:trace>
  <inkml:trace contextRef="#ctx0" brushRef="#br0" timeOffset="-20062.37">18218 11614 187 0,'0'-10'221'0,"0"3"4"0,0-3 0 16,3 3-3-16,-3 2-8 0,4-3-16 0,-4 3-15 15,0 5-20-15,0-6-19 0,0 6-15 0,0 0-16 16,0 0-12-16,0 0-7 0,0 0-11 0,0 0-11 15,0 0-3-15,-4 27-7 0,1-12-8 0,3-1-1 16,-5 5-7-16,2-1-1 0,6 8-3 0,-6 2-3 16,3-1-11-16,-4 0 3 0,1 0 0 0,1 4-9 15,2-2 0-15,0-2-3 0,0 0 0 0,0-5-16 16,-5-2-32-16,5-1-21 0,5 1-34 0,-5-3-25 0,0 2-33 16,0-4-31-16,0-3-27 0,0-4-25 15,0 1-134-15,2-5-386 0,-2-4 170 0</inkml:trace>
  <inkml:trace contextRef="#ctx0" brushRef="#br0" timeOffset="-19640.49">18077 11859 221 0,'0'0'233'0,"0"-7"-14"16,0 7-13-16,5-6-19 0,-5 6-17 0,8-2-15 15,-8 2-17-15,17 2-8 0,-4-2-19 0,-4 4-6 16,2-1-12-16,4 1-8 0,3 3-7 0,-3-2-8 15,3-1-8-15,1 4-5 0,-5 3-7 0,1-3-3 16,0 0-6-16,0 4-5 0,0 0-2 0,0-2-6 16,0 2 0-16,-5 0-5 0,0-2-2 0,-2 3-3 15,-1 1 0-15,-1-2-7 0,-1-4 0 0,-2 5-5 16,-3-2-1-16,7 5 0 0,-7-4-2 0,5-5 0 0,-2 4 0 16,-3 0 0-16,0-2-1 0,2-2 2 15,3 2 2-15,-5-5 2 0,5 3 3 0,-5-7 10 16,5 7 3-16,2-7 1 0,-7 0 10 0,0 0 3 0,18-2 8 15,-18 2 1-15,16-7-2 0,-7 1 8 0,-1 0-2 16,0-2 0-16,4 1 3 0,-2-5 3 0,0 5-7 16,1-3 0-16,-4 3 2 0,1-1-4 0,-1-4 2 15,6 0-1-15,-8 2 2 0,3 2-2 0,-5 3-6 16,4-2-4-16,-2 3-8 0,0-4 1 0,0 4 8 16,-5 4-24-16,2-4-1 0,-2 4-3 0,0 0-3 15,0 0-1-15,0 0-31 0,0 0-18 0,0 0-18 16,5 19-18-16,-5-15-27 0,0 4-26 0,0 4-19 15,3-1-25-15,-3-1-24 0,5 2-18 0,-3 1-8 16,9 1-25-16,-6-5-133 0,5 0-415 0,-3-2 184 16</inkml:trace>
  <inkml:trace contextRef="#ctx0" brushRef="#br0" timeOffset="-19109.35">18835 12047 152 0,'9'-7'173'0,"-4"0"-14"0,1-1-13 0,-1 6-5 15,0-1-3-15,-5 3-16 0,12-7-15 0,-11 6-11 16,-1 1-7-16,0 0-10 0,15 1-7 0,-15-1-10 16,9 2-1-16,-3 4-11 0,-6-6-2 0,2 15-6 15,-2-8-11-15,3 0 3 0,0 3-5 0,-3 0-5 16,0 2 6-16,4-1-6 0,1 1-3 0,-5 0-1 16,0-3-6-16,0 3-3 0,3-2-15 0,0 0-5 15,-3-1-9-15,4 3-6 0,1-5 1 0,-4 1-6 16,4-3 1-16,2 2-1 0,-4-3 11 0,0-1-5 15,6 1 4-15,-3-2 3 0,-6-2 5 0,15 0-3 16,-15 0 3-16,15-6 2 0,-8 2 4 0,3-3-6 16,-5 3 6-16,3-4-1 0,4 0-3 0,-4-2 9 15,-2 3-6-15,3-2 22 0,-8-2 3 0,11 2 8 16,-9 2-1-16,2-2 6 0,-3 3-3 0,-2 1-4 0,8 1-8 16,-8 4-3-16,0 0 2 0,0-6-5 15,0 6-3-15,0 0 7 0,0 0-7 0,0 0-2 16,-25 12-3-16,20-5 3 0,4 1 3 0,-6-1-4 0,0 1 3 15,6 2-11-15,-4-1-5 0,5 2-2 0,0-3 3 16,5-4 2-16,-4 3-2 0,6-2 1 0,1 1-4 16,-1-1 4-16,3-4 2 0,3 1-1 0,-1-1 6 15,6-1 1-15,2-1-3 0,1-1 0 0,9-3 1 16,0 2-2-16,-2-1 21 0,-2-1 12 0,3-2 18 16,-8 4 17-16,-4-2 4 0,3 2 5 0,-6-1 1 15,0 1 2-15,-1-2 0 0,-3 4-11 0,-4 1-7 16,-6 0-5-16,14-1-10 0,-14 1-4 0,11 2-3 15,-11-2-6-15,0 7-1 0,0-7-5 0,0 15-2 16,-3-7-1-16,-4 1-1 0,6 2-21 0,-4 5-37 16,-2-5-35-16,4 7-54 0,-2-8-51 0,-3 8-237 15,1-6-447-15,-6 3 198 0</inkml:trace>
  <inkml:trace contextRef="#ctx0" brushRef="#br0" timeOffset="-12750.65">24236 11160 73 0,'3'-6'118'0,"-3"6"6"0,0-5 0 0,0 5 2 15,7-7 0-15,-7 7-5 0,0-5 1 0,0 5-3 16,0-7 2-16,0 7-7 0,0-8-3 0,0 8-10 16,0-10-1-16,-7 4-5 0,7 6-5 0,-3-8-6 15,-4 2-4-15,-4 2-5 0,4-5-6 0,-3 6-3 16,-3-3-1-16,-2-1-3 0,-1-3 3 0,-6 9-3 15,2-5-3-15,-3 3-4 0,-7 0 3 0,2-1 3 16,-2-3-4-16,-1 6-7 0,6-2-2 0,-8 3-7 16,8 3-3-16,4-3-2 0,-1 1-7 0,1 3-1 15,6 0-4-15,-4 0 0 0,6-2 0 0,3 4-4 16,2-2-4-16,-2 6 3 0,5-3-4 0,5 2-3 0,0 2 2 16,3-3-3-16,9 8 1 0,5 3 2 0,6 2-2 15,3-2-1-15,17 3-3 0,0 1-1 16,2-6 2-16,0 4-3 0,-2-3-8 0,3-1-9 0,-1-8-7 15,-2 2 0-15,-8-4 4 0,-4-5-6 0,4 6-3 16,-5-6 3-16,-9-1 1 0,2-1 2 0,-3-1 3 16,-5-1 1-16,2-3 4 0,-8 1 0 0,1-4 0 15,2 1 4-15,-5-2 2 0,1-2 3 0,-8 0 2 16,0-5 3-16,0-2 5 0,-8 2 4 0,1 0 5 16,-8-4 1-16,0-1 0 0,0 0-1 0,0 6-1 15,-3-8-2-15,-2 7 1 0,-1 3-3 0,6 2-1 16,-7-3-4-16,6 5 0 0,-4 1-1 0,5-3-2 15,0 8-3-15,0-2 3 0,9 2-8 0,-9 2-27 0,7-2-28 16,-1-1-41-16,9 4-33 0,-16-4-35 16,16 4-50-16,-7-1-207 0,7 1-458 0,0 0 203 15</inkml:trace>
  <inkml:trace contextRef="#ctx0" brushRef="#br0" timeOffset="-12453.81">24261 10809 145 0,'0'0'235'0,"0"0"-24"16,0 0-24-16,0 0-16 0,0 0 14 0,0 0 2 16,7 19 0-16,-9-9-6 0,2 2-13 0,2-2-7 15,-2 8-14-15,-2-2-5 0,2 4-10 0,0-1-9 16,-5 11-11-16,5-3-11 0,-2 5-11 0,2-5-7 0,-6 3-5 15,-1-2-10-15,0 4-7 0,6-5-4 16,-6 2-7-16,2-4-4 0,-3 1-9 0,6-6 3 16,-3 0-10-16,-3 2-40 0,3-2-34 0,2-2-31 0,-4-2-29 15,5-1-33-15,-3 2-39 0,5-5-32 0,0 0-35 16,5-2-160-16,-3-2-438 0,5 1 194 0</inkml:trace>
  <inkml:trace contextRef="#ctx0" brushRef="#br0" timeOffset="-12078.8">24863 10967 205 0,'0'0'295'0,"2"-8"-10"0,-2 8-14 0,-7-8-21 0,7 8-17 15,0 0-15-15,-1-6-34 0,1 6-11 0,-15 0-13 16,15 0-7-16,-20 6-10 0,12-2 4 0,-4 0-18 16,1 4-2-16,-4-3-7 0,0 6-4 0,0 1-3 15,5-1-6-15,-2 5-11 0,-3 2-4 0,5-5-17 16,-1 12 6-16,1-3 1 0,2-7-6 0,1 7-6 15,5-5-2-15,-3 10-7 0,5-9 1 0,0 3-10 16,2-2-6-16,3-1-3 0,3 5-1 0,-1-8-5 16,3 3-1-16,3 0-1 0,0-3-11 0,2 1-46 0,0-5-34 15,3-2-25-15,1 2-29 0,-1-4-36 16,0-1-31-16,2 1-54 0,-4-2-35 0,3-5-52 16,-4 2-199-16,-9-4-560 0,-6 2 248 0</inkml:trace>
  <inkml:trace contextRef="#ctx0" brushRef="#br0" timeOffset="-11828.83">25115 11176 111 0,'5'-4'287'16,"-5"4"-11"-16,0 0-21 0,-2-8-24 0,2 8-20 15,0 0-8-15,0 0-9 0,0 0-1 0,0 0 6 16,0 0-20-16,-20 9-16 0,12-2-19 0,0-2-7 15,-2 1-17-15,2-1-8 0,-7 6-15 0,5-4-6 16,-5 2-9-16,0 3-7 0,0 0-11 0,0-2-2 16,2 1-6-16,-2 2-8 0,0-2-3 0,2 1-24 0,5-3-35 15,-1 1-27-15,4-1-36 0,-8 2-38 16,12-2-42-16,-6 1-43 0,0-2-33 0,6-1-41 16,1-2-151-16,-2 2-459 0,2-7 204 0</inkml:trace>
  <inkml:trace contextRef="#ctx0" brushRef="#br0" timeOffset="-11610.1">24946 11106 272 0,'0'-6'255'0,"0"6"-25"16,0 0-22-16,0 0-9 0,0 0 1 0,0 0 7 15,0 0 2-15,12 15-15 0,-11-4-12 0,8-4-10 16,2 6-16-16,-3 1-18 0,2 2-12 0,2 1-14 15,0-2-14-15,7 6-7 0,-4 0-7 0,9 3-11 16,-8-3-4-16,4 2-12 0,-5-10-37 0,6 3-33 16,-1 7-29-16,-7-8-38 0,2-1-41 0,0-4-45 0,2 1-41 15,-2-6-51-15,-5 1-154 0,-4-2-444 16,1-4 197-16</inkml:trace>
  <inkml:trace contextRef="#ctx0" brushRef="#br0" timeOffset="-11344.51">25239 10982 227 0,'0'0'272'0,"0"0"-8"0,0 0 3 16,0 0 1-16,0 0-7 0,23 17-2 0,-13-9-11 15,2 6-8-15,3 1-17 0,0-5-9 0,6 12-24 16,2 0-11-16,-3-6-17 0,2 8-14 0,-6-1-20 15,1 4-13-15,1-5 2 0,-5 5-25 0,-1 0-8 16,-7 0-10-16,-2 0-7 0,0 0-7 0,-3-2-18 0,-5-5-32 16,-1 4-32-16,-9-2-22 0,2 2-21 0,-11-1-30 15,1-1-29-15,-2-2-37 0,-11 7-34 16,6-12-39-16,-3 1-33 0,3-1-234 0,-3-3-543 0,0-2 240 16</inkml:trace>
  <inkml:trace contextRef="#ctx0" brushRef="#br0" timeOffset="-9907.09">16353 12767 14 0,'0'-11'224'0,"0"11"-19"0,-12-11-21 16,2 6-13-16,2-2-11 0,-10 2 0 0,1-2-1 0,-6 0-2 15,-5 1-2-15,0-1-2 0,-10 3-1 0,-6 0-8 16,-7-2-6-16,3 0-6 0,-10 4-2 0,-1 1-2 16,-24-3-7-16,18 2-8 0,1 0-2 0,-21-2-8 15,1 4-3-15,23 0-4 0,-19-1-10 0,16 1-5 16,2 0 0-16,11 0-9 0,-5-2-3 0,21 4 3 15,2-2-13-15,13 1-9 0,-3-1 7 0,13 4-14 16,-3 0-3-16,6-4-6 0,4 4 1 0,3-4 2 16,15 11-4-16,10-1-8 0,19-1 7 0,8 7-9 15,6 0-1-15,29 4 1 0,-6-3-5 0,0 4-3 16,-1 0 2-16,-1 1-5 0,-17-10-1 0,14 11-5 16,-15-8 5-16,0 1-6 0,0 4-2 0,-6-5-8 15,0-1-10-15,-4 2-5 0,-6-4 1 0,-1 0 3 0,-7-3 5 16,-7-2-5-16,-2 3 2 0,2-5 4 0,-11-2 1 15,0-1-3-15,-1-2 3 0,-2-2 3 16,-2 1-1-16,-6-6 2 0,-1-3 2 0,-1 3 3 0,-4-2-1 16,-1-7 9-16,-4 0-3 0,-3-3 8 0,-9-7 2 15,-5-1 1-15,-3-5-1 0,-9 1 4 0,1 0-3 16,-2 1-3-16,-2 5-2 0,-2-4 0 0,1 4-3 16,0 2-2-16,-4 2 2 0,10 4-5 0,4 5-7 15,-1 0-22-15,7 5-32 0,-1-1-39 0,4 4-45 16,-3 4-48-16,12 0-43 0,-5-1-26 0,13 1-30 15,-15 1-207-15,15-1-537 0,-8 8 238 0</inkml:trace>
  <inkml:trace contextRef="#ctx0" brushRef="#br0" timeOffset="-9594.63">15935 12403 232 0,'0'0'237'0,"0"0"-23"0,0 0-22 15,0 0 14-15,0 0 7 0,0 0-1 0,-11 22-2 16,6-9-22-16,-2-1-9 0,-1 6-8 0,1 9-12 16,-1-3-11-16,0 4-8 0,-2 1 0 0,0 11-25 15,3-1-5-15,1 5 2 0,-3-2-6 0,3 3-14 16,4-6-15-16,-4 6 0 0,4-5-8 0,-3-1-10 15,3-5-8-15,2-5-1 0,0 3-3 0,0 1-7 16,0-2-1-16,0-4-6 0,2 0-8 0,3-7-39 16,-3-1-24-16,1 1-25 0,0-5-29 0,-3-3-36 15,8 3-42-15,-3-3-48 0,-1-8-64 0,7 3-208 16,-2-3-530-16,-1 0 234 0</inkml:trace>
  <inkml:trace contextRef="#ctx0" brushRef="#br0" timeOffset="-8969.7">16977 12741 25 0,'0'0'279'16,"3"-9"-2"-16,-3 3-8 0,0 6-7 0,0-13-12 15,0 6-4-15,0 7-6 0,0-12-6 0,-3 9-13 16,-2-2-5-16,5 5-20 0,0-8-3 0,0 8-23 16,-7-6-16-16,7 6-16 0,0 0-17 0,0 0-2 15,-17 7-7-15,9 1 3 0,-5 4-7 0,1-2-3 16,-3 9 7-16,1 1 9 0,-1 2 4 0,3 5-18 16,-3 0-5-16,0-2-7 0,5 4-10 0,-5-2-7 0,7-1-4 15,0 3-6-15,0 3-6 0,1-4-4 0,5-4-6 16,2 8-2-16,2-4-7 0,3-1-3 15,7-3 2-15,2 2-9 0,5-2-5 0,5-4 4 0,0 3-23 16,5-5-41-16,11 2-50 0,0-2-43 0,-2-4-31 16,-5-7-41-16,-2 0-51 0,-1-3-46 0,5-2-62 15,-4 1-307-15,-1-6-718 0,-8 3 318 0</inkml:trace>
  <inkml:trace contextRef="#ctx0" brushRef="#br0" timeOffset="-6959.57">17511 12868 155 0,'7'-10'253'0,"1"3"-8"16,-5-3-2-16,4-2-11 0,-4 7-15 0,4-3-8 15,1 1-12-15,-4-3-6 0,-1 8-4 0,3-6-13 16,-4 5-9-16,3-6-11 0,-3 4-14 0,-2 5-13 0,1-4-12 16,-1 4-15-16,0 0-11 0,0 0-13 0,0 0 0 15,0 0-16-15,0 0-1 0,-16 18-12 16,3-12 12-16,4 4 3 0,-4 4-3 0,-3-5-6 0,-4 7 7 16,0 1 7-16,-2-2 4 0,-3 4-9 0,1-1-1 15,0-1-9-15,3 1-2 0,-2-2-6 0,-4-2-3 16,4 3-8-16,7-6 3 0,-6 5-6 0,2-5 0 15,2-3-8-15,3 8 4 0,0-6-1 0,2-3-6 16,1 3 1-16,4-2-5 0,-2-4-15 0,2 4-36 16,3-1-28-16,-2-3-22 0,6 0-33 0,1-4-24 15,-5 7-33-15,5-7-45 0,0 0-41 0,0 0-42 16,0 0-213-16,0 0-558 0,0 0 247 0</inkml:trace>
  <inkml:trace contextRef="#ctx0" brushRef="#br0" timeOffset="-6615.66">17185 12804 143 0,'0'0'246'0,"0"-7"-1"0,0 7-9 15,0 0-14-15,0 0-11 0,0 0-17 0,0 0-17 16,0 0-18-16,0 0-15 0,0 0-13 0,0 0 5 15,0 0-3-15,0 0-7 0,10 16-3 0,-5-12 2 16,0 4-4-16,0 1-7 0,7 3-14 0,-8-2-8 16,13 4-4-16,-7-1-8 0,7-1-9 0,2 7-9 15,10-2-2-15,-10 1-10 0,5-1-7 0,-3 0 5 16,-4-1-9-16,4-3-2 0,4 4-5 0,-8-8-5 16,-1 2-2-16,1 2-2 0,-2-6-1 0,1 5-6 0,-3-2 1 15,-1-1-5-15,-2-4 0 0,-2 2-1 16,-1-3 2-16,1-1-8 0,-1 1 0 0,-7-4-10 15,1 5-7-15,-1-5-15 0,0 0-16 0,0 0-23 0,7 3-20 16,-7-3-28-16,0 0-24 0,0 0-36 0,0 0-39 16,0 0-39-16,0 0-223 0,-25-12-514 0,18 6 228 15</inkml:trace>
  <inkml:trace contextRef="#ctx0" brushRef="#br0" timeOffset="-6209.46">17768 12627 121 0,'5'-3'298'0,"-5"3"-11"0,0 0-8 0,10-4-23 0,-10 4-16 16,13 0-12-16,-13 0-4 0,16 8-16 0,-2 2-11 15,1-1-16-15,-1 3-18 0,3 3-2 0,3 4-2 16,3-3-2-16,-1 8-13 0,1-1-12 0,-7 1-17 16,2-2-12-16,-1 1-7 0,-2 4-5 0,0 0-14 15,-4-3-7-15,3-1-8 0,-6 0-1 0,-1-3-15 16,-6-1 3-16,3 8-10 0,-4-5 1 0,-2-5-1 15,0 0-10-15,-6 4 1 0,0-3 3 0,-11 4-5 16,-4 0-6-16,-5-3-5 0,5-3-41 0,-5 4-33 16,-2-4-27-16,-5 4-35 0,-9-2-43 0,14-4-45 15,-8 5-48-15,10-10-49 0,1 2-241 0,-3 2-591 16,-4-6 261-16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09:38:39.24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2049 1572 397 0,'0'0'402'0,"0"-9"5"0,0 5-9 0,0-4-20 15,0 8-34-15,0 0-35 0,0 0-32 0,5-7-25 16,-5 7-36-16,0 0-17 0,0 0 11 0,0 28 3 16,1-9-7-16,1 7-6 0,3-3-39 0,-3 5-19 15,-2-1-17-15,8 6-12 0,-6-3-9 0,1 12-10 16,-1-11-12-16,-2 1-9 0,5 1-6 0,-5-3-9 16,1 3-2-16,1-3-2 0,3-2-7 0,-4 2-5 15,-1-3-17-15,0-10-22 0,2 2-26 0,-2-1-25 16,5-2-28-16,-5-8-29 0,0 3-16 0,0-3 6 15,2-4-5-15,-2-4-47 0,0 0-55 0,0 0-49 0,0 0-61 16,0 0-49-16,-2-27-232 0,2 11-662 0,-5-6 293 16</inkml:trace>
  <inkml:trace contextRef="#ctx0" brushRef="#br0" timeOffset="281.22">2036 1552 2 0,'0'-7'265'0,"0"4"-14"0,0 3-26 0,0-6-22 15,0 6-25-15,6-6-16 0,-6 6-18 0,0 0-10 16,22 12-19-16,-2-4-8 0,-1 11-11 0,6-2-8 16,7 10-10-16,-3 1-6 0,3 3-9 0,3-1-5 15,-4-2-5-15,2 3-5 0,4 0-4 0,-8 7-7 16,3-7-2-16,-6 1-1 0,1-2-4 0,-2-6-1 16,4 6-10-16,-7-9 4 0,-2 3-2 0,-2-3 0 15,-1-6-4-15,-3 3-4 0,0-9-9 0,-4 7-7 16,-2-5-15-16,4-3-7 0,-6-3 0 0,-3 0-17 15,6-2-20-15,-9-3-22 0,0 0-12 0,0 0-16 16,0 0-19-16,0-23-23 0,0 11-2 0,-4-4-7 16,4 1-104-16,-5-3-289 0,4-3 129 0</inkml:trace>
  <inkml:trace contextRef="#ctx0" brushRef="#br0" timeOffset="453.07">2660 1872 199 0,'0'-19'29'0,"0"-5"41"0,0 4 29 16,0-1 33-16,-5 1 30 0,10 1 31 0,-10 4 11 15,3 0 17-15,2 6 13 0,0-2 0 0,0 3 7 16,-5 0-10-16,5 0-18 0,5 1-17 0,-5 7-18 15,0-9-19-15,0 6-35 0,0 3-3 0,0 0-13 16,0 0 0-16,0 0-28 0,2 18-1 0,3-8-10 16,-5 4-7-16,3 2 0 0,2 10-13 0,-4-2 2 15,4 3-12-15,-1 4 1 0,-1 0-24 0,-1 1-13 16,-1 0-17-16,4-2-16 0,2 1-18 0,-5-1-32 0,3 2-27 16,-4-1-43-16,-1-4-48 0,8-12-47 15,-3 5-54-15,-3-2-174 0,6-3-512 0,-8-6 227 16</inkml:trace>
  <inkml:trace contextRef="#ctx0" brushRef="#br0" timeOffset="1046.76">3029 1610 70 0,'3'-8'332'0,"-3"4"-28"16,0 4-35-16,3-8-26 0,-3 8-29 0,0 0-24 15,0 0-17-15,0 0-20 0,0 0-12 0,-3 27-17 16,0-11-10-16,3 4-13 0,0-1-9 0,0 10-5 16,0 0-14-16,6-1-3 0,-6 3-9 0,0 10-6 15,0-10-2-15,2 0-6 0,5-3-5 0,-7-1-12 16,4 3-9-16,-2-6-20 0,-2-3-20 0,0-3-18 16,2-3-32-16,3-3-20 0,-4-1-15 0,-1-4 3 15,0-1-6-15,5 0-21 0,-5-6-9 0,0 0 2 16,0 0 5-16,2-18 1 0,5-2 14 0,-6 4 11 15,-1-10 7-15,0-2 17 0,7-2 6 0,-7-10 6 16,5-1 15-16,-2-3 22 0,2 13 41 0,-2-2 41 16,4 3 40-16,-5 1 29 0,4 1 16 0,-4 5 19 15,1 4 17-15,-3 1 8 0,7-2 0 0,-5 11-3 16,3-1-12-16,-4-2-14 0,-1 7-22 0,7-3-13 16,-5 0-21-16,-2 8-4 0,0 0-13 0,0 0-7 15,21 21-4-15,-13-7-8 0,1 2-8 0,5 11-4 0,-2-3-3 16,3 0-1-16,0 6-7 0,1 8-14 15,-1-13 6-15,8 0-1 0,-6 2-5 0,1-3-1 16,4 2 2-16,-7-1-4 0,1-3-1 0,2-7-5 16,-8-2 0-16,5 1-3 0,0-4 1 0,0 0-2 0,-8-3 2 15,4-5 1-15,-2 1-2 0,0-6-1 0,-9 3 1 16,17-9 2-16,-5-2 5 0,-4-5 0 16,0-4-2-16,-3-7 2 0,2-3 1 0,-2-13-3 15,0-2 12-15,0 2 9 0,0-1 9 0,-4 2 13 0,1 11 1 16,1-8 2-16,-3 8-12 0,0 2 1 0,4 0-10 15,-4 1-4-15,0 13-10 0,-4-3 5 0,4 5-5 16,0 3-11-16,0-2-39 0,0 5-65 0,4 2-64 16,-4 5-17-16,0 0-28 0,0 0-36 0,-10 23-57 15,5-5-59-15,-4 7-187 0,-4 4-580 0,-8 7 256 16</inkml:trace>
  <inkml:trace contextRef="#ctx0" brushRef="#br0" timeOffset="1421.72">1683 2457 15 0,'-17'3'305'16,"4"0"0"-16,5 0-5 0,0-1-11 0,1 0-17 16,7-2 10-16,0 0 15 0,0 0 12 0,28 11-15 0,17-8-23 15,16-2-21-15,33 2-24 0,11-1-25 0,49-4-18 16,-14 9-20-16,-39-9-17 0,48 2-11 15,-46 3-17-15,-1-4-7 0,3 1-14 0,4 2-9 16,-13 1-5-16,-2 2-12 0,-6 2-12 0,-4-2-5 0,-26 0-41 16,0-3-21-16,-1 6-62 0,-13-5-39 0,-11-2-39 15,-4 4-53-15,-10-3-66 0,-2-1-77 0,-5-1-288 16,-12 0-685-16,0 0 304 0</inkml:trace>
  <inkml:trace contextRef="#ctx0" brushRef="#br0" timeOffset="3089.65">3955 3180 61 0,'-8'-3'226'0,"0"0"-27"16,-5 2-15-16,-2-2-17 0,-7 3-14 0,2 1-13 15,-6 1-13-15,-6 3-11 0,1 6-6 0,6 1-6 16,-3 0-9-16,0-1-7 0,0 2-9 0,5 4-7 15,-2-2-10-15,7-5-4 0,3 5-2 0,3 0-5 16,2-3-5-16,7 4 1 0,0-4-3 0,3 2 1 16,3-5 12-16,7 5-13 0,5-1 0 0,5-2-2 15,4-1-6-15,5 2-3 0,5-4-4 0,-2-6 2 16,3 4-7-16,-4-1-3 0,2-3-1 0,-3-2-1 16,-4 0-1-16,-4 1-4 0,-4 0 0 0,-8 2 0 15,0 1 22-15,1-4 7 0,-2 1 4 0,-9-1-1 16,11 0-4-16,-11 0-2 0,0 0-3 0,0 0-5 0,0 0 0 15,-26 11-3-15,16-7-2 0,-3 0-5 16,-1 7-2-16,1-3 0 0,-2 0-3 0,-1 4-3 16,7-4-1-16,-4 4-2 0,3 2 3 0,4 1-2 15,-1 1 2-15,5 0-1 0,1-4 3 0,2 10 0 0,6-6-1 16,3 0 7-16,3-4-8 0,10 5 4 0,2-2-5 16,8-5-2-16,10 5-1 0,4-5-7 15,-3 2-7-15,6-11-15 0,-5-1-19 0,-1-1-24 16,4-6-22-16,-6 0-20 0,2-5-14 0,0 0-9 0,-13 1-8 15,5-8 3-15,-3 3 8 0,6-8 5 0,-6-2 13 16,-9 5 11-16,0-1 9 0,-3-1 13 0,-4-1 30 16,-2 3 33-16,-4 6 35 0,-1-2 37 0,0 1 26 15,-3 3 18-15,-4 3 12 0,0-2 3 0,4 5 3 16,-7-1-5-16,2 3-10 0,3 2-14 0,-5 3-19 16,0-8-6-16,0 8-7 0,0 0-9 0,0 0-6 15,-32 12-3-15,21 2-2 0,-4-1-4 0,-7 3-6 16,1 7-5-16,-1 1 1 0,1 3-4 0,-6 6-6 15,-3-1 3-15,12-5-4 0,-5 0 0 0,0-5 0 16,1 3-12-16,6-2-5 0,-6-2-9 0,1-3-4 16,-1-2-11-16,6-3-1 0,1-4 0 0,3-5-2 15,-1-3-10-15,3-1 3 0,10 0-12 0,-17-9 3 16,11-1-1-16,4-2 5 0,2-5 2 0,2-3 3 16,1-6 3-16,7-2 5 0,2 1 4 0,1 1 9 15,0-4 14-15,0 3 18 0,2 3 22 0,0 1 27 16,-3 1 24-16,-4 5 17 0,4 2 17 0,-4 3-9 15,0 3 2-15,-1 2-12 0,1-1-12 0,-8 5-15 0,7 1-8 16,-7 2-9-16,14 0-16 0,-14 0 2 0,14 10-5 16,-6 0 0-16,5 6-9 0,0-3-2 15,4 11 0-15,0-2-9 0,2 4-1 0,0 1-1 16,10 6-17-16,6-3-8 0,2-3-22 0,-1-5-26 0,7 2-21 16,2-2-35-16,-2-7-35 0,1-2-35 0,3-5-34 15,1-1-26-15,3-6-28 0,-3-5-5 0,2-4-1 16,-6-2 3-16,-9 3-158 0,5-11-461 0,-2-6 205 15</inkml:trace>
  <inkml:trace contextRef="#ctx0" brushRef="#br0" timeOffset="3917.69">5356 3642 1310 0,'18'-26'-99'16,"-3"2"42"-16,0 4 49 0,-9 3 33 0,-6-1 40 16,-3 2 30-16,-4-2 24 0,1 2 5 0,-4 1 8 15,-5 0 3-15,2 6 0 0,-5-1-12 0,-4 2-9 16,1 1-5-16,-8 4-6 0,-4 1-6 0,2 4-5 16,-2 1-1-16,-2 4-6 0,-1 1-5 0,6 1-10 15,0 1-6-15,0 5-3 0,0-3-9 0,4 7-1 16,8 1-5-16,-4-2-5 0,6 3 2 0,4-1-7 15,4-2-5-15,1-2 1 0,2 6-6 0,5-3-2 16,3-6-2-16,4 2-7 0,5-3 0 0,1-1-8 16,7-3-16-16,-2-2-19 0,12-4-24 0,0 5-18 15,4-11-13-15,-4 1-10 0,0-5-7 0,5-3 5 16,-6-1-2-16,1-3 5 0,5-9 11 0,-8 8 10 16,-1-4 7-16,-4 2 10 0,-1 0 19 0,-11 0 37 15,5 0 34-15,-7 6 23 0,-1 0 13 0,-1 1 13 0,-4 1 15 16,-2 1-13-16,3-1-9 0,-6 2-6 15,3 8-9-15,-2-7-9 0,2 7-6 0,-13-3-6 16,13 3-6-16,0 0-2 0,-23 12-3 0,15-1-4 0,-2 3-6 16,0-5 0-16,2 4-3 0,-1 2 0 0,3 0-2 15,2 4 1-15,-1 0-5 0,5 1-4 0,0-5 3 16,0 1-3-16,2-1-3 0,3 0 2 16,3-6-5-16,-3 0 1 0,10 0-4 0,-5-4 1 0,3-2-1 15,4-3-2-15,-1-2-1 0,6-3-3 0,-2-2 6 16,3-5-4-16,5 0-1 0,-3-4-1 0,0-4 1 15,-2-1 2-15,0 5-1 0,-1 0 4 0,-1-6 0 16,-8 7 2-16,4 0 8 0,-9 1-2 0,2 3 14 16,3 2 16-16,-4-3 5 0,-4 4 2 0,0 2-6 15,-2 3-4-15,2-5-3 0,-5 8-10 0,3-2-7 16,-3 2-1-16,0 0-1 0,0 0-3 0,0 0 3 16,-6 21-2-16,4-13-2 0,-1 3-3 0,1 3 1 15,-3-2-2-15,2 1 2 0,6 6 0 0,-3-10 0 16,0 6-1-16,0-1-8 0,2-1 1 0,3-2 8 15,-4-3-6-15,8 2-3 0,-1-1 0 0,-3-1 1 16,3-4 5-16,2-1-7 0,3-3 3 0,-1 0 2 16,1-3-4-16,5-1 0 0,-3-4 2 0,0-3 3 15,2-1-2-15,-6 4-1 0,4-6 3 0,0 2-1 0,-7-3 2 16,7 2 9-16,-8-1 7 0,1 2 7 16,-1 2 20-16,-4 0 9 0,4 6 3 0,-2-7-6 15,-4 6-2-15,1-3-7 0,1 2-8 0,-3 6-11 16,3-8-7-16,-3 8 0 0,0 0 0 0,0 0-8 0,0 0-3 15,0 0 0-15,0 0-22 0,-11 18-1 0,11-6-7 16,-3-4-6-16,3 1 3 0,-4 1-6 16,1-1-6-16,3 2-2 0,3 4 1 0,-3-4-7 15,4 1 4-15,-4-5 7 0,0 5-5 0,5-6 7 0,-2-3-2 16,0 1 9-16,4-1 1 0,1 4 1 0,0-3 8 16,-8-4 0-16,20-3 3 0,-10-1-1 0,-2-3 7 15,6 3 0-15,-4-2 4 0,3-4 1 0,2 2 3 16,-4 0 10-16,4-4-10 0,-5 5 1 0,-2-1 1 15,6 0 2-15,-4 1-3 0,-5 3 2 0,3-2-4 16,0 0-3-16,-1 2 1 0,-1 0 3 0,-6 4-9 16,9-4-10-16,-9 4-16 0,0 0-22 0,15 11-26 15,-9-6-27-15,-1 4-33 0,-3-3-38 0,4 2-39 16,3 0-41-16,-1 3-179 0,-1 5-476 0,1-9 211 16</inkml:trace>
  <inkml:trace contextRef="#ctx0" brushRef="#br0" timeOffset="4794.12">6547 3487 125 0,'0'0'263'0,"0"0"-32"0,5-4-25 0,-5 4-21 16,0 0-15-16,0 0-21 0,-5 20-16 0,4-7-10 16,-4 9-13-16,-2 8-14 0,4 2-8 0,-4 10-8 0,2 4-6 15,-3 2-6-15,1 5-8 0,1 5-6 0,4-5-1 16,0 3-4-16,-2-2-8 0,4 1-3 15,0-2-4-15,0-4 1 0,0-1-3 0,0-5-4 16,0-4-5-16,4-9 1 0,-2-7-1 0,-2-3-2 0,7-4-2 16,-7-5 4-16,1-1 2 0,6-5-4 0,-2-5 3 15,-5 0-7-15,0 0 0 0,18-20-6 0,-14 6-1 16,4-10-1-16,-2-8-10 0,-2-12-13 0,-3 0-15 16,4-6-10-16,2-4-7 0,-7 0 1 0,0-1 6 15,7 1 2-15,-7 4 8 0,0-9 20 0,-2 13 33 16,-3 0 35-16,3 3 30 0,-4 13 17 0,2-2 21 15,1 2 19-15,-4 2 11 0,6 1-12 0,-4 0-2 16,5 8-5-16,0-1-9 0,0 2-6 0,0 0-8 16,0 4-15-16,6 1-6 0,3-1-18 0,-3 4-5 15,1 4-8-15,13 0-10 0,-5 1 6 0,3 1-17 16,3 4-9-16,3 0-13 0,5 1 1 0,-2 6-4 16,4 0-9-16,-3-3-11 0,-8 3-1 0,2-2-12 15,-2 3-6-15,0-1-6 0,-6 2 5 0,-4 1-8 16,2 0-3-16,-5 0-1 0,-6-1 5 0,4 4 6 15,-10-1-2-15,-1 1 3 0,-4-1 1 0,-4 3 5 16,-2-4-3-16,-4 1 16 0,-3 0-13 0,1-8 5 16,1 2-3-16,-9 0-2 0,9-6 2 0,4 3-3 0,-1-6-7 15,1 0-1-15,7-3-13 0,-1-5-3 0,6 4 2 16,1-8-2-16,3 3 6 0,2-5 4 16,8 2-2-16,-1-4 4 0,12-6 1 0,0-1 3 0,8-7-1 15,0 4 3-15,8-9 7 0,-4 0-13 0,6-6-4 16,-2 2-8-16,-4-2-5 0,8 2 4 0,-7 0 4 15,-2-1 10-15,-4 9 8 0,-11 7 23 0,-1 2 32 16,-5 8 23-16,2 0 13 0,-4 6 8 0,-3-1-3 16,-2 4-9-16,4 1-14 0,-7-4-13 0,8 11-6 15,-8 0 1-15,0 0-5 0,-15 19-1 0,7 0-5 16,1 4-3-16,-1 6-2 0,1 1-2 0,-1 12-5 16,6 1 5-16,-1-4-4 0,8 5 0 0,-3 1-3 0,11 1-2 15,-5 0 1-15,7-3-5 0,0 0 5 16,5-5 0-16,-4-2-2 0,6 1 8 0,1-10-9 15,-10 0-1-15,10-6-3 0,-1 1-4 0,1-7 3 16,-5-3 5-16,4-7-7 0,-2-3 2 0,1-2-2 0,1-3 5 16,-1-5 5-16,-4 0-10 0,3-3 9 0,3-7-3 15,-3-2 2-15,-10 4 0 0,5-8 13 16,-4 8 26-16,-3-2 24 0,1-1 28 0,-4 2 16 0,-4 0 19 16,-1 5 0-16,0 0 7 0,2 3-7 0,-4-2-9 15,2 4-15-15,0-1-17 0,-6 4-13 0,-1 1-11 16,7 3-6-16,-16 2-9 0,2 2-5 0,3 0-4 15,-1 5-10-15,-3 5-4 0,2-1-4 0,-5 4-14 16,6 1-13-16,-3 4-20 0,7-2-17 0,3 3-29 16,-3-4-24-16,8 8-35 0,0 0-26 0,0-3-24 15,3-6-29-15,-1 3-43 0,4-2-81 0,4-4-78 16,-1 2-268-16,2 0-732 0,-1-7 324 0</inkml:trace>
  <inkml:trace contextRef="#ctx0" brushRef="#br0" timeOffset="5090.96">4603 4041 278 0,'-57'0'324'0,"6"0"-13"16,13 0-11-16,8 3-4 0,7-2-11 0,2-1-2 15,7 0-12-15,6 0-16 0,-4 0-14 16,12 0-5-16,0 0 2 0,0 0-10 0,57 5-21 16,32-3-19-16,14 3-19 0,67 6-16 0,2-2-18 0,0 3-12 15,7-5-13-15,-5 0-10 0,-4 8-7 0,4-7-12 16,-10 6-9-16,-2-2-4 0,-9 1-10 0,-51-5-6 16,4-1-17-16,-3 0-19 0,-2-6-37 0,-9 5-53 15,-6-4-62-15,-28-2-65 0,-5-2-74 0,-3 0-91 16,-17-3-324-16,-5 3-746 0,-6-6 331 0</inkml:trace>
  <inkml:trace contextRef="#ctx0" brushRef="#br0" timeOffset="12180.44">8696 3886 356 0,'2'-8'448'0,"-1"-3"-2"0,-1 0-18 0,5 4-15 0,-5-5-18 16,0 7-26-16,0 1-33 0,0 4-32 0,0-6-38 16,0 6-47-16,0 0-25 0,0 0-21 0,0 0-15 15,8 27-18-15,-8-12-13 0,5 11-14 0,-1 4-11 16,2-1-9-16,-1 12-9 0,0-10-5 0,2 12-10 15,-2-3 22-15,3 1-11 0,0-2-8 0,-3-9-4 16,2-2-9-16,-4 3-12 0,2 0-34 0,-3-3-35 16,3-2-42-16,-3-6-43 0,4-5-39 0,-1 5-26 15,-2-6-29-15,-1 2-40 0,1-7-38 0,4-2-66 16,-4-3-350-16,-3 0-752 0,0-4 333 0</inkml:trace>
  <inkml:trace contextRef="#ctx0" brushRef="#br0" timeOffset="12519.04">9014 4138 15 0,'0'0'212'0,"0"0"-20"16,0 0-25-16,0 0-13 0,0 0-14 0,0 0-12 16,0 23-8-16,0-11-12 0,0-1-10 0,0 2-3 15,5 4-10-15,-4-3-5 0,1 4-10 0,1 2-8 16,1-5-4-16,2 4-5 0,1-3-7 0,-4-1 0 15,4-3-3-15,-1-1-5 0,-4-3-1 0,3-4 8 16,3 8 22-16,-3-7 28 0,2-3 10 0,-7-2-3 16,15-2 3-16,-5-3 8 0,-2-2 1 0,5-1 7 0,-3-5 12 15,3-1 11-15,-1 0 10 0,-2-3 14 0,5 1 6 16,-7 0 10-16,5 1 13 0,-3 0 12 16,3 2 2-16,-4-1 3 0,2 4-11 0,-7 0-14 15,7 2-18-15,-9 4-17 0,4-3-17 0,1 3-18 0,-5 0-17 16,-2 4-14-16,0 0-9 0,15-2-12 0,-15 2-12 15,13 9-16-15,-7 0-17 0,1 0-38 0,-4 4-32 16,4 4-38-16,1 2-38 0,1 6-42 0,2-3-29 16,-4 4-24-16,3-4-33 0,-5-2-52 0,3-7-55 15,-6 6-54-15,4-2-245 0,1-4-713 0,-1-4 317 16</inkml:trace>
  <inkml:trace contextRef="#ctx0" brushRef="#br0" timeOffset="12800.26">9633 4107 64 0,'6'-3'335'0,"-6"3"-33"0,7-6-34 0,-7 6-32 16,0 0-22-16,0 0-26 0,0 0-18 0,2 21-7 16,-2-10-5-16,-7 4-7 0,7 0-4 0,0 4-13 15,0 8-14-15,-2 0-11 0,2-2-11 0,0 6-8 16,0-3-6-16,0 14-10 0,0-4-7 0,2 5-7 15,3-12-7-15,-10 7-4 0,12 2-1 0,-7 2-6 0,5-7-8 16,-5-5 6-16,0 1-9 0,-5 1 1 16,10-2-3-16,-5 1 2 0,1-7-9 0,-1 3-2 15,8-3-14-15,-8-7-15 0,0 0-11 0,7-9-17 16,-7-3-13-16,0 5-16 0,-7-5-56 0,7-5-72 0,0 0-70 16,0 0-221-16,0 0-525 0,0 0 233 0</inkml:trace>
  <inkml:trace contextRef="#ctx0" brushRef="#br0" timeOffset="15738.97">11685 2163 329 0,'8'-24'400'0,"-1"5"-18"15,3 4-3-15,-10 1-11 0,11 2-11 0,-7 4-16 16,1-1-31-16,-4 2-33 0,-1 3-32 0,7-4-35 16,-7 8-25-16,7-1-18 0,-7 1-18 0,0 14-15 15,6 6-16-15,-4 0-7 0,5 4-12 0,-3 7-12 16,0 9-4-16,-4-1-12 0,6 8-1 0,1-2-7 16,-5 3-9-16,1-3-6 0,0 1-1 0,-6-2-14 0,3-5-8 15,0-7-37-15,0-4-33 0,0-1-31 0,3-3-29 16,-3-5-26-16,0 1-22 0,0-5-26 15,0-3-30-15,0-3-26 0,0-2-40 0,0-2-58 16,0-5-233-16,0 0-611 0,0 0 271 0</inkml:trace>
  <inkml:trace contextRef="#ctx0" brushRef="#br0" timeOffset="16014.93">11789 2031 194 0,'5'-18'349'0,"-3"0"-6"0,-2 1 11 15,5 1-8-15,-5 1-11 0,5 3-12 0,-5 1-19 16,3 1-29-16,-1 1-22 0,4 0-28 0,-1 1-27 16,4 1-17-16,-1 3-20 0,0-1-18 0,2 2-20 15,8 3-11-15,-1 1-9 0,3 6-17 0,3-3-9 16,0 8-9-16,2 2-22 0,-4 3-10 0,6 0-6 16,-10 5-28-16,4 3-16 0,-1-5-8 0,-5 3-6 15,-5-2-3-15,3 6-3 0,-10-5 0 0,1 2-2 16,-3 2 5-16,-2-6 0 0,-6-1 5 15,-1-3 0-15,-6-1-3 0,-2 5-3 0,-4-6-2 0,-1-1-19 16,-9 1-16-16,-5-4-19 0,4-4-15 0,-1 6-20 0,2-4-34 0,0-4-42 0,9-1-50 16,-1 2-54-16,3-5-184 0,2 4-525 0,2-7 233 15</inkml:trace>
  <inkml:trace contextRef="#ctx0" brushRef="#br0" timeOffset="16608.61">11973 2370 198 0,'2'-5'284'0,"6"2"-24"0,-3-2-27 16,-5 5-24-16,15-5-21 0,-15 5-20 0,16 5-16 15,-2-4-17-15,1 6-9 0,-1 1-12 0,3-1-16 16,-5 5-11-16,7 2-8 0,-9 4-9 0,5-3-7 0,-3 3-8 15,3 2-2-15,-5 5-8 0,-2-3-4 16,-3-2-2-16,-2-2-5 0,4 3 0 0,-7-6-9 16,1 3 0-16,-2-3 1 0,1-3-7 0,-3-3 0 15,-2-2-2-15,0 1 3 0,1-2 18 0,3-1 22 0,1-5 17 16,-14 1 8-16,14-1 15 0,0 0 9 0,-13-12 4 16,10 4 9-16,0 0-17 0,3-6-17 15,3-3 2-15,0-2-12 0,5-5-9 0,4 6-16 0,5-9-4 16,4 6-6-16,-4-2-4 0,2 1-10 0,5 4-13 15,-9 3-4-15,8-3 2 0,-5 7-13 0,-3-1-17 16,3 5-10-16,4-2-9 0,-1 1-13 0,-4 2-8 16,1 1-8-16,-2 0-4 0,-1 3 1 0,0 2-8 15,-3-1-3-15,-4 1 2 0,-8 0 4 0,22 1 11 16,-16-1 2-16,-6 0 3 0,15 0 10 0,-15 0 5 16,12 2 5-16,-7-1 4 0,-5-1 6 0,0 0 12 15,10-4 11-15,-10 4 4 0,0 0 13 0,6-8 6 16,-6 8 5-16,2-10 11 0,-2 10 4 0,0-6 6 15,0 6-2-15,0 0 4 0,0 0-6 0,-2-6-7 16,2 6-5-16,0 0-5 0,-13-1-6 0,13 1-1 16,0 0-3-16,-25 4-1 0,15-3-2 0,-1 7-4 15,-4 2-1-15,5-1-1 0,-2-2 0 0,7 6 0 16,-6-4 1-16,2 7 0 0,-2 0-2 0,9-3 0 16,-3 4 1-16,5 0 7 0,7-5-6 0,-1 6 2 15,9-2-7-15,7 3-10 0,3-4-25 0,18 6-31 16,0-6-45-16,6-3-52 0,8 0-53 0,-1-5-37 15,5 0-46-15,-1 0-152 0,-6-7-487 0,4-2 216 16</inkml:trace>
  <inkml:trace contextRef="#ctx0" brushRef="#br0" timeOffset="17217.91">13387 2448 54 0,'-15'-9'230'0,"-2"1"2"0,-3 4-2 0,-3 0 1 15,-5-3-6-15,0 5-7 0,8 2-8 0,-12 0-7 16,-1 1-11-16,4 8-12 0,-5-3-17 0,10 3-14 15,-4 0-8-15,-1 3-14 0,3 1-11 16,-1 1-8-16,6-1-17 0,-1 4-4 0,6-2-11 0,-1 0-8 16,2 0-6-16,4 0-4 0,-2 0-6 0,8 3-1 15,-2-4-7-15,2 2-1 0,0-1 0 0,8 0-2 16,-1-6-7-16,3 2 2 0,3-3-6 0,1-5-5 16,9 5-7-16,0-4-15 0,2-2-11 0,6-7-18 15,2 1-5-15,2-4-11 0,0-4-9 0,13-10-5 16,-5-3-6-16,-1-2-10 0,-1-8-19 0,0-4-10 15,-4-3-3-15,-2 4 2 0,-1-1 9 0,-7-1 13 16,-1 2 22-16,-2-1 38 0,-9 11 36 0,-1-2 28 16,-2 0 34-16,0 6 22 0,-4 1 29 0,0 4 25 15,-1 1 6-15,-4 0 16 0,2 3-7 0,0 1-4 16,0 9-11-16,0-9-19 0,0 8-24 0,0 0-10 16,0 6-14-16,-6-5-13 0,6 5-8 0,0 0-8 15,-18 8-6-15,8-1-14 0,5 5 6 0,0 4-8 16,-5 3-6-16,3 5-7 0,2 3-4 0,-1 4-6 0,6-4-1 15,0 15 8-15,0-3-25 0,0 5 7 16,6-2-18-16,2-1-10 0,-1-10-10 0,1 0-12 16,1-2 11-16,5 12-21 0,-2-16-6 0,-4 0 5 15,6-4 1-15,0-4 6 0,-4-4 0 0,4 1 9 0,6-5 1 16,-11-5 0-16,6 3 12 0,5-6 3 0,-5-2 5 16,2-6 2-16,-2 2 1 0,-1-5 21 15,1-5 6-15,4-2 15 0,-5-2 28 0,-2 0 16 0,1 7 21 16,-3-11 13-16,3 4 11 0,1-5 13 0,-6 9 4 15,-6-3 2-15,4 3 9 0,-2 3-3 0,-1 3-10 16,5-2-9-16,-8 2-10 0,3 5-17 0,-3-2-14 16,4-2-14-16,-4 8-21 0,0 0-28 0,0 0-13 15,0 0-4-15,0 0-14 0,0 0-12 0,0 25-11 16,1-13-15-16,-2 1-15 0,2 5-22 0,8 0-8 16,-4-3-31-16,-2 4-14 0,4 3-24 0,4-3-21 15,4 2-26-15,-2-3-44 0,2-3-54 0,7 0-61 16,-6-5-281-16,4 1-710 0,-2-4 314 0</inkml:trace>
  <inkml:trace contextRef="#ctx0" brushRef="#br0" timeOffset="17483.52">14260 2400 18 0,'-6'-8'354'0,"-1"1"-4"0,-6 1-3 16,0-1-11-16,1 3-19 0,-1-2-17 0,-2-3-9 15,-7 9-22-15,8-1-20 0,0 1-24 0,-2 0-25 16,1 5-14-16,-2 2-19 0,-1-1-17 0,3 4-16 0,4-2-4 16,-3 3-20-16,3 1-7 0,4 0-10 0,-1-1-13 15,0 3-2-15,8 1-6 0,-4 0-5 16,8 2-9-16,-3 0-3 0,6-2-1 0,1 1-8 16,9 0-4-16,-1-4-10 0,6 7-24 0,4-4-17 0,2-1-29 15,1-4-27-15,7-4-39 0,-1-2-19 0,6-3-36 16,-6-1-38-16,1-5-28 0,-3-1-40 0,10-10-34 15,-1-4-36-15,-12 8-182 0,6-13-561 0,-5-7 248 16</inkml:trace>
  <inkml:trace contextRef="#ctx0" brushRef="#br0" timeOffset="17717.87">14709 1935 297 0,'-7'-15'307'15,"2"3"-2"-15,2 0 2 0,-2 0-5 0,0 5-4 16,4-1-11-16,-8 0-24 0,8 1-28 0,-4 4-29 15,5 3-22-15,-2-8-28 0,2 8-23 0,0 0-9 16,0 0-11-16,0 0-10 0,-7 26-12 0,6-11-9 16,1 1-6-16,0 11-8 0,1 0-8 0,1 7-6 15,3 6-9-15,-2 3 5 0,2-2-5 0,0-2-7 16,-1 4-13-16,2 4-25 0,-4 1-6 0,4-7-27 16,-6-9-18-16,5 1-25 0,-3-2-25 0,-2-3-30 15,0-4-21-15,0 3-14 0,0-8-10 0,0-2-34 16,0-8-21-16,0 3-11 0,-2-8-13 0,-1 1-149 15,3-5-438-15,0 0 193 0</inkml:trace>
  <inkml:trace contextRef="#ctx0" brushRef="#br0" timeOffset="18452.16">14668 2463 439 0,'-2'-24'-7'0,"2"-1"26"0,0 8 46 15,0-8 30-15,0 3 28 0,2 3 25 0,-1 4 25 16,3-5 17-16,-1 13 17 0,4-11 7 0,-6 4 0 0,4 4 3 16,3 0-11-16,-3 2-6 0,2 0-19 0,1 4-16 15,-1-3-17-15,1 3-17 0,2 0-12 16,-2 3-15-16,6 1-9 0,-14 0-13 0,23 5-9 0,-3-1-7 15,-5 4-8-15,-1 0-6 0,1-1-2 0,9 8-11 16,-8-1-1-16,-3 4-9 0,6-6-3 0,-10 6-15 16,11 3-17-16,-8 1-11 0,-1-2-8 0,-2-2-20 15,-4-2-7-15,0 1-14 0,1-2-8 0,-1 0 1 16,-1-3-2-16,-1 3 2 0,-3-6 6 0,0 1 6 16,2-5 5-16,-1 2 10 0,-1-2 7 0,0-5 15 15,5 6 17-15,-5-6 16 0,0 0 13 0,0 0 17 16,0 0 17-16,0 0 4 0,15-11 19 0,-10-1 11 15,-2 0 6-15,6 2 7 0,-4 1-2 0,1 0 0 16,4-5 0-16,-3 1-3 0,1 6-2 0,-1-5-12 16,4 1-3-16,-6 3-8 0,5 0-9 0,-5 1-7 15,5 3-7-15,-5-2-8 0,2 4-6 0,6-1-5 16,-13 3-3-16,16 0-8 0,-4 5-8 0,-4-2-20 16,7 4-14-16,-7 5-14 0,4-4-15 0,0 4-10 15,1 0-10-15,0-2-8 0,2 4-9 0,-2-1-6 16,2 1 3-16,2-2-5 0,-1-2-2 0,4 1-4 15,-3-2-5-15,4-2 5 0,-1 1-3 0,2-4 0 16,1-2 4-16,0-2 6 0,5-2 9 0,-10-2 10 0,10 1 6 16,-1-6 11-16,-1 0-3 0,2-2 10 15,4-2 3-15,-7 3 7 0,5-6 2 0,-2 3 3 16,1 4 3-16,3-4 6 0,-1-2 1 0,-2 4 9 16,-1-1 14-16,-4 1 11 0,1-1 10 0,0-1 16 0,-5 6 7 15,-5-4 18-15,0 0 18 0,-5 7 10 0,5-6 24 16,-7 5 5-16,-1-3 5 0,-1 3 13 0,-1-4-2 15,-2 2-5-15,1 1-5 0,-4-1-8 16,0 7-7-16,-7-15-10 0,-3 5-6 0,2-1-1 0,-7 2-22 16,0-2-6-16,-1 3-7 0,-6 0-2 0,-1-6-4 15,1 12-7-15,2 2-12 0,-9-7-5 0,6 11-2 16,1-1 1-16,0 4-8 0,-7 6-2 0,4 1-4 16,3 7-4-16,6 3 3 0,-4 12 4 0,5 1-1 15,2 9-6-15,5-2 7 0,3 6 6 0,8 1-10 16,-1 6 2-16,2 1 2 0,5 1-6 0,2 13 0 15,1-17 3-15,-4 4 2 0,4-5-6 0,-1-8 0 16,-2 4 0-16,-1-5-3 0,2 0-2 0,-10-16 2 16,0-2-14-16,0-10-8 0,0 3-1 0,-3-5 3 15,-2-4 4-15,-2-5 4 0,-5-1 0 0,-3-3 3 16,-1-7-25-16,-6-2-19 0,-2-5-26 0,-16-9-34 16,2-5-39-16,-7-1-58 0,4-13-85 0,-21-10-86 15,5-4-199-15,-10-4-624 0,-1 0 277 0</inkml:trace>
  <inkml:trace contextRef="#ctx0" brushRef="#br0" timeOffset="18905.24">14020 1815 223 0,'-3'-6'433'0,"-2"0"0"0,4-5-31 15,-3 7-20-15,1-2-41 0,3 6-30 0,-5-7-34 16,5 7-30-16,0-7-30 0,0 7-20 0,0 0-28 16,0 0-16-16,0 0-12 0,0 0-18 0,0 0-15 15,-3 17-7-15,-1-10-9 0,8 4-8 0,-3-3-5 16,4-3-9-16,0 8 2 0,-1-6-19 0,-1-1 0 16,7-2-2-16,-5 4-4 0,1-1-7 0,1-3-3 15,-2 0 1-15,-2-1 0 0,-3-3-3 0,0 0 1 16,15 0 4-16,-15 0-13 0,0 0-8 0,0 0-2 15,8-11-14-15,-8 4-20 0,0-1-26 0,0 4-34 16,-1-4-40-16,1-2-32 0,0 2-36 0,0 8-47 16,-7-7-70-16,7 7-73 0,-3-9-241 0,3 9-666 15,-3-8 294-15</inkml:trace>
  <inkml:trace contextRef="#ctx0" brushRef="#br0" timeOffset="22151.36">17309 1990 129 0,'9'-4'266'0,"7"-4"-7"0,-9 0-9 16,11-3-3-16,-3-1-2 0,-4-1-7 0,3-1-3 16,1 1-4-16,-6-2-4 0,3 0-6 0,0-5-7 15,-2 5-6-15,-1-5-5 0,0 2 1 16,1-2-24-16,-5 4 10 0,0-2-18 0,-5 4-17 0,1-1-14 16,-1 4-17-16,-6-1-17 0,1 0-16 0,-9 0-11 15,0 3-11-15,-6 3-4 0,-2 3-11 0,-4 0-3 16,-4 3-7-16,-5 6-3 0,0 0-10 0,6 6-1 15,-16 6-6-15,8 6-5 0,9-7 2 0,5 4-8 16,0 4-2-16,3 2-7 0,-1 6-5 0,9-3-6 16,5 2-2-16,7-2-6 0,2-1 2 0,13 12-4 15,3-5 2-15,2 0-7 0,13-3-7 0,9-3-18 16,-1-3-13-16,10-2-9 0,1 1-13 0,-1-8-9 16,2-3-7-16,0-1-16 0,-2-4-8 0,7-4-5 15,-8-4-5-15,-6-1 4 0,-7-4 7 0,-6-3 18 16,14-3 4-16,-15-1 12 0,-2-1 10 0,-7-8 5 15,-6 2 8-15,7 0 18 0,-12 0 14 0,1 0 16 16,-9-3 13-16,1 1 7 0,-6 2 10 0,1-2 7 16,-4 1 4-16,-8 5 2 0,6-3-2 0,-7 5-1 15,0 0-7-15,0 2 0 0,-4 2-6 0,0 0-2 16,-2 5 1-16,1 2-1 0,-2 1-3 0,4 0 0 16,-3 6 2-16,-1-3-8 0,7 2 5 0,2 3-4 15,-2-1 5-15,0 3-4 0,9 1 4 0,2-4-3 0,1 7 3 16,0-3-1-16,3-4-2 0,0 5 3 15,3-6 2-15,2 1-2 0,3 2-4 0,6-6 2 16,-6 0 4-16,7-1-5 0,-9-2 4 0,9-2-1 0,0-1-1 16,-3 1 2-16,4-5 2 0,-6 1-3 0,5-2 2 15,-3 1 21-15,-2 0 21 0,1-2 22 0,-4 1 19 16,-2 1 13-16,6 3 11 0,-7-3-3 0,1 1-4 16,-5 5-13-16,6-7-16 0,-6 7-7 0,2-6-16 15,-2 6-9-15,0 0-6 0,0 0-8 0,0 0-3 16,0 0-1-16,15 18-9 0,-10-12-6 0,1 3-1 15,-2 3-11-15,4-3-17 0,5 7 1 0,-1-4-29 16,-1 3-16-16,3-4-9 0,1-1-30 0,1 5-21 16,2-5-33-16,-1-1-33 0,3 1-41 0,-4-4-38 15,1-4-33-15,3-4-238 0,-7 2-577 0,-1-6 256 16</inkml:trace>
  <inkml:trace contextRef="#ctx0" brushRef="#br0" timeOffset="22432.58">18225 1899 91 0,'0'-7'215'0,"0"-1"-6"16,3 2-17-16,-3 0-21 0,0 6-17 0,5-7-18 16,-5 7-18-16,0 0-11 0,0 0-12 0,13 12-7 15,-6-5-10-15,-2 2-9 0,0 2-3 0,6 4-11 16,-3 0-5-16,1 9-1 0,-1-5-8 0,4-1-1 0,-2 9-6 16,-2-12-1-16,-3 4-3 0,1 1-3 15,3-5-2-15,-4 4-3 0,-4-4-2 0,1-3-3 16,3-2 1-16,-3 0 0 0,-2-3 20 0,0 0 40 15,0-3 44-15,0-4 30 0,0 0 27 0,0 0 3 0,0 0 9 16,0 0-1-16,-22-16 2 0,20 5-9 0,-4-1-7 16,4-4-11-16,2 1-16 0,-3-7-16 15,3 6-14-15,5-4-19 0,0-2-28 0,3 4-38 0,2-8-59 16,8 6-64-16,0 3-69 0,9 4-78 0,3-1-86 16,3 2-328-16,0 4-702 0,10 3 311 0</inkml:trace>
  <inkml:trace contextRef="#ctx0" brushRef="#br0" timeOffset="24041.79">19593 1899 126 0,'0'-19'314'0,"0"4"-11"0,-3-5-14 15,0 4-9-15,-1-2-16 0,-1-2-13 16,-1 6-8-16,-2-2-21 0,1 3-17 0,0 3-20 15,-3 0-26-15,-1 4-17 0,1 3-20 0,-7 3-10 0,-3 2-17 16,1 5-10-16,2 5-7 0,-6 5-8 0,1 3 0 16,1 3-16-16,-9 8-2 0,12-4-7 15,0 8-7-15,3-4 2 0,0 6-8 0,5-8 1 0,5 3 5 16,5 1-15-16,8-3-1 0,-1 13 1 0,9-7-6 16,6-2 3-16,-1-11 0 0,6 1-10 0,4 5-8 15,7-8-3-15,4 0-25 0,1-7-11 0,-10-6-9 16,15-1-7-16,-5-2-2 0,-10-6 1 0,3-3 8 15,-6-3 1-15,0-5 4 0,-2 5 7 0,-5-8 6 16,-3 6 7-16,-5-4 17 0,-3 2 17 0,1-4 17 16,-5 3 14-16,1-4 12 0,-6 2 9 0,-2 1-3 15,1 3 3-15,-4-2 2 0,2 4-9 0,-3 0-9 16,2-3-12-16,1 6 5 0,0 5-15 0,-9-8-5 16,9 8-3-16,-3-2-5 0,3 2-3 0,0 0 3 15,-5 14-13-15,2-8-5 0,3 3-1 0,0 0-3 16,0 2-1-16,3 4-4 0,-1 1-1 0,4-3-7 15,3 4-6-15,-3-2-7 0,1 0-10 0,4 0-3 16,-1 0-8-16,-1-3-11 0,4 3 0 0,-5-6 0 16,-1 0 2-16,3-3 3 0,-5 1 6 0,5-2 5 15,-6-3 6-15,5-1 3 0,-9-1 3 0,15-1 5 16,-15 1 9-16,13-7 0 0,-6-5 1 0,-6 9 3 16,-1-4 9-16,7-5 5 0,-9 4 2 0,-3 1 5 15,5-7 0-15,-6 4 6 0,4 0 5 0,-5-4 5 0,-1 1-3 16,-5 2 2-16,4-3-3 0,5 2 9 15,-6 4-4-15,0-1 1 0,1 1 3 0,-1 1 1 16,2-3-9-16,2 6 4 0,2-4 0 0,-1 4-4 0,-1-1 0 16,6 5 0-16,-4-8-3 0,4 8-4 0,0 0 2 15,0-7-5-15,0 7 4 0,0 0-4 0,25 0-7 16,-25 0-11-16,32 0-7 0,-13 0-9 0,3-1-8 16,0 1-12-16,6-6-8 0,-7 5-13 0,4-3-4 15,5-3-7-15,-2 4-24 0,0-5-3 0,-3-1-6 16,0-6-6-16,-2 5 3 0,-3-8-9 0,-4 3 3 15,4-4 6-15,-7-4-6 0,6 0 0 0,-8-2 14 16,-4-4 8-16,1 2 14 0,-1 0 8 0,-7-4 13 16,0-8 21-16,0 9 16 0,-9 5 34 0,1-2 29 15,-3 0 22-15,2 1 15 0,1 1 18 0,-2-1 8 16,0 10 7-16,2-6 8 0,0 5-4 0,-6 3-6 16,6 2-8-16,0 2-12 0,3 2-10 0,0 1-10 15,-3 0-9-15,-2 3-6 0,3 3-4 0,7 1-5 16,-21 9-5-16,12-4-3 0,1 3 0 0,-2 10-2 15,-2 1-4-15,4 5-3 0,0 7-1 0,5-1-2 16,-1 10 0-16,-1 1-2 0,10 1 1 0,-5-2-4 16,7 0 0-16,-2 1-1 0,0 1 0 0,8-5-1 15,0 4 2-15,-4-10-4 0,4-2 0 0,0-2 3 16,-1 2-12-16,3-5-7 0,-2-8-6 0,2 5-5 16,1 0-5-16,-1-12-5 0,2 5-1 0,-2-9-4 15,3 2-6-15,5-7-7 0,-3 1 1 0,3-2-3 16,-3-1-2-16,1-5 0 0,-1-3 2 0,2-5 6 15,4 5 1-15,-3-8 3 0,2 0 2 0,-3-3 4 0,-1-3 4 16,1-2 4-16,-1-5 6 0,1-2 0 0,-7 1 12 16,1-4 21-16,3-4 17 0,-10 11 39 15,-2-2 8-15,0-4 16 0,-6 5 13 0,4-1 8 0,-5 1 0 16,0 0 3-16,-5 0-8 0,2 6-3 0,-2-2 1 16,3 7-5-16,-3-2 0 0,-1 6-8 0,6-3-7 15,-8 6-7-15,1 2-16 0,0 2-10 0,6 1-9 16,-6 4-9-16,-1-4-4 0,-5 7-7 0,13 0 5 15,-24 8-12-15,11 3-1 0,-2 0-3 0,7 6 2 16,-7 10-4-16,0-1-2 0,5 1-3 0,2 12 7 16,1-1-4-16,2 6-2 0,5-2 2 0,2 4-3 15,6-3 0-15,-1-1 4 0,6-2-7 0,2-1-2 16,0-2-5-16,-3-10-2 0,4-3-8 0,-1 2 2 16,0 1-9-16,1-3-4 0,-1-11-7 0,7 10-5 15,-1-8-7-15,1-8-3 0,4 2 3 0,-6-2 3 16,0 0 2-16,2-6 6 0,-1-5 2 0,1-2 1 15,6-1 11-15,-10-1-3 0,3-6 0 0,1 2 3 16,-5-6 4-16,-3 2 2 0,6-4 7 0,-11 4 11 16,5-2 15-16,-5-5 15 0,6-2 6 0,-7 9 24 15,-3-2 4-15,0 1 6 0,-2 0 3 0,0 4 7 16,-1-1 3-16,0 4-8 0,-2-1 2 0,0 3 4 16,0 1-18-16,0 0-12 0,0-1-9 0,0 8-13 0,0 0-2 15,0-7-6-15,0 7-12 0,0 0 2 0,0 0-2 16,0 0-4-16,-4 27-1 0,6-12-2 15,-2 0 2-15,0 3-10 0,0-1-2 0,2 2-6 16,-2 0-6-16,5 2-18 0,3 1-6 0,-6 3-14 0,4-4-17 16,3-5-18-16,-4 4-20 0,4-4-30 0,0 9-31 15,2-12-25-15,3-1-62 0,-3-3-56 0,4 1-276 16,-3-5-634-16,4 0 280 0</inkml:trace>
  <inkml:trace contextRef="#ctx0" brushRef="#br0" timeOffset="24369.88">21596 1944 213 0,'-10'-10'306'0,"2"0"-10"0,-2 3-13 16,2-3-11-16,-9 0-15 0,7 5-18 0,-1-3 1 16,4 2-43-16,-3 0-23 0,-3 4-16 0,6 1-19 15,1-2-19-15,6 3-8 0,0 0-11 0,-15 6-10 16,11 2-6-16,-1 0-9 0,14 3-6 0,-4 4-6 15,8 3-7-15,2 4-7 0,1 4-3 0,6-3-4 16,3-1 2-16,-4 5-9 0,7 3 3 0,-5-7-9 16,1 0-6-16,-8-3 1 0,-3-4 4 0,7 4-12 15,-5-10-1-15,-7 2 0 0,1 0-4 0,-4-2-5 16,0-3-2-16,0-4-3 0,-5 4 0 0,0-7 3 16,0 0 3-16,-10 3-1 0,-4-3 2 0,14 0-8 15,-29-7-3-15,14 3 7 0,-7-3-1 0,1 3-21 16,-6-8-21-16,-1 1-20 0,7 7-21 0,-1-4-31 15,1 4-33-15,6-2-42 0,5 4-47 0,-2-2-47 0,9 1-204 16,0-2-521-16,3 5 231 0</inkml:trace>
  <inkml:trace contextRef="#ctx0" brushRef="#br0" timeOffset="24605.68">21954 1970 280 0,'1'-4'349'0,"-1"4"-13"0,9-4-20 16,-9 4-26-16,4-3-31 0,-4 3-31 0,0 0-24 0,0 0-27 16,0 0-18-16,0 0-14 0,0 0-14 0,9 11-15 15,-9-3-14-15,0 2-9 0,-5 0-8 0,5 5-6 16,0 0-10-16,5 4-3 0,-5 1-8 0,0 4-3 16,3-3-6-16,2 4-4 0,0-5-5 0,3 4-18 15,-6-4-19-15,8-3-28 0,-5 0-27 0,0-2-37 16,0 0-38-16,0-5-45 0,3-1-55 0,0-1-49 15,6-2-189-15,-8-2-504 0,2-4 223 0</inkml:trace>
  <inkml:trace contextRef="#ctx0" brushRef="#br0" timeOffset="25246.24">22308 1986 253 0,'0'0'251'0,"0"0"-26"15,0-6-25-15,0 6-20 0,0 0-21 0,0 0-13 0,0 0-16 16,0 0-10-16,-8 17-11 0,6-10-7 0,-3 2-9 16,5 0-9-16,-3-2-2 0,3 4-12 0,-2 0-2 15,2 0-7-15,2 6-6 0,1-5-2 16,-1 6 0-16,4-6-10 0,2 7-1 0,1 0-7 0,4-4 3 16,0-2-6-16,5 3-3 0,4 2-4 0,-1-1-19 15,-4-5-18-15,5 0-8 0,-3-3-14 0,-2 0 1 16,3-5 0-16,-5 1 3 0,-2-2 5 0,-1-3 2 15,-1-1 0-15,-3-6 9 0,-1 5-2 0,-2-5 11 16,-3 1 10-16,-2-1 7 0,-5-2 9 0,3-3 9 16,-6-1 8-16,-1-4 18 0,0 4 7 0,-1-4 10 15,3 2 9-15,-8 1 7 0,7-2 7 0,0 0 5 16,-4 1-8-16,7-4 0 0,2 7 8 0,-4-4-16 16,7 7-9-16,-2-3-7 0,4 3-7 0,3-2-3 15,-3 2-10-15,6 2-6 0,-1-4-6 0,1 7-4 16,5-2-5-16,-5 0 0 0,7 3-3 0,3 2-6 15,-8 1 4-15,10 0-8 0,-5 1-4 0,0 2-8 16,0 3-6-16,-3-1-10 0,1-1-7 0,0 5-14 16,-3 0 0-16,2 1-5 0,-4 1-1 0,0 3 2 15,0-1-12-15,1 3 0 0,-4-2 3 0,0 6-3 16,1-7 0-16,2 2-1 0,-4 0 9 0,2 1 2 16,-4-4 0-16,3-2 3 0,-3 2 7 0,4-4 1 15,-6 0 3-15,2-2 8 0,3-1 9 0,-5-5 7 0,8 1 28 16,-8-1 7-16,0 0 15 0,17-9 1 0,-12-2 11 15,-4 4 14-15,8-2 14 0,-4-6 21 16,3 0 1-16,3 0 11 0,-2 2 17 0,-1-6-8 16,-1 7-1-16,1-4-2 0,5 2 0 0,-5-1-9 0,1 6-5 15,6-6-12-15,-4 5-8 0,-1-2-10 0,2 5-6 16,-2-1-7-16,-4 2-11 0,4 2-7 0,-3-1-16 16,3 3 1-16,-5 1-15 0,-5 1-24 0,15 0-18 15,-7 3-27-15,2 3-31 0,1-2-33 0,-2 9-25 16,1-3-18-16,1 1-26 0,-1 5-30 0,-2-4-40 15,2 3-53-15,2 0-47 0,-2-1-266 0,-2-1-666 16,-1-1 295-16</inkml:trace>
  <inkml:trace contextRef="#ctx0" brushRef="#br0" timeOffset="25527.46">23425 1953 327 0,'-7'-6'337'0,"-4"0"-15"0,1 1-20 16,-2 1-12-16,-3-2-30 0,-1 3-22 0,6 0-23 15,-7 2-23-15,2-1-23 0,1 4-19 0,4 2-19 16,-4-1-4-16,6 2-17 0,-2-1-9 0,4 2-11 16,-1 4-8-16,0 0-6 0,2 0-3 0,5 4-8 15,-3-1-5-15,6 4-7 0,4-1-5 0,-2 2-9 16,2-3 4-16,-4 3-15 0,7 1-13 0,-7-8-16 15,4 1-17-15,-4-3-22 0,0-2-22 0,1 1-19 16,-4 1-16-16,-2-3-8 0,2-6-27 0,-10 3-43 0,10-3-51 16,-25-3-44-16,7-3-186 0,-10-4-494 0,0-1 218 15</inkml:trace>
  <inkml:trace contextRef="#ctx0" brushRef="#br0" timeOffset="25808.68">21881 1242 157 0,'-7'-3'463'0,"1"-2"-38"0,6 5-30 0,-4-5-35 0,4 5-29 15,-6-5-41-15,6 5-34 0,0 0-22 0,0 0-31 16,0 0-29-16,0 0-18 0,-12-2 3 0,12 2-32 15,0 0-24-15,-2 12-20 0,2-12-13 0,2 12-24 16,-4-4-20-16,2-1-7 0,2 1-10 0,-2-8-19 16,0 9-9-16,-2-3-18 0,2 2-15 0,0-8-13 15,0 8-11-15,0-8-23 0,0 0-24 0,-1 5-32 16,1-5-46-16,0 0-69 0,0 0-227 0,0 0-538 16,0 0 238-16</inkml:trace>
  <inkml:trace contextRef="#ctx0" brushRef="#br0" timeOffset="26105.52">21325 1215 101 0,'0'0'310'0,"0"0"-8"0,-12 3-13 0,12-3-20 0,0 0-17 15,0 0-27-15,-8-4-25 0,8 4-16 16,0 0-21-16,0 0-19 0,-12 4-16 0,12-4-9 15,-1 3-11-15,-3 5-16 0,4-8-9 0,-1 9-6 16,1-5-6-16,0-4-7 0,0 12-7 0,1-5-2 0,-1 1-4 16,5-2-11-16,-3 2-3 0,-2-8 0 0,5 12-5 15,-2-10-2-15,-3-2 2 0,3 5 4 16,-1-2-7-16,-2-3 3 0,0 0 19 0,0 0 3 16,0 0-7-16,0 0 0 0,0 0-11 0,0 0-12 0,0 0-33 15,2-21-34-15,-2 14-36 0,0 7-58 0,-5-11-81 16,3 1-101-16,-6 3-199 0,1 0-560 0,2-1 248 15</inkml:trace>
  <inkml:trace contextRef="#ctx0" brushRef="#br0" timeOffset="36128.74">9558 4153 62 0,'0'0'379'0,"2"-4"-15"0,-2 4-14 0,6-9-22 16,-6 6-7-16,7-4-31 0,-7 7-16 0,7-8-15 16,-4 4-26-16,2-3-25 0,2 3-22 0,-2 1-19 0,0-2-11 15,-5 5-22-15,16-3-12 0,-6 2-16 16,-3-2-14-16,-7 3-10 0,23 3-11 0,-15-2-3 15,4 2-10-15,-2 2-3 0,3-2-5 0,-3 4-8 0,8 1 0 16,-6-4-7-16,2 7-11 0,1-2 7 0,4-2-15 16,-5 5 8-16,-2-1-4 0,3 0 2 0,-3-2-10 15,1 1-1-15,-5-1-9 0,-1 0-1 0,-2 0 4 16,0 0-21-16,5-1 0 0,-10 0-13 0,0 2 5 16,0-1 8-16,-5-4 1 0,0 6-2 0,0-4 5 15,-10 1 5-15,0 1-2 0,0-2-2 0,0 1 1 16,-2-1 3-16,1 0-13 0,-2 3-19 0,1-4-29 15,2-5-24-15,5 2-27 0,2 1-27 0,-4-1-26 16,11 2-17-16,1-5-34 0,0 0-45 0,0 0-262 16,16 5-574-16,-1-5 254 0</inkml:trace>
  <inkml:trace contextRef="#ctx0" brushRef="#br0" timeOffset="36498.56">10194 4233 5 0,'0'0'264'0,"0"0"-14"0,-10-5-15 0,10 5-15 16,-10-1-21-16,10 1-21 0,0 0-15 0,-20 3-16 16,12 1-14-16,1 1-16 0,-1-2-10 0,1 3-10 15,2-3-8-15,-3 4-11 0,5 1-5 0,-2-4-6 16,5 4-6-16,0-1-7 0,0 1-1 0,0-4-6 16,5 3-1-16,-2-2-4 0,5 3-4 0,-3-2-3 15,5-2-1-15,-2-4-6 0,6 4 8 0,-14-4-16 16,23-7-7-16,-3 6-5 0,-10 0-1 0,5-5-1 0,1-1 0 15,-1 0 1-15,-5 1 1 0,5-5-5 0,0 3 3 16,-7 0 5-16,0 2 22 0,4-2 28 16,-4-1 16-16,-1 5 11 0,-1-4 12 0,-4 2 10 15,6 2 3-15,-3-1-10 0,-5 5-13 0,7-5-14 0,-7 5-12 16,0 0-14-16,3-5-3 0,-3 5-7 0,0 0-3 16,0 0-7-16,7 15 19 0,-7-9-32 0,0 3-9 15,6 0-8-15,3 1-9 0,-4 1-6 0,3 1-11 16,0 0-23-16,4-3-17 0,-1 1-28 0,3 1-25 15,1-2-26-15,-1-2-25 0,1 0-26 0,0-3-18 16,5 0-19-16,-5-4-13 0,3-7-5 0,0 4-142 16,-3-6-424-16,2-2 189 0</inkml:trace>
  <inkml:trace contextRef="#ctx0" brushRef="#br0" timeOffset="36717.28">10773 4103 377 0,'17'-43'16'0,"2"1"37"16,-9 3 44-16,4-3 48 0,-6 11 45 0,-3 1 39 15,-2 5 13-15,-3-4 19 0,4 9 21 0,-4 3 11 16,1 2 6-16,-1-4-6 0,0 11-6 0,0-3-36 15,0 1-27-15,-1 4-30 0,2 2-27 0,-1 4-17 16,0 0-19-16,0 0-18 0,0 0-5 0,-8 24-19 16,3-1-1-16,5-1-8 0,-3 7-7 0,-1 1-8 15,1 13-5-15,5 1 7 0,-2 3-19 0,0-4 6 16,0 4-24-16,0-5-31 0,0 4-37 0,1-9-35 0,-1 4-31 16,4-1-24-16,-1-10-10 0,-3 2-33 0,3-5-40 15,1 0-79-15,-3-11-42 0,4 2-263 16,0-2-646-16,-3-6 286 0</inkml:trace>
  <inkml:trace contextRef="#ctx0" brushRef="#br0" timeOffset="36889.14">10768 4145 423 0,'-2'-11'445'0,"2"0"-10"0,0 2-32 15,0 1-26-15,0 0-41 0,5 2-35 0,4 3-33 16,-1-6-26-16,13 9-25 0,-4 0-26 0,11 9-41 15,9-3-47-15,-6 2-58 0,12 7-65 0,2-3-59 16,-2 7-80-16,3-6-97 0,2 9-315 0,-8-3-618 16,1-3 274-16</inkml:trace>
  <inkml:trace contextRef="#ctx0" brushRef="#br0" timeOffset="37185.98">11508 4365 82 0,'0'0'350'0,"-7"-2"-31"0,7 2-34 0,0 0-25 15,0 0-28-15,0 0-23 0,0 0-22 0,-20 2-13 0,20-2-22 16,-3 6-16-16,3-6-6 0,-3 10-19 16,3-10-4-16,-2 5-16 0,2-5-5 0,0 0-10 15,2 11-3-15,1-6-8 0,-3-5-6 0,3 10-7 16,1-6-3-16,-4-4 1 0,3 4-1 0,-3-4-9 0,8 4-2 15,-8-4-5-15,10 3 1 0,-10-3-1 0,0 0-8 16,12-7 2-16,-12 7-4 0,5-4 0 16,-4-2-6-16,-1 6-3 0,-1-17-5 0,1 13-3 0,-2-4-9 15,-3-2-15-15,0 2-23 0,0-1-28 0,-5-6-43 16,0 7-50-16,2-7-62 0,-5 3-78 0,0-2-161 16,-2 2-501-16,2-3 222 0</inkml:trace>
  <inkml:trace contextRef="#ctx0" brushRef="#br0" timeOffset="37482.83">11399 4033 37 0,'0'0'280'0,"0"0"-15"0,0 0-15 0,0 0-24 15,0 0-19-15,0 0-20 0,0 0-19 0,0 0-12 16,0 0-9-16,0 0 8 0,8 8-2 0,-8-8-11 15,15 3-4-15,-10-2-6 0,5 3 0 0,-10-4-7 16,15 1-8-16,-4-1-6 0,-2 0-5 0,0-1 2 16,3-3 13-16,-4 3 14 0,-8 1 6 0,15-6 0 15,-10 5-3-15,-2-7-6 0,2 2-11 0,-1-2-8 16,-4 1-9-16,0-2-10 0,-7 0-14 0,5 2-2 16,-1-2-14-16,-2 1-14 0,-3-1-14 0,1 1-35 0,-4 6-33 15,6-1-46-15,-5-2-39 0,-2 3-28 16,1 2-35-16,11 0-57 0,-23 7-73 0,14-4-322 15,-4 7-685-15,5-1 302 0</inkml:trace>
  <inkml:trace contextRef="#ctx0" brushRef="#br0" timeOffset="37889.04">12279 4203 329 0,'4'-7'383'15,"1"-1"-30"-15,-2 5-27 0,3-3-30 0,-6 6-25 16,2-6-23-16,-2 6-30 0,7-4-30 0,-7 4-24 16,0 0-11-16,3 16-26 0,-3-5-4 0,-3 7-9 15,1 7-17-15,-5 5-2 0,1 1-12 0,-2 12-5 16,1 3-13-16,-1-1-6 0,1 3-5 0,-1 0-1 16,-1 5-8-16,5-3-6 0,-5 3-2 0,6-1 0 15,-2 1-3-15,-2-1-2 0,4-2 3 0,0-7-8 16,6 3-7-16,-6-4-8 0,3-11-20 0,0-3-18 15,-2-5-22-15,4-5-25 0,1 0-37 0,-1-1-44 16,-1-9-52-16,6-1-70 0,-7-2-273 0,2-1-595 16,-2-4 263-16</inkml:trace>
  <inkml:trace contextRef="#ctx0" brushRef="#br0" timeOffset="38170.25">12180 4149 305 0,'7'-27'344'0,"-1"4"-12"0,4 1-5 16,10 1-17-16,-10 3-8 0,3 1-22 0,2 2-22 15,0 0-28-15,6 7-9 0,-4-1-35 0,5 2-21 16,-1 6-22-16,9-1-14 0,0 4-12 0,-9 4-16 16,7 1-5-16,-1 2-16 0,-4 6-11 0,0 3-2 15,-5-1-11-15,2 9-5 0,-7-7-8 0,1 4-9 16,-4 1-7-16,-5-4-5 0,-2-1-6 0,-3 0-9 15,0 0-2-15,-3-2-17 0,-4 2-11 0,-1-4 6 16,-2 0-10-16,-2-3-10 0,-6 0-19 0,0 0-18 16,-10-2-23-16,-1-2-29 0,0-3-37 0,4 2-31 15,-3-2-34-15,6-2-45 0,1 0-227 0,1 3-540 16,12-6 239-16</inkml:trace>
  <inkml:trace contextRef="#ctx0" brushRef="#br0" timeOffset="38998.29">12658 4282 209 0,'0'0'293'0,"0"0"-28"15,7-1-27-15,-7 1-22 0,0 0-25 0,0 0-18 16,5 9-17-16,-5-9-13 0,0 0-16 16,-7 14-7-16,4-7-16 0,1-1-10 0,2 4-7 0,0-1-11 15,2 1-2-15,3 2-7 0,0-4-5 0,5 7-4 16,0-4-4-16,-4-1-4 0,8 1 1 0,0 0-5 15,1-7-7-15,0 2-1 0,0-3-4 0,-2 0-7 16,2-6 5-16,0 3-6 0,-5-1-3 0,2-6-2 16,-6 2 0-16,4-2-6 0,-6-3 5 0,-1 0 2 15,-5-2 2-15,-3-7-4 0,2 3-3 0,-2 1 0 16,-3-1 8-16,-1 1 3 0,-4 0 6 0,7-1 3 16,-9 0-3-16,10 5 1 0,-7-2 3 0,7 3-3 15,-3 2 1-15,8 0 1 0,-7 1 0 0,7 1 1 16,0 6-3-16,0-9-8 0,0 9-8 0,7-8-2 15,6 8-5-15,4-4-12 0,4 1-11 0,1 2-9 16,8-3-7-16,4 4-5 0,11-4-10 0,0 3-5 16,1-6-5-16,-3 6 1 0,0-6 4 0,-11 2-2 15,4-1 8-15,-8-2 0 0,0 4 6 0,-5-2 5 16,-6-3 2-16,-1 5 21 0,-1-4 18 0,-5 4 16 16,-3-7-9-16,-5 7-2 0,1-3 2 0,-5 2-9 15,-1-3 2-15,-7 2 2 0,0 0-4 0,-2 0-1 0,-4 3 4 16,1 1-4-16,-2 2-2 0,1-3-1 0,-1 8 1 15,2-2-2-15,4 1 1 0,-1 3 0 16,4-1 0-16,1 3-1 0,-1-2 2 0,8 5 0 16,0-3 1-16,5 6 2 0,-2 3 1 0,19 6-2 0,-10-11-1 15,7 9-1-15,1 0 1 0,8-4 0 0,-4 1-2 16,2 1 2-16,-3 1-1 0,-5-5-2 0,1 0-2 16,0-5 5-16,-5 0-7 0,-1 1 0 0,-5 0 0 15,-1-4 0-15,-1-4-1 0,-4 8-1 0,-2-6 2 16,0 0 2-16,-2 1 2 0,-4 0-1 0,-7-6 5 15,4 2 0-15,-6 0-2 0,-6-2 4 0,-1 3-4 16,4-4-1-16,-3 0-1 0,2 0-3 0,3 0 4 16,6 0-3-16,-3 0-1 0,13 0-4 0,-13-4-1 15,13 4-18-15,0 0-14 0,0-7-20 0,0 7-19 16,21-6-26-16,-4 0-17 0,12-3-19 0,-9 7-11 16,12-5-7-16,14-5-21 0,2 4-9 0,2-1-2 15,-4-2 10-15,-5 0 11 0,-7 1 15 0,-6 0 25 16,1 2 35-16,-7 1 32 0,-7 3 47 0,6-5 41 15,-6 2 32-15,-6 5 12 0,4-3 1 0,-7 4-2 16,3 0-8-16,-9 1-7 0,0 0 0 0,0 0 5 16,0 0 2-16,0 0 3 0,0 0-1 0,-22 17-7 15,16-9-6-15,-3 1-1 0,3-2-2 0,1 3 1 0,1 3-6 16,-1-6-3-16,4 8-4 0,-3-6-3 0,1 2-1 16,3 4-1-16,0-6-1 0,0 3-6 15,0-2 1-15,3-1-1 0,1 2 1 0,2-2-5 16,3-2 2-16,-6 1-5 0,7-1-24 0,-2-2-29 0,5-5-43 15,-4 3-39-15,7-6-41 0,2 1-34 0,-8-1-31 16,5-1-134-16,0-4-386 0,0-2 172 0</inkml:trace>
  <inkml:trace contextRef="#ctx0" brushRef="#br0" timeOffset="39263.89">14108 3844 225 0,'8'-24'303'0,"-1"5"9"0,-5-1 4 0,4 2 11 0,1-1 6 15,-5-2-2-15,3 5-17 0,3-1-13 0,-3 5-16 16,-4 3-18-16,8-7-13 0,-9 6-16 0,5 5-26 16,-5-3-25-16,1 1-20 0,-1 7-17 0,0-7-15 15,0 7-24-15,0 0-11 0,0 0-13 0,0 0-11 16,10 22-5-16,-6-7-9 0,-3 2-7 0,-1 8-3 16,5 2-5-16,0 2-2 0,-3 3-10 0,1 10-2 15,-3 3-5-15,7-3 2 0,-2 6-4 0,-2-2-9 16,-1 3-17-16,1-5-16 0,5 3-15 0,-8-4-14 15,0-2-16-15,4-1-25 0,-1-10-10 0,-3 1-30 0,0-4-19 16,-3-11-25-16,3 3-24 0,-2 1-32 0,2-4-46 16,0-5-31-16,0-2-23 0,0-2-247 0,0 0-620 15,0-7 274-15</inkml:trace>
  <inkml:trace contextRef="#ctx0" brushRef="#br0" timeOffset="39545.11">14179 4150 64 0,'-5'-10'331'16,"-1"1"0"-16,6 1 11 0,-9 1 14 0,8-3 13 16,-4 3-6-16,5 3-5 0,0 4-19 0,0-6-20 15,0 6-33-15,0-9-22 0,0 9-32 0,6-4-21 16,-6 4-25-16,22 0-19 0,-14 1-16 0,12 5-14 16,-3 2-16-16,6-3-11 0,3 6-14 0,1 5-6 15,-1 1-14-15,-1-4-17 0,3 7-17 0,-5-4-11 16,2 4-11-16,0-2-8 0,-7 1-24 0,1 1-14 15,-5-4-16-15,0-1-14 0,-6 4-6 0,2-3-17 16,-4-2-6-16,1 3-16 0,-2 3-9 0,-3-6-13 16,-2 1-14-16,-2-3-11 0,-3-2-26 0,5 2-30 15,-3-3-32-15,-2-1-34 0,3 0-37 0,-1-3-242 16,-5 1-594-16,6 0 262 0</inkml:trace>
  <inkml:trace contextRef="#ctx0" brushRef="#br0" timeOffset="40124.69">14810 4300 34 0,'0'-7'315'0,"0"7"-35"0,0 0-25 16,0 0-24-16,0 0-28 0,0 0-19 0,0 0-17 16,0 0-15-16,0 0-13 0,0 0-16 0,0 0-8 15,0 18-10-15,5-10-12 0,-5 4-9 0,7-5-4 16,-6 2-10-16,6 6-6 0,1-7-3 0,-1 0-6 15,-1 3-5-15,3-3-3 0,-3-3-2 0,3 3-7 16,-9-2 3-16,6-3-4 0,-1-2 0 0,-5-1-3 16,0 0-1-16,0 0-7 0,0 0-3 0,10-8-1 15,-10-3-2-15,0 2-2 0,-2 2 2 0,2-7 9 16,-3 1 8-16,3-6 4 0,0 4 5 0,0 0 1 16,0-1 5-16,3-4 2 0,-1 4-3 0,-2 1-3 15,7 0 1-15,-1 0-8 0,1 0 1 0,0 6-3 0,1 1-7 16,0 1 0-16,-1 1-9 0,6 4 0 15,-1 2-7-15,1 2 1 0,2 1-3 0,-2 4-9 0,2 3-6 16,10 0 6-16,-12 2-17 0,2 2-1 0,0 2-6 16,0 2-2-16,-1 0-5 0,-2 0-7 0,-7-3-1 15,8 1-2-15,-6 3-4 0,1 0 2 0,-1-8 3 16,-6 5 2-16,4-7 4 0,2 3-2 0,-5-5 2 16,3 0 8-16,-4-4 7 0,6-2 4 0,-7-1-3 15,0 0 12-15,0 0 15 0,0 0 10 0,8-12 9 16,-8 3 13-16,2-1 14 0,4-4 19 0,3-3 10 15,-4 5 17-15,1-7 8 0,3 3 11 0,-1-1 5 16,0 0-3-16,4 2 8 0,-2 2-1 0,1-1-10 16,-1 1-5-16,2 2-17 0,-2 4-5 0,-2-1-17 15,0 4 5-15,-1-2-21 0,1 1-7 0,0 3-12 16,-8 2-12-16,17 0-1 0,-17 0 3 0,12 7-22 16,-4-1-16-16,-3 1-14 0,0 2-15 0,0 2-17 15,0 3-11-15,0-4-44 0,-2 5-21 0,4-3-30 0,-2 5-26 16,-5-7-35-16,3 1-42 0,-3 0-38 15,0-3-56-15,0 0-284 0,0-5-687 0,0-3 305 16</inkml:trace>
  <inkml:trace contextRef="#ctx0" brushRef="#br0" timeOffset="40296.56">15060 3747 138 0,'-8'-13'330'0,"-1"3"-36"0,1-2-32 16,-4 5-17-16,1-5-31 0,-2 4-25 0,-2 1-23 15,2 1-36-15,-9 0-53 0,5 1-56 0,1 2-63 16,-4 2-72-16,-1 1-205 0,-1-3-345 0,0 6 153 16</inkml:trace>
  <inkml:trace contextRef="#ctx0" brushRef="#br0" timeOffset="40718.39">13534 3708 222 0,'0'0'470'0,"0"0"-22"0,0 0-34 0,0 0-30 0,0 0-32 15,0 0-25-15,0 6-35 0,0-6-26 0,0 0-20 16,0 0-33-16,0 0-27 0,0 0-19 15,6 3-25-15,-6-3-4 0,0 0-15 0,0 0-12 0,0 0-9 16,2 6-10-16,0-2-18 0,-2-4 2 0,10 5-10 16,-10-5-8-16,10 4-5 0,-4-1-7 0,-6-3-4 15,10 4-13-15,-10-4 7 0,8 4-14 0,-8-4 4 16,0 0 0-16,7 0-13 0,-7 0-8 0,0 0-21 16,0 0-21-16,5-11-36 0,-5 11-39 0,-2-5-32 15,2 5-35-15,-8-11-43 0,6 5-51 0,-6 0-67 16,3 2-306-16,-6-3-698 0,4 0 309 0</inkml:trace>
  <inkml:trace contextRef="#ctx0" brushRef="#br0" timeOffset="44291.32">16348 4258 131 0,'0'0'251'15,"-7"-3"-26"-15,7 3-24 0,0 0-22 0,-15 13-13 0,12-8-10 16,-4 0-7-16,1 6-9 0,4-3-12 16,2 6-10-16,-2-2-8 0,2 0-3 0,9-1-9 15,-1 6-7-15,7-2-6 0,0-1-7 0,1-5-7 0,7 6-6 16,4-4-10-16,1-4 0 0,-3-1-4 0,-2-2-2 16,-2-2 16-16,1-4 15 0,-1 1 6 0,-6-6 7 15,0 0 5-15,-6 2 5 0,4-3 5 16,-13-6-10-16,6 1-14 0,-12-5 2 0,-1 1 2 0,-1-2 4 15,-5-5-5-15,-11 2-5 0,3 1-2 0,-7 1 0 16,5-1-5-16,-6 3-4 0,5 1-4 0,-3 4-7 16,9 1-17-16,1 2 3 0,-1 3-8 0,3 0-3 15,7 1-1-15,0-1-12 0,1 2-13 0,7 5-6 16,0 0-10-16,0 0-10 0,28-2-11 0,2 2-13 16,15 0-14-16,4 0-2 0,6-1-3 0,3-3-6 15,3-3-4-15,-5-1 1 0,2-6-5 0,0-4 1 16,-1-1-4-16,1 0 13 0,-1-4 4 0,-10-3 8 15,1 2 8-15,-10-3 5 0,-3 3 36 0,-11 0 13 16,-2 6 28-16,-7-5 21 0,0 4 18 0,-7 2 38 16,-1-2 11-16,1 4 5 0,-8-3 11 0,0 6 5 15,0 0-1-15,0 0-7 0,0 1-14 0,-7 6-19 0,6-2-18 16,-1 3-8-16,2 4-12 0,0 0-6 0,-20 11-9 16,7-1-2-16,5 8-9 0,-1 4-1 0,-1 5-6 15,2 16-4-15,-2 0 0 0,9 7-3 16,-1 0-3-16,4 4 1 0,-1 2-5 0,8 4 1 0,-5-5-9 15,8 1 4-15,3 18-1 0,-5-23-12 0,11 3-24 16,-11 0-28-16,4-6-29 0,5-1-35 0,-9 2-27 16,5-9-23-16,-1 5-10 0,-8-17-31 0,1-2-37 15,-7-5-43-15,3-3-41 0,-3-6-42 0,-8-3-249 16,0-5-665-16,1-4 295 0</inkml:trace>
  <inkml:trace contextRef="#ctx0" brushRef="#br0" timeOffset="44463.17">16996 4309 92 0,'5'-12'344'0,"0"0"2"0,2 4-7 0,1 0-7 15,2-4 8-15,5 5-10 0,0-2-12 0,6 1-25 16,-1-1-27-16,7 4-26 0,4-2-33 0,-1 1-10 0,3 3-19 16,4 0-19-16,-8 3-19 0,19-4-36 0,-16 4-52 15,13 0-64-15,-2 4-66 0,-10-1-68 16,3-2-86-16,12 2-87 0,-15-1-263 0,0-2-630 15,-1 0 279-15</inkml:trace>
  <inkml:trace contextRef="#ctx0" brushRef="#br0" timeOffset="44792.78">18474 3612 114 0,'0'-9'454'15,"2"-2"2"-15,1 3-18 0,-1 4-17 0,-2-6-26 0,0 10-35 16,0-8-41-16,0 3-36 0,0 5-35 0,0 0-28 16,0 0-24-16,0 0-19 0,0 0-20 0,-10 28-14 15,4-4-14-15,1 0-12 0,3 6-14 0,-5 4-10 16,2 8-9-16,2 0-6 0,3 2-8 0,0 2-5 15,0 3-7-15,-5-3-7 0,10-2-9 0,-2 1-28 16,2-4-36-16,2 0-30 0,-5-9-38 0,-1-4-37 16,6 3-24-16,-1-2-34 0,-6-4-44 0,2-3-49 15,5-2-49-15,1-5-19 0,-6 4-234 0,-2-11-628 16,0 4 278-16</inkml:trace>
  <inkml:trace contextRef="#ctx0" brushRef="#br0" timeOffset="45058.38">18258 4044 95 0,'-12'-14'352'0,"-1"1"-5"0,8 6-5 15,-5-4 3-15,2 2-6 0,-1 3-5 0,3-2-16 0,2 6-12 16,1-5-31-16,3 7-25 0,-3-5-21 0,3 5-18 16,0 0-32-16,10-5-9 0,-10 5-28 15,33 7-10-15,-7-2-14 0,9 1-12 0,10 3-21 0,-1 1-11 16,4-2-18-16,0 1-10 0,-3 1-12 0,-2-3-12 15,-11-2-14-15,2-1-15 0,4 0-8 0,-9-3-17 16,0 2 8-16,-5 1 1 0,-6-3-9 16,0-1-3-16,-5-1-2 0,2-3-20 0,-7 3-16 0,1-2-25 15,-6-3-26-15,-3 6-30 0,-3-7-30 0,3 7-34 16,-12-10-37-16,7 7-43 0,-8 2-244 0,3-3-587 16,-3 4 260-16</inkml:trace>
  <inkml:trace contextRef="#ctx0" brushRef="#br0" timeOffset="45589.57">18870 4045 197 0,'3'-3'326'0,"-3"3"-30"0,0 0-32 15,7-4-33-15,-7 4-23 0,0 0-21 0,0 0-21 16,0 0-15-16,7 19-15 0,-7-7-15 0,0-2-10 15,1 6-14-15,3 5-6 0,2-3-7 0,-1 0-10 0,2 7-7 16,3 2-8-16,-5-4-4 0,5-2-6 16,0 1-5-16,-9-3-3 0,6-3-4 0,1 2-4 15,-1-5-5-15,-1-2-4 0,1 0-3 0,1-6-1 16,-6 2-1-16,5-4-4 0,-1-2 0 0,-6-1-4 0,0 0 2 16,22-9-1-16,-16 2-1 0,1-5 1 0,1 1 9 15,-1-5 14-15,1-1 8 0,-1-1 14 0,-1 2 11 16,4-4 19-16,-3 2-1 0,1 2 12 0,-3-4 4 15,-3 3-4-15,8 2 11 0,-5 2-7 0,1 4-11 16,-1 0-11-16,-1 1-5 0,-3 4-7 0,3-1-21 16,-4 5-3-16,8-3-10 0,-8 3-6 0,15 11-1 15,-12-3-9-15,7 7-4 0,-2-3-9 0,4 8-1 16,3 0-3-16,-12-2-5 0,12 6-8 0,0-2 5 16,-2 1-5-16,-1-5-9 0,-2-1 2 0,4-4 5 15,-2 2-5-15,1 1 4 0,-1-6 5 0,-7 2 5 16,6-7-6-16,-7-2 9 0,2 1 4 0,1 0-6 15,3-4 4-15,-10 0 1 0,16-8 3 0,-7 5-4 16,-8-2-3-16,11-7 5 0,-2 2 7 0,-8-3 9 16,4-2-2-16,1-4 4 0,-1-1 3 0,-2 1 1 15,2-4 4-15,-2 3-6 0,-3 1-2 0,1-7-1 16,0 6-3-16,-2 3-5 0,0-4-21 0,5 6-27 0,-2-3-43 16,-6 3-32-16,6 1-33 0,-6 5-59 0,3 1-72 15,-2-2-69-15,-1 5-261 0,1-3-657 0,2 8 290 16</inkml:trace>
  <inkml:trace contextRef="#ctx0" brushRef="#br0" timeOffset="45902.04">19739 4089 209 0,'-7'3'227'0,"2"1"-19"16,-3 4-8-16,2 2-9 0,-3-2-19 0,3 1-7 15,4 6-11-15,-5 0-8 0,7 3-11 0,0-3 12 16,0 3-17-16,7 0-12 0,-5 0-9 0,13 0-10 16,-9-2-5-16,14 6-9 0,-3-4-8 0,2-4-6 15,-2-3-4-15,6 5-8 0,-3-8-5 0,2-1-4 16,-4 0-4-16,2-3 20 0,3-4 11 0,-5 0 13 16,0-4 1-16,0-3-2 0,-3-1-8 0,0-3-2 15,-5-2-11-15,-2-1-9 0,-1-6-2 0,-5 4-11 0,-2-5-1 16,-2-4-4-16,-3 5 4 0,2-1-15 15,-9-1-9-15,2-3 8 0,-1 9-13 0,-3 0-17 16,-2 0-19-16,1 0-21 0,-2 7-27 0,-6-8-28 16,2 13-39-16,1 0-54 0,0-3-68 0,0 6-283 0,-1 1-584 15,-1 0 259-15</inkml:trace>
  <inkml:trace contextRef="#ctx0" brushRef="#br0" timeOffset="47214.4">20836 3994 309 0,'0'0'361'0,"0"-7"-11"16,0 7-13-16,0-8 1 0,0 8-15 0,0-5-18 16,0 5-28-16,0 0-31 0,2-7-30 0,-2 7-26 15,0 0-27-15,0 0-17 0,0 0-19 0,0 0-3 16,0 0-16-16,-10 23-11 0,8-10-7 0,-1 5-13 16,3 2-6-16,-2 3-8 0,4 2-9 0,1 2-12 15,1 0 1-15,2-1-28 0,-1 2-6 0,4-1-6 0,1-1 6 16,3-3-28-16,0 1-7 0,-1-2-4 15,1-5 6-15,0-3-23 0,2-1 0 0,2-3 1 16,1 0-1-16,0-4 4 0,-3-5 2 0,8-1 12 0,-3-1-6 16,-4-7 5-16,4-3-1 0,3-1 6 0,1-7 8 15,-4 2 0-15,-4-5 11 0,6 0 18 0,-3 1 13 16,-4-2 11-16,2 4 19 0,-4-4 17 0,-5 4 7 16,2-1 11-16,-3 5 6 0,5 0-1 0,-9 3-2 15,2 0-11-15,0 5-4 0,-2 2-7 0,-1-5-17 16,1 4-13-16,2 3-13 0,-5 3-7 0,0 0-4 15,0 0-5-15,0 0 1 0,0 19-10 0,-5-11-6 16,5 1-11-16,0 9-3 0,-3-2 1 0,11-2-1 16,-8 4-6-16,2 1 12 0,-1-1-20 0,6-1 8 15,-4 1-11-15,4-2-4 0,1-1 1 0,-3-6 4 16,-2 4 0-16,4-6 2 0,0 0 1 0,-1 0 8 16,3-4 13-16,4 1-10 0,-5-4 7 0,2 0 3 15,2-4-13-15,3-4 13 0,-1-1 3 0,6 0-1 16,-3-3 4-16,-2-3 19 0,0-1 6 0,1-4 12 15,6 4 13-15,-4-4 12 0,-5 6 11 0,-1 1 7 16,-1-2 11-16,-1 6 4 0,-3-3 2 0,3 4-7 16,-5 3-6-16,1-2-13 0,4 2-6 0,-6-2-12 0,-4 7-15 15,6-4-27-15,-6 4-12 0,0 0-6 0,0 0-14 16,5 16-12-16,2-5-19 0,-7-2-20 16,1 6-15-16,6 0-15 0,0 3-14 0,-2-1-12 0,-2 2-12 15,4 0-19-15,-1-3-32 0,2 3-32 0,6 1-49 16,-4-5-33-16,6 0-32 0,-4-2-192 0,9-1-576 15,-6 2 255-15</inkml:trace>
  <inkml:trace contextRef="#ctx0" brushRef="#br0" timeOffset="47474.8">22213 4017 42 0,'0'-16'333'0,"0"-1"-14"16,-1 0-6-16,-4 2-14 0,-3 2-11 0,1-1-20 15,4 6-15-15,-11-3-21 0,6 2-21 0,-3-2-22 16,2 7-22-16,-4 0-23 0,-2-1-7 0,-6 8-16 16,4-1-14-16,-4 2-10 0,-1 0 0 0,4 7-17 15,-7 2-16-15,7 4 2 0,3 0-8 0,-5 1-9 0,7 4 1 16,1 2-12-16,1 3-6 0,9 2-12 16,-5-1-15-16,7-1-14 15,5 3-16-15,5-3-26 0,3 0-28 0,4-2-38 16,3 2-49-16,1-5-40 0,6-3-44 0,-2-3-30 15,6-1-203-15,-1-4-523 0,0-3 231 0</inkml:trace>
  <inkml:trace contextRef="#ctx0" brushRef="#br0" timeOffset="47802.89">22352 4311 95 0,'14'-11'141'15,"-4"-4"28"-15,-2 5 31 0,-1-4 17 0,-2 3 10 0,-2 0 8 16,-3-1 9-16,3 4 2 0,0-2-2 16,-3 4 2-16,0-3-18 0,0 3-17 0,0 6-26 15,2-8-22-15,-2 8-24 0,0 0-8 0,-5-4-14 0,5 4-16 16,0 0-8-16,0 0-9 0,-6 20-18 0,6-10 3 15,0 0-10-15,0 2-3 0,3 1-4 0,3 1-5 16,-4 1-13-16,8 4 11 0,-5-4-10 16,8 3-4-16,0-4 1 0,-1 0-9 0,0 1-3 0,3 3-9 15,-1-9-8-15,8 1-7 0,-5 1 0 0,1-5 0 16,-2-1-1-16,6-5-6 0,-7 0 0 0,1 0 1 16,-1-4-8-16,0-3 6 0,-2-1 1 0,1 0-3 15,-11-6 1-15,3-3 1 0,1 1-2 0,-10-2 6 16,-1-3-1-16,1 5 0 0,-3-11 1 0,-9 5 2 15,1-3 0-15,-2 1 5 0,1 4-5 0,-5 0 5 16,5 6-2-16,-6-6-2 0,6 11 2 0,-2-2-6 16,-3 0 4-16,4 6-23 0,-4-2-18 0,5 6-20 15,7 1-17-15,-5 0-9 0,4 4-21 0,1 2-14 16,3-3-29-16,5 8-32 0,5-3-37 0,3 3-39 16,1-3-185-16,4 2-485 0,5 2 215 0</inkml:trace>
  <inkml:trace contextRef="#ctx0" brushRef="#br0" timeOffset="48380.95">23000 4029 65 0,'3'-8'293'0,"-3"8"-25"0,5-4-26 0,-5 4-26 16,0 0-20-16,0 0-22 0,0 0-19 0,0 0-16 15,0 0-13-15,0 0-13 0,-18 20-11 16,14-12-1-16,-2 7-11 0,-1 1-5 0,4 0-9 0,-2 3-8 15,3-4-6-15,-3 8-6 0,5-5 0 0,0 2-8 16,0-3-4-16,0 2-4 0,4-1-4 0,-1-5-2 16,5 1-2-16,-5-4 1 0,2 2-6 0,4-5 1 15,-1 1-4-15,-3-2 0 0,7 0-3 0,-4-4-4 16,2 1 1-16,3-6-2 0,4 1 0 0,-1-4-2 16,-4-1-1-16,6-1 1 0,0-4-3 0,-3-2 0 15,0 2 3-15,0-3 23 0,0 2 9 0,-4-2 9 16,6 3 14-16,-9-4 5 0,7-1 11 0,-3 7 8 15,-6 0-3-15,2-2-6 0,-6 4 5 0,5 1-19 16,-4 2 0-16,0-2-16 0,1 2-15 0,-4 5-19 16,0 0-7-16,0 0-3 0,0 0-6 0,0 0 0 15,0 0-8-15,0 24-5 0,-2-14-7 0,4 2-4 16,-6 3 1-16,1 2-4 0,0-4-3 0,1 5-8 16,-3-3-1-16,5 3-2 0,-2-3 7 0,2 0-8 0,0-3 4 15,2-2 3-15,5-1 9 0,-4 1-2 16,4-5 7-16,-1 2 2 0,3-6 2 0,4-1 9 15,-13 0-8-15,21-5 3 0,-7-3-1 0,-1 0 11 16,3-3 11-16,1-4 10 0,-2 3 16 0,-4-6 17 0,8-1 5 16,0-2 12-16,-2 0 21 0,-2-3 3 0,1 6 13 15,-1 0 15-15,-5 2 4 0,-1-3 8 16,-1 7 2-16,0-4-2 0,-1 9-5 0,1-2-4 0,-8-1-13 16,7 6-11-16,-2-2-13 0,-2 1-14 0,0 1-12 15,-3 4-37-15,4-8-14 0,-4 8-10 0,0 0-2 16,0 0-13-16,11 20-11 0,-9-9-18 0,-2 0-11 15,3 5-15-15,2 3-26 0,-5 0-15 0,7-2-16 16,-4 4-26-16,9 4-21 0,-6-6-36 0,2 0-47 16,-3 0-44-16,7-5-61 0,-4 4-267 0,4-6-677 15,3 0 299-15</inkml:trace>
  <inkml:trace contextRef="#ctx0" brushRef="#br0" timeOffset="49318.35">23938 3912 210 0,'-3'-3'327'0,"3"3"-30"16,-8-8-25-16,8 8-35 0,-5-1-23 16,5 1-25-16,0 0-16 0,0 0-17 0,-15 10-16 15,15-3-13-15,-2-2-13 0,2 9-8 0,0-2-12 0,2 6-8 16,-2-1-10-16,5 2-7 0,-2 7-6 0,4-2-6 15,-2 1-4-15,1 2-4 0,-1-5-21 16,2 1-14-16,-4-7-9 0,4 3-19 0,-2-3-15 16,0-2-11-16,0-5-2 0,-2 1-1 0,2-2 3 0,-2-6 3 15,4 5 5-15,-1-6 2 0,-6-1 5 0,14-1 3 16,-14 1 4-16,15-8 11 0,-7 2 12 0,-2-3 11 16,3-3 15-16,-1 0 9 0,-1-3 8 0,3 0 9 15,1-5 11-15,-4 5 9 0,3 0 7 0,-2-4 2 16,0 7 5-16,-1-4 9 0,1 0 2 0,-3 6-4 15,0-2-8-15,2 3-2 0,-4 3-16 0,-1 0-1 16,3-1-2-16,-4 3-16 0,6 0-14 0,-7 4-11 16,0 0 1-16,0 0-11 0,0 0-1 0,0 0-8 15,2 15-9-15,-2-6-6 0,0 2-7 0,5 4-5 16,-4 1-5-16,-1 5-8 0,5-6-1 0,-3 4-6 16,4 1-4-16,3-2-6 0,-9 1 0 0,6-2 1 15,4-2-4-15,-5 0 6 0,5-1-1 0,-5-5 4 16,2-2 7-16,-1-1 3 0,1 0 3 0,1-2 4 15,1-4 4-15,2 0 3 0,-11 0 4 0,18-5 1 16,-4 0 1-16,-6-1 4 0,5-1 8 0,2-2 10 16,-2-2 10-16,-1-3 5 0,1 4 4 0,0 0 11 15,-3-1 7-15,-3 2 3 0,-1-2 11 0,3-1-3 0,-3 8-7 16,-4-5-3-16,5 0-10 0,-6 3-1 0,6 4-9 16,-7 2-10-16,7-7-19 0,-7 7-19 15,8-2-2-15,-8 2-6 0,0 0 0 0,0 0-3 16,16 11 2-16,-11-2-9 0,4 0-6 0,4 0-10 0,3 4-7 15,11 2-6-15,1-3-2 0,-3 2-2 0,10-1 4 16,9 1-2-16,-1-4 1 0,2 1 4 0,-14-4 5 16,6 0 3-16,8-6 4 0,-2-1 7 0,-7-1 4 15,-5-1 10-15,-1-7-3 0,0 2 7 0,-4-2 1 16,3-5 5-16,-8-1 0 0,-1-5 0 0,-2 4 9 16,-1-8 7-16,-9 9 11 0,0-8 9 0,-1 1 10 15,-7 6 6-15,-2-4 8 0,-3-1 6 0,4 3 6 16,-6 2 2-16,2-1 5 0,-2 2-6 0,-2 0-7 15,0 5-6-15,-6-4-2 0,2 5-6 0,5 6-4 16,-7-5-1-16,0 4-5 0,-2 1-3 0,3 6-2 16,-3 0-3-16,-1 0-2 0,3 3-1 0,2 3 0 15,-4 3-2-15,7 5 0 0,-3 2 3 0,-2 7-5 16,8 1 3-16,1 2 3 0,-1 10-6 0,12 5 1 16,-5-4 2-16,7 4-1 0,-4 0 0 0,4-3 1 15,8 4-3-15,-4-2-4 0,-1 0 4 0,3-1-1 16,2 1 1-16,-1-1 1 0,2-3 0 0,-6 5-5 15,0-7 0-15,-5-5 0 0,2-5 1 0,-1 0-2 0,-4-3 3 16,1-6 2-16,-3-2-3 0,0-1 10 0,0 1 8 16,-3-6 9-16,-1-4 25 0,0 5 7 0,-6-8-5 15,-2-2-3-15,-5-2-7 0,1-2 6 16,-2-8-17-16,-5 2 6 0,-7-7-42 0,0-1-34 0,8-3-42 16,-16-4-58-16,-3 2-68 0,3-13-94 0,-5 3-267 15,-3-3-609-15,2-3 269 0</inkml:trace>
  <inkml:trace contextRef="#ctx0" brushRef="#br0" timeOffset="49583.94">24023 3228 134 0,'0'0'477'0,"0"0"-15"0,0 0-25 0,0 0-29 16,0 0-32-16,-14 0-27 0,14 0-27 0,0 0-27 0,0 0-27 16,0 0-27-16,0 0-21 0,0 0-25 0,0 0-20 15,0 0-18-15,0 0-18 0,0 0-17 16,-13 0-28-16,13 0-31 0,0 0-39 0,0 0-47 0,0 0-53 16,0 0-29-16,0 0-14 0,0 0-23 0,-8 6-31 15,8-6-28-15,-10 3-41 0,3 0-68 0,7-3-285 16,-16-3-644-16,4 2 285 0</inkml:trace>
  <inkml:trace contextRef="#ctx0" brushRef="#br0" timeOffset="53116.34">26341 4160 230 0,'4'-8'339'16,"2"2"-5"-16,1 0 1 0,0-3 1 0,-1 1 8 16,2 1 4-16,-3-5-13 0,-1 3-5 0,7-6-10 15,-7 4-9-15,6-2-13 0,-5-1-16 0,1 1-21 16,1-1-16-16,-4 0-19 0,2 1-20 0,0-1-18 16,-5 2-18-16,2-2-16 0,-1 3-14 0,1-1-17 0,-2 4-15 15,0-3-9-15,-2-1-16 0,1 3-12 16,-4 3-6-16,1 0-12 0,-4 0-9 0,-3 2-4 15,-3 0-5-15,-2 8-5 0,-6 0-4 0,-1 5-2 16,-3-2-5-16,2 4-5 0,0 5-6 0,4-5-11 0,-2 8-4 16,-4 3 2-16,8-3-19 0,-4 2-13 0,5 3-11 15,3-1-13-15,4 0-9 0,3 3-13 16,2-5 0-16,10 5 0 0,-2-2 2 0,9 1 0 0,6-3-7 16,4 4 5-16,4-5 0 0,15 1-17 0,-6 1-14 15,15-7-9-15,-4-2-10 0,6-2-14 0,-3-3 6 16,-1-5 0-16,2-1 3 0,-2-3 16 0,0-1 9 15,2-2 10-15,-16-5 13 0,-2-3 9 0,-1 0 9 16,2 1 7-16,-3-7 5 0,-3 2 11 0,-3-5 7 16,-4 1 19-16,-7 4 19 0,2-2 4 0,-8 1 8 15,1-2 12-15,-3 2 10 0,-5-1 9 0,-5 2-3 16,-1 1 2-16,-3-3-3 0,1 3 0 0,-5 1-4 16,-4 2-5-16,-3 0-7 0,2 4 4 0,-2 1-8 15,-1 3 8-15,-1 3-13 0,-4-3-7 0,-2 7 3 16,6-2 3-16,1 4-5 0,-1 1 4 0,7 4 5 15,-6-2-8-15,4 5-1 0,-3-2-2 0,10 4 2 16,-3-4-13-16,2 6 2 0,1-5-1 0,1 5-6 0,4-2 1 16,4 2-3-16,1-2 3 0,1-3 3 0,4-1-6 15,4 2 2-15,-3-2-1 0,1-4 0 16,1-1 3-16,7-1 3 0,0 0-5 0,0-3 1 16,6-2 5-16,-6-2 1 0,5-2 1 0,-3-3 1 0,3-1 2 15,-2-6 5-15,3-1-4 0,-3 0 12 0,1-4 11 16,1 1 20-16,-6-5 29 0,-4 4-1 0,5-1 16 15,-6 2 13-15,4-1 5 0,-5 7 5 0,0-5-3 16,-1 9 2-16,1-7 0 0,-3 6-13 0,-3 3-7 16,3-3-19-16,-4 2-11 0,-1 6-13 0,4-6-21 15,-4 6-8-15,0 0-4 0,0 0-5 0,0 0-2 16,0 0-10-16,-5 25 2 0,0-14-17 0,5 7-1 16,0 2-20-16,0-1-11 0,0-3-16 0,6 7-8 15,-6-5-9-15,7 3-14 0,-7 0-10 0,7-3-14 16,-6 1-18-16,6-2-23 0,1 1-26 0,-1-4-25 15,1-4-27-15,5 1-24 0,1-7-32 0,-3 7-219 16,-1-10-562-16,0-1 249 0</inkml:trace>
  <inkml:trace contextRef="#ctx0" brushRef="#br0" timeOffset="53694.4">27268 4015 181 0,'4'-9'273'0,"-3"-1"-5"0,-1 2-7 16,-1 1-4-16,1 1-15 0,0 6-27 0,1-9-20 15,-1 9-21-15,0-6-20 0,0 6-15 0,0 0-18 16,0 0-12-16,0 0-13 0,0 0-10 16,0 0-2-16,0 0-12 0,0 0-4 0,-1 27-8 0,9-18-8 15,-8 5-3-15,6 2-6 0,-4 0-2 0,6 2-6 16,-3-1 0-16,-1 1-7 0,-1 1 0 0,4-3-2 16,-6 0-2-16,6 0-5 0,-7-1 6 0,7-4-9 15,-7 1-3-15,0-3 0 0,1-2-2 0,-1 0-4 16,0-2 3-16,0-5 7 0,0 8 26 0,0-8 17 15,-6 5 11-15,6-5 12 0,0 0 14 0,0 0 14 16,-9-14 2-16,4 6 1 0,2 1-9 0,3-2-6 16,0-5-16-16,0 4-5 0,3-7-6 0,2 4-23 15,2-5-22-15,6-2-23 0,9 1-30 0,-1-4-43 16,4 4-32-16,3-1-34 0,14 1-27 0,-3-1-12 16,8 5-6-16,-4 1 2 0,3 1-17 0,-5 4-4 15,-6-1-7-15,-3 2 9 0,-3 4 18 0,-2-4 17 16,-7 4 19-16,-2-2 11 0,-2 3 25 0,-4-1 28 15,0-3 22-15,-7 4 17 0,1 2 14 0,-6 1 15 16,5-6 20-16,-5 6 18 0,0 0 8 0,0 0 8 16,-25-6 4-16,25 6 12 0,-18 1 8 0,7 1 1 15,1 1 1-15,-4-1-2 0,-1 2 0 0,4-1-1 0,-6 2-7 16,9-1-1-16,-5 0-4 0,6 1-4 0,-3 4-5 16,4-1 0-16,-1-1-5 0,2 2-1 15,2 0-3-15,1 0 2 0,-3 4 2 0,5-1 8 16,5-1-4-16,0 2-1 0,-2 2-1 0,6 2-1 0,-3-2-9 15,1-1 4-15,1-1-10 0,2 2-2 0,-3-3 2 16,-2 2-4-16,-4-7-5 0,4 5 0 0,2-3-3 16,-5-3-1-16,-1 2 4 0,-1-1-7 0,0-1-3 15,0-6 3-15,-6 12-5 0,-3-10-21 0,1-1-29 16,-5 0-40-16,-2 2-53 0,0 1-71 0,-2-4-90 16,-9 0-173-16,4-2-510 0,3-3 225 0</inkml:trace>
  <inkml:trace contextRef="#ctx0" brushRef="#br0" timeOffset="54522.44">28687 3957 274 0,'-2'-9'365'15,"2"0"-6"-15,0-3-9 0,0 2-10 0,0-7-12 16,8 3-5-16,-6 6-21 0,-2-7-11 0,5 4-29 15,-3-5-23-15,3 5-21 0,1 2-21 0,-4 1-20 16,5 1-22-16,-1 1-15 0,2 1-15 0,1 0-23 16,4 3-4-16,-5 0-5 0,4 2-16 0,-2 2 0 0,3 0-20 15,0 2-9-15,-1 0-5 0,3 5-6 16,0-1-5-16,-4 4-16 0,-3-6-6 0,7 6-7 16,-5 3-3-16,0 1-5 0,-2-2-9 0,-1 7 1 0,0-5-3 15,-2 2-5-15,-5 2-7 0,0-4-3 0,-2 7 0 16,2-5 2-16,-7 2-10 0,1-1 7 0,2-3 2 15,-2 4 1-15,-1-5 1 0,2 1 3 0,0-1 1 16,-1-4 5-16,-3-3-2 0,3 0-6 0,-1 0 16 16,2-2 3-16,-1 0 2 0,-1-2-2 0,7-4 22 15,-5 5 6-15,5-5 13 0,0 0 1 0,0 0 5 16,0 0 5-16,0 0-1 0,0 0-3 0,3-21-4 16,-1 10 1-16,8 1-8 0,1-4-2 0,1-1-2 15,3-1-1-15,2 1-5 0,4-5 1 0,2 0-7 16,-1-2-2-16,-1 2 1 0,6-2 4 0,-2 0-7 15,-4 3 2-15,1-3-4 0,-6 0 2 0,6 2 8 16,-7 1 10-16,-1 7 18 0,0-1 17 0,-6-1 6 16,0 5 2-16,-1-3 5 0,-2 5 2 0,-2 0-4 0,2 2-7 15,-3 1-2-15,-2 4-17 0,5-10-9 16,-4 7-10-16,-1 3-8 0,0 0-2 0,0 0 3 16,0 0-9-16,0 0-2 0,0 0-1 0,-10 21-4 0,7-12-5 15,0 1 5-15,-2 7 1 0,0 2-8 0,3 0-3 16,1 3-5-16,1 2-12 0,-5-6 0 0,10 3-2 15,-4-2-15-15,1 1-12 0,3 1-17 0,3-1-13 16,-3-3-22-16,8 6-27 0,-3-8-20 0,0 0-21 16,3 3-40-16,2-9-39 0,4 3-59 0,-3-4-55 15,2-1-314-15,2-7-734 0,-5 1 325 0</inkml:trace>
  <inkml:trace contextRef="#ctx0" brushRef="#br0" timeOffset="54776.92">29632 3855 204 0,'0'0'381'0,"-5"-3"5"0,5 3-2 16,0 0-10-16,0 0-5 0,0 0-13 0,0 0-26 15,0 0-26-15,0 0-31 0,0 0-26 0,28-1-26 16,-15 2-28-16,-1-1-14 0,6 0-22 0,0 3-16 0,5 0-16 15,-3-2-41-15,3 3-32 0,-1 0-60 16,1 0-57-16,-3 1-52 0,2 1-51 0,-6-3-61 16,4 6-62-16,-5-5-64 0,-2-1-234 15,-3-1-636-15,-2 4 282 0</inkml:trace>
  <inkml:trace contextRef="#ctx0" brushRef="#br0" timeOffset="54939.32">29710 3967 139 0,'0'0'256'16,"-9"5"1"-16,9-5 0 0,0 0-11 0,-8 2-12 16,8-2-18-16,0 0-18 0,0 0-22 0,0 0-12 15,15 9-13-15,-10-4-19 0,7 1-13 0,2 2-7 0,1 0-14 16,5 3-15-16,0-3-41 0,5 4-54 0,-4 2-67 16,11 0-79-16,-2-3-87 0,-4 4-153 15,2-4-431-15,4 5 190 0</inkml:trace>
  <inkml:trace contextRef="#ctx0" brushRef="#br0" timeOffset="57768.66">30592 3477 266 0,'8'-5'289'16,"-8"5"-3"-16,7-3-7 0,-7 3-10 0,5-4-10 15,-5 4-18-15,6-5-16 0,-6 5-18 0,0 0-14 16,5-4-31-16,-5 4-8 0,0 0-16 0,0 0-22 16,0 0-9-16,0 0-10 0,0 0-12 0,0 0 0 15,0 0-19-15,0 0-12 0,-20-6 2 0,20 6-7 16,-18-2-6-16,8 1-5 0,-3-1-2 0,3 2-2 16,-3-3-9-16,0 2 1 0,-2 0 0 0,0 1-3 15,-2-3-2-15,-1-1-4 0,8 3-2 0,-10-5-1 16,12 6-3-16,-7-3 5 0,7 1-4 0,-2 2-1 15,10 0 1-15,-12-1-10 0,12 1 7 0,-13-2-9 16,13 2 6-16,0 0-6 0,0 0 3 0,-12 0 2 16,12 0-2-16,0 0 0 0,0 0-3 0,0 0-1 15,0 0 2-15,0 0 3 0,-8-4-6 0,8 4 0 16,0 0 2-16,0 0-2 0,0 0 2 0,0 0 2 0,0 0 0 16,0 0-2-16,0 0 1 0,0 0-2 15,0 0 1-15,0 0-2 0,0 0 2 0,0 0 3 16,0 0-2-16,0 0-1 0,0 0 1 0,0 0 3 0,0 0-1 15,0 0 1-15,0 0-4 0,0 0-2 0,0 0-7 16,0 0 6-16,0 0 5 0,0 0-1 0,0 0-1 16,0 0-2-16,0 0-2 0,0 0 10 15,0 0-11-15,0 0 2 0,0 0 3 0,0 0 1 0,-11 6-3 16,11-6 2-16,0 0 1 0,0 0-7 0,0 0 26 16,0 0-26-16,0 0 3 0,0 0-1 0,0 0 3 15,0 0 1-15,0 0-6 0,0 0 8 0,0 0-3 16,0 0-1-16,0 0 3 0,0 0-4 0,0 0 3 15,0 0-4-15,0 0 3 0,-5 3-4 0,5-3 6 16,0 0-5-16,0 0 2 0,0 0 2 0,0 0-3 16,-2 7-2-16,2-7 3 0,0 0 2 0,0 0-1 15,0 0-4-15,0 8 1 0,0-8 4 0,0 0 0 16,-2 7-1-16,2-7-3 0,0 0-5 0,0 0 5 16,0 0-1-16,-1 5 3 0,1-5 2 0,0 0 2 15,0 0 0-15,0 0-1 0,5 5 13 0,-5-5-11 16,0 0-1-16,0 0 1 0,0 0 5 0,0 0-5 15,0 0-4-15,0 0 7 0,0 0 3 0,0 0 2 0,0 0 4 16,0 0 5-16,0 0 5 0,0 0-2 0,0 0 1 16,0 0-1-16,0 0-4 0,0 0 4 15,0 0-1-15,0 0-3 0,0 0-3 0,0 0-4 16,5 2 4-16,-5-2-1 0,0 0-13 0,0 0 8 0,0 0-9 16,0 0 1-16,0 0 2 0,0 0 4 0,0 0-2 15,0 0 0-15,0 0-1 0,0 0-4 0,0 0 2 16,0 0-6-16,0 0 3 0,0 0 2 0,0 0 0 15,0 0 3-15,0 0-7 0,0 0-1 0,0 0 6 16,0 0 0-16,0 0-3 0,0 0 4 0,0 0-4 16,0 0 2-16,0 0-2 0,0 0 0 0,0 0-1 15,0 0-2-15,0 0 6 0,0 0 0 0,0 0-4 16,0 0-3-16,0 0 3 0,0 0-1 0,0 0-5 16,0 0 11-16,0 0 3 0,0 0-8 0,0 0-2 15,0 0 6-15,0 0-9 0,0 0 2 0,0 0 2 16,0 0 1-16,0 0 0 0,0 0 1 0,0 0-4 15,0 0-7-15,0 0 6 0,0 0 0 0,0 0 2 16,0 0 1-16,0 0 8 0,0 0-4 0,0 0-5 0,0 0 3 16,0 0-1-16,0 0-1 0,0 0 0 15,0 0-3-15,0 0 14 0,0 0-12 0,0 0 3 16,0 0 0-16,0 0-2 0,0 0-6 0,0 0 3 16,0 0 2-16,0 0 2 0,0 0 3 0,0 0-5 0,0 0 12 15,0 0-11-15,0 0 3 0,0 0-8 0,0 0-2 16,0 0 6-16,0 0 0 0,0 0 1 0,0 0 2 15,0 0-7-15,0 0 8 0,0 0 1 0,0 0-4 16,0 0-5-16,0 0 3 0,1 8 5 0,-1-8-4 16,0 0 4-16,0 0-2 0,0 0 3 0,0 0 18 15,0 0-23-15,0 0-2 0,4 4 1 0,-4-4 7 16,0 0-5-16,0 0 0 0,0 0 5 0,0 0-13 16,0 0 7-16,0 0 5 0,0 0-1 0,0 0-2 15,0 0-1-15,10 3 3 0,-10-3 7 0,0 0-2 16,0 0-7-16,0 0 4 0,0 0-2 0,0 0-2 15,0 0 1-15,0 0 0 0,0 0 3 0,0 0-9 16,0 0 8-16,0 0-1 0,0 0-1 0,0 0 4 16,0 0-7-16,0 0 5 0,0 0 1 0,0 0-1 15,0 0-1-15,0 0 0 0,0 0 5 0,0 0-4 16,0 0 0-16,0 0-3 0,0 0 0 0,0 0 2 16,0 0-3-16,0 0 2 0,0 0 0 0,0 0 0 15,0 0-4-15,0 0 5 0,0 0 2 0,0 0-3 0,0 0 4 16,0 0-6-16,0 0-3 0,0 0 5 15,0 0 3-15,0 0-4 0,0 0 5 0,0 0-2 16,0 0-3-16,0 0 0 0,0 0 2 0,0 0 13 0,0 0-17 16,0 0 2-16,0 0 1 0,0 0-2 0,0 0 1 15,0 0 1-15,0 0-4 0,0 0 0 0,0 0 4 16,0 0 0-16,0 0-9 0,0 0 8 0,0 0-2 16,0 0 6-16,0 0 2 0,0 0-4 0,0 0 2 15,0 0-8-15,0 0 6 0,0 0-2 0,0 0 1 16,0 0 3-16,0 0-3 0,0 0-7 0,0 0 4 15,0 0 1-15,0 0 0 0,0 0 1 0,0 0 1 16,0 0-2-16,0 0 1 0,0 0-1 0,0 0 3 16,0 0 2-16,0 0-3 0,0 0-1 0,0 0-1 15,0 0 1-15,0 0 16 0,0 0-14 0,0 0-5 0,0 0 9 16,0 0-8-16,0 0 3 0,0 0 0 0,0 0-5 16,0 0 4-16,0 0-2 0,0 0 1 0,0 0 2 15,0 0 0-15,0 0 4 0,0 0-3 16,0 0 0-16,0 0 13 0,0 0-14 0,0 0-4 0,0 0 5 15,0 0-5-15,0 0-1 0,0 0 4 0,0 0 1 16,0 0-1-16,0 0-2 0,0 0 20 0,0 0-23 16,0 0 11-16,0 0-10 0,0 0-6 0,0 0 8 15,0 0 19-15,0 0-24 0,0 0 3 0,0 0-2 16,0 0 13-16,0 0-8 0,0 0-4 0,0 0 3 16,0 0-3-16,-7 8 4 0,7-8-2 0,0 0-9 15,0 0 9-15,-2 12-6 0,2-12 6 0,0 7 2 16,0-7 2-16,0 8-2 0,0-4-2 0,0-4-1 15,-5 12 17-15,5-5-15 0,-6 1-7 0,6 0 1 16,-4 3-3-16,3-3 11 0,-3 7-2 0,4-3 1 16,-3 7 2-16,-2-7-1 0,-2 4-2 0,6 2 3 15,-1-5 1-15,2 2-2 0,-1 0 0 0,-4 1 1 16,3-1 2-16,2-2-4 0,-3-1-1 0,1 2 3 0,0-3 2 16,1 1-4-16,-3-1 3 0,4-2-5 0,-1 2 5 15,-1-3-3-15,-1 4-9 0,3-1 11 16,0-3 1-16,-2 0 13 0,0 0-12 0,-1-1-5 15,3 4 1-15,-3-2 2 0,-2-3-3 0,3 3 6 0,0-1 1 16,-1 0-3-16,2-1-3 0,1-2-7 0,0 2 6 16,-7-1 0-16,5 4-1 0,-3-3 7 0,4 1-13 15,-6-1 7-15,4 1 6 0,-1 0-2 0,3-3-2 16,1 3 1-16,-2-2 4 0,-3 2-7 0,3-1-1 16,1-1 3-16,-3 0 2 0,4 2-6 0,-1-3 1 15,1-5 5-15,-7 10 1 0,7-2-4 0,-1-3 4 16,1-5 1-16,0 7-1 0,0-7 1 0,-2 8-4 15,2-8 4-15,0 9 4 0,0-9-14 0,0 0 5 16,2 7 0-16,-2-7 0 0,-2 7 4 0,2-7 0 16,0 7-4-16,0-7 5 0,0 0-1 0,0 0-3 15,0 8 3-15,0-8-2 0,0 0 0 0,0 7-2 16,0-7 2-16,0 0 1 0,-3 8 3 0,3-8-6 16,0 0 1-16,0 5 2 0,0-5 0 0,3 5 3 15,-3-5-3-15,0 0 0 0,2 9 12 0,-2-9-12 16,1 6-7-16,-1-6 3 0,-1 7 1 0,2-2 7 15,-1-5-2-15,0 0-3 0,-1 10-2 0,1-10 16 16,-2 7-12-16,2-7-5 0,0 7 4 0,0-7-1 0,3 7 0 16,-3-7-1-16,0 6 2 0,5-1 17 0,-5-5-16 15,-5 9-6-15,5-9 16 0,0 0-12 16,7 9 1-16,-7-5 5 0,0-4-4 0,5 8 2 16,-4-4 3-16,-1-4 4 0,7 5 0 0,0-1 16 0,-6 3 14 15,3-3 5-15,-4-4 4 0,13 3 1 0,-6 1 11 16,4-2 3-16,-6 0-1 0,8-1-7 0,1 2-2 15,2-3-8-15,6 0-4 0,-3 0-3 0,0 0-9 16,2 0-3-16,1-4-2 0,1 4-10 0,0-4-21 16,-3 0-43-16,10-2-54 0,1-2-50 0,-6 1-67 15,1-2-88-15,4-2-101 0,-8-2-229 0,4-1-689 16,-3-2 305-16</inkml:trace>
  <inkml:trace contextRef="#ctx0" brushRef="#br0" timeOffset="58825.5">30703 3801 281 0,'3'-4'328'0,"-1"-4"-1"0,1 0-12 0,0 1-9 15,4-4-21-15,-4 7-2 0,-1-6-18 0,6 2-12 16,-6-1-11-16,3 0-21 0,1 0-17 0,4 2-23 15,-5-1-17-15,5-3-11 0,-5 5-17 0,5 4-15 16,2-5-9-16,-6 4-15 0,1-4-9 0,1 2-13 16,-1 4-8-16,6-2-4 0,-5 2-13 0,-8 1-5 15,22 0-6-15,-9-2-6 0,-5 8 5 0,6-3-12 16,-3 7-4-16,4 0-8 0,-2-2-12 0,2 4-7 16,-3 2-6-16,-2-1-1 0,1 1-7 0,-2 1-9 15,-1-1-3-15,-1 1 1 0,1 2-5 0,-5 1-1 16,2-6-1-16,-3 7 0 0,-1-11 4 0,-1 6-3 15,-1-1 4-15,-1 4-6 0,-3-2 8 0,2-4 2 0,-4 4-1 16,-1-5-1-16,1 0 9 0,-1-2 6 16,0-1-1-16,-2 1 0 0,-2-1 4 0,1 0 2 15,2-5 2-15,1 3-3 0,1-2 2 0,1 1 5 0,-2-1 4 16,8-3 2-16,-9 3-2 0,9-3 15 0,-6 5 19 16,6-5-2-16,0 0 2 0,0 0 5 0,0 0-5 15,0 0 1-15,6-20-1 0,3 13-2 0,4-4-3 16,-2-1-1-16,4 2-4 0,2-4-3 0,6-2-5 15,0-2-2-15,0 0 3 0,4 0-13 0,-6-1 12 16,6 0-6-16,-6-1 3 0,3-2 0 0,-10 9 15 16,8-5 20-16,-7 8 7 0,0-2 14 0,-2-2 5 15,-3 6 12-15,-5 3 7 0,2-3 4 0,-1-1-2 16,-3 4-2-16,4 2-5 0,-2-4-4 0,-3 2-12 16,4 2-9-16,-6 3-10 0,7-4-7 0,-7 4-10 15,0 0-9-15,0 0-3 0,0 0-4 0,0 0-3 16,0 0 0-16,0 0-4 0,-12 19-8 0,9-12 6 15,-4 1-5-15,2 2 1 0,0 4 3 0,-1 1-7 16,1 4 0-16,2-1 2 0,-2-1-1 0,0 9-1 16,3-5-6-16,2 5-10 0,0-3-15 0,2-3-17 15,3-1-21-15,-2 1-14 0,2-1-26 0,6 3-18 0,-2-5-38 16,6 0-23-16,-7 0-29 0,2-1-37 0,1-4-52 16,4 0-50-16,-1-6-330 0,-6 0-739 0,2-3 327 15</inkml:trace>
  <inkml:trace contextRef="#ctx0" brushRef="#br0" timeOffset="59122.35">31570 4145 35 0,'0'0'436'16,"0"0"-2"-16,0 0-4 0,8 4-17 0,-8-4-18 16,0 0-30-16,0 0-29 0,0 0-38 0,0 0-30 15,0 0-29-15,0 0-28 0,0 3-22 0,0-3-21 16,0 10-18-16,0-3-13 0,0 1-15 0,0 0-13 16,0 1-9-16,0 4-11 0,5 1-6 0,-5 1-9 0,4 3-20 15,-1-2-24-15,-1-1-34 0,-1 4-37 16,1-1-25-16,-2-4-47 0,5 4-28 0,-5-6-34 15,0 5-44-15,3-8-52 0,-1 0-55 0,-1 0-310 16,-1-2-687-16,2 0 305 0</inkml:trace>
  <inkml:trace contextRef="#ctx0" brushRef="#br0" timeOffset="59731.66">32080 4002 331 0,'11'-3'344'0,"-11"3"-10"0,0 0-10 0,10-3-16 0,-10 3-9 15,0 0-13-15,15 0-31 0,-8-2-26 0,-7 2-19 16,15 5-19-16,-7-5-26 0,0 3-12 0,4 1-17 16,-4 1-16-16,4 1-10 0,-1 0-14 0,-4 1-14 15,3 1-4-15,5 3-7 0,-10-3-15 0,1 3-2 16,3 0-7-16,-4 1-10 0,3-4-8 0,-8 7-19 16,2-6-11-16,-4 5-3 0,2-5-7 0,-7-2-5 15,1 5-9-15,-3-4-13 0,1 3-14 0,-5-7-15 16,-2 5-23-16,0 0-28 0,0-3-25 0,2-2-45 15,-4 3-43-15,6-6-52 0,1 2-232 0,-3-2-558 16,13-1 248-16</inkml:trace>
  <inkml:trace contextRef="#ctx0" brushRef="#br0" timeOffset="60524.53">32520 3763 56 0,'0'0'305'0,"0"-9"-7"0,0 9-6 0,0-10-13 0,2 5-8 15,-2 5-21-15,6-7-16 0,1-1-16 0,-5 6-19 16,4-4-14-16,3 2-25 0,-5-1-12 0,6 3-19 16,-5-4-5-16,4 2-17 0,-3 2-10 0,-6 2-11 15,15-3-5-15,-2 0-13 0,-4 3-11 0,-1-2-3 16,-8 2-5-16,21 3-4 0,-9-3-10 0,-2 5 3 15,5 1-8-15,-7 0-3 0,4 1-6 0,-2 1-2 16,-2-1-3-16,4 2 5 0,-4 5-10 0,2-1-2 0,-2 2 0 16,-1 0-5-16,-2 0-2 0,1 1 0 15,-2 0-1-15,1 3-5 0,-4 0 1 0,-1 0 5 16,0-4-6-16,-1 3-1 0,-4 0-3 0,-2-2-3 0,-1 1 10 16,1-2-9-16,2-1 7 0,-5-3-11 0,5 1 6 15,0-3-4-15,-3-1 5 0,3-1 1 0,-2 0 2 16,4-2 2-16,-2-2 2 0,2 2 4 15,3-5 16-15,-5 6 9 0,5-6 9 0,0 0 2 0,0 0 4 16,0 0-8-16,0 0 0 0,0 0-2 0,0 0-1 16,8-26-8-16,-1 19 6 0,1-1-5 0,-3 1-2 15,8-5 12-15,-3 0-14 0,3 2 0 0,-1-3-10 16,1 0 10-16,-1 0-8 0,3 0-9 0,5-6 5 16,-7 7 1-16,2-5 1 0,-2-1 10 0,2 2-5 15,-2 0 14-15,-1 1 15 0,6 1 16 0,-10-4 2 16,7 4 11-16,-7 2 6 0,10 0 11 0,-13-3-1 15,5 11 5-15,-6-4 4 0,1 3-1 0,1-2-5 16,-2 3-10-16,2 1-3 0,-4-3-18 0,-2 6-7 16,0 0-13-1,3-7-9-15,-3 7-6 0,0 0-8 0,0 0-4 16,0 0-1-16,0 0 0 0,0 0-3 0,0 0-2 16,-8 17-1-16,5-9-2 0,-1 1 5 0,-1 0-5 0,0 4 6 0,2 5-9 15,-2-2 3-15,2 0-3 0,3 2-1 0,3 3 2 16,0 0-4-16,2-1-2 0,5 4-6 0,2-2-14 15,3 1-23-15,-5-4-30 0,0-1-40 0,6-3-38 16,-4 1-51-16,3 3-40 0,-5-4-58 0,4-3-66 16,0 1-70-16,-6-10-243 0,0 3-737 0,-1-1 327 15</inkml:trace>
  <inkml:trace contextRef="#ctx0" brushRef="#br0" timeOffset="61118.22">33227 4145 294 0,'0'0'347'0,"0"0"-10"0,0 0-34 15,15-2-27-15,-15 2-28 0,0 0-20 0,0 0-27 16,13-3-22-16,-13 3-18 0,0 0-15 0,10 5-14 0,-5-1-16 16,-5-4-13-16,8 4-11 0,-6 3-11 0,4-2-6 15,-1 0-9-15,-5 4-11 0,2-3 0 16,0 1-11-16,1 4 0 0,-1-5-8 0,-2 1-5 16,0 4-4-16,0-2-1 0,-2 3-5 0,2-3 6 0,-3 2-9 15,1-1-5-15,0-3 4 0,-3 4 0 0,4-2-6 16,-4 2-3-16,3-3 5 0,0 3-7 0,-1-3 1 15,-5-1-1-15,8 1 1 0,-7-3-1 0,7-2 7 16,-8 2-4-16,1 2 16 0,6-2 13 0,-8-2 10 16,4 1 14-16,5-4 10 0,-8 3 15 0,8-3 6 15,-6 5 5-15,6-5 10 0,0 0 2 0,-2 4 7 16,2-4 5-16,0 0 1 0,0 0-1 0,0 0-2 16,0 0-5-16,0 0-8 0,0 0-16 0,0 0-13 15,0 0-20-15,21 5-27 0,-11-5-29 0,5-2-35 16,0 2-53-16,7-3-56 0,-2 3-55 0,3-4-62 15,-7 3-78-15,17-6-90 0,-11 2-281 0,8-6-767 16,-2 0 339-16</inkml:trace>
  <inkml:trace contextRef="#ctx0" brushRef="#br0" timeOffset="62164.98">33468 3391 239 0,'-4'-5'310'0,"4"5"-10"0,-7-10-7 16,5 6-11-16,2 4-12 0,-3-8-15 0,3 8-11 0,-2-12-12 15,2 12-8-15,-3-4-16 0,3 4-15 16,0 0-16-16,0-6-19 0,0 6-15 0,0 0-16 15,3-6-18-15,-3 6-15 0,0 0 0 0,0 0-19 16,25 6-6-16,-15-4-11 0,5 3-6 0,3 5-7 0,0-3-2 16,-1-1-8-16,4 5-4 0,1-7-1 15,-7 3-3-15,5 2 11 0,-4 1-19 0,-1-5-2 16,3 5-6-16,-9-5 4 0,1 2-3 0,1-2-5 0,-1 0 3 16,-3 1-7-16,-1 2-2 0,1-4-1 0,-4 2-1 15,2 0 10-15,-3-2-14 0,0 6 0 0,2-3-5 16,-4 1 2-16,0 1 0 0,-4-1 2 15,8 3 3-15,-4 1-2 0,0 3-1 0,-4 3 2 0,2 0 2 16,0-2 2-16,2 2-4 0,-5 2 3 0,4 4-1 16,-1-5-2-16,-3 0 4 0,3 8 0 0,1-8 1 15,-4 7-2-15,5-6-2 0,0 1 6 0,0 2 3 16,-2 7 4-16,2-12-12 0,0 3 3 0,0-2 2 16,-2 1-4-16,2-1-6 0,-3-2 5 0,3 1 3 15,3-2 13-15,-6 3-19 0,3-3 4 0,0 2 1 16,0-3 0-16,-5 5-1 0,5-7 2 0,-2 6-4 15,2-4 5-15,-1 0-4 0,1-3 0 0,0 3 3 16,0-3-2-16,-2 2 0 0,0-4 7 0,2 4-6 16,2 2-5-16,-2-4 9 0,-2 0-3 0,2 3 5 15,-1-4-8-15,1 1 5 0,0-3-6 0,0 5 0 16,-3-7-1-16,3 2 4 0,0 3 3 0,-4-5 0 16,4 5-5-16,0-1 1 0,0-3 15 0,4-3-14 0,-8 3 4 15,4-1-9-15,0-2 6 0,0-5 0 0,0 12-1 16,-1-9 1-16,1 6 1 0,0-9 2 15,0 8-9-15,-2-3 5 0,2-5 0 0,0 8-1 16,0-8-1-16,-2 7 4 0,-1-2 4 0,3-5-6 0,0 4 0 16,0-4 1-16,-3 8-3 0,3-8 1 0,0 6 3 15,0-6 2-15,0 0-7 0,0 9 0 0,0-9 3 16,0 0-3-16,0 7 3 0,0-7-1 0,0 0 0 16,-4 5 6-16,4-5-2 0,-1 7-6 0,1-7 1 15,0 0-1-15,-2 8 2 0,2-8-2 0,0 0 6 16,0 0 0-16,-2 7 0 0,2-7 1 0,0 0-4 15,-3 5 0-15,3-5 9 0,0 0-4 0,-8 6 2 16,8-6-1-16,0 0 2 0,-15 1 15 0,8-1-13 16,7 0-3-16,-23 4-2 0,3-8 4 0,4 3-1 15,-6 1-29-15,-8-2-48 0,2 1-50 0,-5-2-57 16,3 3-85-16,1 0-114 0,0-5-226 0,8 2-650 16,1 2 288-16</inkml:trace>
  <inkml:trace contextRef="#ctx0" brushRef="#br0" timeOffset="72259.46">8785 4920 295 0,'-15'0'389'0,"-1"3"-5"0,3-3-15 0,1-4-15 16,12 4-22-16,-15 4-16 0,15-4-21 0,-10-3-22 15,10 3-17-15,0 0-14 0,-10 3-12 16,10-3-1-16,0 0-1 0,0 0 0 0,30 4-5 0,1 3-9 16,22-5-18-16,37 6-22 0,-4-4-15 0,10 2-15 15,1-1-18-15,4-1-10 0,4 1-12 0,-1-2-13 16,-3 1-4-16,-5 1-10 0,-7-5-8 0,-1 3-12 16,-7-3-1-16,-15 3-9 0,-8-3-18 0,4 0-15 15,-5 0-13-15,-2 0-23 0,-7-3-24 0,-11 3-21 16,-8 0-28-16,-2-5-20 0,-6 2-17 0,-2-2-26 15,-6 3-25-15,-3-3-28 0,-4 4-42 0,-1-2-46 16,-5 3-56-16,0 0-46 0,0 0-278 0,0 0-733 16,-36 2 325-16</inkml:trace>
  <inkml:trace contextRef="#ctx0" brushRef="#br0" timeOffset="72931.25">8795 6418 180 0,'-10'-7'322'0,"0"1"-27"0,-1 4-28 16,-6-2-28-16,-1 1-29 0,0 6-17 15,1 1-23-15,-3 1-14 0,-1 7-15 0,8-2-11 16,-2 2-16-16,-8 11-11 0,8-7-13 0,3 7-3 0,2 1-8 15,2 3-10-15,3-2-5 0,3-1-3 0,4 3-7 16,6-3 0-16,-3-4-7 0,5-1-6 16,8 3 0-16,-1-6 1 0,-2-4-2 0,6-1-4 0,1-3 1 15,1 0 6-15,7-2 15 0,-9-5-1 0,7-4-1 16,-8-1 5-16,7-6 9 0,-6-1 10 0,2-4 13 16,-3-6 7-16,-3-3 8 0,-6 0-11 0,-2 0 18 15,-1-7 6-15,-8 4-7 0,0-2 8 0,-7 0-1 16,1-1-3-16,-4 6-5 0,-10-15-6 0,3 14-6 15,2 4-14-15,-3 0-11 0,2 7-8 0,-1 2-8 16,2-3-7-16,-1 8-4 0,-1-1-14 0,4 4-26 16,0 3-33-16,-1-1-45 0,6 1-38 0,8 1-34 15,-21 4-9-15,14 3-10 0,4 2-3 0,-2 2-11 0,5 1-10 16,6 2-14-16,4 2-29 0,4-3-27 16,0 2-23-16,11 0-23 0,0 0-20 0,0-1-165 15,5-7-524-15,-5 1 232 0</inkml:trace>
  <inkml:trace contextRef="#ctx0" brushRef="#br0" timeOffset="73509.32">9060 6467 67 0,'26'-7'93'0,"-4"0"44"0,-4 1 22 0,0-6 25 16,1 6 21-16,-5-3 18 0,0-3 19 0,-6 7 4 16,5-3 1-16,-4 0-1 0,-3 7-9 0,2-6-1 15,-6 4-32-15,3 2-27 0,-5 1-37 0,0 0-2 16,0 0-19-16,0 0-8 0,8 9-15 0,-8-2-7 16,-6 5-10-16,4-2-11 0,-5 9-5 0,7-2-14 15,-13 1 1-15,10-2-4 0,-4 9 1 0,2-5-2 16,4-3 0-16,1 2-15 0,0 1 1 0,0-5-8 15,0 1 2-15,1-5-3 0,4 2-2 0,4-6 0 16,5 1 1-16,-7 0-3 0,10-1 4 0,2-6-8 16,5-1-4-16,-3-4 5 0,-1-4-1 0,2 3 4 0,4-5-11 15,-6 0 7-15,0 0-2 0,0-5 14 0,1-4-8 16,-1 6 21-16,-5-2 28 0,-5-1 16 16,3 1 32-16,-1 1 7 0,-2 1 10 0,-4-1 3 0,2 5 3 15,-1 1-1-15,-7-2-9 0,7 5-10 0,-6-3-13 16,1 4-9-16,3-1-18 0,-5 5-10 0,7-7-14 15,-7 7-10-15,0 0-1 0,0 0-10 0,0 0-14 16,5 16-13-16,0-8-3 0,-5 2-20 0,4-1-17 16,-2 3-8-16,8 3-15 0,0 1-16 0,-2-5-11 15,7 4-9-15,0-3-12 0,0 0-18 0,2 1-21 16,1-4-11-16,0-3-5 0,2-3-9 0,0 1-7 16,0 0-3-16,-4-8-5 0,2 0 2 0,-3-5 1 15,2-2 3-15,3-7 2 0,1-1 4 0,-6-5 2 0,8-3 1 16,-3-11 1-16,-3-5 11 0,2 3 16 15,-2-2 17-15,-2-1 40 0,0 5 55 0,-2 7 55 16,-5 2 53-16,1 3 35 0,-4 3 34 0,3 0 44 0,-7 3 29 16,4 2 19-16,-1 5 20 0,-4 3-3 0,0 1-14 15,5 1-23-15,-5 1-24 0,0 3-28 0,0 4-19 16,0-8-17-16,0 8-16 0,0 0-5 0,0 0-19 16,-14 29-8-16,8-12-9 0,-2 7-4 0,-1 3-9 15,-1 1-5-15,-1 14-5 0,9-1-6 0,-3-12-18 16,-3 12-24-16,5 2-23 0,-1-4-34 0,3 4-34 15,1-12-56-15,0-1-38 0,0 2-32 0,1-2-48 16,-1-5-63-16,5-6-75 0,-3 1-313 0,3-6-770 16,-2-6 340-16</inkml:trace>
  <inkml:trace contextRef="#ctx0" brushRef="#br0" timeOffset="73837.41">9964 6378 195 0,'-15'-12'357'0,"8"3"3"0,-1 0-6 0,1-2-18 16,-1 6 2-16,1-3-12 0,-1 1-10 0,8 3-18 0,0 4-22 16,-7-8-25-16,7 8-23 0,0-7-24 0,0 7-21 15,0 0-27-15,22-3-27 0,-12 3-25 0,10 0-31 16,5 2-31-16,-6 3-24 0,16-4-15 0,-7 2-20 16,2 1-13-16,-3 4 0 0,1 3-1 0,0-4-7 15,-3 2 2-15,-4 2 5 0,-6-1 1 0,3 0-1 16,-6 2 4-16,3 5-2 0,-2-2 7 0,-5 3 2 15,4 3 2-15,-9 0-6 0,4 6 10 0,-2 1 0 16,-3 1 19-16,-2 4-16 0,-2-3 10 0,-3 13-6 16,-2-4 9-16,4 2-7 0,-2-1 8 0,-2 1-1 15,-1-4 12-15,0 5-13 0,3-10-2 0,3 0 4 16,-6 0-11-16,1-3 10 0,7 1 2 0,-8 0-18 16,1-2-28-16,4-2-35 0,3-13-35 0,-3 4-41 0,3-4-65 15,0 1-61-15,0-8-257 0,0-2-580 0,0 3 257 16</inkml:trace>
  <inkml:trace contextRef="#ctx0" brushRef="#br0" timeOffset="74696.69">10369 6570 315 0,'-1'-28'414'0,"-1"-4"13"0,-3 5 3 16,5 1 9-16,0-1-11 0,0 5-11 0,0 2-13 15,0 4-30-15,5-5-30 0,-5 7-26 0,3-1-33 16,-3 6-26-16,7-1-26 0,1 1-21 0,0 1-27 16,-3 4-20-16,5-2-21 0,2 1-16 0,1 4-15 15,2 1-23-15,0 5-14 0,-4-2-15 0,4 1-17 16,2 5-11-16,-1-3-6 0,-1 3-10 0,-1 0-5 16,-6 0-17-16,-1 0-3 0,-3 2-6 0,6 2-12 0,-5 1-2 15,0-7-1-15,-5 3-5 0,0 5-3 0,0-7 1 16,-5 3-4-16,-3 0-7 0,0-4-17 15,-7 6-8-15,2-1-9 0,-4-5-41 0,2 1-16 0,-1-5-17 16,1 3-20-16,2-3-11 0,4 0-9 0,-4-2-10 16,0-1-10-16,5 3-13 0,8-3-5 0,0 0-10 15,-10-5 2-15,10 5-2 0,0 0 9 0,18-14 9 16,-5 3 14-16,2 2 26 0,1-1 9 0,11-5 32 16,-7 9 28-16,-2-5 34 0,5-4 42 0,0 7 28 15,-9-1 52-15,1 1 38 0,-1 1 26 0,-5 0 24 16,4 2 9-16,-6 3 3 0,1-3-12 0,-8 5-12 15,6-4-14-15,-6 4-13 0,7 0-9 0,-7 0-8 16,0 0-9-16,8 9-3 0,-9-2-7 0,-3 4-9 16,1 0-2-16,3-1-4 0,-2 0-3 0,-3 7-1 15,5-5-7-15,-1 6-4 0,2-3 2 0,-1 0 5 16,0-3-9-16,7 0-3 0,-7-3 3 0,8-2-1 16,-1 1-3-16,1-2-1 0,5-5-2 0,-4 4 1 0,6-5-5 15,-2-1 3-15,3-4 9 0,4-1-13 0,-3-2-4 16,3 0 3-16,5-8-2 0,-9 5 1 15,1-1 14-15,-6 1 28 0,4-1 25 0,0-1 27 0,-8 6 26 16,3-3 19-16,-5 5-2 0,4-5-7 0,-5 5-6 16,1 4-14-16,-2-5-18 0,-3 6-13 0,7-5-9 15,-7 5-15-15,0 0-9 0,0 0-2 0,8 15-6 16,-8-7-6-16,2 4-10 0,3-3-11 0,-5 10-7 16,1-4-21-16,6 5-15 0,1-1-12 0,-1 1-16 15,1-1-11-15,-1-4-14 0,4 3-14 0,-1-2-18 16,5-1-11-16,3-3-15 0,-3-4-21 0,2 3-13 15,3-10-13-15,-1 1-13 0,0-2 3 0,-1-2-16 16,2-8 11-16,0 0 7 0,3-9 8 0,-2-3 1 16,-1-3 11-16,8-9 24 0,-5 3 13 0,-1-8 13 15,-2-6 4-15,3 8 20 0,-6-12 2 0,-1 3 36 16,-4-1 41-16,-1 1 44 0,-2-1 46 0,0 4 53 0,-2 4 38 16,0 8 32-16,-6 2 17 0,-1 0 37 0,7 4 17 15,-4 8 22-15,-3 0 3 0,2 3-4 0,-4-1-14 16,2 3-19-16,0 4-27 0,0 1-24 0,-3 1-30 15,3 6-23-15,-2-6-19 0,2 6-13 0,0 0-12 16,0 0-9-16,-8 22-12 0,3-10-8 0,2 8-3 16,-4 4-12-16,4 3-7 0,0 4-5 0,-4 11-5 15,7-3-4-15,0 3-4 0,-2 0-4 0,2 7-18 16,0-5-20-16,0 0-31 0,0 1-37 0,-3-6-43 16,3 4-41-16,0-4-42 0,0-9-23 0,0 1-30 15,-3-4-56-15,3-8-68 0,0-3-62 0,1 1-254 16,-1-8-749-16,0-1 332 0</inkml:trace>
  <inkml:trace contextRef="#ctx0" brushRef="#br0" timeOffset="74868.55">11377 6309 22 0,'-5'-11'386'0,"5"3"8"0,0 0 0 16,0-4-20-16,0 3-25 0,4 2-31 0,-3-3-35 15,4 3-28-15,-3 2-33 0,6 1-18 0,5 4-22 16,-13 0-28-16,32 1-49 0,-12 6-51 0,8 0-46 15,3 2-50-15,-3 6-61 0,4 0-69 0,12 1-84 16,-7 4-267-16,-7-5-564 0,-1 1 250 0</inkml:trace>
  <inkml:trace contextRef="#ctx0" brushRef="#br0" timeOffset="75118.52">11993 6508 219 0,'-10'-1'312'15,"10"1"-12"-15,-17-3-10 0,17 3-17 0,0 0-16 16,-14 3-25-16,14-3-25 0,-10 1-20 0,10-1-22 16,-7 7-10-16,2-3-10 0,5-4-11 0,-8 4 0 15,6 3-11-15,2-7-13 0,0 7-4 0,0-7-8 16,-2 6-6-16,2-6-3 0,4 10-15 0,-3-6 2 16,-1-4-9-16,4 5-4 0,-1-2 11 0,-3-3-24 0,7 5 1 15,-7-5-7-15,5 3 16 0,-5-3-24 16,0 0-28-16,0 0-13 0,16-4-54 0,-16 4-40 15,8-11-61-15,-1 3-71 0,3-7-84 0,-10 2-246 0,5-5-607 16,-3-2 269-16</inkml:trace>
  <inkml:trace contextRef="#ctx0" brushRef="#br0" timeOffset="75399.74">12091 6096 153 0,'-12'-6'304'0,"12"6"-20"0,-10 0-13 16,10 0-22-16,0 0-25 0,-15-1-23 0,15 1-24 16,0 0-13-16,0 0-18 0,-13 3-11 0,13-3-15 15,0 0-13-15,-7 7-7 0,7-2-7 0,0-5-9 16,5 8-8-16,-3-1-5 0,5-5-6 0,-1 8-4 16,2-6-7-16,-3-1-3 0,7 3-3 0,-7-3-4 15,3 1-7-15,4-2-2 0,-12-2-2 0,15 2 0 16,-7-2-4-16,-8 0 17 0,0 0 4 0,17-11 2 15,-13 6-6-15,-2 2-9 0,0-2 3 0,4-2-4 16,-6 7-7-16,0-8-6 0,0 0-5 0,0 8-15 0,-8-11-26 16,2 7-44-16,-3 1-52 0,1-3-61 0,-5 3-84 15,4-3-266-15,-5 4-573 0,2-1 253 16</inkml:trace>
  <inkml:trace contextRef="#ctx0" brushRef="#br0" timeOffset="78206.82">13019 6112 304 0,'0'-13'430'0,"-7"-2"-5"15,7 6-22-15,-1-3-7 0,1 0-19 0,0 4-18 16,-5 1-32-16,3 1-28 0,2 6-37 0,0-9-32 16,0 9-29-16,0 0-18 0,0 0-22 0,0 0-15 15,-10 18-12-15,7-2-19 0,1 2-10 0,1 6-7 0,1 3-10 16,0 2-5-16,1 11-12 0,4-1-8 0,-1-12-2 15,2 4-10-15,1-4-10 0,1-2-6 16,0 4-7-16,-1-9-4 0,1 0-3 0,-1-2-3 0,0-5-2 16,-1-2 3-16,-1-4-1 0,0 1 4 0,2-4-1 15,6-2 0-15,-5-4-4 0,7-3 0 0,0-5 0 16,5-2-3-16,3-4 2 0,-1-7 8 0,-1 1 5 16,4-10 15-16,3 2 2 0,-6 6 12 0,-3 1 18 15,0 2 0-15,0-4 6 0,-2 5 16 0,-5 3-5 16,-1 3 6-16,2-1-3 0,-4 5-9 0,-3 3-11 15,-4-1-8-15,5 2-14 0,-1-2-11 0,-4 5-20 16,-2 3-12-16,0 0-8 0,0 0-1 0,20 14 3 0,-12-5-2 16,-1 9 1-16,3-2-3 0,0 7-1 15,-1 3-4-15,5-1-1 0,1 1-3 0,-1 1-6 16,3 0-3-16,-4-2 0 0,7 2 2 0,-5-5-10 0,3 4 3 16,0-8 0-16,2 0 0 0,-1-5 3 0,-3 0-3 15,-1-6 5-15,2 2 6 0,2-8 0 0,0-1 3 16,-8 0 2-16,11-4 5 0,-7-2-3 0,1-6 5 15,-3-1 4-15,7-6 2 0,-10 0 6 0,5-6 2 16,-2-4 3-16,1-10 4 0,-6 11-2 0,-2-6 2 16,-2 6-2-16,2-14 3 0,-2 2-7 0,-4 11-2 15,-4-3 0-15,1 5-4 0,-2 0-6 0,3 4-21 16,-4 3-22-16,4 2-34 0,-4 1-51 0,-1 6-65 16,0 0-64-16,1 2-58 0,-1 2-41 0,-1 0-46 15,3 2-43-15,-5 1-342 0,2 3-847 0,8 1 374 16</inkml:trace>
  <inkml:trace contextRef="#ctx0" brushRef="#br0" timeOffset="78895.69">14065 5740 90 0,'3'-4'303'0,"1"1"-26"15,-4 3-30-15,1-6-21 0,-1 6-29 0,0 0-25 16,0 0-17-16,7 10-15 0,-4 0-14 0,2 3-15 15,-5 2-8-15,5 0-12 0,2 5-10 0,-4 7-5 16,2 1-8-16,3 2-6 0,-3-2-8 0,-3 14-6 16,0-3-3-16,3-7-4 0,1-2-4 0,-4 1-1 15,0 3-5-15,3-6-2 0,-4-1-1 0,-1-3-3 16,5-6-4-16,-3-5 0 0,-2 0-8 0,0-3 6 16,0-3 3-16,0 0 14 0,0-2 36 0,0-5 19 15,0 0-1-15,0 0-13 0,0 0 8 0,0 0 1 16,15-15-4-16,-10 6 16 0,-4-6-23 0,9 0-4 15,0 2-5-15,-3-2 18 0,3 0-1 0,-2 0-14 0,5 6 13 16,-6-7-9-16,3 8-20 0,-4 6 5 0,3-3-8 16,-3-2-16-16,4 3 3 0,-10 4-9 15,17 1 4-15,-9 5-10 0,0 2-3 0,2 0-3 0,4 5-13 16,-1 2-5-16,0 2 5 0,5 2-21 0,0-1-7 16,1 1 1-16,-3 5-9 0,4-4-8 0,3-3 5 15,-1-1-7-15,1-5-13 0,-5-1 0 0,7 0-5 16,3-2-2-16,-8-2 7 0,3-6 3 0,0 5 9 15,-3-10 4-15,0 0 3 0,2-5 5 0,-4 3 4 16,7-7 0-16,-4-3 7 0,-6-2-1 0,2-4 3 16,-6 7 5-16,-1-10 13 0,3 10 6 0,-4-9 2 15,-9 3 22-15,5 7 22 0,-4-1-10 0,-2-2 1 16,1 5-1-16,-5 1-7 0,5 1 10 0,-9 0-20 16,8 4-6-16,-11 1 0 0,4 3-3 0,0 0-7 15,8 3 0-15,-27 4 12 0,11 3-15 0,2-4 1 16,3 7-4-16,-1 0 1 0,-3 2-7 0,5 0 7 15,2 0 0-15,-2 5-8 0,5-2-1 0,-2 0 2 0,4 3-1 16,2-4-1-16,1-5 1 0,0 7-1 0,1-7-5 16,4 1 7-16,3 0 5 0,4-3-8 15,-4-1 1-15,9 2 0 0,-6-2-3 0,8-5 1 0,-4 5-2 16,1-4 1-16,4-1-4 0,-4-1 1 0,4-1 2 16,0 1 5-16,-3-4-1 0,-4 4 0 0,-3-4 5 15,3 4-3-15,2-11 2 0,-5 8 0 0,2-1 3 16,-6 1 10-16,2 1-5 0,-1-2-2 0,-7 4-3 15,10-3-2-15,-3-1 2 0,-7 4-9 0,6-7-18 16,-6 7-23-16,4-4-22 0,-4 4-29 0,0 0-31 0,0 0-24 16,0 0-39-16,0 0-23 0,0 0-40 0,0 0-225 15,0 0-521-15,0 0 230 0</inkml:trace>
  <inkml:trace contextRef="#ctx0" brushRef="#br0" timeOffset="79270.64">15220 5629 273 0,'5'-7'392'0,"-5"4"-3"0,4-3-23 16,-4 6-37-16,3-3-35 0,-3 3-43 0,0 0-23 0,0 0-25 15,0 0-20-15,0 0-20 0,-12 19-22 16,4-4-5-16,2 0-6 0,-3 8-24 0,1 4-11 16,-4-2-12-16,9 4-12 0,-4-1-2 0,1 13-4 0,-1-2-8 15,7 3 10-15,0-2-19 0,0 3-4 0,7-3-1 16,-7-1-9-16,8 2-9 0,-1-11-24 0,1 2-17 15,-1-3-22-15,-1 0-22 0,9-9-27 0,-7 0-27 16,1-1-34-16,-3-5-38 0,3-1-33 0,1-6-36 16,-7-4-37-16,8 2-187 0,-6-5-518 0,-5 0 229 15</inkml:trace>
  <inkml:trace contextRef="#ctx0" brushRef="#br0" timeOffset="80051.82">15391 5676 273 0,'3'-9'304'16,"1"-4"0"-16,-4 5-9 0,0-1-19 0,3 0-24 16,0 1-24-16,-3 8-29 0,2-8-22 0,-2 8-16 0,3-2-20 15,-3 2-15-15,0 0-15 0,2 15-13 16,-2-3-7-16,1 0-9 0,-1 6-7 0,-1 1-8 16,-1 3-5-16,-1 4-8 0,1 1 5 0,-4 2-17 0,6-1-2 15,0 3-2-15,-7-4-7 0,5 1 0 0,2 11-3 16,-3-8-5-16,-2-1-1 0,5-3 1 0,-7 0-7 15,7 0-6-15,-5-4 6 0,4 4-7 0,-1-15 1 16,0 4-7-16,2 1-6 0,-3-5 2 0,3-3-1 16,-2-3 9-16,2 1-4 0,0-1 7 0,2-1-3 15,-2-5 2-15,0 0 7 0,0 0 16 0,0 0 6 16,0 0 17-16,13-15 4 0,-8 7 21 0,-1-1 16 16,2-1 0-16,-4 2 0 0,5-1-1 0,-4 2 10 15,2 3-2-15,0-7-9 0,0 3-1 0,0 3-8 16,-2-2-11-16,0 2-8 0,4 2-9 0,-7 3-12 15,7-4-4-15,-7 4-6 0,0 0-14 0,23 9-11 16,-15 1-15-16,2-3-7 0,10 6-2 0,-9-1-20 0,4 3-20 16,7 0-22-16,-1 1-11 0,6 0-11 0,-2-1-18 15,-1-3-7-15,3-1-6 0,-2 1-2 16,-2-6-1-16,-2-4 5 0,-2 3 15 0,1-5 11 16,-1-5 8-16,-4 3 9 0,0-8 7 0,0 3 1 0,0-3 13 15,-2-7 7-15,-4 5 7 0,-1-6 12 0,-2-1 22 16,1-6 9-16,0 6 10 0,-6-5 13 0,-1 8 10 15,7-4 11-15,-14 5 6 0,7 0 4 0,0-1-6 16,-1 6 4-16,-4 1-10 0,5-1-6 0,-2 2-4 16,2 3-7-16,0 5-1 0,-7-9 0 0,7 9-8 15,-6-2-5-15,6 2 1 0,0 0-5 0,0 0-2 16,-8 11-2-16,8-11-1 0,-2 8-1 0,2-1 0 16,2 1 2-16,4 0-3 0,1 0 1 0,1 0-1 15,7 4 1-15,-7-1-1 0,12 1 3 0,-3-1 3 16,2-4 3-16,3 1-3 0,4 4 0 0,-7-7-1 15,6 6 2-15,-4-7-3 0,-1 4 0 0,-2-1 0 16,4-2 4-16,-7 2 0 0,-1-5-2 0,-5 4 2 16,2-2-2-16,-2 3-1 0,-1-1-1 0,-2-4 0 0,1 1 1 15,0 5-2-15,-6-2-5 0,6 0 4 16,-7 1 12-16,2 1-9 0,3 0 1 0,-4-4-2 16,-1 4 5-16,0-8-4 0,5 7 1 0,-5-7 5 0,2 6 4 15,-2-6 25-15,0 6 23 0,0-6 34 0,0 0 30 16,0 0 30-16,5 3 25 0,-5-3 5 0,0 0-16 15,0 0-17-15,10-11-15 0,-2 7-13 0,-6-2-15 16,8-6-7-16,-4 4-11 0,4-5-11 0,-2-1-5 16,6 0-9-16,-6-6-10 0,9-2-19 0,-6 7-28 15,4-8-40-15,-3 5-49 0,4-3-52 0,1 6-50 16,-9-3-29-16,4-2-48 0,-1 4-76 0,-4 1-62 16,-2-1-281-16,-5 5-737 0,-5-7 327 0</inkml:trace>
  <inkml:trace contextRef="#ctx0" brushRef="#br0" timeOffset="80254.92">15154 5681 201 0,'-6'0'380'0,"-6"0"13"0,2-2-21 15,10 2-21-15,-8-4-28 0,8 4-38 0,0 0-28 0,0 0-26 16,36-4-26-16,-6 4-13 0,0 0-30 0,6 0-17 15,12 4-27-15,-1-3-48 0,6 5-56 16,-2 3-59-16,2 0-64 0,-4-1-80 0,1 2-85 0,1 1-240 16,-3-4-556-16,0 1 245 0</inkml:trace>
  <inkml:trace contextRef="#ctx0" brushRef="#br0" timeOffset="81379.8">17980 5850 265 0,'6'-15'315'0,"-4"2"-12"0,-2-3-18 16,0 0-22-16,-7 1-21 0,-8 0-23 0,-6-3-16 15,6 6-15-15,-15-3-14 0,0 3-1 0,2 3-32 16,-2 1-8-16,1 4-17 0,-1 4-7 0,2 0-9 16,-4 1-9-16,4 2-16 0,5 5-3 0,-5 0-6 15,6-1-10-15,6 2-5 0,-2 2-6 0,3 0 0 16,1-2-6-16,3 3-5 0,3-1-4 0,4 1 4 0,4 0 1 16,0 3-1-16,4 0-6 0,4 4-3 0,3 0-2 15,3-4-3-15,4 4-2 0,3 2 2 16,-4 0-5-16,9-1 12 0,-1-3-15 0,-3 6-6 0,-1-7 8 15,2 4-2-15,-3 1-7 0,-5-5 1 0,-2 0 2 16,2 0-6-16,-5-2 3 0,2 2-3 0,-7-5-3 16,1 5-1-16,-1-10 4 0,-3 6-1 0,-2-2-4 15,-2 0 2-15,-4-3-1 0,1 0 3 0,-5 1 15 16,0-2-16-16,-8-2 7 0,1-2 4 0,-4 0 1 16,-1-1 0-16,2-1 1 0,2 0 8 0,-5-3-9 15,1 1-1-15,1-2 6 0,-1-2-5 0,2 1-4 16,12 4 9-16,-7-1 0 0,7 1-3 0,3-2-1 15,5 3-7-15,-8-3-18 0,8 3-25 0,0 0-23 16,0 0-22-16,36-5-27 0,1 5-25 0,6 5-31 16,10-5-25-16,-2 0-27 0,7-2-25 0,3-1-13 15,-1 1-12-15,4-5-171 0,22-3-475 0,-31 7 210 16,0-9 1852-16,1 7-1290 0,-8-7 49 0,-3 0 57 0,-16 0 36 16,-1 2 43-16,-4-2 47 0,-8 4 27 15,-3-4 17-15,1 4 10 0,-6-4 1 0,-8 2 5 16,2-2 0-16,-4 0-6 0,-3 0-5 0,-2 2-8 0,-3-3-10 15,2 4-15-15,-7-2-7 0,0 4-10 0,-5 0-13 16,4 5-8-16,-4 0-1 0,-1 2-12 0,4 3-4 16,-5 3-8-16,1 0-4 0,-2-2-2 0,3 7-5 15,5 1-1-15,-2-3-7 0,1 10-3 0,3-4 3 16,4-3-5-16,-2 2 2 0,6 1-5 0,-2-2-3 16,2 2-2-16,0 0 2 0,5-6-11 0,0 2 6 15,5 1-2-15,-5-6-2 0,5-3 0 0,2 4-5 16,1 0 0-16,0-6-7 0,2 4 8 0,4-7 1 15,-14 2-3-15,29-4 0 0,-12-5 3 0,-2-1-1 16,1 2-2-16,3-4 5 0,-5 4-4 0,1-8 9 16,2 6 18-16,-2-2 18 0,-4 4 19 0,-2 0 12 15,-1 0 15-15,-1 0 17 0,1 1 2 0,-2 4-13 0,-6-1-9 16,7 1-13-16,-7 3-10 0,8-6-12 0,-8 6-10 16,0 0-8-16,0 0-6 0,0 0 0 15,7 15-14-15,-2-7-7 0,-3 4-12 0,4 1-6 0,1 2-8 16,3 4-18-16,3-4-12 0,-3 5-14 0,8 1-17 15,2 0-20-15,-2 0-16 0,4-2-19 0,3-4-30 16,-2-1-25-16,5-2-31 0,0-3-31 0,0-5-10 16,-3-2-24-16,8-2-19 0,-6-3-158 0,-1-8-500 15,2 3 221-15</inkml:trace>
  <inkml:trace contextRef="#ctx0" brushRef="#br0" timeOffset="81905.53">19166 5643 136 0,'-1'-14'302'0,"1"2"-15"0,0-1-16 0,-7-1-22 15,5 2-16-15,-4 5-17 0,-1-2-21 0,1 2-21 16,-3-1-14-16,1 2-17 0,0 1-17 0,-2 1-13 15,-2 3-2-15,-8 2-23 0,5 3-6 0,1 3-1 16,-3 0-17-16,-1 6-5 0,3 2-8 0,-2 8-1 16,2-2-1-16,1 6-3 0,0 0-1 0,8 5 1 15,-6 4 2-15,2 4 0 0,9 6 4 0,1-5 4 16,6 7-11-16,-4 6 6 0,13-3-18 0,-9 7 8 16,16 16-11-16,-7-1 4 0,0-16-1 0,6 14-6 15,-4-15 1-15,-4 0-7 0,0-3 0 0,-5-2 2 16,6-1-4-16,-8-3 0 0,1-5-22 0,-7-3-14 15,-3-7-13-15,3-5-5 0,-2-1-8 0,0-7-5 16,-3-3-9-16,4-4-11 0,-4-4-11 0,-4 1-23 0,3 0-34 16,3-8-40-16,3-1-45 0,-20-4-45 0,11-4-189 15,-2 1-492-15,1-2 218 0</inkml:trace>
  <inkml:trace contextRef="#ctx0" brushRef="#br0" timeOffset="82436.73">18844 6144 288 0,'5'-8'277'0,"0"3"-16"0,6-5-20 16,2 6-19-16,4-4-27 0,4 3-16 0,8-3-17 16,-5 1-16-16,11 2-19 0,-5 3-10 0,6 1-9 15,1 1-13-15,9 0-12 0,2 0 0 0,-11 3-12 16,6-2-7-16,-9-1-10 0,1 4-2 0,-5-8-9 15,5 3 0-15,-7-1-4 0,0 2-3 0,-8-1-4 16,3-3-6-16,-2 2-1 0,-2-3-1 0,-4 1-3 16,-1-4 0-16,-4 4 0 0,5-7-6 0,-8 4-2 0,1-1-7 15,0-1 5-15,-8-1 1 0,7 1 3 16,-7-2 0-16,0-1-2 0,0 8 3 0,-7-8 0 16,7 1-2-16,-8 1 0 0,5-4-1 0,-7 9-1 0,8-3-2 15,-6 1 3-15,-2-1-8 0,0 5 1 0,2-3-2 16,-2 3-1-16,2 1 1 0,8 2-3 0,-22 0 2 15,14-4-3-15,-4 10 0 0,2-3-1 0,2 4 3 16,0 0-3-16,-2 3 1 0,5 2 2 0,0 3 1 16,2-2-1-16,3 7 2 0,8-1-1 0,0 5 1 15,7-2 4-15,-3 3-4 0,6-3 1 0,0 2-6 16,4-2-11-16,1-7-3 0,5 2-4 0,-5-2 0 16,-1-5-3-16,-1-5 0 0,1 4 4 0,-1-6 1 15,1 1 3-15,-6-3 4 0,7-2 2 0,-4-6 0 16,-8-2 9-16,2 6 11 0,-1-9 9 0,-4 2 13 15,1-3 9-15,-3 2 10 0,-3 2 5 0,2-6 4 16,-3 4-1-16,-2 1-9 0,0 1-7 0,0 0-4 0,0-2-11 16,-7 6 1-16,4-2-17 0,0 3-14 0,0 0-28 15,3 4-21-15,0 0-18 0,0 0-19 16,0 0-30-16,-15 8-21 0,13 0-32 0,2 3-43 0,0-4-46 16,3 8-188-16,2-3-484 0,4 1 215 0</inkml:trace>
  <inkml:trace contextRef="#ctx0" brushRef="#br0" timeOffset="84844.31">20985 5462 431 0,'7'-12'449'0,"-5"-2"-3"0,4 6-2 0,-2-1-18 0,-1 2-26 0,-1 1-37 15,2 0-43-15,-4-2-36 0,0 8-35 0,0 0-28 16,0 0-23-16,0 0-19 0,-16 15-20 15,1-3-14-15,-5 11-16 0,-10 10-11 0,2 0-13 0,0 0-10 16,-10 3-8-16,0-1-6 0,10 2-10 0,-9 0-6 16,9-1-9-16,-3 2-1 0,3-3-6 0,5-1-3 15,-1 2-7-15,11-6 0 0,5-2-2 0,5 2-4 16,6 13-1-16,3-4-3 0,11-1 0 0,1-7-10 16,12 0-21-16,8-1-28 0,-6-2-58 0,16-7-38 15,-4 1-66-15,3-9-49 0,2 2-67 0,-2-4-66 16,4-4-74-16,-6-8-239 0,4-4-743 0,-14-3 328 15</inkml:trace>
  <inkml:trace contextRef="#ctx0" brushRef="#br0" timeOffset="85385.98">21399 5682 313 0,'0'0'297'0,"0"-7"-31"16,0 7-28-16,-3-7-26 0,3 7-29 15,0 0-9-15,0 0-26 0,0 0-11 0,0 0-15 16,0 0-11-16,-22 11-11 0,17-8-5 0,4 6-16 0,-6-2-7 16,5 1-9-16,-4-4-4 0,6 7-2 0,0-2-8 15,0 1-1-15,0-2-6 0,6 0-2 16,-4-3-3-16,6 3-4 0,2-1 0 0,7 0-3 0,-7-6-3 16,10 3-1-16,-4-2-6 0,6-4 1 0,-1 2-3 15,6-1-2-15,-2-5 1 0,3 0-4 0,-7 0 3 16,1 1-3-16,-1-2 18 0,-3 2 17 0,2-3 15 15,-3 1 15-15,-1 3 8 0,-2 0 6 0,-6-3 7 16,-2 5-1-16,8-3-8 0,-13 0-10 0,8 4-9 31,-9 1-13-31,13-1-11 0,-13 1-10 0,8 5-2 16,-3 2 0-16,-3 2-11 0,4-1 1 0,-4 12-3 16,5-1-2-16,-1 7-3 0,9 4-2 0,-7 10-6 0,7 3 2 0,-1 2-1 0,1 2 1 15,4 1 3-15,-7 1-15 0,3 3 9 0,3-1 0 16,-8-3 0-16,2 2-1 0,-4 1 4 0,-5-5-10 15,4-1 8-15,-2-3-6 0,-5-3 4 0,-5-9 5 16,3 0-6-16,-3-3 2 0,2-9 6 0,-4 2 6 16,-1-1 6-16,-4-4 36 0,1-3 34 0,-4-2 32 15,-5-2 24-15,3-4 15 0,-2-2 19 0,-5-4 2 16,-4-5 8-16,0-2 2 0,-2-6 10 0,1-3 5 16,0-3 2-16,6-2 1 0,-5-8-2 0,10 6-9 0,-4-10-14 15,6 1-14-15,1-4-19 0,8 6-18 16,4-10-14-16,3 0-26 0,10-1-43 0,3 1-57 15,4 0 0-15,6-12-9 0,7 6-140 0,4 3-74 0,0 1-66 16,4 5-72-16,5 0-56 0,-5 11-61 0,3-1-77 16,-3 5-397-16,-1 4-1031 0,4 3 456 0</inkml:trace>
  <inkml:trace contextRef="#ctx0" brushRef="#br0" timeOffset="85635.96">22379 5784 249 0,'0'0'471'16,"0"0"2"-16,0 0-20 0,0 0-16 0,0 0-29 16,0 0-28-16,0 0-21 0,0 0-30 0,0 0-32 15,0 0-30-15,23-9-26 0,-23 9-27 0,15-4-23 16,-5 2-19-16,2 0-31 0,-1-1-34 0,9 3-41 15,-3 0-45-15,4-1-51 0,-1 2-55 0,8-1-32 16,-10 3-62-16,9 1-46 0,-7-3-65 0,8 6-54 0,-2-3-324 16,-8 0-724-16,-3-1 321 0</inkml:trace>
  <inkml:trace contextRef="#ctx0" brushRef="#br0" timeOffset="85807.82">22480 6000 216 0,'-8'1'268'16,"1"2"5"-16,2 0 6 0,-5-1 1 0,10-2-2 0,-6 5 8 16,6-5-17-16,0 0-28 0,0 0-25 0,0 0-7 15,28 0-32-15,-7 0-24 0,1 1-46 0,12 3-50 16,0-4-53-16,10 2-66 0,-1 4-81 0,7-2-79 16,-2-4-259-16,0 5-522 0,-3-2 231 0</inkml:trace>
  <inkml:trace contextRef="#ctx0" brushRef="#br0" timeOffset="86073.41">23024 5853 360 0,'0'0'374'15,"-9"-1"1"-15,9 1-7 0,-9-2-4 0,9 2-13 16,0 0-12-16,-8-1-20 0,8 1-21 0,0 0-32 0,0 0-23 15,0 0-25-15,41 4-22 0,-17 0-18 16,7 3-15-16,-1-6-20 0,-4 6-15 0,11-2-11 16,-4 5-13-16,0-2-9 0,-3-5-21 0,3 2-27 0,-3 0-28 15,-1 0-36-15,0-3-40 0,-6-1-44 0,-2 2-26 16,2-1-32-16,-6-4-37 0,-9 2-45 0,5 0-56 16,-3-4-55-16,0 0-247 0,-6-3-649 0,-4-1 288 15</inkml:trace>
  <inkml:trace contextRef="#ctx0" brushRef="#br0" timeOffset="86292.14">23193 5656 67 0,'0'0'346'16,"0"-7"6"-16,0 7-17 0,0 0-10 0,0-6-31 16,0 6-28-16,0 0-33 0,0 0-21 0,0 0-21 15,0 0-20-15,0 0-24 0,12 15 1 0,-10-2-27 16,-1-2-18-16,6 9-9 0,-7-1-5 0,5 0-10 15,-2 8-8-15,-3 1-8 0,5 0-2 0,-5 2-14 16,3 3 4-16,2 6-22 0,0 1-25 0,0-2-24 16,-1-6-16-16,-1-2-39 0,4-5-36 0,-1 2-46 15,4-5-67-15,2-2-30 0,8-4-34 0,-9-3-168 16,4 0-494-16,3-7 219 0</inkml:trace>
  <inkml:trace contextRef="#ctx0" brushRef="#br0" timeOffset="86510.87">23786 5829 213 0,'3'-12'363'0,"2"5"4"0,-2-4 13 0,-3 3-11 15,4 4-20-15,-1-2-33 0,-3 0-29 0,0 6-33 16,7-6-33-16,-7 6-26 0,0 0-18 0,0 0-20 16,0 0-1-16,0 0-27 0,-5 26-13 0,3-15-12 15,2 5-7-15,0 0-12 0,0 3-6 0,0 1-9 16,0 7-8-16,2 3 1 0,4-3-14 0,-2 0-19 15,-1 4-28-15,4-4-41 0,-1 2-35 0,-2 1-30 16,2-3-42-16,1-3-53 0,-2-7-74 0,-2 0-74 16,4 0-238-16,-1-10-634 0,1 4 281 0</inkml:trace>
  <inkml:trace contextRef="#ctx0" brushRef="#br0" timeOffset="87057.68">24034 5455 156 0,'0'-5'151'0,"0"-3"1"15,0 8-3-15,3-7-4 0,-1 0-12 0,-2 7-1 16,2-4 4-16,-2 4-1 0,3-9 3 0,-3 9 7 16,0 0 17-16,2-6 2 0,-2 6 7 0,0-5-7 15,0 5 4-15,0-12 7 0,1 9 0 0,-1 3 2 16,4-9 12-16,-3 5-3 0,-2-3 9 0,2 0-5 16,-1 7 6-16,0-10-7 0,0 3-11 0,2 0-9 15,0 3-7-15,-2 4-9 0,3-12-3 0,-3 6 0 16,0 6-7-16,0-9-9 0,0 9-11 0,2-6-8 15,-2 6-7-15,0 0-8 0,0-6-10 0,0 6-10 16,0 0-5-16,6-4-12 0,-6 4-9 0,0 0-7 16,0 0-6-16,0 0-5 0,15 19-7 0,2-7-1 0,-1 4-2 15,6 7-6-15,4-2-1 0,6 11-1 16,-1 4-3-16,-4-1 0 0,11 4-3 0,-12 2 1 16,2 4-6-16,-1-1 1 0,-4 4-3 0,3-2 3 15,-6 8-3-15,-1-7-1 0,-11 2-1 0,5 1-1 0,-5-1 1 16,1 5 0-16,-3 0 1 0,-7 3-2 0,-4-5 0 15,3 1-1-15,-8-5-2 0,-2-2 2 16,-1-1 1-16,-3-1-5 0,-1-5 1 0,-4-5-8 0,-3 1-14 16,5-8-20-16,-3-4-33 0,-1-3-48 0,0 3-63 15,-5-2-59-15,6-4-47 0,2-1-76 0,5-5-91 16,-1-4-315-16,-6 2-840 0,14-5 372 0</inkml:trace>
  <inkml:trace contextRef="#ctx0" brushRef="#br0" timeOffset="89512.06">25219 5814 42 0,'7'-6'352'15,"-1"-4"2"-15,3-4 4 0,-3 5 17 0,3-2 5 16,-9 1 0-16,6 3-7 0,-1-3-10 0,-3 6-9 0,1-4-27 16,2 3-26-16,-5 5-28 0,5-10-31 0,-5 10-26 15,0-4-28-15,0 4-24 0,0 0-16 16,0 0-17-16,0 0-9 0,-21 14-11 0,7-7-14 0,6 3-10 16,-5 1-9-16,1 4-9 0,1 1-10 0,4-4-12 15,-5 5-14-15,9-2-13 0,0 0-8 0,0 0-9 16,3 1-6-16,6 1-3 0,1 0-5 0,8-1-4 15,-4-2-4-15,7-1-9 0,-3-1-5 0,7-3-7 16,-1-3-2-16,-1-3 5 0,2 1-6 0,-2-2-1 16,-1-4 4-16,3-1 0 0,-2-1 0 0,0-4 8 15,-5-4 1-15,-2 1 15 0,2-5-13 0,0 5 3 16,-9-6 7-16,3-2 7 0,-6 4-3 0,-6-7-1 16,3 3 1-16,-7 2 12 0,-1-2-9 0,-2 3-2 15,-4-1 2-15,1 3-1 0,2 3 3 0,-4-3-3 16,-3 5-21-16,8 1-34 0,-4 1-35 0,1-1-28 15,3 7-16-15,-1 1-12 0,1 0-10 0,10 0-20 16,-15 9-4-16,8-5-31 0,7 3-37 0,0-7-28 0,5 13-33 16,2-6-186-16,-4 0-548 0,10 0 243 0</inkml:trace>
  <inkml:trace contextRef="#ctx0" brushRef="#br0" timeOffset="89824.52">25679 5725 41 0,'7'-4'250'0,"0"3"-7"0,1-1-7 0,-8 2-18 16,11-3-19-16,-11 3-17 0,15 0-14 0,-15 0-22 16,14 5-14-16,-6-3-13 0,2 6-10 0,0-1-14 15,-5 3-9-15,3 3-7 0,-1-4-8 0,-2 6-7 16,3-1-6-16,-3-1-6 0,1 2-4 0,-4 1-6 16,3 2-3-16,-3-6-8 0,-2 8-1 0,0-8-3 15,0 0-4-15,5-2 4 0,-5-1-2 0,-2 2-8 16,2-7 3-16,0 6 0 0,0-10 36 0,0 7 29 15,0-7 39-15,0 6 47 0,0-6 0 0,0 0-10 16,0 0-10-16,0 0-8 0,5-24-14 0,2 17-8 16,-1-5-20-16,2-3-6 0,7-5-15 0,4-4-21 15,-1 5-33-15,3-3-29 0,2 0-48 0,6-2-36 16,-3 4-39-16,-1 3-40 0,1-1-42 0,4 2-43 16,0 3-35-16,-4-1-50 0,3 7-174 0,-10 3-552 15,3 0 245-15</inkml:trace>
  <inkml:trace contextRef="#ctx0" brushRef="#br0" timeOffset="91105.64">26927 5757 10 0,'7'-9'327'0,"-4"-2"11"0,2-1-13 15,0 0 12-15,-5 2-14 0,0 1 10 0,2-3-11 16,-4 3-31-16,2-1-27 0,-5 1-20 0,5 1-27 16,-8 1-17-16,6-1-29 0,-8 2-11 0,-1 1-17 15,-2 2-14-15,-4-2-18 0,-1 3-10 0,-2 2-11 16,-2 2-10-16,-6 6-5 0,2-3-11 0,-2 7-8 16,1 0-8-16,-3 2-3 0,7-1-4 0,-5 4-5 15,5-1 2-15,1 4-9 0,6-1-5 0,3 2-6 16,-1 1-7-16,4-3-8 0,5 0-10 0,2 5-3 15,0 2-5-15,9-7-7 0,1 6 3 0,5 0-24 16,6-4-15-16,-3-2-16 0,6 2-9 0,7-2-12 16,4-4-6-16,-4 0-6 0,2-3 1 0,1-5 6 15,1 0 7-15,-3-2 11 0,1-4 5 0,-3-2 9 0,-6-3 7 16,9-3 8-16,-12 4 7 0,0-2 22 0,2-2 13 16,-10 1 22-16,3 0 25 0,-4-2-10 0,-3 3 16 15,4-2-1-15,-6 4 5 0,2-2-1 16,-6 5-8-16,5-8-9 0,0 4-2 0,-5 4-3 0,0 0-10 15,0 0-2-15,0 0 1 0,0 0-3 0,0 0-1 16,8 13-3-16,-4-7-4 0,-1 2 0 0,-3 0-2 16,8 8-4-16,-1-1 1 0,0-2-7 0,4 2-1 15,1-1-7-15,-4 2-4 0,4 0-5 0,-2-4-3 16,1-2-2-16,-1 3 5 0,-2-6-1 0,4 0 4 16,-5 0 7-16,-1-5 4 0,2-2 0 0,-8 0 3 15,0 0 0-15,0 0 2 0,12-14 4 0,-12 9 6 16,-2-5 5-16,-1-5 5 0,1 1 9 0,-9-2 5 15,3-2 9-15,-1 0 3 0,-2 3 9 0,2 1-1 16,1-1 1-16,-3 3-2 0,4 4 1 0,4-4-3 16,-4 4 1-16,0-3-15 0,6 4 7 0,-1 4-4 15,-1-3-8-15,3 6-3 0,-4-8-10 0,4 8-11 16,12-4-9-16,0 4-14 0,-12 0-20 0,33 4-10 0,-5-2-14 16,3 5-10-16,-3-2 2 0,9-2-1 15,-9 0-6-15,8-3-6 0,9-4-5 0,-8 2-4 16,7-3 6-16,-12 1 7 0,2-4 9 0,-4-2 5 15,0-4 5-15,0-4 7 0,-5 2 5 0,-6-5 9 0,3 0 2 16,-7-3 0-16,-2 0 9 0,2-2 8 0,-3 2 17 16,-9 1 18-16,4-3 13 0,-6 5 15 0,-1 3 11 15,-1-2 13-15,-1 1 13 0,2-2-1 0,-5 3-3 16,3 6-6-16,-3-4-4 0,-3 2-11 0,3 5-1 16,2 2-15-16,-4 0 3 0,-6 2-5 0,5 1-5 15,-1 4-6-15,9 0-1 0,-21 4 0 0,8 3-4 16,-2 2 1-16,8 3-4 0,-9 2 1 0,1 2-3 15,0 5-2-15,1 4 2 0,3-1-1 0,1 0 0 16,5 6-4-16,0-3-3 0,0 2 8 0,8-2-3 16,-1 2-1-16,5-1-8 0,3 2-3 0,1-4-8 15,4-4-13-15,2 2-14 0,-2-4-19 0,8-6-12 16,-2 4-17-16,7-1-15 0,-4-3-6 0,4-7-5 16,0-1 2-16,2 0-5 0,-1-6 11 0,1-3 13 0,2-1 4 15,-1-4 3-15,-3-4 6 0,0 1 5 16,2-1 7-16,0-7 0 0,0 1 12 0,-9-3 5 15,6-2 8-15,4-9 6 0,-11 10 6 0,-3-6 17 16,6-10 13-16,-2 4 26 0,-9 7 27 0,-1-1 25 0,1 1 16 16,-2-4 11-16,-5 4 2 0,-2-4 1 0,1 4 2 15,-1 3 0-15,-3-2-4 0,-7 7 0 16,6-1-15-16,-1 4-5 0,-3 3-10 0,2-1-8 0,-4 2-8 16,0 5-9-16,-1 0-8 0,2 5-5 0,-8 0-1 15,14 2-9-15,-20 4 2 0,7 7-6 0,0 3-6 16,-2 1-1-16,3 7 2 0,-1 2-2 0,5 5-3 15,0-1 4-15,1 5-7 0,4-1 3 0,-2 0-4 16,5 9 1-16,0-10 0 0,11 10 7 0,-1 0-12 16,-5-11-5-16,5-3 0 0,3 2-9 0,2-3-2 15,-1-2-12-15,0-2 2 0,3-1-8 0,8-1-4 16,-10-6-1-16,3-6-1 0,0 0 4 0,0-2 6 16,1-5 3-16,2-1 0 0,-1 0 2 0,-4-4 7 15,-1 0 8-15,2-3-3 0,-2-1 20 0,1-3 2 16,-4 2 8-16,1-2 11 0,-3 3 13 0,7-1 8 15,-9-1 20-15,0 6 4 0,1-4 1 0,-3 3 12 16,1-2-10-16,-1 3 1 0,-4 1-15 0,-2 3-14 16,8-6-7-16,-8 6-9 0,7-2 0 0,-7 2-7 0,0 0-1 15,10 11-5-15,-4 0 7 0,1-4-28 16,1 6-20-16,-1 3-2 0,5 2-15 0,6 4-8 16,-3 4-18-16,6-4-24 0,-4-1-19 0,9 5-22 0,-4-6-16 15,3-3-23-15,3 3-33 0,-2-7-35 0,4-1-20 16,0-3-21-16,1 1-182 0,-1-5-493 0,-7-5 219 15</inkml:trace>
  <inkml:trace contextRef="#ctx0" brushRef="#br0" timeOffset="91730.57">29211 6048 40 0,'4'-18'171'0,"1"2"12"16,-4-1 0-16,3 2 6 0,-8 3 1 0,3-5-9 16,-4 6-13-16,-2-5-8 0,-6 6-12 0,1 0-9 15,-3 2-5-15,1 2-5 0,-8 0-5 0,2 4-8 16,-8-5-10-16,5 7-11 0,-7 2-7 0,0 3-8 15,2 0-11-15,2 2-5 0,6 3-5 0,-2-1-5 16,6 1-5-16,-3 8-5 0,1-3-5 0,5-3 1 16,3 6-5-16,0-2-4 0,2 3 0 0,0-3-2 15,8 3-3-15,0 0-2 0,8-4-3 0,0 1-7 16,4-4-11-16,3 3-12 0,-2-4-8 0,5-1-11 16,4-3-8-16,1-7-2 0,7 0-5 0,-9-1-1 15,7-5-2-15,-1-3 0 0,-1-2 1 0,1-4 5 16,-4 2 0-16,-3-11 7 0,1 3 4 0,-3-4-2 0,-1-4 5 15,1-7 4-15,-8 6 3 0,7-9 18 16,-7 0 16-16,-2-1 8 0,0 2 12 0,-3 5 11 16,-2-8 4-16,-3 10 6 0,2-8 7 0,1 9 13 0,-1 3 14 15,-2 9 8-15,0-3-13 0,2 3 10 0,-2 3-7 16,0 5 4-16,-2 2-26 0,2 1-8 0,0-1-16 16,0 8-10-16,0 0-4 0,0 0-8 0,0 0-1 15,0 0-3-15,-13 27-1 0,11-12-5 0,4 6 2 16,-2 6-6-16,6 3 9 0,-6-2-13 0,9 11 4 15,-4-5-6-15,0 6-10 0,0 1 1 0,5-1-6 16,-2-3-5-16,0 1-11 0,4-6-11 0,-7-2-7 16,6-2-12-16,1 11-3 0,1-12-9 0,-1 0-4 15,-1-11 0-15,-2-1 0 0,4 5 1 0,2-13 3 16,0 7 3-16,-1-4 6 0,5-8 4 0,-3-1 8 16,1-2 4-16,3-1 6 0,-2-5 3 0,3-3 3 15,-4 0 7-15,6-7 4 0,-3 2 2 0,0-5 15 16,-4 6 13-16,-2-6 12 0,-3 1 19 0,-1 2 13 15,3-8 10-15,-9 6 0 0,2 2 10 0,1-1 0 16,-7-1-2-16,2 2 3 0,-2 4-6 0,0-1-5 16,-2 6-6-16,-1-3 6 0,-4 3-18 0,0 4-4 15,-4-2-9-15,2 3-2 0,-5 3-3 0,-3 3-2 0,0 0-4 16,-1 4-4-16,3 5 0 0,-3 0-3 0,5-1 2 16,1 7-1-16,1-1-2 0,-1 2 0 15,9 0-1-15,-7 5 3 0,8 0 1 0,2 3-3 16,0-5 1-16,5 1-11 0,4-4-22 0,-1-2-29 0,3-2-40 15,1 4-60-15,8-9-84 0,-4 0-293 0,6-5-573 16,-6-2 255-16</inkml:trace>
  <inkml:trace contextRef="#ctx0" brushRef="#br0" timeOffset="91933.67">28693 5109 185 0,'-29'-23'378'0,"4"13"-35"15,7 1-41-15,3-2-29 0,-2 4-27 0,10 1-35 16,-2 3-47-16,2 0-63 0,7 3-51 0,0 0-51 0,-17 6-64 16,17-6-88-16,2 13-186 0,0-2-368 0,3 0 163 15</inkml:trace>
  <inkml:trace contextRef="#ctx0" brushRef="#br0" timeOffset="92433.62">30784 5808 126 0,'15'-27'392'0,"-7"2"-26"15,5 2 3-15,-6 3 2 0,1 2-12 0,-3 4-19 16,-3 4-19-16,-2-2-26 0,6 5-36 0,-4-1-32 16,-2 3-26-16,0 5-23 0,0 0-18 0,0 0-16 15,-25 10-14-15,7 4-14 0,-5 4-12 0,0 3-5 16,-4 10-13-16,-1 0-10 0,-7 3-10 0,5 0-2 15,1 2-3-15,2 0-8 0,2 3-1 0,9 6-6 16,-2-6-2-16,8 3-5 0,5 1-2 0,5 1 5 16,6-7-6-16,8 6-3 0,2-8-7 0,12 0 2 15,5-4-32-15,9 3-33 0,7-10-49 0,6-1-52 16,3-3-55-16,2-1-69 0,2-9-80 0,20-1-82 0,-20-8-220 16,-7-4-696-16,6-6 308 0</inkml:trace>
  <inkml:trace contextRef="#ctx0" brushRef="#br0" timeOffset="92964.81">31284 5710 210 0,'-14'-1'209'0,"6"1"-17"0,-3 0-15 0,1 1-5 15,3 4-16-15,2 0-7 0,-2-3-12 0,-4 6-3 16,9-2-1-16,2 5-8 0,0-6-11 0,-1 3-8 15,2-1-10-15,1 2-5 0,4-1-10 0,1-1-4 16,3 1-9-16,0 3-6 0,5-3-4 0,1-1-7 16,-1-2-3-16,0 0-3 0,2-3-2 0,3-2-4 15,-1-2-4-15,1-1 4 0,-1-3 14 0,-3 2 4 16,4-1 3-16,-2-4 5 0,2 0-2 0,-3 0 13 16,-1 0 18-16,-1 0-9 0,-2-2 4 0,1 2 11 15,0-1 15-15,-7 2 7 0,6-1 1 0,-6 4-4 16,-2-5-5-16,0 8-22 0,0 0 1 0,-4-4-7 15,-1 6-23-15,0 0-12 0,0 0-14 0,0 0-1 16,0 0-3-16,15 15-5 0,-15-3-5 0,5 5 5 0,0 8-8 16,0 2 1-16,10 12-5 0,-7 3 2 0,4 4-5 15,-4-2-3-15,2 5-4 0,2 1 6 16,-4 1 10-16,2 3-14 0,-2 0 3 0,-4-4-1 0,-1 0-11 16,0 0 7-16,1-3 0 0,-8-4 0 0,1-4-4 15,3-8 0-15,-7-4 13 0,4 0-15 0,-5-12-5 16,1 0 8-16,-1-1-1 0,1-2 6 0,-1-6 15 15,-4-3 12-15,-1-2 21 0,13-1 16 0,-25-10 10 16,9-2 5-16,-4-5 10 0,3-3-3 0,-3-7-3 16,-8-8-7-16,5-3-3 0,2-1-5 0,4-5 1 15,-3 3 2-15,12-1-11 0,-5 0-6 0,6-5-3 16,-1 6-9-16,6 0-5 0,2-2-27 0,5 2-27 16,2 12-39-16,4-2-31 0,7-7-53 0,9 7-47 15,6 0-47-15,-3 2-55 0,-2 8-77 0,12 0-82 16,3 2-319-16,1 4-820 0,-2 3 363 0</inkml:trace>
  <inkml:trace contextRef="#ctx0" brushRef="#br0" timeOffset="93183.54">32043 5725 197 0,'0'0'345'0,"0"0"-12"0,0 0-15 0,0 0-10 16,0 0 4-16,0 0-33 0,22 5-26 0,-22-5-23 16,15 0-25-16,-7 0-15 0,5 0-24 0,-1 3-17 15,-2-2-11-15,5 1-2 0,0 2-38 0,6 0-42 16,-4 0-44-16,6 0-45 0,-5 4-47 0,-1-5-62 16,1 3-57-16,-2-3-55 0,-1 4-250 0,-3-2-544 15,-4 1 242-15</inkml:trace>
  <inkml:trace contextRef="#ctx0" brushRef="#br0" timeOffset="93371.02">32106 5908 78 0,'-5'5'220'0,"5"-5"6"0,-6 2 6 0,6-2 9 16,-7 4 3-16,7-4-2 0,0 0 1 0,0 0-18 0,10 7-12 15,-10-7-21-15,15 8-23 0,-5-4-16 0,5 1-19 16,0 0-7-16,6 0-19 0,-4 3-21 0,6-2-45 15,-3 1-51-15,1 1-62 0,2-2-76 0,-3-5-83 16,0 6-224-16,-3-3-490 0,-1-1 217 0</inkml:trace>
  <inkml:trace contextRef="#ctx0" brushRef="#br0" timeOffset="93667.86">32532 5884 155 0,'0'0'423'0,"0"0"12"16,-10-4-10-16,10 4-13 0,0 0-24 0,0 0-25 16,0 0-29-16,0 0-38 0,0 0-31 0,0 0-26 15,0 0-26-15,0 0-25 0,30-1-25 0,-30 1-30 0,18 1-36 16,-3 5-28-16,0-3-34 0,1 3-44 15,7-3-25-15,0 3-24 0,4 1-22 0,1-3-23 16,-10 2-20-16,4-2-16 0,-1 1-23 0,-1 0-26 0,2 0-6 16,-1-5-14-16,-3 2-5 0,-3-2 5 0,5-2-4 15,-10 2-4-15,7-5-2 0,-7 0-3 0,-1 0-121 16,-2-1-369-16,1-5 163 0</inkml:trace>
  <inkml:trace contextRef="#ctx0" brushRef="#br0" timeOffset="93870.97">33018 5817 98 0,'4'-3'44'0,"1"-3"27"16,1 0 22-16,1 2 20 0,-4 1 24 0,-1-4 19 15,-2 7 23-15,10-5 19 0,-7 1 11 0,-3 4 5 16,7-4 2-16,-7 4 4 0,6-4 0 0,-6 4-4 16,7-4-20-16,-7 4-16 0,0 0-12 0,3-4-11 15,-3 4-27-15,0 0-7 0,0 0-17 0,0 0-9 16,0 0-10-16,0 0-7 0,-6 24-9 0,9-15 1 16,-6 1-12-16,-1 1 11 0,-1 4-20 0,4 3-1 15,1 8-6-15,0-3-7 0,0 3-1 0,-5 2-2 16,5-4-17-16,5 8-31 0,-4-3-31 0,3-1-37 15,-3 3-60-15,3-1-78 0,2-4-88 0,1 1-266 16,-1-12-621-16,3 4 275 0</inkml:trace>
  <inkml:trace contextRef="#ctx0" brushRef="#br0" timeOffset="94230.3">33227 5431 220 0,'0'-5'405'0,"0"-6"-1"0,-2 8-6 16,-3-3-26-16,5 6-20 0,0 0-34 0,0 0-31 0,7-7-36 15,-7 7-23-15,0 0-26 0,21 17-20 16,-6 2-20-16,2 1-18 0,4 6-10 0,9 7-15 16,-2 3-8-16,0 0-12 0,-4 3-6 0,2 3-7 0,-3-1-3 15,0-1-17-15,-1 0 4 0,-4 2 3 0,5 4-19 16,-9-1-6-16,0-1 0 0,0 2-7 16,-6 1-1-16,-1 4-5 0,-7-4-6 0,0 4-3 15,-7-2-6-15,-1 4-8 0,-12-1-24 0,0 1-36 0,-10 17-31 16,-10-4-32-16,1 0-20 0,-6-2-39 0,-6 0-51 15,-7-6-86-15,0-1-104 0,-12-4-210 0,1-8-672 16,26-12 298-16</inkml:trace>
  <inkml:trace contextRef="#ctx0" brushRef="#br0" timeOffset="118410.97">4295 8347 235 0,'0'0'398'0,"0"-5"-9"0,0 5-18 0,-2-7-20 16,2 7-32-16,0 0-23 0,0 0-33 0,0 0 12 15,0 0 26-15,0 0-2 0,-5 17-15 0,5-7-8 16,0 5-9-16,0 0-14 0,2 1-13 0,1 3-17 16,-1 7-23-16,-1 2-15 0,6 7-13 0,-2-4 3 0,-3-3-20 15,-2 4-17-15,1-2-9 0,3 13-12 0,-1-2-12 16,-3-8-10-16,7 8-8 0,-7-13-8 0,0 1-7 15,1 0-7-15,3 1-6 0,-1-3-7 0,-3-3-8 16,3 3-1-16,2-4-4 0,0-5-18 0,-2 0-6 16,2-3-26-16,-3-3-23 0,3-3-25 0,-5-1-27 15,8 1-37-15,-6-8-44 0,5 1-54 0,-7-2-55 16,0 0-47-16,19-12-60 0,-5 1-69 0,-11 0-374 16,4-5-894-16,3-10 396 0</inkml:trace>
  <inkml:trace contextRef="#ctx0" brushRef="#br0" timeOffset="118723.44">3955 8357 365 0,'-11'-5'382'0,"1"-2"0"16,2-3 6-16,3 5-11 0,1-2-11 0,-1 2-7 15,5-2-16-15,0 7-25 0,4-8-28 0,1 4-29 16,3 0-25-16,10 1-23 0,0 2-19 0,12 1-17 15,3-2-16-15,12 2-15 0,-2 0-14 0,2 2-12 16,3-2-12-16,1 1-12 0,1 3-7 0,-2 3-11 16,2-6-8-16,-7-1-5 0,6 4-8 0,-4-2-4 15,-12-1-6-15,2 3-5 0,-4-1-4 0,2-3-5 16,-4 0-12-16,-11 1-17 0,-2-2-15 0,-1 2-15 16,0-2-19-16,-8 1-45 0,-7 0-38 0,13 0-54 0,-13 0-60 15,0 0-42-15,0 0-28 0,0 0-28 0,0 0-41 16,-17 16-281-16,-1-8-717 0,3 4 317 15</inkml:trace>
  <inkml:trace contextRef="#ctx0" brushRef="#br0" timeOffset="119645.21">4535 8691 214 0,'3'-4'343'0,"2"-3"-16"0,-2-2-11 0,6 2-20 0,-3 2-19 16,1 2-21-16,-7 3-15 0,15-1-18 0,-7-5-8 15,-8 6-23-15,20 7-21 0,-7-4-18 0,-3 4 5 16,5 2-32-16,0 3-11 0,-2-4-12 0,4 11-18 15,-4-6-5-15,2 2-3 0,0 0 9 0,-7 3-26 16,14 3-7-16,-16-3 5 0,4-2-12 0,-5-1-8 16,3 4-3-16,-8-4-2 0,7-1-14 0,-7 0 4 15,0-2 0-15,-2-3-2 0,-4 1-5 0,-1-1 1 16,2-2-5-16,-3-3-3 0,1-2 8 0,-3 0-4 16,10-2-6-16,-15-1 3 0,9-5 5 0,-3 3-1 15,3-3 7-15,-1-5-2 0,1 3 5 0,4-3 2 16,2-4-2-16,0-2 6 0,8 2-2 0,-1-2 3 15,1 2 1-15,5-4-6 0,4 0-4 0,3 4-1 0,-4 2 4 16,6-2-5-16,-2 4 0 0,-4-1-3 0,11-3-4 16,-12 11 1-16,1-4 0 0,2-3-3 15,-1 10-2-15,-2 2-1 0,-4 4-2 0,1 1-3 0,-2-3 0 16,3 3 0-16,-3 1 4 0,3 8-4 0,-6 2-3 16,1-2 6-16,-1 0-6 0,1 3-7 0,-6-2-8 15,3 3 10-15,-4-3-16 0,4 0 0 0,-3-1-1 16,-2 0 3-16,0-3 0 0,0 2-1 0,0-6-3 15,0 1 9-15,2 1 1 0,-2-10 4 0,0 6 0 16,5-3 4-16,-5-3-1 0,0 0-8 0,0 0 6 16,0 0 5-16,15-15 2 0,-14 4-2 0,11 1 2 15,-6-7 6-15,3 2 6 0,-1 1-8 0,0-1 0 16,5-4 0-16,-4 1 23 0,2 1 1 0,-1-2 0 0,-1 4-5 16,-1 0 8-16,0-1 6 0,2 7-2 15,-2-6 3-15,-3 8-6 0,-1 0-3 0,1 0 3 0,-2 1-9 16,-1 0-14-16,-2 6 7 0,6-1-4 0,-6 1-2 15,0 0 0-15,8 8 0 0,-3 3 0 0,0-2-4 16,-1-2 2-16,2 7 3 0,-1-2-3 0,0 4 2 16,2 1-7-16,4 0 0 0,3 0-2 0,-6-2-2 15,4 0-6-15,1 2 9 0,2-2-8 0,0-3-7 16,-1 3 3-16,1-4 9 0,5-1-8 0,-5-7 2 16,7 4-2-16,-4-4 7 0,0-1-4 0,-1-2-1 15,-1-2-4-15,2-3 11 0,-3-1-3 0,-5-2 1 16,3-3-2-16,-3 1 5 0,2-4 0 0,-5-1 0 15,-1-2 0-15,-1 6 4 0,0-7 4 0,0 2 11 16,-2-3 11-16,-3 2 18 0,0 2 8 0,-6 4 6 16,4 0 9-16,-3-2 6 0,3 6-10 0,-1-7-5 0,-2 7-7 15,-1-1-3-15,4 2-7 0,-11 0 6 0,3 4 19 16,-2 2-3-16,12 0-7 0,-21 4-2 0,9 0-8 16,0 2-4-16,3-3-2 0,2 4-4 0,0 5-5 15,1-1-2-15,4 4 2 0,4-2-4 0,3 2-3 16,3 3-6-16,7-2 0 0,3-1-3 0,2 2-15 15,3 1-11-15,5-1-29 0,4-2-39 0,11 1-45 16,-14-3-53-16,16-3-53 0,-2 5-36 0,-6-6-42 16,7-2-50-16,-1 0-55 0,-6-6-45 0,-2-1-237 0,-2 0-750 15,5-1 332-15</inkml:trace>
  <inkml:trace contextRef="#ctx0" brushRef="#br0" timeOffset="120051.42">6703 8523 198 0,'13'-14'295'0,"-1"-1"-6"16,6-5-11-16,-1-3-12 0,-4-2 1 0,-2-1-22 16,4 3-10-16,-3-2-8 0,1-2-17 0,-5 1-15 15,-1-1-6-15,0 0 2 0,-6-3-7 0,-1 3-8 16,-1 7 1-16,-6-7 0 0,0 7-25 0,-1 4-7 15,0-3 10-15,-4 4 6 0,-3 2 0 0,5 4-18 16,-1 1-17-16,1-4-17 0,3 8-14 0,-6 4-9 16,-3-1-12-16,2 2-12 0,-7 6-3 0,6 1-4 15,-3 3-12-15,-2 6-3 0,5-2-12 0,-3 7 3 16,-2 2 4-16,5-1-8 0,3 6-2 0,2 3-4 16,2 8 1-16,3-10-2 0,-3 10-3 0,6 1 2 15,4 3-3-15,3 1 1 0,2 4-4 0,1-3 0 0,0 3 4 16,0-2-6-16,-1 0-2 0,1 3-4 15,-1-8 5-15,8 5 0 0,-15-3-2 0,6 1-1 16,-4-2 1-16,-2 3-6 0,0-6-16 0,-2-7-17 0,2-5-8 16,-6 1-32-16,6-2-10 0,-5 2-20 0,1-10-25 15,-2-3-13-15,6 7-18 0,-7-11-10 0,4 0-13 16,-2-5-17-16,-2 4-29 0,6-7-41 0,-4 1-54 16,5-5-303-16,0 0-675 0,0 0 300 0</inkml:trace>
  <inkml:trace contextRef="#ctx0" brushRef="#br0" timeOffset="120629.48">6384 8695 64 0,'-9'-4'356'16,"3"-2"0"-16,-1 1-9 0,4 0-13 0,3 5-6 15,-9-9-16-15,6 7-22 0,3 2-19 0,0 0-25 0,0 0-28 16,0 0-21-16,17-5-20 0,-17 5-12 15,38 8-20-15,-10-2-2 0,2 4-27 0,0-6-12 16,6 3-22-16,12 6-17 0,-2 0-23 0,-3-4-13 16,0-1-15-16,-1 1-19 0,-8-1-13 0,-2-5-9 0,-2 3-7 15,4-5-5-15,-4 3 4 0,-8-4 4 0,1-4 5 16,-6 3 2-16,2-2 4 0,-7 0 6 0,-2-2-4 16,0-1 7-16,-4 1 3 0,3-3 0 0,-4-3 10 15,-4 7 1-15,3 0 8 0,-4 4 7 0,0-16 4 16,3 12 3-16,-3 4-10 0,-3-7 20 0,3 7-22 15,0 0-3-15,-4-7-5 0,4 7 0 0,0 0-7 16,0 0 3-16,0 0 1 0,-16 11-2 0,14-2 6 16,-1 0-3-16,3 4-3 0,-3 1 3 0,4 4 8 15,-2-3-4-15,2 4 0 0,4 0 1 0,3-1 9 16,-4 7-5-16,9-3 3 0,-5-2-5 0,7 1 4 16,-2-3-3-16,2-2 6 0,0-3-5 0,3 0-1 15,1-4 0-15,-5-3-2 0,6 2 4 0,-3-7-5 16,-2-1-1-16,5-1 4 0,-4-7 3 0,-1 1 3 15,2-7-4-15,-2 1 24 0,3-8-5 0,-3-4 15 16,0 3 16-16,-7 4 18 0,-2-3 16 0,4-1 21 16,-5 4 12-16,4-2 6 0,-4 2-1 0,0-6 1 0,1 9-9 15,-3 0-7-15,1 6-1 0,-1-4-18 0,-1 5-10 16,1 2-13-16,-3-5-9 0,3 7-14 16,-3 4-10-16,0-8-42 0,0 8-3 0,0 0-6 0,0 0-5 15,10 17-20-15,-10-3-15 0,4-6-17 0,-1 11-22 16,2-4-24-16,0 2-20 0,1 1-22 0,3 2-18 15,-3-2-21-15,8-2-14 0,-8 3-19 0,4-3-29 16,-3 0-21-16,6-5-37 0,-5-2-19 0,-1-2-41 16,6-4-194-16,-5 2-611 0,6-3 270 0</inkml:trace>
  <inkml:trace contextRef="#ctx0" brushRef="#br0" timeOffset="121004.44">7704 8685 45 0,'0'-12'258'0,"4"3"1"0,-4 1-6 0,0 1-8 0,0 2-16 15,-4-2-24-15,4 7-21 0,0 0-26 16,-3-6-11-16,3 6-16 0,0 0-15 0,0 0-7 16,-13 15-7-16,8-5-10 0,3-2-7 0,-3 3-4 0,5 5-6 15,0 2-6-15,0-5-7 0,0 10-5 0,0-5-5 16,0 2-6-16,5-1-1 0,-3 2-4 0,1-3-9 16,2-2 2-16,-2-2-9 0,-1-1-1 15,3-4 0-15,-2 2-1 0,2-4-1 0,2-2 1 0,1 4-1 16,-4-9-4-16,-4 0 0 0,14-2 23 0,-4-6 16 15,-1 1-2-15,4-2 25 0,-3-2 7 0,3-6 8 16,-3 0 10-16,5-2 10 0,3-2 9 0,-5 3 5 16,-1 3 9-16,5-6 3 0,-4 6-10 0,2-1-6 15,0 2-5-15,-2 5-3 0,0-6-9 0,-3 4-10 16,-3 2-9-16,-1 2-11 0,2-1-9 0,-3 7-13 16,0-10-18-16,0 8-17 0,-5 3-10 0,0 0-17 15,20 8-33-15,-15 1-28 0,2 1-29 0,1 7-20 16,0-2-21-16,1 0-13 0,-4 4-14 0,1-1-21 15,3 1-17-15,-3 0-29 0,7 1-40 0,-3-5-30 16,9 4-48-16,-6-4-206 0,5 0-600 0,5 0 266 16</inkml:trace>
  <inkml:trace contextRef="#ctx0" brushRef="#br0" timeOffset="121264.47">8610 8761 133 0,'5'-15'317'0,"-5"-2"1"0,0 3 5 0,0-1-7 15,-7 3 5-15,1-3-3 0,-1 1-12 16,-1-1-12-16,-7 2-15 0,6 1-20 0,-7 3-25 16,4 0-27-16,-3 5-17 0,1 2-24 0,-6-1-13 0,8 1-20 0,2 7-11 0,-6-3-23 15,6 2 2-15,3-1-10 0,-5 5-13 0,4-1-1 16,2 3-12-16,2 0 0 0,-2 6-6 0,6-4-3 0,0 6-7 16,5 3 3-16,-4-6-16 0,9 5-6 0,-2-4-12 15,6 6-10-15,6-2-16 0,-2-2-26 16,3 0-31-16,-1-8-27 0,3 2-28 0,5 2-19 0,-3-6-20 15,8-1-27-15,-8-1-18 0,-3-5-20 0,8-2-14 16,-7-2-13-16,3-2-11 0,2-5-17 0,-3-2-2 16,-2-5-175-16,2-2-493 0,-5-4 219 0</inkml:trace>
  <inkml:trace contextRef="#ctx0" brushRef="#br0" timeOffset="121530.13">9048 8235 240 0,'-5'-32'269'0,"4"4"-1"16,-4 0 2-16,-2 2 0 0,2-1-11 0,0 1 11 15,-5 2 15-15,4 8-15 0,1-2-21 0,-4 5-22 16,3 2-29-16,-1 0-24 0,7 2-5 0,-6 6-38 16,6 3-14-16,-9-1-15 0,9 1-13 0,-16 13-5 15,11 1-13-15,-3 4-5 0,8 9-13 0,-7 3-2 16,5 3-4-16,-4 7-5 0,7 7-5 0,-1-2 16 16,0 3-21-16,7-2-7 0,-2 4-7 0,3 3-9 0,0-4-10 15,1 0-9-15,4-2-16 0,-5-1-15 0,4-4-16 16,-2-1-14-16,-2-8-10 0,-1-6-12 15,1-4-7-15,-1-4-11 0,-1-4-11 0,1 2-6 0,-4-7 1 16,0-2-8-16,1-6-14 0,-1 1-26 0,-3-3-11 16,0 0-13-16,12-12-12 0,-9 5-16 0,0-5-140 15,2 0-395-15,-3-7 175 0</inkml:trace>
  <inkml:trace contextRef="#ctx0" brushRef="#br0" timeOffset="122217.55">8787 8516 173 0,'0'0'418'0,"-2"-7"-10"16,2 7-12-16,-6-5 1 0,6 5-8 0,-2-7-15 16,2 7-25-16,0 0-27 0,2-10-30 0,-1 4-26 15,6 0-31-15,0 5-23 0,1-6-20 0,3 3-22 16,-1-4-24-16,9 4-20 0,-1-4-33 0,-2 8-38 16,11-4-42-16,-6 1-64 0,11 2-53 0,1-3-52 0,0 9-51 15,-3-2-47-15,-1 0-49 0,5-2-48 0,-8 9-249 16,4-8-650-16,-2 6 287 0</inkml:trace>
  <inkml:trace contextRef="#ctx0" brushRef="#br0" timeOffset="122420.66">9328 8524 77 0,'-7'5'215'16,"7"-5"-6"-16,0 0-12 0,-4 3-11 0,4-3-17 15,0 0-14-15,0 0-7 0,-2 7-7 0,2-7-11 16,0 11-12-16,0-3-11 0,0 2-12 0,2 0-5 15,-2-1-8-15,0 8-8 0,4-2-8 0,-2 0-6 16,3 6-5-16,-2-5-6 0,1 1-10 0,-3 2-20 16,1-4-33-16,-2 8-37 0,8-8-50 0,-1 0-42 15,0-2-44-15,-1-2-145 0,-3 4-357 0,7-7 158 16</inkml:trace>
  <inkml:trace contextRef="#ctx0" brushRef="#br0" timeOffset="122983.1">9573 8737 131 0,'7'-4'268'0,"-6"-2"-6"0,-1 6-16 0,2-7-18 16,-2 7-23-16,5-5-22 0,-5 5-17 0,0 0-21 15,0 0-17-15,0 0-9 0,0 0-14 0,0 0-9 16,0 0-10-16,2 18-8 0,-2-10-7 0,5-3-7 16,-4 5-1-16,-1-2-11 0,0 3-3 0,4 1-6 15,1-1-7-15,-5-1-2 0,6-1-3 0,2-1-3 16,-3 2-4-16,-3-3-1 0,5-2-2 0,-1 2-2 15,1-2-2-15,0-2 1 0,-7-3-2 0,0 0 0 16,16-3-2-16,-16 3 0 0,15-12-2 0,-15 7 2 16,5-3-3-16,-3-8 5 0,-2 1 4 0,5 0 0 15,-5-4 6-15,-5-2 5 0,5 7 11 0,0-5 6 16,0-1 6-16,-2 5 1 0,-3-4 2 0,5 4 0 16,0 1 1-16,0 1-1 0,0 4-4 0,0 0-6 0,-3 0-4 15,3 2 1-15,0 0-12 0,0 7-10 0,-4-8-10 16,4 8-7-16,0 0-3 0,0 0 1 15,14 0-4-15,-14 0 4 0,14 8-5 0,-5 0-3 0,4 4 3 16,0 0-8-16,-3-3 7 0,5 6-6 0,-2-3 6 16,2 1 0-16,0-1-1 0,0 2 2 0,0-5 1 15,-2 3-3-15,4-3-1 0,-2-3 4 0,1 3-2 16,-3-3 5-16,2-1-4 0,-6-1 2 0,4-3 6 16,0-2 1-16,-5 1 14 0,-8 0 15 0,17 0 15 15,-6-3 13-15,-1 2 16 0,-3-4-2 0,5 2 9 16,-4-1 11-16,0-3 2 0,0 3 9 0,-1 1-1 15,1-5-1-15,1 4-6 0,-3-1 3 0,1-2-5 16,1 3-10-16,-8 4-6 0,12-2-10 0,-12 2-9 16,0 0-9-16,15 0-6 0,-15 0-6 0,11 3-3 15,-3 4-2-15,1 4-11 0,-3-2 1 0,4-2-5 16,-1 8 1-16,-1 2-4 0,-2-3-2 0,3-1-6 0,-1 2-9 16,-3-1-19-16,-2-2-18 0,4 3-33 0,1-5-22 15,-8-3-42-15,3 4-22 0,1-4-17 0,-1 0-10 16,0-2-12-16,-3-5-39 0,0 5-72 0,0-5-86 15,0 0-258-15,0 0-698 0,-10-20 308 0</inkml:trace>
  <inkml:trace contextRef="#ctx0" brushRef="#br0" timeOffset="123154.95">10022 8276 346 0,'-9'-11'342'15,"3"3"-29"-15,-1 0-9 0,0 0-36 0,6 1-27 16,-6 0-25-16,6 2-23 0,1 5-28 0,-5-7-58 16,5 7-65-16,0 0-47 0,0 0-81 0,0 0-102 15,0 0-189-15,6 20-407 0,2-8 180 0</inkml:trace>
  <inkml:trace contextRef="#ctx0" brushRef="#br0" timeOffset="123515.81">10967 8826 197 0,'0'0'420'0,"-2"-11"-32"15,2 11-36-15,-7-7-40 0,6-2-25 0,-6 5-26 16,-3-1-32-16,0 2-21 0,2-1-27 0,8 4-21 15,-17 0-7-15,17 0-27 0,-21 4-9 0,14-1-10 0,-3 2-12 16,2 2-8-16,2 1-16 0,-1-3-1 0,2 6-3 16,2-2-11-16,-1-2-5 0,3 1-3 0,1-4 3 15,0 7-5-15,1-5-4 0,6 0-9 0,-4-2 2 16,2 3-4-16,0-6 4 0,0 3-7 0,3-1-3 16,-8-3 9-16,0 0-11 0,24-4-3 0,-16-4 2 15,0 3-5-15,-1-3 1 0,1-1-1 0,-1 0-10 16,-6-6 2-16,4 3-7 0,-5 0-7 0,0-4-13 15,-6 1-12-15,2 5-24 0,-2-6-17 0,-6 4-24 16,4 0-26-16,-5-1-27 0,1 3-37 0,0 0-50 0,-2 3-47 16,7 1-267-16,-5 4-595 0,2-3 263 15</inkml:trace>
  <inkml:trace contextRef="#ctx0" brushRef="#br0" timeOffset="123828.27">10862 8443 233 0,'-8'-3'257'0,"0"2"-22"16,8 1-23-16,0 0-16 0,-13 0-18 0,13 0-14 16,0 0-17-16,-14 3-8 0,14-3-9 0,-3 1-8 15,3-1-1-15,0 10 3 0,0-3-1 0,3-1-7 16,4-2 8-16,0 4-9 0,6 1-7 0,-2-2-4 15,3 1-10-15,6-6-5 0,-1 3-11 0,-4 0-2 16,4-2-1-16,-5 1 17 0,1-2 10 0,-1-1 10 0,-6-2 6 16,5-1-12-16,-3-3-3 0,-5 1-6 0,2-4-23 15,-6 0 0-15,-1-1-7 0,0-3-8 16,0 3-20-16,-8-4-22 0,-5 0-34 0,4 1-28 0,-5 2-36 16,-1 4-37-16,0-5-36 0,-7 7-52 0,2-4-68 15,2 7-314-15,-2 1-636 0,-3 0 281 0</inkml:trace>
  <inkml:trace contextRef="#ctx0" brushRef="#br0" timeOffset="124921.91">2764 8673 73 0,'-8'-5'378'0,"8"5"-14"16,-9-1-25-16,9 1-24 0,-5-6-17 0,5 6-18 0,0 0-19 15,0 0-16-15,-8-3-13 0,8 3-11 0,0 0-20 16,0 0-10-16,20-3-27 0,-4 3-15 0,14 0-14 15,5 0-17-15,18 0-5 0,0 1-17 0,0-2-8 16,10 1-12-16,-5 0-18 0,-4-6-16 0,4 5-22 16,3 8-37-16,-9-14-28 0,2 5-44 0,-7 0-43 15,2-1-45-15,-15 3-37 0,-1 3-38 0,-4-6-53 16,-5 2-233-16,-8 0-582 0,-3-1 257 0</inkml:trace>
  <inkml:trace contextRef="#ctx0" brushRef="#br0" timeOffset="125234.38">3418 8469 310 0,'0'0'343'0,"-9"-3"-17"0,9 3-21 0,0 0-18 16,-5-6-15-16,5 6-19 0,0 0 1 0,0 0-44 15,0 0-19-15,0 0-12 0,0 0-16 0,0 0-18 16,0 0-13-16,0 0 8 0,20 15-28 0,-10-10-10 16,5 2-3-16,3 0-16 0,-1-4-5 0,1 8-5 15,0-2-14-15,0 2 1 0,1-3 4 0,-1 0-25 16,-3 4-4-16,0-1-6 0,-2-1 2 0,-5-1-7 16,0 3-7-16,1-3-1 0,-8 3-6 0,3 0-3 15,-8-3-7-15,-1 6-8 0,-1-3-35 0,-9 1-23 16,-2 1-37-16,-4 6-29 0,-6-4-40 0,4 2-65 15,-2-2-80-15,-3 4-245 0,5-5-608 0,3 1 268 16</inkml:trace>
  <inkml:trace contextRef="#ctx0" brushRef="#br0" timeOffset="128260.33">12297 8814 256 0,'0'-12'425'16,"-3"-3"-13"-16,0 3-10 0,3 5-23 0,-3-4-11 0,3 2-20 15,-4 6-21-15,4 3-31 0,0-11-30 0,0 11-29 16,-1-5-28-16,1 5-23 0,0 0-23 0,-2-8-20 16,2 8-13-16,0 0-15 0,0 0-10 0,0 0-13 15,0 0-10-15,2 27-4 0,3-18-17 0,-2 2-4 16,-3-3-5-16,6 3-7 0,1-3-4 0,-5 0-7 15,4 3-2-15,3-2-4 0,-3-5-1 0,3 3-5 16,-1-4 1-16,5 1-1 0,0-3-3 0,9-2-2 16,-1-5 1-16,4-3-6 0,3-2 3 0,2 3-5 15,-3-4 0-15,-1-7 2 0,2 4-1 0,0-1-1 16,0-7-4-16,-3 8 6 0,2-1-4 0,-6-2 3 16,4 1 11-16,-8 0 4 0,-2 7 7 0,-2-2 5 0,0 2 6 15,-5 4-5-15,1 0-4 0,-4-2-8 16,3 6-7-16,-8 2-5 0,8-7-8 0,-8 7-3 15,0 0 6-15,13 17-5 0,-11-2 2 0,10 9-1 0,-4 1-19 16,0 7 1-16,5 10 1 0,-3 1 2 0,5 7 6 16,0 3-3-16,2 2 5 0,6 15-3 0,-7-12 3 15,6 16 2-15,4-5-4 0,-6 5 2 0,-3-21-2 16,6 15 2-16,-3-9 3 0,-12-3 0 0,14 15-1 16,-7-17-2-16,-4 20 2 0,-8-21-2 0,2-3 1 15,-10-3-1-15,5-1-1 0,-3 0 0 0,-8-6 1 16,4-9 1-16,-8-2-1 0,0-2 8 0,-1-2 8 15,-6-5 22-15,1-2 26 0,-4-5 30 0,-2 0 31 16,-1-8 26-16,-2-1 17 0,0-6 18 0,-1-5 17 16,0-6 16-16,-12-6 9 0,-5-5 5 0,9-8 5 15,-4-3-2-15,14-6-138 0,-8-6-97 0,6 4 0 16,3-8 0-16,6 5 0 0,6-7 0 0,2-1 0 0,6-2 0 16,1-16 0-16,11 1 0 0,4-5 0 0,4-2 0 15,9 8 0-15,-3 13 0 0,7-12 0 16,-2 18 0-16,4 6 0 0,-2 0 0 0,3 6 0 0,-2 4 0 15,-1 0 0-15,-2 16 0 0,4 0 0 0,-11 7 0 16,9-1-59-16,-5 6-471 0,0 7-56 0,1-1-61 16,-2 2-415-16,2 4-1150 0,2 2 509 0</inkml:trace>
  <inkml:trace contextRef="#ctx0" brushRef="#br0" timeOffset="128667.99">13734 8954 92 0,'-8'-7'441'16,"1"2"-28"-16,7 5-25 0,-1-4-32 0,1 4-24 15,0-7-33-15,0 7-22 0,0 0-18 0,0 0-23 16,0 0-25-16,10-4-24 0,3 4-18 0,2 4-16 0,14-2-15 15,1 3-17-15,10-1-12 0,1 6-21 16,2-2-30-16,5 5-24 0,-3-10-29 0,-4 6-38 0,2 0-41 16,-6-3-39-16,-6 2-34 0,1-1-42 0,-7 1-48 15,-6-7-40-15,-2 3-35 0,-4-1-186 0,-9 1-539 16,-4-4 239-16</inkml:trace>
  <inkml:trace contextRef="#ctx0" brushRef="#br0" timeOffset="128808.6">14151 9042 301 0,'-35'0'25'0,"2"0"29"0,0 0 10 0,3 1 23 16,1 4 15-16,7-2 19 0,-3 0 14 0,2 0 9 15,8-3 4-15,4 5 5 0,-4-4 2 0,7 2 10 16,-1 1 11-16,3 0 13 0,1 0 26 0,5-4 20 16,5 12 7-16,3-5-11 0,7 1-23 0,13 4-17 15,2 2-18-15,13-4-19 0,5 4-16 0,3-4-9 16,0 0-49-16,7 1-55 0,-6-2-64 0,4 3-59 16,-3 0-70-16,1-5-91 0,-4 4-321 0,1-7-627 15,1 4 277-15</inkml:trace>
  <inkml:trace contextRef="#ctx0" brushRef="#br0" timeOffset="129527.27">15545 8666 185 0,'6'-10'352'15,"1"2"-18"-15,-5-1-21 0,4-1-2 0,-1 0-22 16,-5 1-4-16,2 0-17 0,-2-5-24 0,0 5-11 15,0-1-17-15,0 0-25 0,-7 0-17 0,7 3-20 16,-8-5-16-16,0 4-15 0,-5-1-14 0,-2-1-5 16,0 2-17-16,-5 1-7 0,3 0-13 0,-4 2-4 0,-1 4-9 15,-7-4 1-15,7 3-11 0,2 4-7 16,0-2-7-16,-1 1-3 0,-1 4-1 0,1 0-9 0,4 0 2 16,6 0-4-16,-1 1 1 0,0 2-1 0,4 0-2 15,8 0 5-15,0 8-2 0,0 4 3 0,20 7 2 16,2-3-1-16,2 10 2 0,11 0-2 0,-2 1 0 15,2 0-2-15,5-1-6 0,-6-5 2 0,3 4-3 16,-6-5-8-16,-4-5 0 0,4 8-3 0,-4-12-1 16,-4 4-1-16,-7-2 1 0,-1-6-5 0,-1-1 4 15,-4 1-6-15,-2 2-1 0,-2-6 1 0,-1 1-2 16,-3-1 3-16,-2-5 4 0,-2 4 0 0,-4-3-2 16,1-2 8-16,-7-2-7 0,-4 2 0 0,-4-5 6 15,-2-3-3-15,-4 3 1 0,1 0 11 0,-3-3-9 16,-4 0 0-16,-2-1-2 0,9 1 0 0,2-1-2 15,1 0-4-15,4 3-22 0,6 1-18 0,-1-5-19 0,5 3-17 16,0 1-9-16,1-2-22 0,7 3-37 0,0 0-34 16,0 0-44-16,0 0-40 0,21-4-38 15,1 1-241-15,-2-1-594 0,13 3 263 0</inkml:trace>
  <inkml:trace contextRef="#ctx0" brushRef="#br0" timeOffset="129761.62">16008 8826 303 0,'0'0'319'0,"-3"-8"-5"0,3 8-18 0,-3-8-17 0,3 8-30 15,-2-3-25-15,2 3-23 0,0 0-18 0,0 0-15 16,0 0-11-16,0 0-10 0,-8 16-11 0,8-5-13 16,0 2-7-16,1 5-11 0,-1 1-7 0,7 1-11 15,-5 4-7-15,3 3-8 0,-2 3-9 0,7-3-5 16,-2-1-3-16,-1 1-6 0,-4-8-3 0,9 6-21 15,-6-5-25-15,-1-3-26 0,2 2-36 0,0-4-35 0,1 0-41 16,-3-1-49-16,3-2-62 0,0-5-61 0,-3 2-171 16,4-3-521-16,0-5 231 0</inkml:trace>
  <inkml:trace contextRef="#ctx0" brushRef="#br0" timeOffset="130230.32">16642 8955 82 0,'5'-17'329'0,"0"2"-6"0,-3-4-5 15,-2 3-10-15,0-1-16 0,1-1-22 0,-2 0-15 16,-1-2-14-16,-1 4-27 0,0 0-19 0,-4 1-13 16,-6 1-14-16,6 1-24 0,-8-1-15 0,7 5-18 15,-5 0-7-15,-2 0-22 0,0 4-8 0,0 4-9 16,-3 2-4-16,0 2-9 0,3 5-5 0,0-4 0 15,-2 6-8-15,2 0-7 0,2 5-6 0,3 1-2 0,4-1 3 16,-1 5-4-16,-5 7 3 0,9-3-5 0,1 6-2 16,2 8 0-16,2-6-4 0,5 7-7 15,1 3 9-15,2-1-3 0,5-1-1 0,0-2-5 0,3 1 5 16,-7-6 0-16,4 3-6 0,0 3 2 0,5-3 2 16,-5-7-7-16,0-2-2 0,-2 0 1 0,-5-1 5 15,6 1-5-15,-6 2 6 0,0-2-4 16,-1-2-8-16,-1-8 5 0,-4 1-2 0,5-1 1 0,-7-4 0 15,0-1 0-15,0 0-1 0,0-3 7 0,-7-3 32 16,5 3 32-16,-4-3 30 0,-3-2 27 0,-4 1 15 16,2-5 7-16,1 0 2 0,-5-3 0 0,0-2-5 15,-3-2-5-15,0 0-13 0,-1-3-10 0,1 2-11 16,-7-7-12-16,-1-1-9 0,4-2-7 0,6 6-5 0,1-4-10 16,0 1-6-16,0-6-2 0,2 6-23 15,3-3-35-15,2-2-42 0,1 4-41 0,2-2-53 16,7-2-66-16,-2 3-62 0,5-3-56 0,8-4-66 15,3 0-77-15,4 1-328 0,5-1-857 0,10-4 379 0</inkml:trace>
  <inkml:trace contextRef="#ctx0" brushRef="#br0" timeOffset="130730.27">16867 8826 323 0,'4'-8'344'0,"2"4"-9"16,1-2 6-16,-5 0-18 0,4 2-11 0,1 1-25 16,-7 3-26-16,1-8-28 0,4 4-25 0,-5 4-29 15,0 0-17-15,0 0-17 0,0 0-18 0,0 0-18 16,2 24 3-16,3-17-18 0,-5 6-10 0,0 4-13 0,0-2-4 16,0 5-3-16,0 5-5 0,-5-1-10 15,5 0-1-15,0 0-5 0,-2 3-13 0,2-9-3 16,2 8-5-16,-4-10-10 0,4 2-1 0,6-2-5 0,-8-1-3 15,4-6-2-15,-4 2 4 0,1-4-1 0,-1 1 1 16,2-4-4-16,-2-4 5 0,12 4 4 0,-12-4 0 16,0 0 2-16,16-11 4 0,-8 0 0 0,4-2 2 15,-2 1 11-15,1-4-3 0,4-6 19 0,0 0 10 16,0-2 2-16,0 4 6 0,2-2 11 0,-1-5 2 16,2 3 1-16,1 0 6 0,0 3 11 0,-2-1 19 15,0-4 4-15,-1 5-7 0,-4 6-4 0,1 0 8 16,2-1 0-16,-7-1-6 0,0 8-12 0,6-2-3 15,-4-1-6-15,-6 5-11 0,3 1-10 0,0 0-11 16,-6 1-7-16,4 1-16 0,-5 4-5 0,0 0-6 16,17 9 3-16,-10-2-4 0,-1 1-2 0,4 7-4 15,-2-2-4-15,-1 4-8 0,3 1-12 0,0 3-8 0,0 3-10 16,-4-5-19-16,3 5-21 0,1 0-17 0,0-4-22 16,-9-2-29-16,6 1-27 0,-2-7-33 15,-2 8-18-15,0-8-22 0,-3-2-25 0,0-1-19 0,0-1-31 16,0-1-35-16,0 0-54 0,0-7-241 0,0 0-692 15,-13 0 307-15</inkml:trace>
  <inkml:trace contextRef="#ctx0" brushRef="#br0" timeOffset="130917.75">16502 8254 307 0,'-9'-7'384'0,"4"-3"-33"0,0 7-28 16,-1-4-35-16,1 3-29 0,1-1-27 0,1 0-22 16,0-2-28-16,3 7-45 0,-5-4-55 0,5 4-54 15,0 0-28-15,0 0-45 0,-17 9-82 0,16-2-78 16,-4 2-196-16,5-1-435 0,0 4 192 0</inkml:trace>
  <inkml:trace contextRef="#ctx0" brushRef="#br0" timeOffset="131464.57">18458 8289 135 0,'0'0'284'0,"0"-6"-29"0,0 6-27 0,0 0-20 0,-27 1-4 16,13 3 2-16,-3 0-7 0,-5 5-8 0,6-2 0 15,-7 5-15-15,-2 5-1 0,0 0-4 16,-3 3 7-16,6 5 10 0,1 0 4 0,-2 6-7 0,0 10-4 16,1-2-20-16,6 0-3 0,2-1-6 0,9 5-13 15,4-4-9-15,1 8-11 0,6-5-10 0,11 1-8 16,1 2-10-16,4-1 0 0,4 2-16 0,4 1-9 16,6-4-7-16,9-2-29 0,10 13-40 0,-14-22-55 15,7-1-69-15,0 3-70 0,-7-6-84 0,11-2-99 16,-8-5-270-16,-14-7-712 0,5-2 315 0</inkml:trace>
  <inkml:trace contextRef="#ctx0" brushRef="#br0" timeOffset="132464.46">19204 8350 203 0,'9'-13'422'0,"-9"1"8"16,1 3-4-16,-1 1-7 0,2 1-21 0,0-2-29 16,-1 6-35-16,3-3-38 0,-4 6-33 0,3-6-34 15,-3 6-24-15,0 0-22 0,0 0-16 0,5 24-18 0,-2-7-13 16,4 8-10-16,-1 1-10 0,1 4-11 15,5 13-6-15,-1 4-8 0,-3-1-7 0,2 1-10 0,0 0-7 16,-1 7-1-16,-3-7-10 0,3 4-8 0,-3-2-4 16,2 1-4-16,-1-2-1 0,1 1-5 0,-8-3-3 15,0-3 0-15,0 0-6 0,0-4-7 0,0-7-21 16,0-5-24-16,0 0-34 0,0 3-41 0,0-3-36 16,0-9-40-16,0-3-27 0,0 2-22 0,0-4-35 15,-6 1-50-15,6-9-64 0,0 3-280 0,6-2-709 16,1 0 313-16</inkml:trace>
  <inkml:trace contextRef="#ctx0" brushRef="#br0" timeOffset="133292.49">19704 8614 157 0,'0'0'359'0,"7"-12"3"0,-5 7-3 16,-2-6-7-16,0 3-9 0,4 1-10 0,-2-4-22 15,6 6-25-15,-8-7-17 0,5 1-13 0,4 2-25 16,-4 3-19-16,1-2-17 0,-2 3-26 0,2-3-14 16,2 5-16-16,-3-3-18 0,4 4-6 0,-1-2-23 15,-8 4-13-15,12-1-19 0,-12 1-15 0,19 7-11 16,-12-1-12-16,3-2-8 0,2 8-11 0,-1 0-14 16,-1 2-4-16,-2 1-16 0,1 3-7 0,1 0-7 15,-2 0 5-15,2 7-4 0,-4 2-1 0,3-3-4 16,-6 2-5-16,0-5-2 0,-3-3 4 0,2 1 4 15,-2-2-3-15,0-2 3 0,-2-4 3 0,2 4 1 0,-6-7 10 16,6 3-2-16,-4-5 0 0,1 0 6 16,1 0 3-16,-1 0 24 0,3-6-8 0,-3 6 8 15,3-6 7-15,-4 3 12 0,4-3-4 0,0 0 9 0,0 0 8 16,-6-12-4-16,6 12 3 0,0-15-2 0,3 6 6 16,0-2 4-16,4 1-7 0,1 0 0 0,2-6-10 15,4 1 1-15,-5 0 0 0,5-1 1 0,11-7-13 16,-6 1 8-16,3 2-7 0,1-2 2 0,-3 3 4 15,1-3-2-15,3 2 1 0,-8 1-1 0,-1 8 9 16,2-6 13-16,-6 3 3 0,2 2 2 0,-3 2-1 16,-3 4-3-16,0-1 10 0,-1-1 7 0,-2 0-2 15,2 1-6-15,-3 4-5 0,1-2-6 0,-4 5-15 16,5-7-1-16,-5 7-7 0,0 0-1 0,0 0-1 16,0 0-1-16,0 0-5 0,0 0 5 0,-12 24-5 15,6-15 0-15,1 4 0 0,0 1-1 0,-5 4-1 16,3 0 3-16,-1 8 3 0,1-4-3 0,1 3 1 0,4 2 4 15,-1-1-3-15,6-1 1 0,-1 2-1 0,4 0 1 16,1-1-3-16,1-2-2 0,4-1-14 0,3-3-6 16,1 4-33-16,1-1-25 0,-1-11-40 0,-1 0-33 15,0 0-43-15,0 0-52 0,3-4-48 0,-1-3-63 16,-2 0-275-16,-1-1-682 0,-4-1 302 0</inkml:trace>
  <inkml:trace contextRef="#ctx0" brushRef="#br0" timeOffset="136339.04">20845 9003 377 0,'1'-7'504'15,"6"-1"5"-15,-7 2-10 0,0-2-27 0,0 1-35 16,0 7-36-16,3-7-41 0,-3 7-42 0,0 0-31 0,-3-6-27 15,3 6-36-15,0 0-25 0,0 0-20 16,0 0-18-16,-8 22-15 0,6-13-7 0,-5 7-22 0,2-2-14 16,2 7-6-16,-2 0-12 0,2 3-8 0,-2-3-6 15,3 3-3-15,-3 1-8 0,5-5-5 0,4 1-9 16,-3-6-14-16,1 3-26 0,3-2-29 0,-4-2-34 16,4 1-41-16,0-2-51 0,0-2-49 0,2-2-45 15,0-2-58-15,1 0-65 0,3-6-71 0,-6 2-300 16,7-3-797-16,-12 0 353 0</inkml:trace>
  <inkml:trace contextRef="#ctx0" brushRef="#br0" timeOffset="136635.89">20949 8641 282 0,'-3'-4'383'0,"3"4"8"0,-5-6-15 16,5 6-12-16,0 0-8 0,-2-6-12 0,2 6-20 15,0 0-28-15,10-4-27 0,0 2-27 0,1 2-26 16,11-2-19-16,-1 4-19 0,11 0-17 0,3-1-18 16,11 2-16-16,4-3-12 0,3 4-13 0,1-1-13 15,1 2-7-15,-2-1-13 0,-2 3-14 0,-3 0-30 16,-5-6-19-16,-10 4-37 0,2-2-40 0,-7 0-33 15,2-2-42-15,-12 4-32 0,-3-3-39 0,-2 2-39 16,2-3-45-16,-3 2-54 0,-12-3-235 0,5 2-637 16,-5-2 283-16</inkml:trace>
  <inkml:trace contextRef="#ctx0" brushRef="#br0" timeOffset="137276.44">21853 8688 18 0,'0'-8'352'0,"6"-4"-8"0,-4 3-7 0,1-2-9 16,-1 2-10-16,-2-1-14 0,2 0-12 0,2 1-9 15,-2 1-23-15,5 1-10 0,-6-2-22 0,4 5-14 16,2-4-24-16,-4 2-26 0,4 1-15 0,1 0-16 16,-1-2-12-16,3 6-12 0,1-1-12 0,-2 1-10 15,4 1-15-15,-3 0-2 0,3 1-12 0,4 2-9 0,1 4 0 16,-3-2 0-16,3 3-9 0,-3-1-9 16,6 0-4-16,-4 3-11 0,-4 0 3 0,0-2-5 15,2 7-7-15,-2-3-4 0,-3 3-5 0,2-2-16 0,-4 2 2 16,1-3-4-16,-4 7-2 0,3-6 7 0,-7 2-12 15,-1-3 0-15,5 2 2 0,-5-1-4 16,-5 1 2-16,4-2 1 0,-7-2-1 0,3-1 5 0,-4 0 1 16,4-2 1-16,-3 1 4 0,1-1 4 0,-1 0 3 15,2-3 1-15,-3-1-7 0,8 3 11 0,1-6 13 16,-12 2 15-16,12-2 21 0,-8 1 3 0,8-1 10 16,0 0-11-16,0 0 0 0,0-12-10 0,0 12-2 15,8-15-8-15,4 7 1 0,-2 0-3 0,4-6-5 16,5 2-3-16,0-4 0 0,8-3-12 0,-2 3 7 15,1-3 0-15,2-2 7 0,-3 1-12 0,2 3-2 16,-2-7 0-16,-4 6 1 0,2-1 0 0,-5 1-3 16,1 9 4-16,-4-8 10 0,-7 7 22 0,5-2 14 15,-5 0 16-15,1 4 0 0,-4 0 5 0,1 0-2 16,-2 4-6-16,0-3-9 0,-2 2-10 0,-2 5-9 16,3-3-10-16,-3 3-5 0,0 0-3 0,0 0-2 0,0 0-4 15,-13 15 0-15,7-7-2 0,-1 7 3 0,-1 1-4 16,1 0-3-16,-8 10 0 0,9-2 0 0,-1-4-10 15,-1 7-10-15,6-1-17 0,-3 2-14 0,5 4-25 16,5-3-23-16,-3-2-39 0,6 0-35 0,-1 0-29 16,-1-3-38-16,2-1-58 0,6 0-56 0,-4-7-67 15,5-4-256-15,-4 2-724 0,-3-5 321 0</inkml:trace>
  <inkml:trace contextRef="#ctx0" brushRef="#br0" timeOffset="137667.03">22693 8934 207 0,'0'0'351'0,"0"0"-6"15,0 0-12-15,0 0-11 0,0 0-8 0,0 0-21 16,0 0-26-16,0 0-27 0,0 0-21 0,0 0-22 15,12 12-22-15,-12-12-16 0,12 6-17 0,-7-3-14 16,3 2-11-16,-2 0-13 0,3 3-11 0,-3-4-11 16,1 4-8-16,-5-4-13 0,4 7-10 0,-4-7-2 15,3 7-11-15,-5-5 1 0,0 1-7 0,0 1-8 16,-7-1 12-16,6 1-10 0,-4-1-5 0,-2 0-6 16,5 2 2-16,-8-2 5 0,5-3-3 0,-4 4 5 15,2-4 7-15,4 3 15 0,-7-6-5 0,5 3 4 16,5-4 7-16,-5 5 12 0,5-5 16 0,0 0 8 15,-5 6 12-15,5-6 10 0,0 0 0 0,0 0 0 16,0 0-15-16,0 0-10 0,20 1-12 0,-9-1-17 0,2-1-21 16,4 0-29-16,5 1-42 0,1-2-56 0,3-4-54 15,4 3-68-15,-2 0-58 0,0-1-79 16,-1-3-88-16,-6 3-281 0,7-5-778 0,-1-2 345 0</inkml:trace>
  <inkml:trace contextRef="#ctx0" brushRef="#br0" timeOffset="138135.73">23164 8052 174 0,'0'-9'411'0,"-2"0"8"0,-3 0-20 0,5 1-6 0,0 1-12 15,-2 2-23-15,2 5-30 0,0-8-31 16,0 8-34-16,-5-7-26 0,5 7-21 0,0 0-30 0,0 0-17 16,14 17-15-16,-6-3-17 0,-2 1-11 0,8 10-15 15,1-3-10-15,-2 2-7 0,2 6-8 0,-4 1-7 16,7 7-1-16,-6 5-15 0,6-3 1 0,-11 1-10 15,3-1-4-15,-2 3-3 0,5 4-3 0,-4 1-1 16,-4-5-5-16,-2 8-5 0,2 5 1 0,0-5-2 16,-5 1-4-16,3 1-1 0,-1-3-1 0,1 1-3 15,-1 4-4-15,-2-2 3 0,1-6-5 0,-2 0 1 16,2-4-2-16,4-3-3 0,-5 1 5 0,0-12-6 16,0-2 2-16,2 0 0 0,-2-7-4 0,2-4-2 15,1 2-3-15,-3-8 2 0,3 9-6 0,-3-12-12 16,0 2-6-16,0 2-5 0,7-7-9 0,-7-1-7 15,0-3-26-15,2 4-64 0,-2-4-66 0,0 0-48 0,0 0-60 16,13-13-74-16,-13 3-386 0,5-1-826 0,-2-1 365 16</inkml:trace>
  <inkml:trace contextRef="#ctx0" brushRef="#br0" timeOffset="138526.41">23713 8700 138 0,'-3'-7'443'15,"3"1"18"-15,0-1-6 0,-2 0 2 0,2 0-15 0,2-1-14 16,-2 8-24-16,3-10-23 0,-1 6-25 0,-2 4-25 16,5-10-30-16,-2 8-28 0,-3 2-29 0,13-4-25 15,-3 1-27-15,2 0-18 0,8 9-17 16,-1-6-18-16,10 3-12 0,2-3-14 0,2 8-10 0,-1-1-12 16,12 3-8-16,-7-2-9 0,-6 3-12 0,4-3-5 15,-4 0-11-15,4-1-14 0,-5 1-10 0,0-4-8 16,1 4-11-16,-11-4-9 0,2 4-12 0,-3-2-13 15,-2-6-9-15,-2 1-15 0,-2-1-28 0,-3 0-30 16,3 0-37-16,-13 0-58 0,17-4-45 0,-11 1-36 16,-1 0-32-16,-5-4-38 0,-3-3-40 0,-5 3-47 15,-4-8-230-15,-3 6-731 0,-5-2 324 0</inkml:trace>
  <inkml:trace contextRef="#ctx0" brushRef="#br0" timeOffset="138807.63">23983 8421 139 0,'3'-5'356'0,"-3"5"-1"15,2-8 4-15,-2 8-17 0,1-8-13 0,-1 8-26 16,0-6-27-16,0 6-27 0,0 0-31 0,0 0-25 16,0 0-24-16,0 0-19 0,0 0-13 0,0 0-13 15,-3 19-10-15,0-8-17 0,1 5-6 0,-1-1-10 16,3 5-3-16,-5 7-10 0,3-1-5 0,2 2-7 15,2 2 0-15,-2 3-7 0,5-3-3 0,-2 9-2 16,4 3-9-16,-1-12 3 0,-1 1-6 0,0 0-3 16,0-3-12-16,4-1-14 0,-4 0-17 0,-2-6-24 15,0-4-28-15,2 1-23 0,-5-1-32 0,3 0-28 16,-1-7-33-16,0 1-45 0,1-3-47 0,-3-3-52 0,0 2-209 16,0-7-581-16,-3 7 257 0</inkml:trace>
  <inkml:trace contextRef="#ctx0" brushRef="#br0" timeOffset="141350.17">24173 8592 53 0,'0'-6'369'0,"5"-3"-6"16,-5 0-10-16,0 0-11 0,-5 1-1 0,5 1-11 16,-1-1-15-16,-4 0-21 0,3 1-26 0,0 2-30 15,-3-2-21-15,-3 2-23 0,1 2-23 0,-1-2-24 16,-7 5-15-16,2 0-12 0,-2 1-15 0,-6 4-12 16,1 2-8-16,0 4-11 0,-2 4-7 0,-1-2-2 15,2 6-12-15,4-8-5 0,2 3-9 0,4 4-15 16,-4-3-3-16,8 4-10 0,-1 1-7 0,1 1-3 15,7 4-9-15,5-5-7 0,-2-2 0 0,9 5-15 16,5 1-15-16,-1-5-6 0,4 1-10 0,3-4-26 0,4-2-6 16,-1-4-5-16,7 0-5 0,-5-5 2 0,-1-2 3 15,3-3 6-15,4-4 10 0,-9-4 6 16,-5 0 9-16,8-5 13 0,-8-2 4 0,-2-3 13 0,2 0 0 16,-8-7 14-16,1-2 3 0,0 4 24 0,-11-4 12 15,1 1 15-15,-3 1 11 0,-3-1 7 0,1 7 8 16,-6-1-2-16,1 5-11 0,-8-2-7 0,-1 0 7 15,-11-1-11-15,6 3-4 0,-9 1-9 0,0 1-1 16,2 2-5-16,-2 4 0 0,2 4 1 0,-5 3-6 16,5-5 1-16,8 10-2 0,-10 1-10 0,9-2 10 15,1 1-11-15,0 5 0 0,-1-5-5 0,11 6-9 16,-4 2-2-16,6-3-5 0,-3 9 0 0,9-7 2 16,2 4-3-16,2 0 1 0,9 2 1 0,-1-1-20 0,5 5-12 15,8-5-16-15,2 1-10 0,0-4-9 16,5-4-9-16,-2 1 1 0,3-5-9 0,7 3-11 15,-6-8 3-15,1-1 11 0,-2 0 8 0,-3-3 6 16,1-4 4-16,0 1 16 0,-7-8 3 0,-1 7 16 0,-6-6 16 16,-5 1 14-16,0 0 15 0,-5-3 10 0,-2 5 7 15,-1-7 8-15,-4 8 3 0,-3-1 3 0,-1 1-1 16,-4 1-1-16,-3 0-5 0,-4 1-2 0,-4 0 2 16,1 6 2-16,-12-6-3 0,12 7 1 0,-8 2-2 15,-3 4-4-15,9-3 3 0,-1-2-2 0,3 9 5 16,4-2-1-16,-1 1 3 0,2 5 0 0,2-3 2 15,0 2-5-15,6-1 9 0,4-5 2 0,1 5 4 16,2-1-2-16,5 2 4 0,5 0-9 0,2 1 0 16,3-6 1-16,6 4-6 0,2-3 1 0,5 0 0 0,1 0-5 15,-3-6-2-15,-1 1-1 0,5-4 0 16,-7-1-5-16,-3-2-2 0,-2 0-6 0,2-5-11 16,-4 3-6-16,-1-3-14 0,0-4-5 0,-3 1-7 0,-4 1-13 15,-3 1-11-15,-2-2-16 0,-4-1-32 0,-1 2-29 16,-3-8-32-16,-3 0-32 0,-1 6-165 0,-6-1-402 15,2 2 178-15</inkml:trace>
  <inkml:trace contextRef="#ctx0" brushRef="#br0" timeOffset="141834.49">23981 8078 196 0,'-8'-3'323'0,"-2"-2"-12"0,2 2-2 16,-2 0-10-16,3 0-6 0,7 3 8 0,-11-5-11 16,6 1-8-16,5 4-10 0,-9-3-9 0,9 3-9 15,-6-5-18-15,6 5-15 0,0 0-6 0,0 0-14 16,0 0-16-16,-7-3-16 0,7 3-11 0,0 0-15 16,0 0-11-16,0 0-13 0,0 0-9 0,0 0-10 15,0 0-11-15,0 0-10 0,35 7-7 0,-17-4-9 16,0-2-4-16,4 3-4 0,4 3-9 0,6-3-7 15,-6 0-2-15,7 1-5 0,0-1-5 0,2 2-4 16,-5-1-4-16,1-5-4 0,-2 6-1 0,0-5-2 16,-7-1-13-16,-1 5 0 0,-4-6-1 0,1 1-9 0,-5 0 2 15,-3 0-8-15,0 0-9 0,-10 0-10 0,13-4-9 16,-13 4-30-16,10 0-28 0,-10 0-30 16,0 0-36-16,12 4-34 0,-12-4-29 0,0 0-24 0,2 4-32 15,-2-4-32-15,0 0-45 0,-4 15-264 0,4-7-681 16,2-4 302-16</inkml:trace>
  <inkml:trace contextRef="#ctx0" brushRef="#br0" timeOffset="142209.45">24989 8229 106 0,'5'-6'374'0,"-5"6"-26"16,0 0-8-16,0 0-10 0,5-5-23 0,-5 5-31 16,0 0-23-16,0 0-22 0,0 0-24 15,0 0-35-15,0 0-13 0,0 0-17 0,0 0-11 0,0 0-14 16,-2 17-22-16,-1-5-7 0,-2-3-4 0,5 11-13 15,0-4-2-15,0 3-8 0,-2 7 10 0,1 1-26 16,1-2 0-16,-3-1-3 0,3 3-9 0,0 2 0 16,3-2-5-16,-3-2-3 0,0 4 5 0,-3-2-7 15,3-2-3-15,3-6 4 0,-6 1 13 0,3-2-18 16,0 2-4-16,0-8-4 0,0 0-12 0,0-1-27 16,3-4-2-16,-3 2-16 0,0-2-15 0,0 1-9 15,1-5-12-15,-1-3-42 0,0 8-62 0,0-8-70 16,0 0-60-16,0 0-228 0,0 0-589 0,17-11 261 15</inkml:trace>
  <inkml:trace contextRef="#ctx0" brushRef="#br0" timeOffset="142787.6">25100 7882 354 0,'-3'-4'368'0,"3"4"-13"0,-2-6-11 16,2 6-14-16,0 0-24 0,0-9-29 0,0 9-24 0,7-5-25 16,-7 5-25-16,18 4-19 0,-8-1-15 15,8 4-20-15,0 5-17 0,12 5-14 0,-7 1-8 16,14 4-6-16,-4 5-15 0,-2 6-11 0,1-2-7 0,-1 4-5 15,-6-4-9-15,5 8-12 0,-2 3 5 0,-7-3-12 16,4 4 14-16,-8-3-20 0,-1 2 1 16,-4 3-2-16,3-2-14 0,-9 1 14 0,3 4-12 0,-9-1 1 15,0 0 1-15,-2 0 0 0,-5-1-9 0,-6-4 7 16,5 4-9-16,-7-3 1 0,-3 0-1 0,-7 0 8 16,7-5-9-16,-10 1 0 0,8-3-3 0,-3-11 2 15,-1 7 1-15,1-9 2 0,0 1-4 0,3-3 4 16,-3-4-2-16,1 1 7 0,3-4 1 0,2-3 8 15,-3 1-9-15,5 0-1 0,4-5 2 0,-1 1-3 16,-3-2 0-16,5 0-14 0,2 0 7 0,-2 2-31 16,5-4-38-16,-1-1-53 0,-1-2-43 0,7-1-51 0,-8 9-54 15,8-9-73-15,-2 3-312 0,2-3-702 0,0 0 310 16</inkml:trace>
  <inkml:trace contextRef="#ctx0" brushRef="#br0" timeOffset="-196776.96">21512 11451 137 0,'-5'-12'371'0,"-2"1"-4"0,5 3-1 15,1-3-5-15,-4 3-21 0,5 4-18 0,-2-2-21 16,2 6-27-16,-5-10-30 0,5 10-24 0,0 0-24 0,0 0-21 16,0 0-14-16,0 0-4 0,0 0-5 0,28 27-15 15,-19-14-13-15,6 11-12 0,-2 0-12 16,-3 0-10-16,3 0-7 0,-3 6-9 0,0-2-6 0,0-1-11 16,-4-3-41-16,1 3-42 0,1 0-34 0,-1 0-34 15,-4-4-27-15,2 0-25 0,-3-4-27 0,-4-1-26 16,2-1-43-16,0-1-42 0,0-4-50 0,0-3-221 15,-5 0-601-15,2-5 267 0</inkml:trace>
  <inkml:trace contextRef="#ctx0" brushRef="#br0" timeOffset="-196391.4">21359 11222 194 0,'0'-11'301'0,"-5"0"-17"0,5 2-11 16,5 2-30-16,2-1-19 0,1 0-23 0,1 4-12 16,12 4-9-16,1 4-6 0,7 1-13 0,8 3-13 15,9 7-12-15,2 4-12 0,-2 1-15 0,6 7-9 16,-8-5-11-16,1 4-9 0,-2 2-7 0,2 0-11 16,-4 0-3-16,-8 6-5 0,-3-2-8 0,0-3-4 15,-9-4-8-15,-2 1-5 0,-8 1-3 0,3 0-9 16,-8-4-1-16,-1-3-1 0,-5-1-4 0,-5 0-4 15,-8 5-3-15,1-8 8 0,-4 5 7 0,-7-1-16 16,-2-3 5-16,-7-2 0 0,-1-3-2 0,-11-1 0 0,0-3-3 0,0-4 2 0,1 2 1 16,5-5-2-16,5 3 1 0,-1-3 2 0,5-2 8 15,2 1 13-15,4-4-7 0,5 0 0 0,5 4 2 16,-2 0 1-16,6-1-1 0,1-1-5 0,8 2-1 16,-8-4-20-16,8 4-14 0,0 0-33 0,0 0-18 15,48-2-21-15,-18 5-26 0,14 0-17 0,1 0-24 0,5 5-23 16,-2-5-3-16,6-1-16 0,-2 3-8 15,1-3-8-15,3 4-5 0,-2-4-142 0,1-2-389 16,-7 3 173-16</inkml:trace>
  <inkml:trace contextRef="#ctx0" brushRef="#br0" timeOffset="-196000.82">22338 11837 496 0,'21'-7'27'0,"-1"0"28"15,-7-4 35-15,7 6 27 0,-10-11 25 0,-3 1 15 16,3 3 12-16,-5-3 3 0,-5 2 7 0,0-4 5 16,0 4 4-16,0-2 1 0,-9-1-4 0,1 2-2 15,1-1-18-15,-6 6-9 0,-2-3-6 0,4 1-7 16,-4 4-18-16,0 2-8 0,-3 2-10 0,-6 6-13 15,3-3-7-15,-1 4-8 0,6 2-13 0,-9 6-8 16,5-3-1-16,-3 4-5 0,8 1-7 0,-6 2-5 16,7-1-12-16,6 0-11 0,1-2-6 0,1 2-1 15,6-1 2-15,1 2-7 0,11-4 1 0,-4 2-1 16,7-4 3-16,0-2-6 0,5-4-9 0,2 3-6 16,-1-7-6-16,4 0 4 0,-5-2-4 0,10-4 8 0,-9 2-3 15,6-7 4-15,-9-2-2 0,3-1 8 0,-3-1 0 16,-3 6 8-16,-1-10 18 0,-4 5 10 15,-1-3 10-15,-2 2 10 0,-2 2 9 0,0 2 17 0,-3-1 8 16,-2-3 0-16,3 5-10 0,-3 3-3 0,3 1-6 16,-3-1-4-16,0 7-18 0,-3-5-5 0,3 5-7 15,0 0-6-15,0 0-5 0,0 0 0 0,0 0-9 16,0 30-1-16,5-16-12 0,0 4-16 0,2-3-13 16,2 5-19-16,3-4-5 0,3 4-20 0,0 1-12 15,1 3-12-15,4-8-18 0,-2 3-17 0,6-3-18 16,-9-5-21-16,6-3-37 0,-1 0-19 0,0-4-19 15,1-1-10-15,2-3-17 0,-4-5-199 0,-1-3-510 16,2-1 226-16</inkml:trace>
  <inkml:trace contextRef="#ctx0" brushRef="#br0" timeOffset="-195782.09">22880 11280 84 0,'-3'-45'240'16,"0"18"18"-16,-2 0 10 0,3 3-3 0,-3 4 8 15,5 1 2-15,-1 4-1 0,1 0-7 0,-7 6-5 16,7-2-23-16,0 6-22 0,0-5-28 0,0 10-24 15,-2-4-24-15,2 4-13 0,0 0-13 0,0 0-22 16,0 0-2-16,9 27-9 0,-3-11 1 0,-4 2-12 16,6 2-5-16,-1 10-17 0,4 1-4 0,-1 8-13 15,5 0-16-15,2 0-17 0,-4 0-11 0,-1 3-17 16,-1-11-20-16,-4 4-20 0,3-1-19 0,-2-2-22 16,0-5-15-16,-1 0-28 0,-5 0-30 0,-2-7-22 15,3-2-30-15,-3-2-16 0,0-1-212 0,0-6-503 16,0 2 223-16</inkml:trace>
  <inkml:trace contextRef="#ctx0" brushRef="#br0" timeOffset="-195235.27">22839 11455 115 0,'-7'-13'235'0,"1"-1"-4"0,-2 2-10 16,-1-3-4-16,-1 7-9 0,7 0-11 0,-5-3-15 15,1 3-16-15,7 4-17 0,0 4-18 0,-8-5-16 16,8 5-11-16,0 0-10 0,0 0-8 0,0 0-8 15,0 0-6-15,23 20-9 0,-10-6-16 0,10 1-15 16,6 4-22-16,7 7-21 0,4-2-20 0,4-2-30 16,3 4-18-16,1-2-19 0,3-4-13 0,-1-2-7 15,1-4-2-15,0 1 0 0,-3-3 14 0,0-4-6 16,-5-1 9-16,-9-4 10 0,-5-1 9 0,6 0 18 16,-13-4 23-16,-6-3 42 0,6 2 27 0,-7-4 27 15,-4 1 17-15,-3-2 14 0,-6-2 5 0,3 0 6 16,-10-2 5-16,3-2-8 0,-4 1 3 0,-7-1-2 15,-2 1-6-15,0-1 1 0,-2 5-1 0,-3-2-11 16,-8 3-6-16,-2 0-6 0,7 2-5 0,-7 6-9 0,2 0-5 16,5 0-4-16,2 4-6 0,-4 4-3 15,5 2-3-15,-3 2-1 0,1 5-2 0,7-2-3 16,2 2-3-16,5 0 1 0,-7 6-4 0,8-4 1 0,6 1-1 16,-4-1-1-16,10 0-4 0,-4-2 4 0,4-2-5 15,2 0 3-15,3-1-2 0,-2-4-1 0,7 0 0 16,0-3 1-16,-2-1-4 0,7-6 0 0,-3 0 1 15,-1-6-4-15,2-3 2 0,1 1-3 0,-5-8 5 16,1 4 0-16,7-6 4 0,-4-6 20 0,-3 4 11 16,-7-3 21-16,2 0 18 0,5-1 27 0,-8 8 16 15,1-1 13-15,-8 0 8 0,7 4-4 0,-6 3 0 16,4-1-1-16,-2 5-13 0,-3-3-16 0,0 3-20 16,5 0-11-16,-5 0-15 0,0 6-11 0,0 0-6 15,0 0-11-15,0 0-23 0,7 21-5 0,-4-6-14 16,-3 1-22-16,0 3-36 0,4 4-16 0,-3 8-25 15,8-6-27-15,-3 5-23 0,7 0-37 0,2 6-46 0,2-5-67 16,-1-5-65-16,1 0-217 0,6-5-633 16,2-1 281-16</inkml:trace>
  <inkml:trace contextRef="#ctx0" brushRef="#br0" timeOffset="-194141.64">24695 11112 133 0,'6'-20'311'0,"2"-4"-12"0,-3 7-11 0,-3 2-18 0,3-4-11 15,0 3-15-15,-5 2-7 0,0 5-20 0,0-2-21 16,0 0-15-16,0 3-21 0,-2 1-16 0,-4 1-10 16,-1 0-12-16,-1 3-23 0,-2-2-1 0,-7 4-10 15,-3 0-8-15,-1 2-11 0,-1-1-2 0,-1 4-7 16,-3-2-4-16,-4 7-8 0,7 0-6 0,1-2-5 16,4 1-5-16,0 1-1 0,3 3-3 0,3 2-2 15,2-1-1-15,7 4-8 0,5 0 1 0,-1 5 2 16,11 3 0-16,13 6-8 0,-4 3 4 0,9-2-6 0,7 3 2 15,-3-5-1-15,4 4-6 0,-6-2 1 0,1-3-1 16,-2-1 0-16,-9-2-2 0,1-5 2 16,0 1-3-16,-1-1-8 0,-7-5 10 0,-7 1-16 0,7-7 1 15,-10 1-3-15,-4 1 2 0,3-5 4 0,-4 4 3 16,-4-7-1-16,-2 1 2 0,-9-2-3 0,-2-3 6 16,1 0-3-16,-7-3 6 0,1-2-4 0,-6-2 7 15,0-1 0-15,5 5 1 0,3-6 1 0,-7-1 14 16,8 2-12-16,-3 1-3 0,5-2 3 0,-2 1-1 15,5 1 1-15,6 6 5 0,0-6 2 0,1 3-7 16,-1 1 4-16,8 3-6 0,-7-5-3 0,7 5 0 16,0 0-5-16,0 0-11 0,0 0-4 0,37 19-12 0,-14-15 6 15,5 7-16-15,2 2-6 0,13-1-1 0,3 5-1 16,-1-1-10-16,3-5-8 0,0-2-5 16,-5 4-5-16,0-6 1 0,2 3 3 0,-11-9 2 0,-2 0 4 15,3 2 4-15,-7-7 9 0,2 0 2 0,-4-7 7 16,-8-1 5-16,7 0 1 0,-10 3 12 0,0-6 18 15,-7 1 15-15,-1-2 6 0,-1-2 16 0,-1 0 9 16,-5 1 13-16,-5 0 3 0,5 0 8 0,-6-1 5 16,-3 3-2-16,3 3-3 0,-2-2-2 0,-7 2-2 15,8 5-10-15,-8-2-1 0,5 5-9 0,-1-4-6 16,-1 5-1-16,-1 5-1 0,0-1-5 0,3 3-5 16,-2 3 1-16,-1 0-3 0,5 1-8 0,1 4 1 15,2-3 4-15,-5 4-3 0,7 2 17 0,1 3-20 0,4 1-6 16,1-2 1-16,4 1 3 0,4 2-10 15,6 0 2-15,-2-9-6 0,1 3-14 0,12 2-13 16,2-4-13-16,0 0-15 0,-2-4-10 0,2-4-19 16,0-2-14-16,-1-1-19 0,1-4-16 0,-2-8-11 0,4 6-13 15,-2-11-2-15,3 0-2 0,-8-5 1 0,3-11 10 16,-2-2-11-16,-8-5 19 0,-1 2 10 16,1-4 16-16,-6-1 10 0,-7-6 13 0,3 2 24 0,-1 2 48 15,-7-2 32-15,0 4 40 0,0 8 47 0,-2 4 28 16,-3 2 24-16,5 1 19 0,-2 2 17 0,1 5 16 15,-4 5 14-15,5-2 11 0,-2 4 0 0,-1-1-4 16,3 7-11-16,-9-2-21 0,9 6-19 0,-1-5-20 16,1 4-21-16,0 4-17 0,0 0-13 0,0 0-11 15,0 0-8-15,0 0-5 0,-2 18-12 0,4-5-4 16,-2 7-3-16,1 7-9 0,8 0 0 0,-6 4-5 16,4 14-11-16,-4-6-9 0,4 8-18 0,1-4-18 15,-2 2-24-15,1 2-22 0,1-4-25 0,-1-1-19 16,6 2-20-16,-11-12-21 0,5 8-33 0,-3-10-36 15,-2 2-48-15,0-9-38 0,-1-4-52 0,-2 0-190 16,1-3-588-16,-2-4 261 0</inkml:trace>
  <inkml:trace contextRef="#ctx0" brushRef="#br0" timeOffset="-193907.29">25650 11187 325 0,'-5'-9'364'0,"-2"0"-6"0,5 1-13 16,-4 4-7-16,6-4-7 0,-5 0-10 0,5 4-15 16,-9-1-21-16,9 5-28 0,-1-8-24 0,1 8-29 15,0 0-22-15,0 0-17 0,0 0-15 0,0 0-18 16,0 0-15-16,0 0-9 0,38 15-35 0,-10-1-33 16,2-1-37-16,14 8-48 0,4 3-48 0,0-1-48 15,4 0-54-15,-3 1-77 0,3-1-74 0,-3 0-246 0,-1-4-639 16,-5-3 283-16</inkml:trace>
  <inkml:trace contextRef="#ctx0" brushRef="#br0" timeOffset="-192499.78">21844 12809 50 0,'0'-10'342'0,"-1"6"-10"0,1-5-9 15,0-2-1-15,0 3-11 0,0-3-1 0,1-1-8 16,1-3-7-16,3 6-5 0,-3-3-20 16,4 1-8-16,-1 1-20 0,-1 1-19 0,2-3-20 0,2 0-19 15,-1 3-16-15,1 2-18 0,-1-4-16 0,3 5-12 16,-5-2-14-16,5 6-11 0,0-3-17 0,-2 0-6 15,2 1-9-15,-2 1-8 0,4 3-12 0,-12 0-11 16,21 4-10-16,-9-1-7 0,-2 2-13 0,-2 2-10 16,9 4-12-16,-2-2-7 0,-4 6-5 0,1 0-7 15,1 0-5-15,-3-2 0 0,-5 4-6 0,3-1-3 16,-1 0-3-16,-1 0 4 0,-6 0-1 0,0 4-4 16,0-3 10-16,-5-1-1 0,4 0 5 0,-6-4 4 0,-1 3 2 15,3-4-1-15,-5-2 10 0,3 2-2 16,-8-3 8-16,7 0 0 0,2-2 4 0,-1 0 0 15,-1 0 1-15,1-2 0 0,0 0 10 0,7-4 13 0,-5 5 22 16,5-5 9-16,-6 2-1 0,6-2-4 0,0 0-3 16,0 0-8-16,18-17 6 0,-6 8-8 0,4 2-9 15,7-3 7-15,-1-7-7 0,6 5 7 0,0-3-7 16,-3 0-3-16,-4-2 7 0,9 4-6 0,-7-4-3 16,1 8 2-16,-6-4-2 0,-3-1-1 0,0 3 8 15,-5-1 8-15,1 4 19 0,-1 2 9 0,-5-4 2 16,5 2 5-16,-7 2 0 0,1 3-2 0,1-3-3 15,-2 2 1-15,-3 4-8 0,6-8-8 0,-6 8-6 0,2-3-2 0,-2 3-4 0,0 0-8 16,0 0-5-16,0 0-2 0,0 0-1 0,0 0-1 16,0 0-2-16,0 0-1 0,0 0 0 0,-2 19-2 15,-1-10 1-15,0-1-1 0,3 2-2 0,-7 1 0 16,6-2 2-16,-3 7 1 0,1-6-1 0,3 2-1 16,0 3-3-16,-3 1-1 0,3-4-3 0,3 1-16 0,-3 0-10 15,0-3-24-15,0 1-22 0,7 2-24 0,-2-4-29 16,-2 0-27-16,3 0-44 0,3 0-43 15,4 0-53-15,-5-6-62 0,7 1-301 0,-5 1-714 0,2-1 316 16</inkml:trace>
  <inkml:trace contextRef="#ctx0" brushRef="#br0" timeOffset="-192140.45">22636 12987 150 0,'0'0'349'0,"0"-7"-11"0,0 7-21 16,3-7-16-16,-3 7-22 0,0 0-26 0,1-5-34 16,-1 5-25-16,0 0-20 0,0 0-16 0,0 0-14 15,5 15-17-15,-5-10-10 0,0 6-13 0,2-2-9 16,-2 3-15-16,-2 5-8 0,2 2-3 0,0 1-9 16,0-3-4-16,0 2-3 0,0 0-5 0,2 5-4 15,-2-5 9-15,2 4-28 0,1-7-2 0,-1 3-29 16,1-3-24-16,2-1-47 0,2 0-53 0,-4 3-64 15,4-9-81-15,-1 0-257 0,1-2-576 0,3-3 255 16</inkml:trace>
  <inkml:trace contextRef="#ctx0" brushRef="#br0" timeOffset="-188789.91">22540 13174 140 0,'0'0'147'15,"0"0"-12"-15,0 0-17 0,0 0-14 0,0 0-10 16,0 0-7-16,0 0-11 0,0 0 0 0,0 0-17 0,0 15-8 16,0-15 2-16,6 9-2 0,1-2-5 0,-1-3-6 15,3 2-3-15,2-1-6 0,-1-2-4 16,2 2-2-16,-4 0-3 0,4-2-1 0,-2 0 0 0,-1-2-6 16,3 1 4-16,-4 1-2 0,-8-3-1 0,19-3 9 15,-13 1 13-15,1-2 15 0,-7 4 7 0,8-8 13 16,-3 3 4-16,-3-2 3 0,-2 7-1 0,-2-8 0 15,-3 0-2-15,2 2-4 0,-4-2-4 0,1 4-5 16,-3-1-5-16,-2-2-2 0,1-1-3 0,-4 5-4 16,5 2-8-16,-1-2-5 0,-2 2-1 0,0-1-8 15,12 2 0-15,-18 0-1 0,7 0-4 0,11 0-4 16,-17 2-5-16,10-1 1 0,-1 2-2 0,8-3-1 16,-11 4-1-16,9 4 0 0,-5-5 0 0,7-3-2 0,-3 12 2 15,5-8 1-15,-2-4-4 0,10 11 1 16,-4-5 0-16,6 0-1 0,-2-3-5 0,3 2-6 15,4-2-1-15,4-1 1 0,-4-2-2 0,2 2 1 0,-2-4 2 16,1-2 2-16,-3 3 1 0,0-4 1 0,-2-1 2 16,-1 3 7-16,-6-5 5 0,3 3 9 0,-3-3 15 15,-4 2 4-15,5-3-1 0,-7-3 4 0,-2 4-6 16,-5-2 0-16,4 5-2 0,-4-3 4 0,2 0-12 16,-4 2-3-16,-1 1-4 0,0-2-1 0,0 2 0 15,-2 2-5-15,-1 2-2 0,5 0-1 0,-2-1-1 16,1-1-4-16,9 3 1 0,0 0-4 0,-19 3 0 15,19-3 0-15,-5 3 6 0,5-3-8 0,-9 4-2 0,9-4 4 16,4 9-7-16,-4-9 11 0,8 8-6 16,-5-2-1-16,6-2 0 0,0 0-2 0,1 0-5 15,-1-3 2-15,2 4-4 0,-1-2 1 0,-3 0-3 0,1-2-1 16,-8-1-7-16,12 2-4 0,-12-2-8 0,0 0-27 16,10 0-29-16,-10 0-34 0,0 0-28 15,0 0-31-15,0 0-30 0,-22-15-31 0,12 11-188 0,-5-3-461 16,-3 3 205-16</inkml:trace>
  <inkml:trace contextRef="#ctx0" brushRef="#br0" timeOffset="-188055.54">21030 12926 61 0,'-23'-4'191'0,"1"1"-6"0,7-1-18 0,-3 4 0 16,5-1-14-16,6-1-15 0,7 2-8 0,-21 0-15 16,21 0-6-16,-10 0-15 0,10 0-6 0,0 0-6 15,-15 0-8-15,15 0 1 0,0 0 2 0,-5 3 2 16,5-3 3-16,0 0 4 0,0 0-4 0,0 0-1 16,23 7-7-16,-10-7-6 0,-3 5-5 0,9-1 0 15,0-1-3-15,1 0-6 0,10 2-4 0,0-1-3 16,5 3-7-16,14-2-2 0,-4 3 0 0,3 1-7 15,0 0-6-15,5-1-1 0,3 0-1 0,4-3-5 16,-1 2 0-16,3 3-1 0,19 3-3 0,-22-9 2 16,27 6-5-16,-4 5 11 0,0-10 8 0,-1 7 3 15,-16-4-5-15,14-1 2 0,-17 1-4 0,2-2-5 0,22 0 6 16,-8 3 5-16,-12-3-2 0,24 0-1 0,-11 1-1 16,2 1-5-16,-16-5 1 0,16 4-6 15,-18 2-3-15,18-1 3 0,-18-2 3 0,18 2-5 0,-17-3-3 16,21 3-4-16,-22-2 2 0,19 2-2 0,-22-1 1 15,5-1-1-15,-1-4 0 0,-4 3-7 0,1 0 4 16,-1 4-3-16,2-3 2 0,-4-3 0 0,-1 4 0 16,2 0-3-16,-7-6 2 0,-1 3-2 0,7 0 2 15,-10-4 1-15,0 1 0 0,-5 1 2 0,-5-1-6 16,5-2 6-16,2 2-3 0,-11-1-4 0,-2 4 3 16,-2-4-1-16,4-4-4 0,-4 3 4 0,0-1 0 15,6 1-3-15,-4 1 6 0,-2 0-4 0,-2-4 4 16,2 1-5-16,-9 2 1 0,1 0 1 0,1 1-2 0,-3-5 2 15,-4 3 9-15,6-1-15 0,-2 2 3 16,-4-2 2-16,1 3-1 0,-2-1-1 0,-4 1 10 16,-1-2-11-16,3 1 0 0,-3-3 0 0,-10 4 5 0,20-1-6 15,-20 1 6-15,10 0-7 0,-10 0 0 0,10-3-16 16,-10 3-26-16,0 0-30 0,8 4-29 0,-8-4-27 16,0 0-38-16,0 0-46 0,0 0-67 0,0 0-166 15,-20 12-487-15,20-12 215 0</inkml:trace>
  <inkml:trace contextRef="#ctx0" brushRef="#br0" timeOffset="-187555.59">24461 12621 121 0,'0'0'255'0,"-1"-8"-23"0,1 8-18 0,0-4-20 16,0 4-20-16,0 0-19 0,0 0-14 0,0 0-17 15,0 0 1-15,0 0-4 0,0 0-8 0,0 0-10 16,1 24-10-16,2-6-8 0,1 3-1 0,-1 8-2 15,2-1-1-15,0 15-9 0,3 7-2 0,-8-7-8 16,4 11-5-16,-1 3 1 0,4 21 12 0,-6-4-7 16,6 6-1-16,-7-6-4 0,8 12 1 0,5 2 8 15,-3 1 1-15,3 4 2 0,14 35 28 0,-10-35 31 16,-3 1-18-16,18 41-2 0,-14-50-8 0,5 7 31 16,-3 0-6-16,-2-4-8 0,-1 2-8 0,-4 0 9 0,2 6-1 15,-8-6-6-15,1 3 7 0,0-6 11 0,-1-1-10 16,1-3-9-16,-5-2-3 0,-8-5-9 0,5-20-3 15,-6 2-3-15,-1-8-12 0,4 1-8 0,-2 3-6 16,-2-7-4-16,4-2-9 0,-4-5-6 0,1-2-1 16,2-10-6-16,1-1-3 0,0-1-4 0,3-10 1 15,-5-5-10-15,3 2-6 0,2-3-4 0,-3-2-2 16,6-3-7-16,-1 1-26 0,-2-6-31 0,8 0-40 16,-8 0-49-16,22-9-54 0,-3-1-54 0,0 0-67 15,9-7-73-15,-5-2-86 0,13-8-248 0,-6-3-782 16,-3 8 346-16</inkml:trace>
  <inkml:trace contextRef="#ctx0" brushRef="#br0" timeOffset="-186560.72">25218 12434 220 0,'0'0'298'0,"0"0"-24"0,0 0-31 0,0 0-25 0,0 0-23 0,0 0-22 16,0 0-11-16,0 0-12 0,0 0-5 0,0 0-16 15,0 20-13-15,0-12-10 0,0 4-7 0,0-2-9 16,1 1-9-16,4-3-7 0,-3 2-4 0,4 0-8 16,-4-1-6-16,5 2-7 0,4-5 1 0,-1 2-5 15,0-6-5-15,7 6-2 0,-2-5-3 0,1-3-6 16,-1 0-1-16,2-3-1 0,1-5-4 0,-2 6 0 0,1-6-4 15,1-4 0-15,-1 5-1 0,-1-1 12 0,2-4 18 16,-3 2 8-16,-3-1-2 0,1-1 8 16,-5 3 1-16,1 2 10 0,1-1 8 0,0 2-12 0,-4 1 5 15,-4 1-11-15,4 0-8 0,1 0-6 0,-7 4-11 16,7-4-2-16,-7 4-12 0,0 0-1 0,10 0 6 16,-10 0-13-16,6 9 1 0,-4-2 11 0,5 1-15 15,1 4-2-15,-5 2-4 0,-1 3 4 0,8-2 1 16,-5 4-4-16,3 6-2 0,-1-1 2 0,6 1 0 15,-5 1-7-15,0-1 5 0,-1 4 2 0,1-2-11 16,-1 1 14-16,4 3-8 0,-7-6-1 0,2 0-2 16,-1 1-2-16,-3-1-1 0,1-6 1 0,-3 0 0 0,0-4 1 15,0 3 4-15,-1-3 1 0,-1 0 2 0,0-3 3 16,-3 0 12-16,0-2 18 0,0-3 19 16,-6 2 19-16,8-1 20 0,-9-5 20 0,5 2 6 0,-1-3 16 15,0-2 15-15,8 0 10 0,-22-2 10 0,11-4 0 16,-4-3 5-16,0-1-6 0,5-1 5 0,-3-5 1 15,4 2-5-15,-4-2-8 0,5-4-11 0,1-6-15 16,6 7-10-16,-4-8-7 0,5 0-13 0,0-3-10 16,0 3-12-16,6-2-22 0,4 1-22 0,2-1-15 15,3 1-23-15,0 3-40 0,8-1-48 0,-8-1-58 16,-2 4-58-16,8 3-83 0,-2 0-72 0,-4 3-77 16,1 7-92-16,1 1-454 0,-2 0-1057 0,-2 1 468 15</inkml:trace>
  <inkml:trace contextRef="#ctx0" brushRef="#br0" timeOffset="-182809.61">21829 13569 9 0,'0'0'209'0,"0"0"-17"0,0 0-17 0,0 0-15 0,0 0-20 16,0 0-10-16,0 0-14 0,0 0-13 15,0 0-8-15,-13-6-7 0,13 6-9 0,0 0-2 0,0 0 2 16,0 0-2-16,0 0-3 0,0 0-2 0,0 0-1 16,-21 2 0-16,21-2-2 0,-15 0-10 0,8-2 0 15,-3 0 0-15,-1-3-2 0,2 3-1 0,-2-6-3 16,-1 7-3-16,-1 0-2 0,1-4-2 0,1 0-3 15,-1 2 3-15,2 2-10 0,0-3-6 0,-1 0 2 16,11 4-3-16,-17-4-4 0,11 3-4 0,-1-1-1 16,-1-1 2-16,8 3-1 0,0 0-7 0,-12-3-1 15,12 3-4-15,0 0 2 0,-10-2-5 0,10 2 0 16,-5-4-2-16,5 4 0 0,0 0 1 0,0 0-2 16,0 0 0-16,0 0 1 0,0 0-3 0,0 0-2 15,0 0 2-15,0 0 0 0,-16 6 1 0,16-6-3 0,0 0 2 16,-4 6-1-16,4-6-2 0,0 0 1 0,0 0 1 15,4 6-2-15,-4-6 6 0,0 0-3 0,0 9 0 16,0-9-2-16,-4 9 1 0,4-3-1 0,4-2-1 16,-4-4 2-16,0 8 1 0,0-8 0 0,-4 9-2 15,8-3 0-15,-4-2 2 0,0-4-2 0,0 16 1 16,0-16 2-16,0 11-3 0,-4-7 0 0,4 4 1 16,0-8 0-16,0 12 0 0,4-4 1 0,-4 1-1 15,0 0 0-15,0-1-1 0,0 2 1 0,3-4 2 16,-3 3-2-16,0 0 3 0,0 0-2 0,2 0-1 15,-1 0-1-15,1 0 0 0,-2 0 3 0,3 0-2 16,-1 1-1-16,1 0 2 0,-3 0-2 0,2-4 2 16,-2 3-1-16,2 2 0 0,-1-4 2 0,1 2-1 0,-2 0-1 15,3-1-2-15,-1-1 2 0,-2 0-1 0,3 1 1 16,0-2 0-16,-3 2-2 0,2 0 1 16,-2 1 0-16,3-2 1 0,-1-3 0 0,-2 5-4 0,2-2 2 15,-1 0 3-15,3 0 0 0,-3-1-4 0,1 1 2 16,-2 0 1-16,3 0-2 0,-1-3 5 0,-2-4-3 15,2 12 0-15,-2-5 2 0,1 0-4 0,4 2 2 16,-5-9 0-16,0 9 0 0,0-5 0 0,2 1 0 16,-2 3 0-16,3-3 1 0,-1 2 1 0,-2-7 0 15,0 9 7-15,0 1 5 0,1-7 5 0,-1 3-3 16,0-6-2-16,2 12 0 0,-2-8-1 0,0 4-2 16,0-8 0-16,5 11 1 0,-5-4-6 0,0-7 2 15,2 11-1-15,-2-6 1 0,0 0-1 0,0-5-2 0,0 7-1 16,0-7 0-16,0 8 2 0,0-8-4 15,3 9 3-15,-3-9-4 0,2 6 2 0,-2-6-2 16,0 8 2-16,0-8-1 0,1 3 2 0,-1-3-3 0,0 0 1 16,-1 10 0-16,1-10-1 0,1 3 1 0,-1-3 1 15,0 7 2-15,0-7-4 0,0 0 1 0,2 5-1 16,-2-5 6-16,0 0-3 0,0 7 7 0,0-7 0 16,0 0 1-16,0 0 1 0,3 7-1 0,-3-7 2 15,0 0-3-15,0 0 0 0,0 0 0 0,0 0-1 16,-3 7 0-16,3-7-2 0,0 0-2 0,0 0 0 15,0 0 0-15,3 6-4 0,-3-6 2 0,0 0 2 16,0 0-1-16,0 4-3 0,0-4 3 0,0 0-1 16,0 0-3-16,0 0 4 0,0 0-3 0,4 10-1 15,-4-10 7-15,0 0-4 0,0 0-3 0,-7 7 5 16,7-7-3-16,7 5-2 0,-7-5 1 0,0 0-2 0,0 4 4 16,0-4-2-16,0 0 0 0,0 0-1 0,0 0-1 15,0 0 1-15,0 0 0 0,0 8 3 0,0-8-2 16,0 0 7-16,0 7 10 0,0-7 3 0,0 0 1 15,0 0 2-15,0 0 6 0,6 3 0 0,-6-3 10 16,0 0 9-16,7 5 8 0,-7-5-4 0,15 1-4 16,-7 2-10-16,4-3 6 0,4 0-8 0,1 0-3 15,4 1-6-15,1 2-5 0,4-6-30 0,1 6-40 16,4-3-51-16,-4 2-60 0,2 0-75 0,1-4-81 16,-2 2-225-16,-6 0-582 0,-2 0 257 0</inkml:trace>
  <inkml:trace contextRef="#ctx0" brushRef="#br0" timeOffset="-180253.08">22204 13728 107 0,'0'0'306'0,"4"-9"-1"0,-4 3-8 15,5 1-6-15,-5 1-5 0,0 4-4 0,7-11-2 16,-5 6-3-16,-2 5-8 0,3-10-9 0,-1 5-14 0,-2 5-14 16,3-7-20-16,-3 7-16 0,0 0-18 15,5-5-19-15,-5 5-18 0,0 0-15 0,0-7-16 0,0 7-8 16,0 0-15-16,0 0-10 0,0 0-15 0,0 0-8 15,0 0-3-15,0 0-7 0,0 0-7 0,0 0-1 16,0 0-4-16,0 0-2 0,2 20-7 0,-2-14-1 16,0 0 1-16,3 3-5 0,-3 0-2 0,0 0 0 15,0-2 1-15,2 5-7 0,-4-1-1 0,4 3 0 16,-2-4 1-16,1 7 3 0,-1-7-6 0,2 2 0 16,3 3-1-16,-5-3 1 0,5 3-3 0,-5-4 1 15,3 0-2-15,-1-2 1 0,1 3 2 0,-3-2-3 0,3-5 4 16,-3 6-2-16,4-3-2 0,-4-4-4 15,1 7 4-15,1-7-2 0,-2-4 2 0,0 8-2 16,2-4 2-16,-2-4 0 0,0 6 5 0,0-6-6 0,0 0 1 16,0 0 2-16,3 9-1 0,-3-9-3 0,0 0 0 15,0 0 3-15,0 0 0 0,0 0-6 0,0 4-4 16,0-4-7-16,0 0-13 0,0 0-7 0,0 0-10 16,0 0-11-16,0 0-9 0,0 0 2 0,5 5 6 15,-5-5-7-15,0 0-5 0,3 6-5 0,-3-6-5 16,0 0-4-16,2 4-17 0,-2-4-13 0,7 5-21 15,-4-1-33-15,-3-4-34 0,3 8-56 0,2-5-63 16,-2 1-262-16,4 0-628 0,-7-4 278 0</inkml:trace>
  <inkml:trace contextRef="#ctx0" brushRef="#br0" timeOffset="-179659.4">22612 13971 153 0,'-3'-4'284'0,"3"4"-19"16,0 0-25-16,0 0-26 0,0 0-20 0,0 0-5 15,0 0-8-15,0 0-17 0,0 0-13 0,0 0-16 16,12 16-9-16,-7-10-15 0,-4 0-7 0,4 1-9 0,-1 1-13 16,-1 0-7-16,0 0-7 0,0 2-8 15,1-1-6-15,-4 1-4 0,3-2-7 0,-1 2-4 16,-1 0-2-16,-1-3-2 0,-1 2-8 0,1-1 1 0,-2 2-3 16,2-5-2-16,-5 3-3 0,0-4-3 0,2 3-10 15,-4-2-21-15,1 2-27 0,1-2-33 0,0-3-44 16,-5 3-60-16,10-5-63 0,-10 3-198 15,3-2-475-15,7-1 211 0</inkml:trace>
  <inkml:trace contextRef="#ctx0" brushRef="#br0" timeOffset="-178768.87">23039 13712 140 0,'0'-8'275'0,"0"8"2"15,0 0-15-15,-1-9-6 0,1 9-1 0,1-7-21 16,-1 7-10-16,0 0-12 0,0 0-8 0,0 0-16 16,0-8-8-16,0 8-9 0,0 0-20 0,0-6-10 0,0 6-14 15,0 0-8-15,0 0-12 0,9-3-17 0,-9 3 16 16,10-2-33-16,-10 2-7 0,14 0-10 15,-14 0-2-15,19 2-1 0,-13-2 7 0,-6 0-26 0,23 2-1 16,-9-1-3-16,-3 2-6 0,-1-2-1 0,-1-1-7 16,-9 0 3-16,14 3-11 0,-5 1 1 0,-9-4-5 15,13 1-2-15,-13-1-11 0,8 3-1 0,-8-3-6 16,7 3-7-16,-7-3-1 0,0 0-5 0,0 0-3 16,0 0 6-16,0 0 0 0,0 8 2 0,0-8 1 15,0 0 3-15,-8 7 5 0,1-2-4 0,0-2 5 16,1 1 1-16,4 0 2 0,-5 4 9 0,1-5-11 15,1 3 4-15,0 0 1 0,-2-2 0 0,2 3 0 16,0 2 0-16,2-5 0 0,1 2 2 0,-3 2 10 16,4-3-7-16,1 3-3 0,1 4 1 0,4-5 2 15,5 7 2-15,-3-1 1 0,6-1-3 0,0-1-3 16,-3 2 8-16,4-1 0 0,-1-1-7 0,2 1 10 0,-4-1 5 16,1-1-12-16,1-1 0 0,-3-1-3 0,3-1 3 15,-9-3 3-15,6 4-4 0,-2-5 5 16,-5 3-4-16,5-3-1 0,-8-3 1 0,4 6 3 0,-1-3-3 15,-3-3-1-15,3 6 1 0,-3-6-1 0,0 8 2 16,0-8 2-16,0 0-1 0,-6 5 3 0,-1 2 3 16,-1-1 5-16,-4-4-1 0,4 0 2 0,-5 3-2 15,3-2 1-15,-3-2-2 0,-1 0-1 0,-1 2 4 16,4 1-4-16,-2 2-1 0,-1-6-1 0,-1 1 2 16,1 3 1-16,0-4-7 0,4 0 1 0,-3-1 3 15,13 1 11-15,-21-3-23 0,12 2-9 0,9 1-36 16,-15-6-35-16,9 4-44 0,1-3-55 0,0 1-56 15,2-2-62-15,3-3-195 0,0 1-539 0,6-1 239 0</inkml:trace>
  <inkml:trace contextRef="#ctx0" brushRef="#br0" timeOffset="-178065.82">23466 13583 197 0,'0'0'270'0,"0"-7"-19"0,0 7-9 15,0 0-14-15,7-10-18 0,-7 10-21 0,2-5-19 16,4 0-13-16,-6 5-17 0,14-3-12 0,-8-1-18 0,2 0-11 16,6 3-7-16,-4 1-10 0,3 0-9 0,0-2-7 15,-3-1-8-15,5 3-5 0,-15 0-5 0,21-2-3 16,-14-1-5-16,6 3-8 0,-13 0 0 0,17 0-3 15,-17 0-6-15,11-3-5 0,-11 3 4 0,12 0-7 16,-12 0-2-16,0 0-3 0,0 0-4 0,8 3 2 16,-8-3-2-16,0 0 2 0,9 8-6 0,-9-5 0 15,0-3 1-15,0 16-2 0,0-8 3 0,0-1-2 16,0 7 0-16,-2-6-1 0,2 6-4 0,0 0 3 16,0 2 0-16,0-1 0 0,0 1 3 0,0-1-2 15,0 1 0-15,0 0-1 0,2 3 2 0,-2-1-5 16,0-4 3-16,0 8-2 0,1-4 0 0,-1 1 4 0,2-1-1 15,0 0 2-15,3 0-1 0,-1-1 0 0,-2-1-1 16,0 0 2-16,3 3-1 0,-4-9-1 16,3 7-3-16,-1-1 4 0,0-1 4 0,2 1-4 0,-3-4 1 15,0 1 4-15,3-3-4 0,-4 1-1 0,-1-3 3 16,4 0 0-16,-3 1 3 0,1-2 1 0,-2 1 0 16,2-3 6-16,-2 2 4 0,4-1 6 0,-4-6 3 15,-4 8 5-15,4-8 6 0,-2 8 1 0,0-3 8 16,2-5 7-16,-6 7 1 0,-1-4 3 0,4 2 6 15,-4-2-2-15,7-3 0 0,-17 7-12 0,8-5-5 16,-1 0-2-16,1 2-1 0,-2-4-5 0,2 3-6 16,-4-2-4-16,3-1-22 0,-3 4-36 0,5-3-42 15,-5 1-43-15,3-1-53 0,-2 2-67 0,4-2-87 16,8-1-214-16,-15 0-581 0,15 0 258 0</inkml:trace>
  <inkml:trace contextRef="#ctx0" brushRef="#br0" timeOffset="-177392.55">25130 13789 280 0,'0'0'310'0,"0"0"-5"0,0 0-14 0,-15 0 5 15,15 0-10-15,0 0-4 0,0 0-3 0,0 0-6 16,0 0 1-16,0 0-3 0,0 0-7 0,0 0-1 15,-2-4-12-15,2 4-13 0,0 0-23 0,0 0-18 16,25 0-22-16,-10-1-19 0,3 2-14 0,2-1-15 16,0 0-12-16,1 0-13 0,9 0-10 0,0 0-11 15,-2 0-7-15,-5 4-6 0,-1-4-9 0,1 0-10 16,-3 0-17-16,0 0-18 0,-4 0-12 0,1-1-16 16,-6 1-25-16,-1 0-22 0,-1 1-29 0,-9-1-29 15,15-1-25-15,-15 1-36 0,8-3-31 0,-8 3-22 16,0 0-22-16,0 0-14 0,0 0-22 0,0 0-22 15,0 0-26-15,0 0-213 0,-30-9-596 0,22 9 265 0</inkml:trace>
  <inkml:trace contextRef="#ctx0" brushRef="#br0" timeOffset="-177126.96">25348 13674 279 0,'-1'-9'297'15,"1"9"-1"-15,0 0-6 0,0-11-5 0,0 11-8 16,0-4-20-16,0 4-1 0,0 0-30 0,0 0-29 16,0 0-10-16,0-8-28 0,0 8-21 0,0 0-11 15,0 0-13-15,0 0-14 0,0 0-4 0,0 24-12 16,0-16-9-16,0 4-5 0,0-2-9 0,0 6-6 0,-4 0-8 16,3 3 0-16,1 1-4 0,1 6-3 15,-1-3-6-15,0 6 1 0,5-2-9 0,-1-1-15 16,-1-3-19-16,0 4-27 0,7-1-35 0,-5 1-36 0,2-9-47 15,4 6-52-15,-1-6-57 0,2-3-63 0,-2-3-183 16,0 0-550-16,5 0 243 0</inkml:trace>
  <inkml:trace contextRef="#ctx0" brushRef="#br0" timeOffset="-176835.46">25952 13546 21 0,'2'-2'305'0,"-2"2"-27"16,0 0-29-16,8-2-12 0,-8 2-7 0,0 0-15 15,12 12-13-15,-10-1-14 0,3 0-12 0,-2 5-13 16,4-1-12-16,-3 4-21 0,0 6-6 0,1 1-12 0,-4-8-13 15,-1 9-6-15,5-2-11 0,-1-1-8 0,-1 2-6 16,0 0-5-16,4-4-13 0,-7-4-27 0,0-2-37 16,0 3-39-16,0-3-51 0,0-1-54 0,0-4-56 15,0-3-62-15,5 0-143 0,-5-2-455 0,0-6 202 0</inkml:trace>
  <inkml:trace contextRef="#ctx0" brushRef="#br0" timeOffset="-176194.9">25143 13297 230 0,'0'0'254'0,"-13"0"3"16,13 0 4-16,0 0 0 0,0 0-4 0,0 0-4 16,0 0-15-16,0 0-19 0,0 0-17 0,0 0-8 0,15-15-20 15,-4 11-15-15,-1 3-12 0,8-6-15 0,1 3-10 16,2-2-13-16,7 5-8 0,4-4-13 16,4 2-10-16,14 2-6 0,-2-1-10 0,3 4-4 0,9-2-10 15,-2 4-5-15,0 2 1 0,3 4-11 0,-3-3 1 16,3-2-6-16,-5 7-4 0,-4-4-4 0,-1 1 1 15,0 1-6-15,-1-5 3 0,-4 1-9 0,-9-2-9 16,-1 4-2-16,-5-2-8 0,3-3-9 0,-3 2-7 16,-4 0-13-16,-9-3-13 0,3 1-5 0,-3-3-11 15,-3 0-8-15,-1 0-17 0,-4-1-21 0,-10 1-20 16,14-2-28-16,-5-4-35 0,-6 3-46 0,2-3-50 16,-5 6-154-16,-5-14-484 0,2 9 214 0</inkml:trace>
  <inkml:trace contextRef="#ctx0" brushRef="#br0" timeOffset="-174851.3">21972 14873 186 0,'5'-7'292'0,"-5"7"-10"0,0 0-25 15,0 0-15-15,0 0-15 0,0-12-25 0,0 12-18 16,0 0-19-16,0 0-17 0,0 0-16 0,0 0-13 0,-9-3-13 16,9 3-10-16,-11-5-14 0,11 5-7 0,-17 0-7 15,6-2-11-15,11 2-8 0,-25 0-2 0,8 0-3 16,-2 0-8-16,2 0-2 0,-1-2-5 0,1-1-2 16,2 3-1-16,-6 0-3 0,9-1-2 0,-4 0 3 15,6 1 1-15,-4 0 3 0,14 0 1 0,-18-2 3 16,8-2-2-16,10 4 0 0,-8-2-2 0,8 2 1 15,-8-2 4-15,8 2 1 0,0 0 1 0,-10-3-2 16,10 3-4-16,0 0-2 0,0 0 0 0,0 0-6 16,0 0 1-16,0 0-8 0,0 0-2 0,0 0-1 15,-12 8 0-15,12-8-4 0,0 5 3 0,0-5-2 16,0 7-3-16,0 0 3 0,0-7 1 0,4 13-4 0,-4-11 2 16,1 12 3-16,-1-5-6 0,2 2-2 0,-2 1 2 15,3 1 1-15,2-3-1 0,-5 7 0 16,3 0 3-16,1 0-2 0,-4 0 4 0,5 1-1 0,-2-2-4 15,0 2 3-15,1 4-5 0,-3-1-3 0,3-2-2 16,-3 2 3-16,4 1 3 0,-5-2-9 0,4-1 4 16,-4 1-1-16,0-2 3 0,0 3-3 0,-4-3-1 15,1 3 5-15,1-1-4 0,1 1 3 0,-3-6 7 16,3 5-7-16,-6 0 4 0,7-2 5 0,-3-2 8 16,-2 1 6-16,5 0 0 0,-4-1 4 0,4 0 7 15,-3-1 12-15,3 1 4 0,-3-8-8 0,1 4 10 16,2 1-3-16,-3-6-1 0,1 3 3 0,2-1 1 0,-1-1 0 15,1-1-6-15,0 7 1 0,1-8 1 16,1 4 3-16,1-2 2 0,-1 0 0 0,1-1-1 16,-3-3 3-16,7 4 1 0,-6-4-5 0,-1-4 3 0,7 11-5 15,0-8 0-15,-7 3 0 0,6 0-1 0,-4 0-4 16,-2-6-7-16,7 6 3 0,-1-5-4 0,-4 4 0 16,-2-5-5-16,10 9 1 0,-5-8 0 0,-5-1-9 15,6 7 6-15,-6-7-3 0,9 2 0 0,-3 3-5 16,4-2-1-16,2 0 2 0,1-1-2 0,4-1-5 15,6 3-1-15,-3 0 1 0,11-4-11 0,4-4-25 16,11 3-26-16,2-2-46 0,0 2-57 0,3-6-56 16,-1 4-71-16,0-2-93 0,-2-2-404 0,1-3-837 15,-4 4 370-15</inkml:trace>
  <inkml:trace contextRef="#ctx0" brushRef="#br0" timeOffset="-172428.16">22192 15077 149 0,'0'0'329'0,"0"0"-8"0,0-6-11 0,0 6-9 0,-2-8-18 16,2 8-7-16,0 0-21 0,0 0-7 0,0 0-12 16,-1-8-22-16,1 8 2 0,0 0-21 15,0 0-14-15,0 0-19 0,0 0-9 0,0 0-19 0,0 0-11 16,3-5-12-16,-3 5-12 0,13-5-12 0,-6 5-11 16,-7 0-4-16,15-5-9 0,-7 5-6 0,2 0-2 15,-10 0-12-15,21 0-4 0,-12 3-1 0,4-3-5 16,-13 0-7-16,20 0-6 0,-10-3-9 0,-4 6 2 15,-6-3-12-15,15 5-7 0,-6-5-5 0,-9 0-6 16,8 4-2-16,-2-1 0 0,1 1-1 0,-7-4-8 16,3 10 9-16,-1-7-4 0,3 2 2 0,-5 0-7 15,0-5 6-15,-3 14 4 0,-1-8 0 0,1-2 1 0,-4 3 7 16,4 0-4-16,-4 2 6 0,-1-2-6 16,0-2 8-16,-2-1-2 0,5 4 0 0,-5-2-2 15,5-2 5-15,-3 0-1 0,0 0 2 0,3-1 2 0,-2 2-6 16,7-5 3-16,-8 3 2 0,8-3-1 0,-4 4 4 15,4-4 0-15,-6 6-5 0,6-6 3 0,0 0 5 16,0 0 5-16,13 10-9 0,-6-3 2 0,-1-3-1 16,3 2 3-16,2-3 0 0,-3 3-3 0,2 0 4 15,-1-2-6-15,2 4 3 0,-3-1-1 0,2 1 5 16,-3-4-11-16,3 6 4 0,-5-2-1 0,2 0 2 16,1 0-5-16,-2 0-1 0,-6 2 0 0,7-5 5 15,-7 3 0-15,0 4-1 0,0-8 2 0,0 3-4 16,-5 3 5-16,3-3 0 0,-4 1 1 0,3-1 2 15,-2 0 5-15,-2 0 2 0,-3-2 7 0,-2-1 1 16,4-1 10-16,-2-2 6 0,-1 2-3 0,-1 1 5 16,0-3 4-16,3 2-1 0,9-3-3 0,-20-3 2 0,10 3-8 15,-2-1 4-15,12 1-5 0,-15-4 0 16,9 3 0-16,6 1-7 0,-12-3-9 0,12 3-15 16,-12-4-24-16,7 1-49 0,5 3-41 0,-4-5-37 0,4 5-56 15,-7-3-63-15,7 3-74 0,0 0-292 0,0 0-692 16,0 0 307-16</inkml:trace>
  <inkml:trace contextRef="#ctx0" brushRef="#br0" timeOffset="-172115.69">22869 15495 230 0,'5'3'301'0,"-5"-3"-22"15,0 0-25-15,0 0-22 0,0 0-26 0,0 0-19 16,0 0-19-16,8 3-18 0,-8-3-15 0,0 0-14 16,0 0-13-16,-2 11-11 0,2-11-9 0,-3 8-9 15,0-3-7-15,-2 1-10 0,3 0-2 0,-4-1-9 16,-1 2-3-16,0 1-3 0,-1-6-4 0,1 8-6 15,1-5-6-15,-4 3-22 0,-2-4-24 0,6 1-30 16,-4 1-36-16,-3 2-43 0,6-7-52 0,-1 3-52 16,1-1-171-16,5 2-435 0,2-5 193 0</inkml:trace>
  <inkml:trace contextRef="#ctx0" brushRef="#br0" timeOffset="-171573.87">23367 15015 154 0,'0'0'316'0,"3"-7"-1"15,2 0-7-15,-3 3-8 0,-2 4-6 0,2-6-12 16,-2 6-26-16,3-5-21 0,-3 5-11 0,0 0-24 16,0 0-24-16,3-4-22 0,-3 4-13 0,0 0-16 15,0 0-18-15,0 0-6 0,0 0-16 0,4 21-4 0,-4-11-8 16,-4 1-3-16,8 1-13 0,-4 3-4 15,3 5-5-15,-3-7-2 0,0 7-4 0,0 1 9 16,0-2-19-16,0-3-3 0,0 4-3 0,0-1-1 0,5 1-3 16,-5-2-2-16,3-2 1 0,1 1-8 0,-4 1-12 15,3-7-25-15,-3 1-29 0,1-5-23 16,3 2-28-16,-4 2-36 0,1-4-44 0,-1-3-50 0,2 1-71 16,-2-5-256-16,8 9-607 0,-8-9 268 0</inkml:trace>
  <inkml:trace contextRef="#ctx0" brushRef="#br0" timeOffset="-170886.44">23685 14803 268 0,'-2'-11'334'0,"2"11"-16"16,-1-7-12-16,1 7-7 0,0-7-17 0,0 7-11 15,0-6-27-15,0 6-18 0,0 0-24 0,3-9-21 16,-3 9-14-16,7-5-22 0,-7 5-17 0,14-1-15 16,-5 0-9-16,-1 1-14 0,-8 0-1 0,23-2-20 15,-16 2-2-15,4-3-6 0,3 3-13 0,-6 3 2 16,3-1-3-16,-11-2-5 0,22-2 0 0,-14-1-8 16,7 3-4-16,-8-2 1 0,-7 2-7 0,13 0 0 15,-13 0-4-15,0 0 0 0,12 0-4 0,-12 0-5 0,10 2-2 16,-10-2-2-16,0 0-9 0,8 5 0 15,-8-5 1-15,0 0 2 0,6 7-3 0,-4-5-2 16,3 6 0-16,-3-3 8 0,-2 7-4 0,5 0 2 0,-4-3 1 16,1 7-9-16,5-1 6 0,-7 8 1 0,5-3-4 15,-4 7-1-15,6 0 3 0,-4 0-2 16,2 3-1-16,-3-2 5 0,3 3-1 0,0 1-1 16,-2 1 1-16,2 0 0 0,2 6-2 0,-6-6-2 0,1-5 2 15,6 2 2-15,-3 2-7 0,3-5 9 0,-3-3 12 16,-1-2-13-16,1 1-2 0,-2-7 7 0,0 4 2 15,1-5 26-15,1 0-3 0,-4 0 11 0,1-4-3 16,-2 1 0-16,3-5 14 0,-3 2 0 0,5-3 11 16,-5 1-1-16,0 0 1 0,0-7 2 0,0 8 3 15,0-8 6-15,0 10 3 0,0-10-1 0,0 0 0 16,0 5-4-16,0-5-4 0,0 0-3 0,-5 8-4 16,5-8-9-16,-11 1-1 0,2 1-5 0,9-2-6 15,-21 1-4-15,6-1-5 0,5 3-3 0,-8-1-14 16,0 0-26-16,-2-1-35 0,-2 2-43 0,6-3-53 15,1 6-51-15,-5-6-38 0,-2 3-48 0,4 0-69 16,2 0-74-16,2-3-270 0,1 1-748 0,6-1 331 0</inkml:trace>
  <inkml:trace contextRef="#ctx0" brushRef="#br0" timeOffset="-169635.06">25363 15087 306 0,'0'0'321'0,"0"0"-4"0,0 0-1 16,0 0 1-16,0 0-10 0,0 0 2 0,0 0-5 15,0 0-9-15,-1-10-9 0,1 10-8 0,0 0-12 16,0 0-20-16,0 0-8 0,0 0-15 0,0 0-16 16,0 0-12-16,0 0-16 0,0 0-16 0,0 0-10 0,0 0-17 15,0 0-16-15,0 0-8 0,0 0-3 0,0 0-16 16,0 0-13-16,0 0-7 0,0 0-6 16,-5-6-7-16,5 6-9 0,0 0-5 0,0 0-3 0,0 0-7 15,0 0-3-15,0 0-1 0,0 0-6 0,0 0-2 16,0 0-3-16,0 0-2 0,0 0-1 0,0 0-2 15,0 0-2-15,0 0-4 0,0 0 1 0,0 0 0 16,0 0-8-16,0 0 5 0,0 0-2 0,0 0-3 16,0 0-5-16,0 0 1 0,0 0-7 0,0 0 0 15,0 0-3-15,0 0-2 0,0 0-3 0,0 0 0 16,0 0-2-16,0 0 0 0,0 0-7 0,0 0 3 16,0 0-1-16,0 0 2 0,0 0 3 0,0 0 1 15,26 4 2-15,-26-4 1 0,8 2 5 0,-8-2 2 16,0 0-5-16,0 0 4 0,19 0-2 0,-19 0 3 15,0 0 0-15,8 0 1 0,-8 0 3 0,0 0 0 16,0 0-2-16,10 2 5 0,-10-2-5 0,0 0 4 0,0 0-2 16,0 0 6-16,0 0-4 0,0 0 1 0,0 0-1 15,0 0 0-15,0 0-1 0,0 0 2 0,0 0-1 16,0 0 3-16,0 0-2 0,11-1-1 0,-11 1 3 16,0 0-5-16,0 0 1 0,0 0-1 0,0 0 0 15,0 0 3-15,0 0-3 0,0 0 3 0,0 0-3 16,0 0 1-16,0 0-1 0,0 0-3 0,9 1-3 15,-9-1-4-15,16 3-5 0,-4-6 0 0,-1 6-6 16,8-3-1-16,-5 0-7 0,8 2-3 0,-4 1-3 16,7-4 0-16,-2 2-5 0,-3-2-1 0,2 2-8 15,1-1-4-15,-2 0 8 0,-3-1 10 0,1-1-6 16,-3 2-1-16,-3-5 0 0,-3 5-2 0,2-1-1 16,-4 0-3-16,-8 1-4 0,13 0-16 0,-13 0-9 15,9-5-26-15,-9 5-4 0,0 0-10 0,-4-8-4 16,4 8-7-16,0 0-9 0,-18-7-6 0,10 5-21 15,8 2-17-15,-22 2-24 0,11-2-23 0,11 0-29 0,-23 2-26 16,14-1-198-16,-2-1-522 0,-1 4 231 0</inkml:trace>
  <inkml:trace contextRef="#ctx0" brushRef="#br0" timeOffset="-169213.23">25602 14904 287 0,'6'-11'293'0,"-6"11"-10"0,0 0-19 16,0-7-23-16,0 7-23 0,0 0-25 0,0 0-19 16,0 0-22-16,0 0-16 0,0 0-15 0,0 0-8 15,0 0-15-15,0 0-10 0,2 29-8 0,-2-16-6 16,0 2 2-16,3 3 1 0,-3 2-3 0,0-3-5 15,0 3-5-15,2 10-10 0,-2-14 0 0,-2 11-5 16,2 0-10-16,0-7 2 0,2 5 1 0,-2-1-8 16,1-5-3-16,4 1 0 0,2 3-3 0,-5-7-7 0,6 1-16 15,-1-2-29-15,-1 0-39 0,2-5-50 0,-1 6-57 16,5-9-67-16,-1-1-263 0,-4 1-541 16,4-2 240-16</inkml:trace>
  <inkml:trace contextRef="#ctx0" brushRef="#br0" timeOffset="-168885.14">26158 14820 56 0,'0'-8'349'0,"0"8"-16"15,1-4-30-15,-1 4-24 0,0 0-31 0,0 0-27 16,2-5-23-16,-2 5-16 0,0 0-21 0,0 0-9 16,-3 24 0-16,3-14-5 0,1 6 0 0,1-3-12 15,-2 10 3-15,-2 1-7 0,1 2-11 0,2-3-5 0,-1 4-2 16,5 2-6-16,-8 1-9 0,6-1-6 16,4-1-18-16,-5 0 2 0,-1 4-6 0,1-5-9 15,1 0-9-15,1 0-1 0,-4-3-3 0,4 3-4 0,-2-7-23 16,3 1-29-16,-2-5-34 0,1 2-39 0,-1 2-48 15,-3-5-62-15,2-2-72 0,-2-2-93 0,3-3-212 16,-3 2-614-16,3-1 271 0</inkml:trace>
  <inkml:trace contextRef="#ctx0" brushRef="#br0" timeOffset="-167604.03">22139 16225 76 0,'0'0'211'0,"0"0"-20"0,0 0-13 0,0 0-9 0,0 0-16 16,0 0-13-16,0 0-11 0,0 0-11 0,0 0-8 15,0 0-3-15,0 0-5 0,0 0-7 0,-20-8-5 16,10 8-5-16,-3-2-5 0,-7 0-7 0,4-1-1 16,1 2-7-16,-5-3-1 0,0-1-2 0,2 3-2 15,-1 1-4-15,5-2-6 0,-5-2-2 0,3 4-3 16,3 1-7-16,-2-3 3 0,5 3-11 0,-3-3-1 0,6 2-3 16,7 1-2-16,-15-3-3 0,8-1-1 0,7 4-4 15,0 0-2-15,-10-1-3 0,10 1-1 0,0 0-2 16,0 0 0-16,0 0 3 0,0 0-5 0,-13 6 2 15,13-6-5-15,0 7 1 0,0-7 3 0,0 7-4 16,0-7-1-16,0 7 0 0,0-7 0 0,0 9 2 16,-6-1 9-16,6-1 4 0,-2 1 2 0,2-3 5 15,-2 3-5-15,2 2 4 0,0-2 2 0,0 1 0 16,2 8 4-16,-2-8 3 0,2 7-1 0,-2-1-2 16,0-1 4-16,0 3 1 0,6-2-3 0,-6 4 3 15,5-2 0-15,-3 5-5 0,-1-5-4 0,-1 9 3 16,0-8 7-16,5 7-11 0,-1-1-2 0,-1-4 1 15,-3 0-4-15,2 5-2 0,-2-6-4 0,1 1 5 0,-1-1 1 16,0 0-6-16,0 0 3 0,-1 5 3 16,-1-8 23-16,-1 2-7 0,3 2-2 0,-9-5 2 15,6 3 3-15,-2-5 5 0,-1 4 6 0,4-2 11 0,-5 1 1 16,7-1-9-16,-6-1 8 0,-3-1 2 0,9-5 5 16,-1 4-5-16,-4-2 2 0,3 2-6 0,-3-1 9 15,4-2-14-15,1 0-1 0,-4 0 0 0,4-3-7 16,0 1 3-16,4 0-2 0,-4 3 1 0,1-2 6 15,-1-1 5-15,0 3 6 0,0-2-2 0,5-4-4 16,-3 4-1-16,4-2 1 0,-6 0 1 0,7 0-7 16,-5-2 2-16,4 0-3 0,-6 1-3 0,5 2-4 15,-5-7-1-15,10 7-4 0,-10-7-4 0,0 1-3 16,8 4-6-16,-8 1-1 0,0-6-1 0,9 4-2 16,-9-4-1-16,3 5-1 0,-3-5-1 0,8 4-4 15,-8-4 0-15,14 2-1 0,-14-2 0 0,10 1 0 16,3-1-8-16,-7 4 4 0,6-3-1 0,1 1-7 0,4 3-4 15,3-3 1-15,8 4-26 0,5 0-18 0,-2-1-26 16,2-4-30-16,-1-1-56 0,3 0-45 16,1 0-45-16,7 0-58 0,0 0-71 0,3 0-386 0,-11-5-825 15,8-2 366-15</inkml:trace>
  <inkml:trace contextRef="#ctx0" brushRef="#br0" timeOffset="-164608.16">22362 16502 135 0,'7'-10'302'16,"-7"6"-7"-16,0 4 2 0,3-8-10 0,-3 3 3 0,0 5-10 16,2-7-2-16,-2 7-22 0,0 0-7 0,0 0-26 15,2-7-20-15,-2 7-15 0,0 0-24 0,0 0-20 16,0 0-17-16,0 0-12 0,0 0-9 0,0 0-17 15,0 0-7-15,0 0-11 0,0 21-6 0,0-11-5 16,0 1-11-16,3-2 2 0,-1 8-4 0,1-3-7 16,-3 4-4-16,3-1 2 0,1-2-2 0,-4 3-6 15,5 2-4-15,-2-4 3 0,-3-1-6 0,6 3 1 16,-4-3-12-16,3 2 11 0,0-2 8 0,-2 0-15 16,-3-5-4-16,7 2 2 0,-7 0-1 0,2-2-2 15,3 0-13-15,-4-1 8 0,-1-4 3 0,0 3 4 16,0-1-2-16,9 0-11 0,-9-7 3 0,0 8-6 15,0 0-20-15,0-8-18 0,0 4-23 0,0-4-20 0,0 0-18 16,6 5-24-16,-6-5-44 0,0 0-59 16,0 0-65-16,0 0-69 0,0 0-205 0,0 0-616 0,0 0 273 15</inkml:trace>
  <inkml:trace contextRef="#ctx0" brushRef="#br0" timeOffset="-163858.24">22813 16794 319 0,'0'0'318'0,"3"-5"-9"0,-3 5-11 0,0 0-8 0,0 0-25 16,3-6-21-16,-3 6-22 0,0 0-27 0,0 0-20 16,0 0-16-16,0 0-13 0,18 8-15 0,-18-8-18 15,9 6-8-15,-9-6-10 0,8 8-9 0,-1-7-10 16,-6 5-9-16,6 0-6 0,-2 0-3 0,-2 0-7 16,0 0-5-16,1-2-9 0,-4 4 0 0,5-4-13 15,-5 3 10-15,-5 5-8 0,5-7-5 0,-4-2 0 0,1 8-3 16,-5-3 3-16,1-5-29 0,-1 2-12 0,0 0-21 15,-6 1-19-15,6-3-25 0,-3 2-25 16,-4-2-33-16,5-2-41 0,-3 3-36 0,4-4-45 0,9 0-224 16,-15 5-530-16,15-5 235 0</inkml:trace>
  <inkml:trace contextRef="#ctx0" brushRef="#br0" timeOffset="-163192.05">23220 16512 233 0,'-5'-5'290'0,"5"5"-21"0,0 0-32 0,0 0-24 0,0 0-21 16,0 0-19-16,0 0-18 0,0 0-11 0,0 0-19 16,0 0-8-16,-10 15-6 0,5-8-11 0,3 0-5 15,-3 2-8-15,5 0-10 0,-1 0-5 0,-4-2-8 16,3 6-3-16,0-4-9 0,2 4-2 0,-5-6-7 15,5 7-1-15,7-2-6 0,-5-3 4 0,-2 2 1 16,6-3-9-16,1 0-3 0,1 3-3 0,-1-7-3 16,6 2-3-16,-3-1 2 0,2-4-1 0,4 3-5 15,-1-2 1-15,5-2 1 0,-4-2-5 0,-2 1 3 16,2-5-5-16,1-3 0 0,1 1-2 0,-6 4 1 16,6-10 0-16,-5 5-2 0,-1-6 16 0,-1 3 7 15,-1-4-2-15,-3 1 1 0,-1-3 9 0,-4 3 1 16,0 0 3-16,3-3 1 0,-10 0-5 0,3 6-4 15,0 0-1-15,-3 1-8 0,-3 1-2 0,2 0 5 16,-3 2-11-16,3 0-2 0,-6 4-1 0,2 1-2 0,-1 0-2 16,-4 3-16-16,3 0-18 0,12 0-16 0,-21 3-16 15,12 3-21-15,-1-1-25 0,0 5-32 16,2 0-35-16,5 1-48 0,-2-2-48 0,2 6-219 0,-1-3-521 16,4 3 231-16</inkml:trace>
  <inkml:trace contextRef="#ctx0" brushRef="#br0" timeOffset="-162832.71">23701 16585 197 0,'-1'-4'314'0,"1"4"-21"0,0 0-25 0,0 0-31 15,-4-4-20-15,4 4-18 0,0 0-24 0,0 0-17 16,0 0-17-16,0 0-17 0,0 0-12 0,0 0-6 0,0 0-14 16,0 0-8-16,0 0-8 0,-4 15-7 0,4-15-6 15,0 0-6-15,1 13-4 0,-1-13-3 0,5 3-7 16,-5-3-4-16,3 4 1 0,-3-4-5 0,0 0-2 16,4 5-2-16,-4-5 15 0,0 0 11 0,0 0 2 15,0 0 0-15,0 0-4 0,0 0 0 0,0 0-3 16,15-9 6-16,-14 1-6 0,1 1-4 0,-2 7-5 15,0-10-7-15,2 4-4 0,-2 6-3 0,-2-12-5 16,2 5-5-16,0 7-20 0,-2-7-13 0,1 1-26 16,1 6-27-16,-4-7-32 0,4 7-33 0,-8-4-43 15,8 4-50-15,0 0-56 0,0 0-219 0,0 0-540 16,0 0 239-16</inkml:trace>
  <inkml:trace contextRef="#ctx0" brushRef="#br0" timeOffset="-162457.75">23900 16438 88 0,'0'0'349'0,"-2"-5"-26"0,2 5-19 0,0 0-34 0,0-7-21 16,0 7-31-16,0 0-23 0,0 0-16 0,0 0-20 15,0 0-12-15,0 0-10 0,9 19-7 0,-4-15-6 16,-2 7-9-16,-3-3-11 0,7 4-7 0,-1-1-5 16,4 2-5-16,-3 2-14 0,3-3-2 0,-2 2-7 15,-1-2-6-15,1 4-7 0,0-4-10 0,-1 3 0 16,-4-4-5-16,4 1-6 0,-2-3 1 0,-2 1-4 16,0 1-3-16,1-2-1 0,-3 2-5 0,3-3 1 15,-3 0-6-15,-1 1 1 0,2-3 0 0,-4 2 1 16,2-8 2-16,-5 8-2 0,4-4 5 0,-6 0-10 15,0 0-3-15,7-4 7 0,-10 2-6 0,4 1-7 16,6-3 7-16,-17 3-1 0,6-3-7 0,11 0-10 0,-17 0-11 16,7-3-17-16,10 3-24 0,-18-2-17 0,10 2-16 15,8 0-30-15,-22-3-39 0,16-1-40 16,4 0-56-16,-5 0-254 0,1-3-555 0,-1 1 246 16</inkml:trace>
  <inkml:trace contextRef="#ctx0" brushRef="#br0" timeOffset="-162239.03">23915 16364 48 0,'7'-12'309'0,"-7"12"-10"16,0-9-20-16,5 7-8 0,1-1-9 0,-1-3-35 15,2 0-19-15,3 3-23 0,-5-2-18 0,5 1-19 16,-2-1-13-16,2 2-14 0,1 3-11 0,1-7-18 15,1 6-32-15,0 1-41 0,2-2-41 0,0 4-50 16,0-2-49-16,2 1-51 0,-6-2-64 0,-1 2-151 16,2-2-418-16,-1 1 186 0</inkml:trace>
  <inkml:trace contextRef="#ctx0" brushRef="#br0" timeOffset="-161692.21">24186 16132 240 0,'2'-5'279'0,"-2"5"-27"15,7-7-16-15,-7 7-21 0,21-1-19 0,-11 1-15 16,2 0-16-16,1-2-16 0,4 2-10 0,-3 0-6 15,8 0-11-15,-7 0-8 0,6-1-11 0,-6 2-4 16,-5-1-5-16,3 0-10 0,1 0-6 0,-3 0-3 16,-1 2-9-16,0-2-3 0,-10 0-7 0,15 5-8 0,-15-5-6 15,7 1-2-15,-7-1-7 0,8 2-4 16,-8-2-1-16,8 4-5 0,-5 4-2 0,1-4-2 16,-1 4-3-16,0-1-3 0,-3 1-1 0,0 4-3 0,2-2 11 15,-2 7-11-15,5-4-1 0,-10 5-2 0,10 0 1 16,-5 0-1-16,0 1-1 0,0 8 0 15,3-1-1-15,-3 1-1 0,0 0-1 0,0-2-4 16,0 2 6-16,0 0-1 0,0 3 1 0,0-3 0 0,0 0-4 16,0 0-1-16,0-3 4 0,0 2-3 0,0-5 2 15,0 0-5-15,0-1 6 0,2-3 0 0,-2 3 5 16,-2-2 13-16,-1-2 3 0,3-1 3 0,3 0-4 16,-3-4 3-16,0 1 8 0,0 0 1 0,0 0 2 15,0-8-1-15,0 7 3 0,0-2-8 0,0-3 12 16,0-2 2-16,0 4-3 0,0-8 5 0,0 9 1 15,0-9 4-15,0 6 4 0,0-6-3 0,-8 6 8 16,6 0 1-16,2-6-7 0,-13 3-2 0,5-2-1 16,0 3-12-16,-6-3-2 0,4 1 1 0,-3-2-6 0,-3 2-8 15,-1-2-33-15,-1 0-36 0,1 3-36 16,1-3-35-16,1 0-40 0,-3-3-42 0,-1 6-67 16,6-3-57-16,0 0-274 0,5 4-644 0,8-4 284 0</inkml:trace>
  <inkml:trace contextRef="#ctx0" brushRef="#br0" timeOffset="-160582.96">24827 15879 128 0,'0'0'195'0,"10"-6"-2"16,-10 6-25-16,6-1-11 0,-6 1-4 0,4-7-13 15,-4 7-9-15,0 0-9 0,0 0-12 0,11 0-9 16,-11 0-10-16,0 0 6 0,0 0-5 0,7 12-3 16,-7-12-1-16,5 10 3 0,-5-2-2 0,2 0 10 15,-2 1-11-15,0 5-2 0,-2 1 0 0,-3-7 0 16,3 9-1-16,2-7-4 0,-6 9 1 0,2 1-6 0,1 3 0 16,-4 4 0-16,6 0 3 0,-2 1-6 15,3 4-3-15,0-3-2 0,3 11 0 0,2-1-1 16,5 0 1-16,-4 5 0 0,3-3-4 0,-1 1-8 0,5 4 1 15,-5-7-1-15,6 4-16 0,-1-1-12 0,-3 0-3 16,-2 0-5-16,-1-5 2 0,6 5-1 0,-6-12-8 16,-6 2 2-16,8-3 0 0,-6-1-1 0,-2 0 0 15,1 4-4-15,3-3 4 0,-2-2 8 0,-1-3 4 16,-7-1 0-16,0-3 1 0,5-5 7 0,-2 4-7 16,2-2-6-16,-1-5 6 0,-2 2 2 0,-1-6 1 15,-1 6-1-15,4-2-3 0,-4-6-4 0,5 1-5 16,-2 1-3-16,2-1 1 0,0 0 4 0,0-7-4 15,-7 5-8-15,7-5 10 0,0 5-4 0,0-5 0 16,-1 6-11-16,1-6-4 0,0 0-10 0,0 0-24 16,0 0-19-16,0 0-14 0,0 6-20 0,0-6-36 15,0 0-61-15,0 0-76 0,0 0-74 0,0 0-249 0,0 0-633 16,16-15 280-16</inkml:trace>
  <inkml:trace contextRef="#ctx0" brushRef="#br0" timeOffset="-159503.42">25438 16485 168 0,'0'0'265'0,"0"0"-6"0,0 0-3 0,0 0-9 16,-5-3-2-16,5 3 0 0,0 0-6 0,0 0 4 16,0 0 1-16,0 0-8 0,0 0 4 0,0 0 2 15,0 0-1-15,0 0 2 0,0 0-10 0,0 0-1 16,0 0-4-16,0 0-4 0,-5-6 0 0,5 6-9 15,0 0-5-15,0 0-3 0,0 0-7 0,0 0-16 16,0 0-16-16,15-3-15 0,-15 3-12 0,18 0-19 16,2-1-9-16,-5-3-13 0,1 3-11 0,6-1-6 0,-6 1-8 15,6-2-12-15,-1 3-9 0,-4 0-4 0,3-1-4 16,-5-2-10-16,-1 3-7 0,1 0-9 16,0 0-13-16,-1 0-14 0,-5 0-10 0,-9 0-21 0,22 0-22 15,-14 0-20-15,-8 0-26 0,18 0-26 0,-8 3-29 16,-10-3-27-16,15 0-33 0,-8 0-23 0,-7 0-26 15,11 5-36-15,-7-3-52 0,-4-2-44 0,11 6-354 16,-4-6-817-16,-7 0 363 0</inkml:trace>
  <inkml:trace contextRef="#ctx0" brushRef="#br0" timeOffset="-159128.46">26139 16215 36 0,'0'-5'340'0,"0"5"-4"0,7-4-11 0,-4-1-12 0,-3 5-11 16,0 0-11-16,5-3-27 0,-5 3-23 0,0 0-26 15,0 0-21-15,0 0-19 0,0 0 1 0,0 0-34 16,0 0-18-16,0 0-7 0,2 19-8 0,-2-11 3 16,2 2-6-16,-4 0 2 0,2 7-3 0,-5-3-2 15,5 6-1-15,0 1 8 0,0 3-17 0,0 2-3 16,-2 1-4-16,-3 1 1 0,4-1-4 0,2 1 0 16,1 2-14-16,-2-3-4 0,8 0-4 0,-8 2-9 15,-3-2-1-15,3 0-7 0,3 0-2 0,-3-8-4 16,2 3-3-16,-4 1-8 0,-1-6-23 0,6 1-46 15,-6-2-44-15,6-5-55 0,-3 4-44 0,-3-3-59 16,3 1-57-16,0-2-103 0,-5-2-272 0,3 0-732 16,1 0 324-16</inkml:trace>
  <inkml:trace contextRef="#ctx0" brushRef="#br0" timeOffset="-154555.64">8312 11733 86 0,'0'0'145'16,"0"0"4"-16,0 0-4 0,0 0-4 0,0 0 0 15,0 0-7-15,0 0-8 0,0 0-7 0,0 0-10 0,0 0-7 16,0 0-11-16,0 0-8 0,0 0-8 0,0 0-12 16,0 0 0-16,0 0 2 0,0 0 4 0,0 0-3 15,0 0-5-15,0 20-2 0,-5-16-4 0,5 3-5 16,0-7-3-16,-2 12 0 0,2 0-4 0,2-4-1 15,-2 3-3-15,0 1-2 0,0-2 2 0,0 3-5 16,5 2 4-16,-5 1-6 0,2 0-3 0,-2-4-3 16,4 6 1-16,-2-3-4 0,-2 3-3 0,-2-1-1 15,4 0-2-15,-4-3 0 0,4 1-2 0,-4 1-2 16,4 0 0-16,-2-4-3 0,0 4-1 0,-2-5-1 16,2 0-2-16,0 3 3 0,-3-4-2 0,3 2 0 15,0-1-2-15,0-2 2 0,-1 6-3 0,1-3 0 0,-2 0 0 16,5-3-1-16,-3 0 1 0,3 2 0 15,-3-3-1-15,2 4 2 0,-2 2-3 0,2-8 1 16,-2 1-1-16,0 4 2 0,6 0-3 0,1-1 0 0,-4 0 4 16,2-3-2-16,-5 3-2 0,9-3-1 0,-8 1 4 15,4 3-2-15,0-4 0 0,-2 2 1 0,-1-2-1 16,3 1 0-16,0 1 6 0,-5-2-10 0,2 1 4 16,-2-1 1-16,3 3-2 0,-3-5 1 0,0 4 1 15,0-2-3-15,3 0 0 0,-6 1 0 0,6-1 0 16,-6 2 2-16,3 0-1 0,3 0 0 0,-3-3-1 15,-3 1 2-15,3 4 0 0,0-3-1 0,0-3 1 16,0 6 0-16,0-2-1 0,0-4-1 0,0 5 3 16,-3 0-3-16,3-2 3 0,0 0-1 0,0 2-4 0,-2-1 4 15,2-1 0-15,2 0-2 0,-2 3 7 16,3-2 16-16,-6 2-1 0,3-3-5 0,3 3 2 16,-3 0-6-16,0-3 1 0,0 1-3 0,0 1 0 0,0 0 1 15,0-1-3-15,0-1-1 0,3 2 2 0,-3 0-5 16,2-2 0-16,0 3-2 0,-4-3 2 0,4-1 2 15,-2 5-6-15,0-7 2 0,-2 3 2 0,2-8-4 16,-2 11 4-16,2-3-3 0,0 0 1 0,0-1-1 16,0 1 0-16,0-2-1 0,0 2 0 0,0-1-1 15,0 0 3-15,-3 0-5 0,3 0 4 0,0 1 1 16,0-1-4-16,0 2 0 0,-3-2 1 0,6 1-1 16,-6 0 3-16,6-1-1 0,-6 1-2 0,1-1 1 15,2 1-1-15,0 1-1 0,0-2 0 0,-3-1 2 16,3 4-1-16,3-2 4 0,-6 1-1 0,3-4-1 15,-2 7-1-15,2-4 2 0,-2 1-1 0,-1 3-1 0,3 1 5 16,-2-4 2-16,2 1 2 0,0 0 1 0,0 1-1 16,0 4-1-16,0-6 1 0,-3 3-2 15,0 0 1-15,3 3-1 0,0 3-1 0,0-5 2 0,0 2 1 16,-2-4-3-16,1 5-2 0,-3-1 3 0,3 2-3 16,-1 0 3-16,-5-1 4 0,7-7-5 0,0 8-2 15,-5 0 2-15,4 0 1 0,-1 1-3 0,-3-3 1 16,3 5-2-16,-4-1 0 0,6-1 2 0,-4 0 0 15,0 8-3-15,-3-3 2 0,7-1-3 0,-5 3 3 16,2-6 2-16,1 0 0 0,-3 0-4 0,3 1 2 16,-1 3-2-16,-2-3 4 0,0 7-2 0,3-8 0 15,-3 4-2-15,5 4 2 0,-6-7 2 0,3 5-7 16,-2-7 4-16,-2 8-1 0,5-1 2 0,-4-3-1 0,4 5-3 16,-3-7 2-16,3 4 4 0,-4-5-6 15,2 8 3-15,1-4 2 0,-3 4-1 0,4-4-5 16,-3-3 4-16,0 0 0 0,0 7 2 0,0-3-4 0,-3 3-1 15,8-2 0-15,-9-5-4 0,5 7-1 0,2-8-2 16,-1 8 10-16,-2 0-6 0,0-1 3 0,3-1 0 16,-5 1-2-16,4-2 0 0,1-5 2 0,-1 5 0 15,-4 1 3-15,7 2-3 0,-5 1 2 0,2-1 1 16,3-3 0-16,-1 2-3 0,-1-6 4 0,-1 7-2 16,-1 0 0-16,1 0 4 0,3 1-4 0,-3 0 2 15,3 2-1-15,-4 0 1 0,3-2-1 0,1 3 4 16,-2-6 3-16,0 4-2 0,-1 2 3 0,1 0-4 15,2 0 3-15,0 0-2 0,-5-1 2 0,5 2-4 16,-1-1 1-16,1-3-5 0,-2 12 0 0,2-11 1 16,-2 3 0-16,-3 1 3 0,5-3-2 0,0-2-2 15,0 6-2-15,-4-2 1 0,4-1 3 0,-2 0-3 0,2 2 11 16,0-3-11-16,-2 1-4 0,2 8 6 0,0 1-1 16,-1-11-3-16,1 13-3 0,-4 1 5 15,4-13-2-15,4 10 2 0,-8 1 2 0,4-13 4 0,0 14-7 16,0-3 0-16,-1 3 5 0,-1 0-8 0,2 2 4 15,-3-7 0-15,6 5-1 0,-6-9-2 0,3 10-1 16,0-4 4-16,0 3-3 0,0-1 1 0,-2-1 1 16,2-1-4-16,-2-4 3 0,2 3-2 0,0-9 3 15,-1 12-2-15,1-10-1 0,0 1 3 0,-4 7 2 16,3-6-4-16,1-1-1 0,-2-4 2 0,2 2 2 16,-2-2 5-16,2 4-9 0,-3-2 2 0,3 0-4 15,0-2 3-15,-2 2 1 0,-1 1-2 0,3-6 6 16,-3 7-5-16,1-4 3 0,-1-2-1 0,3-5 5 15,0 4-5-15,0 0 0 0,3-5-1 0,-3 6 3 16,-3-6 4-16,6 0-6 0,-6-2-1 0,3-2 0 16,0-1-2-16,-3-3 5 0,3 0 1 0,0-4-3 0,0-1-2 15,-4 1 3-15,4 0 3 0,-1-2-1 0,1-6-5 16,0 7-20-16,0-7-43 0,0 0-59 0,0 0-63 16,0 0-72-16,0 0-242 0,0-33-541 0,0 12 239 15</inkml:trace>
  <inkml:trace contextRef="#ctx0" brushRef="#br0" timeOffset="-133182.68">8337 12706 5 0,'0'0'92'0,"0"0"-10"0,0 0 1 0,0 0-7 16,0 0 1-16,0 0 6 0,0 0-5 0,0 0 2 15,0 0 4-15,0 0-1 0,0 0-3 16,0 0 1-16,0 0 4 0,0 0-3 0,0 0 0 0,0 0-5 16,0 0-8-16,0 0-6 0,0 0 0 0,0 0-9 15,0 0-4-15,0 0-1 0,0 0-6 0,0 0-6 16,0 0-3-16,0 0-4 0,0 0-4 0,0 0-3 15,0 0-2-15,0 0-4 0,0 0-3 0,0 0 1 16,0 0 1-16,0 0-3 0,0 0-2 0,0 0-3 16,0 0 2-16,0 0-3 0,0 0 6 0,0 0 7 15,0 0 3-15,0 0 7 0,0 0 4 0,0 0-3 16,0 0-3-16,0 0 4 0,0 0 3 0,0 0 0 0,0 0 2 16,0 0-4-16,0 0-2 0,0 0-3 0,0 0 3 15,0 0-6-15,0 0 1 0,0 0 5 16,0 0 3-16,0 0-2 0,0 0-3 0,0 0-2 0,0 0 4 15,0 0 4-15,0 0 1 0,0 0 4 0,0 0 8 16,0 0-5-16,0 0 1 0,0 0 0 0,0 0-7 16,0 0-4-16,29-1 0 0,-29 1-5 0,14 1 4 15,-14-1-8-15,20 0-2 0,-10 0-4 0,6 0-3 16,-3 0-1-16,7 2 0 0,0-1-7 0,0 3 2 16,1-3-2-16,9-1-1 0,0 2-1 0,0 2-1 15,0-3-3-15,-2 4-1 0,8 1 4 0,-8-5 0 16,2 1 0-16,0-1-1 0,-2 3 0 0,0-1 1 15,-1-2 0-15,-4 3-1 0,-3 0 2 0,3-4 5 16,-2 1 11-16,-6 2 7 0,5 1-4 0,-3-2 2 16,-4-1-4-16,-3 3-2 0,1-4 0 0,-1 0-5 0,-1 1 1 15,-9-1-7-15,14 0 4 0,-5 2-1 0,-9-2-4 16,10 1 1-16,-10-1-4 0,10 0 0 0,-10 0 1 16,8 1-1-16,-8-1 0 15,0 0-2-15,0 0 4 0,0 0-4 0,20 0 2 0,-20 0-3 16,0 0-1-16,6 3 2 0,-6-3 1 15,0 0 1-15,10 0 0 0,-10 0 8 0,0 0-10 16,9 2-2-16,-9-2 1 0,0 0 3 0,13-2 5 0,-13 2 5 16,11-3-5-16,-11 3 3 0,10 0-5 0,-10 0 3 15,15 0-3-15,-15 0 0 0,15 0-5 0,-15 0 0 16,17 0 2-16,-4 0-2 0,-3 3-1 0,1-6 2 16,3 3-3-16,-14 0 4 0,23 0-5 0,-10 0 1 15,-3 3 0-15,3-3 3 0,1 0 0 0,-5 0 0 16,3 0-1-16,-12 0-2 0,18 0 1 0,-9 2 3 15,-1-2-5-15,-8 0 3 0,15-2-2 0,-15 2 1 16,10-3 0-16,-10 3 1 0,0 0 3 0,13-1 12 16,-13 1-19-16,5-1 4 0,-5 1 2 0,0 0-2 15,6-3-3-15,-6 3-1 0,0 0 1 0,0 0 1 16,0 0-1-16,7-4-1 0,-7 4-14 0,0 0-18 16,0 0-19-16,0 0-23 0,-7-10-20 0,7 10-36 0,0 0-31 15,-9-5-34-15,4 0-44 0,5 5-229 0,-10-3-508 16,10 3 225-16</inkml:trace>
  <inkml:trace contextRef="#ctx0" brushRef="#br0" timeOffset="-132698.36">9369 12474 46 0,'4'-12'227'0,"-4"7"4"0,0-2-7 0,0 7-4 15,1-8-11-15,-1 8-6 0,2-7-8 16,1 4-13-16,-1-3-11 0,-2 6-13 0,0 0-11 16,2-6-12-16,-2 6-18 0,0 0-15 0,0 0-3 0,0 0-19 15,0 0-5-15,0 0-16 0,0 0-9 0,0 0-4 16,0 0-6-16,0 0-1 0,0 0-3 0,3 21-6 15,-3-12-6-15,2 0-2 0,-2 1-2 0,0-2 1 16,3 8-3-16,2-1 2 0,-5 4-7 0,5 0 0 16,-3 1-4-16,-1-1 1 0,1 8 1 0,3-3-1 15,-5 3 1-15,2-1 21 0,2 1-3 0,0 0-1 16,2 0-5-16,-6 0-2 0,4-2-2 0,-3-6 1 16,3 1-1-16,-1 6-4 0,-1-3-2 0,1-6 0 15,-3 1-7-15,0-2 5 0,3 3-2 0,-1-4 6 16,0-5-6-16,1 7-2 0,-1-4-1 0,-2-6 2 15,3 4 1-15,-1-2-6 0,-1-5 2 0,-1 7 1 16,2-5-3-16,1 0 7 0,-1-2-5 0,-1-1 3 0,-1-3-6 16,2 9 3-16,-2-9-2 0,3 7 2 15,-3-7-1-15,2 4 4 0,-2-4-6 0,0 0-14 16,0 0-22-16,10 2-23 0,-10-2-39 0,0 0-28 0,13-8-50 16,-4 3-38-16,-6-4-42 0,0 5-204 0,-1-3-494 15,1-1 219-15</inkml:trace>
  <inkml:trace contextRef="#ctx0" brushRef="#br0" timeOffset="-131589.1">9424 12344 18 0,'0'0'191'0,"0"0"-2"0,0-8-5 0,0 8-6 16,0 0-8-16,0 0-4 0,0 0-12 0,0 0-14 15,0 0-13-15,0 0-14 0,0 0-13 0,0 0-8 16,0-9-8-16,0 9-11 0,0 0-5 0,0 0-11 16,0 0-5-16,0 0-5 0,0 0-6 0,0 0-1 15,27 9-5-15,-17-9-4 0,-10 0-3 0,18 8-2 16,-5-7-3-16,4 3-1 0,1-4-2 0,0 2-3 16,3 4 0-16,-4-3-3 0,9 1 0 0,-4-2-1 15,6 4-2-15,-6-2 1 0,-2-2-4 0,-1 1-1 16,1-3 1-16,-3 4 1 0,-1-4-2 0,-2 2-1 15,-4-5-2-15,-1 4 1 0,1 1 1 0,-10-2-4 0,14 1 1 16,-14-1 0-16,10 4 1 0,-10-4-1 0,0 0 1 16,11 1-2-16,-11-1 0 0,0 0 0 15,10 3 1-15,-10-3-3 0,0 0 3 0,0 0-2 0,5 2 2 16,-5-2-1-16,0 0-3 0,0 0-2 0,0 0 3 16,0 0 1-16,0 0-2 0,0 0 1 0,0 0 1 15,0 0 0-15,0 0-1 0,0 0 0 0,0 0 0 16,0 0-3-16,0 0 4 0,0 0-6 0,0 0 5 15,0 0-6-15,0 0 2 0,17 0 8 0,-17 0-1 16,0 2 0-16,0-2-1 0,10 3-2 0,-10-3 1 16,4 5-2-16,-4-5 0 0,7 3 0 0,-7-3 1 15,5 4-1-15,-5-4 2 0,3 8-2 0,-3-8-5 16,0 0 4-16,0 0 2 0,2 3-3 0,-2-3 1 0,0 0-4 16,0 0 3-16,0 0 0 0,0 0-2 15,0 0 3-15,0 0 1 0,0 0 1 0,7 4-3 16,-7-4-1-16,0 0 0 0,0 0 1 0,0 0 2 0,0 0-8 15,-7 9 6-15,7-9 0 0,-2 7 2 0,2-7 2 16,0 8-10-16,-3-3 10 0,0 1 0 0,1-2-3 16,2 4 4-16,0 3 2 0,-5-4 4 0,3 3 14 15,2 4 0-15,-3-5-1 0,2 10-2 0,1-7-1 16,-5 6 1-16,5-1-2 0,-4 1-3 0,3 2-3 16,1 0 0-16,-5 0 1 0,5-1-3 0,0 3 0 15,0-3-1-15,0 1 0 0,0-2 1 0,0 2-2 16,5 6 4-16,-5-9 1 0,0 2 2 0,0-1 14 15,0-1 2-15,0-1 2 0,1-1-2 0,8 0-3 16,-9-3-3-16,1-1-2 0,2 1 0 0,-3-4-1 16,2 0-4-16,3 1 6 0,-5-2-4 0,0-2 2 15,0 1 3-15,0-6 2 0,2 16 4 0,1-14-2 0,-3-2 2 16,0 0 3-16,0 8 2 0,3-7-3 0,-3-1-1 16,0 0-5-16,0 0-1 0,0 0-4 15,0 0-4-15,0 0 1 0,0 0-1 0,0 0-3 0,0 9-2 16,0-9-1-16,0 0-3 0,0 0 2 0,0 0-2 15,0 0 0-15,0 0 1 0,0 0 1 0,0 0-3 16,-3 7-2-16,3-7 2 0,0 0-2 0,0 0 4 16,-10 5-2-16,10-5 18 0,-5 3 10 0,5-3 5 15,0 0 3-15,-16 0 2 0,16 0 3 0,-17 2 0 16,17-2 0-16,-16-2-7 0,2 2 2 0,1-3-5 16,3 3 0-16,-6 0-7 0,-3-2 0 0,3 4-2 15,-4-4-11-15,8 1 2 0,-1 1-4 0,2-2-4 16,-9 2 3-16,1 0-3 0,10 2 2 0,-11-2-3 15,8 0-7-15,2 1 0 0,-1 4-9 0,-1-3-18 16,12-2-19-16,-20 1-15 0,12 0-14 0,0 2-7 16,-2 4-14-16,5-5-18 0,-2 3-24 0,7-5-20 0,-15 6-34 15,12-3-23-15,3-3-32 0,-3 8-22 0,3-8-193 16,-2 5-495-16,2-5 219 0</inkml:trace>
  <inkml:trace contextRef="#ctx0" brushRef="#br0" timeOffset="-131136.02">9631 13096 49 0,'0'-7'258'0,"0"7"-3"0,0 0-7 0,0 0-7 15,0 0-11-15,2-8-11 0,-2 8-16 0,0 0-12 16,0 0-19-16,0 0-16 0,0 0-17 0,0 0-14 16,0 0-13-16,0 0-19 0,0 0-4 0,0 0-15 15,0 0-5-15,0 0-8 0,0 0-8 0,0 0-6 16,-9 24-5-16,9-13-2 0,0 0-2 0,0-1-7 15,-3 0-1-15,1 5-4 0,2 2-1 0,0 2-3 16,0-2-4-16,0 3 4 0,0-1-5 0,2 2 6 16,1 3 16-16,-1-2-6 0,3-7-7 0,-3 7 3 15,-2-3-7-15,5-2-2 0,-5 0 0 0,1 0 0 16,-1 0-4-16,2-2-1 0,-4-7 4 0,4 6-4 16,3-4-5-16,-5-2-1 0,0-2 1 0,2 3 2 15,-2-6-1-15,0-3-2 0,0 8 0 0,0-8-2 0,0 4-25 16,0-4-35-16,0 0-39 0,0 0-41 15,0 0-43-15,0 0-43 0,0 0-58 0,-9-18-191 16,3 12-505-16,6 0 225 0</inkml:trace>
  <inkml:trace contextRef="#ctx0" brushRef="#br0" timeOffset="-130868.91">9868 13467 146 0,'0'0'209'0,"0"0"-15"15,0 0-18-15,0 0-12 0,0 0 4 0,0 0-10 16,0 0-15-16,-23 8-14 0,16-3-4 0,0 0-1 16,-1 4-11-16,0-1-11 0,-1-1-9 0,-4 2-9 0,5 3-8 15,-4-3-7-15,1 1-11 0,-2 4-1 0,-2-4-5 16,1 2-4-16,6-4-5 0,-3 2-3 15,1-1-4-15,-4 2-6 0,6-2-15 0,1-3-38 0,-1 2-33 16,2-4-40-16,-1-3-53 0,7-1-58 0,-8 0-147 16,8 0-383-16,0 0 170 0</inkml:trace>
  <inkml:trace contextRef="#ctx0" brushRef="#br0" timeOffset="-130712.68">9417 13446 99 0,'0'0'200'0,"0"0"-21"0,0 0-10 0,-14 0 3 0,14 0-8 16,0 0-2-16,-7 7 0 0,7-7-5 0,0 0-14 16,5 14-14-16,-2-8-10 0,4 1-11 0,-1 5-8 15,4-1-12-15,2 1-7 0,3 0-10 0,0 3-51 16,3 0-60-16,2 0-87 0,-4-2-233 0,3 5-389 16,-3-2 172-16</inkml:trace>
  <inkml:trace contextRef="#ctx0" brushRef="#br0" timeOffset="-129671.49">8102 16317 188 0,'0'0'222'0,"-9"-1"-3"0,9 1-1 15,-8-7-3-15,8 7-3 0,0 0-6 0,-7-3-11 16,7 3-10-16,0 0-15 0,0 0-5 0,0 0-15 16,0 0-11-16,0 0-9 0,0 0-20 0,0 0-7 15,0 0-11-15,0 0-7 0,0 0-7 0,0 0-7 16,0 0 8-16,0 0 22 0,0 0 8 0,35 5 10 15,-17 1-9-15,11 0-8 0,2-3-3 0,17 8-7 16,5-7-3-16,7 0-6 0,2 3-4 0,20 1-8 16,2 3-10-16,-3-10 1 0,-18 7-11 0,0-5-1 15,1 1-7-15,3 0-6 0,-8-1-1 0,6-2-5 16,-7 2-2-16,-4-3-6 0,-2 0 4 0,-8 0-8 16,-7 0 2-16,-3-3-4 0,-5 3 2 0,-6 0-5 15,-5-1 2-15,2-1-3 0,-4 2-3 0,-7-1 2 0,2-3-7 16,-2 4 3-16,-9 0 1 0,14-1-3 0,-14 1-1 15,14 0 1-15,-14 0 0 0,0 0-6 0,13 0 2 16,-13 0 1-16,0 0-1 0,0 0 4 0,10-2-9 16,-10 2 4-16,0 0-1 0,0 0-6 0,0 0-7 15,0 0-12-15,0 0-9 0,8 0-22 0,-8 0-4 16,0 0-16-16,0 0-14 0,0 0-15 0,0 0-20 16,0 0-25-16,0 0-28 0,0 0-33 0,0 0-61 15,0 0-53-15,0 0-210 0,0 0-579 0,15-1 256 0</inkml:trace>
  <inkml:trace contextRef="#ctx0" brushRef="#br0" timeOffset="-129171.54">9744 15957 75 0,'0'0'225'0,"0"0"-7"0,0 0-13 0,0 0-9 16,0 0-15-16,0 0-16 0,0 0-17 0,0 0-17 15,0 0-10-15,0 0-8 0,-15 12 10 0,13-5-6 16,2 2-7-16,-2 2 3 0,-3 4-4 0,4 1-7 16,-1 4 1-16,-3 7-3 0,5-3-10 0,-7 5-11 15,7 2-2-15,-8 11-8 0,2-5-7 0,6-5-3 16,-7 1-3-16,7-2-8 0,-3 3-4 0,-4-3-1 0,2-1-8 15,5 2 1-15,0-7-2 0,0 2-7 16,-7-1-2-16,7-3-1 0,0-6-4 0,-1-2 2 16,1 3-3-16,0-6 0 0,0-1-2 0,-2-3 0 0,2 1-2 15,0-2 1-15,0-3 2 0,0-4-3 0,2 9 3 16,-2-9-5-16,0 0-27 0,0 0-35 0,0 0-49 16,30-13-55-16,-20 5-71 0,1-7-64 0,-3 3-187 15,1-6-514-15,2-3 228 0</inkml:trace>
  <inkml:trace contextRef="#ctx0" brushRef="#br0" timeOffset="-128421.62">9580 15992 21 0,'1'-7'248'0,"-1"7"-21"0,2-7-20 0,-2 7-19 15,13-2-14-15,-4 1-12 0,-9 1-21 0,19 0-14 16,-2 0-12-16,4 0-10 0,13 1-12 0,-10 4-4 15,11-1-8-15,-5 4-10 0,1-5-6 0,-1 1-9 16,2 1-6-16,2 1-4 0,-4 0-6 0,2-1-4 16,-6-4-2-16,4 3-4 0,-9-2-1 0,1 0-3 15,-1 4-2-15,-4-6-3 0,0 0-2 0,-3 0 4 16,0-2-5-16,-3-1-2 0,-11 3 2 0,17-1 20 16,-9 1 8-16,0-2 4 0,-8 2 0 0,0 0 1 15,15 0-3-15,-15 0-4 0,9-2-1 0,-9 2-7 0,0 0 0 16,0 0-7-16,13 0-4 0,-13 0-5 0,0 0-3 15,0 0 1-15,0 0-10 0,0 0-1 16,3 5-1-16,-3-5-1 0,0 6-2 0,0-6 0 0,3 11-2 16,-6-4 1-16,6-4-1 0,-3 7 2 0,0-2 2 15,0 5-6-15,4-5 2 0,-3 11-2 0,3-8 0 16,-1 8 2-16,0 0-4 0,-1 0 5 0,3 1 0 16,0-1-1-16,0 1-2 0,0 3-2 0,1 1 4 15,-2 1 4-15,2-3-5 0,1 4 1 0,1-3-2 16,-1-3 4-16,0-1-4 0,-3 1 6 0,-2-1-3 15,6-2 0-15,-3 1-2 0,-3-2 3 0,6-1-3 16,-3-1 1-16,-3-2 0 0,-2 0 0 0,7-3-1 16,-7 1 6-16,1-2 8 0,-1 0 6 0,0-2 8 15,0-1 5-15,0 3 7 0,7-5 7 0,-7-3 24 16,0 8 5-16,0-8 20 0,0 0 10 0,0 0 10 16,0 0 0-16,0 0 5 0,-7 4-21 0,7-4-4 15,-15 0-12-15,15 0-12 0,0 0 6 0,-29-4-24 0,15 2 0 16,-1 1-9-16,-1 1-2 0,-6 0-5 15,-3 1-5-15,-1-1-4 0,-4 2-3 0,4-1-3 16,-6 2 1-16,1 1-2 0,8 1 6 0,-4-1-12 0,4-1-4 16,1 4 1-16,3-5-2 0,2 1-3 0,-4 5-18 15,11-4-22-15,-4-2-33 0,6-1-43 0,-2 4-15 16,0-3-22-16,10-2-21 0,-6 1-41 0,6-1-75 16,0 0-89-16,0 0-214 0,0-12-632 0,0 1 279 15</inkml:trace>
  <inkml:trace contextRef="#ctx0" brushRef="#br0" timeOffset="-127468.6">9974 15992 67 0,'0'0'217'0,"0"0"-5"0,-10-14-1 16,10 14 2-16,0 0-10 0,0-8-12 0,0 8 3 15,0 0-8-15,0-9-7 0,0 9-5 0,6-12 0 16,-6 5 6-16,0-1-4 0,0 1-6 0,4-1-3 15,-4 0-12-15,3-4 10 0,-3-3-2 0,0 1 3 16,2 0 1-16,-2-5-6 0,0 0-3 0,0 3-1 16,0-2-10-16,0 2-5 0,0 0-11 0,5-6-10 15,-5 3-12-15,1-5-15 0,-1 4-6 0,0 0-2 0,2 3-17 16,4-1-6-16,-6-1-6 0,5 4-5 0,-3-5-8 16,-2 6-3-16,7 2-4 0,-7 4-3 15,1-1-3-15,-1-2-6 0,5 0 1 0,-5 6-2 16,2-3-6-16,-2 8-1 0,0-11-3 0,0 8-1 0,0 3-2 15,7-5 1-15,-7 5-4 0,0-7 3 0,0 7-4 16,0 0 2-16,0 0-4 0,0 0 0 0,0 0 2 16,0-7-2-16,0 7-4 0,0 0 7 0,0 0-6 15,0 0 2-15,0 0-3 0,0 0 2 0,0 0-7 16,1-6 6-16,-1 6-1 0,0 0 3 0,0 0-2 16,0 0-1-16,0 0 0 0,0 0-5 0,0 0 6 15,0 0-1-15,0 0-2 0,0 0-1 0,0 0 2 16,0 0-2-16,0 0-1 0,0 0 0 0,0 0-14 15,0 0-5-15,0 0-10 0,0 0-7 0,0 0-11 16,0 0-16-16,0 0 2 0,0 0-5 0,0 0 9 16,0 0 5-16,-15 17 2 0,14-13 8 0,-8 0 6 15,4 1 2-15,-3 1 4 0,2 2 2 0,1-4-6 0,-5 2 0 16,3 0 11-16,-1-3 3 0,1 5 3 0,-1-4-1 16,0 0 0-16,-4 0-8 0,7 0 1 15,-5-1-11-15,5-2-1 0,5-1-3 0,-11 8 7 0,6-6 5 16,5-2 4-16,-12 2 0 0,12-2 10 0,0 0 6 15,-12 0 0-15,12 0 4 0,0 0 4 0,0 0-4 16,0 0 0-16,0 0 2 0,14-20 0 0,-4 12 5 16,-5 0 0-16,5-2-1 0,-6 4 14 0,8-5-14 15,0-1 10-15,-4 5 11 0,5-2 3 0,-6 0 12 16,1 3 13-16,-1-1 4 0,-1 0 6 0,3 2 1 16,-3-2 1-16,1 2-4 0,-6 3-1 0,6-3-10 15,-7 5-3-15,7-4-9 0,-7 4-8 0,0 0-1 16,6-3-4-16,-6 3-7 0,0 0 1 0,15 11-2 15,-8-7 2-15,1 7-2 0,0 1-1 0,7-1-16 16,0 5-12-16,2 2-26 0,4 1-32 0,-1 1-36 16,-2 0-34-16,7 0-48 0,-7 3-61 0,4-8-91 15,-7 4-335-15,0-10-735 0,3 7 325 0</inkml:trace>
  <inkml:trace contextRef="#ctx0" brushRef="#br0" timeOffset="-124217.4">9897 12851 31 0,'12'-17'164'0,"-12"17"-20"0,3-8-10 0,-3 8-19 0,0 0-7 15,7-1-11-15,-7 1-12 0,0 0-9 0,15 0-18 16,-15 0-14-16,15 0-25 0,-7-1-19 0,-8 1-19 16,0 0-26-16,17 0-11 0,-17 0-24 0,11 1-67 15,-11-1-157-15,8 0 70 0</inkml:trace>
  <inkml:trace contextRef="#ctx0" brushRef="#br0" timeOffset="-124045.54">10161 12829 92 0,'0'0'124'0,"0"0"-11"0,0 0-12 0,6-4-19 16,-6 4-20-16,0 0-28 0,9-1-36 0,-9 1-39 15,14 0-54-15,-14 0-102 0,17 1 46 16</inkml:trace>
  <inkml:trace contextRef="#ctx0" brushRef="#br0" timeOffset="-123858.08">10510 12825 168 0,'0'-6'216'0,"0"6"-18"16,5-5-23-16,-5 5-14 0,0-5-15 0,0 5-18 15,5-7-14-15,-5 7-27 0,0 0-39 0,11-3-33 16,-11 3-47-16,15 5-28 0,-3 0-45 0,-2-4-106 16,1 3-226-16,-1-1 100 0</inkml:trace>
  <inkml:trace contextRef="#ctx0" brushRef="#br0" timeOffset="-123701.83">10780 12852 178 0,'-2'-8'196'0,"2"8"-6"0,0-7-8 16,0 7-21-16,0-8-16 0,0 8-13 0,0 0-16 16,2-4-10-16,-2 4-20 0,0 0-34 0,0 0-31 15,0 0-51-15,0 0-40 0,0 0-47 0,0 0-108 16,0 0-244-16,0 0 108 0</inkml:trace>
  <inkml:trace contextRef="#ctx0" brushRef="#br0" timeOffset="-123358.12">10171 12780 182 0,'0'0'221'0,"0"0"-5"0,0 0-5 0,-2-8-8 15,2 8-16-15,0 0-15 0,0 0-16 0,0 0-16 16,0 0-15-16,-2-4-14 0,2 4-13 0,0 0-12 15,0 0-5-15,0 0-13 0,0 0-5 0,0 0-17 16,0 0-32-16,32 12-38 0,-24-5-40 0,15-4-44 16,-6 4-47-16,3-2-184 0,1 2-366 0,9 3 163 15</inkml:trace>
  <inkml:trace contextRef="#ctx0" brushRef="#br0" timeOffset="-123186.27">10816 12876 77 0,'15'-4'51'0,"-15"4"-42"16,15 1-33-16,-15-1-24 0,18 6 12 0</inkml:trace>
  <inkml:trace contextRef="#ctx0" brushRef="#br0" timeOffset="-123014.41">11260 12906 212 0,'0'0'305'0,"0"-7"-13"16,0 7-22-16,1-8-4 0,-1 8-33 0,5-6-26 15,-5 6-16-15,2-7-24 0,-2 7-19 16,0 0-17-16,0 0-33 0,0 0-42 0,0 0-43 0,0 0-51 15,0 0-67-15,18 9-72 0,-13-4-202 0,0 3-409 16,-5-1 181-16</inkml:trace>
  <inkml:trace contextRef="#ctx0" brushRef="#br0" timeOffset="-122280.11">9684 16395 182 0,'0'0'337'0,"-3"-9"-7"0,-1 6-9 16,4 3-16-16,0 0-21 0,-1-8-11 0,1 8-25 0,0 0-16 15,0 0-25-15,0-8-25 0,0 8-23 0,0 0-12 16,0 0-10-16,0 0-22 0,8-2-13 0,-8 2-6 16,0 0-23-16,21 3-1 0,-7 1-34 0,2-1-27 15,-1-1-29-15,7 4-37 0,-1 2-48 0,9-4-58 16,-5 5-67-16,10-3-70 0,-6-3-200 0,8 3-540 15,-2-2 239-15</inkml:trace>
  <inkml:trace contextRef="#ctx0" brushRef="#br0" timeOffset="-122092.64">10425 16437 301 0,'0'0'284'0,"0"0"-20"0,2-9-29 0,-2 9-16 15,5-5-25-15,-5 5-19 0,0 0-17 16,8-2-17-16,-8 2-17 0,10-2-26 0,-10 2-38 16,19 0-45-16,-10 0-56 0,1 2-58 0,10-1-52 0,-3 3-179 15,1-2-357-15,4 3 159 0</inkml:trace>
  <inkml:trace contextRef="#ctx0" brushRef="#br0" timeOffset="-121936.4">10944 16530 32 0,'0'0'264'0,"0"0"-2"0,0 0-10 0,0 0-16 16,0 0-18-16,0 0-24 0,0 0-17 0,0 0-19 15,0 0-17-15,0 0-19 0,6 1-29 0,-6-1-33 16,8 3-45-16,-1 1-63 0,1-3-82 0,6 3-211 16,0 2-370-16,3 1 163 0</inkml:trace>
  <inkml:trace contextRef="#ctx0" brushRef="#br0" timeOffset="-121764.54">11404 16654 52 0,'0'0'351'0,"3"-10"7"0,-3 10 5 16,0-6-6-16,0 6-11 0,0 0-20 0,0-11-15 16,0 11-22-16,0-4-26 0,0 4-33 0,0 0-11 15,0-8-26-15,0 8-22 0,0 0-32 0,0 0-36 16,0 0-56-16,0 0-59 0,0 0-59 0,0 0-66 15,0 0-80-15,0 0-91 0,0 0-255 0,0 0-609 16,-15-3 270-16</inkml:trace>
  <inkml:trace contextRef="#ctx0" brushRef="#br0" timeOffset="-116999.43">9229 11798 95 0,'-2'-7'322'15,"2"-1"-1"-15,0 0-7 0,0 2-15 0,0-3 5 16,-5-2-4-16,10 8-21 0,-5-7-2 0,2 4-12 15,4-2-15-15,-6 4-14 0,0 4-20 0,7-11-10 16,1 6-27-16,-3-2-22 0,-3 3-19 0,8 0-5 16,-4-3-19-16,6 6-17 0,-4-3-4 0,6 2-7 15,-4 2-17-15,4 2-6 0,1-2-8 0,4 1-8 0,-5 3-4 16,3 3 1-16,-9-3-13 0,7 0 1 16,-3 3-18-16,3 3-14 0,-7-4-8 0,0 2-12 15,0 0-14-15,-1 3-4 0,1-3-5 0,-1 2-3 0,-2 0-1 16,0 1-3-16,-5 1 20 0,5-1-15 0,-5-3 6 15,-7 2-1-15,6 0 6 0,-4-1 2 0,3 0-2 16,-5 0 11-16,1-5 0 0,4 4 4 0,-5-2 1 16,7-6 2-16,-3 6 2 0,0 0 10 0,1-2-2 15,2-4 9-15,0 0 0 0,0 0-3 0,0 0 1 16,0 0 1-16,0 0-2 0,0 0 7 0,0 0-2 16,25-18 12-16,-15 11-17 0,2 0 1 0,-4-5 3 15,5-1-1-15,2 4 3 0,0-4-6 0,0-1 3 16,0 1 2-16,0-1-2 0,1 2 2 0,-4-3 4 15,1 7 8-15,-5-6 13 0,0 5 9 0,-1-2 8 16,0 4 9-16,1-1-1 0,-1 3 0 0,-1 1-6 16,-2-3-5-16,-4 7-3 0,4-8-7 0,3 7-11 0,-7 1-3 15,5-6 0-15,-5 6-12 0,0 0 2 16,0 0-6-16,0 0 0 0,0 0 8 0,0 0-16 16,0 0 7-16,-12 24-1 0,11-15 1 0,-2 0 3 0,-2 6-7 15,0-3-1-15,-2 4-11 0,7-2-12 0,0 2-8 16,5 1-20-16,-3-2-9 0,3 3-8 0,0 0-19 15,6-3-22-15,-3 0-25 0,7 3-34 0,-1-6-36 16,2-1-58-16,-3-1-49 0,6-4-275 0,-6-2-636 16,0 1 282-16</inkml:trace>
  <inkml:trace contextRef="#ctx0" brushRef="#br0" timeOffset="-116796.33">9957 11749 265 0,'0'0'348'0,"0"-4"-9"16,0 4-16-16,0 0-26 0,7-9-25 0,-7 9-22 0,0 0-30 16,0 0-27-16,0 0-21 0,0 0-18 0,0 0-14 15,0 0-13-15,6 17-16 0,-6-6-10 0,0 0-15 16,4 5-4-16,-4 0-7 0,3 3-12 0,-1 5-19 16,3-5-38-16,-4 10-45 0,-1 1-54 0,2-3-84 15,3 4-104-15,-4-2-232 0,-2 3-556 0,-4-2 246 16</inkml:trace>
  <inkml:trace contextRef="#ctx0" brushRef="#br0" timeOffset="-115562.08">9287 17158 171 0,'5'-12'315'0,"-4"-1"-7"0,1 2-18 0,3 4-9 16,-5-5-23-16,2 4-12 0,-2 1-9 0,5-2 8 16,-4 2-40-16,-1-1 1 0,7 2-40 0,-5 3-17 0,-2 3-13 15,6-9-20-15,-1 8-8 0,-5 1-16 16,10-4-12-16,-10 4-5 0,0 0-7 0,20 8-7 15,-12-4-11-15,0 4-3 0,1-4-13 0,-3 4-2 0,1 4-7 16,1-5-11-16,-1 4 0 0,-2 2-3 0,-4 1-5 16,3 2-6-16,-4 3 0 0,3-6-3 0,-6 2 0 15,1 0 0-15,-1-1-2 0,-2 0 4 0,0 0-4 16,2-3 0-16,-4-1 4 0,0 0-4 0,4-2 3 16,-4 1-2-16,-3-2 1 0,7 0-3 0,-3 1 2 15,4-4 4-15,-3 1 2 0,2-2 3 0,3-3-1 16,-4 7 2-16,4-7 4 0,0 0-1 0,0 0-4 15,0 0 4-15,0 0-6 0,0 0 0 0,14-17 8 16,-6 7-3-16,5 1-6 0,-3-5-1 0,3 1 2 16,2-1 2-16,0 2 3 0,0-3 1 0,-2 2 8 15,2-2 6-15,-5-4 20 0,3 8 12 0,-1-5-5 16,-7 5 25-16,8 0 1 0,-3-1 6 0,-7 3 19 0,2 3-1 16,-1-3 6-16,2 3-3 0,-6 0-18 15,2 3-5-15,-2 3-4 0,6-11-18 0,-6 7-7 16,0 4-10-16,0 0-9 0,0 0-4 0,0 0-6 0,0 0 0 15,0 0-4-15,0 0-3 0,-14 15 0 0,10-6-3 16,-1 5-15-16,-1-6-23 0,-1 11-14 0,0-6-24 16,-1 5-27-16,5 0-23 0,0 0-13 0,-6-3-11 15,6 0-11-15,0 1-28 0,3 4-35 0,3-1-47 16,0-4-51-16,4 2-67 0,-2-4-190 0,0 4-614 16,1-10 273-16</inkml:trace>
  <inkml:trace contextRef="#ctx0" brushRef="#br0" timeOffset="-115249.61">9757 17322 236 0,'0'0'362'0,"-2"-6"-9"0,2 6-13 16,0 0-20-16,2-8-34 0,-2 8-12 0,0 0-14 15,1-5-33-15,-1 5-34 0,0 0-18 16,0 0-17-16,0 0-16 0,0 0-15 0,0 0-15 0,0 0-12 15,0 0-7-15,12 17-11 0,-10-9-8 0,-1-5-6 16,3 5-16-16,-3 0-2 0,3 3 1 0,-1-3-11 16,-6 4-3-16,6-4-3 0,-3 7-1 0,-3-3-6 15,3-4-1-15,-4 4-4 0,-1 0 2 0,5-3-4 16,-3-1-3-16,0 2-3 0,1-1 2 0,2-1-4 16,-3-1 1-16,-2-2-2 0,0 0 7 0,5-5-4 15,-3 5 1-15,3-5 3 0,0 0 5 0,0 6 1 16,0-6 0-16,0 0-3 0,23 0-16 0,-3-6-33 15,-2 1-41-15,8-2-41 0,-1-1-49 0,11-1-65 16,1-10-78-16,8 4-324 0,-2-8-677 0,1-5 300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09:44:21.3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3990 1571 264 0,'5'-8'352'0,"-5"0"-33"16,2 4-32-16,-2 4-36 0,3-6-24 0,-3 6-30 15,0 0-19-15,0 0-20 0,0 0-15 0,0 27-14 16,2-12-14-16,1 1-10 0,-3 7-10 0,3 3-12 0,4-1-5 16,1 5-10-16,-3-1-7 0,-3 0-7 15,5 1 1-15,1 5-7 0,-6-4-6 0,2 0-2 16,5-3-2-16,-4-1-6 0,-4 0 1 0,1-8-5 16,6 5-17-16,-3-4-29 0,0-2-38 0,-3-2-36 0,0-4-52 15,-2 2-51-15,0-6-55 0,5-4-206 0,-5-4-494 16,0 0 218-16</inkml:trace>
  <inkml:trace contextRef="#ctx0" brushRef="#br0" timeOffset="390.58">3808 1447 167 0,'2'-10'311'0,"4"-2"-14"15,1 0-19-15,0 4-17 0,-2 1-24 0,3-1-23 16,0 3-20-16,9-3-21 0,-9 4-18 0,12 2-15 16,1 2-11-16,6 3-18 0,9 1-17 0,-4 3-3 15,9 5-9-15,7 3-10 0,-6 1-10 0,4 7-2 16,-6 4-8-16,-2 0-3 0,0-2-9 0,-4 4-4 16,-2 2 0-16,-4 0-7 0,4 1-2 0,-6 1-1 15,-11-8-6-15,6 4-3 0,-4 8-1 0,-5-5 1 16,-4-3-5-16,-2 2 2 0,1-3-3 0,-5 1 0 15,-2-1 0-15,-2 3-2 0,-5-6 0 0,-1 2-4 16,0-2 2-16,-5 3 2 0,-1-6-2 0,0 3 5 16,-8-5 6-16,-1-2 28 0,3 0 9 0,-11-3 15 15,2-3 9-15,0-2 11 0,-6-2-2 0,3 2-3 16,1-2 5-16,-2-4-2 0,3-4 2 0,4 0-2 0,4-3 1 16,1 3-2-16,2-2-6 0,3 0-6 15,1-4-9-15,2 3-9 0,4-4-23 0,1 0-31 16,5 2-58-16,-1-6-60 0,8 0-56 0,6-2-62 15,-2 2-66-15,7-4-72 0,0 6-254 0,5-2-675 0,-4 0 299 16</inkml:trace>
  <inkml:trace contextRef="#ctx0" brushRef="#br0" timeOffset="843.65">4783 2097 186 0,'5'-7'191'0,"3"2"-5"0,-1 2-3 16,6-3-2-16,-11-3-5 0,11 1-1 0,-6 1 1 15,-1-2 4-15,3 1-8 0,-3-2-10 0,4-2 1 16,-3-3 0-16,1 3 1 0,-1-3-1 0,-6 5 4 16,6-1-12-16,-2-4-9 0,3 0 9 0,-8 6-16 15,0 2-3-15,0-4-26 0,0 2-5 0,-5 2-13 16,4 0-13-16,-4 2-12 0,0-2-2 0,-5 2 2 16,0 3-24-16,3-3 10 0,-8 4-21 0,0 7-7 15,0-3-2-15,-6 1 5 0,6 4-10 0,-5-2 0 16,4 7-12-16,-13 1 10 0,13-2-1 0,-4 4-1 0,-3-1-2 15,8 1 0-15,2-4-11 0,3 3 4 16,2-3 1-16,1 1 5 0,2 2-1 0,2 2-2 16,1-4 3-16,7 6 1 0,2-8 0 0,4 5-4 15,4-4 9-15,7 7-35 0,4-6-27 0,9-1-20 0,-5-2-40 16,6-1-41-16,-1 1-45 0,-4-5-71 0,14-2-65 16,-10-3-234-16,-4-1-606 0,4-5 268 15</inkml:trace>
  <inkml:trace contextRef="#ctx0" brushRef="#br0" timeOffset="2062.27">5357 1897 33 0,'0'-7'308'0,"5"1"-6"0,-5 6-2 0,0-12-13 16,0 9-11-16,0 3-6 0,0-12-22 0,0 6-26 15,-6-2-19-15,6 4-23 0,-7-1-20 0,1 0-18 16,1-5-10-16,-4 9-15 0,-1-2-17 0,0 0-13 16,10 3-3-16,-26 3-13 0,11-2-6 0,-3 2-5 15,-2 7-5-15,-2-3-6 0,6-1-6 0,-6 5-10 16,1 5 1-16,6-5-3 0,-2 2-2 0,-1 1-5 16,8 2-5-16,-5-3 0 0,2 9 1 0,5-9-5 15,1 5-2-15,7 1-5 0,-3-2 2 0,6 1-12 16,4-2 5-16,3 4-7 0,5-3-8 0,6-1-12 15,7 0-22-15,0 0-22 0,2-3-23 0,-5-3-23 16,7-2-13-16,-3-2-16 0,1 0-9 0,-2-6 1 16,5 0 3-16,-9-3 21 0,0 0 12 0,-4-3 13 15,8-2 9-15,-11 1 13 0,1 2 36 0,-3-2 23 16,0-1 46-16,-7 0 20 0,2 0 21 0,-5-3 18 16,0 8 24-16,-2-4-3 0,-1 1 9 0,1-1 0 15,-3 7 12-15,-3-8-25 0,6 4-7 0,-3 4-10 16,0-8-5-16,0 8-8 0,0 0-14 0,0-8-4 0,0 8-8 15,0 0-6-15,0 0-8 0,0 0-3 16,0 0-3-16,0 0-1 0,0 0-1 0,-8 20-2 16,8-16-4-16,3 7 11 0,-3-3-14 0,5-1 0 0,4 5-3 15,-3-4 2-15,4 4-11 0,3-4 0 0,1 3-16 16,-3-3-4-16,7 0-23 0,1 0-14 16,1-1-14-16,1 0-7 0,-1-5-8 0,-2 1-7 15,-1-1-3-15,3-7 2 0,-4 3 7 0,6-1 6 0,-8-4 8 16,-7 3 3-16,6-4 13 0,-6-5 3 0,1-1 4 15,-3-1 8-15,-5 2 4 0,-5-5 11 0,4-2 17 16,-4 8 14-16,-5-10 18 0,-4 7 6 0,-5-6 1 16,9 3 17-16,-5 5-7 0,-5-6 1 0,-3 3-3 15,1 0-3-15,1 2-8 0,2 6 7 0,-7-4-10 16,9 8-2-16,3-4-4 0,-1 4-4 0,3 1-3 16,4 3 1-16,8 0-1 0,-17 0 1 0,11 4 6 15,6-4-13-15,-5 7 3 0,5-7-3 0,8 13 2 16,2-7 1-16,0 0-2 0,5 1-6 0,5 0-7 15,-2-2-11-15,8 3-8 0,-4 1-15 0,3-3-9 16,6 1-10-16,-9-3-5 0,6 0-6 0,-7 0 1 16,1-2 9-16,-1-2 4 0,-6 1 2 0,5-1 12 15,-8-1 3-15,2 1 6 0,-4 0-2 0,0-2 24 16,-1 1 22-16,-9 1 11 0,13-3 9 0,-13 3 9 16,0 0 2-16,13 0-4 0,-13 0-4 0,0 0-5 15,0 0-3-15,0 0-4 0,0 0-5 0,0 0-3 16,0 0-1-16,3 6-4 0,-3-6 0 0,-1 9 2 15,-1-3-1-15,2 2-2 0,0-1-1 0,0 0-1 16,0 4 0-16,3-2 8 0,-3 1-2 0,7-2-7 0,-5 1-1 16,4 1 7-16,3-5-7 0,1-1-2 15,-2 3-1-15,2 0 0 0,1-3 2 0,1 0-3 16,1-3 2-16,-1-1-3 0,-1 0 1 0,3-1 1 16,0-3-2-16,1-7 4 0,-6 4 0 0,6 0-1 0,-2-7-1 15,0 3-1-15,-5-3 2 0,1 1 3 0,-1-1 10 16,-2 1 14-16,1-3 9 0,1 5 4 0,-3 2 0 15,-3-1 19-15,6 1-1 0,-6 2 1 16,3 3-11-16,-5-1-7 0,0 5-9 0,5-9-6 0,-5 9-13 16,0 0 1-16,0 0-10 0,0 0 2 0,0 0-1 15,0 0-1-15,3 18-6 0,-3-9-6 0,0 1-1 16,0 2 0-16,0-1-2 0,2 0-6 0,1 4-2 16,-1-3 2-16,3-2 5 0,-4 2-4 0,6 0-3 15,-4-5 3-15,4 4 3 0,1-2-1 0,-1-3 4 16,8 2-1-16,-7-2 4 0,2-4-1 0,-2 1 4 15,4-3-2-15,-12 0 8 0,18-4-4 0,-10-3 7 16,2 0 13-16,2 2 19 0,-2-6 12 0,0 2 11 16,-5 2 22-16,8-9 11 0,-3 5 12 0,-5 2 15 15,1 1 9-15,-4-2 12 0,5 2-2 0,-6 0-4 16,6 4-9-16,0-3-16 0,-7 0-11 0,0 7-12 16,6-5-14-16,-6 5-11 0,2-5-12 0,-2 5-22 15,0 0-27-15,0 0-29 0,0 0 1 0,0 0-11 16,0 0-20-16,18 15-2 0,-15-3-23 0,2-3-15 15,5 5-5-15,-3 0-12 0,8 4-26 0,-2-1-18 16,8 2-22-16,-6-4-16 0,4 5-13 0,0-2-31 16,5-3-32-16,-3-2-27 0,-1-2-211 0,0-2-550 15,-2-5 244-15</inkml:trace>
  <inkml:trace contextRef="#ctx0" brushRef="#br0" timeOffset="2499.73">6908 1770 22 0,'0'-5'214'0,"0"5"-16"0,0 0-10 0,0 0-13 16,0 0-14-16,0 0-10 0,0 0-9 0,0 0-7 0,-1-7-3 16,1 7-5-16,0 0-4 0,0 0-5 0,0 0-7 15,0 0-2-15,0 0-9 0,0 0-6 0,0 0-5 16,0 0-9-16,0 0-6 0,0 0-4 15,0 0-3-15,0 0-11 0,1-5 4 0,-1 5-15 0,0 0-7 16,0 0-4-16,0 0-4 0,0 0-2 0,0 0-2 16,0 0-6-16,0 0 1 0,0 0-4 0,0 0 0 15,0 0 0-15,0 0-4 0,0 0-1 0,0 0 1 16,0 27-4-16,-1-23 2 0,2 4-2 0,-2 3-1 16,1-2-3-16,0 1 0 0,-5 7 1 0,5 1-5 15,0 6 5-15,-2 7-3 0,0-2 2 0,-3 11-5 16,0 1 5-16,5 7-3 0,0 0 2 0,0 5 0 15,5 2 0-15,-5 17 7 0,7-18-11 0,-5 5 4 16,9-4 1-16,-7 1-4 0,2-4 13 0,-6-2-12 16,5-1-1-16,-3-4 1 0,4-6-1 0,-6-7 0 15,0-5 2-15,0-10-2 0,0 3 4 0,2-5-7 16,-2-4 10-16,2-4 15 0,-2-1 33 0,0-6 6 16,0 0-18-16,0 0-10 0,0 0-18 0,0 0-24 15,5-33-37-15,-5 12-58 0,5-3-74 0,3-18-86 16,4 0-222-16,-8 2-526 0,6-11 232 0</inkml:trace>
  <inkml:trace contextRef="#ctx0" brushRef="#br0" timeOffset="2796.57">6908 1749 274 0,'-6'-15'287'16,"4"0"-7"-16,0 0-16 0,-3 5-5 0,5-1-13 15,0-1-21-15,5 5-26 0,-1-4-20 0,7 2-20 0,-1-3-15 16,7 5-16-16,1 3-10 0,3 1-14 0,9 2-14 16,-12 1-7-16,12 1-10 0,-7 6 8 15,4-2-21-15,3 3-8 0,-5 4-5 0,-6-5 5 16,3 3-16-16,-7 0-8 0,5 5-2 0,-10-5-5 0,3 6-3 16,-5-4 1-16,-3 6-5 0,-2-5-2 0,1 6 2 15,-8-7-5-15,1 7-1 0,-4-1-5 0,-1-5 1 16,-5 2 3-16,-7-3-7 0,4 0-10 15,-6 3-15-15,2-4-14 0,-3 1-17 0,5-4-12 0,-2 0-21 16,-2-1-21-16,4 2-30 0,2-1-49 0,4-4-22 16,0 1-24-16,6-2-174 0,3 0-443 0,3-3 197 15</inkml:trace>
  <inkml:trace contextRef="#ctx0" brushRef="#br0" timeOffset="3499.62">7339 1927 39 0,'0'0'174'0,"-20"12"5"16,15-9-14-16,-2 5-17 0,1-5-10 0,2 3-12 15,-2-3-12-15,1 3-9 0,1 3-9 0,3 0-8 16,-3-2-11-16,3 1-3 0,1 1-4 0,1 3-9 16,4-5-7-16,4 4 0 0,-4 0-6 0,6-3-6 15,1 4 0-15,4-4-2 0,1-2-6 0,3 0-5 16,0 1 4-16,-2-4-9 0,3-3-2 0,-4-3-4 15,3 2-8-15,-5-6-3 0,1 0-9 0,-3-2 4 16,1-6 0-16,-13 5 5 0,6-8-9 0,-7 2-5 16,-7-2 6-16,-1-1-1 0,-7-5 4 0,0 2 11 15,-6-2 15-15,1 1 0 0,0 3 5 0,-5-3 4 16,0 5-3-16,-1 5-3 0,3-7-7 0,1 9 5 16,6-4-6-16,1 8-6 0,0-1 1 0,7 6-2 15,1-1-1-15,0-2-2 0,7 5-2 0,0 0 1 16,0 0 0-16,0 0-4 0,0 0 1 0,37 18-1 15,-7-11 3-15,-2 8-15 0,5-7-12 0,10 8-8 0,1-5-12 16,6 3-25-16,-5-7-17 0,1-1-11 0,-4 3-19 16,4-6-9-16,-11-3-7 0,-1-1 6 15,-2-1 4-15,-2-4 22 0,-4 3 5 0,-6-5 11 16,0-2 15-16,-5 2 32 0,-7 1 12 0,-1-2 17 0,-7-3 4 16,0 4 29-16,0-7 15 0,-7 5 15 0,-1-4 15 15,1 3 11-15,-6-1 15 0,3 1 2 0,2 2 10 16,-4-2-11-16,4 4-5 0,0 2-12 15,-1 1-11-15,-2-2-8 0,2 5-6 0,9 1-9 0,-14 0-6 16,14 0-6-16,-10 4 5 0,6 3-12 0,-1 2-3 16,2 2 0-16,6 5-2 0,2 1-3 0,-1 1-2 15,2 0-4-15,4 7-4 0,3 2 1 0,2-1-1 16,2 2 0-16,-4-2 5 0,2 1-10 0,0-6-4 16,-2 1 4-16,-3 1-2 0,3-5-4 0,-4-1 4 15,-1-1 0-15,-2-4-3 0,-1 0 0 0,-3 0-1 16,3-6 0-16,-3 2-5 0,-1-1 3 0,-1 1 5 15,0-8 17-15,-1 7 15 0,1-7 12 0,-15 0 5 16,2 0-3-16,13 0 0 0,-30-6-5 0,15 3-4 16,0-2-10-16,-7-2 0 0,1 1 0 0,6 3-8 15,-3-3-2-15,1-3-3 0,1 1-3 0,6 4 10 16,-2 1-22-16,4 2-18 0,0-3-8 0,3-1-18 16,1 0-35-16,4 5-33 0,0-9-31 0,0 9-38 15,15-6-46-15,2-1-46 0,4-1-172 0,-1-1-474 16,7-1 211-16</inkml:trace>
  <inkml:trace contextRef="#ctx0" brushRef="#br0" timeOffset="4329.1">8126 1807 161 0,'4'-10'244'0,"1"2"9"0,1 3 9 16,-4-2-3-16,1 3-6 0,4-1-19 0,-7 5-14 16,0-7-24-16,0 7-20 0,7-4-23 15,-7 4-19-15,0 0-15 0,0 0-10 0,0 0-9 16,0 0-11-16,5 18-11 0,-2-9 5 0,-3-1-20 0,6 7-6 15,1-3-3-15,-5 8-11 0,-2-5 1 0,8 3-4 16,-3 3-5-16,0-6-6 0,0 3-3 16,0-8-12-16,3 4-7 0,-5-3-12 0,2-2 5 15,2-1-3-15,-2 0-1 0,-2-4 2 0,4 1 2 0,0-2-1 16,-1 0 1-16,-6-3-4 0,15-3 2 0,-15 3 2 16,20-10 1-16,-12 3 0 0,2 0-1 0,2-5 3 15,-1 1-2-15,1 1 2 0,-2-4 13 0,1 1 6 16,1-1 7-16,-7 2 2 0,0 2 7 0,2 1 11 15,-6-2-5-15,3 4 4 0,1-2-1 0,-4 6-9 16,4-2-4-16,-5 5-7 0,2-10-2 0,-2 10-4 16,1-5-12-16,-1 5-1 0,0 0-8 0,0 0-4 15,0 0-3-15,0 0-3 0,0 0 5 0,-1 23-5 16,1-12-6-16,-2-1 1 0,4 5-1 0,-2-1-7 16,0 1-3-16,1 1-2 0,6-3-1 0,-2 5-3 15,2-4 0-15,-1 3-2 0,3-7 0 0,-3 2 2 16,2-4 5-16,4 1 0 0,-7-2 6 0,2-1 6 15,1-1 0-15,-1 0 1 0,1-5 13 0,-8 0-10 16,13 0 0-16,-10-7 13 0,2-1-2 0,4 1 7 16,-9-2 6-16,3 0 7 0,0-8 7 0,-3 5 8 15,0-4 10-15,0-2 3 0,0 1-3 0,-3 2 2 16,3-1-5-16,-3 1-2 0,3 6-5 0,-7 0-5 16,5 0 5-16,2-3-9 0,-5 8-8 0,4-4 4 15,1 0-10-15,0 8-10 0,0-7-17 0,0 7-5 0,0 0 2 16,8-3-7-16,-8 3-9 0,20 4-10 15,-5 4-14-15,6-1-4 0,7 4-5 0,2-2-3 16,3 3-7-16,15-3-3 0,-3 7-2 0,1-7 0 16,6-2 4-16,-3-3 6 0,-2 2 3 0,4-3 6 0,-6-3 8 15,-2-5 3-15,1 0 8 0,-2-5 1 16,-11 3 9-16,1-11-1 0,1 4 2 0,-8-2 6 16,-4-4 1-16,1-2 0 0,-9 7 12 0,-3-2 14 15,-5-2 9-15,-4 0 8 0,-2 2 9 0,-4-2 10 0,-4 0 3 16,0 3 3-16,-6-5 2 0,0 6 0 0,-3-3-2 15,1 9-3-15,-10-1-3 0,4-4-4 0,-6 11-3 16,0 1-2-16,0 2-4 0,-1 4-4 16,3 3 1-16,-1 6-4 0,-2 1-2 0,4 7 0 0,-6 9-6 15,11-6 2-15,-2 10 4 0,1 5-3 0,2 0 9 16,14 5 3-16,-4-2 27 0,3 4-12 0,9 0-3 16,4 1-2-16,3 3-1 0,2 3 5 0,6 1-9 15,11 16-1-15,-5-16 0 0,12 13-7 0,-10-17 3 16,3-2 5-16,2 0-10 0,0-1 0 0,-4-7-6 15,-3 2-1-15,2-4 2 0,-10-13-2 0,-2-1 0 16,-3-6-2-16,3-1-1 0,-8-3-9 0,-1-3 0 16,4-2-5-16,-5-3 7 0,-3-3-3 0,0-3-17 15,0 0-12-15,0 0-19 0,-33-11-27 0,17 1-35 16,-8-3-57-16,-2-4-81 0,-12-7-265 0,-2-5-557 16,-1-2 246-16</inkml:trace>
  <inkml:trace contextRef="#ctx0" brushRef="#br0" timeOffset="4547.83">8400 1427 2498 0,'-42'-27'76'0,"4"1"10"0,10 8 44 0,6-2-6 15,-7 4-34-15,7-2-28 0,-1 0-19 0,3 7-9 16,12-1-2-16,-7 2 7 0,5 0 4 0,-2 0-9 15,7 3-3-15,-1 2-22 0,3 1-66 0,3 4-75 16,0 0-88-16,0 0-267 0,29 7-529 0,-10 1 234 16</inkml:trace>
  <inkml:trace contextRef="#ctx0" brushRef="#br0" timeOffset="5047.77">10598 1446 296 0,'3'-15'373'16,"0"0"-7"-16,-3 3-10 0,0 0 10 0,2 0 0 16,-2 3-3-16,5 3-19 0,-5-3-19 0,0 3-38 15,0 6-33-15,0-8-30 0,0 8-25 0,0 0-29 16,0 0-17-16,0 0-19 0,0 0-11 0,0 0-12 0,-7 27-11 16,7-10-9-16,-3 10-10 0,3 0-5 15,-3 0-8-15,-1 16-1 0,4-2-23 0,-3 2-20 16,3 1-19-16,3-5-25 0,-3 5-20 0,4-2-18 15,-1-1-15-15,0-9-27 0,4-2-20 0,1 11-18 0,-1-14-34 16,1-2-43-16,-1 1-48 0,1-10-49 0,0-1-63 16,5-2-205-16,-3 0-629 0,2-6 278 15</inkml:trace>
  <inkml:trace contextRef="#ctx0" brushRef="#br0" timeOffset="5344.62">10722 1354 214 0,'-9'-27'337'0,"-4"-3"-2"0,5 3 7 0,1 3 1 16,2 5 6-16,-5 3-4 0,9-4-14 0,-3 6-16 15,3 2-16-15,-6 0-14 0,7 5-13 0,0-2-20 16,-1 3-23-16,1-2-23 0,0 3-19 0,0 5-22 16,9-11-19-16,-9 6-16 0,10 2-15 0,-1 2-12 15,-1-2-11-15,7 0-14 0,0 6-9 0,5 1-8 16,-4 1-12-16,-1-2-12 0,0 3-12 0,2 4-9 15,-3 0-9-15,0 2-17 0,1 3-7 0,-2-2-8 16,-5 1-6-16,0 1-3 0,-3 2-2 0,-1 2-1 16,-4-3-2-16,0 0-18 0,-2 6 1 0,-5 3-34 15,1 2-12-15,-4-5-17 0,-5 5-13 0,2 4-19 16,-2-4-24-16,-2 0-26 0,-4 5-42 0,6-2-34 16,-2-6-39-16,4 2-38 0,-2-2-185 0,2 0-584 15,5-5 259-15</inkml:trace>
  <inkml:trace contextRef="#ctx0" brushRef="#br0" timeOffset="5953.93">10864 1721 244 0,'0'0'375'0,"5"-8"-21"0,0 2-16 16,-2 1-23-16,-3 5-27 0,14-7-16 0,-9 6-26 15,0-2-26-15,4-1-20 0,3 1-19 0,1 3-24 0,2 2-17 16,2 3-18-16,3-2 4 0,1 4-28 0,1 2-7 16,1 0-7-16,-3 0 1 0,3 8-23 15,-2-4-9-15,-6 2-5 0,0 0-6 0,0 0-4 0,-5-2 2 16,-2 7-28-16,2-5-9 0,-5 0-8 0,0 0-7 16,-3-3 4-16,1 0-3 0,-3 2-5 0,-3-2 3 15,1-4-1-15,-3 4 5 0,-3-5-4 0,1-2 1 16,-1 0 2-16,1-2 7 0,-1 0 2 0,0 0 2 15,8-3 1-15,-15 0 4 0,15 0 7 0,-7-9 1 16,7 9 4-16,-1-10 1 0,1 3-3 0,1-3 2 16,6 1-3-16,6-6 2 0,2 3-7 0,2 0-2 15,-1 0-4-15,6-3 2 0,4 3-1 0,-3 0 1 16,2 0 1-16,2-2 0 0,-11 10-7 0,6-4-2 16,-6 4 4-16,-4 1-5 0,3-2-1 0,-7 4 3 15,5 2 1-15,-13-1-6 0,20 0-1 0,-17 5 1 16,9 2 2-16,-4 0-2 0,1-3 1 0,-3 3 3 15,1 5-5-15,1-4 5 0,2 4-1 0,3 3 2 16,-5-4 5-16,6 1-4 0,-1 0 5 0,2-4-1 16,0 4 3-16,1-2-6 0,-1-2 1 0,2 1 4 15,-1-2-5-15,3-4 6 0,-5-2-1 0,1-1 7 16,2-1-2-16,-2-2-5 0,-9-2 2 0,6-4 4 16,-5 1-1-16,-4-1 9 0,2-1 4 0,-3-7-11 15,-4 1 9-15,-3-2-9 0,-3-2 3 0,-6-4 2 16,-1 2-2-16,-1 4-5 0,-4-6-2 0,0 6 2 0,-5 0-9 15,2 6 17-15,0-3-20 0,-2 6-11 16,5-2-30-16,2 7-23 0,2-2-22 0,2 6-21 16,3 0-18-16,11 0-26 0,-20 2-32 0,12 3-32 15,3-3-32-15,5 7-44 0,0-9-210 0,5 11-542 0,3-6 240 16</inkml:trace>
  <inkml:trace contextRef="#ctx0" brushRef="#br0" timeOffset="7448.55">11885 1177 335 0,'-3'-9'331'0,"-2"2"-23"0,3 3-16 0,-1-3-26 0,1-2-28 16,2 9-23-16,-3-4-25 0,3 4-28 0,0 0-20 15,0 0-8-15,0 0-14 0,0 20-14 0,3-10-8 16,2 7-9-16,-1 1-10 0,2 11-5 15,-4 1-9-15,5 13-12 0,-4-1-3 0,-6 1-8 0,6 0-11 16,-3-1-16-16,-3 2-10 0,3 0 3 0,0-4-10 16,-2-12-5-16,0 1-7 0,-3-2 4 0,5-9-7 15,0 1 1-15,0-1 4 0,0-2-2 0,-3-8 6 16,3 4 4-16,3-7 9 0,-3 1 10 0,0-6-1 16,2 3 15-16,-2-3 4 0,0 0 3 0,15-11 4 15,-9 1-3-15,4 1 8 0,-1-4-11 0,1-4 2 16,5 4-5-16,-4-4-1 0,4 2-5 0,0 0-1 15,1 1-6-15,-1 1-3 0,0 1-2 0,0 3-7 16,0 0 6-16,0 5-6 0,-2-1 0 0,4 2-3 16,-1 6-3-16,2 2 16 0,-3-1-15 0,2 5-5 15,-4 1-2-15,4 4 0 0,-2-1 2 0,-4 1-6 16,6 7-2-16,-4 2 1 0,2-1-3 0,1 1 2 16,-1 3 1-16,-6-3-5 0,-1 4 1 0,2-3 12 15,-5-3-12-15,0-1 2 0,3-1-8 0,-8-6-8 16,3 4 1-16,-3-7 7 0,0 5 0 0,-3-4 11 15,1-2-9-15,-4 0 2 0,-4-3 3 0,-2-3 3 16,-3-2 0-16,0-2 0 0,-6 0 4 0,1-6-1 16,-8-4 2-16,-4-1-1 0,-6-10 3 0,0 1 0 15,0-1 0-15,10 2 3 0,-7-8 0 0,14 7 2 16,-4-1 0-16,4-4 1 0,4 3-4 0,4-7 3 16,4 6 0-16,3 5 2 0,6-5-5 0,1 1-9 15,6 4-15-15,8-4-22 0,5 3-31 0,3-6-35 16,8 2-17-16,6-1-25 0,6 0-26 0,2 0-17 15,1-2-17-15,-3 6 3 0,-2-3 10 0,-1 6 14 16,-3 1 24-16,-16 2 21 0,1-4 35 0,-1 6 29 0,-8-1 44 16,-3 5 21-16,2-4 41 0,-9 0 19 15,4 4 17-15,-1-1 15 0,1 1 12 0,-5 1-2 16,-2 1-4-16,0-2-11 0,-2 2-7 0,0 0-9 16,2 7-5-16,-11-9-6 0,11 9-4 0,-9-1-6 0,5-1-5 15,4 2-3-15,0 0-5 0,-24 8-2 0,18-2-3 16,4 2 5-16,-11 0-6 0,5 4-4 15,-1 3 0-15,3 2 2 0,2 0 3 0,-1 4-7 16,-1 6 2-16,1 0-1 0,5 4 2 0,5-1-3 0,1 2 3 16,-1 5-3-16,7 5 0 0,3 0 3 0,6-3 1 15,3-3-4-15,2 1 0 0,-3-2-1 0,9-6 0 16,-8-7 3-16,0-1-1 0,4-3-5 16,-2-5-1-16,2 3-8 0,2-8-6 0,2 3 3 0,-6-5 0 15,-3-8 4-15,-1 4-3 0,8-8 3 0,-11-5-1 16,-2 4 5-16,3-3 1 0,0-8 6 0,-7-5 8 15,0-1 18-15,-1 0 6 0,-2-2 9 0,-9 3 25 16,3-4 8-16,-4 1 5 0,0 5 7 0,-4 2 6 16,4-3-5-16,-6 8-4 0,4-3-15 0,-5 2-6 15,6 3 2-15,-7 4-19 0,1-1-6 0,-1 4-7 16,-1 0-5-16,-1 2-5 0,-1 3 6 0,11 0-11 16,-25 6-9-16,15-2-1 0,-5 8-1 0,5 1-1 15,-1 4 0-15,2-5 2 0,1 8-7 0,3-1 9 16,-3 1-7-16,6 6-6 0,2-3 1 0,2 0 12 15,0-5-11-15,4 4 0 0,7-4 0 0,-4-1 1 16,6 0-4-16,1-4-9 0,9 3-3 0,-2-5 1 16,2 4-7-16,-4-9-1 0,9-4 0 0,-3-1 2 15,1-1-1-15,-2-1 3 0,-4-6 2 0,-1 0-2 16,1-1 3-16,1-5 1 0,-8-1 0 0,3 2 1 16,-8-4 14-16,5 0 7 0,-7 1 6 0,-1-1 5 15,1 1 0-15,-4 0 6 0,0 2-11 0,-4 2 3 16,4 4-3-16,-4-1 0 15,0 1-5-15,0 7-4 0,-4-9-7 0,4 5 3 16,0 4 10-16,0 0-16 0,0 0 1 0,-16 0-6 16,16 0 3-16,-5 13 10 0,2-4-14 0,-4 0 1 0,5 3 2 15,2 4-7-15,-5-1 1 0,10 0-3 0,-3 1 1 16,3 2-6-16,0-3 2 0,0-1 3 0,10 0 2 16,-9-1-6-16,8-2 7 0,-1 3 5 0,-1-7-6 15,1-4-1-15,2 0 6 0,-2 0-2 0,-2-3 2 16,4-2 2-16,-1 1-2 0,1-5 3 0,-1-1 3 15,0-7-3-15,1 6 10 0,-6-7-1 0,3 5 11 16,-4-2 3-16,-1 3 2 0,1-4 9 0,-1 3 9 16,1 0 3-16,-3 1 14 0,-3 0 1 0,6 0-6 15,-8 3-1-15,7 2 3 0,-7-3-4 0,0 7-9 16,8-9-7-16,-8 9-9 0,2-3 1 0,-2 3-24 16,0 0-4-16,0 0-1 0,0 0 10 0,0 22-14 15,0-14 8-15,0 9-9 0,0-2 5 0,0 0 2 16,0 4-7-16,0-2-6 0,0 2 0 0,3-1 0 15,-1-1-7-15,3 2 7 0,-4-5 6 0,2-2 1 16,1 0 2-16,-3-4-1 0,6-1 14 0,-7-1-5 16,8-3 2-16,-3 1 2 0,4-2-2 0,-9-2 4 0,14-2 9 15,-5-2 3-15,-1 1-4 0,4-6 20 0,-1-2 15 16,2 2 4-16,4-2 8 0,1-1 11 16,-1-2 1-16,-1 2 13 0,-2-3 5 0,0 3 1 15,-5 4-6-15,4-4 2 0,-5 4 2 0,-1-1 1 0,1 2-7 16,0 2-11-16,1 0-5 0,-4 2-8 0,-5 3-10 15,10-6-3-15,-5 3-11 0,-5 3-8 0,5-5-11 16,-5 5-27-16,0 0-23 0,0 0-23 16,0 0-21-16,16 12-28 0,-9-2-30 0,-1 0-37 0,3 5-26 15,-8 1-41-15,6 2-43 0,1 11-62 0,-1-2-90 16,-1-1-257-16,-1 1-742 0,-3-8 329 0</inkml:trace>
  <inkml:trace contextRef="#ctx0" brushRef="#br0" timeOffset="9229.61">4038 2791 105 0,'0'0'134'0,"0"0"-5"0,0 0-4 0,0 0-5 16,-1 11-1-16,1-11-5 0,0 0 0 0,0 0-6 15,0 0 6-15,0 0 7 0,0 0 2 16,14 3-4-16,-5 0-1 0,-9-3-5 0,28 2-9 0,-7-1-13 16,11 4-6-16,1-5-10 0,15 2-3 0,0 5-4 15,0-7-13-15,5 4-5 0,7-4-5 0,-3 0-5 16,8 1-4-16,-5 1-2 0,27-2-5 0,-1 0 1 15,-24 0-7-15,20 0 5 0,-24 0-9 0,7 0 0 16,-7-3-2-16,25-1-3 0,-27 2-1 0,-2-4-2 16,4 5 0-16,-6-5-4 0,-3-1 5 0,-2 3-3 15,4-4 2-15,-6 6 16 0,-11-4 4 0,-2-1 1 16,4 2-1-16,-6-2 0 0,0 0 0 0,5-1 0 16,-4 3-3-16,-3 1 1 0,2-3-6 0,1-1 1 15,-4 1-2-15,1-1-2 0,-1 4-1 0,-6-2-2 16,7 0 1-16,4 5-4 0,-4-2-1 0,2-4-3 15,-2 5 1-15,2-1-1 0,4-1-3 0,-4 3 0 16,3-1 1-16,-3 2-3 0,5-1 1 0,-4 2 0 16,4-1-2-16,-4 0 2 0,4 0-1 0,-5-1 3 0,5 1-7 15,-4 0 1-15,1 0-1 0,1 0-1 0,-5-3 3 16,2 3 2-16,-4-3-3 0,2 3-2 16,2-1 1-16,0-3-3 0,5 4 3 0,-7 0 1 15,3-4 0-15,-1 4 1 0,1-1-3 0,-4 1 3 0,3-2-1 16,-2 2-1-16,3 0-3 0,-1 0 4 0,-2 2-1 15,2-2-2-15,0-3 3 0,6 6-2 16,1-3 0-16,-6 1-1 0,2-1 5 0,0 0-5 16,0 0 2-16,14 1-1 0,-16-1 0 0,12 0 3 0,-5 3-6 15,-5 1 2-15,0-3 0 0,2-1 0 0,2 0 1 16,7 3 2-16,-12-3-4 0,3 3 0 0,1-3-1 16,-6 0 0-16,5 1 1 0,-6-1 7 0,3 2-5 15,-1-2 2-15,-3 0-2 0,5 1-2 0,-3-1-1 16,-2 0 4-16,5 4 1 0,-1-4 3 0,3 1-6 15,11-1 1-15,-13 2 1 0,0-5-4 0,14 3 6 16,1 1-3-16,-5-1 0 0,1 2 2 0,1-4-3 16,5 4 0-16,-2-4 1 0,1 2 0 0,3-1-1 15,-1-3 2-15,-5 3 2 0,9-1-1 0,-9 2-4 16,-1-4 5-16,0-4-4 0,-9 4 1 0,-1 1 0 16,13-3 1-16,-15 3-2 0,7-5-1 0,-6 2 3 15,4-3 1-15,4 6-2 0,-9-1 1 0,2 1-3 16,-1-3 0-16,14 0 2 0,2 0 0 0,-4 6 0 15,-3-2-1-15,9-2 2 0,-1 4-1 0,5 0 1 0,1 4-3 16,-1-2 0-16,3-1 0 0,6 7 2 16,16-5 3-16,4 5 1 0,2 0-3 0,-6 4 2 15,4-1-3-15,-22-7-3 0,18 8 3 0,-17-4-1 16,1-1 1-16,18 1-1 0,-2 0 3 0,-17-5-1 0,-6-2 1 16,0 2-1-16,-5-2 2 0,2-2-2 0,-1-2 0 15,1 2 3-15,-4 1-2 0,7-3-1 16,-8-5 2-16,-2 4-1 0,3-1-3 0,-3 3 2 15,-1 1 1-15,-1-2-2 0,-3 6 0 0,10-9 2 0,-8 6 0 16,1 0-4-16,-5-1 2 0,4 1-2 0,-2-4 3 16,-7 1 0-16,-1 3 0 0,2-1 0 0,7 0 0 15,-12 1-4-15,-2-2 1 0,1-3 2 0,-3 2 1 16,2 2 1-16,5-2 0 0,-6 2-3 0,6 1-1 16,-3-2 5-16,1-3-3 0,8 5 0 0,4 0-1 15,3 3 2-15,-2-3-1 0,-1 0 1 0,-9 2 1 16,-4-4 2-16,16 4-5 0,-5-2 2 0,0-2-1 15,1 2 1-15,-10-3 0 0,2 3 0 0,-3 0 0 16,13-3-2-16,-11-1 4 0,0 3-2 0,-2-3 0 16,0 1-1-16,-1-2 0 0,-1 3 0 0,1-3-1 15,-4 1 0-15,-4 0-6 0,5-1-12 0,-8 3-17 16,-1-2-19-16,-3 1-16 0,2 1-31 0,-2-2-38 16,-2 1-43-16,1-1-39 0,-2 0-205 0,-4 1-462 15,-4 2 204-15</inkml:trace>
  <inkml:trace contextRef="#ctx0" brushRef="#br0" timeOffset="12256.71">9710 660 84 0,'7'-7'369'0,"1"-3"4"0,-4 1-14 15,2 2-15-15,-4-1-7 0,3 4-11 0,-3 0-9 0,3-3-25 16,-5 7-27-16,3-7-30 0,-3 7-27 0,5-5-23 15,-5 5-28-15,0 0-17 0,0 0-13 16,0 0-16-16,0 0-19 0,8 15 0 0,-8-4-17 16,5 2 2-16,-2 2-9 0,1 0-11 0,-3 5 0 0,-1 3-5 15,4-5-6-15,-1 9-4 0,0 0-17 0,-3-2 3 16,5 2-27-16,2 1-15 0,-4-1-26 16,4-1-24-16,-2 2-19 0,3-2-21 0,-1 0-12 0,-6-6-23 15,6 1-26-15,1 5-31 0,-1-10-34 0,1 3-54 16,0-6-30-16,1-1-218 0,-3-3-577 0,7 0 255 15</inkml:trace>
  <inkml:trace contextRef="#ctx0" brushRef="#br0" timeOffset="12959.76">10075 619 8 0,'0'-12'294'0,"0"4"-11"0,0-1-11 0,0 1-20 15,0 8-24-15,1-10-23 0,-1 6-23 0,0 4-26 16,0 0-15-16,-1-7-14 0,1 7-9 0,0 0-16 16,0 0-12-16,0 0-6 0,-2 23-11 0,0-12-7 15,4 5-7-15,0-1-7 0,-2 1-1 0,0 2-4 16,1 3-4-16,-1-2-7 0,5 4-3 0,-5-2-1 16,2 4-6-16,1 1-1 0,-1 1-2 0,-2 0-1 15,0-10-2-15,1 3-8 0,-1 0-2 0,0-2-6 16,4-5-4-16,-3 2-3 0,-2-4 0 0,2 0 5 15,1-4-2-15,0-1-2 0,-2-2 3 0,5 4 1 16,-5-8 1-16,0 0 1 0,0 0 0 0,6 3 0 16,-6-3-2-16,0 0 2 0,0 0 3 0,10-18-1 15,-3 13 8-15,-2-3 3 0,1-1 2 0,-1 1 1 16,0 1 10-16,0-1-1 0,-1 1 8 0,2-4-1 16,-1 3 0-16,2 1-3 0,-2-2-4 0,1 3-1 15,-1 0-2-15,-1 0-5 0,1 0 0 0,-5 6-9 0,8-6-2 16,-8 6-3-16,5-1-2 0,-5 1-3 15,0 0 4-15,0 0 1 0,18 7-6 0,-11 2 2 16,-1-2 1-16,-1 2-7 0,5 3-2 0,-1-2-1 16,4 3-3-16,-5-6-8 0,5 5 3 0,2-2-1 0,-2 2-8 15,-3-5-8-15,10 2-3 0,-3 0-7 0,-1-3-6 16,4-3-1-16,2 0 10 0,-1-3-2 0,-4 0 3 16,3-2 6-16,-2-5-3 0,-3 3 11 15,3-5 1-15,-6 1 2 0,2-6 1 0,1 2 7 0,-5-3 2 16,0 0 9-16,-1 0 13 0,-3-2 11 0,1 2 11 15,-1-1 12-15,-4 0 4 0,0 5 27 0,3-2-7 16,-5 3 7-16,0-1-6 0,0 0-10 16,0 6-5-16,0-3-5 0,-5 2-9 0,5 6-3 0,-2-6-8 15,2 6-6-15,-2-4-3 0,2 4-1 0,0 0-10 16,-16 1 0-16,16-1 3 0,-12 7-4 0,6-2 0 16,-3 4-4-16,4-2 2 0,-3-2 11 0,5 5-14 15,-2-2-6-15,2 1 2 0,-2 0 6 0,3-1-4 16,-1 2 1-16,1 0 0 0,4 1 5 0,1-3-7 15,-1-1 4-15,6 1 4 0,-3 0 1 0,6 0-2 16,6 0-4-16,1 0-8 0,4-1-18 0,7-2-23 16,1-2-26-16,3 2-34 0,-3 1-25 0,2-5-30 15,-1 2-46-15,2-3-37 0,-1-1-45 0,-9 1-178 16,-7-3-504-16,7-1 223 0</inkml:trace>
  <inkml:trace contextRef="#ctx0" brushRef="#br0" timeOffset="13240.98">9451 744 69 0,'-10'0'309'0,"10"0"0"0,0 0 0 0,-14 0-6 15,14 0-7-15,0 0-8 0,0 0-9 0,-10-2-17 16,10 2-1-16,0 0-12 0,0 0-12 0,0 0-20 16,0 0-21-16,0 0-23 0,29-4-8 0,-13 1-24 15,4 2-15-15,0-1-16 0,15 1-21 0,-6-3-37 16,10 0-37-16,-5 4-43 0,11-3-51 0,-2 2-43 16,-8 2-51-16,-4-1-73 0,6 0-90 0,-9 0-243 15,2 0-626-15,-9 0 276 0</inkml:trace>
  <inkml:trace contextRef="#ctx0" brushRef="#br0" timeOffset="21097.24">3375 3956 371 0,'0'-4'386'0,"0"4"-23"0,8-5-26 0,-8 5-44 16,6-3-33-16,-6 3-30 0,0 0-25 0,0 0-21 15,7 8-17-15,-5 2-22 0,3 4-9 0,-4 4-23 16,-1 2-6-16,5-1-11 0,-3 5-6 0,5 6-12 15,-6-6-5-15,-1 5-10 0,7 0-6 0,-7-1-5 16,5 2-6-16,-2-3 1 0,-3-3-3 0,5 2-1 16,-3 1-9-16,-2-11 0 0,5 7-19 0,-10-3-29 15,10-3-21-15,-2-4-29 0,-3 3-37 0,0 0-43 16,0-5-64-16,0-1-65 0,2-1-266 0,-2-3-583 16,0-6 258-16</inkml:trace>
  <inkml:trace contextRef="#ctx0" brushRef="#br0" timeOffset="21607.66">4118 3939 105 0,'6'-21'306'16,"-4"1"-9"-16,3 1-12 0,-3-1-17 0,-2 5-1 16,0 2-27-16,0-5-15 0,0 9-13 0,-2-2-17 15,-3 1-22-15,5 2-1 0,-2 3-30 0,2-3-18 16,-6 5-21-16,6 3-13 0,-9-8-4 0,9 8-14 15,-19 3-6-15,19-3-3 0,-14 8-4 0,-2 1-11 16,1 1-6-16,0 2-5 0,-7 5-1 0,4 2-6 16,8-1 0-16,-10 2-7 0,2 3 0 0,3-1 0 15,-1 2 0-15,1-3 0 0,0 5-3 0,2-1 2 16,0-3-5-16,1 4 0 0,0-2 3 0,4 2-5 16,1-1 3-16,1 1-2 0,4 2 0 0,4-4-2 15,-2 3-2-15,5 5 5 0,1-4-4 0,3 0 3 16,1 4-4-16,3-3-1 0,-3 2 0 0,5 5-2 15,-2-9-4-15,0 0 1 0,0 2 3 0,-3-1 0 0,2 0-4 16,0-5 0-16,-6 4 0 0,1-3-1 16,-1-3 4-16,-4 0-5 0,6-2 0 0,-8 1-5 15,-5-2 7-15,5-2-7 0,-3 1-7 0,-4-5-5 0,6 3-16 16,-8-5-15-16,5-1-15 0,-5-2-29 0,-1 0-32 16,2 1-33-16,-4-7-49 0,3 2-52 0,9-3-65 15,-19-4-169-15,8-3-528 0,6 0 235 16</inkml:trace>
  <inkml:trace contextRef="#ctx0" brushRef="#br0" timeOffset="21842.1">3676 4446 226 0,'0'0'377'0,"-5"-6"0"0,5 6-17 0,-2-6-10 16,2 6-27-16,0 0-11 0,0-7-28 0,0 7-30 15,8-3-23-15,6 3-30 0,-6 0-18 0,12 0-19 16,-4 0-14-16,6 0-20 0,8 0-5 0,3 0-22 16,-2 0-5-16,-1 0-14 0,0 0-23 0,1 0-30 15,-1 0-35-15,0-4-49 0,0 1-44 0,-2 2-46 16,-7-2-51-16,-6 2-59 0,0-9-68 0,-2 6-240 16,-6-2-606-16,0-1 269 0</inkml:trace>
  <inkml:trace contextRef="#ctx0" brushRef="#br0" timeOffset="22295.17">3601 3663 199 0,'-3'-5'424'0,"3"5"10"0,-2-7-2 0,2-1-24 15,0 8-23-15,0 0-26 0,-1-4-33 0,1 4-31 16,0 0-30-16,0 0-31 0,0 0-23 0,0 0-25 15,0 0-22-15,0 0-21 0,0 0-13 0,0 0-17 16,0 0-14-16,0 0-12 0,16 12-14 0,-16-12-12 16,7 7-21-16,1-4-5 0,-1 5-11 0,-1-5-8 15,-2 2-7-15,1-2-7 0,-5-3 2 0,8 5-2 16,-1-2 5-16,-7-3 1 0,0 0 3 0,6 2-5 16,-6-2 2-16,0 0 8 0,0 0-7 0,8-9-1 15,-8 9-3-15,4-9-2 0,-8 0-1 0,4 0 0 16,-1 0-3-16,1 3-3 0,-7-2-18 0,2 0-10 15,4 0-55-15,-3 2-46 0,1 0-27 0,1-1-44 0,2 7-44 16,-15-4-54-16,15 4-56 0,0 0-258 16,-21 12-667-16,13-5 295 0</inkml:trace>
  <inkml:trace contextRef="#ctx0" brushRef="#br0" timeOffset="23466.99">5695 4003 245 0,'7'-15'269'0,"-1"-1"-3"0,-6-2-10 15,2 0-6-15,-2 0-11 0,-2 0-11 0,-3 1-13 0,4 7-9 16,-1-5-20-16,-10 1-19 0,7-2-17 15,-8 8-22-15,2-2-11 0,-1 2-9 0,-3 1-21 16,-5 1 0-16,4 5-13 0,-4 1-11 0,-2 0-4 16,-7 7-8-16,12 0-3 0,-11 4-2 0,0 5-13 0,5 2 2 15,1-1-2-15,1 2-4 0,2 8-3 16,1-1-4-16,3-2-1 0,5 3-1 0,0 0-6 16,4 3 0-16,2 2 5 0,8-4-3 0,2 5-2 0,3-3-1 15,1-1 1-15,9 5-2 0,0-9-5 0,4 1 13 16,12 1-12-16,1-3-7 0,2-2 5 0,5-5-12 15,2 1-7-15,-1-10-11 0,0 2-9 0,2-4 0 16,4-3-10-16,-6-3 4 0,4-3 5 0,-6-3 14 16,-8-3 3-16,11 1 5 0,-12-4-1 0,5-4 0 15,-11-2 3-15,1 5 2 0,-5-7 0 0,-1 2 4 16,-8 2 14-16,5-3 13 0,-9 4 8 0,-2-4 10 16,-2 2 0-16,1-1 5 0,-7-1-1 0,0 1 0 15,0 4-1-15,-7-1-3 0,7-1-6 0,-8 5-5 16,-5-2-8-16,5 2 0 0,-7 3-3 0,0 0-2 15,-5 2 0-15,3 1-9 0,-2 4 2 0,4 2-2 16,-7-1 1-16,6 5-4 0,1 1 0 0,-7 2 1 16,6-1-3-16,1 2 0 0,-2 2-1 0,2-3-2 15,0 7-1-15,2-4 5 0,2 2-3 0,1-1-1 16,-2 0 2-16,0 3-4 0,8-4-6 0,-5-2-1 16,9 3 3-16,-1-2 3 0,2 4-1 0,-1-5-4 15,5 3 3-15,-1-3-3 0,0 3 5 0,5-3 6 16,-1 0-6-16,2-5 0 0,0 3-2 0,5 0 2 0,-7-2 9 15,5-2-11-15,-3 1 5 0,7-3 6 0,-4-1-6 16,-3 0 4-16,8-1-3 0,-8-3-1 16,3-3 8-16,-3 3 9 0,4-2 24 0,-3-3 22 0,1-2 15 15,-6 2 7-15,3-3 9 0,2 2 12 0,-6 1 12 16,5-5 3-16,-8 2 4 0,4 3 8 0,1-1 1 16,1-2-7-16,-8 4-7 0,2 0-5 0,3 0-6 15,-5-1-9-15,2 7-11 0,4-3-12 0,-6 5-8 16,0-8-10-16,0 8-8 0,5-7-14 0,-5 7-24 15,0 0-31-15,0 0-32 0,0 0-9 0,0 0-7 16,0 0-8-16,0 0-11 0,8 19-11 0,-4-15-19 16,-4 5-12-16,5 2-16 0,1 1-18 0,-4-1-14 15,10 0-12-15,-4 3-19 0,0-1-21 0,0-1-20 16,-1-3-28-16,3 2-25 0,0-2-32 0,1-3-215 16,1-2-591-16,-2 1 262 0</inkml:trace>
  <inkml:trace contextRef="#ctx0" brushRef="#br0" timeOffset="23795.08">6438 4080 177 0,'0'-9'269'15,"0"3"-5"-15,0 1-12 0,0 5-11 0,-6-11-22 16,6 11-18-16,0-7-22 0,0 7-16 0,0 0-12 16,0-7-17-16,0 7-14 0,0 0-16 0,0 0-11 0,0 0-9 15,0 0-8-15,0 0-7 0,0 0-6 16,0 0-3-16,19 17-9 0,-12-5-9 0,-4-5-2 15,9 9-3-15,-4-5-4 0,1 9-2 0,-3-7-6 16,1 6 0-16,1-2-4 0,0 1-4 0,-3 0 0 0,5-5-1 16,-6 4 1-16,-1-4-6 0,2 2 0 0,-4-6-1 15,4 2 1-15,-3-7-3 0,-2 6 3 16,2-5 9-16,-1-1 47 0,-1-4 43 0,4 5 56 0,-4-5 16 16,0 0-9-16,0 0-6 0,0 0-4 0,0-19-3 15,0 10-7-15,0-6-11 0,-4-3-17 0,8 3-9 16,-4-6-11-16,1-4-11 0,4 0-18 0,2 1-19 15,-4 8-22-15,-3-7-29 0,7 7-37 0,3 1-50 16,0 3-57-16,-2-2-49 0,0 5-54 0,1 4-58 16,2 0-61-16,-1 3-330 0,0 2-746 0,2 0 331 15</inkml:trace>
  <inkml:trace contextRef="#ctx0" brushRef="#br0" timeOffset="24076.3">6850 4152 189 0,'0'0'311'0,"0"0"-15"0,0 0-11 16,0 0-13-16,0 0-16 0,0 0-20 0,0 0-15 15,0 0-16-15,0 0-17 0,0 0-20 0,0 0-12 0,0 0-18 16,0 0-10-16,38 1-15 0,-26-1-12 16,5 0-11-16,2 0-23 0,0 4-35 0,0-4-40 15,1 0-38-15,-3 3-64 0,-1-3-73 0,6 0-77 16,-10 0-215-16,-3-3-513 0,3 3 227 0</inkml:trace>
  <inkml:trace contextRef="#ctx0" brushRef="#br0" timeOffset="24716.86">7231 3940 190 0,'2'-10'335'0,"-2"0"-10"0,6-1-14 0,-1-5-14 16,-1-1-24-16,1 0-25 0,-4 5-21 0,6-6-12 16,-6 2-17-16,6 4-18 0,-2-1-17 0,-3 0 1 15,-1 1-11-15,3 0-11 0,-3 4 4 0,3-4-18 16,1 1-11-16,-5 3-5 0,0 1-10 0,0 1-12 16,0 6-5-16,6-6-6 0,-6 6-12 0,4-5-8 15,-4 5-8-15,0 0-11 0,5-8 5 0,-5 8-20 16,0 0-1-16,0 0-12 0,1-7 0 0,-1 7 1 15,0 0-10-15,0 0-3 0,0 0 4 0,0 0 1 16,0 22-6-16,3-13 5 0,-1-1 3 0,-2 0-1 16,0 7-4-16,2 0 0 0,3 3 3 0,-2-1-5 15,0 2 2-15,1 6 1 0,2-2-2 0,-1 7-11 16,-1-2-9-16,-1-1-4 0,5 2-2 0,0 1-18 16,1 9-4-16,1-9 0 0,0 0-4 0,-2-2-3 15,2 1-2-15,-2-1 0 0,-1-2-10 0,4 1 1 0,-4-9-1 16,1 6 1-16,-1-9 3 0,3 0 5 0,-5-1 5 15,-2-2 5-15,4-5 14 0,-7 2-6 16,6 2 8-16,-6-6 4 0,2-2 6 0,-2-3 12 16,3 7 7-16,-3-7 4 0,0 0 2 0,0 0 6 0,0 0 18 15,0 0 4-15,-26-7-3 0,16 4 12 0,0-1 4 16,-2 1 3-16,-3-6-3 0,0 5 4 0,-4-3 1 16,-1 3-2-16,3-1-4 0,1 1 0 0,-3 3-3 15,1-4-4-15,5 5-3 0,-2-1-3 0,5 1 3 16,-3-4-6-16,0 8-5 0,13-4-7 0,-15-4 0 15,15 4-1-15,-8 4 2 0,8-4-6 0,-15 1 3 16,15-1-5-16,0 0-2 0,0 0 8 0,-7 2-5 16,7-2-1-16,0 0 9 0,0 0-5 0,15 8-6 15,-2-4-15-15,2-3-27 0,7 3-33 0,6 3-38 16,-2-4-48-16,6 5-56 0,2-6-84 0,3-2-315 16,6 0-658-16,-7-2 292 0</inkml:trace>
  <inkml:trace contextRef="#ctx0" brushRef="#br0" timeOffset="25562.12">8400 3855 348 0,'1'-6'385'0,"3"-4"-6"0,-4-1-24 15,3 7-20-15,-1-4-25 0,-1 4-35 0,-1 4-28 16,7-8-30-16,-7 8-23 0,0 0-26 0,0 0-5 15,0 0-31-15,6 20-11 0,-4-12-12 0,5 11-10 16,-7 0-15-16,6 5-5 0,-6 3-8 0,2-1-5 16,5 2-5-16,-7 0-5 0,6 4-10 0,-4-12-2 15,1 5-10-15,2 1-1 0,-5-6 0 0,0 0-12 0,5-4 6 16,-5-1-3-16,2-5-2 0,-2-1-2 16,3-1 3-16,2 0 5 0,-5-5 4 0,0-3-3 15,7 4 2-15,-7-4-12 0,0 0 5 0,26-13-1 0,-18 3-7 16,7 1-3-16,0-8 6 0,2-1-2 0,1 4-5 15,-1-5-2-15,6-2-2 0,-8 6 5 0,4-3 5 16,-2 5-7-16,-4 2 6 0,2-1 2 0,-2 0 0 16,-1 3 2-16,0 2-9 0,-6 2-4 0,2-1-4 15,1 3 3-15,-3 0-6 0,-6 3-12 0,17 0 7 16,-9 4 8-16,2-1-9 0,-2 7 2 0,6-3 0 16,-6 2-1-16,2 2-7 0,-2 2 11 0,5 1-11 15,-3 0 8-15,3 0-10 0,-4-2 8 0,6 0-5 16,-10 4-8-16,3-5 2 0,-1-2-15 0,1 0-5 15,-3-4-14-15,-4 3-5 0,1-4-2 0,-2 3 4 16,0-7 4-16,0 0-6 0,-8 8-8 0,-2-8-4 16,10 0-30-16,-33-7-22 0,16 0-27 0,-13-1-40 15,2-1-47-15,-1 1-61 0,-1-6-258 0,-10-1-597 0,10-3 264 16</inkml:trace>
  <inkml:trace contextRef="#ctx0" brushRef="#br0" timeOffset="25765.22">8678 3509 205 0,'-4'-6'307'0,"-2"-3"-30"16,4 2-28-16,-3 2-26 0,-3-1-24 0,1 2-25 15,4 0-40-15,-9 3-45 0,12 1-60 0,-15 0-59 16,15 0-53-16,-14 5-63 0,5 3-126 0,3-1-294 15,4 2 131-15</inkml:trace>
  <inkml:trace contextRef="#ctx0" brushRef="#br0" timeOffset="26374.53">10171 3714 118 0,'21'-19'282'0,"-6"5"-8"0,8-6-9 0,-10 4-18 16,2-6-14-16,-3 5-15 0,4-5-8 0,1 0-9 0,-9 3-2 15,-1 2 5-15,4 1-17 0,-2 0 3 0,-8-1-37 16,-1 4-11-16,-6-4-25 0,4 7-12 0,-11-4-12 16,3 4-6-16,-10 0-11 0,-1 6-16 15,1-2-8-15,-5 3 2 0,-7-1-9 0,6 5-4 0,-1 5-16 16,-1 0 2-16,0 6 0 0,-2-2-1 0,9 9-4 16,-2-3-4-16,1 5 0 0,7 5-5 0,2 1 1 15,-2 11 3-15,7 6-3 0,8 1-1 0,2 2 2 16,6-7-4-16,5 11 3 0,0 1-2 0,9 1-1 15,8 14 0-15,-7-13-5 0,3-3 2 0,6 22 2 16,-7-22-1-16,1-4-2 0,-3 5 0 0,-1-3-6 16,-2-1-4-16,-2-3 3 0,-5 0 1 0,-3-3-4 15,0-2 2-15,-7-5-3 0,-1 3-16 0,-2-10 6 16,-2 2-1-16,-4 1 1 0,-3-4-16 0,1-7-5 16,-2 3-6-16,0-7-16 0,-1 2-14 0,-1-5-16 15,4-1-20-15,-2-1-22 0,0-5-29 0,0-1-34 16,2-5-37-16,8 0-43 0,-19 0-183 0,19 0-493 15,-8-8 219-15</inkml:trace>
  <inkml:trace contextRef="#ctx0" brushRef="#br0" timeOffset="26994.29">9861 4137 120 0,'-3'-11'319'0,"-1"7"-12"0,3-2-14 0,1-6-8 16,0 6-39-16,0 6-29 0,8-9-20 0,-3 3-11 16,7 2-30-16,4 2-13 0,4 1-17 0,8 1-16 15,7 1 10-15,10-1-15 0,-1 2-9 0,8 6-12 16,-1-3-7-16,2-2-16 0,5 1-12 0,-5 1-14 16,6-3-15-16,-9 3-9 0,0 0-11 0,-2-7-8 15,-2-1-2-15,-13 3-3 0,2-5 4 0,-5-2 1 16,1 0 4-16,-11 4-4 0,-2-9 1 0,2 0 2 15,-5 2-4-15,-2-4 1 0,-5-1 1 0,-6-1-2 16,1-3 4-16,-6 3 4 0,1 1 4 0,-2 0 4 0,-1-3 3 16,-7 1-2-16,0 4-3 0,-1-1 3 15,0 2-1-15,-2-1-2 0,-5 6 2 0,5 0 0 16,-1-1 3-16,-3 1-6 0,3 3 1 0,-6 3-3 16,6 1-3-16,-4 1 6 0,2 2-2 0,0 1 1 0,1 1-8 15,0 7 5-15,1-5 0 0,-1 7 3 0,1-1 1 16,3 1-5-16,3 1 0 0,1 0 2 15,-2 3 0-15,6-1-3 0,-2 0 6 0,7 0 1 0,-5 1-3 16,5-2-1-16,0-1 4 0,9 4-5 0,-3-6 3 16,1 1-2-16,6-2-3 0,-1-1-3 0,2-2 0 15,1-2-3-15,4 0 1 0,-1-6 2 0,0-2 0 16,-1 1 1-16,7-3 1 0,-10-5 0 0,4 4 3 16,-2-4 6-16,-6-3 13 15,4 0 12-15,0-4 23 0,-4 2 10 0,0 4 23 16,-6-5 24-16,2 1 13 0,1 0 8 0,-1 4 17 15,-4-1 3-15,3 2 1 0,-5 1-7 0,2 1-11 0,-2 0-16 16,0 6-8-16,6-9-13 0,-6 9-14 0,0-6-10 16,0 6-17-16,0 0-7 0,0-6-19 0,0 6-8 15,0 0-6-15,0 0-8 0,0 0-8 0,2 24-13 16,1-15-22-16,-1 1-18 0,0 7-16 0,6-2-14 16,-3 3-26-16,3-2-19 0,0-1-15 0,2 5-22 15,0-5-27-15,0 1-33 0,3 1-34 0,1-5-40 16,1 1-44-16,-5-1-215 0,-1-4-600 0,3-5 266 15</inkml:trace>
  <inkml:trace contextRef="#ctx0" brushRef="#br0" timeOffset="27306.83">11001 3897 11 0,'0'-11'247'0,"0"8"-22"0,-6-2-17 15,6 5-19-15,6-11-17 0,-6 11-21 0,0-8-16 0,0 8-14 16,0 0-13-16,0 0-10 0,0 0-9 15,0 0-8-15,0 0-2 0,9 19-4 0,-4-12-9 16,3 9-3-16,0 1-7 0,-1-2-1 0,6 8-9 16,-3 0-4-16,3 1-4 0,-4-4-4 0,2 2-2 0,-6-2-6 15,0 2-3-15,5-5 1 0,-5 2-3 16,2-4 0-16,-2-1-4 0,-4-1-3 0,3-2 2 16,-1-2 11-16,0-2 40 0,-3-2 38 0,2 2 50 0,-2-7 51 15,0 0-7-15,0 0-2 0,0 0 0 0,0 0-10 16,-8-24-2-16,4 13-17 0,4-6-2 0,-1 3-15 15,1-2-14-15,-4-7-17 0,8 7-12 0,-4-3-15 16,1-1-25-16,-1 2-34 0,2 0-47 0,3 0-66 16,0 2-66-16,1-1-69 0,1 5-88 0,5 0-97 15,-1-1-269-15,1 2-721 0,4-1 319 0</inkml:trace>
  <inkml:trace contextRef="#ctx0" brushRef="#br0" timeOffset="28119.24">11983 3808 139 0,'10'-10'307'0,"0"0"-25"0,-2-1-25 0,5 0-23 16,2 1-23-16,0 1-19 0,7-2-18 0,-6 2-11 16,12-1-14-16,0 0-8 0,2 3-17 0,-8 4-13 15,1-1-11-15,2 1-9 0,3 3-10 0,-7 0-6 16,3 5-14-16,-3-1-5 0,1 4-7 0,-1 2-5 0,-4 4-2 16,3-4-8-16,-7 5-3 0,-3 3-3 0,10 3-6 15,-10 4 1-15,1-5-4 0,-8 10 1 16,4-6 1-16,0 0-8 0,-6 3-4 0,4 3-3 15,-1-4-7-15,-4-1-4 0,-4-9 0 0,4 6-5 0,0-9 4 16,-1 2-4-16,2-4 4 0,-2 0 0 0,1-6 4 16,0-1 1-16,-4 3 4 0,4-7 2 0,0 0 1 15,0 0 9-15,0 0 10 0,0 0 3 0,0-24 3 16,5 10 11-16,-1-2 6 0,1-3 10 0,3 3 5 16,0-10 5-16,-1 7 3 0,6-8-5 0,2 3 6 15,0-1-5-15,0-2 8 0,0 1-4 0,-2 3-6 16,2-1 1-16,0 1-1 0,-7 7-2 0,2 3 1 15,-4-4-6-15,3 9-7 0,-4 0-6 0,5 0-8 16,-5 3-8-16,1-1-3 0,-4 2-7 0,-2 4-3 16,15-4-3-16,-15 4 15 0,15 6-17 0,-2 0-2 15,-5-2-3-15,-1 4-1 0,6-1-8 0,-5 3-3 16,7 3-10-16,-5 0-3 0,3 1-15 0,2-1-21 16,-3 1-21-16,-2-1-25 0,3 5-23 0,2-7-30 0,0 4-31 15,1 2-44-15,4-6-36 0,2 6-45 16,-6-5-219-16,6 2-572 0,-6-4 254 0</inkml:trace>
  <inkml:trace contextRef="#ctx0" brushRef="#br0" timeOffset="28541.08">13511 3839 108 0,'1'-14'232'0,"6"-3"8"0,-7 2 2 0,7-1-2 0,-14 1-5 16,14 0 2-16,-7 0-15 0,0-1-16 0,-7 4-5 15,0-7-23-15,4 4-5 0,-2 5-25 0,-2-7-3 16,2 12-21-16,-4-7-13 0,2 2-8 0,-1 3-13 16,-6 1-6-16,6-5-16 0,0 7-1 0,-5 0-13 15,4 0 2-15,1 1-12 0,-4 3-6 0,-4-1 1 16,16 1-8-16,-22 0-5 0,8 4 1 0,2 0-4 16,0 1-6-16,-1 6-1 0,2 0-1 0,-1 1-2 15,-1-1 0-15,1 8-3 0,1-3 2 0,1-3 1 16,3 9-5-16,0-6-1 0,6 3 2 0,-3 3 11 15,4 2-10-15,0 3-10 0,7 1 7 0,3 5-1 16,2-5 4-16,7 10 1 0,-2-2-8 0,4 0 3 16,6-2-3-16,-4 4 2 0,-1-2-5 0,2-3 5 0,-9-8 0 15,7 2 4-15,-7-4-17 0,5 1 11 16,-4-2 1-16,-1 0 3 0,-7-6-7 0,6 4 2 16,-8-7-1-16,-4 6-2 0,4-4 4 0,-4-3 4 0,0-1-7 15,1 0 1-15,-6 1 1 0,-1-4-13 0,-4 3 7 16,2 1-9-16,-8-3-12 0,-1 1-7 0,7-2-20 15,-5 0-17-15,-2-1-18 0,0-1-20 16,7 0-31-16,-5 0-36 0,4 0-41 0,1-5-32 0,1 2-232 16,2 1-519-16,5-4 230 0</inkml:trace>
  <inkml:trace contextRef="#ctx0" brushRef="#br0" timeOffset="29056.65">13683 3303 71 0,'6'-8'342'15,"-6"-1"-20"-15,0 2-18 0,4 2-26 0,-4 5-21 16,3-7-24-16,-3 7-30 0,0-6-22 0,0 6-8 0,0 0-29 15,0 0-17-15,0 0-12 0,0 0-7 16,12 17-17-16,-12-7-14 0,3 7-5 0,-3 0-7 16,0 5-4-16,0 5-7 0,2-4-4 0,-2 9-6 15,-2-3-7-15,2 11 3 0,0 3-3 0,2 1-4 0,3-3-8 16,-5-11-4-16,0-1 14 0,5 3-10 0,-2-3-4 16,5-4-6-16,-1 0-1 0,-6-6 2 15,8 1-5-15,-4 0 1 0,1-8-1 0,-2 3 0 0,1-8 0 16,3 4 3-16,-2-8 0 0,8 0-5 0,-8 0-4 15,-6-3 4-15,17-6-3 0,-6 0 2 0,-1-3 3 16,2 0 6-16,-2-4 17 0,5 1 9 0,0-8 14 16,-7 5 8-16,10-11 10 0,-6 6 9 0,1-3 4 15,2-1-2-15,-7 8-1 0,4-3-2 0,-2 8 1 16,-2-5-6-16,0 8-3 0,-4 0-9 0,-1 1-3 16,3-1-16-16,-1 1-9 0,-3 2 4 0,-2 5-21 15,8-2-2-15,-8 2-2 0,12 10-1 0,-9-3-15 16,4 3-2-16,1 4 0 0,-1 2-11 0,-1 1-16 15,4 2-7-15,2 7-20 0,-4 0-18 0,0-4-3 0,1 0-12 16,-3-2-12-16,8 6-21 0,-6-10-15 16,-2 0-16-16,3 1-12 0,-3-5-23 0,4-2-17 15,-6 1-32-15,4-5-32 0,-1-1-38 0,1-4-172 0,-8-1-517 16,0 0 229-16</inkml:trace>
  <inkml:trace contextRef="#ctx0" brushRef="#br0" timeOffset="29354.97">14103 3127 202 0,'0'-3'268'0,"-3"-2"-23"0,3 5-23 0,-7-8-19 16,7 8-22-16,0 0-19 0,-5-6-15 0,5 6-15 15,0 0-8-15,0 0 5 0,7 26-4 0,1-18-8 0,-8 7-13 16,5 2-10-16,2 0-10 0,-6 3-9 15,6 8-6-15,1-3-4 0,-1 4-6 0,0-1-9 16,-1 3-2-16,1 3-7 0,-4-4-3 0,4 7-2 16,-2 5-7-16,-4-11 1 0,4 1-2 0,0 10 1 0,-5 0-6 15,0-11-1-15,4-1-1 0,-4 2-2 0,1-3-9 16,-1-5-21-16,5 1-12 0,-3-4-23 16,1-3-22-16,-3-3-24 0,2 3-28 0,-4-10-27 15,4 2-15-15,-2 0-4 0,0-3-14 0,0-4-34 0,0-3-120 16,0 0-361-16,0 0 159 0</inkml:trace>
  <inkml:trace contextRef="#ctx0" brushRef="#br0" timeOffset="29568.23">14116 3626 164 0,'-8'-14'232'0,"3"-1"12"0,2 6 4 16,-4-2 1-16,2-1 3 0,5 4-6 0,0 4-12 16,-8-6-5-16,6 4-8 0,2 6-16 0,0-11-18 0,0 11-17 15,2-5-14-15,1-2-26 0,2 3-14 0,-5 4-11 16,15-1-12-16,-2 2-17 0,7-1-23 15,-3 1-21-15,4 2-30 0,9 1-24 0,-8 0-25 16,7 0-27-16,-2 0-32 0,-7 1-37 0,6 1-50 0,-3-6-53 16,-1 2-224-16,-5 0-507 0,-3-4 225 0</inkml:trace>
  <inkml:trace contextRef="#ctx0" brushRef="#br0" timeOffset="29740.09">13049 3023 104 0,'-13'-2'319'0,"4"2"-26"0,1-2-28 16,8 2-27-16,-13-4-26 0,8 1-26 0,5 3-30 16,0 0-49-16,0 0-54 0,0 0-77 0,10 15-72 15,6-6-207-15,-1 1-327 0,-1 1 146 0</inkml:trace>
  <inkml:trace contextRef="#ctx0" brushRef="#br0" timeOffset="30380.72">15641 3423 121 0,'-22'-2'198'0,"2"1"-16"16,2 4-15-16,-5 0-14 0,2 3-17 0,6 2-8 15,-5-3-13-15,5 3-9 0,5 3-12 0,-3-6-8 16,4 8-6-16,3 0-5 0,-1-1-8 0,6 2-3 16,2 3-3-16,6 3-4 0,1-1-6 0,5-4-5 15,2 8 3-15,2-5-9 0,9 0-2 0,-3-6-7 16,-1 3 2-16,8-6-9 0,-2 1 1 0,-10-8 0 16,4 3-5-16,1-5 0 0,-7 0-3 0,1-7 0 15,-7 3 0-15,1-8 0 0,-4 8-3 0,1-12-1 16,-6 0-4-16,-2 1 3 0,-3-3 4 0,-4-3 12 15,-5 6 6-15,-2-8 10 0,-1 0 10 0,-4 3 3 16,0 1-6-16,-1-3-1 0,5 9-5 0,-2-1-3 16,1 0-5-16,1 3-3 0,0-3-6 0,-3 5 0 15,8 1-4-15,-3-2 1 0,6 6 0 0,-1-1-9 0,6 1-7 16,-1 0-10-16,3 4-15 0,0 0-18 16,0 0-27-16,0 0-22 0,21-3-17 0,-1 6-25 15,10-3-19-15,1 0-18 0,2 0-18 0,1-3-18 16,0-5-128-16,9 4-352 0,4-10 156 0</inkml:trace>
  <inkml:trace contextRef="#ctx0" brushRef="#br0" timeOffset="30661.94">16109 3048 117 0,'-1'-12'215'0,"-3"0"3"16,4 3-3-16,-6 1-9 0,4 1-19 0,-1-1-19 16,-1 4-22-16,4 4-14 0,0 0-18 0,0 0-8 15,-16 9-7-15,14 5 10 0,-1 4 9 0,1 9 1 16,4 2-8-16,5 13-3 0,-1 5-6 0,2 3-3 15,7 2-8-15,0 21-2 0,7 1-3 0,-1 2-6 16,2-5-3-16,1 2-10 0,-3 4-6 0,6-7-4 16,-6 3-1-16,2 1-6 0,-8-20-7 0,0 20-4 15,-2-17 0-15,-1-3-6 0,1-7-6 0,-8-1 1 16,3-4-6-16,-4-10-2 0,-3-5 3 0,-1-4-2 16,-1 1-3-16,-4-9 2 0,-2-1 0 0,-1-4 2 15,-4-3 0-15,-3 0 3 0,-3-6-5 0,-3-2 5 16,1-6 13-16,-8-2-23 0,-2-8-23 0,2 0-25 15,-5-10-38-15,-1-1-39 0,-4-1-43 0,5 1-50 16,8-5-59-16,-1-1-253 0,6 7-555 0,7-2 245 16</inkml:trace>
  <inkml:trace contextRef="#ctx0" brushRef="#br0" timeOffset="30833.79">16088 3744 205 0,'5'-9'326'0,"3"-4"-10"0,-1 3-24 15,3-3-12-15,1 1-16 0,1 2-21 16,-4-4-30-16,5 2-18 0,2 3-20 0,0 0-21 0,7-1-30 16,6-1-32-16,0 8-52 0,2-2-45 0,1 5-62 15,14 5-75-15,4-2-82 0,8 4-190 0,-4 4-448 16,-5-3 199-16</inkml:trace>
  <inkml:trace contextRef="#ctx0" brushRef="#br0" timeOffset="31679.09">17698 3201 211 0,'-11'-18'255'0,"-4"-2"-16"0,-7 1-21 0,6-2-12 16,-11 2-17-16,4 5-13 0,0-1-20 0,-5 3-12 0,5 3-14 16,-1 3-11-16,3 4-13 0,1-1-10 15,-3 6-8-15,-2 2-11 0,3 2-10 0,-4 5-8 16,3 2-2-16,6 1-7 0,-3 3-4 0,4 1-2 0,3 4-3 16,-1-1-4-16,6 4-4 0,8-1 2 0,0 2-3 15,7 2-1-15,1-2-3 0,13 10-3 0,1 1-2 16,8-8-1-16,5 0-3 0,3 2-2 15,8-3 2-15,4 1-1 0,1-6 0 0,0 7-24 0,2-11-15 16,5-2-14-16,2-1-5 0,-7-8-8 0,6 1-2 16,-6-3-1-16,-5-6 3 0,4-6 6 0,-18 2 4 15,9-6 4-15,-3-2 4 0,-10 0 4 0,-4-5 7 16,1-1 5-16,-6-1 11 0,1-2 15 0,-14 5 13 16,5-4 4-16,-6-1 7 0,-5 1 8 0,-2-2-4 15,-2 3-5-15,-5 2-3 0,-6-1-3 0,3 4-6 16,-6-1-1-16,1 2-2 0,-7 0-3 0,2 6-1 15,-8-1-1-15,3 0-7 0,2 6 2 0,-5 2-2 16,-3 6 0-16,-2-2-8 0,8 3 7 0,-3 3-3 16,-1 0 2-16,6 5 2 0,3-6-5 0,7 3 2 15,0 1 0-15,-5 3-1 0,8-1-2 0,3-1-1 16,-4 1 1-16,7 1-2 0,-1-2-3 0,4 0 1 16,7-3-1-16,-6 2 0 0,7-9-3 0,3 3-2 15,-2-1 0-15,10 0 0 0,2-6 1 0,0-2 1 0,-2-6 1 16,0 3 1-16,11-8 6 0,-8 6-5 15,2-11 8-15,-1 5-5 0,4-6 6 0,-8 1 11 16,2-5 14-16,-3 9 21 0,-4-2 25 0,0 0 18 0,-1 0 6 16,1-2 18-16,-6 6 5 0,3-5-3 0,-4 8 1 15,-1-2-1-15,-1 5-14 0,4-2-14 0,-8 2-13 16,0 5-14-16,3-7-12 0,-3 7-12 16,0 0-6-16,0 0-5 0,0 0-8 0,0 23 2 0,-3-11-9 15,6 3-6-15,-3 3-13 0,0 2-8 0,4-3-12 16,-4 6-15-16,3-4-13 0,2 5-12 0,0 6-14 31,0-13-22-31,5 5-23 0,-5-2-28 0,5-2-33 0,-2-5-28 16,5 1-30-16,-5-5-46 0,6-3-223 15,-6 0-551-15,2-4 245 0</inkml:trace>
  <inkml:trace contextRef="#ctx0" brushRef="#br0" timeOffset="32001.57">18503 3366 131 0,'0'-6'268'16,"0"-3"-10"-16,0 3-12 0,0 6-10 0,0-6-13 0,0 6-16 16,0 0-15-16,3-9-20 0,-3 9-15 0,0 0-16 15,0 0-16-15,0 0-12 0,0 0-10 0,0 0-16 16,28 14-4-16,-16-6-10 0,-2 4-6 0,4-1-7 16,-2 4-5-16,-2-3-3 0,5 3-9 0,-2 0-2 0,-3 0-5 0,3 3-6 15,1-1-2-15,-5 0-1 0,-2-2-5 0,0 1 1 16,-1-1-3-16,-4-3-2 0,3-5-2 0,-3 1-2 0,-2 2 3 15,6-7 8-15,-6 3 32 0,0 0 55 0,0-6 60 16,0 0 24-16,0 0 2 0,0 0-7 16,0 0 3-16,2-20-3 0,-4 8-1 0,1 2-9 0,1-2-10 15,0-5-15-15,0 2-11 0,1-1-12 0,1-3-21 16,3-1-10-16,-5 2-18 0,8-2-25 0,-8 5-33 16,5-4-40-16,-2 1-50 0,6 0-44 0,-3-2-84 15,3 5-69-15,-3-3-82 0,6 1-110 0,-6 2-321 16,1 1-839-16,-2-3 371 0</inkml:trace>
  <inkml:trace contextRef="#ctx0" brushRef="#br0" timeOffset="33407.67">19249 3181 5 0,'-2'-4'230'0,"2"4"-2"0,-1-7-5 0,1 7-1 15,-5-11-1-15,2 6 2 0,3 5-6 0,0-7-1 0,0 7-12 16,-4-8 1-16,3 1-10 0,1 7-8 16,0 0-10-16,1-9-17 0,-1 9-8 0,0-6-8 15,4-2-15-15,-4 8 4 0,3-9-26 0,5 6-5 16,-5-1-18-16,1 1-10 0,6-3-12 0,-5 3 2 0,5-1-11 15,-6-1-4-15,10 5-8 0,-8-2-11 0,4 1-6 16,4 1 3-16,-6-3-5 0,5 3-9 16,2 3 4-16,5-2-7 0,-10 1-12 0,5 1-1 0,-2 0-5 15,-5 3-5-15,7 2-3 0,-3-3-3 0,-2 2 1 16,3 0-1-16,-5 2-3 0,0 2-2 0,6-3 0 16,-6 4 3-16,-2 0-3 0,-2-2-1 0,2 3 5 15,-2-1-2-15,-3 0-2 0,-1 2 3 0,0-2 1 16,0 3-1-16,0-3 2 0,-5 3 3 0,5 1 4 15,-8-1-1-15,5-6-2 0,-2 3 7 0,0 0-5 16,-3-5 4-16,1 8 0 0,-3-4 3 0,2 1-2 16,0-3 5-16,-2 5-4 0,1-7 3 0,1-1 2 15,0 8-2-15,-1-9 1 0,3 3 0 0,-4-2 0 16,-2 2 0-16,6-3-2 0,-3 2 2 0,3-1-2 16,-2 3 2-16,1-4 3 0,0 0 0 0,-1 1-1 15,1 1-2-15,-1 0-1 0,2 0 2 0,-1 0-1 16,0-4 1-16,-1 5 3 0,6-1 0 0,-4-2-1 15,1 1 2-15,5 0-2 0,-9 0 0 0,8 0 2 0,-2 0-2 16,-1-2-2-16,1 1 3 0,3-5 0 16,0 7-1-16,0-7 6 0,-5 8 1 0,5-8 14 15,-3 3 13-15,3-3 10 0,0 0 11 0,0 0 1 0,0 0 4 16,0 0-1-16,0 0-9 0,11 3-8 0,-11-3-2 16,0 0-10-16,7-12 5 0,-6 6-9 0,8 2-1 15,-9 4 4-15,5-8-11 0,-5 8-3 16,1-4 1-16,-1 4 1 0,14-2-9 0,-14 2 6 0,8-6-8 15,-1 2 11-15,-7 4-16 0,13-4 7 0,-5 4 0 16,-8 0-3-16,15-4-2 0,-8 2 6 0,6 1-10 16,-3-2 5-16,1 2-2 0,-1 1 16 0,3 0-18 15,4-2 3-15,-2 2 1 0,0-2-5 0,0 4 1 16,3-2-1-16,-6 3 3 0,2-3-2 0,-4 0 17 16,2-1-19-16,0 2-2 0,-3 2-1 0,6-3 2 15,-15 0-2-15,15 0 0 0,-15 0-7 0,15 0-13 16,-15 0-10-16,13-3-24 0,-13 3-19 0,0 0-27 15,15 0-24-15,-15 0-35 0,9 4-41 0,-3-2-47 16,-6-2-44-16,15 1-225 0,-8 4-565 0,1-3 249 16</inkml:trace>
  <inkml:trace contextRef="#ctx0" brushRef="#br0" timeOffset="39493.12">28434 1890 2 0,'3'-6'201'0,"-3"6"-1"0,0 0-11 15,0 0-10-15,0 0-11 0,0-6-13 0,0 6-16 16,0 0-9-16,3-6-12 0,-3 6-11 0,0 0-15 15,0 0-10-15,0 0-13 0,0 0-7 0,0 0-9 16,0 0-3-16,0 0-2 0,0 0-10 0,-3 21-4 16,3-21 0-16,0 11-4 0,0-7-3 0,-3 2-2 15,3 4-4-15,0-2 1 0,0-1 0 0,0 4 4 16,0-2 4-16,0 2 1 0,3 0 1 0,-3 5-4 16,0-5 0-16,0 3 0 0,0-1-2 0,3 4 1 15,-1-2-6-15,3 0-1 0,-2 1 0 0,0-1-3 16,1 4-3-16,-4-4 4 0,6 2-4 0,1-2 0 15,-7 4-2-15,2-6-1 0,3 4 0 0,-2-1-1 16,2-3 1-16,-5-1-5 0,1 3 0 0,1 0 3 16,-2-4-2-16,5 4 0 0,-3 5-3 0,-2-13 3 0,0 6-3 15,3-1-2-15,0-1 3 0,-3 1-3 0,0 0 1 16,4-1-1-16,-1-3 3 0,-1 3-2 16,-2 0 4-16,0-3-3 0,3 4-2 0,-3-1 1 0,0-5-2 15,2 4 10-15,-2-2-8 0,3-1-3 0,-1 1 0 16,-2 1 0-16,0 0 0 0,0-3-2 0,1 3 4 15,1-3-2-15,-2-2 0 0,0 6 0 0,2-5 0 16,-2 0 0-16,3 1-1 0,-3-6 2 0,-3 16-1 16,3-11 1-16,0 2 0 0,-2-3-1 0,2 3 2 15,2 1-2-15,-2-3 1 0,-2 3 0 0,2-1 4 16,2 0-3-16,-2-7-3 0,-2 12 0 0,4-7 0 16,-2 5 8-16,0-5-9 0,0 3 1 0,0-4 0 15,0 6-1-15,0-3 5 0,-2-1-3 0,4 3 1 16,-2-3-2-16,0 1 2 0,3 2 0 0,-3-1 0 15,2 1 0-15,-2-1 0 0,0-1 3 0,0 0-5 16,0 4-1-16,3-2 6 0,-3-3-4 0,-3 3 1 16,6 1 1-16,-6-1-3 0,6-1 2 0,-3 6-3 15,0-2 2-15,1 3 2 16,-1-3-4-16,-1 0 2 0,1-4 2 0,0 7-1 16,0-3-4-16,-3-1 2 0,3 1 0 0,0 2 1 0,0 0 0 15,0 0-3-15,0-2 3 0,0 0 2 0,0 0-2 16,0-1-2-16,0 5 5 0,0-4-2 0,0 6-4 15,3-6 7-15,-3 0-6 0,0 4 4 0,-3-1 0 16,6-4-1-16,-2 4-1 0,-1-2 0 0,0-1-2 16,0 1 3-16,2 1 0 0,-4-1 0 0,4 1-2 15,-2 4 1-15,0-2-1 0,-2 0 2 0,2-1 5 16,0 1-7-16,0-2-1 0,0 2 1 0,0 1 0 16,0-2 0-16,0 1 3 0,-4-1-2 0,2 2 0 15,-1 1-1-15,1 1 2 0,0 1 2 0,-1 6-2 16,0-7 0-16,-2 1 0 0,1 2-2 0,3 2 3 0,-6 0-2 15,4 3 2-15,-1-3-4 0,-1 2 3 16,4 1 0-16,-4 1 1 0,5-1-2 0,-3 4 2 16,4-4-1-16,-2 2 1 0,-3 3 0 0,3-2 1 15,-1-2-3-15,2 3 0 0,-5 0 0 0,3 0 0 0,1-3-1 16,-4 6 2-16,5 5 0 0,-4-8 0 0,-1-1 0 16,4 2-1-16,-4 1 2 0,5-5-2 0,0 14 0 15,-2-10-2-15,-1-4 2 0,0 3 0 16,1 1 0-16,-3-2-2 0,5 1 3 0,-2 10-1 0,2-6 1 15,0-7 0-15,-3 15 0 0,6-11 0 0,-1 10 1 16,-4-3-2-16,2 3 3 0,-3-12-1 0,3 15-2 16,-2-5 3-16,-4 1-1 0,12-4 2 0,-12 4-3 15,6-8 4-15,0 8 6 0,-4-1 3 0,-1-10 4 16,5 9-1-16,0 1 4 0,0 4-4 0,0-14 0 16,-6 3 1-16,6-2-7 0,-2 0 1 0,0 1-2 15,2 10-1-15,-5-10 0 0,5 1-1 0,0-3 0 16,-1-1-2-16,-4-1-2 0,5 2 0 0,-2-3 2 15,2 1-2-15,-5-1 1 0,5 0 0 0,0 2-2 16,0-4 2-16,-1 2-4 0,1-8 2 0,-2 6 5 16,4 0-6-16,-4-6 2 0,2 6 0 0,0-4-3 15,0-1 3-15,0-3 0 0,0 0 0 0,0 1-1 16,0-3-1-16,0 4 0 0,-5-9 4 0,5-1-3 16,5 2 1-16,-10-2-1 0,10-2-1 0,-5 0 5 15,0-1-3-15,0 0-6 0,0-6-14 0,0 8-20 16,0-8-67-16,0 0-99 0,16-4-279 0,-16 4-520 15,20-19 231-15</inkml:trace>
  <inkml:trace contextRef="#ctx0" brushRef="#br0" timeOffset="40477.4">28695 2682 6 0,'-8'-3'239'0,"8"3"0"0,-9-6-1 16,9 6-7-16,-8-3-10 0,8 3-11 0,0 0-10 0,-6-4-5 15,6 4-12-15,0 0-15 0,0 0-17 0,-7-3-5 16,7 3-12-16,0 0-8 0,0 0-9 0,0 0-12 16,0 0-2-16,0 0-8 0,0 0-3 0,0 0 3 15,0 0 6-15,0 0 9 0,0 0-20 0,58 3-3 16,-23-2-13-16,16 2 0 0,4 0-10 0,4-2-3 15,36 4-12-15,-8-2-3 0,11 1 0 0,48 0-3 16,-44-1-15-16,49 4 1 0,-50-4 2 0,44 4-2 16,-42-2-8-16,-2 1 0 0,3-6-4 0,1-1 1 15,-8 1-1-15,-1-5 1 0,-5 3-6 0,-6-2-5 16,-26 4 4-16,1-8 0 0,-2 5 12 0,-7 2-12 16,-1-3-10-16,-6-3 3 0,-12 7 2 0,-4-3 2 15,0 1-5-15,-8 0-2 0,0 1 7 0,-4-3-5 16,3 4 0-16,-11-1-2 0,5 1 0 0,-5-2-1 0,-8 2 3 15,17-1-10-15,-5 1 11 0,-12 0-6 16,9 0 1-16,3-3 6 0,-12 3 0 0,15 0-2 16,-15 0-6-16,10-1 6 0,-10 1-11 0,13 0 8 15,-13 0-2-15,0 0 2 0,15-2-2 0,-15 2-11 0,0 0-17 16,10 0-18-16,-10 0-22 0,5-5-24 0,-5 5-32 16,0 0-50-16,0 0-45 0,-2-7-59 15,2 7-48-15,-11-6-188 0,4 3-559 0,-5-3 247 0</inkml:trace>
  <inkml:trace contextRef="#ctx0" brushRef="#br0" timeOffset="40961.72">31049 2295 191 0,'0'0'209'0,"5"-4"-24"15,-5 4-15-15,0 0-13 0,0 0-25 0,13 7-7 16,-8-1-12-16,-5 6-4 0,6-2-2 0,-6 9-9 0,4-2 4 16,-1 1 3-16,-3 8-6 0,0 6 1 15,7-2-2-15,-7 2 7 0,0 9-9 0,1 3-11 16,-1 0-8-16,4-3-6 0,-8 4-2 0,8-3-10 0,-4 3 1 16,0-3-9-16,0 5-7 0,3-7-2 0,-3-1-6 15,0-7-6-15,-3-3 4 0,3 1-4 16,0 5-6-16,0-7 0 0,0-1-5 0,-4-1-1 0,8-5-2 15,-4-6-1-15,0 4 0 0,0-7 1 0,0 0-3 16,-4 1 1-16,4-6 1 0,0-1 2 0,4 0 20 16,-4-6 23-16,0 9 17 0,0-9 3 0,0 0-8 15,3 4-15-15,-3-4-23 0,0 0-34 0,0 0-39 16,7-19-52-16,-7 7-65 0,0 1-60 0,5-6-70 16,-2-1-185-16,-3-6-510 0,6-3 226 0</inkml:trace>
  <inkml:trace contextRef="#ctx0" brushRef="#br0" timeOffset="41602.33">31052 2284 47 0,'8'-1'212'15,"4"-5"-13"-15,-2 3-15 0,8-2-17 0,3 5-16 16,3-4-16-16,4 1-14 0,2 3-11 0,6 2-11 0,-1-1-10 16,13 3-6-16,3 1-10 0,-8 1-8 15,2-2-7-15,1 4-4 0,2-1-7 0,-3 1-4 16,-14-5-3-16,2 5-4 0,-8-1-5 0,5-6 0 15,-8 4-8-15,-4 2-3 0,-7-2 0 0,1-3 0 0,-2-1-8 16,1 2-1-16,-6-2-4 0,0 1-1 0,4-1 6 16,-9-1-8-16,6 9 4 0,1-7-2 0,-7-2-3 15,2 8-1-15,-2-8-1 0,0 8 1 0,-2-1 3 16,2-2-2-16,0 3-3 0,-5-1-2 0,5 1 5 16,-2 3 4-16,2-3 11 0,-3 4 4 0,0 0 1 15,1 5 0-15,2 1 2 0,-5-3-2 0,3 12-1 16,2 0 0-16,0 0 0 0,0 1-1 0,2 1 1 15,3-1-3-15,-5 13-2 0,0-2-1 0,2 1 0 16,-2-5 0-16,3-5-1 0,0 9-1 0,6 1 1 16,-3-10-2-16,-4-1-2 0,3 3 0 0,1-4-1 15,-2-1 0-15,2 0-4 0,-6-6 0 0,7-3 1 16,-2 2-1-16,-5-4-2 0,3-1 1 0,-3-3 1 16,0-1-1-16,5-3 12 0,-3-3 20 0,-2 2 19 15,0 0 19-15,0-7 11 0,0 8 26 0,0-8 21 16,0 5 27-16,0-5 4 0,0 0 8 0,-8 3 1 15,8-3-3-15,-15 0-12 0,15 0-12 0,-28-4-11 16,6 0-14-16,-1 4-11 0,1-5-9 0,-7 0-13 16,-8-1-7-16,-9 3-8 0,3 0-9 0,6 2-16 0,-7-3-9 15,-6 6-42-15,5 0-52 0,9 2-63 16,3 0-60-16,3 3-57 0,0 3-72 0,9-2-88 16,2 2-264-16,8 1-711 0,4-4 314 0</inkml:trace>
  <inkml:trace contextRef="#ctx0" brushRef="#br0" timeOffset="42478.77">28521 5206 47 0,'0'0'258'0,"-11"-4"-4"16,11 4-6-16,0 0-5 0,0 0-8 0,0 0-9 16,0 0-14-16,0 0-4 0,0 0-8 0,0 0-3 15,0 0-4-15,0 0 0 0,0 0-6 0,0 0-12 16,43 4-15-16,-23-2-17 0,9 1-8 0,8 0-18 16,9-2-13-16,7 2-8 0,2 1-16 0,1-4-1 0,-1 4-4 15,-1-4-11-15,-2 3-3 0,-1-3-7 16,0 0-7-16,-3 1-5 0,-3 2-6 0,-12-3-8 15,2 0 0-15,-4 2 0 0,-1-2-16 0,-10 0-8 16,-4 0-3-16,-1 2-1 0,-6-1-6 0,4-1-10 0,-13 0-12 16,13 0-14-16,-13 0-11 0,10-1-12 0,-10 1-16 15,13-2-15-15,-13 2-18 0,0 0-12 0,0 0-12 16,0 0-14-16,0 0-11 0,0 0-15 0,0 0-17 16,0 0-15-16,0 0-29 0,0 0-189 0,0 0-464 15,0 0 205-15</inkml:trace>
  <inkml:trace contextRef="#ctx0" brushRef="#br0" timeOffset="43567.14">29379 4857 78 0,'0'-4'311'0,"0"4"-11"0,6-8-21 0,-6 8-18 0,0-3-27 16,0 3-23-16,0 0-27 0,0 0-22 0,0 0-18 15,0 0-16-15,0 0-13 0,0 0-5 0,4 16-19 16,-4 3-10-16,0 1-8 0,3 6-11 0,-3 2-1 15,2 3-8-15,-2 7-7 0,0 0-1 0,4 7-5 16,0-1-5-16,-8 0-3 0,8 0-3 0,-4 1-1 16,-4-6-3-16,-2 4-3 0,6-2-1 0,0-2-1 15,-3-6-4-15,-1-3 0 0,4 0-4 0,0-2 2 16,0-1-2-16,0 2-2 0,0-11 2 0,0-1-4 16,-6 2 1-16,4-9-5 0,2 7 5 0,0-9-3 15,0 2 3-15,0-3 14 0,-3-2 25 0,3 1 27 16,0-6 33-16,0 8 37 0,0-8 26 0,0 0 13 15,0 0 16-15,0 8-3 0,0-8-18 0,0 0-13 16,0 0-15-16,0 0-19 0,0 0-11 0,0 0-14 16,0 0-9-16,11-16-10 0,-11 16-8 0,0-7-10 0,0 7-7 15,4-8-6-15,-4 8-6 0,3-6-6 16,-3 6-2-16,0 0-6 0,2-5-8 0,-2 5-3 16,0 0 0-16,4-4-6 0,-4 4-2 0,0 0-5 0,0 0-8 15,0 0-4-15,0 0-6 0,9-4-13 0,-9 4-9 16,15-2-13-16,-7 2-10 0,12 2-14 0,0-2 2 15,-2 1-11-15,15 2-9 0,-2-1-5 0,4-1 3 16,11 3 5-16,1 1 2 0,2 2 5 0,-4-3 0 16,6 1 8-16,-6 1-18 0,0-2 7 0,-10 0 5 15,-6-3 4-15,5 4 7 0,-6-3 7 0,-7-4 6 16,1 4 4-16,-6-4 9 0,4 0 3 0,-7-1 6 16,-3 1-3-16,4-1 6 0,-8-1 3 0,1-2 10 15,-4 2-3-15,0-1-4 0,-1 0 3 16,-2-5 2-16,2 3 3 0,-4-1 1 0,-3-1 3 0,2 4-11 15,-2-3 4-15,-2-2 3 0,6 1 5 0,-8 4 4 0,3-1 0 0,-1-5-7 0,-1 4 12 16,-1 2-7-16,0-3-1 0,-1 1 22 0,3 0-19 16,-1 2 0-16,1-2 3 0,-5 3 1 0,3-3-3 15,0 2 17-15,3 0-10 0,-1-1 12 0,2 3 6 16,-2-3 5-16,7 6 4 0,-8-9 10 0,7 4-2 0,-4 0 3 16,0-2 0-16,1 0 5 0,1 2-3 15,3-3-4-15,-3-2-2 0,-1 1 2 0,4-3-9 16,4-3-4-16,-4-1-3 0,3 1-2 0,-3-5-12 15,5 0 4-15,-2-5 2 0,6 1-6 0,-5 0 0 0,1-3-6 16,2 2 1-16,-4-2-1 0,6 0-1 16,-3 2 3-16,-2-6-1 0,-1 4 2 0,4 0 17 15,-6 0 4-15,6 0 8 0,-6 3 6 0,6-6 0 0,0 6 7 16,-6-1 3-16,-1 7 1 0,7-3-6 0,-7 0-6 16,5 5 0-16,-3-3-4 0,-2 4-2 0,1 0-6 15,-1 3-1-15,0 4-5 0,0-3-4 0,0 3-3 16,5 0-4-16,-5-3-1 0,4 6-4 0,-4 5-2 15,0-7-2-15,0 7-4 0,-4-6-1 0,4 6-7 16,0 0-1-16,0 0-8 0,-5-9-5 0,5 9-8 16,0 0-8-16,0 0 0 0,0 0-1 0,0 0-5 15,-1-5 0-15,1 5 0 0,0 0 5 0,0 0 2 16,0 0 2-16,0 0-1 0,0 0 8 0,0 0 1 16,0 0 4-16,-22 12-1 0,15-8 7 0,-1-3 1 15,8-1-3-15,-15 6 3 0,5-2 0 0,0 0 0 16,-4 1 4-16,0 2 1 0,-6-3-2 0,-1 3 0 0,-1-2-23 15,-2 2-20-15,-5 1-19 0,-2-4-34 0,-2 4-29 16,3-4-24-16,2-1-19 0,-4 5-20 16,-4-1-28-16,1-2-36 0,-1-2-60 0,-7-2-335 0,10-2-707 15,-4 2 313-15</inkml:trace>
  <inkml:trace contextRef="#ctx0" brushRef="#br0" timeOffset="45082.6">29546 6105 104 0,'0'0'281'0,"0"-9"-4"0,0 9-5 0,0-7-13 16,0 7-2-16,-7-8-12 0,6 4-11 0,1 4-2 15,-5-7-26-15,5 7-11 0,-4-7-23 0,4 7-12 16,-6-6-13-16,6 6-26 0,-9-6-11 0,3 5-9 16,6 1-11-16,-15 0-8 0,15 0-11 0,-20 0-2 15,12 1-12-15,-6 3-4 0,5-2-2 0,-5-1-7 0,-1 6-7 16,4 1-5-16,-2 0 1 0,-2-4-5 15,3 3-5-15,-1 0-2 0,5 3-2 0,-2 1 8 16,0 0-9-16,0-6-4 0,3 6-3 0,-3 5-2 16,5-11 2-16,-5 7 3 0,5-2-4 0,-1 0 2 0,4 0-10 15,0 0 7-15,-3 2-1 0,5-3 15 0,0 2-19 16,2-2 7-16,3 0 2 0,-3 2-3 16,3-1-4-16,1 1 1 0,1-4-3 0,3 2 10 0,1 2-4 15,3-3-7-15,-1 0 14 0,7-1-12 0,-4 1 4 16,3-4-2-16,-1 7-3 0,3-8-3 0,1 2 8 15,-1-2-7-15,-4-2 3 0,3-1 2 0,1 0-5 16,-3 0-8-16,1-1-7 0,-1-2-14 0,0-1-20 16,0 0-20-16,-3 1-22 0,0-8-29 0,-3 9-32 15,-2-5-38-15,1 3-49 0,1-8-33 0,1 0-48 16,-8 5-161-16,2-4-518 0,-4 3 229 0</inkml:trace>
  <inkml:trace contextRef="#ctx0" brushRef="#br0" timeOffset="45584.04">29773 6063 154 0,'8'-1'269'0,"-8"1"-13"0,0 0-11 0,0 0-18 16,8-4-20-16,-8 4-17 0,0 0-16 0,0 0-17 15,0 0-18-15,0 0-9 0,0 0-18 0,20 4-10 16,-17-1-12-16,-3-3-6 0,12 5-10 0,-6-2-4 0,-6-3-11 15,10 5-4-15,0 2-9 0,-5-2-4 0,2-3-5 16,0 5-5-16,-6-2-2 0,4 0-7 0,-2 5 2 16,-3-5-5-16,0 6-3 0,5-2 0 0,-5 2-3 15,-5-3 0-15,2 2 3 0,0 0-7 0,0 0 0 16,1 2-1-16,-5-1-1 0,2 0-3 0,4-2 0 16,-6-2-1-16,0 4 1 0,7-4 1 0,-5 0-3 15,2 1 5-15,-2-2-1 0,3 0 4 0,2-6 8 16,-6 7 11-16,6-7 14 0,0 3 10 0,0-3 12 15,0 0 14-15,0 0 9 0,-7 7-2 0,7-7 8 16,0 0-4-16,0 0-9 0,15 1-9 0,-15-1-10 16,20 0-13-16,0-1-31 0,-2-2-38 0,5-1-52 15,7 3-48-15,0-1-73 0,5-3-89 0,6-4-300 16,7 3-627-16,3-5 278 0</inkml:trace>
  <inkml:trace contextRef="#ctx0" brushRef="#br0" timeOffset="46646.43">31484 1653 61 0,'0'-6'270'0,"7"-1"-1"0,-7 0 0 0,0 0-5 0,0 7-7 16,0-9-9-16,0 9-6 0,-7-14-13 0,5 10-2 16,-1-1-15-16,3-2-11 0,-5-1-19 0,-2 4-12 15,4 0-17-15,-7 0-19 0,2-1-15 0,1-2-11 16,-6 3-8-16,3 1-12 0,-8 0-12 0,1 3-7 16,1-1-6-16,-1 2-11 0,2 2-2 0,-3 0-4 15,3 1-7-15,0 3-5 0,-1 0 2 0,1-4-14 16,2 9 2-16,1 0 1 0,-6 2-6 0,8-1-2 15,-3 1 4-15,4-1-5 0,-4 2 18 0,7 0-18 16,-1 3-4-16,7-3 3 0,-8 2-1 0,8 1-1 16,0-3-1-16,8 2 3 0,-3-2-2 0,3 2 0 15,0 0 4-15,6-4-5 0,-1 3 5 0,3-2 9 16,1-1-15-16,8 1 2 0,-7-2-3 0,9-3-2 16,1 2-3-16,-3-6-8 0,3 3-19 0,0-1-24 15,2 1-24-15,1-8-13 0,-9 2-27 0,-1-2-15 16,-3-2-33-16,4 2-33 0,-7-1-34 0,5-6-32 15,-6 0-44-15,0-2-216 0,-6 1-558 0,0 1 247 0</inkml:trace>
  <inkml:trace contextRef="#ctx0" brushRef="#br0" timeOffset="47208.87">31813 1551 56 0,'0'0'340'0,"7"-6"-4"0,-7 6-10 0,0 0-2 16,0 0-7-16,0 0-20 0,0-5-23 0,0 5-26 16,0 0-24-16,0 0-14 0,0 0-45 0,0 0-18 15,0 0-15-15,0 0-10 0,0 0-14 0,0 0-17 16,-7 24 8-16,7-13-21 0,-5 1-8 0,4 4 0 15,1 2-18-15,-7 1 1 0,7 0-7 0,0 2-4 16,0 3 0-16,0 2-4 0,0 1-4 0,0-2 1 0,0 2-11 16,7 0-3-16,-1-2-40 0,1 2-52 15,-2-3-52-15,-2 0-84 0,6-2-129 0,-3-2-276 16,2-3-661-16,-3-2 294 0</inkml:trace>
  <inkml:trace contextRef="#ctx0" brushRef="#br0" timeOffset="64731.02">6842 5214 291 0,'2'-3'306'0,"-2"3"-16"16,0 0-20-16,-2-9-36 0,2 9-16 0,0 0-8 15,0 0-7-15,0 0-12 0,0 0-6 0,15 13-12 16,-15-5-13-16,0 2-16 0,7-1-2 0,1 5-7 16,-8-2-7-16,5 3-10 0,-4 3-1 0,4 0-9 15,0 1 5-15,-5 1 1 0,4 1 2 0,-3 0-13 16,4-5-4-16,-1 9-7 0,-4 0-6 0,5-6-4 15,-4 5-7-15,4 3-4 0,-3-7-9 0,5 2-5 16,-7-2-2-16,1 1-8 0,4 3-2 0,-3-8-9 16,4 6 8-16,-2-3-14 0,1 1-3 0,3-3-2 15,0 7 1-15,-3-6-1 0,3-1-2 0,-3 2-3 0,0-2 1 16,2 0-8-16,-2-2 1 0,0-7 2 0,0 9-1 16,2-2-1-16,-1-4-3 0,-1-1-2 15,-3 0-4-15,4 1 4 0,-4-4-3 0,3 1 2 0,-3-2-4 16,-1 0 3-16,3-2 7 0,-4-4-8 0,3 10 3 15,-1-8 0-15,-2-2-1 0,0 0 0 0,5 8-1 16,-5-8 3-16,0 0 7 0,0 0 22 0,0 0 12 16,1 4 13-16,-1-4 2 0,0 0-5 0,0 0-7 15,0 0-4-15,0 0-8 0,0 0-5 0,9-14 1 16,-9 14-6-16,0-11-1 0,1 5-3 0,-1-2-5 16,2-1 0-16,-2 5-2 0,1-5 5 0,-1 2-9 15,2-1-3-15,1-1 5 0,-3 1-4 0,2-2-1 16,1 4 2-16,-3-6 2 0,2 4 8 0,-2 1-1 15,3-1 6-15,-3 0-5 0,0 0 1 0,0-1-3 16,-3 2 2-16,6-1 0 0,-3 1 3 0,0-1 6 16,2 2-11-16,-2 6 1 0,3-9 1 0,-1 3-3 0,0 0 7 15,-2 6-4-15,3-12-2 0,0 9 0 0,-1-3-2 16,-2 6-2-16,5-6-1 0,-5 6 1 0,0-6-4 16,0 6-2-16,7-6 0 0,-7 6-2 0,1-3-3 15,-1 3-1-15,7-4-3 0,-7 4 1 0,8-2-4 16,-8 2 2-16,15 0-2 0,-15 0-2 0,13 0-2 15,-13 0-1-15,10 0 0 0,2 2 2 0,-4 2-1 16,0-3-3-16,-1 2 5 0,1 0-2 0,4 1 1 16,-4 1-5-16,0-2 3 0,1 1-2 0,2 0 2 15,-6 0-2-15,5 3-2 0,0 1 4 0,-3-4-2 16,1 0 3-16,3 0-1 0,-7 4 1 0,4-1 1 16,-1 1-2-16,-1-4 0 0,1 4-1 0,0 1 0 15,-1-3 1-15,1 2-2 0,-4 0 3 0,4 0 3 16,-2-2-5-16,-2 2 0 0,4 0 1 0,-6 1 0 15,4-1 0-15,-3 3 1 0,3-3 0 0,-2-1-2 16,0 1 1-16,-3 2 3 0,4-5 5 0,-4 4-8 0,3-1 3 16,-3 2 4-16,2-2-7 0,1 1 1 0,-3-2-2 15,0 0-22-15,3 1-24 0,-3 0-29 0,0-8-20 16,0 12-31-16,2-8-48 0,0 3-39 0,-2-7-23 16,3 8-38-16,-3-3-43 0,0-5-48 0,7 7-69 15,-7-7-269-15,5 5-767 0,-2-2 340 0</inkml:trace>
  <inkml:trace contextRef="#ctx0" brushRef="#br0" timeOffset="65215.41">7694 6055 123 0,'10'0'359'15,"-10"0"-4"-15,0 0-13 0,0 0-9 0,0 0-23 16,0 0-24-16,0 0-30 0,0 0-25 0,5-4-25 16,-5 4-23-16,0 0-22 0,0 0-10 0,2 11-15 15,-2-11-14-15,2 8-12 0,1 0-8 0,-1-1-5 0,-1 4-11 16,-1 1-10-16,5 0-5 0,-5 3-6 15,4-3-9-15,-1 4-2 0,-1 1-7 0,3-2-3 16,-2 3-4-16,-3-3-2 0,0 1-7 0,1-1 3 0,-1-4-8 16,4 2-1-16,-3-5-31 0,-1-1-32 0,2 4-40 15,1-5-33-15,1 1-38 0,-4 0-45 0,-4-3-47 16,4-4-79-16,0 0-251 0,0 0-616 0,5 4 273 16</inkml:trace>
  <inkml:trace contextRef="#ctx0" brushRef="#br0" timeOffset="65621.62">8305 5559 38 0,'0'0'323'0,"9"-1"-9"16,-9 1-12-16,0 0-12 0,0 0-17 0,0 0-6 15,0 0-21-15,0 0-13 0,0 0-5 0,0 0-14 16,0 0-12-16,0 0-7 0,0 0-1 0,0 0-3 16,0 0-2-16,16 7 0 0,-16-7-5 0,13 3-10 15,-4 0-12-15,5 0-15 0,-5-2-11 0,9 1-18 16,-1-1-9-16,4 4-13 0,-4-5-5 0,-1 3-9 16,6 0-15-16,-2-2-32 0,-4 2-28 0,6 2-39 15,-6-2-48-15,-1-3-45 0,-2 1-36 0,1-1-42 0,-6 2-52 16,3-1-43-16,-11-1-59 0,19 4-275 15,-16-3-682-15,-3-1 301 0</inkml:trace>
  <inkml:trace contextRef="#ctx0" brushRef="#br0" timeOffset="65855.96">8292 5850 13 0,'-2'3'277'0,"-1"4"1"15,3-7-7-15,-10 5-1 0,3-2-8 0,7-3 1 16,0 4 0-16,0-4-1 0,0 0 8 0,0 0 10 16,7 8-10-16,3-2-19 0,-5-5-19 0,8 4-25 15,2-1-19-15,2-2-18 0,3-2-20 0,-4 6-17 16,4-4-29-16,-2 3-49 0,2-5-50 0,-3 2-65 16,-1-2-60-16,1 0-70 0,-7 3-93 0,5 0-82 15,-7-1-211-15,0 0-624 0,-8-2 276 0</inkml:trace>
  <inkml:trace contextRef="#ctx0" brushRef="#br0" timeOffset="67965.17">9509 5527 151 0,'14'-11'304'0,"-14"11"-11"0,7-11-11 0,-7 8-12 0,7-2-5 16,-2 1-3-16,-2-4-2 0,4 4-10 0,-1-4-8 16,-1 1-9-16,-5-1-2 0,3 0-8 0,4-1-4 15,0-1-14-15,-6-2-10 0,6 7-6 0,0-6-12 16,-6-1-13-16,3 1-9 0,1 0-7 0,-5-3-11 16,6 2-9-16,-1-5-11 0,0 5-10 0,-5-4-3 15,3 2-16-15,4-1-5 0,-5 3-10 0,3-3-3 16,-4 3-6-16,1-3-9 0,3 6-9 0,-3 2-1 15,-2-1-3-15,5 1-3 0,-5-2-9 0,1 6-3 16,-1 3-3-16,0-8-6 0,0 8-5 0,0 0-10 16,0-7-17-16,0 7-9 0,0 0 0 0,0 0 3 15,0 0 0-15,7 17 2 0,-6-5 1 0,-1 3 3 16,7-1 5-16,-7 4-4 0,0-1 4 0,0 2-2 0,7 1 2 16,-7 1 0-16,1 0 2 0,3 0 3 0,-4-3 1 15,-4 8-2-15,8-8 2 0,-4 3-5 16,0-3 5-16,0-1 1 0,-4 2-1 0,4 0 1 0,4-3 0 15,-8 3 0-15,4-3 4 0,4 2-1 0,-4-3-2 16,0-2 1-16,3 2 3 0,-3-3-5 0,0 0 0 16,0-2-1-16,5-1-8 0,-3 1 6 0,3-2-2 15,-4 2 3-15,3-3-5 0,-4-2 2 0,3 1-2 16,-3 3 0-16,0-5-2 0,0-4-7 0,8 8 6 16,-8-4-3-16,0-4-1 0,0 6 3 0,0-6 0 15,0 0 4-15,0 0-7 0,-2 9 1 0,2-9 1 16,0 0 0-16,0 0-3 0,4 5 4 0,-4-5-7 15,0 0 4-15,0 0 1 0,0 0 3 0,0 0 1 0,-13 3 1 16,13-3 1-16,-12 0 3 0,12 0 9 16,-12 3-8-16,4-3-3 0,-2 1 0 0,-1-1 3 15,11 0 2-15,-24 3-5 0,19-3 7 0,5 0-4 0,-19 3 10 16,7-1-7-16,4-2 0 0,8 0 1 0,-20 3-1 16,12-3-2-16,-2 0 5 0,10 0-5 0,-15 3-1 15,15-3 5-15,-12 1 6 0,12-1 0 0,0 0 2 16,-8 3 4-16,8-3 7 0,0 0 0 0,0 0 5 15,0 0 9-15,0 0-4 0,0 0-1 0,0 0-5 16,0 0-3-16,0 0 2 0,35-7-4 0,-17 6-3 16,3-1-1-16,3 4-3 0,-5-4-18 0,3 0-21 15,6-1-18-15,2 2-43 0,-9-2-30 0,3 0-39 16,-6 0-25-16,2 1-48 0,-4-2-51 0,2-2-65 16,-1 0-351-16,-2 0-755 0,0-2 335 0</inkml:trace>
  <inkml:trace contextRef="#ctx0" brushRef="#br0" timeOffset="70933.61">10677 4993 117 0,'3'-5'231'0,"-3"5"-18"0,0 0-22 0,0 0-17 16,0 0-20-16,0 0-20 0,-3-8-11 0,3 8-13 16,0 0-9-16,0 0-10 0,-12 0-11 0,12 0-7 0,-16 0-1 15,16 0-1-15,-15 0-2 0,15 0-1 16,-18-2 2-16,6 2 3 0,2-3-4 0,0 3 3 15,-6 0-6-15,6-1 2 0,10 1-2 0,-22-3-8 0,7 2 4 16,4 1-11-16,1-2-2 0,10 2 4 0,-22-2-1 16,16 2-1-16,6 0-6 0,-15-5 0 15,15 5-4-15,-10-2 0 0,10 2-4 0,0 0-3 0,-12 0-6 16,12 0 1-16,0 0-1 0,-8-3-3 0,8 3-2 16,0 0-5-16,0 0-2 0,0 0-1 0,0 0-3 15,0 0 2-15,0 0-10 0,0 0 1 0,0 0-4 16,0 0 2-16,0 0 0 0,-15 0-2 0,15 0-1 15,0 0 0-15,0 6 0 0,0-6 2 0,-1 8-3 16,1-8-1-16,-4 12 1 0,4-6-1 0,0-6 3 16,0 10-2-16,0 1 1 0,0-4 1 0,0 2-1 15,0 3-3-15,0 0 10 0,0 3 7 0,4 0 6 16,-3 1-5-16,-1 1 3 0,0 3-2 0,5-5-6 16,-3 5 1-16,-2 0 0 0,2-5 2 0,1 6-4 0,-3-2 0 15,1 7 2-15,3-7 6 0,-4 2-11 16,3 2 5-16,-1-2-6 0,-1-1-1 0,-1 0 2 15,0 2-1-15,0-1 0 0,0-2 1 0,0-3 1 0,2 4 5 16,-2-2 7-16,0-2-2 0,3 3-1 0,-3-6 3 16,-3 5 2-16,6-6 1 0,-6 4-9 15,3-5 10-15,0 4 9 0,-2-4 2 0,2 2 0 16,2-6 10-16,-2 7-10 0,0-5 5 0,0 2 2 0,3-4 4 16,-1 2-6-16,-2 0 2 0,5-2 1 0,-5 1-2 15,2 1-3-15,-1-3-4 0,-1 3 1 0,0-2 0 16,5 1-5-16,-5 1-5 0,0-2 5 0,2 1-4 15,-2-2-6-15,2 0 13 0,-2 0-1 0,3 2-15 16,-3-4-4-16,2 5-3 0,-2-3 6 0,0-6-6 16,0 11 2-16,0-7-7 0,1 4-1 0,-1-8-1 15,4 8 7-15,-4-3-3 0,0-5 5 0,0 9-6 16,3-3 15-16,-3-6 12 0,0 7 3 0,0 0 11 16,0-7-1-16,1 7 9 0,-1-7-1 0,4 8 0 15,-4-8 4-15,3 4 1 0,-3-4 8 0,3 8 6 16,2-6 2-16,-5-2 5 0,10 7-6 0,0-3-4 15,3-4-9-15,2 2-5 0,2-1-3 0,3 0-8 16,-4-2-29-16,6 0-27 0,1-1-44 0,7-4-50 0,-2-1-63 16,-5-3-65-16,7 2-78 0,-7-9-88 15,4-2-354-15,-4 0-815 0,0-3 361 0</inkml:trace>
  <inkml:trace contextRef="#ctx0" brushRef="#br0" timeOffset="71709.69">10874 5326 336 0,'3'-4'333'16,"-3"-2"-5"-16,4 0-18 0,-4-1-10 0,3 0-14 15,4 2-14-15,-6-2-27 0,3 0-18 0,-1 2-18 16,3-3-25-16,-1 4-23 0,4-1-14 0,-3 0-11 16,4 2-14-16,2 1-15 0,-2-2-10 0,0 1-15 15,3 3-6-15,0 3-16 0,-5-3-1 0,9 0-3 16,-5 1-11-16,-2 4-5 0,8 1-1 0,-8-2-8 16,5 4-6-16,1 4 1 0,-11-2-8 0,8 1 0 0,-3 2-2 15,-3 1-4-15,1-1-10 0,-1 4 6 0,-2 0-5 16,-2 0-2-16,4 1-3 0,-9-1 0 15,-5 0 0-15,2 0-6 0,-1 0 6 0,3-2-4 16,-6-1 0-16,1-1-3 0,-2-1 1 0,-2 2 5 0,4-6-5 16,2 0 2-16,1 1 2 0,-2-3 0 0,4 2-2 15,-2-7 4-15,5-1 12 0,-7 7-2 0,5-4 12 16,2-3 18-16,0 0-2 0,0 0-7 0,0 0 6 16,0 0-15-16,9-16-5 0,2 9 3 0,-1-5-8 15,5-2 7-15,-2 1-4 0,2-2-12 0,7-7-5 16,-4-2-5-16,5 4 2 0,-3-6-5 0,2 5-6 15,-8-2 11-15,3 1 2 0,-4 2 9 0,-3 5 7 16,-5 0 8-16,7 3 28 0,-9 3 12 0,4-1 9 16,-1 2 11-16,-4-1-5 0,-2 4 2 0,2-3-7 15,-2 2-10-15,5 0-7 0,-5 6-3 0,0 0-10 16,-7-7-6-16,7 7-2 0,0 0-4 0,0 0-5 16,-22 10-2-16,14-3-3 0,3 1-1 0,-3-4-3 15,1 8 0-15,-1 0-3 0,5-1-1 0,-6 4-1 0,3 1 1 16,-1-1 0-16,2 2 3 0,4 5-3 15,1-7-2-15,-2 7 3 0,4-5 4 0,-1 3-4 16,4-3-3-16,-3 2-5 0,6-2-23 0,0 0-17 0,7-2-32 16,-5-1-40-16,7-1-38 0,-7 1-39 0,5-2-47 15,-1 0-59-15,6-3-59 0,0 0-333 0,-5-6-742 16,0 3 329-16</inkml:trace>
  <inkml:trace contextRef="#ctx0" brushRef="#br0" timeOffset="72131.52">11612 5609 168 0,'0'0'329'15,"0"0"-27"-15,0 0-22 0,0 0-25 0,5 3-14 16,-5-3-12-16,3 7-17 0,-1-4-13 0,5 4-4 0,-7 1-19 15,0 1-8-15,6-1-14 0,-6 5-3 0,2-1-4 16,-2-5-13-16,5 10-10 0,-2 0-8 0,1-7-8 16,-3 4-11-16,3 2 0 0,-1-5-22 0,-3 5 14 15,3-4-25-15,1 4-4 0,-4-2-8 0,0-2 1 16,0-3-9-16,1 1-26 0,2-2-29 0,1 0-36 16,-4 0-30-16,0-5-35 0,0 5-44 0,0-4-55 15,0-4-62-15,6 12-70 0,-6-12-176 0,7 2-560 16,-7-2 248-16</inkml:trace>
  <inkml:trace contextRef="#ctx0" brushRef="#br0" timeOffset="72490.85">11832 5450 253 0,'-10'-8'367'0,"10"8"4"16,0 0 2-16,0 0 12 0,0 0-12 0,0 0-6 0,-3-1-10 15,3 1-11-15,0 0-13 0,0 0-17 0,0 0-20 16,0 0-21-16,0 0-29 0,0 0-25 15,32 0-22-15,-13 0-17 0,3 1-20 0,6-1-15 0,18 0-19 16,-12 0-10-16,0 0-15 0,11 4-4 0,3-4-7 16,-8 4-19-16,3-4-5 0,-9-8-10 0,-2 12-8 15,1-8-16-15,-3 4-18 0,1-1-18 0,-8 1-17 16,1-5-25-16,-6 0-30 0,-2 1-27 0,-1 1-48 16,5-6-46-16,-10 8-35 0,-2-4-48 0,1 0-47 15,-6 0-54-15,-1-3-46 0,-2 8-274 0,-2-9-755 16,2 9 334-16</inkml:trace>
  <inkml:trace contextRef="#ctx0" brushRef="#br0" timeOffset="73256.39">12711 5298 56 0,'5'-6'349'0,"-5"-2"-17"0,0 8-19 0,0-10-12 0,2 1-12 16,-2 4-18-16,0 5-12 0,6-11-10 15,-6 7-39-15,0 4-21 0,7-7-9 0,0 4-30 16,-7 3-11-16,10-6-24 0,-10 6-11 0,13-1 1 0,-5 1-16 16,-8 0-14-16,20 2 1 0,-12 1-16 0,6-1 0 15,-3 4-13-15,4-2 11 0,2 1-21 16,-3 5-3-16,1-2-11 0,0 0 6 0,-3 0 10 15,3 4-12-15,0 0-15 0,-2-2 1 0,-2 2-3 0,1 1-2 16,-2-1-4-16,-2 5-6 0,2-4-9 0,-8 1 3 16,3-1-6-16,-4 2-1 0,3-3-6 0,-4 0 9 15,-4-1 0-15,4 0-1 0,-1 1 2 0,-4-3-1 16,3-1 2-16,-8 2 3 0,4-2-7 0,-3-4 5 16,4 3 4-16,-1-2 2 0,1-2 0 0,0 1 3 15,5-4 0-15,-7 5 2 0,7-5 13 0,-8 2 11 16,8-2 2-16,0 0 6 0,0 0 1 0,0 0 1 15,0 0 8-15,-7-14-10 0,7 14 0 0,4-13 4 16,2 6-11-16,-1-5 4 0,4 1-4 0,0-1-3 16,5-1-3-16,-3-2-8 0,1-3 5 0,9-3-4 15,-6 3-11-15,7-1 12 0,-7-5-7 0,6 6 1 16,-1-6 0-16,-3 4 2 0,2-2 16 0,-4 9 16 0,-3-2 12 16,1 0 12-16,-1 2 7 0,-4-4 9 0,0 5 0 15,1-3 7-15,-3 6 5 0,-1-3 3 0,0 4-3 16,-2 1-4-16,1-2-7 0,-1 5-6 0,-3-4-8 15,3 6-11-15,2-5-5 0,-5 7-15 0,2-5-7 16,-2 5 1-16,0 0-11 0,0 0-4 0,0 0 1 16,-10 19-4-16,3-11-1 0,3 4-3 0,0-1-1 15,-2 7 0-15,1 0-3 0,-2 0-1 0,4 0-1 16,-1 7-2-16,4-6-2 0,-5 6-18 0,2-6-21 16,1 3-25-16,4 1-24 0,-2 0-35 0,5-7-21 15,3 6-29-15,-1-3-33 0,1 1-36 0,1-5-51 16,4-1-49-16,0 0-60 0,-1-1-276 0,2 1-731 15,1-2 324-15</inkml:trace>
  <inkml:trace contextRef="#ctx0" brushRef="#br0" timeOffset="73726.61">13401 5636 208 0,'0'0'369'0,"0"0"-20"0,0 0-8 0,0 0-21 0,0 0-24 15,0 0-21-15,0 0-21 0,0 0-28 0,0 0-26 16,24 1-15-16,-18 1-26 0,1 3-11 16,1-3-21-16,0 4-6 0,6-4-6 0,-1 2-22 15,2 4-10-15,-7-3-3 0,5 0-11 0,-1 1-7 0,-1-2-13 16,-1 3-6-16,0-2 3 0,-5-1-18 0,0 2-1 16,0-4 2-16,0 3-6 0,-1 1-1 0,-4-6-6 15,0 8 2-15,0-8-1 0,0 8 2 0,-5-3 2 16,1 1 13-16,-1 0 1 0,5-6 4 0,-6 9 8 15,2-5 11-15,1 1-9 0,-5-2-4 0,8-3 0 16,-7 8-2-16,7-8-2 0,-8 4-10 0,8-4 6 16,0 0 2-16,-2 4-11 0,2-4 3 0,0 0-3 15,0 0-6-15,0 0 1 0,0 0-8 0,0 0-10 16,2 8-4-16,-2-8-40 0,13 4-42 0,-3-1-66 16,-2 1-66-16,6-3-89 0,5-1-95 0,0-1-263 15,2-3-714-15,-3 0 317 0</inkml:trace>
  <inkml:trace contextRef="#ctx0" brushRef="#br0" timeOffset="74752.71">14012 4998 266 0,'-8'-1'269'0,"8"1"-17"0,0 0-19 15,0 0-15-15,0 0-12 0,0 0-19 16,0 0-21-16,0 0-8 0,0 0-13 0,0 0-5 0,0 0 2 16,0 0 3-16,0 0 3 0,0 0-2 0,13 16 2 15,-5-12-7-15,6 4-11 0,4 1-14 0,-2 0-14 16,4 0-4-16,10 2-10 0,-2-3-8 0,-5 6-8 16,7-4-7-16,0 5-10 0,3-7 2 0,-8 3-4 15,0-1-2-15,-4-4-15 0,1 6-1 0,-1-5-5 16,-3 1-4-16,-3-5-10 0,0 6 8 0,-3-6-8 15,-4 1 0-15,4-1 13 0,-7 2-19 0,5-3 2 16,-10-2 2-16,8 2-11 0,-8-2 1 0,7 5-5 16,-7-5 0-16,8 5 2 0,-8-5-1 0,0 0 0 15,-2 5 4-15,2-5-4 0,0 0-2 0,-11 5 0 16,7 0 6-16,-6-3-4 0,0 3 5 0,2 1 6 16,-5 2-3-16,-4-1 1 0,4 2 10 0,-5 2 1 0,1-3 1 15,-8 6 5-15,2 2 13 0,0 1-4 0,3-5-1 16,-1-2 3-16,-2 7-4 0,-1-5 12 15,6 5 3-15,-7-4-2 0,9-1-1 0,-4-3-4 0,5 0-1 16,0 2-1-16,0-4-8 0,5 1 6 0,0-3-3 16,2 2-6-16,0-2-3 0,1-1 4 0,4-3-7 15,-4 3 2-15,7-4-2 0,-8 3 2 0,8-3-4 16,-12 5 3-16,12-5-9 0,0 0-17 0,0 0-15 16,0 3-18-16,0-3-24 0,0 0-44 0,0 0-60 15,0 0-45-15,0 0-49 0,0 0-62 0,9-15-54 16,-6 10-250-16,0 0-675 0,2-2 300 0</inkml:trace>
  <inkml:trace contextRef="#ctx0" brushRef="#br0" timeOffset="76842.62">14673 5473 287 0,'6'-4'365'0,"-1"1"0"16,0-1-7-16,-5 4-2 0,10-7-4 0,-7 5-16 0,-3 2-23 16,7-3-12-1,-7 3-23-15,0 0-27 0,0 0-23 16,0 0-24-16,0 0-23 0,0 0-23 0,0 0-12 16,0 0-13-16,0 0-12 0,0 0-10 0,0 0-7 0,-15 12-5 0,8-6 0 0,3-1-6 15,-6 2-2-15,5 0-4 0,-9 2-6 16,-1-1-8-16,4 2-5 0,-2-1-4 0,-1 0-6 15,-2 3-1-15,-4 0-13 0,3-3-4 0,-2 3-2 0,-5 3-4 16,3-2-3-16,-6 1-3 0,4 3-2 0,7-6-3 16,-9 5 1-16,0 2-6 0,5-1-2 15,2-6-20-15,1 2-31 0,3 1-31 0,0-3-59 0,1-1-49 16,5-3-37-16,-2 1-27 0,3 1-40 0,-1-3-57 16,5-2-61-16,3-4-317 0,-2 7-773 0,2-7 341 15</inkml:trace>
  <inkml:trace contextRef="#ctx0" brushRef="#br0" timeOffset="77764.46">14956 5241 222 0,'0'0'289'16,"0"0"-6"-16,-4-6-3 0,4 6-4 0,0 0-9 0,0 0-6 16,0 0-10-16,0 0-1 0,0 0-8 0,0 0-6 15,4-12-28-15,-4 12-10 0,0-5-14 0,0 5-10 16,3-10-17-16,-1 5-6 0,-2 1-8 0,0 4-11 16,6-13-14-16,-2 2-12 0,-4 3-7 0,6 0-5 15,-4-4-13-15,3 4-6 0,0-6-7 0,-2 2-8 16,2 1-9-16,2-6-4 0,-4 3-7 0,4 1 1 15,-1-2-7-15,-3 3-13 0,4 3 6 0,-2-3 0 16,0 3-3-16,0 1-1 0,-2 1-2 0,1 1-4 16,1 0-6-16,-4-2 2 0,-1 3 6 0,0 5-10 15,7-8-1-15,-7 8-2 0,3-6-2 0,-3 6-8 16,0 0 4-16,2-11-3 0,-2 11-2 0,3-2 0 16,-3 2-9-16,0 0-4 0,0 0-5 0,0 0-8 0,0 0 10 15,0 0 1-15,0 0 2 0,0 0 4 0,0 0-2 16,2 19-1-16,-2-11 6 0,0 1-4 15,5 1 7-15,-5 0 0 0,0 7-1 0,3-2 0 0,-3 3 3 16,0-2 2-16,0 2-4 0,0 2 1 0,0 4 4 16,-3 0 5-16,-2 3-7 0,8-2-1 0,2 1-9 15,-3 1-9-15,-4-6-3 0,-1 2-5 0,3 2-5 16,0-6-2-16,0-2 4 0,0 1 2 0,0-1-3 16,-2 0-1-16,4-5 3 0,-4 3 3 0,4-4-2 15,-2 0 2-15,0-4 7 0,0-1-1 0,0-2-5 16,3 3 8-16,-3-7-1 0,0 8 2 0,0-8 10 15,0 8 2-15,0-8-1 0,0 0-1 0,0 0 8 16,-3 4 1-16,3-4 7 0,0 0 6 0,-2 7 0 16,2-7-7-16,0 0 1 0,0 0 0 0,0 0 5 15,0 0 9-15,0 0-18 0,0 0-2 0,0 0 3 16,-21-8 0-16,21 8 1 0,0 0-3 0,-15-3 2 16,15 3-1-16,-12-3-3 0,4 2 13 0,8 1-13 0,-15 1 2 15,15-1 0-15,-15 3 1 0,15-3 2 0,-15-3 4 16,15 3 2-16,-15 0-4 0,15 0 4 0,-15-1 13 15,15 1-18-15,-15 0 6 0,15 0 0 16,0 0-2-16,-9 0 0 0,9 0-1 0,0 0 11 0,0 0-8 16,0 0-4-16,0 0 2 0,0 0-8 0,0 0 9 15,0 0 3-15,0 0 11 0,0 0-16 0,0 0 1 16,0 0-1-16,33-2-4 0,-14 0-13 0,0 2-19 16,1-3-17-16,3 2-13 0,-2 0-25 0,9-6-16 15,-7 4-28-15,5 1-29 0,2-3-42 0,-8 2-40 16,1-4-48-16,-2 0-275 0,1-3-608 0,-7 2 268 15</inkml:trace>
  <inkml:trace contextRef="#ctx0" brushRef="#br0" timeOffset="78811.23">15308 4716 214 0,'0'0'318'16,"0"-5"-13"-16,0 5-11 0,0 0-11 0,0 0-19 15,-10-4-9-15,10 4-12 0,0 0-18 0,0 0-11 0,0 0-14 16,-5-6-17-16,5 6-22 0,0 0-10 0,0 0-19 16,0 0-13-16,0 0-15 0,0 0-2 15,0 0-12-15,0 0-8 0,0 0-10 0,0 0-8 0,0 0-6 16,32 9 9-16,-19-8-24 0,5 2-8 0,-1-1 0 15,-1 4-12-15,4-2 0 0,-3 1-7 0,3-2-2 16,-2 1-8-16,0 0 5 0,2 0-6 0,-2-1 1 16,-8-2-4-16,3 2 2 0,-5-1 4 0,1-2-6 15,-3 2 1-15,-6-2 1 0,0 0 3 0,22 0 0 16,-22 0 1-16,10 0-3 0,-10 0 12 0,5 4-13 16,-5-4-1-16,0 0 2 0,0 0 3 0,0 0-4 15,8 1-5-15,-8-1-1 0,0 0 1 0,0 0 4 16,0 0-8-16,0 0-3 0,8 2-1 0,-8-2-1 15,0 0 4-15,-1 12 1 0,-1-4-6 0,0-3-1 16,2 3 11-16,-3 4 12 0,3 3-19 0,-2 4 5 16,2 0 0-16,-1-1 3 0,-4 7-6 0,5 2 6 15,0 0-4-15,0 0-5 0,0 2 3 0,0-1 1 0,6 0 6 16,-6 4-2-16,5 2 3 0,-1-4 0 0,-3 11-6 16,3-11 8-16,-3 1-4 0,-1 1 1 15,7 1-3-15,-7-5 4 0,2 1-2 0,-2-4-3 16,0 5 3-16,0-6 0 0,0-4 0 0,0 2 1 0,1-3-2 15,-1-2 2-15,0 0-4 0,0 0 8 0,4-2-3 16,-4-2 1-16,-4-1 3 0,8-2-2 0,-8 2 0 16,4-2 1-16,0 2 2 0,0-2-6 0,-1-4 12 15,2 6-2-15,-2-3-7 0,1-2-6 0,0 4 14 16,0-3-3-16,-2-3 2 0,2 3 3 0,0 2-6 16,-7-2 1-16,14-4-2 0,-14 4 3 0,7-8-8 15,0 12 4-15,0-6-4 0,0 0 4 0,0 1-3 16,-1 0-3-16,2-2 4 0,-1-5 6 0,-1 10 0 15,1-10 7-15,0 7-15 0,0-1-2 0,0-6 1 16,0 7 3-16,0-7-1 0,-4 8-6 0,4-8 10 16,0 11-8-16,0-11-7 0,0 0 13 0,-1 1-10 15,1-1 5-15,0 0 5 0,-2 6 1 0,2-6 8 0,0 0 7 16,0 0 9-16,0 0 7 0,0 0 13 16,0 0 1-16,0 0 10 0,0 0 5 0,0 0 9 15,-2 6 3-15,2-6 7 0,0 0-3 0,0 0-1 16,0 0-9-16,-21-8-2 0,21 8-2 0,-20-4-11 0,7 3-11 15,-2-3 2-15,-2 1-6 0,-4-1-5 0,-1 1-14 16,-8-2-34-16,-1 2-52 0,1-2-75 0,-5 0-59 16,-8 2-62-16,-1-1-62 0,7 2-98 0,-2 1-317 15,4-3-796-15,7 3 352 0</inkml:trace>
  <inkml:trace contextRef="#ctx0" brushRef="#br0" timeOffset="101254.03">3742 7437 301 0,'2'-15'442'0,"9"-2"-9"16,-9-1-9-16,-2 8-15 0,5-2-11 0,-3 3-12 15,-1-3-17-15,6 4-18 0,-7 1-27 0,0 2-34 16,0 5-31-16,0-8-31 0,5 3-23 0,-5 5-34 0,0 0-17 16,0 0-16-16,0 0-16 0,0 0-9 0,1 27-10 15,-1-10-13-15,0 1-9 0,0 4-8 16,0 8-19-16,-1-6-33 0,-4 7-45 0,10-2-36 0,-5 3-42 16,1-4-31-16,-1-2-39 0,2 1-22 0,-2 1-39 15,7-4-38-15,-7 1-46 0,8-5-69 0,-3-5-289 16,2 0-730-16,2-3 322 0</inkml:trace>
  <inkml:trace contextRef="#ctx0" brushRef="#br0" timeOffset="101675.86">4303 7145 76 0,'5'-26'304'0,"2"2"-2"0,-1 0-1 16,-2 3-16-16,-3 4-5 0,6 1 4 0,-1 1-10 0,-4 0-6 16,3 2-10-16,-5-4-7 0,3 8-11 0,-1 2-8 15,-2-4-17-15,3 3-8 0,-3 1-20 16,0 7-16-16,0-6-15 0,0-3-24 0,0 9-18 0,0 0-12 16,-3-6-14-16,3 6-11 0,0 0-5 0,0 0-10 15,-30 16-6-15,14-11-8 0,-1 10-5 0,4 0-1 16,-5 4-10-16,-2 1 0 0,-2 6 0 0,6-1-8 15,3 4 1-15,3-1-2 0,-2 13 0 0,5 0-3 16,4 1 0-16,6 9 0 0,7 2-1 0,-1-5-2 16,1 6-3-16,4-3 4 0,1-2-4 0,0 1-2 15,0 0 2-15,5 0 2 0,-5 1-8 0,-5 2-3 16,3-5 3-16,-5 0 1 0,-1 0-3 0,0-5 0 16,-2-1-1-16,-2-3 1 0,-10-7-3 0,6-2 1 0,-6-3 0 15,0 0-2-15,-1 0-7 0,-2-8-6 16,-5 4-14-16,-3-3-25 0,3-5-33 0,4-3-32 15,-1-4-29-15,-1-1-29 0,3-2-34 0,0 0-40 0,-2-3-58 16,12-2-62-16,-16-4-273 0,16 4-692 0,-4-15 306 16</inkml:trace>
  <inkml:trace contextRef="#ctx0" brushRef="#br0" timeOffset="101878.96">4103 7679 317 0,'-7'-10'407'0,"1"6"12"0,4-2 4 0,0-1-10 16,-3 4-13-16,5 3-16 0,-5-9-32 0,5 9-35 15,5-10-37-15,2 6-28 0,1 1-29 0,7 2-22 16,7-3-21-16,7 1-28 0,3 3-38 0,1-2-41 16,0 2-45-16,15-2-54 0,-15-1-50 0,15 3-54 15,-16 0-51-15,4-2-59 0,-5 1-74 0,1-1-76 16,-6-3-207-16,-4-3-646 0,-2-3 286 0</inkml:trace>
  <inkml:trace contextRef="#ctx0" brushRef="#br0" timeOffset="102035.2">3787 6802 381 0,'-25'-13'427'0,"-2"-2"-11"0,14 4-29 0,-2-1-37 16,-1 5-33-16,6 2-36 0,0 0-28 0,3-1-50 15,6 4-59-15,1 2-51 0,0 0-57 0,0 0-68 16,34 3-91-16,-12 3-113 0,3 6-248 0,11 0-522 16,4 4 231-16</inkml:trace>
  <inkml:trace contextRef="#ctx0" brushRef="#br0" timeOffset="102894.48">5717 7464 242 0,'-2'-24'297'0,"2"6"-13"16,-7-3-18-16,1 3-10 0,-1-2-11 0,0 3-15 15,-2-6-20-15,-3 8-7 0,0 0-19 0,-1 3-16 16,-2-3-15-16,0 4-14 0,-1 2-17 0,-2 2-16 15,1 3-7-15,-5 0-12 0,6 4-11 0,-6 4-6 16,1 0-5-16,-9 5-8 0,4 3-9 0,1 5-4 16,5 0-3-16,-7 1-5 0,6 5-5 0,4 0-1 0,1 2-6 15,-1 4-2-15,9 0 12 0,1 3-15 16,2 1 1-16,10 6-5 0,5 0-2 0,4 2 2 16,7-5 1-16,6-2-2 0,2-3-3 0,8 0 1 0,2-4-4 15,8-2-7-15,2-4-9 0,3-3-14 0,-3-3-4 16,3-4-6-16,-4-5-9 0,1-4-3 0,1-4-1 15,-5-4 1-15,-1-2 1 0,-9-1 9 0,7-6 2 16,-3-8-1-16,-2 1 5 0,-4-5 2 0,-12 6 3 16,1-2 12-16,-7 1 16 0,-2-3 14 0,-6-1 14 15,-4 0 9-15,-3 2 18 0,-2 2 10 0,-4 1-7 16,-8-6 1-16,6 4-2 0,-7 1-8 0,7 7 0 16,-12-2-10-16,5 7 9 0,-1-2-21 0,-6 5-5 15,2 5-5-15,0-2-1 0,-4 4-5 0,-1 1-2 16,2 4-5-16,3 2-4 0,-2 5 5 0,6-2-2 15,-6 10-8-15,1-1-8 0,11-1-6 0,-4 3-7 16,0 1-2-16,5-2-4 0,4-1-1 0,4-1-6 0,-4 2-8 16,10-3 8-16,-4 0-9 0,8 0 4 15,2-6 11-15,-1 2-14 0,10-2 1 0,-3-7-3 16,4 4 2-16,-1-5 6 0,-2-3 6 0,5-3 3 0,5-5 1 16,-1 5 1-16,-2-6 8 0,-9-3 14 0,4 2 24 15,-3-2 26-15,-2 0 18 0,-2-1 38 0,-5-4 26 16,5 5 14-16,-11 2 21 0,5-1 6 0,-1 0-6 15,-6 7-14-15,7-5-12 0,-5 3-16 0,4 2-14 16,-6-3-15-16,0 7-9 0,5-4-10 0,-5 4-18 16,0 0-7-16,2-6-19 0,-2 6-26 0,0 0-10 15,0 0-12-15,0 0-10 0,6 17-14 0,-2-10-17 16,-4 2-11-16,3-2-12 0,-1 5-9 0,3-2-10 16,-2-1-11-16,2-1-18 0,2 2-5 0,-1-1-19 15,-3-5-18-15,11 4-24 0,-6-4-34 0,2-2-37 16,3-2-38-16,4-2-254 0,-4-1-605 0,7-5 268 15</inkml:trace>
  <inkml:trace contextRef="#ctx0" brushRef="#br0" timeOffset="103160.15">6490 7510 101 0,'4'-4'169'0,"-2"0"0"0,-2 4-18 16,0-8-14-16,0 8-12 0,0 0-20 0,0-6-6 16,0 6-9-16,0 0-4 0,0 0 3 0,0 0 7 0,8 15 2 15,-3-8-1-15,-3 1-10 0,6 4-8 0,-8 3-8 16,12 1-5-16,-4-1-6 0,-1 0-7 0,-1 2-8 15,-1 1 2-15,0 1-7 0,2-2-3 0,0 0-2 16,-6-2-7-16,6 2-3 0,-7-6-2 0,0-2 0 16,0 0-1-16,5 0 4 0,-4-4 38 0,1-1 35 15,-2-4 31-15,0 0 20 0,-8 4 26 0,8-4 7 16,0 0 19-16,-15-16-2 0,13 5-5 0,-3-4-17 16,5 2-15-16,0-6-16 0,0-2-21 0,0 3-22 15,7-8-13-15,0 1-46 0,1 2-52 0,2-3-52 16,1 10-43-16,-1 0-52 0,2 2-68 0,3 1-70 15,0 2-70-15,1 0-211 0,6 6-620 0,-6-4 275 16</inkml:trace>
  <inkml:trace contextRef="#ctx0" brushRef="#br0" timeOffset="103753.83">6994 7302 334 0,'0'0'437'0,"0"0"-1"0,-6-8-3 0,6 8-5 16,0 0-19-16,-4-5-16 0,4 5-21 0,-3-7-24 0,3 7-29 16,0 0-33-16,0 0-30 0,0 0-27 0,8-7-26 15,-8 7-21-15,0 0-20 0,15 0-13 0,-15 0-24 16,22 7-1-16,-9 1-22 0,4 3-14 0,2 8-15 16,-4-7-17-16,2 2-14 0,-7-2-4 0,6 1-8 15,-4 3-10-15,1-1-8 0,-5 5-2 0,-1-2-4 16,0-3 0-16,-6 5-2 0,-1-4-2 0,0 2 1 15,-1 0-2-15,-6-1 1 0,0-1 0 0,3 0-1 16,-5-1 1-16,1-1-1 0,1-1 1 0,2-4-3 16,2 2 4-16,-4-4-4 0,6 1 3 0,1 0 2 15,0-4 2-15,0-4 4 0,-5 7 3 0,5-7 3 16,5 9 1-16,0-6-2 0,5 1 1 0,1-3-4 16,9 2-8-16,13-3-26 0,-1 2-50 0,4-4-54 0,10-1-76 15,4 2-71-15,3-1-84 0,5-5-113 0,2 2-317 16,4-2-854-16,-3-1 378 0</inkml:trace>
  <inkml:trace contextRef="#ctx0" brushRef="#br0" timeOffset="104160.04">8386 7383 84 0,'2'-10'365'0,"0"-4"-29"0,1 6-23 16,-3 3-22-16,0 5-36 0,3-10-27 0,1 6-30 15,-4 4-20-15,0 0-20 0,0 0-16 0,0 0-15 16,0 0-11-16,-5 27-10 0,0-12-13 0,5 4-9 16,-2-2-9-16,4 7-13 0,-2 1-9 0,-2-1-1 15,4 6-7-15,-2-2-5 0,3-5-2 0,0 4-3 16,1-5-10-16,-1-2-20 0,4-1-25 0,-3-3-32 15,-2 2-34-15,5-8-42 0,-4 5-61 0,4-10-65 16,1 2-209-16,0-7-501 0,7 3 222 0</inkml:trace>
  <inkml:trace contextRef="#ctx0" brushRef="#br0" timeOffset="104482.79">8903 7320 87 0,'-5'-4'355'0,"5"-3"-11"0,0 7-18 0,0-12-9 0,-5 5-5 15,1 1-8-15,4 6-17 0,-8-9-7 0,2 3-22 16,-3 0-13-16,3 0-20 0,-1 0-18 0,2 3-15 0,-5-2-21 0,5 4-15 16,-5-2-16-16,10 3-22 0,-15-4-11 0,15 4-12 15,-8 0-9-15,8 0-12 0,-15 4-7 16,10-1-6-16,2 3-10 0,1 1-3 0,-1 1-6 0,1 4-5 15,4-2-1-15,1 7-2 0,1-3-4 0,2 5-2 16,1-3 13-16,1 1-23 0,0 1 6 0,1-3-6 16,-3 5 1-16,4-1-4 0,2-5-2 0,-6 0 3 15,-1 0-9-15,-1-2-17 0,2 0-9 0,-4-3-17 16,1 0-18-16,-3 1-5 0,0-2-14 0,-3-1-18 16,-4 0-13-16,2-2-19 0,-6-3-19 0,-1 3-28 15,-4-4-31-15,-7 1-44 0,4-5-70 0,-2-1-294 16,-7 1-658-16,1-2 291 0</inkml:trace>
  <inkml:trace contextRef="#ctx0" brushRef="#br0" timeOffset="104654.65">8610 6981 68 0,'-8'-7'160'15,"-6"5"-25"-15,6-4-66 0,-5 1-68 0,3 4-74 16,0-2-77-16,10 3 34 0</inkml:trace>
  <inkml:trace contextRef="#ctx0" brushRef="#br0" timeOffset="105170.22">10354 7057 180 0,'7'-31'211'0,"-7"-8"-2"0,-2-3-7 16,-4 2 1-16,-8-1 0 0,6 2 8 0,0 1-6 16,-4 7-18-16,-3 3-15 0,5-1-5 0,-9 2-9 15,10 0-8-15,-6 1-11 0,2 8-13 0,5 5-11 16,-7-2-11-16,7 3-13 0,-7 1-11 0,7 6-12 0,-4-2-6 15,2 7-8-15,10 0-7 0,-26 11-5 0,11 1-5 16,5 4-2-16,-10 7-2 0,3 5-2 16,2 16 3-16,-6-2 6 0,6 6 0 0,0 4 12 15,0-2 0-15,0 4 7 0,2 4 4 0,-2 16-9 0,7-18-3 16,1 25-6-16,7-2 0 0,2-7-3 0,5-15-5 16,6 21-6-16,-5-21 3 0,5 0-3 0,2-3-10 15,-2 0-11-15,4 1 11 0,-2-2-2 0,5-8-28 16,-5-1-14-16,1-7-19 0,-3-7-11 0,-3-3-17 15,4-4-19-15,-9-7-19 0,-2 0-23 0,2-5-17 16,-2 0-14-16,-3-4 1 0,0-1-23 0,0-6-28 16,-8 2-33-16,8-2-17 0,-18-3-139 0,-1-8-435 15,3 2 193-15</inkml:trace>
  <inkml:trace contextRef="#ctx0" brushRef="#br0" timeOffset="105795.15">9765 7571 203 0,'8'-10'296'0,"4"0"-4"16,-4 3-13-16,0-3-9 0,1 3-26 0,4-5-22 0,-3 3-23 16,2-2-19-16,4-1-20 0,1 4-17 0,-2-4-13 15,-2 3-14-15,7 1-15 0,3 2-13 0,2-6-16 16,8 9-21-16,-2 0-23 0,2-2-25 15,15 0-12-15,-3 2-11 0,3-4-13 0,0 6-9 0,3 1-17 16,-8 0-6-16,7-3-3 0,-19-2 1 0,3 5 5 16,-5-1 8-16,-2-8 5 0,-6 4 2 0,1 4 5 15,-6-5 9-15,-2 0 9 0,-6 0 3 16,-1 2 4-16,-1-5 3 0,-6 1 10 0,0-1 6 0,-3 1 13 16,-2-2 7-16,-5 3 6 0,-2-4 6 0,-1 0 6 15,-2-1 4-15,0 4 4 0,-3-3-1 0,-2 2 0 16,4 0-3-16,-3 3-6 0,1 2-2 0,0-3-4 15,2 5-4-15,-3 2-3 0,4 1-3 0,-3 0-2 16,3 6-3-16,-1-3-3 0,3 2-2 0,-1 1 2 16,-1 4-7-16,7-2 1 0,0 4 2 0,-5-1 1 15,4 4-2-15,6-1 2 0,-4-2-3 0,2-3-2 16,5 1 1-16,0-2 0 0,0 5 1 0,5-5-1 16,-3-4-1-16,6 6 3 0,-1-7 0 0,1 4-3 15,0-4 2-15,6-1-2 0,-6-1 0 0,7 0-1 16,-2-4-2-16,0 2 4 0,4-7-1 0,-2 4 3 15,1-5 16-15,-1 0 19 0,3 1 15 0,-1-1 14 16,-4 1 5-16,-3 1 25 0,5-4 9 0,-2-4 17 0,1 5 17 16,-6 1 15-16,-2 1 8 0,1 2 8 0,1 1-2 15,-6-2-7-15,5 1-12 0,-2 1-13 0,-2-4-15 16,-3 8-14-16,5-4-17 0,-5 4-11 0,7-3-30 16,-7 3-40-16,0 0-42 0,0 0-15 0,0 0-13 15,0 0-6-15,4 15-20 0,0-7-4 0,-3 3-11 16,1 5-14-16,6-6-5 0,-6 3-14 0,1-1-11 15,6 2-8-15,-3 1-19 0,6-7-23 0,-2 2-27 16,-2-1-38-16,7-3-23 0,-7-2-34 0,5-1-203 16,2-1-556-16,-15-2 247 0</inkml:trace>
  <inkml:trace contextRef="#ctx0" brushRef="#br0" timeOffset="106045.13">10841 7312 143 0,'5'-8'170'0,"-2"1"15"15,1 3 1-15,-3-5-10 0,2 3-11 0,-3 6-17 16,2-9-21-16,-2 9-15 0,3-6-11 0,-3 6-14 15,0 0-6-15,0 0-11 0,0 0-4 0,12 15-3 16,-12-8-8-16,3 4 0 0,1 4 1 0,1 2-4 16,1-1 3-16,3 2 3 0,-3 6-3 0,9-1-4 0,-7-3 2 15,6 3 2-15,-8-7 4 0,2-1-5 0,6 2 3 16,-6-4 6-16,-6-2 4 0,3-2 20 16,1-1 27-16,-4-1 33 0,4-4 51 0,-4 3 47 15,-2-6 35-15,5 3-14 0,-5-3-23 0,0 0-26 0,10-15-21 16,-10 6-20-16,0 0-17 0,5-8-17 0,-3 1-15 15,-2-2-26-15,0 1-39 0,5 4-48 0,-4-6-72 16,4 2-56-16,-3 0-99 0,0 6-87 0,9-8-102 16,-4 6-334-16,3-1-796 0,5 2 352 0</inkml:trace>
  <inkml:trace contextRef="#ctx0" brushRef="#br0" timeOffset="106780.89">12062 7228 272 0,'0'-12'451'0,"0"4"-17"15,0 0-23-15,5-5-23 0,2 0-28 0,-2-1-30 16,0 3-20-16,3-7-27 0,4 5-27 0,-2-1-22 16,6 2-19-16,1 1-21 0,-1 1-20 0,1 1-19 15,4 1-17-15,1 4-14 0,8-1-15 0,-2 9-17 16,-5-4-7-16,2 5-12 0,3 3-10 0,0 1-14 15,-5 4-21-15,1 4-15 0,-5 1-12 0,3 5-19 16,-7-4-14-16,0 7-6 0,-5 1-21 0,1 1-6 16,-4-1-18-16,-4-2 7 0,4 4 3 0,-7-4 1 0,0 0 2 15,0-6 17-15,-4-2-13 0,-2-1 11 0,1-4 5 16,2-1 10-16,-2-5-5 0,3 4 7 0,-1-1 8 16,-2-3 15-16,5-6 12 0,-4 4 13 0,4-4 12 15,0 0 7-15,0 0 4 0,0 0 6 0,9-27 7 16,-6 20-9-16,4-8 13 0,1 2-5 0,2-6 3 15,1 2 3-15,4-5-9 0,-3-2 0 0,6 5-5 16,-3-4-4-16,1 3-4 0,-1-3-5 0,2 2-2 16,3 2-1-16,-10 2-2 0,5 5-5 0,-9 0 4 15,7 0-7-15,-6 4 1 0,0 4-12 0,-4-7-14 16,4 6-26-16,-1 0-25 0,1 2-18 0,-7 3-8 16,15 1-12-16,-15-1-8 0,20 8-5 0,-5 0-1 15,-6-1-2-15,6-3-8 0,4 5-12 0,-5 2-10 0,5 1-16 16,-3-5-30-16,4 7 3 0,0-6-12 15,5 2-4-15,-4-1-13 0,1-2-6 0,-2-4-159 16,-2 4-416-16,3-6 185 0</inkml:trace>
  <inkml:trace contextRef="#ctx0" brushRef="#br0" timeOffset="106968.37">13223 7209 33 0,'0'0'149'0,"-7"5"0"15,5 2 3-15,2-7-10 0,-5 10-7 0,4-6-6 16,-3 3-2-16,4-7-4 0,0 12-9 0,0-6-10 16,0-6-6-16,0 13-8 0,0-5-8 0,0 0-10 15,5-1-4-15,-3 1-7 0,1 0-3 0,2 1-7 16,-5-1-1-16,5 2-13 0,2-1-17 0,-2 1-38 16,0-3-39-16,3 2-51 0,5 2-65 0,1-3-109 15,2 4-305-15,-1 0 135 0</inkml:trace>
  <inkml:trace contextRef="#ctx0" brushRef="#br0" timeOffset="107405.9">13747 7177 211 0,'0'-15'284'0,"0"6"-16"0,0-6-13 0,-5 3-17 0,4 4-8 16,-3-9-19-16,1 7-17 0,-5-2-16 0,0-2-24 16,-2 3-9-16,0 1-15 0,1-1-16 0,0 5-12 15,-5-4-10-15,1 4-10 0,-2 3-10 0,0-2-6 16,0 4-9-16,-1 1-7 0,-1 1-7 0,-1 2-3 16,1 2-4-16,3 1-3 0,-3 6-3 0,0-6-3 15,3 3-5-15,4 3-2 0,-4 0 2 0,6 3-5 16,2 0 2-16,4 3 0 0,2 0-3 0,2 8-3 15,4 2-1-15,9-1 1 0,2 4 2 0,1 7-3 16,5-1-1-16,0 1-3 0,5 3 0 0,-3-4-1 16,2 2 0-16,-6-2-2 0,1-1-1 0,-1-1 2 0,-9-8 1 15,1 3-4-15,-1-3 1 0,-1 1-4 0,-11-1 6 16,7 4-3-16,-6-11-1 0,-1 6 1 16,-1-7-3-16,-3 1 1 0,1-1-2 0,-5-2 3 0,0 2-5 15,-6-1 2-15,3 2-22 0,-2-8-14 0,-1 0-25 16,1-2-16-16,1 4-27 0,-1-5-36 0,2 0-33 15,2-6-42-15,1 3-45 0,0-4-161 0,6 2-456 16,2-4 202-16</inkml:trace>
  <inkml:trace contextRef="#ctx0" brushRef="#br0" timeOffset="107858.98">13977 6653 70 0,'0'-14'328'0,"4"-2"-17"0,-3 8-25 15,1-3-31-15,1 4-26 0,1 2-22 0,1 2-26 0,-5 3-15 16,16 2-17-16,-4 6-15 0,-1 2-15 0,4 5-12 16,3 4-11-16,-3 7-11 0,-3-1-4 15,8 15-12-15,-12-12-2 0,7 11-12 0,-8 0-4 0,1 4-4 16,-2-5-8-16,-6-5-1 0,2 8-5 0,-2-1-4 15,0-11-1-15,0-1-3 0,7 3-3 0,-7-2-3 16,-7-8 0-16,14 3-3 0,-7-6 1 0,0 2-1 16,0-9-1-16,0 3-1 0,0-5-1 0,0 0 5 15,0-2 15-15,0 1 27 0,5-5 16 0,-5-3-5 16,11 5-5-16,-11-5-9 0,15-5-4 0,-3-1-3 16,-2 0 3-16,3-1-17 0,2-3 17 0,0 0-25 15,3-1 0-15,-3 1-6 0,1 1 5 0,-1-2 1 16,-1 7 4-16,-6-4-8 0,2 1 11 0,-4-1 12 15,1 6-22-15,1 0-8 0,-8 2-6 0,7-4-5 16,-7 4-9-16,0 0 8 0,0 0-5 0,16 7-1 16,-9 1 3-16,-7 2 12 0,7-2-25 0,-7 5-11 15,6 2-4-15,-4 3-6 0,5 0-14 0,1 0-10 0,-3-2-16 16,3 4-16-16,0-1-21 0,-1-4-26 16,1 2-35-16,-1-2-31 0,6-3-33 0,-5-3-37 15,1-3-219-15,-1-3-530 0,-1-3 235 0</inkml:trace>
  <inkml:trace contextRef="#ctx0" brushRef="#br0" timeOffset="108108.95">14572 6589 115 0,'-2'-5'330'0,"2"-2"-20"0,-5 2-30 0,5 5-18 16,0-8-17-16,0 8-30 0,0 0-21 0,0 0-22 15,5-6-15-15,-5 6-21 0,0 0-8 0,8 18-18 16,-4-6-9-16,1 1-14 0,1 9-6 0,2 6-10 16,-1 1-2-16,0 11-8 0,-1 2-7 0,1-11-5 15,0 8-4-15,1 5-3 0,0-2-4 0,-1 0-5 16,-4-2-20-16,2-2-26 0,-3-5-27 0,-2-3-32 16,1-3-28-16,-1-2-32 0,0-1-49 0,4-5-42 15,-4-3-217-15,-4-5-476 0,8 5 211 0</inkml:trace>
  <inkml:trace contextRef="#ctx0" brushRef="#br0" timeOffset="108296.43">14418 6824 290 0,'-7'-15'329'0,"7"3"-20"16,-2 2-16-16,2 0-23 0,2 1-23 0,-2 0-28 15,7 1-21-15,1 4-25 0,7 1-18 0,1 2-13 16,4 2-14-16,2 2-32 0,1 1-32 0,-2 4-38 15,8 1-44-15,0 0-58 0,-5 1-69 0,4 0-64 16,-8-3-207-16,-4-1-450 0,-6 0 200 0</inkml:trace>
  <inkml:trace contextRef="#ctx0" brushRef="#br0" timeOffset="108437.04">13252 6268 96 0,'-11'0'159'0,"3"2"-29"0,8-2-31 0,-9 5-52 15,9-5-63-15,7 8-71 0,0 3-92 0,3-2 41 16</inkml:trace>
  <inkml:trace contextRef="#ctx0" brushRef="#br0" timeOffset="109202.72">16301 6933 5 0,'-6'-8'307'0,"1"3"-32"0,-5-2-26 0,0 6-27 0,-2-2-19 15,-3-1-22-15,2-3-19 0,-3 3-15 0,1 4-15 16,1 0-11-16,0 0-14 0,-1 4-11 15,3-2-7-15,-1 3-10 0,5 0-7 0,-2-2-6 16,1 2-9-16,3-1-3 0,1 4-4 0,1-1-2 0,4 1-5 16,4 1-2-16,-1-3-4 0,-1 2 1 0,8-2-7 15,0 1-1-15,4-1-2 0,3 0 3 0,5-3-1 16,-8 0-9-16,10-3-2 0,-5-4 0 0,-4 2-2 16,5-7-5-16,-3 1 4 0,-7 0-3 0,5-4-1 15,-10-2-2-15,1-6-5 0,-4 7 2 0,-4-10 2 16,-8-4-4-16,-6 0-3 0,-1 4-2 0,-6-3-2 15,-7-6 4-15,-5 4-4 0,11 10 1 0,-6-2 0 16,-5-7 1-16,5 12 4 0,5 3-5 0,7 0 4 16,3 4 1-16,2-3-4 0,3 7 0 0,8-1-3 15,2 5-5-15,0 0-8 0,27-3-10 0,-2 4-6 16,8 2-2-16,15 4 2 0,7-2 3 0,1 6-1 16,2-10 0-16,-4 2-4 0,8 2 1 0,-5-5-1 15,5-8-2-15,-4 7-3 0,-2-6-4 0,0-5 3 0,-11-4 4 16,0-2 3-16,-6 1 7 0,-7 0 5 15,-7-4 6-15,-2 2 10 0,-10-7 11 0,-3-1 15 16,-3 10 8-16,-2-14 10 0,-4 15 10 0,-2-11 8 0,-6 0 8 16,0 7 0-16,-1 4 5 0,1-2-2 0,-6 7-10 15,11 2-9-15,-7 2-7 0,4 3 0 0,-9 6-10 16,14-2-2-16,-11 9-2 0,1 4-4 0,5 13-1 16,-2 5 3-16,4 8 14 0,3 12 5 0,7 3 8 15,1 23 7-15,-2-2-10 0,6 1 2 0,5 0-12 16,-9-1-10-16,8 1 7 0,-1 2-5 0,-1-4 0 15,0-3-4-15,1 8-3 0,-1-4 3 0,-1-23-6 16,-2 2-2-16,-6 0-1 0,2-3-19 0,-4-9-10 16,-1-3-18-16,-4-9-12 0,-1-6-24 0,-4-6-14 15,2-2-23-15,-6-4-31 0,3-5-33 0,-4-3-46 16,-3-8-41-16,0-5-236 0,0-3-527 0,0-3 233 16</inkml:trace>
  <inkml:trace contextRef="#ctx0" brushRef="#br0" timeOffset="109353.44">16723 7081 312 0,'0'-9'313'16,"0"5"-7"-16,0-3-9 0,0 7-26 0,0-12-16 0,4 5-34 15,-3 2-20-15,6-2-23 0,1 3-14 0,4 0-22 16,4-4-23 0,6 2-35-16,9 0-47 0,1 3-50 0,17-3-59 0,3 0-77 15,9-5-78-15,2 7-180 0,18-7-440 0,2-1 195 16</inkml:trace>
  <inkml:trace contextRef="#ctx0" brushRef="#br0" timeOffset="110056.5">18436 6127 191 0,'7'-18'310'0,"-12"1"-30"0,3-5-28 16,-8 0-27-16,-1 2-20 0,-4-1-15 0,-7 2-23 15,1 1-15-15,-7 10-15 0,-2-1-19 0,0 5-10 16,-1 1-13-16,-1 6-7 0,-2 6-10 0,2 3-7 15,2 5-7-15,-11 12-5 0,5-2 3 0,6 12-11 16,7-2-6-16,3 6 0 0,5 0 0 0,3 0-5 16,16 3-2-16,-4 4-3 0,8 2-2 0,7-1 3 15,13 1-7-15,13 14-1 0,-3-22-1 0,5-2-2 16,4-3 6-16,2-1-7 0,21 5-10 0,-17-16 5 16,1-3-1-16,-2-6-6 0,1-3-4 0,0-6-4 0,-2-2-10 15,0-3-6-15,-16-8-3 0,3 0 4 0,-10-5 3 16,2-5-3-16,-5 1-1 0,-4-4 1 0,-2-4 5 15,-9-2-3-15,-4-4 4 0,-4 0 0 0,-4 0 5 16,-3 0 5-16,-5-2 1 0,-1 5 2 0,-6-3 7 16,-3 7-7-16,2 1 0 0,-5 4-3 0,-4-2 6 15,4 10-4-15,-5-2 2 0,-2 6-5 0,-4 0-3 16,4 3 0-16,0 6 1 0,3 2 0 0,-1 4-2 16,5 3-5-16,-3-2 7 0,4 8-4 0,-1-1 2 15,8 4 6-15,0-5-7 0,2 7-1 0,11-6 7 16,-4 1-1-16,6-3 2 0,5 2-5 0,-2-4 4 15,10-1-1-15,0 0 4 0,11 2-6 0,-5-8 5 16,6 3-1-16,5-6 0 0,0-3 1 0,0-4 1 16,3-3-1-16,-3-4-2 0,3-2 0 0,-4-5 3 0,0-2 10 15,-3-3 7-15,-6-4 12 0,3 0 17 16,-6-3 11-16,-2 3 5 0,-5-3 25 0,-2 3 3 16,0 4-1-16,-3 4-6 0,-3-1-5 0,1 1-7 0,0 4-10 15,-3 1-23-15,0 4 6 0,0 1-13 0,0 6-17 16,-1-6-3-16,1 6-27 0,0 0-22 0,0 0 1 15,-7 18 8-15,0-6-22 0,6 0-11 0,1 7-8 16,-2 1-17-16,2 7-14 0,0-1-17 0,2-3-29 16,1 4-24-16,4-1-32 0,-2-8-32 0,1 0-42 15,4-2-243-15,0-1-555 0,-5-6 245 0</inkml:trace>
  <inkml:trace contextRef="#ctx0" brushRef="#br0" timeOffset="110368.97">19165 6507 149 0,'3'-4'228'0,"2"0"-29"0,-5 4-25 0,5-4-13 15,-5 4-6-15,0 0-6 0,0 0-2 0,5 12-3 16,-2-8-8-16,1 8-10 0,-1-1-10 0,2 4-3 16,0 0-11-16,0 3-6 0,0 0-8 0,-4 5-7 15,3 0-9-15,1 4-8 0,-2-7-5 0,-3-4-5 0,0 4-6 16,3-2-4-16,-1-3-5 0,-2 0-3 0,0-5-3 15,-2 0 0-15,4-3 15 0,-2-1 35 16,-2 0 43-16,2-6 51 0,0 0 17 0,0 0-8 0,0 0-2 16,0 0-15-16,-6-29-4 0,9 12-10 0,-3-10-9 15,3 1-16-15,-1-2-11 0,1-3-12 0,4 0-12 16,1 3-17-16,5-10-24 0,-6 7-34 0,8-7-30 16,0 8-42-16,-2 1-51 0,-3-1-50 0,3 5-51 15,-5 6-67-15,7-3-48 0,-1 7-72 0,-6 3-206 16,7 0-646-16,-9 5 285 0</inkml:trace>
  <inkml:trace contextRef="#ctx0" brushRef="#br0" timeOffset="110962.65">19645 6423 169 0,'3'-9'329'0,"0"3"-27"0,-1 1-25 16,1-7-25-16,1 5-20 0,-4-2-9 0,0 5-17 16,3-7-18-16,0 7-15 0,-3-7-2 15,2 3-24-15,4 1-9 0,-6-2-9 0,7 1-1 0,0 0-22 16,-6-2-8-16,6 3-13 0,0-3-12 0,-6 3-5 15,11-1-4-15,-9-1-4 0,5-1-10 0,-3 0-5 16,4 3-5-16,-3-3-3 0,-1 2-3 0,-1 1-5 16,1-2-5-16,-4 8-1 0,6-3 7 0,-7 4-15 15,6-8-2-15,-4 3-10 0,-2 5 5 0,0 0-9 16,0 0 3-16,0 0-2 0,0 0-1 0,0 0 0 16,-7 25 1-16,6-15-1 0,-1 5-5 0,-3 1 10 15,5 4-2-15,0 2-1 0,-1 8-4 0,2-1 5 16,-1 12-6-16,5 2 5 0,-3-12-1 0,4 11 1 0,1 1 2 15,0-3-4-15,1 1-1 0,-1-11-1 16,-2 2-2-16,4-3 3 0,0 0-7 0,-3-4-2 16,-4-6 3-16,3-2-4 0,-3-1-2 0,-1-5 3 0,1 1-1 15,-2-4-2-15,0-3 4 0,-2-2 2 0,2-3 0 16,-8 7 7-16,8-7 15 0,0 0 1 0,-26-11 13 16,14 5 10-16,-1-3 10 0,-2 1 12 15,-2 0 2-15,-3-4 4 0,5 2-2 0,-4 1 0 0,4-1 14 16,0 1-21-16,3-2 2 0,1 7-6 0,2-4 4 15,-1 5-5-15,1-1-2 0,9 4-10 0,-9-5 1 16,3 2 2-16,6 3-4 0,-7-4-2 0,7 4-4 16,0 0 0-16,0 0 5 0,0 0-11 0,0 0-21 15,36 12-25-15,-16-5-31 0,5 3-32 0,3-1-49 16,5-1-49-16,-1 4-62 0,11 2-79 0,2-1-348 16,-1-2-725-16,8 0 320 0</inkml:trace>
  <inkml:trace contextRef="#ctx0" brushRef="#br0" timeOffset="113276.43">28124 8102 55 0,'0'0'133'0,"0"0"-12"0,0 0-11 16,0 0-7-16,0 0-16 0,0 0-9 0,0 0-2 0,3 13 1 16,-3-13-1-16,-1 14-7 0,-1-10 0 0,0 4-6 15,2 2 2-15,-3-1-3 0,1 3-3 0,2 0-5 16,-6 0-2-16,6 0-1 0,-2 6 6 0,2-3-9 15,-2 1 3-15,-1 1-5 0,1 0-3 0,-4 0-3 16,6 3 1-16,0-3 2 0,5 3-8 0,-5-3-2 16,0 2-3-16,0-1-3 0,0 2 2 0,0-4-4 0,1 4-1 15,-1 1-2-15,0 0-4 0,2-2-1 16,-2 1-4-16,-2-1 1 0,2 1 3 0,0-3-5 16,-1 2 2-16,1-2-1 0,0-1 0 0,0 0-7 0,-5-1 2 15,5 4 3-15,-2-3-6 0,-3-1 1 0,5 0 1 16,-1 0-8-16,-1-2 5 0,2 2 0 0,-5 0 2 15,3 1-1-15,-3-6 1 0,4 3-6 0,-1 2 1 16,-1 1 26-16,-1 0 7 0,-1-1-3 0,4 0-3 16,-4 5-4-16,5-9-2 0,-2 9-3 0,-4-8-3 15,6 6-1-15,-2-5 2 0,-3 2-2 0,5 0-2 16,-2 2-1-16,-3-2 0 0,4 0 0 0,-1-1-5 16,2-1 3-16,-5 2-4 0,5-2 2 0,0 1-4 15,-2 2 2-15,-3-4-1 0,4 7 0 0,1-6 1 16,-4 1-1-16,4-1-2 0,-3 1 3 0,3-2-6 15,0-1 3-15,-2 6-1 0,-1-2-2 0,0-1 5 16,3 1-4-16,0 2 2 0,0-2-2 0,0-1 1 16,-5 1-1-16,5 0 1 0,0 0 1 0,-2 1-1 0,2 1-3 15,0-4 2-15,0 7-2 0,0-5 5 16,0 3 1-16,0-2 0 0,0 1-3 0,-3 1 6 16,0 0 17-16,3-1-1 0,0-1-2 0,0 5 0 0,0-8-5 15,3 7 2-15,-6-5-3 0,6 5-1 0,0-1-1 16,-3-3-2-16,0 4-4 0,2-1 6 0,-2-1-6 15,0 1 1-15,5-3 0 0,-5 2-2 0,0 2-5 16,0-3 4-16,0 6-4 0,0-2 3 0,0-6 1 16,0 6-4-16,0 0 1 0,0-2 0 0,0 1 0 15,0 6-4-15,0-1 3 0,3 0 4 0,0-1-3 16,-3 2-4-16,0-5 3 0,0 6 1 0,2-1 0 16,-2 1-2-16,0-7 3 0,0 4-4 0,0 3 3 15,0-1-3-15,3 1 3 0,1-1-1 0,-4 1-2 16,0-2 3-16,0 1-2 0,0-1-1 0,0 2 2 15,0-3-1-15,1 1-5 0,-1 1 8 0,0-2-2 16,0 3-2-16,0 0 1 0,0-9 1 0,0 8 1 0,5-7 0 16,-5 8-1-16,0-8-3 0,0 4 1 0,0 1 2 15,0 0-2-15,0 2 2 0,-5 1-2 16,5 1 5-16,0 3 1 0,-1-9 0 0,1 6 8 16,0-2 1-16,0-1-1 0,0 2 0 0,0 0-2 0,0 0 3 15,0 3-6-15,0-6 1 0,0 6-1 0,0-3-2 16,-4 1 8-16,8-1-8 0,-4 2 1 0,0 0-2 15,-4-2 2-15,4 1-3 0,0 2 0 0,0 0 3 16,-3-2-6-16,3 3 2 0,0-1-2 0,-2-2 6 16,2 0 1-16,0 1 1 0,0 4 2 0,-3-3 7 15,0 0-1-15,6-2 5 0,-6 4-4 0,-2-2-2 16,5 1 3-16,-2-4-4 0,2 8 0 0,0-5 0 16,2-2 5-16,3 4-6 0,-5-5-5 0,0 3-2 15,0 3 2-15,0-6-4 0,0 2 1 0,0 3 6 16,0-2-3-16,0-1-4 0,-5 3 0 0,3-5-1 15,2 1 1-15,0 0 1 0,0 2 0 0,0-1-4 16,-3-2 0-16,3 3 0 0,0 0 3 0,-3-2-3 0,3 3-1 16,0-3 8-16,0 1-6 0,0 2-2 0,0 9 5 15,-7-11-4-15,7-2 2 0,0 0-2 16,-2 2 0-16,2-2 3 0,-3-4 2 0,3 8-1 0,-3-4-2 16,3-2-1-16,-4 2 3 0,4 0-5 0,0-8 6 15,0 8 7-15,-3-7-12 0,3 7 0 0,0-6-1 16,0-1 1-16,-2 3 0 0,2 1-2 0,0-2-1 15,0-2 2-15,0 2-2 0,0 3 2 0,0-6-3 16,-3-2 0-16,0 2 2 0,3 1 3 0,-2-2-5 16,-3 5 5-16,5-8-3 0,-1 4 1 0,1 5 2 15,-4-6-6-15,1-2 5 0,3 0 6 0,-3 0-9 16,-1-2 3-16,8 2-1 0,-8 0-4 0,4-5 1 16,0 1 1-16,0-3 2 0,0 1-7 0,0-5-4 15,0 6-9-15,0-4-3 0,4 1-9 0,-4-3-7 16,0-5-9-16,0 11-13 0,0-11-41 0,3 4-74 15,-3-4-66-15,0 0-255 0,0 0-535 0,18-15 236 16</inkml:trace>
  <inkml:trace contextRef="#ctx0" brushRef="#br0" timeOffset="114073.22">28059 9387 209 0,'0'0'294'0,"0"0"-18"0,0 0-11 16,0 0-11-16,0 0-4 0,-6-3-15 0,6 3 1 15,0 0 1-15,0 0-4 0,0 0-19 0,0 0-19 16,0 0-17-16,21-8-24 0,-9 5-17 0,3 1-10 16,3 0-17-16,4-3-16 0,7 1-1 0,6 1-11 15,8 0-7-15,2 3-11 0,3 0-14 0,-5 0 5 16,-7 3-11-16,-3-3-12 0,-1 2-7 0,3-2-9 15,-9 0-11-15,2 1-10 0,-5 3-21 0,-1 0-16 16,-6-3-12-16,-2 1-11 0,1-1-13 0,-7 0-6 16,5 2-10-16,-3-1-15 0,2-2-13 0,-12 0-15 0,8 2-14 15,-1-1-11-15,-7-1-14 0,0 0-23 16,0 0-26-16,0 0-194 0,0 0-453 0,0 0 200 0</inkml:trace>
  <inkml:trace contextRef="#ctx0" brushRef="#br0" timeOffset="114489.7">28884 9015 208 0,'0'-6'322'16,"0"-2"-3"-16,-2 3 1 0,2-5-6 0,0 10-10 15,0-9-9-15,0 9-15 0,2-7-14 0,-2 7-19 16,0-8-25-16,0 8-28 0,0 0-23 0,0 0-18 0,0 0-18 16,0 0-18-16,0 0-3 0,0 0-21 0,0 0-16 15,0 0-1-15,0 27-10 0,0-12-6 16,-2 4-7-16,2 8-3 0,0-2-7 0,-2 4-4 0,-1 3-2 16,3 6 0-16,0 7-13 0,0-8 6 0,0 7-8 15,3-2 12-15,-6-3-19 0,6 2-1 0,-3-10 4 16,4 11-3-16,-1-9-3 0,0-4-3 15,-1 0 3-15,1 1-6 0,1 1-6 0,-4-3 6 16,5-10 5-16,-2 6-3 0,2-1 1 0,-5-8-1 0,3-2 1 0,-3 6-2 0,3-11 0 16,-1-2 1-16,-2 0 3 0,0-6 3 0,2 10-5 0,-4-5-6 15,2-5-18-15,0 0-32 0,0 0-31 0,0 0-24 16,0 0-36-16,8-20-27 0,-8 12-43 0,4 0-45 16,-1-10-51-16,-3 6-55 0,0-8-185 0,2 1-590 15,1 3 261-15</inkml:trace>
  <inkml:trace contextRef="#ctx0" brushRef="#br0" timeOffset="115130.26">28980 9035 275 0,'0'-11'302'0,"0"2"-12"0,-4-2-11 0,4 3-6 0,0-3-16 16,0 2-12-16,4-2-14 0,-4 1-18 0,5 2-16 16,-2-4-18-16,4 5-21 0,-1 2-16 0,3-5-18 15,4 1-9-15,3 3-17 0,-1 0-8 0,7 3-21 16,-1 2-1-16,11 1 15 0,2 4-29 0,1 0-7 16,-2 1-6-16,2 1 0 0,0 2-3 0,-2 2-14 15,2-4-1-15,-2 1-8 0,2 5-6 0,-6-4-6 16,-1-4 7-16,2 7-7 0,-8-7 2 0,-6 4-4 15,4-7 6-15,-5 7 1 0,-5-6-2 0,0-1-1 16,0 3-1-16,-5-2 3 0,-5-2 0 0,11 1-2 16,-4 3-2-16,-7-4 1 0,0 0-1 0,8 1-1 15,-8-1 0-15,0 0 13 0,7 3-15 0,-7-3-5 16,0 0-3-16,7 3 0 0,-7-3 12 0,0 6-12 16,0-6 4-16,0 9 0 0,0-9-1 0,0 12-1 15,0-4-1-15,0 4 5 0,0 0-7 0,0 1 1 16,0 5 5-16,0-2 0 0,0 7 1 0,3 4 1 0,-1-3-5 15,1 6 3-15,3-2 0 0,-6-1 3 0,7 2-2 16,-2-1-5-16,3 4 11 0,-4-2-5 16,2 3 2-16,1-3 0 0,-7-4 11 0,6 1-11 0,-4-2-1 15,1 5 4-15,2-11-6 0,0 5 3 0,-3-1-2 16,3-5-1-16,-2 0 2 0,-3 0 4 0,5 0-5 16,-5 2 4-16,2-12-1 0,-2 4-2 0,5-1 19 15,-5-7-19-15,0 4 4 0,2-1 18 0,-4 1 2 16,2-8 17-16,0 8 9 0,0-8 16 0,0 7 7 15,0-7 7-15,0 0 0 0,0 0 12 0,0 4-2 16,0-4-2-16,0 0-4 0,0 0-9 0,-22-3-3 16,22 3-7-16,-28-5-9 0,5 3-5 0,-2-4-7 15,-5 3-3-15,-4-1-3 0,-8-3-6 0,-4 3-3 0,0-4-30 16,-4 7-41-16,15-1-42 0,-13-2-43 16,4 3-35-16,9-1-36 0,2 2-48 0,-12 2-66 15,14 2-73-15,1 0-243 0,2 7-680 0,13 1 301 0</inkml:trace>
  <inkml:trace contextRef="#ctx0" brushRef="#br0" timeOffset="115973.92">28175 12817 70 0,'0'0'293'15,"0"0"-2"-15,0 0 3 0,0 0 2 0,0 0 5 16,0 0 12-16,0 0 19 0,0 0 10 0,0 0 6 0,0 0-22 16,-1-15-25-16,1 15-24 0,16-10-34 0,1 4-24 15,6-3-22-15,23 2-22 0,4 0-18 16,14 0-16-16,26 6-18 0,12 8-10 0,52-2-14 0,-49-1-9 15,39 7-10-15,10 4-8 0,-7 1-9 0,2-3-8 16,0 7-7-16,-43-8-3 0,39 6-7 0,-44-7-3 16,-3 1-3-16,5-4-4 0,-1 3 0 0,-7 1-3 15,-8-5-2-15,-4 1-5 0,-25-4 0 0,7 1 4 16,-11-3-7-16,4-2 0 0,-7-2 0 0,-6 1-5 16,-8-3-1-16,-4 3 1 0,-2-2-1 0,-1-1 1 15,-9 2-4-15,1-3 5 0,-4 2-2 0,4 3-6 16,-7-4 0-16,-1-1-1 0,5 4 1 0,-9-1 0 15,3 1-6-15,-5-2-2 0,0 2-9 0,-8 1-8 16,22 0-16-16,-14 0-3 0,-8 0-12 0,13 0-12 16,-13 0-14-16,0 0-31 0,14-2-22 0,-14 2-21 15,0 0-22-15,0 0-25 0,10 2-29 0,-10-2-34 0,0 0-41 16,0 0-37-16,0 0-45 0,0 0-197 0,0 0-629 16,-32-7 279-16</inkml:trace>
  <inkml:trace contextRef="#ctx0" brushRef="#br0" timeOffset="116317.63">30891 12430 38 0,'0'-10'362'0,"0"4"-18"16,0 0-30-16,0 6-30 0,0-8-30 0,0 8-30 15,0 0-24-15,0 0-25 0,0 0-17 0,0 0-10 16,9 30-20-16,-4-13-3 0,3 12-19 0,0 10-13 16,0 3-7-16,1 2-1 0,2 2-7 0,-1 1-5 15,2 4-12-15,-2 2-5 0,-2 1-2 0,4-1-7 16,-4 0-4-16,0-6-4 0,2 4-5 0,-5-2-3 0,3-4-3 16,1-1-2-16,-6-3 1 0,2-9-8 15,-5-2 7-15,7-1-6 0,1-3-8 0,-8-7 4 16,3-3 1-16,-3 1-4 0,3-7 0 0,1-2-2 15,-1 3 3-15,-3-6 6 0,3 3 1 0,-3-2 30 0,0-6-10 16,0 0 1-16,0 0-26 0,0 0-24 0,14-15-26 16,-9 6-27-16,-5-2-36 0,0-4-45 0,0-3-57 15,0-1-63-15,0-10-283 0,-5-2-591 0,3 3 261 16</inkml:trace>
  <inkml:trace contextRef="#ctx0" brushRef="#br0" timeOffset="116881.6">30857 12519 108 0,'-2'-14'285'16,"-3"10"-12"-16,3-2-4 0,2 0-5 0,2-3-21 0,-2 9-27 15,0-14-13-15,7 9-23 0,6-2-17 0,0 3-17 16,5 1-16-16,12 2-14 0,5 1-12 15,11 3-10-15,6 2-8 0,-1 2-10 0,7 0-9 16,1-1-4-16,-7 0-8 0,1 2 0 0,-2-1-6 0,0-1-8 16,-8-2-3-16,-13 1-6 0,0 0-2 0,-2-1-2 15,-11-3-2-15,7-1 11 0,-7 2 9 16,-7-2 4-16,-2-2 6 0,4 4 0 0,-12-2-2 0,10-2-10 16,-10 2-4-16,0 0-9 0,0 0-5 0,15 2-6 15,-15-2-7-15,0 0-1 0,5 6 0 0,-5-6-2 16,-2 7 3-16,-1 1-6 0,3-1 2 0,0 1 3 15,-4 7-4-15,4-4-7 0,-1 3 0 0,1 4 4 16,0 2-2-16,0 4 2 0,0 2 1 0,1 1-10 16,3 1 13-16,1 1-3 0,1 0-2 0,2 13-2 15,1 0 2-15,-1-11 13 0,0 8-15 0,6 0 10 0,-3 1-12 16,1-6-3-16,3 8 4 0,-5-13 0 16,-4 0-4-16,6-1 5 0,-6-1-4 0,3-3 2 15,-6-2-2-15,0-3 15 0,4 0-17 0,-5-1 0 0,-2-3 4 16,6 0-5-16,-6-5 7 0,0 2-9 0,0-7 6 15,0 2 1-15,0 1 10 0,0-1 6 0,-6-2 14 16,6-5 21-16,-9 7 16 0,6-4 10 0,-7 1 5 16,10-4 2-16,-17 1-10 0,4-2-2 0,13 1-7 15,-26-2-5-15,4 2 0 0,4-2-13 0,-5-1-7 16,-2 2-6-16,-3 2-1 0,0-1-12 0,0 0-24 16,-4 3-26-16,2-3-42 0,2 2-37 0,-2 0-37 15,-1-1-36-15,4 5-53 0,-2-1-68 0,10-1-84 16,3 0-202-16,-2 3-635 0,4-2 282 0</inkml:trace>
  <inkml:trace contextRef="#ctx0" brushRef="#br0" timeOffset="117334.68">31229 13971 45 0,'-3'-9'331'0,"1"0"-19"0,0 0-14 0,-3-2-13 15,-1 3-19-15,3 1-20 0,-9 0-19 0,4 1-20 16,1 0-16-16,-3 0-23 0,-1 3-13 0,-4 3-18 16,0 0-12-16,-3 3-6 0,-1 2-5 0,1 2-4 15,-3 1-9-15,1 0 0 0,-3 4-10 0,4 2 1 16,3-1-15-16,-1 2 15 0,4 0-23 0,1 4-9 15,3-2 1-15,4 2-5 0,-2-1-2 0,7-1 9 16,2 3-2-16,6-1 3 0,3 0-2 0,9 0-11 16,12 0 2-16,6 1-6 0,10 3-8 0,-5-7-21 15,8 0-36-15,7-8-45 0,-7 1-40 0,-1-3-42 16,-2-3-58-16,5-3-79 0,-3-3-90 0,-4-5-205 0,2-2-626 16,-5-4 277-16</inkml:trace>
  <inkml:trace contextRef="#ctx0" brushRef="#br0" timeOffset="117694.01">31656 14052 240 0,'0'0'314'0,"0"0"-4"0,0 0 13 16,-5-1-18-16,5 1-1 0,0 0-9 0,0 0-15 15,0 0-9-15,0 0-13 0,0 0-25 0,0 0-19 16,0 0-10-16,0 0-26 0,0 0-17 0,0 0-7 15,0 0-28-15,17 14-15 0,-14-7-10 0,0-3-9 16,6-1-11-16,-9-3-5 0,5 9-13 0,-4-6-10 16,-1-3-4-16,-1 9-14 0,1-9 4 0,0 12-4 15,-5-7-15-15,1 2 6 0,3 0-2 0,-4 0 1 16,0 1-4-16,-2-1-5 0,5-2 5 0,-1 2-6 0,-2-3 3 16,-1 3-5-16,4-3 1 0,2-4-5 0,-7 5 23 15,7-5 7-15,-1 7 26 0,1-7 24 16,0 0 18-16,0 0 6 0,6 7-11 0,4-6-12 0,3 1-9 15,6 1-13-15,-1-3-32 0,3 0-43 0,9 0-62 16,3 0-56-16,4 2-65 0,7-4-60 0,-9-1-72 16,10-7-100-16,-2-1-339 0,0 2-825 0,-2-5 366 15</inkml:trace>
  <inkml:trace contextRef="#ctx0" brushRef="#br0" timeOffset="118568.92">29274 8295 256 0,'7'-6'293'0,"1"0"-3"16,-3-3 4-16,-1 0 6 0,2 1 2 0,-3 1-12 16,1-1 15-16,-3 1-10 0,-1-1-17 0,0 3-25 15,0-4-25-15,0 9-33 0,-5-10-13 0,-1 7-25 0,-1-2-10 16,7 5-20-16,-20-7-14 0,7 7-9 16,2-1-16-16,-4 7-4 0,-5-3-12 0,3 3-7 15,4-5-8-15,-9 9-6 0,8-3-5 0,-1 0-3 0,1 1-7 16,6 4-4-16,-2-2 1 0,-1 2-1 0,4 2-7 15,7-1 4-15,5 6-5 0,2-3-1 0,3-1 3 16,13 8-10-16,-3-4-26 0,3-1-32 0,16 4-31 16,3 3-32-16,-1-8-26 0,-1 2-37 0,3-4-38 15,2 1-50-15,-1-5-69 0,-16-1-322 0,9-3-698 16,-2-4 308-16</inkml:trace>
  <inkml:trace contextRef="#ctx0" brushRef="#br0" timeOffset="118803.27">29845 8310 36 0,'-5'-7'355'0,"5"7"2"0,0-7-1 15,0 7-5-15,0 0-10 0,0-7-27 0,0 7-16 0,0 0-25 16,0 0-23-16,0 0-34 0,0 0-10 0,0 0-29 16,0 0-15-16,0 0-20 0,0 0-13 15,0 0-17-15,0 0-19 0,-5 19 3 0,5-9-10 0,-3 0-7 16,6-1-6-16,1 6-4 0,-4 3-11 0,1 1-23 15,6 5-45-15,0 3-36 0,-6 0-41 0,11 2-56 16,-4 11-84-16,7-1-117 0,-3-1-291 0,1-7-687 16,7 5 304-16</inkml:trace>
  <inkml:trace contextRef="#ctx0" brushRef="#br0" timeOffset="120771.81">6840 8707 13 0,'2'-14'352'0,"-2"0"-5"16,2-1-12-16,-4 6-14 0,4-6-3 0,3 6-2 0,-4 0-15 16,-1 0-11-16,0 9-16 0,-1-8-22 0,2 4-25 15,-1 4-24-15,0-6-24 0,0 6-23 16,0 0-22-16,0 0-16 0,0 0-10 0,0 0-15 0,7 17-7 15,-7-4-7-15,0 2-7 0,7 4-3 0,-7 5-15 16,1 0 2-16,6 6-9 0,-7 2-2 0,5-2-7 16,-4 12-2-16,6-4-8 0,-4 2 2 0,1 1 2 15,-3-1-10-15,-1-2-2 0,5-6-3 0,-3-1-3 16,0-1 5-16,-2-1-7 0,6 3 4 0,-6-5-3 16,0-9-3-16,0 8 5 0,0-7-4 0,5-3-5 15,-5 1 1-15,2-5-4 0,-4 2 2 0,2-6-1 16,0 2 1-16,-5-1-1 0,5-5 2 0,0-4 2 0,0 12 0 15,0-9 3-15,0-3 2 0,0 0 27 0,0 9 13 16,0-9 20-16,0 0-4 0,0 0-10 16,0 0 2-16,0 0-5 0,14-16-3 0,-14 8-2 0,1 4-3 15,6-7-1-15,-1 3-4 0,-2 0-3 0,1-8-2 16,8 5-3-16,-5-3-2 0,2 1-3 0,2-3-3 16,-4 0-5-16,0 4 0 0,6-3-2 0,-8 3-1 15,4-2-2-15,-3 7 0 0,1-5-2 0,-6 4 7 16,4 4-9-16,3-2-3 0,-8 0-2 0,2 2-1 15,-3 4-3-15,7-8-4 0,-4 5 6 0,-3 3-16 16,5-5-12-16,-5 5-2 0,0 0 0 0,0 0 4 16,22 12-2-16,-15-7 2 0,1 6 1 0,-3-3 2 0,5 0-5 15,-2 7 1-15,-1 0-3 0,3-3-10 16,-6 4 3-16,5-1-3 0,-3 0-9 0,1 2-10 16,0-5-20-16,-1 3-8 0,-4-5-16 0,-2 1-15 0,7 1-21 15,-7-3-15-15,0 2-14 0,0-6-18 0,0 6-31 16,-7-4-47-16,5 1-46 0,-3-2-68 0,-3 0-253 15,6-2-675-15,-3 1 299 0</inkml:trace>
  <inkml:trace contextRef="#ctx0" brushRef="#br0" timeOffset="121162.39">7431 9423 106 0,'9'-3'391'0,"-9"3"-6"0,0 0-11 0,6-5-3 15,-6 5-13-15,0 0-12 0,0 0-22 0,0 0-21 16,5-4-27-16,-5 4-30 0,0 0-25 16,0 0-19-16,0 0-28 0,0 0-19 0,0 0-16 0,0 0-16 15,10 7-9-15,-3-3-13 0,-6 1-10 0,6 3-6 16,-5-2-11-16,3 2-10 0,-4 2-6 0,4-3-3 15,-3 1-16-15,6 4 0 0,-8-3-6 0,0 3-5 16,0-3 1-16,0 3-4 0,0-3-2 0,0 3 2 16,-5-3-6-16,2-2-4 0,1 5 2 0,-4-4-3 15,-1-2 1-15,0 0 2 0,6 1-4 0,-6-2 2 16,4-2-2-16,-2 3 2 0,5-6 10 0,-2 6 14 16,2-6 16-16,0 0 13 0,-3 4 9 0,3-4-5 0,0 0-11 15,0 0-16-15,0 0-12 0,20-15-30 16,-4 13-51-16,4-6-38 0,3-3-62 0,7 1-61 15,3-2-57-15,-1-1-66 0,14-9-82 0,-10 2-338 0,9-2-812 16,-2-3 359-16</inkml:trace>
  <inkml:trace contextRef="#ctx0" brushRef="#br0" timeOffset="121396.74">7984 9121 43 0,'0'0'391'16,"-3"-4"-3"-16,3 4 6 0,0 0-4 0,0 0-1 15,0 0-14-15,-5-6-19 0,5 6-25 0,0 0-35 16,0 0-32-16,15-6-29 0,-15 6-23 0,16 0-22 16,-4-1-22-16,4-1-30 0,6 2-37 0,-1-5-35 0,-1 9-49 15,8-4-52-15,1-4-46 0,0 8-42 16,0-1-52-16,0 1-54 0,-1-1-67 0,4 0-65 15,-14 0-213-15,4-1-623 0,-4-1 276 0</inkml:trace>
  <inkml:trace contextRef="#ctx0" brushRef="#br0" timeOffset="121552.97">8131 9321 28 0,'-5'1'253'0,"-4"4"2"0,2-2-4 0,7-3-8 0,-8 6-6 15,8-6-12-15,0 0-22 0,15 5-19 0,-1-4-20 16,8 1-15-16,9-1-37 0,4 2-50 0,10-2-69 16,-2 1-83-16,10-2-89 0,-3 1-170 0,4 1-377 15,-3 1 167-15</inkml:trace>
  <inkml:trace contextRef="#ctx0" brushRef="#br0" timeOffset="122693.48">9186 8933 275 0,'5'-6'324'0,"0"-2"-15"16,-2 0-11-16,5-2-9 0,-1 1-4 0,0-2-8 16,1 1-11-16,-2-4-6 0,9 1-21 0,-8-1-3 15,0-2-11-15,1 1-17 0,-2 3-15 0,3-4-12 16,4 1-17-16,-5-4-11 0,1 3-10 0,5 1-10 16,-9-4-8-16,5 7-11 0,-1-2-11 0,-4 2-6 15,3 3-16-15,-3 0-2 0,1 0-6 0,-2 0-8 0,1 3-7 16,-4 0-1-16,6 0-16 0,-5-2 2 0,1 4-4 15,-1-1-5-15,-2 5-5 0,3-7-1 16,-3 7-4-16,5-4-11 0,-5 4 1 0,0 0-13 0,0 0-3 16,5-7-15-16,-5 7-10 0,0 0 4 0,0 0 1 15,1 17 1-15,-1-9 5 0,0 2 4 0,0-1-2 16,2 1 2-16,0 8-3 0,1 5 8 0,0-7-1 16,1 7 3-16,1 4-1 0,3 4 0 0,-3-7 2 15,0 3 1-15,3 0-1 0,-3 0 3 0,0 0-2 16,2 0 1-16,-4 0-6 0,0-3 8 0,4-4-2 15,-2 6 1-15,-3-7-7 0,-1 1 4 0,6-2-2 16,-5 1-4-16,-2-2-1 0,3-4-5 0,0 4-1 16,-3-7-1-16,2 0-1 0,-2-5 4 0,3 6 7 0,0-5-6 15,-3 1-2-15,0-7 3 0,0 14 1 16,4-13 5-16,-4-1-1 0,0 6 2 0,0-6 2 16,0 0 2-16,0 8 2 0,0-8 6 0,0 0-9 0,0 0 6 15,0 0-5-15,0 0-1 0,0 0 4 0,0 0-3 16,0 0-3-16,0 0 3 0,0 0 2 0,0 0 2 15,-28-8-5-15,21 5 0 0,-3 0-4 0,3 2 7 16,7 1-2-16,-24 0-5 0,14-2 7 0,-7 0-2 16,4-2 3-16,-9 1-4 0,6 3 1 0,3-1 2 15,-1 1 2-15,-1 0-15 0,1 1 9 0,5-1 2 16,-4 0-1-16,13 0 2 0,-17 0 12 0,17 0-13 16,-14 0 0-16,7 3 6 0,7-3-3 0,0 0 2 0,0 0 5 15,0 8 1-15,0-8-3 0,21 4 0 16,-6-1 1-16,9 1-2 0,10 4 1 0,-4-2-6 15,5 0-20-15,10-2-18 0,-12 1-29 0,3-2-28 0,-6 1-31 16,6-1-26-16,-8-3-33 0,2 5-40 0,-8-5-45 16,-7-1-52-16,4-3-284 0,-9 1-655 0,4-1 291 15</inkml:trace>
  <inkml:trace contextRef="#ctx0" brushRef="#br0" timeOffset="123834.05">10477 8408 58 0,'8'-2'313'16,"-8"2"-12"-16,0 0-12 0,3-5-15 0,-3 5-12 16,5-4-19-16,-5 4-6 0,5-5-21 0,-5 5-16 15,0 0-20-15,2-4 1 0,-2 4-34 0,0 0-12 0,0 0-21 16,-2-11-10-16,2 11-2 0,0 0-18 0,-10-5-16 16,5 3-3-16,5 2-9 0,-18-6-6 0,10 6-5 15,-2-2-8-15,-3 1 2 0,-2-3-2 0,0 1-3 16,2-1-4-16,-9 1-5 0,7-1-5 0,5 4 1 15,-3-1-4-15,0-3 0 0,3 1-2 0,-3 2-2 16,6-2-2-16,7 3-3 0,-15 0 2 0,15 0 1 16,-15-3-8-16,15 3 2 0,-8-3-1 0,8 3 4 15,0 0-3-15,0 0-1 0,0 0 3 0,0 0 1 16,0 0-7-16,0 0-2 0,0 0-2 0,-13 5 1 16,13-5 1-16,0 0-1 0,0 0 2 0,0 0-2 15,0 7-3-15,0-7 2 0,0 0 1 0,0 9-4 16,0-9 2-16,0 11 3 0,0-4-1 0,3-1-4 0,0 3 8 15,-3 0-5-15,4 2 1 0,-1 2 3 16,-1-1-2-16,4 6 1 0,-4-5 0 0,5 7-3 16,-1 7 6-16,2 0-4 0,6-1 0 0,-6 1 1 0,0-2 1 15,4 7 3-15,-4-4-3 0,0 3 1 0,6 8-4 16,-6 0 4-16,7 0-3 0,-9-10 1 0,3 1 1 16,-3 2-1-16,4 0 2 0,-5 7 1 0,7-7 0 15,-9-5-5-15,4 2 4 0,-4-2-8 0,4 2 7 16,-1 1 2-16,1-3-1 0,0 2-2 0,1-4 0 15,-2-1 0-15,1 3 3 0,-4-5-3 0,4-5 6 16,1 2-9-16,-3-3 6 0,2 3 0 0,-1-4 10 16,-2 1-4-16,7-1-4 0,-9-2 9 0,5-3 5 15,1 6 18-15,-6-9 6 0,8 5-5 0,-7-4 9 16,2-1 3-16,1-1 6 0,-1 0-10 0,0-2 0 16,0 4-7-16,-1-5 3 0,-1-2-3 0,0 6-5 15,-3-7-3-15,7 5-5 0,-7-2-2 0,0-3-2 0,0 0-1 16,8 8-2-16,-8-8-5 0,7 3 0 0,-7-3 1 15,0 5 2-15,0-5-5 0,6 3-5 16,-6-3-12-16,0 0 2 0,0 0-16 0,10 1-9 16,-10-1-25-16,12 3-23 0,-12-3-21 0,0 0-19 0,21-4-29 15,-12 1-41-15,-1-1-41 0,7 0-54 0,0-4-49 16,5 4-225-16,-4-7-602 0,6 4 266 0</inkml:trace>
  <inkml:trace contextRef="#ctx0" brushRef="#br0" timeOffset="124615.22">10841 8893 14 0,'-3'-7'371'0,"-1"0"-30"0,3-3-6 0,1 0-8 15,0 4-7-15,0-3-14 0,1 0-20 0,3 0-11 16,-1-2-4-16,-3 3-28 0,5-3-13 0,-2-1-29 16,2 4-14-16,0-4-19 0,3 5-17 0,-1-4-13 15,1 6-17-15,2-3-11 0,-1 2-10 0,4-3-7 16,-5 6-14-16,5-3-10 0,-1 3-9 0,3 0-5 16,-5 0-12-16,5 1-3 0,-7-1-13 0,12 3-5 15,-10-1-14-15,3 5-9 0,0-2-6 0,-3 4 1 16,2-2-2-16,3 1 7 0,-4 2-18 0,-1 7 2 0,0-4-2 15,3 4-6-15,-4-5 5 0,-3 6-17 16,2-1 12-16,-1 2-7 0,-5 0 4 0,4 1 3 16,-4 1-5-16,-2-2 5 0,3 4 2 0,-6-5-2 0,3 0 13 15,-2 1-10-15,-4-3-4 0,4 0 4 0,-6-1 0 16,4-1 8-16,1-4-1 0,-2-1 7 0,-1 0 3 16,4-2-9-16,-1 1 4 0,-1 1 11 0,4-6-4 15,-3 8 4-15,3-8 17 0,0 0-9 0,0 0-5 16,0 0-2-16,0 0 5 0,0 0-1 0,0 0-3 15,0 0 1-15,10-23 3 0,-3 12-8 0,-1 3-7 16,9-3 13-16,-5-4-8 0,3 0 4 0,-3-5 0 16,8 1-5-16,-1-1 1 0,-1-4 3 0,-1 4 4 15,0-2-4-15,2 0 2 0,-6 4-2 0,3-3 14 16,-4-3-13-16,1 8 19 0,-3 1 4 0,1-5 14 16,-3 11 18-16,1-9 6 0,-4 10 3 0,1-2 0 15,-3 2 1-15,-1 1-10 0,0 1-6 0,5-1-7 0,-5 7-9 16,0-9-8-16,0 9-7 0,0 0 0 0,0 0-2 15,0 0-1-15,0 0-2 0,-20 16-3 16,14-10 0-16,-1 8-4 0,0 2 3 0,6 3-4 0,-1-2-3 16,-3 1 2-16,5 0 4 0,0 3-6 0,0 5 2 15,7-7-2-15,-6 1-6 0,6-4-11 0,6 8-18 16,-3 0-18-16,2-4-26 0,1-1-36 16,-3-6-36-16,7 4-47 0,-4-5-59 0,2 3-67 0,3-3-80 15,-3-2-212-15,1-1-662 0,-1-1 293 0</inkml:trace>
  <inkml:trace contextRef="#ctx0" brushRef="#br0" timeOffset="125005.8">11650 9138 43 0,'4'3'321'0,"-4"-3"-11"0,0 0-13 16,10 3-12-16,-10-3-16 0,8 2-16 0,-8-2-17 0,0 0-24 15,8 2-18-15,-8-2-24 0,7 5-14 0,-6 1-24 16,4 0-3-16,2-4-17 0,-7-2-16 0,2 11-9 16,-2-6-8-16,5 4-8 0,-5-3-5 0,0 3-6 15,0 0-12-15,0 0-1 0,-5 3-1 0,-2-5-4 16,5 4-9-16,-4-2 0 0,4-2-3 0,-5 4 11 15,1-2-14-15,2-3 11 0,0 2-4 0,-3-3 1 16,4 3 4-16,-1-2-5 0,-1-3 11 0,5-3-11 16,-3 10 4-16,-2-6 13 0,5-4 3 0,0 0 10 15,0 0 13-15,-2 7-1 0,2-7-1 0,14 3-5 16,-14-3-9-16,15-2-8 0,-6 2-13 0,6-1-29 16,7-3-36-16,-2-3-52 0,1 3-43 0,2-2-52 15,4 0-76-15,-2-5-76 0,0 1-324 0,1-2-702 0,4 0 310 16</inkml:trace>
  <inkml:trace contextRef="#ctx0" brushRef="#br0" timeOffset="125255.77">11918 8906 398 0,'-5'-5'402'0,"5"5"-6"0,-1-8-14 0,1 8-29 0,1-7-26 16,-1 7-27-16,9-6-29 0,-1 3-23 0,-1 0-29 15,6 1-18-15,-3 1-21 0,8-1-18 0,4 2-17 16,-3-1-14-16,10 2-17 0,2 2-7 0,-5-3-14 16,4 0-23-16,2 5-28 0,1-2-30 0,-2-2-38 15,-3 2-36-15,7-1-42 0,-2 1-41 0,-11 0-37 0,-1-3-60 16,2 0-62-16,-3 1-278 0,-1-1-630 0,-1 0 279 15</inkml:trace>
  <inkml:trace contextRef="#ctx0" brushRef="#br0" timeOffset="125896.33">12609 8741 21 0,'-4'-11'347'0,"8"3"-10"0,-1 4-23 0,0 0-18 16,4-1-21-16,-1-1-22 0,3-2-24 0,-1 6-18 16,4-4-24-16,-6 4-16 0,4-3-20 0,-2 4-14 15,6-3-9-15,-3 2-19 0,1 2-4 0,1 2-21 16,2 2 1-16,0-3-14 0,0 4-3 0,-2-3-9 0,2 4-9 15,0-4-7-15,0 10-1 0,-2-4-7 16,-1 4-1-16,1-2-10 0,-3-2-2 0,0 7 1 16,0 0-6-16,-2-2-1 0,-2 2-2 0,1 4-4 0,0-3 4 15,-6 0-1-15,-1 4-5 0,4-1-2 16,-8-1-1-16,4 2 0 0,0 1 1 0,-1-6 14 16,-6 3-16-16,4-2-1 0,-2-2-1 0,-2 1 4 0,6-3-7 15,-4 0 1-15,1-3 6 0,-1-3-4 0,4 0 5 16,-3 0-7-16,4-6 11 0,-3 6 31 0,3-1 26 15,0-5 16-15,0 0-10 0,0 0-2 0,0 0-10 16,0 0-7-16,0 0-5 0,3-27-2 0,2 13-6 16,2-1-12-16,1 2-1 0,-1-7-1 0,1 3-10 15,4 1 2-15,-4 0 10 0,2-4-7 0,3-6-3 16,0 4-2-16,-1 0-2 0,1-1 1 0,-5 4 9 16,7-7 22-16,-8 9 12 0,6 1 6 0,-9-2 7 15,4 6 4-15,-3-1 2 0,-2 2 1 0,0 0-4 0,4 1-6 16,-5 5 1-16,-2-5-18 0,6 4-2 15,-6 0-6-15,0 6-11 0,0 0-8 0,7-5-10 16,-7 5-3-16,0 0-5 0,0 0 2 0,0 0-5 0,0 0-2 16,0 23 3-16,0-15-5 0,0 8 0 0,0-1 5 15,0 4-4-15,0 0-5 0,0 1-7 0,0 0-14 16,7 7-14-16,-6-8-22 0,-1 3-24 0,7-5-9 16,-7 3-16-16,6 6-33 0,1-6-21 0,-4 6-16 15,4-2-29-15,5 0-32 0,-4-5-40 0,5-2-54 16,-3 0-52-16,5-6-212 0,1 6-647 0,3 0 287 15</inkml:trace>
  <inkml:trace contextRef="#ctx0" brushRef="#br0" timeOffset="126083.81">13418 9133 225 0,'-2'-2'320'0,"2"2"-10"0,0 0-19 0,0 0-19 16,-6-7-33-16,6 7-19 0,0 0-24 0,0 0-21 15,0 0-16-15,0 0-14 0,0 0-11 16,3 24-17-16,-3-13-5 0,3-2-10 0,-3 5-9 0,7 2-12 16,-5 0-1-16,4-1-10 0,1 8-7 0,-5-7-15 15,4 4-50-15,1-3-51 0,1-1-65 0,-8-4-75 16,5 0-83-16,-3-3-193 0,3-2-507 0,-2 4 225 16</inkml:trace>
  <inkml:trace contextRef="#ctx0" brushRef="#br0" timeOffset="126677.49">13728 8529 101 0,'-2'-12'312'0,"-1"3"-2"0,-1-2-12 0,4 1-7 16,0-2-1-16,4 4-6 0,-1-4-15 0,-3 5-21 15,8 1-24-15,-8 0-18 0,3-2-19 0,2 4-20 0,4-1-14 16,-9 5-19-16,20-1-18 0,-6 4-10 0,8 3-13 16,1 3-9-16,2-2-3 0,0 10-3 15,6-2-15-15,-4 3-2 0,9 5-16 0,-3 2 0 0,-5-7-2 16,-1 0-2-16,11 6-11 0,-15-11-1 0,5 5 2 16,-5-1-6-16,6-2 1 0,-6 1-4 0,0-2 0 15,-3-1-12-15,-4-5 16 0,-1-2-10 0,-2 3 0 16,-3-3-1-16,0-1 3 0,-5-1-7 0,2-3-4 15,-2 1 4-15,-5-2-5 0,10 4-1 0,-10-4 1 16,3 4 2-16,-3-4-6 0,0 0-6 0,0 0 15 16,0 0-13-16,0 0 4 0,-18 8-2 0,8-4 4 15,-3-3-2-15,-2-1 2 0,-5 4 3 0,2-1 3 0,-2 2 1 16,-10-2 5-16,0 1-1 0,0 3 2 16,2 1 0-16,0-3 2 0,-2 1-8 0,4-3-4 15,-1 2 0-15,-2-4 1 0,7 3 0 0,4 3-5 0,-4-4 2 16,1 1 1-16,1 0-14 0,2-2-21 0,5 3-37 15,-1-4-25-15,6 3-17 0,-5 3-25 0,6-2-23 16,6 0-41-16,-8 1-53 0,9 0-62 0,0 1-273 16,2 1-633-16,5-1 280 0</inkml:trace>
  <inkml:trace contextRef="#ctx0" brushRef="#br0" timeOffset="127005.58">14381 9141 33 0,'0'0'293'0,"0"0"-17"16,0 0-6-16,0 0-5 0,0 0-4 0,-31 0-19 15,19 0-8-15,2 0-23 0,-5 0-12 0,1 3-11 16,-5-3-13-16,-1 2-6 0,-1-2-21 0,-1 1-12 16,1 0-18-16,-7 4-20 0,5-3-3 0,1 2-10 15,2-3-8-15,5 6-4 0,-8-3-6 0,8-1-6 16,-6 1-12-16,4 0-19 0,4 0-21 0,5 2-25 16,-2-3-26-16,3 2-20 0,-4-3-27 0,4 5-36 15,4-2-36-15,1 2-51 0,2-7-70 0,0 0-198 16,5 8-518-16,2-5 230 0</inkml:trace>
  <inkml:trace contextRef="#ctx0" brushRef="#br0" timeOffset="127427.42">14699 8454 46 0,'5'-11'328'0,"2"4"-2"0,-4-5-2 0,0 4-3 15,1-2 17-15,2 3-4 0,-2 2-9 0,-3 0-19 16,1-2-23-16,-2 7-27 0,1-8-36 0,-1 8-21 16,4-4-25-16,-4 4-18 0,0 0-18 0,0 0-7 15,6 15-22-15,-6-6-12 0,0 1-12 0,4 5-4 16,-4 8-12-16,1 2-7 0,6 4-7 0,-7-2-1 16,7 13-2-16,-6-8-11 0,6-2-2 0,0 1-2 15,-6 11-3-15,4-10-5 0,5 7 3 0,2-10-3 16,-9 0-6-16,9-2-2 0,-11-1-12 0,6 1-23 0,-6-7-32 15,6-5-39-15,-2 3-26 0,-3-1-31 0,3-5-32 16,-4 2-47-16,-1-4-60 0,0-2-23 16,0-2-60-16,0-2-207 0,0-4-617 0,0 0 273 15</inkml:trace>
  <inkml:trace contextRef="#ctx0" brushRef="#br0" timeOffset="128411.68">14875 8199 144 0,'-9'-6'302'0,"9"6"-4"15,0-7-3-15,0 7-5 0,-6-7-9 0,6 7-4 16,0 0-13-16,0 0 4 0,0-6-35 15,0 6-22-15,0 0-17 0,0 0-27 0,6-5-12 0,-6 5-32 16,15 0-4-16,-2 1-8 0,-13-1-13 0,24 3-9 16,-10-2-11-16,6 1-4 0,-1-1 2 0,-1 2-19 15,-2-1-7-15,1 3 1 0,-4-4-10 0,7 0-11 16,-7 4 7-16,-3-3-4 0,0-2-4 0,-2 4 9 16,-1-3-15-16,-7-1-4 0,15 2-4 0,-15-2 1 15,8 0-2-15,-8 0-3 0,0 0-5 0,10 1 1 16,-10-1-10-16,0 0-1 0,12 3 7 0,-12-3-9 15,0 7 5-15,6 0 3 0,-6-7-8 0,2 14-4 16,-2-7 11-16,5 1-9 0,-2 4 11 0,-3-4-2 0,3 6-3 16,-1 4 5-16,3-1-2 0,-3 0-4 15,-1 2 0-15,-1 1-1 0,7-2 6 0,-7 9-3 16,7 1 4-16,-7 0 13 0,6 1-18 0,1-1-5 16,-5 0 8-16,4-1 2 0,1 0-3 0,-6-1 0 0,8 2 6 15,-4 2-11-15,1-1-3 0,-2-2 4 0,6 0 7 16,-7-1-1-16,5-3-1 0,-3 0-1 15,-2-4-2-15,2 2 4 0,-5-6 4 0,5 5-1 0,-5-1 6 16,4-4 0-16,-3 5-13 0,4-5-7 0,-3 0 14 16,1 0 12-16,-1 0-19 0,1-3 3 0,2-1-2 15,-5 1 4-15,0-2 14 0,0 0-16 0,2 2-4 16,-2-2 7-16,3 0-5 0,-3-1 5 0,2-1-2 16,-2 2 5-16,0-1-10 0,0 0 3 0,-2-1 3 15,4 0-5-15,-2-3 4 0,1 1-1 0,-1 0-2 16,0 3 3-16,0-3-4 0,0-6 6 0,0 6 0 15,0-6-8-15,0 12 9 0,0-9-4 0,0-3 6 16,0 9-2-16,0-9 1 0,-1 3-1 0,1-3 0 16,0 9-5-16,0-9 1 0,-2 6-3 0,2-6 0 15,0 0 6-15,-5 10 3 0,5-10-7 0,0 8-1 16,0-8 1-16,2 3 2 0,-2-3-1 0,0 7 3 0,0-7-8 16,-2 9 8-16,2-9-1 0,0 7-3 0,0-7 2 15,0 7-6-15,0-7 16 0,0 9-12 16,0-9 2-16,0 11-5 0,0-7 7 0,0-4-2 0,-5 7 5 15,5 0-6-15,0-7 3 0,-3 9-4 0,3-5 8 16,0-4-5-16,-7 8 8 0,7-4-7 0,0-4 1 16,-5 7 18-16,4-2-14 0,1-5 2 0,-4 4 2 15,4-4 0-15,-6 8-4 0,1-3 9 0,5-5 2 16,-7 5-2-16,7-5 6 0,-15 2 1 0,0-2 4 16,0 0-4-16,1 0-5 0,-8 2 0 0,-6-4-1 15,5 0-3-15,-14-2-30 0,6 1-47 0,-12-8-49 16,-5 4-48-16,-3 0-54 0,-6-3-89 0,1 3-114 15,-5-5-223-15,3 4-692 0,5 1 307 0</inkml:trace>
  <inkml:trace contextRef="#ctx0" brushRef="#br0" timeOffset="133465.99">23538 962 194 0,'1'-8'389'0,"-1"2"-12"0,0 6-14 0,5-9-14 16,-3 5-32-16,-2 4-24 0,0-7-34 0,0 7-30 16,0 0-25-16,0 0-25 0,2-4-22 0,-2 4-13 15,0 0-16-15,0 0-13 0,13 15-9 0,-7-9-14 16,-4 3-9-16,-2 1-7 0,7 4-8 0,1 2-3 15,-5 4-11-15,6 7-1 0,-1 0-6 0,-5 3-3 16,2 1-3-16,3 7 2 0,-3 1-11 0,2-2-3 16,0 4-1-16,-2-1 0 0,-1 1 5 0,1-2-12 15,-3 1-4-15,-2-6-8 0,2-4-27 0,3 10-38 16,-2-10-18-16,-3 3-24 0,0-4-31 0,3-1-39 16,-1-2-55-16,-2-7-50 0,0-1-52 0,0-1-226 15,0-8-596-15,0 2 264 0</inkml:trace>
  <inkml:trace contextRef="#ctx0" brushRef="#br0" timeOffset="133856.57">23665 840 270 0,'3'-8'350'0,"2"1"-13"0,2 2-8 16,-4 1-12-16,-1-2-5 0,0-1-12 0,-2 7-16 16,9-10-22-16,-5 7-19 0,-4 3-22 0,10-5-27 15,-5-2-19-15,3 5-20 0,0 0-13 0,1-3-20 16,12 5-11-16,-3 0-11 0,14 2-16 0,-1 3 0 16,-3-3-9-16,7 6-10 0,8-1-9 0,-10 3-3 15,4-1-6-15,-4 1-14 0,-2 3 4 0,-3-4-9 16,-1 3-2-16,1-1 5 0,-13 0-16 0,0 0-5 15,1-2-7-15,-4 2 0 0,-6-2-8 0,1 0 1 16,-4 1-2-16,-3-2 5 0,-3 4 0 0,-7 2 2 16,0-4-1-16,-5 0 1 0,-5 5-1 0,-4-4 3 15,-3 1-2-15,-4-3 0 0,-1 5-3 0,-4-4-2 16,1-2-37-16,-6 2-36 0,-7 1-40 0,15-4-27 16,-9-1-30-16,7 3-37 0,6-3-55 0,5 0-66 15,-7 6-251-15,11-8-631 0,7 5 278 0</inkml:trace>
  <inkml:trace contextRef="#ctx0" brushRef="#br0" timeOffset="134868.47">23602 1936 285 0,'3'-4'455'0,"-1"-2"4"16,3 3-17-16,-5 3-23 0,0-9-31 0,0 9-38 15,7-6-39-15,-7 6-41 0,0 0-26 0,0 0-29 0,0 0-24 16,0 0-20-16,-17 18-17 0,4-5-18 15,-7 9-11-15,-1-2-16 0,-8 12-10 0,-2-2-8 16,-5 3-9-16,-8 0-5 0,3 2-9 0,-4-3-5 0,-3 2-4 16,2-3-9-16,1 2-4 0,-4 0-2 0,2-2-5 15,4-4-7-15,2 5 1 0,0-5-3 0,-1 0-4 16,6-5-10-16,13-2 4 0,-6-5-5 16,13-1-26-16,-1-4-38 0,6-6-64 0,1 3-26 0,0 0-7 15,7-1 1-15,-2-3-18 0,5-3-46 0,5 6-73 16,-5-6-79-16,23-2-305 0,-7 1-722 0,11-3 319 15</inkml:trace>
  <inkml:trace contextRef="#ctx0" brushRef="#br0" timeOffset="135243.43">23658 1885 28 0,'0'0'276'0,"0"0"-28"0,0 0-27 16,0 0-25-16,0 0-11 0,0 0-16 0,0 0 3 0,0 20 2 16,4-8-3-16,-1 2 2 0,4-1 3 15,4 6 6-15,6 4 4 0,4-2 1 0,11 9 4 16,7 0-6-16,3 4-5 0,3 1-14 0,4-4-14 15,3 3-13-15,2-6-12 0,11 14-10 0,-14-9-16 0,0-6-11 16,-6 6-5-16,3-6-8 0,-10-2-9 16,-2 2-5-16,-9-7-4 0,-1 1-12 0,-1-5-4 15,-3 1-3-15,-6-2-7 0,-4-3-10 0,-1 3-9 0,-1-8-8 16,-1 3-8-16,-3 0-30 0,-4-4-15 0,5 3-14 16,-7-2-25-16,1 1-19 0,-1-8-27 0,-1 8-34 15,-1-1-43-15,-5-3-77 0,1 1-318 0,-3-1-655 16,-4-2 290-16</inkml:trace>
  <inkml:trace contextRef="#ctx0" brushRef="#br0" timeOffset="135868.35">22640 2926 137 0,'-4'-4'301'15,"-5"1"-12"-15,-1-2-8 0,-1 2-8 0,1 2-6 16,-3-2-10-16,-4 2-6 0,-3-1-6 0,2 1-7 16,-2-3-14-16,-1 4-12 0,-1 5-11 0,1-3-5 15,-1-1-20-15,5 5-12 0,-4-1-13 0,6-1-17 16,-2 5-13-16,3-3-10 0,2-2-12 0,0 4-10 16,4 1-6-16,2 0-2 0,1-1-8 0,3 4-2 0,4 1 6 15,1-2 7-15,5 5 4 0,4 0-2 0,8 7 4 16,4-4-15-16,1 4-10 0,0-4-3 15,13 7-5-15,-10-8-7 0,2-1-8 0,-3 0-3 16,-3 2-4-16,0-7-2 0,-6-1-10 0,-3 3 1 0,-4-6-4 16,1-1-3-16,-4-1-5 0,-1 0-1 0,-1 0-5 15,-2-2 0-15,1 3 1 0,-10 1-5 0,5-8 11 16,-9 2-8-16,-1 1-7 0,-8 0 5 0,2-3-2 16,-4 1 3-16,0-2-3 0,-5-2-25 0,-5 0-37 15,9 1-52-15,-4-2-61 0,3-2-40 0,1 4-45 16,1-2-48-16,4 1-63 0,4-1-337 0,-1 0-765 15,6 0 339-15</inkml:trace>
  <inkml:trace contextRef="#ctx0" brushRef="#br0" timeOffset="136133.96">22837 3066 298 0,'2'-5'374'0,"-2"5"-41"16,0 0-35-16,0 0-31 0,0 0-27 0,0 0-21 16,0 0-16-16,23 14-16 0,-16-5-8 0,4 4-16 15,-2-1-10-15,-1 6-16 0,7 5-18 0,-7 0-7 0,4 1-7 16,-1-1-16-16,3 4-10 0,-4 0-2 16,-1 0-10-16,1 0-4 0,-1 1-5 0,-3-1 4 15,1-4-19-15,-2 3-8 0,-3-10-26 0,1 3-22 0,2-3-20 16,-5-4-32-16,-2 0-33 0,2-1-40 0,0-3-36 15,0-3-36-15,0-5-77 0,-3 6-206 0,3-6-532 16,0 0 236-16</inkml:trace>
  <inkml:trace contextRef="#ctx0" brushRef="#br0" timeOffset="136446.43">22978 3009 275 0,'0'-9'376'0,"-5"1"12"15,5-4 5-15,0 5 22 0,0-1-6 0,-6 1 1 16,6 7-11-16,-2-10-12 0,0 3-23 0,1 3-30 16,1 4-34-16,0-7-25 0,0 7-22 0,0 0-27 15,1-9-23-15,-1 9-21 0,0 0-19 0,0 0-21 16,10 0-17-16,-10 0-11 0,18 5-12 0,-8 2-13 16,5 0-10-16,2 2-18 0,4 3-7 0,-3-3-8 15,4 8-12-15,3-4-8 0,-10-1-11 0,1 3-8 16,-2 0-4-16,-1-3-7 0,-3 3-4 0,-4-2-6 15,6 4-1-15,-9-5-11 0,-3 4-5 0,7 1-3 0,-7 0-13 16,-8-4-12-16,1 1-14 0,-6-1-20 16,-2-1-16-16,0 2-33 0,-2-4-36 0,-4 0-30 15,1-1-38-15,-3 5-32 0,-7-2-49 0,12-6-75 0,-2 1-325 16,3-1-785-16,6-2 348 0</inkml:trace>
  <inkml:trace contextRef="#ctx0" brushRef="#br0" timeOffset="137086.98">24759 3092 236 0,'3'-10'320'0,"-3"6"-8"0,0 4-9 0,0-6-5 15,0 6-16-15,0 0-2 0,4-14-9 0,-4 14-14 16,-5-7-12-16,5 2-27 0,0 5-15 0,-7-10-10 16,0 4-24-16,1 0-14 0,-4 1-24 0,0 1-1 15,-2 0-20-15,-1 0-11 0,-3 4-10 0,-1-3-9 16,-1 3-8-16,-5 0-8 0,8 3-3 0,0-1-14 0,0 1 2 15,-2 1-8-15,6-1-3 0,1 2-4 0,-2 1-3 16,4 2-4-16,1 0-4 0,6 2 4 16,-3 3-9-16,4-5 3 0,4 8 2 0,-3-1-4 15,9 3 0-15,0 0 0 0,7 4 2 0,3 1-10 0,-4-2 3 16,-1 3-6-16,7-4 0 0,-4 0 3 0,0 1-16 16,2 1 1-16,-2-2-5 0,-3 2-6 0,-5-9-9 15,2 5 0-15,-1-5-4 0,-1 2 12 0,3-3-11 16,-3-1 10-16,-3-4-5 0,1 1 4 0,-1 0-1 15,-1-4 3-15,-6 2 6 0,0-3 3 0,0-3 3 16,2 6-9-16,-2-6 8 0,0 0 0 0,0 0 9 16,0 0-2-16,-30-6-5 0,19 1-9 0,-3 1-33 15,0 0-36-15,-6-4-30 0,3 2-32 0,-4-2-27 16,-1 4-30-16,-8-4-30 0,7 1-38 0,3 4-36 16,-1-3-236-16,-1 3-585 0,6 2 259 0</inkml:trace>
  <inkml:trace contextRef="#ctx0" brushRef="#br0" timeOffset="137383.82">25193 3177 27 0,'0'0'270'0,"0"0"-27"0,0 0-25 16,0 0-19-16,0 0-18 0,0 0-6 0,0 0-4 16,-12 16-10-16,12-5-10 0,-3 0-7 0,0-1-9 15,3 5-9-15,0 1-11 0,0-1-11 0,3 5-4 16,0-1-16-16,-3-1-7 0,0-1-8 0,0 4-5 16,7 0 1-16,-7-5-13 0,5 4-2 0,-2-1-7 15,-3-1-1-15,7-2-3 0,-7 0-4 0,1-4-19 16,-1 0-27-16,0-2-33 0,5-1-28 0,-3-3-28 15,-2-1-50-15,0-5-70 0,3 7-207 0,-3-7-462 16,0 0 204-16</inkml:trace>
  <inkml:trace contextRef="#ctx0" brushRef="#br0" timeOffset="137665.04">25181 3085 152 0,'-3'-7'407'0,"0"1"13"16,3 0 6-16,-4-2-4 0,-1 4-16 0,5 4-18 16,0-11-25-16,0 11-32 0,2-5-33 0,5 1-29 0,-7 4-29 15,13-3-28-15,-2 3-22 0,1 3-20 0,9 1-17 16,3 1-17-16,-8 3-13 0,4-2-12 16,8 6-12-16,-5-3-9 0,4 6-12 0,-9-4-12 0,0 1-13 15,-1-2-18-15,-2 3-22 0,-2-1-22 0,-3 2-16 16,-2-2-21-16,-1-1-8 0,-2 2-16 0,-10 1-17 15,1-2-7-15,-4 1-15 0,-8-2-22 0,-14 2-24 16,-8 5-17-16,-7-3-18 0,-1 3-41 0,-11-8-66 16,-4 4-80-16,0-5-224 0,-25 6-651 0,-10-6 288 15</inkml:trace>
  <inkml:trace contextRef="#ctx0" brushRef="#br0" timeOffset="138446.21">18137 4513 149 0,'3'-4'333'0,"-1"-2"-10"0,3 3-12 16,-5 3-9-16,6-6-17 0,-6 6-25 0,2-6-19 15,-2 6-30-15,0 0-22 0,3-5-31 0,-3 5-9 16,0 0-14-16,0 0-11 0,-38 12-11 0,18-4-11 16,-4-1-7-16,-8 4-7 0,-16 1-2 0,3-1 5 15,-6 2-3-15,-7-1-4 0,-1 2-6 0,-24 2-8 16,5-4-8-16,-5 6-3 0,19-10 1 0,-17 5-7 0,21-7-13 15,0-2 2-15,1 4-7 0,9 3 3 16,4-7-22-16,16-1-35 0,2 0-33 0,11 2-37 16,1-4-30-16,3 0-29 0,4 2-25 0,4 1-39 0,5-4-48 15,0 0-61-15,0 0-193 0,0 0-555 0,37-8 246 16</inkml:trace>
  <inkml:trace contextRef="#ctx0" brushRef="#br0" timeOffset="138789.93">17270 4473 116 0,'0'0'298'0,"0"0"-11"16,0 0-13-16,0 0-13 0,0 0-17 0,-5-6-24 15,5 6-20-15,0 0-20 0,0 0-17 0,0 0-22 0,0 0-11 16,0 0-9-16,-20 12-5 0,18-9-22 16,-10 3-8-16,4 1-3 0,-7 1-3 0,2 2 2 15,-2 1-1-15,-1 1 2 0,1 0-4 0,-2 0-5 0,2 0-2 16,-3-1-1-16,3 0 9 0,4 0-13 0,-3 1-11 16,-1 0-7-16,7-8 0 0,0 4-11 0,1 3 5 15,1-4-6-15,2-4 1 0,1 7 9 0,3-3 2 16,5 0 13-16,10-1-23 0,3 3 1 0,12 1-7 15,3-5-15-15,15 5-40 0,3-2-37 0,6 1-46 16,-4-2-55-16,-2 0-69 0,0-3-80 0,-6-1-275 16,1-3-630-16,4 0 278 0</inkml:trace>
  <inkml:trace contextRef="#ctx0" brushRef="#br0" timeOffset="139510.14">18956 4529 169 0,'0'0'197'0,"0"0"-3"0,10-5-14 0,-8 2-8 15,-2 3-17-15,0 0-9 0,0 0-12 0,1-6-12 16,-1 6-6-16,0 0-8 0,0 0 0 0,5-5-5 15,-5 5 0-15,0 0-1 0,0 0-4 16,0 0-2-16,0 0 4 0,0 0 5 0,0 0-6 0,0 0-1 16,0 0 1-16,0 0 5 0,0 0 1 0,0 0-1 15,0-7-3-15,0 7 5 0,0 0 0 0,0 0-2 16,0 0 1-16,0 0-2 0,0 0-5 0,2-6-2 16,-2 6-6-16,0 0-11 0,0 0 0 0,0 0-5 15,0 0-8-15,-8-7-6 0,8 7-11 0,-9-4 2 16,9 4-8-16,-9-3-10 0,0 2 6 0,-1 0 4 15,-5-1-3-15,1 2-16 0,-5-3-1 0,-2 3 0 16,3-2-5-16,-4 2 3 0,4 2-8 0,-4 1-9 16,4-3 11-16,2 2-2 0,-1-1 0 0,4 3-4 15,-2-2 1-15,7 1-5 0,1 1 11 0,-1 1-17 16,1-2 4-16,7 3-2 0,0 2 3 0,0-1 2 16,7 5 0-16,6-3 5 0,2 6-9 0,8 0 7 0,2 1-2 15,0 4-2-15,0-2-3 0,-2-2-1 0,3 1 0 16,-1 1-15-16,-2-2 1 0,-1 4-12 15,-2-6 1-15,-6 2-6 0,1-5-1 0,-6 1 0 0,6 1-1 16,-9 1 4-16,1-3-2 0,-6-2 13 0,4 2-12 16,-1 1 8-16,-4-6 3 0,0 2-4 0,0-3 3 15,0-5 7-15,-9 11 2 0,3-8 0 0,-2-2-3 16,-1 3 9-16,-4-4-1 0,13 0-1 0,-26-4 3 16,11 3-2-16,0-5-19 0,-3-2-29 0,-1 5-20 15,1-2-31-15,3-2-31 0,0 6-37 0,7-5-62 16,-2 1-35-16,5 2-303 0,-1-1-620 0,6 4 275 15</inkml:trace>
  <inkml:trace contextRef="#ctx0" brushRef="#br0" timeOffset="139775.74">19290 4679 262 0,'0'0'332'0,"0"0"-31"0,0 0-25 0,0 0-28 16,0 0-19-16,0 0-12 0,9 7-11 0,-9-1-20 0,1-2-1 16,4 7-20-16,-3-2-7 0,5 5-16 0,-1 2-6 15,1-1-23-15,-2 4 0 0,0 2 5 0,1 5-29 16,1-7-7-16,6 7-5 0,-4 1-8 16,4 0-4-16,-5 0-2 0,0 0-12 0,4-5-3 0,-2 1-4 15,-5-5-5-15,-2-3-24 0,9 3-25 0,-7-3-28 16,1-4-27-16,-2-1-39 0,-3 0-41 0,1-3-37 15,3 0-58-15,-3-4-61 0,-2-3-190 0,0 0-532 16,0 0 236-16</inkml:trace>
  <inkml:trace contextRef="#ctx0" brushRef="#br0" timeOffset="140088.21">19352 4572 333 0,'-2'-9'372'0,"0"2"4"0,-3-1 7 0,4 2-4 16,1 0 1-16,-5-1-16 0,5 7-18 0,0-8-18 0,0 8-25 15,5-11-23-15,-5 11-28 0,-5-7-29 0,5 7-20 16,6-6-25-16,3 4-14 0,4 2-24 16,-3-1-14-16,-10 1-14 0,31 3-13 0,-14 1-9 0,3-2-16 15,-5 3-12-15,1 0-13 0,-1 3-15 0,0 1-6 16,0-2-14-16,-2 1-10 0,-5 3-7 0,-1-4-13 15,1 2-1-15,-1-2-3 0,-2 2-1 0,-3 2 1 16,-2-5-3-16,-2 6 4 0,-3 0 1 0,-3-4 0 16,-1 0 7-16,-9 4-13 0,0-4-17 0,-9 6-32 15,6-7-37-15,-9 3-50 0,0 1-33 0,1-2-40 16,-6-2-57-16,5 0-94 0,-3-2-283 0,6 2-724 16,6-1 321-16</inkml:trace>
  <inkml:trace contextRef="#ctx0" brushRef="#br0" timeOffset="140931.85">17051 8168 235 0,'8'-8'291'0,"-1"0"-7"0,-4 3-11 16,4 3-9-16,-2-6-9 0,-2 4-15 15,2 1-10-15,-5 3-12 0,5-6-11 0,-5 6-15 16,3-3-18-16,-3 3-18 0,0 0-21 0,0 0-11 0,0 0-19 16,0 0-9-16,0 0-1 0,-43 9-20 0,25-5-4 15,-17 7-3-15,4-2-7 0,-12 9-8 0,-3-3 1 16,-2 1-6-16,-7 3-2 0,0-6-5 0,2 2 0 15,-1-1-9-15,-3-1-7 0,6 2 3 0,0 0-1 16,0-3-5-16,1 0 6 0,4 2-27 0,14-7-17 16,-3 3-32-16,6-2-32 0,0 1-34 0,5 0-35 15,0-5-45-15,5 4-50 0,5-7-59 0,3 4-222 16,4-3-568-16,7-2 251 0</inkml:trace>
  <inkml:trace contextRef="#ctx0" brushRef="#br0" timeOffset="141306.82">16331 8203 154 0,'0'0'269'0,"0"0"-12"0,0 0-11 16,0 0-18-16,0 0-6 0,0 0-18 0,-13-4-9 16,13 4-14-16,-17 1-2 0,17-1-10 0,-21 2-7 15,6 2-4-15,-2-2-8 0,-3 5-12 0,6-4-14 16,-8 2-2-16,4 2-9 0,-4 0-14 0,4 1-4 16,0 0-6-16,0 1-15 0,1-2-3 0,1 1-6 15,-1-1 0-15,4 1-10 0,1 1-6 0,6-3-9 16,-1 3 4-16,2-2 1 0,2 1-2 0,3-1-1 15,5 2 0-15,5 1-10 0,14 3 2 0,6-2-2 16,12 5-16-16,6-5-22 0,5 0-43 0,-2 5-34 16,8-4-39-16,3 3-70 0,-8-7-80 0,1 0-325 15,3-1-646-15,0 1 285 0</inkml:trace>
  <inkml:trace contextRef="#ctx0" brushRef="#br0" timeOffset="142025.5">17922 8151 109 0,'0'0'299'0,"6"-6"1"0,-4 0-11 16,-2 6-5-16,7-7-15 0,-7 7-6 16,1-8-21-16,6 5-5 0,-7 3-17 0,0-7-15 15,0 7-11-15,0-7-21 0,0 7-25 0,0 0-13 0,-15-9-16 16,15 9-13-16,-22 0 9 0,6 0-36 0,-4 0-4 15,2 0-5-15,-4 4-7 0,-1-1-5 0,-3-2 14 16,-4 3-19-16,8 0-11 0,-1 3-1 0,3-3-7 16,4 3-1-16,-6-2-1 0,6 3-2 0,1-2-7 15,3 2 2-15,4-3-1 0,0 4-6 0,1-1-4 16,5 4 5-16,2-2-1 0,2 0 1 0,6 3 2 16,7-2-4-16,5 8 2 0,3 1-5 0,5-4 3 15,10 7 3-15,-9-8-9 0,0 0 6 0,9 2-6 16,2 3 1-16,-12-5-8 0,-6 0 5 0,-2-6-13 15,3 6 6-15,-3-3 2 0,-9-5 0 0,1 5-4 16,3-4-6-16,-7 4 5 0,-3-5-6 0,-3 0-3 16,4 0 10-16,-6-1-2 0,0 0-3 0,0-6 4 0,-6 11-1 15,-1-6 9-15,-3 2-10 0,-10-6 4 16,-1 2 5-16,-6 0-7 0,-4 2 5 0,9-5-4 16,-11-4 17-16,-2 3-21 0,2-1 3 0,5 1-18 0,-7 1-20 15,6-3-19-15,-1 2-13 0,13 1-34 0,-1 0-23 16,0-2-30-16,5 2-41 0,4 0-41 0,1-2-37 15,8 2-57-15,0 0-182 0,0 0-558 0,0 0 248 16</inkml:trace>
  <inkml:trace contextRef="#ctx0" brushRef="#br0" timeOffset="142322.34">18210 8357 177 0,'0'0'268'0,"0"0"-1"0,0 0-8 0,0 0-11 15,8 13-15-15,-1-6-16 0,-4 1-8 0,2-1-11 16,5 7-11-16,-4-1-12 0,3 3-16 0,1 2-8 16,-2 3-19-16,5 1-8 0,-5 6-12 0,6-1-8 15,-4 5-8-15,3 6-8 0,-5-4-9 0,5 2-7 16,-4 3-6-16,-3-8-9 0,2-2-1 0,-8 3-10 15,12-4-5-15,-9 1 10 0,2-2-20 0,-3-2 0 16,-2-4-7-16,0-3-25 0,5-2-20 0,-3 1-16 16,-2-5-20-16,0-3-25 0,3 2-31 0,-3-4-18 15,0-1-29-15,3 1-48 0,-3-7-60 0,7 3-212 16,-7-3-520-16,0 0 230 0</inkml:trace>
  <inkml:trace contextRef="#ctx0" brushRef="#br0" timeOffset="142634.81">18263 8331 224 0,'-2'-8'339'0,"-6"-5"17"0,8 4-11 0,-4-1-2 0,4 0-14 15,0 1-6-15,4 1-20 0,-3-2-18 0,6 5-24 16,-5-3-20-16,4 1-18 0,1 0-11 0,1 0-20 15,5 0-20-15,-4 0-15 0,4 3-13 0,-3 1-19 16,3 0-10-16,0 0-12 0,-4-2-16 0,5 5-4 16,-14 0-14-16,22 0-6 0,-12 5-9 0,2-3-5 15,-3-1-10-15,3 3-6 0,-9-1-2 0,9 5-4 16,-5 1-7-16,-4-3 0 0,3 3-4 0,-4 1 1 16,1-1-9-16,-1 6-2 0,-4-1-6 0,-1-1-18 0,1-1-25 15,-4 0-26-15,-1 6-36 0,-1-2-29 16,-2 0-24-16,-2 2-26 0,-4 0-31 0,1-3-53 15,-7 4-58-15,-1-4-323 0,0 5-704 0,2-6 312 0</inkml:trace>
  <inkml:trace contextRef="#ctx0" brushRef="#br0" timeOffset="162587.29">4427 10872 291 0,'-1'-17'344'15,"-4"-2"-8"-15,5 1-6 0,0 0-3 0,-2-1-11 16,-3-8-4-16,2 5-9 0,-2 3-14 0,-4 2-16 16,4 0-26-16,4-1-22 0,-7 2-20 0,-4 1-20 15,2 0-19-15,0 3-16 0,-2 0-15 0,-2 1-16 16,-3 2-12-16,-3 2-9 0,2 6-16 0,-4-2-4 15,1 0-15-15,-1 6-7 0,-6 1-5 0,3 4-3 16,4 0-5-16,-1-1-8 0,3 2-5 0,2 2-3 0,-3 2 1 16,5 1-6-16,5 2-10 0,-3-1 4 0,6 1-6 15,-1 3 0-15,5-3 2 0,1 3-4 16,2 1-1-16,0 1 3 0,5 6-2 0,3-9 0 0,7 6 4 16,-1 3-5-16,9 7 0 0,5-4-1 0,0 2-1 15,3 6 1-15,8-4 3 0,-3-1-5 0,0-1-3 16,-4 0 5-16,3-1-3 0,-6-3-1 0,-5-4-2 15,-5-2-2-15,5 2-6 0,-10 1-1 0,6-3-3 16,-11-4 4-16,6 3-5 0,-9-3 5 0,2-2-1 16,-6 2 1-16,1-2-3 0,-1-5 6 0,-2 3-3 15,-2-5-1-15,-1 0 6 0,-4 3 2 0,2-6 2 16,-6 0 6-16,-4 0-5 0,5-2 11 0,-10-2 4 16,4 1 4-16,-11-3 1 0,-3 0 6 0,1-5 7 0,-3-2 6 15,-1-1 1-15,3 4 6 0,5-7 5 0,-4 2-4 16,0-1 0-16,8 2-3 0,6 1-3 0,-1-1-4 15,1-1 0-15,1 2-4 0,1 2-3 0,5 1-1 16,0 1-4-16,3-1-5 0,5 4-15 0,-4-8-20 16,4 8-33-16,0 0-29 0,9-8-34 0,5 4-32 15,16 5-37-15,0-1-11 0,5 3-20 0,11-1-23 16,5 0-18-16,-1-1-27 0,3-1-13 0,0 0-28 16,5-3-14-16,5 1-246 0,-8-1-626 0,-4-1 277 15</inkml:trace>
  <inkml:trace contextRef="#ctx0" brushRef="#br0" timeOffset="162946.64">4864 11319 720 0,'25'-12'28'0,"-7"0"32"15,-5 1 33-15,-3 0 34 0,0 0 20 0,-6-5 11 0,-1 0 6 16,-6-2 5-16,-1 5 6 0,-2-5 2 0,-3 5-5 16,-2-4-4-16,1 5-12 0,-3-1-4 15,-2 1-11-15,0 4-20 0,-2 2-8 0,-3-2-11 0,4 6-12 16,-4 2-9-16,0 0-6 0,4 1-12 0,-6 3-5 16,7 6-8-16,-3-1-3 0,0 1-8 0,1 3 0 15,4 1-3-15,-4 1-4 0,4 3-2 0,7-3-5 16,-4 0-9-16,5 5 4 0,3-4 4 0,2 2-12 15,0 0-4-15,5 0-2 0,0-4 1 0,0-1 15 16,3-1-15-16,0-3 2 0,6 1-8 0,-4-5-2 16,10-2-1-16,-9-3 0 0,7 0 0 0,-3-6-2 15,0 0 3-15,0-5 0 0,7 2 2 0,-14-2 0 16,5-5-4-16,2 0 16 0,-2 1 13 0,2-3 21 16,-12-2 27-16,7 4 12 0,-5-2 27 0,0 3 5 15,2 2 3-15,-4-1 1 0,0 5 1 0,-1-2-10 16,0 4-6-16,-2 0-14 0,0 1-16 0,0 6-15 0,5-8-10 15,-5 8-7-15,0 0-11 0,0 0-7 0,0 0-23 16,0 0-10-16,0 0-15 0,0 24-19 16,0-7-10-16,6-4-15 0,3 0-9 0,-1 4-13 0,5 3-26 15,-3-4-14-15,12 3-28 0,-6-3-26 0,4 0-42 16,8-2-35-16,-5-4-31 0,7 0-44 0,-8-3-228 16,-1-5-606-16,9 1 268 0</inkml:trace>
  <inkml:trace contextRef="#ctx0" brushRef="#br0" timeOffset="163269.23">5458 10740 38 0,'-8'-24'337'15,"3"3"-13"-15,2 5-7 0,-9-2-17 0,6 1-11 16,-3 3-12-16,1 4-11 0,1 1-31 0,1 1-20 16,-4 1-23-16,5 2-18 0,-10 4-25 0,15 1 4 0,-17 3-30 0,11 3-18 0,-6 6-11 15,2 3-5-15,7 3-14 0,-4 7 11 0,2 7-22 16,9 13 1-16,-3-6-9 0,6 12 3 0,-5 0 13 15,4 7-5-15,4-2-4 0,8 19-2 0,-3-2-6 16,-3-15 3-16,8 15 0 0,-5-1 1 0,0-16-5 0,-1 17 1 16,1-19-9-16,-8 5-2 0,8-12-1 15,-5 6-3-15,-5-2-12 0,3-8 6 0,-1-2-6 16,6-4-3-16,-11-10 0 0,4-1-2 0,-6-6-5 0,7-4 3 16,-6-2-9-16,-1-1-15 0,0-7 2 0,0 0-16 15,0 0-33-15,0-6-25 0,0 0-32 0,0 0-24 16,-8-21-32-16,2 4-60 0,-3-2-75 0,8-8-91 15,-11-12-214-15,4-3-653 0,-2-5 290 0</inkml:trace>
  <inkml:trace contextRef="#ctx0" brushRef="#br0" timeOffset="163456.71">5251 11308 132 0,'-8'-13'328'0,"3"4"16"0,0-3 13 15,0 4 2-15,4-4-1 0,-4 0-9 0,5 4-16 16,0-6-21-16,0 2-23 0,5-1-32 0,1-1-25 15,3 1-21-15,0 2-33 0,1-1-21 0,10 1-35 0,0-4-34 16,5 3-46-16,5 3-44 0,-2 1-48 0,2 1-33 16,-1 0-40-16,0 4-43 0,-1 3-48 15,2 0-46-15,-9-2-48 0,-1 7-233 0,-2-3-585 0,-8-1 259 16</inkml:trace>
  <inkml:trace contextRef="#ctx0" brushRef="#br0" timeOffset="163784.79">5708 11180 30 0,'12'0'180'0,"-7"1"-9"0,5 2-3 0,-10-3-14 15,18 1 1-15,-8-1-3 0,2 0-11 0,2-4-6 16,0 3-12-16,2-6-12 0,-3 3-11 0,1 1-8 16,1-4-6-16,-1 1-2 0,-4-5-7 0,4 1-6 15,-1-3-3-15,-2 1 7 0,-1 2 2 0,-6 1-2 16,1-3 4-16,-2 3 7 0,-3-5 5 0,0 4 11 0,-2 0 3 15,-1-1 10-15,-2 2-1 0,0-3 0 0,-2 5 3 16,-2-4-6-16,0 3-4 0,-4 4-3 0,3 0 4 16,-5-1-10-16,-3-2-1 0,3 7-7 0,0-2 2 15,5 4-3-15,-10 2 0 0,6 4 2 0,-1-3-8 16,0 5-5-16,5 3-7 0,-2 2-2 0,6 0-6 16,-3 1-7-16,3 3 3 0,6-3 3 0,-2 3-8 15,4 0-1-15,4 4 5 0,9 1-12 0,-3 2-7 16,8-2-20-16,6 0-29 0,2-9-53 0,12 8-63 15,3-1-58-15,0-7-79 0,10-6-84 0,-5 0-344 16,7-2-747-16,-4-5 331 0</inkml:trace>
  <inkml:trace contextRef="#ctx0" brushRef="#br0" timeOffset="164050.39">6862 10897 323 0,'0'0'417'0,"0"0"-20"15,0 0-34-15,-5-4-30 0,5 4-34 0,0 0-32 16,0 0-31-16,0 0-24 0,0 0-15 0,0 0-25 16,-7 16-21-16,7-8-15 0,7 3-15 0,-7 2-9 15,7 5-15-15,1 3-8 0,-2 1-2 0,4 5-10 16,2 5-12-16,-4-5 4 0,7-5-20 0,2 2-20 15,-2 2-33-15,0-6-24 0,-4-4-29 0,2 0-36 16,-3-2-39-16,4-2-49 0,0-4-49 0,3-4-52 0,-5 2-267 16,-3-8-594-16,3 2 262 0</inkml:trace>
  <inkml:trace contextRef="#ctx0" brushRef="#br0" timeOffset="164612.82">7218 10519 81 0,'-2'-4'310'0,"-4"-4"-22"16,6-1-23-16,-7 2-27 0,5 3-24 0,-3 0-25 15,5 4-17-15,0 0-18 0,0 0-15 0,0 0-10 16,-8 23-5-16,8-11-3 0,0 14-9 0,7-1 0 16,-1 5-15-16,3-2 1 0,-1 18 0 0,0-4 4 15,4 4-13-15,-2 2-4 0,1 3-5 0,-1 2-10 0,2 1 0 16,-2-4-1-16,-4 9-14 0,3-3 9 15,-8-1-18-15,2 0-5 0,-1 6-1 0,5-5-4 16,-4 1-3-16,0 2 2 0,-1-3-6 0,1-1-3 0,2-1-6 16,0-6 1-16,2-2 0 0,-4 1 1 0,2-5 5 15,3-12 1-15,1 9 18 0,-3-11-17 0,3-1 7 16,-4-7-5-16,3-1 15 0,2-2 7 0,-2 0 8 16,2-6 3-16,0 1 8 0,3-4 10 0,-1 0 2 15,1-7-4-15,2 2-12 0,5-6-2 0,-4 0-8 16,-1-6-5-16,7 0 7 0,-6-7-17 0,-1-4-9 15,2-1-4-15,-6-6-17 0,-2-3-17 0,4-14-7 16,-8 0-18-16,-10-2-17 0,-3 0-5 0,-1-8-1 16,-7 3 3-16,-6 1 3 0,-4 1 6 0,-2 1 0 15,4 6 8-15,-5 0 22 0,0 6-12 0,6 1 2 16,-5 5 14-16,5 6-2 0,0 6 19 0,1-7 15 0,1 6 12 16,6 4 12-16,0 1 14 0,0 1 11 0,5 5 16 15,4-3 12-15,-3 7 7 0,4-2 6 16,-1 0 3-16,-1 0 0 0,7 6-4 0,0-7-8 0,0 7-10 15,0-6-13-15,7 2-4 0,-1 0-10 0,8 0-7 16,-5 2-5-16,5-7-8 0,1 4-3 0,4 2-4 16,0-1-8-16,1 3-1 0,-2-4-5 0,3 0-12 15,1 4-9-15,-4-2-17 0,0-3-15 0,4 0-16 16,-7 3-19-16,1-5-19 0,-3 4-36 0,2 1-28 16,-6-2-34-16,4-3-44 0,-5-3-39 0,-1 3-43 15,-1 0-55-15,3-3-63 0,-9 3-306 0,-7-8-786 16,5 1 348-16</inkml:trace>
  <inkml:trace contextRef="#ctx0" brushRef="#br0" timeOffset="165003.42">6615 10517 56 0,'0'0'328'0,"0"0"-28"0,0 0-23 0,0 0-31 15,0 0-23-15,0 0-26 0,0 0-20 0,0 0-19 16,0 0-15-16,0 0-17 0,0 0-13 0,-3 12-8 16,3-12-14-16,3 8-8 0,-3-1-6 0,7-2-6 15,-5 2-7-15,6 0-3 0,-5-1-7 0,5-3-9 16,-1 3-2-16,1 0-4 0,-1-2-3 0,-2-1-1 15,0-1-5-15,-5-2 1 0,11 3 24 0,-2-1 6 16,-9-2 18-16,0 0-14 0,0 0 15 0,13-5-17 16,-13 5-4-16,3-9-2 0,-3 1 10 0,4 3-11 15,-4 5-1-15,1-14-7 0,-1 6-1 0,-1 3 17 16,-3-3-34-16,4 2 1 0,-5 1-9 0,0-5-1 0,0 5-14 16,5 5-28-16,-10-3-35 0,4-1-37 0,-2 3-42 15,8 1-49-15,-17 1-56 0,9 5-74 0,-2 0-209 16,2-3-565-16,-1 6 250 0</inkml:trace>
  <inkml:trace contextRef="#ctx0" brushRef="#br0" timeOffset="166971.13">9242 11007 235 0,'8'-13'299'0,"-8"-7"-4"0,7 2-6 0,-5 2 1 15,3-4-13-15,1-6-8 0,-4 7-10 0,-2 1-1 16,0 0-11-16,-5-8-15 0,2 9-11 0,-4-2-28 15,0 3-15-15,-6 4-22 0,5-3-21 0,-7 4-9 16,0 3-12-16,-7 0-17 0,-4 2-11 0,-2 5-8 16,-9 2-11-16,-6 4-6 0,-1 5-5 0,7 8-11 15,6-3-1-15,-11 2-6 0,13 1-5 0,-1 1-4 16,2 2 0-16,1 10-6 0,9-11-1 0,0 18-3 16,8-18-4-16,5 6-4 0,5 2-1 0,3-2 2 15,7-2-2-15,5 2 2 0,5-4-5 0,8-4 5 16,9 6 9-16,1-5-18 0,5-4-12 0,1 0-5 0,-1-7-7 15,2-8-5-15,-9 0-7 0,7-8-10 0,-11 0 12 16,-2-3 14-16,0-4-15 0,-7-1 5 16,0-5 10-16,-3-1-6 0,-5 0 4 0,0-3-1 0,-9 2 5 15,2-3 8-15,-3 1 14 0,-5 7 9 0,-1-6 9 16,-3 5 13-16,1 2 2 0,-4-1 2 0,1 6-6 16,-1 1-7-16,1 1 3 0,-1 4-7 0,5-3-2 15,-4 4-7-15,-3 4-7 0,9 1-3 0,-11 0 6 16,11 0-7-16,-10 11 5 0,8-4 7 0,-3 2-9 15,10 6-2-15,-3-2-1 0,0 4 4 0,9 0-10 16,-3 1 10-16,9 7-6 0,3-2-6 0,0 0 1 16,3-3-7-16,0-2-16 0,7-2-17 0,0 3-28 15,-4-6-24-15,6-1-25 0,-4-3-26 0,3-3-29 0,-9-3-38 16,3-3-34-16,1-1-26 0,2-9-38 16,-11-2-235-16,-2-1-588 0,-1-6 261 0</inkml:trace>
  <inkml:trace contextRef="#ctx0" brushRef="#br0" timeOffset="167222.6">9662 10410 107 0,'-8'-15'261'15,"0"3"1"-15,1 4-1 0,1-2-1 0,-1 3-2 16,5-1-6-16,-1 2-19 0,1 0-20 0,2 6-16 0,-8-9-21 16,8 9-21-16,0 0-16 0,0 0-2 15,0 0-27-15,0 0-17 0,0 27-3 0,-2-15-6 16,4 7-11-16,-2 7-5 0,5 2-6 0,0 2-4 0,-2 13 1 15,4-15-5-15,1 14-9 0,-1-3-5 0,1 0-4 16,7 0 0-16,-3 0-5 0,3 2 8 0,-1-6-13 16,1 4-3-16,-3-12 0 0,1 2-24 0,2 7-30 15,-2-8-35-15,1-2-41 0,-3-3-48 0,-1-4-48 16,-2-9-46-16,1 7-54 0,-1-9-172 0,-1-1-514 16,-7-1 228-16</inkml:trace>
  <inkml:trace contextRef="#ctx0" brushRef="#br0" timeOffset="167410.14">9605 10716 233 0,'-9'-9'363'0,"1"-3"-13"0,0-3 0 0,1 3 4 16,2 5-12-16,3-2-23 0,-1-1-23 0,0 2-29 0,6 1-29 16,-3 7-23-16,3-12-25 0,4 8-29 0,1 0-19 15,1 2-46-15,10 0-35 0,3 2-45 16,0-3-40-16,1 6-43 0,6-1-51 0,0 1-65 0,2 0-68 15,1 1-70-15,-11-1-185 0,-1 2-546 0,3-2 242 16</inkml:trace>
  <inkml:trace contextRef="#ctx0" brushRef="#br0" timeOffset="168738.12">9934 10999 8 0,'0'0'239'0,"8"8"3"0,-8-5 1 0,7 1-5 15,-7-4-8-15,15 2-19 0,-15-2-12 0,15 0-13 0,-15 0-17 16,19-3-17-16,-9-4-15 0,9 0-10 0,-5-2-11 16,1-1-17-16,2-2-11 0,-2 0-6 15,1 0-7-15,3-11-7 0,-8 7-7 0,7-7-12 0,-3-2 1 16,-5-2-9-16,2-2 1 0,-2-2-7 0,-2-11-2 15,-3 2-1-15,-2-4-4 0,1 0-1 0,-4 1-6 16,-4 1 1-16,4-2-5 0,-3 2 0 0,-2 14 3 16,2-1 0-16,-2 4 5 0,0-1-3 0,1 9 1 15,-1 0 5-15,2 5-4 0,0 3 1 0,3-3-4 16,-2 6-5-16,1 0-3 0,1-1-5 0,0 7 4 16,-5-7-6-16,5 7-1 0,0 0-5 0,-10 14 2 15,6-8 0-15,1 8-4 0,0 1 5 0,-1 5-4 16,-1 6-1-16,0 1 4 0,2 0-4 0,0 3 0 0,0 2 4 15,1 9 1-15,0-3-6 0,2-2 4 16,2 1 3-16,3-3-4 0,-2 6 1 0,2-10 3 16,3 9-2-16,-1-7 3 0,1 13 1 0,6-18-5 0,0-2 6 15,3 4-3-15,0-4 0 0,2-2 1 0,3-1 0 16,1-1 2-16,0-2-10 0,4 1-16 16,-4-13-12-16,8 7-10 0,-2-5-8 0,-1-1-4 0,0-7-9 15,-7-1-12-15,9-8 10 0,-5 4 7 0,-5-5 1 16,-2-3 8-16,2 0 6 0,-5-3 3 0,0 3 5 15,0-6 6-15,-6-6-1 0,1-2 4 0,-8 7 15 16,6 1 17-16,-8-1 16 0,0-1 17 0,5 3 15 16,-10-2 10-16,5 4 4 0,0-3-3 0,-5 3 2 15,0 3-5-15,0-2 7 0,0 6-16 0,-3 1-6 16,0 0-4-16,1 1-14 0,1 3 3 0,2-1-3 16,4 4-6-16,-19 0 0 0,19 0-4 0,-15 7-2 15,6-1-3-15,4 3-2 0,-3-1-2 0,5 2 5 0,-1 4-2 16,4 2-4-16,5-1-6 0,0 4 9 15,5 1-4-15,5 1 2 0,7 4-3 0,1-5-2 16,8 9 1-16,4-7-5 0,8 4-10 0,2-4-9 0,0-1-14 16,6-6-12-16,3 3-6 0,-4-8-6 0,0 4-1 15,1-10-12-15,-5-2-4 0,-1-2 6 0,-10 0 3 16,-4-3 3-16,1-6 8 0,-6-3 3 0,2 0 6 16,-3-4 6-16,-5-6 6 0,-5 6 7 0,2-4 16 15,-6 2 9-15,-6-1 14 0,-2-1 13 0,-3 1 0 16,0-2 11-16,0 2 4 0,-6 2 2 0,-2 0 8 15,-1 1-13-15,-4 0-1 0,-2 1-3 0,0 3 1 16,-1-2-1-16,-4 4 0 0,5 2-1 0,-7-1-7 16,-1 2 2-16,2 5-9 0,-2-1 1 0,1 2-1 15,2 5-2-15,-10 0-2 0,4 4-6 0,4 3 6 16,-4-3-5-16,3 7-3 0,6-3 3 0,2 3-1 16,-3 2 1-16,3-2-4 0,7 3-4 0,-5 5 5 0,4-8 10 15,8 2-12-15,1 0-4 0,0 1 2 0,1-2-1 16,6-1-1-16,1 0 0 0,5-6 1 0,-4 1-10 15,6 2-1-15,-2-9-3 0,7 2-13 0,-2 0 5 16,2-2-1-16,1-6-4 0,-2-2 1 0,-1 0 5 16,0 2 0-16,0-11 6 0,-1 2 1 0,-2 0 0 15,1-3 2-15,-3 0 0 0,1-2 12 0,-3 1 18 16,-4 2 8-16,3 1 6 0,0 1 12 0,-9 1 2 16,3 1-3-16,-1 4-8 0,-1 0 2 0,3-3-11 15,-5 3-6-15,0 6 10 0,0-6-17 0,0 6-3 16,0 0-6-16,0 0-2 0,0 0-5 0,0 0-2 15,0 0-3-15,0 0-1 0,0 0-3 0,-7 27-1 16,7-16-5-16,2 1-8 0,3-2 4 0,-5 4-9 0,1-1-4 16,4 1-5-16,-1-1-4 0,2 1-4 15,1-1-5-15,-1-3-8 0,-4-2-3 0,5-4-3 16,-1 4-7-16,4-5-2 0,-5-2-7 0,-5-1 4 0,15-1 2 16,-15 1 8-16,13-7 7 0,-4-4 7 0,-3 3 6 15,3 1 10-15,-1-6 13 0,-2-1 10 0,3 2 4 16,-1-3 10-16,-3 0 9 0,3 0 2 0,-1-2 6 15,-1 4-4-15,-2-3 4 0,2 2 6 0,-1 3 7 16,0 6 3-16,0-3 0 0,0 1 7 0,-3-2-11 16,3 6-2-16,-4-2-7 0,-1 5-2 0,9-6-1 15,-3 3-3-15,-6 3-4 0,15 0 1 0,-15 0-2 16,18 6-5-16,-6-3 2 0,1 2-1 0,2-1-1 16,2 7-5-16,-4-4 5 0,2 2-2 0,0 3 1 15,0 2-5-15,-2-1 3 0,-3 1 0 0,5 2-1 16,-4-5 0-16,-2 3 0 0,-1 0-2 0,-1-5 2 15,-1 6 3-15,-4-6-6 0,4 1-1 0,-6-2 5 0,0-1-8 16,0 1 3-16,0-8-1 0,-6 12 4 0,2-11 0 16,-2 2-2-16,-2 0-1 0,8-3 3 15,-22 2-2-15,10-2-3 0,12 0-11 0,-23-2-20 0,15-1-13 16,-5 3-23-16,13 0-31 0,-15-3-20 0,7-1-37 16,1 3-28-16,7 1-34 0,0-8-200 0,0 8-456 15,0 0 203-15</inkml:trace>
  <inkml:trace contextRef="#ctx0" brushRef="#br0" timeOffset="169050.59">11862 10023 94 0,'-6'-9'285'0,"-3"-2"-13"0,3 7-11 0,2-2-17 15,-1-3-22-15,-1 6-22 0,6 3-22 0,-7-5-18 0,7 5-18 16,0 0-13-16,0 0-11 0,-13 23-12 0,13-14-4 16,0 9 2-16,0-2-8 0,-3 8 2 15,3 6 2-15,0-1-13 0,-2 8-8 0,4 5-2 0,1-3-5 16,0 5-5-16,-1-3-7 0,6-2-6 0,-1 1-7 16,-2 5-4-16,3-7-4 0,-1 5 0 0,1-5-5 15,2-1-3-15,-2-7-4 0,5 0-2 0,-4 2 0 16,-1-2-4-16,5-2-3 0,2-1-1 0,-2 4 3 15,2-4-11-15,0-4-19 0,2-2-13 0,4-2-27 16,-8-5-32-16,2-1-32 0,2-5-43 0,3-1-43 16,-4-2-44-16,6-3-44 0,-9-4-151 0,0 0-477 15,-1-5 211-15</inkml:trace>
  <inkml:trace contextRef="#ctx0" brushRef="#br0" timeOffset="169300.57">11827 10453 96 0,'-16'-12'321'0,"-1"8"1"0,2-4 2 0,4 4 6 15,3 0 11-15,1-3 3 0,-1 5-3 0,8 2-4 16,-9-7-13-16,4 3-18 0,5 4-25 0,-1-6-23 16,1 6-33-16,0 0-23 0,0 0-23 0,13-5-18 15,-13 5-16-15,25 2-16 0,-4-2-16 0,-4 2-25 16,3-2-21-16,3 1-33 0,-2 2-36 0,3-2-47 15,4 5-33-15,-7-6-44 0,4 2-38 0,-3 1-52 16,-1-1-57-16,-1-2-68 0,-3 0-329 0,2-2-724 16,-7-1 320-16</inkml:trace>
  <inkml:trace contextRef="#ctx0" brushRef="#br0" timeOffset="172356.65">13027 10596 328 0,'0'-9'344'0,"-8"2"-30"0,8 0-17 16,-7 3-28-16,6-1-31 0,1 5-19 0,-10-7-24 16,10 7-17-16,-15 3-22 0,15-3-9 0,-18 9-16 15,10-5-10-15,-2 6-5 0,-4-2-10 0,1 8-10 0,5-5-5 16,-7 3-11-16,3 1-5 0,7 0-6 0,-5 2-7 15,7 0-5-15,-3 0-3 0,6 0-4 16,0 2-5-16,4-7-4 0,1 8-12 0,4-7 6 0,1-1 3 16,5 3-13-16,9-3 3 0,-2 2 0 0,8-4-6 15,-2-1 4-15,3-1-6 0,-3-3-20 0,1 2-11 16,-1-6-8-16,-3-1-7 0,1-1-10 0,-8-3 2 16,5 0 2-16,-9-2-1 0,1-1 4 0,-1-3 3 15,0 2 4-15,-6-6 3 0,0 2-1 0,0-3 4 16,-8 2 7-16,0-4 8 0,0-2 5 0,0 2 4 15,-4 0 3-15,-3 1 4 0,2-2 19 0,-5 3-9 16,3 0 2-16,-4 0 2 0,-1-2 8 0,4 7 0 16,-2-4 6-16,3 2-1 0,-1 5 7 0,1-1 10 15,6 0-20-15,-6 3 13 0,4-1 1 0,-2 0-11 16,5 6-5-16,0-7 0 0,0 7-6 0,0-7-5 16,0 7-2-16,0 0-1 0,16-3-5 0,-9 3-3 0,-7 0-9 15,27 0-3-15,-13 3-8 0,3 2-1 0,0-2-9 16,1 8-2-16,-2-4-4 0,4 2-2 15,-2 2-1-15,1-3 0 0,0 4-4 0,-5 2-7 0,7 4-6 16,-6-3-1-16,7 3-2 0,-7-2 0 0,-1 7-7 16,-2-3-3-16,5 2-4 0,-9-5 3 0,5 2-4 15,-3 0 4-15,2 5-2 0,-4-7 6 0,-1 1 5 16,-3-3 6-16,1 0 1 0,0-3 7 0,-3-3-2 16,3 1 6-16,-3-5 5 0,-1 1 20 0,1-1 30 0,-2-5 25 15,0 0 11-15,0 0-1 0,0 0 30 0,0 0 7 16,0 0 10-16,-2-21 18 0,4 8-5 0,-2 4-1 15,3-6 3-15,-1-2-6 0,0-1-3 0,3-2 3 16,3-4-10-16,0 5-4 0,-1 1-4 0,1-1-8 16,0-5-8-16,2 5-4 0,-1 4-7 0,-3-1-8 15,4 0-7-15,-2 3-5 0,6-1-7 0,-6 7-5 16,0-2-5-16,-8 0-4 0,13 3-7 0,-9 0-6 16,1 4-7-16,-5 2 0 0,15-3-4 0,-15 3 1 15,14 3-2-15,0 2-4 0,-6-1-1 0,-1 3-1 16,9 1 0-16,-4 3-1 0,-2 1-1 0,-4-3-2 15,8 5-2-15,-6-1 1 0,2 2 2 0,-4 2-7 16,4-1 3-16,-1-4-3 0,-3 4-5 0,2-4-2 0,-1 7-2 16,0-6 0-16,-2-1 0 0,0 3-5 0,1-5-6 15,-2-2-5-15,2 0 3 0,1 0-1 16,-6 0 5-16,6-1-3 0,0-2 4 0,-1 2-7 0,1-2 5 16,3 1-10-16,1-2-5 0,-1-2-16 0,5 0-8 15,0-2-3-15,3 1-7 0,2-1-13 0,2-3-1 16,-2-2 4-16,3 1 7 0,-3-2 3 0,1 0-1 15,4-5 7-15,1 2 4 0,-9 1 5 0,3-4 6 16,-2 2 11-16,2-7 1 0,-5 3 3 0,0-2 5 16,-4-4 5-16,3-1 1 0,-1-3 14 0,-5 4 14 15,-1 4 16-15,-7-3 30 0,0 2 15 0,0-2 12 16,0-1 15-16,-7 3-4 0,5 1 7 0,-8 4-11 0,-1-4-4 16,1 5-7-16,-2-5-4 0,-3 8-8 0,1 1-7 15,-1-1-2-15,-2 4-5 0,-1 1-4 16,3 4-3-16,-3 1-3 0,3 2-7 0,-3 4 2 0,1-1-4 15,2 1-7-15,5 5 4 0,-1-1-2 0,-4 2 1 16,7-1-3-16,1 1 1 0,0 1-4 0,1 2 3 16,4-2-3-16,2 5 5 0,0-4 0 0,8 2-3 15,-1-1 4-15,1 2-1 0,14 1 0 0,-2 1 0 16,1-1-6-16,6-4-16 0,4-1-43 0,10 1-57 16,2 3-48-16,5-1-42 0,0-5-67 0,2-1-94 15,0-8-386-15,-6 3-804 0,1-2 357 0</inkml:trace>
  <inkml:trace contextRef="#ctx0" brushRef="#br0" timeOffset="174299.93">15383 9996 90 0,'6'-9'332'0,"-6"-2"-16"16,2 8-9-16,1-2-12 0,-3-3-18 0,0 8-25 15,4-12-21-15,-4 12-30 0,3-3-19 0,-3 3-20 16,3-6-23-16,-3 6-15 0,0 0-13 0,0 0-13 16,0 0-5-16,0 0-12 0,0 0-8 0,0 0-4 15,5 13-10-15,-5-13-9 0,3 9 0 0,-3-1-10 16,4-2 5-16,1-5-5 0,-5 6-10 0,0-7-2 16,3 10 1-16,-1-4-5 0,-2-6-3 0,1 4-3 0,-1-4-1 15,4 5-3-15,-1 1 1 0,-3-6 0 0,0 0 5 16,3 6-5-16,-3-6 0 0,0 0-1 0,2 6-4 15,-2-6 0-15,0 0 4 0,0 0 11 0,3 3 9 16,-3-3-3-16,0 0 11 0,0 0-13 0,0 0-1 16,0 0 0-16,0 0 1 0,0 0-6 0,0 0-1 15,0 0 2-15,0 0-6 0,0 0-3 0,0 0 2 16,0 0 4-16,0 0-10 0,0 0 2 0,0 0-6 16,0 0 2-16,0 0-1 0,0 0 6 0,0 0-7 15,0 0 0-15,0 0-4 0,0 0 5 0,0 0-13 16,0 0 2-16,0 0 9 0,0 0-18 0,0 0-14 15,0 0-17-15,0 0-36 0,0 0-32 0,0 0-45 0,0 0-50 16,0 0-64-16,7 5-66 0,-7-5-207 0,0 0-589 16,0 0 260-16</inkml:trace>
  <inkml:trace contextRef="#ctx0" brushRef="#br0" timeOffset="175503.62">15421 10386 320 0,'0'0'338'0,"-5"-8"-14"0,5 8-28 0,0-6-30 15,0 6-25-15,0 0-25 0,0 0-23 0,0 0-13 16,0 0-28-16,0 0-18 0,0 0-16 0,0 0-8 0,0 0-16 15,5 18-5-15,0-10-10 0,-4-1-6 0,6 7-7 16,-4-4-8-16,2 7-3 0,2-3-10 0,-2 2-2 16,-4-2 0-16,4 3-11 0,-1-5-2 0,1 3-2 15,-4 0-11-15,1-1 10 0,3-1-9 0,-3 1 5 16,-2-1-6-16,0 1-2 0,0-5-2 0,3 3 0 16,-3-3 8-16,0 3-11 0,0-2-2 0,3 1-4 15,-3-2 3-15,0-2 0 0,0 3-5 0,0-3 4 16,0 0 4-16,0-7-5 0,2 7 1 0,-2-7 5 15,5 5 3-15,-5-5 17 0,0 6 25 0,0-6 15 16,0 0 13-16,0 0-6 0,0 0-1 0,16-11 6 16,-7 6 2-16,-4-2-2 0,3-2-1 0,0-1 5 15,5 0-4-15,-4-3 1 0,4-3 2 0,2 1-4 0,-2-1-5 16,4-5-3-16,-4 7-6 0,3-6 2 0,-1 5-11 16,-1 1-9-16,4-1-4 0,-5 2-3 15,0 1-7-15,2 0-5 0,-2 4-3 0,-3-1-5 0,-1 3-5 16,4 0-6-16,-2 6-1 0,1-1 1 0,3-3-5 15,-2 9-1-15,2 0 1 0,0 0-4 0,5 6-3 16,-10-5-1-16,10 8-1 0,-4-1-2 0,-1 1 0 16,0 1-5-16,-2 1 2 0,0-4-15 0,-3 3 5 15,-1-3-2-15,-1 3-3 0,-1-3-10 0,-2 4-1 16,-4-5-8-16,3-2-15 0,-4-2 5 0,-4 4-6 16,3-5-15-16,-4 3-14 0,-5-4-27 0,3 1-26 15,-10-4-34-15,1 3-29 0,-6-5-38 0,1 0-52 16,1-5-54-16,-10 3-266 0,0-4-663 0,-1-5 293 15</inkml:trace>
  <inkml:trace contextRef="#ctx0" brushRef="#br0" timeOffset="175956.7">15409 9973 230 0,'0'0'319'0,"0"0"-13"0,0 0-12 0,0 0-18 15,0 0-21-15,-3-7-22 0,3 7-27 0,0 0-17 16,0 0-16-16,-8-9-21 0,8 9-18 16,0 0-11-16,0 0-14 0,0 0-17 0,0 0 0 0,0 0-9 15,0 0-7-15,0 0-11 0,0 0-9 0,0 0 7 16,0 0-11-16,0 0-11 0,0 0 4 0,0 0-1 15,23 18-8-15,-20-18-5 0,-3 0-1 0,15 1-9 16,-5 3-10-16,-4-4-12 0,-6 0-12 0,0 0-19 16,15 1-17-16,-15-1-25 0,9 2-33 0,-9-2-33 15,0 0-41-15,8 1-55 0,-8-1-56 0,0 9-160 16,0-9-490-16,5 6 216 0</inkml:trace>
  <inkml:trace contextRef="#ctx0" brushRef="#br0" timeOffset="176331.66">17038 10062 222 0,'0'-6'350'0,"0"6"-29"15,0-7-34-15,0 7-33 0,0-7-30 0,0 7-25 16,0 0-21-16,0 0-19 0,0 0-13 0,0 29-3 16,0-11 3-16,1 1-11 0,4 7-8 0,-5 5-5 0,4 8 3 15,2 0-13-15,1 5-5 0,0-3-10 0,1-1-9 16,-2 4-7-16,6-3-5 0,-7-7-7 15,7 4-7-15,-4-7 11 0,-1-3-26 0,1-1-5 0,0 1 9 16,-3-8-14-16,5 2-8 0,-5-3-11 0,-2-4-19 16,6-2-34-16,-8-3-29 0,2-1-25 0,-1-1-20 15,1-2-33-15,-3-1-71 0,0-5-70 0,0 0-250 16,0 0-575-16,0 0 255 0</inkml:trace>
  <inkml:trace contextRef="#ctx0" brushRef="#br0" timeOffset="176566.01">16602 10138 295 0,'-8'-6'383'0,"2"1"21"16,-1 1 13-16,-1 0 4 0,8 4 1 0,-7-8-13 0,7 3-25 16,0 5-32-16,7-13-38 0,3 9-27 0,5-1-31 15,6 1-25-15,12-5-23 0,-1 3-22 0,4 3-20 16,9-5-15-16,1 3-13 0,-1 0-18 0,-1 3-13 15,4 1-17-15,-3-5-21 0,-8 6-41 0,-4 0-37 16,0 0-43-16,0 0-49 0,-2 0-47 0,-3 0-39 16,-8 0-41-16,2 6-45 0,-6-5-55 0,3 1-51 15,-10 3-311-15,5-4-746 0,-8 2 331 0</inkml:trace>
  <inkml:trace contextRef="#ctx0" brushRef="#br0" timeOffset="177534.66">17433 10571 267 0,'12'-3'278'15,"-2"-2"-15"-15,0 3-23 0,3 2-20 0,-3-1-20 16,5 2-25-16,-4 2-16 0,1 1-16 0,5 1-10 16,-2 6-24-16,1 1-10 0,1-1-9 0,-4 2-8 15,-5 1-4-15,7 4-10 0,-7-2-8 0,12 8-5 16,-10-8-6-16,2 3-5 0,-6 0-4 0,-1-4 1 16,0 1-10-16,2 0-3 0,-4-3-1 0,0 4-7 15,-3-9-1-15,2 1 0 0,-2 1-3 0,0-5 2 16,0 0 5-16,0-5 16 0,0 0 11 0,0 0 7 15,0 0 19-15,0 0 3 0,0 0 11 0,0 0 0 0,-21-15-6 16,12 3 7-16,8 3 20 0,-4-6-18 16,5 0-4-16,0-2-4 0,0-2-7 0,5 1-11 15,1 1-7-15,-2 0-13 0,2-3 13 0,4 3-27 0,0 2-6 16,5 3 9-16,-3-4-25 0,-1 5-3 0,6 1 1 16,-2 3-9-16,-2-3 0 0,-3 6 0 0,3-4-5 15,0 5-11-15,-3 2 2 0,3 1 4 0,-1 1-7 16,-4 2-3-16,2 1-4 0,0 4-2 0,-3-5 5 15,4 5-13-15,-2 0-1 0,-1 3-1 0,7 1 4 16,-10 2-3-16,5-1-2 0,-4 3 2 0,1-1-9 16,1-2-2-16,-1 1-4 0,-1-2-2 0,-4-4 2 15,5 6 3-15,-2-6 4 0,-2 4 1 0,4-4 6 16,-1 0 8-16,-4 0 3 0,5-4 2 0,-2 0 4 16,1-2 0-16,2-1 4 0,-8-1 2 0,0 0 8 15,20-4-7-15,-16-2 6 0,4-3-5 0,-2 1 5 16,1 0 10-16,1-4 7 0,-3-2 8 0,0-2 7 15,5 0 5-15,-6 0 8 0,4 0 11 0,-5-4-1 16,4 3 2-16,-6 0 13 0,4-1-3 0,-3 2-1 16,1 1 1-16,1 7 5 0,-4-4-5 0,1 1-15 15,-1 7 1-15,2-4-2 0,-2 2-4 0,0-3-15 0,0 9-5 16,5-3-11-16,-5 3-3 0,0 0-7 0,0 0-3 16,0 0-2-16,0 0 4 0,10 19 3 0,-8-9-1 15,2 2-3-15,1 3-3 0,0 1 6 0,2-3-4 16,0 5 1-16,4-1 0 0,1 1-3 0,1 2-4 15,4-1-1-15,1-4-3 0,0 5 0 0,2-9-8 16,1 6-10-16,3-3 0 0,5-2-3 0,-5 0-4 16,2-4 1-16,5 0 2 0,-7-4 4 0,0-1 1 15,-4-1 4-15,12-2 5 0,-12-2 14 0,1-2-7 16,1-4-4-16,-2 4 4 0,-4-2 4 0,4-7 9 16,-5-2-3-16,0-1 2 0,-5 0 6 0,1-2 7 15,-4-2 3-15,1 3 2 0,-3-3 17 0,-3-7 11 16,-2 10 16-16,0-5 2 0,0 7-2 0,-7-3 0 15,1 0-5-15,-3 1-5 0,1 1-3 0,-5-2-5 16,0 7-4-16,-2-1-8 0,0 5 4 0,1 1-12 16,-7-3-5-16,4 7-3 0,4 4-4 0,-3 0-5 15,6 2 17-15,-5 0-17 0,3 11 0 0,-1-4 5 16,5 1-3-16,-2 8 0 0,3-5-1 0,2 1 6 0,5 7 1 16,0-3 1-16,3 3-12 0,2 1 10 0,9 2 2 15,4-1 6-15,0 2-7 0,14 7 4 16,4-5 8-16,7-4-13 0,2 1 1 0,-4-6-21 0,2-1-45 15,0-1-41-15,-10-5-45 0,9 1-51 0,-11-5-81 16,1-3-69-16,-4-3-304 0,-13 1-697 0,4-2 309 16</inkml:trace>
  <inkml:trace contextRef="#ctx0" brushRef="#br0" timeOffset="180143.75">8557 12307 166 0,'0'-19'415'0,"0"6"11"0,0-6 1 0,-5 9-6 16,5-2-8-16,-2 4-23 0,2-1-22 0,2 2-30 15,-2 7-39-15,0-9-32 0,0 9-30 0,-2-9-28 16,2 9-25-16,0-6-22 0,0 6-15 0,0 0-10 16,0 0-19-16,0 23-11 0,0-13-12 0,0 0-8 15,0 10-7-15,2-8-8 0,3 6-7 0,-5-2-8 16,6 4-6-16,-2-1-4 0,4-2-7 0,-3 1-7 16,8-3-6-16,-4-1-3 0,5 0-1 0,1-1-15 15,0-4-13-15,5-2-3 0,2-1-8 0,2 1-5 16,6-2-14-16,-2-7-6 0,2 2-4 0,-3-10-4 15,-1 4 2-15,4-5 3 0,0 0 3 0,-9-3 8 16,7-3 4-16,-6 2 11 0,-1-1-8 0,-6 3 12 0,2-1 16 16,-4 1 17-16,-3-1 22 0,3-1 9 0,-8 7 15 15,3-2 8-15,-1 3 6 0,0-1-3 16,-4 5-5-16,0-6-12 0,1 6-14 0,-4 3-6 0,5-6-5 16,-5 6-11-16,0 0-2 0,0 0-3 0,8 12-1 15,-6-2-2-15,2 9-2 0,-2-2 1 0,5 8-3 16,-4 3 1-16,4 3-3 0,4 8 0 0,1 3-15 15,-7 1-1-15,5 0 2 0,0-1 2 0,0 6 2 16,5-2-4-16,-1 3-1 0,1-2 3 0,-8 3 1 16,8-3-3-16,-2-1 2 0,-3-4 3 0,3 3-3 15,-4-6 2-15,-3-5-2 0,2 6 3 0,-3-12-2 16,-3 0-1-16,-2-1 0 0,5-5 1 0,-10-3 2 0,5-1 2 16,-3-1 5-16,-4-4 4 0,2 2 14 0,-1-4 14 15,-3-1 21-15,3-4 29 0,-1 0 20 16,-1 0 19-16,-1-2 22 0,-2-4 12 0,11 0 6 0,-25-10 19 15,5 8 0-15,4-8 2 0,-4 0-4 0,0-2-1 16,-5-5-95-16,2-3-89 0,0-2 0 0,1-2 0 16,-1 1 0-16,0-13 0 0,3-1 0 0,2 1 0 15,0-6 0-15,9 0 0 0,9-7 0 0,0-2 0 16,0-3 0-16,9 0 0 0,9-2 0 0,-2 4 0 16,4 2 0-16,5 2 0 0,0-1 0 0,3 0 0 15,2 3 0-15,3 6 0 0,-7 2 0 0,3 5 0 16,0 3-292-16,-7 6-238 0,-1 3-68 0,3 1-72 0,-10 5-348 15,-2 2-1101-15,0-1 488 0</inkml:trace>
  <inkml:trace contextRef="#ctx0" brushRef="#br0" timeOffset="180409.35">9765 12270 436 0,'0'0'453'0,"0"0"-1"0,0 0-11 16,0 0-15-16,0 0-19 0,0 0-20 16,2 5-18-16,-2-5-24 0,0 0-30 0,0 0-33 15,0 0-31-15,0 0-27 0,18-11-29 0,-11 8-42 0,2 3-51 16,5-6-59-16,4 6-74 0,2-6-74 0,5 3-62 15,1-2-69-15,-4 4-79 0,2-3-86 16,-4 4-270-16,3-3-728 0,-3-1 323 0</inkml:trace>
  <inkml:trace contextRef="#ctx0" brushRef="#br0" timeOffset="180581.21">9858 12513 180 0,'-13'14'301'0,"-2"-6"-15"0,6 3-14 15,3-2-22-15,-1-6 3 0,0 6-6 0,6-3 16 16,1-6 13-16,8 9-9 0,0-6-27 0,7 5-17 16,7-3-25-16,9 0-21 0,4-2-18 0,11 0-62 0,4-3-66 15,1-5-62-15,6 5-78 0,-4 0-90 16,4-6-102-16,-4 2-213 0,-1-5-556 0,-6 1 247 16</inkml:trace>
  <inkml:trace contextRef="#ctx0" brushRef="#br0" timeOffset="182081.05">11429 12172 230 0,'0'-4'307'0,"8"-1"-8"16,-8 5-9-16,5-7-7 0,-5-1-10 16,1 1-3-16,-1 7-9 0,0-9-14 0,0 9-14 0,0-8-7 15,0 1-17-15,0 7-16 0,0-8-14 0,0 8-22 16,-1-5-10-16,-4 0-13 0,5 5-15 0,-10-7-12 16,3 2-10-16,-6 4-13 0,3-1-6 0,-3-3-9 15,-2 3-6-15,-5 0-8 0,4 2-5 0,-6 0-5 16,2-1 0-16,0 2-6 0,-1-1-2 0,1 2-10 15,2-2 2-15,1 2-8 0,6 1 0 0,-4 5-1 16,1-6-1-16,3-1-1 0,1 2-4 0,2-2-1 16,-1 4 2-16,3-2-8 0,-1 1 5 0,-1 0-3 15,8-4 2-15,-2 11 5 0,4-3-2 0,1 1 6 16,2 1-10-16,5-1 3 0,0 6-2 0,5 0-2 16,3 5 1-16,4-1 3 0,-3 5-2 0,5-2 5 0,0-6-4 15,11 15-3-15,-12-14-5 0,6 5 3 0,0 5-3 16,-1-3-1-16,-4-2 2 0,-1-3 4 0,0 2-6 15,-2-2-1-15,1-2 2 0,-9 0-2 0,4-7-3 16,-6 5-1-16,-1-5-2 0,2 2 4 0,-4-2-15 16,-1-3 2-16,-4-4 0 0,2 4-5 0,-2-2 8 15,-3-5 6-15,7 6-1 0,-7-2 5 0,0-4 13 16,7 5 17-16,-7-5 19 0,0 0 4 0,0 0 1 16,-22 0 10-16,22 0-4 0,-30-3-5 0,14 1-3 15,-1-1-6-15,-3 1-5 0,-1-3-1 0,1 3-8 16,0 1-2-16,0-1-2 0,4-1-4 0,-4 2-1 15,8 1-7-15,2 0-6 0,-5-3-18 0,15 3-13 16,-19-1-16-16,10 2-20 0,9-1-12 0,-11 3-42 0,11-3-5 16,0 0-13-16,-12-4-10 0,12 4 3 0,0 0-26 15,0 0-23-15,0 0-50 0,0 0-49 16,0 0-45-16,0 0-38 0,0 0-220 0,30-8-635 0,-15 2 281 16</inkml:trace>
  <inkml:trace contextRef="#ctx0" brushRef="#br0" timeOffset="182362.26">11730 12392 1 0,'1'-8'314'0,"6"2"7"15,0-1 1-15,-1-3 1 0,-4 6 9 0,3-7 6 16,-3 7 5-16,4-4-5 0,-4-2-4 0,4 4-11 16,-6 6-17-16,5-6-20 0,-5 6-22 0,2-5-26 15,-2 5-29-15,0 0-22 0,5-4-19 0,-5 4-22 16,0 0-20-16,0 0-15 0,0 0-10 0,0 0-12 15,0 0-9-15,3 14-10 0,-3-9-2 0,5 3-12 0,-3 1-4 16,0-2-2-16,1 5-8 0,2 3-3 0,-5 0-5 16,3 2-4-16,-1-2 0 0,3 0-5 0,-4 0-2 15,1 3-6-15,3-5-19 0,-3 2-17 0,3-3-23 16,-4 2-21-16,4-5-29 0,-3 3-23 0,5-5-27 16,-2 0-18-16,0 3-22 0,1-1-30 0,2-3-36 15,-3-3-48-15,5 1-66 0,2 0-339 0,-2-3-758 16,5-2 336-16</inkml:trace>
  <inkml:trace contextRef="#ctx0" brushRef="#br0" timeOffset="182846.59">12370 12233 236 0,'-6'-12'321'0,"-1"0"-6"16,-1-3-3-16,1 3-9 0,1 1-11 0,-6-4-14 0,0 3-13 15,4 1-13-15,-8-1-10 0,1 4-17 0,1 0-17 16,-1-4-19-16,1 6-12 0,-1 3-19 0,3 1-19 16,1-1-14-16,-3 1-14 0,3 2-8 0,-1 0-16 15,1 2-5-15,1 3-9 0,3 3-11 0,-6 2-3 16,9-1 3-16,-2 4-14 0,1 4-5 0,5 1-5 16,5 6 8-16,1 2-17 0,3 1 0 0,1 1-5 15,8 11 8-15,0-3-10 0,4-2-1 0,1 1-6 16,0 3 4-16,-3-11-7 0,8 8 1 0,-5 3-10 15,0-2-8-15,-6-9-4 0,9 4-2 0,-3 4-3 16,-3-8 4-16,-1 0-2 0,-6 0-1 0,2 3 3 16,1-3 12-16,-3-3-13 0,-1 0-4 0,-5 2 2 15,3-3 13-15,-4-3-12 0,1-4-1 0,-1 2 1 0,-4 1-4 16,3-3 7-16,-5-3-2 0,0 5 4 0,2-6 3 16,-4 0-3-16,2-2 4 0,0-5 10 15,-3 4 15-15,1-2 13 0,-3-3 26 0,5-4 13 0,-10 4 18 16,2-4 10-16,-4 3-6 0,-3-3-6 0,2-4-4 15,-3 3-6-15,-1-4-7 0,-3 0-6 0,-3 0-6 16,8-6-1-16,-6 2 6 0,6-3-3 0,-7 3-1 16,7-6-2-16,2 0-6 0,2 2-3 0,-1-4-7 15,4 0-4-15,-1-2-17 0,6-6-26 0,0-2-28 16,8-2-40-16,0-3-61 0,11-4-45 0,2-2-49 16,4 0-58-16,-2 3-79 0,5-4-60 0,11 8-346 15,-13-5-834-15,-1 10 369 0</inkml:trace>
  <inkml:trace contextRef="#ctx0" brushRef="#br0" timeOffset="183362.16">12642 12171 284 0,'0'0'305'0,"3"-4"-22"0,-3 4-31 16,0 0-24-16,0 0-25 0,0 0-21 0,0 0-17 15,0 0-19-15,12 12-12 0,-12-8-13 0,1 7-11 16,-1-4-17-16,7 9-7 0,-5-4-7 0,4 5 0 16,1-2-10-16,-2 3-8 0,0-2-11 0,0 6-2 15,5-5-4-15,-5 2-6 0,-4-1-1 0,6-2-1 0,-2 0-9 16,-4 0-1-16,6-8-3 0,-5 0 0 15,3 3-2-15,-4-7 2 0,-1 5-5 0,2-6 3 16,-2 3-1-16,0-6 34 0,5 6 20 0,-5-6 8 0,0 0-12 16,0 0-8-16,0 0 3 0,15-13-4 0,-13 5 3 15,4-3 7-15,-1 3-4 0,-3-6-15 0,8-3 7 16,0 6 1-16,-4-9 11 0,4 1-16 0,-2 3 1 16,6-4 9-16,-6 3 13 0,0 4 18 0,1-4 7 15,0 3-3-15,0 1-3 0,-3 6 3 0,-2-1-2 16,2 2-21-16,-1 1-4 0,-1 2-7 0,-4 3-9 15,6-7-12-15,-6 7-4 0,13 2-5 0,-13-2-6 16,15 4 7-16,-5 2-13 0,-1 1-2 0,2 0-5 0,2 6 2 16,-1 4-5-16,3 3-3 0,0-4-1 15,-2 7-12-15,2-8-21 0,-2 2-18 0,-5-2-16 16,1 3-29-16,4-2-26 0,-5 1-15 0,-1-2-34 0,1-1-31 16,-8-4-32-16,8-1-21 0,-8-1-30 0,0-4-49 15,-8 2-311-15,8-6-687 0,-8 2 305 0</inkml:trace>
  <inkml:trace contextRef="#ctx0" brushRef="#br0" timeOffset="183752.74">11983 11703 215 0,'-17'-1'300'16,"17"1"-16"-16,-8-2-21 0,8 2-16 0,0 0-24 16,-13 0-21-16,13 0-20 0,0 0-18 0,0 0-20 0,-10 0-10 15,10 0-15-15,0 0-12 0,0 0-9 0,0 0-10 16,0 0-8-16,-5 7-2 0,5-7-10 0,0 0-2 15,0 0-9-15,8 12-2 0,-4-9-6 0,-4-3-1 16,8 5-5-16,-8-5 18 0,6 2 10 0,-6-2 11 16,0 0 7-16,12 0-5 0,-12 0-8 0,0 0-7 15,10-8-4-15,-5 5-9 0,-5 3-7 0,0-12-9 16,0 6 13-16,0 6-31 0,0-12-17 0,-8 7-47 16,6-3-30-16,-5 4-32 0,-1-2-25 0,2 5-31 15,-8-2-46-15,6 2-61 0,-7 1-259 0,2 4-571 16,-2-1 253-16</inkml:trace>
  <inkml:trace contextRef="#ctx0" brushRef="#br0" timeOffset="184424.54">13754 11715 91 0,'2'-9'299'0,"-2"3"-29"0,0-2-24 0,0 8-25 16,-2-12-17-16,-1 7-22 0,3 5-14 0,-10-7-15 15,3 6-14-15,7 1-12 0,-16 0-7 0,16 0 3 16,-25 9 2-16,12-2-6 0,-2 2-11 0,-9 6 1 16,6-1-1-16,-5 7 2 0,0-3 7 0,3 5-14 15,-5 2 6-15,-3 11 3 0,7-2 1 0,-1 1-6 16,-1 4-3-16,8-2-6 0,0 4-8 0,3-1-5 16,4 3-4-16,7 2 4 0,1-2-18 0,5 8-6 15,-1-4 0-15,10-1-17 0,9 2 9 0,5 0-9 0,8 0 3 16,7-2-12-16,9 12-2 0,-6-18-2 0,2-3-19 15,3-2-30-15,4-4-41 0,-4 1-37 16,1-3-35-16,-3-7-46 0,-2 0-69 0,1-5-61 0,-9-2-307 16,-2-5-664-16,-7-5 294 0</inkml:trace>
  <inkml:trace contextRef="#ctx0" brushRef="#br0" timeOffset="185002.61">14381 11889 115 0,'0'-11'345'0,"-3"2"-11"0,3 2-5 0,-2-2-3 0,4 0-7 16,-4 3-1-16,4-2-19 0,-2 8-12 0,0-7-17 15,0 7-31-15,0-8-24 0,0 8-32 16,0-7-18-16,0 7-17 0,0 0-18 0,0 0-9 0,0 0-19 16,15 21-6-16,-12-12-9 0,5 6-10 0,-1 1-6 15,1 1-10-15,2 5 2 0,2 4-16 0,-6-1-6 16,1 2-3-16,1 2-4 0,-1 3-1 0,6-5-4 16,-9 1-6-16,2 10 0 0,7-13 1 0,-13 2-6 15,9-5 0-15,-1 4-1 0,-3-10-3 0,-3 4-1 16,6-5-3-16,-5 3 1 0,0-3 0 0,2-5-5 15,-3 1 6-15,-2-3-5 0,7-3 4 0,-6 1 3 16,3-1 2-16,-1-2-5 0,-3-3 16 0,0 0 8 16,7 1 4-16,-7-1-4 0,0 0-1 0,19-4 4 15,-14-4-1-15,2 1 2 0,3-2 0 0,0-5 1 16,2 0-1-16,-3 0-1 0,0-2-3 0,1-3 5 16,0 6 6-16,0-13-2 0,1 11 5 0,-6 0 6 0,5-1-2 15,-5 1-2-15,2 6 3 0,-1-3-3 0,-1 5-2 16,-2-2 2-16,4-1-5 0,-4 6-3 15,1-2-8-15,-4 0-4 0,0 6-8 0,5-8-7 0,-2 4-7 16,-3 4-3-16,0 0 0 0,0 0 2 0,13 11-1 16,-11-6-3-16,5 6-3 0,-1 0 1 0,4 2 1 15,2 3 0-15,-4 4-1 0,5-2 3 0,2 5-2 16,2-3-6-16,-11 4-7 0,9 1-15 0,0 0-22 16,0-4-16-16,-3-4-30 0,-3 3-32 0,5-1-39 15,-4-6-39-15,5 5-40 0,-7-3-52 0,3-3-57 16,-1 0-80-16,-3-1-302 0,1-4-793 0,-1 1 352 15</inkml:trace>
  <inkml:trace contextRef="#ctx0" brushRef="#br0" timeOffset="185596.29">15255 12342 121 0,'0'0'364'0,"0"0"-26"16,2-6-32-16,-2 6-33 0,0 0-28 0,0 0-27 15,0 0-22-15,0 0-19 0,8 15-11 0,-5-9-5 16,-3 3-3-16,2 1-7 0,0 1-23 0,3 1-2 15,1 3-16-15,-4-2-2 0,6 2-11 0,-6 4-14 16,5-3-5-16,-1 2-4 0,1-3-8 0,-2 2-6 16,0 2-5-16,1-6-6 0,1 4-3 0,0-4-4 15,-2-4-13-15,-4 2-22 0,4-4-31 0,-2 2-29 16,-1-2-29-16,1 0-35 0,-3-1-55 0,0-6-83 16,5 3-301-16,-5-3-600 0,0 0 266 0</inkml:trace>
  <inkml:trace contextRef="#ctx0" brushRef="#br0" timeOffset="186064.99">15472 12069 213 0,'0'0'414'0,"0"0"-9"0,-2-10-8 0,2 10-1 15,0 0-14-15,0 0-10 0,7-8-17 0,-7 8-21 16,0 0-32-16,8-3-26 0,-8 3-31 0,17-1-27 16,-2 1-22-16,-2 0-17 0,13 3-18 0,4-3-27 15,0 1-17-15,3 3-12 0,13-2-14 0,1 0-11 16,-14 2-12-16,8-2-25 0,-3 0-21 0,-8 1-22 15,5-3-23-15,-7 4-34 0,0-8-23 0,-3 3-28 16,-8 1-22-16,-3-2-17 0,-2 0-26 0,-2 0-37 16,-2-4-34-16,-3 0-30 0,-3 2-28 0,-2 4-16 15,-7-14-17-15,-1 5-183 0,0 1-560 0,-2 1 248 16</inkml:trace>
  <inkml:trace contextRef="#ctx0" brushRef="#br0" timeOffset="186283.72">15682 11865 95 0,'0'0'275'0,"0"0"-3"16,0 0 0-16,0 0-16 0,0 0-18 0,0 0-13 15,0 0-20-15,0 0-22 0,0 0-13 0,0 0-16 16,25 6-14-16,-18 0-15 0,-1-2-13 0,1 6-11 16,1-1-11-16,0-1-8 0,-1 9-6 0,5-2-7 15,-2 3-6-15,5 6-9 0,-6 2-5 0,5-3-7 16,1 3-1-16,-1 10 0 0,1-9-14 0,-1 0-30 15,-1 0-21-15,2 0-31 0,1 9-42 0,-1-10-50 16,3-2-55-16,-1-2-55 0,-7-7-189 0,8-2-482 16,-3 1 213-16</inkml:trace>
  <inkml:trace contextRef="#ctx0" brushRef="#br0" timeOffset="186830.54">16435 11675 191 0,'4'-8'345'16,"-4"-1"-4"-16,1 3-16 0,1 0-14 0,0 0-15 15,-2 6-25-15,3-6-20 0,-3 6-29 0,0-8-33 16,0 8-17-16,0 0-23 0,0 0-16 0,0 0-15 15,0 0-9-15,8 18-10 0,-1-4-13 0,-4 1-8 16,4-1-10-16,-2 5-5 0,5 4-8 0,-4 4-3 16,3-2-7-16,-1 2-2 0,-2 3-6 0,1 1-5 15,1-2-1-15,-1 1 1 0,1 1-9 0,-1-1-4 16,3 1 3-16,1-1-7 0,-2-1 5 0,-3-2-3 0,1-1-8 16,1 1 7-16,-1-7-1 0,-1 2-4 0,3-2-3 15,-3-5 0-15,1 2 4 0,0-10-5 16,-1 1 3-16,-3 4 3 0,4-5 2 0,0-4-6 15,-1-2 2-15,1 0-1 0,-7-1-2 0,0 0 7 0,18-4 10 16,-11 3-25-16,-1-7 13 0,1-3-4 0,1-2-2 16,2-5 4-16,-5 7 3 0,2-8 17 0,-1 4 6 15,1-3 8-15,-4 3 14 0,4 0-4 0,-2-3 6 16,0 3 6-16,2 1 12 0,-4 4-1 0,0 0-1 16,4 0-3-16,-6 0-3 0,3 0-8 0,-4 5-7 15,3-1-5-15,-3 0-9 0,3-1-8 0,-3 7-8 16,0 0-11-16,5-3-2 0,-5 3-6 0,0 0-3 15,14 10 2-15,-6-4-15 0,-2 5-4 0,6-1-10 16,-2 3-9-16,2 3-13 0,-1-3-20 0,-3 6-24 16,7-5-19-16,-8 1-10 0,6 3-24 0,-5-1-19 15,4 0-35-15,-4-2-50 0,1 0-39 0,-1-1-56 16,-8-1-275-16,6-1-667 0,-1-1 295 0</inkml:trace>
  <inkml:trace contextRef="#ctx0" brushRef="#br0" timeOffset="187267.99">17210 12214 191 0,'0'0'347'15,"0"0"-14"-15,5-5-16 0,-5 5-17 0,0 0-20 16,0 0-28-16,0 0-23 0,0 0-26 0,0-7-20 0,0 7-22 16,0 0-20-16,0 0-11 0,16 11 1 15,-9-7-29-15,1 1-6 0,-1 1-10 0,5-1-11 16,-4 3-10-16,0 3-6 0,-1-7-5 0,1 4-9 0,-1 4-2 16,1 0-6-16,-1 3-2 0,-1-3-12 0,-4-3 1 15,3 1-4-15,-2 0-1 0,0 0-1 16,-3 0-4-16,0-2 5 0,0 1-7 0,-3-2 1 0,3 3 0 15,-3-3-3-15,-2 0 3 0,3 0-4 0,0-1-1 16,2-6 9-16,-4 7 3 0,4-4 13 0,0-3 7 16,-7 6 13-16,7-6 9 0,0 0 6 0,0 0 14 15,0 0 5-15,0 0 3 0,0 0 0 0,0 0 1 16,0 0-6-16,0 0-5 0,0 0-9 0,7 6-11 16,-7-6-8-16,0 0-26 0,24-6-30 0,-14 4-38 15,0-2-47-15,3 1-55 0,-3-2-40 0,5-2-60 16,3 1-73-16,-3-5-72 0,2 4-245 0,-1-4-688 15,3-2 305-15</inkml:trace>
  <inkml:trace contextRef="#ctx0" brushRef="#br0" timeOffset="187705.44">17246 11289 101 0,'0'0'267'0,"-8"-3"-20"16,8 3 10-16,0 0 3 0,8 18-7 0,6-4-2 16,7 6-9-16,1 4-11 0,12 7-18 15,-1 3-6-15,2 2-5 0,7 6-5 0,-4-6-8 0,3 6-4 16,2-1-16-16,-5 0-14 0,5 3-11 0,-6 0-14 16,6-1-4-16,-5-1-20 0,-5 0-6 0,-2-2-6 15,1 1-19-15,-9-1 1 0,3 1-10 0,-9-1-16 16,-2-2 2-16,5 2-4 0,-12 2-5 0,0 2-1 15,5-2-6-15,-11 0 1 0,3-11-7 0,-10 8 5 16,5 2-18-16,-8-2-17 0,-4 1-25 0,2-11-24 16,-3-2-18-16,-2 1-27 0,-8 6-29 0,-12-2-25 15,2-3-36-15,-5 1-38 0,-2 1-59 0,7-5-84 16,-5-8-198-16,-3 3-609 0,11-5 270 0</inkml:trace>
  <inkml:trace contextRef="#ctx0" brushRef="#br0" timeOffset="212024.26">14342 11905 54 0,'0'0'234'0,"-4"-12"-5"16,4 12-12-16,4-9-8 0,-4 3-4 0,3 1-10 0,-3-2-11 16,0 7-2-16,5-7-6 0,-4 1-8 0,1 0-6 15,1 1-15-15,-3 5-12 0,4-13-5 0,-1 7-2 16,-3 0-3-16,3 0-4 0,-1 2-16 0,1-3-3 15,-1 0-6-15,3-2-13 0,-2 6-8 0,-1-3-6 16,5 3-8-16,-1-6-10 0,1 2 3 0,-6-1-8 16,6 5-3-16,1-8-9 0,2 7 0 0,2-4-5 15,-6 1-2-15,8 1-7 0,-3 3 2 0,1-3-4 16,1 1 1-16,2 1-5 0,-2-2 1 0,-1 1-3 16,-1 1-2-16,3 1 0 0,-4-2 3 0,0 2-5 15,1 2-2-15,2-2-3 0,-4 2 8 0,1-1-6 16,0 0 1-16,-10 2-8 0,14-3 7 0,-5 3-6 0,-9 0-1 15,15 0 0-15,-15 0 0 0,11 3 1 16,-11-3-2-16,13 8-2 0,-6-5 3 0,-2 3 3 16,0 1-1-16,0 1-2 0,-3-1 1 0,4 5-3 0,-6 0 5 15,5 2 0-15,-2-1-5 0,1-2 11 0,-1 7-5 16,-3-9-4-16,0 9 3 0,3-3 1 0,1-2 0 16,-4 4 0-16,-4 0 4 0,1-4-6 0,3-1 1 15,-7 3 2-15,4-8-7 0,-2 2-22 0,-3 2-44 16,3-2-38-16,-7 1-47 0,1-1-63 0,4-6-74 15,-1 4-247-15,0-2-583 0,-1-3 258 0</inkml:trace>
  <inkml:trace contextRef="#ctx0" brushRef="#br0" timeOffset="212946.04">16488 11715 136 0,'0'-6'249'0,"0"6"-5"0,-1-9-17 0,-3 3-3 0,4 0-3 16,0 6-9-16,-5-13-4 0,4 3-4 0,-3 3-5 16,3-2-6-16,1 0 2 0,-4 0-16 0,8 0-10 15,-4-1-10-15,-4 0-11 0,4 2-4 0,0-1-5 16,0-1-11-16,-3 2-12 0,6 0-9 0,1-1-6 15,-4 0-2-15,1 3-19 0,3 0-12 0,1 0-6 16,0-1-8-16,1 0 4 0,3 4-13 0,-3 2 0 16,1-5-10-16,1 3 2 0,-8 3-9 0,17-3-2 0,-3 3-5 15,6 3-4-15,-5-2 4 0,0 4-5 16,0-1 1-16,0 3-10 0,6-3 0 0,-6 5 3 16,5 0-1-16,-3 0-2 0,-7 3-4 0,6-1-1 0,-4 1 4 15,1-1-1-15,-3 3-2 0,0-1-1 0,0-1-1 16,-5 3 2-16,1-1 0 0,-2 1 0 0,-4-1 3 15,1 1-12-15,-2 1 9 0,-3 0-1 0,1-1 8 16,-5 2-11-16,-2 0 5 0,0 0-3 0,0-2-1 16,0 0 3-16,0 2-1 0,0 1 4 0,-1-3-31 15,1 1-55-15,1-1-45 0,3 2-50 0,-1 1-79 16,4-2-99-16,3 1-267 0,0 0-672 0,2 0 297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09:48:25.0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5708 1122 58 0,'-6'-15'389'16,"4"3"-13"-16,-5 4-15 0,1-2 5 0,6-2-5 15,-4 7-9-15,1-3-5 0,0 1-21 0,3 7-20 16,-3-10-30-16,3 10-30 0,-5-5-26 0,5 5-26 15,-2-2-20-15,2 2-21 0,0 0-17 0,0 0-14 16,0 0-11-16,0 0-13 0,-5 17-6 0,7-5-13 16,-2 3-3-16,3 5-8 0,-3 1-9 0,3 4-2 0,1 2-6 15,-1 2-4-15,-1-2-6 0,-1 1 0 0,6 1-6 16,-6 13-2-16,4-3-7 0,2-8 1 16,-4 10-2-16,4-3 23 0,0-6-5 0,7 9-6 0,-7-11 1 15,5 0-4-15,-2 0-5 0,-2-3-4 0,5 0 0 16,-3-2-2-16,3-2-4 0,-4-4-2 0,-3-2-2 15,2 1 1-15,-1-2 1 0,0-4-5 0,-7 1 0 16,8-6 1-16,-3-1 1 0,-3-2 2 0,-2 4 3 16,0-8 37-16,0 9 25 0,0-9 24 0,0 6 18 15,0-6 3-15,0 0 1 0,0 0-2 0,0 0-8 16,0 0 2-16,0 0-9 0,0 0-9 0,0 0-9 16,0 0-4-16,-2-24-7 0,2 24-7 0,2-6-10 15,4 1 1-15,-1 1-16 0,-1-4 0 0,2 4-10 16,4-2-6-16,5 1-5 0,3 1-20 0,-1-7 12 15,4 7 6-15,9-2-3 0,3 1-10 0,-1 1-15 16,1-4-31-16,1 6-28 0,3-3-38 0,8 2-34 16,-14 1-38-16,2-2-34 0,-5 4-44 0,4-3-60 0,-14 2-54 15,7-3-42-15,-7 3-66 0,3 1-74 0,-2-2-305 16,-8 2-921-16,2 0 409 0</inkml:trace>
  <inkml:trace contextRef="#ctx0" brushRef="#br0" timeOffset="765.54">6468 1629 278 0,'0'0'296'0,"0"0"-23"0,0 0-19 0,0 0-14 0,0 0-8 15,0 0-26-15,0 0-9 0,0 0-17 0,0 0-17 16,0 0-20-16,15-6-14 0,-2 6-11 0,2-5-6 15,0 4-11-15,0-2-13 0,6-1-11 0,1-3-6 16,-1 3-8-16,-2 1-5 0,0-6-9 0,1-2-2 16,5 2-2-16,-5-3-6 0,5 2-1 0,-12 2-2 15,2-5-5-15,-7 6 3 0,5-4 8 0,-8 1 16 16,0-3 20-16,0 8 28 0,-5-9-1 0,0 8 2 16,-5-5 11-16,-3 7-2 0,0-4-7 0,-7 7-6 15,-2-1-5-15,1 1-9 0,-4 1-11 0,0 1-8 16,2 1-11-16,-2-4-4 0,2 7-8 0,-2 2-1 15,2 1-3-15,1-1-7 0,7 1-16 0,-5 4 6 16,4-2-6-16,1 2-5 0,5 2-3 0,-2-1-1 16,7 7-2-16,7-1 2 0,5 0-3 0,4 5-8 15,4-2 6-15,11 5-9 0,6-3 2 0,7 0-9 16,-2-3-9-16,6-1-12 0,-3-5-15 0,11 2-13 0,-5-12-15 16,-5 5-10-16,6-2-3 0,-3-2 3 0,-2-6 5 15,-3 0 7-15,-14-2 8 0,5-2 8 0,-7-4 5 16,-3 1 6-16,1-4 11 0,-11-2 4 15,0 2 2-15,-3-2 7 0,-6-1 8 0,1 1 14 0,-5-2 8 16,-2 0 7-16,0-1 19 0,-5 1 26 0,-5 1-23 16,0 1 7-16,-2 1 0 0,-3-2-5 0,-1 5-4 15,1-3-2-15,-5 6 1 0,0 3-11 0,-1-2 2 16,-1 4-5-16,1 1-5 0,-1 0-3 0,1 6 1 16,6-3-3-16,-5 1 3 0,3 6-6 0,1 0-5 15,-2-3-11-15,8 7-4 0,-4-2-2 0,6 0-2 16,7 3-2-16,1-4-3 0,0-1-2 0,3 4 4 15,3-4 0-15,8 2-12 0,-4-3 2 0,6-3-8 16,-1 2 3-16,3-6 6 0,-4 0 5 0,2-1-2 16,6-2 3-16,-6-3 2 0,4-2 12 0,2-2-10 15,-6 0 5-15,-3-4 7 0,2 2 3 0,-2-2 27 16,1 0 24-16,-4 0 20 0,5 0 15 0,-11 1 19 16,1 3 11-16,2-3 7 0,-4 2 3 0,1 3-4 0,1 1-13 15,-4 1-11-15,3-2-11 0,-4 6-13 0,1-8-10 16,-1 8-14-16,0 0-7 0,0 0-10 15,0 0-11-15,0 0-10 0,0 0-10 0,7 23-8 16,-4-12-18-16,-3 2-19 0,7 2-31 0,-2 3-12 0,0-6-25 16,5 4-15-16,0-1-15 0,-2-1-13 0,3-1-12 15,4-1-21-15,-5-1-25 0,5-3-25 0,-3-2-20 16,-2-5-20-16,6 0-13 0,-1-1-8 0,-3-2-1 16,3-4-153-16,0-2-492 0,-1-1 218 0</inkml:trace>
  <inkml:trace contextRef="#ctx0" brushRef="#br0" timeOffset="1702.94">7595 1699 1347 0,'12'-12'-89'0,"-4"-1"35"16,5-1 46-16,-6-1 38 0,1 2 40 0,-6-1 31 15,4 6 25-15,-6-3 14 0,5 2 16 0,-1-3 4 16,-3 6-2-16,4 3-6 0,-5-3-11 0,0 6-9 16,5-11-11-16,-3 9-11 0,-2 2-13 0,0 0-13 15,7-5-8-15,-7 5-12 0,0 0 0 0,0 0-9 16,13 10-5-16,-8-1-8 0,5-1-4 0,0-1-1 16,-2 5-7-16,4-1 0 0,-3 4-2 0,0-3-3 15,2-1-5-15,-1 5-2 0,2-5 1 0,-2 2-4 16,-2-2 3-16,-1-3-8 0,-1 3 3 0,-2-3-4 15,1-3 1-15,3 2-1 0,-8-1 0 0,0-6-1 16,3 4 4-16,-3-4 0 0,0 0 2 0,0 0 3 16,0 0-3-16,0 0 5 0,-26-18 5 0,19 10 6 15,0-2-3-15,4 1 1 0,-2 0-1 0,2-3-1 0,-2-3-4 16,3-3-7-16,4 3-6 0,3-1-4 16,-2 0-6-16,-1-3-8 0,9 7 0 0,-2-3-7 15,-1 3 1-15,-1 0-7 0,4 3-6 0,-1-1-8 16,-2 1-4-16,2 2-3 0,-3 1-4 0,0 4-2 0,4 0 1 15,-11 2-3-15,10 0 1 0,-10 0 2 0,15 4-5 16,0 1 2-16,-10 1 2 0,1 1 5 16,3 0 2-16,-3 0-2 0,1 2-2 0,3 4 2 0,-2-2 3 15,0 3 6-15,4-4 0 0,-2 4 6 0,-2-2 3 16,-1-5-3-16,-1 6 6 0,4-5 1 0,-5-1 2 16,2 1 3-16,0-2 2 0,-2-1 3 0,-4 0 0 15,3 2 8-15,-4-7 7 0,6 3 25 0,-6-3 17 16,7 4 10-16,-7-4 9 0,0 0 5 0,0 0 5 15,0 0-1-15,11 0 3 0,-11 0-7 0,0 0-2 16,0 0-1-16,0 0 0 0,9-12-2 0,-6 9-4 16,-3 3-4-16,0 0-5 0,0 0-6 0,7-6-10 15,-7 6 0-15,0 0-1 0,9-5-9 0,-4 4-5 16,-5 1-5-16,14 0 10 0,-14 0-14 0,16 0-3 16,-7 1 4-16,4-1-8 0,-5 2 1 0,-1 1 0 15,6-1 0-15,-5-1-1 0,-8-1-2 0,20 3-2 16,-12-3 6-16,-1 1-4 0,-7-1 3 0,16 0 0 15,-16 0 4-15,7 0-5 0,-7 0 3 0,0 0 0 16,15 0 8-16,-15 0-1 0,0 0 8 0,10-1-2 16,-10 1 4-16,3-4-4 0,-3 4 0 0,7-5-5 15,-7 5 1-15,8-3-6 0,-8 3 3 0,15-3-5 16,-15 3-6-16,17-1 5 0,-9 2-5 0,-8-1 2 0,23 3-6 16,-6-3 1-16,-3 1 2 0,5 7-8 0,12-4-3 15,-6 4-1-15,6-2-2 0,-1 3-7 16,5-2 1-16,5 4-1 0,-7-5-3 0,13 3-2 15,-6 0 2-15,-4-3-2 0,11 2 3 0,-6 1 3 0,4-5 1 16,-11-3-2-16,13-1 3 0,-12 0 1 0,9-1 4 16,-11-3 1-16,0-1-1 0,-1-4 4 0,3 1 0 15,-6-1-5-15,0-3 9 0,-6 1 0 0,5-5-2 16,-12 5 7-16,-1-1 2 0,-3-2 1 0,-2 1 12 16,-2-2 6-16,-3 1 6 0,0-4 12 0,-5 4 1 15,0-2 5-15,-7 1 0 0,1-1-15 0,-7 0 7 16,-1 3-4-16,-1-1-5 0,-8 4-4 0,0 0-2 15,-5 3-6-15,-2 4-1 0,9 3-7 0,-4 2-4 16,-2 6 9-16,-4 2-12 0,3 7 6 0,0-2 8 16,-9 12-14-16,14 5 6 0,5 4-3 0,-4 3 11 15,4 2 15-15,8 6 18 0,-3-1-6 0,6 5 8 16,7 0 0-16,0 0-6 0,7 0-5 0,1-2-4 16,5 5-1-16,2-4-5 0,0-5 2 0,-2 0-2 15,2 0-1-15,5-9-2 0,-3-2-1 0,-4-7-5 16,2 0-3-16,-5-10-17 0,0-3-16 0,0-6-13 15,5 0-33-15,-5-4-47 0,3-5-56 0,-13 1-62 16,16-14-77-16,-9 1-77 0,-2-14-249 0,0-4-679 16,-2-18 301-16</inkml:trace>
  <inkml:trace contextRef="#ctx0" brushRef="#br0" timeOffset="1874.79">8714 1369 41 0,'-8'-11'381'0,"-4"-5"-29"0,1 3-33 0,2-4-32 16,3 9-29-16,-1-4-30 0,4-2-21 0,-2 1-32 16,5-1-43-16,-2 5-60 0,-3-6-83 0,5 0-95 15,7-2-80-15,-2 7-173 0,-2 2-388 0,4-2 172 16</inkml:trace>
  <inkml:trace contextRef="#ctx0" brushRef="#br0" timeOffset="2515.35">10224 1014 115 0,'6'-6'350'0,"4"0"-1"0,-2 2-7 15,2-5 8-15,-8 1-7 0,5 1-15 0,-4-3-9 16,0 6-31-16,-1-4-15 0,-2 3-27 0,0 5-25 16,-2-12-25-16,-6 9-13 0,1-4-27 0,-8 3-16 15,2 3-16-15,-10-1-4 0,1 1-22 0,-2 1-9 16,-3 3-9-16,-3 2-14 0,6 3-2 0,-5-2-11 15,5 6-7-15,5-3-10 0,-2 3 8 0,8-2-12 16,1 6 1-16,-1-6-4 0,8 10-2 0,3-4-2 16,4 12 5-16,4-1-7 0,14-1-5 0,3 9 7 15,11-1-2-15,-3-1-4 0,4-4-1 0,3-1-1 16,-5-1-3-16,2 1 0 0,-10-5-3 0,1-7 7 16,-3 4-10-16,0-2 0 0,-1-2-2 0,-9-4-3 15,0 2 0-15,-4-8-3 0,-1 4 0 0,-1-1-6 16,-6-1 1-16,6-2 2 0,-14 3 2 0,7-5 2 15,-10 1 0-15,-3-3-2 0,-4 2 6 0,-4-2-4 16,-6-1 2-16,-2-2 0 0,-1 1 1 0,-2-5-4 0,3 2 3 16,-1-2-4-16,10 3-6 0,-2-1-13 0,4-4-31 15,3 6-32-15,2 0-31 0,5-1-29 0,0-1-26 16,8 3-50-16,-12-5-50 0,12 5-52 0,0 0-39 16,23-12-253-16,-3 7-662 0,10-3 293 0</inkml:trace>
  <inkml:trace contextRef="#ctx0" brushRef="#br0" timeOffset="2765.32">10700 1011 329 0,'5'-9'381'0,"-5"-4"8"0,0 5-2 16,0 1-7-16,-5-3-13 0,5 6-16 0,0 4-28 15,0-9-37-15,0 9-33 0,0-7-22 0,0 7-31 16,0 0-20-16,0 0-15 0,0 0-22 0,0 0-12 15,7 20-10-15,-7-6-16 0,6-3-8 0,-6 9-14 16,2 4-5-16,-2 8-7 0,5 10-8 0,-3 1 3 16,4-2-16-16,-6-11-9 0,2 3-20 0,1-3-16 15,-1 13-15-15,0-4-26 0,3-8-27 0,-2-3-22 16,0 1-34-16,-3-2-17 0,2-2-17 0,0-8-33 16,3 2-38-16,-4-6-48 0,4-1-44 0,-3-4-301 15,1-4-667-15,2 4 296 0</inkml:trace>
  <inkml:trace contextRef="#ctx0" brushRef="#br0" timeOffset="3109.04">10568 1295 194 0,'-3'-10'453'0,"-1"6"-2"16,1-2 2-16,3 0-26 0,-3-2-31 0,1 1-32 15,2-4-33-15,0-3-29 0,0 3-33 0,2-1-25 16,-2 1-25-16,3 3-22 0,-1-2-20 0,3 0-29 15,-2 3-35-15,3-1-48 0,6 2-60 0,0 1-69 16,9 2-60-16,-4 5-59 0,4 3-67 0,14-1-61 16,-12 4-66-16,7-4-207 0,-2 7-632 0,2 1 280 15</inkml:trace>
  <inkml:trace contextRef="#ctx0" brushRef="#br0" timeOffset="4999.46">10891 1266 270 0,'-5'-8'291'0,"5"8"-19"15,0 0-25-15,5-7-27 0,-5 7-18 0,0 0-21 16,14 0-17-16,-14 0-16 0,17 14-14 16,-9-10-13-16,6 2-12 0,-1 2-10 0,2 4-10 15,0-5-13-15,-1 8-5 0,3-3-5 0,3 1-6 0,-7 3-6 16,2-1-7-16,-2-3 2 0,-3 3-9 0,3 1-5 15,-1-4-7-15,-2 0-1 0,-7-1-4 16,4-3-1-16,-2 2-7 0,-3-5-2 0,1 2 0 0,-3-2 0 16,0 0-2-16,0-5 4 0,0 0 0 0,-10 5 11 15,10-5 16-15,-15-2 17 0,15 2 12 0,-8-11 7 16,1 7 10-16,5-2-8 0,-1-5 2 0,3 3-4 16,0-2-15-16,0 0-9 0,0 0-7 0,5-1-17 15,5-2-19-15,7 2-22 0,-4-1-28 0,13-3-26 16,4 0-20-16,-2 10-20 0,4-5-16 0,1 5-8 15,0 1-8-15,3 4 4 0,-1-3 2 0,-3 3 12 16,2 0 8-16,-4 3 14 0,-7-3 9 0,-1 0 12 16,-6 0 7-16,2 1 5 0,-3-2 7 0,-5 2 15 15,-1-1 12-15,-9 0 10 0,0 0 8 0,11-4 7 16,-11 4 12-16,0 0 14 0,0 0 7 0,0 0 14 16,-30-9 4-16,17 8 8 0,0-1-1 0,-4-2 3 15,-1 2-4-15,2 2 1 0,1 0 0 0,-5 0-2 16,3 2-8-16,-1-1-2 0,0 2-5 0,1 1-2 0,-1 4-6 15,3-1 0-15,4-2-2 0,-8 2-4 16,10 4-2-16,-5 1 0 0,6-1-1 0,1-1-1 16,1-1 1-16,4 0-4 0,-3 3 1 0,5-5 1 15,0 4 0-15,2-5 0 0,1 4-3 0,4-3 2 0,1-2-1 16,5 0-3-16,2 0-5 0,2-3 3 0,3 0 0 16,-4-4-2-16,4-2 1 0,-3-1-5 0,6-2 0 15,-3-1 0-15,3-5 4 0,-7 4 3 0,-1 0 11 16,3-3 17-16,-6 0 32 0,1 5 12 0,-5-4 24 15,2 2 13-15,-6 3 2 0,2 1-2 0,-1-3-6 16,-1 4-7-16,-3-3-18 0,-1 7-10 0,5-4-11 16,-5 4-11-16,0 0-5 0,0 0-12 0,0 0-5 15,0 0-2-15,0 0-13 0,-5 19-7 0,5-10-1 16,-1 3-4-16,1 3-15 0,1 0-5 0,4 1-3 16,0 1-8-16,0 1-13 0,2-3-3 0,-1 0-10 15,1-1-10-15,5 0-9 0,-2-7-17 0,-2 0-10 16,7 2-26-16,0 0-21 0,-2-9-26 0,0 0-18 15,-3-2-21-15,10-5-9 0,-4-3-11 0,-1-3-5 16,7-6 3-16,-1 2 12 0,-2-5 14 0,-3-5 20 16,-1-1 13-16,2-10 19 0,-4-1 13 0,2 2 20 15,-5-4 15-15,3 1 33 0,-7 2 32 0,-2 8 50 16,2 0 48-16,-6 3 38 0,0 2 27 0,2 3 22 0,-2 1 29 16,0 2 20-16,0 4 16 0,-2-3 10 0,2 5 22 15,0 2-2-15,0 2-2 0,-3 2-12 16,3-1-29-16,-3 0-13 0,1 4-38 0,2 4-6 15,-2-8-23-15,2 8-9 0,0 0-12 0,0 0-14 0,0 0-3 16,0 0-12-16,-11 23-4 0,11-10-8 0,0 6-2 16,0-6-11-16,0 9 10 0,5 4-18 0,-5-1 9 15,3 7-10-15,0-3-14 0,1 3 3 0,2 9-1 16,-4-11-6-16,8 10 0 0,-5-9-20 0,0-1-11 16,0-2-18-16,2-1 10 0,2 1-21 0,-4-2-9 15,7-2-5-15,-4-6-5 0,-1-3 11 0,4 2-11 16,-1-6 12-16,4 1 0 0,-1-3-2 0,2 2 9 15,-5-7 4-15,10 1 6 0,-2-5-1 0,2 3 6 16,1-8 1-16,-1 0 2 0,0-1 12 0,0 2-7 16,0-4 3-16,-2-3 4 0,0 0 3 0,0 1 3 15,-3-2 3-15,-5 2 4 0,2-4 7 0,-6 5 9 16,3-2 8-16,-3 2 2 0,-6-1 0 0,2 1 11 16,-2-2-14-16,5 6-2 0,-12-2-12 0,2 0 5 0,4 4-5 15,-8-2 1-15,9 5 10 0,-15-4-16 16,4 4 8-16,11 0-7 0,-17 3-7 0,17-3-14 15,-15 9-6-15,7-3-4 0,1 0-9 0,1 0-5 16,3 3 4-16,-1-3-1 0,11 2 4 0,-7-1-1 0,6 2 5 16,9-5-5-16,2 3 0 0,11 0-12 0,2-6-6 15,6 1-4-15,7 1 3 0,7 0 7 16,-9-11-2-16,7 7 8 0,-1-5 2 0,-3 2 6 0,-1-4 4 16,4-4-4-16,-8-2-3 0,4-2-7 0,-13 4 3 15,-7-4 4-15,-1 1 10 0,-5 3 5 0,-4-2 1 16,-10 6 5-16,4-8 8 0,-7 1 15 0,0-3 3 15,-9 8 9-15,1-7 7 0,-5 0 0 0,-2 5 4 16,-2-1-4-16,-2 2 5 0,-6 1-4 0,5 1-1 16,0 5-6-16,2-3-2 0,-4 6-1 0,7-2-5 15,-4 2-3-15,10 2 2 0,-6 3 6 0,2 3-14 16,5 0 6-16,0 5-5 0,3-3 4 0,-4 6 4 16,9 1-7-16,0 2 4 0,9 8 6 0,-8-5-7 15,4 7-1-15,8-1 0 0,1 5-3 0,-4 4 2 16,11 4 0-16,-1-3-5 0,2 4 3 0,-6-3 5 15,7 4-6-15,-5-6-1 0,1 3 0 0,-6-10 1 16,3 7 1-16,-2-8-2 0,-6-2-4 0,0 2 1 16,-4-9 0-16,-3 1-1 0,1-2 3 0,-2-6-4 0,-2 0 1 15,-3-1 7-15,2-4 24 0,-4-1 34 16,2 0 32-16,-3-5 23 0,0-1 15 0,8 0 2 16,-22-4 1-16,7-4-4 0,1 1-10 0,0-2-9 0,-2-6-9 15,1 4-11-15,-2-5-7 0,-3-4-8 0,7 1-3 16,5 1-9-16,1-6-7 0,1 4-11 0,6 1-16 15,6-5-14-15,-1-2-21 0,5 2-23 16,3 1-29-16,9-4-41 0,11-5-38 0,3 2-54 0,6-1-40 16,3 2-33-16,1-1-23 0,4 3-14 0,1 0-9 15,-6 1 9-15,-1 2 28 0,-2 2 23 0,-13 9 26 16,-4-4 39-16,0 0 33 0,-8 9 42 0,-1 0 47 16,-4-4 29-16,-2 1 33 0,-2 4 11 0,-6-1 12 15,4 4 1-15,-2-1 0 0,0-2-3 0,-4 4-5 16,0 3-2-16,0 0-2 0,0 0-1 0,0 0-3 15,-14-6-2-15,14 6-1 0,-10 12-1 0,5-8 3 16,0 3-1-16,1 2 3 0,-2-1 1 0,4 2-1 16,0 3 5-16,-2-4-6 0,4 1 2 0,0 6 1 15,0-3 0-15,-4-1 3 0,8-5 0 0,0 4 6 16,-2 1 2-16,3-6 3 0,2 2 8 0,-2-3 0 16,8 2 6-16,-1-6 4 0,-1 2 5 0,9-2 1 15,-5-2 13-15,1-2 7 0,8 0-3 0,-10-2 8 16,5-2 6-16,-1 1 8 0,0 0 3 0,-1-2 15 15,-1 1 8-15,-1-5 4 0,-2 4-2 0,7-4 8 16,-5 5-9-16,-5 4 8 0,2-3-5 0,-2 2-14 16,-2-5-7-16,5 4-13 0,-6 0-7 0,-7 5-7 0,10-3-10 15,-10 3-11-15,13 0-9 0,-13 0 0 0,15 5-8 16,-9 3-3-16,3 1-5 0,1 1-9 0,1 0 3 16,-4 9 0-16,8-3-4 0,0 8-5 15,-7-2 3-15,0 4-8 0,-1 1 3 0,4-2 0 0,-2 0 0 16,-1 3-9-16,-1-1 4 0,-6 0 0 0,1-2-4 15,-2-2 0-15,-2-4-1 0,-6 1-2 0,1-5 0 16,-1 0-5-16,-5 1 1 0,6-5 5 0,-9 1-3 16,-8-5 5-16,3 0-4 0,-7-5-10 0,-5 1-30 15,0-6-48-15,-10-6-60 0,-4-2-45 0,-4-1-54 16,-2-8-67-16,2-6-76 0,-7 4-292 0,6-2-741 16,3 1 327-16</inkml:trace>
  <inkml:trace contextRef="#ctx0" brushRef="#br0" timeOffset="5265.06">12466 913 193 0,'-6'-4'451'0,"2"-4"-28"0,-1 4-18 16,4-2-22-16,1-2-31 0,0 3-31 0,0-3-29 16,0 8-29-16,1-14-23 0,-1 7-25 0,5-2-23 15,-3 4-24-15,5-2-29 0,-6 3-36 0,8-3-60 16,-3 2-63-16,9 3-67 0,-8 0-70 0,3-1-76 16,8-1-72-16,-3 4-259 0,-5 0-610 0,8 0 269 15</inkml:trace>
  <inkml:trace contextRef="#ctx0" brushRef="#br0" timeOffset="9866.86">2711 3403 223 0,'0'0'316'0,"0"0"-22"0,0 0-18 0,0 0-19 0,0 0-13 15,0 0-21-15,-7-1-18 0,7 1-22 0,0 0-14 16,0 0-22-16,0 0-12 0,0 0-16 0,0 0-7 16,0 0-18-16,0 0-3 0,0 0-11 0,0 0-5 15,0 0-7-15,0 0-7 0,0 0-10 0,0 0-4 16,0 0-3-16,0 0-2 0,0 0-1 0,0 0-8 15,23-6 0-15,-23 6-2 0,0 0-5 0,7-3-1 0,-7 3-6 16,0 0 1-16,5-6 1 0,-5 6-8 16,0 0-13-16,-5-11-6 0,5 11-32 0,-8-4-20 15,-1 3-20-15,-2-3-24 0,11 4-37 0,-17-1-53 16,11-1-56-16,6 2-246 0,-14-1-533 0,8-2 237 0</inkml:trace>
  <inkml:trace contextRef="#ctx0" brushRef="#br0" timeOffset="10194.95">3125 3011 239 0,'0'-7'369'0,"0"0"-11"0,-2 2-21 0,2 5-19 15,2-12-11-15,-2 12-20 0,0-5-22 0,0 5-28 16,0 0-22-16,0-7-27 0,0 7-25 0,0 0-18 16,0 0-18-16,0 0-10 0,0 0-17 0,0 0-9 15,6 26-4-15,1-17-16 0,-4 3 0 0,2 2-9 16,0 3 7-16,0 0-19 0,5 5 5 0,-7-2-16 16,6 7-5-16,1 0-3 0,-6-8-4 0,6 7 0 0,-1-1-8 15,-1-5-19-15,2 2-17 0,1 4-17 16,3-2-28-16,-9-6-20 0,10 6-26 0,-9-11-31 15,2 5-45-15,2-1-52 0,0-5-53 0,-3 2-270 16,-5-9-607-16,4 6 269 0</inkml:trace>
  <inkml:trace contextRef="#ctx0" brushRef="#br0" timeOffset="10585.54">3085 2987 222 0,'-5'-17'350'0,"5"4"-14"0,-7-1-7 0,6 4-7 16,-1-2-21-16,2 2-7 0,-5 2-27 0,5-3-11 15,5 3-33-15,-5 1-15 0,3 1-33 0,4-1-15 16,0 2-18-16,2 2-14 0,3-1-12 0,8 2-17 16,-4 4-15-16,8-1-5 0,4 5-3 0,0 0-9 15,2 6-10-15,4-2-7 0,-5 6-5 0,9 0-6 16,-4 2 1-16,3 2-8 0,-9-1-10 0,-5-1 6 15,14 9-4-15,-14-6-4 0,-2-5-3 0,1 7-3 16,-6 0 0-16,3-3-3 0,-8 3-4 0,2 0 0 16,-4-7-3-16,-3 3-4 0,-4 0 1 0,1-6 6 15,-3 5-8-15,-3-3 1 0,-4 3 4 0,1-3-2 16,-8 6-3-16,3-6 2 0,-9-5 0 0,2 1 2 16,-9 0 0-16,1 2 3 0,-2-6 2 0,-4 1-5 15,1-4 0-15,-1 3 2 0,3-3 1 0,7 2 0 0,-8-5 9 16,9 1-14-16,7 1 2 0,-5-1-28 0,9 0-23 15,1 0-5-15,9-2-52 0,-10 0-40 0,10 0-48 16,0 0-49-16,19-11-56 0,-4 7-59 16,4-2-190-16,5-3-590 0,4-2 261 0</inkml:trace>
  <inkml:trace contextRef="#ctx0" brushRef="#br0" timeOffset="10960.5">3735 3279 168 0,'0'0'216'0,"0"0"-10"0,0 0-16 16,14 3-10-16,-14-3-11 0,0 0-11 0,0 0-10 15,0 0-7-15,16-3-11 0,-9 2-13 0,1-1-11 16,-8 2-8-16,30 0-10 0,-17-2-8 0,9-1-9 16,-6-1-7-16,4 1-5 0,-2 0-6 0,2-3-5 15,-3 2-4-15,1-3-5 0,-3 3-3 0,-4-4-2 16,-1 3 0-16,0-6 1 0,-5 2 0 0,2 2 2 15,-4-4 2-15,-3 5-2 0,-3-3 2 0,-1 0 7 16,-4 0 10-16,-2 0 9 0,0 1 8 0,-5 0 4 16,-1 1-1-16,-4 3-5 0,3 1-2 0,-1-3-2 15,-2 6-5-15,1-2-2 0,2 2-7 0,2 0-8 16,3 2-5-16,1 4-1 0,-2 0-5 0,6-2-1 16,-1 1-2-16,8 6 4 0,0-3 1 0,0 2 0 0,6 3 1 15,3 1-8-15,7-1 1 0,2 6 1 0,6-3 0 16,5-1-8-16,0 1-4 0,2-1-21 15,-1-3-24-15,3-3-33 0,0 1-40 0,-3-2-45 16,14-4-52-16,-7 4-51 0,-9-8-52 0,3 0-224 0,-1-5-564 16,-2-2 250-16</inkml:trace>
  <inkml:trace contextRef="#ctx0" brushRef="#br0" timeOffset="11257.34">4368 2713 111 0,'-7'-16'369'0,"2"-2"-4"0,3 5 3 15,-6-2-19-15,8 4-15 0,-5 6-17 0,3-5-27 16,-1 4-24-16,3 6-35 0,-6-6-29 0,6 6-26 16,-5-1-18-16,5 1-12 0,-7 12-19 0,7 1-14 15,0 5-9-15,3 9-3 0,-3 4-12 0,4 13-11 16,-4 4-6-16,8 4-10 0,-2 1-7 0,6-2 10 16,-2 3-19-16,5 16 11 0,0-12-18 0,0-3-8 15,0 1 0-15,-1-1-1 0,13 19-3 0,-10-20 0 16,14 13-3-16,-14-16 3 0,1 0 2 0,-2-3-12 15,4-3 0-15,-3-1 1 0,-2-6-4 0,-4-9-3 16,1-3-1-16,-6-7 1 0,3-3-7 0,-3-4 3 16,-1-1-4-16,0-5 5 0,-1 0-13 0,-4-6-24 15,0 0-42-15,0 0-44 0,16-21-46 0,-11 6-59 16,-3-4-74-16,1-12-94 0,0 0-238 0,-3-14-678 16,-3-4 300-16</inkml:trace>
  <inkml:trace contextRef="#ctx0" brushRef="#br0" timeOffset="11460.44">4464 3198 193 0,'-7'-5'357'0,"-1"1"0"0,1-2 14 0,5 3 6 0,-3-3-2 16,5 6-8-16,-8-4-19 0,8 4-23 0,0 0-29 16,-1-9-27-16,1 9-33 0,0 0-22 0,5-8-25 15,4 5-23-15,0 0-29 0,6 3-22 16,0-1-23-16,6-1-19 0,1 2-43 0,6 0-32 0,-2-1-54 15,7 2-50-15,-6-1-52 0,4 2-46 0,-4-1-58 16,2-2-47-16,0 1-47 0,-8 0-217 0,-1-2-620 16,-3 1 275-16</inkml:trace>
  <inkml:trace contextRef="#ctx0" brushRef="#br0" timeOffset="12319.73">4818 3050 209 0,'0'0'228'0,"0"0"-18"0,0 0-13 15,0 0-17-15,0 0-19 0,21 13-17 0,-16-4-15 16,-1-3-13-16,2 8-11 0,4-2-9 0,-3 1-11 16,3 2-8-16,0 3-10 0,-2-3-4 0,0 3-5 15,0-1-4-15,6 7-6 0,-6-8-5 0,-1-1-2 16,4 0-5-16,-3-2 1 0,-1 1-7 0,0-8-3 15,-2 4-1-15,1-6 0 0,1 1-1 0,0-3-1 16,1-1-4-16,-8-1 1 0,0 0-1 0,15-7-4 16,-9 2 0-16,1-5-2 0,-2-2-1 0,0-1 5 0,3-2 7 15,-3-5 6-15,2 4 6 0,1-4 4 16,-1 1 6-16,-1 2 9 0,-4-4 6 0,6 3 1 16,-3 2 0-16,2-3 5 0,3 3 5 0,-10 5 17 15,5-1-23-15,-4 4-5 0,4 0-7 0,-3 0-2 0,3 3-7 16,-3-1-8-16,-2 6-11 0,1-7-7 0,-1 7 2 15,0 0-1-15,0 0-1 0,13 13-6 0,-8-8-7 16,-1 3-4-16,2 1 2 0,1 3-9 16,1 0-4-16,-1 3-4 0,3-1 4 0,-7-1-10 0,2 2-6 15,5-3-7-15,-3 0-1 0,-4-2 0 0,4 2-4 16,1-4 3-16,-3 3 1 0,1-3 8 0,-1-3-3 16,2 2 1-16,0-4 6 0,-7-3 1 0,11 5 3 15,-2-3 0-15,-9-2 3 0,0 0 2 0,0 0 2 16,21-10 3-16,-14 3-2 0,-1 2 2 0,-2-2 2 15,1-1 2-15,0 1-4 0,1-2 2 0,1 5 0 16,-6-7 2-16,4 2 4 0,0 3-4 0,-1-2 0 16,4 3 3-16,-8-2-2 0,5 3 1 0,-5 4-1 15,10-4 1-15,-10-3-2 0,0 7 2 0,5-4-4 16,-5 4 4-16,8-1-3 0,-8 1 3 0,0 0-1 16,0 0-1-16,0 0-1 0,15 5 1 0,-8 2 0 15,1-4 2-15,0 2-1 0,5-2-1 0,-4 2 1 16,4 2 0-16,-3 0 3 0,3 0 0 0,0-4-2 15,2 4 2-15,0 0-3 0,7-3 5 0,-7 0-5 16,4 1 2-16,-2 0-2 0,1-4-3 0,2 3 1 16,0-4 6-16,-2 4-5 0,2-4 5 0,-4-4-4 15,1 1-1-15,-2 2 2 0,5-5-1 0,-5 3-1 16,0-6 1-16,-1-1 2 0,-7 2 1 0,6-2-3 0,1-7 1 16,-6 2-2-16,0 0 2 0,-3-4 3 15,-2 0 0-15,-3 3 1 0,0-3 3 0,0-1 6 16,0 4 14-16,-1 2 11 0,-1 2 7 0,-3 0-5 15,-1 3 2-15,-3-1-11 0,3 2-2 0,-1 4-9 0,-1-1-1 16,1 5-3-16,7 0-6 0,-21 1-2 0,12 4 0 16,1-1 7-16,1 6-10 0,-6 0 4 0,5 4-2 15,0-1 3-15,1 5-1 0,-1 1 0 16,3 1 1-16,3-1 1 0,2 5 6 0,0 3-7 0,0-7 3 16,7-2-2-16,-2 1-4 0,5 1 9 0,-2-1-6 15,5-2 1-15,-3 1 0 0,3-4 0 0,10 5-2 16,-9-10 0-16,7 3-38 0,2-3-40 0,1-3-67 15,-6-2-72-15,3-7-70 0,-1 3-246 0,0-4-565 16,-3-4 250-16</inkml:trace>
  <inkml:trace contextRef="#ctx0" brushRef="#br0" timeOffset="12491.58">5458 2670 2185 0,'-34'-11'221'0,"9"3"-22"0,5-3-8 15,3 3-14-15,1 0-43 0,4 3-39 0,1 2-23 16,-1-3-15-16,4 1-18 0,3 1-4 0,5 4-19 16,-10-4-16-16,10 4-20 0,-7 8-31 0,2-1-47 15,4 1-58-15,2 3-79 0,-1 4-243 0,5 2-516 16,-5-1 229-16</inkml:trace>
  <inkml:trace contextRef="#ctx0" brushRef="#br0" timeOffset="15111.39">7651 3048 79 0,'9'-10'340'16,"-8"2"-1"-16,4-1-13 0,-5 0-7 0,0-1-5 16,-1 2-21-16,-3-1-15 0,3-1-33 0,-9 2-16 15,3 1-27-15,-8 0-19 0,-1 0-23 0,-6 2-16 16,-4 1-9-16,-11 0-12 0,4 2-12 0,0 4-12 0,-3-1-7 15,-7 5-2-15,11 0-17 0,-11 5-4 16,12-4-9-16,3 4-3 0,-2-1-13 0,2 0 0 16,4 2 7-16,3-3-19 0,6 2 1 0,-1-2-6 15,2 1 2-15,1-2-7 0,8-1 1 0,-2 4-6 0,2-6 2 16,5 3 6-16,5 3 5 0,7-2 3 0,15 6-8 16,4-3 4-16,12 0 7 0,8-3-18 15,7 3 11-15,0-6-17 0,5 3 0 0,-3-6-4 0,4 4 0 16,-1-4-13-16,-7-3 8 0,2-3-8 0,-3 3 1 15,-7-1-4-15,-5-2-1 0,-7-2 2 0,-4 2 0 16,-12-1 5-16,-2 0 1 0,2-3 0 0,-5 0-4 16,-4 2 2-16,1 0 7 0,-4-6 0 0,-3 2-2 15,0 0 4-15,-5-4 4 0,0 5 2 0,-2-6-1 16,-8 2 4-16,4-7 5 0,-4 6 4 0,-5-1 1 16,-7-3 3-16,-4 2-1 0,3-1-6 0,-9 5 5 15,3-1-8-15,-14-1 3 0,-4 3 4 0,6-2-8 16,3 5-5-16,6 0-3 0,-2 2 1 0,2-2-5 15,7 7-18-15,2 0-36 0,0-5-39 0,8 5-33 16,2 0-32-16,6 4-18 0,-3-3-17 0,4 3-19 16,-1-1-36-16,7-3-40 0,0 0-53 0,13 12-233 15,-3-9-617-15,-3 1 274 0</inkml:trace>
  <inkml:trace contextRef="#ctx0" brushRef="#br0" timeOffset="15376.58">7569 2674 250 0,'0'0'309'0,"-5"-7"-32"0,5 7-33 0,0 0-29 16,0 0-19-16,0 0-20 0,0 16-17 0,0 1-9 16,6-2-5-16,4 10-7 0,5 2-13 0,-3 14-12 15,4-5-12-15,4 7-9 0,-3 0-10 0,-1 2-6 16,6-1-6-16,-4 0-4 0,-3 4-9 0,6-3-4 15,-6 0-5-15,2-3-5 0,-4-2-1 0,-1 1-6 0,-1-1-2 16,-2-11-4-16,-1 15-4 0,-2-17 5 16,1-4-8-16,0 1-18 0,-6-5-23 0,1-4-27 15,3 1-32-15,-2-5-36 0,-3-1-31 0,5-8-49 16,2 2-85-16,-7-4-146 0,0 0-460 0,0 0 204 0</inkml:trace>
  <inkml:trace contextRef="#ctx0" brushRef="#br0" timeOffset="15767.16">8514 2744 370 0,'1'-8'426'0,"4"-1"-6"0,-3 6-24 16,-2-6-35-16,0 9-34 0,7-7-33 0,-7 7-31 16,0 0-34-16,0 0-17 0,0 0-22 0,0 0-27 15,-30 16-12-15,17-7-14 0,6 6-11 0,-8 1-10 16,-1 7-7-16,1 1-21 0,-2 3 1 0,4 3-5 15,-2 0-3-15,5-5-8 0,3 5-10 0,2 2-7 16,-1-5-2-16,6 3-4 0,0-2-3 0,3-2-1 16,7-3-5-16,0 2-2 0,0-4-1 0,2 2 6 15,1-7-13-15,2-3 1 0,1 2-23 0,9-3-26 16,0 0-36-16,3-1-44 0,2-7-58 0,-9 3-49 16,9-6-62-16,-2-4-64 0,-1-2-55 0,-1 1-240 15,-1-8-677-15,2-3 300 0</inkml:trace>
  <inkml:trace contextRef="#ctx0" brushRef="#br0" timeOffset="15985.89">9020 2880 109 0,'0'-9'316'0,"0"9"-18"0,0 0-28 0,5-6-25 16,-5 6-24-16,0 0-25 0,0 0-16 0,0 0-21 15,0 0-14-15,-13 15-14 0,8-4-11 0,-3-4-11 16,-1 6-10-16,-4 6-11 0,3 0-10 15,-3 2-7-15,-2 1-6 0,-5 1-6 0,5-2 1 0,0 1-4 16,2-3-14-16,3 3 1 0,-3 2-5 0,-2-4-3 16,4-4-9-16,1 2-22 0,1-6-29 0,1 3-31 15,0-3-43-15,1-1-44 0,1-4-39 0,4-4-56 16,-3 2-182-16,5-5-455 0,0 0 201 0</inkml:trace>
  <inkml:trace contextRef="#ctx0" brushRef="#br0" timeOffset="16188.99">8717 2826 300 0,'0'0'280'15,"-3"-8"-30"-15,3 8-28 0,0 0-21 0,0 0-23 16,0 0-13-16,0 0-16 0,0 0-15 0,10 24-11 16,-7-13-11-16,7 4-10 0,5 8-9 0,-5-7-9 15,5 3-7-15,2 4-4 0,2 1-9 0,3-3-8 16,3 0-3-16,-4 0-4 0,7-1-5 0,-3 1-29 15,8-2-46-15,-3-6-45 0,-2 2-56 0,-1-4-68 16,-1 0-198-16,-8-6-431 0,2-3 191 0</inkml:trace>
  <inkml:trace contextRef="#ctx0" brushRef="#br0" timeOffset="16454.59">9237 2779 281 0,'0'-8'367'0,"0"8"-8"0,0 0-13 16,0-8-20-16,0 8-27 0,0 0-30 0,0 0-32 16,0 0-22-16,0 0-26 0,0 0-20 15,0 0-17-15,27 18-7 0,-19-8-13 0,5 7-12 0,4 1-16 16,-4-2-6-16,7 6-10 0,-2 5-14 0,2-4-4 16,-2 3-8-16,2-1-6 0,3 10-9 0,-8-11-4 15,0 2 2-15,-4 1-6 0,1 0-1 16,0-4-10-16,-2 3-11 0,-4-1-12 0,-6-5-13 0,2-3-21 15,1 0-21-15,-3 0-18 0,-3-3-13 0,1-3-22 16,-1-2-25-16,-2 2-30 0,-3-2-42 0,1-2-55 16,0-4-64-16,-1 1-185 0,0-3-545 0,8-1 241 15</inkml:trace>
  <inkml:trace contextRef="#ctx0" brushRef="#br0" timeOffset="16720.18">9970 2899 343 0,'0'0'443'0,"0"-7"-24"16,0 7-27-16,0-6-38 0,0 6-36 0,0-7-28 15,0 7-29-15,9-4-31 0,-9 4-20 0,8-4-26 0,-8 4-16 16,20 0-16-16,-12 0-25 0,5 1-34 15,4 4-32-15,-1-3-36 0,3 2-32 0,-1-1-33 16,7 3-36-16,-9 0-41 0,2 0-49 0,1 0-48 16,-1-2-46-16,-3 3-46 0,0-2-175 0,-2 0-521 0,-3-2 231 15</inkml:trace>
  <inkml:trace contextRef="#ctx0" brushRef="#br0" timeOffset="16892.04">10000 3034 154 0,'-8'4'251'0,"1"0"-9"0,7-4-2 16,-8 4-10-16,1-2-5 0,7-2-10 16,0 0-7-16,-6 3-5 0,6-3-2 0,0 0-5 0,0 0-19 15,15 12-17-15,-7-6-11 0,5-3-13 0,0-3-19 16,15 6-6-16,-9-2-13 0,9-1-26 0,2 4-53 16,-6 0-61-16,5-2-77 0,0-1-82 0,1-1-88 15,5 2-171-15,-5-5-496 0,4 0 220 0</inkml:trace>
  <inkml:trace contextRef="#ctx0" brushRef="#br0" timeOffset="19266.78">11238 2292 149 0,'5'-3'258'0,"-5"-4"-12"0,0 7-10 16,0-11-18-16,0 11-13 0,0-7-17 0,0 7-18 0,0 0-15 15,0 0-18-15,0-8-17 0,0 8-12 0,0 0-15 16,0 0-8-16,-8-3-10 0,8 3-7 0,0 0-11 15,0 0-1-15,0 0-8 0,-27 11-4 16,17-10 2-16,10-1-11 0,-14 0 3 0,2 3-4 0,-5 0 2 16,3 0 3-16,0-3 2 0,1 0-2 0,1 1 5 15,-1-1-4-15,13 0 2 0,-23-1 1 0,8 2-1 16,2-1 6-16,13 0-2 0,-15 0 3 0,15 0-1 16,-13 0-2-16,13 0-4 0,0 0-5 0,-9-1 8 15,9 1-18-15,0 0-1 0,0 0-4 0,0 0-8 16,-13 1 3-16,13-1-6 0,0 0 1 0,0 0-1 15,0 0-3-15,0 0-3 0,0 0 0 0,0 0 0 16,-8 5-5-16,8-5 1 0,0 9-3 0,0-6 5 16,0-3-3-16,0 7-4 0,0 3 6 0,0 0-5 0,0-4 4 15,2 14 0-15,-2-12 0 0,5 7-3 16,-4 2 1-16,4 1 3 0,3-2-9 0,-8 8 9 16,7-6-1-16,-5 2 5 0,6 4 4 0,-8 3-12 15,7-1 2-15,-1-1 7 0,1-3-9 0,1 4 4 0,-3-1-5 16,2 2 4-16,-4-1 2 0,9 0 2 0,-2-1-2 15,-2-1 8-15,0 2-9 0,-3-6-3 0,5 0 7 16,-5 1-4-16,2-1 2 0,-2-4 1 0,-2 3 3 16,2-2 0-16,-2 4-3 0,-1-8 5 0,1 5 2 15,0-2 0-15,1 0 0 0,-3-1 1 0,1-3-1 16,5 0 1-16,-7-1-4 0,0 2 9 0,1-3-4 16,-1 1-10-16,4 2 8 0,-8-2 5 0,4 0 2 15,0-1 2-15,0 4 4 0,4-6 6 0,-3 2 2 16,-1 0-1-16,2-3 21 0,1 1-19 0,-3 3 22 15,4-3-11-15,-4 0-3 0,0 1 1 0,1-2-1 16,3 0 2-16,-3 0-1 0,1 1-9 0,3 0 11 16,-2-3 5-16,0 1-11 0,1 0-2 0,1 4-5 15,1-6 3-15,3 0-5 0,-1-1-3 0,5 1 2 16,4 4-4-16,-1-2 1 0,1-4-21 0,1-2-22 16,5 0-45-16,-1 0-50 0,9-5-58 0,-4 2-66 15,2-8-76-15,6 3-67 0,-3-4-235 0,-3-3-665 0,9-5 295 16</inkml:trace>
  <inkml:trace contextRef="#ctx0" brushRef="#br0" timeOffset="20094.82">11672 2646 313 0,'0'0'320'0,"1"-3"-7"16,-1 3-4-16,5-11 1 0,2 4-10 0,-5 1-10 16,-1-1 1-16,4-1-17 0,2-3-13 0,-5 4-2 0,3-3-13 15,-2-4-17-15,3-1-7 0,-1-3-14 16,-1 4-14-16,2 1-17 0,-1-2-17 0,-3-2-13 15,3 4-16-15,-3-5-16 0,4 3-7 0,3-2-10 0,-5 7-13 16,-4 0-3-16,0 0-12 0,2 3-9 0,0 1-6 16,-2-5-10-16,0 11-5 0,6-4-8 0,-6 4-6 15,0-6-8-15,0 6-5 0,0 0-7 0,0 0 5 16,0 0-5-16,12 21 0 0,-9-6-2 0,-3-2 4 16,7 2-5-16,0 4 4 0,-1 6-4 0,1-7 5 15,-4 9-5-15,4-1 3 0,-1-1-3 0,1-1-3 16,0 3 0-16,3-5 4 0,-4 9 26 0,2-9-4 15,-1 2-4-15,1 0-4 0,-1-5 0 0,3 4-3 16,-5-5-9-16,1 0-4 0,1-3-7 0,-5 1-3 16,6-2-5-16,-1 1-1 0,-1-3-5 0,1-3 0 15,-5-2-7-15,2 4-2 0,-2-3-1 0,3-3-1 16,-2 2-1-16,-3-4 3 0,0-3-2 0,7 9 8 16,-7-9 0-16,0 4 1 0,0-4 0 0,0 0 4 15,0 6 2-15,0-6-2 0,0 0 1 0,0 0-1 16,0 0-1-16,0 0-1 0,0 0 0 0,0 0-1 15,-17-2 1-15,17 2 0 0,-18-1 2 0,18 1 0 0,-16-3 3 16,6 3-1-16,0-1 0 0,-5-1 4 0,3 2 1 16,-1 0 3-16,13 0-6 0,-25 0 6 0,12 0-2 15,13 0 3-15,-18 0-1 0,8 0 3 16,10 0 1-16,-10 2 2 0,10-2 1 0,0 0 0 0,0 0 7 16,-12-2 0-16,12 2 6 0,0 0-5 0,0 0 4 15,0 0 8-15,0 0-11 0,32-1-2 0,-14-3-5 16,4 1 1-16,-4 2-5 0,5 0-21 0,5-1-24 15,2 1-38-15,-2-3-32 0,2 3-35 0,-9-1-36 16,3 1-41-16,-10-3-48 0,8 2-54 0,-7 1-47 16,-4-3-215-16,-2 3-643 0,-1-1 284 0</inkml:trace>
  <inkml:trace contextRef="#ctx0" brushRef="#br0" timeOffset="20360.41">12408 2941 257 0,'0'0'266'0,"0"0"-31"0,0 0-21 0,0 7-21 16,0-7-24-16,0 5-17 0,0-5-12 0,0 11-12 15,5-7-16-15,-1 3-10 0,-8 3-9 16,-1-1-9-16,5 0-9 0,-1 3-4 0,-6 3-8 16,0 1-6-16,1-4-5 0,4 5-24 0,-6-2-40 0,-4-1-32 15,7-1-52-15,0-3-58 0,-8 2-211 0,7-4-394 16,-6-1 175-16</inkml:trace>
  <inkml:trace contextRef="#ctx0" brushRef="#br0" timeOffset="21219.7">12622 2612 270 0,'-7'-4'324'0,"7"4"-13"16,-6-10-15-16,6 10-14 0,0-8-22 0,0 3-19 16,0 5-13-16,3-14-19 0,-1 8-18 0,3 3-14 15,-2-3-2-15,2-1-31 0,1 1-15 16,3-1 1-16,-3 3-27 0,4-1-14 0,-3 0-8 0,3 0 7 16,5 2-20-16,-9 1-7 0,8-2-9 0,-6 1-6 15,5 2-1-15,-13 1-11 0,17 0-3 0,-6 1 2 16,-1 2-9-16,2 1 6 0,-2-2-10 0,-4 4 3 15,8 1-10-15,-6 1-4 0,0 1-1 0,2 5-2 16,3-2 0-16,-4 3 2 0,-4 1 0 0,4-1-3 16,1 1-9-16,-5-1 3 0,2 2-4 0,-2-2-6 15,2 4 8-15,-6-4-9 0,6 0-4 0,-7-1 2 16,0-2 3-16,0-3 0 0,0 3-2 0,0-3 2 16,0-2 4-16,0 1-1 0,0-4 6 0,-5 4-4 15,5-8-3-15,0 7 9 0,0-7 2 0,0 8 8 16,0-8 10-16,0 0 21 0,5 6 15 0,-5-6 12 15,0 0 0-15,0 0-6 0,0 0-4 0,0 0-6 16,5-16-6-16,-2 10-7 0,4-1-1 0,-1 0-4 0,1 0-6 16,3-6-12-16,0 1 5 0,1 0-5 15,4-3-4-15,0 3-6 0,0-4-1 0,0 1-5 16,0-5 1-16,3 5-6 0,-6 0 2 0,3 2-4 0,-2-2 2 16,0-3 7-16,-3 5-2 0,2-6 2 0,-4 9 2 15,-6-3 1-15,4-1 2 0,1 5 9 0,-6 1-4 16,4-2 16-16,-5 4-15 0,2-3 15 0,-2 3-10 15,0 6 0-15,0-12-5 0,0 6-5 0,0 6 3 16,0-6-6-16,0 6-5 0,-7-6 8 0,7 6-13 16,0 0 9-16,0 0-13 0,-14 2 6 0,14-2-1 15,-10 7-4-15,3-1 3 0,2-2 7 0,-2 4-6 16,-1 2-5-16,6 2 2 0,-4-1 7 0,-1 2-2 16,6 4-6-16,-6 0 7 0,2-1-1 0,5 0 2 15,0 2 0-15,5-1 5 0,-5 2-2 0,8 3 5 16,-1-5-3-16,-1 3-2 0,8 2 5 0,-4-5-6 15,3 1 0-15,3 1-5 0,6-2-15 0,-1 1-17 16,3-3-13-16,-3-3-41 0,-1-1-36 0,-2-4-46 16,2-1-62-16,2 0-60 0,-4-5-62 0,2 2-245 0,-5-3-649 15,1-3 287-15</inkml:trace>
  <inkml:trace contextRef="#ctx0" brushRef="#br0" timeOffset="21532.17">13592 2864 132 0,'0'0'371'0,"0"0"-28"0,0 0-31 0,6 1-34 0,-6-1-25 16,0 0-26-16,0 0-26 0,4 12-24 0,-4-9-17 16,3 3-10-16,-1 4-20 0,-1 0-14 0,1-2-7 15,1 9-13-15,1-7-6 0,1 7-12 0,-4 0-6 16,3-3-7-16,-3 4-4 0,6-1-6 0,-4 1-6 16,2 1-4-16,-3-3-14 0,3 3-36 0,-5-7-40 15,3 0-44-15,-3 3-69 0,0-4-64 0,0-4-86 16,-3-1-155-16,-1 0-501 0,4-6 222 0</inkml:trace>
  <inkml:trace contextRef="#ctx0" brushRef="#br0" timeOffset="21985.24">13954 2844 179 0,'0'0'323'0,"12"-2"-16"0,-4 1-25 16,-8 1-22-16,10-3-29 0,2 3-18 0,-12 0-21 16,11 3-21-16,-4-2-18 0,3 5-16 0,-2-2-16 15,0 1 4-15,-1-2-14 0,3 5-5 0,-5 1-18 16,1-2-8-16,-1 1-9 0,10 6-9 0,-10-2 1 15,-3-4-10-15,6 4 1 0,-8 0-15 0,5 2-4 16,-5-5-1-16,2 5-2 0,-2-4-5 0,-2 2-8 0,-3-2-12 16,5 0-15-16,-10-1-21 0,5 1-26 15,0-2-32-15,-5 2-46 0,5-4-53 0,-1-1-70 16,-1 0-215-16,-4-2-509 0,2 4 226 0</inkml:trace>
  <inkml:trace contextRef="#ctx0" brushRef="#br0" timeOffset="22735.16">14399 2612 154 0,'0'-8'361'0,"-3"-4"-18"0,3 5-21 0,0-4-25 16,0 0-17-16,0 4-10 0,0-6-20 0,0 2-7 15,0-1-21-15,3 3-15 0,1-2-18 0,2 1-13 16,-4 1-15-16,1 1-15 0,1-2-12 0,2 5-10 0,-1-2-20 15,0-1-9-15,2 4-9 0,-1-1-9 16,1 2-7-16,5 3-7 0,-12 0-10 0,18 2-9 16,-3-2 0-16,-7 5-6 0,7-2-7 0,-3 2-13 0,2 6 7 15,3-2-12-15,-2 2 0 0,0 2-16 0,0-1 10 16,8 6-10-16,-5 0-7 0,-6 2-3 0,1-7 15 16,0 5-21-16,0-2-2 0,2 4-3 15,-5-1-2-15,-3-4-8 0,1 4-1 0,-1-4-2 0,-6 0-8 16,3-3 0-16,-1-2 4 0,-3 2 3 0,-3-2 2 15,-1 0 7-15,3-3 2 0,-6 0 0 0,-1 1 1 16,1-2 11-16,1 0-4 0,-1 0 6 0,2-3-2 16,5-3 2-16,-12 6 2 0,12-6 5 0,-6 5 4 15,6-5 3-15,0 0 9 0,0 0 3 0,0 0 4 16,0 0-2-16,0 0 1 0,0 0-2 0,0 0 1 16,8-20-8-16,-1 13 3 0,4 1-7 0,-1-2 5 15,-2-3 1-15,6 1-8 0,1-4 2 0,0 1 2 16,-4-1 0-16,1 1-2 0,1-4 2 0,0 4-2 15,-3-2 15-15,3-5 9 0,-4 2 14 0,-3-1 16 16,3 4 19-16,-3-5 15 0,1 4 16 0,-4 1 17 16,0 5 2-16,-1-7 5 0,-2 8-8 0,5 0-5 15,-5-3-3-15,2 6-9 0,-2-2-14 0,0 1-8 16,0 7-11-16,0-11-11 0,0 6-9 0,0 5-11 0,0-8-10 16,0 8-3-16,0 0-4 0,0 0-2 15,0 0-2-15,-7 21-4 0,5-12-3 0,-1 1-4 16,3 7-1-16,-3 0-1 0,3 11-3 0,-2-10-5 0,2 2 1 15,2 3-5-15,1 0-9 0,0 4-12 0,-1-7-10 16,5 7-16-16,-6-9-14 0,4 2-24 0,4 4-26 16,-1-5-24-16,-3-1-19 0,3-4-25 0,-5 1-34 15,2-1-39-15,4 2-62 0,-3-8-54 0,-1 0-297 16,3-4-725-16,1 0 321 0</inkml:trace>
  <inkml:trace contextRef="#ctx0" brushRef="#br0" timeOffset="23219.49">15169 2910 365 0,'0'0'367'15,"0"0"-6"-15,15 0-5 0,-15 0-26 0,0 0-20 16,0 0-29-16,0 0-27 0,0 0-23 0,0 0-22 16,0 0-24-16,0 0-15 0,12 0-18 0,-12 0-7 15,10 3-27-15,-4 2-9 0,-4-1-12 0,4 4-12 0,6-4-11 16,0 2-2-16,-6 2-12 0,1-3-6 15,6 6-4-15,-6-5-7 0,1 0-5 0,0 3 0 16,-1-2-11-16,-4 1-2 0,2-4-1 0,0 3-8 0,-3-2 14 16,3 2-21-16,-4 0 13 0,-1-7-12 0,4 8-2 15,-8-3 0-15,4-5 0 0,-5 8-1 0,2-3 3 16,3-5 5-16,-5 7 4 0,0-1 4 0,2-3 7 16,3-3-13-16,-7 5-1 0,7-5-2 0,-6 7 1 15,6-7 0-15,-4 6-2 0,4-6 3 0,0 0-1 16,-5 6-6-16,5-6 2 0,0 0-7 0,0 0 5 15,0 8 1-15,0-8 3 0,7 5-4 0,-7-5-2 16,8 8-1-16,1-6-5 0,2 2-15 0,1 0-29 16,4 0-41-16,-4-3-56 0,4-1-59 0,1 0-72 15,3-1-77-15,0-3-310 0,0 0-712 0,-2-2 314 16</inkml:trace>
  <inkml:trace contextRef="#ctx0" brushRef="#br0" timeOffset="24235">15262 2059 140 0,'0'0'349'15,"0"-7"-5"-15,0 7-26 0,1-3-10 0,-1-4-27 16,0 7-14-16,7-10-19 0,-7 10-23 0,3-7-11 0,2 4-20 16,0-3-19-16,-5 6-23 0,5-6-18 15,0 3-6-15,-5 3-7 0,20-4-14 0,-8 2-15 16,-1 2-10-16,4-4-11 0,3 8-3 0,2-2-13 16,-5-1 9-16,2 5-20 0,4 0-8 0,1 2 3 0,-4-4 13 15,2 3-24-15,-5 0 11 0,3 2-22 0,-2-4-6 16,-1 1 6-16,0 2-8 0,2-4 4 15,-7 1 1-15,0-2-8 0,3 5 3 0,-10-1-1 0,4-1 15 16,1 1-22-16,5-4-5 0,-8 9 5 0,4-4 3 16,-3 3-8-16,3-3 3 0,-5 3 0 0,5 1 2 15,-6 3-1-15,4-2-6 0,-1 4 5 0,1-2-3 16,0 5 15-16,-4 5-11 0,3-1-11 0,-1 3 12 16,2 4 0-16,-4-5 3 0,4 2-7 0,-2 7-2 15,0-8 7-15,0 3-3 0,0 0 2 0,5-2 2 16,-9 4-4-16,4-1-3 0,-5-1 6 0,5 1 4 15,-1-3-5-15,2-1-2 0,-4 0 3 0,5 3-1 16,-7-3 1-16,3 0-2 0,0-3-4 0,-3-5 5 16,2 3-3-16,4-3 21 0,-6 1-19 0,5-3-1 15,-3 3 3-15,-2-2-9 0,0-2 5 0,2 1-1 16,4-4 3-16,-6 3-3 0,0-3-1 0,0-3 5 16,5 1 1-16,-5 2-1 0,2-2-1 0,-2 0 3 0,2-3 0 15,-2 3-2-15,5-3-5 0,-5 0-2 0,0 1-5 16,3 1 11-16,-3-3 2 0,-3-1 0 15,6 1-3-15,0 0 18 0,-3-2-14 0,2 3-6 16,-2-4 3-16,5 3-8 0,-5-2 10 0,0-5-6 0,2 11 5 16,-2-7 2-16,0-4-4 0,6 7-1 0,-6-7 8 15,2 10-3-15,-2-7 6 0,0-3-6 0,0 6-12 16,0-6 8-16,5 6 4 0,-5-6-3 0,0 7-2 16,0-7 5-16,0 0 4 0,0 0 9 0,0 0-9 15,0 0 9-15,0 0 6 0,0 0 14 0,0 0 9 16,0 0 6-16,-12 5 5 0,12-5 3 0,0 0-2 15,0 0 7-15,0 0 0 0,0 0-7 0,-21-2-5 16,21 2-2-16,-24-3-5 0,8 3-4 0,-6 0-9 16,-7-1-19-16,0 1-41 0,0 0-50 0,1 0-56 15,-4 0-40-15,-3 1-48 0,-3 2-70 0,8 1-106 16,-4 0-265-16,2 3-717 0,2 2 317 0</inkml:trace>
  <inkml:trace contextRef="#ctx0" brushRef="#br0" timeOffset="44862.29">3318 4804 318 0,'5'-8'365'0,"-3"0"-3"0,3 2-5 0,-3-1-11 15,4 1-19-15,-8-1-16 0,4 2-37 0,-2 5-20 16,7-8-29-16,-7 8-11 0,0 0-37 0,0 0-19 16,0 0-17-16,8 15-11 0,-8-4-13 0,7 2 2 15,-7 3-20-15,6 4-1 0,-2-1-8 0,-4 10-3 16,3 1-6-16,-6-5-11 0,6 4-4 0,-3 3-9 15,2-3 1-15,-2 3-8 0,1-3-4 0,4 3-3 16,-3-3-3-16,-2-2-5 0,5 0-6 0,1-2-38 16,-4-1-31-16,6 2-31 0,-1-7-35 0,1-2-26 15,-1 2-29-15,1 0-48 0,-1-6-55 0,6 4-58 16,-5-7-317-16,6 4-692 0,-6-4 308 0</inkml:trace>
  <inkml:trace contextRef="#ctx0" brushRef="#br0" timeOffset="45299.79">3686 5112 61 0,'0'0'281'0,"5"-10"-26"0,-5 10-22 15,1-7-27-15,-1 7-20 0,0 0-18 0,0 0-21 16,0 0-16-16,0 0-14 0,20 17-10 0,-18-11-11 15,6 1-8-15,-3 10-8 0,2 0-12 0,1-2-3 16,-6-1-7-16,4 4-7 0,1 2-4 0,1-1-6 16,-1-2-2-16,-2 1-3 0,-2-3-3 0,-3-2-6 15,7 1-1-15,-2-5 1 0,-5 2-4 0,3-3-3 16,-3-3 0-16,2 1 2 0,-2-2-1 0,0-4 14 16,0 0 3-16,0 0 13 0,0 0 1 0,0 0 11 15,23-15 3-15,-20 7 11 0,2-4 10 0,3-4-3 16,-1 0 9-16,3-1-1 0,-2 0 9 0,-1-2 9 15,1 2 8-15,0 0 1 0,2-1 11 0,-1 0-2 16,-1 6-3-16,0-3-6 0,0 4-10 0,-1-1-5 0,-2 7-13 16,0-3-5-16,0 2-14 0,1 2-15 0,-1-1-9 15,4 3 4-15,-9 2-18 0,0 0 0 16,16 3-11-16,-6 5-3 0,-5-2-3 0,0 6-4 16,-2 0-13-16,6 0-8 0,-3 6-20 0,1 0-17 0,1-3-25 15,1 4-18-15,4-2-18 0,-7 1-16 0,1-2-15 16,0 2-27-16,-1-1-36 0,-2-3-51 0,2-1-50 15,-1-2-317-15,-3-3-670 0,-1-3 296 0</inkml:trace>
  <inkml:trace contextRef="#ctx0" brushRef="#br0" timeOffset="46253.02">4455 4575 272 0,'7'-8'316'0,"-5"-2"-18"16,6 2-10-16,-8 1-10 0,7 1-13 0,-3 0-24 0,-4 6-24 15,4-8-22-15,-3 4-23 0,-1 4-22 0,0 0-4 16,0 0-29-16,0 0-11 0,0 0-11 0,0 0-12 16,7 15-1-16,-7-6-16 0,3 1-7 15,-6 7-6-15,8 0-6 0,-5 0-3 0,0 5-7 0,-2-7-1 16,2 10-5-16,0 4-2 0,0-2-5 0,2 0-2 15,-2 1-1-15,0-1 4 0,0-2-9 0,0 2 4 16,0-1-8-16,0-5 2 0,3 1 0 0,-3-2-6 16,7-2 4-16,-7 0 1 0,0-1-7 0,0 1 1 15,3-4 3-15,-1 1 1 0,-2 0-6 0,7 0 16 16,-6-4-16-16,4 1-3 0,-3 0 6 0,6-4-4 16,-1 0 5-16,1 4 1 0,0-7-13 0,1 2-15 15,5 4-7-15,0-7-11 0,1 4-13 0,-1-5-7 16,5 5-12-16,-1-5-5 0,0-2-9 0,0 0-5 15,-3-1-3-15,0 0 11 0,7-1 2 0,-6-2 12 16,-4 2 5-16,1-7 3 0,2 5 10 0,0-5 6 16,-7 1 5-16,5-5 5 0,-3 4 8 0,0-7 15 15,0 2 5-15,-3-5 14 0,-2 1 9 0,1-1 13 0,-1 5 10 16,-3-2 11-16,-2 3 0 0,2 1 7 0,1-1 8 16,-3 1-8-16,0 0-6 0,0 3-1 15,-3 4-4-15,3-4-11 0,-4 3-3 0,4 5-3 16,-6-7-5-16,6 7-8 0,0 0 0 0,-20 2-2 0,20-2-5 15,-12 6-2-15,6 1 3 0,-3 1-4 0,3 1-2 16,-1 3-4-16,-1 0-2 0,1 0 0 0,-1 1-6 16,3 3-2-16,-2-8-4 0,6 4 0 0,-1 0-6 15,-3-2 0-15,5-2 0 0,5 3-2 0,-5 1 3 16,3-8-1-16,2 3 4 0,2-3-2 0,1 4-3 16,0-7 9-16,2 2-3 0,4-3 2 0,-14 0 2 15,28-4-1-15,-13-3 1 0,6 4 3 0,-4-2-2 16,1-2-1-16,0-1 0 0,2 1 12 0,-2-3 8 15,0 4 1-15,-1-2-1 0,1 5 2 0,0-2 2 16,-1-2 1-16,-2 3 0 0,0 3-3 0,-4-1-2 16,-1 0-2-16,3 2-2 0,-4 2 0 0,4-2-4 15,-5 2-3-15,2 2 1 0,0-3 0 0,2 7 0 16,-6-2-4-16,4 2 4 0,-5-1-3 0,4 3 2 0,-3-2 0 16,1 1-3-16,-6-1 2 0,4 4-4 15,-5-5 4-15,2 1-1 0,-2-3 0 0,3 2 2 16,-1 0-1-16,-2-7 1 0,-2 8 4 0,2-8 6 15,0 9 22-15,0-9 13 0,0 0 21 0,0 0 12 0,0 0-1 16,0 0 4-16,0 0-3 0,0 0-7 0,0 0-4 16,-15-19-10-16,12 12 1 0,3-3-15 0,3 0-19 15,1-2-26-15,2-1-34 0,-1-2-32 0,5 1-37 16,-3-5-39-16,3-1-48 0,3 0-46 0,2-2-44 16,2 2-23-16,-4 6-223 0,-2 0-568 0,1 1 252 15</inkml:trace>
  <inkml:trace contextRef="#ctx0" brushRef="#br0" timeOffset="47581.16">5487 4858 22 0,'0'0'130'0,"-2"12"3"15,2-12 8-15,-5 8-5 0,5-8 8 0,0 12-7 16,0-6-1-16,5 0 0 0,-3 0-7 0,-2 6-18 16,3-5-6-16,0 2-10 0,-3 2-9 0,2 1-7 15,3 3-8-15,-4-1-6 0,1-4-6 0,3 2-2 16,-3 0-9-16,-2-3-3 0,6 3-5 0,-6-4-8 15,7 4 3-15,-5-5-6 0,-2 2-1 0,6-3-2 16,-6 0-3-16,7 0 3 0,-6-1-1 0,-1-5-3 0,0 0 0 16,2 4-2-16,-2-4 1 0,0 0 17 0,0 0 4 15,13-12 15-15,-8 3 2 0,2 0 2 16,-2 0-1-16,0-3 5 0,3 1-2 0,0-2 3 16,2 2 2-16,-5 0 3 0,7-3-2 0,-9 5-7 0,2 1-2 15,3 0-1-15,-6 0-8 0,5 2-6 0,-4 1 1 16,2 1-17-16,0 1 1 0,-5 3-10 0,10-5 2 15,-10 5-4-15,0 0-3 0,13 7-7 0,-6-2-4 16,-1 0-8-16,-4 1-7 0,5 6-4 0,-6-3-11 16,4-2-2-16,-5 4-2 0,7 1 0 0,-5-3 1 15,-2 3-1-15,3-5 1 0,0 1 3 0,-3-1 1 16,0 0 7-16,0-2 7 0,2 1-5 0,-2-6 6 16,6 4 3-16,-6-4 7 0,0 0 11 0,0 0 9 15,0 0 9-15,17-10 6 0,-12 6 0 0,-3-4 7 16,3 1 4-16,1 1 12 0,-2-1-1 0,1 0-4 15,3-2-2-15,-2-1-4 0,-4 2 0 0,5 3 7 16,-1-2-22-16,3 3 12 0,-3-2-20 0,2 4 1 16,-1-2-9-16,0 1 1 0,-7 3-2 0,15 3 2 0,-15-3-3 15,19 1-3-15,-9 4-8 0,-3-2-7 16,3 4-4-16,3 0-4 0,5 5-4 0,-1-4-3 16,1 3-1-16,10 4-8 0,0-3-13 0,1 1-9 0,4-2 0 15,-5 1-17-15,2-5-7 0,-2 1-6 0,2-2-10 16,-1-1 1-16,-7-4 10 0,6-1 7 0,-10 2 5 15,4-5 6-15,-4-2 6 0,-3 5 7 16,-5-6 8-16,1 2 9 0,-1-4 8 0,0-1 8 0,-3 2 14 16,-1-3 11-16,-4 0 9 0,-2 3 12 0,5-3 9 15,-5 0 3-15,0 1 5 0,-7 0 0 0,6 1-3 16,-6-2-6-16,1 3-3 0,-3-1 0 0,1-2-7 16,0 3-3-16,-2 6-5 0,-7 0-3 0,4-1-6 15,1 2 2-15,-1 2-4 0,3 0 1 0,-1 3 1 16,1 1-4-16,3 2-4 0,2-1 3 0,-3 5-3 15,8 2-1-15,5 0-9 0,0 1-13 0,5 0-22 16,11 5-16-16,11 10-6 0,11-3-33 0,11-3-43 16,21 4-46-16,4-2-33 0,-21-7-7 0,3-2 4 15,19 2 7-15,-16-5 19 0,-4-5 18 0,-2 2 14 16,-3-7 23-16,-1-3 13 0,-6-1 34 0,-5-4 34 16,-13 1 36-16,0-3 29 0,-4-5 32 0,-8 3 31 15,-3-3 27-15,-1 1 16 0,-9-4 12 0,-2 2 17 16,-3-3 8-16,-2 0 10 0,-4 0 9 0,-1-2 4 0,-3-1 4 15,-3 6-2-15,-9-1 5 0,1-2-1 16,-7-4-2-16,4 7-10 0,-5-2-14 0,1 5-17 16,-4-2-10-16,4 8-3 0,-3-1-22 0,2 4-12 0,1 3-7 15,-3 0-8-15,9 3-12 0,6 0-7 0,-12 3-3 16,8 1-3-16,5-1-3 0,-2 5-6 0,2-1-9 16,2 1-6-16,5 2-8 0,-2-4-7 0,5 5-13 15,-2 0-7-15,1-2-12 0,4-3-9 0,4-2-4 16,1 2-8-16,2 2 6 0,2-6-19 0,-1 0-9 15,7-1-24-15,2-3-13 0,0-3-12 0,0-1-3 16,8-1-6-16,5-3 0 0,2-6 4 0,-2-2 0 16,-3-1-5-16,2-4 3 0,-4-2 6 0,8-13 9 15,-6 8 12-15,2-9 8 0,-7 4 13 0,-1-5 9 16,0 0 30-16,-6 2 37 0,-5 3 35 0,0-1 25 16,-1-1 29-16,0 4 4 0,-6 0 27 0,6 0 17 15,-7 7 5-15,0 3 5 0,-2-1-9 0,-3 3-5 16,4-4-6-16,-6 7-9 0,0 2-1 0,6 3-22 0,-6-1-12 15,0 1-15-15,3 2-7 0,-5 0-11 16,9 5-3-16,-8 0-10 0,8 0-1 0,-15 8-16 16,7-1-6-16,3 1-1 0,2 1-9 0,-4 6-7 0,2 0-2 15,3 11-6-15,2 2-10 0,2 2-10 0,5 10-3 16,-1-11-12-16,1 6-13 0,8 0-12 16,-7-3-5-16,0-5-10 0,5 0-10 0,2 0-15 15,-1-8-8-15,1 5-7 0,1-2-9 0,-3-9 12 0,2-1 10 16,5-3 9-16,-3-1 7 0,-1-7 15 0,-1-1 13 15,2 0 19-15,-6-1 30 0,2-1 26 0,-3-4 20 16,4-8 19-16,-1 4 18 0,-3 0 33 0,-2-9 4 16,5 4 20-16,-6 0 19 0,6-10 14 0,-6 7 5 15,3-6 3-15,-5 6-1 0,0 2 0 0,1 0 3 16,-1 6-6-16,-3-7-11 0,1 2-9 0,2 7-16 16,0-1-15-16,-5 4-13 0,2 2-15 0,-2 3-38 15,0 0-29-15,6-3-12 0,-6 3-2 0,0 0-20 16,7 16-10-16,0-5-29 0,1 5-5 0,-1-2-17 15,1 3-20-15,7 1-9 0,0 3-16 0,1-1-18 16,1 2-27-16,3-3-21 0,-1-3-21 0,6 7-16 16,3-10-25-16,2 2-18 0,8-5-16 0,-1 3-217 15,-3-6-546-15,-4-5 242 0</inkml:trace>
  <inkml:trace contextRef="#ctx0" brushRef="#br0" timeOffset="47956.16">7987 5169 1334 0,'19'-6'-81'0,"1"0"27"0,-4-6 31 16,-3 3 37-16,-3-5 31 0,3 1 34 0,-8-2 29 15,0-1 29-15,0 1 18 0,-5-4-2 16,0 4-2-16,-5 1-2 0,-3-3-7 0,0 2-9 0,-2 3-11 15,-5 2-15-15,0-3-8 0,-6 4-6 0,-1 4-10 16,-6-3-6-16,3 2-10 0,-3 9-3 0,2-2-10 16,4 2-5-16,5 4-4 0,-4 0-6 0,4 0-4 15,-2 4-13-15,5 0-6 0,-1 2-6 0,7 1-5 16,1 2-5-16,6-5-3 0,1 2-15 0,0 1-7 16,6-1-9-16,3-3-13 0,2-1-9 0,1-1-11 15,6-1 2-15,-1 1 2 0,6-5 5 0,-3-2 7 16,-4 1 2-16,6-8 6 0,1 2 3 0,5-3 6 15,0-2 3-15,-10 2 6 0,7-5 5 0,-10 1 20 16,2-1 18-16,-2 4 15 0,-1 0 19 0,-5-3 2 16,-3 4 5-16,1-1 9 0,0 3 0 0,-1-3 8 15,-2 1-7-15,-1 3-5 0,-1-3-9 0,-2 7-10 16,1-8-3-16,-1 8-5 0,0 0-5 0,0 0-5 0,0 0-4 16,0 0-7-16,0 0-7 0,-6 20-9 15,6-14-4-15,-4 2-7 0,4 4-13 0,4-5-20 16,-4 5-6-16,3 0-17 0,0-3-16 0,2 0-21 15,2 1-15-15,1 0-25 0,2-5-28 0,2 2-17 0,4 0-15 16,-1-2-6-16,0-4-144 0,1 2-383 0,4-6 169 16</inkml:trace>
  <inkml:trace contextRef="#ctx0" brushRef="#br0" timeOffset="48378.04">8410 4998 214 0,'9'-18'14'0,"3"-8"32"0,-2 1 21 16,2-2 42-16,-1-13-5 0,-1 8 31 0,0 3 23 15,2-2 9-15,-1-5 10 0,-4 3 0 0,-1 4-3 16,-6-2-13-16,9 4 7 0,-9 1 0 0,1 7-8 15,4-1-3-15,-5 6-7 0,0 1-17 0,0 1-13 16,0 5-10-16,0-1-15 0,-5 1-13 0,4 2-12 16,1 5-4-16,0 0-11 0,0 0-5 0,0 0-6 15,-23 23 1-15,13-7-11 0,5 4-2 0,-2 10-4 16,-6 1-4-16,6 7 2 0,-3 4-2 0,4 1-2 16,2 6 4-16,1-8-6 0,1 5-9 0,4-3-5 15,5-1-9-15,-2-1-14 0,-2-4-18 0,5-10-14 16,-3 4-19-16,5-4-21 0,-3-1-18 0,-1-14-22 15,8 4-13-15,-5-5-30 0,5 0 14 0,7-6-4 16,-6-3 8-16,0-2 6 0,5-5 17 0,-4 1 11 16,8-6 16-16,-3-4 16 0,-4-6 28 0,3 0 19 15,-4-2 27-15,2 0 31 0,-3-2 39 0,-2 3 44 16,-1-3 27-16,-4 6 26 0,4-8-2 0,-4 10 6 16,-6 1-5-16,4-1-3 0,-6-1-8 0,0-1-9 0,0 9-9 15,-3-5-21-15,-2 7-11 0,0-1-9 0,-5 1 3 16,4 2-24-16,-3 2-8 0,-1 2-7 15,10 1-5-15,-18 9-1 0,12-2-7 0,-4 1-5 16,5 3 0-16,1-1-3 0,-1 8-2 0,5-6 3 0,2 6-4 16,-2-4-4-16,12 0-1 0,-2 1-4 0,3 2-14 15,3-2-24-15,9 0-18 0,2-1-31 0,1-4-36 16,-2-1-45-16,6-1-47 0,12-4-40 0,-1 4-271 16,-6-8-556-16,-4 0 246 0</inkml:trace>
  <inkml:trace contextRef="#ctx0" brushRef="#br0" timeOffset="49034.3">4303 4828 166 0,'0'0'464'16,"0"0"26"-16,0 0 9 0,0 0 7 0,0 0-8 16,0 0-21-16,0 0-17 0,0 0-22 0,0 0-30 15,0 0-26-15,-13-10-25 0,13 10-43 0,0 0-36 16,0 0-40-16,0 0-41 0,18-11-41 0,-8 5-47 16,8-3-51-16,2 6-58 0,2 2-64 0,11-3-64 15,-2 2-58-15,6 0-65 0,-6 4-53 0,2 0-62 0,-1-1-60 16,-1 5-369-16,-3-1-862 0,-6-1 381 15</inkml:trace>
  <inkml:trace contextRef="#ctx0" brushRef="#br0" timeOffset="49471.8">4141 5235 202 0,'0'0'195'0,"-3"10"0"0,3-10-4 16,3 5-1-16,2 0 1 0,-5-5-2 0,8 5-1 15,-8-5-10-15,15 2-9 0,-7-2-21 0,6 0-8 16,2-2-12-16,4-1-14 0,-2 1-13 0,2-4-8 15,8-2-13-15,-3-3-5 0,3 3-8 0,-6 0-7 16,1-4-6-16,0 1-32 0,3-1-23 0,-9-1-25 16,-2-4-24-16,-2 5-42 0,-3-5-40 0,2 3-42 15,-4-2-43-15,-3 5-163 0,-5-4-412 0,-3 6 183 16</inkml:trace>
  <inkml:trace contextRef="#ctx0" brushRef="#br0" timeOffset="50190.56">3204 4613 15 0,'-7'-8'379'0,"2"6"0"0,2-2 10 0,-2-4-18 0,5 8-12 16,-1-7-13-16,1 7-24 0,0 0-22 0,-2-8-24 15,2 8-19-15,0 0-23 0,-3-4-21 0,3 4-19 16,0 0-19-16,0 0-16 0,6-9-19 0,2 8-14 16,-1-4-10-16,3 0-16 0,0 2-12 0,7-1-12 15,4 1-25-15,2-3-24 0,5 3-33 0,2-5-44 16,5 1-41-16,-4 2-34 0,1 1-33 0,1 3-38 15,-3-4-46-15,-2 5-43 0,-2-3-42 0,-1 0-275 16,-8 3-653-16,-7 0 289 0</inkml:trace>
  <inkml:trace contextRef="#ctx0" brushRef="#br0" timeOffset="50409.31">3123 5159 138 0,'0'7'289'0,"-2"-4"-7"0,2-3-3 15,2 10-5-15,-2-10-2 0,5 8-7 0,-2-4-14 16,4-1-24-16,3 2-21 0,3-2-17 0,2 1-20 16,1 1-16-16,6-2-16 0,8-3-32 0,5 1-53 15,1 2-66-15,9-1-90 0,-1-2-95 0,8 2-95 16,-6-4-153-16,-10 2-483 0,-1-5 215 0</inkml:trace>
  <inkml:trace contextRef="#ctx0" brushRef="#br0" timeOffset="51518.7">10071 4417 30 0,'0'-15'390'0,"0"5"-15"0,2 3-3 0,0-5-30 0,-2 4-15 16,1 2-15-16,3 3-28 0,-4-6-27 0,0 9-34 15,1-8-29-15,-1 8-20 0,0 0-16 0,0 0-17 16,0 0-19-16,0 0-11 0,13 24-11 0,-4-9-8 16,-8 0-11-16,8 12-7 0,-3 0-8 0,-1 2-6 15,-1 1-20-15,2 1 10 0,-1 1-5 0,3 9-5 16,-1 1-2-16,-4-11-6 0,2-1-6 0,2 0-4 15,-2 2-6-15,0-4 5 0,5-1-18 0,-7-2-15 0,4 0 9 16,-2-8 0-16,-2-9-3 0,2 4-2 16,-2-5 11-16,1-2 5 0,-1 0-1 0,-1-3 3 15,-2-2-2-15,0 0-3 0,0 0-2 0,23-9 7 0,-18 2 1 16,3-1-5-16,2-7 5 0,0-1-3 0,0 5 4 16,8-6-1-16,-8 3-4 0,3-2 2 0,2 0 1 15,-2 0-6-15,4 2 3 0,-2 1-2 0,-4 2 1 16,-1 1 1-16,3 5-14 0,-4-3 6 0,-1 4-4 15,-1 0-4-15,1 4-2 0,-8 0 10 0,15 4-20 16,-7 4-4-16,0-2-7 0,-1 3-1 0,3 4-7 16,0 2-3-16,-2 0-1 0,5 4 1 0,-4 0 14 15,1-3-17-15,3 4 3 0,-7-5-1 0,6 1 4 16,0-1 3-16,-4-3 8 0,2-4-1 0,0 1 8 16,-2-3 0-16,0-2 5 0,6-1 4 0,-6-1 1 15,-2-2-1-15,8-3 14 0,-6-3 13 0,0 0 9 16,12-6 19-16,-7 0 16 0,-1-5 10 0,-4 6 7 15,2-8 15-15,-2 0 11 0,2 2 8 0,4-5 5 0,-6 6-9 16,3-3-3-16,-2 3-15 0,-3 3-3 16,-2 3-10-16,1-2-7 0,1 2-8 0,-2 4-9 15,1-1-15-15,-4 3-33 0,-1 4-48 0,5-7-34 16,-5 7-25-16,0 0-24 0,18 7-20 0,-13 1-21 0,4 1-31 16,-1-2-36-16,7 8-47 0,6 0-60 0,-6-1-266 15,7 1-661-15,7 3 294 0</inkml:trace>
  <inkml:trace contextRef="#ctx0" brushRef="#br0" timeOffset="51924.95">11407 4782 100 0,'-15'-12'297'0,"-5"3"-2"16,4-2-12-16,-14 1-11 0,7 0-14 0,-4 2-15 15,-6 0-22-15,5 7-25 0,-2-1-14 0,2 2-24 16,7 0-9-16,-1 3-19 0,4 2-12 0,1-1-13 15,-3 4-15-15,6 1-3 0,0 0-6 0,1 3-8 16,3-4-10-16,3 0-3 0,-1 6-7 0,3 2-6 16,4-4-6-16,1 5-3 0,8-3 2 0,-2-6-12 15,-4 4-14-15,10-2-1 0,-9 0-17 0,9-4-9 16,3-2-16-16,1-2-11 0,2 1-8 0,2-6-7 16,-2 3-6-16,-1-6-6 0,4-6 1 0,3 0-8 0,-1-7 0 15,2 0-1-15,-2 0 7 0,-7-5 1 0,4 0 6 16,-8-3 8-16,1 1 2 0,0-2 11 15,-9-5 13-15,1 5 30 0,-4-3 11 0,4 0 18 16,-11 3 19-16,6 2 6 0,-5 3 8 0,3 1 7 0,-5 5-6 16,1 2-5-16,4 2-8 0,-5 4-8 0,-1-3-5 15,5 6-5-15,-7 4-7 0,3-2-5 16,-3 4 1-16,10 0-3 0,-15 11 0 0,9-3-6 0,-1 4-1 16,6 0 0-16,-1 6-4 0,2 2-10 0,2-1-7 15,4 8-15-15,-3-4-12 0,11 4-21 0,2 0-31 16,1-3-38-16,8 12-44 0,-2-14-41 0,0 1-45 15,17 1-175-15,-15-8-463 0,16 4 206 0</inkml:trace>
  <inkml:trace contextRef="#ctx0" brushRef="#br0" timeOffset="52878.09">11882 4694 95 0,'-12'-8'243'0,"-7"1"-10"16,0 0-4-16,-2-3-7 0,-4 7-11 0,-1 0-14 15,-3-1-14-15,8 2-17 0,-9 2-16 0,4 2-13 16,1 2-15-16,2-1-11 0,1 0-12 0,4 7-9 16,-4-2-11-16,4 1-6 0,3 1-7 0,0 4-8 0,4-4-5 15,-1 2 0-15,4 2-11 0,1 1 7 0,6 1-12 16,1-5 8-16,0 1-11 0,3 0-3 16,7 0-10-16,1 0-13 0,3-5-12 0,1 2-18 15,4-6-12-15,3 1-13 0,1-4-5 0,2-4-6 0,5-3-1 16,-2-1-5-16,2-4 2 0,-2-1 1 0,2-2-3 15,-7-4 6-15,3-3 0 0,-3 2 8 0,-3-3 4 16,-3-4 8-16,-4-3 11 0,2-6 14 0,-10-4 21 16,2-1 17-16,-9 2 20 0,-3 6 15 0,-3-6 16 0,6 10 14 0,-8-3 15 0,0 3-7 0,-1 2-6 15,-8 3-8-15,8 0-7 0,-7 5-9 0,3 3-6 16,0 5-4-16,0 0-12 0,0 3-2 0,5 1-9 16,-3 4-7-16,0 3 1 0,13 0-2 0,-15 9-5 15,6 0-2-15,3 2 4 0,2 5-6 0,1 2-4 16,3 7 3-16,7 1-3 0,-1 2 0 0,9 1-3 15,2 11-6-15,4-1-6 0,1-4-13 0,6-1-11 16,2 4-12-16,1-5-23 0,-3 4-21 0,7-8-26 16,-3 1-31-16,-3 0-20 0,-2-10-27 0,4-2-19 15,-1-4-10-15,7 6 2 0,-8-6 8 0,-1-1 20 16,1-7 18-16,2-5 17 0,-14 1 18 0,11-2 30 16,-5-2 27-16,-5-3 33 0,0-2 34 0,-3 0 40 15,0-5 24-15,-8 4 36 0,1 0 23 0,-1-4 18 0,-1-2 11 16,1 1 1-16,-5-3-3 0,-4 5-5 0,2 2-7 15,-5-1-11-15,3-2-11 0,-4 2-12 16,2 4-10-16,-1-1-9 0,-6-1-11 0,3 5-7 16,-1 2-9-16,9 1-3 0,-21 1-6 0,12 1-3 0,-4 7-5 15,5-2-5-15,-2-3-1 0,3 5-6 0,-1 6-7 16,3-3-9-16,2 6-8 0,0-6-7 0,3 4-15 16,3-3-10-16,-2-1-8 0,3-2-18 0,4 4-16 15,2-2-13-15,0-4-9 0,2-3-4 0,-1 3 7 16,2-4 6-16,4-1 8 0,3-3 6 0,-9-1 13 15,8-5 2-15,2 0 10 0,-4-1 12 0,-2-1 16 16,-2-3 19-16,2 1 17 0,0-3 19 0,-2 1 20 16,-5-2 18-16,0 1 18 0,1 2 1 0,-4-1 10 15,1 1 0-15,-1 2-9 0,-5 1-4 0,3-2-7 16,-1 3-7-16,1 4-11 0,-3 3-9 0,2-6-10 16,-2 6-4-16,0 0-4 0,0 0-8 0,0 0 1 15,0 0-6-15,0 0-7 0,0 0-9 0,-2 26-10 16,2-18-11-16,0 1-11 0,0 5-8 0,2-2-8 15,0 4-13-15,1-6-12 0,0-1-10 0,2 1-10 16,-1 0-9-16,2-2-1 0,3-2 4 0,-3 0 6 16,2-2 8-16,4-2 8 0,-4-1 10 0,6-2 4 15,-5 1 11-15,-9 0 7 0,29-7 15 0,-19-1 23 0,3 2 17 16,-3-6 9-16,5 0 22 0,-2 3 18 0,0-2 16 16,-5-4 9-16,7 6 6 0,-8 2 5 15,1-4 1-15,-1 7 0 0,-1-4-1 0,3 4-14 16,-4-2-7-16,-4 0-8 0,6 0-10 0,-7 6-7 0,2-3-3 15,-2 3-13-15,6-6-7 0,-6 6-18 0,0 0-10 16,0 0-17-16,0 0-20 0,0 0-17 0,0 0-27 16,0 16-26-16,0-16-33 0,0 14-34 0,-1-10-37 15,1 3-47-15,-5 0-152 0,5-7-440 0,-2 9 196 16</inkml:trace>
  <inkml:trace contextRef="#ctx0" brushRef="#br0" timeOffset="53534.35">10546 4332 276 0,'0'0'344'16,"0"0"-21"-16,0 0-23 0,0 0-28 0,-3-5-27 15,3 5-26-15,0 0-22 0,0 0-25 0,0 0-16 16,0 0-18-16,0 0-10 0,0 0-18 0,0 0-11 16,0 0-7-16,0 0-12 0,0 0-5 0,0 0-7 15,15 11-6-15,-15-11-7 0,7 5-5 0,-7-5-3 16,8 1-5-16,-8-1-2 0,11 2-5 0,-11-2-1 0,0 0-5 15,7 0 2-15,-7 0-2 0,0 0-7 16,0 0 3-16,0 0-3 0,13-7 1 0,-13 7-4 16,7-4 2-16,-7 4-3 0,0-8-5 0,0 8-1 15,0-5-2-15,0 5 4 0,0 0-8 0,0-11 0 0,0 11-6 16,0 0-26-16,0 0-25 0,-5-7-42 0,5 7-50 16,0 0-60-16,0 0-54 0,0 0-274 0,0 0-576 15,0 0 255-15</inkml:trace>
  <inkml:trace contextRef="#ctx0" brushRef="#br0" timeOffset="55893.75">14125 4305 261 0,'6'-15'321'0,"-6"-2"-19"15,5 1-25-15,-5 2-19 0,0-1-14 16,-5 2-23-16,5 2-12 0,-1 1-21 0,-4 0-14 16,3 2-12-16,-5-3-15 0,-1 3-20 0,0 3-11 15,-4-1-14-15,2 5-14 0,0-4-7 0,-1 3-9 0,1 2-10 16,-5 2-4-16,3 1-6 0,-4 4-8 0,8-4-4 16,-11 6-4-16,10 2-3 0,-6 0-3 15,1-3-2-15,6 0-2 0,3 1-8 0,-3 3 3 0,6-3 0 16,-3 3-1-16,5-3-5 0,0 8 3 0,5-4-4 15,2 1-1-15,1-1 1 0,5 2-4 0,-1 0-3 16,8 6 2-16,-5-9-1 0,5 7 11 0,-2 1-12 16,3-3 1-16,1 0-5 0,-6-5 8 0,-1 5-10 15,-2-4-4-15,-4 2 7 0,4-1-3 0,-6 0-3 16,1-1 1-16,-3-3-5 0,-4 1 4 0,-1-2 0 16,2 3 1-16,-2-2-2 0,-2-1 2 0,2-1 10 15,-6-2-11-15,-2 2 3 0,1-3 0 0,-1-3-1 16,-6 3 4-16,1-4-2 0,-2-1 6 0,-1 0-2 15,3 0 5-15,1-1 3 0,0-4-2 0,1 2 0 16,1 0 1-16,3-2 3 0,-1-5-3 0,1 4 2 16,6 3-11-16,1-8-9 0,-4 4-14 0,8 1-16 15,2 0-11-15,4-2-15 0,3 0-18 0,2 3-8 0,0 2-12 16,7-3-6-16,-6 1-10 0,6 4-1 0,-1 1-5 16,7-1 7-16,2 2-5 0,-8-1 18 15,-1 0 14-15,-4 0 5 0,3 1 3 0,-7-2 20 0,4 2 5 16,-8-1 4-16,3 0 25 0,-12 0 14 0,17-1 10 15,-9 0 4-15,-8 1 15 0,11-2 7 0,-11 2 9 16,9-4 4-16,-9 4-2 0,8-5 3 0,-8 5 6 16,5-3 3-16,-5 3-4 0,0 0-2 0,5-4-5 15,-5 4 0-15,0 0-7 0,0 0-4 0,0 0-4 16,0 0-4-16,0 0-5 0,0 0-2 0,0 0 0 16,0 0-1-16,7 13 3 0,-7-13-3 0,0 10 0 15,0-2-2-15,3 0-1 0,0-2-2 0,-3-1 3 16,7 0 0-16,-6 1-5 0,6 2 5 0,0-4-3 15,-1 0 0-15,3 1-3 0,-1-1 0 0,5-4-4 16,-5 0 0-16,7 0 0 0,-1-1-1 0,-6-2 2 16,12-2 1-16,-10-1 1 0,3 1-2 0,0-3-2 15,-3-4 11-15,3 0 2 0,0 3 11 0,-8 0 24 0,2-2 10 16,3-2 19-16,-5 4 16 0,0-1 14 0,0 2 2 16,0-1 4-16,-3 0 4 0,-1 1 0 15,1 4-12-15,-1-2-12 0,-1 6-4 0,0-9-13 16,0 9-12-16,4-5-9 0,-4 5-9 0,0 0-18 0,0 0 16 15,0 0-29-15,0 0 8 0,0 0 9 0,0 0-22 16,0 0-4-16,6 20-17 0,-2-16-6 0,-3 4-12 16,4 2-9-16,-1-1-10 0,2-1-12 0,4 2-18 15,-2-2-28-15,2 1-32 0,-3-2-42 0,3 1-47 16,3-1-50-16,2 1-282 0,-3-8-607 0,-1 1 269 16</inkml:trace>
  <inkml:trace contextRef="#ctx0" brushRef="#br0" timeOffset="56268.75">14785 4045 267 0,'0'-4'288'0,"-6"-2"-29"16,6 6-26-16,0-6-30 0,0 6-17 0,0 0-21 15,0 0-18-15,0 0-15 0,0 0-13 0,1 20-11 16,4-9-12-16,0 1-4 0,0 8-13 0,0-1-6 15,5 0-9-15,-5 4-4 0,3 8-6 0,-1-8-5 0,1 0-3 16,-1 2-4-16,-1 1-6 0,8-3-4 0,-8-4-15 16,-2-4-16-16,2 5-11 0,4-7-13 15,-5 2-12-15,2-4-3 0,1-3-8 0,-1 3-3 16,-1-3 0-16,2-4 2 0,2 0 2 0,0 0 8 0,0-3 3 16,2 5 5-16,-2-6 5 0,0 0 0 0,-10 0 8 15,26 1 11-15,-16 1 10 0,2-2 0 0,-2 0 1 16,-10 0 1-16,18 1 0 0,-8 1 2 0,-2 1-5 15,-1-1 0-15,1-1-2 0,-8-1-1 0,13 6-1 16,-8-4 1-16,-2 2 4 0,-3-4-4 0,9 7 1 16,-9-2-2-16,0-5-6 0,0 0 8 0,-9 11 0 15,3-6 5-15,-2 0-4 0,-2-2 2 0,-2 2-1 16,-3-4-7-16,-1 3-27 0,-4 0-46 0,3-6-53 16,1 4-61-16,-6-2-142 0,2-2-357 0,0 0 158 15</inkml:trace>
  <inkml:trace contextRef="#ctx0" brushRef="#br0" timeOffset="56550">15356 4358 112 0,'0'0'237'0,"8"5"-18"0,-8-5 1 0,0 10-8 0,-3 3-7 16,3-2-8-16,-2 8-14 0,2 5-9 0,0 6-12 15,-1 0-11-15,1 0-12 0,1 12-12 16,1 7-7-16,3-2-13 0,3 1-6 0,-3 3-9 0,2 1 7 16,5 6-8-16,2-3-5 0,0 1-13 0,1-3-7 15,-2 0-5-15,-3-5-5 0,5 3-3 0,-7-11-9 16,4 1-3-16,-4-11 0 0,-2-3-5 0,-2-6-3 16,1-4-21-16,-4-4-24 0,4-3-1 0,-3 1-7 15,3-8-40-15,-5-3-49 0,0 0-36 0,0 0-53 16,0 0-37-16,-7-34-225 0,1 8-498 0,-3-1 221 15</inkml:trace>
  <inkml:trace contextRef="#ctx0" brushRef="#br0" timeOffset="57300.01">15315 4443 67 0,'1'-11'319'0,"-1"3"3"0,4 0-6 16,-3-3-14-16,3 3-1 0,-1 1-22 0,-1-2-3 0,3-1-15 15,-2 2-18-15,2 3-22 0,2-6-20 16,-4 8-29-16,3-3-14 0,3 3-15 0,-1 0-11 16,2-2-17-16,2 5-6 0,-12 0-16 0,23 0-11 0,-10 5-13 15,2-1-4-15,0-1-9 0,3 5-12 0,2 4-12 16,-2-1-20-16,-1 0-6 0,4 0-12 16,-6-1-2-16,5 5-15 0,-5-3-6 0,-4 5-10 0,1-4-8 15,-2 2 0-15,-2-1-3 0,-3-5-1 0,0 3 3 16,-5 0-3-16,-3-3 1 0,-1-2 9 0,-2 1 1 15,-1-2 3-15,-1-1 11 0,-4 1-4 0,1-5 6 16,-2-1 10-16,-1 0-3 0,4-1-3 0,-3-1 7 16,5-2 2-16,-4-3 3 0,9 2 0 0,-4-3-1 15,2 1 0-15,5-4 4 0,5 1 2 0,-3-1-8 16,6-3 3-16,5 4 1 0,2-2-1 0,5 0-6 16,3 0 2-16,6-1-4 0,-5 2-2 0,-2 3-1 15,6-4 1-15,-10 9 0 0,2-2 2 0,0-2 5 16,-3 2-7-16,-3 3-11 0,-5 2-6 0,-9 0-5 15,18 3 0-15,-7 4 3 0,-6-2-11 0,-3-1-2 16,6 3-1-16,-8 3-9 0,5 0-14 0,-3 0-2 16,0 0 7-16,3 2-1 0,-5 0 1 0,6 3-2 15,-4-3-3-15,3-3-7 0,-3 2 7 0,4-1-8 0,1 1 10 16,1-4 7-16,-1-1-3 0,1-3 6 16,0 3 4-16,5-5 3 0,1 3 9 0,-1-4 1 15,-1-4 5-15,1 4 8 0,0-3 1 0,2-2 6 0,0-3 5 16,0 2 16-16,0-3 19 0,-5 1 16 0,1-2 16 15,1 1 13-15,-1-3 8 0,-2 4 5 0,0 1 8 16,-4-1 8-16,0 1 3 0,-1-1-6 16,2 4-5-16,-1-2-8 0,-1 1-12 0,-4 5-4 0,6-5-8 15,-6 5-7-15,9-4-7 0,-9 4 0 0,0 0-4 16,0 0-7-16,14 8 0 0,-7-4 0 0,0 1-6 16,3 2-1-16,-5 1-7 0,8-4-5 0,2 4-3 15,-5 1 0-15,8 0-4 0,-3-3-4 0,0 3 0 16,0-3 0-16,1-1 2 0,-1-3 2 0,-5 3-1 15,3-5 3-15,-1 0 1 0,-4 0-5 0,-8 0 5 16,13-2 3-16,-8-2 3 0,0-2 3 0,-5 0-3 16,0-1 0-16,-1-2 3 0,-6 1-1 0,-1-2 3 15,-2-1-1-15,-2-1-2 0,-1 1 0 0,-2 1-2 16,-5 1 1-16,2-4 0 0,0 5-1 0,-2-3-3 16,2-1-5-16,-4 8-20 0,6-2-31 0,-4-3-33 15,3 6-40-15,11-2-46 0,-4 4-50 0,-2-1-170 16,12 2-421-16,-12-4 187 0</inkml:trace>
  <inkml:trace contextRef="#ctx0" brushRef="#br0" timeOffset="58732.52">16417 3967 291 0,'0'0'306'0,"0"0"-28"15,0-5-28-15,0 5-26 0,0 0-27 0,0 0-21 16,0 0-18-16,0 0-12 0,2 17-16 0,-2-6-15 16,3 5-8-16,2 1-13 0,3 9-2 0,-4 1-16 15,4 1-8-15,-5 5-3 0,12 6-9 0,-7-11-3 16,-3 4-6-16,5-2-4 0,-3-1-5 0,0-1-8 16,-1-1-13-16,-6-7-14 0,8 0-5 0,-4-5-2 15,-4 0-4-15,3-6 3 0,-1 2 5 0,3-4-3 16,-5-2 6-16,0-5 0 0,1 4 5 0,-1-4 6 15,0 0-1-15,0 0 5 0,9-12-6 0,-3 5 6 16,1-1-6-16,3-4 0 0,0 0 0 0,0-1-5 16,5 2 4-16,-2 0-2 0,7 3-3 0,-4 0-1 15,-1-2 0-15,2 5-3 0,-4 4 1 0,2-1-5 16,-5 1 2-16,3 4-1 0,-1 2-2 0,-3-1 1 16,0 5 4-16,-1-3-3 0,4 3-5 0,-9 3 5 0,4-2-4 15,-1 7 0-15,-6-7 2 0,0 4-1 0,0 1-3 16,-3-1 5-16,-2 2 0 0,0-4 2 15,0-2-2-15,-2 2 0 0,2-3 1 0,-3 2 2 0,1-4-1 16,-1 1 0-16,0 0 2 0,0-2 1 0,1-4-1 16,0 1 2-16,7-3 2 0,-13 2-1 0,13-2-2 15,0 0 5-15,-16-6-9 0,11 0 0 0,1 0-2 16,3-1-4-16,-3-2 0 0,3-2-5 0,2 2 1 16,3-3-3-16,-1-3-4 0,2 0-4 0,3-2-2 15,0-2 1-15,2-1-3 0,-1 0-2 0,4-4 0 16,-1 1-4-16,-3-3-4 0,6-1-11 0,-6 3 10 15,4-3-2-15,-5 2 3 0,0-4 7 0,7-1 1 16,-11 5 2-16,2-5 15 0,-2 6 19 0,1-2 19 16,-5 6 14-16,0 0 16 0,0 2 10 0,0 0 12 15,1 1 8-15,-1 0 0 0,-1 3 0 0,1-1-10 16,1 6-1-16,-1-3-5 0,-1 0-7 0,2 5-5 16,-2-1-7-16,1 8-10 0,0-12-6 0,-2 6-5 15,2 6-7-15,0 0-8 0,0-5-5 0,0 5 5 16,0 0-5-16,0 0-2 0,-12 20 0 0,12-11-7 15,-1 0 5-15,-3 6 0 0,-1-3-1 0,2 3-1 16,-4 2 3-16,6 1-3 0,-6-1-5 0,4 5 4 0,-7 3 10 16,8-6-10-16,2 7-4 0,0-1 0 0,2 2-5 15,5 0-3-15,-1 0-2 0,9-1-4 16,-2-1-1-16,7 1-18 0,3-3-7 0,2 0-9 0,2-1-14 16,9-1-8-16,0-1-3 0,-6-2-2 0,3-7 5 15,0-2 5-15,7 3 5 0,-5-6 11 0,-4-5 0 16,-1 3 7-16,-8-4 6 0,-1-4 5 0,1 1 6 15,-6-2 6-15,2-2 21 0,-3-5 9 0,0 5 8 32,-5-6 6-32,-3 3 11 0,-1-7 10 0,-2 3 14 15,-4-1 9-15,0-2 10 0,-2 2 2 0,-1 5 1 16,-1-2-3-16,3-1-6 0,-6-1-2 0,4 5-5 0,-4 1-12 0,4-2-3 0,-4 5 3 16,2 1-25-16,-1 0 1 0,6 4-3 0,-13 0-7 15,13 0-6-15,-17 7 3 0,10-1-10 0,1 1-2 16,-1 5-10-16,5 2-1 0,-3 1 2 0,5 3-4 15,0 0 2-15,0-2-11 0,0 6 5 0,7-7 0 16,0 2-4-16,-1 1-2 0,3-6-6 0,-1 5 1 16,5-8 2-16,-3 0 0 0,2-3 2 0,3 3 3 15,-6-6-1-15,5-2 5 0,2-1 5 0,-2-1-6 16,2-2 5-16,2-4 3 0,-1 0 1 0,-2-2 4 16,0 1-1-16,1-6 4 0,-1 2 16 0,5-3 21 15,-12 3-10-15,7-4 11 0,-7 4 0 0,6-3 3 16,-6 1 2-16,0 5 0 0,-3-2 0 0,-3 2 6 15,6-1 9-15,-3 2-11 0,-3 3-8 0,3-2-5 16,-4 5-7-16,-1 2-6 0,7-7-22 0,-7 7-11 0,0 0-2 16,0 0 5-16,0 0-3 0,0 0-2 0,0 20 2 15,0-11 7-15,-2 1-9 0,2 1 4 16,-5 2-6-16,5 2 1 0,0 4-8 0,5-11 4 16,-3 9-3-16,-2-3-2 0,5-1 3 0,-2-4 2 0,4 0-1 15,-7 2 0-15,5-6 5 0,-2 2 2 0,4-4 6 16,-7-1-1-16,6 1 0 0,-6-3 8 0,0 0-6 15,22-8 19-15,-16 4-8 0,4-3 7 0,-1-1 1 16,1-5 4-16,-2 2 1 0,0-4 5 0,0 5 1 16,1-8-1-16,-1 4 3 0,-1-1 0 0,1 2-9 15,-3 1 7-15,3 1 3 0,-3 1 10 0,-2 1-17 16,1 1-1-16,-3 1-5 0,1 1 1 0,0 0-6 16,3 2-14-16,-5 4-11 0,0 0-1 0,0 0 1 15,0 0-4-15,0 0 6 0,0 0 2 0,0 0-3 16,6 20 2-16,-6-9-3 0,0-2 3 0,0 1-3 15,2 1 8-15,0 1-10 0,1-3-6 0,-3 3 6 16,2-2 5-16,-2-1 5 0,6-1-5 0,-1 2-1 16,-2-5 2-16,6-1 4 0,-3-1 6 0,4-3 1 0,-10 0 2 15,12 4 2-15,-12-4-8 0,23-7 8 0,-15 3 4 16,6-5 8-16,0 2 20 0,-5-4-9 16,4 2 6-16,-5 2 4 0,4-5-3 0,-2-2 3 15,-4 5 1-15,1-2 0 0,1 2-3 0,-3-1-6 0,-1 2-5 16,4 1-2-16,-3-1 0 0,-4 3-9 0,4-2 0 15,-5 7-47-15,7-7-27 0,-4 4-36 0,-3 3-13 16,0 0-13-16,0 0-24 0,0 0-22 0,20 13-24 16,-16-8-25-16,2 1-17 0,1 0-15 0,1 0-26 15,5 2-189-15,-6-3-502 0,3 3 222 0</inkml:trace>
  <inkml:trace contextRef="#ctx0" brushRef="#br0" timeOffset="59045.02">18460 4103 89 0,'-2'-5'222'0,"2"5"-1"0,0 0-10 0,-15-3-6 16,3 3-13-16,12 0-12 0,0 0-14 0,-24 3-8 16,15-2-13-16,-4 3-12 0,6 0-11 0,-1 3-14 15,0-2-8-15,0 1-10 0,3 3-9 0,-2 0-4 16,5 0-5-16,1 1-7 0,2 4-4 0,1-3-5 0,3 5-4 15,3-3-6-15,6 5-3 0,-5-2 4 0,6 0-13 16,2-1 0-16,1 1-6 0,-3-1 3 16,0 0-9-16,-5-6-5 0,3 2 12 0,-6 0-3 15,1-6-5-15,-1 2 0 0,-2-3 2 0,-2 7-10 0,2-7 0 16,-5-1-1-16,0 3 0 0,0-6-4 0,-5 12 1 16,2-6-1-16,-7-2-19 0,-2 0-33 15,-3 4-51-15,-5-3-60 0,0 1-86 0,-6-5-219 0,-1 4-498 16,-9-2 220-16</inkml:trace>
  <inkml:trace contextRef="#ctx0" brushRef="#br0" timeOffset="62359.11">5674 6294 220 0,'0'-16'363'0,"3"-1"5"0,-1 0-10 0,-1 7-2 16,2-4 3-16,1 4-6 0,-4 0-7 0,1 0-6 15,4 2-11-15,-6 1-13 0,2-2-19 0,1 6-28 0,-2 3-28 16,-2-8-29-16,2 8-24 0,7-8-26 16,-7 8-16-16,0 0-18 0,0 0-14 0,0 0-4 15,2 24-17-15,-2-7-23 0,1 0-8 0,4 7-6 0,-5 3-6 16,7 3-4-16,-5 1-4 0,-2 1-4 0,3 7-5 15,0 6-2-15,-1-13-4 0,4 7-5 16,-2 2 4-16,-1-10-6 0,-3 1 3 0,2 2-6 0,3-4-4 16,0 0 2-16,-2 0-1 0,-1-3-3 0,-2-3 0 15,8 2-2-15,-3-7 0 0,-5 1-1 0,0-4-3 16,0 2 1-16,2-6 1 0,-2 3 0 0,0-6-3 16,5 2 1-16,-5-3 2 0,1 0-2 0,4-4 2 15,-5 4 1-15,0-1-4 0,0-7 1 0,2 10 5 16,-2-10-6-16,-2 5-1 0,2-5 3 0,0 0-1 15,0 8 0-15,0-8-4 0,0 0 5 0,0 0-1 16,0 0 2-16,0 0-1 0,0 0 2 0,0 0 1 16,0 0 2-16,2 6-4 0,-2-6 4 0,0 0-1 0,0 0 3 15,0 0 20-15,0 0 0 0,0 0 14 0,0 0-1 16,0 0-2-16,0 0-5 0,0 0-5 16,0 0-3-16,0 0 2 0,8-19-7 0,-3 14-3 0,-5 0-3 15,2-3-1-15,4-1-4 0,3 3-2 0,-9-5-2 16,6 1-1-16,-1 2 1 0,5-10-9 0,-3 6 2 15,6-4 1-15,-6 1-4 0,1 0-3 0,0 1 2 16,-1-3-3-16,1 2 1 0,0 2-1 0,4-1 1 16,-7 1 1-16,5-1-3 0,-4 6 9 0,1-3-5 15,-4 1-2-15,2 2 0 0,0-2-2 0,2 1 2 16,-2 2-4-16,3 0-5 0,-6-1-5 0,4 3-1 16,1 0 1-16,-5 2-7 0,-2 3-2 0,11-3-4 15,-11 3 2-15,10 0 0 0,-10 0 0 0,15 1 1 16,-5 1 0-16,2-1-3 0,-4 6 3 0,5 2 1 15,-1-2 1-15,-1-3 4 0,3 8 3 0,0-3 9 16,0-1-7-16,-6 2 1 0,7-2-2 0,-7 0 6 16,5 3 0-16,-4 0 2 0,-1-5-4 0,4 1 3 0,-4 1 2 15,0-1-1-15,-1 2-3 0,-1 1 2 0,-4-3 2 16,6 1-6-16,-6-3 6 0,3 3 0 16,0 3-1-16,-5-4 3 0,3 2-4 0,-1 0 2 0,1 1 5 15,-3 2-3-15,2-4-1 0,-1 1-1 0,-1 1-11 16,0-2-16-16,4 4-20 0,-8-3-19 0,4 0-26 15,0 0-27-15,0 2-26 0,4-3-3 0,-3 3-11 16,3-3-40-16,-1-3-52 0,4 3-57 0,-1 1-37 16,4-3-55-16,0 1-251 0,2 1-712 0,-2-2 316 15</inkml:trace>
  <inkml:trace contextRef="#ctx0" brushRef="#br0" timeOffset="62687.33">6632 7022 207 0,'0'0'232'0,"0"5"-6"0,0-5-12 0,0 8-10 16,0-8-14-16,-3 9-8 0,6-3-11 0,-6 0-14 16,3 2-12-16,0-1-10 0,0 3-13 0,0 0-13 15,0 0-9-15,0 0-11 0,0 2-7 0,3 3-8 16,-3-1-4-16,2-6-7 0,-4 6-7 0,4-6-6 16,-2-1 2-16,1 4-9 0,1 1-1 0,-2-8-6 15,3 8 5-15,-3-4-19 0,0-1-30 0,0-2-42 16,0 2-47-16,0 0-44 0,2-2-44 0,-2-5-53 15,0 8-162-15,0-8-432 0,0 0 191 0</inkml:trace>
  <inkml:trace contextRef="#ctx0" brushRef="#br0" timeOffset="63249.83">7226 6577 198 0,'0'0'346'0,"-10"3"-6"16,10-3-7-16,0 0 4 0,0 0-7 0,0 0-8 16,0 0-4-16,0 0-13 0,0 0-9 0,0 0-13 15,0 0-7-15,0 0-16 0,0 0-12 0,0 0-17 16,0 0-16-16,0 0-22 0,0 0-16 0,0 0-12 15,0 0-20-15,30 0-15 0,-17 0-14 0,-3 0-10 16,12 0-13-16,-6 0-19 0,4 0-23 0,2 0-26 16,-1 0-25-16,1 2-34 0,1-2-43 0,-2 0-42 15,4-2-40-15,-8 2-33 0,4 0-38 0,-1 0-48 16,-5 0-53-16,-2 0-49 0,-3 0-306 0,-3-3-743 16,-7 3 329-16</inkml:trace>
  <inkml:trace contextRef="#ctx0" brushRef="#br0" timeOffset="63484.21">7152 6913 317 0,'0'0'326'0,"0"0"-8"0,0 0-10 15,14 7-12-15,-14-7-17 0,20-2-19 0,-10 2-24 16,10-3-34-16,-3 1-13 0,4 1-17 0,1 1-16 15,1-2-19-15,5 1-8 0,0-2-16 0,-6 2-9 16,4-4-17-16,2 5-34 0,-1-2-35 0,-7-1-46 16,1 3-43-16,1 0-67 0,-1 0-65 0,1 0-70 15,-2 3-226-15,-4-3-538 0,-1-3 238 0</inkml:trace>
  <inkml:trace contextRef="#ctx0" brushRef="#br0" timeOffset="69677.5">8651 6254 88 0,'0'-6'336'0,"2"-1"-12"0,-2 7-17 16,0-9-22-16,0 9-18 0,0-5-36 0,0 5-17 15,0 0-23-15,0-7-22 0,0 7-22 0,0 0-12 16,0 0-19-16,0 0-9 0,13 12-12 0,-6-7-8 0,-2 2-8 16,5 4-6-16,-4 1-10 0,4 3-4 0,-2 0-6 15,4 1-16-15,0 0 9 0,-6-1-11 16,4 2-4-16,0 0 5 0,3 8-7 0,-3-2-4 0,5 0-2 15,-5 0-1-15,3 0 1 0,-1 1-5 0,1-1 0 16,-1-1-6-16,-1 2 2 0,-1-8 4 0,-2 4-9 16,1-1 9-16,2-4-9 0,-2 8-1 0,-1-4 1 15,0-3-1-15,-1-3-3 0,1 1 4 0,-1-2-3 16,-1-5-1-16,1 2 1 0,-5-2-5 0,4 1 1 16,-6-4 5-16,5 1 18 0,-5-5 36 0,2 6 36 15,-2-6 38-15,0 0 37 0,6 3 32 0,-6-3 30 16,0 0 22-16,0 0 12 0,7 1-13 0,-7-1-22 15,0 0-23-15,8-15-9 0,-3 7-3 0,-1-3-16 16,1-4-14-16,1-5-26 0,-1 1-4 0,7-4-16 16,-2-1-6-16,1-3-14 0,-1-1-6 0,-2 1-11 15,1 8-10-15,1-7 3 0,-2 2-24 0,0 6-6 0,-1-2-2 16,-1 4-11-16,-2-2-7 0,1 1-8 0,1 0-22 16,-4 7-31-16,0-5-18 0,4 6-40 15,-6 5-47-15,0-7-48 0,0 3-52 0,2 1-70 0,-2 2-57 16,0 5-52-16,-5-7-46 0,5 7-52 0,-13 0-351 15,13 0-937-15,-22 5 414 0</inkml:trace>
  <inkml:trace contextRef="#ctx0" brushRef="#br0" timeOffset="70646.33">9219 6321 211 0,'2'-6'259'0,"-2"6"0"0,6-10-1 0,-6 3-10 15,2 3-5-15,-2-2-3 0,0 6-9 16,6-10-11-16,-6 10-4 0,7-7-2 0,-7 4-6 16,2-2-16-16,-2 5-15 0,6-7-14 0,-6 7-1 0,0 0-31 15,0 0-20-15,0-4-8 0,0 4-15 0,0 0-11 16,0 0 6-16,0 0-19 0,0 0-16 0,0 0-3 15,0 0-11-15,0 0 6 0,0 0-8 0,0 0-2 16,-6 18-6-16,6-18 14 0,-2 11-21 0,-5-9 17 16,7 5-15-16,0-2-7 0,-8 5-2 0,3 0-1 15,4-3-18-15,-1 3-10 0,-5 0-11 0,1-3-47 16,-3 3-28-16,4 3-28 0,0-6-37 0,-1 10-52 16,1-7-62-16,3 2-300 0,-1 0-632 0,3-2 280 15</inkml:trace>
  <inkml:trace contextRef="#ctx0" brushRef="#br0" timeOffset="74266.77">7843 6364 126 0,'0'0'240'0,"0"0"-1"15,-3-5-4-15,3 5 1 0,0 0-6 0,0 0-8 16,0 0-7-16,0 0-4 0,3-10-11 0,-3 10-6 15,0 0-11-15,0-9-9 0,0 9-17 0,0-7-15 16,0 7-5-16,0-8-9 0,0 8-15 0,0-7-2 16,0 7-14-16,7-8-10 0,-7 3-3 0,8-3-10 15,-8 2-5-15,7-2-11 0,-4 1 3 0,2-1-7 16,-3 1 0-16,3-2-6 0,1 0-5 0,-4-2-2 16,5 4-2-16,-6-5 0 0,6 1-8 0,-2 1 4 15,-3 1-4-15,4-1 2 0,-6 2 1 0,7-1-9 0,-5 4 6 16,-2 0-5-16,5-2-5 0,-2 3-2 0,-3-4 1 15,0 8-8-15,5-7 3 0,-5 7-14 0,0 0 1 16,1-8 0-16,-1 8 1 0,0 0-9 0,0 0-5 16,0 0 4-16,0 0-6 0,0 0-1 0,0 0 0 15,0 23 6-15,0-15-6 0,0 4 4 0,0-2 3 16,5 7-3-16,-3-4 5 0,-2 5 0 0,0-2 2 16,5-1-5-16,-3 4 7 0,-1-4-6 0,1 2-3 15,1 3 4-15,-3-2 2 0,2 0-5 0,3 2 16 16,-5-5-19-16,3 2 3 0,-1 0-8 0,1-4 26 15,-1 4-19-15,-2 0-3 0,5-7-1 0,-4 2-1 16,-1-2-1-16,2-1-1 0,1 4 3 0,-1-6 15 16,-2 0-12-16,2 1 2 0,-1-2-2 0,4 2-1 15,-5-4-1-15,0 0-2 0,0-4 4 0,0 0 0 16,0 11-8-16,0-11 14 0,0 0-6 0,0 0 6 16,0 6-2-16,0-6-3 0,0 0 3 0,0 0 0 15,0 6-4-15,0-6-1 0,0 0 3 0,-5 4-4 0,5-4 2 16,0 0 7-16,-8 4-4 0,8-4 3 0,-8 3 9 15,8-3-5-15,-15 2-2 0,10 5-2 16,0-4-2-16,-7 1 8 0,9-3-5 0,3-1 2 16,-13 7-4-16,6-6 1 0,1 1 4 0,6-2-4 0,-9 2 4 15,9-2-4-15,-8 3 5 0,8-3 3 0,0 0-2 16,-7 8-5-16,7-8 18 0,0 0-17 0,0 0 5 16,0 0 4-16,-6 3-4 0,6-3 3 0,0 0 1 15,0 0 3-15,0 0-3 0,0 0 1 0,0 0-4 16,0 0 2-16,0 0 1 0,30-3 1 0,-15 3 0 15,-2 0 3-15,5 0-3 0,-5 0-4 0,7 0 1 16,-2 0-1-16,1-1-13 0,-3 1-4 0,6 0-17 16,-8 0 0-16,1-5-11 0,-1 10-1 0,-1-10-5 15,-5 5-7-15,-8 0-6 0,17 0-4 0,-17 0-9 16,10-2-12-16,-10 2-20 0,0 0-30 0,13 0-44 0,-13 0-46 0,0-7-48 0,0 7-183 16,0 0-495-16,-8-9 219 0</inkml:trace>
  <inkml:trace contextRef="#ctx0" brushRef="#br0" timeOffset="75485.62">8737 5872 3 0,'0'0'248'16,"0"-4"-14"-16,0 4-8 0,0 0-19 0,0 0-18 16,4-4-24-16,-4 4-10 0,0 0-17 0,0 0-17 15,-12-8-3-15,12 8-5 0,-12-3-9 0,4 2-8 16,-2-1-2-16,10 2-4 0,-23-1-5 0,13 1-1 16,-3 0-3-16,0-4 5 0,-2 4-6 0,-2-1-8 15,-4-1-1-15,6 2-1 0,0 0-6 0,2-1-3 0,-1 1-9 16,4-3 4-16,-3 2-6 0,5-1-1 0,8 2-9 15,-18 0 0-15,18 0 0 0,-14-3-10 16,14 3-2-16,-13 0-1 0,13 0-5 0,0 0-2 0,-10-2-5 16,10 2 0-16,0 0-3 0,0 0-4 0,0 0 1 15,0 0-2-15,-13 5 0 0,13-5 0 0,-8 2-1 16,8-2 1-16,0 0 0 0,-5 5-4 0,1-2-2 16,4-3 0-16,-6 7 2 0,-1-3-1 0,7-4 1 15,-6 9-2-15,1-5 2 0,-2-1-3 0,2 2-4 16,-2-2 5-16,2 3 2 0,-1-3-2 0,-1 3-2 15,4-2 4-15,-4 1-2 0,7-5-1 0,-6 11-1 16,4-5 1-16,-3-2 3 0,3 4-6 0,1 1 0 16,1-1 0-16,0 2 1 0,0 0 1 0,-5 0 2 15,5-1-1-15,0 3 1 0,0 1-1 0,0 0-1 0,0 6-2 16,5 0 6-16,-10 6 4 0,5-4-8 16,6-1-3-16,-4 4 5 0,5 3-7 0,-1 0 7 15,3-2 2-15,-8-4-2 0,4 2 4 0,3 2-3 0,-8-6 0 16,5 3-2-16,-1-5 3 0,-1 5-4 0,-1-2 1 15,1-3-2-15,0-4 2 0,1 7-3 0,1-4 1 16,0-1 4-16,-4 0-4 0,1-4 4 16,0 5-5-16,1-5 5 0,-1 1 1 0,-1 0 1 0,4-1-5 15,-3-1 1-15,-1-1 6 0,4 1-5 0,-3 4-2 16,3-5 3-16,-5 0-1 0,0 1 1 0,0-2 3 16,2 3-3-16,-2-3 1 0,1 0-1 0,3 3 1 15,-4-1 0-15,1-2-2 0,4 2 2 0,-1 2-4 16,-3-2 1-16,-1-1 3 0,4 4-4 0,-3-4 4 15,-1 3-4-15,2-4 2 0,-2 4 2 0,0 0-1 16,0-2 10-16,3 2-7 0,2-4-3 0,-5 4 5 16,0-2 2-16,0 0 0 0,0-1 5 0,0 0 3 15,0 3-2-15,0-5-3 0,0 2 3 0,0 3 5 0,0-1-1 16,0-7-2-16,3 7 7 0,-3-3 3 16,4-2-3-16,-4 3-3 0,-2-2 1 0,2 2 3 15,2-2 11-15,-2 2 17 0,3-2 2 0,-3 0 4 0,0-1-29 16,5 1 10-16,-5 4-8 0,2-7 1 0,1 3-2 15,-3 0 2-15,0-1 4 0,2 0-14 0,-2-6 4 16,3 9-6-16,-3-3 4 0,0 0 2 16,0-6 11-16,2 7 1 0,-2-7-6 0,1 8 10 0,-1-8 0 15,7 6-9-15,-7-6 2 0,0 8 4 0,0-8-4 16,0 5 3-16,0-5-7 0,0 0 1 0,0 11-1 16,0-11-3-16,7 4-2 0,-7-4-2 0,0 0-2 15,0 5-7-15,0-5 4 0,0 0 8 0,0 0-5 16,6 3-6-16,-6-3 6 0,8 4-1 0,-8-4-1 15,10 5 3-15,4-2-5 0,5-3-2 0,3 1-4 16,9 2-6-16,16 1-32 0,1-3-49 0,3-2-59 16,4-1-67-16,-4 0-97 0,14-8-105 0,-8 3-308 15,-2-1-768-15,0-6 340 0</inkml:trace>
  <inkml:trace contextRef="#ctx0" brushRef="#br0" timeOffset="76313.8">9386 6739 125 0,'0'0'346'0,"3"-5"-14"0,-3 5-8 16,2-5-12-16,-2 5-16 0,0 0-23 0,0 0-24 15,0 0-25-15,0 0-9 0,0 0-39 0,0 0-18 16,0 0-18-16,0 0-14 0,0 0-10 0,0 0-15 16,0 0-10-16,0 0-5 0,10 12 8 0,-8-6-29 15,-2-6-3-15,1 14-11 0,1-7-4 0,3 0-1 16,-5 4-1-16,2-2-5 0,1 1-1 0,0 2-6 15,-1-1-2-15,4 0-4 0,-2 5 11 0,-3-4-13 16,1 4-6-16,0-1-1 0,3 0 2 0,-2-3-4 16,-1 5-5-16,-1-2 6 0,1-3-5 0,-2-5 1 15,0 5 1-15,0-4-10 0,2 2-2 0,-2-1 8 16,0-2-2-16,3 0 2 0,-3-7 2 0,0 9-1 16,0-5-1-16,0-4-15 0,2 11-17 0,1-8-15 15,-3-3-16-15,0 0-24 0,0 0-21 0,0 0-70 16,0 0-90-16,0 0-82 0,0 0-241 0,0 0-628 0,0 0 278 15</inkml:trace>
  <inkml:trace contextRef="#ctx0" brushRef="#br0" timeOffset="77409.16">9821 6542 170 0,'-5'-8'308'0,"5"8"-3"16,0 0-9-16,0 0-13 0,2-6-18 0,-2 6-15 15,0 0-27-15,0 0-18 0,0 0-28 0,0 0-9 0,0 0-27 16,0 0-14-16,0 0-15 0,0 0-11 0,0 0-12 15,0 0-2-15,0 0-11 0,0 0-12 16,0 0-1-16,-5 19-7 0,5-19-12 0,-5 10-10 0,3-6-9 16,2-4-5-16,0 4-6 0,0-4-2 0,0 0-8 15,4 8-4-15,-4-8-2 0,5 4-1 0,-5-4 0 16,6 7-3-16,-6-7 1 0,0 0-5 0,9 1-3 16,-9-1-5-16,0 0 1 0,10-8-4 0,-5 3 5 15,-2 2-1-15,0-4 2 0,-1 2 6 0,-1-2 1 16,-1 7-1-16,4-12 1 0,-4 8-4 0,0 4 4 15,3-11 7-15,-3 11-1 0,0-8 0 0,-7 1-1 16,7 7-1-16,-3-7 3 0,3 7-3 0,-6-5 1 16,6 5-3-16,0 0-4 0,0 0 10 0,0 0-5 0,-20 5 4 15,20-5-1-15,-10 6 1 0,8-2-4 16,-3 1 1-16,5-5 2 0,-8 7-1 0,8-2 3 16,0-5-4-16,0 9 4 0,-3-4 0 0,3 0 4 0,0-5-3 15,0 0 1-15,0 0 1 0,4 10 1 0,-4-10 0 16,5 4-1-16,-5-4 3 0,0 0 3 0,0 0-4 15,0 0 0-15,17-4-2 0,-17 4 0 0,0 0 3 16,8-8-1-16,-8 8 0 0,2-7-1 0,-2 7 2 16,3-8 7-16,-1 4-10 0,-2 4 1 0,2-7-2 15,-2 7-6-15,0-7-18 0,0 7-23 0,0 0-22 16,-9-6-32-16,9 6-37 0,0 0-45 0,0 0-40 16,-10 0-48-16,10 0-150 0,0 0-454 0,0 0 202 15</inkml:trace>
  <inkml:trace contextRef="#ctx0" brushRef="#br0" timeOffset="78315.61">10536 6264 49 0,'7'-3'252'0,"0"1"-11"0,-2-2-12 15,-5 4-14-15,13-3-11 0,-13 3-12 0,6-11-10 16,-4 10-13-16,-2 1-11 0,8-4-5 0,-8 4-15 15,0 0-10-15,5-4-14 0,-5 4-6 0,0 0-10 16,0 0-11-16,0 0-7 0,0 0-9 0,-13-7-6 16,13 7-6-16,-21 0-2 0,6 2-2 0,-4-1 3 15,1-1 4-15,-5 4 1 0,-2 0 0 0,-3 0 1 16,-2 4-3-16,2-2-1 0,5-1-4 0,0 0 0 16,3 2-4-16,-3 0-2 0,1-2-8 0,7 6-5 15,-4-3 1-15,2-1-5 0,4 1-5 0,3-1 1 16,0-1-1-16,3 1-6 0,-3 0-4 0,5 0 1 0,0 1-7 15,4-3 2-15,1 6 5 0,5-7-4 16,-2 5 3-16,12 5-2 0,1-8-1 0,11 8 1 16,13-3-3-16,9 3 12 0,3-4-20 0,2-2-7 0,1 1-16 15,3 1-13-15,1 0-4 0,3-5-4 0,-3 3-3 16,-2-8-7-16,-5 3 1 0,1 3 2 0,-5 0 2 16,-5-5 4-16,5-1 2 0,-18 0 5 0,0-2 9 15,-8 0-3-15,-1-2 4 0,-1-1 2 0,-3 2 6 16,-4-3 0-16,-3 0 16 0,-2 0 11 0,-1-3 3 15,-6 1 2-15,4 1 6 0,-5-4 7 0,-5-1 1 16,4 3 0-16,-9-4 10 0,-4-1-3 0,0 4-2 16,-3-3 16-16,-8-4-2 0,-6 2-7 0,1 1-3 15,-5 1-5-15,-3-1 0 0,-5-1-7 0,12 8 7 16,-3 0-11-16,3-3-4 0,-2 7-1 0,3 2 1 16,0-3-15-16,4 5-18 0,4-2-19 0,6 2-19 15,-4-2-19-15,-2 2-20 0,8 3-20 0,-1-1-25 0,3 1-26 16,0 2-23-16,3-4-26 0,-1 3-18 0,5-2-21 15,-2 0-24-15,2 0-143 0,3 2-451 16,2-5 199-16</inkml:trace>
  <inkml:trace contextRef="#ctx0" brushRef="#br0" timeOffset="78612.49">10657 6043 177 0,'7'-5'318'16,"-7"5"-1"-16,0 0-20 0,0 0-16 0,0-7-23 16,0 7-23-16,0 0-15 0,0 0-32 0,0 0-11 15,0 0-27-15,0 0-17 0,0 0-10 0,0 0-10 16,5 17-6-16,-4-10-7 0,-1 4-5 0,5 4 1 16,-3 1-2-16,5 6-7 0,-6-3-8 0,6 8-1 15,1 1-18-15,5 4 8 0,-4-2-11 0,4 6-3 0,0 3-6 16,2-3-3-16,0 1-2 0,-3 2-10 0,1-7-2 15,2 9 0-15,-2-14 10 0,0 1-39 16,0 1-15-16,-1-2-30 0,0-2-26 0,-1-1-31 0,2 1-40 16,-4-5-51-16,-1-5-54 0,0-2-62 0,6 1-215 15,-8-6-565-15,1 0 250 0</inkml:trace>
  <inkml:trace contextRef="#ctx0" brushRef="#br0" timeOffset="79018.75">11584 5953 346 0,'0'-5'356'16,"0"5"-17"-16,0-13-17 0,0 13-16 0,0-9-19 0,0 9-28 15,0-5-27-15,0 5-36 0,0 0-19 0,0 0-19 16,0 0-13-16,0 0-18 0,-20 17-12 0,12-9-18 16,1 4-3-16,-3 0-11 0,4 5-3 0,-6 5-4 15,1-3-5-15,1 7 0 0,-2-2 0 0,4 2-2 16,0 5-5-16,1-3 4 0,0-3-9 0,1 1-8 15,6 1 12-15,-4 0-19 0,8-1-1 0,-4-5 8 16,5 4-14-16,1-6-5 0,3 0-4 0,-1 2 2 16,8 0-2-16,4-3-8 0,-3 1-19 0,6-4-38 15,5-3-37-15,-5 0-32 0,5-1-39 0,1-2-39 16,0-3-63-16,-1-6-48 0,1-1-58 0,-11-1-190 16,15-7-587-16,-7 0 259 0</inkml:trace>
  <inkml:trace contextRef="#ctx0" brushRef="#br0" timeOffset="79279.69">12119 6077 287 0,'0'0'326'0,"0"0"-22"0,0 0-24 0,0 0-22 15,-5-4-22-15,5 4-30 0,0 0-21 0,0 0-13 16,0 0-13-16,0 0 7 0,-9 16-23 0,8-8-10 15,-6 0-9-15,1 4-11 0,-3 3-10 0,1-4-7 16,-4-1-11-16,4 3-4 0,-5 3-9 0,3-3-10 16,-3 6-4-16,-2 1-4 0,0-5-6 0,0 0-11 15,0 2-27-15,0-3-24 0,7 1-26 0,-9 0-30 16,4 0-34 0,-2-6-43-16,7 1-50 0,1 2-49 0,2-5-251 15,-3-1-539-15,3-2 239 0</inkml:trace>
  <inkml:trace contextRef="#ctx0" brushRef="#br0" timeOffset="79498.45">11854 6090 199 0,'0'0'288'0,"-7"-6"-16"0,7 6-18 15,0 0-19-15,0 0-21 0,0 0-19 0,0 0-19 0,0 0-12 16,0 0 3-16,0 0-7 0,0 0-3 0,15 25-7 15,-2-14-6-15,2 4-7 0,0-3-19 16,10 6-6-16,-3 0-11 0,4 1-8 0,0 1-11 0,3-2-9 16,0 1 3-16,0 0-20 0,0-3-8 0,1 0-35 15,0-1-37-15,-2 2-47 0,0-2-52 0,-5 0-66 16,2-9-64-16,-5 2-251 0,-10-6-546 0,3 5 241 16</inkml:trace>
  <inkml:trace contextRef="#ctx0" brushRef="#br0" timeOffset="79889.08">12263 5826 318 0,'-5'-4'415'0,"5"4"-8"0,0 0-17 0,0 0-8 15,0 0-37-15,-5-7-33 0,5 7-32 0,0 0-26 16,0 0-28-16,0 0-22 0,0 0-26 0,23 8-15 16,-8 1-18-16,6 1-14 0,3 5-10 0,4-1-15 15,-5 2-2-15,18 8-18 0,-4-1-8 0,-13-4-9 16,5 2-19-16,-3 1 7 0,-1 1-5 0,-4 0-9 15,3 0-4-15,-1 2-1 0,-8-3-6 0,3 5 1 16,-7-1-6-16,3-1-3 0,-4-1-4 0,-5-1 0 16,1-1-2-16,-6-3-7 0,0 8-3 0,0-8 2 15,-6 2-18-15,1 5-16 0,-5-10-25 0,-4 2-32 16,0 6-34-16,4-8-32 0,-5 6-36 0,1-6-55 16,-5 5-69-16,7-3-89 0,-8-2-212 0,-1 3-659 15,11-6 291-15</inkml:trace>
  <inkml:trace contextRef="#ctx0" brushRef="#br0" timeOffset="82335.7">13325 5880 212 0,'0'0'223'0,"0"0"-19"15,0 0-24-15,0 0-14 0,0 0-9 0,0 0 2 16,25 15-8-16,-13-6-18 0,3 2-9 16,0-3-15-16,11 4-8 0,0 3-8 0,3 0-12 15,10 7-3-15,3-8-9 0,-3 4-5 0,-5-9-8 0,10 11-6 16,-4-3-5-16,5-1-3 0,-17-5-3 0,3 1-5 16,-3-4-3-16,-6 0-5 0,1-1-1 0,-3 1-3 15,-10-5-2-15,3-2 0 0,-1 3-3 0,-2-1 0 16,-4 4 0-16,1-5 8 0,-7-2 6 0,10 4-1 15,-10-4-2-15,0 0 7 0,0 0 0 0,0 0 4 16,-22 4 5-16,12-1 3 0,-3-1 1 0,-2 1 2 16,-5 4-3-16,-1-3 8 0,1 2 5 0,-13-1-1 15,10 3 0-15,-5 0 3 0,-6-3-6 0,8 6 9 16,-4-4-17-16,2-2-4 0,-2 6-3 0,2-5-5 16,2-1-1-16,-3 4-5 0,1-1-9 0,4 2 2 15,2-5-5-15,2-1 4 0,-1 3-5 0,-1-3-1 16,6 0 13-16,1 3-17 0,5-2-15 0,-2-2-23 0,2 2-23 15,2-2-22-15,-2 1-27 0,7 1-40 16,-4-2-34-16,7-3-48 0,-2 6-65 0,2-6-210 16,0 0-537-16,9 6 237 0</inkml:trace>
  <inkml:trace contextRef="#ctx0" brushRef="#br0" timeOffset="82695.08">13262 6705 119 0,'0'0'351'0,"0"0"4"16,0 0 6-16,0 0 9 0,0 0 4 0,0 0-4 15,0 0 2-15,0 0-12 0,0 0-18 0,0 0-26 0,0 0-25 16,0 0-28-16,38-11-25 0,-19 4-25 16,2 0-20-16,4 0-20 0,6 3-18 0,4-10-16 15,0 7-12-15,11 1-14 0,-1-9-13 0,-12 11-12 0,9-3-9 16,2 6-9-16,6-5-16 0,-17 1-20 0,0 2-17 16,-3 1-18-16,0 0-19 0,-9 1-21 0,1-4-22 15,-6 5-25-15,2-2-25 0,-4 2-32 0,-3-1-24 16,-2 1-14-16,-9 0-25 0,18 0-29 0,-18 0-33 15,10 3-39-15,-10-3-32 0,0 0-301 0,13 0-695 16,-13 0 308-16</inkml:trace>
  <inkml:trace contextRef="#ctx0" brushRef="#br0" timeOffset="83304.46">14585 6096 129 0,'-7'-6'305'0,"7"6"-17"0,0 0-14 0,0 0-26 16,-8-5-21-16,8 5-26 0,0 0-15 0,0 0-12 15,-23 5-15-15,13-2-11 0,0 3-15 0,2 0-11 0,-6 1-10 16,8 1-9-16,-7 7-10 0,4-6-13 16,-2 3-7-16,2 0-9 0,-1 3 0 0,4 2-9 15,-1-4-1-15,6 1-2 0,1 0-7 0,0-1-3 16,0 0-2-16,1 3-6 0,6-2 4 0,6-2-3 0,-5 0-6 16,7 0-1-16,0 3-2 0,7-6 0 0,1-2-2 15,-3 4-1-15,8-10-4 0,-7 2 0 16,8-4-4-16,-3-2 0 0,2-1-3 0,-6-3 0 0,6-1-9 15,-5 0 5-15,0-8-1 0,-8 5-1 0,0-5 1 16,1-6-1-16,-2 6 5 0,-8-2-1 0,3-6 18 16,-3 4 11-16,-6-2 5 0,0 2 7 0,-6 1 9 15,6-4-13-15,-10 6 6 0,-2 2 11 0,-3-1-24 16,2 0-6-16,-7 5-3 0,2 0-2 0,3 3-9 16,-8 0 2-16,3 3-10 0,-3 0-8 0,1 3-33 15,4 2-32-15,2 2-34 0,-4 4-22 0,1-2-31 16,8 4-40-16,-2-4-47 0,6 4-61 0,-1 1-254 15,1 0-594-15,5 3 263 0</inkml:trace>
  <inkml:trace contextRef="#ctx0" brushRef="#br0" timeOffset="84429.52">14941 5468 121 0,'0'0'324'0,"-2"-6"-5"16,-5 2-18-16,7 4-10 0,0 0 2 0,0 0-28 15,-6-5-15-15,6 5-18 0,0 0-20 16,0 0-26-16,0 0 1 0,0 0-30 0,0 0-22 0,6-11-18 16,-6 11-8-16,17 0-9 0,1 0-14 0,-6 0-7 15,9 0-7-15,1 4-7 0,-1 0-8 0,9-3-9 16,0 1-4-16,0-1-9 0,-2 3-12 0,0 0 1 16,-5-3 0-16,-3-1-5 0,-2 5 0 0,0-5 2 15,-1 2-7-15,0 1 0 0,-6-1-3 0,-3-2-5 16,-1 2-4-16,3 1-3 0,-10-3-4 0,12 2-5 15,-9 3 5-15,-3-5 10 0,6 6-8 0,-6-6 1 16,2 9-2-16,1-2-7 0,-3 1 8 0,-3 2 12 16,1-1-14-16,2 2-3 0,0 0 3 0,-1 2 0 15,-4 2-1-15,3 1 4 0,1 1 2 0,1 0-4 16,0 1 1-16,1 1 3 0,1 2-4 0,-2 3 17 16,5 2-15-16,-2 1-4 0,0 0 14 0,-1 0-10 15,1 1-1-15,4-2 2 0,-2 6-1 0,3-3-1 0,1-2 0 16,4 13 0-16,-3-9 9 0,-7-3-10 0,7 3 8 15,-3 3-4-15,6 0 1 0,-7-4 3 16,3 0-5-16,-1-3 5 0,-3-1-8 0,0 1 3 16,0-3-1-16,2-4 3 0,-4 2-4 0,-3-5 7 0,5 3-13 15,-4 1 8-15,4-5 4 0,-1 4 2 0,-4-5 7 16,0 0 2-16,5 1 1 0,-5-1 4 0,0 1 2 16,0 0-2-16,0-2 9 0,0 2-8 0,1-4 4 15,-1 3-5-15,0-4 3 0,0 1 1 0,-1-4-4 16,2 4 7-16,-1 0 5 0,0-2 3 0,-1 0-8 15,1 2-5-15,0-2 5 0,0-1 2 0,0 2 3 16,0-2 17-16,0 0 7 0,0 2-15 0,-2-4-4 16,4 2-2-16,-2-3 0 0,0 1-5 0,0 0-5 15,0-2 6-15,-2 3 10 0,2-8-14 0,2 10 4 16,-2-5 12-16,0 1-6 0,0-6-8 0,0 9 3 16,0-9-2-16,0 8 9 0,0-8-8 0,0 4-2 15,0-4 2-15,0 0-4 0,0 6 2 0,0-6-5 0,0 0 1 16,0 8-1-16,0-8-2 0,0 0-4 0,0 0-2 15,0 0-1-15,0 0 2 0,0 0 1 16,0 0-4-16,0 0 7 0,-2 9 2 0,2-9 2 0,0 0 5 16,0 0 2-16,-3 7 6 0,3-7-3 0,0 0 5 15,-9 1 4-15,9-1 4 0,-6 3 14 0,6-3-7 16,-10 5 1-16,5-2 2 0,-3 1-4 0,-2-4-6 16,-2 7-5-16,-4-6-6 0,-4 3-5 0,3-4 3 15,-13 3 2-15,1-1-37 0,-3 3-49 0,-3-4-69 16,1 3-90-16,2 0-82 0,-16-4-95 0,2 5-131 15,3-6-298-15,8 1-882 0,2-3 391 0</inkml:trace>
  <inkml:trace contextRef="#ctx0" brushRef="#br0" timeOffset="86397.47">19823 5659 138 0,'2'-5'334'0,"0"-3"-1"16,-1-1-7-16,1 3-3 0,1-3-22 0,-3 9-1 16,0-10-16-16,2 7-17 0,-2 3-21 0,2-7-17 15,-2 7-37-15,0 0-27 0,3-5-20 0,-3 5-23 16,0 0-7-16,8 15-11 0,1-2-7 0,-6 5-13 16,2-3-5-16,3 9-12 0,-1 2-7 0,3 0-8 0,5 3 6 15,-6 3-11-15,1-4-7 0,2 1-6 0,-2 3 0 16,5-5-4-16,-4 0-2 0,3 2-5 0,-8-4-2 15,7 2-4-15,-6-8-2 0,1-3 5 0,-1-4 0 16,1 3-3-16,-3-4-2 0,-3-4 3 0,5 2 3 16,-6-1-1-16,6-4 20 0,-2 0 44 0,-2 3 29 15,-3-7 1-15,0 0-2 0,0 0 2 0,17-15 2 16,-7 7-1-16,-9-3 5 0,6-2-5 0,-1-2-2 16,3-4-6-16,-1-1-5 0,0-3-7 0,1 4-8 15,0-9 5-15,0 2-14 0,1-4 0 0,0 3-3 16,-2 0-12-16,0 2-2 0,-1 8-3 0,1-8-16 15,-1 5 3-15,-4 1-3 0,4 4-10 0,-6 1 1 16,4 2-13-16,-1 2-9 0,-1-1-20 0,0 2-17 0,-3 2-27 16,3-1-33-16,-1 4-43 0,-2 4-55 15,2-8-59-15,-2 8-52 0,0 0-12 0,0 0-6 16,0 0-24-16,0 0-31 0,0 0-51 0,-10 25-307 0,7-15-785 16,3-5 349-16</inkml:trace>
  <inkml:trace contextRef="#ctx0" brushRef="#br0" timeOffset="86725.6">20484 6035 25 0,'0'0'268'0,"0"0"-23"0,5 4-15 16,-5-4-15-16,1 7-19 0,-1-7-17 0,2 8-16 0,1-4-12 16,1 7-2-16,-4 1-13 0,1-3-10 15,-1 0-11-15,4 9-16 0,-4 0-4 0,1 0-10 16,-1-5-3-16,0 9-6 0,0-3-11 0,0-1-7 0,0 0-2 16,-1 2-7-16,1-2-2 0,-4-2-5 0,8 2-5 15,-9-3-6-15,6 3 1 0,3-7-4 0,-8 2-2 16,4-6 0-16,-1 5-2 0,2-1 0 15,-2-7-11-15,2 4-27 0,-1 0-26 0,0-8-42 0,5 8-56 16,2-6-70-16,-7-2-245 0,0 0-489 0,21-6 218 16</inkml:trace>
  <inkml:trace contextRef="#ctx0" brushRef="#br0" timeOffset="87022.47">20884 5798 177 0,'0'0'391'0,"5"-3"6"15,-5 3-7-15,7-8-11 0,-7 8-16 0,5-3-13 16,-5 3-21-16,7-5-30 0,-7 5-27 0,3-7-24 15,-3 7-25-15,6-3-22 0,-6 3-22 0,9-6-21 16,-3 4-15-16,1-2-12 0,-7 4-16 0,15-1-15 16,-4-1-15-16,1 2-22 0,3 2-30 0,0-2-34 15,0 0-42-15,8 0-34 0,-10 1-34 0,2-1-29 16,5 3-39-16,-10-3-47 0,10 3-52 0,-5-2-44 16,1 2-287-16,-9-1-658 0,6 0 291 0</inkml:trace>
  <inkml:trace contextRef="#ctx0" brushRef="#br0" timeOffset="87225.6">20932 6000 67 0,'-5'4'241'0,"4"1"2"0,1-5 8 16,-7 7 8-16,7-7 3 0,0 0 7 0,0 0-8 0,0 0-11 15,13 8-11-15,-6-5-21 0,3-3-17 0,2 1-27 16,4-1-16-16,1 2-8 0,2-2-23 15,-2 1-10-15,5 3-17 0,-1-8-30 0,1 4-42 0,-1 4-36 16,1-4-48-16,-3 1-57 0,0-2-63 0,2 1-74 16,-1-4-264-16,-5 3-556 0,-3-2 245 0</inkml:trace>
  <inkml:trace contextRef="#ctx0" brushRef="#br0" timeOffset="90978.54">22175 5343 195 0,'7'-8'272'0,"-7"8"-13"0,0 0-17 0,3-10-10 16,-3 10-13-16,0-6-19 0,0 6-19 0,0 0-16 16,0 0-19-16,-8-8-15 0,8 8-12 0,-7-1-15 15,7 1-4-15,-21-6-13 0,11 6-6 0,-10-1-8 0,7 1-6 16,-4-2-8-16,-6 2 4 0,3-3 1 15,4 3-1-15,-4 0-4 0,0-2 2 0,-2 2-4 16,1 0-4-16,-1-1 2 0,6 1-9 0,-4-3-3 0,5 3 1 16,2 3-5-16,-2-3 3 0,15 0-5 0,-17-4-3 15,17 4 1-15,-13 0-6 0,13 0 1 0,-10 0-5 16,10 0-1-16,-11 1-7 0,11-1 0 0,0 0-2 16,0 0-3-16,-9 4-2 0,9-4 2 0,0 0-8 15,-1 5 4-15,1-5 1 0,1 9-6 0,-1-9 5 16,0 9-3-16,0-2-2 0,0 2 0 0,0-1-1 15,0 1-1-15,0 0-1 0,2 0 17 0,3 1-21 16,-3 6 2-16,-2-5 6 0,6 6-5 0,-6-5 4 16,0 5-6-16,5-2 1 0,-1 2 4 0,-4-2-2 15,6 2-2-15,-6 2 1 0,7 0 6 0,-6 0-3 16,8-1-1-16,-4 2-3 0,0 0 4 0,-2 2-3 16,2-3 4-16,2 1-1 0,-4-3 2 0,0 3-6 0,1-1 3 15,2 3-4-15,1-5 6 0,-4 3-3 16,0 1 3-16,1-5-4 0,2 3 2 0,-4 3-2 15,3-2 8-15,3-3 5 0,-3 9 1 0,-2-8 6 0,2 2 12 16,2-4 14-16,-4 2 3 0,2-1 0 0,2 0 7 16,0 1 9-16,-4-1 5 0,4-2-1 0,-3 0 0 15,5 0 1-15,-6-3 14 0,4 4-6 0,-1-8 1 16,-1 4-5-16,-1-3-9 0,4 0 2 0,-3 0 4 16,5 1 1-16,-7-2-6 0,0-2-2 0,4 1-6 15,0 1 1-15,1-2-10 0,-1 2-3 0,4-3-5 16,-1 2 1-16,2-6-5 0,1 5-5 0,-2-2-3 15,4 0-2-15,-6 0 0 0,10-3-17 0,-4 1-24 0,2-1-33 16,-1-2-35-16,3-1-49 0,-3 1-51 16,-1-2-56-16,5 0-83 0,-3-3-92 0,-1 0-308 15,4-3-781-15,-3-2 346 0</inkml:trace>
  <inkml:trace contextRef="#ctx0" brushRef="#br0" timeOffset="92478.63">22356 5761 136 0,'0'0'154'0,"0"0"-11"0,0 0-2 0,0 0-6 0,0 0 1 16,0 0-8-16,0 0-1 0,0 0 1 0,0 0-7 15,0 0 1-15,0 0-1 0,0 0-7 0,0 0-5 16,0 0-8-16,0 0-7 0,0 0-4 0,0 0-8 16,0 0-8-16,0 0-10 0,-4 3-3 0,4-3-7 15,0 0-6-15,0 0-5 0,0 0-4 0,0 0-5 16,0 0-6-16,0 0 0 0,0 0-1 0,0 0-4 16,0 0-3-16,0 0-1 0,0 0-4 0,0 0 1 15,0 0-4-15,0 0 0 0,0 0-2 0,0 0-5 16,0 0 2-16,0 0-7 0,0 0 8 0,0 0-2 15,0 0 0-15,0 0 1 0,0 0-2 0,0 0 1 0,-4 7 2 16,4-7 1-16,0 0 6 0,0 0 1 16,0 0 0-16,0 0 1 0,0 0-1 0,0 0 3 15,0 0-6-15,0 0-2 0,0 0 0 0,0 0 3 0,0 0-6 16,0 0 1-16,0 0-2 0,0 0 4 0,0 0-4 16,0 0-1-16,0 0 2 0,0 0-2 0,0 0 0 15,0 0 4-15,0 0-1 0,0 0-1 16,0 0 3-16,0 0 3 0,0 0-2 0,0 0-2 0,0 0 5 15,0 0 6-15,0 0-5 0,0 0 5 0,0 0-2 16,0 0 0-16,0 0-2 0,0 0 5 0,0 0-2 16,0 0-2-16,0 0-1 0,0 0-2 0,0 0-1 15,0 0-1-15,0 0 0 0,0 0-3 0,0 0 1 16,0 0-4-16,0 0-1 0,0 0 4 0,0 0-3 16,0 0-2-16,0 0 2 0,0 0-5 0,0 0 3 15,0 0-4-15,0 0 1 0,0 0 1 0,0 0-4 16,0 0-2-16,0 0 4 0,0 0 2 0,0 0-3 15,0 0 4-15,0 0-2 0,0 0 1 0,0 0 0 0,0 0 0 16,0 0-1-16,0 0-2 0,0 0 3 0,0 0 0 16,0 0-6-16,0 0 4 0,0 0 2 15,0 0 0-15,0 0-2 0,0 0 2 0,0 0-1 0,0 0 0 16,0 0-3-16,0 0 3 0,0 0 5 0,0 0-6 16,0 0 1-16,0 0-2 0,0 0 0 0,0 0-5 15,0 0 7-15,0 0 1 0,0 0 3 0,0 0 1 16,0 0 5-16,0 0 2 0,24-2 18 0,-24 2-17 15,15 3 0-15,-6 0 2 0,2-3 4 0,2 1-5 16,2-1-3-16,0 5 0 0,7-5 0 0,-2 3 0 16,-4 0-7-16,11-2 2 0,-9 1-3 0,3 3 3 15,9-2-3-15,-10 1-1 0,-2-4 4 0,0 1-6 16,-1 2 2-16,-2-1-1 0,-5 0 1 0,5-2 0 16,-10 1-1-16,-5-1-2 0,14 0 1 0,-14 0 5 15,12 3-7-15,-12-3 7 0,0 0-3 0,12 0-4 16,-12 0 0-16,6 1-1 0,-6-1-5 0,0 0 1 15,0 0-26-15,0 0-12 0,0 0-24 0,0 0-19 0,0 0-21 16,0 0-31-16,0 0-30 0,0 0-41 16,0 0-46-16,0 0-199 0,0 0-493 0,0 0 218 15</inkml:trace>
  <inkml:trace contextRef="#ctx0" brushRef="#br0" timeOffset="92775.51">23207 5509 50 0,'1'-5'377'0,"6"-3"9"16,-2 5 3-16,-5-5 5 0,0 8-3 0,3-10-3 16,-3 5-9-16,0 5-32 0,5-4-25 0,-5 4-30 15,0 0-26-15,0 0-27 0,3-8-28 0,-3 8-22 16,0 0-19-16,0 0-22 0,0 0-15 0,0 0-12 15,0 0-14-15,0 22-10 0,5-12-13 0,-5 4-6 0,2 3-8 16,3-2-5-16,-5 5-6 0,0-1-8 16,3-1-6-16,-3 9-2 0,4 0-5 0,-1-3-6 15,-5-2 0-15,7 3-13 0,-5-6-19 0,2 1-21 0,-2-2-25 16,0 2-30-16,0-1-31 0,2-3-44 0,-2-1-38 16,3 0-21-16,0 1-36 0,-5-6-51 0,4-1-59 15,-2 0-72-15,5-2-220 0,-2-2-701 0,-1 0 310 16</inkml:trace>
  <inkml:trace contextRef="#ctx0" brushRef="#br0" timeOffset="93134.89">23642 5938 171 0,'0'0'322'0,"6"2"-13"0,-6-2-22 0,0 0-20 16,0 0-25-16,0 0-25 0,0 0-24 0,0 0-18 15,5 3-15-15,-5-3-18 0,0 7-14 0,0-7-15 16,4 10-12-16,-4-5-10 0,0-5-9 0,1 12-10 15,-1-2-6-15,0-3-4 0,4 0-7 0,-4 1-7 16,0 4-1-16,0-5-7 0,0 4-8 0,0 1 0 16,-4-5 1-16,3 1-4 0,-3 3-5 0,1-6-15 15,1 5-15-15,-4-3-13 0,3 2-20 0,-1-1-23 16,1-4-28-16,-2 3-42 0,-2 1-47 0,7-8-49 16,-3 3-238-16,-2 2-504 0,5-5 222 0</inkml:trace>
  <inkml:trace contextRef="#ctx0" brushRef="#br0" timeOffset="93463.02">23870 5683 163 0,'0'0'374'0,"0"-2"-13"0,0 2-12 0,0 0-20 16,9-6-30-16,-9 6-4 0,11 0-33 0,-11 0-20 16,10-2-18-16,-3 0-24 0,-7 2-18 0,20-3-17 15,-9 3-18-15,4 3-15 0,-3-3-17 0,6 0-12 16,2 2-11-16,-4 1-13 0,6-3-7 0,-1 5-9 16,1-5-23-16,1 1-20 0,0 0-20 0,5-2-22 15,-8 1-15-15,3 1-8 0,-1 2-15 0,-6-3-7 16,4-4-21-16,-3 3-18 0,1-4-16 0,-3 2-19 0,-5-3-26 15,0 2-22-15,1-5-20 0,-4 4-21 16,-4-1-15-16,2-6-185 0,-5 3-467 0,0 0 207 16</inkml:trace>
  <inkml:trace contextRef="#ctx0" brushRef="#br0" timeOffset="93666.14">24163 5496 53 0,'0'0'262'16,"0"0"6"-16,-6-3-7 0,6 3-12 0,0 0-10 15,0 0-23-15,0 0-15 0,0 0-21 0,0 0-23 16,0 0-15-16,-14 7-13 0,14-2-9 0,-3 2-13 16,3-7-5-16,3 12-1 0,-3 0-2 0,0-1-8 15,0 4-7-15,0 0-6 0,0 1-10 0,4 3-4 16,-1-2-6-16,-1 8-4 0,3-3-5 0,-4-3-1 16,6 1-9-16,0 5-2 0,1-2-20 0,-7-3-21 15,6-1-37-15,3 1-44 0,0-4-51 0,0 2-65 16,3-3-62-16,0-7-212 0,-4 2-512 0,4-3 227 0</inkml:trace>
  <inkml:trace contextRef="#ctx0" brushRef="#br0" timeOffset="93978.65">24642 5345 411 0,'3'-7'460'0,"-3"0"1"0,0 7 0 0,0-8-9 16,0 8-15-16,3-7-28 0,-3 7-29 0,0-6-34 15,0 6-41-15,0 0-32 0,0 0-30 0,0 0-29 16,0 0-23-16,0 0-18 0,0 0-17 0,0 0-18 16,8 21-4-16,-3-9-25 0,-3 0-9 0,6 5-9 15,-6 2-11-15,6 2-8 0,-3 3-4 0,2 2-8 16,-1 1-8-16,1-2-7 0,-2 0-12 0,5-1-23 15,-2 3-22-15,1-4-42 0,-1 3-38 0,-3-7-47 16,3 2-46-16,0 2-38 0,1-5-39 0,-1-1-57 16,-3 0-76-16,1-2-386 0,1-3-846 0,-4-3 375 15</inkml:trace>
  <inkml:trace contextRef="#ctx0" brushRef="#br0" timeOffset="94254.89">25092 5946 299 0,'0'0'290'0,"5"4"-16"0,-5-4-20 0,1 8-31 16,1-5-18-16,-2-3-22 0,2 9-17 0,1-3-15 15,-3-6-14-15,-3 12-14 0,3-3-13 0,-2 1-8 0,0-1-6 16,-1 2-12-16,-2-3-5 0,-3 3-11 16,-5 1-26-16,1 3-22 0,2-4-35 0,-3 1-43 15,3 0-53-15,0-1-53 0,0-6-65 0,3 6-160 16,-4-8-420-16,-1 2 186 0</inkml:trace>
  <inkml:trace contextRef="#ctx0" brushRef="#br0" timeOffset="94536.15">25357 5604 212 0,'0'0'392'0,"0"0"-8"0,0 0-10 0,0 0-5 0,8-11-19 16,-8 11-18-16,8-7-24 0,2 4-27 0,-5 2-31 16,7-4-24-16,-6 2-24 0,4-1-21 0,3-1-19 15,2 3-14-15,2-2-20 0,3 3-12 0,-2-1-18 16,3 1-33-16,-2-3-28 0,7 4-44 0,-4 0-37 16,1 0-35-16,-3-1-39 0,1 2-32 0,1-1-44 15,-6 0-51-15,4 0-65 0,-3-1-268 0,-1-1-627 16,-3 1 278-16</inkml:trace>
  <inkml:trace contextRef="#ctx0" brushRef="#br0" timeOffset="94801.85">25982 5257 250 0,'0'0'307'0,"0"0"-23"0,13 3-19 0,-13-3-14 0,0 0-8 16,4 8-17-16,2-2-8 0,-6 1-16 0,9 1-15 16,-3 4-22-16,1 1-9 0,1 3-19 0,0 0-10 15,-1 3-12-15,1 1-9 0,4 7-13 0,-4-3-10 16,-1 2-1-16,3-1-9 0,-4 2-11 0,1 3-3 16,1-4-24-16,-1-3-32 0,0 3-30 0,-6-8-35 15,-1 1-50-15,0-2-52 0,0-4-58 0,4 4-63 16,-4-7-192-16,-4-2-515 0,8-2 228 0</inkml:trace>
  <inkml:trace contextRef="#ctx0" brushRef="#br0" timeOffset="95520.61">26139 4968 71 0,'-3'-9'390'15,"2"-3"-4"-15,-4 1-5 0,0 1-2 0,3-4-8 16,-1 2-4-16,-2 1-26 0,3-5-18 0,-1 8-20 15,1-2-17-15,2-2-18 0,0 3-18 0,0-1-18 16,0 4-22-16,0-1-18 0,2 0-19 0,-2 7-20 16,3-12-18-16,0 9-22 0,1-1-17 0,-4 4-25 15,16-1-7-15,-16 1-27 0,28 4-9 0,-5 0-11 0,2 7-7 16,3-2-4-16,1 3-5 0,2 6-7 0,0-5-8 16,4 5-4-16,-2 2-1 0,-6-5-1 15,3 1 2-15,-2 1 2 0,-3-2 0 0,-6 0 0 0,3-3 2 16,-7 0 2-16,-4 0-3 0,4-3 1 0,-1 3 0 15,-6-3 0-15,2-2 1 0,-4 4 2 0,-4-7 1 16,6 7 0-16,-3-3 1 0,-3 0-8 0,5 3 11 16,-6-2-2-16,4-2-1 0,-5 5 3 0,2 3 1 15,-2 2 0-15,0-2 4 0,5 1-7 0,-5 2 2 16,3 2 4-16,-3-1-1 0,0 1 2 0,5 7 0 16,-3-1 0-16,3 2 0 0,-4-2 12 0,6 1-13 15,-5 0-3-15,4-2 2 0,-1 1-4 0,-1-1 8 16,1 2-5-16,-4 0 5 0,6-1-2 0,-1-7 0 15,-2 5 4-15,1-3-1 0,3-1 2 0,0-4-2 16,-3 4 0-16,2-2-2 0,-1-1 4 0,1 2 3 16,0-3 2-16,-4 0 2 0,4-2 6 0,-4 1 3 0,2 0 0 15,1-2 3-15,-1-1 4 0,-1 2 5 0,1-5 2 16,-2 6-2-16,0-11 7 0,1 5-4 0,-3-1 3 16,3-1 1-16,-4 0 0 0,1-2 0 0,1 2-2 15,1-1-3-15,-3-1 1 0,0-5 0 0,2 8 3 16,-2-2 0-16,0-6-1 0,0 0-2 0,0 0 0 15,0 7 0-15,0-7 0 0,0 0 0 0,0 0-5 16,0 0-2-16,-2 6 3 0,-3-1-3 0,5-5 0 16,0 0-3-16,-13 3 4 0,5-2-6 0,-2 2 1 15,-10 1-10-15,2 0-19 0,-4-3-34 0,-11 2-49 16,3-3-69-16,2 3-83 0,-18 1-69 0,-4-1-94 16,1-2-466-16,-13 3-941 0,1 4 417 0</inkml:trace>
  <inkml:trace contextRef="#ctx0" brushRef="#br0" timeOffset="103163.7">27831 5841 208 0,'0'0'384'0,"0"0"-19"16,5-6-20-16,-5 6-27 0,2-5-27 15,-2 5-22-15,0 0-34 0,0 0-32 0,0 0-17 16,0 0-14-16,0 0-26 0,0 0-13 0,0 0-15 16,0 0-8-16,0 0-9 0,0 0-14 0,0 20-8 0,0-14-3 15,0 2-12-15,-2 0-10 0,2-1 1 0,-5 1-22 16,3 0-28-16,-1-4-29 0,-5 5-30 16,4-1-34-16,0-1-41 0,-8 3-60 0,0-5-67 0,4 0-294 15,-5 0-596-15,3-3 265 0</inkml:trace>
  <inkml:trace contextRef="#ctx0" brushRef="#br0" timeOffset="104570.82">28839 5215 140 0,'-10'-2'219'0,"0"-3"-10"0,-1 3-5 15,-3-1-8-15,-6 1-14 0,4 2-9 0,-6 1-11 16,6 0-12-16,-6 2-6 0,2-1-8 0,-3 4-2 15,2 2-11-15,1-2-12 0,-8 3-5 0,8-1-1 16,-3 2-11-16,0 0-8 0,4 1-7 0,3-3-5 16,1 3-7-16,0-3-6 0,2-3-3 0,8 3-10 15,-5-2 1-15,5-2-3 0,5 5 3 0,0-1 14 0,5 1 14 16,10 0-10-16,6 0-6 0,14 0-7 0,16 1-8 16,2 4-1-16,7-10 0 0,1 3-13 15,-3-2 0-15,8 2 2 0,-3-2-2 0,-3-3-7 0,-2 0-3 16,-5-1-3-16,0-1-4 0,-9-1 0 0,-9-1-2 15,-5 0 2-15,0-1 7 0,-14 1-7 0,-1-5-2 16,-3 3-2-16,-2 1-1 0,-2-3-4 0,-1 0 3 16,-7-2-4-16,0 1 2 0,-7-1-2 0,-1-4 1 15,-11 0-3-15,-7 2-4 0,1-3 6 0,-16-6-4 16,3 4 3-16,-7 0 0 0,2 3 0 0,-7-1-4 16,6 4 7-16,4-5-2 0,5 4-2 0,5 5 0 15,-1-2-20-15,1-2-4 0,2 3-33 0,6 3-20 16,3-2-25-16,4 4-21 0,0 1-34 0,7-1-32 0,8 1-30 15,-15-3-35-15,8-1-228 0,7 4-519 16,0 0 230-16</inkml:trace>
  <inkml:trace contextRef="#ctx0" brushRef="#br0" timeOffset="104820.82">28760 5017 45 0,'5'-4'277'0,"-5"-2"2"16,1 0 6-16,-1 6 6 0,5-12-3 0,-5 9 5 15,3-3-2-15,-3 6-8 0,0 0-18 0,0 0-27 16,0-10-32-16,0 10-23 0,0 0-28 0,0 0-13 16,0 0-11-16,0 0-11 0,5 19-19 0,-5-3-13 15,2 10-5-15,-2-6-5 0,0-1-12 0,7 14-7 16,1 9-5-16,-1 4 0 0,8 1-9 0,-7-2-2 16,7 3 1-16,-4 0-7 0,-1 0-4 0,3-2 2 15,2-3-15-15,2-1-29 0,-4 1-36 0,-1-13-29 16,-4-2-33-16,0 4-41 0,2-8-52 0,0-6-66 0,2-3-60 15,-6-3-248-15,3-3-620 0,2-2 275 0</inkml:trace>
  <inkml:trace contextRef="#ctx0" brushRef="#br0" timeOffset="105227.08">29754 4948 215 0,'0'-9'357'16,"5"2"-10"-16,-3-1-12 0,-2 0-7 0,5-1 5 15,-5 4-28-15,0 5-25 0,0-6-23 0,0 6-23 0,0 0-18 16,-5-7-30-16,5 7-28 0,0 0-7 16,0 0-21-16,-22 10-15 0,12-4 2 0,-3 6-24 15,3 3-10-15,-5 7-7 0,4-1 6 0,-4 2-20 0,5-4 0 16,-2 5 2-16,4 2-12 0,0-3-5 0,1 0-4 16,6 6-4-16,-1-4-1 0,2 1-4 15,3-5-1-15,4-2-2 0,-2 1-3 0,5-1-1 0,-2-2-2 16,4-2-14-16,3 0-34 0,1 1-39 0,1-5-38 15,4-2-41-15,7 1-53 0,-11-5-56 0,11 1-49 16,3-6-57-16,-11-6-240 0,8-2-643 0,-3-2 284 16</inkml:trace>
  <inkml:trace contextRef="#ctx0" brushRef="#br0" timeOffset="105445.83">30198 5047 30 0,'0'0'268'15,"0"0"-16"-15,0 0-21 0,0 0-17 0,0 0-18 0,0 0-16 16,0 0 0-16,0 0 1 0,0 0-4 16,0 0-8-16,-18 20-4 0,14-13-6 0,-2 2-7 15,-6-1-15-15,4 7-7 0,0-4-9 0,-6 1-11 0,-1 4-13 16,2-1-8-16,5-1-13 0,-7 3-5 0,-8 0-2 16,10-2-9-16,-1-1-3 0,1 2-15 15,-2-1-29-15,0-2-24 0,2 1-31 0,0-5-40 0,-2 5-41 16,5-7-50-16,0 2-61 0,2-5-42 0,1 3-172 15,1-7-485-15,6 0 215 0</inkml:trace>
  <inkml:trace contextRef="#ctx0" brushRef="#br0" timeOffset="105633.34">29900 5041 213 0,'0'0'212'0,"0"0"-16"0,0 0 2 0,0 0 7 15,0 0-5-15,0 0-12 0,15 23-9 0,-9-13-14 16,9 2-14-16,-1 4-17 0,4 2-10 0,2 1-8 16,0 1-13-16,1 0-11 0,1 2-9 0,4-1-6 15,-6-2-41-15,1 0-59 0,3-2-67 0,4-2-73 16,-5 1-237-16,-7-8-432 0,3-1 191 0</inkml:trace>
  <inkml:trace contextRef="#ctx0" brushRef="#br0" timeOffset="105867.71">30421 4956 198 0,'0'0'271'0,"0"0"-6"16,0 0-17-16,10 15-12 0,2-8-13 0,-9 3-6 15,9 3-13-15,-2 1-15 0,3-1-8 0,2 2-15 16,0 9-17-16,0-8-18 0,-4 10-11 0,-1-11-10 15,5 8-11-15,-3 4-9 0,-2-2-7 0,-2-1-8 16,-2-5-8-16,-4 1-12 0,5-1-21 0,-7-2-24 16,0 1-24-16,-4 0-32 0,-1-6-35 0,0 4-37 15,2-6-51-15,-8-2-53 0,2-1-241 0,-1-3-499 16,-3-3 221-16</inkml:trace>
  <inkml:trace contextRef="#ctx0" brushRef="#br0" timeOffset="106102.09">30863 5110 67 0,'9'-4'346'0,"2"1"-23"15,-11 3-31-15,18-1-19 0,-6-3-31 0,4 3-22 0,1 1-22 16,-2 1-20-16,3-1-15 0,0 4-19 0,1-4-17 15,-1 1-17-15,2 2-21 0,-2 1-46 16,-2-2-57-16,3 4-65 0,-5 1-69 0,-5 0-53 16,4-2-195-16,-6-2-428 0,-4 2 189 0</inkml:trace>
  <inkml:trace contextRef="#ctx0" brushRef="#br0" timeOffset="106273.97">30865 5262 45 0,'0'0'304'0,"0"0"-17"0,0 0-22 16,0 0-18-16,33 3-16 0,-18-4-24 0,3 1-22 16,4 1-22-16,1-2-11 0,8 1-20 0,-3 0-8 15,9 0-18-15,-9 1-32 0,2 2-52 0,-7-3-57 16,-3 0-65-16,8-3-57 0,-12 6-219 0,6-6-406 16,-7 0 179-16</inkml:trace>
  <inkml:trace contextRef="#ctx0" brushRef="#br0" timeOffset="107008.35">31711 4710 194 0,'0'0'310'0,"5"-7"-7"0,-5 7-13 0,3-9-10 15,-3 2-15-15,0 7-10 0,0-8-10 0,0 8-19 16,0-11-13-16,0 11-20 0,0-6-19 0,0 6-14 15,-3-5-19-15,3 5-2 0,-5-5-36 0,5 5 7 16,-12-3-25-16,2-1-6 0,4 0-10 0,-6 1-7 16,0 2-6-16,-4 1-4 0,1-5-7 0,-2 5-9 15,-2-3-2-15,2 3-3 0,-3-3-2 0,0 2 2 16,4 1-7-16,-6-2-12 0,4 4 8 0,3-4-4 16,-3 2 1-16,0-2-4 0,3 2-1 0,2 2 3 15,-2-2-3-15,3 0-5 0,2 0 3 0,10 0-1 16,-15 0-5-16,15 0 4 0,-15 0 0 0,15 0-3 15,0 0-4-15,-13 2-1 0,13-2-2 0,0 0 13 16,0 0-14-16,-7 0 1 0,7 0 3 0,0 0-5 16,-9 4 1-16,9-4 2 0,-5 3 7 0,5-3-11 15,0 0 2-15,0 8-1 0,-2 1 1 0,2-2 1 16,0-3 1-16,0 5-1 0,0 5 0 0,0-3 4 16,0-1-2-16,0 7 1 0,2 2-2 0,3-1-1 0,-2 9 2 15,3 3 1-15,-4 0 1 0,5-3-1 0,-2 3 0 16,5 9-5-16,-2-9 4 0,4 9 20 0,-6 0-17 15,4-2-5-15,-3-3 1 0,1-6 1 16,-1 8 5-16,-2-6 0 0,1 1 3 0,4 1 1 0,0-5 4 16,-5 3 1-16,-3-3 8 0,4-3 5 0,1 3 9 15,-5-8 5-15,4 1 9 0,1-2 1 0,-1 2 13 16,1-4-3-16,-2 2 4 0,-2-2 4 0,11 1 0 16,-11-8-4-16,5 8 0 0,-3-6 0 0,5 5-1 15,-7-6-4-15,6 2-1 0,-8 0-1 0,11-6-6 16,-10 1 8-16,6 3-11 0,-2-3-4 0,9 1-2 15,-6-3-5-15,-3 2-2 0,4-5 0 0,-2 3-3 16,-1-2-5-16,-2 0 1 0,7-1-11 0,-12-2-22 16,16 1-33-16,-9-1-36 0,3-3-54 0,1 0-48 15,3-2-63-15,-3-2-78 0,4-5-88 0,-3 1-354 16,1-5-820-16,-2-4 363 0</inkml:trace>
  <inkml:trace contextRef="#ctx0" brushRef="#br0" timeOffset="107602.11">31866 4880 202 0,'0'0'365'0,"0"0"-9"0,0-8-1 0,0 5 12 16,0 3-23-16,5-7-18 0,-5 7-26 0,0 0-35 16,0 0-30-16,0 0-25 0,0 0-13 15,0 0-31-15,0 0-18 0,0 0-12 0,2 22-16 16,-2-9-13-16,5-2-11 0,-2 8-7 0,-3 1-10 0,7-4-5 16,-2 7-2-16,1 1-9 0,-2 0-8 0,2 1-6 15,6 1-5-15,-4-1 0 0,0 1-8 0,2-2-1 16,2-1-2-16,-4-3 8 0,-1 0-30 0,1-1-22 15,0-4-47-15,1 2-34 0,-1-4-32 0,-3-2-53 16,3 1-56-16,-6-3-60 0,3-2-76 0,0-2-242 16,0-1-661-16,-5-4 293 0</inkml:trace>
  <inkml:trace contextRef="#ctx0" brushRef="#br0" timeOffset="107852.11">32182 5369 166 0,'9'7'330'0,"-3"-4"-13"0,1 0-21 16,3 0-17-16,-5 4-23 0,5 0-22 0,-5-3-23 16,1 0-23-16,1 3-17 0,0-2-14 0,-6 4-18 0,6-2-14 15,-2 0-13-15,-4 4-10 0,1-4-9 0,-2 2-13 16,0 2-8-16,0-4-9 0,-2 0-14 15,1 3-21-15,-4-5-16 0,-2 3-22 0,1-2-33 16,-3 2-36-16,1-4-42 0,-5 0-49 0,5 0-59 0,-6-3-53 16,6-1-143-16,-5 3-459 0,13-3 203 0</inkml:trace>
  <inkml:trace contextRef="#ctx0" brushRef="#br0" timeOffset="108523.99">32393 5036 314 0,'-2'-8'347'0,"2"8"-9"16,2-8-12-16,-1 3-10 0,-1-3-12 0,0-1-18 15,-1 1-14-15,1 8-10 0,1-8-18 0,-1 1-24 0,2 2-17 16,-2 5-19-16,3-8-17 0,-3 2-17 0,0 6-14 16,4-3-12-16,-4 3-14 0,0 0-29 15,5-9 0-15,-5 9-12 0,6-3-14 0,-6 3-13 0,12 0-6 16,-12 0-7-16,15 6-7 0,-9-2-5 0,3-1-8 15,0 4-7-15,0-2-1 0,-3 0 1 0,1 4-12 16,5 0-2-16,-6 0 0 0,-1 2-10 0,0-3 5 16,2 6-6-16,-1-2-3 0,-2-3 3 0,1 7 0 15,0-1-9-15,-4 0 5 0,-1 0-4 0,0 4-2 16,0-6 1-16,0 5-3 0,-6-6 5 0,4 1-1 16,-1-2-3-16,-1 1 4 0,3-5 5 0,-4 3-1 15,-2-1 3-15,5-1 3 0,2-4-2 0,-6 2 5 16,6-1 9-16,0-5 5 0,-2 5 6 0,2-5-3 15,0 0-2-15,0 0 0 0,0 0 15 0,8-15-13 16,1 10 4-16,-3-5 0 0,8-2-1 0,2 2-5 16,-3-2 0-16,1-2 0 0,-4 1 3 0,4-2-1 15,1-2 3-15,0 4 1 0,0-4-1 0,-3 3 5 16,1 1 7-16,-3 2 7 0,-2-4 12 0,-1 7-4 16,1-2 21-16,-3 3 12 0,2-3 5 0,-4 1 13 15,0 3-17-15,1-1 2 0,-3 2-16 0,-1 5-6 16,5-7-7-16,-5 7-11 0,0 0-7 0,0 0 1 0,0 0-4 15,0 0-3-15,0 0 3 0,0 0-11 0,0 0-6 16,-16 17 9-16,12-8 1 0,1 0-2 0,5 7-4 16,-4-2-2-16,-1 1 4 0,1 0-27 0,2 6-10 15,2-5-25-15,1 4-26 0,0-2-16 0,4 1-34 16,-2 1-41-16,-2-1-56 0,6 0-57 0,-3 0-72 16,4-3-217-16,-2-1-624 0,1 1 276 0</inkml:trace>
  <inkml:trace contextRef="#ctx0" brushRef="#br0" timeOffset="108742.74">32924 5352 52 0,'0'0'372'0,"0"0"-11"0,0 0-23 0,0 0-18 16,0 0-28-16,0 0-26 0,0 0-29 0,0 0-26 15,15 6-17-15,-15-6-22 0,1 7-18 0,-1 0-16 16,7 1-20-16,-7 1-10 0,5 2-9 0,-3 1-7 15,-1 2-8-15,-1-4-8 0,7 7-9 0,-7-7-26 16,0 4-32-16,7 2-29 0,-14-5-37 0,14 1-41 0,-14-4-57 16,5 0-55-16,-3 1-64 0,5-2-225 15,-1 1-538-15,-1-5 238 0</inkml:trace>
  <inkml:trace contextRef="#ctx0" brushRef="#br0" timeOffset="109070.87">33088 5213 181 0,'0'0'269'0,"18"1"-18"16,-18-1-12-16,12 1-15 0,-4 2-15 0,2 1-17 16,0-3-17-16,-5 4-18 0,1-3-16 0,-1 5-14 15,2 1-14-15,1 0-9 0,-5-1-9 0,1 2-12 16,-1 2-8-16,0 0-6 0,1 1-9 0,-4-1-3 16,0 0-6-16,5 2-10 0,-2 1 2 0,-6 3-6 15,3-4 1-15,-2-3-8 0,-1 4-21 0,-1-6-27 0,1 5-27 16,0-5-41-16,-1-1-51 0,1 2-46 15,-2-5-74-15,2 1-134 0,-4 1-423 0,7-6 186 16</inkml:trace>
  <inkml:trace contextRef="#ctx0" brushRef="#br0" timeOffset="109742.76">33308 4995 17 0,'0'0'323'16,"0"-7"-18"-16,0 7-13 0,5-10-13 0,-5 10-9 15,3-10-26-15,2 5-7 0,-5 5-14 0,2-7-12 16,-2 7-15-16,6-8-24 0,-4 6-10 0,-2 2-17 16,7-10-23-16,-2 8-13 0,-5 2 1 0,8-2-19 15,-8 2-7-15,10 0-11 0,-10 0-5 0,13 2-9 16,-6 0-4-16,1 3-17 0,0 0 6 0,1 2-7 16,-3-1-3-16,2 1-3 0,-1 1-2 0,3 0-3 15,-5-1-5-15,5 5-4 0,-5-3-2 0,2-2-7 16,-3 5 3-16,0 2-4 0,2-2-4 0,-6 0 7 15,5-1-17-15,-5-3-6 0,0 8-1 0,0-6-5 0,0 0 7 16,-5 4-7-16,5-8 7 0,-3 4-3 16,-2 1-1-16,2-2 4 0,0-6 2 0,3 8-2 15,-4-6 1-15,4-5 3 0,-5 8 3 0,4-5 1 0,1-3 5 16,-2 6 10-16,2-6 1 0,0 0-6 0,0 0 2 16,0 0 2-16,0 0 2 0,0 0-1 0,5-22 0 15,2 11 0-15,-7 5-3 0,6-4 10 0,-1-2-2 16,3 4-7-16,-4-7 2 0,2 3 0 0,3 2-2 15,-3-6-3-15,4 4 7 0,-2-3-3 0,2 0-6 16,-3 7 2-16,1-6 3 0,1 5-2 0,-5 1 13 16,-2-2 2-16,5 4 9 0,-1-1 10 0,-4 0 2 15,-2 2-7-15,3-2 1 0,1 3-4 0,-4 4-5 16,8-5-8-16,-8 5-4 0,0 0-1 0,0 0-5 16,0 0 1-16,0 0-4 0,0 0-2 0,0 0-4 15,7 12-2-15,-7-4 5 0,1 1-3 0,-1 1 1 16,7 2 16-16,-7-1-17 0,0 2-3 0,0 1 1 15,0 2-3-15,0 3 1 0,0-3 4 0,5 0-20 16,-5-1-23-16,0 2-18 0,-5 1-16 0,5-6-22 16,0 3-31-16,0 0-36 0,0 1-38 0,0-1-43 15,-7 1-50-15,6-3-251 0,2-3-591 0,-1-1 262 16</inkml:trace>
  <inkml:trace contextRef="#ctx0" brushRef="#br0" timeOffset="110117.76">33660 5281 72 0,'0'0'251'0,"0"0"-8"16,0 0-5-16,0 0-11 0,9 10-18 0,-9-10-19 15,0 0-2-15,6 5-19 0,-6-5-8 0,5 5-22 16,-5-5-10-16,2 6-17 0,1-3-8 0,1 3-11 16,-4-6-8-16,0 9-9 0,0-9-9 0,0 10-6 15,-4-2-5-15,8 1-7 0,-8-3-6 0,3 1-3 16,-1 4-4-16,0-7-2 0,-1 3-7 0,1 2 2 16,-4-2-2-16,6-1-6 0,-4-1 4 0,1 0-3 15,1 3-2-15,2-8 5 0,-6 8 7 0,6-8 3 0,-2 4 5 16,2-4 0-16,0 0 2 0,-5 3 3 15,5-3 0-15,0 0 4 0,0 0 4 0,0 0-1 16,0 0 1-16,0 0-5 0,0 0-7 0,13 4-7 16,-13-4-12-16,0 0-25 0,20-4-33 0,-20 4-42 0,15-3-48 15,-6 0-57-15,0-2-72 0,3 0-282 0,-2-6-581 16,-2 5 257-16</inkml:trace>
  <inkml:trace contextRef="#ctx0" brushRef="#br0" timeOffset="110930.33">33521 4672 106 0,'12'0'222'15,"-12"0"-20"-15,18 0-20 0,-9 2-16 0,-9-2-19 16,14 5-10-16,0-4-13 0,-6 5-12 0,7-5-14 15,-4 6-6-15,-2-5-10 0,1 5-6 0,1 0-6 16,-3-4-6-16,-1 3-4 0,3-2-8 0,-3 3-4 0,1-2-4 16,-3 0-5-16,-2-2 0 0,4 2 1 15,-2 0 4-15,-2 0 0 0,2 1-3 0,-2 0 2 16,1 0-1-16,1 2 6 0,-2-4-6 0,-1 5 0 0,1 1 2 16,0 1-1-16,2 2-1 0,3-1 3 0,-6 2 2 15,3 1-2-15,3 2-3 0,-1-4-6 0,0 8 1 16,-1-3 4-16,1-3 3 0,-4 4 2 15,4 1-6-15,1 0 0 0,0-1-4 0,-4-1-2 0,-1 0-1 16,5 2-6-16,-4-1 2 0,1-6-2 0,1 4-2 16,1 1-2-16,-4-3 0 0,2 0-1 0,2-1 3 15,-7 0-5-15,8-3 1 0,-8 0-6 0,0 1 6 16,5 1-7-16,-5-1 2 0,2-3 1 0,1 3 0 16,0 0 5-16,-3-1 3 0,3-3 2 0,2 4-1 15,-5 2 1-15,7-1-6 0,0 2-1 0,-6-4-3 16,-1 2 0-16,7-3 0 0,0 3-6 0,-6-4 1 15,-1 1 0-15,7 2 1 0,-7-4-2 0,6 1-2 16,-6 1 1-16,2-2 0 0,3-1-5 0,-3 2 3 16,3-1-3-16,-5-1-4 0,3 0 1 0,-3 1 7 15,0-4-5-15,3 3 0 0,-1-1-5 0,0 0 10 16,-2-6-7-16,5 9 3 0,-5-3-6 0,0-6 2 16,0 8 0-16,0-8 1 0,0 8-4 0,0-3 4 15,0-5 1-15,-5 11-4 0,5-7-1 0,0-4 4 0,0 9-1 16,0-3 6-16,0-6-10 0,-4 8 4 15,4-8-3-15,0 10 4 0,-3-7-1 0,3-3 0 16,0 7-3-16,0-7 4 0,-8 11 2 0,8-7-2 0,-7 0-5 16,7-4 0-16,-2 7 3 0,-6-6 2 0,2 9-1 15,-1-5 3-15,0 0-2 0,1 1 1 0,-3 0 3 16,-2 1-3-16,-4 0-6 0,-3 0-23 16,-10 1-25-16,3 2-36 0,-7-3-59 0,-1 1-72 0,0 2-103 15,-12-5-201-15,-3 1-564 0,-1 0 249 0</inkml:trace>
  <inkml:trace contextRef="#ctx0" brushRef="#br0" timeOffset="113586.61">20946 7434 225 0,'3'-6'304'0,"2"3"-14"0,-5 3-21 0,11-3-23 15,-11 3-26-15,9-3-19 0,-9 3-21 0,0 0-15 16,0 0-17-16,18 6-12 0,-16-4-7 0,3 5-5 15,3 5-13-15,-2-4 0 0,3 5-14 0,-1 2-8 16,-8-2-7-16,10 5-14 0,-5-2-1 0,2 3-7 16,-1 1-2-16,-3-1-6 0,2-3-2 0,4 8-13 15,-4-2 4-15,3 1-4 0,-1-3-3 0,-1-4-5 16,-4-1-1-16,9 5-5 0,-7-6 5 0,4 2-6 16,-1-4 14-16,-2-1-3 0,1-3 22 0,-4 0 3 15,5-2 26-15,-6 0 21 0,4-2 23 0,-3 3 30 0,-2-7 28 16,13 1 28-16,-13-1 14 0,0 0-9 0,13-1-1 15,-13 1-8-15,12-16-15 0,-1 9-13 0,1-8-4 16,0 2-8-16,1-4-2 0,-2-4-13 0,8-5-6 16,-3 0-6-16,-1-1-4 0,0-2-20 0,0-7-2 15,0 9-8-15,-2-4-7 0,-5 4-12 0,1-2-10 16,7-3-8-16,-11 5-9 0,5 7-2 0,-5 3-13 16,2-4 8-16,-6 6-17 0,4 3-11 0,-3-1-27 15,-2 5-36-15,5-3-32 0,-5 7-54 0,0 4-60 16,2-6-77-16,-2 6-82 0,0 0-21 0,0 0-1 15,0 0-15-15,-15 19-30 0,10-5-30 0,1 1-48 16,1 1-303-16,-7 10-854 0,5-9 379 0</inkml:trace>
  <inkml:trace contextRef="#ctx0" brushRef="#br0" timeOffset="114024.12">21507 7867 29 0,'0'0'366'0,"0"0"-12"16,0 0-14-16,0 0-17 0,-7-2-12 16,7 2-21-16,0 0-40 0,0 0-22 0,0 0-32 15,0 0-20-15,0 0-15 0,0 0-21 0,-2 17-13 0,2-10-9 16,2 1-11-16,-2 2-11 0,0 3-12 0,5 0 10 15,-3 0-24-15,-2 3-5 0,5 0-3 0,-4 0-8 16,1 0-4-16,1-2-8 0,-1 2 0 0,0 0-1 16,4-1-3-16,-6-1-10 0,5 3 3 0,-5-5-11 15,2-1-29-15,0 1-32 0,4-4-36 0,-6 1-44 16,0-2-53-16,0 4-60 0,2-8-52 0,1 3-280 16,-3-6-612-16,5 5 271 0</inkml:trace>
  <inkml:trace contextRef="#ctx0" brushRef="#br0" timeOffset="114414.75">21872 7615 286 0,'-4'-7'314'0,"4"7"-27"0,0 0-20 0,0 0-28 0,0 0-25 16,0 0-19-16,0 0-24 0,0 0-13 0,-2-5-12 15,2 5-18-15,0 0-16 0,0 0-8 0,0 0-13 16,0 0-8-16,0 0-7 0,0 0-7 0,0 0-5 16,2 22-6-16,-2-22-5 0,0 5-6 0,0-5-10 15,6 3 5-15,-6-3-3 0,0 0 2 0,0 0 15 16,7 5 9-16,-7-5 10 0,0 0 3 0,0 0 4 15,0 0 3-15,0 0-7 0,16-11-4 0,-11 7 1 16,-3-2-6-16,0 0-5 0,-2 0-2 0,3 0-5 16,-3 6 4-16,0-9-19 0,0 3-9 0,0 6-15 15,-5-8-24-15,5 8-25 0,-5-7-28 0,0 2-30 16,5 5-33-16,-7-4-38 0,7 4-55 0,0 0-53 16,0 0-64-16,0 0-188 0,0 0-561 0,-15 9 249 15</inkml:trace>
  <inkml:trace contextRef="#ctx0" brushRef="#br0" timeOffset="114883.5">22687 7425 295 0,'-2'-6'294'0,"2"6"-21"0,0 0-16 0,-8-7-22 16,8 7-19-16,0 0-21 0,0 0-11 0,-17 0-8 16,17 0-6-16,-15 5-4 0,6-1-3 0,0-3 4 15,-2 2 0-15,-1-1 2 0,-4 3 5 0,-4 0-2 16,3 2 2-16,-4-3-7 0,-1 0-2 0,1-1-5 16,-1 5-11-16,1-4-6 0,-3 0-12 0,-4 1-5 15,10 1-14-15,-8 3-6 0,11-5-11 0,-2 1-10 0,4-2-5 16,5 1-10-16,-1-2-7 0,1-1-6 0,1 2-13 15,7-3 4-15,-5 4-6 0,5-4-5 16,0 0-1-16,9 12 1 0,6-5-3 0,6 1-5 0,12 0 1 16,14 0-10-16,1 0-14 0,0 0-7 0,1 0-13 15,3-2-4-15,-4 0-9 0,3-3-12 0,-2 1-6 16,-4-2-9-16,-10-2 3 0,-5 1 8 0,-2-2 6 16,-7-1 2-16,-4-2 8 0,3 3 3 0,-9-2 2 15,3 3 9-15,-9-8 11 0,-2 0-5 0,-3 4-2 16,0-3-3-16,0 7 3 0,-15-16 1 0,2 6 10 15,-5 1-12-15,-7-2 2 0,-7-1 10 0,2 4-10 16,-3-4 1-16,2 2-3 0,-1 1 5 0,-4 1-4 16,8-1-30-16,1 4-32 0,6 2-34 0,1-6-42 15,4 6-23-15,-1 1-29 0,4 2-36 0,1-3-35 16,6 2-41-16,6 1-26 0,-15-1-211 0,15 1-593 16,-9-2 263-16</inkml:trace>
  <inkml:trace contextRef="#ctx0" brushRef="#br0" timeOffset="115117.88">22588 7162 315 0,'0'-4'334'0,"0"4"-2"0,-5-8-10 0,5 3-6 16,0 5-32-16,0 0-28 0,0-10-20 0,0 10-31 16,0 0-25-16,0 0-19 0,0 0-22 0,6 25-9 15,-4-6-15-15,3-1-8 0,3 12-8 0,0-3 5 16,6 9-23-16,0 6-8 0,1-3-6 0,2 2-9 15,-2 1 0-15,5 2-10 0,-5-5 0 0,1 2-7 16,4-2-3-16,-5 3-22 0,0-13-36 0,-5 2-36 16,-4-3-48-16,8-1-56 0,-6-1-65 0,-2-8-72 15,1 2-254-15,0-4-596 0,-1-7 264 0</inkml:trace>
  <inkml:trace contextRef="#ctx0" brushRef="#br0" timeOffset="115446.01">23235 7214 65 0,'-4'-8'402'0,"4"2"5"0,0 6-19 16,0-13-14-16,0 13-19 0,-3-8-27 0,3 8-35 15,-5-6-29-15,5 6-29 0,0 0-30 0,0 0-13 16,0 0-27-16,0 0-12 0,0 0-21 0,-18 19-14 16,13-7-5-16,-3-2-20 0,-1 9-5 0,3-1-8 0,-7 6-8 15,6-2-9-15,0 5-7 0,-1 0-1 16,0 0-4-16,3 0-8 0,3 2-1 0,-1 1-3 16,6-4-3-16,-3 1-5 0,7-2-2 0,1-3 4 0,5 4-10 15,2-1-15-15,2-5-42 0,4-1-38 0,-1-4-32 16,5 4-57-16,1-8-60 0,6 3-72 0,-2-7-57 15,4-4-283-15,-9 4-686 0,5-11 304 0</inkml:trace>
  <inkml:trace contextRef="#ctx0" brushRef="#br0" timeOffset="115696.01">23778 7273 194 0,'0'0'306'0,"0"0"-25"16,0 0-27-16,-9-6-26 0,9 6-24 0,0 0-18 16,0 0-19-16,0 0-8 0,-16 15-7 0,9-8-10 0,1 1-10 15,1 6-12-15,-7-1-14 0,2 1-9 16,-2 4-7-16,3-1-13 0,-6 3-5 0,3-3-7 16,-5 2-2-16,1 6-7 0,-4-4 0 0,12-5-22 0,-9 3-27 15,4 0-37-15,0-4-38 0,0 1-47 0,3-4-51 16,1 3-56-16,-1-6-220 0,0-3-477 0,5 0 211 15</inkml:trace>
  <inkml:trace contextRef="#ctx0" brushRef="#br0" timeOffset="115883.57">23448 7359 58 0,'0'-3'361'15,"0"-3"-15"-15,0 6-27 0,0 0-24 0,-3-11-29 16,3 11-38-16,0-7-15 0,0 7-16 0,0 0-22 15,0 0-20-15,21 19-11 0,-14-7-20 0,1-2 9 16,6 4-28-16,-1 4 6 0,3 2-27 0,-1 3-6 16,7-3-10-16,1 3-8 0,-2-4-41 0,3 1-42 0,-3 1-53 15,2-1-59-15,-3-3-76 0,2 0-74 16,-6-7-184-16,2 0-506 0,1-5 224 0</inkml:trace>
  <inkml:trace contextRef="#ctx0" brushRef="#br0" timeOffset="116133.58">23819 7150 222 0,'0'0'314'0,"0"0"-13"0,0 0-1 16,0 0-13-16,0 0-5 0,23 11-13 0,-16-2-12 15,6 2-10-15,2-3-6 0,6 15-11 0,3-7-8 16,-5 4-17-16,5 2-22 0,-3 4-18 0,4 7-17 15,-5-7-11-15,5 5-15 0,1 4-15 0,-8-2-10 16,-3-5-10-16,0 0-8 0,-5 3-16 0,0-4-32 16,-2 1-28-16,-3-1-31 0,-3 0-30 0,-2-9-23 15,-2 3-24-15,-3 5-28 0,-3-7-29 0,-5-3-45 16,1 3-37-16,2-7-43 0,-6-2-262 0,1-1-595 16,2-5 263-16</inkml:trace>
  <inkml:trace contextRef="#ctx0" brushRef="#br0" timeOffset="116383.58">24686 7483 262 0,'-1'-8'521'0,"1"8"-9"0,0 0-33 15,1-11-31-15,6 6-37 0,-7 5-33 0,8-5-32 16,0 0-41-16,1 2-31 0,2-2-30 0,6 4-26 16,3-2-32-16,-2 0-43 0,3 3-54 0,-4 3-59 0,4 0-62 15,8-2-64-15,-8 4-58 0,9 3-63 16,-10-6-76-16,-4 5-65 0,8-2-258 0,-10 2-668 16,-5-2 296-16</inkml:trace>
  <inkml:trace contextRef="#ctx0" brushRef="#br0" timeOffset="116555.45">24726 7669 250 0,'0'0'274'0,"-5"5"6"0,5-5 0 0,0 0-12 16,0 0-24-16,17 12-23 0,-8-9-25 0,11 0-18 16,2-1-21-16,-6 0-13 0,6 1-28 0,1-1-52 15,-1 4-64-15,-1-5-68 0,1 6-73 0,-6-6-90 16,4-1-141-16,-5 3-403 0,-7-6 178 0</inkml:trace>
  <inkml:trace contextRef="#ctx0" brushRef="#br0" timeOffset="121308.16">25770 7468 162 0,'0'0'468'0,"0"0"0"16,0 0-13-16,0 0-21 0,0 0-22 0,0 0-18 15,0 0-27-15,0 0-20 0,0 0-12 0,0 0-20 16,-10-12-26-16,10 12-22 0,0 0-18 0,0 0-20 15,0 0-15-15,0 0-17 0,0 0-17 0,0 0-12 16,0 0-16-16,0 0-15 0,25-1-8 0,-25 1-18 16,28 0-6-16,-11 0-16 0,8 1-5 0,-7-1-8 15,4 0-10-15,1-1-13 0,5 1-16 0,-7 0-9 16,3-1-8-16,-3 1-12 0,1 0-9 0,-6-2-17 0,2-1-19 16,-6 2-21-16,-1-3-17 0,4 1-21 0,-8 3-42 15,3-1-36-15,-5-5-41 0,3 4-37 0,-8 2-30 16,0 0-51-16,10-3-50 0,-10 3-49 0,0 0-327 15,0 0-821-15,10-1 363 0</inkml:trace>
  <inkml:trace contextRef="#ctx0" brushRef="#br0" timeOffset="121620.66">26474 7173 22 0,'3'-8'406'0,"-3"8"-5"0,0-7-7 15,0 7-20-15,7-5-20 0,-7 5-32 0,0 0-30 0,0 0-32 0,1-4-28 0,-1 4-26 0,0 0-22 0,0 0-8 16,0 0-25-16,0 0-17 0,-1 18-9 0,-1-6-2 16,2-3-4-16,-2 9-6 0,-1-3-7 15,3 3-8-15,0 3 1 0,0 1-17 0,0 0-1 0,0 3-13 16,3 4-7-16,1-2-3 0,1 0-6 0,-2-2-7 15,0 5-1-15,1-6-7 0,1 3-2 0,0-1-18 16,1-1-26-16,-1-6-30 0,0-1-35 0,2 1-48 16,-2-4-39-16,1 4-44 0,-6-4-69 0,7-1-64 15,0-3-338-15,-6-2-730 0,-1 2 323 0</inkml:trace>
  <inkml:trace contextRef="#ctx0" brushRef="#br0" timeOffset="122105.04">26954 7387 78 0,'1'-4'329'0,"-1"4"-21"0,14-6-13 0,-6 3-24 15,-1 2-26-15,1-4-19 0,7 3-22 0,1-1-15 16,-1 2-23-16,5 1-19 0,2 0-14 0,1-3-11 16,3 3-14-16,1 3-9 0,1-2-9 0,3 1-10 15,-3-1-10-15,2-2-7 0,-2 2-9 0,-6 1-1 16,1 1-6-16,-1-3-9 0,-3 2 1 0,3 2-18 15,-4-3-22-15,-5 4-27 0,-1-3-28 0,-4-2-34 16,-8 0-36-16,14-2-47 0,-10-3-40 0,3 1-51 16,-2 1-157-16,-7-5-456 0,2 8 202 0</inkml:trace>
  <inkml:trace contextRef="#ctx0" brushRef="#br0" timeOffset="122308.17">27205 7170 19 0,'-10'-8'305'0,"10"8"-9"0,0 0-10 16,-6-1-20-16,6 1-25 0,0 0-26 16,0 0-23-16,0 0-19 0,-5 18-8 0,5-12 5 0,0 5-7 15,3 1-11-15,-1 3-15 0,-1 2-14 0,1 3-9 16,1 4-13-16,2 3-6 0,-1 0-7 0,-1 1-11 16,0 4-7-16,2-2-6 0,-3 10-6 0,-2-10-1 15,2 2-53-15,-2-1-47 0,0-1-65 0,0 4-81 16,1-6-90-16,-1-2-223 0,-1-6-545 0,-1 0 241 15</inkml:trace>
  <inkml:trace contextRef="#ctx0" brushRef="#br0" timeOffset="130031.52">27735 7335 25 0,'-2'-7'376'0,"4"-1"-9"0,-2-1-9 15,0 2-4-15,0 0-7 0,0-1-10 0,0 1 2 0,0 7-2 16,0-12-17-16,0 5-8 0,-2-1-12 0,2 8-9 15,2-9-17-15,-2 3-11 0,0 1-14 0,0 5-14 16,0-11-20-16,0 11-15 0,0-10-19 0,5 8-12 16,-5 2-21-16,3-6-10 0,-3 6-9 0,5-9-16 15,-3 4-9-15,-2 5-11 0,8-7-10 0,-3 4-9 16,3 0-8-16,-1-2-4 0,-4 1-8 0,7-1-6 16,-6 0-7-16,4 0-4 0,-8 5-4 0,15-3-1 15,-7 1-6-15,-8 2-2 0,13-5-5 0,-6 2-2 16,-7 3-3-16,13-4 1 0,-13 4-5 0,8 0 3 15,-8 0-11-15,14 0-16 0,-14 0 0 0,13 5-11 16,-8 1 2-16,3-3-2 0,-3 0 3 0,5 4-7 16,-5 4 2-16,2-3-2 0,-2-1 3 0,1 5-4 0,-2 0 2 15,4 0-2-15,-5 4 1 0,0-1-2 16,-3 0-1-16,2 0 0 0,-2 2 3 0,3-2 1 0,-6 0-4 16,3-1 6-16,0 2-2 0,-2-10 4 0,-1 8 1 15,0-1 3-15,1-3 1 0,-4-1 2 0,2-1-2 16,-2-2 18-16,2 3-11 0,1-2 2 0,-2-2-5 15,5 1 10-15,-3-2-1 0,3-4 5 0,-7 8 2 16,7-8 19-16,-3 6 16 0,3-6 13 0,-4 3 9 16,4-3-1-16,0 0-4 0,0 0-3 0,0 0-3 15,2-21-9-15,-2 21-1 0,5-14 0 0,2 2-4 16,-4 5-2-16,9-5-7 0,-2-5-3 0,-2 1-6 16,7 1 0-16,0-3-1 0,-9 3-5 0,9-2-5 15,-2 6-5-15,-3-5 4 0,4 1-2 0,-1 2 1 16,2 2 1-16,-7 0-1 0,7-3-1 0,-4 2 3 15,-1 3-1-15,-3-2 0 0,1 4-3 0,-1-2 0 0,1-2 2 16,-3 4-3-16,2 2 3 0,-2 0-1 0,0-2-1 16,-4 3 0-16,-1 4 3 0,7-8 6 15,-7 8-11-15,5-3-2 0,-5 3-2 0,0 0-6 0,3-4-2 16,-3 4-1-16,0 0-3 0,0 0 4 0,0 0 4 16,0 0-3-16,5 14 4 0,-5-14-3 0,-1 10 3 15,1-1 2-15,-4-1 0 0,3 2 2 0,-1 5-2 16,0-4 0-16,-1 5 0 0,1-1 4 0,1-3 0 15,-3 4 2-15,4 2 10 0,-1-2-11 0,-1 0-1 16,4 2 3-16,-1-3 0 0,4 2-1 0,0-1 1 16,-1-4 1-16,2 3-4 0,2-1-9 0,6-1-16 15,-1-4-24-15,2 1-36 0,1 0-50 0,4-1-52 16,-2-5-56-16,6 4-51 0,-6-3-58 0,0-2-76 0,4 4-79 16,-3-3-263-16,0-4-838 0,-6-3 370 15</inkml:trace>
  <inkml:trace contextRef="#ctx0" brushRef="#br0" timeOffset="130328.4">28649 7521 194 0,'0'0'336'0,"0"0"-18"0,0 0-18 16,0 0-26-16,0 0-29 0,0 0-29 0,6 3-17 15,-6-3-13-15,0 6-8 0,0 1-5 0,0 0-6 16,0 0-13-16,0 3-10 0,0 0-12 0,0-2-15 16,0 3-9-16,0-2 4 0,0 3-30 0,0 0-6 0,2 0-9 15,3 5 3-15,-3-4-9 0,-2-4-4 16,3 6-18-16,-3-5-31 0,3 4-31 0,-1-5-40 0,4 0-52 15,-6 2-81-15,7-4-79 0,-5 1-283 0,4-3-603 16,-1 0 268-16</inkml:trace>
  <inkml:trace contextRef="#ctx0" brushRef="#br0" timeOffset="131015.91">28895 7302 250 0,'0'0'372'0,"0"0"-6"0,0 0 5 15,0 0-1-15,0 0-2 0,0 0 0 16,0 0-9-16,0 0-4 0,0 0-10 0,0 0-3 16,0 0-6-16,0 0-9 0,0 0-8 0,0 0-16 0,0 0 7 15,9-9-32-15,-9 9-23 0,3-4-26 0,-3 4-26 16,18-7-18-16,-8 6-18 0,7-5-19 0,4 1-10 15,1 2-14-15,6-1-16 0,2-2-18 0,-1 4-5 16,1-2-15-16,3 3-25 0,-1-3-26 0,2 0-26 16,-2 1-33-16,-1-3-29 0,2 4-42 0,-3-6-43 15,-3 1-45-15,3 3-66 0,-2-2-45 0,1 0-52 16,-10-2-67-16,-1 3-72 0,0 0-359 0,-8 0-932 16,0-2 413-16</inkml:trace>
  <inkml:trace contextRef="#ctx0" brushRef="#br0" timeOffset="133376.82">29658 7030 22 0,'0'-7'348'16,"7"-1"-15"-16,-7 3-20 0,7-3-7 0,-4-1-35 15,2 0-10-15,5 1-32 0,-2 1-6 0,2-2 2 16,5-3-28-16,-7 6-14 0,7-2-16 0,5-4-2 15,-5 5-14-15,0 4-12 0,1-4-18 0,2 2-5 16,-3-2-13-16,-5 5-16 0,7-3-4 0,-4 4-13 16,-1 1-3-16,-2-2-8 0,1 2-6 0,-11 0-17 15,17 0-3-15,-11 2 1 0,1 1-3 0,1 0-2 0,1 1-10 16,-8 6 1-16,7-5-1 0,-3 3-8 16,2-1-9-16,-4 5 14 0,1 0-2 0,2 5-5 15,-2-2 1-15,-3 0-1 0,3 0-1 0,-4 4 3 0,0 7-2 16,-4-11-1-16,4 3-4 0,-1-3 3 0,1 4-13 15,-2-4 12-15,-3 2-8 0,2-2 3 0,-2-3-2 16,-4 2 3-16,4-2 4 0,-1-6-4 0,3 1-1 16,-6 3 4-16,3-2-1 0,1-4-2 0,-2 1 5 15,2-2 0-15,-2 1 10 0,2 1 13 0,5-5 19 16,0 0 15-16,-13 0 9 0,13 0 2 0,0 0 5 16,-8-10-3-16,8 2-1 0,0 8-9 0,5-15-2 15,5 2-3-15,-5-1-7 0,8-1-5 0,-1-3-7 16,8 0-2-16,-4-8-4 0,6 7-7 0,-3-2 0 15,3 0 6-15,-1 1 13 0,-2 0 11 0,2 0 7 16,-13 6 5-16,7 0 7 0,-6 1 7 0,4 0 2 16,-5 4 8-16,-1-1 1 0,1 1 1 0,-8 2-2 0,5 0-5 15,-3-1-6-15,6 3-5 0,-8 5-12 0,5-8-11 16,-5 6-6-16,0 2-11 0,0 0-6 0,0 0-4 16,0 0-6-16,0 0 1 0,0 0-9 0,0 0 1 15,-15 11-3-15,13-5 0 0,-1 3-2 0,-5-3-1 16,1 4-3-16,6 4-1 0,-6-5-3 0,0 9 7 15,6-8-9-15,-6 4 2 0,5-1 10 0,2 1-14 16,2 2-11-16,-2-4-12 0,7 5-12 0,-6-2-24 16,13-1-27-16,-6-1-31 0,7 1-36 0,-2-1-41 15,3-1-47-15,4-3-42 0,-1-1-47 0,2 5-60 0,4-4-58 16,-7-4-379-16,4 4-895 0,-6-4 396 0</inkml:trace>
  <inkml:trace contextRef="#ctx0" brushRef="#br0" timeOffset="133861.2">30560 7233 278 0,'0'0'351'0,"0"0"-15"0,0 0-24 0,0 0-7 0,0 0-13 16,0 0-10-16,10-6-19 0,-10 6-6 0,12-3-19 15,-12 3-17-15,11-1-18 0,-11 1-25 0,0 0-17 16,19 4-14-16,-9-3-12 0,-5 2-21 0,1 1-9 15,-1 0-12-15,2 3-9 0,-2-3-11 0,1 1-4 16,1 2-12-16,1 0-4 0,-6 2-3 0,3 2-10 16,-2 1 1-16,-3-4-6 0,5 4-4 0,-10-2-3 15,2 5-8-15,-2-3 7 0,3-2-1 0,-4 5 1 16,-4-5 5-16,5 2 6 0,-4 2 9 0,-2-5 13 16,-4-3 6-16,7 6 5 0,1-4 7 0,-3 1-2 15,2-1 0-15,1 0 1 0,1-5 0 0,-1 3 0 16,5 0 5-16,-4-5 8 0,6-1 3 0,0 0 7 0,0 0-3 15,0 0-7-15,13 11-9 0,-3-10-11 0,6 1-18 16,6-2-35-16,-2-3-32 0,10 6-51 16,-2-3-66-16,5-3-81 0,2 3-77 0,3-3-95 0,5 2-116 15,1-6-313-15,-2-5-880 0,3 5 390 0</inkml:trace>
  <inkml:trace contextRef="#ctx0" brushRef="#br0" timeOffset="136449.96">21485 8009 171 0,'0'0'217'0,"15"-8"-1"15,-15 8-2-15,0 0-3 0,0 0-3 0,5-6-12 0,-5 6-5 16,0 0-2-16,2-8-9 0,-2 8-3 0,0 0-10 16,0-5-3-16,0 5 4 0,0 0-16 0,0 0-9 15,0 0-11-15,0 0-3 0,0 0-6 0,0 0-3 16,0 0-4-16,0 0-20 0,0 0 0 0,0 0-4 15,0 0-4-15,0-8-9 0,0 8-7 0,0 0-4 16,0 0-4-16,0 0-13 0,0 0 2 0,0 0-4 16,0 0-9-16,0 0-2 0,0 0-4 0,0 0-5 15,0 0 2-15,0 0-14 0,0 0-12 0,0 0-1 16,0 0 4-16,0 0 14 0,0 0-22 0,0 0 9 16,0 20-4-16,0-16 3 0,0-4 9 0,0 16-2 15,5-8-14-15,-5 4 1 0,0-3-5 0,0 3-1 16,1 3 7-16,-1 0-4 0,0-2-4 0,0 3 3 0,0 0 3 15,-1-1-1-15,2 0 3 0,-1 0-1 0,0-3-3 16,0 3 0-16,0-6 5 0,-1 2-3 16,1 1-3-16,0-1 4 0,0-3 2 0,0 1-4 0,0-2 1 15,0 0 5-15,1-2-1 0,-1-5-4 0,-1 10-1 16,1-10 4-16,0 8-3 0,0-8 4 0,0 5-1 16,0-5 1-16,0 0-12 0,0 0-28 0,3 6-13 15,-3-6-27-15,3 5-33 0,-3-5-54 0,0 0-81 16,0 0-81-16,0 0-294 0,0 0-670 0,12 0 296 15</inkml:trace>
  <inkml:trace contextRef="#ctx0" brushRef="#br0" timeOffset="137607.79">25069 9015 337 0,'0'0'408'0,"-14"0"1"15,14 0 5-15,0 0 3 0,-6-6-3 0,6 6-3 16,0 0-11-16,0 0-11 0,0 0-8 0,-10-1-11 0,10 1-22 16,0 0-12-16,0 0-3 0,0 0-40 15,0 0-30-15,0 0-29 0,0 0-20 0,0 0-2 16,0 0-35-16,0 0-28 0,10-12-30 0,-2 10-44 0,2-3-40 15,2 4-52-15,9-1-41 0,1 1-58 0,7 1-48 16,1-3-51-16,3 2-43 0,-6 2-47 16,1-1-44-16,2 3-60 0,-2-2-35 0,-7 7-357 0,-4-5-867 31,-2 1 383-31</inkml:trace>
  <inkml:trace contextRef="#ctx0" brushRef="#br0" timeOffset="137795.31">25209 9186 43 0,'-6'4'269'0,"6"-4"3"16,-7 4 6-16,7-4 5 0,-8 1-1 0,8-1 10 15,0 0-9-15,-7 3-10 0,7-3 2 0,0 0-29 16,0 0-18-16,0 0-22 0,0 0-19 0,0 0-30 16,0 0-6-16,43 0-27 0,-21-3-55 0,4 3-54 15,1 0-53-15,9 0-54 0,-6 0-79 0,13 0-93 16,-8 0-298-16,-2-1-608 0,3-1 270 0</inkml:trace>
  <inkml:trace contextRef="#ctx0" brushRef="#br0" timeOffset="140186.4">26471 8954 238 0,'0'0'318'0,"3"-16"-2"0,-3 9-3 0,-3 1-13 0,9-4-5 16,-6 2 0-16,0-1-11 0,3 0-3 0,-3 0-8 15,4 0-8-15,-3 0-11 0,3 0-5 0,2 0-15 16,-2 0-17-16,-3 0-17 0,8 0-14 0,-6 0-21 16,4-1-16-16,-4 2-14 0,3-3-15 0,-1 3-7 15,4 1-17-15,-8 0-9 0,6 2-11 0,1-2-9 16,-1 4-10-16,-2-3-9 0,5 3-14 0,0 3-10 16,1 0-11-16,4 0-7 0,0 1-6 0,0 1-5 15,0 7-2-15,5-8-5 0,-5 7-4 0,0-1-4 16,-1 1-1-16,1 4-7 0,-1-3-5 0,-1 4 0 15,-2-1-1-15,1 0 3 0,-4 2-3 0,0-1 1 0,-3-2-2 16,0 3 4-16,2 0 4 0,-4 4 4 0,1-4-4 16,-4 1 3-16,0 0 1 0,0 3-2 15,-7-6 5-15,5 3-1 0,-4 0 1 0,-1-6 7 0,-1 5-3 16,1-4 5-16,-1-1-1 0,-2-1 1 0,2 2 11 16,-2-1-17-16,3-1-2 0,-3-3 2 0,-1 2 1 15,2-2 0-15,1-2 8 0,5 4-3 0,-2-5-2 16,-2 3 7-16,7-5-2 0,-6 6 4 0,6-6 4 15,-9 1-1-15,9-1 2 0,-6 5 0 0,6-5 8 16,0 0 0-16,0 0-3 0,0 0 4 0,0 0-6 16,0 0 12-16,0 0-13 0,0 0-1 0,20-18-2 15,-12 12-2-15,-1 0-1 0,6-5-1 0,-3 1 3 16,6 0-7-16,-4-2 2 0,1-2 0 0,2 3 0 16,0-2 4-16,-4-1-6 0,4-2 1 0,0 4 6 15,-2-8 1-15,2 7-1 0,-3-5-1 0,-2 3-1 0,1 2 4 16,1-4 7-16,-4 5 6 0,-1-3 0 0,1 0 8 15,-1 6 4-15,-1-3-1 0,1 3 1 0,-5 2 1 16,4-1 1-16,-1 1 0 0,-3-1-4 0,0 4 1 16,-2 4 0-16,5-10-9 0,-5 10 1 0,1-5 3 15,-1 5-14-15,0 0 0 0,0 0-6 0,0 0-1 16,0 0 2-16,0 0-6 0,0 0 4 0,0 0-9 16,-1 22 6-16,-4-13 5 0,3 0-3 0,2 0 3 15,-2 4-4-15,2 1 0 0,-5-4 3 0,5 5 0 16,-1 0 9-16,1 0-12 0,-5 1 3 0,5-6 0 15,0 5 3-15,0 0-2 0,0-3 1 0,6 3-4 16,-6 0 4-16,5 1 0 0,-3-2-2 0,0-3 3 16,3-1 0-16,-4-1-1 0,4 3-6 0,-3-3 6 0,0 0-4 15,4 5 4-15,-6-7 1 0,7 2-1 0,-2-2 1 16,-4 1-2-16,6-1 2 0,-4 0 0 16,2 0 2-16,0-1-5 0,0 0 1 0,-1 0 0 0,-3-2 1 15,6 4 2-15,-1-1-1 0,1-2 8 0,1 0-11 16,-4 0 0-16,1-1 0 0,3 1 3 0,-3 0-3 15,1-3 2-15,1 2 0 0,-2-1-2 0,-5-3 10 16,15 6-7-16,-8 0 1 0,-1-5-3 0,-6-1 0 16,13 3-1-16,-9 1 3 0,-4-4-1 0,11 4-2 15,-6-3 9-15,-5-1-5 0,5 2-4 0,-5-2 3 16,7 1-9-16,-7-1 9 0,0 0-3 0,16 0 8 16,-16 0-10-16,5 5-2 0,-5-5 3 0,0 0-5 0,14 2-13 15,-14-2-9-15,8 1-18 0,-8-1-16 16,0 0-22-16,16-1-24 0,-16 1-33 0,14-2-32 15,-14 2-45-15,15-5-52 0,-7 4-70 0,-8 1-306 0,13-2-698 16,-5 1 309-16</inkml:trace>
  <inkml:trace contextRef="#ctx0" brushRef="#br0" timeOffset="142901.98">27791 9351 318 0,'9'-3'352'0,"-9"3"2"0,0 0-9 16,0 0-8-16,0 0-3 0,0 0-7 0,0 0-16 15,3-4-14-15,-3 4-18 0,0 0-14 0,0 0-11 16,0 0-15-16,0 0-12 0,3-7-20 0,-3 7-12 16,0 0-15-16,0 0-11 0,0 0-18 0,0 0-9 15,0 0-5-15,0 0-13 0,0 0-8 0,0 0-10 16,0 0-13-16,0 0-8 0,0 0-11 0,0 0-5 15,0 0-9-15,0 0-4 0,0 0-7 0,0 15-5 0,0-8-5 16,4-2-2-16,-4-5-3 0,1 14-4 0,1-5-3 16,-1 3-4-16,3 0 0 0,-1-1-2 15,2 2-7-15,-2 5-15 0,1-3-22 0,1 5-22 0,-4-7-36 16,3 6-43-16,-4-5-28 0,1 6-55 0,1-7-34 16,-2 4-37-16,0-2-59 0,0-3-61 0,-2-3-379 15,1-1-840-15,1 2 371 0</inkml:trace>
  <inkml:trace contextRef="#ctx0" brushRef="#br0" timeOffset="143355.1">27786 9043 102 0,'0'0'390'0,"0"0"0"0,-5-3 10 16,5 3-2-16,0 0-3 0,0 0-11 0,0 0-19 0,14-5-27 16,-14 5-28-16,11-5-24 0,1 3-29 15,-1-2-26-15,6 3-21 0,3-3-23 0,1 0-11 16,2 4-25-16,9-3-15 0,-2-1-15 0,4-1-26 0,-2 3-32 15,-2 2-37-15,3-1-50 0,0-2-55 0,2 2-57 16,-6-1-50-16,1 2-59 0,-7 0-73 0,-1-5-85 16,-2 4-267-16,-4-1-727 0,-4 1 322 0</inkml:trace>
  <inkml:trace contextRef="#ctx0" brushRef="#br0" timeOffset="143995.74">28505 8842 107 0,'1'-5'346'0,"1"-2"-10"15,0 2-17-15,3-2-17 0,0 4-16 0,0-2-19 0,3-2-23 16,-2 2-13-16,4 2-28 0,-1-1-12 0,-1 1-24 16,7 2-23-16,-9-3-2 0,4 2-15 15,7 2-22-15,-10-2-7 0,6 4-11 0,2 0-11 0,-7-1-16 16,2 3 4-16,1 3-5 0,-4-4-10 0,8 2-8 16,-5 7-7-16,0-4 6 0,-2 3-10 0,0-3 2 15,-1 2-10-15,1 6-2 0,-1-4 6 0,-5 4-13 16,4 1 2-16,-6-3 7 0,8 1-14 0,-8 3 5 15,0-2-12-15,-3-3 5 0,-2 6-3 0,5-4-1 16,-6-3-1-16,4-4-1 0,-5 4 0 0,1 2 0 16,-3-6 0-16,3-1 0 0,-2 1-3 0,1 1 0 15,2-5 3-15,2 0-2 0,-4-1 11 0,5 4-3 16,2-7 2-16,-3 5 4 0,3-5 8 0,0 0 7 16,0 0-2-16,0 0-4 0,0 0 6 0,0 0-4 15,-8-16 7-15,16 9 7 0,-3-2-17 0,2-1-4 16,1-3-2-16,-1-1 5 0,6-1 12 0,2-1-19 0,1-5-4 15,-1-5 7-15,5 4-4 0,-3 1-6 0,4 2 1 16,1-4 2-16,-1 2 4 0,-3 2 27 0,2-3 15 16,-5 9 7-16,2-8 5 0,-6 8 4 0,-1-2 8 15,0 1 4-15,-5 5 3 0,2 0 5 0,-1 3-5 16,-4-3-4-16,5 8-10 0,-7 1-9 0,6-6-12 16,-6 1-5-16,0 5-12 0,0 0-6 0,0 0-3 15,0 0-2-15,0 0-2 0,0 18-6 0,-6-9 0 16,2 3 0-16,-1 4-1 0,-1 4-2 0,6-2-3 15,-7 6 3-15,4 3-15 0,-2 0-16 0,5-1-24 16,0 2-31-16,0 0-29 0,5 6-36 0,5-6-40 16,-4 2-39-16,6 0-61 0,-1-2-85 0,4-2-80 0,0 1-240 15,-5-14-742-15,2 4 329 0</inkml:trace>
  <inkml:trace contextRef="#ctx0" brushRef="#br0" timeOffset="144412.14">29236 9327 340 0,'0'0'332'16,"9"3"-6"-16,-9-3-19 0,8 2-10 0,-8-2-13 16,13 0-20-16,-6 1-19 0,-7-1-20 0,10 4-18 15,-4 0-25-15,-6-4-15 0,12 4-20 0,-6 0-16 16,-2-1-12-16,1 2-4 0,1-2-20 0,-2 1-12 0,1 3-4 16,-2-2-13-16,0 0-6 0,1 1-2 0,-4 0-3 15,0 1-11-15,-4 1 3 0,4-2 0 16,-3 3-7-16,0 2 16 0,-2-6 3 0,0 3 3 0,0-2 8 15,-2 3 3-15,2-6 5 0,5 1-13 0,-6 3-4 16,2-2-1-16,3 2-7 0,1-7-1 0,-4 7-7 16,4-7 1-16,0 0 3 0,-3 1-13 0,3-1 0 15,0 0-4-15,0 0-6 0,0 0-8 0,0 0-16 16,15 5-36-16,-15-5-40 0,20-1-55 0,-7 1-56 16,2-5-65-16,5 3-72 0,-4-3-86 0,7-2-249 15,6-6-711-15,-10 6 314 0</inkml:trace>
  <inkml:trace contextRef="#ctx0" brushRef="#br0" timeOffset="144771.51">29546 8881 150 0,'0'0'372'0,"0"-4"-15"0,0 4-11 0,0-8-12 0,0 8-31 16,6-7-11-16,-4-1-22 0,3 6-33 0,3 0-12 15,-8 2-24-15,17-6-21 0,-4 4-21 0,4 1-15 16,-2-2-15-16,6 3-10 0,1 0-17 0,4 0-6 16,1 3-15-16,2-2-16 0,-1 2-19 0,2-1-31 15,-2 3-31-15,1-3-23 0,-8 1-38 0,1-1-38 16,-1 3-46-16,2-4-49 0,-5-1-55 0,4 3-51 0,-10-3-188 16,7 0-546-16,-9-3 241 0</inkml:trace>
  <inkml:trace contextRef="#ctx0" brushRef="#br0" timeOffset="145068.4">30216 8512 276 0,'0'0'329'0,"0"0"-12"0,0 0-17 15,0 0-25-15,0 0-18 0,0 0-13 0,0 0-12 16,0 0-16-16,0 0-5 0,8 20-19 0,-4-9-14 16,-1 1-16-16,4 3-15 0,-1 1 1 0,3 3-15 15,-9 1-13-15,11 4-14 0,-3 6-5 0,1-3 2 16,-1 1-22-16,0-1-3 0,0 2-12 0,1-1-6 0,1 4-6 16,-5-3 3-16,1-2-20 0,4 0 4 0,-5 0-6 15,5-2-15-15,-5-1-28 0,-5-5-34 16,3-4-40-16,1 4-44 0,-4-3-62 0,6-2-75 0,-2-2-76 15,-4-4-249-15,1 0-637 0,3-2 281 0</inkml:trace>
  <inkml:trace contextRef="#ctx0" brushRef="#br0" timeOffset="148705.04">31525 6619 192 0,'-3'-4'287'0,"3"4"-25"0,0 0-25 16,0 0-24-16,0 0-19 0,0 0-22 0,0 0-19 15,-5-4-11-15,5 4-19 0,0 0-13 0,0 0-8 16,0 0 4-16,15 22 4 0,-12-12-4 0,11-2-8 16,0 7-4-16,1-3-6 0,10 4-5 0,-2 2-4 15,2-1-1-15,3-2-11 0,0 2-6 0,-1-1-3 16,3 0-7-16,9 3-6 0,1-3-2 0,-5-5-8 16,8 6 2-16,-8-7-9 0,-2 2 2 0,-2-5-6 15,-1 1 1-15,0-1-8 0,-2 2 2 0,-3-6-1 16,-5-2-7-16,-2 1 2 0,-3 1 0 0,-4-1 10 15,3-2 26-15,-6 1 19 0,-2 0 3 0,-6-1 5 16,15 0-2-16,-15 0-7 0,9 3-7 0,-9-3-5 16,0 0-9-16,0 0-4 0,6 4-12 0,-6-4 5 15,0 0-6-15,0 0-5 0,-26 12-9 0,14-8 3 16,-8 0-12-16,5 7 9 0,-6-3 12 0,-6 0-13 0,-1 4-6 16,-2 0 6-16,2 2-7 0,2-2 4 0,-1 0-2 15,1-1-3-15,-2 2 0 0,3 1-2 16,-3-2 7-16,6-1-3 0,6 0-7 0,-6-3-21 0,7-1-40 15,-3 2-31-15,2 2-37 0,1-3-55 0,0 0-76 16,7-2-92-16,1 1-227 0,-1 0-624 0,4-6 277 16</inkml:trace>
  <inkml:trace contextRef="#ctx0" brushRef="#br0" timeOffset="149236.29">31755 7446 84 0,'0'0'349'0,"0"0"-2"15,0 0-4-15,0 0 15 0,0 0 2 0,0 0 3 16,-8-9 0-16,8 9 0 0,0 0-9 0,0 0-5 16,0 0-8-16,0 0-7 0,0 0-5 0,0 0-16 0,0 0-22 15,0 0-22-15,12-12-30 0,-4 12-17 0,-1-4-18 16,-1 0-30-16,3 1-18 0,9-1-17 15,-3-1-15-15,0 0-13 0,4 5-7 0,5-2-30 0,4-3-27 16,0 5-26-16,-3 0-31 0,6 0-55 0,2-1-42 16,-3-4-48-16,0 5-47 0,1-1-52 0,-1-2-56 15,0 3-62-15,0-6-90 0,3 2-403 0,-5-4-937 16,-2 5 415-16</inkml:trace>
  <inkml:trace contextRef="#ctx0" brushRef="#br0" timeOffset="149720.68">32904 6915 11 0,'0'0'228'0,"-8"6"-23"0,8-6-22 0,-13 9-13 16,11-2-5-16,-5-3-5 0,1 3-15 0,-1 2-7 15,2 0-7-15,2 4-3 0,-6 1-2 0,6 1-2 16,2 0-5-16,-4 3-4 0,10 3-4 0,-5-4 1 15,1 2-4-15,9-1-2 0,-2-3-4 0,1 4-2 16,4-7 5-16,10 11-17 0,-3-7-10 0,-4-3-3 16,13 0-9-16,-6-1-6 0,3-5 0 0,-4-2-13 15,-2-1-1-15,1-4-5 0,11-1-3 0,-13 1 22 16,0-4 4-16,-1 0 6 0,0-2-2 0,0-1-4 16,-3-3 7-16,0 1 4 0,-2-4-11 0,-3-1-2 0,5 1-8 15,-10-3 0-15,3 1-5 0,-1-2-13 0,-7 2-7 16,-2 0 6-16,-3 3-6 0,4-3-25 15,-11 2-23-15,-3-1-22 0,0 1-24 0,-1 1-25 0,-12 3-33 16,-2 3-36-16,0 4-65 0,-1 1-56 0,-12 2-283 16,6 2-611-16,-6 8 271 0</inkml:trace>
  <inkml:trace contextRef="#ctx0" brushRef="#br0" timeOffset="150669.96">31322 8361 53 0,'-4'-7'385'0,"1"0"-19"16,1 5-19-16,2 2-26 0,0-8-28 0,0 8-17 15,0 0-34-15,-3-7-25 0,3 7-18 16,0 0-21-16,0 0-16 0,0 0-24 0,0 0-8 15,0 0-12-15,22 8-7 0,-7-1-12 0,3 0-5 0,12 5-11 0,1 1-6 0,0-1 12 0,9 3-35 16,5 2 2-16,5 1-6 0,-6-6-2 0,-1 3-7 16,2-6-6-16,-14 6 3 0,3-4-5 0,-1-4 0 15,-4 1-10-15,-2-1-2 0,-6-1-2 0,1 0 2 16,-7 0-3-16,-4-3-4 0,1 0 3 0,-4-2 3 16,2-1 24-16,-10 0-2 0,13 0 6 0,-13 0 6 15,15 0 10-15,-15 0 0 0,5 2-3 0,-5-2-2 16,0 0-11-16,7 5 0 0,-7-5-16 0,0 0-3 15,0 0-5-15,0 0-2 0,-13 5-2 0,1-2-7 16,4 2 0-16,-2-2-7 0,-5 1 4 0,-3 3 4 16,1-2-1-16,-4 9-1 0,-2-8-3 0,-6 8-5 15,0-4 6-15,-1 0 1 0,-2 4-12 0,-1-3-10 0,5 2-25 16,-3-5-31-16,-2 3-36 0,1 1-28 0,-1-2-17 16,-2 3-24-16,7-4-29 0,-3 1-41 0,8-1-49 15,1-1-54-15,4-2-247 0,3 2-639 0,5-3 283 16</inkml:trace>
  <inkml:trace contextRef="#ctx0" brushRef="#br0" timeOffset="150935.57">31491 9175 309 0,'0'0'452'0,"0"0"-10"0,5 3-9 0,-5-3-22 16,14-3-23-16,-14 3-21 0,24-2-22 0,-9-3-23 15,-1 2-29-15,10-3-29 0,4 2-28 0,3-3-21 0,2 3-24 16,-1-2-19-16,12-1-18 0,-7 0-16 0,-4 3-42 16,2 1-37-16,-1-2-43 0,1 2-60 0,8-4-56 15,-10 2-53-15,-1 1-72 0,-1 1-89 0,2-5-94 16,0 1-269-16,1-2-733 0,-5-2 325 0</inkml:trace>
  <inkml:trace contextRef="#ctx0" brushRef="#br0" timeOffset="151294.96">32571 8659 236 0,'-8'7'234'16,"-3"-6"-13"-16,9 5-11 0,-11 1-16 0,11 0-8 0,-5 0-12 15,1 2-3-15,4 3-11 0,-5-5-12 0,7 7-6 16,0-2-9-16,2 4-14 0,5 1-6 0,-1-7-3 16,1 7-8-16,8-2-10 0,1 4-8 0,-2-7-5 15,6 5-8-15,-4-7-7 0,7 2-2 0,-5 1-6 16,4-11 2-16,-4 5-13 0,2-7-3 0,-2 0 2 15,4-2 13-15,-2-3-3 0,-2-2 6 0,2-1 3 16,-5-4-3-16,-1 0-2 0,1-4-1 0,-1 0-10 16,-6-3 0-16,0-3-4 0,-1 2-6 0,1 1-3 15,-8-8-2-15,0 7-13 0,0 1-3 0,-8-1-2 16,0 4-3-16,-12-8-25 0,3 6-13 0,-9 2-21 16,-6 2-32-16,-13 1-35 0,1 2-39 0,-8 10-63 15,0-6-76-15,-11 7-226 0,0 12-561 0,-17 2 248 16</inkml:trace>
  <inkml:trace contextRef="#ctx0" brushRef="#br0" timeOffset="152107.47">25127 10479 151 0,'-7'1'313'0,"7"-1"0"0,-8 2 4 16,8-2 8-16,0 0 7 0,0 0 8 0,-10 1 3 15,10-1-4-15,0 0-12 0,0 0-13 0,0 0-23 16,0 0-20-16,0 0-31 0,0 0-27 0,0 0-25 15,41-12-34-15,-16 7-43 0,10 0-49 0,-4 0-62 16,19 2-62-16,1-2-56 0,-3 1-63 0,-2 1-85 16,1-1-98-16,-17 1-296 0,-1-2-713 0,6 5 317 15</inkml:trace>
  <inkml:trace contextRef="#ctx0" brushRef="#br0" timeOffset="152294.97">25305 10692 235 0,'-6'4'316'0,"-1"1"-8"0,5 0-10 0,2-5-19 0,0 0-18 15,0 0-32-15,24 2-21 0,-3-2-19 0,14-1-23 16,11 1-31-16,5-1-54 0,11-4-59 0,-6 0-69 16,4 4-80-16,26-5-87 0,-27 1-177 0,6 0-421 15,-4-1 187-15</inkml:trace>
  <inkml:trace contextRef="#ctx0" brushRef="#br0" timeOffset="152999.62">26821 10482 135 0,'-1'-6'384'16,"2"-4"-14"-16,1-1-1 0,1 0-16 0,1 1-10 16,1-2-9-16,-2 3-12 0,5 1-16 0,-1-2-22 15,-1 1-29-15,3 1-22 0,2 1-25 0,-1-1-20 16,-1 3-19-16,4 0-18 0,-5 0-18 0,5 4-8 16,-3-2-24-16,3 0-7 0,1 6-12 0,-4 1-9 15,3-1-17 1,2 4-6-16,1 0-18 0,-4 0-18 0,1 6-2 15,-3-3-8-15,3 7-9 0,-4-4-12 0,-1 6-2 16,-3-2-4-16,-2 2-10 0,0-1 1 0,1 1-13 16,-4 0 0-16,-4 1 3 0,1-3 11 0,-2 1-8 15,-1-1-7-15,-1 0 10 0,0-3 1 0,-6 1 11 16,10-7-8-16,-9 3 2 0,7-4 6 0,0 1 4 16,-1-1 2-16,2-6 9 0,4-1 2 0,-8 8 14 15,8-8 6-15,0 0 1 0,0 0-3 0,0 0 21 16,0 0-23-16,13-16 5 0,-3 7 1 0,2-4-13 15,3 0 13-15,8-5-2 0,-2-2 8 0,3 1-5 16,-1 1 2-16,5-3 26 0,-8 0 20 0,3 0 14 16,0 4 17-16,-8 1 20 0,0 1 2 0,-2 3 13 0,-1-3 8 15,-1 4 10-15,-4 7 0 0,1-4-2 0,0 1-10 16,-1 2-7-16,0-1-12 0,-7 2-15 16,8 1-17-16,-8 3-9 0,0 0-13 0,0-6-10 0,0 6-8 15,0 0-5-15,0 0-8 0,0 0-3 0,0 0 0 16,0 0-4-16,0 24-7 0,-3-15 2 0,-2 0 0 15,3 4-5-15,-3 2-14 0,3 5-16 0,-3-5-11 16,4 3-27-16,2 2-25 0,4-4-23 0,2 3-19 16,0 0-26-16,1-2-34 0,5 0-31 0,9 5-44 15,-4-2-49-15,3 1-50 0,9-6-67 0,-2 1-373 16,0 0-860-16,-1 0 380 0</inkml:trace>
  <inkml:trace contextRef="#ctx0" brushRef="#br0" timeOffset="153202.75">27833 10813 175 0,'0'0'338'0,"6"-4"4"0,-6 4-8 16,0 0-8-16,0 0 10 0,0 0-31 0,7-5-28 15,-7 5-27-15,0 0-27 0,0 0-24 0,0 0-19 16,0 0-20-16,0 0-1 0,0 0-35 0,2 12-5 16,1-4-1-16,-6-1-26 0,6 5-11 0,-3 0-7 15,0 0-8-15,0 3 0 0,2 0-19 0,-2 5-21 16,1-5-25-16,4 0-38 0,-5 5-30 0,5-5-44 15,-3 0-56-15,1 5-72 0,7-8-83 0,-5 5-258 16,5-3-627-16,-2-4 278 0</inkml:trace>
  <inkml:trace contextRef="#ctx0" brushRef="#br0" timeOffset="153484">28215 10536 101 0,'-7'-3'438'0,"2"0"18"16,5 3 11-16,-8-5 0 0,3-2-1 0,5 7-15 16,0 0-22-16,-1-8-30 0,1 8-38 0,6-8-32 15,-1 1-33-15,3 2-32 0,9 2-20 0,0-2-37 16,4-1-9-16,4-2-30 0,5 6-33 0,4-4-40 15,-4 2-41-15,2 3-50 0,7-1-56 0,-6 2-53 16,2 2-81-16,-2-2-72 0,-1 0-82 0,1 0-94 16,-12 0-342-16,9 0-841 0,-5 1 373 0</inkml:trace>
  <inkml:trace contextRef="#ctx0" brushRef="#br0" timeOffset="154077.82">28966 10398 249 0,'0'0'363'0,"7"-13"-18"0,-7 5-20 0,7-2-14 0,-2 2-17 16,1 0-21-16,4 1-20 0,-1 1-24 0,-3-1-24 15,2-1-24-15,1 2-13 0,6-2-25 0,-9 4-9 16,4 3-18-16,2-2-14 0,1 3-11 0,-13 0-10 16,23 1-7-16,-15 2-12 0,1 1-8 0,2 3-8 15,-2 0-12-15,2 2 0 0,-3-1-6 0,1 5-17 16,-1 1-1-16,0 2-5 0,-6 0-1 0,1 2-12 15,-1-1-8-15,0 4-6 0,-4-5-4 0,0 3-12 16,-3 1 3-16,-1-1-3 0,2-3 1 0,-2 0 5 16,-3-1-2-16,-2-1 6 0,8-4 1 0,-4-2 3 15,4 1 3-15,-7 0 3 0,8-3 5 0,-1 0 11 0,-1-2 21 16,4-4 3-16,0 0 18 0,0 0-19 0,0 0 4 16,0 0 6-16,0 0-12 0,4-22 5 15,6 16 8-15,0-9-11 0,1 4 8 0,1-4-5 0,3 2 2 16,6-6 1-16,-1-4 1 0,2 3 7 0,-4 1 8 15,3-5 13-15,-1 2 7 0,-2 1 24 0,-3 4 16 16,-2 2 22-16,2 0 7 0,0 1 10 0,-8 1 0 16,3 6-3-16,-5-3-3 0,1 2-12 0,1 1-13 15,-5 3-14-15,4-1-12 0,-6 5-14 0,7-4-15 16,-7 4-16-16,0 0 1 0,0 0-13 0,0 0-3 16,2 12-2-16,-4-1-3 0,-3 1-7 0,3-2-2 15,1 8-18-15,-4 1-16 0,5-2-19 0,-2 3-38 16,-5-3-28-16,7 7-24 0,0 2-32 0,0 1-24 15,0-8-32-15,0 1-48 0,0-2-75 0,7 2-76 16,0-4-273-16,-4 0-748 0,9-1 331 0</inkml:trace>
  <inkml:trace contextRef="#ctx0" brushRef="#br0" timeOffset="154421.59">29662 10784 306 0,'0'0'338'0,"0"0"-8"0,0 0 2 15,-4 1 0-15,4-1-6 0,0 0-13 0,0 0-8 16,0 0-18-16,0 0-18 0,0 0-27 0,0 0-18 16,0 0-19-16,0 11-19 0,0-11-20 0,0 0-14 15,7 7-17-15,-7-1-14 0,0-6-6 0,0 7-21 16,0 0-10-16,0 0-4 0,0 1-9 0,0-3-9 15,-3 2-4-15,-1 0-2 0,1-1-9 0,-2 1-4 16,5 1-3-16,-3-2-4 0,-2 0-6 0,1-2 3 16,1 3-5-16,3-7 0 0,-3 8 6 0,3-8 13 0,-3 4 18 15,3-4 18-15,0 0 13 0,0 0 12 0,0 0 4 16,0 0 1-16,4 7-3 0,-4-7-5 16,17 0-14-16,-5 1-12 0,6-2-10 0,3 0-49 0,12 1-49 15,1-2-75-15,17-2-93 0,-1-4-87 0,1 0-109 16,3-3-143-16,1-8-309 0,1 3-913 0,7-5 405 15</inkml:trace>
  <inkml:trace contextRef="#ctx0" brushRef="#br0" timeOffset="155046.59">30350 10020 236 0,'-8'-5'375'0,"5"0"-18"16,3 5-16-16,-5-7-24 0,5 7-29 0,-5-1-29 15,5 1-25-15,0 0-23 0,0 0-23 0,28 0-24 16,-7 5-15-16,-4 2-12 0,11 5-19 0,2-3-4 16,13 10-16-16,-5 0-11 0,3 0-4 0,2 2-15 15,-1 0-1-15,1 0-14 0,-5-2-13 0,5 0 0 0,-12 0 0 16,-4-8-8-16,3 6-3 0,-1-7-4 16,-7 0-5-16,-1-1 0 0,-6-3-2 0,-1 3 3 15,-5-3-7-15,1-2 3 0,-5-2-1 0,2 3 7 0,-7-5 2 16,8 4 4-16,-8-4 7 0,7 1 10 0,-7-1-8 15,0 0 7-15,8 5-13 0,-8-5-1 0,0 0-3 16,0 0-3-16,-15 9-2 0,15-9 5 0,-20 4-3 16,4 1 0-16,-6-2-6 0,2 1-3 0,-1 1 11 15,-9 2-12-15,2 3-10 0,-2-5 17 0,-3 4-15 16,8 2 5-16,-3 0-4 0,-2 0-3 0,7-2-25 16,2-1-30-16,-3 4-35 0,6 0-29 0,2-3-37 15,1 3-54-15,2 0-60 0,8-4-75 0,-7 0-268 16,10 4-656-16,4-4 290 0</inkml:trace>
  <inkml:trace contextRef="#ctx0" brushRef="#br0" timeOffset="155343.47">30709 10785 168 0,'-6'9'366'0,"6"-9"28"0,0 0 4 15,0 0 20-15,0 0 19 0,0 0 0 0,-7 0 4 16,7 0-13-16,0 0-19 0,0 0-31 0,0 0-28 16,0 0-36-16,0 0-32 0,18-17-30 0,-8 16-26 15,0-5-18-15,2 5-24 0,-1-10-16 0,8 8-21 16,-5-2-15-16,8 1-19 0,-1-2-17 0,1 1-32 15,6 2-31-15,2-2-39 0,-5 5-40 0,-2-5-47 16,8 3-65-16,1-2-46 0,1 3-56 0,-5-1-44 16,2 2-58-16,0 2-74 0,-1-2-393 0,-7-2-899 0,-1 4 398 15</inkml:trace>
  <inkml:trace contextRef="#ctx0" brushRef="#br0" timeOffset="155963.65">31555 10066 174 0,'0'0'336'0,"2"-5"-10"16,3-2-9-16,-4 3 1 0,6-4-4 0,-5 1-7 15,3 1-10-15,-4-1-14 0,8-5-5 0,-6 5-11 16,0-3-18-16,4-2-21 0,-1 4-19 0,1-4-18 16,1-3-18-16,-3 6-17 0,-1-3-15 0,1 2-12 15,-2 0-13-15,0 0-11 0,1 2-9 0,2-1-10 16,-4 2-10-16,1 2 0 0,-3 5-15 0,5-8-8 16,-2 3-9-16,-3 5-9 0,0 0-8 0,4-5-13 15,-4 5-17-15,0 0 5 0,0 0-10 0,0 0 0 16,0 0 3-16,5 23-1 0,-4-7 1 0,4 2 3 0,2 2-5 15,1 4 4-15,-1 8-2 0,4 9 7 16,4-2-2-16,-1-2-3 0,-3 8 3 0,1-3-1 16,-2 0 2-16,1 0-12 0,-4-10 0 0,4 5-9 0,-1-7 11 15,-3 0 4-15,-2 0 2 0,0-3 0 0,2 1-1 16,-1-2 11-16,1-8-12 0,-6-1 3 0,8 0 5 16,-9-6-6-16,5 1-1 0,-4-3 5 0,-1 1 3 15,5-2-7-15,-5-2 9 0,2 2-3 0,-2-8 1 16,0 7 1-16,5-1-10 0,-5-6-29 0,3 4-13 15,-3-4-65-15,5 3-76 0,-3 2-74 0,-2-5-93 16,0 0-375-16,13 0-790 0,-13 0 349 0</inkml:trace>
  <inkml:trace contextRef="#ctx0" brushRef="#br0" timeOffset="-197115.22">5827 8679 129 0,'0'-12'182'0,"-3"1"9"0,6 1 8 0,-6-2 11 16,-2-5-1-16,4 2-6 0,-4-2 17 0,5 0-7 15,-9 0 2-15,9 1 5 0,-6-2 0 0,4 2 1 16,-5-4-1-16,6 8 0 0,-4-2-9 0,5 2-5 16,-2 4-14-16,-3-3-4 0,5 0-4 0,-1 4-16 15,1 1-17-15,0 6-13 0,0-11-19 0,-5 7-17 16,5 4-13-16,0 0-10 0,0 0-6 0,0 0-7 15,0 0-6-15,19 15-6 0,-12-2-3 0,1 2-2 16,1 10-9-16,5 2-2 0,0 10-2 0,6 1-3 16,-10 2 0-16,4-4-6 0,1 1-1 0,0 9-1 15,-2-4-4-15,-4-3 0 0,2 1-4 0,-2-1-13 0,-3-7 0 16,-1 0 1-16,2 7-1 0,-2-7 0 16,-2-1 2-16,2-2-10 0,-5-1 9 0,0-1-2 15,2-4 1-15,-2-2-2 0,0 1 3 0,0-7-2 0,0 5 0 16,0-4-3-16,0-2 5 0,-2 1-4 0,2-5 1 15,0 0 0-15,0-3 3 0,0 1-4 0,0-3 4 16,0 3 2-16,0-8 10 0,0 6 33 0,0-6 17 16,0 0-4-16,2 6-3 0,-2-6 0 0,0 0-6 15,0 0-7-15,0 0 5 0,15-23-12 0,-10 14-4 16,0 1-7-16,1-2 0 0,-3-6-4 0,6 4-2 16,-1-6-1-16,-1 3-3 0,1-4-2 0,0 1-2 15,2-5 0-15,2 3 5 0,-7-2-8 0,0 2-5 0,5 0 2 16,-2-3-3-16,-2 4 1 0,3-1-2 0,-3 2 0 15,1-3 0-15,1 0 0 0,-1-1 0 16,1 5-3-16,-3 0 1 0,-2 4-2 0,6-2-1 0,-4 3-2 16,1 5 0-16,1-3 2 0,-5 3-3 0,4-1-2 15,1 6-3-15,-1-1 1 0,3-1 1 0,-9 4-2 16,16 5 3-16,-4-2 4 0,-2 6-5 0,5 0 2 16,1 4 7-16,2 7-10 0,4 1 5 0,-2 0-2 15,-2 2 0-15,0 0 4 0,2 1-1 0,-3 6 1 16,-3-6 5-16,0 2-9 0,-1-2 2 0,-3 0-18 15,3-2-29-15,-6-2-29 0,-1-1-25 0,-4-2-29 16,3-3-27-16,-2 2-28 0,-3-4-28 0,0 3-23 16,0-6-29-16,0 0-37 0,0 0-58 0,-3-5-37 15,-2 1-250-15,5-5-703 0,0 9 312 0</inkml:trace>
  <inkml:trace contextRef="#ctx0" brushRef="#br0" timeOffset="-196786.99">6754 9229 252 0,'0'0'305'0,"0"0"-17"0,7-3-14 0,-7 3-17 16,0 0-20-16,0 0-15 0,0 0-12 0,0 0-14 15,23 6-21-15,-10-4-10 0,-1 4-18 0,3-3-9 16,1 2-17-16,1 2-11 0,-2 1-13 0,5-1-8 15,-5 2-9-15,0-1-11 0,-1 0-7 0,0 2-2 16,-6-1-3-16,0-1-11 0,-4 2 2 0,-4 0 9 0,0-1 28 16,0 0-12-16,-4 0 21 0,-1 0 0 15,-1-3 3-15,-4 3-2 0,3-3-1 0,-1 0-6 16,1-3-10-16,-1 2-5 0,1 0-1 0,1-1-13 0,6-4-3 16,-9 5-2-16,9-5-9 0,-5 5-6 0,5-5-11 15,0 0-9-15,0 0-49 0,0 0-53 0,42-9-43 16,-22 6-39-16,3 1-43 0,-2-2-52 0,9-5-56 15,0 2-321-15,1-5-688 0,-1-1 304 0</inkml:trace>
  <inkml:trace contextRef="#ctx0" brushRef="#br0" timeOffset="-196552.62">7453 8802 180 0,'-2'-6'348'0,"2"6"-18"0,-5-6-9 16,5 6-19-16,-6-6-21 0,6 6-18 0,-2-5-27 15,2 5-20-15,0 0-24 0,0 0-18 0,10-6-20 16,-10 6-11-16,20 3-18 0,-10 2-16 0,11-3-31 16,-8 2-29-16,9 0-33 0,1 1-36 0,5-2-33 15,-1 5-46-15,-2-4-52 0,4-1-65 0,-1-2-56 16,-9 6-179-16,2-6-490 0,-3-1 217 0</inkml:trace>
  <inkml:trace contextRef="#ctx0" brushRef="#br0" timeOffset="-196396.37">7494 8908 148 0,'-10'5'237'0,"4"-5"-10"0,6 0-2 15,-10 6 10-15,10-6-4 0,0 0-26 16,16 14-17-16,-1-9-19 0,5-1-18 0,10 6-16 0,0-7-19 15,-1 3-42-15,0 6-59 0,7-4-75 0,-1-4-85 16,-5 0-214-16,4 7-388 0,-6-10 172 0</inkml:trace>
  <inkml:trace contextRef="#ctx0" brushRef="#br0" timeOffset="-195708.86">8247 8680 157 0,'0'0'337'0,"0"-7"-14"0,0 7-12 0,-5-7-17 15,5 7-10-15,-3-10-16 0,3 2-18 16,-5 0-20-16,3 0-5 0,2-2-14 0,0 2-16 0,-5-1-19 15,5 1-16-15,5-4-20 0,-5 1-9 0,0-3-14 16,0 4-13-16,0 1-7 0,0-9-15 0,2 3-3 16,3 0-6-16,-10-4-21 0,10-1 8 0,-5 5-2 15,2-5-14-15,-1 2 1 0,4-1-10 0,-3 2-4 16,-2-1 0-16,7 5-8 0,-2 2 2 0,-4-5-7 16,1 4 1-16,4 0 2 0,-6 1-8 0,7 1 3 15,-7 2-3-15,7 1 3 0,-7 1-2 0,3 0 3 16,2 1-9-16,-5 5 1 0,0-7-12 0,0 7 8 0,0 0-6 15,0 0 2-15,0 0 2 0,0 0 1 16,15 14 0-16,-8-1 0 0,-3 1 1 0,0 2-9 0,9 3 3 16,-10 0 5-16,11 5 0 0,0 13 1 0,-2-10-1 15,0 2-2-15,3 6-4 0,-2-4 2 16,0-4 6-16,-3 3 2 0,3-3-3 0,0 2-5 0,1 1 8 16,-3-3-1-16,9-3-3 0,-10 1 0 0,3 0-2 15,-4-6 7-15,-1 0-9 0,3-3 4 0,-2 0 0 16,-1-4 2-16,-3 2 0 0,-3-5-2 0,6 0-3 15,-8 0 4-15,5-5-6 0,-3 1 8 0,4-3-1 16,-6-2 5-16,2 7 0 0,-2-7-2 0,0 0-3 0,0 0-1 16,0 0 1-16,0 0 1 0,0 0-4 15,0 0 1-15,0 0-4 0,-30-5 2 0,22 3-2 16,8 2 5-16,-22-5 12 0,7 3 9 0,2 2 2 0,-3-1 5 16,-1 1 9-16,-1 0 1 0,3 0 8 0,3 1 4 15,-6-1 6-15,6 2 3 0,-6-2 5 0,5 3 4 16,3-1-6-16,10-2-7 0,-16 1-4 0,9-1-3 15,7 0-6-15,-13 6-3 0,13-6-8 0,0 0 4 16,0 6-5-16,0-6 1 0,16 4-6 0,2-2 4 16,4 1-9-16,8 3 2 0,1-5-9 0,4 6-2 15,-4-3-16-15,1 0-32 0,3-2-42 0,-1-2-43 16,-4 2-65-16,2-1-61 0,-11-1-69 0,1-1-93 16,-1-1-401-16,-3 2-872 0,-6-6 386 0</inkml:trace>
  <inkml:trace contextRef="#ctx0" brushRef="#br0" timeOffset="-194849.47">9270 7998 94 0,'8'-3'310'0,"-1"-5"-13"0,-5 4-6 0,6-1-14 16,-1-3-9-16,-2 1-4 0,-4 4-6 0,6-1-12 0,-5-1 0 15,-2 5-14-15,0-10-3 0,0 10-16 0,0-8-16 16,0 8-17-16,-2-5-15 0,2 5-13 16,-20-8-24-16,12 5-8 0,-9-2 2 0,-3 1-7 0,-11 1-5 15,-2 3-12-15,-2-4-15 0,-8 0-1 0,8 1-8 16,-9-1-5-16,-1 3-9 0,8-3-6 0,8 8-6 15,0-4-9-15,6-4 3 0,2 3-5 0,3 1-3 16,4-2-3-16,3 2-2 0,11 0 6 0,-17 0-1 16,17 0-3-16,-8 2-2 0,8-2-7 0,0 0 0 15,0 0-3-15,0 0-1 0,0 0-1 0,0 0-4 16,23 13 0-16,-13-8 1 0,7 0-2 0,-2 0-2 16,-4 3-1-16,4 4 2 0,-2-5-6 0,4-2-2 0,-6 7 2 15,-1-5-1-15,4 8-1 0,-1-4-1 0,-3 1-1 16,1 1 4-16,-1 2-5 0,-3 0 4 0,3 2 0 15,0 1 2-15,-4 1-2 0,4 5 6 0,0 3-1 16,2-3 3-16,-4 6 0 0,2-3-1 0,5 11 1 16,-4-10-6-16,6 11 4 0,3-2 0 0,-5 4 0 15,1 1 0-15,4 5 28 0,-2-2 8 0,2-2 3 16,3-2-2-16,-3 3 12 0,-3-1 8 0,4 2 3 16,1-1 0-16,-9-6-6 0,5 1 3 0,2 2-2 15,0-6-2-15,-8-7-5 0,3-1-8 0,-1-2-1 16,3-2-2-16,-7-8-9 0,0-1 3 0,5-2-5 15,-2 1 0-15,2-4-3 0,-7-3 5 0,7 0-13 0,3-3-1 16,0 0-4-16,-3-6-3 0,9 0-8 0,-5-2-28 16,-2 1-38-16,11-5-50 0,-6 3-58 15,7-4-55-15,0-4-78 0,-1 5-75 0,1-3-73 0,1-2-71 16,-5-1-281-16,8 3-864 0,-8-1 383 0</inkml:trace>
  <inkml:trace contextRef="#ctx0" brushRef="#br0" timeOffset="-194347.97">9866 8261 353 0,'0'-7'356'0,"0"0"-6"16,0 7-14-16,0-12-16 0,0 12-21 0,2-1-40 15,-2 1-32-15,0 0-2 0,0 0 14 0,10 15-5 16,-10-2-17-16,5-3-24 0,-4 6-15 0,8 3-17 15,-3 4 5-15,7 1-3 0,2 3-17 0,0 4-13 16,0-4-16-16,7 8-7 0,-8-8-12 0,6 0-9 16,-5 0-3-16,2-4-11 0,-1 1-8 0,3-4-3 15,-6-3-7-15,-2-1-3 0,3-4-3 0,-8 0 16 16,1-6 25-16,1 2 22 0,0-7 6 0,1 0-5 0,-9-1-10 16,18-10 0-16,-13 0-3 0,5-6-6 0,-5-3-11 15,0-8-10-15,3-1-6 0,-6 1-8 0,4-7-5 16,1-10-8-16,-5 6-6 0,4-5-5 0,-3 9 0 15,1-3-1-15,-1 10-10 0,0 0-1 0,1 2-5 16,-3 5-5-16,1 4 4 0,0 5-7 0,1-3-18 16,-3 2-42-16,0 8-58 0,0 0-58 0,0 4-35 15,0 0-35-15,0 0-32 0,0 0-43 0,-5 19-50 16,2-3-53-16,-1 3-405 0,1 0-885 0,3 8 393 0</inkml:trace>
  <inkml:trace contextRef="#ctx0" brushRef="#br0" timeOffset="-193972.97">10492 8617 81 0,'3'-5'327'0,"-3"-2"-6"16,0 7-11-16,3-4-9 0,-3 4-10 0,0 0-22 15,0 0-15-15,0 0-11 0,0 0-14 0,17 1-18 16,-17-1-2-16,13 3-30 0,-5 2-12 0,-1-2-13 16,5 5-13-16,1 0-11 0,-5-3-9 0,7 7-15 15,-2-2-11-15,2 2-11 0,-7 3-5 0,6-4-13 16,-6 5-3-16,-1-4-7 0,1 7-1 0,-7-6-5 0,3 2 13 16,-4 0 9-16,-4 0 23 0,-4 0 0 0,0-3 5 15,1 3-1-15,-1-4-1 0,-7-1-2 16,7-3-3-16,-5 3-2 0,4-8-2 0,-1 5-7 0,0-2-9 15,2 0-5-15,2-4-5 0,4 7 0 0,2-8-4 16,-10 1-4-16,10-1-3 0,0 0-4 0,0 0-14 16,0 0-18-16,0 0-23 0,25-7-31 0,-9 4-40 15,4-6-44-15,3 1-53 0,6 1-36 0,-1-2-37 16,3-2-52-16,-1 1-60 0,8-8-60 0,-7 6-287 16,-1-4-765-16,8-1 339 0</inkml:trace>
  <inkml:trace contextRef="#ctx0" brushRef="#br0" timeOffset="-193571.58">10841 8364 148 0,'0'0'339'0,"-7"-3"-13"16,7 3-20-16,-5-4-29 0,5 4-24 0,0 0-24 0,-6-5-25 15,6 5-20-15,0 0-13 0,0 0-18 0,0 0-18 16,-7 12-3-16,7-12-15 0,-2 9-11 0,2-3-10 16,0 0-6-16,4 0-11 0,-3 2-6 0,6-1-5 15,-2 0-10-15,2-1-5 0,1-1-3 0,0-2-3 16,2 5 2-16,0-7-12 0,0 2-3 0,-2-2 2 15,5 1-9-15,-13-2-6 0,14 0-3 0,-4-3 3 16,-4-5-3-16,-1 4 4 0,-1-2-12 0,-1-2-3 16,-3 3 4-16,0-4 1 0,0 9-9 0,-7-14 3 15,2 6-6-15,-1 1 2 0,-1 1-6 0,-1 0-3 16,-1 0-5-16,1 0-19 0,-5 5-16 0,3-1-14 16,-2 1-27-16,12 1-26 0,-16 1-27 0,16-1-32 15,-20 2-48-15,13 0-34 0,2 5-224 0,2-3-520 0,1 2 231 16</inkml:trace>
  <inkml:trace contextRef="#ctx0" brushRef="#br0" timeOffset="-193024.55">11678 8265 225 0,'9'-8'309'16,"-9"4"-7"-16,6-4-9 0,-4 0-16 0,3 5 0 0,-3-4-6 15,-2 7-12-15,0-14-4 0,-2 7-15 0,-3 1-4 16,3 2-13-16,2 4-23 0,-15-10-15 16,5 5-19-16,-1-1 2 0,-11 4-10 0,7 1-8 0,-8-3-14 15,3 4-12-15,-3 0-11 0,-5-4-10 0,-2 4-12 16,4 4-5-16,4-3-9 0,-6 2 2 0,7 0-5 15,-1-2-6-15,1 4-7 0,-1 0-6 0,6-4-3 16,2 7-9-16,1-4 0 0,3-3-4 0,0 2-6 16,4 0 1-16,6-3-7 0,-9 7 0 0,9-2 2 15,0-5-3-15,12 9-6 0,3-2 0 0,10-4-5 16,6 10 0-16,2-6 0 0,15 5 1 0,2 2-4 16,3-2-1-16,0-3-2 0,3 2-3 0,-1-3 0 15,-4 3-1-15,0-2 1 0,-3-2-3 0,-3 0-1 16,-12-2-2-16,10-2 2 0,-11 4-3 0,-3-6 0 15,0 3 0-15,-10-4 4 0,-2-3-2 0,-4 3 2 16,-5-1 0-16,6-2 0 0,-6-2-1 0,-8 1 0 0,2-5-2 16,-4 0 0-16,-5 0-2 0,-1-5 3 0,-7 1-2 15,-6-10 0-15,-7 4-1 0,-17-1 1 16,2-5 0-16,-4 0-2 0,1 2 1 0,-4 2-2 0,1 3 10 16,6-1-8-16,3 3-16 0,5 4-32 0,5 4-36 15,2 0-47-15,8 2-35 0,1 3-18 0,2 0-28 16,-1 3-24-16,6 3-13 0,2-1-14 0,2 3 3 15,1-2-20-15,4 2-31 0,0-1-240 0,3 6-597 16,0-10 264-16</inkml:trace>
  <inkml:trace contextRef="#ctx0" brushRef="#br0" timeOffset="-192805.79">11533 7941 216 0,'0'0'325'15,"-9"-8"-11"-15,9 8-4 0,-1-4-21 0,1 4-17 0,0 0-24 16,0 0 4-16,0 0 24 0,0 0-8 0,3 22-14 16,4-10-21-16,-4 11-13 0,2 1-34 0,5 3-14 15,-2 3-17-15,1 9-15 0,4 2-13 0,-2 5-14 16,4-5-9-16,7 2-10 0,-9-1-11 0,9 4-7 16,-6 1-8-16,4-5-12 0,-4 1-17 0,6 3-41 15,-7-11-57-15,0-3-45 0,-2-2-35 0,0-3-50 16,-4-1-53-16,-3-4-56 0,2-7-56 0,-3 0-231 15,-1-6-632-15,1-3 281 0</inkml:trace>
  <inkml:trace contextRef="#ctx0" brushRef="#br0" timeOffset="-192415.17">12312 7953 28 0,'9'-9'302'16,"-1"0"-8"-16,5 0-3 0,-6 0-7 0,1-1-16 16,-1 4-4-16,-1-3 2 0,3 2-3 0,-3 4-17 15,-4-4-8-15,3 2-20 0,-4 1-22 0,6 1-15 16,-7 3-23-16,0 0-23 0,0 0-31 0,0 0-17 15,0 0-8-15,0 0-11 0,0 0-6 0,-20 12-9 0,12-2-4 16,1-1-2-16,2 6-5 0,-6 5-5 16,4-3 11-16,-6 0-17 0,5 9 0 0,-1-1-6 15,1-2 0-15,1-2 4 0,4 4-1 0,0 2-4 0,0-3 3 16,6 3-2-16,0-1 3 0,7-2-6 0,-2 0-3 16,4 3 2-16,3-6-2 0,3 4-3 0,4-3 2 15,-1 0-9-15,2-2-22 0,5-3-8 0,-4-2-47 16,4-1-30-16,-5-4-46 0,3 2-50 0,-4-5-49 15,-2-6-60-15,-2 2-301 0,0-6-654 0,4-2 289 16</inkml:trace>
  <inkml:trace contextRef="#ctx0" brushRef="#br0" timeOffset="-192102.66">12910 8048 39 0,'6'-4'310'0,"-6"4"-5"16,0 0 1-16,7-4-17 0,-7 4-14 0,0 0-18 15,0 0-21-15,8-4-18 0,-8 4-21 0,0 0-22 0,0 0-24 16,0 0-9-16,0 0-14 0,0 0-19 0,0 0 1 16,0 0-27-16,0 0-6 0,0 0-8 0,-15 15-8 15,14-8-8-15,-7 2 0 0,1 0-11 0,0 1-3 16,-1 6 1-16,-4-4-10 0,3 4 0 0,0-1-2 15,-4 1-8-15,5-2 4 0,-14 10-4 0,12-10-3 16,-6 8-16-16,4-4-15 0,-1-3-17 0,0 0-17 16,3-2-23-16,-5 1-19 0,2-1-30 0,4 2-25 15,-2-3-31-15,1-4-40 0,3-1-49 0,-1 1-195 16,3-4-498-16,3 1 221 0</inkml:trace>
  <inkml:trace contextRef="#ctx0" brushRef="#br0" timeOffset="-191899.53">12670 8112 51 0,'-5'-6'326'0,"3"3"-3"0,2 3-4 0,-6-8-14 0,1 4-25 16,5 4-16-16,0 0-26 0,0 0-22 0,0 0-24 16,0 0-23-16,0 0-14 0,0 0-13 0,0 0-15 15,21 15-10-15,-4-3-13 0,-2-1 1 0,-2-1-20 16,10 5 11-16,5 4-36 0,-6-4-12 0,6 5-21 15,-5-2-36-15,3-2-46 0,1 3-54 0,1-3-63 16,-1-2-76-16,-4 2-278 0,-5-7-571 0,2-5 253 16</inkml:trace>
  <inkml:trace contextRef="#ctx0" brushRef="#br0" timeOffset="-191602.66">13188 7920 225 0,'0'0'380'0,"0"0"-15"0,0 0-23 0,0 0-30 16,0 0-36-16,0 0-25 0,0 0-25 0,0 0-23 16,0 0-6-16,26 9-32 0,-11-3-16 0,2 3-18 15,4 3-11-15,1 0-12 0,4 6-5 0,-1-2-11 16,-3 4-15-16,3-2-12 0,-4 0 19 0,-4 0-21 15,2 3-10-15,-2 3-2 0,0-4-6 0,-6-2-8 16,-3 4-4-16,6-3-6 0,-8 1-3 0,-4 5 0 16,5-1-7-16,-14-2-6 0,7 3-17 0,-8 4-28 15,-7 0-27-15,-5 9-26 0,-10-7-41 0,-3 7-46 16,-8 1-63-16,-2-8-98 0,0 3-198 0,1-7-576 16,1-5 255-16</inkml:trace>
  <inkml:trace contextRef="#ctx0" brushRef="#br0" timeOffset="-190382.44">13936 7933 137 0,'-7'-1'282'0,"7"1"-15"0,-8-3-21 0,8 3-14 16,0 0-20-16,0 0-12 0,0 0-19 0,0 0-13 0,0 0-7 16,0 0-11-16,0 0-11 0,35 7-13 0,-14-2-12 15,9 0-9-15,2 2-14 0,1-1-4 0,-2-3-11 16,17 3-7-16,-15 0-8 0,0 0-3 0,-1-3-14 15,-1 1 1-15,-3-1 5 0,-6 2-10 0,-1-3-5 16,-1 2-3-16,-8-3-5 0,1-1 2 0,-5 3 1 16,2-1-4-16,0-2-4 0,-10 0-5 0,9 6 2 15,-9-6-10-15,8 4 1 0,-8 1-1 0,0-5-4 16,-8 14 0-16,-1-6 3 0,3 0-1 0,-8 4 1 16,3 2 2-16,-4-2 2 0,0 1 3 0,-3-1-3 15,1 5 0-15,-3-2 6 0,-1 2 5 0,3 0-11 16,-2 2-1-16,-3-1 12 0,6-7-13 0,-4 9-2 0,1-7 3 15,5-1-1-15,-7 5-1 0,7-4-1 0,2-1-18 16,-2-3-31-16,0 3-37 0,7-2-50 16,0 0-68-16,1-2-87 0,-1-1-236 0,5-2-560 0,-1 3 248 15</inkml:trace>
  <inkml:trace contextRef="#ctx0" brushRef="#br0" timeOffset="-190116.81">14121 8631 443 0,'0'0'460'16,"0"0"-21"-16,-6-6-24 0,6 6-21 0,0 0-28 15,0 0-26-15,8-13-26 0,-1 8-31 0,-1 2-27 0,3-3-27 16,5-5-24-16,1 6-20 0,7-2-21 0,6 0-20 15,2-1-22-15,1 4-33 0,4-1-32 0,10 1-44 16,4 0-50-16,-1 2-52 0,-5 0-43 0,-5-1-51 16,-4 2-56-16,-1-3-75 0,-4 2-340 0,1-4-709 15,-2 0 313-15</inkml:trace>
  <inkml:trace contextRef="#ctx0" brushRef="#br0" timeOffset="-189726.19">15035 8168 224 0,'0'0'370'0,"0"0"-32"15,2-7-36-15,-2 7-33 0,0 0-26 0,0 0-21 16,0 0-14-16,0 0-14 0,-32 14-13 0,21-5-17 15,-1 0-16-15,1-2-13 0,-4 1-18 0,5 6-13 16,3-6-6-16,-5 4-6 0,3 0 3 0,2-1-26 16,5 0-5-16,2 1-4 0,2-1 1 0,-2-2-10 15,12 3 1-15,-3 2-7 0,6-3-1 0,2-2-5 16,3 1-5-16,-4-2-6 0,6-3-2 0,-1-3-3 16,1 0 4-16,1-2-7 0,-1-2-1 0,1-3-1 15,-8 0-4-15,6-6-3 0,-6-1-4 0,-2 1-3 0,-4-5-1 16,-3 4-6-16,-4-4 6 0,3 5 0 15,-12-8 14-15,1 0-19 0,-3 0-2 0,-4 2 0 16,3 4 13-16,-3-5-13 0,0 4-17 0,-9 2-21 0,2-4-24 16,2 7-25-16,0 0-32 0,0 4-36 0,-4 1-47 15,12 3-50-15,-3-1-62 0,5 4-175 0,8-2-534 16,-15 1 237-16</inkml:trace>
  <inkml:trace contextRef="#ctx0" brushRef="#br0" timeOffset="-189069.93">15353 7608 248 0,'-7'-5'355'0,"2"-2"-8"0,0 1-19 0,0-3-17 15,2 4-14-15,0 0-18 0,3 5-19 0,0-14-13 16,0 8-28-16,0 0-21 0,0 6-21 0,6-9-19 16,4 3-15-16,-1 3-16 0,-1-3-9 0,2 2-14 15,1 0-6-15,4 0-18 0,0-2-8 0,0 3-9 16,2 3-3-16,-4-5-9 0,-3 1-3 0,5 4-10 15,-7-1 0-15,7-1-3 0,-15 2 2 0,15-5-5 16,-9 5-9-16,-6 0 1 0,14 0 6 0,-14 0-15 16,0 0-3-16,14 5-6 0,-7-3-5 0,-7-2 3 15,8 10-2-15,-8-7 3 0,7 4 0 0,1 4-1 16,-8-2-4-16,7 6-1 0,0 1 0 0,-3 1 3 0,5 8 4 16,-3-1 0-16,4 3-7 0,-3 5 0 0,3 5 3 15,-2 7-8-15,5-3 5 0,-8 2 7 0,4 3-4 16,1 1-7-16,-1-1 6 0,0 1 2 0,1-4-4 15,3 6 0-15,-10-3-1 0,10 1 3 0,-4-4-2 16,1 0 4-16,-2-4-3 0,2 5-3 0,-5-4 3 16,1-11 3-16,4 8-2 0,-5-5 4 0,5-2 1 15,-8-3 8-15,8 0-12 0,-7-8 3 0,5 7 11 16,-3-9 19-16,-1-4 4 0,2 5 2 0,-6-9 3 16,5-2 10-16,-3 4-9 0,-2-3-3 0,2-3-1 15,3 3-3-15,-5-1-1 0,6-4-3 0,-6 4-3 16,0-7-3-16,2 10-3 0,-2-10-3 0,0 6-2 15,0-6-6-15,0 8 0 0,0-8 2 0,5 7-2 0,-5-2-4 16,0-5 4-16,0 0 0 0,-5 8 3 16,5-8-6-16,-5 8 9 0,2-4 11 0,-4 3-1 0,7-7-1 15,-7 8 0-15,-1-5-2 0,1 2-3 0,-1-1 3 16,-7 4-4-16,-5-2-1 0,4-2-8 0,-12 3-34 16,3-2-53-16,-5 0-72 0,-1-1-81 0,-16 2-87 15,1 2-148-15,1-4-289 0,-4-2-812 0,1-4 360 16</inkml:trace>
  <inkml:trace contextRef="#ctx0" brushRef="#br0" timeOffset="-184307.35">17260 5808 247 0,'0'-9'347'0,"0"6"-18"0,0-5-30 16,0 3-15-16,0 5-25 0,0-11-23 0,0 11-19 15,0-8-27-15,0 8-23 0,0 0-25 0,-2-4-11 16,2 4-13-16,0 0-13 0,0 0-13 0,0 0-5 15,-5 23-10-15,5-11-8 0,0 3-6 0,0 0-9 16,5 1-6-16,-3 3 3 0,-2 0-10 0,6 6-5 16,1-6 0-16,-1 6-7 0,-4-8-6 0,6 7 1 15,-1-6 15-15,1-1-25 0,-1 1-1 0,4-2-3 16,1-1-2-16,0-3 10 0,-4-4-16 0,4 3 5 16,1-6-6-16,-2-2-1 0,4 5 3 0,3-8 0 15,1 0-6-15,-4-3 7 0,1-5 0 0,-1 4-3 0,0-2 4 16,3-1 9-16,-6-3-11 0,3 3-1 15,-2-2 3-15,-5 1 5 0,7 0-2 0,-8 0 4 16,1 2 4-16,0 0-1 0,-3 0-6 0,2 3 4 16,-1-3-4-16,-6 6-1 0,9-6-6 0,-8 1-2 0,-1 5-3 15,0 0 2-15,15 7 0 0,-8-2 0 0,-1 3 2 16,3-2 2-16,-3 0-3 0,-1 4 0 0,4-5 1 16,2 6-2-16,-6-4 2 0,7-1-2 0,-4 0-8 15,2 2 9-15,-2-5 0 0,4 1-2 0,-2-1 8 16,1 2-6-16,-2-5 5 0,-9 0-2 0,23-7 3 15,-15 2 3-15,0-2 13 0,6-1 32 0,-3-4-16 16,-3-3 0-16,-1 3 1 0,-2-5 5 0,8 0 9 16,-11 1-4-16,3-2-7 0,-5-2-4 0,0 4-3 15,0-3-6-15,-5 2-5 0,3 3-3 0,-1-5-30 16,1 6-25-16,-6-2-29 0,0 3-37 0,-1 4-35 16,3 1-37-16,-7 0-42 0,4 3-39 0,-1 1-41 15,2 2-260-15,-2-3-601 0,10 4 266 0</inkml:trace>
  <inkml:trace contextRef="#ctx0" brushRef="#br0" timeOffset="-183406.01">17993 5644 59 0,'3'-7'217'0,"-3"7"-26"0,0-6-19 0,0 6-19 16,0 0-14-16,0 0-15 0,0 0-12 0,7 16-18 15,-7-7-4-15,0 3-8 0,0 2-4 0,5 2-14 16,-4 1-1-16,4-2-1 0,-1 3-4 0,7 5-2 16,1 1-6-16,-6-2-4 0,3-2-4 0,-3-1-2 15,4-3-5-15,0 4-2 0,0-6-3 0,3 3 0 16,-8-2-5-16,0-5-4 0,5-5 0 0,-6 4 2 16,1 2 11-16,-2-7 17 0,3 4 23 0,1-4 20 15,-7-4 13-15,5 3-7 0,-5-3-13 0,0 0-2 0,0 0 4 16,17-12-7-16,-12 6-9 0,-2 1-3 15,2-4-2-15,-4-2-7 0,8 2-1 0,-9-1-2 16,6 3 1-16,-4-3-6 0,5 1 7 0,1 0-16 0,-5 1-6 16,1 1-7-16,4 3-4 0,-3-1-4 0,-4 2-3 15,-1 3-3-15,10-4-8 0,-10 4-9 0,0 0-3 16,19 7-1-16,-11-1-6 0,0-3-3 0,5 4 0 16,4 2-6-16,-5 3 1 0,-4-1-2 0,5-5-3 15,2 3-1-15,1 0 5 0,-4-3-7 0,-2 3 3 16,5-2 1-16,-7-5 1 0,4 0 2 0,-2 2 3 15,-2-7 4-15,-8 3 0 0,18-1 3 0,-13-6 1 16,2 5 6-16,-2-5-4 0,0-3 4 0,-4 5 5 16,1-7-5-16,-2 5 7 0,0-1 0 0,-2 0 0 15,-1 0 1-15,-2-7 0 0,0 7-3 0,0 0 0 16,0 4-4-16,-1-4 2 0,-1 5-1 16,-1-4-1-16,1 3-3 0,-5 3 2 15,12 1-4-15,-14-2 2 0,14 2 1 0,-10 0-2 0,10 0 0 16,0 0-4-16,-12 7 1 0,12-7 2 0,3 8-3 15,-3-8 3-15,12 10 0 0,-5-6 2 0,2 1-1 16,1 2 1-16,7-4 2 0,-2 2-1 0,3-2-1 0,-1-1 4 16,2 4-2-16,0-6 2 0,2 1-2 15,-6 1 1-15,2-1 0 0,3 3-1 0,-6-1 2 16,1-1 1-16,-1-2-3 0,-5 3 3 0,5-1-5 0,-6 0 2 16,5 2-3-16,-4 0 3 0,2-1 1 0,-1 5 1 15,-2-2-3-15,1 0 4 0,-1 1-2 0,-3 0-2 16,3 6 3-16,-3-6-3 0,-3 1-1 0,3 0 4 15,-4-1-2-15,-1 1-3 0,2-3 2 0,-2-5-1 16,0 11 2-16,0-11 3 0,3 4 2 0,-3-4 4 16,0 0 11-16,0 7 0 0,0-7 4 0,0 0 4 15,0 0 1-15,0 0-1 0,0 0 6 0,4-19-9 16,-3 11-4-16,4 1-1 0,2 0-7 0,1-1-1 16,-1 4-1-16,6-8 6 0,-1 1-7 0,4 2-7 15,2 2 2-15,2-1 0 0,-2-4 1 0,1 7-3 16,-1-3-4-16,-2 1 3 0,4 0 0 0,-5 3 2 15,-8-4-1-15,8 1 1 0,-7 3 6 0,4-3-4 16,-9 2 2-16,3 1 4 0,1 0 6 0,0 0 2 0,-7-3 2 16,0 7-5-16,0 0 4 0,0-8 4 15,0 8-4-15,0 0-7 0,-7-8-1 0,7 8 0 16,-7-4-4-16,7 4 3 0,0 0-6 0,0 0 1 0,0 0-9 16,-23 10 7-16,17-4 0 0,4-2 0 0,-1 4-7 15,-1 3 5-15,-1-4 3 0,5 6-1 0,0-2-1 16,0 5 4-16,0-4-1 0,9 7-2 0,-4-3-9 15,3-1 1-15,7 1-18 0,5 4-31 0,-4-1-45 16,1 1-79-16,3-2-89 0,-5-3-275 0,6 1-585 16,-6-4 260-16</inkml:trace>
  <inkml:trace contextRef="#ctx0" brushRef="#br0" timeOffset="-182374.75">16669 8955 232 0,'-2'-13'327'0,"-1"4"-21"0,1 1-18 0,2-4-17 16,-2 5-29-16,-3 0-21 0,10 1-23 0,-5 6-23 16,-5-7-24-16,5 7-17 0,0 0-14 0,0 0-12 15,0 0-8-15,0 0-6 0,7 30-15 0,-5-15-6 16,1 4-10-16,0-2 1 0,2 5-13 0,2 4-6 15,-4-5-1-15,2-2-4 0,3 4-3 0,1-4-6 16,-3 1 0-16,1-4-2 0,0-1-2 0,-4 2-3 16,5-7-3-16,-3 1-2 0,2-2-1 0,-1-2-3 15,3 4 1-15,-3-8-4 0,3 2 2 0,-1-4-11 0,3 2 2 16,1-3-3-16,-12 0 4 0,25-6-1 16,-14 0-3-16,1 0-1 0,0 0 8 0,-2 0-3 15,1 3 5-15,-3-7 0 0,4 3 2 0,-4 5-3 0,6-3 1 16,-8 2-3-16,-3-2 1 0,4 1-1 0,1 3-7 15,-8 1 1-15,14 1-2 0,-14-1-1 0,19 9-5 16,-10-6 10-16,2 3-5 0,1 0 2 0,3 6 2 16,0-4-3-16,1 1 6 0,2 3-11 0,1-4 10 15,-1 3-5-15,0-3 5 0,0-1 12 0,0 1-17 16,-3-3 4-16,0-3 2 0,3-1-1 0,-6-1 1 16,3-1 19-16,-8-2 11 0,6-3 4 0,-5 0 1 15,0-8 5-15,-1-1-5 0,-7-2-6 0,0 0 2 16,-2-10-5-16,-3 0 0 0,-3 1-4 0,-3-1-5 15,-1 0-10-15,-1 4 5 0,-2 0-4 0,0-1-20 16,0 3-23-16,5 8-29 0,-2-3-28 0,-1 5-39 16,5 3-38-16,0 0-53 0,1 3-59 0,-1 0-292 0,1 2-612 15,7 3 271-15</inkml:trace>
  <inkml:trace contextRef="#ctx0" brushRef="#br0" timeOffset="-181437.24">17423 8847 10 0,'0'0'253'0,"4"-5"-27"0,-4 5-20 0,0 0-24 16,0 0-26-16,0 0-10 0,0 0-13 0,0 0-14 16,0 0-13-16,10 20-9 0,-7-10-9 0,4 7-9 15,-2 2-5-15,1 1-12 0,1 7 0 0,3-5-8 16,1 5-6-16,-1 4-4 0,0-8-4 0,2 3-4 15,-4-5-3-15,-5-5-9 0,4 2 4 0,0-2-3 16,-2 0-3-16,1-5-3 0,-6 1-1 0,7-6 4 16,-7 1 20-16,1 0 34 0,4-2 25 0,-5-5-4 0,0 0-7 15,0 0-15-15,0 0 7 0,15-19-2 0,-13 11-7 16,5-6-6-16,-7 1-2 0,6-5 9 16,-4 2 1-16,6 2-1 0,-3-1-10 0,-3-2 4 0,6 6-8 15,-3-5-6-15,-3 6-5 0,4 0-4 0,1 2-7 16,-7 1-5-16,7 3 2 0,-6-3-13 0,4 3-4 15,-5 4-7-15,8-5-8 0,-8 5-5 0,0 0-4 16,15 9-8-16,-5-2-12 0,-5 1-9 0,5 0-2 16,0-1-5-16,2 6-4 0,1-2-2 0,0 0-2 15,-3 2-11-15,5-1 1 0,0-3-2 0,0 0-6 16,-2 0-4-16,2-5 1 0,0 2 7 0,-4-1 4 16,-1-3 1-16,0-2 8 0,-10 0 2 0,20-5 8 15,-13 2 4-15,-1-3 6 0,-4-2 4 0,0-2 4 0,3 0 7 16,-5-2 3-16,1 1 8 0,-2-1 5 15,1-3 13-15,0 4 2 0,-5 3 1 0,3-3-4 16,-5 2-3-16,6 3-1 0,-6-2-2 0,2 1-1 0,2-1-3 16,-4 7 6-16,7 1-7 0,-10-3-1 0,10 3-1 15,0 0-1-15,0 0 2 0,-15 4 0 0,15-4 1 16,-3 8-4-16,3-8 4 0,-2 9-1 0,2-9 0 16,9 12 2-16,-3-8-1 0,4 0 1 0,-5 0-2 15,7 0 2-15,-2 1 1 0,5 1-2 0,1-5 0 16,-3 4 2-16,2-2-2 0,5 0-1 0,-3-3 3 15,-4 1-2-15,2 2-1 0,1 2 1 0,-2-3-1 16,1 3 0-16,-2 0-1 0,-3-2-3 0,5 3 5 16,-4 0-2-16,4-2 3 0,-5 6-2 0,2-3 1 15,-4-1-4-15,4 6 5 0,1-3-3 0,-5-1 0 16,7 2-4-16,-8 2 5 0,1-2 2 0,-3-2-4 16,0 1-1-16,-2-2 4 0,4 0-3 0,-7 0 2 0,1-2-1 15,6-1 0-15,-7-4-2 0,2 4 6 0,-2-4 1 16,5 5 8-16,-5-5 11 0,0 0 9 15,0 0 12-15,0 0 4 0,0 0 8 0,0 0 7 0,0 0-8 16,-7-18 2-16,7 18 5 0,0-15-13 0,0 9-3 16,0-3-3-16,2 1-8 0,4-2-6 0,1 1-6 15,-1-2-4-15,9 1-1 0,-6-2 0 0,4 0 0 16,2 3-4-16,5-2-5 0,-2 2-6 0,3-1 8 16,-4 0-9-16,8-4-2 0,0 3-6 0,-6-1 1 15,-4 3 2-15,2 2 0 0,-2-4 0 0,-7 4-1 16,0-2 3-16,4 1 4 0,-7 4 0 0,-2-7 10 15,2 4-6-15,-5 4 1 0,0-7 0 0,0 10 0 0,-5-9-1 16,2 4 0-16,-2 2-2 0,5 3-9 0,-15-2 7 16,15 2-2-16,-17 2 1 0,17-2-5 15,-14 3 4-15,4 3-2 0,0 0 0 0,3 1 2 0,0 0-1 16,-1-1-2-16,3 4 1 0,4 1 5 0,-1-3-3 16,4 4 0-16,-1 2 2 0,4-5 2 0,3 7-5 15,6-1-12-15,4 0-39 0,0 2-60 0,5 1-78 16,4-4-84-16,-7-1-246 0,8 1-563 0,2-5 249 15</inkml:trace>
  <inkml:trace contextRef="#ctx0" brushRef="#br0" timeOffset="-180749.73">17178 9993 134 0,'-4'-6'346'0,"4"6"-33"15,-10-4-35-15,10 4-30 0,0 0-30 0,0 0-16 16,0 0-30-16,-7 12-12 0,7-12-15 0,0 15-10 16,7 1-17-16,3 0-11 0,-1 4-9 0,3 7-10 15,3 0-16-15,6 9-3 0,-6-9-8 0,9 9-7 16,-10-8-4-16,5 3-6 0,-4-3-2 0,1-1 2 15,-1-3-10-15,2 1-6 0,-8-8-2 0,1 0-2 16,-1-3-4-16,1-1-2 0,0 0 3 0,-9-5 5 16,4-2 14-16,-2 1 35 0,1-1 46 0,-4-6 49 0,3 3 17 15,-3-3-17-15,0 0-9 0,0 0 9 0,12-21 1 16,-9 12 2-16,0-9-1 0,1-3-5 16,1 2-8-16,1-8 2 0,-4-2-8 0,11-8-1 0,-10 3-10 15,11-9-5-15,-6 5 10 0,-1 6-10 0,1 1-6 16,0-9-14-16,-1 10-14 0,-1 3-12 0,1 1-7 15,1 1-6-15,-1 6-9 0,-6 2-12 0,4 8-27 16,-3-3-26-16,3 4-65 0,-3 3-75 0,-2-5-100 16,1 8-91-16,-1 2-32 0,0 0-18 0,0 0-57 15,-1 21-59-15,-6-10-291 0,0 9-849 0,-1-8 376 16</inkml:trace>
  <inkml:trace contextRef="#ctx0" brushRef="#br0" timeOffset="-180390.35">17687 10407 225 0,'0'0'304'0,"0"0"-20"0,0 0-12 15,6-5-19-15,-6 5-16 0,0 0-19 0,10-1-27 16,-10 1-7-16,0 0-21 0,12 9-28 0,-6-5 1 15,-2 1-14-15,2 1-17 0,1 3-10 0,0-2-12 16,-1 4-4-16,2-3-11 0,1 5-10 0,-1 1 1 16,-1-3-11-16,-1 0-3 0,1-2-1 0,-4 7-7 15,-1-5-4-15,-1 1-3 0,1 0-1 0,-4-3 7 16,1 3 12-16,-1-4 11 0,-6 1 14 0,6-1 6 16,-4 0 10-16,-1-4 10 0,0 3 17 0,6-2-11 0,-8-2 1 15,4 0 7-15,5-3 8 0,-3 7 4 0,3-7 7 16,0 0-6-16,0 0-17 0,0 0-18 15,0 0-27-15,0 0-39 0,22-14-60 0,-6 3-69 0,12 1-69 16,-4-2-75-16,5-3-92 0,9-7-386 0,5-2-786 16,2-3 348-16</inkml:trace>
  <inkml:trace contextRef="#ctx0" brushRef="#br0" timeOffset="-180187.22">18196 10127 53 0,'-8'-7'420'16,"5"5"4"-16,-5-5-4 0,4 4-11 0,1-4-13 15,3 7-24-15,0-10-34 0,2 3-33 0,3 0-31 16,0 3-27-16,4 0-25 0,1 0-25 0,7 1-37 16,-2-2-39-16,5 4-53 0,1 1-60 0,2 0-50 0,-3 1-52 15,2 4-54-15,-4-2-59 0,3 3-54 0,1-3-70 16,-5 6-228-16,1-3-605 0,-8-2 268 15</inkml:trace>
  <inkml:trace contextRef="#ctx0" brushRef="#br0" timeOffset="-180015.35">18282 10311 197 0,'-6'5'290'0,"-1"-4"16"0,7-1 3 15,0 0-21-15,0 0-29 0,0 0-25 0,0 0-25 16,28-13-20-16,-8 5-22 0,2 2-20 0,-4-2-17 15,15 1-28-15,-3 1-52 0,1-1-57 0,1-1-68 16,-2-3-80-16,-1 7-90 0,3-8-155 0,-4 0-432 16,-8 6 191-16</inkml:trace>
  <inkml:trace contextRef="#ctx0" brushRef="#br0" timeOffset="-179404.44">19077 9720 52 0,'0'0'271'0,"2"-11"-10"15,-2 11-23-15,-2-7-18 0,-5 4-18 0,7 3-22 0,-1-12-19 16,-6 7-17-16,0 2-19 0,7 3-9 0,-16-7-14 16,3 7-11-16,4-5-7 0,-4 4-9 15,-2 1-6-15,-6 0-7 0,6-1-7 0,-3 1-2 16,-1 0-2-16,1 1-3 0,0 0 5 0,3-1-7 0,-1 3-4 16,-1-1-2-16,5-2-4 0,-1 3-2 0,3 0-3 15,0-3-7-15,2 1 3 0,8-1-2 16,-13 3-8-16,13-3 2 0,-12 0 0 0,12 0-4 0,-6 5 2 15,6-5 2-15,-7 3 2 0,7-3 4 0,0 0 5 16,-2 9 0-16,2-9 4 0,-1 6-4 0,1-6 1 16,3 7-4-16,0-2 0 0,-3-5-2 0,7 11 0 15,-4-7-5-15,2 0 2 0,0 7-5 0,-2-3-3 16,4 0-4-16,-2 3 7 0,3 2-3 0,1 1-1 16,-1 2-2-16,0-2 6 0,2 4-9 0,2 4-2 15,-2 1 0-15,1 2 3 0,-1 1 1 0,3-2 9 16,-3 6 2-16,4-3-1 0,-3 1 5 0,1 2-4 0,-2 2 9 15,1-3-14-15,2-2-2 0,-4 2 2 0,6 10-2 16,-2-12 13-16,-5 0-9 0,0-1 8 16,4-5 17-16,-4 3 3 0,-1-4 0 0,1-3 6 15,-1 6 6-15,1-8 13 0,0 1 8 0,1 4 8 0,2-6 6 16,-1 2-17-16,-3-5 6 0,6 5 0 0,-5-5-6 16,2 1-6-16,3 0-3 0,-4-4-9 0,4 3-2 15,0-2-4-15,4 0-6 0,-1 1-4 0,3-2-13 16,-1-4 3-16,7 11-25 0,-7-12-35 0,3 4-53 15,1-5-64-15,1 3-66 0,-3-3-95 0,1-4-113 0,-4 0-256 16,4-2-732-16,1-2 324 0</inkml:trace>
  <inkml:trace contextRef="#ctx0" brushRef="#br0" timeOffset="-170642.12">19256 10147 210 0,'0'0'358'0,"-9"-2"-3"0,9 2-2 0,0 0-6 15,0 0 1-15,-9-7-11 0,9 7-10 0,0 0-10 16,-4-4-17-16,4 4-13 0,0 0-21 0,0 0-17 15,4-7-15-15,-4 7-14 0,0 0-12 0,9-4-19 16,-9 4-9-16,0 0-14 0,7-3-9 0,-7 3-16 16,8-2-12-16,-8 2-13 0,0 0-12 0,12-2-10 0,-12 2-10 15,10-3-9-15,-10 3-7 0,15 3-6 16,1-3-8-16,-2 0-5 0,5 2-10 0,-2-2-14 16,3 1-11-16,-4-2-22 0,6 2-19 0,1-1-27 0,-1 1-35 15,-1-2-21-15,1 1-35 0,2 0-31 0,-4 0-31 16,0 0-40-16,-2-1-25 0,-1 1-38 0,4-2-32 15,-7-4-42-15,1 2-299 0,-7-2-737 0,0-2 326 16</inkml:trace>
  <inkml:trace contextRef="#ctx0" brushRef="#br0" timeOffset="-170392.12">19716 9858 33 0,'0'0'355'0,"1"-7"-13"0,-1 7-10 0,0 0-23 0,2-8-22 16,-2 8-24-16,0 0-30 0,0 0-22 0,0 0-7 15,0 0-10-15,0 0 0 0,0 0-12 16,0 25-16-16,0-13-17 0,0 3-2 0,5 2-19 0,-5 1-9 16,3 0-14-16,-3 9-12 0,0 0-6 0,4-2-6 15,-3 1-8-15,4-2-14 0,-1 0-41 0,2 2-33 16,-6-6-25-16,5 0-27 0,-3-1-39 0,-2-1-39 15,0 1-49-15,2 0-66 0,-2-3-79 0,0-5-194 16,0-3-578-16,5 2 255 0</inkml:trace>
  <inkml:trace contextRef="#ctx0" brushRef="#br0" timeOffset="-170126.49">20005 10356 259 0,'2'3'245'16,"3"1"-14"-16,-5-4-15 0,7 8-22 0,-6-4-13 0,1 1-18 16,3 1-18-16,-5-6-12 0,2 9-13 0,-2-3-13 15,0 0-14-15,0 1-1 0,5 1-12 0,-12-1-6 16,2 1-7-16,3-1-9 0,-6 2-2 0,1-2-8 15,3-1-2-15,-6 1-5 0,-4 0-24 0,6 0-34 16,0-4-38-16,-5 1-53 0,4 0-53 0,3 0-64 16,-3-3-125-16,9-1-380 0,0 0 169 0</inkml:trace>
  <inkml:trace contextRef="#ctx0" brushRef="#br0" timeOffset="-169845.24">20189 10064 279 0,'0'0'334'0,"0"0"-11"15,-6-2-17-15,6 2-14 0,0 0-18 0,0 0-13 16,0 0-24-16,0 0-16 0,0 0-9 0,0 0-29 15,0 0-17-15,0 0-16 0,0 0-15 0,26 0-10 16,-26 0-22-16,22 3-5 0,-11-2-10 0,7 2-1 16,1-3-18-16,-5 0-11 0,8 4-39 0,-7 0-37 15,6 0-39-15,-6-4-30 0,-1 3-59 0,-5-3-61 16,5 0-68-16,6 0-264 0,-9-1-583 0,-1-1 258 16</inkml:trace>
  <inkml:trace contextRef="#ctx0" brushRef="#br0" timeOffset="-169563.99">20588 9856 177 0,'0'-5'312'0,"0"5"-22"0,0 0-22 0,0 0-25 0,0 0-24 16,0 0-24-16,0 0-16 0,0 0-17 0,0 0-14 15,0 0 5-15,-3 20-8 0,-1-13-15 0,3 3-13 16,1 0-9-16,0-1-8 0,0 2-13 0,-3 4-6 16,3 4-11-16,0 1-5 0,3-5-6 0,-6 6-6 15,6 5 0-15,-3 1 1 0,0-4-16 0,5 3-2 16,-4-2-18-16,-2-3-22 0,2 5-37 0,-1-6-38 16,2 0-48-16,-2 1-53 0,3-5-67 0,-3 1-234 15,0-5-520-15,0-3 231 0</inkml:trace>
  <inkml:trace contextRef="#ctx0" brushRef="#br0" timeOffset="-169225.66">20793 10336 2 0,'0'0'307'16,"7"2"-16"-16,-7-2-21 0,7 3-24 0,-7-3-21 0,6 6-20 15,-6-6-23-15,2 4-17 0,-2 3-9 0,5-2-25 16,-4 0-8-16,-1-5-18 0,0 12-8 15,2-5-15-15,-2 1-2 0,0-1-9 0,-2 3-7 0,-4-3-6 16,6 0-4-16,-3 4-7 0,-2-2-5 0,-2 0-3 16,0 2 1-16,-1-6-18 0,0 4-21 0,-5-2-25 15,6-3-34-15,-3 3-49 0,-2 1-41 0,4-5-45 16,0-2-237-16,8-1-464 0,-12 4 205 0</inkml:trace>
  <inkml:trace contextRef="#ctx0" brushRef="#br0" timeOffset="-168913.16">21000 10083 49 0,'0'0'415'0,"0"0"-2"0,-6-3-3 0,6 3-19 0,0 0-16 16,0 0-28-16,0 0-27 0,0 0-42 0,0 0-21 15,13-11-27-15,-7 8-24 0,-6 3-19 0,17-2-20 16,-7 2-17-16,2-2-21 0,1 2-9 0,2 0-9 16,1-1-18-16,2 2-11 0,1 1-25 0,-6-2-30 15,7-2-43-15,-5 4-32 0,1-2-34 0,-3 0-23 16,2 0-27-16,-5 0-39 0,2-2-43 0,-12 2-65 15,16-1-29-15,-9-3-269 0,-7 4-625 0,8-4 278 16</inkml:trace>
  <inkml:trace contextRef="#ctx0" brushRef="#br0" timeOffset="-168678.78">21109 9864 88 0,'0'0'317'0,"-6"-6"-8"15,6 6-23-15,0-6-28 0,0 6-26 0,0 0-25 16,0 0-18-16,0 0-22 0,0 0-16 0,0 0-13 0,-2 26-15 16,2-16-12-16,-5 7-11 0,5-3-10 0,-1 9-7 15,1-5-8-15,0 6-3 0,-2 6-11 0,2-2-6 16,0 3-4-16,0-4-9 0,2 0-10 0,-1 1-23 16,4 2-29-16,-3-6-42 0,4-6-67 0,-6 2-51 15,9-4-70-15,-1-4-185 0,-3 0-470 0,2-5 209 16</inkml:trace>
  <inkml:trace contextRef="#ctx0" brushRef="#br0" timeOffset="-168444.4">21475 9922 95 0,'0'0'384'0,"4"-4"-19"0,-4 4-30 16,0-8-34-16,0 8-34 0,0 0-29 0,0 0-27 15,0 0-16-15,0 0-9 0,0 0-31 16,6 22-15-16,-6-12-11 0,5 4-20 0,-5-1-3 0,2 2-11 16,3 4-13-16,-2 8-5 0,-3-3-5 0,5 5-10 15,-3-4-3-15,-2-5-12 0,6 4-38 0,-4-3-25 16,-2-1-40-16,0 0-50 0,0 0-56 0,3-5-64 16,-1 3-72-16,-2-9-179 0,0 0-515 0,2-3 229 15</inkml:trace>
  <inkml:trace contextRef="#ctx0" brushRef="#br0" timeOffset="-167881.89">21560 9543 30 0,'0'0'323'0,"0"0"-20"0,0-12-13 15,5 9-16-15,-2-3-23 0,7 3-16 0,-2-1-24 16,2-1-21-16,5-1-20 0,-2 3-15 16,2-2-11-16,-5 5-15 0,3-1-10 0,9-1-15 0,-6 2-11 15,-1 0-11-15,2 2-8 0,3-1-9 0,-9-1-3 16,-1-1-9-16,2 2-5 0,-4 3-4 0,0-3 2 15,1 2-16-15,-3 0 0 0,2 0-9 0,1 3 3 16,-6 0-4-16,4 2-5 0,-4-1 1 0,-3 3-6 16,5 0 2-16,-3 3-3 0,-2 2 0 0,5 0 2 15,-5 3 0-15,0 2 1 0,1 0-7 0,1 9 0 16,-2-2 4-16,0 2 0 0,3 3-1 0,-1 9-8 16,-2-8 5-16,2 5-2 0,-2 0 0 0,4-7 3 15,-2 12 0-15,5-7-6 0,-6 6 0 0,1-11 5 0,3-4-2 16,-3 5 0-16,1 1-2 0,0-5 1 15,-1 6 2-15,1-3-5 0,-3-7 3 0,7 0 12 16,-7-5-11-16,3 1 3 0,-3-2 25 0,2-3 11 0,-4 0 0 16,2 1 6-16,-3-5-3 0,3 0 10 0,-3 2 9 15,1-5 6-15,2-1 6 0,-2 1 6 0,2-1 2 16,-5-1 6-16,2-3 5 0,0 6 13 0,-1-3-12 16,-1-3 5-16,-1 2-4 0,6-5-3 0,-15 4-5 15,7 0-7-15,-1 1-6 0,-2-3-6 0,-6 2-9 16,2-3-9-16,-6 6-4 0,4-4-10 0,-4-2-27 15,-1 3-42-15,-9 0-61 0,4 0-70 0,-4 2-71 16,-4 3-43-16,-10-1-90 0,-1 0-387 0,5-3-814 16,-6-2 360-16</inkml:trace>
  <inkml:trace contextRef="#ctx0" brushRef="#br0" timeOffset="-35284.02">2790 11920 239 0,'17'22'248'15,"-9"-5"-1"-15,9 9 1 0,-4-2-14 0,3 14-3 0,-2-11-9 16,-1-4-10-16,-3 1-11 0,1 2-17 0,-1 1-15 16,-3-2-10-16,3 2-7 0,-5-7-4 0,-3-2-11 15,6 5-2-15,-7-7-24 0,3-1-13 0,-3 6-9 16,4-9-6-16,-3-2-12 0,3 2-1 0,-3-1-14 16,-2-2-2-16,6-3-11 0,-6 2-35 0,2-3-27 15,3 2-24-15,-5-1-20 0,2-1-31 0,-2-5-41 16,6 9-47-16,-6-6-52 0,8 1-61 0,-3-1-169 15,-5-3-503-15,0 0 222 0</inkml:trace>
  <inkml:trace contextRef="#ctx0" brushRef="#br0" timeOffset="-35002.81">2856 11927 154 0,'0'-12'299'0,"0"2"-12"0,0 1-16 0,0-3-10 15,0 5-13-15,0-1-5 0,4 1-21 0,-3-2-19 16,3 2-21-16,-1 3-16 0,4-1-17 0,1 2-17 16,0-2-12-16,4 1-11 0,-2-1-14 0,3 2-4 15,2-3-20-15,0 3-8 0,-2 2-11 0,2 1 0 16,1 0-10-16,-1 0-26 0,-1-4-7 0,1 4-20 15,-7 0-21-15,5 0-25 0,2 0-34 0,1 4-46 16,-7-4-28-16,2 4-37 0,3-3-45 0,-8 4-186 16,2-2-469-16,-1 2 209 0</inkml:trace>
  <inkml:trace contextRef="#ctx0" brushRef="#br0" timeOffset="-34799.7">2845 12133 192 0,'-5'7'314'0,"5"-7"-15"0,0 0-18 15,0 0-18-15,0 0-21 0,15 5-23 0,-10-3-19 16,-5-2-24-16,20-2-14 0,-4 2-17 0,1 2-15 16,1-2-14-16,2 0-12 0,0 0-18 0,1 4-9 15,9-4-31-15,-8 2-42 0,-1 1-49 0,-1-1-59 16,0 0-63-16,0-2-52 0,-1 0-202 0,-2 0-454 15,0 0 201-15</inkml:trace>
  <inkml:trace contextRef="#ctx0" brushRef="#br0" timeOffset="-34549.73">3274 12060 21 0,'0'0'183'0,"14"15"-13"15,-14-11-18-15,0 3-9 0,5 0-20 0,0 2-21 16,-1 0 3-16,2 1-6 0,3 2-12 0,-3 0-11 16,1 1-6-16,1-4-7 0,-1 6-10 0,1 1-28 15,0-1-40-15,4-2-46 0,-2 1-51 0,1-1-102 16,-7-5-233-16,7-1 103 0</inkml:trace>
  <inkml:trace contextRef="#ctx0" brushRef="#br0" timeOffset="-34143.52">3520 12086 17 0,'0'0'187'0,"-3"-9"-23"0,3 9-14 0,0 0-15 16,0 0-14-16,0 0-8 0,0 0-10 0,0 0-6 15,0 0-12-15,0 0-8 0,18 19-8 0,-15-13-5 16,2-2-8-16,0 7-7 0,0 1-6 0,4-3-1 16,-4 0-4-16,0 2-1 0,1-1-2 0,2 4-6 15,2-2-5-15,-5-4-2 0,4 7 1 0,-4-6-7 16,-2-2-1-16,2-3 1 0,-2 2-2 0,4-3 0 16,-7-3 0-16,6 6 2 0,-6-6 10 0,0 0 9 15,15-9 23-15,-10 3 13 0,0 2 10 0,2-3 8 16,3-2 17-16,-5 1 2 0,1 0 12 0,3-1 3 15,2-1 3-15,-1 2 0 0,-3-3 8 0,-1 6-19 16,3-2-2-16,-3 1-10 0,1 1-10 0,0-2-3 0,1 5-10 16,-3-5-15-16,-2 4-8 0,-3 3-1 0,15-1-4 15,-15 1-14-15,15 1 9 0,-5 2-16 0,-2 4-5 16,0-5 2-16,2 5-5 0,5 1-7 0,0 3-15 16,-2 1-6-16,4 0-18 0,-2 0-24 0,6 6-22 15,1-5-16-15,-1 1-33 0,6 1-22 0,-2-2-36 16,3 2-24-16,-3-6-15 0,3 2-15 0,1-5-12 15,0-3-5-15,-8-3-141 0,2 0-420 0,-6-3 186 16</inkml:trace>
  <inkml:trace contextRef="#ctx0" brushRef="#br0" timeOffset="-33581.08">4310 12276 993 0,'15'-15'-83'0,"-7"3"27"0,-2-4 23 0,6 0 29 15,-2-3 36-15,-8 1 37 0,4 1 28 0,-6-1 23 16,2 4 17-16,3 0 8 0,-10-1-8 0,3 3-8 16,1-1-13-16,-6 5-7 0,2-1-10 0,-2 0-13 0,-1 5-8 15,0-1-9-15,-4 3-6 0,1 1-9 0,-3 1-4 16,-2 0-7-16,3 1-4 0,3 2-2 15,-5 5-1-15,2 4-7 0,-2-1-2 0,1 1-3 0,5-1-1 16,-3 3-2-16,9-1-6 0,1-1 1 0,-3 3-5 16,5-6-3-16,0 3 1 0,0-4-3 0,7-2-1 15,-4 2-6-15,4-3-6 0,-1 2-13 0,7-4-5 16,-3-2 0-16,4 2 2 0,-1-3-3 0,0-3 9 16,2-1-3-16,3-3 3 0,-3 2 7 0,-3-3-1 15,-2 2 4-15,4-2 5 0,-4 3 2 0,-3-3 7 16,5 2 9-16,-4 0 9 0,-1 0 2 0,-1-2-3 15,-4 7 0-15,-2 1-6 0,6-6-5 0,-6 6-6 16,9-5 3-16,-9 5-1 0,0 0 0 0,0 0-2 16,15 10 1-16,-5-5-1 0,-1 0-1 0,6 2 1 15,-6 5-4-15,10-5-2 0,-4 1-1 0,4 4-3 16,0-5-3-16,5 5-5 0,7-4 0 0,-3 4-20 0,2-10-11 16,-4 6-12-16,-4-7 4 0,9 2 2 0,-6-6-9 15,-3 0-13-15,6-3-4 0,-7-3-3 16,3-1 2-16,-5-5 10 0,10-4 1 0,-6 2-3 0,-5-9 8 15,5 0-7-15,-5-1 12 0,-1-10 4 0,1-4-1 16,-6-1 2-16,-6-1 14 0,-4 0 4 0,-4 5 18 16,2-6 35-16,0 2 20 0,-6 12 7 0,-3 3 15 15,3 0 21-15,-9 0 10 0,5 3 1 0,-2 7 5 16,1-1-2-16,-1 6-11 0,-1-2-5 0,-2 5-10 16,0 1-8-16,0 7-9 0,-1 1-5 0,1 5-6 15,2 5-2-15,-2 7-7 0,-2 2-1 0,4 7-4 16,5 3-2-16,1 10-2 0,2 2 1 0,5 2-6 15,3 4 1-15,4-5 0 0,3 3-4 0,3 0-2 0,4 0 3 16,-1 0-3-16,11-4-5 0,3-2 5 16,-1-1-2-16,1-6-2 0,5 4-1 0,-10-15-3 15,3-1-2-15,-5-1-12 0,5-8-32 0,-11 2-50 0,4-7-62 16,1-8-53-16,-1 1-240 0,-4-10-479 0,-6 3 213 16</inkml:trace>
  <inkml:trace contextRef="#ctx0" brushRef="#br0" timeOffset="-33456.09">4310 11266 159 0,'-14'-10'187'0,"3"1"-18"0,-1 4-22 16,2 2-55-16,4-1-64 0,-1-1-102 0,7 5-44 15,-2-7-129-15,2 7 57 0</inkml:trace>
  <inkml:trace contextRef="#ctx0" brushRef="#br0" timeOffset="-32987.39">6360 11335 323 0,'0'-7'335'0,"0"7"-34"0,2-10-34 15,-2 10-31-15,0 0-22 0,0 0-24 0,0 0-20 0,0 0-18 16,-18 28-14-16,13-7-17 0,0 6-6 0,3 4-11 16,-1 13-14-16,3 3-3 0,0-4-12 0,5 2-6 15,0 3-2-15,0-5-12 0,10 7 1 16,-9-5-8-16,6-1-4 0,-4-7-6 0,2 3-1 0,3-11-2 15,-6-2-6-15,5-1 0 0,-1-6-5 0,-4-8-8 16,-1 5-11-16,4-8-23 0,-3 3-36 0,0-8-44 16,1-1-46-16,-8-3-48 0,15-7-55 0,-9 1-207 15,1-8-490-15,-2-5 217 0</inkml:trace>
  <inkml:trace contextRef="#ctx0" brushRef="#br0" timeOffset="-32737.42">6395 11307 16 0,'-5'-15'337'0,"0"6"5"0,0-1-13 0,2 1-8 0,0-5-7 16,-1 6-1-16,-1 4-20 0,5 0-16 15,0 4-9-15,-1-11-34 0,1 11-19 0,0-5-22 0,0 5-24 16,11-3-14-16,-11 3-20 0,23 5-13 0,-6 1-4 16,0 2-18-16,2-1-12 0,11 2-7 0,-2 7-12 15,-3-1-4-15,-2-1-8 0,4 7-10 16,-6-5-12-16,-2 2-10 0,0 2-16 0,1 1-4 0,-10-4-10 15,-1 2-13-15,-3-1-4 0,1 0-12 0,-6 1-5 16,-2 5-14-16,-6-6-15 0,-1-1-12 0,-7 1-14 16,-3 3-22-16,-5-3-20 0,-2-2-20 0,-5 1-25 15,2-7-35-15,3 5-33 0,-10-4-48 0,9-2-198 16,-6 0-536-16,4-2 237 0</inkml:trace>
  <inkml:trace contextRef="#ctx0" brushRef="#br0" timeOffset="-32237.48">6609 11749 197 0,'18'4'219'0,"-10"-3"-16"0,4 1-7 0,-2 2-25 15,5 2-4-15,-1 3-17 0,1-1-12 0,-1 5-11 16,2-1-12-16,7 3-11 0,-8-1-12 0,8 2-7 15,-6 4-5-15,-2 0-11 0,3 0-9 0,-3-5-5 16,-8 0-7-16,6 1-2 0,-5-2-6 0,-5 1-2 16,2-3-3-16,-5 1-1 0,5-5-4 0,-5 1 0 15,-5 0 5-15,4-6 7 0,-6 2 10 0,-1-4 7 16,8-1 11-16,-20-5 8 0,13 2 2 0,-1-4 4 16,0-1 1-16,1 3-2 0,1-3-4 0,4-7-3 15,2 6-13-15,0-9-9 0,2 3 1 0,4 0-12 16,11-6-8-16,3 2-11 0,4 3-16 0,3 1-17 15,1-2-26-15,3 4-23 0,1 3-21 0,1-2-16 16,0 2-18-16,-3 1-10 0,1 1-7 0,-6-1 4 16,-2 8 5-16,-8-4 17 0,5-1 11 0,-5 1 16 15,-2 1 10-15,-4 0 3 0,-3 1 6 0,-6 3 8 0,3-7 16 16,-3 7 11-16,0 0 27 0,-18-10 9 0,7 8 5 16,-4 1 10-16,7 1 3 0,-12-3 2 0,3 3 4 15,-3 4 2-15,4 3-1 0,1-3-4 0,-5-1-4 16,8-2 0-16,4 6-6 0,-2 1-1 0,5 1 0 15,-1-1-1-15,2 2 0 0,13 6-4 0,-5-4 0 16,11 3-4-16,9 1-14 0,12 5-41 0,7-1-44 16,2 0-49-16,6-6-42 0,5 0-41 0,4 1-121 15,-2-8-364-15,25 5 162 0</inkml:trace>
  <inkml:trace contextRef="#ctx0" brushRef="#br0" timeOffset="-32003.12">7959 11825 168 0,'-26'-10'235'0,"-11"6"-2"0,6 0-9 0,-4-3-3 16,4 5-9-16,-6 2-10 0,6 2-17 0,-2 0-17 15,3 3-18-15,-1 0-12 0,14 3-11 0,-8 2-11 0,2 2-14 16,8-1-9-16,0 1-8 0,7 1-10 0,0 1-2 16,1 2-9-16,4 1-2 0,-1-3-5 0,11 2-9 15,1-2-1-15,-1 3-11 0,8-6-1 0,6 7-7 16,4-8-23-16,-5 1-13 0,10-5-25 0,-2-5-18 15,2-1-25-15,-2 0-32 0,2-3-24 0,1-7-21 16,-1-4-20-16,-2-1-21 0,-3-4-13 0,10-13-136 16,-6 1-371-16,-2-4 165 0</inkml:trace>
  <inkml:trace contextRef="#ctx0" brushRef="#br0" timeOffset="-31628.17">8022 11707 156 0,'0'-31'61'16,"-5"3"30"-16,-5-1 26 0,5 5 21 0,-8-1 12 16,0 3-7-16,-2 7 6 0,-7-5 1 0,6 3-2 15,-4 3-8-15,5 7-12 0,-5-2-10 0,2 3-14 16,5 1-8-16,-9 5-11 0,12 0-7 0,-3 5-9 15,-2 2-7-15,10 4-4 0,-6 1-5 0,6 7-2 0,-2 8-5 16,5 4-5-16,2-3-4 0,5 2-3 16,4 9-3-16,4 3 0 0,2-2-5 0,-4-11 0 15,11 8-2-15,6 3-10 0,-5-6-5 0,0-1-7 0,-1-9-14 16,-1-5-27-16,1 1-7 0,1-5-15 0,0 3-18 16,-1-10-17-16,-4 0 3 0,0-6 10 0,2 1 10 15,-5-8-2-15,2-1 10 0,-3 1 19 0,1-3 7 16,0-8 24-16,0-6 19 0,0 2 26 0,-5 1 22 15,0-3 25-15,-2-2 24 0,0-1 20 0,-1 0 8 16,0 9 0-16,-7-4-3 0,6 5 7 0,-4 0-1 16,-2-1 2-16,5 7-2 0,-3 2-15 0,-2-5-5 15,0 5-25-15,5 3 0 0,-5 4-11 0,-5-11-17 16,5 11-2-16,0 0-10 0,0 0-4 0,0 0-5 16,0 0 0-16,0 0-4 0,-14 20-6 0,14-6-6 15,0-2 1-15,0 7-1 0,0-3-1 0,0-1-7 16,7 5-9-16,-2-1 3 0,-3 1-8 0,4-4-13 15,2 4-17-15,-1-5-29 0,3-1-27 0,5 1-41 16,-5-3-61-16,5-4-41 0,0 3-50 0,0-5-234 16,-1 0-554-16,-2-6 246 0</inkml:trace>
  <inkml:trace contextRef="#ctx0" brushRef="#br0" timeOffset="-31425.06">8292 11458 110 0,'-5'-4'330'0,"5"4"-24"0,-12-6-27 15,7 5-27-15,5 1-25 0,-6-5-15 0,6 5-29 16,0 0-24-16,0 0-11 0,0 0-17 0,0 0-19 16,0 0-32-16,0 18-50 0,0-9-72 0,6 1-82 15,1-2-79-15,3 2-162 0,-5-1-396 0,10 1 175 16</inkml:trace>
  <inkml:trace contextRef="#ctx0" brushRef="#br0" timeOffset="-31128.22">8765 11746 137 0,'-3'-4'347'0,"-2"-5"-26"0,0 5-28 0,-3-3-10 16,1 3-18-16,-3-2-21 0,0 3-16 0,2-3-33 16,-5 6-18-16,13 0-4 0,-22 3-29 0,9 0-12 15,-2 3-16-15,0 1-14 0,5 4-18 0,-1 2 5 16,1-2 0-16,-3 7-20 0,6-2 9 0,-1 1-21 16,8 1-3-16,-5 0-3 0,5 0-15 0,0 0-4 15,5 0-2-15,1-3-1 0,3 0-12 0,6-1-14 16,-2-2-15-16,2-4-31 0,1 0-18 0,4 1-33 15,3-2-24-15,-1-7-24 0,6 0-28 0,2 0-2 16,1-7-14-16,-1-2-30 0,1 0-18 0,6-5-171 16,-9-1-438-16,8-9 193 0</inkml:trace>
  <inkml:trace contextRef="#ctx0" brushRef="#br0" timeOffset="-30612.65">9063 11307 242 0,'-21'-39'259'0,"-7"6"-6"0,13 10-2 0,-7-1 3 0,7 4-7 15,-6 1-1-15,6 4-14 0,7-1-9 0,-6 4-5 16,8 4-13-16,-3 2-16 0,3-1-23 0,-1 2-30 16,7 5-14-16,0 0-12 0,0 0-11 0,-1 18-5 15,2-2-10-15,11 9-20 0,-2 5 2 0,5 9-5 16,5 2-8-16,-4 2-5 0,6 3-8 0,1-2-8 16,-5 1-16-16,0 2-14 0,7-4-20 0,-7 2-18 15,-1-5-14-15,-1-2-21 0,3-3-24 0,-6-7-22 16,-3-1-24-16,1 0-14 0,-4-9-12 0,-2 3-19 15,0-6 3-15,-5-3 9 0,5 0 5 0,-9-3 19 16,4 0 3-16,-1-3 14 0,-1 0 18 0,-1 0 8 16,-2 0 7-16,5-6 12 0,0 0 10 0,-12 0 10 15,12 0 10-15,0 0 1 0,-16-6 13 0,11 0 6 16,1 0 17-16,1 0 11 0,0 0 9 0,3-3 10 0,-7 1 2 16,6-2 23-16,1 2 11 0,-5-1 9 15,5-1 16-15,-2 0 15 0,2 2 16 0,0-4 6 16,0-2 10-16,0 6 14 0,0-4 2 0,0 1 4 0,2-1 9 15,-2 1 3-15,1 1 4 0,3 0-4 0,-4 0-11 16,3 1-2-16,-3-1 4 0,5 2 1 0,-5 1-5 16,2 0-8-16,2 2-9 0,-2-1-12 0,5 0 2 15,-6 3-26-15,-1 3-6 0,12-7-11 0,-4 7-7 16,4-2-5-16,-12 2-5 0,20 3-2 0,-5 3-11 16,0 0 3-16,-1-2-8 0,1 6-6 0,5-1 3 15,-3-1-8-15,-2 3 3 0,4 1-13 0,3 4-5 16,-5-4-6-16,4 3-17 0,-6 0-1 0,2-1-9 15,-3 3-15-15,0-1-8 0,-1-2-20 0,-3 3-3 16,-4-5-11-16,6 5-13 0,-7-2-12 0,2 0-19 16,-2 0-27-16,3 0-29 0,-6 0-35 0,1-4-24 15,-3 1-23-15,3-4-213 0,-3 3-518 0,0-3 230 0</inkml:trace>
  <inkml:trace contextRef="#ctx0" brushRef="#br0" timeOffset="-29961.54">9778 11745 160 0,'0'0'197'0,"-13"0"-19"16,13 0-7-16,-15 3-12 0,7 3-17 0,0 0-14 15,-6 3-11-15,8-3-9 0,-3 3-12 0,1 3-7 16,2-1-7-16,-1-3-8 0,4 3-7 0,-1 0-7 15,3-1-7-15,1 5 0 0,0-6-2 0,5 0-8 16,-2 3 0-16,4-4-4 0,6 3-1 0,0-3-4 16,2 0-3-16,-5-4 2 0,5-3-4 0,-2 1-5 15,-1-2-2-15,3-2-3 0,1-2-1 0,1-4-3 0,-2 1 3 16,-6-5-3-16,3 0-3 0,0-6 3 0,-7 0-4 16,0 0 2-16,1-2-4 0,-6-2 8 15,3 4 6-15,-7-9 5 0,-1 8 0 0,0-3 7 0,0 6 5 16,5-2 6-16,-5 3 17 0,-2-3 21 0,2 3 8 15,2 0-2-15,-2 3-5 0,3 1-9 0,2 4-6 16,-3-1-6-16,1 3-10 0,2 5-15 0,0-5-4 16,0 5-2-16,0 0-4 0,0 0-4 0,15 15-5 15,-13-7-1-15,8 5-4 0,0 2-6 0,1-2-10 16,-1 5-7-16,5-2-8 0,2 3-3 0,-3 1-5 16,1 2-1-16,4-1-7 0,-5-6-1 0,-4 3-4 15,4-5 3-15,2 1 4 0,-4-1 0 0,-4-3 3 16,0-1 3-16,1-5 3 0,-3 2 4 0,-1 0 4 0,2-4 3 15,-7-2 2-15,10 1 3 0,-10-1 7 16,0 0 5-16,8-7 8 0,-6 0 11 16,3 2 8-16,-4-3 12 0,3 1 0 0,-1-1 5 0,2-1 4 0,1 0 0 0,-2-3 7 0,2 3-1 15,1-3-5-15,6 0 4 0,-4 6-6 0,0-7 1 16,0 6-9-16,4 0-4 0,-1-1 1 0,-1 3-11 16,2 2 0-16,-4-1-5 0,4 4-3 0,2 0-4 0,-7 4 3 15,7-3-4-15,-2 2-8 0,-4 3 3 16,4 3-9-16,2 2 19 0,0 1-20 0,-7 0 5 15,7-1 7-15,-9 6-15 0,8-2 3 0,-6 0-12 0,0 0-13 16,0 1-10-16,-1-1-14 0,0-3-17 0,-1 0-22 16,1 0-28-16,-4-1-34 0,4-2-36 0,-6-2-39 15,3-2-28-15,-4-5-267 0,3 3-558 0,-3-3 248 16</inkml:trace>
  <inkml:trace contextRef="#ctx0" brushRef="#br0" timeOffset="-29789.68">9762 11037 42 0,'-13'-12'281'0,"-4"0"-26"16,4 0-28-16,-1 6-23 0,10 5-24 0,-8-6-28 0,0 2-46 15,4 5-54-15,-7 0-72 0,15 0-93 0,-21 7-115 16,9-1-247-16,0 5 109 0</inkml:trace>
  <inkml:trace contextRef="#ctx0" brushRef="#br0" timeOffset="-26679.12">4922 13194 189 0,'3'-8'241'0,"1"1"-10"0,-3-1-11 0,3-1-3 16,-1 1-13-16,0-2-15 0,1 1-5 0,-4-1-8 15,0 1-6-15,3-3-10 0,-3 0-10 0,0 1-10 16,0-5-10-16,0 7-10 0,-3-9-15 0,3 3-4 15,-7 2-10-15,4-1-12 0,-1-1-6 0,3 2-8 16,-8-2-5-16,4 4 8 0,2 0-19 0,-8-2-5 0,6 5-5 16,0-3 2-16,-4 3-10 0,3 0-5 0,-1 1-3 15,2 3-3-15,-5 0-3 0,4 0-4 16,-3 0-1-16,3 2 0 0,6 2-3 0,-17-2 1 0,17 2-4 16,-20 4 2-16,12-3-4 0,-5 3 1 0,6 1-4 15,-3 1 0-15,-3 1 2 0,5 2 2 0,-6 4-6 16,6-4 10-16,2 3-9 0,-3 3 0 0,6 0 0 15,-2 1 1-15,0 0-2 0,5 4 6 0,0 2-1 16,5 4-1-16,3 1 2 0,-1 0 0 0,8 2 2 16,0 6-3-16,1 3 0 0,6-2-1 0,4-2 1 15,-4 2-1-15,-1 2 6 0,-1 0-6 0,2-3-2 16,-1 4 3-16,1 0-3 0,-2-1 6 0,-4 0-5 16,-3-9 3-16,-3 1-3 0,5-1 2 0,-5 0-1 0,2-4-1 15,-6 2-2-15,1-3 0 0,-2-3 3 16,-2 3-1-16,4-5-2 0,-4 0 3 0,0-3 9 15,-3 2-10-15,2-2 0 0,-2-4 0 0,0 0-2 16,0 0 1-16,0-2 6 0,0-2-6 0,0 1 6 0,0 1-3 16,0-3-8-16,0 2 8 0,2-6-4 15,-2-3 4-15,0 9 0 0,0-9-1 0,0 9 0 16,5-4-3-16,-5-5 2 0,0 0-6 0,0 0-5 0,0 0-8 16,0 0-19-16,0 0-48 0,0 0-50 0,0 0-43 15,0 0-54-15,0 0-47 0,6-17-211 0,-6 17-530 16,-5-18 235-16</inkml:trace>
  <inkml:trace contextRef="#ctx0" brushRef="#br0" timeOffset="-26413.52">4796 13585 235 0,'-3'-4'274'0,"-2"-1"2"0,0 1-6 0,5 4-5 16,-8-6-7-16,8 6-13 0,0 0-10 0,-4-3-10 0,4 3-8 16,0 0-28-16,0 0-1 0,0 0-10 15,-3-6-15-15,3 6-8 0,0 0-15 0,0 0-11 16,0 0-10-16,0 0-12 0,0 0-12 0,12-4-7 0,-12 4-12 16,23 1-12-16,-8-1-6 0,5-1-3 0,1 1-6 15,1 0-9-15,9 0-29 0,-13-4-43 0,14 4-45 16,-12-3-49-16,1 2-54 0,1 1-66 0,-1 0-74 15,1-3-251-15,-7 0-618 0,1 1 273 0</inkml:trace>
  <inkml:trace contextRef="#ctx0" brushRef="#br0" timeOffset="-25288.64">5338 13627 238 0,'3'-4'285'0,"-3"4"-3"0,0 0-9 16,0 0-6-16,0-8-11 0,0 8-17 0,0 0-12 0,0 0-32 15,5-4-20-15,-5 4-22 0,0 0-14 0,0 0-8 16,0 0-23-16,0 0-2 0,0 0-21 0,0 0-8 16,10 16-7-16,-9-4-7 0,4-1-11 15,0 1-1-15,-1 6-4 0,4-2-3 0,-1 3 4 0,1 8-16 16,-3 2-4-16,6-2-5 0,-6 5 1 0,4-3 0 15,2 2-3-15,-3-3 6 0,1 2-14 16,-3 1 1-16,1-4-2 0,0 0 2 0,-4-2-6 0,2-4 1 16,2 0-1-16,-4-2 1 0,2 0-4 0,-5-4-1 15,8 0 0-15,-3-5 4 0,-3-1-1 0,3 0-1 16,-4-3-1-16,-1 3 4 0,0-6 40 0,7 2 35 16,-7-5 31-16,0 0 39 0,2 5 17 0,-2-5-12 15,0 0-18-15,0 0-6 0,14-13-13 0,-14 2-8 16,5 3-5-16,-3-4-10 0,6-7-7 0,-3 0 0 0,7-4-6 15,-5-4-6-15,-1 0-3 0,2-1 6 16,2 1 7-16,-5 0 5 0,7 0-11 0,-10 0-2 16,9 0-5-16,-8 0-1 0,4 2-8 0,3-1-6 0,-7 8-9 15,-1-6-2-15,3 4-6 0,-3 1-5 0,-2 4-1 16,5 0-5-16,-4-2-6 0,1 9-4 0,-2 0-3 16,0 1-3-16,2-1-11 0,-4-3-25 0,4 7-42 15,1-2-56-15,-3 6-68 0,0 0-59 0,0 0-3 16,0 0-18-16,0 0-27 0,0 0-30 0,0 0-45 15,-7 27-51-15,4-17-310 0,-2 4-785 0,0 3 348 16</inkml:trace>
  <inkml:trace contextRef="#ctx0" brushRef="#br0" timeOffset="-24835.57">5770 14072 264 0,'0'0'255'0,"0"0"-22"0,0 0-11 0,26 1-17 16,-26-1-19-16,8 0-15 0,-8 0-24 0,9 6-11 15,-3-5-15-15,2 4-12 0,-3 0-7 0,-3 2-11 16,5-1-10-16,-1-2-8 0,1 6-6 0,-5-3-8 15,4-1-9-15,1 3-3 0,-5-2-3 0,2 1-4 16,-2-1-7-16,-2 4 1 0,0-2-4 0,0 2-3 16,-2-3-4-16,-2 3 0 0,2 0-4 0,-5-3 2 0,1 3-1 15,-1-2-5-15,-1-1-1 0,1 2-17 0,0-4-23 16,-1 1-35-16,2-2-33 0,-4 4-45 0,3-8-47 16,2 4-224-16,5-5-442 0,0 0 196 0</inkml:trace>
  <inkml:trace contextRef="#ctx0" brushRef="#br0" timeOffset="-24241.88">6063 13884 114 0,'0'0'265'0,"0"0"-24"0,-4-6-24 0,4 6-21 0,0 0-19 15,0 0-22-15,0 0-17 0,0 0-12 16,0 0-10-16,0 0-11 0,-10 15-13 0,10-7-4 16,-1 0-13-16,1 1-7 0,0 1-5 0,0 2-7 15,-4 0-5-15,4 3-6 0,0 0-1 0,0 1-4 0,0-4-6 16,0 4-4-16,0-4-1 0,0 2-4 0,4-1 0 16,-4 1-4-16,0-3-2 0,0-2-5 15,1-1-2-15,3 0 1 0,-1-4-4 0,0 3 3 0,1-3-5 16,-4-4-1-16,13 0 0 0,-13 0-1 0,15-4-1 15,-5 2 1-15,-4-5 0 0,4 2-3 0,2-3 0 16,-6-4 0-16,9 5 2 0,0-6 1 0,-8-3 1 16,3 11-1-16,0-9 3 0,-7 5 19 0,4-1 11 15,1 2 20-15,-2 0 6 0,-1 1 0 0,-3-1 9 16,5 3-8-16,-6 2-1 0,-1 3-2 0,7-7-8 16,-7 7-12-16,5-5-11 0,-5 5 1 0,0 0-4 15,0 0-3-15,0 0 0 0,0 0-6 0,10 16-2 16,-10-10-1-16,8 4-3 0,-3 1 1 0,-2-2 8 0,6 5-13 15,-4-2 8-15,3-1-9 0,0 1 0 16,5 3-2-16,1-6 0 0,-4 3-3 0,3-1 2 16,-2-4-5-16,-1-2 4 0,5-1-2 0,-5-1 1 0,3 1-3 15,-4-4 2-15,4 0-3 0,-13 0 2 0,15-8 2 16,-9 4-2-16,3-5 8 0,-3 2-5 0,-4-3 4 16,3-2-3-16,-3 0 2 0,-2-8-1 0,0 2 3 15,-2 4 2-15,-3-4 8 0,3-1 1 0,-4-1 8 16,4 1-11-16,-5 4-3 0,1 2-6 0,-1-2 1 15,-1 4-3-15,0-1-4 0,-6 0-20 0,1 2-18 16,3 5-27-16,0-2-31 0,-5 4-38 0,-1-3-55 16,4 5-64-16,-6 1-269 0,2 0-563 0,1 0 249 15</inkml:trace>
  <inkml:trace contextRef="#ctx0" brushRef="#br0" timeOffset="-14597.06">6864 13336 199 0,'0'0'364'16,"0"0"-1"-16,-7-4-6 0,7 4-10 0,0 0-13 0,0 0-9 16,-15 0-12-16,15 0-10 0,0 0-17 0,0 0-14 15,0 0-13-15,0 0-11 0,0 0-16 16,0 0-14-16,0 0-15 0,0 0-17 0,0 0-19 0,0 0-13 16,0 0-12-16,0 0-12 0,0 0-13 0,0 0-11 15,0 0-10-15,0 0-8 0,23-9-12 0,-16 7-6 16,-7 2-8-16,21-3-6 0,-7 3-11 0,2-2-10 15,4 0-13-15,-3 2-17 0,4-3-23 0,-4 3-33 16,4-2-34-16,-1 4-41 0,-3-4-32 0,2 2-51 16,-4 2-36-16,2 1-41 0,-2-3-41 0,-4 0-43 15,1 0-46-15,-5 2-233 0,-7-2-701 0,14 2 310 16</inkml:trace>
  <inkml:trace contextRef="#ctx0" brushRef="#br0" timeOffset="-14362.71">6827 13545 73 0,'0'0'296'0,"0"0"-8"0,0 0-8 0,0 0-5 15,0 0 2-15,0 0-1 0,0 0-14 0,0 0-9 16,0 0-17-16,23 0-13 0,-23 0-15 0,22 0-19 15,-11 1-16-15,8-2-16 0,1 1-21 0,1-1-13 16,-3 2-13-16,5-1-13 0,-3 0-4 0,8 0-18 16,-4 0-28-16,-3 0-55 0,2 0-73 0,-6 0-83 15,3 1-95-15,1 6-348 0,-6-7-655 0,-2 1 290 0</inkml:trace>
  <inkml:trace contextRef="#ctx0" brushRef="#br0" timeOffset="-11503.64">5841 13056 194 0,'-2'-9'269'0,"2"9"-15"0,0 0-23 0,0 0-19 16,0 0-22-16,0-9-20 0,0 9-19 0,0 0-18 15,0 0-14-15,0 0-13 0,0 0-9 0,-12 18-6 16,12-12 1-16,0 1 6 0,-3 2 2 0,-2 4-2 16,4 1 5-16,-4 0-1 0,5 2-2 0,-9 1-3 15,8-2 1-15,-6 0-3 0,0 3-4 0,6-3-7 0,-4 3-6 16,5-3-12-16,-8 3-2 0,8-5-7 0,0 7-3 16,0-5-2-16,0 2-11 0,1-3 4 15,6 0 8-15,-1 2-19 0,1-4-3 0,6 3-3 16,-3 0 3-16,5-3-10 0,0 4 3 0,3-5-5 0,2 6-11 15,2-7-11-15,-1-3-51 0,-1 2-46 0,8-2-50 16,-8-6-58-16,3-1-63 0,0-4-56 0,-4 1-168 16,-1-3-536-16,-3-3 237 0</inkml:trace>
  <inkml:trace contextRef="#ctx0" brushRef="#br0" timeOffset="-11222.42">6329 13144 40 0,'0'-7'252'0,"0"7"-12"0,0 0-9 15,0 0-9-15,0 0-13 0,3-6-10 0,-3 6-12 0,0 0-16 16,0 0-11-16,0 0-16 0,0 0-14 0,0 0-16 16,0 0-12-16,0 0-8 0,0 0-12 15,0 0-7-15,-18 12-6 0,15-8-4 0,-4 4-7 16,1-1-3-16,-3 2-3 0,-2 2-6 0,-1 4-2 0,-1-3-5 15,3 0-3-15,-3 3-4 0,-1-1-5 0,0 2 0 16,5-4 2-16,-2 6-6 0,-6-5-3 0,2 3-5 16,7-5 3-16,-5 5-4 0,4-3-19 0,-5-1-12 15,9-2-22-15,-10 2-22 0,10-4-33 0,-2-1-35 16,-3 0-36-16,9-6-39 0,1-1-231 0,-7 4-470 16,7-4 207-16</inkml:trace>
  <inkml:trace contextRef="#ctx0" brushRef="#br0" timeOffset="-11019.32">6064 13220 5 0,'0'0'260'0,"0"0"-22"16,0 0-21-16,0 0-23 0,0 0-19 0,0-7-17 0,0 7-20 16,0 0-10-16,0 0-9 0,0 0-11 15,22 10-12-15,-16-5-7 0,3 3-8 0,2 1-6 16,4-3-8-16,0 3-6 0,2 1-7 0,6-2-4 0,-5 3-4 15,5 2-6-15,7 1-17 0,-5-1-38 0,8-4-71 16,-8 1-63-16,3-5-213 0,-7 0-393 0,2-3 174 16</inkml:trace>
  <inkml:trace contextRef="#ctx0" brushRef="#br0" timeOffset="-10675.6">6466 13049 200 0,'0'0'301'0,"0"0"-14"0,-6-7-17 16,6 7-21-16,0 0-22 0,0 0-17 0,0 0-13 0,0 0-29 16,0 0-16-16,0 0-18 0,0 0-13 15,0 0-10-15,0 0-16 0,0 0-10 0,0 0-6 16,0 0-9-16,23 15-3 0,-16-8-9 0,-1-5-9 0,1 9-1 15,1-2-5-15,0 1-3 0,7 4-5 0,-8-4-3 16,8 5-1-16,-4-3-7 0,-2 2 0 16,-1-1-4-16,2 1-1 0,0-1-2 0,-2 2 0 0,-1 1-6 15,-2-3 2-15,0 1 5 0,-2 2-8 0,0-2 0 16,-1 2 1-16,-4 2-5 0,1-3 0 0,-6 3 1 16,2-6-7-16,-2 4-22 0,-1-1-32 0,0 3-43 15,-7 2-57-15,8-5-89 0,-1 0-258 0,-5-2-542 16,-2-1 240-16</inkml:trace>
  <inkml:trace contextRef="#ctx0" brushRef="#br0" timeOffset="-7675.92">8366 13078 73 0,'2'-7'242'0,"-2"7"-8"0,0-7-15 0,0 7-14 16,0-8-4-16,0 8-9 0,3-9-12 0,-3 1-15 16,0 8-4-16,2-2-9 0,-2 2-10 0,0 0-8 15,-7-15-12-15,7 12-10 0,-6-5-14 0,6 8-7 16,-8-6-7-16,-6 4-12 0,3-2-6 0,-1 0-5 16,-1 2-10-16,1 1-3 0,-3-3-9 0,-4 3-7 15,-3-2-4-15,6 6 5 0,-6-6-9 0,2 6 0 16,4-3-2-16,1 1-3 0,-2 3-5 0,6-1 1 0,1-2-2 15,1 2-2-15,-2-2-3 0,4 2-3 0,7-3 4 16,-10 7 0-16,5-5-5 0,4 6 2 16,-1-1 7-16,-1-2-6 0,3 1 2 0,0-6-1 0,5 18-2 15,0-10-1-15,-2-1-1 0,3 5-1 0,1-4 2 16,1 2 1-16,-1 2-2 0,3 2 0 0,2-2-2 16,-3-1 3-16,3 0-2 0,5 1-2 0,-7 1 1 15,3-1 2-15,0-1 5 0,2 3-5 0,0-2-2 16,0-2-2-16,0 4 4 0,4-7 6 0,-2 4-11 15,-2 1 4-15,0-4 5 0,0 0-8 0,0-4-1 16,-9 3-4-16,7 0 7 0,-1 1 2 0,-2-6-1 16,-2 1 2-16,1 5-4 0,-3-4 3 0,-3-2-3 0,-3-2 0 15,12 2 0-15,-12-2 3 0,0 0-1 16,7 4-1-16,-7-4 1 0,1 3 2 0,-1-3-4 16,0 0 4-16,0 0-1 0,0 0 5 0,-13 8 5 15,5-7 5-15,-2 2 3 0,-8-2 3 0,-1 2-2 0,1 1-3 16,0 0-2-16,-3-3 3 0,-1 1-1 0,0-1 0 15,6 4 2-15,-6-5-12 0,1 2 5 0,6-1-2 16,2-1 1-16,-2 3-3 0,7-2 11 0,-6-1-15 16,9 5 5-16,5-5 2 0,0 0-1 0,-18-2-3 15,18 2-4-15,0 0-1 0,0 0-4 0,0 0-7 16,0 0-17-16,0 0-25 0,0 0-48 0,30-12-39 16,-13 8-42-16,4-2-44 0,-1-2-28 0,3-1-36 15,7 4-172-15,5-3-495 0,-12-4 220 0</inkml:trace>
  <inkml:trace contextRef="#ctx0" brushRef="#br0" timeOffset="-7425.95">8646 13155 80 0,'7'-5'270'0,"-7"5"-8"0,0-6-4 0,0 6-11 0,5-5-10 15,-5 5-19-15,0 0-22 0,0 0-19 0,0 0-17 16,0 0-20-16,5-4-12 0,-5 4-15 0,0 0-14 15,0 0-10-15,0 0-8 0,0 0-9 0,5 15-8 16,-5-10 1-16,5 1-10 0,-2 4-8 0,2 0-3 16,-3 2-9-16,3 1 1 0,1-4-4 0,-4 3-1 15,6-3-6-15,-3 5-1 0,-2-2-5 0,6 3-1 16,-4-6 1-16,1 2-4 0,-1 1-4 0,0 0-5 16,2-2-9-16,1-5-32 0,-1 4-31 0,-1-1-46 15,3-2-53-15,-1-2-57 0,-1 0-240 0,-1-3-500 16,2 2 221-16</inkml:trace>
  <inkml:trace contextRef="#ctx0" brushRef="#br0" timeOffset="-6832.26">9131 13155 135 0,'2'-5'223'0,"3"-1"-13"0,-5 6 1 0,0-9-9 15,0 2-9-15,0 7-22 0,0-10-5 0,0 10-13 16,-7-8-15-16,5 3-16 0,-4 1-9 0,-1-1-12 16,7 5-9-16,-15-5-14 0,4 3-4 0,1-1-9 0,10 3-3 15,-22-1-5-15,12 1-6 0,-1 1-7 16,1 2-2-16,-3-1-6 0,3 0-4 0,0 1-4 15,0-3-5-15,3 5 4 0,-1 2-8 0,1-5-1 16,-1 1 1-16,1 3-2 0,1 0-3 0,4 0 0 0,2-6 1 16,-5 12 1-16,10-5-3 0,-5-2-2 0,2 1 3 15,3 3-4-15,-4-2 2 0,1 2-1 16,5-1-3-16,-1-1 3 0,3 1-2 0,2 4-1 0,1 0 3 16,-2 0-5-16,5-2 0 0,-4 5 0 0,4-3-2 15,3 5 3-15,0 2-2 0,4-1 0 0,-2 5-1 16,-2-3-2-16,0 0 3 0,-3-5-6 0,3 8 2 15,2-4 0-15,-5 4 2 0,0-2-3 0,0 0 2 16,0 2-3-16,-2-4 4 0,-5-6 1 0,6 7-3 16,-6-5 0-16,-2 0-1 0,1-2 1 0,0-2-2 15,-4 0 3-15,-3-3-1 0,5 0 5 0,-2 0-5 16,-3-1 17-16,0-7 22 0,-3 12 30 0,-2-8 21 16,2 0 19-16,-9-1 15 0,6-2 7 0,-9 3 3 15,0-4-5-15,0 0-3 0,-7 0-8 0,7-1-5 16,-8-3 0-16,2 2-12 0,1-3-9 0,0 4 1 15,0-5-11-15,0 0-12 0,4 3-2 0,1-3-8 0,0-2-2 16,2 4-4-16,3-1-9 0,-2-3-2 0,4 0-14 16,0-3-19-16,4-1-32 0,-2-6-39 0,6-1-48 15,1 2-56-15,1-5-44 0,3-5-39 0,2 3-38 16,3 1-24-16,3-1-24 0,0 5-265 0,-3 1-646 16,0 1 286-16</inkml:trace>
  <inkml:trace contextRef="#ctx0" brushRef="#br0" timeOffset="-6363.56">9273 13171 76 0,'0'0'179'0,"7"-4"-8"16,-7 4-9-16,0 0-11 0,0 0-12 0,0 0-6 16,0 0-14-16,13 0-7 0,-13 0-3 0,0 0-5 0,9 6-19 15,-9-6-1-15,6 4-8 0,3 0-3 16,-3 1-11-16,2 3-5 0,-1-2-6 0,1 0-8 15,1 1-2-15,1 3-3 0,-2-1-2 0,2-2-3 0,3 4-11 16,-6-1 3-16,1-3 3 0,2 3-10 0,0 0 2 16,-5-1 0-16,5-1-4 0,-5-1-2 0,0 0-1 15,1 1 4-15,-1-2-8 0,-2-2-3 0,-1 1 3 16,3 2-4-16,-5-7 4 0,7 8 1 0,-7-8 4 16,1 3 21-16,-1-3 18 0,0 0 27 0,7 4 3 15,-7-4-13-15,0 0-1 0,0 0-11 0,0-15 2 16,2 8-5-16,1 2-6 0,-3-2-1 0,2-4-3 15,-2-1-4-15,1 0-5 0,6-4-1 0,-5 5 5 16,1-2 4-16,2-2 1 0,1 1 2 0,1-2 10 16,-4 4 6-16,1 1 2 0,1 2-7 0,1 2-5 15,-2-4-2-15,2 4-3 0,-6-1-2 0,5 3-9 16,-2 1 2-16,4 0-11 0,-7 4-13 0,7-6 10 16,-7 6 4-16,8-5-13 0,-8 5-2 0,0 0-1 15,17 8-2-15,-17-4-3 0,11 1-3 0,-3 2 3 16,-1 1-2-16,1 1 1 0,6 3-3 0,2 0 18 15,-8 1-21-15,6-2-12 0,0 3-5 0,0-4-8 0,-1 2-26 16,-3 2-19-16,0-3-23 0,0-2-32 0,0 2-39 16,-4 1-47-16,1-8-38 0,0 4-44 0,-2-1-177 15,-5-3-508-15,0-4 225 0</inkml:trace>
  <inkml:trace contextRef="#ctx0" brushRef="#br0" timeOffset="-6113.59">9073 12851 163 0,'-3'-5'394'16,"3"5"-9"-16,-5-8-27 0,5 8-12 0,-5-9-19 0,3 5-34 15,2 4-26-15,0 0-20 0,0 0-36 16,-3-6-18-16,3 6-12 0,0 0-26 0,0 0-21 15,-5-3-28-15,5 3-46 0,0 0-43 0,0 0-32 0,0 0-37 16,0 0-56-16,0 0-61 0,0 0-65 0,10 21-63 16,-7-17-197-16,-3-4-535 0,4 8 236 0</inkml:trace>
  <inkml:trace contextRef="#ctx0" brushRef="#br0" timeOffset="-3876.84">10641 12667 45 0,'1'-12'300'0,"6"2"-8"15,-7 1-5-15,0-2-5 0,0 2-2 16,0-1-7-16,0 1-5 0,0 1-15 0,0 3-5 16,0 5-11-16,-7-10-24 0,6 3-16 0,1 7-25 0,-7-8-20 15,7 8-4-15,-15 3-31 0,2 5-5 0,-2-1-9 16,0 1-15-16,-3 11 7 0,-4 2-5 0,1 2 2 15,-2 1-14-15,-4 6 9 0,2 8 0 0,2-6 4 16,-2 6-8-16,9-4-2 0,-1-5-8 0,2 3-1 16,2 4-3-16,0-8 0 0,6 3-13 0,-1 1-4 15,6-2-3-15,-3-1-10 0,10-1 3 0,-3-3-3 16,6 4-1-16,4-1-5 0,-2-4-3 0,8 1 1 16,0 0-4-16,10 4-3 0,0-8-4 0,2-2 1 15,3 5-2-15,4-2-4 0,-7-5-1 0,13 1-3 16,-7-2-21-16,-5-4-29 0,-2 2-34 0,5-2-44 15,-4-1-44-15,2-1-42 0,-6-4-59 0,-4-3-59 16,1 0-56-16,-3 0-312 0,-2-6-746 0,-3 0 330 0</inkml:trace>
  <inkml:trace contextRef="#ctx0" brushRef="#br0" timeOffset="-3181.72">11119 12797 198 0,'5'-5'299'0,"-5"5"-21"0,2-6-21 0,-2 6-25 0,5-6-23 16,-5 6-23-16,0 0-21 0,0 0-19 0,0 0-15 15,0 0-14-15,0 0-12 0,0 0-10 0,0 0-7 16,0 19-10-16,0-8-7 0,0-2-8 0,-4 1-5 16,4 5-8-16,0-1-4 0,0 0-5 0,4 1-5 15,-4 1 1-15,3-1-7 0,-1 0-2 0,1 0-3 16,-1 1-1-16,1 0-2 0,2-1-4 0,0-2 1 16,3 1-6-16,-5-4 8 0,2 0-9 0,4 1-1 15,-3-5 2-15,4 0-2 0,-3 0 4 0,4 0 0 16,6-2-5-16,-4-2-4 0,0-2-5 0,7-2 2 0,-5-2-3 15,5-2 0-15,-5 0 0 0,0 0-6 16,5 0 6-16,-5-8-3 0,-4 5 3 0,6-2 3 16,-7-3 0-16,0 1 4 0,1-3-2 0,-9 6 3 15,4-2 2-15,-6 3 11 0,9-3 18 0,-9 0 11 0,5 5 6 16,-4-1 14-16,1 1-2 0,1-1-2 0,-3 8-9 16,0-6-7-16,2 0 9 0,-2 6-22 0,0-6-4 15,0 6 1-15,0 0-17 0,0 0 3 0,0 0-2 16,0 0-5-16,0 0-2 0,0 0 2 0,10 19-4 15,-7-11 1-15,-1-1-4 0,3 1-4 0,-2 3 6 16,4-3 1-16,-1 3-4 0,3 0 3 0,-3-1-5 16,2-1-1-16,6-1 13 0,-1 4-17 0,0-4-4 15,-1-1 0-15,3-2 0 0,0 2 0 0,-7-2 0 16,7-2-1-16,-2-1-3 0,-5 1 11 0,6-6-3 16,0 1 3-16,-4 1-3 0,12-6-6 0,-16 4 10 15,8-5-10-15,-6 2 8 0,4-3 2 0,-2-3 2 16,-2 1 1-16,-2 2 1 0,-1-6-3 0,-1 3 5 0,-1-4-1 15,0 2-3-15,-3-2 5 0,0 1-1 16,-3-3 19-16,0 4-20 0,-1-1 3 0,-1 3-2 16,-3-3 0-16,2 3-4 0,-1-1 3 0,-1 4-13 0,-1 3 1 15,3-1-4-15,-3-3-30 0,-2 6-16 0,3-1-41 16,-1 1-29-16,3 1-33 0,-3 2-39 0,9 1-51 16,-18 0-62-16,8 4-180 0,10-4-529 0,-8 3 235 15</inkml:trace>
  <inkml:trace contextRef="#ctx0" brushRef="#br0" timeOffset="-2884.88">12018 12960 87 0,'0'6'228'0,"0"-6"-9"0,6 7-19 16,-4-4-8-16,5 4-7 0,-7-2-13 0,6 0-14 15,-4 2-10-15,5 3-3 0,-3-1-7 0,0 1-12 0,2-2-11 16,1 8-13-16,3-4-11 0,-5 0-7 0,2 0-8 16,-1-5-6-16,-4 9-7 0,4-5-8 0,1 3-5 15,0-4-2-15,-6 1-5 0,6 2-6 0,-4-2-2 16,2 0-6-16,4-3-2 0,-9 0-12 0,4 3-37 15,0-4-57-15,-4-1-44 0,6 0-47 0,-6-6-254 16,0 0-460-16,0 0 204 0</inkml:trace>
  <inkml:trace contextRef="#ctx0" brushRef="#br0" timeOffset="-2384.93">12276 12639 55 0,'0'-7'335'0,"0"7"-12"0,0 0-33 15,0-8-26-15,0 8-31 0,0 0-23 0,0 0-20 16,0 0-21-16,0 0-20 0,0 0-15 0,0 0-17 15,15 19-10-15,-9-10-11 0,1 2-12 0,1 4-4 16,4 0-8-16,3 6-5 0,3 5-7 0,-5-4-7 16,9 5-6-16,-6-2-3 0,8-2-5 0,-6 4-5 15,-2-4-1-15,-1 2-4 0,5-4-4 0,-8-6 0 16,1 3-5-16,-5-4 0 0,4-1-3 0,-4-3 0 16,0-1-3-16,-1 1-7 0,1-2 7 0,-3-3 1 15,2-2-1-15,-2 1 21 0,-2 3 18 0,-3-7 27 16,2 7 18-16,-2-7 42 0,10 1 8 0,-10-1-9 15,0 0-14-15,0 0 1 0,10-15 6 0,-7 10-12 16,0-3-3-16,-1-2 3 0,1-1-4 0,4-4-10 16,-7-2-6-16,5-1 3 0,-4-1-5 0,4-6-9 0,4-2-5 15,-8 1-7-15,4-1-6 0,-3 2-8 0,3-2-6 16,-2 5-6-16,-1-5-4 0,-2 8-6 0,5-1-8 16,-5 4-1-16,0 1-3 0,1-1-4 0,-1 7-2 15,0-2-1-15,4 2-24 0,-8 2-30 0,4-1-47 16,4 2-74-16,-4 6-75 0,5-8-35 0,-5 8-3 15,0 0-25-15,0 0-41 0,-17 17-68 0,7-7-293 16,5-1-751-16,-1 4 332 0</inkml:trace>
  <inkml:trace contextRef="#ctx0" brushRef="#br0" timeOffset="-2088.08">13011 12988 226 0,'0'0'313'0,"0"0"-24"0,0 0-22 16,0 0-25-16,0 0-31 0,0 0-18 0,8 7-24 16,-8-7-13-16,0 8-20 0,0-1-13 0,0-2-7 15,2 3-15-15,4 4-9 0,-6-5-8 0,0 5-6 16,4-1 0-16,1 1-15 0,1 2 1 0,-1 0-13 15,-3 0-9-15,5-1-1 0,-1 1-3 0,-1-1-1 16,-2-1-4-16,4-2-6 0,0 2-6 0,-6 0 4 16,1-4-3-16,5 2-3 0,-1-1-3 0,1-2-16 15,-7-1-36-15,6 0-52 0,-4 2-42 0,-2-4-61 16,0-4-77-16,0 0-176 0,12 0-480 0,-12 0 213 16</inkml:trace>
  <inkml:trace contextRef="#ctx0" brushRef="#br0" timeOffset="-1806.87">13274 12809 259 0,'-3'-11'407'0,"3"11"0"0,-2-8-31 0,2 8-32 0,5-10-39 16,-2 5-24-16,4 1-28 0,1 0-23 0,4-1-28 15,1-1-20-15,4 3-13 0,-1-2-20 0,6 2-11 16,2 1-17-16,-4 0-9 0,10-3-9 0,2 4-18 16,-1 2-13-16,-6-2-5 0,6 2-7 0,-6-1-6 15,-5 0-18-15,8 4-12 0,-6-3-31 0,-2-1-21 16,3 2-24-16,-8-4-23 0,-5 2-27 0,3 0-21 16,-13 0-33-16,18 0-40 0,-11-1-38 0,3-3-36 15,-10 4-37-15,1-7-174 0,-1 2-522 0,0 5 231 16</inkml:trace>
  <inkml:trace contextRef="#ctx0" brushRef="#br0" timeOffset="-1586.62">13478 12549 100 0,'0'0'229'0,"0"0"-18"0,0 0-27 0,0 0-13 15,0 0-14-15,0 0 10 0,0 0-5 0,0 13-9 16,3-2-10-16,-1-5-14 0,3 4-9 0,-1 4-14 15,1 1-10-15,2 3-11 0,1-2-6 0,6 10-6 16,-6-2-10-16,2 2-5 0,0 1-6 0,0 0-3 16,3 0-7-16,-5-2-2 0,2 1-13 0,2 1-31 15,-4-2-58-15,4-3-55 0,-1-3-65 0,-3-4-207 16,2-2-421-16,-1 1 187 0</inkml:trace>
  <inkml:trace contextRef="#ctx0" brushRef="#br0" timeOffset="-899.2">14017 12457 194 0,'0'0'343'0,"0"-15"-12"15,0 11-4-15,0-2-25 0,0 6-17 0,3-7-7 16,-3 7-17-16,0-13-24 0,-3 9-11 0,3 4-39 0,0-8-25 16,0 8-19-16,0 0-13 0,0 0-13 15,0 0-14-15,0 0 3 0,0 0-22 0,-3 23-4 16,3-14-14-16,0 0-10 0,3 9-3 0,-3 0-5 0,3 5-9 16,-3 4-3-16,5 1 8 0,-1-1-15 0,2 0-8 15,-2 0-7-15,-1 2-4 0,5-3-2 16,-1-1 5-16,1 0 5 0,-1-4-17 0,-1-6 0 0,4 5-8 15,-5-4 5-15,5-4 4 0,-5 1-9 0,2 0 4 16,1-6-8-16,0-1 8 0,-1 2-1 0,6-4 2 16,-5-1-6-16,1-2 5 0,4-1-1 0,0 0-1 15,-4-2 3-15,-1-3-1 0,5-3 3 0,-3 1-8 16,3 0 9-16,-6-7-6 0,6 1 16 0,-5-1-10 16,1-1 1-16,-3 0 3 0,3 2-6 0,-3-6 3 15,1 6 0-15,-2-2-2 0,0 1 4 0,-4 2 3 16,4 0 0-16,-3 4 2 0,1 0 2 0,-1 1 3 15,0-1 2-15,-1 2 2 0,-1 6-6 0,4-9 0 16,-4 5-6-16,0 4-8 0,3-7 1 0,-3 7 1 16,0 0-5-16,0 0 0 0,0 0 0 0,8 14 4 15,-1-8 0-15,-4 3-1 0,2 3 4 0,5 0-1 16,-2 1-4-16,5 2 0 0,-1 0-3 0,1 0 3 0,4 2 2 16,-4-2 8-16,2 3-10 0,2-7-2 0,2 2-4 15,-2-1 1-15,1-1 4 0,0-3-13 16,-4 0 16-16,1-1-1 0,-1-5 1 0,-2-2-1 0,-2 0 3 15,3-2 4-15,-5-2-7 0,-1-2 1 0,1-2 6 16,-1-4 2-16,-5 3 16 0,3-9-14 0,-9 6-7 16,4-8 7-16,-6-3-1 0,1 0 6 0,-4-4 3 15,-2 3-3-15,1-3 3 0,0 0 2 0,-5-4-1 16,3 5-4-16,1 2-7 0,1 4 1 0,-2 1 3 16,4 3-6-16,1 2-16 0,1-2-18 0,-4 1-32 15,5 7-41-15,2 4-49 0,-2-5-42 0,-4 9-29 16,9 0-42-16,0 0-49 0,0 0-221 0,-13 11-578 15,12-4 256-15</inkml:trace>
  <inkml:trace contextRef="#ctx0" brushRef="#br0" timeOffset="-467.14">14901 12885 107 0,'7'2'272'0,"-7"-2"-15"0,0 0-23 0,3 4-20 16,-3-4-25-16,0 0-17 0,0 0-16 0,7 3-17 0,-7-3-10 15,5 6-10-15,-5-6-1 0,1 7-9 0,-1-7-13 16,3 8-8-16,1-2-11 0,-3 0-4 0,-1 0-8 16,0 0-5-16,0 1-4 0,0 1-5 0,0-1-6 15,0 1-5-15,0 3-1 0,0-4-1 0,-1 2 0 16,-3 0 1-16,1-2 4 0,2 4-3 0,-4-2-2 16,-2-3 4-16,7 3 1 0,-3 0-1 0,-2-3-4 15,3-2-2-15,-3 6-1 0,3-8 9 0,-1 5-13 16,3-7 5-16,0 0 0 0,0 8 4 0,0-8 13 15,0 0-1-15,0 7 2 0,0-7 9 0,5 4-8 16,-5-4-7-16,15 1-4 0,-2-2 4 0,4 1-11 16,-2 0-1-16,0-4-4 0,4 0-2 0,-2 0-14 15,3-2-1-15,-2-2-31 0,2-4-44 0,3 5-67 0,-1-10-84 16,1 2-83-16,-2-4-280 0,-1-2-620 0,-5-2 274 16</inkml:trace>
  <inkml:trace contextRef="#ctx0" brushRef="#br0" timeOffset="392.14">15139 12249 45 0,'0'-8'357'0,"0"1"-13"16,0 7-20-16,0-8-15 0,0 8-27 0,0-12-24 15,0 12-33-15,0 0-21 0,0-5-24 0,0 5-17 16,0 0-17-16,0 0-19 0,0 0-9 0,15 19-8 15,-13-13-17-15,9 1-7 0,-2 5-7 0,-3 0-1 16,3 5-16-16,-1-4-6 0,5 9-5 0,-5-5-6 16,6 7 0-16,-1-1-9 0,-5 1-2 0,0 1-4 15,1-2 0-15,-3 0-7 0,3 2-2 0,-3 1-2 16,1-6 2-16,-4-1-6 0,4 0-1 0,-2 0-1 16,0-2 0-16,0 2-1 0,0 0-1 0,0-4-4 15,-5-3 1-15,3-4 0 0,0 4 3 0,-1-4-1 16,1 2-4-16,1-5-1 0,-3 1-1 0,1 2 0 0,-2-8-2 15,3 10 1-15,-3-7 13 0,0-3 19 16,0 0 13-16,3 7-5 0,-3-7 14 0,0 0 12 16,0 5 3-16,0-5 5 0,0 0 0 0,0 0 0 0,0 0 0 15,5 3-7-15,-5-3-4 0,0 0-9 0,0 0-4 16,0 0-2-16,0 0-9 0,0 0 0 0,0 0-4 16,0 0-4-16,0 0-5 0,0 0-4 0,0 0-5 15,0 0 0-15,0 0 0 0,0 0-4 0,0 0 1 16,0 0-3-16,0 0-3 0,0 0 0 0,0 0-10 15,0 0 11-15,0 0-4 0,0 0-2 0,0 0 3 16,0 0-3-16,0 0 1 0,0 0-3 0,0 0 1 16,0 0-3-16,0 0 0 0,0 0-5 0,0 0 3 15,0 0 4-15,0 0 1 0,0 0-3 0,0 0 0 16,0 0-2-16,0 0 3 0,0 0-5 0,0 0 2 16,0 0 2-16,0 0 2 0,0 0-3 0,0 0 1 0,0 0 2 15,0 0 1-15,0 0 0 0,0 0 8 0,0 0-1 16,0 0 15-16,0 0-3 0,0 0 6 0,0 0-9 15,5-16-1-15,-1 9-1 0,-3 0-5 0,1-2-2 16,1-3 1-16,-1-2 4 0,3-1-8 0,-5-1 0 16,3 0-3-16,2-5-1 0,-1-6-1 0,-4 1-3 15,6 7 2-15,-4-12-2 0,4 4-2 0,3 0 1 16,-9 0 0-16,5 0 0 0,-4 11-1 0,3-10 0 16,-1 7-3-16,0-1 4 0,-1 1 0 0,1 1 2 15,1 0-5-15,-1 3 2 0,2-1-2 0,-4 2 4 16,-1 2-3-16,0 4 0 0,2-4-1 0,1 4-1 15,1 1-1-15,-4 2-1 0,5-3-6 0,-5 2-6 0,0 6-20 16,0-9-14-16,0 9-26 0,1-8-32 0,-1 8-35 16,2-4-33-16,-2 4-43 0,0 0-41 15,0 0-42-15,0 0-41 0,0 0-321 0,0 0-720 0,0 0 318 16</inkml:trace>
  <inkml:trace contextRef="#ctx0" brushRef="#br0" timeOffset="1110.81">15581 12726 56 0,'0'-9'280'0,"0"9"-11"0,0 0-19 0,0 0-17 16,0 0-21-16,0 0-20 0,5-9-22 0,-5 9-16 16,0 0-14-16,13 0-14 0,-13 0-18 0,0 0-7 15,20 5-11-15,-8-4-9 0,-4 2-11 0,0 1-4 16,4 1-7-16,-2-3-8 0,0 3-4 0,-3 2-3 16,4-3-7-16,-3 4-4 0,-1 0 2 0,0-1-9 15,1-2 0-15,-5 5-5 0,2-2-3 0,2 1 5 16,-6 2-9-16,-1 1 0 0,4-8-2 0,-4 8 1 0,-4-4-1 15,4 4-5-15,-1-5 0 0,-6 4 4 16,2 0 12-16,2-3 5 0,-2 2 8 0,2-3 11 16,-2 0 5-16,-2 1 12 0,0-1 1 0,2-2 6 0,-1-2 2 15,1 1 6-15,5-4 1 0,-5 7-2 0,0-6-2 16,5-1 12-16,-5 4 9 0,5-4-3 0,0 0 11 16,0 0-8-16,-7 8-1 0,7-8-3 0,0 0-17 15,0 0 0-15,0 0-6 0,0 0-8 0,0 0-11 16,37-8-9-16,-21 4-18 0,-1 3-27 0,7-4-41 15,6-2-51-15,-7 3-49 0,9-3-57 0,-2-2-60 16,4 0-82-16,-4-3-301 0,2-3-696 0,-2 0 308 16</inkml:trace>
  <inkml:trace contextRef="#ctx0" brushRef="#br0" timeOffset="3987.03">12240 12243 103 0,'0'-7'192'0,"0"7"0"16,-4-10-13-16,4 3-1 0,-3 1-11 0,3 6-7 16,-2-11-3-16,2 11-7 0,-1-7-13 0,1 7-11 15,-2-8-3-15,2 8-9 0,0 0-9 0,0-5-12 16,0 5-3-16,0 0-4 0,0 0-14 0,0 0-7 15,-5-7-6-15,5 7-8 0,0 0-6 0,0 0 2 16,0 0-10-16,0 0-3 0,0 0-7 0,0 0-6 16,0 0-1-16,0 0-1 0,0 0-3 0,0 0-4 0,0 0 6 15,0 0-7-15,-7 20-2 0,6-16 0 0,1 7 0 16,1 0 0-16,-1 1-1 0,7 4 1 0,-7-2-4 16,0 3 1-16,7-2-1 0,-1 12 0 0,-2-7-1 15,2-1 0-15,-1 1 0 0,0-1-1 0,-2 7 0 16,4-2 2-16,0 2-4 0,-1-2 1 0,-2-2 2 15,4 2-2-15,-5-8 0 0,7 11-2 0,-8-4 1 16,4-3 2-16,-4-4 0 0,5 3 0 0,-4 0-3 16,0-3 1-16,6 2 0 0,-9 2-1 0,0-5-2 15,3 1 1-15,0 2 5 0,-3-5-1 0,0 2-2 16,7 2-3-16,-7-5 5 0,3 2-2 0,0-2 1 16,-1-1-1-16,1 0-1 0,1 0 2 0,-4-1 1 15,0 2-2-15,0 0 0 0,0-3-1 0,0 1 0 0,6 0 0 16,-6-3-1-16,0 5 2 0,2-3-1 15,3 3 0-15,-3-1 0 0,-2-1 0 0,1-2 0 16,4 2 0-16,-5 0 1 0,2-2 1 0,-2 3-2 0,5-2 0 16,-4-3 1-16,-1 4-1 0,7-3 6 0,-7 1-4 15,0-5-1-15,0 3 6 0,0-6-6 0,0 10-1 16,2-6 1-16,-2-4 3 0,6 5-4 0,-6-5-1 16,0 3 0-16,0-3 5 0,5 7 5 0,-5-7 22 15,0 0 9-15,0 0 12 0,0 0 8 0,0 0 10 16,0 0 1-16,0 0 15 0,0 0 14 0,4 5 14 15,-4-5 7-15,0 0 10 0,0 0 3 0,0 0 8 16,0 0-2-16,0 0-5 0,0 0-19 0,0 0-9 16,0 0-11-16,0-20-10 0,0 20-7 0,0-11-8 15,0 3-10-15,0 1-3 0,0-2-7 0,0 1 0 16,6-2-9-16,-6 1-6 0,0-3-3 0,0 3 1 0,0-3-11 16,5-2 0-16,-5-1-4 0,4 3 4 0,-1-4-5 15,-2 1 1-15,1-1-11 0,3 1 3 0,-3 0 0 16,4-4 0-16,1 4-5 0,1-4-1 0,-1 2 1 15,1-1-3-15,-3 4 0 0,2-1 2 0,-2-2-5 16,1 2 2-16,3 5-1 0,-4-1 3 0,0 0-7 16,1 2 7-16,-1 1-6 0,0-4-2 0,2 4 2 15,-4 2-1-15,2 1-4 0,-2-3 1 0,4 1-6 16,0 4 5-16,-1-2 3 0,-6 5-6 0,12-7 3 16,-4 6-3-16,0-2 0 0,-8 3 4 0,17-3 1 15,-11 2-2-15,-6 1 0 0,15 1 2 0,-6 2-4 16,-9-3-1-16,13 0 2 0,-5 3-10 0,-1-2 9 15,3 6 4-15,-5-6-3 0,5 5-2 0,-5 0-3 0,1 0 4 16,1 0 0-16,-4 1-5 0,9 1 3 16,-9 2 1-16,4-2 0 0,-1 3-4 0,3-2 6 15,-3-1-8-15,1 0 0 0,-2 4 7 0,0-3 1 0,0-1-7 16,0 5 6-16,-4-6 0 0,4 1-1 0,-3 5 5 16,0-2-4-16,3-2 3 0,-5-2-2 0,1 4 1 15,-1 1-1-15,0-5 2 0,0 4 3 0,0 1-3 16,-1-4-2-16,1 0 5 0,-5 0-1 0,5-1 3 15,0 2-8-15,0-1 7 0,-2-1 2 0,0 1-3 16,2-1-3-16,0 0 3 0,0 1 1 0,-5-3 14 16,5-1-19-16,0-4 4 0,0 11 0 0,0-4 0 15,0-7 6-15,0 7-4 0,0-7 0 0,0 0 15 0,5 5-16 16,-5-5 3-16,0 0-2 0,0 0 6 16,0 0 1-16,0 0 2 0,0 11-2 0,0-11 13 15,0 0 4-15,0 0-2 0,0 0 0 0,0 0-2 0,0 0-10 16,0 0 5-16,-5-24-3 0,5 15-2 0,0-3-1 15,0 3 2-15,-1-7-6 0,-4 1 10 0,5 0-7 16,-2-1-3-16,-1-3-3 0,-1 1 0 0,-2 1 0 16,4-1-1-16,-3-1 6 0,-1 2-1 0,4 4-5 15,-5-4-3-15,7 7 2 0,-8-2-5 0,3 3 5 16,3 4-2-16,-6-3 3 0,3-2-8 0,2 6-3 16,-4-1-3-16,1 2-8 0,-8 2-8 0,8-2-14 15,6 3 7-15,-25 4-35 0,12-2-14 0,-6 4-23 16,5 1-12-16,-5 5-23 0,3-2-19 0,-6 7-34 15,-8-2-40-15,6 5-55 0,-3-5-61 0,2 1-221 16,-3 1-620-16,0-2 275 0</inkml:trace>
  <inkml:trace contextRef="#ctx0" brushRef="#br0" timeOffset="5565">15154 12067 100 0,'0'-10'254'0,"0"10"-7"0,2-9-16 0,-2 9-4 0,8-5-17 15,-5 2-15-15,-3 3-14 0,7-7-14 0,-7 7-17 16,3-3-11-16,-3 3-16 0,0 0-13 0,7-6-11 16,-7 6-11-16,0 0-11 0,0 0-4 0,0 0-9 15,0 0-9-15,13 9-3 0,-11-2-6 0,5 0-3 16,-1 1-7-16,-4 0-2 0,3-1-5 0,-4 2-5 16,8 2 2-16,-4 1-7 0,-4 0 2 0,8 5-1 15,-4-1-5-15,-4 0-1 0,4 1 0 0,-3 2-2 16,-2 1-2-16,5-2 0 0,-4 1-2 0,1 4 1 15,1-7 1-15,-3 4-1 0,4-1-1 0,-4-2-1 16,0 3-1-16,5-3-1 0,-4 2-1 0,4 0 0 0,-1-3 1 16,-3 4-1-16,4-1 0 0,-3 0 0 15,1 0 1-15,-1-6 0 0,0 2-1 0,-2-3-3 16,1 5 1-16,-1-2-2 0,0-2 3 0,5-1 1 0,-3-3-3 16,-4 2-4-16,4-2 5 0,-2 0-1 0,3 0 4 15,-1 0-4-15,-1-2-1 0,-2 3 1 0,1-5 6 16,0 3-6-16,0-8 0 0,0 14-3 0,0-10 3 15,0-4-1-15,0 8 1 0,0-8 0 0,1 5 0 16,-1-5 1-16,0 7-2 0,0-7 1 0,0 0 0 16,4 5-3-16,-4-5 10 0,0 0-10 0,0 0 3 15,1 8-1-15,-1-8-1 0,0 0-2 0,4 7 3 16,-4-7 2-16,0 0-4 0,-5 7 5 0,5-7-5 0,0 5 7 16,0-5-4-16,1 14 2 0,-1-14-5 15,-1 4 3-15,1-4 0 0,1 8 3 0,-1-8-4 16,0 11-2-16,0-11 0 0,0 0 2 0,-1 7-1 0,1-7 0 15,1 6 2-15,-1-6-1 0,0 3 0 0,0-3 0 16,0 8 0-16,0-8 1 0,0 0 0 0,4 5 0 16,-4-5 1-16,0 6 1 0,0-6-2 0,0 0-6 15,0 8 1-15,0-8 1 0,3 4 0 0,-3-4 0 16,0 0 4-16,2 5-3 0,-2-5 0 0,0 0-1 16,0 0 2-16,0 9 0 0,0-9 1 0,1 3 0 15,-1-3 0-15,0 0 0 0,0 0 0 0,0 0 3 16,5 6-1-16,-5-6 1 0,0 0 1 0,0 0 11 15,0 0 3-15,0 0 7 0,0 0-2 0,0 0 6 16,0 0 1-16,0 0 9 0,0 0 1 0,0 0 7 16,0 0-1-16,0 0 13 0,0 0-4 0,0 0 8 15,0 0 8-15,0 0 5 0,0 0 8 0,0 0 10 0,0 0 3 16,0 0-12-16,0 0-10 0,0 0-5 0,2-19-4 16,1 15-8-16,-3 4-5 0,5-10 3 15,-1 5-17-15,-3-3-4 0,1 0-2 0,1 2 9 0,0 0-13 16,-1-5-8-16,1 6 3 0,-1-2-6 0,-2-3-1 15,2 2 2-15,-1 3-2 0,3 0 0 0,-3-4-6 16,-1 1 7-16,0 8-9 0,2-12-1 0,1 8-2 16,-1-1 0-16,-2 5-2 0,-2-10-5 0,2 10-9 15,2-6-23-15,-2 6-32 0,0 0-10 0,0-7-45 16,0 7-19-16,0 0-29 0,0 0-32 0,0 0-16 16,0 0-23-16,0 0-16 0,-8-4-14 0,8 4-20 15,0 0-215-15,-7-6-546 0,7 6 242 0</inkml:trace>
  <inkml:trace contextRef="#ctx0" brushRef="#br0" timeOffset="6205.63">15335 12396 87 0,'-4'-16'188'0,"1"0"7"0,0 1-7 0,3-3 8 16,-4 2-1-16,4 0-6 0,-1 0-4 0,-3 3 3 15,8-2-8-15,-4 1-3 0,1-1-10 0,3 6-3 16,-4-2-9-16,5 0-10 0,-4-1-9 0,3 3 3 15,-1-2-13-15,0 1-2 0,1-2-4 0,2 0-12 16,-4 1-4-16,1 4 4 0,-1-2-10 0,1-1-4 16,0 2-4-16,1 1-6 0,-3-3 1 0,4 0-10 15,-3 1-9-15,3 3-8 0,-3-5-1 0,1 4 0 16,0 3 3-16,-3-3-14 0,2 2-4 0,1-3-2 16,-3 8 19-16,0-7-12 0,0 7-8 0,4-7-4 15,-4 7 4-15,3-10-13 0,-3 10-4 0,3-3 4 0,-3 3-13 16,0 0 4-16,0 0-2 0,2-6-7 0,-2 6-1 15,0 0-2-15,0 0-12 0,0 0 0 16,0 0-18-16,0 0 5 0,0 0 19 0,0 0-22 0,-2 22 5 16,4-11-4-16,-2 1 7 0,0-3 1 0,0 9 4 15,0 6-3-15,-5-5 2 0,5 1-2 0,-3 7-10 16,3 0-18-16,-4 0 8 0,1 4-9 0,3-2-3 16,-2 3-1-16,2-4 4 0,-6-1 0 0,6 0 0 15,-4-3-4-15,4 2 1 0,0-7 2 0,0-3 2 16,-3 3 1-16,3-4 10 0,0 2-7 0,-3-6 3 15,4 4 2-15,1-7-5 0,-2-4 5 0,-2 7 15 16,4-6-6-16,-2 0 5 0,0-5 3 0,0 0 1 16,0 0 1-16,0 0 3 0,0 0 1 0,0 0 0 15,0 0 4-15,13-24-2 0,-13 16 1 0,2-7 3 16,5-1 0-16,-4-8 3 0,0 5 6 0,-1-7-1 16,3-2 3-16,0-3-2 0,0 4 6 0,-5-4-1 0,0 3 4 15,0-4 5-15,0 3 2 0,0 2 11 0,0 0-8 16,0 3 0-16,-5-1 1 0,1 6-3 15,3 1 2-15,-1-1 1 0,-1 4-1 0,3-2 6 0,0 9-6 16,-2-4 3-16,-1 5-10 0,3-1-3 0,-3 5 0 16,3 3-1-16,0-12-7 0,-4 6 1 0,4 6-7 15,0 0-6-15,0 0-3 0,0 0 2 0,0 0 1 16,0 0-1-16,0 0-10 0,7 27 1 0,-7-9-9 16,3-6-15-16,-1 11-9 0,-2-1-18 0,0 2-25 15,5 7-35-15,0 3-38 0,0 7-56 0,-2-11-52 16,4 16-247-16,-1-15-563 0,-2 0 249 0</inkml:trace>
  <inkml:trace contextRef="#ctx0" brushRef="#br0" timeOffset="7184.76">15401 12611 191 0,'3'-22'203'0,"-3"22"-11"0,2-7-11 0,-2 7-15 15,0-9-12-15,3 3-7 0,-1-2-10 16,3 6-12-16,0-6-8 0,-5 2-10 0,0 6 0 0,6-12-5 16,1 9-4-16,-4-2-8 0,-1-3-6 0,0 3-9 15,3-1 0-15,-5 6-3 0,9-9-5 0,-7 7-5 16,5-5-7-16,-2 2-6 0,-4 1-5 0,-1 4-6 15,9-3-3-15,-9 3-2 0,6-1-7 0,-6 1-2 16,9-5-1-16,-9 5-3 0,13 0-4 0,-13 0 0 16,13 0-2-16,-13 0-3 0,15 1 3 0,-15-1-3 15,15 4-2-15,-14-3-3 0,-1-1 2 0,15 2-3 16,-3 2 2-16,-9-3-3 0,9 2 2 0,-6-1-3 16,3 1 3-16,-3 1-2 0,3-2-2 0,-1-1-1 15,-1 6 0-15,1-5-3 0,-7 6 4 0,6-1 0 16,1 0 0-16,-3-4-2 0,2 4-1 0,0 3 2 15,-4-2 0-15,4-4-3 0,-1 10 2 0,1-5 0 0,-4 0 0 16,2 1 1-16,-2 0 1 0,2 0-4 0,2 1 2 16,-4-3-1-16,2 4-2 0,2 1 3 15,-6 0 3-15,3-2-3 0,-3-1-3 0,1 0 3 0,3 2 1 16,-2 0 0 0,-3-1-3-16,0 1 3 0,0 0-1 0,0-3-1 15,0 4 1-15,0-5 1 0,0 4-1 0,0-3-1 16,0-2 4-16,0 4-5 0,-3-2 5 0,3-2-4 0,0 1 1 0,0 1 0 15,0-1 0-15,0-1-5 0,-3 0 7 0,3 0 0 16,0 0-1-16,3-1 1 0,-3-6-1 16,0 7-1-16,0-7 2 0,-3 11-1 0,3-11-3 0,0 4 4 15,0-4 2-15,0 0-2 0,0 8 2 0,0-8-3 16,0 0 2-16,3 6 0 0,-3-6 1 0,0 0-5 16,0 0 5-16,0 0 0 0,0 0 3 0,0 0 5 15,0 0 10-15,0 0 12 0,0 0 4 0,0 0 14 16,0 0 8-16,0 0 13 0,0 0 7 0,0 0-8 15,0 0-8-15,0 0-6 0,0 0-9 0,-7-22-3 16,7 14-6-16,-1 0-1 0,1-3-12 0,-4-3 6 16,4 1-3-16,-6-6-6 0,4 3 13 0,2 1-18 0,-1-8-1 15,-3 6-2-15,3-2 1 0,1-3 1 0,-2 5 9 16,2-2 3-16,0 5 2 0,0-3 2 16,0 6 6-16,0-5 6 0,0 5-3 0,0 0-3 0,0 2 0 15,2-3-5-15,-4 5-7 0,2-1-1 0,0 1-6 16,2-1-3-16,-2 1 1 0,0-1-5 0,0 8 3 15,5-2-10-15,-5 2 0 0,0-8-5 0,0 8-4 16,0 0-5-16,3-3-15 0,-3 3-9 0,0 0 5 16,0 0 5-16,0 0-2 0,-3 16-3 0,-1-5 0 15,3-5-2-15,-1 6-10 0,-3 0-10 0,3 5-17 16,2 2-8-16,-5 1-20 0,2-1-19 0,1 5-27 16,2 6-43-16,2-2-56 0,1-2-50 0,1 2-230 15,-1-1-560-15,5-3 248 0</inkml:trace>
  <inkml:trace contextRef="#ctx0" brushRef="#br0" timeOffset="7700.4">16065 13076 266 0,'0'0'376'0,"-4"-10"-16"16,4 10-19-16,0 0-26 0,0 0-28 0,0 0-22 16,5-4-31-16,-5 4-28 0,0 0-8 0,10-3-34 15,-10 3-11-15,0 0-18 0,20 0-13 0,-20 0-13 16,13 6-13-16,-4-6-8 0,0 6-13 0,-4 0-3 16,4-2-17-16,-6 1 2 0,2 1-3 0,2-2-13 15,-2 5-4-15,-4-2-4 0,-1-1-4 0,0-1-4 16,0 3-1-16,0-2-6 0,0-6-2 0,-1 10-6 15,-4-3 6-15,1-2 2 0,-1 3-9 0,2-4 7 16,0 2-8-16,-4-2 4 0,4 0-2 0,3-4 3 16,-4 4 4-16,4-4 8 0,-4 8 12 0,4-8 12 15,0 0 15-15,0 0 8 0,0 0 1 0,0 0-2 16,0 0-5-16,0 0-15 0,0 0-7 0,24-9-11 0,-9 7-20 16,2-3-33-16,4-2-45 0,7 0-49 0,1-5-52 15,-6 4-65-15,12-2-84 0,-4-7-78 0,-1 2-220 16,-2-1-663-16,10-11 294 0</inkml:trace>
  <inkml:trace contextRef="#ctx0" brushRef="#br0" timeOffset="8262.84">16372 12159 77 0,'-9'-1'317'0,"9"1"0"16,-7-5-4-16,7 5-8 0,0 0-13 0,0 0-9 15,-3-5-24-15,3 5-18 0,0 0-17 0,0 0-25 16,0 0-16-16,0 0-16 0,0 0-19 0,0 0-13 15,0 0-15-15,21 12-7 0,-9-5-8 0,-1 0-13 0,6 5-4 16,4 4-9-16,1 3-2 0,4 0-10 0,1 2-3 16,9 5-9-16,-4 2-12 0,1 2 9 15,-5 3-7-15,-3 1-9 0,-4-8 2 0,6 9-3 0,-1 2-8 16,-6 2-3-16,2-3-1 0,-6 3-1 0,2 0 3 16,-6-1-6-16,3 1-5 0,-2 3-5 0,-5-8 4 15,-1-4-8-15,-5 3-1 0,4-2 6 0,-6 8-2 16,0 0-3-16,-6-7-2 0,4 1 19 0,-8-3-14 15,5-1 1-15,-8-2-5 0,1-4-4 0,2 1-12 16,-6-1-6-16,3-5-28 0,-2 3-26 0,3-6-22 16,-3-1-38-16,2 5-38 0,-2-6-53 0,2 1-91 15,0-1-310-15,1 3-676 0,5-9 299 0</inkml:trace>
  <inkml:trace contextRef="#ctx0" brushRef="#br0" timeOffset="11915.1">18935 12755 118 0,'-10'-7'397'0,"10"3"16"0,0 4-4 0,-9-4-3 15,9 4-4-15,-6-7-13 0,6 7-11 0,-2-5-19 16,2 5-23-16,-5-4-21 15,5 4-23-15,0 0-27 0,0 0-30 0,7-11-19 0,-1 6-21 16,3-1-26-16,1 1-18 0,8-3-16 0,12-2-23 16,4 1-27-16,9 4-28 0,4-8-29 15,4 6-39-15,5 1-34 0,-4-1-46 0,2 0-68 0,-2 2-66 16,-1 1-76-16,0-1-89 0,-6-2-384 0,0 1-838 16,-9 2 371-16</inkml:trace>
  <inkml:trace contextRef="#ctx0" brushRef="#br0" timeOffset="12805.62">20396 12387 108 0,'0'-7'341'16,"0"-1"-13"-16,-2-3-20 0,4 8-22 0,-2 3-27 16,0 0-30-16,-2-7-30 0,2 7-18 0,0 0-22 15,0 0-8-15,0 0-19 0,0 0-14 0,0 0-15 16,-14 22-13-16,7-7-11 0,7 4-2 0,-7 0-9 16,6 1-5-16,-4 7-9 0,5 0-3 0,-2 0-7 0,2-2-4 15,2 2-3-15,3 0-3 0,-4-1-10 0,6-3 7 16,0 1-2-16,-1-4-5 0,2-2 0 15,1-2-1-15,4 3-1 0,-3-4-5 0,3-2-3 0,2-1 0 16,0-5 0-16,5 3-2 0,-2-5-5 0,4-2 3 16,-3-3-5-16,3-1 11 0,-4-2-12 0,5-8 4 15,-1 4-2-15,-2-2-2 0,-4-7 3 0,4 2-1 16,-5 1 5-16,0-2-5 0,-5-8 2 0,3 7 14 16,-5 1 8-16,4 1 14 0,-2-1 9 0,-4-2 11 15,-1 9 9-15,-3-3 2 0,5 0-9 0,-6 2 5 16,4 4-7-16,-3-3-11 0,-2 8-6 0,0-10-11 15,0 3-7-15,0 7-20 0,0 0-7 0,0 0-2 16,0 0 3-16,12 17-6 0,-11-9 0 0,1 2-5 16,3 5 2-16,1-3-2 0,-1 6 2 0,2-3 2 15,1 5 8-15,2-3-12 0,2 0-1 0,-4 1-1 16,4-3 4-16,-2 4 4 0,3-8 8 0,2 5-14 0,-2-5 4 16,0 1-6-16,5-5 5 0,-8 0 0 0,2-6 0 15,0-1 1-15,-1-1 2 0,4-4-2 16,0-1 10-16,-8-8-4 0,7 4 1 0,-5-8 1 0,2 2 3 15,-2-10-2-15,-3-1-4 0,2-1 2 0,-8-3 3 16,0-8 0-16,0 9 4 0,-6-13-6 0,6 7 1 16,-2 3 1-16,-4 3-2 0,-3 3 0 0,3 0-7 15,-1 7-1-15,-1-4-12 0,1 7-20 0,1 7-28 16,-1-6-24-16,2 8-35 0,0 1-26 0,0 6-30 16,-7-4-31-16,12 5-44 0,0 0-41 0,-14 13-234 15,10-6-573-15,4 3 255 0</inkml:trace>
  <inkml:trace contextRef="#ctx0" brushRef="#br0" timeOffset="13071.22">21560 12459 360 0,'0'-9'434'0,"0"9"-23"0,3-8-12 0,-3 8-37 16,0 0-28-16,8-4-29 0,-3 1-31 0,-5 3-29 15,17-5-24-15,-7 2-22 0,3 2-21 0,3 0-20 16,4 1-17-16,0 0-18 0,7 0-17 0,2 1-41 16,0 3-41-16,0 0-48 0,-7-3-59 0,8 2-53 15,-9 0-61-15,1 3-67 0,-4-3-63 0,-3 0-225 16,-5-2-597-16,0 2 264 0</inkml:trace>
  <inkml:trace contextRef="#ctx0" brushRef="#br0" timeOffset="13243.08">21666 12582 70 0,'-10'2'292'15,"10"-2"0"-15,0 0-2 0,0 0-9 0,0 0-28 16,0 0-25-16,0 0-19 0,0 0-22 0,36-2-17 15,-21 2-23-15,3 0-15 0,4-3-17 0,-1 1-16 16,-1 2-37-16,8-1-67 0,-5 1-63 0,2-2-69 16,2-5-70-16,1 6-195 0,-7-6-435 0,1 5 192 15</inkml:trace>
  <inkml:trace contextRef="#ctx0" brushRef="#br0" timeOffset="13946.13">22434 11969 2 0,'0'0'254'0,"0"0"-12"0,0 0-17 0,0 0-14 0,5-3-13 15,-5 3-18-15,0 0-17 0,0 0-16 0,0 0-16 16,0 0-14-16,0 0-12 0,-12-11-16 0,12 11-5 16,-15-1-9-16,2-1-7 0,5 0-5 0,-7-1-3 15,5 2-4-15,-8-2 2 0,3 0-2 0,0 2 1 16,-2-4-1-16,1 3 6 0,-3 1-4 0,8-2 5 16,-2 0-2-16,1 1-1 0,4 2-4 0,8 0 0 15,-15-3-6-15,7 2 1 0,8 1-5 0,0 0-3 16,-12-3-3-16,12 3-3 0,0 0-5 0,0 0-1 15,0 0-3-15,-10 7-1 0,10-7-5 0,0 8-1 16,0-8-4-16,12 12-2 0,-9-3 1 0,-3 0-3 16,7 4-1-16,1 1 0 0,-2 1-1 0,1 2-2 0,0 2 2 15,-4 1 0-15,4 3-4 0,1 1 0 16,-1 3-2-16,-1 0-2 0,2 3 0 0,-3 1 1 16,-1 0-4-16,1-3 5 0,0 4 2 0,-2 0-5 0,2-3 2 15,0 1-3-15,-3 1 2 0,1 0-2 0,0-1 7 16,0 2 11-16,-3-7 7 0,5 0 0 0,-3 1 2 15,0-1-2-15,1-5 3 0,0-1 11 0,-1 1 9 16,3 1 6-16,-3-3 4 0,3-3-9 0,-4 4 7 16,4-7 2-16,2 6 3 0,-6-9 3 0,6 5-3 15,0-5-1-15,-4-2 2 0,4 2-3 0,1-1-6 16,0-1-10-16,7 1 1 0,-2-1-5 0,2-2-2 16,0 1-7-16,5-2-12 0,-3 0-29 0,4-3-44 15,1 2-61-15,-1-3-57 0,2 0-85 0,7-3-71 16,2 0-333-16,-6-4-714 0,2-3 316 0</inkml:trace>
  <inkml:trace contextRef="#ctx0" brushRef="#br0" timeOffset="14291.29">22768 12226 354 0,'-2'-4'403'0,"2"4"2"0,0-12 19 16,0 8-18-16,0 4-2 0,0-11-13 15,0 11-20-15,0 0-23 0,0-5-32 0,0 5-26 16,0 0-32-16,0 0-28 0,0 0-24 0,0 0-27 0,2-7-24 15,-2 7-15-15,0 0-14 0,0 0-12 0,5 18-11 16,0-9-8-16,-2 3-11 0,4 6-13 0,3 7-6 16,-5 1-15-16,8 1-18 0,-3 1-9 0,-4-2-19 15,9 2-31-15,-1 2-14 0,-1-1-41 0,2-2-29 16,-5-3-38-16,5 3-40 0,-4-5-36 0,-1 4-49 16,2-7-68-16,-2-3-50 0,-4-3-311 0,4 1-761 15,-3-6 337-15</inkml:trace>
  <inkml:trace contextRef="#ctx0" brushRef="#br0" timeOffset="14838.11">23375 12566 194 0,'0'0'250'0,"10"4"-10"0,-3 0-20 0,-5-1-20 16,1 4-19-16,4-2-18 0,-4 3-14 0,3-1-17 16,-4 1-14-16,6 4-10 0,-3-3-8 0,0-2-13 15,-1 4-6-15,2-2-10 0,-4 1-9 0,5 1-3 16,-7-1-6-16,-7 1-4 0,5-5-3 0,-4 3-8 16,-4-2-1-16,1 1-6 0,-1 0-16 0,-1 0-19 15,-1-3-36-15,-3 2-45 0,5 0-52 0,-3-7-46 16,3 1-190-16,0 1-404 0,0-1 180 0</inkml:trace>
  <inkml:trace contextRef="#ctx0" brushRef="#br0" timeOffset="15166.2">23753 12070 270 0,'0'0'376'16,"1"-7"-20"-16,-1 7-20 0,0 0-35 0,0 0-21 16,0 0-28-16,0 0-22 0,0-6-24 0,0 6-23 15,0 0-22-15,0 0-13 0,10 18-15 0,-6-7-13 16,-3-1-6-16,4 0-13 0,0 5-11 0,2 4-13 15,1 4-5-15,2 1-3 0,-2 2-9 0,1 1-7 16,4 1 1-16,-5-1-11 0,4 0-1 0,-2 2-5 16,0-2-3-16,0-2-3 0,-1-1-11 0,3 2-22 15,-4-10-26-15,1 4-28 0,-9-5-38 0,6 3-42 0,-1-8-59 16,-3 5-55-16,1-7-57 0,-3-5-224 16,3 5-574-16,-3-8 255 0</inkml:trace>
  <inkml:trace contextRef="#ctx0" brushRef="#br0" timeOffset="15754.64">23980 11892 335 0,'-7'-6'363'0,"7"-2"6"0,0-1-19 15,0 2-17-15,0-3-11 0,0 2-17 0,5 1-31 0,-5-1-21 16,3-2-11-16,-1 3-30 0,1 2-24 0,0-4-15 16,2 2-15-16,4 0-17 0,-8 3-15 15,6-1-10-15,1 5-12 0,2-3-22 0,0-3-1 0,-2 6-9 16,-8 0-9-16,24 3-3 0,-11-3-9 0,2 3-6 15,1 0-2-15,-1-3-9 0,-2 0-6 0,1 5 0 16,-4-4 2-16,3 2 6 0,2 3-17 0,-9 2-1 16,8-4 7-16,-6 1-8 0,0-1-5 0,5 4 0 15,2 2-7-15,-8-2-1 0,3-1 2 0,1 3 3 16,-4 1-6-16,3 2 5 0,-2 1-7 0,4 1 0 16,-2 3 1-16,-2 0 1 0,0 6-4 0,2 2 4 15,-2-3-8-15,4 8 6 0,-2-1-3 0,-2 10-4 16,1-1 17-16,-1-1-13 0,0 1 5 0,0-2-3 0,2 8-1 0,-5-6 4 0,5 3-5 15,-6-12-1-15,7 6 9 0,-8-3-4 0,4 3-1 16,5-8-3-16,-9 4 4 0,4-5-2 0,-6 2-4 16,6-4 1-16,-6-4 1 0,6-1 7 0,-4-1-9 15,1-3 3-15,-4 3 1 0,6 0 2 0,1-8 1 16,-7 2-4-16,2-1 1 0,-2-5 1 0,0 2 1 16,1-1 4-16,6-3 15 0,-7 0-6 0,0-5 3 0,-7 8 5 15,7-8 1-15,-1 6 5 0,1-6 0 16,-9 3 1-16,3 0 0 0,6-3-6 0,-30 2-3 15,8-2-5-15,-6 0-16 0,-3 0-43 0,-6-5-60 0,-9 2-64 16,-5-3-54-16,-12 2-80 0,10 4-110 0,-12-4-291 16,4-1-760-16,-5-2 337 0</inkml:trace>
  <inkml:trace contextRef="#ctx0" brushRef="#br0" timeOffset="127989.59">4810 15102 6 0,'-7'-11'322'0,"7"-1"-4"0,-7 5-4 0,4-2-2 0,-4 1-10 16,-4 1-9-16,3 4-7 0,-7-2-19 0,6 1-27 15,-4 4-32-15,-2 0-15 0,0 0-6 0,-6 7-7 16,-1-2-10-16,-4 4-7 0,-2 5-5 0,-5-3-12 16,3 6-9-16,-8 2-12 0,0 4-6 0,1 4-7 15,14-8-8-15,-12 12-14 0,-1-8-4 0,6 6-9 16,-3-2-8-16,13-5-4 0,4 3-5 0,2-3-7 15,-1 0-2-15,10-2-1 0,2 4-5 0,5-5-1 16,4-1 1-16,3-1-2 0,14 1-5 0,-2 0 0 0,9-3-5 16,12 3-2-16,-9-9-15 0,15 5-4 0,-4-6-3 15,1-3 1-15,1-2-5 0,-11 0-2 0,10-3-8 16,-14 6-2-16,4-12-3 0,-5 0 0 0,-9 1 1 16,3 2 1-16,-8-6 2 0,4-3 1 0,-5 1-1 15,0 0 0-15,0-1 6 0,-9-1-4 0,4-1 6 16,-3 1 8-16,-2 2 5 0,-5 0 8 0,5-1 9 15,-4 0 12-15,1 4 8 0,3-2 2 0,-5 1 3 16,2 2 1-16,-1-1 1 0,-1 8-13 0,0-8-8 16,0 8-8-16,4-7-7 0,-4 7-5 0,0 0-4 15,0 0-7-15,0 0 2 0,0 0-1 0,0 0 0 16,-4 26 0-16,8-14 3 0,-4 0-11 0,1 6 4 0,1 0 3 16,-2 3-1-16,5-1-3 0,-2-2-10 0,2 3-4 15,-3-1-16-15,4 3-26 0,3-1-18 16,-4-2-28-16,5-4-36 0,-7-2-35 0,5 2-29 15,0 0-23-15,2-6-37 0,-1 0-38 0,4-3-42 0,-6-4-55 16,4-2-260-16,1-1-708 0,1-3 313 0</inkml:trace>
  <inkml:trace contextRef="#ctx0" brushRef="#br0" timeOffset="128380.18">5266 15453 181 0,'-5'-6'292'0,"5"6"-2"0,-5-9-13 15,0 5-18-15,5 4-21 0,-8-3-21 0,8 3-20 16,0 0-14-16,-16 1-10 0,16-1-11 0,-14 7-13 0,6-2-14 16,2 4-10-16,-1-1-13 0,0 2-8 15,1 0-11-15,6 2-7 0,-4 0-6 0,4 5-8 16,2-2-5-16,0 3-6 0,4-7-11 0,1 2 2 0,3-3-9 16,1 6-2-16,4-5-10 0,2-3-10 0,4 0-13 15,-4-4 1-15,1-1-10 0,0 2-6 0,-3-5-5 16,3-4 2-16,-3 1-2 0,2-4-1 0,-7-2 2 15,-5 1-1-15,3-8 2 0,-1 4 4 0,-1-4 0 16,-6 2 8-16,-5-6 15 0,0 2 2 0,-5 4 19 16,4-3 11-16,-4-1 3 0,0 1 3 0,-7 4 6 15,7-2 3-15,-4 3-7 0,-1 0-1 0,0 1 9 16,2 1-23-16,4 5-10 0,-1 1-2 0,5 0 3 16,-3 2-27-16,8 2-24 0,-11-5 8 0,11 5-6 15,0 0-2-15,0 0-7 0,11 18-15 0,2-10-24 16,2 1-21-16,2 2-23 0,11 0-18 0,3 5-20 15,7 0-25-15,-8-4-31 0,15-2-12 0,-12 1-21 16,-2-5-10-16,4 0-9 0,-2 0-148 0,0-1-435 16,-3-4 193-16</inkml:trace>
  <inkml:trace contextRef="#ctx0" brushRef="#br0" timeOffset="128958.33">5720 15508 1366 0,'20'0'-111'15,"0"-3"40"-15,-10 2 39 0,3 0 53 0,-7-4 26 16,1 0 24-16,-5 1 20 0,-2 4 13 0,0-9 17 0,0 9 11 16,-9-11 7-16,1 4 6 0,-3 3-3 0,1-1-1 15,-2 1-7-15,-5-1-3 0,3 2-8 0,-3 1-21 16,-6 2-4-16,3 2-8 0,0 1-11 0,2 2-9 15,1 4-5-15,-1-5-8 0,5 5-5 0,-4 1-4 16,4 1-2-16,2 0-3 0,-3 1-5 0,8 1-12 16,4-1 0-16,-3-1-1 0,5 0-5 0,7 6-1 15,-2-10-14-15,3 5-1 0,7 2-6 0,-7-8-16 16,7-3-12-16,0 6-10 0,1-6-4 0,4 0-1 16,-3-3 1-16,4-4-2 0,-4-4 4 0,3 2 6 15,-5-2 1-15,3-4 5 0,0 3 5 0,-3-1 1 16,-2-5 3-16,2 2 5 0,-7-1 12 0,1 1 20 15,2 1 18-15,-7-5 17 0,1 8 15 0,-4-3 8 0,4 3 9 16,-5-2-2-16,3 6-7 0,-3-3-3 16,0 2-12-16,0 6-6 0,0-8-11 0,0 8-4 15,0 0 0-15,0 0-10 0,0 0-2 0,0 0-1 0,0 0-2 16,0 0-7-16,-14 24-4 0,14-14 5 0,0-2-6 16,0 9 7-16,6-5-8 0,-1 2 8 0,-2-2-7 15,4 1 2-15,6-1 4 0,1 1-6 16,2-4-5-16,-1 5 1 0,5-8-9 0,-2 1-3 0,5 1-6 15,-1-4-3-15,8-2 1 0,-2-4-2 0,3-2 12 16,1-4-11-16,-6 1-1 0,2-2-4 0,4-9-3 16,-7 1-1-16,6-10 0 0,0 0-3 0,-2-4-3 15,-1-4 3-15,-7-5 12 0,1-1-8 0,-7 2 4 16,-5 0 6-16,-2-1 12 0,-2-1 30 0,-6 1 25 16,0 10 38-16,-1-1 20 0,-8 0 15 0,1 4-1 15,-3 2 3-15,1 1-8 0,0 6-9 0,-2 0-9 16,1 2-12-16,1 4-10 0,-2 4-12 0,-3 2-10 15,5 3-10-15,-1 6-4 0,-4 0-3 0,3 1-2 0,-1 8-7 16,-2 3-3-16,0 8-5 0,2 0 1 16,5 4-1-16,3 2-1 0,5 5 0 0,0 4-2 15,3 6-4-15,4-2 1 0,3-1 0 0,9-1 2 0,-2 1-13 16,6-4-14-16,-1 1-6 0,1-4-27 0,0-11-36 16,12 4-37-16,-4-2-60 0,-3-9-54 0,0 2-49 15,2-2-73-15,5-8-75 0,-10 4-238 0,8-4-714 16,-13-2 316-16</inkml:trace>
  <inkml:trace contextRef="#ctx0" brushRef="#br0" timeOffset="129319.08">7039 15517 206 0,'0'0'345'0,"0"0"-35"0,-7-12-16 0,7 12-16 0,-6-4-25 16,6 4-22-16,-8-5-22 0,8 5-19 0,-20 0-23 16,11-1-12-16,1-1-22 0,8 2-10 0,-15 3-12 15,15-3-14-15,-13 7-7 0,5-5-6 0,3 6-9 16,1-4-10-16,-2 3-7 0,4-1-1 0,-3-1-9 15,5-5-3-15,-1 9-10 0,1-2 5 0,0-7-5 16,1 7-5-16,-1-7 1 0,7 6-3 0,-1-4 1 0,-6-2-2 16,0 0-3-16,17 0 9 0,-17 0-13 15,13-4-1-15,-9-1-4 0,0 3-4 0,1-4-11 16,0 0-14-16,0 0-15 0,-3-1-24 0,3-3-27 0,-5 3-34 16,2-3-34-16,1 2-41 0,-3-6-54 0,-5 4-64 15,3 0-164-15,-8-4-510 0,7 1 226 0</inkml:trace>
  <inkml:trace contextRef="#ctx0" brushRef="#br0" timeOffset="129631.55">6862 15192 30 0,'0'0'300'15,"-12"-6"-8"-15,12 6-16 0,-8 0-20 0,8 0-28 16,0 0-17-16,-15-2-24 0,15 2-20 0,0 0-14 15,0 0-15-15,0 0-10 0,-13 7-6 0,13-7-13 16,0 0-11-16,7 8-3 0,-7-8-8 0,8 10-11 0,-2-5-4 16,1 0-6-16,1 1-9 0,6-3-5 15,-6 0-3-15,5 0-3 0,-5 0-3 0,6-2-6 16,-6-1-5-16,-8 0 0 0,21-2-6 0,-12-3 3 0,-1 2 1 16,0-4 2-16,1-1 2 0,-6 1 2 0,-2-4 4 15,-1 2 7-15,2-2-3 0,-4 3 0 0,1 0-3 16,-2-4-6-16,-2 5-3 0,0-1-10 0,-2 1-4 15,-1 0-10-15,-1 2-21 0,1 3-33 0,-3-3-35 16,1 5-36-16,10 0-43 0,-24 5-81 0,13 2-62 16,3 0-197-16,1-2-540 0,-8 6 239 0</inkml:trace>
  <inkml:trace contextRef="#ctx0" brushRef="#br0" timeOffset="133797.51">8014 14892 272 0,'0'-15'350'0,"5"0"-12"0,-2 4-4 0,4 2-13 0,-7 4-16 16,3-1-10-16,-3-1-22 0,2 0-22 0,-1 1-28 15,-1 6-20-15,0 0-23 0,5-6-23 0,-5 6-15 16,5-6-20-16,-5 6-15 0,0 0-9 0,0 0-2 15,0 0-19-15,4 20-9 0,-3-12-6 0,3 2-3 16,-4-1-9-16,0 4-7 0,-4 1-4 0,4 5 2 0,0-3-6 16,0 4-1-16,4-1-12 0,-4 1 0 15,0 1-1-15,1-1 4 0,-1 0-6 0,2 0-4 16,0-4 2-16,-2 2 5 0,5 2-9 0,-5-4-3 0,5-4-2 16,-2 3-2-16,-1 0 0 0,2-3 2 0,-2-2 0 15,3 2 3-15,-2-4-7 0,2 0-2 0,0 1 10 16,-3-3-1-16,0-2-7 0,-1 3-2 0,6-5 4 15,-7-2 2-15,3 10-3 0,-3-10 1 0,0 5-3 16,0-5 4-16,0 0 0 0,4 3-2 0,-4-3 2 16,0 0-5-16,3 5-2 0,-3-5 3 0,0 0 2 15,0 0-5-15,0 0 0 0,0 0 0 0,0 0 0 16,0 0-8-16,3 4 7 0,-3-4-4 0,7 8 8 0,-2-4-6 16,-2 1 0-16,2 1-2 0,2-3 7 15,-2 3-13-15,1 1 6 0,3 4-1 0,-3-8-1 16,1 5 0-16,1-3 2 0,-1 6 2 0,1-7-5 0,4 1 6 15,-4 5 5-15,0-5-8 0,0-2-1 0,4 0 4 16,-4 1 5-16,0-2-5 0,6-2-2 0,-1 0 9 16,-3 0-4-16,3-2 5 0,2-1-4 0,-7 0-4 15,6-1 4-15,-5-1-2 0,5-3 0 0,-4 1 3 16,1 5 0-16,-2-6 0 0,-1-2-1 0,0 1 3 16,-3 3-4-16,3-3 2 0,1-1 5 0,-8 6-4 15,6-7-2-15,1 4 2 0,-8-2-5 0,5 1 9 16,-3 3 2-16,6-5-10 0,-8 6 0 0,0 4 0 0,2-9 4 15,-2 9-4-15,0-11-6 0,3 7 4 16,-3 4-1-16,0-8-2 0,0 8 2 0,0 0-1 16,0-4-3-16,0 4 7 0,0 0-9 0,0 0-2 0,0 0 2 15,0-7-5-15,0 7 8 0,0 0-8 0,0 0-8 16,0 0 11-16,0 0-2 0,0 0 2 0,0 0-1 16,0 0 3-16,0 0 6 0,0 0-14 0,0 0 7 15,-25 4 0-15,25-4-1 0,0 0 5 0,-6 6 1 16,6-6 0-16,0 0 3 0,-9 1-4 0,9-1 1 15,0 0 4-15,0 0 0 0,0 0 0 0,-13 4-7 16,13-4 6-16,0 0-2 0,-5 3 2 0,5-3-4 16,0 0 4-16,0 0 5 0,0 0-11 0,0 0-2 15,-2 4-7-15,2-4 12 0,0 0-10 0,0 0 5 16,-6 8-3-16,6-8 3 0,-2 4 1 0,2-4-2 16,0 9 5-16,-2-6-3 0,2-3 2 0,0 9 8 15,0-9-15-15,0 9 7 0,0-9-4 0,4 9 1 0,1-3 0 16,3-1-3-16,2 2 3 0,5 2-20 0,3-1-13 15,4 0-4-15,2 2-15 0,6-3-14 16,5 0-3-16,-4 1-11 0,4-3-12 0,10-3-4 0,0 5-5 16,-9-6-10-16,-3-1-10 0,13-1-3 0,-13 1 0 15,4-4 6-15,-7 0 2 0,4-2 17 0,-4-7 10 16,-7 4 9-16,-1-1 9 0,-6 0 11 0,-1 1 9 16,-1-4 14-16,-1 1 18 0,-5 1 12 0,0 0 14 15,-3 1 16-15,-1 1 13 0,-4 0 3 0,3 2 7 16,-6-4 1-16,3 3-1 0,-4 1 3 0,-1-1-5 15,4 3-2-15,-8-2 0 0,3 3-5 0,-1-4-2 16,-1 7 0-16,-4-2 0 0,2 0 2 0,-1 3 4 16,-1 0 2-16,-3 0 1 0,-3 3-6 0,2 0-1 15,1 2 0-15,-7 0-2 0,7 1-8 0,-1 2 0 16,-4-4 1-16,7 7-4 0,-2-2 0 0,-2-2-1 16,2 5-1-16,2 0 1 0,5-2-5 0,-4 2 1 15,6-4-4-15,2 0-1 0,-2 3 2 0,6-3-3 0,-4 0 0 16,8 0-2-16,-1 0 1 0,4 2-2 15,8-3-1-15,-1-4-9 0,5 6-1 0,-5-6 0 16,6 0-4-16,-3-6 3 0,4 2 1 0,-1-6 4 0,-3 3-3 16,3-1 7-16,-2 0-2 0,-3-5 7 0,0-2 6 15,-4 7 20-15,-1-5 18 0,-3 3 21 0,-2-3 8 16,0 0 8-16,0 3 5 0,-4-3-5 0,3 3 0 16,-4 0 2-16,0-1-13 0,0 8-10 0,1-7-3 15,-1 7-11-15,-1-8-11 0,1 8-1 0,-4-5 1 16,4 5-23-16,0 0-11 0,0 0-4 0,0 0-7 15,0 0-6-15,-16 16-8 0,16-8-6 0,0-4-8 16,0 3-10-16,1 1-5 0,3 1-15 0,-4-2-13 16,5 1-24-16,0-1-18 0,1 1-30 0,1-1-23 15,1 0-28-15,1-6-11 0,4 3-15 0,-3-4-11 16,1 0-134-16,1-3-402 0,3 1 178 0</inkml:trace>
  <inkml:trace contextRef="#ctx0" brushRef="#br0" timeOffset="134064.56">9264 15236 590 0,'9'-11'13'0,"-2"0"28"0,0 3 31 0,1-3 13 16,-1 2 26-16,-1 2 16 0,1-1 11 0,-5 0 8 15,2 2 5-15,-2 1-1 0,6-3-4 0,-8 4-10 16,5 0-12-16,-5 4-17 0,2-6-12 0,-2 6-11 16,0 0-8-16,8-4-10 0,-8 4-7 0,0 0-4 15,0 0-9-15,9 15-1 0,-4-8-5 0,1 2-4 16,-3 1-1-16,4-2-5 0,-2 3-2 0,2-2-3 16,1 5-4-16,-3-2-1 0,0-4-3 0,0 1-3 15,1 2-1-15,-2-4 0 0,2 1-2 0,-2 1 2 16,-1-6-2-16,2 3 5 0,0-5 7 0,-5-1 8 15,0 0 1-15,0 0 0 0,0 0-3 0,0 0-1 16,0 0-2-16,-8-19 3 0,6 11-3 0,-1 1-2 16,-1-1-2-16,4-2 1 0,0 1-6 0,-3 0-8 15,3-3-17-15,0 3-25 0,0-3-32 0,3 3-41 16,1-2-43-16,-1 4-44 0,7-2-34 0,-5 1-203 16,2 2-465-16,7-3 206 0</inkml:trace>
  <inkml:trace contextRef="#ctx0" brushRef="#br0" timeOffset="134392.65">9654 15098 85 0,'0'0'148'0,"0"0"-25"0,0 0 0 15,8 1-6-15,-8-1-12 0,-1 7 5 0,1-7-17 16,0 11 2-16,-2-7-8 0,-3 5-11 0,5 1-1 16,0-2-13-16,0 3-4 0,0 1-6 0,0-1 0 15,0 1-10-15,0 0-3 0,0-4 0 0,0 4-1 16,0-4-9-16,0 3-3 0,0-4-8 0,0-3 5 15,5 4-1-15,-5-4 2 0,0-4 1 0,3 7 1 16,-3-7-1-16,0 0 0 0,0 0 10 0,22-11 8 16,-10 5 9-16,-7 1 11 0,4-2 8 0,0-3 16 15,4 0 12-15,-5 3 15 0,1-3 6 0,-3 0 13 16,4 3 21-16,-3-1 6 0,3-2 12 0,-7 3 5 0,5-1 5 16,-1 1 2-16,-1 0-2 0,-2 2-11 0,-1 1-22 15,2 0-17-15,-5 4-20 0,5-6-9 16,-5 6-15-16,0 0-12 0,0 0-5 0,0 0-10 0,17 7-22 15,-11 0-15-15,-1 1-43 0,2 1-26 0,3 2-36 16,0 5-42-16,0-2-44 0,1 2-57 0,2-1-68 16,2 2-100-16,0-7-204 0,0 4-645 0,5-2 286 15</inkml:trace>
  <inkml:trace contextRef="#ctx0" brushRef="#br0" timeOffset="135048.83">10818 14626 112 0,'-2'-4'349'15,"2"4"-31"-15,0-11-36 0,-2 7-32 0,2 4-29 16,0 0-22-16,0 0-24 0,0 0-15 0,0 0-15 16,0 27-19-16,0-8-14 0,0 7-6 0,0 2-12 15,2 1-7-15,0 3-11 0,3-1-4 0,-2 1-11 16,-3 3 4-16,3-1-13 0,-1-6-7 0,1 2-8 0,4-6-5 16,-7 2-4-16,3-9-6 0,-3 3 3 15,2-8-2-15,-2 0-2 0,2-3 2 0,-2-1 7 16,1 2 21-16,-1-7 33 0,0-3 10 0,0 0-10 0,0 0-3 15,0 0-18-15,18-15 0 0,-11 8-4 0,1-1-2 16,1-6 11-16,5 2-15 0,-5-3 5 0,2 8-9 16,3-6 13-16,0 1-20 0,0 2-3 0,6-2-11 15,-6 5 3-15,8-1-9 0,-5 1 4 0,4 6-4 16,1-3-4-16,-6 4-4 0,2 4-20 0,-1 0 20 16,-4 3-10-16,2 1 10 0,-2 3-13 0,-4-1 17 15,2 5-21-15,-4 2 3 0,-1-4-4 0,-1 2 4 16,2 5 5-16,-5-7-9 0,-2 5-5 0,0-3 1 15,-5 0 3-15,1-3-4 0,-2 1 1 0,-6 1-10 0,4-5-6 16,0-3-12-16,-6 0-11 0,-1-3-17 16,-1 1-7-16,-1-2-18 0,-1-4-18 0,7-2-20 15,-9 3-25-15,11-6-24 0,-4 2-26 0,7-3-31 0,4 2-33 16,2-3-218-16,0-3-525 0,0 1 232 0</inkml:trace>
  <inkml:trace contextRef="#ctx0" brushRef="#br0" timeOffset="135345.74">11311 14991 13 0,'0'0'167'0,"0"7"-2"0,0-7-6 16,0 10-14-16,-3-3-11 0,-1 1-5 0,4-1-8 15,-1 0-7-15,-4 4-14 0,3-2-11 0,2-2-4 16,0 6-8-16,0-6-4 0,2 5 0 0,4-3 1 16,1-1-7-16,0 5-4 0,1-6-8 0,5 1-6 15,-3-1-14-15,5 2 9 0,5-6-4 0,0 0-5 16,-2 1-2-16,2-4-7 0,-4-2-3 0,1-3-4 0,-2-2-13 15,3-1 1-15,-8-4-5 0,1 0 0 0,-4 2 0 16,-4-3-7-16,-1-6 10 0,1 11 1 16,-3-11 11-16,-3 4 9 0,-2 2 8 0,-2 1 11 0,-4-3 1 15,1 3-3-15,-2 1 0 0,1 3 2 0,-4-3-6 16,3 7-8-16,2-1 1 0,-1 2-4 0,1 2 1 16,3-1-5-16,-6 2-5 0,13 0-5 0,-15 2-10 15,15-2-1-15,-10 4-4 0,5 1-10 0,5-1-23 16,0 3-22-16,5 0-37 0,-3 3-49 0,6-4-46 15,4 0-184-15,-4-1-402 0,4 0 177 0</inkml:trace>
  <inkml:trace contextRef="#ctx0" brushRef="#br0" timeOffset="135626.95">11743 14514 54 0,'-5'-8'406'0,"3"3"4"0,2-2-16 0,-5 2-34 16,5 5-21-16,0-7-41 0,0 7-32 0,0 0-34 15,0 0-21-15,0 0-22 0,0 0-16 0,0 0-22 0,5 23-21 16,-3-7-10-16,5 6 7 0,-2 3-29 0,-2 4-11 16,4 5 5-16,1 7-22 0,-2 1-8 0,-6 1-2 15,9 2-17-15,-3-5-22 0,-6 4-18 0,5-5-32 16,-5-10-16-16,0 11-20 0,2-2-19 0,0-7-32 15,-2-7-19-15,3 6-48 0,-3-9-34 0,5-6-50 16,-2 0-46-16,-3-3-178 0,7 0-531 0,-4-6 235 16</inkml:trace>
  <inkml:trace contextRef="#ctx0" brushRef="#br0" timeOffset="136033.26">12097 14572 41 0,'-6'-4'265'0,"6"-2"-26"0,-2 1-24 16,2 5-24-16,-10-4-19 0,10 4-16 0,0 0-12 15,-17 15-8-15,11-6-13 0,-2 9-15 0,8 0-6 0,0 7-10 16,-9 1-7-16,9 1-9 0,0 3-7 0,0 0-8 16,2 2-5-16,5 0-5 0,-7-1-4 0,0-3-4 15,6 2-8-15,-6-3 0 0,2 0-4 0,4-3-3 16,-6 2-2-16,5-10-2 0,-3 0-1 0,-2-6-4 15,5-1-1-15,-3 1 2 0,1-4 19 0,0-3 1 16,-3-3-1-16,2 1-5 0,-2-1-2 0,13-7 7 16,-11-2 3-16,4-2 9 0,3-4 4 0,4 1-2 15,-6-1 9-15,6-8 6 0,-5 5 5 0,2 2 5 16,0-4 13-16,-3 2 0 0,4 5 13 0,-1-2 9 16,-3 4 5-16,-1 3 0 0,1 1-8 0,-5 1-11 15,4-3-13-15,-4 4-15 0,5 3-3 0,-7 2-13 16,0 0-10-16,0 0-3 0,16 9-3 0,-13 4-5 0,1 1-7 15,1 2-1-15,3 2-1 0,-3 2 0 0,2 4 0 16,-1-1-8-16,-3 4-2 0,4-3-17 16,1 2-16-16,1-5-15 0,-6-6-23 0,9 4-20 0,-12-4-12 15,8 0-28-15,-3-6-20 0,1 3-16 0,-4-4-32 16,1-5-57-16,2 1-54 0,-5-4-53 0,0 0-175 16,0 0-566-16,7-13 250 0</inkml:trace>
  <inkml:trace contextRef="#ctx0" brushRef="#br0" timeOffset="136236.36">11832 14714 210 0,'-13'-3'366'0,"3"-5"4"0,-1 5 4 0,2-2-5 16,3 2 2-16,-3-1 1 0,9 4-20 0,-8-1-20 16,8 1-26-16,-6-7-27 0,6 7-29 0,0 0-29 15,0 0-20-15,29 0-21 0,-7 3-17 0,-1 2-21 16,3-2-39-16,5 0-42 0,6 5-74 0,11 2-73 0,-3-1-69 15,-11 0-75-15,6 2-96 0,-7-3-376 0,3-3-761 16,-1-1 336-16</inkml:trace>
  <inkml:trace contextRef="#ctx0" brushRef="#br0" timeOffset="139806.52">13305 14424 92 0,'2'-12'353'0,"1"1"-11"0,-3 4-18 16,0-1-13-16,2 1-19 0,1 2-13 15,-3 5-38-15,0-10-17 0,0 4-24 0,0 6-17 0,0 0-26 16,0 0-15-16,0 0-17 0,0 0-10 0,10 16-11 16,-6 1-8-16,1-2-14 0,1 4 9 0,2 4-25 15,-4 4-8-15,2 0-9 0,3 3 0 0,-3-2-5 16,1 10 8-16,0-10-16 0,2 6-9 0,-9-3 0 16,5-3-4-16,2 4 5 0,-5-5-9 0,1 0 1 15,0-8-3-15,-3-4-3 0,2 5-1 0,3-10-5 16,-5 2 5-16,2 3-8 0,-2-6 18 0,5-1-14 15,-5-1-1-15,1 0 3 0,-1-7 0 0,2 8 4 0,-2-8 16 16,0 0-5-16,5 4-4 0,-5-4-4 16,0 0 3-16,15-12-8 0,-7 5 1 0,-1-1 0 15,6-4-4-15,2 1 0 0,0-5-1 0,3-3-2 0,-5 4-5 16,2 3 7-16,5-7-6 0,-9 4 10 0,1 7 2 16,1-1 12-16,-4 2-8 0,-3 1 7 0,4-1-6 15,-7 0-6-15,1 4-15 0,1-1 10 0,-5 4-21 16,10-1 2-16,-10 1-2 0,0 0 0 0,11 8 2 15,-7 0-9-15,1 3 8 0,-2-1-4 0,3 4-8 16,-2 2 7-16,-1-4 1 0,-1 3-4 0,4-6 15 16,-2 1-14-16,-1 2 3 0,-1-1 3 0,3-3 1 15,0-1 6-15,0-1 0 0,1 0 1 0,1-6 3 16,-1 3 2-16,-6-3 6 0,19-3-3 0,-9-1 7 16,-1 0 0-16,5-6 2 0,1 1 9 0,1-3 4 15,-3 0 7-15,2-2 11 0,-1 4 15 0,-1-7-1 16,-2 4-2-16,1-2 11 0,-2 4 2 0,1-4-3 0,-2 5-2 15,-3 3-3-15,1-4-4 0,-2 8-1 0,2-3-4 16,-2-1-11-16,1 4-6 0,-4-4-3 16,-1 3-25-16,-1 4-39 0,0 0-13 0,0 0-10 0,0 0-22 15,20 12-25-15,-13-5-20 0,1 3-16 0,0 2-21 16,7 1-15-16,-6 5-30 0,4-5-27 0,8 10-24 16,-4-4-31-16,9-4-21 0,-2 7-238 0,-1-8-589 15,10 0 261-15</inkml:trace>
  <inkml:trace contextRef="#ctx0" brushRef="#br0" timeOffset="140228.34">14512 14850 140 0,'0'-13'209'0,"-5"-4"11"15,3 5 3-15,-4-4-2 0,-2 5-1 0,1 2-11 0,-1-5-15 16,-6 5-17-16,-1 1-18 0,1-3-13 16,-1 8-10-16,-4 2-9 0,1-3 0 0,-2 4-11 15,1 5-10-15,-3-1-7 0,2 6-11 0,2-3-4 0,0 3-9 16,-5 1-7-16,6 1-9 0,-4 6-9 0,6-6-1 15,1 1 4-15,-1 1-13 0,2 2-9 0,5 3 3 16,1-6-5-16,-1 2 1 0,8-3-3 0,-2 2-3 16,2-2-2-16,0-4-3 0,2 3 0 0,5-3-2 15,-1-3-5-15,3 3-1 0,-1-5-7 0,7 0-1 16,1-2-2-16,3 1-7 0,-3-5-10 0,6-3-9 16,4-6-12-16,-1-1-4 0,0-6-3 0,3 3-4 15,-7-7-6-15,3 0 4 0,0-13 3 0,-5 2 6 16,-5 7 1-16,1-4 6 0,-8 1 5 0,1 2 7 15,-3 1 17-15,-3-2 23 0,-2 0 20 0,0 10 11 16,0 1 21-16,0-3-1 0,-2 3 8 0,-3 6-1 16,5 0-14-16,-5 4-2 0,5 1-7 0,-3 1-11 0,-4 0-4 15,7 0-6-15,0 6-8 0,0 0-9 16,0 0 0-16,0 0-5 0,-21 17 2 0,21-9-5 16,-7 4 3-16,6 3-7 0,1 2 2 0,0 5-4 0,8 2-12 15,-8 2-12-15,13 1-11 0,-5 0-22 0,2 0-18 16,2-3-25-16,3 2-39 0,5 1-28 0,3-3-36 15,-2-1-51-15,3-1-226 0,-1-6-518 0,3-3 230 16</inkml:trace>
  <inkml:trace contextRef="#ctx0" brushRef="#br0" timeOffset="140712.68">15007 14763 73 0,'-2'-9'268'0,"-3"0"-10"16,4-2-5-16,-8 4-7 0,3-1-12 0,-3 1-13 15,1-1-20-15,-3 4-15 0,1-2-17 0,-5 3-17 16,0-1-14-16,-5 5-12 0,10-1-7 0,-10 4-10 16,-1-1-10-16,4 2-9 0,-1-1-14 0,-5 6-5 0,6-2-4 15,-4 4-11-15,3-1-2 0,1 0-9 16,-3 2-3-16,2-1 7 0,5 0-14 0,1 3-1 16,-1-4-6-16,5 7 1 0,1-13-3 0,2 11-5 15,2-8-3-15,3 4-2 0,0-1-4 0,3-2-1 0,4-2-9 16,3 0-4-16,-1-2-9 0,10 1-9 0,1-2-16 15,-4-4-10-15,6 0-9 0,-1-7 0 0,7 4-12 16,-3-9-9-16,3-1-9 0,-1-1-4 0,-2-5-5 16,3-3-5-16,-7-4-3 0,1 0 7 0,-4 2 8 15,5-10 8-15,-6 6 9 0,-6-3 11 0,1 4 21 16,-4-1 26-16,-1-1 24 0,-4-3 25 0,0 3 23 16,1 2 14-16,-4 0 14 0,-7 3 5 0,5 3 7 15,1 2-5-15,-4 0 10 0,3 4-3 0,-3 2-10 16,2 2-6-16,-2 3-18 0,3-1-5 0,-4 4 2 15,4-1-17-15,2 6-7 0,-8-7-4 0,8 7-10 16,0 0-7-16,0 0-1 0,-20 16-5 0,18-5-4 16,-1 2 5-16,-1 5-2 0,4 3-2 0,-1 4-2 0,2 2 0 15,-1-1-4-15,4 6 2 0,4-1 0 16,-3 8-4-16,3 1-6 0,6 1-13 0,-6-10-16 16,5 0-11-16,-3-3-16 0,3 2-16 0,2 0-15 0,0-5-20 15,0-2-28-15,0-8-19 0,3 5-35 0,0-7-2 16,2-3-24-16,-3-1-9 0,4-1 5 0,1-5-114 15,-6-3-364-15,4-1 161 0</inkml:trace>
  <inkml:trace contextRef="#ctx0" brushRef="#br0" timeOffset="141228.25">15411 14819 437 0,'10'-16'6'0,"-5"-4"24"15,0-7 23-15,-5 10 32 0,3-8 3 0,-3 5 15 16,-3 5 10-16,-1-3 4 0,3 3-10 0,-4 3 4 16,5 2-7-16,-9-1-9 0,6 4-7 0,-2-1-13 15,-1 2-5-15,-6 5-4 0,12 1-12 0,-18 6-3 16,9-4-4-16,0 6-2 0,0-1-11 0,-1 4 4 15,0 2-5-15,2 2 0 0,3 4-2 0,-3-3-5 16,8 0-1-16,-5 2-1 0,3 1-3 0,4 1-2 16,-2-3-3-16,5 1-4 0,-2-3-2 0,7 1-2 0,-3-4-7 15,3 0-11-15,3 1-8 0,-3-11-3 16,3 5-12-16,0-6-5 0,-3-2-4 0,7-3 3 16,1 1 3-16,-3-4 1 0,0-1 7 0,0-5 0 0,-5 4 5 15,3-9 8-15,2 3 6 0,-5 0 24 0,-4-3 7 16,6 1 18-16,-4 1 16 0,-6 4 10 0,4-4 12 15,1 6-1-15,-7-2 12 0,8 0-7 0,-8 5-4 16,0-1-9-16,0 4-8 0,5-4-11 0,-5 8-9 16,0-7-4-16,0 7-6 0,0 0-6 0,0 0-5 15,0 0-3-15,0 0-3 0,-13 19-3 0,13-11-5 16,0 3 2-16,-2 2-5 0,2 2-7 0,0-3-4 16,2-2 0-16,0 4-8 0,4-1 0 0,-1-4 0 15,-3 5 2-15,6-8 0 0,-8 4 0 0,7-2 2 16,0-5-4-16,1 1 3 0,0-2 6 0,4-2-1 15,-12 0-1-15,16-3 2 0,-8-3 3 0,1 0 1 16,2 0 6-16,1-2 6 0,-5 4 13 0,4-5 12 0,-3 0 11 16,2 1 12-16,2-4 22 0,-4 5 19 0,4-5 4 15,-1 0 5-15,-2 8 2 0,-1-4-8 0,2 0 0 16,-4 1-10-16,-1 3-6 0,0-3-8 0,4 6-10 16,-3-3-9-16,-6 4 0 0,9-4-26 0,-9 4 7 15,14 2-5-15,-14-2-3 0,15 3-14 0,-10 3-17 16,4-1-25-16,-3 2-20 0,1 1-32 0,-4 0-35 15,4 0-38-15,-1 3-44 0,1-4-67 0,-5 1-289 16,4-3-597-16,1 2 264 0</inkml:trace>
  <inkml:trace contextRef="#ctx0" brushRef="#br0" timeOffset="141462.59">14386 14052 2579 0,'-33'-11'159'0,"8"4"-50"15,9-1 36-15,-2 0 58 0,8 0 30 0,-2 4-44 16,4-4-16-16,4 0-15 0,-2 4-23 0,1 0-15 16,3-3-10-16,-4 4-14 0,6 3-11 0,-5-5-15 15,5 5-15-15,0 0-36 0,0 0-40 0,0 0-46 16,0 0-40-16,0 0-53 0,24 12-63 0,-15-4-71 15,4 4-334-15,-3-1-680 0,0-2 301 0</inkml:trace>
  <inkml:trace contextRef="#ctx0" brushRef="#br0" timeOffset="142066.5">16814 14192 16 0,'0'-11'347'0,"0"6"-21"16,-3-3-37-16,6 1-29 0,-3 7-27 0,0 0-23 15,0 0-25-15,0 0-19 0,0 0-13 0,0 0-20 16,-3 27-12-16,3-10-4 0,3 1-21 0,2 9-9 15,-5 0-11-15,-5 4 4 0,10 1-8 0,-5 13-7 0,4-2-5 16,-3 3-1-16,1-6-9 0,1 3-4 16,1 2-3-16,-4 2-6 0,-4-5-3 0,1-3 9 15,10 4-15-15,-11 1 0 0,8-3-14 0,-8-10 8 0,4-1-2 16,0-3 0-16,4-2-14 0,-4 1-15 0,0-5-17 16,0-3-24-16,3-2-28 0,-1 1-30 0,-1-4-34 15,1-1-49-15,4-7-57 0,-2 0-201 0,1-4-485 16,-5-1 214-16</inkml:trace>
  <inkml:trace contextRef="#ctx0" brushRef="#br0" timeOffset="142878.91">16877 14586 163 0,'0'-14'331'15,"-6"7"-6"-15,4-6-2 0,0 2-4 0,2 2-12 16,-5-5-3-16,5 5 2 0,0-2-21 0,-3 3-31 15,3 0-19-15,3 1-19 0,2 1-22 0,-3 0-26 16,0 2-13-16,-2 4-17 0,13-8-18 0,2 4-9 16,-9 2-13-16,9 2-10 0,0 0-11 0,0 0-12 15,0 0-6-15,0 6-1 0,1-3-7 0,1 3-19 0,-2-2 4 16,-4 4-22-16,3-2-2 0,-1 2-12 0,-3-3-10 16,-4 5-6-16,6 3-9 0,-7-6-10 0,0 7-10 15,2-6 3-15,-6 1 2 0,1 7-9 0,-4-5 0 16,2 2-11-16,-3 2-1 0,-2-3 4 0,0-5 3 15,0 5-2-15,-5-4 0 0,2-1 1 0,-5 0 3 16,1 0 5-16,-1-2-8 0,0-4-6 0,-1-1-1 16,-1 0 2-16,4 0 2 0,-2-1 3 0,4-4 6 15,1 2 6-15,-4-3 1 0,9 0 0 0,-2-6 2 16,5 3-2-16,0 0 2 0,5-2 4 0,-2-3 2 16,9 3 1-16,-2-4 2 0,5 6 4 0,1-5 0 15,3 2 2-15,-3 1 1 0,4 2 3 0,-3 1 4 0,2-2 0 16,-2 3 1-16,-2 3 1 0,-2-1 2 0,4 4 2 15,-6-1-1-15,3 2 2 0,-8-1 0 16,-6 1 1-16,20 3-2 0,-15 2 4 0,0-2-4 0,2 4 4 16,-1 2 1-16,1-5 0 0,-6 3 2 0,6 0-3 15,-2 6 2-15,-2-5-13 0,4 8-4 0,-2-8-5 16,2 7-9-16,-6-3-5 0,6-1-2 0,-6-3-8 16,6 3 4-16,0-2-2 0,-6-2 2 0,4 1 5 15,-3-4 8-15,6 3 3 0,-1-3 0 0,0-1 0 16,-7-3 6-16,19 0 0 0,-10 0-6 0,1-3 13 15,1-1 4-15,-1 0 5 0,2-2 5 0,3-3 9 16,-4 2 6-16,4-1 8 0,-3 1 6 0,3-1 8 16,-2-4 9-16,-3 8 12 0,-2-4-2 0,4 4 2 15,-2-4-10-15,1 4 0 0,-3 1-7 0,2 0-1 16,-3 1-4-16,1-1-2 0,-1 0-1 0,-7 3-4 16,15 0-5-16,-15 0-2 0,15 3 0 0,-9-1-5 15,-6-2-4-15,10 3 3 0,-5 0-3 0,-5-3 2 0,15 3-2 16,-8-2-2-16,-1 4 1 0,1 1 1 0,-4-3-4 15,4-2-4-15,6 7 7 0,-6-6-2 16,3-2 0-16,-4 1 3 0,-6-1-7 0,15 4 0 0,-3 0 1 16,-7-4 2-16,-5 0-1 0,15 0 2 0,-15 0 1 15,11 0 5-15,-11 0 10 0,10-7-1 0,-10 7-1 16,3-2 0-16,-3 2-2 0,0-10-6 0,0 10-1 16,-11-12 0-16,4 5-1 0,-3 2-3 0,-5-6 1 15,-3 2-3-15,2 1 2 0,1-2-4 0,-2 2-6 16,2 0-9-16,0 4-10 0,2 0-10 0,5-3-16 15,-4 4-15-15,11 1-22 0,-8-1-37 0,9 3-47 16,-5-7-51-16,5 7-188 0,0 0-442 0,14-10 195 16</inkml:trace>
  <inkml:trace contextRef="#ctx0" brushRef="#br0" timeOffset="144191.27">18047 14160 57 0,'0'0'179'0,"0"0"-14"0,0 0-6 0,0 0-10 0,-6 20-12 16,3-13-9-16,-2 2-7 0,1 2-11 0,-1 4-9 16,5 1-17-16,-8-3 1 0,1 5-9 0,6 4-8 15,-4-5-9-15,3 5-3 0,-5-2-8 0,1 3-3 16,-1-5-3-16,2-1-7 0,2-1-1 0,-4-5-4 15,6 5-2-15,-4-7-2 0,-2-2-4 0,5 1-3 16,2-1-2-16,0 0-3 0,0-7 8 0,0 7-6 16,9-2 0-16,-9-5-5 0,13 0 1 0,-13 0-5 0,23-3 2 15,-10 1 3-15,4 0-4 0,1-2 1 16,0 4-5-16,4 0 3 0,-1-1-2 0,-4 1 1 16,4 0 0-16,-1 0-5 0,-5 0 0 0,2 1 1 0,-2 3-1 15,-7-2-6-15,2 0 7 0,0 2-2 0,-2 2 1 16,-1 2-2-16,-6-1 0 0,6 2-9 0,-5-3 9 15,3 6-2-15,-5-2 0 0,0-2 3 16,0 1 0-16,0 5 0 0,-5-7 2 0,3 2-2 0,-1-3-1 16,-2 0-3-16,1 0 6 0,1 0 0 0,-4-3 3 15,1 1 7-15,6-4 6 0,-15 3 2 0,7-3 2 16,8 0-2-16,-15-3-2 0,2 2 0 0,3-3-1 16,-5-4 0-16,5 2-3 0,-3-3-4 0,-1-2 0 15,1 3-4-15,1-6 6 0,1 5 0 0,3-7-6 16,1 0 6-16,4 3 0 0,-1-1-5 0,3-4 0 15,2 2-3-15,4-4 0 0,9-2-15 0,0-2-14 16,6 1-20-16,12-6-17 0,-2 0-1 0,-6 5-2 16,8-4 4-16,3 1 8 0,-6 7 6 0,-7-1 8 0,-1 1 22 15,-6 5 21-15,2 0 23 0,-4 6 25 16,0-2 21-16,-1-3 22 0,-5 7 9 0,-1-3-12 16,1 3 0-16,-2-2-7 0,-2 6-14 0,2-2-5 0,-5 5-19 15,3-4 0-15,-3 4-7 0,0 0-8 0,0 0-2 16,-11 21-1-16,4-4-5 0,2-1-1 0,-3 2 2 15,3 7-7-15,-5 4-1 0,3 1-1 0,-1 0-7 16,8 1 2-16,-7 12-3 0,7-4-1 0,0 1-11 16,5-10-7-16,2 11-11 0,-2-12-12 0,0 3-17 15,12 5-3-15,-6-10-8 0,4 0-20 0,0 0-18 16,1-4-15-16,6-7-18 0,-5-2-13 0,2-5-4 16,3 0-8-16,-6-6 12 0,6-3 16 0,-5-1 21 15,2-4 17-15,-2-2 14 0,4-4 37 0,-7-3 17 16,7-3 11-16,-6 2 27 0,-7-4 23 0,1 0 17 15,-3-1 23-15,-4 3 23 0,1-3 15 0,1 5 9 16,-4-6 8-16,-4 3 3 0,1 3 1 0,1 1-11 16,2 6-3-16,-1-4-23 0,-1 2-10 0,-1 6-15 0,1-2-6 15,-5 3-8-15,7 3-6 0,-8-3-7 16,8 3-8-16,0 0-4 0,-21 7 0 0,14 1-12 16,-1 1-4-16,1 0-7 0,0 0 0 0,-1 6-2 0,7-6-7 15,-4 6 0-15,-4 0-9 0,9 1-3 0,-6-4-7 16,6 3 1-16,0-4-3 0,0 1-3 0,0-3 0 15,6-2-1-15,-4 5-2 0,5-5-2 0,7-2-4 16,-7-2-7-16,8 0 7 0,0-1 1 0,6-4 1 16,-1 2 2-16,3-4 0 0,-1 1 7 0,6-5-1 15,-6 1 2-15,4-1 4 0,-8 1 2 0,7-5 4 16,-8 2 4-16,3-1 22 0,-6 0 24 0,1 4 14 16,0-1 3-16,-6 0 10 0,-3 0 0 0,2 0-2 15,1 4-2-15,-4-3 2 0,-4 0-15 0,6 3-9 16,-7 4-11-16,7-6-4 0,-7 6-10 0,0 0 0 15,0 0-6-15,0 0-7 0,0 0-7 0,0 0 0 16,0 0-2-16,-14 18-1 0,13-8-4 0,-1-3 0 0,-1 2-4 16,-1 2-1-16,-1-4 2 0,5-2-4 0,-1 4 2 15,2-1 1-15,-1-2 3 0,0 3-1 16,9-3 2-16,-6 3-2 0,-1-6 5 0,6 3 1 0,-1-4 0 16,1 3-1-16,5-3 0 0,-5-1 0 0,-8-1 3 15,22-1 0-15,-12-1 0 0,5-2 1 0,-5 3 3 16,6-1 1-16,-8-3-3 0,1 3 4 0,-1 0-3 15,2-1 3-15,-10 3 2 0,10-6 4 0,-5 4-1 16,-5 2-1-16,11-4 0 0,-2 3 1 0,-9 1-6 16,0 0 0-16,5-4 3 0,-5 4-6 0,0 0 1 15,8-4 5-15,-8 4-5 0,0 0 3 0,0 0-3 16,0 0 1-16,0 0 6 0,5-1 7 0,-5 1 21 16,0 0 15-16,0 0-3 0,0 0 6 0,0 0-7 15,16-2 8-15,-16 2 8 0,0 0 7 0,9-4 2 16,-3 0-14-16,1 1-4 0,-7 3-6 0,15-5 4 15,-5 3-5-15,-4-3-7 0,8 4-5 0,-6-2-1 16,5 3-2-16,2 0-3 0,-2-3-10 0,-13 3 7 0,23 0 0 16,-14-2 5-16,6 2-20 0,-2-1 4 15,-5 1-8-15,5 0-10 0,-13 0 5 0,19 1-31 16,-11 1-33-16,0 1-36 0,-1-1-44 0,-2 0-53 0,-5-2-72 16,6 12-74-16,-6-5-206 0,0-7-594 0,-1 6 262 15</inkml:trace>
  <inkml:trace contextRef="#ctx0" brushRef="#br0" timeOffset="145364.55">16273 13689 58 0,'0'-9'322'0,"0"-2"-15"0,5 1-15 16,-5 2-7-16,0-1-18 0,0-1-19 0,-5 2-20 15,5-1-20-15,-3-1-24 0,-2-2-16 0,-2 7-15 16,1-5-18-16,-3 5-16 0,3 3-16 0,-4-3-13 15,-3 4-5-15,-2-3-9 0,0 6-8 0,0 0 0 0,-5-1-14 16,3 4-9-16,1 0 1 0,1 0-7 16,0 6-5-16,0-4-8 0,2 1 2 0,3 4-4 15,-2-1 0-15,7-2-6 0,-3 2 1 0,5 0-2 0,0 2 0 16,3-1-2-16,0 2-3 0,5-2 5 0,1 1-3 16,4 4-2-16,2-2 2 0,3-3-4 0,-1 3-1 15,3-5 0-15,-4 2-2 0,5-2 2 0,-8-1-3 16,5 4-5-16,-3-3 1 0,3-3 2 0,-5-2 2 15,0 2 3-15,0 0-7 0,-5 1-6 0,1-3 2 16,1 1-4-16,-6-1-1 0,1 2 0 0,3-1-3 16,-3 0-6-16,-2-6-1 0,0 0 9 0,-9 11-3 15,8-6 3-15,-4 2-4 0,-3-3 3 0,3 0 3 16,-10 1 1-16,6-2 1 0,-2 0 1 0,-2 1-1 16,-1 0-2-16,-1 0 1 0,2-3-4 0,2 1-10 15,-1-1-12-15,-1 3-12 0,5-3-12 0,-2-1-12 16,3 3-17-16,7-3-3 0,-10 3-13 0,10-3-12 0,-10 1-32 15,10-1-30-15,0 0-34 0,0 0-43 0,0 0-163 16,33-1-447-16,-18-5 198 0</inkml:trace>
  <inkml:trace contextRef="#ctx0" brushRef="#br0" timeOffset="145739.51">16422 13812 5 0,'3'-6'225'0,"-3"6"-10"0,4-5-12 16,-4 5-24-16,5-7-18 0,-5 7-18 0,0 0-16 15,0 0-14-15,0 0-6 0,0 0-9 0,0 0-9 16,-9 24-8-16,6-12-4 0,3-3-8 0,-2 2-4 16,1 5-7-16,1-3-8 0,-2 2 2 0,4 2-3 15,-4 0-8-15,4-1-5 0,1-4 0 0,2 6-7 0,-3-6-3 16,3 0-1-16,0-3-2 0,0 0-1 16,1 1-2-16,-1-3-1 0,2-4-2 0,3-1 2 15,-10-2-2-15,11 0-2 0,-11 0-1 0,15-4 3 0,-5-4 5 16,-2 0 7-16,-1-1 13 0,5-5 8 0,-1 2 8 15,-4 0 9-15,6-3 11 0,-5 0 2 0,-4 2 7 16,6-1 3-16,-9-1 7 0,6 2 3 0,-1 1-2 16,-4 2-2-16,5 3 12 0,-7-2-1 0,5 4-7 15,-2-2-11-15,-3 7-18 0,0-11 8 0,0 11-36 16,0-4-26-16,0 4-7 0,0 0-3 0,0 0 1 16,0 0-2-16,0 0 0 0,0 0-10 0,0 27-7 15,-2-18-5-15,2 0-11 0,-1 0-11 0,1 3-8 16,0 0-12-16,0 2-20 0,1-2-19 0,1-2-27 15,5 3-31-15,-2 1-35 0,3-4-39 0,-1 0-40 16,-1-3-206-16,-3 2-513 0,9-6 227 0</inkml:trace>
  <inkml:trace contextRef="#ctx0" brushRef="#br0" timeOffset="146161.39">16768 13581 41 0,'-2'-5'294'16,"1"1"-17"-16,1 4-16 0,-2-11-21 0,2 11-23 15,-3-7-24-15,3 7-21 0,0 0-17 0,0 0-13 16,0 0-14-16,0 0-18 0,0 0-9 0,-5 22-11 16,1-10-5-16,4-1-9 0,0 5-10 0,-1 4-6 15,-1-1-4-15,-1 1-8 0,1 6 2 0,1-3-9 16,-3 3-6-16,4-6-3 0,0 7-3 0,-3-10-4 15,1 2-7-15,2-6-2 0,0 2-4 0,0-5 0 16,0-1-3-16,0-1 0 0,0-1-1 0,0 1 3 0,-3-4 0 16,3-4-2-16,5 7 0 0,-5-7 0 0,0 0-4 15,0 0 5-15,0 0-9 0,23-12 4 0,-13 5 0 16,2 4-1-16,-2-2 0 0,8-2-2 0,-2 2 3 16,1 1-3-16,1 0 1 0,0 2-1 0,-3-2 2 15,0 4-4-15,-2 3-2 0,2-3 0 0,-7 0 1 16,4 1-1-16,-2 1-4 0,-3-1 8 0,1 4-5 15,-8-5-2-15,5 10 2 0,-4-5-3 0,-1 2 3 16,0-7-3-16,0 12 3 0,-6-5 1 0,3 0 2 16,-4-1 0-16,-5 1-4 0,-3 1-2 0,1-4-17 15,0 4-20-15,-1-1-37 0,-4 0-54 0,0-6-58 16,4 5-256-16,1-1-485 0,-5-5 215 0</inkml:trace>
  <inkml:trace contextRef="#ctx0" brushRef="#br0" timeOffset="152904.87">20499 13998 233 0,'0'-6'431'0,"0"0"0"0,0 6-9 0,0-12-20 15,0 6-27-15,0 6-34 0,0-8-31 0,0 8-33 16,0-5-31-16,0 5-26 0,0 0-25 0,0 0-21 16,0 0-18-16,0 0-14 0,6 19-14 0,-1-6-13 15,0 6-7-15,0 1-17 0,2 6-5 0,1 1-8 16,5 11-10-16,-4-6-9 0,4 4-3 0,-3-7-9 16,1 3-4-16,4 3 5 0,-3-6-13 0,-1 4-3 15,6 6-3-15,-2-13-2 0,0 1-4 0,-2-2 0 16,2 1-3-16,-5-4-4 0,3-1 2 0,0-6-2 15,-4 3-1-15,-1-8-1 0,-1 2 2 0,1-5 1 0,-3-1 10 16,-4 3 42-16,6-5 31 0,1-1 19 0,-8-3-6 16,14-2-3-16,-14 2-9 0,16-4 3 15,-8-4 3-15,6 1-4 0,-1-6-2 0,2 2-4 0,-2-7-10 16,4-6-1-16,-3-1-7 0,8-12-6 0,-2 1-6 16,1 1-8-16,-4-6-4 0,1-1-6 0,2 0-1 15,-5-3-5-15,0 3 4 0,-5-1-2 0,3 4-5 16,0-2-2-16,-5 12-7 0,-3-1 3 0,4-1-8 15,-6 4-2-15,2 3-5 0,0 5 3 0,-3-1-10 16,1 5-10-16,0 0-25 0,-1 3-44 0,-2 1-52 16,0 4-69-16,0 1-91 0,0 6-81 0,0 0-6 15,0 0-6-15,0 0-25 0,-8 24-42 0,3-10-49 0,1 3-283 16,1 2-835-16,3 0 371 0</inkml:trace>
  <inkml:trace contextRef="#ctx0" brushRef="#br0" timeOffset="153154.83">21434 14242 225 0,'0'0'330'0,"15"-3"-21"0,-15 3-30 0,15-1-29 16,-10-2-16-16,-5 3-19 0,16-1-26 0,-3 1-10 15,1 0-21-15,2 0-14 0,1-4-16 0,3 8-15 16,-2-4-6-16,3 1-6 0,1 2-20 0,-4-2-6 16,4-1-24-16,-3 2-23 0,1-1-40 0,0 3-49 15,-3-3-44-15,-7 1-61 0,3-2-57 0,0 1-216 0,-5-1-474 16,-8 0 210-16</inkml:trace>
  <inkml:trace contextRef="#ctx0" brushRef="#br0" timeOffset="153342.32">21464 14416 179 0,'-9'4'260'15,"9"0"13"-15,0-4 11 0,0 0-10 0,9 9-13 16,2-9-22-16,-2 6-22 0,4-5-5 0,5 4-35 16,2-3-18-16,1-1-17 0,6 2-17 0,4 0-19 15,-1-2-24-15,0 3-46 0,0-1-55 0,-2-3-63 16,-8 0-73-16,13-2-81 0,-12 1-187 0,-3-4-458 15,4 2 204-15</inkml:trace>
  <inkml:trace contextRef="#ctx0" brushRef="#br0" timeOffset="155515.51">22847 14001 342 0,'5'-9'370'0,"4"4"-4"0,-8 0-16 15,4-2-5-15,-3 3-18 0,3-4-17 0,-5 8-27 16,3-7-29-16,-3 7-32 0,3-3-26 0,-3 3-22 16,0 0-21-16,0 0-14 0,0 0-14 0,0 0-13 15,-26 9-9-15,11 0-6 0,0 2 21 0,-6 6 0 16,-1-2-7-16,1 5-5 0,-3 2-4 0,5-1-9 16,-5-1 0-16,6 2-9 0,0 4-6 0,3-2-6 15,4 0-8-15,1 2-8 0,0-4 1 0,5 3-4 16,5-6-6-16,3 8-4 0,0-8-3 0,9 7 1 0,0 2-7 15,6-5-4-15,3 1-6 0,4-4-12 0,8 6-32 16,0-2-45-16,-1-5-45 0,7-4-51 16,-7-1-46-16,-2-2-44 0,4-6-48 0,-2-4-62 0,1-1-65 15,-3-2-215-15,0-1-695 0,-2-6 308 0</inkml:trace>
  <inkml:trace contextRef="#ctx0" brushRef="#br0" timeOffset="155874.84">23223 14019 85 0,'0'0'261'15,"0"-5"-28"-15,0 5-24 0,0 0-19 0,0 0-22 16,0 0-19-16,0 0-13 0,0 0-10 0,5 22-11 16,-2-7-6-16,1-2-1 0,-3 6-9 0,6 5-4 15,-4 3-12-15,2 0-5 0,2 0-4 0,-1 0-6 16,3 4-9-16,-6-4-5 0,4-2-7 0,-1 2-4 0,1-8-2 15,-2 1-4-15,5 0-2 0,-5-6-1 16,1 1-6-16,-1-1-1 0,-1-5 3 0,2 2 20 16,-2-4 29-16,1-2 28 0,-2-2-2 0,7-2-10 0,-10-1-2 15,11-4 4-15,-2-1-8 0,1-2 3 0,0-5-6 16,3-2-2-16,-2-2-4 0,-4-3-6 0,6-3-8 16,2-3 1-16,0-4-17 0,0 4-2 0,-8-4 4 15,2 3-5-15,3 3-4 0,-5-3 8 0,-1 6-19 16,-2 0-2-16,2 3 0 0,-6 0-13 0,7 7-1 15,-7 1-19-15,2-2-33 0,4 2-37 0,-6 2-68 16,0 7-34-16,0 0-6 0,0 0-34 0,0 0-44 16,0 0-47-16,-15 22-213 0,9-14-562 0,6 5 249 15</inkml:trace>
  <inkml:trace contextRef="#ctx0" brushRef="#br0" timeOffset="156109.2">23710 14325 211 0,'6'-2'340'0,"-6"2"-34"0,0 0-26 0,0 0-27 0,0 0-26 15,0 0-19-15,0 0-32 0,0 0-15 0,0 0-17 16,0 0-13-16,-6 16-11 0,6-9-14 0,-4 4-10 16,3-1-7-16,-3 5-15 0,3 0-3 0,1-3-6 15,-4 4-10-15,1-1-1 0,3 0-4 0,-5-1-17 16,5 3-25-16,0-1-27 0,4-4-35 0,-4-3-36 15,0 4-48-15,6-6-63 0,-3 0-259 0,4 0-497 16,0-4 219-16</inkml:trace>
  <inkml:trace contextRef="#ctx0" brushRef="#br0" timeOffset="156374.79">24092 14322 36 0,'7'8'254'0,"1"2"-4"0,0 2-11 15,-3 3-11-15,10 0-16 0,-7 0-18 0,6 1-19 0,-6-1-13 16,5 2-20-16,-5-2-14 0,1-1-12 0,-1 1-14 16,0-6-9-16,-3 1-10 0,-3-1-6 15,3-1-9-15,-2 3-6 0,-3-3-6 0,0 0-5 0,-8 3-4 16,6-6-5-16,-6-1-7 0,-5 1 2 0,4 2-20 15,-10-5-24-15,4 3-27 0,-2-4-31 0,-3-2-31 16,4-3-36-16,-1 1-42 0,-3-2-59 0,5-2-129 16,5 5-390-16,2-3 173 0</inkml:trace>
  <inkml:trace contextRef="#ctx0" brushRef="#br0" timeOffset="156749.75">24377 13918 47 0,'0'0'255'0,"0"0"-25"0,0 0-24 0,0 0-17 16,0 0-16-16,0 0-1 0,1 26-4 0,1-11-4 16,3 5-6-16,3 2-7 0,2 3-11 15,-1 1-15-15,-5 1-11 0,8 0-1 0,-2-2-17 0,3 2-3 16,-3 0-13-16,0-4-9 0,0-4-6 0,-2 0-9 15,1-3-1-15,0-1-7 0,1 3 0 0,-1-9 15 16,-3 3 13-16,3-5 12 0,-1 1 24 0,-3 0 26 16,1-4 22-16,-2-3-10 0,-4-1-18 0,18-5 1 15,-15-2 0-15,9 0-11 0,-2-6-8 0,1-3-14 16,-1-2-1-16,2-9-11 0,-4 3-4 0,2-4-10 16,2-2-5-16,-2-8-12 0,-2 7-1 0,0-4-4 15,2 6-7-15,-2 0-4 0,-1-3-6 0,-2 10 0 16,2-5-9-16,-2 10-1 0,-2-1-2 0,0 2-7 0,0 5-16 15,-3 2-32-15,4-3-57 0,-3 7-44 16,-1 0-55-16,0 5-6 0,0 0-7 0,0 0-38 16,0 0-35-16,-1 22-48 0,-4-10-294 0,3 5-666 0,2 0 295 15</inkml:trace>
  <inkml:trace contextRef="#ctx0" brushRef="#br0" timeOffset="157150.71">24923 14277 47 0,'0'0'329'0,"0"0"-17"0,0 0-19 0,0 0-25 15,0 0-14-15,0 0-25 0,0 0-21 0,13-1-21 16,-13 1-19-16,0 0-17 0,10 5-14 0,-10-5-10 15,7 5-19-15,-1 4-9 0,1-8-11 0,-7 6-7 16,0-7-9-16,2 9 4 0,4-4-22 16,-6 1-2-16,9-1-10 0,-9-1 2 0,0 7-7 15,0-11-7-15,-9 12 0 0,9-9-3 0,-1 5-3 16,-4-1-3-16,5-7-2 0,-9 11-8 0,8-4 7 16,-4-4-1-16,-2 4-3 0,4-2-1 0,-2 1 4 15,-2 0-5-15,4-3-3 0,-2 1 2 0,5-4 3 0,-5 7 0 16,5-7 1-16,-3 4 10 0,3-4 0 15,-5 4 15-15,5-4 18 0,0 0 14 0,0 0 8 16,0 0 8-16,0 0-12 0,0 0-13 0,0 0-5 0,0 0-1 16,21-1-18-16,-21 1-6 0,22-6-40 0,-7 0-37 15,0 3-48-15,1-3-49 0,2 0-64 0,4-1-77 16,3-7-73-16,1 1-207 0,-1-6-607 0,-2 4 269 16</inkml:trace>
  <inkml:trace contextRef="#ctx0" brushRef="#br0" timeOffset="157431.94">25178 13818 51 0,'0'0'331'0,"0"0"-14"0,0 0-24 15,0 0-22-15,0 0-20 0,0 0-17 0,0 0-11 0,0 0-10 16,0 0-17-16,15 22-9 0,-5-10-1 15,5 2 3-15,-1 6-26 0,10-1-16 0,-8 5-5 16,4 0-25-16,2 2-11 0,-1 1-7 0,2 8-12 0,-1-8-8 16,-2-3-6-16,-4 8-6 0,-4-5-13 0,3 3 0 15,-5-3-9-15,3 3-5 0,-7-3-7 0,3 3-4 16,-9-2-1-16,0-4-23 0,0 7-23 16,-12-4-28-16,4-4-25 0,-5 8-23 0,-2-4-27 0,-15 1-33 15,7-6-42-15,-10 7-50 0,0-11-64 0,-6-2-199 16,-4 4-552-16,2-2 244 0</inkml:trace>
  <inkml:trace contextRef="#ctx0" brushRef="#br0" timeOffset="163728.29">26335 14205 176 0,'8'-6'251'15,"0"2"-2"-15,6-3-4 0,-6 3-13 0,3-2-9 0,1-3-9 16,-5 1-2-16,6-2-11 0,0-2 5 0,-5 4-22 16,2-4-5-16,-1 5-7 0,1-2-1 0,-5-3 1 15,1 1-13-15,-1 3-5 0,-2-3-15 0,1 2-7 16,-4-2-18-16,0 3-11 0,-4-1-8 0,-1-5-10 15,-1 6-17-15,-6 1-12 0,-4-1-2 0,1 1-4 16,-3 2-2-16,-7 2-14 0,8 2-6 0,-4 1 6 16,-7-3-7-16,-2 7-5 0,7-1-6 0,-11 2 5 15,5 4-3-15,10 1 2 0,-4 1-10 0,3 3 0 16,7-4-10-16,2 1 7 0,-1 7 4 0,2-5-9 16,3 1 0-16,4-1-4 0,3 1 0 0,3 0 2 15,4 0-4-15,3-1 6 0,2-2-1 0,3 1-4 16,1-5-10-16,4 1-2 0,0 1-1 0,5-6 2 0,-6 0-5 15,15-2-1-15,-16-2 4 0,8-2-1 16,-3-3 0-16,1-1 1 0,-3-1 3 0,2-3 6 16,-3 0-2-16,2-5 0 0,-7 1 0 0,1-4 7 0,1 4 2 15,-7 3 0-15,-2-8-2 0,0 8 10 0,0 1 7 16,-4 0 17-16,-1 3-16 0,-1 0 7 0,4-1 0 16,-6 2 0-16,4 3-9 0,-1-2-2 0,-3 6 6 15,2-6-19-15,-2 6-2 0,0 0 4 0,0 0 0 16,0 0-3-16,0 0 2 0,-10 15 3 0,1-7-6 15,8-1-4-15,-3 3 0 0,4 0-6 0,-3 3 4 16,3-6-7-16,-3 2-1 0,6 5 4 0,-3-5-4 16,3 2 13-16,2-3-14 0,-1 4-2 0,6-4 1 15,-5-1 7-15,1-2-3 0,6 1 2 0,-2-5-1 0,0-1-1 16,1 0-4-16,4 0 9 0,0-4 0 16,7 0 6-16,-9-3-1 0,3-2 9 0,-1-3-7 15,0 2-3-15,2-2 4 0,-4 1-1 0,2-2 5 0,-2 4 3 16,-1-3-5-16,-1 3 4 0,-2 1 3 0,0 0 0 15,-4 0 7-15,0 4-5 0,4-1-4 16,-8 2 1-16,4-3-3 0,-5 6-6 0,7-3 3 0,-7 3 9 16,0 0-18-16,0 0 0 0,0 0 21 0,7 12-18 15,-7-4 1-15,3-1-2 0,-3 3 3 0,0-2 2 16,0-1-1-16,0 7 0 0,0-8-1 0,5 5 6 16,-4-4-7-16,4 2 4 0,-3-6-1 0,3 6 2 15,-2-3 15-15,2-2-17 0,-3 1 0 0,-2-5 11 16,13 2-4-16,-13-2 3 0,17-2-5 0,-17 2 4 15,16-8 4-15,-9 4 17 0,1-2 2 0,4-3 7 16,-4 4 9-16,0-2 10 0,1-4-3 0,2 4 4 16,-1-2 5-16,-3 1-7 0,1 1 2 0,0 1-4 0,2-3-8 15,-5 6-7-15,-1-3 0 0,-3 3-6 16,-1 3-4-16,12-5-11 0,-12 5-9 0,3-3-36 16,-3 3-3-16,0 0-15 0,15 8-18 0,-10-5-20 0,2 3-11 15,-1 4-17-15,6 0-10 0,4 5-15 0,4-2-23 16,3 3-28-16,4 1-25 0,-1-2-16 0,2-1-27 15,9-1-19-15,-1 5-6 0,9-3-181 0,-2 0-501 16,-7-7 221-16</inkml:trace>
  <inkml:trace contextRef="#ctx0" brushRef="#br0" timeOffset="164150.12">27654 14205 343 0,'16'-6'12'0,"-1"-1"30"0,4-4 25 0,-9-1 18 16,1 3 29-16,-3-6 15 0,-6 1 15 0,5 0 11 16,-2-3 12-16,-4 5 5 0,-2-8 8 0,-4 7 0 15,-2-4-7-15,2 5-5 0,-5-4-7 0,-3 5-10 0,-2 1-8 16,0 0-8-16,-6 2-6 0,-6-1 0 15,1 2-6-15,-7 5-4 0,1 1-13 0,2 2-1 16,4 2-14-16,-2 3-3 0,0 3 0 0,-2-1-22 0,2 0-8 16,-1 4-4-16,6 0 2 0,7 5-9 0,-4 0-9 15,3-4-1-15,4 5-5 0,3-4 14 16,-1 2-23-16,4-3 0 0,4 2-2 0,-1-4-2 0,4 2-1 16,0-3 5-16,4 0-4 0,2-1-2 0,4 3-6 15,5-4 6-15,0-1-5 0,3-2 2 0,4-1-3 16,4-3-11-16,4 2-3 0,-2-6-11 0,9-1-7 15,-3-5-6-15,-1-3-9 0,0-2-7 0,7-3-4 16,-3-10-7-16,-6-4-2 0,1 1 6 0,-6-1 4 16,2-4 6-16,-5 0 2 0,-1 0 5 0,-6 5 17 15,1-6 26-15,-9 8 20 0,-3-1 20 0,-2 1 31 16,-3-3 22-16,0 4 15 0,-1 4 6 0,-2 3 5 0,-4 1 1 16,4-1-11-16,-2 5-12 0,-4 1-7 0,3 1-18 15,-1 7-8-15,-1-1-8 0,5 5-12 16,-9-1-5-16,12 3-3 0,-15 6-3 0,7 2-6 0,1 4-4 15,1 3-4-15,6 2-1 0,-7 3-4 0,7 4-1 16,0 3-5-16,7 3 1 0,-1 3-8 0,4 3-19 16,2 3-28-16,4 2-39 0,4-2-34 0,2 1-41 15,1-4-57-15,-3 3-66 0,3-6-82 0,-5-9-373 16,7 2-786-16,0-7 347 0</inkml:trace>
  <inkml:trace contextRef="#ctx0" brushRef="#br0" timeOffset="165478.11">28544 13623 191 0,'0'-6'296'0,"-1"-4"-1"0,1 10-8 0,0-8-13 0,0 8-10 16,0-6-29-16,0 6-22 0,0 0-27 16,0-8-19-16,0 8-23 0,0 0-12 0,0 0-13 0,0 0-17 15,0 0-3-15,0 0-12 0,-10 26-8 0,5-17-9 16,2 9-8-16,-1-3-7 0,1 3-4 0,-2 6-5 16,0 3-12-16,2-7-6 0,-4 8 1 0,4-1-6 15,-1 0 0-15,1 4-3 0,3-2-2 0,-2-4 9 16,1 4-14-16,1-5-3 0,0 1 2 0,0-5-4 15,1-1 3-15,1 6-2 0,3-12-6 0,0 3 8 16,-2-6-3-16,2 0 2 0,-3 0 1 0,3-5 1 16,2-1-1-16,1 1-4 0,0-3 5 0,-8-2-9 0,18-2 12 15,-6-5-2-15,-2 0 1 0,1-4-3 16,3 0-3-16,1-5-2 0,3-4 6 0,-3-4-2 16,3 3 0-16,0 0 14 0,-5-3-12 0,-4 7 19 15,4-7 6-15,-3 8 0 0,-4-2 1 0,3 1 9 0,4 2 9 16,-11-1-8-16,4 1 1 0,2 7-1 0,-4-3-3 15,-1 3 4-15,2 0-14 0,-3 3-7 16,3 0-6-16,-4 0-9 0,-1 5-4 0,0 0-11 0,5-5-5 16,-5 5 6-16,0 0 1 0,4 16 0 0,-4-8-2 15,5 0-1-15,-4 7 0 0,4 2 5 0,-1 2 2 16,2-1-1-16,1 3-13 0,1 2 10 0,-1-4 2 16,6 7-2-16,-2-5 2 0,-1 5 12 0,5-6-13 15,2 3-2-15,-4-8-1 0,-1 0-5 0,6-3 5 16,-5 3-4-16,2-4 3 0,2-2 8 0,-1-4-9 15,-1-2 2-15,2 4 5 0,-6-9 0 0,6-3 1 16,-9 2 2-16,10-2 1 0,-8-4-1 0,3-8 6 0,1 2 1 16,-4-5 8-16,1-2 5 0,-1-3 6 15,0-6 5-15,-3 0 11 0,-1 1 9 0,-1-2 9 16,-3 2 6-16,-2-10-3 0,0 13-8 0,2 0-9 0,-2 6-2 16,0 3-4-16,-2 0-8 0,0 0-3 0,-1 1-4 15,1 8-13-15,2-3-21 0,0 5-30 0,0-1-52 16,-1 1-49-16,1 7-47 0,0 0-17 0,-9-3-8 15,9 3-22-15,0 0-27 0,-6 15-36 0,6-5-54 16,0-1-216-16,0 2-608 0,0-2 269 0</inkml:trace>
  <inkml:trace contextRef="#ctx0" brushRef="#br0" timeOffset="166604.52">29731 13785 180 0,'0'-6'326'0,"0"6"-9"0,0 0-3 0,0 0-4 0,0 0-10 16,0 0-3-16,8-8-6 0,-8 8-11 0,0 0-5 16,0 0-12-16,0 0-13 0,0 0-17 0,5-4-13 15,-5 4-23-15,0 0-12 0,0 0-19 0,0 0-16 16,10 0-16-16,-10 0-16 0,19 2-14 0,-19-2-9 16,23 0-14-16,-10 1-3 0,3-1-13 0,4 0-13 15,-1 1-8-15,2-2-17 0,1 5-31 0,-1-2-28 16,-1 1-34-16,0-3-29 0,1 0-40 0,-2 3-37 0,0-6-39 15,-2 3-48-15,0 0-50 0,-8 0-41 0,-9 0-271 16,22-3-671-16,-17 1 298 0</inkml:trace>
  <inkml:trace contextRef="#ctx0" brushRef="#br0" timeOffset="166807.62">29827 13906 16 0,'-3'7'233'0,"3"-7"5"0,-5 4 11 0,5-4 6 16,0 0-4-16,0 0-15 0,16 8-17 0,-6-5-22 16,0-2-16-16,7 2-23 0,1-3-15 0,0 1-12 15,5-1-12-15,4 5-17 0,-6-5-11 0,1 2-13 16,-1-1-28-16,11-1-40 0,-6 3-46 0,-6-2-50 16,0-1-58-16,10-4-60 0,-7 4-211 0,-1-3-449 15,-3-3 199-15</inkml:trace>
  <inkml:trace contextRef="#ctx0" brushRef="#br0" timeOffset="167286.69">30865 13406 254 0,'0'0'300'0,"5"-7"-9"0,-5 7-13 0,2-7-6 16,-2 7-31-16,5-6-28 0,-5 6-20 0,0 0-25 0,0-6-21 0,0 6-13 0,0 0-15 16,0 0-9-16,0 0-12 0,-27 10-10 0,19-6-3 15,1 4-10-15,-8 0 13 0,2 1 7 0,-2 1-9 16,0 2 11-16,-1 2-5 0,1 6 0 0,-2-5-3 16,-3 4-5-16,5 3-3 0,2-4-9 0,3 6-1 15,-6-1-7-15,4 0-4 0,4 0-9 0,1 1 4 0,4 2-8 16,1-10-7-16,4 11 0 0,-2-5-4 15,2-5-3-15,4 7-1 0,2 2-2 0,1-2-4 16,6 0 11-16,1-2-12 0,-6-5-11 0,8 1 7 0,-1-2-39 16,-2-5-21-16,13 5-32 0,-13-6-33 0,13 3-27 15,-5-1-36-15,-3-5-42 0,2-3-66 0,2-3-53 16,-2-1-219-16,1-1-594 0,7-7 263 0</inkml:trace>
  <inkml:trace contextRef="#ctx0" brushRef="#br0" timeOffset="167833.51">31160 13440 253 0,'0'0'257'15,"-7"-6"-15"-15,7 6-24 0,-3-6-23 0,3 6-21 0,0 0-21 16,0 0-11-16,0 0-19 0,0 0-10 0,-7 13-10 15,2-5-15-15,3 4-3 0,2 2-7 16,0-1-8-16,0 5-3 0,0-2-9 0,0 6-4 0,0-3-6 16,0-4-4-16,2 6-5 0,-2 0-3 0,7 3-5 15,-7-6-4-15,5-3 0 0,-2 1-2 0,-3-1-7 16,0-3 3-16,5 0-2 0,-3-4-1 0,3 1 1 16,-4-1-6-16,-1-3 1 0,5-1 1 0,-5-4-2 15,3 5-2-15,-3-5 0 0,14 0 1 0,-14 0 2 16,13-4-4-16,-5 3-1 0,0-6-2 0,9-2 1 15,-7 5 3-15,5-3-3 0,-4-4-2 0,4 2-3 16,-1 2 2-16,0-1-4 0,-2-3 1 0,-2 7 4 16,0 1-2-16,-3-2 0 0,-7 5-2 0,13-3 1 15,-13 3-9-15,15 2 7 0,-2 3-2 0,-6-2 0 16,2 2 0-16,0-2 1 0,1 6 1 0,1-1-7 16,-2 2 7-16,0-1-1 0,1 1 0 0,2 0 0 0,0-1 4 15,-4-1-5-15,3-1 1 0,1 1 0 0,-7-7 4 16,2 3 2-16,1 1-3 0,5-3 3 15,-6-1 0-15,-7-1 5 0,16-3 8 0,-7-2 6 16,-4 1 6-16,1-5 7 0,1-5 0 0,-1 4 0 0,-2 0 0 16,-1-9 0-16,-1 4 4 0,-4-4-4 0,2-1-2 15,-3 1-7-15,1-1-4 0,0 1 1 0,-3 1-1 16,2 1-5-16,-2 2-4 0,0-1-6 0,2 5-14 16,-4-1-22-16,2 7-31 0,2-6-40 0,-2 7-38 15,-2 1-35-15,7 3-50 0,-8-4-52 0,8 4-165 16,0 0-471-16,-13 14 209 0</inkml:trace>
  <inkml:trace contextRef="#ctx0" brushRef="#br0" timeOffset="168083.48">31800 13782 90 0,'0'0'207'0,"3"3"0"0,1 5 5 16,-4-8-13-16,0 8-16 0,0 2-21 0,0 0-12 0,1 2-12 16,-1 3-13-16,0 0-11 0,5 0-10 0,-5 0-11 15,0 3-10-15,0 0-8 0,0 0-4 0,0 2-10 16,-5-5-4-16,4 2-6 0,1 0-2 0,0 0-8 16,0-1-6-16,-4-7-25 0,1 1-30 0,1 2-38 15,2-4-40-15,0 1-39 0,0-2-61 0,0-1-137 16,0-6-362-16,5 7 160 0</inkml:trace>
  <inkml:trace contextRef="#ctx0" brushRef="#br0" timeOffset="168395.95">31977 13704 290 0,'0'-8'351'0,"0"8"-24"0,0 0-28 16,12-4-34-16,-12 4-10 0,0 0-39 0,15 0-9 0,-15 0-30 15,16 8-20-15,-8-3-14 0,2 2-15 0,2 1-16 16,3 4-7-16,-4 2-16 0,1-1-3 16,1-1-10-16,-6 5-7 0,1-4-9 0,-1 4-7 0,3 1-5 15,-5-4-4-15,-4 6 1 0,6-3-8 0,-7 1-5 16,0-3 10-16,0 3-16 0,-2-4-8 0,-4 1-5 15,2-3-14-15,3-4-23 0,-9 3-13 0,3 0-17 16,-3-2-27-16,2-1-23 0,-2 0-18 0,2-4-27 16,-2 3-34-16,2-3-43 0,-1-1-38 0,-1 0-158 15,5-2-455-15,5-1 202 0</inkml:trace>
  <inkml:trace contextRef="#ctx0" brushRef="#br0" timeOffset="168942.77">32341 13426 185 0,'0'0'257'0,"-3"-5"-29"15,3 5-26-15,0 0-16 0,0 0-22 0,0 0-13 16,0 0-16-16,0 0-13 0,3 25-12 0,-1-15-12 15,3 2-12-15,-2 2-6 0,-3 3-8 0,2 1-9 16,3-4-2-16,-3 8-6 0,1-3-9 0,0-3-1 16,-3 1-4-16,0-2-4 0,2-3-3 0,-2 0-6 15,3 1 0-15,-3-4-2 0,0 2-4 0,0-7 0 16,0 4-2-16,0-2 1 0,0-6 17 0,3 9 19 16,-3-9 21-16,0 0-3 0,0 0-4 0,0 0-8 15,15-4-8-15,-15 4-5 0,12-12-3 0,-5 5-2 16,-1-1-5-16,2 0 4 0,2 0-3 0,-1 1 0 15,4-4-7-15,3-1 0 0,-9 5-6 0,3 4-4 16,-2-3-3-16,4 0-1 0,-6 1-3 0,3 3-4 16,-9 2-1-16,15 0 1 0,-15 0-6 0,15 2-2 0,-9 1 1 15,2 5-1-15,-1-2 6 0,0 3-5 0,1 0-4 16,-1 6-1-16,-1-6-1 0,2 5-1 16,-3-6 2-16,2 3 2 0,-4-2 2 0,4 3-5 15,0-5 2-15,-2 4 1 0,0-7 2 0,-2 3 5 0,0-2 21 16,2-3 6-16,-5-2 11 0,8 1 10 0,-8-1-7 15,0 0 3-15,24-7 21 0,-19 3-14 0,1-4-1 16,1-3-1-16,-2 3-1 0,0-8-4 0,0-2 3 16,1 2-15-16,-4 4 1 0,0-8-3 0,-1 7-8 15,-1-6-10-15,4 9 8 0,-4-6-7 0,-5 0-17 16,3 5-32-16,0-4-27 0,-1 6-28 0,3 3-39 16,-7-2-43-16,6 3-54 0,1 5-29 0,-7-7-42 15,7 7-280-15,0 0-614 0,0 0 271 0</inkml:trace>
  <inkml:trace contextRef="#ctx0" brushRef="#br0" timeOffset="169319.17">32917 13782 197 0,'9'2'236'0,"1"-1"-11"0,-6 2-8 16,3 2-15-16,0-2-15 0,-1 2-13 15,3 3-13-15,-4-4-16 0,-2 1-11 0,5 1-10 0,-5 3-18 16,1-2-7-16,-3 1-5 0,-1-1-10 0,4 1-8 16,-8 1-9-16,3-2 1 0,1 1-3 0,-2 3 2 15,-3-4 4-15,2 1-5 0,-2-1 8 0,3 2-8 16,-4 0-2-16,-1-2 3 0,0 0-2 0,4-3-1 15,-2 2-2-15,-2-1-1 0,3 0-6 0,0 2-10 16,4-7 0-16,-6 7-3 0,6-7 1 0,-2 4-1 16,2-4-4-16,0 0 1 0,-3 8 8 0,3-8 0 15,0 0-7-15,0 0 0 0,11 4 1 0,-3 1-3 16,-1-5-11-16,8 2-1 0,-2-2-12 0,4 1-1 16,-1-2-9-16,4-2-34 0,-3-2-39 0,4 3-41 15,-1-5-56-15,0 4-59 0,0-4-67 0,0-3-239 16,-4-3-575-16,6-2 256 0</inkml:trace>
  <inkml:trace contextRef="#ctx0" brushRef="#br0" timeOffset="169569.15">33202 13392 54 0,'5'7'264'0,"2"1"1"15,4-1-8-15,-1 5-5 0,3 3-5 0,4 5-18 16,3-1-16-16,-5-4-19 0,6 8-14 0,-4 4-7 16,4 0-18-16,2 6-14 0,-3-6-13 0,-3 0-14 15,1 2-14-15,-1-2-4 0,-3 1-9 0,3 11 3 16,-9-10-17-16,4 0-14 0,-5 1-8 0,-4 9-6 16,-3 0-20-16,-7 2-25 0,-1-12-38 0,-7 11-38 0,-6 1-50 15,-4-6-78-15,-8 0-88 0,-2-4-168 0,-8-2-497 16,-9-8 219-16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0:01:08.8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6268 1843 165 0,'0'0'288'15,"0"-12"-14"-15,5 0-13 0,-4 5-11 0,3 2-11 16,-1-5-9-16,4-2-12 0,4 4-7 0,1-4-19 0,3 2-14 16,-2 0-8-16,2-5-6 0,1 6-9 0,1-2-16 15,4-1-7-15,-6 1-7 0,4 4-8 16,-1-1-11-16,-2 1-7 0,4-1-9 0,-5 1-16 15,-2 2-5-15,2 1-14 0,-2 1 0 0,-3 2-7 0,4-3-9 16,-6 4-5-16,7 0 1 0,-15 0-9 0,16 7-4 16,-7-3-7-16,2 2 2 0,-3 3-4 0,1 3 1 15,-3 1 1-15,-1 2-7 0,-1 0 3 0,2 5-6 16,-4-1 1-16,3 3 1 0,-3 6 8 0,-4-2-12 16,2-2 0-16,-5 0-5 0,3-5 7 0,-6 5 0 15,6-5-2-15,-4 0 3 0,-3 0 14 0,3-6-23 16,-2 4 0-16,1-2 3 0,-1-2 0 0,-2-1-4 15,5-4 5-15,0-1-2 0,-5 2-3 0,5-1 9 16,-3-5 6-16,1 1 3 0,7-4 7 0,-7 4 11 16,7-4-2-16,0 0 0 0,0 0 4 0,0 0-5 15,-5-14 3-15,10 5-2 0,2 0-5 0,1-2-5 16,4-8-6-16,-2 4 5 0,11-8 5 0,-1 3-9 16,0-3 5-16,0 2 7 0,-4 0 6 0,4 0 3 15,0 0 14-15,-5 3 6 0,3 2-2 0,-5-1 5 16,2-6 3-16,-5 11 0 0,4-2 9 0,-8-1 2 15,2 7 2-15,-1-2 2 0,0 2-4 0,1 0-7 16,-3 4-6-16,-3-4-9 0,-1 5-9 0,-1 3-7 16,7-5-11-16,-7 5-6 0,0 0-1 0,0 0-1 0,0 0-2 15,-7 20-1-15,4-11 0 0,-2 4 0 16,-3 0-4-16,-1 3-1 0,-2 3-2 0,3 0 0 16,-1 2 0-16,-1-2-1 0,7 8 1 0,-4 0-1 0,-1-7-1 15,6-1 1-15,-4 3-2 0,6-2 5 0,0-3 0 16,0 3-2-16,6-4 1 0,4 5-1 0,5-6 1 15,-1 0 1-15,0-1 0 0,13-1-10 0,-1-1-17 16,1-3-22-16,3-3-26 0,4-3-32 0,-4-3-34 16,-3 0-38-16,4-2-30 0,-4-3-32 0,-6-2-53 15,1 0-60-15,-6-1-73 0,-1-1-267 0,5-2-743 16,-13 3 328-16</inkml:trace>
  <inkml:trace contextRef="#ctx0" brushRef="#br0" timeOffset="921.77">6173 2943 152 0,'0'0'342'0,"0"0"-17"0,0 0-14 15,0 0-15-15,0 0-13 0,0 0-18 0,0 0-14 0,0 0-18 16,0 0-19-16,0 0-26 0,0 0-14 15,0 0-17-15,0 0-17 0,0 0-17 0,0 0-8 16,-23-2-15-16,8 2-10 0,15 0-8 0,-23 0-6 16,7-1 15-16,-4-1-9 0,0 1 1 0,2-2-8 0,-5 2 4 15,3 1-5-15,-2-2-5 0,2-3-1 0,2 5-3 16,-3-3-5-16,4 2-1 0,-3 0-2 16,5 1-11-16,0-2 1 0,2 1-9 0,6 1 4 0,7 0-4 15,-14-4-1-15,5 3-13 0,9 1 1 0,-15 0-2 16,15 0-6-16,0 0 1 0,0 0-7 0,-6 5-4 15,6-5 3-15,-7 5-1 0,7-5 1 0,0 11-7 16,0-4 5-16,0 1 1 0,0 4-10 0,5 0 10 16,-5-3-1-16,2 6 1 0,-2 4 0 0,0-1-4 15,5 2 4-15,-4-2 7 0,-1 3 1 0,0 5 3 16,0 1-4-16,7 0-2 0,-7 1 1 0,0-1 1 16,0 1-3-16,2 2 7 0,-4 1 7 0,4 8-7 15,-4-8 5-15,2 2-3 0,0 7 8 0,0 3-1 16,-5-1 5-16,3-3-6 0,2 0 17 0,0-5 1 15,-1-6-2-15,-4 3 1 0,5-4 5 0,-7 0 5 16,7 0 3-16,5 0 1 0,-10-7-7 0,4-1 1 16,1-3-4-16,-5 2 1 0,10-6 3 0,-5-1-4 0,0-2 2 15,0-1-4-15,0-5-2 0,1 4-1 16,6-2-5-16,-1-3 0 0,3 0-7 0,11-4-6 16,-4 2-31-16,6-2-46 0,-1-3-42 0,2 2-51 15,7-5-63-15,-2 1-62 0,7-2-45 0,-5 1-75 0,1-3-68 16,1 0-329-16,-1 3-851 0,-4-7 377 0</inkml:trace>
  <inkml:trace contextRef="#ctx0" brushRef="#br0" timeOffset="1406.1">6423 3173 30 0,'0'0'378'16,"0"-8"2"-16,4 4 12 0,-4 4 4 0,3-7-7 0,-3 7-17 15,0 0-14-15,0 0-25 0,0-4-27 16,0 4-31-16,0 0-33 0,0 0-26 0,0 0-23 15,0 0 1-15,0 20 3 0,0-13-6 0,-3 4-16 0,3 1-4 16,-4 3-20-16,4 2-14 0,-1 2-11 0,1 4-14 16,1-2-7-16,-1 6-13 0,0 0-5 0,0-4-9 15,0 1-11-15,0-3-2 0,0 4-14 0,0-3-36 16,4 1-35-16,-4-3-42 0,3-5-42 0,-3 0-53 16,2-3-41-16,-2 3-46 0,0-2-36 0,6-6-41 15,-6-2-45-15,0 2-70 0,0-7-245 0,7 1-738 16,-7-1 326-16</inkml:trace>
  <inkml:trace contextRef="#ctx0" brushRef="#br0" timeOffset="2468.48">7107 3487 190 0,'0'0'368'0,"0"0"0"16,0 0-13-16,0 0-9 0,0 0-25 0,0 0-23 0,0 0-16 16,8 5-22-16,-8-5-24 0,0 0-25 0,0 0-20 15,0 0-11-15,0 0-25 0,2 3-17 16,-2-3 19-16,0 8-25 0,5-4-14 0,-5-4-8 16,0 11-12-16,0-3-8 0,0 0-11 0,1-1-3 0,-1 1-13 15,-1-2-5-15,1 1-8 0,-5 7-11 0,3-6-16 16,1 0-15-16,-6 4-12 0,7-4-23 0,-5-1-23 15,0 1-30-15,0-1-26 0,-2 2-24 0,2-2-26 16,-5 0-28-16,6-4-33 0,-6 0-31 0,3 3-48 16,-3-5-288-16,3 1-633 0,7-2 281 0</inkml:trace>
  <inkml:trace contextRef="#ctx0" brushRef="#br0" timeOffset="3093.42">7676 3200 279 0,'4'-11'317'16,"-3"8"-19"-16,4-2-24 0,-5 5-17 0,8-7-23 0,-4 6-20 15,2-2-21-15,-6 3-16 0,12-5-20 0,-4 3-15 16,2 2-14-16,-10 0-10 0,22-2-7 0,-6 2-15 16,-6 0-8-16,7 2-12 0,-1 0-6 0,-1-1 0 15,5 4-9-15,-10-3-9 0,3-1-10 0,0 3-2 16,-4-2-4-16,4 4 1 0,-3-3-8 0,5 5 0 15,-9-5-2-15,6 1-7 0,-4-1-3 0,1 3 1 16,-3-2-6-16,-4 4-6 0,4-5-6 0,-1 3-1 16,-3-3-5-16,-2 4 2 0,0 3 3 0,0-3-2 15,-2 1-1-15,-4-3 6 0,1 3-3 0,-3 0-7 16,-1-3 6-16,1 3-1 0,-4 2-1 0,6-6 1 16,-4 3 0-16,-3-1 1 0,6 3 0 0,-3-4 1 15,3 2-3-15,1 1 0 0,-1-4 6 0,6 0-7 16,-6 1 2-16,7 1 6 0,-5 2-2 0,5-8 0 15,0 10-4-15,5-3 4 0,-2 0 1 0,2 0 1 16,2-1 1-16,1 1-4 0,0 1 3 0,6 1 2 16,-1-3-4-16,0 5-1 0,-3-3 4 0,5 0-3 15,-5-1-2-15,0 1 8 0,-2 0-8 0,0-1 2 0,1 1-1 16,-1-4 2-16,-5 4-1 0,1-3-2 0,-3 3 4 16,3 2 4-16,-4-5-3 0,-4 2 5 15,3 5-5-15,-3-5 0 0,-2-2 0 0,-1 3 2 16,-5 1-3-16,2-3 1 0,-3 0-1 0,-3 2-8 0,1-1-10 15,-7-6-19-15,1 3-22 0,-1-4-20 0,2-4-28 16,-4 4-35-16,0-1-46 0,1-2-59 0,3-4-238 16,-1-1-523-16,4 4 232 0</inkml:trace>
  <inkml:trace contextRef="#ctx0" brushRef="#br0" timeOffset="3733.97">8222 3015 149 0,'0'0'375'16,"-4"-8"-13"-16,4 8-5 0,-5-10-9 0,5 10-16 0,0-9-21 16,5 3-33-16,-5 6-7 0,1-9-24 0,-1 3-24 15,0 6-19-15,7-7-23 0,-6 4-13 16,4-5-25-16,2 5-8 0,-4-2-15 0,9 1-11 0,-12 4-12 16,8-4-6-16,-6 1-13 0,-2 3-12 0,11-4-3 15,-11 4-7-15,0 0-9 0,12-4-1 0,-12 4-6 16,12 0-5-16,-12 0-4 0,15 1-3 0,-7 2 1 15,-2 2-7-15,3-3-2 0,-3 2-4 0,3-1-1 16,-1 0-2-16,0 2 1 0,4-3-4 0,-4 5 1 16,0-3 0-16,-1 0-3 0,4 1-4 0,-2 2-2 15,-1-2 0-15,-5 2-2 0,2 1 4 0,4-1-1 16,-4 1 1-16,-2 3-5 0,5-3 5 0,-8 4-1 16,5-1-1-16,0 5 2 0,2-4-3 0,-7 3-1 15,3-1-1-15,-3 7 2 0,-3-3 1 0,3 2-1 16,3-1 5-16,-3 5-6 0,0 0 0 0,0-2-2 15,0 2 6-15,0 6-1 0,0-4-1 0,0 2 1 16,-3-1-2-16,3-1 3 0,-2 2-5 0,2 1-1 0,-5 1 8 16,2-3 0-16,1 1 5 0,0-1 7 15,2-5 3-15,-3 5 1 0,-2-8-1 0,0 1-9 16,4-4 12-16,-3-1 16 0,3 1-2 0,-3-4-4 16,1-1 10-16,0 1 9 0,3-3 5 0,-4-2 5 0,3 1 2 15,-1-1 0-15,-3 0 1 0,5-2 0 0,0-5-5 16,-7 8-6-16,4-5-5 0,3-3-4 15,-13 7-4-15,0-5-11 0,3-2-34 0,-7 0-48 0,-3-2-60 16,-1-2-73-16,-4 8-74 0,-8-4-65 0,3 0-99 16,-13 2-392-16,-7 0-880 0,2-2 389 0</inkml:trace>
  <inkml:trace contextRef="#ctx0" brushRef="#br0" timeOffset="4593.26">6195 4740 232 0,'0'0'273'0,"0"0"-20"16,0 0-16-16,0-9-17 0,0 9-16 0,0 0-24 15,0 0-15-15,-8-3-20 0,8 3-15 0,0 0-9 0,-15 2-9 16,15-2-6-16,-15 0-1 0,-5 0-4 0,10 0-1 16,-10 1 3-16,4-1 1 0,-6 0-1 15,-6-1-3-15,-2-1-4 0,2 0-4 0,-2-1-7 0,4 2-4 16,-4-2 0-16,2-3-1 0,8 4-1 0,-2 1-3 15,8 1-3-15,-8-3-5 0,6 0-3 0,7 0-2 16,-4 1-5-16,8-1-12 0,5 3 1 0,-17-1-11 16,17 1-2-16,0 0 2 0,-14 1-15 0,14-1-3 15,0 11 3-15,0-11-5 0,6 14 0 0,2-5 1 16,-1 1 1-16,-7 3-7 0,10 1 1 0,-3 4-1 16,1 4-4-16,4 2 0 0,-4 3 4 0,-2 4 1 15,1-4-9-15,1 3-2 0,-3-2-8 0,-1 0 14 16,-4 4-2-16,0-2-5 0,0 0-3 0,0 0 6 15,0 5 3-15,0-6-1 0,-9 12-5 0,8-2 6 16,-4-9 2-16,3 10-7 0,-3-9 17 0,3 3-7 16,1-4 12-16,-4-1 11 0,5 11 2 0,-7-13 3 15,7 3 0-15,0-3 6 0,0 4 7 0,5-1 5 0,-3-2 2 16,-2-1-2-16,5-4 3 0,-5-1-3 0,1-2 2 16,6 4 5-16,-5-5 0 0,4-4 2 15,3 1-2-15,-4 0-1 0,4-2 0 0,3 2-3 0,5-7 0 16,-2-1-12-16,6 1-4 0,4-3-5 0,3-4-9 15,5 0-31-15,-1-4-37 0,-1-3-63 0,14-3-64 16,-11-1-71-16,3-1-85 0,6-10-114 0,-5-4-322 16,2 1-818-16,-4-4 362 0</inkml:trace>
  <inkml:trace contextRef="#ctx0" brushRef="#br0" timeOffset="5171.32">6362 5013 78 0,'-3'-8'339'0,"3"1"-15"15,0 7-6-15,-5-10-17 0,1 5-22 0,3-3-16 16,1 8-20-16,5-12-18 0,0 8-26 0,-5-2-15 16,3 0-19-16,0 0-15 0,7-1-24 15,-1 5-10-15,1-3-4 0,3 5-18 0,-5-3-4 0,7 3-18 16,0 0-6-16,1 3-6 0,-2-1-2 0,-1 1-8 16,-3-1-4-16,3 0-9 0,-5 3-3 0,7 1-3 15,-8 0-4-15,4 0-1 0,-2-2-9 0,-3 3 3 16,-4 1-10-16,6 0-1 0,-8-1-1 0,7 1 10 15,-7 1-12-15,-7 1 8 0,4-2-14 0,-2 1-1 16,-3-3 2-16,-1 2 4 0,-2 0-3 0,4 1 2 16,-3-1-3-16,2-1 0 0,1 1-3 0,-4-2 2 15,7 3 0-15,-7-3-1 0,9 0-8 0,-4 1 10 16,4 4-6-16,-3-5 4 0,3 0-4 0,2 5 9 0,2-4 1 16,5 1-2-16,-1 4-8 0,3-4 10 15,-3 6 3-15,9-2-5 0,-7-2-3 0,4 2 3 16,-4-1-1-16,5-2 3 0,-4 3-7 0,-1-2 0 15,0 1-1-15,-1-3 3 0,1-1 0 0,-1 2 0 0,-1-2-6 16,-2 4 3-16,2-2 22 0,-6-2-20 0,0 2 0 16,-3-1 3-16,0 1 19 0,-2-1-21 15,0 1 0-15,-5-1 2 0,-2 0 3 0,-3-4-2 0,0 6 0 16,-1-3-2-16,-4 2 5 0,-1 0 2 0,-3-5-8 16,3 4-22-16,-2-1-18 0,-5 4-22 0,3-3-34 15,3-4-33-15,1 3-55 0,1-2-69 0,10-1-66 16,-3 3-212-16,4-6-576 0,3 2 255 0</inkml:trace>
  <inkml:trace contextRef="#ctx0" brushRef="#br0" timeOffset="5405.67">6996 5563 270 0,'10'2'306'15,"-3"1"-24"-15,-1 0-24 0,-1 1-21 0,-5-4-22 0,8 8-15 16,-6-6-17-16,-2-2-12 0,7 7-14 0,-6-1-15 16,-1 0-14-16,0-6-11 0,-3 15-13 15,0-9-15-15,3 1-3 0,-2 5 1 0,0-4-24 0,-3-2-20 16,4 3-25-16,-4-3-37 0,3 2-43 0,1-6-49 16,1 8-52-16,0-10-55 0,1 7-213 0,-1-7-466 15,0 0 206-15</inkml:trace>
  <inkml:trace contextRef="#ctx0" brushRef="#br0" timeOffset="5671.27">7605 5036 362 0,'0'-5'393'16,"0"5"-20"-16,2-7-28 0,-2 7-32 0,0 0-32 15,0 0-31-15,0 0-12 0,0 0-20 0,13 13 10 16,-5-1-25-16,-6-2-17 0,5 7-17 0,-1 2-19 0,1-1-8 16,3 11-15-16,-2-2-9 0,0 0-12 15,2 3-10-15,2 8-10 0,-6-13-2 0,3 5-11 16,-3 3-4-16,6-3-11 0,-9 0-12 0,1-11-21 0,-1 5-42 16,2-4-46-16,1-1-36 0,-2-4-39 0,-4-3-46 15,1-2-58-15,3-2-68 0,-1-3-305 0,-3-5-666 16,8 3 296-16</inkml:trace>
  <inkml:trace contextRef="#ctx0" brushRef="#br0" timeOffset="6108.72">7925 4775 283 0,'-2'-8'345'0,"-5"-2"-5"0,7 2-9 16,0 1-2-16,-6 0-19 0,6 7-9 0,-7-7-14 16,7 7-20-16,0-6-22 0,0 6-25 0,7-8-20 15,-7 8-25-15,6-3-19 0,-6 3-12 0,17-1-13 16,-17 1-17-16,20 0-10 0,-12 0-12 0,5 0-9 16,-3 1-7-16,3-1-9 0,-3 2-5 0,2-1-7 0,-2 1-5 15,1 1-8-15,-1-1-6 0,-1 0-5 0,1 3-7 16,-1-2 0-16,-2 1-3 0,1 3-5 15,-6-1-7-15,5 1 4 0,-6 0-4 0,6 6 4 0,0 0-9 16,-2 2 4-16,-4 1-5 0,2 7 1 0,-1-3 2 16,1 8-2-16,4 1 4 0,-4-2-5 0,-1-2 1 15,0 17-1-15,-1 0-2 0,6-12 1 0,-5 14 2 16,3-4 10-16,-5 4-13 0,1-4 4 0,3 2-4 16,-1-3 4-16,3 3-6 0,-6-11 0 0,0 1 4 15,0-3-4-15,0-1 3 0,0-3 2 0,-4 1-1 16,4-5-2-16,-2-4 1 0,-6-1-1 0,3-4 8 15,0 3-1-15,-7-4 0 0,2-1 4 0,-5-3-1 16,-5 0-12-16,1-3 5 0,-10-4-6 0,-2 0-26 0,-2-1-34 16,-4-6-48-16,-11 4-48 0,2-4-60 15,-7 2-74-15,8-7-91 0,-9 2-267 0,6 1-703 16,3 1 311-16</inkml:trace>
  <inkml:trace contextRef="#ctx0" brushRef="#br0" timeOffset="7046.12">6327 6875 180 0,'0'0'287'0,"0"-11"-8"0,-1 5-14 0,1 0-7 15,0 6-10-15,-7-13-14 0,5 10-13 16,-4-5-15-16,1 2-17 0,-2-2-11 0,-1 3-26 16,-2-2-10-16,-2 2-14 0,-4-3-13 0,-1 2-10 0,-3 1-12 15,-1 4-10-15,-9-5-10 0,9 5 0 0,-1-1-11 16,-8-3-4-16,7 5-6 0,-8 0 5 16,9 0-18-16,1 0-7 0,-1 3 2 0,6-3-8 0,-4 2-1 15,10 0-9-15,-5-1 1 0,3 2-1 0,4 0-3 16,0 3 0-16,1-2-1 0,1-1 3 0,4 5 0 15,-5 3-6-15,7-4 3 0,0 5-4 0,0-1-1 16,5 5-2-16,-1-4 0 0,-4 4 2 0,6 1 10 16,2 1-13-16,-1 3-4 0,0 4 4 0,3-2 1 15,-5-4-5-15,1 10 5 0,1-2-2 0,-1 2-2 16,-4 3-3-16,5 6 7 0,-4 2-3 0,0-8 0 16,-3 10-4-16,0-13 7 0,0 13 8 0,-3-2 7 15,1 1 8-15,1 3 12 0,-4-5 6 0,1 0-6 0,-1-7 1 16,4 0-1-16,-3-3 8 0,1 1 8 15,-2 2 0-15,4-5-2 0,-1 0 3 0,2-8 4 16,-3 4 12-16,6-5 1 0,-3 2 4 0,2-3-2 0,-1-2-4 16,4 0 9-16,2 1 8 0,-1-8-3 0,1 0-3 15,6 1-4-15,7-2-11 0,3-1 0 0,5 1-12 16,2-2-12-16,2-5-21 0,2 0-25 16,-2-3-31-16,3-4-43 0,11-1-60 0,-1-4-49 0,-12 3-50 15,-2-1-80-15,12-18-83 0,-5 2-333 0,5 1-791 16,-11-7 350-16</inkml:trace>
  <inkml:trace contextRef="#ctx0" brushRef="#br0" timeOffset="7327.34">6657 7045 242 0,'0'0'388'0,"-9"-4"7"16,4 0 1-16,5 4 5 0,-6-8-13 0,6 8-22 16,-2-6-27-16,2 6-32 0,0 0-30 0,0 0-27 0,0 0-38 15,0 0-20-15,0 0-17 0,0 0-18 0,-6 15-14 16,6-4-19-16,3-3-8 0,-6 7-13 16,6 2-16-16,-3 1-3 0,0 1-6 0,0 8-11 0,0 2-2 15,-3 1-6-15,3-6-5 0,5 3-8 0,-5 0-26 16,1-1-48-16,1 2-34 0,1-4-52 0,0 1-41 15,2-4-42-15,-1-3-62 0,2 4-91 0,3-8-378 16,4 0-789-16,-3-2 350 0</inkml:trace>
  <inkml:trace contextRef="#ctx0" brushRef="#br0" timeOffset="7561.69">7056 7503 275 0,'0'0'300'0,"1"6"-4"0,-1-6-2 16,4 9-9-16,1-3-9 0,-4 3-9 0,1 0-5 0,-1 0-17 15,1 3-16-15,1 3-20 0,2 2-21 0,-3-6-14 16,-2 6-18-16,3 0 3 0,-3 2-29 16,0-1-14-16,-8 0-13 0,6 2-9 0,-3-5-10 0,4 5-21 15,-2-1-41-15,-14-6-34 0,9 5-44 0,-1-7-40 16,-4 2-54-16,0-2-62 0,1-3-74 0,2-3-284 15,-1 1-616-15,3-5 272 0</inkml:trace>
  <inkml:trace contextRef="#ctx0" brushRef="#br0" timeOffset="7936.65">7521 7231 157 0,'0'0'341'0,"0"0"-37"0,0 0-28 0,0 0-29 0,0 0-19 15,0 0-10-15,0 0-16 0,5 12-15 0,-4-4-18 16,-1 4-18-16,0-2-11 0,0 1-8 16,7 2-14-16,-7 1-7 0,8 4-18 0,-1-6-9 15,1 6-4-15,-1-4-9 0,1-1-6 0,4 1-6 0,-1-2-6 16,1-2-3-16,1-3-6 0,-3 1-1 0,3-4-4 15,-5-4-3-15,6 0-2 0,-14 0-7 0,21-7 1 16,-11 2-3-16,-2 1-1 0,1-4 0 0,2-8 0 16,-4 1 1-16,0 0 5 0,-3-10 4 0,1 7-6 15,0-8 9-15,-1 6 10 0,-4-5-1 0,0 7 8 16,-4-5 12-16,1 8-5 0,0-1-8 0,-2 1-10 16,-3 0 0-16,-1 3-5 0,1 2-11 0,0 2-4 15,-6-1-13-15,0 0-19 0,0 8-33 0,-2-4-30 16,1 5-28-16,-5 6-25 0,3-2-35 0,-1 3-45 15,2 0-56-15,1 1-48 0,0 2-236 0,8-1-589 16,-1-3 260-16</inkml:trace>
  <inkml:trace contextRef="#ctx0" brushRef="#br0" timeOffset="8264.74">7997 7266 105 0,'0'0'336'0,"14"0"-14"0,-14 0-21 0,0 0-28 0,0 0-26 16,0 0-25-16,8 1-24 0,-8-1-18 0,0 0-22 15,0 0-17-15,3 8-13 0,-3-8-5 0,0 0-19 16,-3 7-10-16,3-7-11 0,0 0-5 0,2 7-9 16,-2-7-9-16,1 4-5 0,-1-4-1 0,0 0-1 15,4 4-4-15,-4-4 10 0,0 0 17 0,0 0-1 16,0 0 15-16,0 0 14 0,0 0-3 0,0 0-7 15,0 0-7-15,0 0-12 0,0 0 2 0,6-15-17 16,-6 15-6-16,2-12-8 0,-2 12-1 0,0-7-19 16,0 1-18-16,0 6-24 0,-2-9-30 0,2 3-32 0,0 6-38 15,-3-6-47-15,3 6-51 0,0 0-59 16,-8-5-44-16,8 5-232 0,0 0-593 0,-7-4 264 16</inkml:trace>
  <inkml:trace contextRef="#ctx0" brushRef="#br0" timeOffset="8592.83">8302 7068 36 0,'0'0'366'0,"0"-6"-4"0,0 6-23 15,-10-6-12-15,10 6-16 0,-5-3-20 0,5 3-22 16,0 0-26-16,-12-4-17 0,12 4-28 0,0 0-10 15,-13 7-27-15,7-2-3 0,6-5-8 0,-7 8-6 16,7-1-13-16,0 1 6 0,5 0-7 0,-5 4 3 16,7 0-3-16,-4-3-7 0,8 8-11 0,-2-4-7 0,-3 2-10 15,6 0-12-15,-7-8-6 0,10 9-5 0,-2-3-8 16,-5 1-5-16,1-3-5 0,-1 0-7 16,-2-2-4-16,3-2-8 0,-4 2-4 0,-2 2-3 0,2-7-1 15,-3 3-2-15,1-2 0 0,-3 3-8 0,0-1 1 16,0 0-5-16,-7 0 2 0,7-7-2 0,-11 8-8 15,2-6-19-15,3 1-25 0,-4 2-48 0,-3-3-40 16,3-1-44-16,-3-1-37 0,1 3-40 0,-3-2-57 16,3-1-53-16,-1-1-319 0,0-2-733 0,5 2 325 15</inkml:trace>
  <inkml:trace contextRef="#ctx0" brushRef="#br0" timeOffset="8827.18">8218 6984 295 0,'-7'-8'368'0,"7"4"2"0,0-7-7 15,0 6-2-15,0-3-24 0,2 1-12 0,4 0-25 16,1 2-28-16,-1-3-27 0,1 5-22 16,3-2-26-16,3 4-20 0,2-1-18 0,5 1-13 0,-3-3-15 15,4-1-19-15,-3 5-35 0,4-2-41 0,6 4-48 16,-7 3-61-16,3-4-51 0,-8 2-57 0,6-2-77 15,6 1-80-15,-12-1-247 0,4-1-634 0,2 0 281 16</inkml:trace>
  <inkml:trace contextRef="#ctx0" brushRef="#br0" timeOffset="9342.83">8595 6569 222 0,'-7'-8'400'0,"6"-3"-12"0,1 3-3 0,-2 0-20 0,-3 0-10 16,0-2-13-16,2 4-20 0,3-1-18 16,0 7-22-16,0-11-24 0,0 3-21 0,0 8-24 0,0 0-23 15,0-8-19-15,0 8-14 0,8-7-18 0,-8 7-17 16,15 0-13-16,-15 0-9 0,20 3-16 0,-10 1-1 15,5 1-15-15,-9 2-6 0,11 0-3 0,-2 2-11 16,-2 2-4-16,0-3-8 0,4 4-2 0,-2 0-5 16,-4-1-3-16,2 1-5 0,-1 3-3 0,-4 0 0 15,6 0-1-15,-3-2-2 0,-3 4 0 0,2 1-4 16,0-3 1-16,-5 4-2 0,5 0-3 0,-7 0 1 16,6 7-5-16,2-1 3 0,-1-2-1 0,-3 4-2 15,-2-2-1-15,0 0 1 0,0 2 1 0,-4 5-3 16,-1-5 0-16,0 0 2 0,5 0 0 0,-10 0-2 15,10 3 2-15,-5-2-4 0,0 14 3 0,-5-10-6 16,10-3 5-16,-5 3 0 0,4-1 2 0,-4-4-1 0,0-2-1 16,-4 4 2-16,-1-2 2 0,5-2 2 0,0 2-3 15,-1-9 6-15,1 3 2 0,0-6 4 16,0 1 6-16,0 1 0 0,0 0 9 0,0-6 2 0,0 6 1 16,0-7-2-16,-5 1-2 0,5-2 0 0,0 0 3 15,0 1-3-15,0-2 11 0,-5-1-10 0,1 1 3 16,-2 1-2-16,4 0 0 0,-8-3-2 0,-1-2-3 15,-1 4-8-15,-6-4-20 0,-7 3-32 0,-3-3-46 16,-7-2-66-16,4 0-75 0,-14 3-77 0,-5 1-87 16,6-5-115-16,-13-2-297 0,6-2-861 0,-5-5 381 15</inkml:trace>
  <inkml:trace contextRef="#ctx0" brushRef="#br0" timeOffset="13477.45">11232 1191 122 0,'3'-6'288'0,"-3"6"-17"0,3-9-17 16,2 5-18-16,-5 4-22 0,3-4-23 15,-3 4-21-15,0 0-22 0,0 0-17 0,0 0-9 0,0 0-14 16,0 0-12-16,14 17-11 0,-13-2 2 0,6 3-9 16,-4-2-5-16,2 8-8 0,0 2-7 0,-3 1-5 15,6 4-7-15,-8 0-5 0,0-4-2 16,0 1-3-16,0 5-2 0,-5-5-3 0,5 4-5 0,-3-3 5 15,3-1-8-15,-2-1-1 0,-3 0 0 0,5-7-2 16,0-4 4-16,0 3-6 0,0-4 1 0,-8 4 2 16,8-10 4-16,-2 1 8 0,4-2 10 0,-2-1 16 15,0-4 22-15,0-3 21 0,3 7 39 0,-3-7 20 16,0 0 21-16,0 0 10 0,0 8-18 0,0-8-19 16,0 0-14-16,0 0-8 0,15-18-19 0,-8 11-13 15,-2-3-11-15,1 2-7 0,8-4-9 0,-13-4-5 16,8 5-7-16,-3-5-9 0,7 1-4 0,-4 5-7 15,-1-3-2-15,4-1 4 0,-6 4-7 0,2-1 0 16,1 0 2-16,-1-1 3 0,-1 5-4 0,-1 2-4 16,3-3-1-16,-1 0-2 0,-5 2-3 0,5 3-5 15,-4-3-1-15,-1 0-5 0,-3 6-1 0,10-5-4 16,-10 5-1-16,7-2-4 0,-7 2-3 0,0 0-4 16,13 1-5-16,-13-1 7 0,11 9-1 0,-4 0 0 0,0-3-4 15,-1 1 2-15,2 7-3 0,1-8 2 16,-4 9 3-16,5-3-11 0,-4 3-9 0,1 0-4 15,1 0-10-15,-3 2-10 0,2-6-30 0,-1 6-25 16,-2-7-26-16,2 2-32 0,-1 2-10 0,-1-4-16 0,-3 0-24 16,4-1-30-16,-5 2-36 0,0 1-45 0,5-8-44 15,-2 1-281-15,-3 3-695 0,0-2 308 0</inkml:trace>
  <inkml:trace contextRef="#ctx0" brushRef="#br0" timeOffset="13696.17">11867 1807 4 0,'0'0'289'0,"12"0"-17"0,-12 0-24 0,0 0-25 15,0 0-21-15,6 4-16 0,-6-4 7 0,5 5-15 16,-5-5-14-16,4 14-17 0,-4-8-11 0,3 0-16 16,-3 6-7-16,2-1-12 0,1 2-11 0,2 2-4 15,1 0-11-15,-1 3-3 0,0 0-1 0,7 0-15 16,-5 0-8-16,3 0-43 0,1 6-63 0,4-3-83 15,5-2-94-15,-7 1-207 0,2-4-477 0,7-4 212 16</inkml:trace>
  <inkml:trace contextRef="#ctx0" brushRef="#br0" timeOffset="14883.55">14565 1211 326 0,'5'-7'315'0,"-3"0"-15"0,3 2-14 0,-4 1-24 16,-1 4-23-16,7-4-27 0,-7 4-18 16,0 0-28-16,0 0-19 0,0 0-13 0,0 0-12 0,6 13-14 15,-4 4-13-15,1-2-11 0,2 4-6 0,-5 6-8 16,2 4-4-16,1 0-11 0,-1 2-3 0,0 7-4 15,-2-6-6-15,5 7-3 0,-2-9-4 0,-3 2-5 16,0 7-17-16,0-9-3 0,-5-3-1 0,5-3 7 16,0-3-8-16,0-1-4 0,-3-3 6 0,3-2-3 15,0 0-2-15,0-3 0 0,-2-2 1 0,4 0 14 16,-4-1-12-16,2-6-1 0,2 3 17 0,-2-6 30 16,0 12 34-16,0-12 31 0,3 4 15 0,-3-4 1 15,0 0 0-15,0 0-22 0,0 0-9 0,15-12-8 16,-15 12-9-16,10-10-6 0,-4 7-5 0,3-6-4 15,-1 0 7-15,0 0-5 0,7 0-4 0,-2-6-5 16,-1 7-11-16,0-2 3 0,-1 1-4 0,-1-1 11 16,5 0-1-16,-8 0-1 0,4 4-4 0,-1-2-7 15,-5 1-5-15,5-1-1 0,0 4-6 0,-5 0-2 16,2-3-4-16,-1 2-4 0,-3 1-4 0,4 0 0 16,-7 4-3-16,13-6-4 0,-13 6-2 0,9-6-3 15,-4 4-3-15,-5 2-1 0,0 0-1 0,10-1-4 16,-10 1 0-16,0 0 1 0,16 3-4 0,-11 2-1 0,2-2-2 15,-1 2-10-15,1 3-9 0,1-1-12 0,-1 4-12 16,-6-2-15-16,8 3-13 0,-3-2-27 16,3 9-12-16,-1-3-14 0,-1 0-14 0,1 3-17 15,0-1-1-15,-3 1-11 0,2 3-11 0,-1-7-12 0,1 8-27 16,1 1-27-16,0 0-24 0,1-9-36 0,2 3-273 16,-4-5-626-16,3 2 278 0</inkml:trace>
  <inkml:trace contextRef="#ctx0" brushRef="#br0" timeOffset="15274.13">15263 1782 214 0,'0'0'264'0,"0"0"-13"0,0 0-15 0,0 0-5 0,0 0-22 16,14 7-12-16,-14-7-21 0,6 6-12 0,-2-1-17 16,2-1-15-16,-1 3-13 0,0-6-10 0,2 3-15 15,-1 4 1-15,-1 2-16 0,2-5-12 0,-4 2-2 16,4 5-9-16,-4 0-7 0,1-4-4 0,1 4-3 16,-4-2-9-16,-1 2-1 0,2-1-5 0,-2 0 0 15,-3-1-2-15,-1 0-4 0,1 2 0 0,-4 0 4 16,1-4 6-16,1 1 9 0,-4-1-2 0,1-1 4 15,2 0 2-15,2 1 8 0,-1-2 3 0,-3 0 3 16,1-1 14-16,7 0 7 0,0-5 9 0,-5 5 14 16,5-5 28-16,0 0 13 0,0 0 12 0,0 0-8 15,0 0-14-15,14 6-11 0,-3-6-15 0,6 0-11 16,-1-2-26-16,9 2-35 0,2 0-49 0,2 0-57 16,5 6-70-16,2-4-72 0,-1-2-106 0,14 0-107 15,-17-2-226-15,1-1-705 0,10-4 312 0</inkml:trace>
  <inkml:trace contextRef="#ctx0" brushRef="#br0" timeOffset="19164.34">5525 2583 133 0,'0'0'142'0,"0"0"-4"0,0 0-4 16,0 0 0-16,0 0-5 0,0 0-4 0,0 0-6 15,0 0-8-15,0 0 3 0,0 0-11 0,0 0 1 0,0 0-11 16,0 0-4-16,0 0-9 0,0 0-5 0,0 0-5 16,0 0-7-16,0 0-6 0,0 0-7 0,0 0-6 15,0 0-1-15,0 0-3 0,0 0-3 0,43 0-3 16,-27 0-6-16,2 2-3 0,-1 2 2 0,1-3-3 16,4-2-6-16,6 1-1 0,2 1-2 0,-2 1 1 15,2-1-2-15,-1 4 6 0,6-6-3 0,-3 5-1 16,2 0-5-16,11-4 1 0,-14 5-2 0,4-5 0 15,-2 2 1-15,4-1-4 0,-3 2-2 0,3-3 6 16,-2 0-4-16,-4 1-2 0,4 1 3 0,-4-2-5 16,6 0 0-16,-4-2 1 0,-7 4-1 0,4-1-1 15,0-1 1-15,1 0 2 0,-9 0-4 0,6 0-1 16,-2 0 1-16,-4 0 1 0,3 0 0 0,0 4 1 16,-2-4 3-16,-3 0-7 0,1 0 4 0,2 0-2 15,-1 0 1-15,-1 0-2 0,1 0-1 0,-1 1 1 16,1-1-2-16,-6 0 2 0,6 4-2 0,-1-2 4 15,3-2 0-15,4 0-1 0,-5 1-3 0,-3-2 4 16,1-1-2-16,3 4 1 0,-6-2 0 0,7 0-2 0,-6 0 1 16,1 0-1-16,2 0 2 0,1-2 1 15,-10 4-2-15,10-2 1 0,-3 0 0 0,2-2 1 16,-6 4-2-16,4-4-1 0,-3 2 2 0,-2 0 0 0,4 0-1 16,0-4 1-16,-1 3-1 0,0 1 0 0,4 0 1 15,-6-4 0-15,4 4 3 0,0 0-5 0,-2 0 1 16,4 0-3-16,-6 0 3 0,4 0-2 0,2-1 2 15,-6-1 2-15,7 1-1 0,-5-2 0 0,4 3-3 16,-5-1 2-16,6 1 3 0,-2-2-3 0,1 2 1 16,-1-2-3-16,-3-2 0 0,4 4 3 0,0-3 1 15,-1 0-2-15,-6 2 0 0,6 1 0 0,-6 0 1 16,7-4 0-16,-1 4-4 0,-4-1 0 0,4 1 3 16,-1 0-1-16,-3 0 0 0,11 0-2 0,-10 0 5 15,2 0 0-15,0 0-2 0,-2-2 1 0,2 2-3 16,0 0 2-16,-2 2 0 0,4-2 0 0,-1 0 0 15,4 0-1-15,-5 0 2 0,3 0-3 0,5 0 1 16,0 0 1-16,-5 1-1 0,1-1 0 0,-5 4 3 16,10-4 1-16,-6 0-2 0,3 1-2 0,-1 2 1 15,-3-6 0-15,9 2 3 0,-11 1-4 0,5 0 2 16,-2 0 0-16,-2 0-2 0,3 1 4 0,-3 2-6 16,1-6 2-16,-1 3-1 0,-1-1 3 0,0 1-2 15,1-4 1-15,-1 8-1 0,0-4 4 0,2-5-4 0,-1 5 0 16,-3 0 1-16,4-3 1 0,-7 0-2 0,8 3 0 15,-3-1 2-15,-4 1-1 0,6-2 0 16,-1 2 0-16,-1 0 2 0,-2-2-3 0,2 2-1 0,2-5 3 16,-1 5 1-16,-1 0-1 0,2 0-3 0,1 0 4 15,-2 1-2-15,1-1-1 0,-1 4 3 0,8-4-1 16,-6 0 1-16,7 4-3 0,-9-3 1 16,9-1 1-16,-10 0 1 0,9 4-2 0,-10-2 5 0,6-2-7 15,1 0 2-15,-4 1 3 0,-1-1-4 0,7 0 1 16,-5 0-1-16,1 4 2 0,2-3 0 0,-4-1-1 15,-6 0-2-15,4-1 3 0,-4 1 0 0,4 0 1 16,-8 1-2-16,6-2 0 0,-6 1-2 0,3-4 1 16,-4 3 1-16,4 1 3 0,-2 0-3 0,-1-2-1 15,6 2 2-15,-6-1 4 0,8-3-5 0,-6 4-1 16,-2-2 2-16,0 2-2 0,9-2 3 0,-6-2-3 16,-2 3 1-16,4-1 0 0,4-1-1 0,-2 2 3 15,-1 1-2-15,-2-4-2 0,3 1 2 0,-3 3 1 16,6 0-1-16,-6 0-2 0,2 0 2 0,1-1-1 15,0 1-1-15,0 0 1 0,2 1-1 0,-8-1 3 16,9 0 1-16,-7 2-2 0,6-4 0 0,-4 2 3 16,4 2-3-16,-1-2-1 0,-3 0 1 0,4 0-1 0,1 0 3 15,-4 0-2-15,4 0 3 0,-3-2-3 0,3 4 0 16,-2-1-1-16,0-1 2 0,5 0 4 16,-4 0-5-16,-1 0-2 0,1 4 4 0,1-4-2 15,-1 0-2-15,9-4 4 0,-10 4-2 0,-3 4 5 0,3-8-7 16,-1 4 3-16,0 0-2 0,0-1 3 0,-4 1-1 15,2-2-2-15,-1 2 0 0,3 0 0 0,-3-1 4 16,1 1-3-16,-1 0-2 0,-2-3 4 0,-1 2-2 16,2 1 0-16,0-2 5 0,-1-4-6 0,-5 6 2 15,6-3-2-15,5 0 3 0,-12 2-1 0,7 1-4 16,0-2 2-16,1-1 1 0,-1 0-2 0,3 3 3 16,-3-3-3-16,0 3 2 0,2-5 2 0,-6 5-2 15,4-3 3-15,2 3-3 0,-1-2-4 0,-1 2 5 16,3-2 0-16,-6 2-3 0,1 0 2 0,4 0 0 15,3-5 0-15,-11 4 2 0,10 1-5 0,-8 0 3 16,1-2 2-16,8 2-2 0,-4-1-3 0,1 2 1 16,-2-5 2-16,-4 1 2 0,1 2 0 0,6 2-3 15,-1-2 1-15,-1 1 0 0,2-2-1 0,-6 2 1 16,4-2-2-16,-1 2 3 0,4-3-2 0,-5 3-1 0,3 0 1 16,-4 0 1-16,5-1 8 0,-1 1-8 15,0-1-2-15,2 1-1 0,-4 1 2 0,2-1-1 16,4 0 4-16,-1 0-4 0,-3 1 5 0,-1-1-3 15,3 0-2-15,-3 0 1 0,1 5 3 0,3-2-4 0,-1 0 1 16,-2 0 3-16,0-2-1 0,4 2-3 0,-1-1-1 16,-4 1 3-16,6 0-3 0,-5-2 4 15,-3 2-2-15,3 2 2 0,3-5-4 0,1 0 2 0,-1 4 2 16,-2-2-2-16,4 3-1 0,-2-4 4 0,-4-1-4 16,4 5 4-16,2-3-2 0,-1 3-2 0,-1-3 8 15,0-1-6-15,0 2-1 0,-2-3-3 0,4 1 4 16,-1 1 1-16,-4-2-1 0,-2 1-1 0,-2-1 1 15,2 4-2-15,1-3 6 0,-3-1-6 0,-1 3 3 16,0-3-1-16,-1-3 1 0,-11 3-1 0,20 0 0 16,-10 0 0-16,0 0 0 0,0-1-1 0,-10 1 7 15,23 0-5-15,-11 0-2 0,-12 0-2 0,19-5 4 16,-5 5-1-16,1-2-3 0,-5 2 3 0,3 0 1 16,2-1-5-16,-4 1 4 0,7 0-3 0,-3 0 4 15,0 0-1-15,0-3-1 0,2 3 4 0,-6 0-3 16,3-1 0-16,-3 1 1 0,7-2-2 0,-1 4-1 15,-2-4 3-15,0-3-2 0,1 4 1 0,2 2 2 16,-8-2-4-16,5 0 2 0,2 1 8 0,-6-2-10 0,6-1 0 16,3 3 3-16,-4-1-2 0,-1-1 2 15,2-1-2-15,1 3 2 0,-3-2-2 0,6 1 0 16,-6-2 0-16,5 3 1 0,-3 0 0 0,-1 0 8 0,3-3-9 16,-3 1 0-16,4 2 1 0,-2 0-3 0,2 0 3 15,2-3 3-15,-6 3-4 0,4 0-2 0,-2 0 3 16,-1-1 0-16,3 1 2 0,1 0-3 15,-4 0 7-15,-4 0-7 0,2-1 2 0,5 1-3 0,-5 0 1 16,1-2-1-16,6 2 0 0,-8 0 2 0,3 0-2 16,0 0 2-16,2-3 0 0,-2 6-1 0,1-1 0 15,0-1 0-15,2-1 1 0,3 0 1 0,-4 4-1 16,1-4 2-16,3 2-4 0,-3 1 0 0,1-3 6 16,1 0-4-16,-1 4 1 0,-4-2 0 0,4-2-2 15,-4 3 1-15,1-1 0 0,0-1 0 0,-6-1 0 16,4 5 2-16,4-5-2 0,-10 0 0 0,8 1 11 15,-6-2-10-15,3 1-2 0,3-2 1 0,0-1 0 16,-10 3-2-16,7 0 0 0,5-1 3 0,-5 2-1 16,0-2 1-16,5 2 1 0,-10-1-3 0,6-1 1 15,-1 2-1-15,2-2-2 0,1 1 1 0,0-2 5 16,-1-1-3-16,-2 6 1 0,0-1 0 0,-1-4-2 16,3 2 0-16,-2 0 2 0,1 2 1 0,-1-1-1 15,-3-1-4-15,3-1 3 0,0 1-1 0,0 0 1 0,-2 1 1 16,-2-1-3-16,1-1 3 0,3 1-1 15,0-2-1-15,5 2 6 0,-10-3-4 0,8 6-2 16,-2-6 1-16,1 1 2 0,-4 2 0 0,4 0-4 16,1-1 0-16,-2-2 0 0,1 3 6 0,1 0-6 0,-6 0 1 15,8 0 0-15,-4 0 1 0,6 0-1 0,-6 0 1 16,4 0 3-16,5 4-4 0,-5-2-1 16,1-2 1-16,7 5 2 0,-6-4-2 0,0 2 0 0,-3-1 3 15,1-1-2-15,5-1-1 0,-7 1 0 0,0 6 0 16,2-6 0-16,2 2 0 0,-2-3-1 0,1 0 4 15,-3 1-5-15,6 1 1 0,-3-1 4 0,1 3-2 16,-1-3 0-16,1 2 0 0,-1-1-1 0,1-1 4 16,1-1-6-16,-2 4 0 0,4 0 1 0,-3-3 2 15,1 2 1-15,2-3-1 0,0 0-3 0,-2 0 2 16,0 0-1-16,-2 1 0 0,6-1 3 0,-6 0-1 16,1 2-3-16,-1-2 2 0,3 0 0 0,-1 0 1 15,5 0-3-15,-5 0 1 0,7 0 8 0,-2 0-6 16,2 0-2-16,1 5 0 0,-1-1 3 0,0-1 0 15,-2-2 0-15,3 2-2 0,1-6 1 0,-4 3-3 16,0 3 4-16,0-3-2 0,0 2 1 0,1-2-1 16,-8 2 3-16,11 2-2 0,-1-3-1 0,-3 1-1 15,0-1 1-15,-6-1 0 0,1 0 1 0,-1 0 1 0,7 0-2 16,-10 0 3-16,4 0-4 0,-3 0 2 16,-1-1-1-16,3 1-2 0,3-2 1 0,5 4 4 15,-2-2-1-15,1 1-1 0,1 3 4 0,7-3-5 16,-8 5 3-16,8-5-4 0,-6 4 2 0,4 1 10 0,11-5-12 15,-11 2 1-15,3 4 2 0,-3-2-1 0,10 0 0 16,-1 2-2-16,3 0 7 0,2-3-8 0,-1 5-1 16,0-3-5-16,4 0 2 0,-1 1 0 0,7 4-2 15,2-5 3-15,-3 2 1 0,-2-1 0 0,3 0-2 16,5 4 6-16,-4-4-6 0,3 5 2 0,-3-4-1 16,1 1 2-16,-2-2-1 0,6 4-1 0,-4 0 1 15,0-4 2-15,-1 5 0 0,2 0 0 0,-4-3 2 16,7 1-3-16,-4 1 1 0,3 1-2 0,18 3 2 15,-20-2 0-15,-1-2 1 0,4 1 0 0,-4 0 1 16,1 2-2-16,4-1 2 0,16 1-2 0,-22-1 1 16,1 1 6-16,21 0-4 0,-22-3-1 0,4 1 1 15,-1-3-1-15,2 1-1 0,-6 2 1 0,3-4-1 16,-1 3 2-16,0-7-3 0,-6 2-9 0,-1 0-16 16,-7-3-11-16,-1-2-17 0,-10-1-28 0,-4 0-33 15,-3-1-37-15,2-3-182 0,-16-4-363 0,-8 2 160 16</inkml:trace>
  <inkml:trace contextRef="#ctx0" brushRef="#br0" timeOffset="20570.43">16690 1258 71 0,'0'0'81'0,"4"7"11"0,-4-7-10 16,4 4 7-16,-4-4-3 0,2 4 2 0,-2-4-7 16,7 8 0-16,-7-4-2 0,1 3-5 0,3 1 7 15,-3-4-5-15,1 2-8 0,3 3-10 0,-2 1 17 16,1 0-2-16,-1 1-8 0,5 4 1 0,-4 0 0 15,-1 3 12-15,3 0-8 0,1-2 1 0,0 4-6 16,1 7-2-16,0-1 6 0,4-1-4 0,-2 4-2 16,-2-1-11-16,4 2-4 0,-2 0-4 0,-4-2-2 15,2 4-1-15,1-3-7 0,-3 0-3 0,1 13 1 16,0-10-11-16,-6-2 2 0,6 8-1 0,-5-9-2 16,4 12 1-16,-6-11-1 0,8 14 1 0,-8-5 8 15,0-8 3-15,0 8 5 0,0 2 2 0,0 2-6 16,5-4 2-16,-5 1-5 0,-5-6-2 0,5 9-2 15,0-1 0-15,0 1-6 0,0-1-3 0,0-3-1 16,0 7 0-16,0-6-2 0,0 2-1 0,-1 0-2 16,2 3 2-16,-2 0-3 0,1-3 0 0,0 1 5 15,1-5-7-15,-9 2 0 0,8 0 1 0,7 0-2 16,-7-1-1-16,0-11-1 0,-7 6 2 0,7-3 0 16,0 0-2-16,0 8 4 0,-2-5 3 0,-2 6-1 15,2-10 2-15,2 12 8 0,0-12 0 0,0 10-4 16,0-1 7-16,0 0-8 0,-7 2 2 0,11-2-5 0,-8 1 1 15,4-1 1-15,0-7-4 0,0 9-5 0,0 2 7 16,0 0-5-16,0 3-1 0,-1-3 3 0,2 0-3 16,-1-1 0-16,0 5-4 0,0-1 4 15,0-4-2-15,0 2-1 0,0-2-2 0,0 3 3 0,0-3 0 16,4 5-3-16,-4-7 3 0,-4 2-3 0,4-3 3 16,0 3 3-16,-1 0-6 0,1 0-2 0,-5 3 4 15,3 1-4-15,2-4 4 0,-7 5-2 0,7-6 2 16,0 8-1-16,-3-4 0 0,3-2-5 0,0 3 4 15,-3 1 2-15,3-5-2 0,-2 7 0 0,2-3 0 16,0-1 2-16,-3 1-3 0,3-2 3 0,0 1 3 16,-4-3-7-16,4 3 0 0,0-3 1 0,0 3 0 15,-3-3 3-15,3-2-1 0,-3 6-4 0,1-6-1 16,2 5 5-16,0-3 0 0,-1-2-5 0,-1 2 2 16,2 2 3-16,0 1-2 0,0-2-1 0,-3-1 3 15,3 5 3-15,0-4-3 0,0 3-2 0,0-4 2 16,0-2-2-16,0 5-2 0,0-7 5 0,-7-6-4 15,7 11 2-15,-2-1-2 0,1-11 1 0,-3 8 0 16,4-8 4-16,-5 11-3 0,2-10-1 0,0-2-2 16,3-2 0-16,-5 4 1 0,6-3 1 0,-2 2-2 15,1-3 2-15,-4-1 1 0,4 0 1 0,-3-7-5 16,0 6 1-16,0-3 2 0,1-3-1 0,-3-4-2 16,2 3 4-16,1-3-2 0,2-4 2 0,-3 3 2 0,1-1-4 15,0-6 2-15,-1 1-1 0,1-1 0 0,2-1 3 16,0-7-4-16,-1 8 6 0,1-4-4 15,0-4-11-15,-5 8-23 0,5-8-47 0,0 0-62 16,0 0-68-16,0 0-82 0,-18-18-170 0,11 4-499 0,2-1 221 16</inkml:trace>
  <inkml:trace contextRef="#ctx0" brushRef="#br0" timeOffset="22190.11">10045 1308 136 0,'0'0'139'16,"0"0"-19"-16,0 0-3 0,0 0-16 0,0 0-5 15,0 0 10-15,0 0-3 0,5 21-5 0,-4-14-3 0,-1 7-5 16,5-2-2-16,-3 3-1 0,0 1-2 0,-4 4-3 16,4 4-4-16,-2 3 11 0,-2 0-12 15,0 3-6-15,-3 1 0 0,-1 3 9 0,6-3-5 0,-4-1-8 16,4 10-5-16,-6 1-6 0,1-8-5 0,-2 6-2 16,6 3-3-16,-6 0 0 0,0 0-1 0,6-2-3 15,-6 1 1-15,0 1-5 0,6-9-5 16,-6 9-1-16,6 1-2 0,-4 1-4 0,-4 2 0 0,4 1 6 15,2-1-5-15,-2-4 3 0,-3 7 8 0,1-2-5 16,-1 0 3-16,1 3-3 0,1-10-3 0,-1 6-2 16,-1 3 0-16,1-5-2 0,2 3-4 0,-1 2 1 15,1-2-3-15,-5-1-1 0,3-4-3 0,-5 1-1 16,4 0 1-16,7 0-1 0,-11-1-3 0,4 0 0 16,4 1-2-16,-4-3 0 0,-2-1-1 0,7 3 5 15,-9 0-5-15,6 0 1 0,2-2-2 0,-7 7-1 16,1-1-1-16,2-2 0 0,-1 0-2 0,-2-1 3 15,-1-1 1-15,-8 0-2 0,12 3 0 0,-4-1 0 16,4 0-2-16,-2 0-2 0,-1 3 2 0,1-4-1 16,-2 5 3-16,5-5-3 0,-3 2 3 0,-3 2-5 15,5-4 0-15,0-2 0 0,-6 6-1 0,1-5 4 16,8 1 2-16,-6-3-7 0,-3 6 5 0,8-3 4 16,-2-1-5-16,-4 4 1 0,-1 2-2 0,-1-6 1 15,6 4 2-15,-3 3-4 0,4-2-1 0,-5-3 2 16,1 3 1-16,3 1-2 0,-1 3 2 0,1-8-3 15,-2 7 3-15,3-2-4 0,-6-2 6 0,2 3-5 16,2-3 2-16,-1 2 3 0,-3-2-4 0,5 0-2 0,0 0 5 16,-4-1-4-16,4 0 2 0,-6-2-3 0,5 3 1 15,-5 0 5-15,6-4-5 0,1 1 1 0,-6 5 0 16,5-9 0-16,0 11 2 0,-2 1-2 16,0-5 3-16,-5 1-1 0,7 2 0 0,-1 1 3 15,1-4-4-15,0 1 1 0,-1 1 0 0,3 1-1 16,-6-2 2-16,9-1-1 0,-4 0 3 0,-1-3-2 0,0-2-2 0,1 5 3 0,-1-6-3 15,3-1 2-15,-2-7 1 0,-1 13 0 0,3-15-1 0,2 7 0 16,-4-3 7-16,2 6-10 0,2-9 5 0,3-1 0 16,-2 2 0-16,-1 1-1 0,1 3 1 0,2-7 4 15,-1 3 0-15,1-1-2 0,0-4 1 16,-5 4-4-16,5-1 0 0,-2-3 3 0,2 2 0 0,-2-4-1 16,2 2-4-16,2-5 5 0,-2 4 3 0,-2-5-1 15,2-2 6-15,0-1 2 0,-3 2 0 0,3 3 3 16,0-7-3-16,-2 5 0 0,-4-6-4 0,6 5 3 15,0 1-1-15,-2-5-4 0,-1 2 4 0,3 0-5 16,0 0 1-16,0-2-3 0,-4 1 2 0,4-4 0 16,4 1-2-16,-4-2-2 0,0-3 0 0,0 0-1 15,0 1-1-15,-4-2 3 0,4 1-2 0,0-4-1 16,0-5 3-16,-1 7 4 0,1-7-9 0,1 6 8 16,-1-6 1-16,0 8 2 0,0-8-3 0,0 0-1 15,0 0 1-15,4 5-7 0,-4-5-22 0,0 0-54 16,0 0-79-16,0 0-92 0,0 0-95 0,-5-25-214 15,0 18-596-15,3-10 265 0</inkml:trace>
  <inkml:trace contextRef="#ctx0" brushRef="#br0" timeOffset="23580.64">17768 1542 164 0,'0'0'303'0,"1"-5"-16"15,-1 5-19-15,0 0-15 0,0 0-15 16,10-4-17-16,-10 4-26 0,0 0-17 0,0 0-17 0,0 0-14 16,0 0-21-16,0 0-15 0,0 0-11 0,0 0-13 15,0 12-9-15,4-6-5 0,-4 2-9 0,0 0-4 16,0-3-7-16,3 7-5 0,-3 0-6 0,2-5-3 16,-1 7-2-16,1-2-3 0,3-1-6 0,0-1 1 15,-2 0-4-15,2-2 3 0,-2 1-6 0,6 1 1 16,2-2 5-16,-4-1-11 0,3 1 1 0,-2-4-2 15,5 1 1-15,2-3-3 0,-5-1-2 0,10-2 0 16,-5-1-2-16,5-4-2 0,-4 0 1 0,-1 0-1 16,0-3-1-16,3 0 3 0,-6-2-5 0,6-2 1 15,-1 4 3-15,-4-3 18 0,-1-1 19 0,2 1 2 16,0 1 16-16,-6 5-2 0,4-6 6 0,-4 4 9 16,-3 3-9-16,1-2 3 0,-2 2-13 0,1-2-6 15,-2 5-14-15,-3 2-3 0,8-8-6 0,-8 8-11 16,0 0-6-16,0 0 3 0,0 0 2 0,9 10-5 15,-6 0 2-15,-3-1-4 0,1-2 0 0,1 6 1 16,-2 6-6-16,7-3 0 0,-7 10 0 0,1-7 2 16,4 8-4-16,-3-3 1 0,1 2 2 0,4 1-1 0,-2-2-2 15,-5 5-2-15,3-2-2 0,1 2 8 0,-1 1-6 16,2-3 6-16,-5 3-5 0,5-1-4 0,-5-1 0 16,0-2 1-16,0 5 2 0,0-8 1 0,0 1-4 15,-5-4-1-15,0-1 8 0,-2-3-12 0,4 1 5 16,-5-2 1-16,1 0 1 0,-1-5-1 0,-1 2 2 15,1-1 12-15,0-6 19 0,-4-2 32 0,4 4 25 16,-5-5 12-16,-2 3 26 0,3-4 17 0,-6-2 12 16,8-4 8-16,-6 4 6 0,-6-10 2 0,2 2 4 15,4 4 3-15,-4-8 8 0,5-4 2 0,2 0-27 16,-2 1 9-16,3-4-13 0,1 3-4 0,2-10-14 16,3 9-13-16,1-5-13 0,10-2-13 0,-5-3-15 15,1 3-19-15,13-3-26 0,-3-1-40 0,7 2-21 16,4-10-59-16,6 3-69 0,0 2-67 0,2-3-69 15,1 6-81-15,-1 8-66 0,5-7-93 0,-8 9-453 16,1 4-1057-16,0 0 468 0</inkml:trace>
  <inkml:trace contextRef="#ctx0" brushRef="#br0" timeOffset="25434.72">17296 3220 176 0,'0'0'263'0,"0"0"3"0,0 0-8 0,0 0-8 16,0 0-7-16,0 0-9 0,0 7-4 0,0-7 3 15,0 0-4-15,0 0-1 0,0 0-2 0,0 0-10 16,0 0-2-16,0 0-13 0,0 0-17 0,0 0-3 16,0 0-25-16,0 0-16 0,30-7-11 0,-30 7-15 15,16-3-12-15,-4 3-11 0,4-1-10 0,6 0-6 16,-7 1-2-16,5-2-23 0,1 2 4 0,1 2-8 16,-4-2-6-16,4 0-16 0,-6 0-21 0,4 1-22 15,-5-1-39-15,1 1-38 0,-2 2-28 0,-1-3-32 0,-5 0-37 16,2 4-33-16,-3-3-44 0,-7-1-34 15,20 2-34-15,-20-2-200 0,6 1-582 0,-6-1 257 16</inkml:trace>
  <inkml:trace contextRef="#ctx0" brushRef="#br0" timeOffset="25684.7">17531 3069 166 0,'-2'-11'286'0,"2"11"-8"0,0 0-10 16,0-4-25-16,0 4-23 0,0 0-19 0,0 0-21 16,0 0-18-16,0 0-24 0,0 0-13 0,0 0-11 15,0 0-15-15,0 0-11 0,0 0-7 0,-8 16-7 16,5-11-7-16,-1 4-9 0,1 0-3 0,2 2-5 16,1-4-8-16,-4 6-2 0,1-5-2 0,0 6-4 15,3 1-2-15,-4 1-4 0,3-4-2 0,1 3-14 16,0-4-26-16,0 2-36 0,0 1-46 0,0-5-55 15,5 3-68-15,1-5-228 0,-2 1-482 0,-3-3 213 16</inkml:trace>
  <inkml:trace contextRef="#ctx0" brushRef="#br0" timeOffset="25950.3">17875 3097 130 0,'10'-4'402'0,"-3"-4"14"0,-2 4 3 0,0 0 1 0,-5 4-20 16,11-5-25-16,-11 5-23 0,4-2-33 15,-4 2-38-15,0 0-25 0,13-1-34 0,-13 1-27 16,0 0-20-16,7 6-17 0,-7 1-14 0,-4 4-18 0,4 4-11 16,-3 0-10-16,3 5-8 0,0 7-15 0,-2-4-5 15,2 4-9-15,0 2-4 0,-6 0-8 16,7 3-17-16,-1 0-31 0,-1-3-45 0,1 2-36 15,6 8-66-15,-4-8-46 0,-2 0-62 0,0 9-55 0,3-11-77 16,-6-1-312-16,3 2-746 0,0-10 330 0</inkml:trace>
  <inkml:trace contextRef="#ctx0" brushRef="#br0" timeOffset="26654.88">17132 4769 330 0,'0'0'365'0,"-5"-7"4"15,5 7 0-15,-3-5-7 0,3 5-6 0,-3-7-7 16,3 7-8-16,0 0-9 0,-4-4-9 0,4 4-18 15,0 0-12-15,0 0-19 0,0 0-25 0,9-6-21 16,-9 6-22-16,14-2-20 0,-14 2-24 0,20 0-15 16,-2-3-17-16,4 3-15 0,0 0-19 0,9-1-24 15,0 1-20-15,3 1-27 0,-3-1-31 0,2 3-28 16,0-3-35-16,-3 2-38 0,0 0-44 0,-2-1-38 16,-5-1-35-16,-3 0-34 0,1-1-48 0,-6-1-44 15,-6-4-46-15,4 3-262 0,-10 0-712 0,2-2 314 0</inkml:trace>
  <inkml:trace contextRef="#ctx0" brushRef="#br0" timeOffset="26889.23">17382 4533 256 0,'0'0'310'0,"-3"-8"-4"15,3 8-12-15,0 0-19 0,0 0-27 0,0 0-26 16,0 0-27-16,0 0-22 0,0 0-17 0,0 0-25 15,0 0-8-15,0 0-10 0,-5 24-10 0,0-13-14 16,2 1-9-16,-2 4-5 0,3 2-9 0,-3 2-4 16,0 7-5-16,2 0-4 0,3-3-8 0,-4 10 0 15,4-5-8-15,7 0-12 0,-4-2-21 0,7 0-27 0,3 0-45 16,-3-7-55-16,5 3-78 0,5-2-78 0,-5-8-197 16,2 1-513-16,9-2 227 0</inkml:trace>
  <inkml:trace contextRef="#ctx0" brushRef="#br0" timeOffset="27118.16">17945 4491 315 0,'0'-5'379'0,"5"1"-10"15,-5 4-22-15,3-6-34 0,-3 6-35 0,0 0-31 0,0 0-31 16,0 0-21-16,0 0-23 0,0 0-14 0,0 0-22 15,0 21-7-15,7-8-13 0,-7 1-12 0,0 4-9 16,0 2-18-16,6 4-2 0,-6 3-2 16,5 1-8-16,-3 5-2 0,-2 9-8 0,7-1-6 0,-6-1-41 15,6 2-44-15,-2-3-49 0,-10 6-69 0,5-6-103 16,0-6-327-16,5-4-633 0,-5 2 281 0</inkml:trace>
  <inkml:trace contextRef="#ctx0" brushRef="#br0" timeOffset="27852.46">17273 6597 188 0,'0'0'340'0,"0"0"-17"0,0 0 7 16,0 0-14-16,0 0-6 0,0 0 6 0,0 0-8 16,0 0 1-16,0 0-9 0,0 0-9 0,0 0-5 15,0 0-8-15,0 0-8 0,0 0-11 0,0 0-20 16,0 0-15-16,0 0-18 0,0 0-12 0,0 0-30 15,0 0-24-15,0 0-32 0,38-6-40 0,-18 6-43 16,-2 5-50-16,7-5-49 0,1 0-55 0,1 0-47 16,3 0-46-16,-9 3-61 0,7-3-84 0,5-2-55 15,-3 1-261-15,0-3-739 0,-4-3 327 0</inkml:trace>
  <inkml:trace contextRef="#ctx0" brushRef="#br0" timeOffset="28086.81">17902 6378 292 0,'5'-3'340'0,"-5"3"-1"0,0 0-12 16,1-3-12-16,-1 3-21 0,0 0-21 0,0 0-32 16,0 0-16-16,0 0-32 0,0 0-15 15,0 0-13-15,5 16-14 0,-10-2-6 0,5-5-12 0,-1 10-13 16,1 0-5-16,-5 6-7 0,3 4-8 0,-1-1-4 15,3 5-8-15,-5 7-12 0,5 2-23 0,3 1-45 16,-1 0-61-16,-2-1-71 0,0 0-124 0,3-2-411 16,4-10-713-16,1-1 315 0</inkml:trace>
  <inkml:trace contextRef="#ctx0" brushRef="#br0" timeOffset="55241.1">11313 2976 135 0,'-5'-6'200'0,"5"6"-12"15,-12-5-8-15,9 4-14 0,3 1-14 0,0 0-20 16,0 0-11-16,-12-3-13 0,12 3-9 0,0 0-11 16,0 0-2-16,-21 3-12 0,21-3-5 0,-9 3-5 15,3 0 0-15,4 2 5 0,-6-3-1 0,0 6-2 16,1-4-8-16,-1 1-1 0,1 3-3 0,0-1 4 16,-1 0-4-16,2 1-2 0,1 2-3 0,-4 2-2 15,3-1-4-15,-1 1-1 0,0 0-5 0,4 0 3 16,-3-1-3-16,1 4 3 0,3-3-2 0,-5 1-1 15,7 2 0-15,-1-3 5 0,6 3-5 0,-4-3 4 16,1 0-1-16,0 3 2 0,3 0 3 0,1-1 3 0,1 1 5 16,3-2 4-16,1 0-1 0,-1 5 3 0,3-7-3 15,-3 4 4-15,4-3 6 0,7 1 1 16,-4-2-3-16,-1 1-2 0,4-3 1 0,-5-2-3 16,0 3 5-16,1-5 8 0,4 0-11 0,-5 2 11 0,5-4 1 15,-10 1 5-15,5-4 1 0,0 1 6 0,-4-1-4 16,6 0 5-16,-4 0-3 0,2-1 8 0,-2-3 5 15,4 1-5-15,-4-1-2 0,-1-1 2 0,-1-2 4 16,2 3-1-16,-1-4-2 0,1 0-4 0,-3 0-1 16,3-2-6-16,-1 0 0 0,1-4 1 0,-4 6 1 15,1-8-4-15,-2 1-1 0,-2 0 5 0,1 0-5 16,-5 1 0-16,-1 0-8 0,-1-1 0 0,0-5-8 16,0 4-2-16,-1-2-9 0,-1 3-8 0,-11-9-5 15,5 1-5-15,-7 3-2 0,-5-3-3 0,-2 0-7 16,2 1-8-16,-8 2 4 0,2-1-3 0,-7-1-4 15,-7-2-7-15,2 6 1 0,8 5-13 0,2 1-20 16,3-2-17-16,-1 6-34 0,6 1-28 0,3 1-57 16,1-1-68-16,-1 7-53 0,2 0-17 0,4 0-19 15,1 11-43-15,3-2-52 0,5 6-361 0,2 5-842 16,7-1 372-16</inkml:trace>
  <inkml:trace contextRef="#ctx0" brushRef="#br0" timeOffset="57053.42">14772 3104 6 0,'0'0'193'0,"3"-8"-4"16,-3 8-6-16,4-4 3 0,-4 4-11 0,6-8-11 16,-6 8 1-16,2-9-13 0,1 6 0 0,-3 3 2 15,5-11-12-15,-5 7 3 0,0 4-3 0,5-9-1 16,2 3-4-16,-4 2 1 0,-3 4-13 0,0-9-2 15,5 4-8-15,-5-3-3 0,7 3-8 0,-6-2-7 16,6-2-4-16,-6 1-3 0,6-2-8 0,-2 1 4 16,-3 1-20-16,4-3-2 0,3 2-9 0,-4 0-2 15,-4 0 0-15,8 0-2 0,-9 2-6 0,6-3 0 16,-1 1-3-16,0 1 1 0,-5 0-9 0,5 1 2 16,-5 2-8-16,7-1-2 0,-6 1-1 0,3-1 1 15,-4 6 10-15,1-9-23 0,-1 9 6 0,2-3 5 16,-2 3-7-16,0 0-13 0,5-5 3 0,-5 5-1 15,0 0-3-15,0 0 0 0,2-8-6 0,-2 8 1 16,0 0-6-16,0 0 0 0,0 0 2 0,0 0-1 16,0 0 5-16,0 0 3 0,0 0-7 0,0 0 1 15,6 20 0-15,1-15-1 0,-7 3 4 0,1 1-2 16,6-3 4-16,-4 8-1 0,1-2-5 0,-1 0 1 16,4-2 3-16,-4 3 0 0,2 2 3 0,2 1-2 0,-4-3 6 15,2 2-6-15,0-3-1 0,0 3 3 16,-2 0-2-16,2 0-4 0,-3-1 16 0,-1-1-18 15,4-4 11-15,-5 6-7 0,2-4-1 0,-2 2 8 16,2-4-4-16,1 1-4 0,-1 4 3 0,-4-5-2 0,2 3 0 16,2-3 4-16,-2-1-4 0,1 4 2 0,-1-5 3 15,5 2-3-15,-5 0 0 0,0 0-2 16,0 0 21-16,0-1-24 0,0 0 8 0,0 2-4 0,0-3 4 16,0-1-3-16,0 2-1 0,2-3-2 0,-1 1 0 15,-1 2 2-15,4-4 2 0,-3 1 4 0,1 1-5 16,3 0 7-16,-5 1-4 0,0-7-6 0,0 7 3 15,0-7 5-15,0 5-3 0,0-5-3 0,0 0-2 16,5 7 10-16,-5-7-3 0,2 4-4 0,-2-4 1 16,0 0 3-16,0 0 7 0,0 7-17 0,0-7 7 15,0 0-2-15,0 0-1 0,0 0 3 0,0 0-4 16,0 0-4-16,0 0 1 0,0 0 4 0,0 0-3 16,0 0-8-16,-2 8 2 0,2-8 4 0,0 0-2 15,0 0 3-15,0 0-2 0,0 0 4 0,0 0 0 16,0 0-5-16,0 0 5 0,0 0-2 0,0 0 0 15,0 0 1-15,0 0 6 0,0 0-3 0,-3 8-5 16,3-8 3-16,0 0-1 0,0 0 1 0,0 0 1 16,0 0-1-16,0 0-2 0,0 0 1 0,0 0-2 15,0 0 6-15,-7 4-6 0,7-4 3 0,0 0-1 0,-8 3 1 16,8-3 4-16,-7 3-5 0,7-3 2 16,-10 1 3-16,10-1-2 0,0 0 0 0,-8 2 0 15,8-2 3-15,-10 3-5 0,10-3 1 0,-13 3 3 16,3-2 2-16,5 2 1 0,5-3-5 0,-17 4-1 0,17-4 4 15,-11 1-4-15,3 1 2 0,1-1 2 0,7-1 0 16,-12 3 1-16,4-2-4 0,8-1 6 16,-8 2-6-16,8-2 2 0,0 0-1 0,-13 1 0 0,13-1 1 15,-10 0 4-15,10 0-5 0,0 0 4 0,0 0-8 16,-12 5 5-16,12-5 0 0,0 0 0 0,0 0-2 16,0 0 6-16,0 0-1 0,0 0-1 0,-8 4 1 15,8-4-3-15,0 0 9 0,0 0 3 0,0 0-8 16,0 0 2-16,0 0 8 0,0 0-8 0,0 0 3 15,0 0 6-15,0 0 0 0,0 0 3 0,0 0-2 16,0 0 3-16,0 0-2 0,0 0-3 0,0 0-1 16,0 0-2-16,43-2 1 0,-35 2-5 0,7 0 3 15,1 0-4-15,-2 0-1 0,6 0 1 0,-2 2 1 16,0 0-1-16,0-1 0 0,2-1-2 0,-3 4 2 16,4-3-5-16,-6 1-1 0,0 0 0 0,3 1-1 15,0-1-15-15,-4-4-19 0,-6 4-21 0,-8-2-25 16,15 0-31-16,-15 0-42 0,15 1-54 0,-9-1-64 15,-6 0-62-15,0 0-171 0,0 0-548 0,0 0 242 16</inkml:trace>
  <inkml:trace contextRef="#ctx0" brushRef="#br0" timeOffset="59100.08">11001 4948 48 0,'0'-4'281'0,"7"-4"-7"0,-5 4-7 0,6-2-17 16,-8-1-10-16,7 0-4 0,-2-3-8 16,-4 7-8-16,4-3-18 0,-1-3-7 0,2 3 3 15,-1 0-26-15,-3 3-9 0,3-4-8 0,-4-2-2 0,1 2-18 16,3 3 1-16,-3-4-12 0,3 4-8 0,-2-3-15 16,4 0-2-16,-2 2-4 0,-4-2-5 15,1 3-8-15,3-5-10 0,-2 2-2 0,0-1-9 0,-1 1-9 16,5 0-2-16,-4 0-3 0,2 0-5 0,-5-1-1 15,7-1-9-15,-7 9 1 0,6-9-2 0,-2 3-6 16,1 0 1-16,-2-3-9 0,2 3 6 0,-4 3-6 16,4-3-1-16,-3 0-1 0,5 0-1 0,-7 6-3 15,5-9 2-15,-5 6-3 0,0 3-7 0,6-5-2 16,-6 5 6-16,0 0 0 0,4-7-3 0,-4 7-1 16,0 0-10-16,5-5 3 0,-5 5 0 0,0 0-12 15,0 0 7-15,0 0 0 0,8 12-4 0,-8-12-2 0,3 8 9 16,0 4 11-16,-1-3-14 0,0 1 0 0,1 7-1 15,4-2-8-15,-6 3 14 0,6 0 3 16,-4 2-3-16,2 5 2 0,-1 0-3 0,2 6 6 0,-1-6-9 16,3 2-10-16,2 0 11 0,-3-3 12 0,1-2-2 15,-1 5-7-15,3-1 6 0,-5-6 4 0,5 3-4 16,-7 0 1-16,4-7-9 0,1 4 7 0,-1-1-10 16,-1 1 9-16,-4-2 3 0,4 0-2 0,3-3-1 15,-9 0-1-15,5-3 4 0,-4 3-3 0,1-5 0 16,3-1 5-16,-2 2-2 0,-3-2-3 0,4-2 0 15,-4 1-1-15,1-1-4 0,-1 0 4 0,5 0 3 16,-3-4-2-16,-2-3 1 0,0 9-8 0,0-9-7 16,0 8-7-16,0-8-1 0,0 7 3 0,0-7 1 0,0 0-4 15,0 3-12-15,0-3 8 0,0 0 2 16,0 9-1-16,0-9 2 0,0 0-5 0,0 8 2 16,0-8-4-16,0 0 5 0,-2 7 17 0,2-7-17 0,0 0 5 15,0 0 0-15,0 8-1 0,0-8-2 0,0 0 8 16,0 5 0-16,0-5-2 0,-5 8 8 0,5-8-10 15,0 0 1-15,0 6-3 0,0-6 2 0,0 0-3 16,-1 6 4-16,1-6 0 0,0 0 0 0,0 0 1 16,0 0 0-16,0 7-5 0,0-7 1 0,0 0 1 15,-4 5 0-15,4-5 2 0,0 0 3 0,0 0 1 16,-11 2 5-16,11-2-2 0,-14 0 3 0,14 0 4 16,-14 0-1-16,14 0 1 0,-15 0-1 0,1 0 1 15,14 0 2-15,-18-3-1 0,8-1-3 0,10 4 4 16,-16-4 2-16,1 4-2 0,7 0-2 0,-2-1 2 15,10 1 0-15,-19 0-4 0,19 0 2 0,-13-2-1 16,13 2 5-16,-10 2 1 0,10-2-1 0,0 0-1 16,-10-5 4-16,10 5-4 0,0 0 8 0,0 0 1 0,0 0 5 15,0 0 5-15,0 0 7 0,-11 5 12 16,11-5-2-16,0 0 33 0,0 0-22 0,0 0 8 16,0 0-9-16,0 0 3 0,0 0-8 0,0 0-2 0,0 0-14 15,0 0 2-15,34-8 3 0,-24 10-3 0,2-4-7 16,6 4 4-16,0-2-3 0,2-2 4 0,-3 4 3 15,1-2-14-15,-1 0-1 0,4 1-5 0,-1-1 0 16,-2 5-4-16,2-5-5 0,-3 1-15 0,1-1-27 16,-2 0-29-16,-1 0-29 0,-2 4-38 0,2-4-47 15,0 4-64-15,-7-4-66 0,4 1-269 0,-12-1-635 16,15-1 282-16</inkml:trace>
  <inkml:trace contextRef="#ctx0" brushRef="#br0" timeOffset="60287.52">14702 4694 138 0,'0'0'228'0,"-5"-5"-10"16,5 5-13-16,-3-6-9 0,3 6-14 0,0 0-11 16,0 0-15-16,-5-9-17 0,5 9-15 0,0 0-12 15,-10-5-11-15,10 5-13 0,0 0-11 0,-13 0-11 16,13 0-1-16,0 0-9 0,-22 8-3 0,16-6-7 16,-2 3-3-16,-4-2-5 0,4 2-4 0,-1-1-5 15,-1 3-1-15,-1 0-6 0,1-4 1 0,-2 6-1 16,2 0-5-16,-1 2 0 0,1-3 2 0,-3 4 4 15,4 1-5-15,-4-3 1 0,5 5 3 0,1 0 1 16,-1 0 1-16,5-2 2 0,-1 2 3 0,-1-1 0 16,2 4 4-16,3-6 1 0,3 10 1 0,1-10 10 15,-3 6-4-15,6-2 7 0,1 0 2 0,6 0 0 16,-6 4-1-16,7-6-1 0,-2 1 1 0,2 1-9 16,0 0-3-16,0-4-1 0,8 5-3 0,-5-4 0 0,2 1-1 15,-2-5-2-15,-1 3-2 0,2-3 3 0,0-3 6 16,-1 6-2-16,0-5 7 0,2 0 8 0,-3-5-4 15,-1 3 10-15,-1 0 3 0,-3-5 18 0,4 1-6 16,-4-2 10-16,-2 2 10 0,5-2 2 0,-2-4 8 16,0 0-8-16,2 3 2 0,-5-5-1 0,6 0-13 15,-2-1 1-15,5-4-3 0,-5 2-6 0,1-5-8 16,1 5-6-16,-1-5-3 0,-2 0-5 0,2-2 2 16,-3 2 6-16,3-6-5 0,5 3 5 0,-12 0-5 15,0 3-1-15,2-3 4 0,-5 1 1 0,2 1 2 16,-2 1-12-16,-4-5-2 0,1 7-5 0,-2-5-6 15,-2 6 2-15,2-2-11 0,-1 1-4 0,-4-2-7 16,-2 0 1-16,-1 3-5 0,-1-3-3 0,-5 5-1 0,-1-4-1 16,3 3-3-16,-8 1 0 0,2 0-1 15,0 1-2-15,-2 1-2 0,2-1-3 0,0 1-12 16,-6 4-9-16,-5-2-10 0,12 3-18 0,-5 3-25 16,3 0-27-16,-3-3-31 0,7 3-30 0,-6 0-18 0,4 3-25 15,-4 0-25-15,6 3-41 0,-3-2-53 0,6 3-65 16,4 1-265-16,-1 0-713 0,4-4 315 0</inkml:trace>
  <inkml:trace contextRef="#ctx0" brushRef="#br0" timeOffset="66123">10864 6825 211 0,'0'0'193'0,"-15"-3"-6"0,10 1-13 15,-5-1-16-15,10 3-9 0,-16 3-8 0,16-3-9 0,-18 0-10 16,6 4-6-16,2 0-4 0,-2-1-11 15,-1 5-1-15,2 1-5 0,-3-2-6 0,-1-3-5 16,-4 5-9-16,9 5-2 0,-5-5-1 0,0 5-3 0,2-6-4 16,-2 4-3-16,2 5-5 0,4-3-5 0,-4-1-3 15,6 1 0-15,-4-1-3 0,3 1 2 0,1 2 1 16,4-1 1-16,1 0 4 0,2 0 6 0,0 2-1 16,2-6 2-16,3 6 8 0,4 1 5 0,6 0 4 15,2-3-2-15,-2 0-2 0,10 3-4 0,3-4-11 16,-5-1 9-16,7 0-11 0,-2-3-5 0,0 0-1 15,3-3-13-15,1 1 4 0,-4-1 0 0,4-5-2 16,2 3 13-16,-4-5 13 0,0-4 3 0,-7 3 16 16,-3-1 11-16,3-2 12 0,-1 3 4 0,-3-9 10 15,-2 3-10-15,0-5 6 0,4-1 1 0,-3-1-7 16,-8-1-8-16,3-4-2 0,-4 5-7 0,-1-6-1 16,-1-5-5-16,-2 4-6 0,-2 3-2 0,-1-2-5 15,-2-5-3-15,-4-1-10 0,-2 8-6 0,1-1-3 16,-4-1-11-16,-4-2-5 0,2 3-5 0,-4 5-6 15,-10-7-4-15,5 3-5 0,0 7-6 0,-1-1-14 0,-9 5-17 16,8 1-23-16,-8 0-31 0,1 5-27 0,1-1-60 16,-1 4-44-16,5-1-31 0,-6 5-24 0,3 2-31 15,2 4-32-15,11-7-55 0,-1 6-350 0,0 4-787 16,7-6 349-16</inkml:trace>
  <inkml:trace contextRef="#ctx0" brushRef="#br0" timeOffset="67435.36">14770 6716 173 0,'-5'-9'251'0,"4"2"-12"0,1 0-13 0,-2-1-9 0,-3 1-20 16,2 2-19-16,-2-2-15 0,1 3-15 0,-2-4-13 15,1 2-10-15,-2 1-17 0,-1 5-11 0,0-1-5 16,-4-2-13-16,4-3-5 0,0 6-7 0,-7 5-6 16,1-4-1-16,3 2-3 0,-2-2 1 0,-4 2 1 15,-1 2 12-15,3-1-13 0,-2 7-2 0,4-5-3 16,-3 0-2-16,1 3-8 0,1-2 0 0,-5 1-3 16,5-1-2-16,4 0-1 0,-5 5-1 0,9-5-4 15,-11 5-2-15,7-3 5 0,0-2-6 0,2 4-3 16,2-2 3-16,-3 1 1 0,4-2-1 0,-3 3 3 15,5-1 2-15,-2 5 4 0,-2-3 11 0,2 0-12 16,2 3-5-16,3 0 2 0,-3-1 2 0,3-4 2 16,3 8 1-16,-3-6 3 0,0 4 1 0,0-3 5 15,5 1-7-15,-2-2 1 0,0-1 6 0,4 5-6 16,-2-2 14-16,3 1-8 0,-3-6-2 0,4 5 3 16,0-1 6-16,3 1 0 0,-4-1-2 0,2 1 1 15,2-2 11-15,1-2-15 0,-1 2 6 0,6 2 4 0,-5-8 0 16,2 4 4-16,-2 1-2 0,4-5 1 0,-4 3 1 15,4 1 1-15,4-4 6 0,-1-3-5 0,-3 3-1 16,2-3-3-16,0 0-8 0,2-2-2 0,1 6-3 16,-1-7-1-16,1 1-8 0,-4-1 7 0,5 0-1 15,-3-6 4-15,1 6-3 0,3-6-7 0,2 5 3 16,-8-6-3-16,4 0-3 0,8 2 0 0,-15-2 0 16,6-1 3-16,-4 1 5 0,1-1-6 0,-2-1 6 15,-1-1 1-15,2 2-1 0,-2-4 1 0,1 2-2 16,-1-4-2-16,-3 1 1 0,-4-2 0 0,5 1-4 15,-3-1-5-15,-5-2-1 0,2 2-4 0,1-4-4 16,-3 0 3-16,-3 3-5 0,3-5-6 0,-5 4 1 16,-5-3-1-16,3-2-5 0,-5-2 11 0,-1-1-16 15,-2-1 2-15,0 2-6 0,-3-2 5 0,5 2-8 16,-7-1 6-16,-3 4-16 0,3-5-5 0,-2 5-16 16,1 3-15-16,-6 2-18 0,4-5-27 0,-5 4-32 15,5 8-45-15,-4-1-42 0,4 1-55 0,-5 6-28 0,-6-2-30 16,1 4-61-16,-1 2-58 0,-6 6-326 0,5 1-831 15,-3 0 367-15</inkml:trace>
  <inkml:trace contextRef="#ctx0" brushRef="#br0" timeOffset="152125.42">6657 672 91 0,'10'-15'315'15,"-2"-3"-1"-15,3 3-2 0,4-2 4 0,-5 2 4 16,-3-1 3-16,3-2 11 0,-2 6-9 0,0-5-10 15,-1 10-3-15,-2-11-15 0,2 9-14 0,-7-2-14 16,6 6-23-16,-6-3-20 0,7 2-21 0,-7-2-22 16,0 8-17-16,6-4-21 0,-4-1-17 0,-2 5-15 15,0 0-20-15,0 0-38 0,8-3-26 0,-8 3-8 16,0 0-1-16,-8 22-1 0,8-7-2 0,0 1-1 16,-2 4-2-16,2 3 0 0,0 6-3 0,0-2 1 15,0 2-3-15,0-1-1 0,5 3-1 0,-5-1 0 0,5-1-1 16,0 3 0-16,-3-3 4 0,6 3-7 15,-6-5-3-15,1-6-1 0,4-1-12 0,-5 0-13 16,4 0-15-16,-4-3-14 0,4-1-17 0,1 0-24 0,-5-2-13 16,3-5-24-16,-4 3-13 0,-1-4-18 0,7 0-9 15,-7 0-14-15,0-1-16 0,0-7-19 0,0 8-38 16,0-8-64-16,0 0-291 0,7 2-667 0,-7-2 295 16</inkml:trace>
  <inkml:trace contextRef="#ctx0" brushRef="#br0" timeOffset="152376.82">7175 883 132 0,'0'0'247'15,"0"0"-22"-15,0 0-19 0,0 0-23 0,0 0-20 16,0 0-11-16,0 0-21 0,0 0-14 0,0 0-10 15,0 0-9-15,-13 17-9 0,4-11-8 0,4 1-11 16,2 4-3-16,-9-3-7 0,1 4-5 0,3-4-3 16,-6 4-7-16,1-1 0 0,-2 3-6 0,0-4-3 15,0 2-3-15,5 5-4 0,-9-10-29 0,2 3-24 16,2 5-33-16,-5-10-48 0,4 5-52 0,1-6-197 16,0 1-382-16,2 0 169 0</inkml:trace>
  <inkml:trace contextRef="#ctx0" brushRef="#br0" timeOffset="152621.82">6569 898 143 0,'0'0'257'0,"0"0"-17"16,0 0-13-16,0 0-17 0,0 0-13 0,0 0-19 15,0 0-4-15,0 0-23 0,0 0-11 0,-8 7-10 0,8-7-8 16,0 0-14-16,16 15-6 0,6-8-11 16,-6 1-9-16,3 2-5 0,7 0-7 0,4 7-16 15,1-2-26-15,9 6-62 0,-2 0-94 0,5-5-84 16,-13-1-190-16,6 5-434 0,-8-5 192 0</inkml:trace>
  <inkml:trace contextRef="#ctx0" brushRef="#br0" timeOffset="157114.15">10604 874 154 0,'0'0'203'0,"-3"-7"-17"16,0 2-6-16,3 5-10 0,-4-10-6 0,4 10-8 16,-3-8-11-16,3 8-7 0,-2-7-10 0,2 7-5 15,0-6-6-15,0 6-10 0,-3-9-2 0,3 9-4 16,0-6-6-16,0 6-1 0,0 0-6 0,0-11-7 15,0 4-4-15,0 7-2 0,3-8-6 0,-1 3-8 16,5-3-3-16,-4 2-8 0,0 0 1 0,4-5-11 16,-2 4 0-16,5-2-1 0,-4 2-9 0,3-4 1 15,-1 3-5-15,-1 0-4 0,6-1-1 0,-5-2-3 0,7 0-1 16,0 3 0-16,-2 1-3 0,2-2-3 16,2 2 5-16,-1-2-7 0,4 2-4 0,-3 3 2 15,4-1-1-15,-6-1-1 0,6-1 1 0,1 3-4 16,-1 1-4-16,-1-2 3 0,2 4 9 0,-2 0-12 0,6-1 2 15,-1-2-1-15,3 4 4 0,5 4-3 0,-3-2-2 16,0-2 4-16,-4 1-4 0,4-1 4 16,-3 1 0-16,2-1-5 0,-4 0 3 0,3 3 2 15,1-3 5-15,0-3-6 0,-7 3-2 0,-1 0-2 0,1-1 1 16,-1 2-1-16,1-2 4 0,-2 0-2 0,1 1-2 16,1 0 1-16,-2-2 1 0,1 2 1 0,-3-4-1 15,2 8 2-15,3-8 3 0,-4 2-2 0,-1 2-2 16,-3 0-2-16,5-3 1 0,-2 3 3 0,-5-3-1 15,7 3 0-15,-4-3-2 0,-1 6 2 0,2-3 0 16,1 0-2-16,0 0 0 0,0 1 1 0,-1 1 4 16,0 1-3-16,1-3-3 0,0 0 2 0,-3 2-1 15,3 4 9-15,-3-5-9 0,5 3 1 0,-7-2-4 16,0 0 5-16,2 2-4 0,0 0 3 0,-7 0-2 16,12 2-2-16,-5-4 2 0,2 3 9 0,-11-2-7 15,9 1-2-15,0 3 2 0,0-3-1 0,-3-1 3 16,-2 1-3-16,3 0-1 0,-3 1 1 0,3-2-1 15,-3 4-3-15,1-2 1 0,1 2 10 0,0-2-11 16,-4 2-2-16,4-3 1 0,-3 5-1 0,0-3 0 16,-1 2 1-16,5-3-2 0,-4 5-3 0,-1-3 1 15,5 1-1-15,-5 1 1 0,-1-2 1 0,0 2-3 16,1 0 4-16,-2-2-2 0,1-1-1 0,1 6 3 16,1-4-1-16,-4-2 0 0,5 3 1 0,-7 0 1 15,0 0 3-15,4-3-1 0,-1-3 0 0,-1 3-4 16,-1-3 5-16,2 1 4 0,-6-4-2 0,7 7 0 15,-4-6-1-15,-3-1 5 0,5 4-3 0,-5-4 2 16,0 0 2-16,0 0 0 0,17-4-2 0,-17 4 4 16,10-5-1-16,-10 5-2 0,8-7 10 0,-6-1-12 15,6 1 1-15,-3 1 0 0,-2-3 3 0,4 0-3 16,-1 1-5-16,-4-2 5 0,5-2 4 0,-1 4-2 16,1-4-2-16,1 0 0 0,-6-4 0 0,4 4-1 15,3-3-2-15,-4 4 12 0,1-1-10 0,1 0-2 16,0 4 1-16,-1-2-2 0,-1 1 2 0,2 2 1 15,-2 2-1-15,-4-2 1 0,4-2-1 0,-1 3-1 0,1 1-1 16,-4 0-3-16,4 0 3 0,-1 0-2 16,-4 5-1-16,8-4 6 0,-8 4-3 0,10-4-2 15,-10 4 2-15,10-2 0 0,-10 2-2 0,11 0 2 16,-11 0-1-16,0 0 0 0,17 0 0 0,-17 0-1 0,10 0 2 16,-2 2 0-16,-8-2 3 0,18 1-2 0,-8 2-1 15,-10-3 0-15,17 1 2 0,-7 1 2 0,-2-2-3 16,0 5 2-16,2-5 1 0,2 1-3 15,-4-1 3-15,5 5-3 0,-4-5 0 0,4 2 2 0,-5 1 1 16,2-1-2-16,2 0 7 0,1-1-9 0,-2 2 3 16,-2-2-2-16,4 2 3 0,0 1 5 0,0 0-8 15,-1-3 2-15,8 2-2 0,-4 2-1 0,-1-2 3 16,2 3-3-16,1 0 2 0,-1 0 2 0,2 0-4 16,-2-3 2-16,3 3 2 0,-4-1 0 0,6-2-3 15,-6 2 2-15,4 0 2 0,0 1 0 0,-2 2 0 16,4-5-3-16,-2-1 1 0,-2 6 0 0,4-6 0 15,-8-1 3-15,8 3-1 0,-6-2 0 0,4-1-2 16,2 1 1-16,1 1-1 0,-3-3-1 0,-4 2 4 16,14-1-2-16,-7 0-1 0,1-1 1 0,2 0-1 15,-3 0 1-15,7 3 2 0,-2-3-1 0,2 0 5 16,0 0-8-16,0 7-2 0,-2-7 1 0,3 0 0 16,-3 0 4-16,0 1-2 0,2-1-2 0,-8 3 1 15,6-2 3-15,-2-1-3 0,2 2 2 0,2 1-1 16,-2 0-1-16,-3 0 2 0,10 3 7 0,-5-4-10 15,-2 3 2-15,2-5-3 0,1 6 5 0,2-1-4 16,-1-1 2-16,-1 3 0 0,4-3 2 0,-5 2-2 16,1-3-2-16,4 3 2 0,-5-2 0 0,3 1 0 15,-3-1 0-15,1 3-3 0,0-3 2 0,-2-1-1 16,0-2 4-16,-2 6-4 0,-1-3 2 0,4-1 0 16,-8 2 0-16,-1-4 2 0,6 2-1 0,-6-2-1 15,-1-1 1-15,0 0 0 0,1 2 0 0,-1-2-1 16,2 0-1-16,-2 0 2 0,1 0 0 0,1 0 1 15,-1 0-3-15,1-2-1 0,-2 2 3 0,1 2 9 0,-1-2-13 16,3 0 7-16,-3 1-1 0,0-1-3 16,1-1-1-16,-2-1 1 0,-1 2-1 0,-2 0-2 15,4-1 4-15,-3-2-2 0,-1 3 1 0,3-1 1 16,-3-3 9-16,-3 3-9 0,-1-1 1 0,3 1-2 0,0-2 1 16,1 2-3-16,2-1 1 0,-3 0 3 0,2-1 4 15,3 2-10-15,-5-1 2 0,-2 1 3 0,2-2-1 16,-5 2-3-16,11-1 5 0,-14 2 0 15,8-3-2-15,0 1 0 0,-2 2-1 0,2-1 2 0,-7-3 0 16,4 2-1-16,1 0-2 0,-3-1 2 0,-2 2 0 16,0-2-1-16,-8 3-1 0,15-3 5 0,-6 3-6 15,-9 0 3-15,14-1-3 0,-14 1 5 0,12-2-3 16,-12 2-3-16,8-2 10 0,-8 2-6 0,12 0 0 16,-12 0 0-16,12 2-2 0,-12-2 2 0,14 0 0 15,-9 2 0-15,-5-2 0 0,17 0-3 0,-17 0 6 16,16 1-6-16,-9-1 4 0,1 6-1 0,-1-5-2 15,3 2 0-15,-10-3 7 0,13 2-6 0,-1 1 0 16,-4-3 0-16,-1 4 6 0,1-2-6 0,-8-2-2 16,13 3 4-16,-6 0-4 0,-1 0-3 0,-6-3-36 15,9 1-27-15,-9-1-24 0,6 8-17 0,-4-5-49 16,-2-3-26-16,5 4-50 0,-5-4-139 0,0 0-406 16,-10 12 180-16</inkml:trace>
  <inkml:trace contextRef="#ctx0" brushRef="#br0" timeOffset="157936.99">13348 174 218 0,'2'-5'254'0,"-2"5"-11"0,0-10-10 0,2 4-15 16,-2 6-5-16,3-7-17 0,-3 7-14 0,3-7-11 0,-3 7-15 15,0 0-14-15,0-5-12 0,0 5-17 0,0 0-14 16,0 0-4-16,0 0-9 0,7-7-13 0,-7 7-7 16,0 0-7-16,0 0-10 0,0 0-4 15,0 0-9-15,0 0 0 0,0 0-6 0,0 0 0 0,0 20-8 16,0-13 1-16,2 4 0 0,-2-2-4 0,0 3 0 15,-2 3-5-15,2-1 1 0,2-2-3 0,-2 0-3 16,5 0 1-16,-5 1-2 0,0 5 4 16,0-6-2-16,0 4-3 0,1-1-1 0,-1-3 3 0,4 3-1 15,-4 0-4-15,3-3 0 0,-3 0-1 0,0 0 2 16,0 3 0-16,0-4-5 0,0 0-8 0,0 1-6 16,2 0-7-16,-2-2-7 0,5-1-10 0,-4 3-12 15,-1 0-13-15,4-1-20 0,0 2-19 0,1-1-20 16,-3-5-35-16,5 4-24 0,-1-2-26 0,1 0-184 15,1 2-425-15,-6-6 188 0</inkml:trace>
  <inkml:trace contextRef="#ctx0" brushRef="#br0" timeOffset="158249.45">13653 428 189 0,'0'0'202'0,"0"0"-16"16,3-7-17-16,-3 7-14 0,0 0-17 0,0 0-9 16,0 0-21-16,0 0-2 0,0 0-18 0,0 0-7 15,0 0-11-15,0 0-8 0,0 0-3 0,0 0-3 16,-26 12-7-16,19-5-5 0,6-2-4 0,-11 3-1 15,4-5-8-15,-1 5-8 0,0-1 6 0,0-3-4 16,-1 4-1-16,2 1 1 0,-2-3-8 0,-3 0 2 16,5 1-5-16,-6 1-6 0,6-1-11 0,0-2-26 15,-5 2-19-15,8 0-23 0,-5-2-29 0,3-2-42 16,-1 0-20-16,1 2-110 0,-1-1-295 0,8-4 131 0</inkml:trace>
  <inkml:trace contextRef="#ctx0" brushRef="#br0" timeOffset="158546.29">13195 386 15 0,'0'0'220'0,"-7"-4"-10"0,7 4-14 0,0 0-14 0,0 0-14 15,0 0-17-15,0 0-15 0,0 0-15 16,0 0-13-16,0 0-8 0,0 0-14 0,0 0-9 16,0 0-3-16,0 0-8 0,0 16-9 0,0-16-5 0,5 7-3 15,-3-1-4-15,-2 1-4 0,5 1-5 0,-1-1-1 16,1 4-5-16,5 1-2 0,-3 4-2 16,5-4 2-16,-1 5-6 0,7 4 0 0,-1 0-3 15,4 0-11-15,-1-3-25 0,3 4-55 0,2-2-79 0,10 7-211 16,-12-6-391-16,0-1 173 0</inkml:trace>
  <inkml:trace contextRef="#ctx0" brushRef="#br0" timeOffset="198756.08">2742 9434 123 0,'5'-16'285'16,"-3"1"-13"-16,3-4-11 0,-5 3-8 0,-5-3-8 16,5 2-5-16,-5 2-9 0,-5-2-4 0,3 5-11 15,-9-1-7-15,-4 1-12 0,-5-2-8 0,-3 5 0 16,-8-3-8-16,-7 9 0 0,-5 0-14 0,-2 3 5 15,-6 6-3-15,1 6-8 0,-8 3-7 0,-11 6-4 16,12 0 0-16,4 4-8 0,1 2 4 0,4 5-7 0,1 0-10 16,3 2-12-16,11 7-9 0,-7-6-8 15,10 6-13-15,9-2-5 0,-1-3-7 0,11 6-7 16,9 1-4-16,7-11-8 0,7 13-5 0,9-3-4 0,6 0-7 16,9-6-2-16,9 0-6 0,4-2-1 0,4-5-10 15,4-4-21-15,6-1-15 0,0-5-16 0,3-6-18 16,-2 2-17-16,1-8-8 0,-4-3-11 0,2 0-7 15,-6-7 7-15,-1-2-22 0,-8-5-6 0,-3-3 4 16,3 1 7-16,-14-5 4 0,1-10 14 0,-2 9-1 16,-11-5 17-16,3 3 18 0,-5-7-1 0,-7 1 16 15,0 6 16-15,-1-5 24 0,-7 0 24 0,0 4 11 16,0 3 15-16,0-1 25 0,-2 3 12 0,-3-2 5 16,2 9 0-16,-2 0-4 0,3 0-8 0,-3 1-13 15,10 3-9-15,-5 5-9 0,0 0-4 0,0 0-3 16,0 0-1-16,0 0 0 0,-13 19-1 0,11-4-3 15,2 1 7-15,0 10-10 0,0 1-5 0,2 0-2 0,5 0-3 16,-6 6-3-16,6-6-1 0,1 3-4 0,4-3 0 16,-2 5-2-16,-4-5-7 0,8-4-35 15,-4 4-21-15,4-6-30 0,-5-1-33 0,4-5-36 0,0-1-37 16,0-2-23-16,-1-4-32 0,-4 3-45 0,4-8-56 16,-5-3-42-16,1 0-326 0,-8 0-762 0,16-11 338 15</inkml:trace>
  <inkml:trace contextRef="#ctx0" brushRef="#br0" timeOffset="199468.96">2992 9801 152 0,'0'-7'292'0,"0"0"-4"16,8-2-7-16,-8 9-8 0,0-7-16 0,0 7-18 0,0-8-21 16,0 8-26-16,7-1-13 0,-7 1-7 15,0 0-10-15,22 1-16 0,-7 3-12 0,-2 3-17 16,2 2-7-16,0 5-11 0,1-6-11 0,2 4-7 0,-1 2-10 15,-1-1-10-15,6 4 2 0,-9 0-10 0,2-2-3 16,-2-1-6-16,2 1-4 0,-5 5-9 0,2-8 5 16,-4 7-2-16,4-8-14 0,-12 1 4 15,3-5 5-15,-3 0-4 0,0 3 11 0,0-10 16 0,-3 7 10 16,3-7 9-16,-15 0 10 0,15 0 7 16,-17-12 14-16,7 5 5 0,-1-1 3 0,-1-5 1 15,0 1 0-15,4-6-11 0,0 3-9 0,3-6-6 0,0 3-5 0,3-2-10 0,2 3-12 0,9-8-13 16,-3 6-13-16,7-2-20 0,4-2-29 15,3 4-35-15,3 0-30 0,0-1-17 0,12 8-19 0,-5 5-14 16,14-9-20-16,-9 12-19 0,8-2-21 0,4 6-22 16,-4 0-12-16,-10 0-11 0,11 0-11 0,-9 4 7 15,-5-2-1-15,5-1 14 0,-14 2 17 0,2 1 18 16,-4 0 21-16,0-3 19 0,-5-1 17 0,-1 5 31 16,-3-5 43-16,-2 0 32 0,-8 0 30 0,12 2 19 15,-12-2 17-15,0 0 22 0,0 0 18 0,0 0 12 16,0 0 10-16,-27-12 0 0,27 12 7 0,-25 0 1 15,7 1 1-15,-5 2-1 0,7 3-8 0,-13 0 6 16,1-3-5-16,-2 6-7 0,2 6-2 0,-1-6-3 16,4 5-5-16,-7-1-6 0,6 6-8 0,3-4-8 15,-6 4-2-15,6-1-9 0,7 1-2 0,4-2-7 16,-3-1-4-16,7-1 0 0,0 0-8 0,1-4 3 0,5 2-1 16,2-6-9-16,2 2 3 0,5 2 0 0,-1-8 0 15,4-3-3-15,10 1-3 0,-3 3-3 0,9-8-10 16,-1 1-1-16,5-2-4 0,0-9-10 0,-1 5 2 15,1-6 8-15,-2-1-16 0,9-7-12 0,-9 7 6 16,-5-1 1-16,-1-2 12 0,-6 2-9 0,-1 0 4 16,-2 2 10-16,-5 3 18 0,-1-3 8 0,0 7 11 15,-6 0 9-15,-1-4 6 0,0 6-9 0,-1-6 12 16,-1 7-17-16,-3-1-9 0,5 6 3 0,-12-1-7 16,12 1-8-16,0 0 4 0,-16 3-7 0,8 1 2 15,8 1-1-15,-7 6 1 0,4-4-1 0,-2 1-11 16,5 5-8-16,5-2-9 0,-2 5-10 0,4-1-18 15,3 1-18-15,3-5-20 0,0 5-31 0,15 3-47 0,-1-1-36 16,1-5-58-16,17 2-23 0,4-2-39 16,-4-2-157-16,-4-4-514 0,4 1 227 0</inkml:trace>
  <inkml:trace contextRef="#ctx0" brushRef="#br0" timeOffset="200953.18">4558 9790 155 0,'-5'-12'286'0,"2"-3"-1"16,-9 2-2-16,1 3-4 0,-3-1-1 0,-4-2 13 15,-5 5-19-15,0 1-6 0,-5-1-11 0,-2 4-15 16,0 0-11-16,-1 4-8 0,4 0-28 0,-3 4-18 16,5 1-19-16,-1 3-12 0,3-2-15 0,3 2-12 15,5 5-10-15,-3-6-14 0,5 7-8 0,-2-1-9 16,6 6-9-16,-4-6-3 0,7 2-4 0,4 0-9 16,-5 1-6-16,7 1-3 0,0-7-8 0,5 1-8 15,-3 1-7-15,5-3-9 0,1 3-3 0,5-5-19 16,2-1-13-16,1 1-3 0,4-6-20 0,-1 0-8 15,4-3-10-15,5-3-4 0,0-4-9 0,3-4-13 0,-2-4-15 16,-3-3-11-16,14-4-8 0,-10-7-14 16,-1-4-3-16,0 0 9 0,-5 0 9 0,1-1 12 15,-10-1 11-15,3-1 18 0,-9 6 31 0,0 2 41 0,-5-1 26 16,-4-1 21-16,0 1 26 0,-2 3 19 0,0 1 23 16,-2 1-4-16,-1 2 24 0,1 5 9 0,-1-1 1 15,-1 3-2-15,2 4-5 0,3 1-8 0,-4 1-11 16,3 4-13-16,-3-1-18 0,3 4-10 0,2 4-9 15,0 0-8-15,0 0-2 0,0 0-8 0,-6 19-2 16,6-2-9-16,5 2 0 0,-2 1-3 0,2 5-1 16,2 7-2-16,-4-3-1 0,2-1-17 0,3 17 5 15,-4-12-4-15,2 6-11 0,-1 2-11 0,-2 0-14 16,7 0 6-16,-3-2-7 0,0 4-9 0,-2-8-1 16,1-4-4-16,6-2-4 0,-4-2-1 0,2 0-10 15,-3-2 6-15,1-8 5 0,0 1 5 0,7-9-3 0,-8 5 12 16,3-7 3-16,0-6 2 0,-1 3 3 0,5-8 5 15,-6 3 17-15,7-6-11 0,0-7-4 0,5 2 3 16,-5-9 6-16,6-2 4 0,-4 1 11 0,-1-2 7 16,-4-2 13-16,4 1 9 0,-1 1 9 0,-2 2 6 15,2-4 16-15,-1 2-6 0,-6 6 4 0,0-2 10 16,-1 6-3-16,-2 0 3 0,-2 3-4 0,2 3-3 16,-3 0-9-16,-1 4-7 0,4-4-10 0,-3 5-7 15,-2 3-6-15,0 0-5 0,0 0 0 0,0 0 0 16,-2 19-3-16,-3-8-6 0,5 2-10 0,0 5-9 15,0-1-5-15,7 13-10 0,-5-11-13 0,4 7-4 16,1-1-10-16,4 1-6 0,1-5-7 0,1 1 0 16,0-6-10-16,4 3-9 0,5-4-5 0,1 1-8 0,-3-7-6 15,1-3 2-15,2 1-1 0,-3-6 16 16,3-1 1-16,-4-3 7 0,9-5 2 0,-8 0 7 16,1-8 4-16,4-2 0 0,-10-2 3 0,3-3 3 0,-6-4 1 15,-4 0 6-15,5-1 6 0,-6-3 8 0,-7 1 21 16,6 3 20-16,-11 3 18 0,4-1 13 0,-6-1 17 15,7 10 5-15,-7 1 16 0,1-3 0 0,-2 5-3 16,1 2-6-16,-8-1-10 0,7 0-3 0,-10 6-2 16,-1 3-8-16,3-2-1 0,-1 5-14 0,-3 5 6 15,4-2-7-15,-1 3-4 0,1 6-3 0,1-3 2 16,-2 5-3-16,7-1 6 0,-3 5-9 0,5 2 3 16,1-2-5-16,2-1 2 0,2 3 1 0,3-2-2 15,3 7-3-15,2-3-2 0,3 3-7 0,1-10 0 16,4 3-7-16,0-3-3 0,-1-2-8 0,6-2-16 15,-1-2-7-15,4-2-11 0,2-4-2 0,-1 2-4 16,-1-3 8-16,1-2-4 0,11-7 2 0,-13 4 8 0,5-7 3 16,3 0 4-16,0-6 2 0,-5 1 4 0,-1-1 3 15,-1-2 1-15,-4 3 2 0,-4 2 6 0,0-7 19 16,-5 6 12-16,2 0 11 0,2 1 6 0,-10 4 7 16,-1-1 3-16,4 2 10 0,-3 4-23 0,1-2 0 15,-3 0-5-15,0 6-6 0,-10-6 2 0,10 6-2 16,0 0-3-16,-20 6-7 0,15 1 4 0,-1 1-1 15,-2 4-2-15,1 2-1 0,2 1 1 0,5 4-8 16,0-2 6-16,0 2-10 0,0-1-4 0,5-1 0 16,0 2-2-16,1-3 3 0,3 1-7 0,-1-5-3 15,7 5 0-15,-5-7-1 0,5-1-8 0,3-1 7 16,-1-3 2-16,-1-1 4 0,6-3-1 0,-8-2 4 16,5-6 0-16,-1-2 3 0,-3-1 0 0,5-2-1 15,-5-3 2-15,1-6 4 0,-1-2-2 0,-2 0 2 16,0-5 10-16,-1 3 21 0,-7 1 17 0,5 0 11 15,-3-2 31-15,-2 7 16 0,-4 1 5 0,7-1-1 16,-8 0 8-16,2 4 5 0,-2-1-1 0,2 1-7 0,-2 3-8 16,0-2-5-16,1 7-4 0,-1-3-11 0,0 3-8 15,0 3-15-15,0 4-15 0,0-6-1 16,0 6-5-16,0 0-4 0,0 0-6 0,0 0-3 0,-3 29 1 16,5-16-6-16,1 6-2 0,2 7-2 0,2-2-6 15,-1 3-3-15,-1 0-1 0,7 0-9 0,-4 2-7 16,2-3-3-16,3 1-8 0,-1 2-3 0,3-5-2 15,-2 0-11-15,0-3-5 0,1-4-3 0,-1-4-5 16,2 2-6-16,0-6-6 0,-1-1-5 0,3-6-5 16,3-2-3-16,-5-2 0 0,5-4-19 0,-4-3-9 15,-1-5-7-15,5-7-14 0,-2-1-6 0,-1-5-15 16,-4-4-4-16,7-11-12 0,-10-1-11 0,1 0-22 0,1-7-15 16,3 0 0-16,-14-5 0 0,3 1 11 0,1 0 19 15,-5 0 28-15,-4 3 37 0,1 1 33 16,-5-1 21-16,1 6 26 0,-4 5 37 0,2 1 29 15,-1 9 13-15,4 0 23 0,-7 3 14 0,3 3 11 0,0 4 6 16,1 4 1-16,3 0 10 0,1 2-6 0,-2 6-16 16,2 3-10-16,-5 5-13 0,10 0-6 0,-20 12-3 15,12 1-2-15,-5 9-9 0,3 10 0 0,-3 10-13 16,6 1 1-16,7 11-2 0,-8 0-6 0,8 0-2 16,0 4 5-16,0 16-6 0,0-15 2 0,8-3-6 15,-8-1-1-15,8 22-5 0,4-21-11 0,-4-2-15 16,-1-1-20-16,3-3-13 0,1 1-19 0,-1-8-33 15,5-2-30-15,-8-12-30 0,6-3-29 0,-5-10-74 16,2 1-260-16,-3-10-561 0,4-4 248 0</inkml:trace>
  <inkml:trace contextRef="#ctx0" brushRef="#br0" timeOffset="201359.39">6253 9462 148 0,'-7'-21'285'0,"-3"-5"-1"0,4 10-5 16,-3-2-10-16,1 6 0 0,2-3 3 0,1 6-10 15,-2 0-19-15,7 3-34 0,-2 0-20 0,2 6-16 16,0 0-24-16,0 0-11 0,0 0-16 0,23 3-6 16,-6 3-15-16,3 6-8 0,10 2-8 0,8 3-11 15,3-2-24-15,-1 5-14 0,9-5-15 0,-4 1-19 16,0 1-12-16,4-4-14 0,-5 1-16 0,2-5-10 16,-11 0-7-16,-2-6 1 0,1 0-1 0,-4-3 8 15,7 0 4-15,-8-3 7 0,-5 0 4 0,4-6 5 16,-13 6 1-16,1-8 6 0,-7-1 12 0,0 2 11 15,-7-4 14-15,-4 1 13 0,-3-5 23 0,-3 4 16 0,0 1 14 16,-5-2 13-16,4 3 8 0,-5 0 1 16,-6 1-10-16,10 7-1 0,-5-2-11 0,2 4-11 15,-1 2 1-15,14 0-6 0,-23 7-10 0,17 2 0 0,-6-2 1 16,5 5-4-16,2 4 10 0,0 4-1 0,5-2 5 16,0 9 4-16,0 1-11 0,10 3-1 0,-3-1-11 15,-2-2-2-15,5 3-6 0,1-4 3 0,-2 4-7 16,4-6-6-16,-6 5 0 0,1-6-1 0,-2-7-2 15,4 3 3-15,-6-5-13 0,-3-3-17 0,4 2-21 16,-5-4-9-16,-5-3-31 0,0-4-37 0,-5-2-35 16,10-1-29-16,-36-4-26 0,8-7-47 0,-4 2-59 15,-9-9-79-15,-4-6-241 0,-4-2-665 0,-8-2 294 16</inkml:trace>
  <inkml:trace contextRef="#ctx0" brushRef="#br0" timeOffset="201562.49">5149 9009 126 0,'-7'-9'417'0,"4"-2"-13"0,-4 7-23 0,2-7-36 16,5-1-22-16,-6 5-38 0,6-2-32 0,0-3-20 15,-4 6-22-15,-1 1-25 0,5-3-28 0,0 8-46 16,-1-9-70-16,1 9-59 0,0 0-50 0,0 0-63 15,0 0-73-15,0 0-79 0,-5 27-182 0,3-13-500 16,-3 0 221-16</inkml:trace>
  <inkml:trace contextRef="#ctx0" brushRef="#br0" timeOffset="202093.69">2519 10773 156 0,'-45'1'332'0,"10"-1"-11"0,6 2-18 16,9-2-22-16,3 1-18 0,2-1-15 16,9 0-10-16,6 0 4 0,0 0 8 0,0 0-13 15,79 4-26-15,12-8-16 0,56-3-21 0,19 6-11 0,8-7-18 16,26 2 1-16,2 5 16 0,13-3 11 16,4 0 1-16,1-4-4 0,0 0-10 0,-2-2-16 0,7-2-16 15,-9 0-11-15,-6 2-10 0,-8-2-9 0,-17 6-9 16,-11-9-8-16,-22 6-13 0,-52-1-5 0,-4 1-8 15,-15-5-15-15,-25 2-16 0,-10 4-23 0,-14 4-34 16,1 0-54-16,-15-3-56 0,0 3-84 0,-6 4-87 16,-11-3-86-16,-1 3-360 0,0 0-822 0,-48-6 364 15</inkml:trace>
  <inkml:trace contextRef="#ctx0" brushRef="#br0" timeOffset="212570.08">4513 11458 86 0,'-3'-4'361'0,"0"-3"1"0,-2 0-8 0,5 7-2 0,-4-4-30 16,4 4-22-16,-3-5-30 0,3 5-20 0,0 0-35 15,0 0-24-15,0 0-18 0,0 0-18 16,0 0-8-16,-2 20-3 0,4-11-3 0,3 6-2 0,-2 6-8 16,4 4-7-16,-2-6-7 0,7 8 0 0,-9 1-9 15,7-1-5-15,0 0-10 0,-5 3-10 0,5-2-5 16,0-1-7-16,-4 3-7 0,1-4-6 0,1 3-6 16,2-6-2-16,-5 1-7 0,2-1-10 0,1-1-21 15,-3-2-32-15,-2-8-43 16,4 4-34-16,-2-5-27 0,-2 5-28 0,4-5-31 15,-7 0-40-15,5-4-45 0,-2-2-54 0,4-4-320 16,-7-1-694-16,0 0 307 0</inkml:trace>
  <inkml:trace contextRef="#ctx0" brushRef="#br0" timeOffset="212929.42">4503 11418 125 0,'-3'-10'286'0,"-2"-5"-7"0,-2 4 2 0,6 1-6 0,-1 0-7 16,2-2-10-16,-2 2-10 0,2 0-15 0,2-2-23 16,-2 4-16-16,2-2-16 0,4 2-18 0,-4 0-21 15,3 4-10-15,2-3-26 0,3 2 0 0,0 3-18 16,-1 0 1-16,8 2-15 0,-4 0-8 0,2 2-3 15,0 1-8-15,2 8-5 0,-4-8-5 0,2 6-5 16,0 3-5-16,0 2-7 0,1-1-4 0,-3 1-3 16,1 3-3-16,-5-2 17 0,3 1-20 0,-4 0-4 15,1 0-5-15,-8 1 3 0,4 1 4 0,-3 0-3 16,-4 1-2-16,-3-3-4 0,4 0 9 0,-8-1-9 16,1 3 4-16,-5-5 0 0,-2-1-7 0,-10 3-5 15,7-3-6-15,-7 0-23 0,-1-1-15 0,7 0-13 0,-9-1-26 16,2-1-34-16,1 0-37 0,5 0-54 0,4-3-57 15,1-2-261-15,1 1-576 0,6-2 255 0</inkml:trace>
  <inkml:trace contextRef="#ctx0" brushRef="#br0" timeOffset="214007.52">4788 11727 68 0,'0'0'298'15,"5"-12"-6"-15,-3 4-18 0,-1 3-18 0,-1 5-25 16,5-11-13-16,-3 7-27 0,11 0-18 0,-11 0-19 16,13 0-17-16,-4 4-11 0,6 0-13 0,3 0-15 0,0 4-9 15,1 0-12-15,1 1-6 0,-4 1-8 16,0 3-10-16,-1 3-3 0,2-5-7 0,-2 5-5 16,-2 0-1-16,-2-1-3 0,0 5-5 0,-4-5-2 0,-3 5-5 15,3-5-2-15,-8-2-4 0,4 8 2 0,-5-8-4 16,2-1-2-16,-4 3 0 0,2-2 3 0,-5 1-3 15,4-3-1-15,-6-2 2 0,0 0-1 0,1-1-3 16,6-4 0-16,-10 3 9 0,10-3-8 0,-7 0-2 16,7 0 4-16,0 0 0 0,0 0 1 0,-15-7-2 15,15 2-12-15,0 5-3 0,7-16-15 0,1 10-7 16,0 1-14-16,6-5-5 0,1 4-3 0,8-3 3 16,-10 3 3-16,8 3 2 0,-6-3 3 0,9 2 4 15,-10 2 3-15,5-2 4 0,-8 4 3 0,1 0-1 16,-2 1 2-16,-2 2 3 0,0-1 0 0,2 2 2 15,-5 1 4-15,2 0 1 0,-2 3-5 0,1-2 5 16,1 5 1-16,0-2 5 0,-4-2-1 0,4 4 3 0,1-2 3 16,-6-1 2-16,7 3 3 0,1-3 6 0,-5-1 5 15,7 1 2-15,-7-4 13 0,5 0 1 16,-5 1 5-16,6-2 1 0,1-2-5 0,-5 1 1 0,-7-2 6 16,21-3-1-16,-13-1 15 0,1-3-3 0,-1 0-3 15,2-1 0-15,-2-1 0 0,-6-1 7 0,4-3-5 16,-4 4 1-16,-4-4-1 0,2-1-3 0,-1-4-3 15,-4 6-10-15,0-2-1 0,0 1-2 0,0 4-5 16,-8-5 1-16,4 5-7 0,1 3-3 0,-5 0-5 16,5 0-8-16,1 3-21 0,-5 2-19 0,2-3-15 15,10 4-25-15,-16 4-16 0,16-4-30 0,-15 1-16 16,8 1-25-16,7-2-34 0,0 8-25 0,0-8-34 16,0 0-168-16,12 8-461 0,-12-8 205 0</inkml:trace>
  <inkml:trace contextRef="#ctx0" brushRef="#br0" timeOffset="-214019.05">5669 11482 67 0,'1'-7'276'0,"-1"-5"11"0,2 3-8 16,0 2-6-16,-2-1-11 0,3 2-17 0,-3 6-19 16,2-8-26-16,-2 8-13 0,1-7-31 0,-1 7-16 15,0 0-20-15,0 0-11 0,0 0-11 0,0 0-13 16,0 0-4-16,0 29-8 0,-1-14-5 0,-1 2-9 15,-1 1 4-15,1 2-17 0,-1 4-6 0,1 5-4 16,2-4-3-16,0-6 0 0,-3 1-3 0,1-1-1 16,-3-1-6-16,5-1-1 0,0-5-3 0,0 0-2 15,0-2-2-15,0-2-1 0,0 3 3 0,2-6 0 16,-2-5 0-16,10 2-6 0,-10-2-1 0,0 0-1 16,18-2-4-16,-18 2 2 0,21-5 1 0,-9-3 3 15,-1 2-5-15,11 0-1 0,-7 0-2 0,5 0 1 16,-4 0 6-16,4 3-8 0,-3-2-5 0,3 4 5 15,-4 2-4-15,-1-1-2 0,2 5 0 0,-6 1 2 0,6 0-1 16,-4 3 3-16,0 0-4 0,-3 6 0 0,0-3 1 16,0 4 0-16,-5-1-4 0,2 4 2 0,-1-6 4 15,-2 5-1-15,-3-2-2 0,-1 1 6 0,-1-2-3 16,-3 0-1-16,3-3-2 0,-4 0 2 0,-4-2 4 16,3 1-1-16,-4-3 3 0,3-1 3 0,-6-1-4 15,3-4 2-15,0-1 0 0,-5-1-3 0,4 0 1 16,-3-3 3-16,1-2-4 0,-3 1 1 0,1-4 2 15,6 1-1-15,-4-2 1 0,6 2-1 0,-2-4 4 16,0 2-5-16,3 0 16 0,1 0-18 0,3-3-8 16,2 0 5-16,0 0-25 0,7-3-16 0,-1-3-19 15,3 1-17-15,5-5-21 0,1 1-27 0,7 2-19 16,1-7-19-16,0 2-10 0,5-9-16 0,7 6 0 0,-8 6 24 16,1-2 10-16,-5 6 19 0,2-5 23 0,-5 5 37 15,-1-5 29-15,-5 9 46 0,-4-5 29 16,-2 3 26-16,5 3 34 0,-8-3 20 0,-3 4 13 0,-1 2 16 15,4-3 13-15,-1 2 7 0,-4 1-1 0,0 1-15 16,0 3-9-16,0-1-18 0,0 6-15 0,-9-8-9 16,9 8-12-16,-8 0-10 0,8 0-6 0,-21 14-3 15,12-4-7-15,-4 7-12 0,5-3 1 0,-5 9-4 16,3 4-5-16,-4 3 1 0,8 1-5 0,4-2 2 16,-3 1-6-16,5 1-5 0,0-1 0 0,5-1-3 15,0 0 6-15,-2-2-16 0,6-3-11 0,6-1-3 16,-4 3-9-16,-1-11-11 0,3 3-11 0,2-7-10 15,5 0-3-15,-3-2-14 0,3-2-4 0,3-3 2 16,-5-1 1-16,12-6 6 0,-10-1 2 0,8-5 7 16,-12-1 4-16,11-5 5 0,-6-1 3 0,4 0 3 15,-8-8 9-15,2 5 1 0,-4 0 20 0,-6 0 22 0,-1 0 23 16,3 0 12-16,-9 2 13 0,5-1 8 0,-6 2 16 16,-1 3 11-16,5-1-21 0,-10 3-12 15,4 2-6-15,1 2-4 0,-5-1-11 0,3 0-8 0,-4 8 0 16,6 0-6-16,-14 0-1 0,4 4-3 0,4 2-5 15,-9 3 0-15,0 3-4 0,0 3-3 0,2-2 1 16,1 5-4-16,1-1-12 0,-3 5 1 0,8-3-4 16,-4 0-10-16,5 2-6 0,3-3-11 0,-4-2-1 15,4 1-3-15,2 1-7 0,5-3-6 0,-2-2-5 16,4-2-15-16,3-4-6 0,-4 1-3 0,8-4 3 0,1 0-3 16,6-3 8-16,-4-1 5 0,2-1 10 0,3-3 1 15,-1-3 8-15,1-2 7 0,3-2 4 0,-5 3 2 16,3-9 11-16,-8 3 15 0,6-5 19 0,-6 8 17 15,2-5 17-15,-6 4 16 0,-1-3 14 0,-1 6 16 16,-1-5 3-16,-2 6 1 0,-1-3 2 0,0 3-3 16,0 1-10-16,-5 1 13 0,4 0-32 0,-3 3-3 15,-1 3-17-15,2-9-2 0,-2 9-7 0,0 0 1 16,0 0-3-16,0 0-9 0,-17 16-14 0,12-8-9 16,4 2-6-16,-6 1-3 0,5 1-12 0,-2 0-1 15,2-1-8-15,2 6-3 0,0-3-5 0,0 1-7 16,0 3-1-16,0-4-3 0,0-4-5 0,2 2-9 15,4-3 1-15,1 0 1 0,-6-3 1 0,6 6 6 0,1-8 5 16,-1 0 3-16,3-3 7 0,-10-1 2 0,18 0 7 16,-8-3 2-16,3-3 5 0,-4 0 3 15,5-6 14-15,-4 3 19 0,2-4 8 0,-5-1 21 0,6 1 19 16,-5-4 15-16,0 5 13 0,4-4 21 0,-2-1 14 16,-4 2 7-16,4 0 8 0,-6 1 11 0,2 5 0 15,-2-1-4-15,1 1-6 0,-4 3-6 0,-1 0-11 16,7 0-14-16,-5 0-13 0,-2 6-8 0,5-6-17 15,-5 6-9-15,0 0-12 0,1-3-9 0,-1 3-2 16,0 0-1-16,7 10-6 0,-1-2-9 0,-6 1 0 16,2-2 1-16,0 3-7 0,1 0 2 0,-1-1-2 15,-2 0 0-15,8 3-4 0,-3-5 1 0,-3 5 0 16,3-1-6-16,0-7 1 0,-5 3-1 0,6 0 3 0,2-1-4 16,-8-2 2-16,0-4 1 0,5 7 0 15,-5-7-3-15,9 1 1 0,-4 2 0 0,-5-3 1 16,0 0-1-16,15-1 0 0,-15 1-9 0,0 0 5 0,14-3 0 15,-14 3 3-15,10-5-5 0,-10 5 1 0,12 0-5 16,-5-2 0-16,-7 2-1 0,8-1-2 16,-8 1 1-16,11-3-2 0,-6-2 2 0,-5 5 1 0,9-4-3 15,-3 1 1-15,-6 3 3 0,9-4-3 0,-3 0 2 16,1 1-1-16,-7 3 5 0,8-5-5 0,-1-2 2 16,1 3 0-16,-5 1-1 0,1-3 0 0,6 4 0 15,-6-2-1-15,3-4 3 0,-7 8 0 0,8-7 4 16,-3 6-5-16,-5 1 0 0,4-7-2 0,-4 7 0 15,11-4-5-15,-11 4-13 0,0 0-16 0,9-1-27 16,-9 1-19-16,0 0-26 0,8 5-31 0,-8-5-38 16,13 7-20-16,-11 0-40 0,9-1-47 0,-7 3-57 0,7-1-53 15,-8 4-255-15,4-7-703 0,6 9 312 0</inkml:trace>
  <inkml:trace contextRef="#ctx0" brushRef="#br0" timeOffset="-213581.6">7830 11694 195 0,'0'0'255'0,"-8"-3"-21"16,8 3-23-16,0 0-12 0,0 0-16 0,0 0-15 16,-23 8-13-16,16-7-17 0,-3 1-13 0,4 2-14 15,2 5-10-15,-6-5-8 0,4 3-9 0,2-3-10 0,-2 7-7 16,1-6-2-16,5 2-8 0,-3 0-5 0,3-1-2 16,-4 3-4-16,8-4-5 0,-4-5-1 15,3 10-3-15,3-4 3 0,-1-2-2 0,0-2 4 0,5-1-2 16,-10-1 2-16,15 4-1 0,-5-4 4 0,-10 0 2 15,15-5 4-15,-7 1 1 0,1-1 0 0,-3 0 3 16,1-3 0-16,-1 1-1 0,-4-2-4 0,3-1 2 16,-2 2-8-16,-3-4-2 0,0 4-8 0,-3-3 1 15,3 2-8-15,-5-2-1 0,3 4-5 0,-4-1-9 16,-2 1-11-16,1-1-17 0,-1 3-25 0,-1-2-24 16,-4 3-25-16,3 3-40 0,10 1-33 0,-18-2-54 15,10 0-43-15,8 2-207 0,-15 4-505 0,15-4 224 16</inkml:trace>
  <inkml:trace contextRef="#ctx0" brushRef="#br0" timeOffset="-213237.88">7676 11393 258 0,'-8'-4'248'0,"5"0"-20"16,3 4-19-16,-14-3-26 0,14 3-18 0,0 0-18 16,-14 3-14-16,14-3-9 0,-5 8-5 0,3-4-1 15,2-4-8-15,0 9-7 0,0-3-7 0,0-6-6 16,2 12-5-16,3-8-4 0,1 3-8 0,-4-3-3 16,3 2-6-16,-4-3-1 0,8 1 2 0,-8-1 4 15,-1-3 6-15,10 3 6 0,-10-3 7 0,0 0-4 16,12 0-10-16,-12 0-4 0,0 0-2 0,11-6-5 15,-7 1-3-15,-1-2 1 0,0 3-5 0,-3 4-9 16,5-12 1-16,-1 4-4 0,-4 1-4 0,0 2-4 16,3-2-7-16,-1 1-6 0,-2 6 3 0,-2-10-11 0,2 10-20 15,0-8-29-15,-3 2-22 0,3 6-31 0,0 0-38 16,-12-1-43-16,12 1-58 0,-15 7-58 16,5-3-217-16,2 4-543 0,0-2 240 0</inkml:trace>
  <inkml:trace contextRef="#ctx0" brushRef="#br0" timeOffset="-207894.7">8851 11529 47 0,'2'-15'266'0,"-2"0"-13"16,3 3-10-16,-3 0-13 0,4-5-8 0,-4 1-16 16,0 5-7-16,0-4-14 0,0 3-18 0,0 1-6 15,-4 0-8-15,1 2-24 0,0 2-9 0,1-2-12 16,2-1-13-16,-3 1-10 0,-4 6-13 0,2-4-7 0,2 2-6 15,-7 0-10-15,0 0-4 0,0 0-6 16,2 4-1-16,-4-2-3 0,2 2-4 0,2-2-4 16,8 3-2-16,-21 3-4 0,9-3-2 0,12 0-1 0,-20 0-1 15,10-3-2-15,0 3-2 0,2 3-4 0,8-3-1 16,-18 0-1-16,13 1 1 0,5-1 5 0,-18 3-8 16,9-2 0-16,3 1 2 0,6-2 3 0,-17 6-6 15,9-3-1-15,1 1-4 0,-6 1 0 0,5-1 1 16,1 2 3-16,-6 2-3 0,5-2-1 0,-1 4-2 15,-4 1 3-15,5 1 0 0,-7 2 0 0,7 0 1 16,1 0 4-16,-3 1-4 0,3 1-1 0,4 1-1 16,-5-2 1-16,5 1 2 0,3 2-1 0,1-2 1 15,1 0 0-15,6-5 1 0,-1 2-3 0,6 2 1 16,-1-6-2-16,7-1 0 0,1-1-8 0,2-2-4 16,1-3 6-16,5-2 2 0,4-1-1 0,-6-5 3 15,-4 1 0-15,4-5 1 0,2 0 1 0,-5-4 2 0,-3-3-2 16,-3 4 8-16,1-2 4 0,-3 1 19 0,-2-1 12 15,-1 2 9-15,-1 1 7 0,-1 0 14 16,-2 3 1-16,1 0 6 0,-4 0-10 0,1 3-6 0,-2 1-7 16,1-1-15-16,-5 6 5 0,6-5-25 0,-6 5-13 15,0 0-4-15,0 0 0 0,0 0 5 0,9 16-7 16,-8-4 7-16,4 6-5 0,-3 2-1 0,4 7 4 16,1 1-1-16,1 3-5 0,1 10-7 0,2-1 6 15,-3 2 0-15,1-1 3 0,-1-1-3 0,-1 3-3 16,-1-5 3-16,1 3 1 0,-1-8 0 0,3-3 3 15,-6 2 6-15,2-4-12 0,3 1 1 0,-3-2 0 16,2-2-4-16,-2-1 5 0,0-6 3 0,0-3 3 16,-4 0 6-16,-1-3-11 0,0-3-3 0,4 2 5 0,-4-4 2 15,0 1-1-15,0-3 33 0,0-5 24 16,0 7 36-16,0-7 20 0,0 4 15 0,0-4-10 16,0 0-8-16,0 0-13 0,0 0-15 0,-20-18-7 0,15 8-6 15,-2 0-8-15,-6-6-4 0,3 4-9 0,-3-3-2 16,1-8-8-16,-4 3-8 0,-1-1-17 15,7 4-21-15,-1-8-34 0,-4 0-31 0,5 1-30 0,-2 2-43 16,6-5-28-16,-4 2-24 0,5 3-33 0,5-3-48 16,0 7-36-16,0-9-35 0,6 7-284 0,3 1-681 15,-3-1 303-15</inkml:trace>
  <inkml:trace contextRef="#ctx0" brushRef="#br0" timeOffset="-207238.52">9146 11409 116 0,'5'-5'224'0,"-2"-2"0"0,-1 1-6 16,3 0-11-16,5 2-17 0,-7-3-12 0,4 5-15 15,-1 0-12-15,-6 2-15 0,19-4-15 16,-11 4-11-16,5 1-9 0,-3-1-12 0,3 3-7 16,-4 0-10-16,4 3-10 0,0 0-6 0,4 2-3 0,-4-1-7 15,3 2-4-15,-4 3-3 0,-4-5-5 0,6 7-6 16,-3-2-1-16,-1 0-4 0,0 1 1 0,-3-3-4 15,1 0-1-15,-3-1-2 0,0-1-3 0,1 0 1 16,-2 1-1-16,-1-6-3 0,-1 2-1 0,1 2 2 16,-3-7-3-16,7 5 10 0,-7-5 8 0,0 0 3 15,0 0 2-15,0 0-8 0,0 0 3 0,0 0-4 16,-27-9-1-16,21 5-3 0,-1-1 1 0,2 3 1 16,0-5-5-16,-2 2 2 0,4-2-2 0,0-1-3 15,-1 4-3-15,4-5-14 0,0 9-19 0,10-15-20 16,-1 6-28-16,6 2-19 0,4-1-21 0,3 1-17 15,8-1-13-15,-2 2-3 0,3 0 2 0,6-1-1 16,-1 3-4-16,-4-3 19 0,4 2 7 0,-8 1 20 0,4 1 5 16,-6-3 12-16,-4 1 16 0,-1-2 23 15,-4 5 36-15,-7-2 21 0,3 1 21 0,-3-1 18 16,0 0 9-16,-5-1 4 0,0 0-2 0,0-1 1 0,-5 6 11 16,5-8-5-16,-5 8-2 0,-9-8-6 0,9 8-3 15,-6-3-8-15,-6 3-5 0,4-4-5 0,8 4-1 16,-22 5-4-16,4-1-1 0,1 1-10 0,1 1 0 15,1 1-4-15,-3 1-1 0,3 4 1 0,-2-3-1 16,2 3-4-16,6 1 1 0,-3 3-1 0,2-3-1 16,5-4-1-16,-10 4-1 0,9 1 0 0,4-5-2 15,-3 2-2-15,3-3 3 0,2 1-3 0,0-2 2 16,0-7 1-16,9 10 2 0,-3-9-3 0,2 1 1 16,-8-2-4-16,22-5-1 0,-9 0 1 0,2-3-2 15,-2-3 0-15,-1 1 2 0,3 1-5 0,3-6 7 16,-6 3 24-16,-2 0 28 0,-2-2 2 0,-2 5 21 15,3-1 13-15,-3 3-1 0,3-1 0 0,-9-1-5 16,3 4-4-16,2 0-14 0,-3-1-6 0,-2 6-12 0,5-8-5 16,-5 8-16-16,0 0-21 0,0 0-4 15,0 0-6-15,0 0-10 0,8 14-12 0,-7-7-20 16,3 3-26-16,-1 0-30 0,2 0-29 0,7 5-34 0,-2 0-41 16,1-2-33-16,2 2-45 0,2-3-145 0,8 2-458 15,-3-1 203-15</inkml:trace>
  <inkml:trace contextRef="#ctx0" brushRef="#br0" timeOffset="-205910.54">10387 11379 123 0,'-11'-6'254'0,"4"-3"-15"16,-1 3-7-16,-2 0-16 0,-10 0-13 0,7 0-12 15,-2 3-14-15,0 1-19 0,-3 2-12 0,0 2-16 16,3 1-13-16,0 2-10 0,-3 0-5 0,-1 4-13 15,5-1-11-15,-1 2-10 0,5 2-4 0,-5 0-5 16,2 3-6-16,-2-3-3 0,1 2-3 0,6 2-5 0,2 1-6 16,-3-2 0-16,4 1-4 0,2-1-1 0,1-3-3 15,2-1 0-15,2 3-7 0,1-5 3 16,2-1-5-16,4 2 1 0,2-1-2 0,1-8-8 0,9 3-9 16,-3 3-15-16,1-7-9 0,4-2-13 0,-3 0-18 15,11-3-10-15,-3-6-12 0,2 0-15 0,-2-5-7 16,0 1-3-16,-6-6 3 0,3-3 4 0,-5 0 11 15,-4-3 8-15,1 0 1 0,-4-1 25 0,-5 1 25 16,0-2 22-16,-1 0 27 0,-4-2 26 0,-1-4 27 16,-7 8 19-16,3 3 15 0,-3-6 11 0,4 10 13 15,-6-3 13-15,6 2 8 0,-4 3 1 0,1 0 9 16,4 3-7-16,-8 2 1 0,8 2-7 0,-3 2-8 16,1-3-1-16,2 6 4 0,-2-2-14 0,2 1-9 15,0 7-11-15,0-9-13 0,0 9-10 0,0 0-11 16,-3-9-14-16,3 9-11 0,0 0-12 0,0 0-7 15,3-6-7-15,-3 6-4 0,0 0-5 0,0 0-8 0,9 19-6 16,-3-5-10-16,-4-1 3 0,0 7-11 0,1-1-6 16,-1 7-14-16,3-1-11 0,-2 7 5 15,-3 1-10-15,5 5-1 0,-2 2-6 0,0-9 2 0,2-2 5 16,-1 3-10-16,-3-4 2 0,4-1-2 0,0 0 5 16,-1-3-11-16,2-5 18 0,1 3-7 0,-4-9-1 15,5 5 4-15,-1-10 6 0,1 2 6 0,4-4 7 16,-2 0 3-16,1-6 0 0,1 0 1 0,1-2 8 15,4-7 2-15,3 1 0 0,-4-2 3 0,7-9 4 16,-11 6-2-16,9-10 14 0,-6-1-6 0,-6-2 13 16,6 4 3-16,-9 2 6 0,4 4 10 0,0 0 12 15,-2-4 2-15,-4 2 5 0,2 3 10 0,3 3-2 16,-5-1-8-16,-2 3-9 0,-2 5 0 0,3-3-10 16,-1 2-12-16,0 0-20 0,-2 6 2 0,0 0 4 15,0 0-8-15,0 0 2 0,0 0-2 0,-9 28-1 16,9-9-11-16,-4-3 6 0,2 2 0 0,2 0 1 15,2 1-8-15,2 7 3 0,-2-7-2 0,5 3-5 0,4-1 3 16,1 1 17-16,1 2-28 0,4-1-3 16,-4-6-4-16,2-2-12 0,8-1-6 0,-5-5-4 15,4-2-1-15,-4 0-4 0,12-3 2 0,-9-3 5 0,-1-6 6 16,2 0 4-16,-1 0 5 0,-1-7 4 0,2-1 0 16,-4-8 4-16,0 1 0 0,-3-7 10 0,-4 5-2 15,3-3 6-15,-4-1 3 0,-5 1 17 0,0 3 16 16,-2-3 9-16,-3 6 10 0,0-3 1 0,0-5-1 15,-3 8-3-15,1 7-1 0,-1-4-8 0,-4 2 4 16,0 6-6-16,1-1-4 0,-3 4-2 0,3 0-4 16,-2 4 0-16,8 1-7 0,-19 4 4 0,8-1-4 15,1 5 0-15,0-3 3 0,-5 10-1 0,10 4-1 16,-5-8 2-16,0 9 0 0,4-2-4 0,1 0 1 0,5 3-1 16,0 2-1-16,0-4 1 0,6-4-5 15,1 5 7-15,-4-3-2 0,2-2-7 0,5-1 2 16,2-1-3-16,-2-4-6 0,3 2-6 0,2-8 0 15,1 1-3-15,-1-2 4 0,5-2-6 0,-5-5 9 0,1 1 0 16,3-5 5-16,-3 2 1 0,-1-4-4 16,2-4 4-16,3 3 3 0,-12-3-3 0,7 0 2 15,-7-2 0-15,5 2 2 0,-6-1 3 0,1 5 3 0,-1-1 0 16,-2 5 2-16,-2-1-1 0,2 1 5 0,-3 1-13 16,-2 6 6-16,0-4-4 0,0 4-4 0,0 0 0 15,0 0 1-15,0 0 2 0,-15 20-4 0,15-9-1 16,-7-2 0-16,7 3 0 0,0 0-1 0,0 0-2 15,0 5 0-15,0-8-3 0,7 6-5 0,-7 1-2 16,5-5-1-16,-2 2-3 0,4-3-2 0,3-2 3 16,3 0 3-16,-7-3 0 0,8-3 3 0,-1-1-1 15,-2-1 4-15,3-3 8 0,2-1-6 0,-1-4 3 16,0 1 2-16,0-5 4 0,1-1-3 0,-4-2 3 16,6-6 2-16,-3 6 14 0,-3-4 8 0,1-1 11 15,-5 5 8-15,2-4 10 0,-2 1 4 0,-3 2 12 16,2 5 4-16,0 2-2 0,-6-3 12 0,4 2-9 0,-3 4-5 15,3-1-9-15,-3-1-5 0,-2 1-11 0,5 5-15 16,-5 2 1-16,0 0-11 0,0 0 2 0,0 0-2 16,0 0 1-16,-5 18-4 0,5-7-4 0,0 2-2 15,0 5 0-15,0 1-4 0,0 1 0 0,8-2-12 16,-8 3 7-16,0 0-2 0,11 1-6 0,-2-4-6 16,-1 2-6-16,4-5-9 0,-2 0-9 0,4-2-20 15,1-2-13-15,5-2-15 0,2-2-15 0,-2 0-12 16,1-6-17-16,9-2-5 0,-2-7-13 0,0 0-10 15,2-2-18-15,-7-3-22 0,5-4-19 0,7-8-16 16,-12 2-161-16,-1-2-428 0,3-9 189 0</inkml:trace>
  <inkml:trace contextRef="#ctx0" brushRef="#br0" timeOffset="-205738.68">12195 11033 5 0,'-10'-39'101'0,"2"-2"38"16,-4 12 9-16,-3-11 10 0,0 13 16 0,7 1 13 0,-9 4 7 16,4-2-1-16,0 8 5 0,5 1-6 15,-6-4-15-15,8 11-13 0,2-3-17 0,0 6-19 16,-5 1-9-16,3 3-14 0,6 1-12 0,-15 7-11 0,11 2-5 15,1 1-10-15,3 12-4 0,0 1-5 0,0 4-6 16,3 5-5-16,2-2-4 0,7 17 2 0,-4-4-10 16,7 8-1-16,-2-6-2 0,-1 1-3 0,0 1 7 15,1-4-12-15,2 4 0 0,-4-8-3 0,6 0-3 16,-6-9-29-16,-2-3-40 0,1-3-39 0,-5-5-50 16,1-5-43-16,1-2-54 0,-2-4-213 0,-2-4-487 15,2-3 216-15</inkml:trace>
  <inkml:trace contextRef="#ctx0" brushRef="#br0" timeOffset="-205566.83">11816 10967 140 0,'-20'-20'321'0,"3"6"-6"0,4 1-11 0,0-1 1 16,-2 5 10-16,8-2 4 0,1 0 4 0,-3 2-19 0,8 1-23 16,-4 1-30-16,5 1-26 0,0 6-27 15,5-9-33-15,1 6-46 0,3 1-48 0,6 2-56 16,0 2-57-16,6 1-68 0,1 0-79 0,9 1-82 0,-3 7-290 15,0-7-606-15,0 3 269 0</inkml:trace>
  <inkml:trace contextRef="#ctx0" brushRef="#br0" timeOffset="-205316.86">11303 10510 220 0,'-27'-7'360'0,"11"-2"-14"15,-1 2-11-15,4 2 8 0,5 2-24 0,-2-3-4 0,3 1-16 16,0 3-18-16,-1-3-26 0,8 5-27 16,-10-1-25-16,10 1-35 0,0 0-26 0,-8-5-34 15,8 5-38-15,0 0-36 0,0 0-33 0,0 0-41 0,0 0-51 16,8 21-54-16,-3-10-69 0,2-7-63 0,-1 8-267 15,1-1-588-15,1-6 260 0</inkml:trace>
  <inkml:trace contextRef="#ctx0" brushRef="#br0" timeOffset="-204488.82">13492 10892 264 0,'-14'-2'267'0,"-11"-1"-17"0,-3 3-10 0,-1-3-12 0,-2 5-14 16,-2-1-17-16,-2 4-20 0,0 2-16 0,4 3-14 15,3 0-12-15,-2 3-15 0,9 2-12 16,-1 5-8-16,12-9-8 0,-2 8-8 0,11 5-5 0,1-5-6 16,6 4-5-16,8 2-6 0,2-3 1 0,7 0-5 15,15 0 1-15,-1 0 0 0,3-5-5 0,-1-2-6 16,-9-3-2-16,7-3 0 0,-11-3 4 0,1-3 9 16,-6-3 8-16,-1-3 8 0,-5 2-5 0,-2-4-3 15,-5-4-8-15,1-3-7 0,-9 3-8 0,-7-9-4 16,-8-2 3-16,-1-2-16 0,-11-10-1 0,-11 4 7 15,2 1-13-15,-1 0 0 0,2 1 0 0,4 9 3 16,6 2-5-16,-1-4 2 0,9 7-3 0,4 4 1 16,-2-1-1-16,8 4-3 0,4-3 11 0,3 1-19 15,0 7-6-15,25-9-7 0,1 5-12 0,12 2-3 16,10 0-12-16,9 2-8 0,2 0-9 0,2-3 3 16,26 3-8-16,-5-1 3 0,-24-3-13 0,7-4 5 0,-7 2 4 15,1-4 4-15,-6-1 5 0,-5 0 9 0,-8-1 4 16,-10 0 5-16,-9 2 13 0,-6 0 16 15,0-1 7-15,-7-4 6 0,1 4 5 0,-9-2 6 0,5 2 7 16,-12-1 11-16,0-3 3 0,-1 5-2 0,1 3 4 16,-6-6-7-16,-2 6-1 0,0 1-5 0,4 6-4 15,-1 1-5-15,-6 4-9 0,0 2 4 0,6 4 1 16,-6 7-4-16,3 2-2 0,2 5 3 0,3 8-6 16,2 5 5-16,3 2-1 0,3 6 1 0,4 4-7 15,1 4 1-15,5-2 17 0,2 7-10 0,5 16-6 16,-3-20-6-16,-2 3 11 0,10 14-9 0,-11-19 1 15,6 0-1-15,-6-2 0 0,4-5-2 0,-5-4 7 16,-1-1-5-16,-7-14-1 0,1-6 1 0,4 0-4 0,-10-3-4 16,4-6-9-16,1 3-3 0,-7-11-7 15,-3 1-21-15,-3-3-9 0,0-2-15 0,-5-3-19 16,-2-4-20-16,-8-6-31 0,-2-1-36 0,3-3-47 0,-6-10-53 16,12 1-47-16,-1 2-172 0,-1-3-530 0,8 0 235 15</inkml:trace>
  <inkml:trace contextRef="#ctx0" brushRef="#br0" timeOffset="-204332.58">13784 11319 20 0,'0'0'301'0,"0"-8"9"0,0 8-5 0,0 0-8 15,0-7-10-15,0 7-12 0,8-4-5 0,-8 4-16 16,8-5-18-16,-1 5-29 0,1-3-15 0,7-3-21 16,-2 4-19-16,9 1-12 0,-1-1-20 0,4 1-41 15,8-2-53-15,14 0-56 0,-6 3-69 0,5 6-63 16,1-9-86-16,2 7-270 0,1-4-560 0,-5 0 248 15</inkml:trace>
  <inkml:trace contextRef="#ctx0" brushRef="#br0" timeOffset="-202332.8">15189 10749 102 0,'2'-14'340'0,"3"6"-3"0,-4-3-4 0,6-1 2 0,-5 0 5 16,-2 1-7-16,6 3-2 0,1-3-8 0,-6 3-14 15,8-1-16-15,-4 3-17 0,-4 2-20 0,8-1-22 16,-9 5-26-16,5-7-29 0,-5 7-24 0,0-5-20 15,0 5-13-15,0 0-9 0,0 0-16 0,5 24-10 16,-5-13-10-16,-4 2-6 0,8 5-6 0,-8 6-9 16,3 6-6-16,2-6-2 0,-1 7-6 0,-1-6-5 15,1 4-4-15,-2-2-1 0,-1 1-2 0,3 3-5 16,0-2 2-16,3-2-6 0,-3 0-1 0,0-3-3 16,2-3 1-16,-1-4-4 0,3 0-4 0,-4-5 0 15,1 0-5-15,-1-1 1 0,0-2-3 0,0-2 1 0,2 0 0 16,-2-1 3-16,0-6 1 0,0 7 6 0,0-7-3 15,0 0 1-15,11 2-3 0,-11-2 1 0,0 0-2 16,10-9 1-16,-3 4 0 0,1-4-4 0,1 1 0 16,-3 1 1-16,2-9 3 0,4 7-4 0,-2-5 3 15,2 2-2-15,-3 0 2 0,1-3 0 0,4 3 2 16,-3-3 3-16,1 4-1 0,-2-6 8 0,0 3 5 16,-2 5 9-16,4-2 7 0,-3-1 5 0,0 5 2 15,-1-5 2-15,-1 6-2 0,1-1-3 0,-3 1 0 16,2 2-7-16,-4-3-2 0,2 2-6 0,1 1-1 15,-6 4-7-15,7-6-5 0,-7 6-3 0,3-1-2 16,-3 1-3-16,0 0-1 0,14 8-3 0,-6-3 0 0,-2 1-3 16,1 3-2-16,1 1-4 0,-1 2 0 0,1 5-7 15,-1-3-2-15,4 6-7 0,-7-5-11 16,7 5-11-16,-6-1-17 0,7 4-20 0,-9-8-20 0,4 4-24 16,-2 1-18-16,-2-4-20 0,4 4-19 0,-1-1-18 15,-1-1-29-15,-3-2-38 0,0 0-41 0,1-4-53 16,2-5-47-16,-2 7-270 0,-1-6-733 0,0-3 324 15</inkml:trace>
  <inkml:trace contextRef="#ctx0" brushRef="#br0" timeOffset="-202098.45">15942 11173 185 0,'0'0'402'0,"3"-5"-13"0,-3 5-21 0,0 0-26 15,0 0-28-15,0 0-36 0,0 0-25 0,-6-8-28 0,6 8-23 16,0 0-24-16,0 0-17 0,0 0-15 0,0 25-14 16,1-15-12-16,-1 2-15 0,2-4-9 0,1 11-3 15,1-4-11-15,1 4-14 0,3 2-20 0,-1-2-26 16,1 0-29-16,0-1-37 0,2-1-47 0,2 0-56 16,-2 1-61-16,0-6-64 0,-2 0-69 0,0-5-176 15,-1 1-560-15,-1-2 249 0</inkml:trace>
  <inkml:trace contextRef="#ctx0" brushRef="#br0" timeOffset="-201411.02">16510 10811 274 0,'0'-8'335'0,"0"8"-19"16,-2-9-16-16,2 9-21 0,0-9-31 0,0 9-29 15,0-4-28-15,0 4-22 0,0 0-13 0,0 0-15 16,0 0-17-16,-15 12-10 0,9-5-13 0,2 2-11 16,-1 5-9-16,0 2-7 0,0 2-7 0,2-1-6 15,0 2-4-15,-1-1-9 0,4 6-5 0,0 4-3 16,0-9-8-16,4 0-5 0,-1 2 0 0,0-2-7 16,2-7-4-16,0 5 0 0,4-2-4 0,-3-5 0 0,3 0 0 15,-3-1-2-15,2-4 0 0,1-2 0 16,4-3 5-16,-5 0-9 0,5-4 9 0,-4 0-9 15,1-3-2-15,1-2 2 0,4 1-3 0,-3-4 2 0,-2 1 4 16,6-4 10-16,-6 3-1 0,0-3 7 0,-2 6 17 16,1-5 8-16,-3 7 4 0,1-6 0 0,-1 3-1 15,3 5 1-15,-8-3-10 0,6 2 7 0,-2 0-25 16,-5 6-1-16,7-7 15 0,-7 7-28 0,3-4-5 16,-3 4 1-16,0 0-2 0,12 12-6 0,-9-5 7 15,2 1-12-15,1 1 5 0,4 2-6 0,-1 3-2 16,4 5-3-16,-2-2-7 0,-2-4 8 0,2 4-4 15,3-2 0-15,-3 2 0 0,1-6-2 0,3 1 1 16,-2-4 2-16,2-1 4 0,-9 1-7 0,4-4 11 16,-3 0 0-16,5 0-3 0,-3-4 8 0,-9 0 0 15,14-8-3-15,-8 2 10 0,1 0 1 0,0-3 10 16,-4-1-2-16,-3-1 4 0,6-4-1 0,-6-3 0 16,5 0 4-16,-3 2 1 0,-2-4 0 0,0-1 2 0,0 1 0 15,-2 1-7-15,-3-2-7 0,5 3 0 16,-1 0-2-16,-4 1 6 0,5 1-19 0,-8 4-15 15,6-2-27-15,-3 5-30 0,5 1-38 0,-7 1-33 0,6 2-38 16,-6-2-59-16,7 7-61 0,-7-7-259 0,7 7-609 16,-1-3 269-16</inkml:trace>
  <inkml:trace contextRef="#ctx0" brushRef="#br0" timeOffset="-201036.06">17236 10936 30 0,'0'0'230'0,"0"0"-26"15,0 0-16-15,0 0-22 0,2 8-13 0,-2-8-17 16,5 4-15-16,-5-4-13 0,-5 8-13 15,5-8-4-15,0 11-11 0,-2-6-7 0,2 3-12 0,-5-1-2 16,5 0-7-16,0-7-3 0,-1 7-5 0,-3-1-2 16,1 0-8-16,3-6 1 0,0 8 6 0,0-8 28 15,0 0 22-15,0 4 21 0,0-4 15 0,0 0 16 16,0 0-4-16,0 0-7 0,0 0-12 0,0 0-12 16,0 0-7-16,0 0-11 0,0-28 7 0,0 25-10 15,0-8-7-15,0 3-10 0,3 1-4 0,-3 1-10 16,4-5-1-16,-4 5-8 0,0 6-8 0,0-12-15 15,0 12-25-15,0-9-27 0,0 9-34 0,0-4-48 16,0 4-34-16,0 0-34 0,0 0-51 0,0 0-42 16,0 0-216-16,0 0-529 0,0 0 234 0</inkml:trace>
  <inkml:trace contextRef="#ctx0" brushRef="#br0" timeOffset="-200458">17435 10727 19 0,'2'-12'316'0,"-2"12"-13"16,5-7-15-16,0 5-13 0,-5 2-15 0,8-5-22 15,-5-1-20-15,-3 6-18 0,12-6-23 0,-9 5-20 16,-3 1-15-16,0 0-18 0,15 7-9 0,-7-7-14 15,-1 6-10-15,0 0-10 0,1 2-10 0,0 0-4 16,5 1-17-16,-6 5 0 0,1-2-3 0,0 6-5 0,-1-1-3 16,6-4-5-16,-4 5-6 0,-8-2 3 15,11 4-5-15,-9 6-4 0,4-7-4 0,1-3-2 16,-3 4 3-16,-5-2 7 0,7-5-17 0,-6 5 2 16,-1-7-3-16,5 2 0 0,-5-2 10 0,2-3-13 0,-2 2-1 15,0-4 3-15,5-2 1 0,-5 4-2 0,0-8 17 16,2 9 25-16,-2-9 26 0,1 6 25 0,-1-6 33 15,-1 7 23-15,1-7 14 0,0 0-13 0,0 0-4 16,0 0-5-16,0 0-6 0,1-20-3 0,-1 10-3 16,0 3-2-16,5-2-18 0,-3 1-10 0,-2 0-5 15,0-6-14-15,6 2-6 0,1 0-7 0,-5 1-13 16,9 1-11-16,-2-5-26 0,-1 0-19 0,0 3-39 16,5 1-43-16,1-4-60 0,2 3-44 0,-3 0-50 15,2 2-47-15,0 5-49 0,2-3-57 0,-2 0-52 16,0 5-243-16,4-3-737 0,-9 3 327 0</inkml:trace>
  <inkml:trace contextRef="#ctx0" brushRef="#br0" timeOffset="-200083.04">18172 10920 124 0,'0'0'182'0,"0"0"4"0,-2 8-6 0,2-8-15 16,-5 8-17-16,5 0-11 0,-2-4-4 0,-3 3-6 15,5 0-14-15,-1-1-9 0,1 1-11 0,-2 1-9 16,2 3-6-16,-2-6-9 0,4 3-4 0,-2 1-9 16,0-9 0-16,2 9 3 0,-1-5 8 0,-1 3 4 15,4 0 5-15,-4-7 1 0,8 6 12 0,-5-3 5 16,-3-3 0-16,7 1-1 0,-7-1 4 0,0 0 5 15,16 0-2-15,-16 0-3 0,14-2 0 0,-6-3-4 16,-8 5-5-16,7-6 15 0,1-1-6 0,-3-1 2 0,-4 8-17 16,6-4 1-16,-7-3-7 0,0 7-15 0,7-8 2 15,-6 3-13-15,-1 5-13 0,0-6-4 0,0 6-24 16,0 0-16-16,-1-12-19 0,1 12-23 0,-10-3-23 16,0 1-27-16,2-1-27 0,8 3-38 0,-19 0-50 15,8 0-54-15,1-1-276 0,-3-1-589 0,-1 1 261 16</inkml:trace>
  <inkml:trace contextRef="#ctx0" brushRef="#br0" timeOffset="-198692.56">18797 10348 196 0,'7'-17'333'0,"1"-1"4"16,-1 1-7-16,1-1 5 0,-3 6 11 0,3-6-6 16,-4 6-13-16,1-3-8 0,0 7-6 0,-2-4-18 15,0 7-17-15,2-2-23 0,-5 3-27 0,3-2-26 16,-3 6-27-16,2-7-18 0,-2 7-21 0,0 0-21 15,0 0-8-15,0 0-11 0,3 14-9 0,-3-1-10 0,0 3-7 16,-3 5-8-16,1 9-5 0,-1-2-7 16,0 1-5-16,-2 8-3 0,3 4-4 0,-3-9-6 15,2 1-3-15,0-1-2 0,-6 7-5 0,6-7 0 0,0-2-2 16,3-2-2-16,-2 2-2 0,2-1-2 0,0 1-10 16,5 0-11-16,-2-3-22 0,6-3-24 15,2 2-20-15,2-6-19 0,2 3-29 0,5-5-31 0,2-1-28 16,-1-1-52-16,2-5-51 0,6-3-54 0,-1 1-49 15,-5-3-283-15,5-4-723 0,-5-2 321 0</inkml:trace>
  <inkml:trace contextRef="#ctx0" brushRef="#br0" timeOffset="-198489.46">18827 10544 263 0,'-13'-3'328'0,"3"-1"-4"15,2 1-7-15,-1-1 2 0,3 1-2 0,6 3 0 0,-9-9-8 16,9 9-16-16,0 0-24 0,-6-3-31 16,6 3-19-16,0 0-24 0,0 0-23 0,38 4-33 15,-22 2-38-15,8-1-46 0,4 1-55 0,8-1-42 0,2 5-59 16,-1 0-65-16,-8 0-68 0,21-1-89 0,-7 1-229 16,2 0-597-16,-2 1 264 0</inkml:trace>
  <inkml:trace contextRef="#ctx0" brushRef="#br0" timeOffset="-197911.29">20072 10453 287 0,'6'-5'359'0,"-6"5"-9"16,9-8-32-16,-9 8-27 0,5-6-36 0,-5 6-27 16,0 0-27-16,6-1-23 0,-6 1-15 0,0 0-20 0,3 20-13 15,2-6-18-15,2 6-5 0,0-1-12 16,3 8-8-16,-4 1-13 0,4-1-3 0,5 12-10 16,-3-9-8-16,3 8-1 0,-2-10-5 0,-2 3-7 0,-2-3-3 15,2-4-6-15,2 1 2 0,-4-5-4 0,1-5 2 16,0 1-6-16,-2-6-5 0,0 0 7 0,-1 1 8 15,-4-4 44-15,4 1 41 0,1-4 33 0,-1-3 4 16,-7-1-8-16,16 0-4 0,-16 0 2 0,13-13-8 16,2 2-12-16,-8-4-9 0,6 0-10 0,-3-4-6 15,-3-1-1-15,1-2-6 0,5-2-2 0,-3-8-11 16,2 4-9-16,-4 0-8 0,-1-4-5 0,1 3-6 16,-1 2-6-16,1 2-8 0,-7 5-7 0,4 4-15 15,0 1-14-15,-1 2-19 0,1 1-33 0,-2 4-44 16,-3 1-60-16,5-1-56 0,-5 8-33 0,3-3-4 15,-3 3-21-15,0 0-23 0,7 19-36 0,-7-11-35 16,3 10-32-16,-3 0-217 0,4-3-658 0,-4 3 292 0</inkml:trace>
  <inkml:trace contextRef="#ctx0" brushRef="#br0" timeOffset="-197520.71">20845 10951 116 0,'0'0'406'0,"0"0"-12"0,0 0-4 0,0 0 0 16,0 0-3-16,0 0-17 0,0 0-22 0,0 0-27 16,0 0-34-16,0 0-29 0,0 0-31 0,0 0-27 15,0 0-20-15,0 0-24 0,0 0-17 0,0 0-15 16,-19 5-11-16,16 2-13 0,3 4-8 0,-3-2-8 16,3 3-11-16,-5 9-9 0,5-1-1 0,-2 5-8 0,2-6-6 15,-1 1-5-15,1 2-8 0,-4 1 0 0,4 1 0 16,4-5-7-16,-4 1-2 0,0 1-8 0,0-3-10 15,-4 1-18-15,8-2-16 0,-4-4-21 0,0 1-26 16,0-5-31-16,1 0-25 0,-1 0-25 0,0-3-20 16,0 1-33-16,0 0-34 0,0 0-45 0,0-7-48 15,2 6-309-15,-2-6-695 0,0 0 308 0</inkml:trace>
  <inkml:trace contextRef="#ctx0" brushRef="#br0" timeOffset="-195286.48">21881 10371 288 0,'1'-4'348'0,"-1"4"-19"0,7-8-22 0,-7 8-30 15,5-3-32-15,-5 3-23 0,0 0-28 16,0 0-21-16,0 0-17 0,0 0-15 0,3 16-15 0,-1-5-18 16,1 0-10-16,-3 7-7 0,2-2-7 0,-2 4-9 15,2-1-9-15,-2 5-7 0,3 0-3 0,-3 2-8 16,0-7-5-16,0-1-2 0,0 2-8 0,3-4-1 15,-3-3 1-15,0 5-4 0,0-4-1 0,0-5-4 16,2 2-5-16,-2-4 6 0,0 2 4 0,3-4 24 16,-3-5 25-16,0 11 31 0,0-11 25 0,2 4 1 15,-2-4-11-15,0 0-10 0,0 0-12 0,23-9-9 16,-16 3-12-16,6-2-10 0,-5-4-2 0,7 0-7 0,-5-2-4 16,5-1-10-16,0 1-3 0,-2 3-6 15,9-10-2-15,-1 4-3 0,-6 4-5 0,0 1-2 16,1-2-2-16,3 4-5 0,-5-2-1 0,3 4 0 0,-4-1-5 15,2-1-2-15,0 5-1 0,0 1 1 0,-7 1-18 16,5 0 0-16,1 1 2 0,-4 2-5 0,3 2 2 16,-3 4-6-16,3-3 6 0,4 3 0 0,-2 4-1 15,-1 2 0-15,0-4-2 0,1 8 4 0,-4-5 1 16,1 5-3-16,-4-1 2 0,5 0 7 0,-4-1-8 16,-3 1 0-16,1 0-10 0,-1 0 8 0,-4-4-6 15,-2 1 5-15,5-4-9 0,-10 6-4 0,5-5-6 16,-2 2 5-16,-1 1-8 0,0-5 4 0,-4-1-26 15,1 3-13-15,-3-3-17 0,-6-4-21 0,7 2-23 16,-2 1-18-16,-1-2-22 0,-8-2-29 0,1-1-43 16,5-1-50-16,-4-6-51 0,2 3-218 0,-1 1-605 15,1-3 267-15</inkml:trace>
  <inkml:trace contextRef="#ctx0" brushRef="#br0" timeOffset="-194880.27">22106 10120 232 0,'-8'-9'361'0,"6"2"-20"0,-1-1-20 15,-1 3-29-15,4-2-26 0,0 7-26 0,-8-11-24 16,8 11-22-16,-5-7-20 0,5 7-26 0,0 0-14 15,-5-2-10-15,5 2-11 0,0 0-13 0,0 0-11 16,0 0-10-16,-11 13-6 0,4-9-10 0,4 3-2 16,-1-3-8-16,4-4-7 0,-1 8 2 0,1-2-9 15,0-6-3-15,0 5-5 0,0-5 0 0,-7 7-3 0,7-7-3 16,0 0-3-16,0 0 1 0,0 0-6 0,12 2 5 16,-12-2 1-16,0 0-7 0,16-7-3 15,-8 4 2-15,-1-3 13 0,1-2-16 0,-1 3-3 0,0-5-2 16,-1 2 0-16,-4 1 1 0,6 2-4 0,-3-2 1 15,-3 2-5-15,-2 5 2 0,6-14-1 0,-6 13 0 16,2-6-23-16,-2 7-20 0,7-4-28 0,-7 4-42 16,0 0-27-16,0 0-33 0,0 0-40 0,0 0-41 15,0 0-55-15,-9 19-170 0,3-11-516 0,6 4 228 16</inkml:trace>
  <inkml:trace contextRef="#ctx0" brushRef="#br0" timeOffset="-194144.69">23589 10433 59 0,'-5'-7'283'0,"5"0"-17"16,-3 1-13-16,3 6-11 0,-7-11-17 0,7 8-13 15,0 3-25-15,-5-7-20 0,5 7-20 0,0 0-14 16,-2-6-14-16,2 6-11 0,0 0-14 0,0 0-2 16,-21 9-19-16,14-3-4 0,1 0-8 0,-3 0-5 15,-4 6-7-15,6 0-3 0,-6-1-5 0,2 1 0 16,4 1-3-16,-1 4 2 0,-1 0 1 0,1-5 1 16,3 10-2-16,-1-6-1 0,-3 0-1 0,8 1-5 0,1 0 1 15,-2-1 2-15,2-1 0 0,3 0 7 0,-1-2-1 16,5 2 3-16,1-1 0 0,5-2-1 15,0 1 3-15,4-5-6 0,-1 2-4 0,-1-1-3 0,-1-2-1 16,7-4-4-16,1 1-4 0,2-3-4 0,-4 3 3 16,2-8-3-16,1 3-1 0,-1-2-2 0,-1 0-2 15,1-2 1-15,-6-2-3 0,6-4-1 0,-4 2 1 16,0-3 25-16,-3-3 19 0,0 0-16 0,0 0-1 16,-7-7 0-16,4 3 2 0,-11-1-1 0,3-1-12 15,-8 1 7-15,-2-7-5 0,-1 4-6 0,-1-3 2 16,1 9-4-16,-9-6 10 0,6 8-19 0,-5-1-3 15,0 0-8-15,-2 5-4 0,1-1-25 0,-1 2-30 16,1 5-30-16,1 0-34 0,-5 3-33 0,0 4-56 16,5-1-84-16,4 7-325 0,-1-3-666 0,2 3 295 15</inkml:trace>
  <inkml:trace contextRef="#ctx0" brushRef="#br0" timeOffset="-190086.58">9427 12446 301 0,'0'-7'318'0,"0"7"-19"0,0-9-20 16,0 9-18-16,0-7-16 0,0 7-25 0,4-8-18 15,-4 8-22-15,0 0-22 0,0 0-20 0,0 0-15 16,0 0-14-16,0 0-9 0,13 20-8 0,-10-9-12 0,4 2-12 16,-2 4-7-16,-2 2-3 0,4 8-6 15,-1 0-5-15,1 0-15 0,-2 3-3 0,0 0 3 16,-3-1-5-16,1 0-4 0,0 3-1 0,-1-3-3 0,-4 2-2 15,4-3-5-15,-2-1 6 0,0 0-4 0,-2-7-6 16,2 6-2-16,0-9 4 0,0 0 1 0,-1 1-8 16,-1-1 5-16,-1-1 1 0,3-7-3 0,0 3 1 15,-2-2-5-15,2-3 3 0,0 3 0 0,0-3 3 16,-5-2 4-16,5-5 24 0,5 6 17 0,-5-6 14 16,-5 11 26-16,5-11 18 0,0 0 18 0,0 0 1 15,0 0-14-15,0 0-9 0,0 0-11 0,0 0-9 16,0 0-5-16,22-20-8 0,-16 11 2 0,2 0-7 15,-1-2-5-15,0-5-5 0,8 5 0 0,-7-5-6 16,5 1-5-16,-3 0 0 0,3 0 7 0,-4-2 4 16,5 2 4-16,-7-1-3 0,6 3-3 0,-4-1-2 0,5 2-3 15,-2 1 2-15,-2-5-2 0,2 8 0 0,-4 1-7 16,0-4-5-16,-1 9-3 0,-1-6-5 0,1 5-6 16,-5-3-5-16,-2 6-3 0,6-8-2 0,3 7-9 15,-9 1-1-15,9 9-1 0,0-3-1 0,1-2-2 16,-5 4-2-16,6 7 1 0,2-3-2 0,-3 4 4 15,-1-5 0-15,2 7-8 0,4-1 4 0,-5 1-2 16,-3-2 0-16,3 4-8 0,0 3-3 0,-4-7 0 16,-1 0-4-16,0-4-9 0,3 3-1 0,-6 0-14 15,3 0-9-15,-5-6-17 0,2-2-8 0,3 2-14 16,-5 2-26-16,1-7-21 0,-1 4-15 0,0-1-14 16,2-2-17-16,-2-5-21 0,0 12-25 0,0-6-38 15,0 0-30-15,0-6-49 0,5 6-266 0,-5-6-662 0,8 1 292 16</inkml:trace>
  <inkml:trace contextRef="#ctx0" brushRef="#br0" timeOffset="-189805.36">10258 13112 109 0,'0'0'335'0,"0"0"-14"15,0 0-28-15,0-7-26 0,0 7-27 0,0 0-32 16,0 0-19-16,0 0-19 0,0 0-19 0,0 0-17 16,0 0-12-16,0 0-12 0,0 23-8 0,0-14-4 15,0-2-18-15,0 3-6 0,-3-2-10 0,3 4-6 16,-3 0-3-16,6 0-8 0,-6 2-3 0,3 1-9 16,3 0 0-16,-3 3 1 0,0-3-4 0,0 0-3 15,-3 0 0-15,1-6-13 0,0 8-24 0,2-7-26 0,0 2-29 16,-1-2-42-16,1-2-39 0,0 0-35 0,0-3-39 15,1 1-48-15,-1-6-145 0,2 5-446 0,-2-5 197 16</inkml:trace>
  <inkml:trace contextRef="#ctx0" brushRef="#br0" timeOffset="-189524.14">10735 12782 37 0,'2'-5'354'0,"6"0"-3"0,-8 5-13 0,8-5-18 16,-3 0-19-16,2-1-18 0,1 3-15 0,-1 2-32 15,-1-6-19-15,3 6-34 0,-9 1-8 0,16 0-17 0,-4 0-17 16,-12 0-23-16,23 1-4 0,-7 2-17 0,-1 2-4 15,5-2-18-15,-3 4-26 0,4-3-38 16,-3-1-32-16,1 2-32 0,-3 2-40 0,6 0-41 16,-7-1-52-16,-2-3-41 0,0 1-49 0,-3 3-213 0,-3-3-528 15,-2-3 233-15</inkml:trace>
  <inkml:trace contextRef="#ctx0" brushRef="#br0" timeOffset="-189336.66">10786 12961 34 0,'-5'3'232'0,"4"2"6"16,1-5 8-16,0 0 6 0,1 11-4 0,1-8-6 15,-2-3-19-15,13 5-23 0,0 0-17 0,-4-3-20 16,4-1-14-16,5 3-13 0,0 1-17 0,6-2-15 16,-5 0-47-16,6 1-52 0,5 3-60 0,-8-2-66 15,1-2-76-15,-2-1-213 0,1 1-444 0,-1-1 196 16</inkml:trace>
  <inkml:trace contextRef="#ctx0" brushRef="#br0" timeOffset="-188029.22">11561 12593 212 0,'0'0'335'0,"-2"-8"-21"0,2 8-7 16,-3-6-15-16,3 6-12 0,0 0-2 0,0-9-6 0,0 9-26 15,0-11-5-15,0 11-17 0,0 0 2 0,0-7-5 16,0 7-19-16,5-5-12 0,-5 5-15 0,3-10-12 15,-3 10-17-15,4-9-19 0,-3 8-11 0,2-7-2 16,-1 2-3-16,0-2-12 0,-2 8-12 0,8-5-1 16,-5 0-15-16,-1-2 3 0,-2 7-10 0,8-8-6 31,-8 2-6-31,0 6-4 0,5-8-9 0,-1 4 1 0,-4-1-6 16,0 5-3-16,6-7 0 0,-6 7-12 15,2-3 1-15,-2 3-2 0,0 0-5 0,3-6 0 0,-3 6-5 0,0 0-1 0,0 0-2 16,0 0-7-16,0 0-4 0,0 0 4 0,0 0-12 15,18 8 2-15,-16-4 2 0,3 2-6 0,-5-6 0 16,8 10-10-16,-1-2 1 0,-4 1-5 0,1 0-2 16,0 4-1-16,1 2-4 0,0-1-9 0,4 6 1 15,-3-1 5-15,-4-2-5 0,5 8 2 0,1 0-17 0,-2-1 7 16,-1 0 1-16,2 1-4 0,-4 0-1 0,-3-3 3 16,7-3-3-16,-7-2 7 0,7 6 2 15,-7-4 10-15,5-2-3 0,-4 1 7 0,-1-3-2 0,2-1-3 16,-2 0 17-16,0-2-17 0,0-1 4 0,5 0 12 15,-5-3-11-15,2 3 3 0,-2-3 0 0,0-1 5 16,0-1 7-16,0 0 0 0,0 0-8 0,0-6 13 16,4 5 0-16,-4-5 3 0,0 5-1 0,0-5 3 15,0 0 7-15,2 8-4 0,-2-8 4 0,0 0-1 16,0 0-1-16,0 0 14 0,2 6-9 0,-2-6-7 16,0 0 2-16,0 0 2 0,0 0 3 0,0 0 0 15,0 0-1-15,0 0 0 0,0 0-5 0,0 0 5 16,0 0-6-16,0 0 6 0,0 0 0 0,0 0 1 0,0 0-3 15,0 0 4-15,0 0-7 0,-23-10 11 16,14 6-2-16,9 4 6 0,-11-5 8 0,1 3 0 16,10 2 8-16,-15-3 11 0,3 1-16 0,4-2 15 0,0 1 9 15,1 0-2-15,7 3-2 0,-15-5 13 0,15 5 5 16,-8-4 9-16,8 4-9 0,0 0 3 0,-13 0-1 16,13 0 2-16,0 0 4 0,0 0 4 0,0-4-1 15,0 4-1-15,0 0-9 0,0 0-9 0,0 0-5 16,21-7-17-16,-6 6-22 0,5-2-22 0,-3 3-25 15,12-1-35-15,0-3-39 0,0 4-20 0,4-3-48 16,-1 6-52-16,-1-3-59 0,-1-3-71 0,0 2-288 16,-2-1-705-16,2-2 312 0</inkml:trace>
  <inkml:trace contextRef="#ctx0" brushRef="#br0" timeOffset="-186919.96">12893 12133 47 0,'0'0'158'16,"-11"-2"-9"-16,11 2-1 0,-18 0-1 0,9-2-5 0,-4-3-1 15,5 1-1-15,-6 1-1 0,0-1-2 16,-1 0 0-16,0 0-2 0,0-2-2 0,0 3-5 15,0-3-5-15,2 2-6 0,0 0-8 0,-2-1-2 0,5 3-5 16,0 1-7-16,0-6-6 0,2 5-12 0,-2 0-5 16,10 2-9-16,-9-4-7 0,9 4-5 0,-8-2-7 15,8 2-6-15,0 0-5 0,0 0-3 0,0 0-4 16,-16 0-3-16,16 0-2 0,0 0 0 0,-9 3-4 16,9-3 0-16,-3 10-3 0,0-3-1 0,3-7-2 15,0 10-1-15,-4 0 0 0,8-2-2 0,-9 5-3 16,5-2 2-16,-4 0-3 0,8 5 0 0,-3 0 5 15,-1 2-1-15,4-1-4 0,-4 2 2 0,3 1 0 16,-1 4-4-16,3 5 6 0,0-1-3 0,-2 2-4 16,0-3 2-16,4 3-3 0,-2 2 0 0,-2-2 3 15,4-2 1-15,-2 0-4 0,-2 6-3 0,0-6 2 0,1 3 0 16,1-2-3-16,-4 3 0 0,-1-4-3 0,2 2 8 16,1-2-3-16,-3 2 0 0,2-3-1 15,0 0 0-15,-2-3 0 0,0 2 2 0,0 1 0 0,-2-7 0 16,4 3 9-16,-4 0 20 0,2-3 1 0,0-2-4 15,0 4-1-15,0-3-2 0,0-4 0 0,0 4-3 16,2-3 2-16,1 2 9 0,0 2 8 0,-3-5 6 16,2 1-8-16,3-5-8 0,-5-3 8 0,1 4-6 15,3-1 1-15,1-2 2 0,-5 2 4 0,5-4 2 16,-4 2 5-16,8-6 7 0,-8 6 1 0,4-6 1 16,2 4-9-16,6-2-3 0,-5-2 1 0,12-3-4 15,-3 4-5-15,-2 1 0 0,6-5 7 0,9 2-32 16,-2-4-28-16,0-3-41 0,-1 2-44 0,1 2-51 0,5-2-59 15,0-5-72-15,-3-4-303 0,0 0-639 16,-1-3 283-16</inkml:trace>
  <inkml:trace contextRef="#ctx0" brushRef="#br0" timeOffset="-186262.27">13296 12360 225 0,'0'-7'325'0,"0"7"-31"0,0 0-29 15,0 0-33-15,-4-8-22 0,4 8-24 0,0 0-19 16,0 0-19-16,0 0-14 0,0 0-14 0,13 13-13 16,-11-2-9-16,8 4-4 0,-7 0-12 0,6 5-10 15,2 3 0-15,-1 3-9 0,2 1-7 0,-2 5-4 16,5-4-2-16,-6 1-8 0,5-2 0 0,1 1-7 16,-2 0-4-16,0-1-3 0,-3 0-1 0,7-4-4 15,-12 0 2-15,9-3-5 0,-7-5 2 0,1 2-6 16,6-3 3-16,-11-4 26 0,2-1 11 0,3-1 21 15,-3-3 23-15,-2 2 29 0,4-3 33 0,0-2 8 16,-7-2-3-16,0 0-7 0,20-5-5 0,-14 2-8 16,-3-6-7-16,4 0-6 0,1-2-7 0,-1-5-3 15,1 1-16-15,-1-5-10 0,-2 0-5 0,3-6-8 0,-5-1-9 16,4 3-6-16,-4 5-7 0,2-10-4 16,0 4-6-16,0-2-6 0,-1 7-5 0,-3-6-4 15,3 1-5-15,-3 4-4 0,1-4-2 0,-2 8-8 0,0 7 0 16,3-1-11-16,0-1-28 0,-3 5-20 0,0-1-30 15,0 0-34-15,0 8-42 0,7-7-41 0,-7 3-27 16,0 4-4-16,0 0 3 0,0 0-13 0,0 0-22 16,0 0-22-16,0 22-25 0,0-13-24 0,2 0-31 15,-4 5-200-15,9-1-597 0,-6 2 264 0</inkml:trace>
  <inkml:trace contextRef="#ctx0" brushRef="#br0" timeOffset="-185918.55">13906 12878 170 0,'-3'5'272'0,"3"-5"-8"0,0 0-12 16,0 0-14-16,0 0-16 0,3 5-20 0,-3-5-15 16,5 6-18-16,-5 0-14 0,0 0-18 0,0-6-9 15,0 13-4-15,0-2-20 0,4-2-11 0,-4 1-8 16,1 2-6-16,1 0-9 0,-2 3-8 0,0 2-5 16,0 0-6-16,0-2-4 0,0 4-6 0,-2-6-2 0,2 3-4 15,0-1-2-15,2-2-4 0,-4-1-2 16,2 0-3-16,0-2-19 0,0 1-25 0,2-2-31 15,-2-2-29-15,0 0-27 0,3 0-45 0,-3-7-49 0,5 9-57 16,0-8-164-16,-5-1-458 0,12 0 203 0</inkml:trace>
  <inkml:trace contextRef="#ctx0" brushRef="#br0" timeOffset="-185465.47">14136 12566 109 0,'-5'-11'303'16,"4"6"-11"-16,1 5-8 0,-5-8-14 0,5 8-7 0,-2-7-17 16,2 7-20-16,0-7-29 0,0 7-16 0,0 0-18 15,0 0-17-15,0 0-20 0,0 0-15 16,0-6-7-16,0 6-13 0,0 0-10 0,0 0-8 0,0 0-3 16,0 0-8-16,0 21-8 0,2-15-5 0,-2-6-8 15,5 9-1-15,-5-1-3 0,1-1-2 0,-1-3-2 16,5 3-10-16,-5-7-3 0,2 5 6 0,5-1-1 15,-7-4-5-15,1 4 12 0,-1-4-11 0,7 4-12 16,-7-4 10-16,0 0 1 0,0 0-7 0,0 0-1 16,0 0 3-16,6-12-5 0,-6 12-2 0,0-12-2 15,0 12 1-15,2-11-2 0,-2 2-10 0,0 4-16 16,0-1-16-16,0-3-12 0,0 9-19 0,-2-10-24 16,2 10-36-16,0-7-42 0,0 7-57 0,0-7-41 15,0 7-218-15,0 0-526 0,0 0 233 0</inkml:trace>
  <inkml:trace contextRef="#ctx0" brushRef="#br0" timeOffset="-184918.65">14875 12384 23 0,'0'-6'267'0,"0"6"-25"0,0 0-21 0,0 0-22 16,-9-7-13-16,9 7-12 0,-13-2-8 0,13 2-9 15,-15 0-6-15,7-3-3 0,-5 8-13 0,6-4-14 16,-13-1-8-16,2 0-6 0,3 1 0 0,-7 4-5 16,4-2-5-16,-2 0-5 0,2-3-6 0,-2 3-8 15,0 3-6-15,2 0 6 0,0-5-23 0,2 7-1 0,1-5-2 16,1 0-7-16,4-2-2 0,-1 4-5 15,3-2-3-15,1 0-3 0,-1-2-3 0,8-1 0 16,-9 5-3-16,3-2-5 0,6-3 4 0,-7 4-1 0,7-4 6 16,0 0-13-16,13 10 1 0,-4-5-3 0,6 3 1 15,6-1-2-15,7 5-5 0,0 2 0 16,5-6 0-16,1 2-1 0,10 4 1 0,-4 2-3 0,5-2 0 16,-2-1-1-16,0 1 0 0,-13-5-1 0,8 1 1 15,0 0-5-15,-5-2 3 0,-3-2 2 0,-2 0-2 16,-7-1 1-16,-3-4 1 0,-1 3 0 0,3-2-5 15,-7-2 6-15,-5 0 2 0,1 0 13 0,-9 0 12 16,15-6 12-16,-9 3-19 0,2-5 2 0,-8 4-9 16,5-8-3-16,-5 3-5 0,-5-3 1 0,4 3 2 15,-12-11-3-15,-4 4 2 0,-3-7-5 0,-8 3-4 16,-2-9 2-16,-3 2 0 0,-3 5-8 0,-6-5 8 16,4 0-4-16,0 5-9 0,5 7-15 0,-5-7-14 15,8 9-9-15,2 1-14 0,3 0-15 0,-3 0-18 16,7 9-23-16,2-2-33 0,1 5-30 0,8-2-24 15,-1 2-5-15,11 0-23 0,-10 2-25 0,10-2-156 16,0 6-444-16,0-6 196 0</inkml:trace>
  <inkml:trace contextRef="#ctx0" brushRef="#br0" timeOffset="-184684.23">14795 12210 78 0,'0'-11'240'0,"0"7"-7"0,0 4-19 0,-5-5-19 15,5 5-19-15,0 0-20 0,0 0-20 0,0 0-11 16,0 0-12-16,0 0 17 0,-5 20-6 0,5-4-8 16,0 1 1-16,10 5-1 0,-10 8-1 0,5 1-10 15,2 0-4-15,1 10-7 0,0 0-15 0,-1-3-2 16,-1 7-12-16,3-8-3 0,-3 8-6 0,8-2-8 16,-4-4-2-16,1-1-6 0,-1 1-4 0,-3-10 0 15,1-2-5-15,5-2-9 0,-6 3-35 0,1-12-32 16,-6 2-36-16,4-2-38 0,-1-1-45 0,2-7-50 15,-5 0-227-15,1-5-478 0,0 1 211 0</inkml:trace>
  <inkml:trace contextRef="#ctx0" brushRef="#br0" timeOffset="-184309.27">15507 12219 78 0,'6'-12'355'0,"1"3"-11"0,-4-2-7 16,4 3-1-16,-2-3-4 0,-2 3-8 0,4 4-5 15,-2-7-9-15,-4 6-13 0,-1 1-23 0,7-3-26 16,-7 2-27-16,0 5-27 0,0-7-26 0,0 7-19 15,0 0-19-15,0 0-8 0,0 0-21 0,0 0-7 16,0 0-11-16,-7 21-6 0,6-14-10 0,-6 6-7 16,-1 0-4-16,1 3-10 0,-1 3-2 0,1 1-4 0,-4-3-3 15,8 8-5-15,-4-1-6 0,0 6-3 0,7-1 5 16,-6-2-2-16,6 0-3 0,3 3-1 16,0-4-2-16,-1 1-3 0,3 0-3 0,5 0 2 0,-4-7-2 15,6 2-14-15,-2-2-11 0,5 1-35 0,-2-6-32 16,2-1-26-16,0-2-52 0,6-3-29 0,1 2-48 15,-6-3-40-15,6-1-51 0,3-3-57 0,-7-4-239 16,4 0-669-16,-1-4 296 0</inkml:trace>
  <inkml:trace contextRef="#ctx0" brushRef="#br0" timeOffset="-184059.3">16058 12287 166 0,'0'0'214'16,"0"0"-14"-16,-17 8-6 0,12 3-3 0,0-5-13 0,-3 0-16 15,5 6-11-15,-7 2-7 0,2-4-13 0,-1 8-14 16,1-5-12-16,2 5-7 0,-3-1-14 16,1 2-6-16,0-1-1 0,-4-1-13 0,5 2-8 0,-4-4-3 15,-1 4-8-15,4-3 3 0,-5-2-8 0,5-1-7 16,-1 1-33-16,-4-1-34 0,6-6-40 0,-1 1-41 15,1-2-44-15,-1-4-55 0,0 2-126 0,8-4-366 16,-20-4 162-16</inkml:trace>
  <inkml:trace contextRef="#ctx0" brushRef="#br0" timeOffset="-183856.2">15777 12351 67 0,'0'0'258'0,"-2"-6"-16"0,2 6-25 0,0 0-20 15,0 0-19-15,0 0-14 0,0 0 4 0,0 0-9 16,0 0-10-16,20 15-3 0,-14-4-22 0,3-4-11 16,4 8-12-16,3 0-5 0,-1 4-11 0,7 3-10 0,-2-3-5 15,-4 1-7-15,11 0-6 0,-6 0-5 16,-1 1-31-16,2-3-42 0,3 0-52 0,-4 1-51 16,-3-7-63-16,-1-1-213 0,1 0-433 0,-3-6 192 0</inkml:trace>
  <inkml:trace contextRef="#ctx0" brushRef="#br0" timeOffset="-183559.35">16137 12198 267 0,'-5'-6'313'0,"5"6"-33"0,0 0-27 0,0 0-9 0,0 0 1 15,0 0-17-15,12 17-7 0,-4-5-22 0,4 1-2 16,8 8-28-16,1 0-18 0,-4-2-15 0,4 8-12 16,9 4-15-16,-10-6-8 0,5 5-10 0,3 1-9 0,-2 4 1 15,-7-8-16-15,4 7-12 0,-8-7-5 16,-2 2-3-16,-1-4-6 0,-1 2-4 0,-8-3-4 16,1-4-3-16,-4 1-9 0,0-1-4 0,-4-4-22 0,-2 3-7 15,-6-5-27-15,2 1-17 0,-5-3-26 0,1 1-37 16,-5-4-46-16,-4 8-51 0,2-11-67 0,-1 1-203 15,4-2-526-15,0-1 233 0</inkml:trace>
  <inkml:trace contextRef="#ctx0" brushRef="#br0" timeOffset="-182653.2">17129 12109 194 0,'-8'-5'265'0,"-1"-2"-1"0,-1 3-8 16,2-2-13-16,-2 3-8 0,2-2-15 0,0 3-15 0,8 2-13 16,-9-3-20-16,3-2-14 0,6 5-23 0,-7-4-11 15,7 4-11-15,0 0-14 0,0 0-9 16,0 0-6-16,0 0-5 0,-2 12-4 0,2-12 13 15,9 16 2-15,1-3 0 0,3 1-8 0,8 2 2 0,6 4-8 16,-2-2-4-16,11 7-16 0,2-3-5 0,4-2-3 16,-4 3 0-16,-2 0 11 0,-5-7-21 15,8 3-7-15,-8-4-5 0,-1 1 1 0,0 0-3 0,-4-5-3 16,-4 1-1-16,-1-4 0 0,-6-1-3 0,5 0-4 16,-12-6 5-16,2 3-5 0,2-4-9 0,-4 4 11 15,-3-1-2-15,-5-3 1 0,10 4 23 0,-10-4-6 16,6 2 4-16,-6-2-3 0,9 3-13 0,-9-3-1 15,0 0-2-15,0 0-1 0,0 0-3 0,0 0-5 16,0 0-1-16,-22 11 0 0,19-8-1 0,-9 1-2 16,-1 0 9-16,-2 1 4 0,-1 1-19 0,-6 3 8 15,4-2-18-15,-7 4 16 0,-1-3 0 0,-3-1 0 16,3 5-1-16,-4-4-1 0,4-1 5 0,-2 2 2 0,1-3-4 16,4-1 3-16,1-3-4 0,-1 6-1 15,2-2-2-15,6-3-1 0,0 0 2 0,0 0-3 16,5 0 1-16,-2 1-1 0,8-2-18 0,-5 0-17 0,9-2-13 15,0 0-9-15,-11 4-15 0,11-4-24 0,0 0-40 16,3 7-52-16,-3-7-56 0,8 7-56 0,5-2-273 16,-6-1-620-16,3-3 274 0</inkml:trace>
  <inkml:trace contextRef="#ctx0" brushRef="#br0" timeOffset="-182262.62">17238 12922 216 0,'0'0'345'0,"-8"-3"-3"15,4-1-1-15,4 4 3 0,0 0 2 16,-9-3 1-16,9 3-8 0,-7-5-3 0,7 5-12 15,0 0-14-15,0 0-14 0,-2-4-16 0,2 4-7 0,0 0-14 16,0 0-10-16,0 0-6 0,0 0-15 0,0 0-22 16,0 0-22-16,14-11-20 0,-6 10-12 0,0-2-20 15,7 0-16-15,6-2-15 0,1 4-10 0,0 0-13 16,9-4-9-16,2 2-13 0,-1 1-11 0,2-2-12 16,-1 1-19-16,4-2-12 0,-7 1-13 0,6 1-14 15,-6-2-20-15,3-1-9 0,-3-3-12 0,-9 5-12 16,1 1-16-16,-6-3-9 0,1 3-11 0,-2-1-24 15,-7-3-39-15,4 4-26 0,-9 1-23 0,5-3-19 16,-8 5-20-16,2-5-11 0,-2 5-25 0,0 0-19 16,0 0-21-16,-15-10-36 0,8 5-190 0,7 5-615 15,-11-1 272-15</inkml:trace>
  <inkml:trace contextRef="#ctx0" brushRef="#br0" timeOffset="-181762.67">18173 12357 125 0,'0'-6'356'15,"0"6"-14"-15,0-9-22 0,0 9-6 0,-1-11-18 16,1 11-14-16,0 0-11 0,1-5-32 0,-1 5-22 16,0-8-27-16,0 8-14 0,0 0-28 0,0 0-17 15,0 0-13-15,0 0-12 0,0 0-10 0,0 0-11 16,-10 19-1-16,5-12-18 0,4 2-3 0,-3-1-8 0,4 3 8 16,-5-2-17-16,4 2-3 0,-3 4-6 0,1-8-7 15,0 5 1-15,6 3-7 0,-6-3 1 16,3-3-8-16,0 2 8 0,0-3-8 0,5 4 5 15,-4-4-6-15,4-1-1 0,0 5 7 0,-1-5-2 0,2-3-3 16,3 2 1-16,-1 0 0 0,-2-3-2 0,4-2-4 16,4 1-11-16,-14-2 12 0,23-3-2 0,-13 0 1 15,8-3 0-15,-10 1 2 0,5 3-9 0,2-6 3 16,2 1 4-16,-2-4 1 0,-5 3-10 0,0 0 4 16,-2-3-1-16,4 0-4 0,-3 2 3 0,-9-7 4 15,7 7-5-15,1-4-5 0,-6 2-9 0,1-4-6 16,-3 3-9-16,-3 3-2 0,1-3-13 0,-8 1-11 15,-1 4-8-15,-4-5-15 0,5-1-9 0,-8 5-20 16,0-6-17-16,-4 9-23 0,1 2-30 0,-9-1-41 16,10 3-42-16,-7-1-45 0,6 1-209 0,-1 2-551 15,3 2 244-15</inkml:trace>
  <inkml:trace contextRef="#ctx0" brushRef="#br0" timeOffset="-180669.04">18436 11631 235 0,'-5'-9'288'0,"4"1"-3"0,-1 1-2 16,2 7 0-16,-5-9-5 0,2 6-7 0,3 3-4 16,-5-9-10-16,5 9-12 0,0-7-18 0,0 7-24 15,0 0-13-15,0 0-23 0,0 0-19 0,0 0-16 16,11-2-26-16,-11 2 2 0,0 0-18 0,27 10-5 15,-12 0-16-15,0-3 0 0,0 1-10 0,0 4-3 16,-1-3-6-16,1 2-7 0,5 3-4 0,-5-4-4 16,0 2-5-16,0 0-5 0,0 2-4 0,-7-1-2 15,7 2 4-15,-2-3-7 0,0 2-3 0,-4 1-1 16,-1-2-1-16,5-1-2 0,-4-4 2 0,-1 4-10 16,-2-2 7-16,3-1 1 0,-3 4 8 0,3 0-19 15,-3-4 6-15,4 3 1 0,-5 2-6 0,0-3 0 0,2 3 1 16,-1 0-3-16,-2-3 0 0,2 1 1 0,-1 5-1 15,-1-2 0-15,2 3-1 0,-4-5 5 16,3 9 2-16,-2-6-1 0,2 3-7 0,-3 3 2 0,8 0 6 16,-5-3-1-16,-2 8 0 0,5-1-4 0,-1-2 3 15,-1 6-5-15,-1-3 24 0,2 0-22 0,1 3 0 16,2-5 1-16,0 1-1 0,-2 2 2 0,1 3-3 16,-3-3-2-16,4 1 6 0,-1-1-5 0,0-1-1 15,-2 0 2-15,1 0 6 0,1 1 0 0,-3-1 0 16,3-1-1-16,-3-6 3 0,2 3 9 0,1 4-12 15,-4-8-2-15,1 3-6 0,-4-1 11 0,5-2-1 16,1 1-9-16,-3 3 13 0,-4-5-1 0,8-4 0 16,-4 4 1-16,1-2 2 0,-2-1-5 0,2-3 0 0,-4 0 3 15,3-4-5-15,0 3 1 0,0 0-2 16,-2 2 6-16,-1-6 0 0,8 5 0 0,-9-4-1 16,3-4 2-16,1 8-5 0,-4-4 5 0,1-2 0 0,3-2 12 15,-3 5-3-15,-1-4-1 0,-1-5 4 0,5 8 1 16,-3-3 0-16,3-1-2 0,-5-4-4 15,0 0-1-15,1 5-9 0,-1-5 10 0,0 0-2 0,0 0 0 16,0 8-3-16,0-8-1 0,0 0 0 0,0 0-4 16,0 0 4-16,2 6-3 0,-2-6 1 0,0 0 5 15,0 0-6-15,0 0 9 0,0 0 2 0,0 0 1 16,0 0 0-16,0 0 7 0,0 0 5 0,0 0 3 16,-25-2-1-16,25 2-1 0,-26-1-3 0,9-2-2 15,1 2-4-15,-14-3-7 0,-5-3 2 0,-1 4-10 16,-7-3-16-16,-5 3-30 0,-2-1-58 0,-3-7-58 15,-3 6-81-15,-4 0-88 0,1 0-126 0,2-3-266 0,3 6-772 16,2-8 342-16</inkml:trace>
  <inkml:trace contextRef="#ctx0" brushRef="#br0" timeOffset="-170184.51">26131 10644 134 0,'0'0'172'16,"0"0"-5"-16,0 0-8 0,-21 0-12 0,21 0-6 0,0 0-6 15,0 0-8-15,0 0-13 0,0 0-3 16,0 0-15-16,0 0-10 0,0 0-8 0,0 0-8 16,0 0-8-16,0 0-4 0,0 0-6 0,0 0-5 0,0 0-6 15,0 0-3-15,0 0-3 0,5 13-2 0,-5-13-2 16,0 0-5-16,1 9-4 0,-1-2 3 0,0-7-3 16,7 7 2-16,-7-1 3 0,0-6 4 0,2 9 0 15,1-3-2-15,-3 1-1 0,2 0-3 0,-2 1-5 16,1-3 3-16,-1 2-2 0,4 1-2 0,-3-1-4 15,2 0 5-15,-3 2-7 0,0 1 0 0,4-1 1 16,-3 0-3-16,1 0 1 0,1-1-3 0,-3 4 0 16,2-4-3-16,3 4 4 0,-3-1 0 0,-2 2-2 0,1-1-2 15,-1 3 5-15,2 2 12 0,-2-7 1 16,0 5 0-16,3 5-1 0,-3-5 3 0,2 1-4 16,-2-2-4-16,0 7 1 0,2-14-2 0,-2 7-1 0,0 3-3 15,0-9 3-15,3 7-5 0,-1-3 3 0,-2 5-2 16,-2-5 8-16,2-2-7 0,0 5 0 0,-3-3 4 15,8 0-1-15,-7 0 9 0,4 2-1 0,-2-2-2 16,1-1 2-16,-1 1 3 0,2-5-9 0,-2 2 1 16,3 5-2-16,-6-5-2 0,6 2-3 0,1 0 0 15,-4 1 5-15,4-1-4 0,-4-1-5 0,0-1-1 16,0-1 2-16,2 4-1 0,-2-5-2 0,2 2-2 16,-2-1 1-16,3 4 3 0,-3-4-4 0,3 0-2 15,-3 1 2-15,0-2 0 0,-3 3-2 0,3-3 7 16,0 2-7-16,3 0-2 0,1-2 2 0,-4 1 0 15,0-1 2-15,3 1-3 0,-3 4 3 0,2-6-5 16,1 3 6-16,0 0-6 0,-3 0 3 0,4 3-2 0,-1-3 0 16,-3 2-2-16,0-3 1 0,0 2 9 15,0-1-7-15,2-1 1 0,3 2-1 0,-4 0-2 16,-1-1 1-16,0 0 0 0,0 0 3 0,0 0-3 0,0 0 0 16,0-1 5-16,4 2-4 0,0-3-2 0,-4 1 0 15,0 1 1-15,0 0 1 0,0 0-3 0,0-2-1 16,0 4 5-16,0-3-5 0,0-4 4 0,0 8-1 15,0-6 1-15,0 0 2 0,0 4-4 0,0-1 1 16,0-2 2-16,0-2 0 0,5 3-2 0,-10 1 2 16,5-1 0-16,0-1 1 0,0-1-5 0,0-2 1 15,0 6-1-15,5-3 2 0,-5 0 1 0,0-1-1 16,2 2 5-16,-2-8-3 0,0 13 0 0,0-5-2 0,0-2-1 16,0-6 0-16,0 13 3 0,0-6-1 15,0 0-1-15,0-1-2 0,3 0 4 0,-3-2-2 16,0-4 1-16,0 12 3 0,-3-4-3 0,3-4 1 0,0-4-5 15,0 14 2-15,3-6 2 0,-3-8 2 0,0 7 1 16,-3 1-2-16,3-1 0 0,0-7 1 0,0 10 0 16,-2-2-2-16,2-1 4 0,0-2-5 0,0-5 3 15,0 14 0-15,0-11-1 0,0 4 9 0,0 1-7 16,0-8-1-16,2 10 2 0,-2-1-2 0,0-2-1 16,0-1 1-16,0 2 0 0,0-2 3 0,0 1-3 15,-2 1 1-15,2-1-5 0,0 1 4 0,0-2 3 16,0 2-2-16,0-3 0 0,0 3 1 0,0-2-1 15,0 2-2-15,0-8 3 0,0 13 0 0,0-7-2 16,0 2 0-16,0-1 0 0,0 5 0 0,0-6 0 16,0-2 0-16,2 10-1 0,-2-6 1 0,3-4 0 15,-3 8 1-15,4-5-2 0,-8 0 0 0,4 3-6 0,4-3 5 16,-4 1 0-16,0-1 1 0,0 2-1 0,0 2 2 16,6-4 0-16,-6 1-5 0,-3 1 5 15,6-2-3-15,-3 0 0 0,0 0 0 0,0 4 1 0,0-6 4 16,0 3-5-16,0 0-1 0,2-1 2 0,-4 1-1 15,4-1 3-15,-2 1-3 0,0-8 2 0,5 13-1 16,-5-7 4-16,0 0-7 0,0 1 3 0,0 4-2 16,0-7 1-16,2 3 6 0,-2 0-6 0,0 2 1 15,0-5 0-15,0 3-3 0,0-2 7 0,0 6-4 16,0-11-3-16,0 12 1 0,0-4 1 0,0 0-1 16,0 0 5-16,0-8-6 0,0 12 1 0,0-5 1 15,0 3 2-15,0-3-6 0,0 0 5 0,0 1-1 0,5-1-2 16,-4 4 4-16,-1-3-2 0,0-1 2 0,0 2-1 15,2-2-2-15,3 4 1 0,-5-2 1 16,2 2-1-16,-2-3-2 0,0-1 1 0,4 5-3 0,-2-8 1 16,-2 7 1-16,0-3-2 0,0 0 3 0,2 7-3 15,4-9 1-15,-6 4 0 0,0-2 8 0,0 1-8 16,0 1-4-16,7-2 3 0,-7-2 4 0,0 2 0 16,0-1-2-16,0-1 0 0,5 2 0 0,-5-1-2 15,0 1 5-15,0-1-2 0,2 2 0 0,-2-5 2 16,0 4-2-16,0-1 1 0,0 2 6 0,0-1-6 15,0-1-2-15,0 1 1 0,1-1-5 0,-1 0 6 16,0 1 4-16,5-1-5 0,-5 2 1 0,4-1 2 16,-8 2-4-16,8-5 2 0,-4 6-3 0,0-5 4 0,0 1-2 15,0 3 9-15,0-1-11 0,0-1 2 16,0 0-2-16,3 3 2 0,-1-3 1 0,-2 0 1 16,0 3 0-16,0-3-2 0,5 0-2 0,-5 3 2 0,1-4 1 15,-1 2 2-15,3 2-3 0,-3-4 3 0,0 2-7 16,0 2 6-16,5-3 1 0,-5 4-1 0,5-2 0 15,-5 0 1-15,2 0-2 0,-2-2 2 0,0 3-3 16,2 2 1-16,-2-6 2 0,0 5-6 0,5 0 1 16,-5 0 6-16,1-4-6 0,-1 2 4 0,0-2-2 15,0 1 1-15,0-2 0 0,5 4 2 0,-5-2-3 16,2-2 2-16,-4 1-5 0,2 3 5 0,0-3 1 16,0 0 0-16,0-1-1 0,0-7-1 0,2 9 4 15,-2-2-1-15,0-3-1 0,0-4-28 0,-2 12-22 16,2-6-32-16,0-6-37 0,0 9-48 0,0-9-55 15,0 6-264-15,0-6-523 0,0 8 231 0</inkml:trace>
  <inkml:trace contextRef="#ctx0" brushRef="#br0" timeOffset="-168981.52">26017 10689 10 0,'0'6'130'0,"0"-6"-6"16,0 6-14-16,-3 0 2 0,1 0-6 0,2 1-1 16,0-7-8-16,-2 12-5 0,2-4-2 0,-5 2-12 15,4-3 5-15,-1 2-4 0,-3 1-8 0,-1-2-4 16,4 4-10-16,-5-5-4 0,1 1 0 0,4 2-7 16,-5-3 1-16,2 1-4 0,-3-1-2 0,1 1-1 0,1-1-3 15,3 0 0-15,-2-2-4 0,-2 0-2 16,5 2 0-16,2-7 14 0,-3 4 10 0,3-4 14 15,-5 4 11-15,5-4 15 0,0 0 12 0,0 0 17 0,0 0 12 16,0 0 1-16,0 0-9 0,0 0-16 0,0 0-12 16,0 0-11-16,23-12-6 0,-16 6-9 15,1-1-4-15,7-3-9 0,-2 0-3 0,-4-2-4 0,5 3-4 16,0-2-1-16,1 2 15 0,-2-2-6 0,-2-1 7 16,6 1-5-16,-7-2 10 0,-2 6 2 0,0-5-4 15,1 4-2-15,-3 5 9 0,3-8 6 0,-4 6-8 16,0 0-7-16,-1 0-7 0,-4 5-5 0,7-1-8 15,-7 1-11-15,5-5-2 0,-5 5-10 0,5-6-1 16,-5 6-15-16,0 0-2 0,0 0 3 0,10 7-1 16,-8 4 2-16,3-3-6 0,1 4-11 0,6 1-12 15,1 4-17-15,2 7-21 0,1-2-24 0,4 3-36 0,4 1-43 16,2 7-52-16,5 4-72 0,4 1-78 16,2-3-215-16,1 5-625 0,1-6 277 0</inkml:trace>
  <inkml:trace contextRef="#ctx0" brushRef="#br0" timeOffset="-166153.7">25577 13363 125 0,'0'0'159'0,"0"0"0"0,0 0-11 0,-5-7-2 16,5 7-14-16,0 0-7 0,0 0-4 0,0 0-5 15,0 0-9-15,0 0-7 0,13-6-4 0,-13 6-9 16,0 0-6-16,8-5-9 0,-8 5-8 0,7-1-5 16,-7 1-6-16,10-3-3 0,-10 3-6 0,0 0-2 15,20 0-1-15,-20 0-7 0,15 0-1 0,-15 0-9 0,14 0 2 16,0 0-5-16,-6 3 0 0,5-3-3 15,-1 0-1-15,-1 1-4 0,6 2 0 0,3-1-1 16,-4 0-2-16,3-1 4 0,-3 2-7 0,4-1-1 0,-3-1 2 16,1-1 1-16,5 0 0 0,-3 0-2 0,-2 0 3 15,2 4-3-15,1-2 5 0,-1-2-5 0,2-2-3 16,1 6 3-16,-7-4-3 0,4 1 3 0,-3 2 0 16,1-3 0-16,0-3 2 0,5 3-5 0,-6 3 3 15,1-3-4-15,2 0 3 0,-2 0 0 0,-3 1-5 16,0-1 6-16,-2 3-5 0,1-1 5 0,-4-2-4 15,4 0-1-15,0 0-2 0,-4 0 4 0,4 0-1 16,-2 0-2-16,1 0 1 0,-3 0 0 0,5 0 2 16,-3-2-3-16,-12 2 0 0,23 2 1 0,-13-2-3 15,3 0 1-15,0 0 3 0,-13 0-1 0,25 2-2 16,-13-2 2-16,3 1-2 0,-5-1 0 0,4 0 1 16,0 0-3-16,-4 3 3 0,3-2 0 0,3-1-2 0,1-1 2 15,-2-2 1-15,-4 3-2 0,9 3 1 0,-5-3 0 16,2-3 0-16,-4 3 0 0,0 0-1 15,4-1-1-15,-2 1 4 0,1 0-2 0,-4-2 2 0,3 2-4 16,0 0 1-16,-2 0-3 0,2 0 3 0,0-2 0 16,-4 2 1-16,2 0 3 0,2-3-6 0,-3-1 4 15,0 7 0-15,1-6-1 0,-2 3-3 0,9-1 2 16,-13 1-1-16,6 0 1 0,2 0-3 0,-2 0 6 16,-3 0-2-16,3-2-1 0,1 4-1 0,-3-2 1 15,1 0-3-15,1 0 1 0,-3 1 1 0,5-2-1 16,-4 1 3-16,1 1 1 0,1 2-3 0,4-3-3 15,-4 0 5-15,5 1-1 0,-3-1 1 0,2 3-4 0,-2-1 3 16,1-2-2-16,-1 0 3 0,0 2 0 0,0-2-1 16,-2 0 1-16,2 0 2 0,7 1 0 15,-8-1-6-15,0 3 5 0,4-3-3 0,-5 1 2 0,2 1-3 16,7-2 1-16,-13 1 4 0,5-2 0 0,-1 2-3 16,0 2 0-16,4-1-2 0,-4-2 1 0,5 0-2 15,-3 2 6-15,0-2-2 0,2 0 0 0,-6 0-2 16,4-2 1-16,-3 2 1 0,-1 0 1 0,4 0 0 15,-5-2 0-15,0 2-3 0,-10 0 2 0,23 2-4 16,-10-2 4-16,-4-2 2 0,6 2-4 0,-4 0 4 16,-11 0-4-16,23 0-1 0,-13 2 1 0,2-2 2 15,-1 0-1-15,3 0 0 0,1 2 0 0,-4-2 2 16,-1-2-2-16,-10 2 0 0,23 0-3 0,-11 0 5 0,1-2-3 16,-1 2 2-16,-1-3-1 0,1 3-1 15,1-1 1-15,2 1 0 0,-2 0 0 0,-3-2 0 16,5-3 4-16,-2 5-5 0,0-2 0 0,-3 2-1 0,4-2-2 15,-1-1 3-15,3-1 4 0,-2 3-1 0,-1-1-1 16,-3 4-5-16,5-4 4 0,1 0 1 0,-1 2-3 16,-2-4 2-16,1 3-1 0,-1 1-1 0,0 0 3 15,-1-2-1-15,1-1-3 0,0 2 1 0,-1-1 2 16,3 2 2-16,-2 2 1 0,2-2-3 0,0 0 1 16,0 0-1-16,0 0 0 0,-2 1 0 0,-2-1-3 15,1 3 3-15,3-3 2 0,0 2-1 0,0-1-1 16,-2-2 0-16,8 1 0 0,-7 1 1 0,1-1-1 15,1 1 0-15,1 2 3 0,-4-3-4 0,0 2 1 16,4-4-2-16,1 2 5 0,-3 0-2 0,-4 0 3 16,9 0-5-16,-7 0-2 0,6-3-1 0,-6 3 0 15,3 3 5-15,-7-3 1 0,4 0-1 0,2-3-1 16,0 3 1-16,-2-1-1 0,2 1 2 0,-7 0-1 16,7-1-1-16,0 1 0 0,3 0 0 0,-8 0 1 15,7 0-2-15,-2 0 2 0,-5 1 0 0,6-1-3 16,-1 0 5-16,-2 0 0 0,-1 0-6 0,3 1 4 0,3 2-1 15,-5-3-1-15,-1 2 3 0,3 0-2 0,-7-2 1 16,5 0-2-16,-1 0 1 0,-1 0-1 0,4 0 0 16,-2 0 2-16,1 1 4 0,-4-2-5 0,5 2-2 15,-2-1 2-15,2 0 2 0,-2 3-5 0,0-6 4 16,-1 6 1-16,-1-3-2 0,1 1 0 0,1-1 2 16,5-1 1-16,-8 1 0 0,4 0-2 0,-3 0-3 15,2 0 8-15,-1 1 12 0,-2-2 6 0,-10 1-3 16,25-3-2-16,-15 3 7 0,1 0-6 0,2 3-4 15,-13-3 1-15,19-3-3 0,-8 2-5 0,-2 1 3 16,4 0 0-16,-3-4-2 0,1 4-2 0,-2-4-2 16,4 4 1-16,-5-1 0 0,4 1 1 0,-12 0-4 15,18 0 1-15,-5-5-2 0,-5 5 1 0,4 0-1 0,-12 0 1 16,20-1-1-16,-9-1-1 0,-1 2-3 16,2 2 2-16,1-2 3 0,-3-2-4 0,3 2 2 15,-4-2-2-15,4 2 2 0,-3 0 0 0,1-3-3 0,1 2 3 16,0 1-1-16,-3-3-2 0,-9 3 2 0,24 0 0 15,-11 0 1-15,-2-3-3 0,6 3 1 0,-7-2-6 16,3 2 5-16,0-3-2 0,-3 3 5 16,5-1-3-16,0 0 4 0,3-1-1 0,-1-2-3 0,-4 4 4 15,4-2-4-15,-2-3 2 0,1 3-1 0,-4 0 0 16,4-3 3-16,-2 2-3 0,0 2 0 0,0 1 1 16,-4-1 0-16,1 1-1 0,2-2 3 0,-3-1-3 15,0 1-1-15,5 2 4 0,0-1-5 0,-7 1 0 16,6 0 2-16,-1 0-3 0,-13 0 2 0,21 1 1 15,-11 1 0-15,5-4-1 0,0 2 1 0,-8 2 0 16,6 1-3-16,0-1 2 0,-3-1 4 0,2-1-6 16,-1 1 3-16,3 2-5 0,2-1 4 0,-4 1 3 15,1-3-1-15,-3 2-1 0,3 0 2 0,4 1-2 0,-1-1-2 16,-4 0 2-16,-2 2 2 0,5-1-6 0,-2-2 5 16,2 2-2-16,0-3 1 0,-2 0 2 15,-3 2-1-15,3-2-2 0,-5 3 4 0,6 0-3 0,-6-3 0 16,7 1 1-16,-4-2-1 0,-11 1 2 0,22 0-2 15,-14 0-5-15,0 1 6 0,-8-1 3 0,19-1-1 16,-19 1 7-16,13-3 4 0,-5 6 1 0,-8-3-3 16,15-3-2-16,-15 3-1 0,12-3 1 0,-6 1 2 15,-6 2-3-15,0 0 8 0,15 0 0 0,-15 0 2 16,8 0-2-16,-8 0 1 0,10 0 1 0,-10 0-4 16,15-3 0-16,-15 3 2 0,0 0-4 0,12-1 2 15,-12 1-1-15,10-1-4 0,-10 1 4 0,6-2-1 16,-6 2 2-16,10-4-4 0,-10 4 0 0,0 0 1 15,15 0 2-15,-15 0-2 0,0 0 1 0,5-4-5 16,-5 4 0-16,0 0 2 0,0 0-6 0,0 0 4 16,15 2-7-16,-15-2 5 0,7-5-6 0,-7 5 6 0,0 0-1 15,0 0 1-15,0 0-5 0,15 0 2 0,-15 0-2 16,0 0 2-16,0 0 0 0,8-2 0 16,-8 2 3-16,0 0-7 0,0 0 1 0,0 0 0 15,0 0 0-15,0 0 3 0,0 0-3 0,0 0-3 0,15 2-5 16,-15-2-13-16,0 0-8 0,0 0-16 0,0 0-22 15,0 0-25-15,0 0-25 0,0 0-27 0,0 0-46 16,0 0-22-16,0-9-31 0,0 9-134 0,0 0-406 16,0 0 180-16</inkml:trace>
  <inkml:trace contextRef="#ctx0" brushRef="#br0" timeOffset="-165665.71">30625 13123 13 0,'-2'-4'209'15,"2"4"-9"-15,0 0-12 0,0 0-10 16,0 0-19-16,0 0-16 0,0 0-14 0,0 0-13 16,0 0-11-16,0 0-8 0,0 0-6 0,0 0-8 0,0 0 5 0,0 0-9 0,12 18-9 0,-7-12 1 15,0-2-12-15,1 3-5 0,1-2-1 0,0 3-5 16,-1-1-3-16,1 0-6 0,3 1-5 0,-2 1-1 16,4-1-5-16,-1-1 0 0,-6 0-3 0,5-2-4 15,2 3 0-15,-4-2-3 0,-1 0-4 0,1-1 0 16,-1 0-1-16,1-1 4 0,-5-1-4 0,0 1-2 15,-3-4 17-15,9 6 2 0,-4-3 7 0,-5-3 3 16,0 0 2-16,8 2 5 0,-8-2-1 0,0 0-6 16,3 2 0-16,-3-2-4 0,0 0-5 0,0 0-7 0,0 0-5 15,0 0 0-15,0 0-3 0,-11 11-1 16,6-5 1-16,-7-3-4 0,2 2-1 0,2 0-3 16,-7 0 0-16,0 6-1 0,0-3-1 0,-1 3 1 15,-4-2-2-15,3 3 2 0,1 2-2 0,-6 1 3 0,-3 2-5 16,7-2 5-16,-5 8-1 0,3 0-15 0,-1-1-27 15,6 1-35-15,-2 5-64 0,6-2-75 16,1-1-255-16,3 2-502 0,4 0 223 0</inkml:trace>
  <inkml:trace contextRef="#ctx0" brushRef="#br0" timeOffset="-161716.79">24157 13421 96 0,'0'0'101'0,"15"4"7"0,-15-4-5 15,0 0 1-15,0 0-3 0,8 0-1 0,-8 0 3 16,0 0-17-16,8 1 0 0,-8-1-8 0,0 0-6 16,0 0-3-16,13 0-4 0,-13 0-3 0,0 0-6 15,10 2-5-15,-10-2-4 0,0 0-3 0,0 0-4 16,12 0 3-16,-12 0-3 0,0 0 5 0,8 1-3 0,-8-1 3 15,0 0-2-15,0 0-2 0,0 0-1 16,15 4 1-16,-15-4 1 0,0 0 0 0,13 1-1 16,-13-1 1-16,7 3-5 0,-7-3 1 0,10 1 0 0,-10-1-4 15,11 0-2-15,-11 0-3 0,0 0 0 0,15 2-3 16,-6-2-5-16,-9 0 1 0,13 0-2 0,-8 1-5 16,-5-1-3-16,13 4 2 0,-5-4 0 0,-8 0-3 15,15 3-2-15,-8-2 0 0,-7-1 1 0,20 0-1 16,-20 0-4-16,16 0 3 0,-8-1-3 0,-8 1 1 15,15 0 0-15,-15 0 0 0,22 1-3 0,-14-2 0 16,5 2 1-16,-13-1-3 0,19 0 2 0,-8 0-1 16,-3 3 0-16,-8-3 0 0,20 0 4 0,-10 0-4 15,3 1-2-15,-13-1 1 0,20-1 1 0,-11 1 0 16,-9 0-2-16,15 0 0 0,-15 0 1 0,14 0-1 16,-5 1 4-16,-9-1-2 0,15 0-1 0,-15 0 1 0,14 0-4 15,-4 0 4-15,-10 0-3 0,12 0 2 0,-5 2-1 16,-7-2-1-16,13 0 2 0,-13 0 0 0,13 0-1 15,-13 0 1-15,10 1 0 0,-10-1 0 0,10 0-1 16,-10 0 2-16,0 0-2 0,15-3 2 0,-15 3-1 16,13 2 1-16,-13-2 0 0,13 0 0 0,-13 0 0 15,9 0 0-15,-9 0 1 0,13-2-3 0,-3 4 1 16,-10-2-2-16,18-2 1 0,-8 2 2 0,-10 0-1 16,12-1 0-16,-12 1 1 0,14 0 2 0,-14 0-2 15,12 0 15-15,-12 0 3 0,8-3-3 0,-8 3 2 16,14-1-5-16,-14 1 0 0,6-3-1 0,-6 3-1 15,0 0 0-15,15-4-3 0,-15 4-1 0,10-1 2 16,-10 1-2-16,10-2-1 0,-10 2-4 0,0 0 4 0,10-1-2 16,-10 1 2-16,8-3-3 0,-8 3 1 15,0 0-3-15,13 0 1 0,-13 0 0 0,0 0-1 16,14-1 0-16,-14 1 0 0,0 0-2 0,14 0 2 0,-14 0 0 16,12-4 1-16,-12 4 1 0,7-3-2 0,-7 3 1 15,15 0 1-15,-15 0 4 0,13-1 3 0,-5 1 0 16,-8 0-2-16,20 1 3 0,-13 1-3 0,3-2 0 15,-10 0-1-15,21 0-2 0,-9 1-2 0,-1 3 0 16,1-4 0-16,1 4-1 0,-1-7 2 0,-6 6-2 16,6-2 5-16,-2 2-4 0,1 1-2 0,1-3-1 15,1-1 3-15,-5 2-3 0,6-1 0 0,-4 2 0 16,1-2 0-16,-1-1-1 0,3 2 0 0,-4-1 1 0,2-1-1 16,-1 0-1-16,5 4 1 0,-3-3 3 15,-2 2 0-15,1-2-1 0,1-1-2 0,3 2 0 16,-4 3-1-16,1-4 1 0,3 1 1 0,-4-2 1 0,3 1-3 15,-5 2 0-15,5-3 2 0,-4 0-2 0,1 0 1 16,1 0 0-16,3 0-1 0,-5 0 0 0,0 0 1 16,-2 1 0-16,-8-1-3 0,21 0 3 0,-6 0 0 15,-8 0 0-15,-7 0 0 0,21 2-1 0,-12-2-15 16,-9 0-25-16,20 1-25 0,-12-1-33 0,0 2-46 16,5-2-53-16,-13 0-214 0,17 0-447 0,-4 3 198 15</inkml:trace>
  <inkml:trace contextRef="#ctx0" brushRef="#br0" timeOffset="-159388.92">26691 14076 17 0,'0'-8'349'0,"6"3"-2"0,-6 5-10 0,5-12-10 15,-5 4-15-15,4 3-1 0,-4 5-19 0,0-9-17 16,0 9-22-16,5-3-28 0,-5 3-28 0,0 0-10 16,0 0-33-16,0 0-15 0,0 0-18 0,0 0-1 15,8 12-19-15,-7 1-17 0,6-1-5 0,-5 4-7 16,3 2-7-16,0 2-17 0,3 2 7 0,-1 4-9 16,1-4-1-16,0 3-11 0,5 1 3 0,-4-2-2 15,1-1-6-15,3 0-3 0,-2 0-4 0,-1-4 1 16,0-2-4-16,3 1 0 0,-1-3-1 0,-4-2-6 15,2 1 0-15,2-2 2 0,-2-3 2 0,-2-2-2 0,0 0 1 16,-1 0-2-16,-4-4 7 0,2 0 36 16,0 1 21-16,-5-4 19 0,8 2-3 0,-8-2-7 15,0 0-2-15,20-7 5 0,-18 0-11 0,6 2 0 0,-3-3-5 16,5-3-2-16,-3 1-7 0,-1-3-7 0,-4-2-4 16,6-1-8-16,-3 1-3 0,2-2-5 0,-4 3-3 15,2-1-2-15,0-3-5 0,-3 4-4 0,3-1-4 16,-4 3-1-16,1 1-7 0,5 2-20 0,-6-2-18 15,4-3-22-15,-5 5-25 0,2 2-41 0,0-1-35 16,1 3-40-16,-1-2-34 0,3 3-42 0,-2-2-52 16,-3 6-46-16,5-6-53 0,-5 6-263 0,10-3-735 15,-10 3 325-15</inkml:trace>
  <inkml:trace contextRef="#ctx0" brushRef="#br0" timeOffset="-158998.34">27207 14536 198 0,'0'0'384'16,"3"-7"-9"-16,-3 7-16 0,0 0-31 0,0 0-33 16,5-6-30-16,-5 6-29 0,0 0-33 0,0 0-28 15,0 0-8-15,0 0-28 0,0 0-6 0,0 0-9 16,-10 21-18-16,9-12-10 0,-1 6-8 0,0-6-11 15,-3 6-9-15,0 0-5 0,4 3-4 0,-1-2-8 16,-1 1 11-16,3 0-22 0,-3-1-4 0,-1 0 0 0,4-1-20 16,-1 2-23-16,2-7-28 0,-1 9-31 15,4-9-50-15,-1 0-56 0,2 1-66 0,1-2-67 16,-1-6-235-16,2 3-585 0,3 1 258 0</inkml:trace>
  <inkml:trace contextRef="#ctx0" brushRef="#br0" timeOffset="-158670.24">27563 14339 283 0,'0'0'277'15,"0"0"-26"-15,-10-8-24 0,10 8-23 0,0 0-24 16,0 0-16-16,0 0-19 0,0 0-17 0,0 0-11 15,0 0-11-15,0 0-7 0,-3 13-13 0,3-13-5 16,0 0-5-16,6 11-10 0,-6-11-8 0,7 4-5 16,-4 3-4-16,2-3 1 0,-3-1-5 0,-2-3 11 15,8 5 12-15,-8-5 13 0,0 0 12 0,8 4 6 16,-8-4 4-16,0 0 3 0,0 0-8 0,0 0-4 0,0 0-2 16,15-9-7-16,-8 6-10 0,-4-3-2 0,1 0-5 15,-4 6-11-15,1-8-6 0,-1 8-7 0,5-7-13 16,-5-1-28-16,0 8-27 0,0-5-31 0,0 5-36 15,0 0-46-15,0-7-54 0,0 7-69 0,0 0-73 16,0 0-173-16,0 0-547 0,0 0 243 0</inkml:trace>
  <inkml:trace contextRef="#ctx0" brushRef="#br0" timeOffset="-158170.3">28207 14370 44 0,'-4'-6'268'0,"4"6"-21"0,-3-6-22 0,3 6-19 16,-8-1-16-16,8 1-15 0,-10-7-12 0,2 4-8 0,-2 2-8 15,-5-1-6-15,-2 1 6 0,4 1-11 0,-4-3-4 16,1-2 1-16,-6 2-7 0,3 2 4 15,-3 0-7-15,-1-1-6 0,1 2-13 0,1 0-4 0,-7-5-1 16,9 5-5-16,0-1-5 0,-3 2-7 0,6 1 10 16,1-2-30-16,3 0-3 0,-1 3-6 0,1-3-1 15,6 0-12-15,-4 2-4 0,10-2-4 0,-7 5 0 16,-1-1 4-16,3 1-6 0,5-5 3 0,13 13-4 16,-6-6-1-16,6 2-3 0,5 3-11 0,12 1 8 15,0 5-7-15,8 1 1 0,5 0 0 0,-7 1-12 16,9-5-1-16,-4 4-11 0,2-1-9 0,-11-3-10 15,3-6 10-15,-6 4 1 0,1-5 0 0,-2 0 2 16,-8 0 2-16,2-4 0 0,1 0 4 0,-12-4-3 16,-2 0 5-16,6-3 4 0,-7-3-4 0,-2 3 5 15,3-3-7-15,-3-1 5 0,-6-1 6 0,-6-6-1 16,6 2-7-16,-9-3 10 0,1 0-3 0,0 0-1 16,-5 2 1-16,-2-3-1 0,2 1 3 0,-6 0-3 0,-2-1 0 15,6 5 0-15,-3-1 0 0,-2 1 8 0,2 2-25 16,1 0-28-16,2 2-25 0,0 5-29 15,-1-1-35-15,4 1-39 0,-3-1-52 0,2 3-55 0,3 0-240 16,10 0-561-16,-20 5 248 0</inkml:trace>
  <inkml:trace contextRef="#ctx0" brushRef="#br0" timeOffset="-157904.7">28177 14178 76 0,'0'0'218'0,"0"0"14"0,0 0 0 15,0 0-3-15,-13 21-8 0,13-9-5 0,-4 1-7 16,3 9-13-16,-3-3-10 0,1 7-6 0,0 0-7 16,1 1-19-16,2 2-13 0,-5 3-7 0,4 8-13 15,1-10-13-15,1 1-10 0,4-1-15 0,-3 4-2 0,3-5-10 16,-4 5-5-16,8 6-11 0,-4-13 12 15,1 2-16-15,3-4-6 0,-3-1-24 0,1-3-26 16,1-3-48-16,-1 0-53 0,1-3-64 0,2-6-88 0,-5-2-254 16,5 0-555-16,0-2 245 0</inkml:trace>
  <inkml:trace contextRef="#ctx0" brushRef="#br0" timeOffset="-157498.49">28861 14192 49 0,'0'-8'352'0,"1"-3"-7"0,-1 3-2 16,4 0-7-16,-8 0-4 0,8 0-14 0,-3 0-24 16,-1 2-15-16,0 6-43 0,0 0-25 0,-1-10-26 15,1 10-25-15,0 0-2 0,0 0-28 0,0 0-18 0,-25 13-11 16,18-5-8-16,-1 0-12 0,0 4-4 16,-1-1 10-16,-1 4-19 0,-1 0-14 0,4 0-5 15,-3 0-8-15,5 2 1 0,-1 2-6 0,-3 2 0 0,3-3-4 16,-1 1-8-16,5-3-1 0,2 2-2 0,-1-4 4 15,2 4-2-15,-1-1-1 0,9-2-11 16,-4 3-16-16,3-3-26 0,5 0-17 0,-3 2-30 0,8-5-32 16,1-2-31-16,2 0-45 0,2 4-39 0,7-8-39 15,0 4-29-15,3-6-275 0,-2 1-615 0,6-2 272 16</inkml:trace>
  <inkml:trace contextRef="#ctx0" brushRef="#br0" timeOffset="-157279.68">29428 14355 173 0,'-6'-8'254'0,"1"5"-17"15,5 3-12-15,-10-4-15 0,10 4-7 0,-9-1-15 0,9 1-9 16,-13 4-7-16,2-1-12 0,1 1-10 0,1 3-7 16,1 0-13-16,-8 0-8 0,6 1-15 15,-7-1-7-15,2 5-9 0,-1 2-8 0,2-1-10 0,-2-2-7 16,3 0-3-16,-2 2-11 0,0 1 0 0,2-1-5 15,3-2-14-15,-4 2-27 0,6 1-33 0,2-3-41 16,-3-3-49-16,3 0-56 0,1 0-62 0,5 0-216 16,-4-5-486-16,4 3 215 0</inkml:trace>
  <inkml:trace contextRef="#ctx0" brushRef="#br0" timeOffset="-157076.58">29124 14251 194 0,'0'0'255'15,"-5"15"-6"-15,6-7-11 0,4 3-8 0,-5 0-19 16,7 1-17-16,5 8-21 0,-2-5-18 0,-1 0-13 0,11 6-13 16,-3 5-15-16,3-6-12 0,-2 2-8 15,3 0-21-15,1-2-53 0,1-1-59 0,-1-4-77 16,-1 0-64-16,1-3-193 0,-6-2-405 0,4-5 179 0</inkml:trace>
  <inkml:trace contextRef="#ctx0" brushRef="#br0" timeOffset="-156857.85">29655 14335 3 0,'0'0'278'0,"0"0"0"0,-5 23-3 0,10-11-3 0,-2 0-12 15,4 3-6-15,0 1-13 0,-4 3-17 0,5 0-17 16,2 4-24-16,-2 1-16 0,4 3-16 0,-5-4-16 16,-2 4-15-16,1-3-12 0,-3 3-9 0,-3 0-7 15,-3 0-9-15,-3 0-42 0,-3 2-39 0,-9-2-44 16,-8 9-64-16,-4-6-67 0,2-13-93 0,-9 3-215 16,6-1-522-16,-12-3 231 0</inkml:trace>
  <inkml:trace contextRef="#ctx0" brushRef="#br0" timeOffset="-155575.23">25277 10091 62 0,'5'-3'318'16,"-5"3"-27"-16,0-8-30 0,0 8-29 0,2-6-21 15,-2 6-25-15,0 0-24 0,0 0-16 0,0 0-10 16,6 15-21-16,-4-6-11 0,-2 3-8 0,0 6-12 16,5 1-7-16,-3 7-9 0,-2 1-8 0,0 1-3 0,5 7-6 15,-5 4-6-15,1-8-2 0,4 8-4 0,-5-9-4 16,2 2-4-16,0 1-3 0,-2-5-4 16,6 6-1-16,-6-7-4 0,0-3 3 0,0-4-2 15,0 0-3-15,5-2-6 0,-5-2 1 0,2-1 1 0,-2-3-4 16,1-1 0-16,3-2 3 0,-4-3 4 0,3 2 24 15,-6-1 24-15,3-7 15 0,3 6 19 0,-3-6 30 16,0 6 29-16,0-6 25 0,0 0 12 0,0 0-13 16,0 0-21-16,0 0-15 0,0 0-11 0,20-14-15 15,-13 5-10-15,-1 2-12 0,2-2-7 0,-1 2-9 16,3-7-3-16,3 1-11 0,-3 2-6 0,2-1-6 16,-1-1-5-16,1 2-1 0,-2-3 3 0,-2 4-6 15,5 0 0-15,-4 2-2 0,-3-1-6 0,3 3-2 0,-1-2-3 16,-2 3 5-16,3-2-13 0,-4 4 0 15,0-2-5-15,1 3-2 0,-6 2-5 0,10-8 0 16,-10 8-3-16,8-1-4 0,-8 1 0 0,0 0-5 0,14 0-3 16,-14 0 2-16,8 11 3 0,0-7-4 0,-6 0-1 15,3 4 0-15,5-2-2 0,-7 0-1 0,0 1-2 16,6 2-12-16,-6 1-10 0,-1-2-12 0,3 1-15 16,-4 2-18-16,1 1-28 0,3-3-27 0,-3 3-19 15,-2-3-13-15,0 3-29 0,0 0-28 0,0-1-44 16,0-3-34-16,0 4-34 0,0 0-61 0,0-4-204 0,5 2-644 15,-5-1 285-15</inkml:trace>
  <inkml:trace contextRef="#ctx0" brushRef="#br0" timeOffset="-155184.64">25851 10686 222 0,'0'0'345'0,"0"0"-4"0,4-6-16 15,-4 6-13-15,0 0-19 0,0 0-28 0,0 0-25 16,0 0-25-16,0 0-18 0,0 0-24 0,0 0-24 16,0 0-11-16,0 0-12 0,0 0-15 0,0 0-10 15,-12 21-11-15,9-11 5 0,0 1-24 0,-1-3-9 0,1 8-6 16,-2-4-7-16,2 6 3 0,-1 0 8 0,-2-1-23 16,1 2 5-16,1 6-7 0,3 2-16 15,1 0-10-15,-5-1-46 0,2 6-40 0,1-9-56 0,2 8-81 16,10-6-105-16,-9 2-256 0,4-3-624 0,2-6 277 15</inkml:trace>
  <inkml:trace contextRef="#ctx0" brushRef="#br0" timeOffset="-153669.18">25903 13725 199 0,'-15'3'220'15,"2"0"-3"-15,1 0-9 0,-1 2-8 0,-4 2-13 16,-1-1-11-16,6 3-11 0,-2-1-15 0,-1 2-8 16,1-4-13-16,3 3-16 0,1 2-7 0,2-3-7 15,1 2-11-15,0-1-7 0,1-2-6 0,4 2 0 0,0 0 4 16,4 0 8-16,0-1 11 0,3 0 3 15,3-3-11-15,5 1-5 0,4 0-6 0,3-3-8 16,0 0-10-16,-2-2-4 0,3-2-4 0,4-2 8 0,-2 0 3 16,-1-5-7-16,-1 4 2 0,-4-4 7 0,4-1 20 15,-2-2-22-15,-3-3 11 0,-3 1-6 0,-3-3 4 16,2 5-6-16,-1-5-4 0,-7 3-9 0,-1-1-4 16,2 2-5-16,-5 2-5 0,3-2-10 0,-6 3-8 15,-2 2-15-15,2-4-27 0,-1 5-26 0,-5 0-19 16,2 2-23-16,-1-1-16 0,-1 3-28 0,-2 1-30 15,11 1-31-15,-18-3-32 0,18 3-34 0,-14 4-43 16,9 3-190-16,-3-3-532 0,8 2 236 0</inkml:trace>
  <inkml:trace contextRef="#ctx0" brushRef="#br0" timeOffset="-153153.61">26317 13461 170 0,'0'0'196'0,"0"0"1"0,0-8 4 16,0 8 0-16,0 0 2 0,0 0-8 0,5-5-1 0,-5 5-14 15,0 0-9-15,0 0-12 0,0 0-13 16,0 0-17-16,0 0-11 0,0 0-10 0,0 0-15 16,0 0-9-16,0 0-14 0,0 0-6 0,0 0-5 15,0 0-4-15,-15 13-5 0,8-7-7 0,7 2-2 0,-7-1-6 16,-1 6-3-16,6 1-5 0,-2 4-2 16,-5 0 0-16,9 0 1 0,-6 0-7 0,4 0 1 15,2 2-3-15,-5 3-1 0,3-4-2 0,4-2-1 0,-4 1 2 16,2 1 0-16,7-3-1 0,-5-1-5 0,4-2-8 15,-4-2-28-15,5-2-22 0,-9 0-31 0,4-1-38 16,-2 1-66-16,6-8-66 0,-6-1-207 0,0 0-496 16,0 0 220-16</inkml:trace>
  <inkml:trace contextRef="#ctx0" brushRef="#br0" timeOffset="-150516.7">26279 13406 147 0,'0'0'210'0,"0"0"1"0,0 0 6 16,0 0 0-16,0 0 0 0,0 0 0 0,0 0-7 16,0 0-7-16,0 0 1 0,0 0 3 0,6-14-9 15,-6 14-7-15,0 0-5 0,0 0-6 0,0 0-9 16,0-6-16-16,0 6-15 0,0 0-11 0,0 0-16 16,0 0-8-16,0 0-8 0,0 0-4 0,0 0-18 15,-2-7-10-15,2 7-8 0,0 0-10 0,0 0-3 16,-11-7-12-16,11 7-3 0,-8-1 3 0,-1-2-8 15,-1 2-4-15,10 1 1 0,-26-4-5 0,8 4 4 16,0 0-1-16,-1-3-9 0,-1 6 5 0,1-6-4 16,0 2-2-16,-2 2-4 0,-2-1 4 0,-4-1-9 0,-3 1 4 15,1 0 13-15,7 0-15 0,1 0 0 0,-6-1 5 16,-4 1-1-16,7 0-6 0,-2 0 4 0,3 0 2 16,3-2-9-16,-2 2-1 0,3-3 4 0,-1 3 6 15,0 0-1-15,0-1-1 0,3-1-3 0,-2 2 1 16,4 0-4-16,-2 0 1 0,-3-2 8 0,12-1-10 15,-5 2 2-15,-2 1 1 0,3-3 9 0,1 0-9 16,-3 3 5-16,0-2-8 0,5 2 6 0,-6 0 3 16,5 0-1-16,2-4-7 0,-5 3 4 0,1-1-2 15,2 2 0-15,-3-3 0 0,3 2 3 0,-1-1 0 16,11 2-3-16,-22-5 2 0,14 3-4 0,-2 2 3 0,-2-2 0 16,12 2-4-16,-16-3 1 0,9 1-1 0,7 2 0 15,-16 2 4-15,16-2 12 0,-15 0-15 0,3 0-4 16,12 0 9-16,-15 0-3 0,15 0 0 0,-15 3-2 15,7-1 1-15,8-2-3 0,-20 2 6 0,12-2-3 16,0 3-1-16,-4-1-3 0,2 0 5 0,-3-2 0 16,13 0 2-16,-20 1 1 0,7-1-9 0,0 3 6 15,3-1 0-15,-4-1 0 0,1-1 8 0,0 1-8 16,3-1 3-16,-5 3-7 0,-1-3 3 0,4 0 0 16,-1 0 4-16,1 0-1 0,1 0-4 0,-6 2 8 15,2-2-3-15,2 3-4 0,3 0 0 0,-3-2-6 16,-1-2 4-16,0 2 0 0,-3-1 6 0,-3-1-7 0,7 1 3 15,-2 0 0-15,-2 0-1 0,7 1-1 0,-1-1 2 16,-4-1 1-16,-2 2 5 0,1-1-5 16,4 0 2-16,-3 0-1 0,2 3 4 0,2-3-6 0,-4 0 1 15,0 0-1-15,2 0 0 0,-1 0 0 0,-1 2 1 16,5-4 4-16,-3 4-3 0,-7-2 2 0,5 2-3 16,2-2 1-16,3 1-5 0,-3-1 1 0,-2 0 11 15,4 3-6-15,-1-3-6 0,12 0 5 0,-21 2-4 16,12-2 3-16,-4 0-4 0,3 1 6 0,-2-1 0 15,12 0-9-15,-18 1 15 0,10 2 1 0,-4-3-10 16,6 2-4-16,6-2 2 0,-17 0 2 0,17 0 1 16,-20 0 2-16,12 0-4 0,8 0 5 0,0 0-10 0,-16 0 6 15,7 2-1-15,9-2-2 0,0 0 11 0,-20-2-10 16,20 2 6-16,-10 0-1 0,10 0 0 16,-13 0 5-16,13 0-7 0,-15-2-7 0,15 2 5 0,-15-3-4 15,15 3 13-15,-13 0-2 0,13 0-6 0,-15 0-1 16,15 0 4-16,-15 0-2 0,15 0-5 0,-13-1 6 15,13 1-6-15,-15 0 0 0,15 0 6 0,0 0-3 16,-15 0 4-16,15 0-6 0,-11 0 7 0,11 0-6 16,-10-1 4-16,10 1-4 0,0 0 2 0,-12 2 2 15,12-2-2-15,0 0-3 0,-10 3 9 0,10-3-10 16,0 0 3-16,0 0-3 0,0 0 5 0,0 0 0 16,-8 2 3-16,8-2 4 0,0 0-8 0,0 0-2 0,0 0 8 15,0 0-1-15,23 6 1 0,-13-6 3 16,8 4-7-16,-3 0 3 0,7 0 0 0,9-3 4 0,-3 5-5 15,9-1-3-15,6-2-2 0,2 1 5 0,3 1-1 16,-4 2-2-16,3-4 1 0,-1 2-2 0,-11-1 4 16,9-1-3-16,6 2 8 0,-2-1-4 0,-5-2-5 15,2 3 1-15,-12-5 2 0,0 1-4 0,-3-2 4 16,3 2-3-16,-2-1-1 0,-3-1 4 0,1 1 1 16,-5-4 1-16,0 3-4 0,-5-2 0 0,1 0 0 15,-2 2 2-15,2-3-1 0,-1 4 2 0,2-1-6 16,-3 1 1-16,0 0 4 0,2-3 0 0,-3 3-1 0,3 0-2 15,-4-3-3-15,-1 2 3 0,7 2-2 0,-2-2 5 16,-2-1 0-16,2 2-2 0,-4 0-1 16,1-2 1-16,4 4-2 0,-3-4 2 0,-3 4 0 0,4-2-1 15,-5 2 1-15,1-1-2 0,5-1-4 0,-10 0 6 16,10 3 0-16,-5-2-2 0,-2-1 1 0,2 3 2 16,0-3 1-16,0 5-6 0,0-5 7 0,1 0-4 15,1 3 5-15,-6-2-4 0,4 6-4 0,0-7 3 16,-2 3 8-16,1-2-10 0,-3 2 3 0,1-2 1 15,3 1-6-15,-2 3 2 0,-1-5-2 0,1 1-6 16,-3-1 1-16,3 3 5 0,-1 0-1 0,-2-2-4 16,1 3 4-16,1-3-3 0,-4 1-1 0,4-1 8 0,-4 3-5 15,0-4 4-15,5 2 0 0,-13-2 0 0,17 1-2 16,-10 1-1-16,4 1 1 0,-3-3-5 16,2 2 0-16,-3 0 1 0,6 0-8 0,-3-1 1 0,2 4-8 15,1-3 8-15,-3-1-1 0,3 2 3 0,-1 0-3 16,1 0 0-16,-5 0 1 0,5-3 1 0,-1 0 2 15,-12 0 2-15,18 2-1 0,-5-1 1 0,-9 2 4 16,-4-3 2-16,13-3-1 0,-13 3 1 0,15 4-2 16,-15-4 4-16,0 0-1 0,12 0-2 0,-12 0 1 15,9 4 1-15,-9-4 3 0,0 0-1 0,0 0 0 16,0 0 0-16,15-4-1 0,-15 4 1 0,0 0 4 16,9-1-5-16,-9 1 1 0,0 0 7 0,0 0-4 0,0 0 3 15,6-4-7-15,-6 4 8 0,0 0-10 0,0 0 0 16,0 0 2-16,0-5-6 0,0 5 9 15,0 0-12-15,0 0 4 0,0 0 0 0,0 0 11 0,0 0-12 16,-18-5-1-16,6 4 5 0,3-2 1 0,-3 2-2 16,-6 1 1-16,0-2 2 0,-1-4-2 0,-1 2 2 15,-1-1 5-15,-7-1-8 0,1 2 4 0,-1-3-1 16,-7 4 3-16,6-6-2 0,-8 6 1 0,4-2 2 16,-3-2-2-16,3 3 2 0,-2-4-2 0,-8 5 0 15,10-1-2-15,0 1 5 0,-1-2-5 0,5 4 2 16,-1-1 2-16,2 1-1 0,5 1 0 0,3-4 0 15,-3 4-4-15,8 0-1 0,-4-2 3 0,6 2 2 0,2 0 2 16,-1 0-2-16,12 0 0 0,-20 0 3 16,20 0 0-16,-13-2-1 0,13 2 11 0,-10 0-11 15,10 0 4-15,0 0-1 0,0 0 3 0,0 0-1 0,-13 0 0 16,13 0 2-16,0 0 2 0,0 0-2 0,0 0-5 16,0 0 3-16,0 0 1 0,0 0-4 0,0 0 0 15,0 0-5-15,0 0 3 0,38-4 10 0,-27 1-14 16,3 3 0-16,2 0 0 0,1 0 3 0,4 0-2 15,2 0-5-15,-1-1 3 0,-1 2-5 0,9-2-4 16,-7 1-1-16,6 1 1 0,0-1-5 0,0 0 1 16,-1 3 10-16,0-3-6 0,-2 0-5 0,-4 4 6 15,-1-2-2-15,2-2 6 0,-4 0-3 0,-1 0-1 0,3 0 4 16,-4 0-2-16,3 0 6 0,-4-2-5 16,4 4 0-16,-5 0-1 0,-2-2 2 0,-3-2 1 15,2 2 3-15,-1-2 1 0,-1 2-5 0,-10 0 4 0,22 2-5 16,-12-2-3-16,-10 0-12 0,21 0-12 0,-14 0-6 15,3 2-8-15,-10-2-11 0,16-2-17 0,-16 2-21 16,15 0-26-16,-3 0-34 0,-12 0-30 0,21 0-35 16,-4-2-36-16,-2 2-188 0,-3 0-484 0,-3-3 214 15</inkml:trace>
  <inkml:trace contextRef="#ctx0" brushRef="#br0" timeOffset="-148131.41">26365 13384 95 0,'0'0'139'0,"0"0"-7"0,0 0-10 0,0 0-9 0,0 0-8 16,0 0-8-16,0 0-14 0,0 0-4 0,0 0-3 16,0 0-7-16,0 0-8 0,0 0-2 0,0 0-3 15,0 0 3-15,0 0 3 0,0 0-3 0,0 0 6 16,0 0 2-16,0 0 1 0,0 0 2 0,0 0-3 15,0 0 5-15,0 0-7 0,-5-5-4 0,5 5 1 16,0 0-4-16,0 0-2 0,-4-7-2 0,4 7 3 16,-5-5 1-16,5 5 0 0,0 0 4 0,-6-7 3 15,4 5 5-15,2 2 6 0,-7-8-6 0,7 8 6 16,-1-9-4-16,1 9 4 0,0-8-3 0,0 4-8 16,0 4-3-16,0-11 5 0,-4 4-9 0,4 7-3 15,0-9 3-15,0 9-7 0,0-12 8 0,4 4-5 0,-4 3-1 16,0 5-3-16,1-10-1 0,-1 3-4 0,0 1-3 15,5-3 1-15,-3 4-7 0,-4-2-3 16,4 1 0-16,0-1 2 0,-2 0-6 0,5 0 3 0,-5 1 0 16,1 0 3-16,-1-2 2 0,0 1-5 0,0 7-3 15,5-13 7-15,-3 6-5 0,0 2 6 0,-4-3 2 16,4 2-5-16,-2-2 2 0,0 8 3 0,0-12-9 16,5 8 2-16,-5-2-5 0,0-3 3 0,1 4-5 15,-1-2 6-15,0 1-2 0,0 6 0 0,5-12 2 16,-3 6 2-16,-2 3-13 0,0 3 5 0,6-15-2 15,-6 7-1-15,0 8-2 0,2-9-4 0,-2 2 0 16,0 3 1-16,3-5-2 0,-3 4 2 0,0 5-9 0,2-13 4 16,-2 5-1-16,2 4-2 0,-2 4 4 15,0-12-5-15,0 5 0 0,0 0 1 0,5 1-7 16,-5-1 7-16,3-1 2 0,-3 8 2 0,0-12-3 0,0 5-1 16,0-1 0-16,0 2-1 0,0-2-2 0,0 8 2 15,-3-12-2-15,3 5 0 0,0 2-1 0,0-3-1 16,0 8 2-16,-5-11-2 0,5 5 1 0,0 6-3 15,-2-14-4-15,0 9 3 0,-1 0 1 0,3 5-2 16,0-10 2-16,0 0 2 0,-2 8-3 0,2 2 4 16,-6-11-1-16,6 2-4 0,0 9 1 0,0-7 0 15,0 7 1-15,-2-10-2 0,-3 5 6 0,5 5-5 16,0-11-4-16,0 11 6 0,0-9 0 0,0 3 1 0,0 6-2 16,0-12 1-16,0 8-7 0,0 4 1 15,-1-11 1-15,1 6 7 0,0 5-7 0,0-10 1 16,0 4-2-16,0 6 4 0,-5-11-4 0,5 11 6 0,0-7-4 15,-2-1-2-15,2 8 3 0,0-8 3 0,0 8-3 16,2-11 1-16,-4 3-5 0,0 4 4 0,2 4 0 16,-5-12 2-16,5 9-1 0,0 3-3 0,0-11 1 15,0 11 1-15,0-9 2 0,0 9 0 0,0-7-4 16,-1 1 0-16,1 6 1 0,-5-10 2 0,5 2 2 16,0 8-6-16,0-8 2 0,0 8 4 0,0-7-3 15,0-1 2-15,0 8-1 0,0-8-4 0,0 8 3 16,0-8 2-16,0-1 0 0,0 3 0 0,0 6 1 0,5-11 7 15,-5 4-9-15,1-2-3 0,-1 1 6 16,0 1-3-16,5 2-3 0,-5-5 4 0,2 2 3 16,-4 1-8-16,2 7 3 0,0-17-1 0,0 10 4 0,0-1-7 15,0 1 6-15,0-1-5 0,0 8-3 0,0-13 6 16,0 7-2-16,0-2-2 0,-5 3 3 0,5-3 1 16,0 8-2-16,0-11-1 0,-1 7 6 0,1 4-9 15,-5-13 3-15,5 13-2 0,0-7-3 0,0 7 10 16,-2-10-5-16,0 5 2 0,2-2-2 0,-5 2 4 15,5 5 2-15,0-7-3 0,0 7-4 0,-1-8 1 16,1 8 7-16,-4-7-5 0,4 1 1 0,0 6-3 16,0-6-1-16,-3-2 5 0,3 8 2 0,0-12 0 15,0 12-6-15,-6-8 6 0,6 4-3 0,0 4-2 16,0-11 7-16,-2 4-2 0,2 7-5 0,-3-12 7 16,-1 5-7-16,4 1 2 0,0-1-1 0,-5-1 3 0,4 2-3 15,1 0 1-15,0-1 0 0,-2-1 0 0,-3-3 0 16,5 7-7-16,0-4 6 0,0 8 1 15,0-12-1-15,0 12-1 0,-7-7 7 0,7-1-5 0,0 3 3 16,0 5-7-16,0-10 8 0,0 10-4 0,-1-7 1 16,1 7-5-16,0 0 3 0,0 0-3 0,0-10 0 15,0 10-4-15,0 0 7 0,0 0-3 0,-7-3-7 16,7 3-6-16,0 0 0 0,0 0-5 0,0 0-1 16,0 0-2-16,0 0 0 0,0 0 10 0,0 0-6 15,0 0 0-15,0 0 0 0,0 0-1 0,0 0 3 16,0 0 3-16,0 0-2 0,0 0-2 0,0 0-4 15,0 0 13-15,0 0 8 0,0 0-12 0,0 0 0 0,0 0 0 16,0 0 3-16,0 0 0 0,0 0 4 0,0 0 1 16,0 0-3-16,0 0 0 0,0 0 13 0,0 0-2 15,7-7-6-15,-7 7 0 16,0 0-2-16,0 0-4 0,0 0 1 0,0 0 5 16,0 0-3-16,0 0 5 0,0 0-1 0,0 0-5 15,0 0 0-15,0 0-2 0,0 0 4 0,0 0 6 0,0 0-2 16,0 0-3-16,0 0 6 0,-13-4-6 0,13 4 0 15,0 0 3-15,0 0-2 0,-9-3 2 0,9 3 3 16,0 0 0-16,-6-3-7 0,6 3 1 0,0 0 8 16,0 0-5-16,0 0 1 0,-12-5 2 0,12 5 1 15,0 0-1-15,0 0 12 0,0 0-10 0,0 0-6 16,-10-1 5-16,10 1 6 0,0 0 0 0,0 0 0 16,0 0 5-16,0 0 5 0,0 0 5 0,0 0 3 15,0 0-6-15,0 0 5 0,0 0-4 0,0 0-3 0,0 0-1 16,0 0-2-16,0 0-1 0,20-8-3 15,-20 8-7-15,8-1-1 0,-8 1 11 0,15-2-9 16,-7 2-6-16,-1-4 4 0,-7 4-1 0,20-1 11 0,-9 1-11 16,-6-5 11-16,9 5-14 0,-6-2 8 0,-8 2-8 15,21 2 2-15,-12-5 0 0,-9 3 2 16,16 0-1-16,-4 0 1 0,-12 0-1 0,16 0 2 0,-7 0-6 16,-9 0 3-16,20-3-2 0,-14 3 1 0,-6 0 1 15,15 0 0-15,-15 0 3 0,17 0 1 0,-7 0-3 16,-10 0 1-16,16 0-3 0,-9-1 2 0,-7 1-3 15,18 1 4-15,-10-1 1 0,1 3-4 0,-9-3 3 16,19-4 7-16,-19 4-12 0,15-2 0 0,-6 1 4 0,-9 1-5 16,14 1 4-16,-14-1-2 0,15-1 2 15,-15 1 10-15,15 0-13 0,-8-4 2 0,1 3 0 16,-8 1-3-16,18-2 2 0,-18 2 0 0,17 0 6 0,-17 0-6 16,15 0 0-16,-7 0 4 0,-8 0-4 0,15-1 0 15,-7 2 5-15,-8-1-6 0,18-1 2 0,-18 1 2 16,17 0-5-16,-7 0 9 0,-10 0-7 0,20 1-2 15,-12-1 4-15,-8 0 1 0,20 0-2 0,-10 0 1 16,0 2-2-16,1-2-4 0,-2 1 7 0,-9-1 1 16,21 4-6-16,-13-4 4 0,7 1 4 0,-5-1 1 15,0 2-1-15,2-2-8 0,-1 1 3 0,-2-1 0 16,4 0 3-16,-5 3-1 0,5-3 3 0,1 0-6 16,-3 0 4-16,-1 0-1 0,0 1 1 0,5-1-1 15,-3 0 2-15,-1 2-3 0,4-2 0 0,-2 0 5 16,1 5-2-16,0-10-3 0,-5 10-3 0,4-5 0 0,0 0 7 15,0 0-7-15,2 0-2 0,-5 0 1 0,0 0 2 16,5 1 10-16,-2-1-10 0,-4 3 1 16,5-3 1-16,-4 0-2 0,2 0 2 0,3 1 2 0,0-1-2 15,-7 0-4-15,7 0 3 0,0 2 8 0,-9-2-6 16,13 0-6-16,-3 0 8 0,-3 0-3 0,2 0 2 16,2 0 1-16,-5 0-2 0,6 0 3 0,2 1-7 15,-4-2 4-15,4 1 0 0,-2-2-2 0,2-2 0 16,-5 3-4-16,2 1 6 0,-1-7 1 0,-1 3 3 15,-3 3-5-15,-3-2 3 0,6-1-2 0,-1 1-1 16,1 2-1-16,-9-2 0 0,9-3 3 0,-2 3 2 16,1-1-5-16,-5 2 0 0,1-3-1 0,4 2 5 0,-3-1-7 15,-1 3 2-15,2-3 2 0,-2 1 3 0,-2 2-1 16,5-3-1-16,-3 5-3 0,0-2 0 16,2-1 0-16,-1 1 4 0,1-3-12 0,1 3-1 0,-1-1-1 15,-1 2-5-15,2-1 11 0,4-2 0 0,-4 3 1 16,5-1-2-16,-1-1-7 0,0 2 10 0,-3-2 1 15,8-1-2-15,-7 2 1 0,6-2 7 0,-1 2-6 16,-2 1 3-16,2-4 13 0,2 0-21 0,-4 2 9 16,2-2-1-16,0-1 1 0,-2 2-2 0,-3 1-1 15,5-3 2-15,-10 3 1 0,5-2-6 0,-2 1 8 16,-2-1 0-16,1 2-2 0,-4-3-5 0,4 1 7 16,-4 1-3-16,0 1-1 0,-8 2 3 0,9-4-3 0,-9 4 1 15,13 0 6-15,-13 0-4 0,10-3 0 0,-7-1-4 16,-3 4-2-16,0 0-2 0,0 0 6 15,10-2-2-15,-10 2-11 0,0 0-11 0,0 0-11 16,0 0-16-16,0 0-16 0,7-5-15 0,-7 5-26 0,0 0-25 16,0 0-34-16,0 0-53 0,0 0-53 0,0 0-46 15,0 0-228-15,5-2-592 0,-5 2 262 0</inkml:trace>
  <inkml:trace contextRef="#ctx0" brushRef="#br0" timeOffset="-146787.8">25724 11985 213 0,'3'-9'231'0,"-3"9"-11"0,5-7-4 0,-3 4-13 16,-2 3-10-16,8-7-12 0,-3 3-10 0,-5 4-5 15,8-8-6-15,-4 4-3 0,-4 4-16 0,10-8-6 16,-5 7-4-16,-2-5-6 0,5 3-9 0,-4-2 0 15,-4 5-5-15,5-7-1 0,3 2-12 0,-8 1-10 16,0 4-5-16,5-8-5 0,-4 4-8 0,4-2-1 16,-5 6-5-16,7-9-5 0,-2 3-7 0,-5 6-2 15,3-6 0-15,-1 0-5 0,-2 6-3 0,7-7-3 16,-4 2-2-16,-3 5 1 0,3-5-12 0,-3 5 0 16,7-7-6-16,-7 7-1 0,1-5-1 0,-1 5-5 0,0 0-1 15,0 0-2-15,0 0-4 0,7-1-1 0,-7 1 2 16,0 0-4-16,0 0-1 0,0 0 1 15,8 9-7-15,-1-3 4 0,-7 0-11 0,8-2 10 0,-6 6 3 16,0-3-2-16,1 2 0 0,0 3-2 0,1-4-3 16,2 5 5-16,-4-1 0 0,4 2-7 0,1 1 2 15,-5-7 7-15,4 9-1 0,-6-3 2 0,7 1-5 16,-5-7 1-16,3 6-2 0,-4-4 3 0,6 0 0 16,-7 3-6-16,1-6 1 0,6 2-1 0,-7 4-5 15,0-8 15-15,5 3-17 0,-5 0-3 0,0-3-1 16,3 3 0-16,-3-2 0 0,0-6-3 0,0 6 2 15,0-6 5-15,0 0 2 0,0 7-3 0,0-7 2 16,0 0 1-16,0 0 0 0,-3 6 2 0,3-6 1 16,0 0-3-16,-12 5 13 0,12-5-7 0,0 0-2 15,0 0 0-15,-14 0 0 0,14 0 3 0,-12 3 1 16,12-3 3-16,-10 1-6 0,10-1 2 0,-10 0 1 0,10 0 2 16,0 0 1-16,-16 0-7 0,16 0 2 0,-12 0-2 15,12 0 9-15,-13 5 6 0,13-5-11 16,-9 2 3-16,9-2 0 0,0 0-5 0,-11 0 5 0,11 0-2 15,0 0 5-15,-12 0-4 0,12 0-1 0,0 0 1 16,-13 0-1-16,13 0 2 0,-8 1 0 0,8-1 1 16,0 0-6-16,0 0 6 0,0 0 11 0,0 0-9 15,0 0 1-15,0 0 2 0,-13 0 4 0,13 0 7 16,0 0 1-16,0 0 7 0,0 0 1 0,0 0-3 16,0 0 15-16,0 0-23 0,0 0-5 0,0 0 2 15,33-5-3-15,-20 5-4 0,-2 0 4 0,8 0-4 16,-1 2 5-16,3-2-13 0,1 2-24 0,-6-1-18 15,11 2-28-15,-6-2-37 0,1 1-35 0,-4-2-51 16,2 5-45-16,0-5-54 0,-4 0-207 0,-1-4-542 16,-6 4 240-16</inkml:trace>
  <inkml:trace contextRef="#ctx0" brushRef="#br0" timeOffset="-89471.63">26300 6403 118 0,'0'-15'391'0,"0"6"-3"16,0 2 1-16,-7-5-14 0,7 9-28 0,0-5-43 16,-1 3-25-16,1 5-38 0,0 0-25 0,0 0-27 15,-9-4-8-15,9 4 2 0,-13 16-18 0,7-1-6 16,-3-2-13-16,-6 9-9 0,-4 5-14 0,7 0-7 16,0 1-17-16,-2 12-5 0,4-13-7 0,-2 2-2 15,2 2-21-15,3-3-1 0,2 1-6 0,2-1-5 0,-2 0-5 16,2-5-3-16,5 0-5 0,-2-4-3 15,5 0-2-15,-1-2 0 0,1 2-2 0,7-8-1 16,5 5 0-16,-1-6-2 0,4-1 0 0,2-3-7 0,9 4 2 16,-1-8-2-16,0-2-2 0,-1-2-3 0,4-2-10 15,-1-7 1-15,-1 4-4 0,2-3-1 0,-3-1 0 16,2-1-1-16,-4-3 3 0,0 4 17 0,-2-4 19 16,3 2 14-16,-13 1 11 0,-3 1 2 0,7 3-1 15,-10 0-8-15,3 1 1 0,-4-1-3 0,-4 4-10 16,3 0-7-16,-5 0-10 0,-3 4-5 0,0 0-7 15,0 0 3-15,18 9-1 0,-11-2-1 0,-4 4-3 16,6 2 1-16,2 5-6 0,-3-2 3 0,6 6 0 16,-4-2 1-16,6 0-6 0,-4-5 2 0,4 8-1 15,4-7-2-15,-3 1 2 0,-1-2 0 0,-1-3 0 16,7 2 0-16,-1-4 4 0,1-4-3 0,-1-3 1 16,1-2-2-16,-1-1 5 0,7-3-4 0,-6-2-3 0,4-3 6 15,-6-3 6-15,5-4-13 0,0-1 2 0,-7-8 9 16,0-2-3-16,1-1 10 0,-5-1 2 15,1-10 1-15,-11 7 3 0,2-8-4 0,-6-3 0 0,0 0-5 16,-3 3-1-16,-4 10-8 0,2-2 2 0,-5 4 2 16,7 0-5-16,0 8-4 0,-9-4-17 0,7 3-45 15,-1 9-50-15,2-3-60 0,1 9-61 0,3-2-89 16,-7 2-42-16,7 5-23 0,0 0-25 0,0 0-56 16,15 20-277-16,-1-5-798 0,-3-6 353 0</inkml:trace>
  <inkml:trace contextRef="#ctx0" brushRef="#br0" timeOffset="-89252.88">27874 6694 216 0,'0'-5'412'0,"7"-3"18"0,-4 5 1 0,4-2 10 16,-4 1-9-16,2-3-16 0,3-1-30 0,-5 2-34 15,4 1-38-15,5 1-32 0,1-7-30 0,5 7-24 16,0-1-27-16,4 5-14 0,8-3-21 0,-1 5-18 15,8-1-16-15,-1 3-14 0,-1-1-11 0,-2-2-23 16,15 5-47-16,-15 3-57 0,0-6-53 0,0 3-63 16,-4-2-49-16,0 7-46 0,-7-4-53 0,-2-2-46 15,-2 2-53-15,-5 1-306 0,2-1-745 0,-7-2 329 16</inkml:trace>
  <inkml:trace contextRef="#ctx0" brushRef="#br0" timeOffset="-89065.38">28122 6882 198 0,'-6'1'290'0,"-1"1"6"0,7-2 1 0,-13 3-5 16,13-3-11-16,0 0-11 0,6 7-20 0,-6-7-21 15,22 5-11-15,-5 4-35 0,6-5-14 16,2 1-25-16,1-1-19 0,7 3-25 0,0 1-55 0,4-3-53 16,7 1-60-16,-7 0-65 0,6 0-76 0,-7-2-74 15,1-2-165-15,-6 0-485 0,14-1 215 0</inkml:trace>
  <inkml:trace contextRef="#ctx0" brushRef="#br0" timeOffset="-88565.37">28943 6549 157 0,'-3'-12'364'0,"-2"5"-10"0,-2-1-19 15,4 1-28-15,-2 2-34 0,0 2-25 0,5 3-31 16,0 0-17-16,0 0-23 0,0 0-11 0,-18 14-11 15,16-4-17-15,-3 6-8 0,2 2-16 0,0 8-7 16,3 2-16-16,-4-1-3 0,4 2-7 0,0 3-9 0,2-3-11 16,0 10-1-16,-2-12-7 0,5 0-8 15,-4-1-12-15,1-6-13 0,3-7-17 0,-2 5-8 16,2-9 4-16,0 1-13 0,-3 4 7 0,1-11 8 16,4 0-2-16,3-3-3 0,-10 0 4 0,16-6 2 0,-6 0-3 15,0-6 4-15,2 4-5 0,3-10 1 0,0 6 4 16,-1-4 0-16,1 4 9 0,-1-4 8 15,0 2 5-15,0 1 12 0,-4 3 0 0,1-2 3 0,-1 8-2 16,-5-5-9-16,2 6-13 0,-2-3-4 0,-5 6 1 16,15 3 2-16,-15-3-4 0,11 11 6 0,-3-4-4 15,1 6-5-15,-1 2 1 0,4 0-6 0,-6 5 1 16,7 4 15-16,1-2-12 0,-4 1 0 0,1 1-7 16,1-5 6-16,3-2 2 0,-7 2-1 0,4-4-1 15,2 0 0-15,1-3 5 0,-3-1 0 0,8-3 1 16,-4-4 0-16,-1 0 5 0,5-4 22 0,-3-1 7 15,4-5 14-15,2-2 10 0,-4-4-9 0,2-4 1 16,-3-2 0-16,4-3-1 0,-11-6-4 0,4 1 0 0,-3-2 4 16,3-12-4-16,-9 10-2 0,8-11 11 15,-6 9-7-15,-3 3-6 0,-2 0-1 0,0-3-11 16,-3 7-5-16,0 4-1 0,-3 3-7 0,1 1-15 0,-2 7-41 16,-3-2-44-16,4 3-55 0,-4 1-48 0,-1 4-27 15,-2 4-38-15,10 0-39 0,-25 8-42 0,15-3-47 16,-3 9-271-16,-2-1-692 0,2-1 306 0</inkml:trace>
  <inkml:trace contextRef="#ctx0" brushRef="#br0" timeOffset="-88315.37">29979 6933 128 0,'0'-12'454'0,"5"4"3"0,-1 4-8 16,4-7-23-16,-5 1-28 0,6 4-25 0,-1-8-27 16,5 4-36-16,-1 3-30 0,9-4-28 0,2 2-26 15,10 2-26-15,-8 3-20 0,5-2-18 0,5 2-15 16,10 4-15-16,-11 0-26 0,13-1-55 0,-13 2-60 16,13-2-52-16,-16 1-53 0,17 1-61 0,-16 3-64 0,-4-1-82 15,3 0-50-15,-3-1-261 0,-8 1-684 0,-2 1 303 16</inkml:trace>
  <inkml:trace contextRef="#ctx0" brushRef="#br0" timeOffset="-87782.58">31418 6623 84 0,'13'-5'341'15,"-5"2"-3"-15,1-1-6 0,0 2 6 0,1-3-2 16,-3 1-11-16,-7 4-19 0,8-4-27 0,-8 4-22 16,9-4-32-16,-9 4-27 0,0 0-24 0,0 0-19 15,0 0-16-15,0 0 2 0,-9 19-27 0,3-11-10 0,-6 1-16 16,2 6-2-16,-5-4-12 0,2 7-3 15,-7-1-9-15,-1-1-3 0,1 5-9 0,2-4-4 16,-7 3-3-16,3-6-8 0,-3 4 2 0,2-4-4 0,0 1 0 16,-3-7-3-16,9 4-6 0,-4-1 0 0,1-7-5 31,3 3 0-31,-3-5 2 0,5 5-2 0,0-4 4 16,9-3 11-16,-9 4 16 0,15-4 7 0,-17-11 4 15,9 6 1-15,3-2-5 0,2-1-2 0,0-3-5 16,-1-4 2-16,4-1-10 0,7 0-2 0,-1-2-9 15,4-1 5-15,2-5 0 0,3 1-8 0,3 1-4 0,4-2 0 16,1 0 25-16,-8 1 14 0,6-1-5 16,1 2-9-16,-7 9-4 0,-1-1 4 0,3 1-6 15,0 5-5-15,-3-3-3 0,-4 3-8 0,-1 4-9 0,-1 1-5 16,0 3 0-16,-8 0-3 0,15 12-3 0,-8 2 4 16,3 2-3-16,-2 8 1 0,0 5-1 0,2-1 0 15,-3 4 0-15,1 10-3 0,0-1 2 0,-1-4 4 16,3 4-7-16,1-13-22 0,-4 3-38 0,5 3-37 15,-1-6-43-15,4-4-51 0,-2 2-40 0,-1-1-42 16,5-4-57-16,-6-6-60 0,4-2-401 0,-2-5-852 16,7-4 377-16</inkml:trace>
  <inkml:trace contextRef="#ctx0" brushRef="#br0" timeOffset="-86907.57">31659 6515 284 0,'9'-8'356'0,"-6"0"-2"0,4 3 3 0,-2-8-8 0,0 8-2 15,0-2-16-15,-2 5-18 0,2-5-29 16,-2 4-34-16,-3 3-28 0,0 0-28 0,0 0-21 16,0 0-19-16,0 0-8 0,-18 12-23 0,6-1-11 0,-1 3-9 15,-2 0-8-15,0 1-10 0,-5 5-11 0,-1 1-8 16,1 0-27-16,-3 2-42 0,3-4-43 0,0 0-36 15,4 4-40-15,1-11-38 0,-4 12-32 0,5-9-41 16,2 1-43-16,-3-4-62 0,8 2-223 0,-1-5-606 16,7-2 269-16</inkml:trace>
  <inkml:trace contextRef="#ctx0" brushRef="#br0" timeOffset="-86532.56">31894 6543 319 0,'0'0'368'0,"7"-9"-7"0,-7 9-6 0,2-4-4 0,-2 4-17 15,6-7-13-15,-1 5-30 0,2-3-18 0,-4 0-12 16,5 2-24-16,1-1-29 0,-3 3-17 0,8-3-15 16,-1 0-19-16,2 3-19 0,6-1-14 0,-3-1-8 15,7-2-12-15,2 4-9 0,1 1-16 0,2-2-3 16,-2 2-11-16,3-1-3 0,-11-2-6 0,8 3-8 16,-3 0-2-16,-2-1-3 0,-3-3-9 0,2 4-7 15,-7 0-10-15,1-3-39 0,-4 6-31 0,-4-6-29 16,-8 3-44-16,15 3-34 0,-15-3-42 0,7 2-20 15,-7-2-10-15,0 0-24 0,0 0-36 0,-19 10-43 16,4-5-224-16,-1-2-605 0,-6 0 268 0</inkml:trace>
  <inkml:trace contextRef="#ctx0" brushRef="#br0" timeOffset="-84810.18">31941 6627 186 0,'0'0'252'0,"0"0"2"0,5-4-2 0,-5 4-8 16,0 0-12-16,1-7-18 0,-1 7-18 0,0 0-16 15,0 0-20-15,0 0-19 0,0 0-17 0,0 0-15 16,0 0-6-16,0 0-7 0,0 0 22 0,0 26-10 15,0-22-11-15,4 5 3 0,-3 6-10 0,-1-5-5 16,5 7-10-16,-1 0-3 0,1 1-5 0,-4-2-10 16,4 2-6-16,0-1-4 0,2 2-4 0,-2 1-7 15,3-3 1-15,0 2-4 0,-3-1-3 0,5-3-1 16,-3 6-3-16,3-11-3 0,-5 7-1 0,1-8-2 16,-1 7-9-16,0-6 4 0,2-1-18 0,-4-2-17 15,-1-1-18-15,1 0-7 0,-3-6-14 0,7 6-25 16,-7-6-40-16,0 0-44 0,0 0-35 0,0 0-41 15,0 0-44-15,0 0-173 0,6-15-497 0,-6 5 221 16</inkml:trace>
  <inkml:trace contextRef="#ctx0" brushRef="#br0" timeOffset="-84357.05">32422 6553 49 0,'4'-8'285'16,"1"1"-6"-16,3 0-6 0,-6-2-8 0,4 3-6 15,-2-2-4-15,-1 3-8 0,2 1-5 0,-2-1-18 16,-3 5-10-16,8-6-17 0,-8 6-20 0,0-7-12 15,0 7-22-15,0 0-9 0,0 0-27 0,0 0 2 16,0 0-22-16,0 0-7 0,0 0-15 0,-14 18-2 16,9-9-10-16,-5 2 0 0,0 0-1 0,-2 2 13 15,2 2-20-15,-5 3 5 0,2-3-5 0,-4 5 3 16,1-3 1-16,-2 6-10 0,6-5-1 0,-6 2-6 16,3-4-6-16,-2 5 1 0,3-6-1 0,0 3-1 0,-1 0-5 15,1 3-7-15,0-7 7 0,-1 2-2 0,4-4-5 16,-1 4-1-16,-1-4 2 0,5 3 0 15,3-5 11-15,-5 2-11 0,-3-4-7 0,8-1-3 0,-2 2 1 16,0-4 2-16,2 3-4 0,4-5 4 0,-4 1-12 16,1 3-15-16,4-7-19 0,-4 10-5 0,4-10-10 15,-2 6-8-15,2-6-11 0,0 0-37 0,0 0-32 16,0 0-47-16,0 0-44 0,0 0-61 0,0 0-294 16,0 0-636-16,18-16 282 0</inkml:trace>
  <inkml:trace contextRef="#ctx0" brushRef="#br0" timeOffset="-80763.59">32719 6507 81 0,'0'0'333'0,"8"-8"3"15,-8 4-6-15,0 4-1 0,8-11 1 16,-4 8-4-16,-4 3-9 0,5-5-2 0,-5 5-14 15,3-7-16-15,-2 5-28 0,-1 2-30 0,0 0-25 0,0 0-23 16,0 0-22-16,0 0-19 0,0 0-6 0,0 0-19 16,0 0-12-16,-3 21-9 0,2-13-8 0,-8 4-10 15,4 2-5-15,-1 1-8 0,-1 3-4 0,2 0-8 16,-2 1-6-16,1 4 0 0,3-7-6 0,-4 8-1 16,0-4-1-16,6 2-5 0,1-5-2 0,-2 1 1 15,-1 0-8-15,1-2 0 0,2 0-2 0,0-3-2 16,2 1-3-16,-2-6-1 0,3 0 2 0,-1 3-31 15,-1-4-21-15,-1-1-32 0,2 1-6 0,5-4-24 16,-2 2-30-16,-5-5-25 0,6 3-27 0,-6-3-30 16,0 0-31-16,15-1-25 0,-15 1-31 0,15-10-34 15,-12 5-263-15,2-2-644 0,0-1 286 0</inkml:trace>
  <inkml:trace contextRef="#ctx0" brushRef="#br0" timeOffset="-80435.46">32730 6468 105 0,'0'0'297'0,"0"-9"4"0,2 0 3 0,-2 4 17 16,0-2-14-16,2 2 12 0,-2 5-7 0,0-10-1 15,1 7-5-15,-1 3-18 0,0-9-7 0,0 9-15 16,4-6-14-16,-4 6-21 0,0 0-16 0,0 0-18 16,0 0-18-16,6-6-24 0,-3 3-22 0,-3 3-8 15,15-1-14-15,-15 1-13 0,24 0-9 0,-13 0-8 16,6 1-11-16,-2 5-8 0,-1-6-3 0,8 1-7 16,-7-1-36-16,1 3-32 0,3-1-35 0,1 3-40 15,-4-4-27-15,6 3-34 0,-6-2-34 0,-3 1-23 16,1 0-33-16,-6 1-40 0,0-2-38 0,-1-1-40 15,-7-1-276-15,16 0-689 0,-14 5 304 0</inkml:trace>
  <inkml:trace contextRef="#ctx0" brushRef="#br0" timeOffset="-79878.41">32853 6702 8 0,'6'-5'281'0,"-4"1"-10"15,-2 4-11-15,0 0-24 0,12-3-19 0,-12 3-19 16,0 0-22-16,10 0-17 0,-10 0-21 0,13 7-15 15,-5-4 2-15,4 2-25 0,-2 2-8 0,0 1-11 16,-1 0-4-16,1 0-10 0,4 4-5 0,-6-1-5 0,3-2-9 0,-6 0-5 0,2 3-6 16,1-3-2-16,1 3-4 0,-6-2 1 0,4-2-7 15,-4 0 1-15,2-1-7 0,-4-1-1 0,3 1-1 16,-4-4-2-16,0-3 1 0,0 0-1 0,1 8 0 16,-1-8 1-16,0 0 0 0,0 0-4 0,0 0 10 15,0 0 10-15,0 0 4 0,-6-19 10 0,4 11-8 16,2 8 0-16,2-12-1 0,-4 4 4 0,2 2 2 15,0 6-12-15,2-12 6 0,3 5 0 0,-4 1-2 0,1 0-7 16,5 0 1-16,-2 0-4 0,0 5-3 16,-5 1-4-16,11-7 1 0,-4 6-2 0,-7 1-3 15,15-1 0-15,-15 1-5 0,15 2 15 0,-5-2-16 0,-2 3-3 16,5 1-6-16,-5 0-1 0,2-3-9 0,-1 1-2 16,2 3-2-16,-1-4-3 0,0 5 0 15,-2-2 3-15,1 0-2 0,2-4-8 0,-8 1 2 16,-3-1 0-16,14 4-8 0,-14-4-5 0,16 0-3 0,-16 0-10 15,12-1-11-15,-12 1-17 0,10 0-25 0,-10 0-19 16,0 0-20-16,13-3-34 0,-13 3-38 0,7-5-37 16,-7 5-149-16,0-6-433 0,0 6 191 0</inkml:trace>
  <inkml:trace contextRef="#ctx0" brushRef="#br0" timeOffset="-79362.78">33366 6469 233 0,'0'0'218'0,"0"0"-21"0,0 0-20 15,0 0-13-15,0 0-20 0,0 0 1 0,0 0 10 0,0 0-9 16,-5 27-12-16,8-16-10 0,-6 1-10 0,3-1-10 16,3 4-8-16,-3 1-8 0,0 0-7 15,-5-1-7-15,7 2-10 0,-2 0-3 0,0 0-6 0,-2-5-4 16,2 6-10-16,0-2 0 0,0-5-6 0,-1-2-4 16,2 2 0-16,-2-2-2 0,1 1-5 0,1-5-1 15,-1 1-3-15,0 0-1 0,0-6 0 0,0 7 0 16,2-2 0-16,-2-5 7 0,0 0 11 0,0 0 13 15,-2 9 6-15,2-9-5 0,0 0-3 0,0 0-3 16,0 0-7-16,0 0-1 0,0 0-6 0,0 0-3 16,22-9-1-16,-22 9-4 0,10-6-2 0,-10 6-1 15,11-3-6-15,-4 0-2 0,-7 3 1 0,11-1 0 16,-4-3 0-16,-7 4-7 0,13 0 4 0,-13 0 0 16,12-1-5-16,-12 1 3 0,12 1-2 0,-12-1 2 0,0 0-4 15,11 4 4-15,-11-4-7 0,8 4 0 16,-1-2-1-16,-7-2 2 0,10 2-4 0,-10-2-1 15,5 5 3-15,-2-2-1 0,4 1-3 0,-7-4-1 0,0 0-9 16,6 7-8-16,-1-3-8 0,-5-4-15 0,5 3-16 16,-5-3-17-16,5 4-22 0,-5-4-16 15,0 0-34-15,0 0-35 0,0 0-37 0,0 0-213 16,0 0-472-16,0 0 209 0</inkml:trace>
  <inkml:trace contextRef="#ctx0" brushRef="#br0" timeOffset="-78737.77">32631 6388 79 0,'-7'-1'290'0,"-1"-2"-13"0,8 3-14 0,-15-6-7 15,7 4-8-15,0 1-13 0,1-3-15 0,-1-1-13 16,8 5-8-16,-14-2-15 0,14 2-13 0,-6-3-3 16,6 3-6-16,0 0-11 0,-13-1-1 0,13 1 3 15,0 0-10-15,0 0-1 0,0 0-9 0,0 0-16 16,0 0-7-16,0 0-14 0,0 0-9 0,34 0-9 16,-17 0-7-16,1 0 3 0,0 0-14 0,10-3-10 0,-6 2-1 15,0-3 0-15,-1 3-16 0,1-2 4 0,-1-1-4 16,2-3-6-16,-5 3 0 0,6 1 14 15,-8-2-18-15,2 1-1 0,-9 0-3 0,4 0 5 16,-5 0-1-16,-1 0-2 0,1 2-7 0,-8 2 0 0,12-5-4 16,-12 5-30-16,5-3-32 0,-5 3-40 0,0 0-32 15,0 0-36-15,0 0-55 0,-47 11-71 0,29-4-78 16,2 1-258-16,-8 1-672 0,1 3 297 0</inkml:trace>
  <inkml:trace contextRef="#ctx0" brushRef="#br0" timeOffset="-77033.01">32043 7182 70 0,'4'-9'321'15,"-4"9"6"-15,1-8 5 0,-1 8-6 0,0-10-5 0,0 10 19 16,0-5-9-16,2 0 2 0,-2 5-9 0,0-10-15 15,0 10-35-15,0 0-16 0,0-7-25 0,0 7-22 16,0 0-28-16,0 0-17 0,0 0-24 0,0 0-18 16,0 0-12-16,0 0-8 0,0 0-12 0,0 0-9 15,0 0-11-15,0 0-8 0,-13 22-3 0,8-17-11 16,1 2-1-16,3 4-7 0,-1-2-1 0,2-3-4 16,0 6-2-16,0 0 0 0,2-8-9 0,-1 8-1 15,4-4 1-15,-1 2-3 0,1-5-2 0,0 4-2 16,1-3-1-16,3-2 2 0,1 3-5 0,3-3-2 15,0 5 2-15,5-6-2 0,-1 1-1 0,3 1-1 16,-5-2 1-16,3 0-3 0,2 0 0 0,3-2 0 16,2-2-3-16,-2-1 0 0,-3 4 1 0,6-2-3 0,2-2-2 15,-5 2 3-15,4 0-2 0,-2-1-2 0,0 1 4 16,4-3-4-16,-2 0 1 0,3 5 0 16,-1-1-1-16,0-2 1 0,7 2 5 0,-5-1-8 0,3 0 0 15,5 3 1-15,-2-3-1 0,-1-3 1 0,9 6 0 16,-2-2 0-16,-8 1 1 0,9-2 1 0,-11-2-3 15,10 2 0-15,-8 2 0 0,0-1 0 0,-2-1 3 16,-3 4 0-16,0-8 2 0,-2 3-2 0,-5-1-1 16,7-2 1-16,-10 3 3 0,-1-2-2 0,-2-2 2 15,0-1-1-15,1 5 1 0,-7-4-1 0,1 2 4 16,-2-1-3-16,-2 2 2 0,2-3-3 0,-5 4-1 16,-5 1-3-16,13-6-3 0,-13 6-3 0,9-1-31 15,-9 1-44-15,0 0-51 0,6-2-42 0,-6 2-30 16,0 0-29-16,0 0-20 0,0 0-32 0,0 0-34 15,0 0-38-15,-18 13-332 0,11-9-745 0,1-3 329 16</inkml:trace>
  <inkml:trace contextRef="#ctx0" brushRef="#br0" timeOffset="-76517.38">32631 7483 337 0,'0'0'331'0,"5"-4"-9"0,-5 4-26 0,0 0-28 15,2-6-32-15,-2 6-22 0,0 0-26 0,0 0-17 16,0 0-9-16,1 18 5 0,3-7-11 0,-4 5 1 16,-4 2 9-16,4 3-10 0,-1 6-5 0,-6 0-6 15,7 0-12-15,0 3-16 0,-7 1-12 0,-1 12-12 16,6-15-4-16,-3 2-10 0,-3-2-7 0,2 1-13 0,-1-2-6 16,-1-3 4-16,6 1-5 0,-5-3-12 0,2-3 0 15,-3-3 0-15,6-1-4 0,-2-3-2 16,-5 0-4-16,9-4-10 0,-1-1-29 0,-4 0-11 0,5-7-24 15,0 7-36-15,0-7-38 0,0 0-40 0,6 3-44 16,-6-3-41-16,0 0-51 0,23-13-66 0,-16 5-181 16,0-7-586-16,6 4 260 0</inkml:trace>
  <inkml:trace contextRef="#ctx0" brushRef="#br0" timeOffset="-76064.25">32684 7545 50 0,'0'-9'279'0,"-2"3"-4"16,2 6-2-16,2-9-7 0,-2 9-15 0,0-8-14 0,0 8-21 15,0 0-22-15,0 0-22 0,0 0-16 0,0 0-17 16,0 0-13-16,0 0-4 0,0 0-19 15,-22 16-6-15,12-9 0 0,-3 2-8 0,5 3-5 0,-9 0-6 16,4 0-9-16,-2 2-9 0,0-3-8 0,2 6-4 16,-2-7-2-16,0 2-6 0,0 2-2 0,1-6-4 15,-1 2-2-15,1 1-2 0,3-5-4 0,3 1-1 16,-2-1-2-16,3 0-1 0,4-4 2 0,-2 2-4 16,5-4-3-16,-10 3 1 0,10-3 1 0,0 0-6 15,0 0 0-15,0 0 0 0,1-18 1 0,-1 18-4 16,9-15 9-16,-3 7-8 0,3-4-1 0,4 4 2 15,-2-3 3-15,4 2 10 0,-3 1 10 0,3 0-3 16,0-2 19-16,-5 3-1 0,1 2 1 0,-2 0 3 16,2 2-8-16,-3-4 0 0,6 6-7 0,-8-2-7 15,-6 3 5-15,18 3-15 0,-11-2 1 0,5 2-1 16,-4 4-2-16,0 1-2 0,0 1-2 0,4 3 1 0,-4 1-2 16,2 6-2-16,-1-6-3 0,-1 4-57 15,5 1-54-15,-5-2-56 0,4 10-70 0,1-8-95 16,-3 3-328-16,7 2-704 0,-6-6 312 0</inkml:trace>
  <inkml:trace contextRef="#ctx0" brushRef="#br0" timeOffset="-75220.49">33478 6653 25 0,'12'-11'324'0,"3"-4"2"0,-2 4-4 0,0-1-7 0,-6-1-12 16,3 6-13-16,-5-4-9 0,2 3-19 16,-3 1-26-16,-2-1-15 0,0 5-33 0,-2 3-21 15,-2-9-18-15,2 9-17 0,-20 4-5 0,0-4-5 0,-8 5-11 16,-6 5-11-16,-10 5-12 0,-2 2-5 0,-5 5-6 16,1-5-2-16,-9 3-10 0,6 4-10 0,-2-6 2 15,-1 4-5-15,-6-2 6 0,0-2 7 0,4-2-3 16,-5 1-2-16,2-3-8 0,-1-1 2 0,8-1-11 15,-4-2 2-15,1 1-6 0,6-2-4 0,0-2-1 16,4 1-2-16,13-4-8 0,1 1 3 0,0-3-6 16,3 2-5-16,10-3-34 0,3-1-39 0,2 2-31 15,1-2-22-15,5 1-17 0,9-1-48 0,-13-3-58 16,13 3-53-16,0 0-43 0,0 0-48 0,0 0-193 16,36-8-618-16,-16 4 273 0</inkml:trace>
  <inkml:trace contextRef="#ctx0" brushRef="#br0" timeOffset="-74970.48">33190 6384 61 0,'0'0'320'0,"0"0"-26"0,0 0-28 15,0 0-8-15,0 0 24 0,0 0-11 0,0 0 5 16,-24 11-7-16,9-3-13 0,0-3-23 0,-7 7-9 15,-6 0-15-15,-3-2-16 0,-7 10-15 0,-2-5-11 16,-1 2-19-16,-6-4-17 0,2 1-9 0,2-4-15 16,2 4-13-16,-5-1-18 0,11-6 2 0,-8 5-7 15,-2 0-10-15,10-4-59 0,1 3-35 0,4-4-44 16,-3 1-29-16,5-4-37 0,0 7-42 0,9-6-44 16,-2-2-47-16,8-1-62 0,1-4-206 0,4 4-588 15,8-2 260-15</inkml:trace>
  <inkml:trace contextRef="#ctx0" brushRef="#br0" timeOffset="-74079.85">32411 5451 68 0,'11'-16'264'0,"-2"-4"9"0,1 9 6 16,-4-4 2-16,1 2-10 0,-2-2-20 0,-2 4 2 0,-3-1 6 15,0 0-19-15,0 2-23 0,0 4-23 0,-3-6-22 16,-2 5-12-16,-8-1-12 0,4 2-18 16,-7 1-15-16,-4 1-3 0,-8 0-13 0,5 5-9 0,-7 2-2 15,0 1-7-15,-1 4-24 0,1 3 11 0,-3 1-10 16,3 1-7-16,2 1 0 0,-4 2-7 0,4 2-4 16,3 0 0-16,2 4-3 0,3 0-6 0,4-6-5 15,-7 5 5-15,13-3-6 0,0-2-1 0,5 4 2 16,1-1-4-16,4 1-7 0,4-1 9 0,6-2-10 15,0 3-6-15,6-1 8 0,4 4-1 0,3-6-17 16,4-6-14-16,-1 5-3 0,2-5-1 0,4 0-10 16,-4-4 12-16,2-1 2 0,-2-3-2 0,2-2 4 15,-2-1 2-15,-12-1 1 0,4-1 8 0,2-3 0 16,-6-3-3-16,1 2 4 0,-4-3 9 0,0-2 17 16,-4 2 21-16,-1 5-4 0,3-3 22 0,-7 0 5 15,2 2 11-15,1-2 2 0,-5 3-4 0,1-1-6 16,-3 5-8-16,3-4-11 0,-3 4-7 0,7-4-9 0,-7 4-3 15,0 0-5-15,0 0-5 0,0 0 0 16,0 0-4-16,0 19-2 0,-3-9-1 0,-1 1 3 16,4-7-4-16,0 11-1 0,-3-4-2 0,0 1-1 0,6 0 0 15,-6-1-23-15,3-1-20 0,0 0-32 0,0 2-24 16,0-1-33-16,6 0-27 0,-6-1-28 0,4-3-27 16,-1 1-24-16,-3 1-36 0,5-4-43 0,1-1-27 15,-1-3-267-15,-5-1-650 0,0 0 288 0</inkml:trace>
  <inkml:trace contextRef="#ctx0" brushRef="#br0" timeOffset="-73595.46">32672 5668 143 0,'2'-2'256'16,"-2"2"-5"-16,0 0-2 0,5-7-7 0,-5 7-4 16,0 0-13-16,0 0-17 0,5-5-18 0,-5 5-18 15,0 0-20-15,0 0-15 0,0 0-18 0,0 0-8 16,0 0-8-16,0 0-15 0,0 0-9 0,7 13-7 0,-7-13-5 15,0 12-6-15,0-12-3 0,-2 12-15 16,0-8 2-16,-1 3-4 0,1-1-4 0,1-1-1 16,1-5-5-16,-2 9-5 0,-1-2-3 0,3-7-2 15,-4 5-2-15,-1-2-1 0,5-3-1 0,0 0 0 0,-8 10-1 16,8-10-8-16,0 0 3 0,0 0 0 0,0 0-2 16,0 0 1-16,-11-13 0 0,11 13 5 15,-4-7-10-15,4 0 10 0,0 7-15 0,4-14 1 0,2 3-5 16,-1-1-1-16,3 5-4 0,4-3 2 0,-2 0 0 15,5 1-1-15,1-1 0 0,8-2 1 0,0 4-1 16,-5 1 1-16,-1-2-3 0,3 5 3 0,-1-4 5 16,2 2-3-16,-7 0-1 0,-2 3 2 0,2-1 0 15,-2-1 1-15,-1 3 3 0,-8 1-3 0,-4 1-2 16,15-3 1-16,-8 0-2 0,-7 3-2 0,7-1-5 16,-7 1 9-16,0 0-7 0,0 0 4 0,0 0 1 15,0 10 3-15,0-10 2 0,-14 10-3 0,13-7 6 16,-6 4-5-16,0-2 2 0,3-2-2 0,-1 5 7 15,-5-5-5-15,6 3 0 0,-2 1 2 0,-1-2-4 16,0 1-3-16,7-6 5 0,-3 8-6 0,-2-5-3 16,-1 2-10-16,6-5-7 0,-5 5-6 0,5-5-5 15,0 5-10-15,0-5-11 0,0 0-28 0,3 12-32 0,4-11-30 16,-7-1-38-16,16 1-26 0,-9 2-27 0,-7-3-139 16,15 0-410-16,-2 2 181 0</inkml:trace>
  <inkml:trace contextRef="#ctx0" brushRef="#br0" timeOffset="-72814.2">33205 5667 149 0,'2'-8'223'0,"-2"8"-2"0,5-5-1 16,-5 5-7-16,0 0-10 0,-10-8-5 0,10 8-6 16,-12-9 1-16,9 8-13 0,-7-3-13 0,10 4-12 15,-16-3-13-15,6 2-8 0,10 1-12 0,-27 0-7 16,16 1-8-16,-8 1-8 0,3 3-11 0,-2 2-5 15,1-3-10-15,2 3-4 0,0-2-15 0,2 4 2 16,-2-1-6-16,0-1-3 0,5 4-9 0,-3-3 0 16,6-1-5-16,3 2-4 0,-6-2-5 0,5 2 3 15,5-1-4-15,-5-1 0 0,0 0 1 0,5-2-2 16,5 1-6-16,-5-6 2 0,5 5 1 0,0-1-3 0,1-1 3 16,-6-3-5-16,22 0-8 0,-14-4-1 15,5 0-2-15,2-4 3 0,-2 1-6 0,2-2 2 16,0-4 1-16,2 0 1 0,-1-5-3 0,6-3-2 0,-4 2 12 15,0-5-5-15,-3-3 5 0,0 1-15 0,-3 2 1 16,-1 3 9-16,-1 1 0 0,-3 4 6 0,4 0 12 16,-11-3 14-16,9 3 6 0,-3 3 6 0,-6 0 7 15,5 1-3-15,-3 10-11 0,-1-6-4 0,-1 2-4 16,7 2-14-16,-7 4 3 0,0 0-9 0,0 0 17 16,0 0-12-16,0 0-12 0,0 0-3 0,-23 11 0 15,16-4 6-15,1 6-1 0,-3 1 1 0,3-1 7 16,-1 2 7-16,7 3-26 0,-8-1-5 0,1 2-2 15,6 2-11-15,-3-2-5 0,1 0-14 0,0 0 0 16,3-1-4-16,-4-5-3 0,4 2 0 0,0-4-3 16,7 2-3-16,-7-3 6 0,0 0 0 0,0-1 6 15,7-3 5-15,-6-2 3 0,6 4 3 0,-4-6 3 16,-3-2 1-16,12 1 3 0,-12-1 3 0,15-1 4 0,-15 1-2 16,20-7 4-16,-14 3-2 0,4 1 6 15,-2-1-3-15,4 0 2 0,-2-1-2 0,-2-2 6 16,-1 3-1-16,6 3 0 0,-5-4 3 0,-1 4 0 0,1-1-2 15,-1-3 2-15,-7 5 9 0,15-1-12 0,-15 1-2 16,8-1 2-16,-8 1 0 0,0 0 1 0,15 1-5 16,-8 3 3-16,-7-4 3 0,6 5 1 0,-4 1 1 15,3-5-1-15,-5-1 1 0,5 11 1 0,-2-7-4 16,2 0 5-16,-2 0 1 0,-3-4 9 0,5 7-13 16,-3-2 6-16,-2-5 0 0,7 3-5 0,-2 1 3 15,-5-4-1-15,0 0 3 0,0 0-5 0,9 4 6 16,-9-4-5-16,0 0 3 0,12 1-1 0,-12-1 1 15,0 0-3-15,8 0 0 0,-8 0 2 0,0 0 0 16,0 0 2-16,0 0-6 0,0 0 5 0,0 0-2 16,0 0 0-16,0 0-6 0,10 3-12 0,-10-3-19 15,0 0-9-15,5 3-15 0,-5-3-7 0,7 1-16 16,-7-1-6-16,8 5-13 0,-8-5-15 0,8 2-27 0,-8-2 2 16,10 3-15-16,-10-3-14 0,9 0-18 15,-9 0-8-15,13-5-157 0,-13 5-382 0,8-6 169 16</inkml:trace>
  <inkml:trace contextRef="#ctx0" brushRef="#br0" timeOffset="-72595.45">33697 5419 175 0,'2'-12'283'0,"-2"4"5"0,1-2 17 16,-1 3-1-16,0 1-7 0,0-1-10 0,0 7-16 15,4-11-30-15,-4 11-13 0,-5-6-23 0,5 6-29 16,0 0-15-16,0 0-1 0,0 0-27 0,0 0-15 15,-17 13-14-15,10-1-3 0,1-2-13 0,-3 7-5 16,3-2-11-16,-1 5-3 0,4-4-4 0,-9 10-9 16,7-3-16-16,-5 2-34 0,4-4-39 0,-1 4-31 15,4-7-39-15,-2 2-38 0,-3 6-43 0,1-7-40 16,7-1-49-16,-2-1-276 0,-4-7-595 0,1 2 263 16</inkml:trace>
  <inkml:trace contextRef="#ctx0" brushRef="#br0" timeOffset="-72423.57">33646 5577 61 0,'1'-7'353'0,"-1"-1"2"15,0 1-7-15,5-1-12 0,-3-3 2 16,-2 7-17-16,0 4-20 0,0-9-29 0,6 6-25 0,-6 3-23 16,0 0-23-16,5-6-33 0,-5 6-25 0,0 0-40 15,0 0-51-15,15 13-49 0,-10-4-53 0,5 5-52 16,-1-2-69-16,0 1-69 0,5 2-64 0,-6 0-190 15,4 2-534-15,-1 0 237 0</inkml:trace>
  <inkml:trace contextRef="#ctx0" brushRef="#br0" timeOffset="-70394.48">31709 4257 125 0,'-2'-16'314'0,"2"-2"-3"15,0 4 0-15,2 2 2 0,-4 3-15 0,4 1-19 16,-2 1-24-16,2 1-32 0,-2 6-31 0,0 0-17 15,0 0-18-15,0 0-13 0,15 20-16 0,-7-1-14 16,5 3-7-16,-5 4-13 0,7 4-8 0,-3 8-13 16,-2 3 1-16,5-2-10 0,-2-1-4 0,-3 4-1 15,3-2-7-15,4 1 0 0,-4 1-11 0,0 2 2 16,2-4-5-16,-2 1-2 0,-3 2-6 0,2-13-1 16,-1 9-4-16,3-9 4 0,-1-3-5 0,-3 0 2 0,1-2 8 15,-1-2-14-15,2-7-2 0,-4 3 0 16,-1-6-26-16,3 1-29 0,-4-7-17 0,1-1-18 15,-4 1-34-15,4-5-44 0,0-1-32 0,-7-1-43 0,0 0-43 16,13-15-57 0,-13 8-183-16,0-2-549 0,0-3 242 0</inkml:trace>
  <inkml:trace contextRef="#ctx0" brushRef="#br0" timeOffset="-70132.15">32174 4740 85 0,'0'0'202'0,"0"0"-17"0,15 3-8 16,-15-3 4-16,8 7-6 0,-8 0-3 0,5-2-15 15,-3 2-10-15,0 1-12 0,6 0-12 0,-3 4-7 16,-5 0-6-16,6 2-9 0,1 5-8 0,-5-6-6 16,-2 4-5-16,6 0-7 0,-6-4-4 0,5 4-4 15,-3-4-7-15,0 1-1 0,-2-4-4 0,0 2-2 16,0-2-4-16,0 0-3 0,0-1 7 0,-2 1-11 15,-5-2 5-15,1-1-10 0,1 0 1 0,-10 4-8 16,-2-7-2-16,1 4-2 0,-12-1-4 0,-2 2-32 16,-5 2-37-16,-6 4-43 0,-7 3-57 0,0-5-67 15,-10 9-233-15,-28 5-484 0,-2 2 216 0</inkml:trace>
  <inkml:trace contextRef="#ctx0" brushRef="#br0" timeOffset="-16945.23">6053 15225 86 0,'0'0'264'0,"0"0"-6"0,0 0-7 0,10-15 1 16,-9 11-3-16,4-7 2 0,-3 2-5 0,4-3 10 15,-2-3-5-15,1-3 0 0,-5-2 0 0,6-3-4 16,-2-4-5-16,1-7-16 0,-5 6-19 0,5-15-17 16,1-3-9-16,-4 0-13 0,4-1-15 0,-6-4-16 15,7-4-10-15,-5 6-14 0,-2-9-10 0,5 6-14 0,-4-4-5 16,-2 1-1-16,1 2 2 0,-5 1 3 0,3 2-6 15,-5 1 2-15,1 2-4 0,-2 5-5 0,3 1-10 16,-5 14-6-16,0-2-6 0,0 5-6 0,3 5-5 16,-1 3-4-16,1 4-4 0,2 4-9 0,-3 1-4 15,-4 4-4-15,4 3-2 0,8 0-5 0,-23 11 0 16,8 1 2-16,0 3-4 0,0 11 5 0,0 2-6 16,5 14-1-16,-4 1-1 0,7 1 1 0,4 2-1 15,1 8 1-15,2-7-3 0,2 6 1 0,1 1 1 16,9-5-2-16,-1 7 2 0,4-2-2 0,2-4-1 15,1-3 3-15,3-1-3 0,1-2-8 0,1 0-20 0,-1-4-5 16,1-4-10-16,-3-9-5 0,1-5-2 0,2 2-6 16,-1-4 2-16,-2-3 6 0,1-3-6 0,-3-3 0 15,2-4 4-15,2-3 3 0,-4-4 2 0,2 0 6 16,1-2 4-16,-3-5 4 0,6 0 6 0,-4-4-1 16,-4 0-1-16,4-7 7 0,-5 4 4 0,0-1-1 15,0 2 2-15,-7-5 3 0,7-2 4 0,-4 4-3 16,-1 1 2-16,-5 4-3 0,-3-1 6 0,6 5 5 15,-8-2-3-15,5 2-7 0,-3 0 3 0,-2 5-5 0,0 2 4 16,6-6-5-16,-6 6 3 0,0 0 2 16,0 0-3-16,0 0 5 0,9 19-1 0,-4-11 3 15,-4 0 0-15,11 6-4 0,-9 2 3 0,9-4 2 0,-2 5 2 16,-4-7-2-16,4 7 0 0,-3-3-3 0,5-2-5 16,-4-4-14-16,-2 2 1 0,3-3-4 0,-3 2 0 15,1-5 12-15,-4 3-2 0,4-2 5 0,-5-3 5 16,-2-2-2-16,8 2 0 0,-8-2 0 0,0 0 2 15,6-14 3-15,-6 8-5 0,0-5 3 0,0 4 1 16,0-5-3-16,0 0 9 0,0-3-2 0,0-1-6 16,-6 5 1-16,4-5 7 0,0-3-11 0,1 4 7 15,-4 3-2-15,-2-1 4 0,1 2 1 0,-1 0 2 16,4-3 1-16,-4 7-9 0,0 0 0 0,4-3-1 16,-2 1 3-16,-1 1 5 0,1 1-1 0,1 3-8 15,4 4 5-15,-5-8 0 0,5 8-4 0,-3-8-4 0,3 8 7 16,0 0-7-16,7-4 6 0,-7 4-8 0,16-4 0 15,-4-1-6-15,4 5-8 0,-4 0 12 0,8-5-2 16,0 4-3-16,1 0 3 0,-3-1 1 0,6-3 0 16,-5 2 4-16,3 2 1 0,-6-2 8 0,-1 0-1 15,0-2 1-15,-2 5 2 0,-3-3-5 0,-10 3 0 16,19-1 1-16,-19 1-7 0,10 0 1 0,-10 0 0 16,6 8-1-16,-6-8 3 0,7 8-2 0,-1 0 9 15,-6 4 1-15,2 5-3 0,-2 0 4 0,5 2-1 16,-5 6 2-16,2 4-10 0,-2 3 9 0,5-2-8 15,3 9 6-15,-1 3-2 0,1-3 3 0,3 2 2 0,-4-4 5 16,3 5-6-16,0-4 5 0,-2-6-7 0,0-4 5 16,-1 1-7-16,0-5 2 0,1 1 2 0,-6-5 1 15,3-3-6-15,-5-2 0 0,5 1 10 0,-5-8-1 16,5 0 4-16,-5-2 4 0,0-6 3 0,-9 5 2 16,9-5 0-16,0 0 7 0,-16-14 12 0,7 2 4 15,-5-3 10-15,-1-9 7 0,1 1-3 0,-1-1 1 16,6-6-6-16,-3 2-5 0,-1-11 2 0,3 0-3 15,3-3-6-15,6-1-2 0,1-3-4 0,0 3-5 16,8 1-3-16,0 2 1 0,-1 10-4 0,9-1 2 16,-3 4-5-16,7-1 0 0,-8 5-6 0,8 4 0 15,-7 4-1-15,2 2-3 0,0 3-2 0,-2 2-3 0,2 0 3 16,-3 5-5-16,2 2-5 0,1 1 5 0,0 3-2 16,5 6 1-16,-5-2 3 0,0 2-2 15,0 3 0-15,0 0 0 0,0 5-2 0,4 3 0 0,-2 2-2 16,-2-5 2-16,-2 6 2 0,0 0-4 0,-3 0 0 15,-1-6-2-15,-3 2-6 0,-1 0 2 0,-2-3-3 16,4-2 1-16,-5-1-1 0,-2-1-1 0,3-5 0 16,-3 3 9-16,0-8 3 0,0-2 3 0,3 10-2 15,-3-10 5-15,0 0 1 0,0 0-1 0,0 0-1 16,0 0 5-16,-3-26 0 0,3 14 9 0,2-3 9 16,-1 3 4-16,4-3 4 0,-1-1 5 0,1-3 5 15,0 3-2-15,0-2-4 0,1-2-3 0,1 4-2 0,1-2-3 16,-1 5-4-16,4 2 0 0,-1 2-4 0,-5-2-1 15,2 4-5-15,3 4-5 0,-5 1 1 0,0-2-2 16,1 1-6-16,4 2 3 0,-10 1-4 0,12 4 0 16,-6 5-2-16,1-5 3 0,0 7 3 0,-6 1-3 15,6 4-3-15,-7-2-2 0,0-1-30 0,0 2-38 16,0-3-39-16,0-1-26 0,0 1-37 0,-2 0-27 16,-3-2-28-16,-1 1-37 0,1-3-35 0,1 2-31 15,-4-4-32-15,3-2-266 0,-5 1-679 0,4-5 300 16</inkml:trace>
  <inkml:trace contextRef="#ctx0" brushRef="#br0" timeOffset="-16757.72">7355 14385 1 0,'0'-12'373'0,"2"-2"-21"15,-1 7-16-15,3-2-28 0,-8-3-28 0,8 6-27 16,-4-2-28-16,0 1-23 0,0 0-16 0,0 7-28 15,1-7-18-15,-1 7-12 0,0 0-20 0,0 0-48 16,0 0-40-16,0 0-45 0,0 0-51 0,15 14-66 16,-13-7-55-16,5-1-44 0,-2-1-168 0,0 2-441 15,1-2 195-15</inkml:trace>
  <inkml:trace contextRef="#ctx0" brushRef="#br0" timeOffset="-16320.22">7676 14056 199 0,'4'-7'286'0,"-1"1"-22"0,-3 6-17 0,8 0 21 16,-8 0 14-16,10 12-1 0,-3-2-14 0,-6 10-7 15,3 5-13-15,1 3-25 0,-4 2-9 0,4 10-17 16,-3 2-13-16,0 4-17 0,3 1-9 0,3-4-24 16,-7 3-16-16,9 0-7 0,-1-3-17 0,2 4-7 15,-6-4-3-15,7-4-11 0,-4 2-6 0,0-13-10 16,-4 1 2-16,2-1-12 0,1 1-5 0,0-10-6 15,-6-4-36-15,6 4-16 0,-7-11-6 0,3 3-8 16,0-7-6-16,-3 1-13 0,0-5-15 0,0 0-8 16,0 0 1-16,0 0-2 0,0 0 3 0,0-20 9 15,-6 12 6-15,-1-6 10 0,1 1-1 0,-3-6 5 0,1 6 5 16,0-5 4-16,1 2 8 0,-3 0 19 0,0-2 20 16,0 6 6-16,4-4 10 0,-4 1 10 0,5 2 10 15,2-2 0-15,3 1 3 0,-4 2 5 0,4 3-9 16,7-3 4-16,-6 5-9 0,6-2-2 0,5-2-8 15,-1 0-1-15,6 4-1 0,-1 2-1 0,1 2 1 16,4 0-8-16,-4-2 0 0,3 5 1 0,3 1-4 16,-3-1-3-16,-4 7-4 0,4-2-1 0,-3 2-4 15,-2 4 5-15,1 1-5 0,-2-5 1 0,-1 9-3 16,-2 0 1-16,-2-1-7 0,-1 3 3 0,0 2-6 16,0-3-29-16,-3 5-24 0,-1 1-30 0,2-4-28 15,-6-3-28-15,0 5-27 0,0-2-36 0,0-1-36 0,0-2-33 16,0-8-38-16,5 11-208 0,-3-11-561 0,1 3 249 15</inkml:trace>
  <inkml:trace contextRef="#ctx0" brushRef="#br0" timeOffset="-16070.21">8423 14626 157 0,'-7'-15'315'0,"-6"1"3"0,-2 0-3 0,-2 1-2 16,-1 3 0-16,0-2-7 0,-3 5-6 0,-1 2-5 15,0-2-19-15,-1 7-12 0,2 3-21 0,1 1-16 16,-3 1-21-16,5 4-10 0,-1 4-13 0,4 1-25 0,6 4-14 16,0-2-13-16,6 4-13 0,3 2-8 0,0 4-13 15,7 2-6-15,4-5-8 0,2-2-7 16,6 4-9-16,4-5-8 0,0-1-23 0,-2 3-41 0,8-6-40 16,14-3-48-16,-12-2-43 0,2-8-37 0,-3-2-49 15,0 4-46-15,0-6-54 0,1-4-50 0,-8-6-256 16,0 4-678-16,4-9 300 0</inkml:trace>
  <inkml:trace contextRef="#ctx0" brushRef="#br0" timeOffset="-15882.71">8400 14192 45 0,'-17'-5'353'0,"0"-1"-22"0,3 5-27 0,-1-3-31 15,0 1-28-15,7 2-23 0,-1-2-23 0,-4 2-23 0,13 1-16 16,-10 0-39-16,10 0-44 0,-12 4-54 0,12-4-62 16,0 8-80-16,0-8-82 0,7 8-161 0,3 3-392 15,-7-5 173-15</inkml:trace>
  <inkml:trace contextRef="#ctx0" brushRef="#br0" timeOffset="-15351.45">9681 14412 153 0,'20'-23'258'0,"-7"-2"-2"0,2-4-3 0,-2 2 1 15,-6-3 2-15,-1 2 3 0,-4 0-3 0,-2-1-14 16,-5 5-7-16,2-3-5 0,-6 9-23 0,-2-6-23 15,1 7-9-15,-5 2-20 0,0 3-7 0,2 1-16 16,-9 4 2-16,7 5-25 0,-3 2-2 0,2 5-2 16,-8 3 9-16,1 4 1 0,2 6-6 0,-1 3 6 15,4 5-7-15,0 2 6 0,1 6-7 0,6 8-5 0,4 1-9 16,-3 1-8-16,8 5-8 0,2-2-6 0,7 2-8 16,3 5-7-16,5 0-1 0,0 22-7 0,5-7-5 15,-2-12-1-15,2 0-10 0,-4-6 0 0,4 1-3 16,3 1 3-16,0-2-10 0,-4-3 0 0,-3 1-3 15,-1-7-3-15,0 2 0 0,-2-14-21 0,-6-3-26 16,-6 0-17-16,4-6-14 0,-10-1-13 0,1-6-20 16,-1 0-27-16,-7-1-22 0,2-2-23 0,-3-3-24 15,-7-5-19-15,3-2-25 0,-2 2-21 0,-3-7-21 16,5 1-6-16,-4-4-11 0,6-2-13 0,-3-1-201 16,0-3-549-16,6-6 243 0</inkml:trace>
  <inkml:trace contextRef="#ctx0" brushRef="#br0" timeOffset="-14882.7">9406 14864 106 0,'5'-13'234'0,"-5"1"-8"15,6 2-9-15,-2-2-13 0,2 3-17 0,-1 0-13 16,4-2-14-16,-3 6-10 0,6-2-15 0,-2-1-14 16,3 3-9-16,2 0-13 0,3 3-9 0,-3 3-6 15,0-4-13-15,3 3-7 0,0 0-5 0,6 3-7 16,-8 1-4-16,9 0-4 0,-2 3-5 0,-8-1-4 15,6 4-3-15,-6 1-5 0,5-2 0 0,-5-5-6 16,0 8 0-16,-3-7-3 0,-1 1-1 0,-3-3-3 0,6 9 0 16,-4-4-3-16,-2-2 1 0,-1-1-1 15,1 3-4-15,-2-5 3 0,3 6-1 0,6-5-3 16,-10 1 2-16,5-2-2 0,-6 1-2 0,3-2-1 0,1-1 4 16,1 4-2-16,-1-5 0 0,5 2-2 0,-13-2 0 15,22-3 1-15,-12-1 12 0,1 1 21 0,2-2 7 16,-4-3 6-16,6-4 11 0,-7 1 6 0,5 1 6 15,-5-7 12-15,1 10 13 0,-3-9 8 0,3 0 2 16,-4-2 6-16,1 9 3 0,1-2 3 0,-4-5-4 16,4 3 4-16,-6 3-4 0,3-1-1 0,-3 3-1 15,-1 1-7-15,0 7-9 0,2-9-10 0,-2 3-12 16,0 6-13-16,0 0-7 0,0 0-8 0,0 0-3 0,0 0-6 16,0 0-7-16,2 18 1 0,3-7 0 15,-4 2-2-15,-1 2-8 0,5 0 1 0,-3 4-1 16,3-5-3-16,-2 4-3 0,2-6-3 0,2 5 1 0,-1-1 0 15,3-3-8-15,1 2-29 0,1-3-24 0,-1 0-29 16,2-5-27-16,-1 0-41 0,4-3-27 0,-8 0-33 16,6 0-31-16,-3-4-43 0,3 0-34 0,2-4-38 15,-7 2-263-15,7-8-662 0,-1 0 293 0</inkml:trace>
  <inkml:trace contextRef="#ctx0" brushRef="#br0" timeOffset="-14492.07">10397 14587 120 0,'-5'-3'231'0,"5"3"7"16,0 0-1-16,-16 2-5 0,16-2-4 0,-15 9-14 0,13-6-8 15,-3 5-15-15,4-1-5 0,-1 4-19 0,2-1-12 16,2 2-16-16,-1 2-14 0,-1 1-9 0,7 1-10 16,-2 0-11-16,-2 3-11 0,4-4-9 0,-2 1-8 15,1 0-1-15,-1-6-7 0,0 0-5 0,0 2-7 16,0-5-3-16,0 0 5 0,0 1-10 0,-1-3-3 15,0 0-3-15,-4-5 23 0,12 0-1 0,-12 0-5 16,13-5 4-16,-6 0 3 0,0-7-5 0,1 5 17 16,0-8-6-16,0-2 0 0,-1 4 8 0,3-2-3 15,-2-4 10-15,0 2 11 0,2-7 2 0,-1 9 7 16,4 0 4-16,-6 2-4 0,1-1-7 0,-2 2-6 16,4 4-8-16,-5-4-3 0,0 10-14 0,2-3-7 0,-2 0-9 15,2 4-4-15,-7 1-4 0,0 0-4 0,21 5-7 16,-14 1-2-16,1-5 2 0,-1 8-2 15,6 3-6-15,-5 2-4 0,-1-1-4 0,1 2-45 0,-1 0-40 16,1 3-32-16,5 0-37 0,-3-1-39 0,2-1-40 16,-6-3-38-16,3 5-40 0,2-4-38 0,1 1-38 15,-6-8-210-15,8 0-636 0,-5 3 281 0</inkml:trace>
  <inkml:trace contextRef="#ctx0" brushRef="#br0" timeOffset="-14257.69">11164 14611 159 0,'-14'-9'391'0,"0"4"10"0,-5-6 10 15,1 8 1-15,-5-5-8 0,0 4-8 0,-5 1-17 16,6 5-17-16,6-1-27 0,-6 0-20 0,4 6-20 16,0 5-24-16,3-5-21 0,2 5-20 0,3 0-20 15,1 0-20-15,8 7-18 0,-3 0-14 0,8 1-15 16,6 3-13-16,-4 1-10 0,11 0-12 0,4 1-15 15,1-2-4-15,1 3-12 0,15-4-4 0,-10-4-28 16,0-2-47-16,2 3-54 0,2-8-52 0,-3 0-63 16,1-2-58-16,-2 0-69 0,-1-2-74 0,-1-7-71 15,-4 3-381-15,-1-3-891 0,1-1 394 0</inkml:trace>
  <inkml:trace contextRef="#ctx0" brushRef="#br0" timeOffset="-12247.2">4661 14907 57 0,'-12'-2'330'0,"2"-2"-3"0,-2 1-12 0,3 1-14 16,-1-2-16-16,0 2-8 0,10 2-10 0,-14-4-5 16,9-1-7-16,5 5-17 0,-9-1-25 0,9 1-23 15,0 0-16-15,0 0-16 0,0 0-17 0,18-7-14 16,0 3-10-16,2 8-12 0,10-4-15 0,6-4-11 16,7 1-7-16,5 3-7 0,0-1-2 0,-5 1-8 15,5 1-9-15,0-1-4 0,-2 0 9 0,-1 0-33 16,-10 3 12-16,-4-3-8 0,2 0 7 0,-8 4-5 15,-5-4-41-15,3 0-22 0,-4 0-24 0,0 1-20 16,-9-1-18-16,0 0-22 0,-10 0-27 0,15 0-25 16,-15 0-31-16,8 0-19 0,-8 0-27 0,0 0-28 0,5 4-239 15,-5-4-561-15,0 0 248 0</inkml:trace>
  <inkml:trace contextRef="#ctx0" brushRef="#br0" timeOffset="-11887.82">5316 14680 305 0,'0'0'311'0,"0"0"-12"0,0 0-12 15,0 0-20-15,-8-1-15 0,8 1-17 0,0 0-26 0,0 0-23 16,0 0-9-16,0 0-16 0,0 0-2 0,15 15-12 15,-9-9-6-15,3-2-12 0,2 6-13 16,2-3-12-16,4 2-11 0,-2 2-7 0,5-4-11 0,-4 2-8 16,4 3-8-16,2-3-5 0,-7 1-4 0,1 1-4 15,4 0-7-15,-4-2 0 0,-1 3-7 0,-3-6-8 16,-7 1 4-16,5 0-2 0,-7 1 3 0,2-1 6 16,-5 1 12-16,-2 3 0 0,-4-4 6 0,-4 1-16 15,-2 0-9-15,-1 3 2 0,-2 1 2 0,0-4-5 16,-1 4 0-16,-4-2-7 0,5 0 5 0,-7 4-7 15,3-3 2-15,5 1-43 0,-2-2-23 0,1 2-42 16,-2 1-43-16,1-1-40 0,1 4-45 0,3-5-47 0,7 1-51 16,-1 0-257-16,1 0-620 0,0-1 275 15</inkml:trace>
  <inkml:trace contextRef="#ctx0" brushRef="#br0" timeOffset="65495.22">8909 15762 190 0,'-5'-7'336'0,"4"4"-9"0,1 3-9 0,-5-11-35 0,5 11-23 16,0-5-32-16,0 5-22 0,0 0-21 0,0 0-8 15,0 0-10-15,0 20-6 0,5-11-14 0,1 6 4 16,3 2-10-16,4 8-10 0,2-6-14 0,1 4-11 15,-1 1-10-15,5 2-11 0,-3-1-8 0,2 2-5 16,-2-6-9-16,-2 2-10 0,-2-6 2 0,-1-2-7 16,-2 2-6-16,0 0-1 0,3-3-7 0,-10-6-8 15,4-2 4-15,-2 0-2 0,-2 1 14 0,2-5 35 0,-5-2 0 16,8 1-9-16,-8-1-6 0,0 0-11 16,9-19 5-16,-1 15-11 0,-8-15-4 0,3 7-6 15,4-5-2-15,-2-1-1 0,0 1-6 0,0 0-1 0,1-2-3 16,-1 6-2-16,0-6-5 0,4 4 7 0,-3 2-8 15,2-2-3-15,-8 3 0 0,7 5-2 0,1-1 1 16,-3-3-3-16,-1 7-2 0,4 1 2 0,-2-2-11 16,6 4 3-16,-12 1 2 0,15-2-4 0,-7 5 3 15,1 0 0-15,2 1 0 0,-3 1-4 0,2 6 3 16,-1 0-2-16,2 5 4 0,-3 0-1 0,1-4-3 16,-3 3 4-16,1 0-1 0,0-1 1 0,-4 3-5 15,2-1 2-15,-3-4 1 0,1-1 2 0,-2 0 2 16,-1-2-1-16,2 2-3 0,0-7 3 0,-2 4 6 15,0-8 0-15,3 9 1 0,-3-9-1 0,3 2-3 16,-3-2 0-16,0 0-1 0,14-14 0 0,-6 8 1 0,-1-5 2 16,4 1-2-16,-1-3-1 0,0 2-3 0,3-4 2 15,-1 3 12-15,-1-5 22 0,-1 6 12 0,0-5 8 16,0 8 1-16,3-6-1 0,-4 2-3 0,-3 8 5 16,8-4-9-16,-9 4-5 0,0-7-6 0,1 10-6 15,2-6-5-15,-3 4-3 0,-5 3-5 0,14 0 0 16,-14 0-4-16,15 7-1 0,-7-4-2 0,0 1-2 15,7 4 0-15,-2 4-2 0,-5-1-9 0,7 1-37 16,0 0-29-16,0 2-28 0,0 1-19 0,-2-3-20 16,2 1-23-16,2-2-13 0,3 1-14 0,-5-3-12 15,3-3-13-15,2 0-9 0,-4 1-6 0,4-2-2 16,3-3 5-16,-1-1 6 0,-1-2 19 0,1-1 13 0,-1-4 21 16,2-6 17-16,2-2 14 0,-5 5 19 0,3-4 17 15,-1-4 32-15,-6 2 32 0,1 3 31 0,-6-4 28 16,3 4 26-16,-6 0 24 0,0-2 18 0,-4 1 20 15,-1 6 13-15,-3-5 9 0,0 0 2 0,0 4 9 16,-3-1 1-16,-1-1-10 0,-2 3-2 0,1 4-14 16,-5-4-15-16,1 2-5 0,9 5-15 0,-18-1-8 15,5 1-9-15,1 1-5 0,1 6-7 0,-1-2-8 16,1-2 0-16,-3 4-11 0,0 3 2 0,0 3-7 16,4 3-5-16,-1-8-6 0,1 3-3 0,3 1-1 0,1-3-3 15,-1-2 2-15,5 5-4 0,-3-1 8 0,5 1-12 16,0-1 3-16,0-6-4 0,0 3-2 0,7-3-4 15,1 0-3-15,-1-1-19 0,4-3-11 0,-1-1-3 16,-10 0 1-16,25-1 4 0,-8-4-1 0,-1 1 3 16,-1-3 0-16,0 4 3 0,2-9-1 0,-2 8 24 15,-1-5-23-15,1 0 3 0,-3 3 5 0,0-5 3 16,1 7 0-16,-3 0 5 0,-2-4 2 0,-3 5-3 16,2-3 4-16,-1 4-9 0,1-5 9 0,-7 7-3 15,8-3-9-15,-8 3 1 0,0 0-3 0,7-1-2 16,-7 1-9-16,0 0-20 0,0 0-14 0,0 0-13 15,0 0-16-15,8 11-9 0,-8-11-19 0,0 9-14 0,5-6-13 16,-5-3-8-16,3 8-10 0,-3-4-9 0,0-4-2 16,14 8-2-16,-8-5 1 0,2 0-1 15,4-3 6-15,-4 1 16 0,2 3 16 0,2-3 16 0,-1 1 14 16,1-2 21-16,-4 1 8 0,-8-1 25 0,23-1 30 16,-16 2 26-16,6-1 31 0,-13 0 17 0,14-1 17 15,-14 1 9-15,16 0 7 0,-16 0 1 0,13 1 0 16,-4 2 0-16,-3-2 5 0,1 2 6 0,-4 2 0 15,4 2 4-15,-1 2 0 0,-4 6 6 0,5-3 2 16,-2 5-16-16,-2-2-10 0,-1 5-9 0,4 5-9 16,1 1-2-16,-6 1-6 0,3 1-9 0,-3 2-5 15,9-2-3-15,-10 1-2 0,2 0-7 0,1-4 2 0,-3 4-9 16,2-4-9-16,1 2 2 0,1-6-5 16,-4-1 2-16,0-5 2 0,3 0-2 0,-3-3-2 15,0-5-4-15,0 2 10 0,3-3-2 0,-3-6 1 0,2 2-4 16,-2-2-1-16,0 0 1 0,13-12-4 0,-6 1-4 15,1-1 2-15,0-3-1 0,4-5 1 0,-2-2 3 16,-4-3-6-16,4-4 6 0,-5 2-6 0,2 3-1 16,0-6 2-16,-1 0 3 0,-4 0-5 0,-2-3-1 15,6 0 30-15,-6 3 22 0,0 5 6 0,0-1 19 16,-6 0-3-16,6 6 15 0,-7 1 9 0,7 0-1 16,-1 1-2-16,-4 1-6 0,3 4-3 0,0-5-6 15,-3 5-7-15,5 2-7 0,-1-1-5 0,2 1-6 16,-1 4-4-16,0-2-8 0,0 3-6 0,7 1-1 0,0 1-6 15,1-2-7-15,0 1-1 0,-1 4 0 16,8 1-4-16,-4 4-5 0,-1-2-2 0,3 4-6 16,-1-5 6-16,5 5-2 0,-6 2-3 0,4 4-9 0,-8-5 9 15,1 9-2-15,-1-8 3 0,-2 0-9 0,-4 4 4 16,2 0-2-16,-6 2 8 0,3-2-9 0,-5-1 5 16,-3 6-2-16,1-5-1 0,-4 2 0 0,-1-4-1 15,-3-1-15-15,2 2-20 0,-2-2-18 0,4-2-21 16,-1-3-19-16,4-2-16 0,-1 4-12 0,3-5-13 15,6-1-30-15,0 0-34 0,-15 0-34 0,15 0-33 16,0 0-18-16,0 0-11 0,30-16-19 0,-9 5-209 16,4-2-563-16,1-1 249 0</inkml:trace>
  <inkml:trace contextRef="#ctx0" brushRef="#br0" timeOffset="65776.47">11253 15770 213 0,'7'-5'268'0,"-7"0"11"16,0 5 5-16,1-12 6 0,-1 12-9 0,-1-10-10 15,1 5 22-15,0 5-24 0,-4-7-14 16,4 7-20-16,-5-5-23 0,5 5-9 0,-6-3-28 0,6 3-22 16,0 0-16-16,0 0-22 0,0 0-5 0,0 0-10 15,-18 11-6-15,19-4-12 0,1 4-6 0,0-3-5 16,1-1-10-16,5 3-5 0,-5 5-6 0,4-3-4 16,1 3-6-16,7-3-2 0,-8 8-3 0,3-6-7 15,1 3-1-15,-2 1-2 0,2-2-1 0,-2-5-4 16,-1 6-9-16,-7-8 7 0,4 0-8 0,-5 0-3 15,0-2 1-15,0 1 4 0,-6-4-1 0,-1-1 1 16,1 1-3-16,-4-3-3 0,0-1 3 0,10 0-7 16,-25-1-21-16,13 1-37 0,1-4-38 0,-3 1-32 15,6-1-35-15,2-1-56 0,-3-1-72 0,3 4-85 16,6 2-243-16,-2-8-666 0,2 8 295 0</inkml:trace>
  <inkml:trace contextRef="#ctx0" brushRef="#br0" timeOffset="66260.85">12306 15505 246 0,'3'-9'325'0,"-6"1"4"16,3-3-5-16,0 2-1 0,-2 2-22 0,-3 0-16 15,3 2-24-15,-4 0-12 0,6 5-12 0,-20 3 7 16,5 3-15-16,-1 2-11 0,-1 5-5 0,2 5 4 16,-6 3-11-16,1 3-23 0,1 1-15 0,1 2-16 15,2 12-14-15,1-12-13 0,5 2-13 0,0 12-8 16,0-4-8-16,8-2-13 0,2-6-6 0,0 3-6 15,2-2-10-15,11 13-5 0,-4-17-5 0,5 0-5 0,1-1-28 16,0-2-45-16,8-5-54 0,-1-2-57 16,6-4-63-16,-5 0-62 0,4-3-75 0,-6-7-72 15,-3-1-305-15,12-2-776 0,-8-1 344 0</inkml:trace>
  <inkml:trace contextRef="#ctx0" brushRef="#br0" timeOffset="66510.86">12438 15770 252 0,'0'0'360'0,"0"0"-9"16,0 0 3-16,-6 0-13 0,6 0-6 15,0 0-14-15,0 0-25 0,0 0-26 0,0 0-24 16,0 0-29-16,44 0-21 0,-24-2-20 0,0 2-17 0,-2 0-18 15,4-3-17-15,-1 3-53 0,2-3-54 0,5-2-60 16,-4 4-49-16,-3 0-69 0,1-1-78 0,1 1-68 16,-3-4-258-16,-4 1-610 0,6-1 270 0</inkml:trace>
  <inkml:trace contextRef="#ctx0" brushRef="#br0" timeOffset="67010.86">13355 15583 74 0,'3'-4'384'0,"4"-1"-17"0,-7 5-26 15,0-5-29-15,0 5-29 0,0 0-34 0,0 0-24 0,0 0-23 16,0 0-15-16,0 0-4 0,7 17-11 0,-14-9-20 15,4 4-6-15,-1 0-19 0,-2 2-15 0,-2-1-10 16,-1 5-10-16,3-3-11 0,-6 0-4 0,0 1-10 16,-1 5-13-16,2-4 0 0,-3-4-2 0,-1 2-12 15,-1 7 5-15,-1-12-8 0,2 5 1 0,-1-6-7 16,-6-2-5-16,8 5 4 0,-1-6-1 0,1-2-2 16,-2 0 7-16,1-4-12 0,7 0 12 0,-6-3 15 15,6 0-3-15,-5-2 1 0,6-2-5 0,-1-5-2 0,1 3-4 16,7-2-3-16,0-1 2 0,0 1 0 15,0-5 0-15,4 3-2 0,1-1 4 0,1 2 2 16,3 1 6-16,-1 0 2 0,0 2-3 0,4-2 0 0,-6 7-4 16,3-4-4-16,4 5-2 0,-5-1-7 0,7 3 1 15,-3 1-5-15,-2 1-2 0,1 2-4 0,-3 0-1 16,2 3-2-16,2-2-1 0,-1 3 1 0,4 0-3 16,-8-1-4-16,5 3 2 0,-4-1 1 0,2 2-4 15,3 5 4-15,-5-8-3 0,1 1 0 0,1-1 6 16,-2 1-9-16,0 0 1 0,2-1 0 0,-3-1 2 15,1-1 0-15,-1 0-16 0,4-3-31 0,-1 4-35 16,-3-6-30-16,-7 0-37 0,16 1-36 0,-8-1-50 16,-8 0-54-16,20-5-72 0,-11 1-62 0,-1 1-208 15,5 2-674-15,2 1 299 0</inkml:trace>
  <inkml:trace contextRef="#ctx0" brushRef="#br0" timeOffset="67260.87">13762 15879 191 0,'0'0'343'0,"0"0"-7"0,4 6-7 0,-4-6-9 16,3 10-18-16,-6-5-21 0,3 6-30 0,3-4-14 15,-6 2-29-15,-1 2-13 0,4-1-21 0,0 7-19 16,-3-6-6-16,0 8-22 0,1-6-14 0,-5 3-9 15,2-1-11-15,0 2-12 0,2-4-42 0,-5-1-44 0,1 4-41 16,1-9-46-16,1 5-48 0,0-4-53 0,-2-5-68 16,4 2-288-16,-7 0-594 0,7-2 262 15</inkml:trace>
  <inkml:trace contextRef="#ctx0" brushRef="#br0" timeOffset="68229.63">13461 15870 8 0,'0'0'248'0,"0"0"-5"0,15-14-5 0,-15 14-4 0,2-6-9 16,3-1-7-16,-5 7 3 0,6-9-9 0,-3 6-9 15,2-2-9-15,-5 5-14 0,7-10-6 0,-2 4-10 16,-3 0-5-16,-1 0-8 0,-1 0-15 0,0 6 4 16,5-9-28-16,-5 5-13 0,0 4-6 0,0-9-13 15,0 9-8-15,0 0-13 0,-6-6-9 0,6 6-32 16,-14-4-35-16,14 4-37 0,0 0-45 0,-19 4-61 15,9-3-79-15,10-1-87 0,-14 0-180 0,14 0-549 16,-8 3 243-16</inkml:trace>
  <inkml:trace contextRef="#ctx0" brushRef="#br0" timeOffset="69135.89">14537 15524 250 0,'3'-7'303'0,"0"3"-17"16,-3 4-26-16,7-5-23 0,-7 5-25 0,0-5-29 15,0 5-21-15,0 0-17 0,0 0-12 0,0 0-15 16,-7 17-8-16,4-9-14 0,-3-1-7 0,-6 7-7 16,2-4-12-16,-3 5-4 0,-2-3-4 0,0 5-7 0,-5-4-4 15,4 1-7-15,-6 3-3 0,-1-4-1 0,0 2 2 16,0-3 2-16,1 0 0 0,2-3 3 15,0-1-2-15,-3-3 8 0,2 3-8 0,2-1-1 0,3-5 16 16,-1 3 1-16,1-4 3 0,1-1 7 0,15 0 1 16,-15-3-3-16,8-2-3 0,-1-2 3 0,1-1 5 15,6-2-7-15,-4 1-1 0,10 0 0 0,-5-3-6 16,1 3-3-16,6 0 5 0,0-3-6 0,1 1-17 16,-1 4 8-16,1-2-12 0,0 5 1 0,5 0-8 15,-3 1-1-15,2 2-3 0,1 2-7 0,4 4-8 16,-2 1 9-16,1 6-4 0,-1-1-1 0,7 6 1 15,-3 1-5-15,3 5-1 0,-6-2-2 0,4 1-4 16,-1 0 3-16,2 0-1 0,-3 2 6 0,0-6-3 16,-3 0-2-16,0 2 0 0,0-7-1 0,-2-3 4 15,4-1 2-15,-2-1 2 0,-4-6 1 0,3 2-3 0,-4-4-1 16,3 0 2-16,-3-6-3 0,1 0-2 0,-4-3 5 16,1-4-2-16,1 1 8 0,-4-7 7 0,-2 3 6 15,-2-3 3-15,3 5-8 0,-8-3 6 0,3 0-3 16,-1 0 0-16,-6-1-4 0,3 3-5 0,-3 3 1 15,-1 3-8-15,-1 0 4 0,1-2-6 0,-1 6 0 16,-4 2-5-16,1-1-44 0,3 3-33 0,-1 1-44 16,11 0-36-16,-24 6-42 0,18-3-43 0,-2 3-39 15,1 0-54-15,0 0-48 0,-1 2-211 0,8 0-637 16,0 3 282-16</inkml:trace>
  <inkml:trace contextRef="#ctx0" brushRef="#br0" timeOffset="69651.52">14886 15303 152 0,'0'0'396'15,"-5"-8"-6"-15,5 8-18 0,0 0-22 0,0 0-4 16,0 0 4-16,0 0-1 0,30 12-13 0,-15-2-13 16,0 4-13-16,6 4-17 0,1 5-20 0,-1 1-17 0,9 4-17 15,-2 6-23-15,4-3-20 0,-6 4-20 16,1-2-17-16,-8-5-15 0,5 7-15 0,-9-8-12 15,-1 0-9-15,1 1-15 0,-3-2-6 0,-5 1-8 0,-4 1-9 16,-3-1-5-16,-2-3-7 0,1 6-6 0,-9 1-8 16,0-5-26-16,-10 1-50 0,3-5-57 15,-3 4-60-15,7-5-60 0,-3 1-59 0,-8-2-58 0,10-3-64 16,0-4-64-16,1-4-318 0,3-2-836 0,0 1 370 16</inkml:trace>
  <inkml:trace contextRef="#ctx0" brushRef="#br0" timeOffset="70229.65">16354 15136 188 0,'-1'-6'388'0,"1"6"-7"0,-9-5-17 15,9 5-24-15,-5-7-35 0,5 7 4 0,0 0 14 16,0 0 4-16,-1 20-8 0,2-11-14 0,-1 3-17 16,7 3-15-16,-5 3-19 0,3 8-18 0,-4-6-14 0,6 7-23 15,1 0-22-15,-5-1-18 0,2 5-20 16,0-2-10-16,4-2-13 0,-3 3-15 0,3 0-5 16,-4-3-12-16,1 1-5 0,-3 1-13 0,2-9-9 0,-1 4-44 15,1-4-46-15,-5-1-50 0,1-4-50 0,4 2-58 16,-3-7-55-16,0-2-57 0,-2 3-55 0,0-5-47 15,0 0-343-15,0-6-810 0,-9 6 358 0</inkml:trace>
  <inkml:trace contextRef="#ctx0" brushRef="#br0" timeOffset="70651.63">16109 15465 250 0,'0'0'326'0,"-5"-4"-4"0,5 4-5 0,-6-3-14 16,6 3-14-16,0 0-24 0,0 0-24 0,15-7-13 0,-15 7-19 16,21 2-20-16,-6-1-18 0,7 3-19 0,-1-4-15 15,1 1-17-15,7 5-11 0,1-2-8 16,-8 1-3-16,9 1-18 0,-3 0-5 0,0 0-11 0,2-2-11 16,-3 4-2-16,-8 1 4 0,5-6-12 0,-4 3-2 15,1 0-3-15,-4 1-11 0,2 0 3 0,-4-2-6 16,0 3 3-16,-2-6-6 0,-4 5-5 0,-1-2-4 15,-1 4 0-15,1-4-3 0,0 1 3 0,-4 3 1 16,-1-1-2-16,0 2 11 0,0-2 8 0,-3 4 0 16,7-1 1-16,-5-4 0 0,3 3-6 0,0 1 4 15,3 1 4-15,-3 0 4 0,6-3-3 0,3 3-2 16,-3-3-5-16,4-2-2 0,2 4-1 0,-1-5 6 0,3-2-5 16,2 3-6-16,1-7-1 0,-1 1 0 0,2-2 2 15,0-1-4-15,-3-3-1 0,2 1-5 16,-6-5 6-16,3 0-5 0,-3 0 9 0,-3-6 0 0,-3 3 5 15,-1-3 2-15,-3 3-2 0,-1-5-1 0,-5 1-3 16,-5-2-3-16,2 3 5 0,-9 0-13 0,2 3 0 16,-3-3-2-16,-3 6-2 0,-3-3-14 0,3 4-59 15,-6 1-42-15,2 1-52 0,1 4-51 0,0-1-59 16,-10 3-70-16,10 0-72 0,-2 5-221 0,9-3-688 16,-1 4 305-16</inkml:trace>
  <inkml:trace contextRef="#ctx0" brushRef="#br0" timeOffset="73917.3">18107 15084 283 0,'5'-7'307'16,"-2"-1"1"-16,2-2-13 0,0 2-9 0,2 0-13 16,-2 1-18-16,0-1-7 0,-4 3-8 0,4-2-27 0,-3 3-10 15,-2 4-10-15,3-6-16 0,-1-2-27 16,-2 8-12-16,2-4-16 0,-2 4-6 0,0 0-14 15,0 0-17-15,0 0-7 0,-14-5-6 0,14 5-7 0,-18 0-6 16,5 0-11-16,-7-1 0 0,4 1-7 0,-4 0 8 16,-3-2-18-16,-1 1 8 0,-5 1-2 0,9 0-12 15,-3-3 18-15,3 3 2 0,3 3-9 0,-3-6-3 16,4 3-1-16,4-1 2 0,1 1-7 0,2-2 0 16,9 2-8-16,-15 0 4 0,15 0-4 0,-11 2-3 15,11-2-4-15,0 0 1 0,0 0 3 0,-5 5-7 16,5-5 3-16,1 10-1 0,3-5 14 0,1 2-9 15,0 0-4-15,0 3-5 0,1 1-4 0,3 1-6 16,-3 3 2-16,1 1 11 0,-1 4 18 0,-1-1-1 16,5 1-4-16,-5 2 0 0,0 0-1 0,0 3-6 0,2 2 1 15,1-3-4-15,-6 6 1 0,4-3-4 0,1 2 4 16,0-1-4-16,-1-1 1 0,-4 1 1 0,5 3 20 16,1-4 11-16,-2 0-5 0,-4-4-3 0,5 4-6 15,-1-3 3-15,-1-1-2 0,-3-2 2 0,1-4 14 16,1 2 1-16,-3-3-4 0,4 1-3 0,-3-2-1 15,4 1-2-15,-4 1-7 0,5-8 0 0,-2 3 1 16,-2 0-3-16,2-1-1 0,3-4-1 0,-1 2-2 16,3-2-1-16,5 2-3 0,-5-6-6 0,5 5 3 15,-1-4-5-15,3 4-35 0,0-4-30 0,1-1-32 16,0 0-43-16,-1-6-31 0,2 3-38 0,1 0-38 0,-3-1-44 16,3-2-46-16,-2-5-54 0,3 1-332 0,3-1-770 15,2-4 341-15</inkml:trace>
  <inkml:trace contextRef="#ctx0" brushRef="#br0" timeOffset="74276.68">18652 15407 150 0,'-10'-3'308'0,"-4"-2"-3"0,6 3-10 0,-8 2-8 0,-1 0-9 15,0 2-15-15,3 4-7 0,-1-3-11 16,-2 4-21-16,6 1-6 0,1 0-22 0,1 0-17 15,1 0-16-15,-2 4-16 0,8-3-11 0,-4 3-13 0,4-3-15 16,1 3-8-16,1 0-4 0,3 0-15 0,3-2-2 16,3 2-8-16,1-2 6 0,5-3-20 0,-1-1 0 15,5 2-8-15,2-7-3 0,-4 2-7 0,6-6-21 16,-3 2-14-16,1-3-8 0,7-6-1 0,-11 3-6 16,5-7 7-16,-8 2-8 0,10-4 5 0,-11-1 1 15,2-5-2-15,-7 5 5 0,0-3 0 0,-1 1-3 16,-4-1 1-16,-1-7-1 0,-7 8 1 0,2 4-3 15,-4-2 2-15,-3 2-3 0,-2 3 5 0,-2 0 3 16,0 4-8-16,-1 1-4 0,-1 2 19 0,-4 3-39 16,3 4-34-16,3 0-32 0,-1 3-33 0,1 2-23 15,1 6-31-15,5-6-35 0,5 7-41 0,-2-3-32 0,0 9-220 16,10-8-555-16,-2 6 246 0</inkml:trace>
  <inkml:trace contextRef="#ctx0" brushRef="#br0" timeOffset="74495.43">19049 15613 295 0,'11'3'316'0,"-2"-1"-10"0,-1 1-10 16,0 4-14-16,-3-2-25 0,-3-1-18 0,6 4-21 16,-6-2-23-16,3 3-15 0,-5-2-14 0,5 4-24 15,-5-2-5-15,0 2-18 0,-5-3-6 0,0 4-16 16,3 0-6-16,-8 1-12 0,5 0-7 0,-5-1-7 0,4-1-26 15,-8-1-38-15,0 0-43 0,0 1-40 16,4-3-48-16,-3 0-51 0,0-5-50 0,11 1-70 16,-13 0-156-16,9-4-494 0,6 0 219 0</inkml:trace>
  <inkml:trace contextRef="#ctx0" brushRef="#br0" timeOffset="75151.69">19620 15354 119 0,'0'0'349'0,"3"-5"-12"0,0 1-16 0,-3 4-18 15,10-7-17-15,-8 0-8 0,5 3-26 0,-1-1-21 16,-4 0-10-16,5 0-10 0,-1-4-16 0,-4 1-18 0,4 3-19 15,1-3-8-15,0-4-4 0,-6 3-11 16,6-4-9-16,1-1-14 0,1-2-10 0,-6-1-4 16,0 3-18-16,5-1-5 0,-8 0-4 0,5-1-3 0,-5-5-1 15,7 6 2-15,-5-12-5 0,3 12 2 0,-4 2-9 16,-1-2-8-16,5 3-4 0,-5 1-1 0,2 2-9 16,0 2-5-16,-2-1-3 0,0 1-1 0,5 4-11 15,-4-5-4-15,-1 8-4 0,0 0-3 0,0 0 2 16,0 0-3-16,5 16 0 0,-3-6 3 0,-1 0-2 15,-1 0-1-15,5 9 2 0,-3 1-2 0,-2 2 3 16,7 5-6-16,-2-1 5 0,-2 3-3 0,2-1 2 16,2-1-4-16,-2 4 2 0,-1-6 0 0,3 4 1 15,-2-4-9-15,-2-4-29 0,4 4-7 0,-2-7-8 16,-2-1-9-16,2 1-13 0,-1-6-9 0,1 0 4 16,-4 3 3-16,1-6 6 0,1 1 1 0,-1-2 4 0,-2-1 3 15,1 0 8-15,-1-2 7 0,0-5 3 0,5 8 9 16,-5-8 2-16,0 6 1 0,0-6 1 0,0 0 5 15,0 0 7-15,0 0 3 0,0 0-5 0,0 0 1 16,-31-6 3-16,21 3 1 0,10 3 5 0,-15-1-3 16,5-3 6-16,2 1 6 0,8 3 9 0,-20-1 1 15,5 0 3-15,15 1 2 0,-16 1-5 0,2-1 4 16,9 1 0-16,5-1 10 0,-14 3 1 0,5 1 0 16,9-4 0-16,-8 3-5 0,8-3 3 0,-8 2 16 15,8-2 21-15,-5 7 9 0,5-7 4 0,0 0 3 16,20 6-14-16,-10-5-4 0,8 0-9 0,-2 2 4 15,7-1-12-15,1-2-6 0,5 3 1 0,0-6-7 0,0 3-1 16,-1 0-5-16,-4-2-4 0,-3-1-39 0,11 1-33 16,-13-3-23-16,-4 2-22 0,0-2-28 15,-6 3-32-15,4-1-37 0,-5-4-40 0,-8 3-37 0,0 4-45 16,0-9-273-16,0 9-639 0,-10-15 283 0</inkml:trace>
  <inkml:trace contextRef="#ctx0" brushRef="#br0" timeOffset="76651.71">20216 14832 275 0,'1'-8'286'0,"-1"1"-6"0,0 7-16 15,0-7-9-15,2 2-8 0,-2 5-13 0,0 0-16 16,8-9-16-16,-8 9-22 0,9-3-18 0,-9 3-15 15,16 0-9-15,-16 0-5 0,22 9-4 0,-9-3-17 0,2-2-9 16,5 4 0-16,-4 7-7 0,-3-6-4 0,2 6-8 16,7 3-11-16,-7-5-8 0,5 9 3 15,-9-6 0-15,1-1-15 0,3 8-1 0,-7-8-11 0,5 1-3 16,-10 3-2-16,4 0-6 0,0-2 0 0,-6 3-4 16,4-5-3-16,-3 4-2 0,-2 1-2 0,0-5-1 15,0 4 0-15,-3 0-8 0,-2-4 7 0,1 1 11 16,-1 0 15-16,0 3-1 0,2-3-5 0,-5-1 0 15,3 0-6-15,3 1 1 0,-4-5-4 0,6 9 0 16,-7-5 10-16,7 5-2 0,0-5-1 0,0 4 3 16,0 0-8-16,5-4-3 0,-3 6-2 0,4-3-1 15,-4-2-3-15,5 4-3 0,1-1 0 0,-7 3-1 0,9-8-4 16,-5 4 2-16,2 3-4 0,1-1 0 0,-1 4-7 16,3-6 0-16,-7 0 3 0,4-3-4 15,-2 0 5-15,0 0-3 0,-2-2 0 0,-1 1-1 0,4 3 5 16,-6-9-4-16,0 3-3 0,0 0-1 0,0-2 5 15,0-1 2-15,0-1 8 0,-6 1-5 0,1 1 2 16,1-1 2-16,-4-5 1 0,1 8-4 0,-4-6 1 16,1-2-2-16,-3 4 2 0,-9-3-2 0,-1 2 0 15,-5-3-44-15,-2 3-48 0,0-5-55 0,-3 3-57 16,0-4-57-16,-18-4-70 0,6 3-65 0,-5-1-273 16,-3-3-712-16,2-3 316 0</inkml:trace>
  <inkml:trace contextRef="#ctx0" brushRef="#br0" timeOffset="135299.4">14446 16608 284 0,'8'-18'317'16,"0"1"-8"-16,-1-2-8 0,1 1-9 0,-1 1-18 15,0 0-9-15,1-1-10 0,-2 2-10 0,-6 1-15 0,2 0-23 16,3 5-2-16,-3 3-2 0,-2-1-17 0,5 1-18 16,-2-1-16-16,-3 8-19 0,0-6-6 15,0 6-25-15,0 0-11 0,0 0-6 0,0 0-8 0,0 0-11 16,-15 22-9-16,13-10-3 0,-4 3-4 0,-2 4-4 15,3-2-9-15,-4 3-1 0,4-1-4 0,-1 1-5 16,1 1 8-16,-2 0-9 0,0-3-11 0,1 1 2 16,-1 1 9-16,2-2-16 0,0 0 7 0,-1-3-3 15,-1 0 1-15,5-1-8 0,-4-1 6 0,-1-4-5 16,1 1 4-16,-1-5-2 0,2 4 19 0,-2-1 9 16,-1-3 6-16,-2 3 9 0,2-4-2 0,-9 1 0 15,1 1-4-15,1-2 3 0,-5 0-2 0,0-3-3 0,-1 2 0 16,1 0 3-16,-12 0 0 0,1 0-1 15,1 0 0-15,-5 0 11 0,4 1-5 0,-1 0-4 16,-1 1 1-16,2 3-6 0,-1-3-1 0,-1 4-1 0,2-2 3 16,3 5 2-16,5-6-3 0,-7 9-3 0,12-8-2 15,-1 4-1-15,6 1-5 0,-8 3-4 0,11-2-1 16,-4 1-5-16,6-2 1 0,2 3-3 0,6 1-4 16,0-2 1-16,0 3 0 0,8 1-5 0,5-4 0 15,2 6 1-15,8-1-1 0,2 4-2 0,15-2 1 16,-9-4 2-16,-3-1-9 0,14 2 0 0,-3 0 0 15,-4-11 3-15,3 7-6 0,-6-3 2 0,2-4-1 16,-9 1-1-16,3-3 1 0,-6-3-6 0,-1 1 1 0,1 0-2 16,-2-6-2-16,-4 2 3 0,-7-3 3 15,5 0-5-15,-5-2 0 0,-1-2 2 0,0 1 0 16,-8-5-2-16,2 2-1 0,-4-1 0 0,-3-4 1 0,-3-3 2 16,-4 5 0-16,-2-4 9 0,-1 3-7 0,-2 1 1 15,-8-2-5-15,0 0 1 0,2 0 0 0,-5 0 1 16,3 5 10-16,-1-3-13 0,9 9 5 0,-3-5 1 15,7 2 8-15,-3 0-9 0,1 3 1 0,-5 1-4 16,10 1 1-16,0-1 0 0,0 2-2 0,10 1 1 16,-15-1-7-16,15 1-20 0,-8 0-27 0,8 0-27 15,0 0-29-15,-8 2-26 0,8-2-35 0,0 0-38 16,0 0-37-16,0 0-55 0,31 3-62 0,-21-3-63 16,-10 0-320-16,23-3-812 0,-6 2 360 0</inkml:trace>
  <inkml:trace contextRef="#ctx0" brushRef="#br0" timeOffset="135769.7">14891 16715 68 0,'3'-8'326'0,"-1"1"-2"16,-2 0-9-16,0 7-19 0,5-7-1 0,-5 7-29 16,0-8-20-16,0 8-17 0,0 0 3 0,0 0 2 15,0 0 4-15,0 0-5 0,-22 12-6 0,14-1-6 16,-3 1-4-16,2 2 0 0,-4-1-12 0,5 2-10 16,-5 1-7-16,3 7-10 0,-2-5-15 0,2 3-15 0,4-2-9 15,-3 1-17-15,1-1-7 0,0 7-13 16,4-6-13-16,3-2-3 0,-3 1-9 0,4 1-9 15,0-3-9-15,4 9-2 0,1-8-10 0,3 0-4 0,2 0-6 16,3-2-3-16,-3-1-24 0,10 6-30 0,3-4-34 16,-1-4-38-16,4 1-53 0,-4-5-42 0,2 2-44 15,5-6-48-15,-1 3-55 0,-2-5-67 0,-1 1-367 16,-5-7-831-16,3 1 369 0</inkml:trace>
  <inkml:trace contextRef="#ctx0" brushRef="#br0" timeOffset="136160.33">15176 16840 294 0,'0'0'306'0,"0"-10"-13"0,1 4-10 16,-1 6-19-16,5-9-12 0,-3 4-24 0,3 1-12 15,2 1-17-15,1-2-14 0,0 4-17 16,-8 1-12-16,22-1-13 0,-12 1-16 0,1 0-11 15,2 0-7-15,-3 1-12 0,7 3 0 0,-2 1-19 0,3 1-4 16,-5 0-9-16,-3 0-8 0,-2 2-1 0,1 0-7 16,-3 0-7-16,1-4 1 0,1 7 17 0,-6-2-1 15,5-2 9-15,-7 7-3 0,3-5 5 0,-6 3 17 16,3-1-9-16,-4 1-1 0,-1-1-3 0,2 1 1 16,0 0-2-16,-4 3-4 0,0-4-5 0,4 0-4 15,-2 3-5-15,2-3 0 0,-2-2-14 0,2 1 2 16,-2-2-4-16,1 1-3 0,1-2-1 0,3 4-5 15,-2-4-2-15,1 1-4 0,2 4-5 0,4-8-3 16,-3 1-1-16,5-3-9 0,-4 5-24 0,5-1-25 16,5-3-36-16,-1 0-30 0,0-2-36 0,-1-2-31 15,1 1-34-15,1 0-39 0,-1 0-44 0,-1-3-41 0,2-1-293 16,-4-4-680-16,4 4 301 0</inkml:trace>
  <inkml:trace contextRef="#ctx0" brushRef="#br0" timeOffset="136379.08">15350 17022 139 0,'0'0'280'0,"-14"-3"1"15,8 2 4-15,6 1-8 0,-14-2 0 0,14 2-6 16,-6-5-12-16,6 5-14 0,0 0-23 0,0 0-16 16,0 0-17-16,-2-2-15 0,2 2-19 0,0 0-6 15,0 0-20-15,0 0-14 0,23 7-9 0,-23-7-10 16,19 2-15-16,-10-1-29 0,5 2-27 0,2-6-33 15,1 6-50-15,-2-3-33 0,1-3-43 0,1 3-38 0,-2 0-59 16,1-3-44-16,-2 1-233 0,4-3-549 16,-7 0 242-16</inkml:trace>
  <inkml:trace contextRef="#ctx0" brushRef="#br0" timeOffset="136686.55">15530 16818 31 0,'0'0'314'16,"0"0"-3"-16,-8-3-5 0,8 3-11 0,-2-5-11 0,2 5-20 0,0 0-11 15,0 0-20-15,0 0-7 0,15-9-5 0,-7 9-1 16,-8 0-11-16,23 2-1 0,-11-2-10 0,3 2-12 16,0-1-12-16,1 5-16 0,1 0-14 0,1-1-12 15,2 0-18-15,-4 3-10 0,3 1-7 0,-3-2-5 16,1 4-14-16,-2 1-9 0,0-3-2 0,-5 8-1 15,-1-7-13-15,1 7-4 0,0-4-3 0,-3-4-6 16,-5 3-2-16,1 3-3 0,0 2-3 0,-1-2-4 16,4-1-2-16,-6 0 1 0,-6-1-6 0,4 2-3 0,2-3-2 15,-3 2-3-15,0 6-5 0,-4-9-15 16,5 1-32-16,-4-3-44 0,2-1-41 0,-1 6-34 16,-1-7-39-16,6 2-49 0,-7 0-48 0,6-2-50 0,1 3-54 15,-5-3-205-15,5-1-653 0,0-6 290 0</inkml:trace>
  <inkml:trace contextRef="#ctx0" brushRef="#br0" timeOffset="137014.68">16273 16968 203 0,'0'0'362'0,"0"-11"-8"0,0 11 5 15,0-4-21-15,0 4-14 0,0 0-11 0,0-8-17 16,0 8-19-16,0 0-27 0,0 0-5 16,0-7-29-16,0 7-22 0,0 0-16 0,0-8-19 0,0 8-15 15,0 0-17-15,12-2-13 0,-12 2-12 0,0 0-12 16,20 0-14-16,-10 1-21 0,-10-1-26 0,23 1-36 15,-15 2-24-15,5 1-59 0,2-3-31 0,-2 1-43 16,1-1-39-16,-3 3-47 0,6-2-49 0,-6-1-58 16,-1 1-191-16,-2 3-593 0,2-3 263 0</inkml:trace>
  <inkml:trace contextRef="#ctx0" brushRef="#br0" timeOffset="137186.56">16179 17124 109 0,'-2'6'290'0,"2"-6"0"16,0 8-2-16,0-8-9 0,15 1-15 0,-8 3-19 0,3-2-25 15,9-1-20-15,1-1-15 0,2 4-21 16,-2-3-21-16,0 1-11 0,1-1-18 0,2 3-12 16,-1-2-29-16,-1 3-43 0,1-5-56 0,-2 0-67 0,-4 1-75 15,1-2-91-15,-2 1-172 0,0 0-466 0,-7-4 206 16</inkml:trace>
  <inkml:trace contextRef="#ctx0" brushRef="#br0" timeOffset="148925.87">18003 16413 145 0,'8'-9'316'0,"-3"-9"0"0,-3 3-8 0,4 4-1 0,-1 1-1 15,-1 1-3-15,4 0-7 0,-8-2-9 0,5 6-9 16,-2-5-15-16,0 7-18 0,1-2-23 0,-4 5-18 16,3-11-21-16,-1 6-18 0,-2 5-21 0,0 0-14 15,0 0-10-15,0 0-4 0,11 12 11 0,-7-3-3 16,-3 4-17-16,4 4-6 0,-1 0-11 0,0 0-8 15,1 11-12-15,-1-2-8 0,2 1-2 0,1-8-20 16,-4 8 1-16,4 0-10 0,-2 0-2 0,0-2-2 16,0 2-2-16,1-1-7 0,1-5-20 0,-2-2-30 15,-3 0-52-15,4-3-38 0,-1-1-51 0,-1 1-45 16,-3-4-43-16,-1 2-65 0,4-8-63 0,-8 0-292 0,4 2-736 16,0-8 325-16</inkml:trace>
  <inkml:trace contextRef="#ctx0" brushRef="#br0" timeOffset="149347.75">17273 16948 140 0,'-13'7'265'0,"-2"0"-14"0,6-1-7 16,-4-2-3-16,5-1-8 0,1 2-11 15,-1-1-3-15,1 3-8 0,4 0 5 0,-4-6-10 16,4 4-1-16,3 1-1 0,0-6-5 0,10 8-4 0,0-7-1 16,7 3-4-16,9-1-6 0,5 1-10 0,19-3-6 15,1 2-7-15,11-1-1 0,27-4-10 0,4-1-6 16,4 2-5-16,-1-3-8 0,7-3 2 0,6 6-8 15,-4-3-1-15,42 0-3 0,-45-2 2 0,44-3-18 16,-48 1-6-16,4-2-12 0,-6 0-8 0,9-1-8 16,-13 3-7-16,-4 0-8 0,0-4-4 0,-27 5-6 15,-1 0-3-15,-4-1-6 0,-3 4-5 0,-10 0 1 16,-12 0-7-16,-3 1-2 0,-6 2-7 0,-2 1-14 16,-4-4-20-16,-4 2-33 0,-2 0-31 0,-10 2-59 15,15 2-56-15,-15-2-27 0,6 6 7 0,-1-3-5 16,-5-3-9-16,0 0-14 0,-8 12-29 0,0-7-43 0,3-1-52 15,0 0-295-15,0-1-716 0,-2 4 317 0</inkml:trace>
  <inkml:trace contextRef="#ctx0" brushRef="#br0" timeOffset="150207.2">17526 17607 264 0,'0'0'365'0,"0"-9"4"0,0 9-2 0,0-7-6 0,-5 3-24 16,5 4-29-16,0 0-23 0,0-8-27 0,0 8-25 15,0 0-27-15,0 0-21 0,0 0-12 0,0 0-15 16,0 0-12-16,0 0-14 0,5 24-8 0,-5-17-20 16,0 5-3-16,3-4-13 0,1 8-10 0,2-2-7 15,-2 1-4-15,-1 2-15 0,5 3 3 0,-8-2-7 16,7 2 0-16,-1-1-8 0,-4 0-4 0,5-2-2 16,-6 2-15-16,6 1-34 0,0-1-27 0,-1-5-34 0,1 2-29 15,-4-2-36-15,2 3-31 0,2-4-37 16,-4 2-50-16,2-4-50 0,2-1-61 0,-6-2-199 15,6-3-617-15,0 0 272 0</inkml:trace>
  <inkml:trace contextRef="#ctx0" brushRef="#br0" timeOffset="150597.91">17945 17863 39 0,'5'-7'390'15,"-5"7"-5"-15,1-6-1 0,8 2-19 0,-9 4-31 16,6-7-29-16,1 6-30 0,6 1-25 0,-5-3-32 16,-8 3-21-16,24-3-16 0,-9 3-28 0,8 0-9 0,-7 3-13 15,4-3-14-15,0 3-6 0,2-2-17 16,-1 4-6-16,1-2-15 0,-3 0-28 0,6 1-25 16,-3 0-25-16,3 1-28 0,-9-3-25 0,6-1-29 0,-2-1-27 15,-4 0-24-15,-4 0-32 0,-2 0-38 0,4-1-39 16,-7-1-47-16,1-5-198 0,-6 1-531 0,1-1 236 15</inkml:trace>
  <inkml:trace contextRef="#ctx0" brushRef="#br0" timeOffset="150769.79">18254 17673 228 0,'0'0'232'0,"-1"-6"8"16,1 6-13-16,-4-6-11 0,4 6-16 0,0 0-20 15,0 0-18-15,0 0-14 0,0 0-14 0,0 0-14 16,0 0-8-16,-11 16-11 0,11-8-2 0,0 1-12 15,0 4-6-15,0 1-8 0,0 3-7 0,0-1-5 16,1 3-7-16,3-2-2 0,-4 4-5 0,6 6-3 16,-2-6-6-16,-4-2-23 0,5 7-21 0,-2-5-41 0,4-2-43 15,1-2-68-15,0-4-68 0,5 3-189 0,-4-5-451 16,4 1 200-16</inkml:trace>
  <inkml:trace contextRef="#ctx0" brushRef="#br0" timeOffset="151222.92">18587 17873 162 0,'0'0'256'0,"0"0"-19"0,0 0-20 0,0 0-20 16,-8-7-19-16,8 7-11 0,0 0-6 0,0 0-15 15,0 0-10-15,28 11-13 0,-20-8-11 0,5 3-12 16,2-3-8-16,0-2-11 0,5 1-5 0,-3-2-7 15,-2 5-9-15,6-9-3 0,-4 4-7 0,4-3-5 16,-3 2-2-16,1-7-7 0,2 4 1 0,-4-2-6 16,1-2-5-16,-3-4 1 0,0 5-7 0,-4-5 2 15,2-1 4-15,-4-2 3 0,-6 1 8 0,4 1 8 0,-2-1 5 16,-5 2 6-16,0 2 8 0,0-2 7 16,0 4-9-16,-9 1-5 0,6-4 6 0,0 3-8 15,-6 1 3-15,1-1-4 0,2 5-9 0,-3-4 5 0,-1 4-10 16,-3 0-1-16,3 0 7 0,-1 3 5 0,-6 6 8 15,4-3 14-15,-4 2-11 0,2 0 0 0,0 2 3 16,-1 1-4-16,4 3 2 0,-1-2 6 16,0 6-7-16,3-3 4 0,2 0-9 0,-4 3 1 0,10 0 6 15,-1-2-3-15,0 1-3 0,6 2 6 0,2 0-3 16,2-3 0-16,8 1-5 0,-2-3-6 0,2 6-2 16,13-5 0-16,-2 2-11 0,2-3-6 0,6-2-17 15,-1-1-31-15,-4-1-36 0,8-3-42 0,-1 0-55 16,9-2-50-16,-10-2-51 0,-2-2-60 0,-2-4-82 15,1-1-258-15,-7-3-705 0,3-6 313 0</inkml:trace>
  <inkml:trace contextRef="#ctx0" brushRef="#br0" timeOffset="151644.8">19004 17448 11 0,'0'0'401'16,"-8"-1"10"-16,8 1-3 0,-7-3-18 0,7 3-10 16,0 0-29-16,0 0-16 0,0 0-31 0,0 0-26 15,0 0-24-15,0 0-24 0,-8-4-19 0,8 4-22 16,0 0-18-16,0 0-15 0,0 0-19 0,0 0-16 15,0 0-18-15,30 0-25 0,-30 0-43 0,21-1-29 0,-7 1-51 16,2 0-62-16,-1-4-56 0,0 4-62 16,5-2-67-16,-5-3-70 0,-4 2-266 0,7-2-680 15,-3 2 301-15</inkml:trace>
  <inkml:trace contextRef="#ctx0" brushRef="#br0" timeOffset="152051.06">19335 17227 78 0,'0'0'327'0,"0"0"-14"15,0-7-18-15,0 7-25 0,0 0-20 0,0 0-26 16,0 0-23-16,2-6-19 0,-2 6-21 0,0 0-17 15,0 0-13-15,21 3-16 0,-21-3-14 0,12 10-8 16,-7-3-5-16,5 0-10 0,-4-1-12 0,3 1-7 16,-1 1-8-16,-3 1 0 0,-2-2-8 0,4 1-5 15,-2 1-1-15,-4-1-7 0,1-1-7 0,-2 0-1 16,0 0 1-16,0 1-1 0,0 0 0 0,0 4-3 16,-2-5 19-16,-2 1 10 0,2 3 17 0,-5-4 2 0,7-2-3 15,-1 2-7-15,-6 1 6 0,5-1-12 16,-3-1-4-16,5-3 1 0,-1 4-7 0,1-7 2 15,0 12-3-15,-5-7 3 0,5 1-3 0,0-6-6 0,6 6 3 16,1 0-5-16,0 2 5 0,1-4-7 0,0 2-4 16,7 2 2-16,-2-3-23 0,2 3-36 0,2-4-35 15,1-2-41-15,-2 1-47 0,1 2-48 0,1-5-62 16,-1-2-69-16,-1 2-231 0,-1-4-611 0,-3 2 270 16</inkml:trace>
  <inkml:trace contextRef="#ctx0" brushRef="#br0" timeOffset="152269.81">19262 17412 237 0,'0'0'334'0,"-10"0"-4"0,10 0-14 0,0 0-7 15,0 0-11-15,0 0-14 0,0 0-27 0,-6-4-17 16,6 4-21-16,0 0-25 0,0 0-19 15,0 0-11-15,0 0-8 0,0 0-27 0,0 0-17 16,38 4-18-16,-23 1-26 0,0-4-41 0,6-1-54 0,-4 3-54 16,11-3-69-16,-7 4-71 0,9-2-98 0,2-1-206 15,-1-2-567-15,-11-1 251 0</inkml:trace>
  <inkml:trace contextRef="#ctx0" brushRef="#br0" timeOffset="175237.12">18844 17452 56 0,'0'0'96'15,"0"0"4"-15,0 0-17 0,0 0 7 0,0 0-1 16,0 0-2-16,0 0 2 0,0 0-7 0,0 0-4 16,0 0 1-16,0 0-3 0,0 0-3 0,0 0-4 15,0 0-3-15,0 0-11 0,0 0-7 0,0 0-2 16,0 0-6-16,0 0-1 0,0 0-3 0,0 0-5 16,0 0-2-16,0 0-4 0,0 0 3 0,0 0-8 0,0 0 0 15,0 0-8-15,0 0 4 0,6 2-4 16,-6-2 0-16,0 0-2 0,0 0 1 0,0 0 6 15,0 0 5-15,0 0-2 0,0 0 5 0,0 0 0 0,0 0 0 16,0 0 4-16,0 0 5 0,0 0 3 0,0 0 1 16,0 0-3-16,0 0 12 0,0 0-1 0,0 0 1 15,15-3-4-15,-15 3-11 0,0 0 6 0,12-4-5 16,-12 4-1-16,10-2-4 0,-10 2-2 0,11-1-7 16,-11 1 1-16,10-4-3 0,-2-1 3 0,-8 5-3 15,15 0-4-15,-5 0 0 0,-10 0-2 0,18 1-1 16,-9-1-3-16,-1 3-1 0,5-2 2 0,-13-1-2 15,15 0-1-15,-2 4-1 0,-4-3 0 0,-1 1-4 16,4-1 4-16,-12-1 1 0,9 0-3 0,-9 0-2 16,15 0 0-16,-6 3 3 0,-9-3 0 0,11 1 0 15,-11-1-1-15,0 0-1 0,12 2 1 0,-12-2-1 16,0 0 3-16,0 0-2 0,10 0 0 0,-10 0 0 0,0 0 0 16,0 0-1-16,0 0 0 0,0 0 1 15,0 0-4-15,0 0 4 0,0 0 1 0,0 0-3 16,0 0 2-16,0 0-1 0,0 0-1 0,0 0 0 0,0 0 1 15,0 0-2-15,0 0 1 0,8 3 0 0,-8-3-2 16,0 0 4-16,0 0-2 0,0 0 0 0,0 0 0 16,0 0 1-16,0 0 0 0,0 0-3 15,0 0 3-15,0 0-6 0,0 0 6 0,0 0-1 0,0 0 3 16,0 0-3-16,0 0 0 0,0 0 2 0,-28 5-3 16,28-5 4-16,0 0-1 0,-22-2-1 0,14 2 1 15,-5 2 3-15,13-2 0 0,-17 0-3 0,6 0-3 16,1 0 2-16,-3 0 3 0,13 0 0 0,-24 0-1 15,11 0-2-15,5-5 0 0,8 5 2 0,-13 3-1 16,13-3 1-16,-15 0 0 0,15 0 0 0,-9 2-4 16,9-2 4-16,0 0 1 0,-8 1 2 0,8-1 10 15,0 0 1-15,0 0 5 0,0 0-8 0,0 0 4 16,0 0 1-16,0 0-1 0,-16 0-4 0,16 0 2 0,0 0-3 16,0 0 2-16,0 0-5 0,0 0 1 15,0 0 1-15,0 0-3 0,0 0-3 0,0 0-1 16,0 0-5-16,0 0 1 0,0 0-3 0,0 0-3 0,0 0-12 15,0 0-22-15,0 0-40 0,33 4-45 0,-18-4-40 16,-9 4-48-16,7-3-166 0,4 1-409 0,3-1 181 16</inkml:trace>
  <inkml:trace contextRef="#ctx0" brushRef="#br0" timeOffset="176362">19143 17236 19 0,'0'0'200'0,"0"0"-5"0,0 0-10 16,-5-7-7-16,5 7-9 0,0 0-13 0,0 0-11 15,-1-5-9-15,1 5-9 0,0 0-10 0,0 0-7 16,0 0-10-16,0 0-9 0,0 0-7 0,0 0-9 0,0 0-3 16,0 0-6-16,0 0-10 0,0 0-3 15,0 0-8-15,0 0 2 0,0 0-2 0,0 0-7 16,0 0-2-16,0 0-4 0,8-2-2 0,-8 2-2 0,0 0-3 16,0 0-5-16,20 5-3 0,-20-5 1 0,16 5-2 15,-7-3-3-15,-1-1-2 0,7 0-1 0,-9 4-2 16,6-5 1-16,3 1 2 0,-5 1-3 0,8 1 0 15,2 1-5-15,-9-1 4 0,-1 1-2 0,4-4 3 16,0 3-5-16,1 2 0 0,-1-3-2 0,-1 0 3 16,-3 2-1-16,-4-4 1 0,-6 0-3 0,15 0 3 15,-8 3-3-15,-1-2 3 0,-6-1-1 0,0 0-2 16,0 0 0-16,15-1 3 0,-15 1 2 0,7 6 2 16,-7-6-2-16,0 0 0 0,0 0 4 0,0 0-5 15,0 0-1-15,0 0-2 0,0 0 1 0,0 0-1 16,0 0-6-16,0 0 6 0,8 0 1 0,-8 0-3 15,0 0-1-15,2 6 0 0,-2-6 3 0,0 0-3 0,0 0 2 16,-3 9 0-16,3-9-1 0,0 10-1 16,0-10-3-16,-4 9 1 0,4 2 5 0,-3-10-4 15,3-1 2-15,-5 10 0 0,2-3-1 0,-1 5 4 0,-4-11-5 16,8 7 4-16,-3 4-1 0,0-5 3 0,1 4 3 16,-5-2 2-16,6 2-2 0,-1-1 5 0,-5-1-1 15,2 2-1-15,-1-3 2 0,-3 1-3 0,8 2 2 16,-4-2 1-16,-3-2-1 0,1 4-2 0,0 1 5 15,1-5 1-15,2 2-1 0,-2-1-1 0,-4-1 4 16,0 1-3-16,3-1 0 0,-1-2-1 0,6 2 3 16,-4 0-1-16,2-2-2 0,-1 2 1 0,-1-2-4 15,3-3-2-15,3-2 4 0,-10 9-2 0,8-6 1 16,2-3-4-16,0 0 3 0,-7 4 0 0,7-4 3 0,-3 8 0 16,3-8 1-16,0 0 1 0,0 0 0 15,-5 4 0-15,5-4 0 0,0 0 8 0,0 0-7 16,0 0 3-16,0 0-4 0,0 0 11 0,0 0 12 0,15 5 9 15,-15-5 17-15,12 3-18 0,1 0-2 0,-7 0 6 16,14 0-19-16,-5 0-1 0,8 1-5 16,5-1 10-16,-6 1-11 0,8-3-7 0,-2 1 2 15,-7-1-4-15,1 2-1 0,8-3 0 0,-2 0-1 0,-8 0-1 16,3 3-4-16,-2-3-4 0,-1-3 2 0,-3 0 1 16,3 2 0-16,-12 1-6 0,7-2-3 0,-9 2-8 15,4-1-22-15,-5-4-18 0,-5 5-22 0,14-6-35 16,-13 0-26-16,-1 6-22 0,0 0-28 0,-6-9-15 15,6 9-22-15,-9-6-28 0,1 3-194 0,-3-5-480 16,-4 7 213-16</inkml:trace>
  <inkml:trace contextRef="#ctx0" brushRef="#br0" timeOffset="176841.49">19271 17427 33 0,'-2'-6'213'0,"2"6"-12"0,0 0-7 15,0 0-7-15,0 0 3 0,0 0 1 0,0 0-8 16,0 0-7-16,0 0-4 0,0-4-6 0,0 4-5 0,0 0-10 16,0 0-3-16,15-4-15 0,-15 4-17 15,15 0-7-15,0 4-12 0,0-4-10 0,-1 0-5 16,8 1-8-16,-7-1-9 0,6 0-4 0,1 0-11 0,-6 2-2 16,6-2-8-16,-2 0-5 0,1 0 0 0,-2 1-11 15,0-1-8-15,1 0-21 0,-3 0-23 16,-1 0-25-16,-4 0-36 0,-2-1-42 0,-2 2-64 15,-8-1-49-15,13-1-206 0,-13 1-486 0,0 0 216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0:11:44.4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24534 1407 123 0,'0'0'155'0,"5"-7"-7"0,-5 7-11 0,0 0-4 0,0 0-5 16,0 0-15-16,2-7-7 0,-2 7-4 0,0 0-15 16,0 0-8-16,0 0-11 0,0 0-4 0,0 0-9 15,0 0 0-15,0 0-12 0,0 0-4 0,0 0-5 16,0 0-2-16,0 0-2 0,0 0-4 0,0 0-3 16,0 19-4-16,0-14-3 0,0 3-1 0,0-2 1 15,0 0-4-15,0 4 1 0,0-2 1 0,0 1-7 16,0 1 1-16,0-1 6 0,1 4-6 0,6-1-2 15,-7-2-3-15,0 2 5 0,0 2-3 0,5 4-1 16,-5-5-2-16,1 2 2 0,-1 0 4 0,0 3-4 16,5-4-2-16,-1 2 1 0,-4-2-1 0,0 2 0 15,5-5-2-15,-5 5 6 0,0-3-8 0,1 4 2 16,-1-4 0-16,0-2 3 0,0 7-3 0,0-9 0 16,0 4 3-16,0-2-2 0,-1 3 2 0,1-4-2 15,0 5 2-15,0-4-1 0,0 1 3 0,1-1-1 16,-2-2 2-16,1 2 0 0,1 0-3 0,-2-3 5 0,-4 1-2 15,5 2-1-15,0-4 1 0,0 5-1 0,0-1 2 16,0-2-2-16,0 0-3 0,0 0 5 16,0 0-1-16,0 0 1 0,0 0-4 0,0 2 3 15,0-1-3-15,0-3 2 0,0 4-2 0,0 1 3 0,0-4 2 16,0 0-2-16,0 0-4 0,0-1 5 0,0 4-4 16,0-2 2-16,0 2 0 0,5-4-5 0,-4 2 6 15,-1-2-4-15,0 2-1 0,0 2 4 16,0-4-2-16,-1 2 3 0,1-1-6 0,1 1 2 0,-2-1-1 15,1-1 4-15,0 2-5 0,0-3 4 0,0 1-2 16,0 1-2-16,1 2 0 0,-1-2 1 0,0 0 1 16,0-3 0-16,0 8-2 0,0-3 2 0,0-4 2 15,0 0-2-15,0 4 0 0,0-2 0 0,0 0 1 16,0 0 2-16,0 0 0 0,0-2-4 0,0 2 1 16,0 2 1-16,0-4-1 0,0 3 8 0,0-5-5 15,0 7 1-15,0-4 0 0,5 1-1 0,-10 1 2 16,5-2 7-16,5 1 6 0,-5 1-2 0,2 1-1 15,-2-2 0-15,0 3-3 0,5-3 2 0,-5 2-5 16,2 0 0-16,-2-4 2 0,1 3-3 0,-1 0-1 16,0-2-3-16,5 6-1 0,-5-4 4 0,2-1-3 15,-2 7-1-15,5-6 1 0,-5-2-1 0,2 6 0 16,-1-6 1-16,4 3-3 0,-5 0 1 0,2-1-2 16,-2 1 2-16,0 1 0 0,6-2 3 0,-6 1-5 0,0 1-3 15,0-2 6-15,5 0-3 0,-1 1-3 16,-4 0 2-16,0-1 2 0,6-1-1 0,-6 3 1 15,0 1-1-15,0-4 1 0,0 5 0 0,5-4-1 16,-5 0-3-16,2 2 1 0,0-4 2 0,1 5-1 0,-3 0 0 16,2-3 1-16,1 2-1 0,-3-1 1 0,3-1-2 15,-3 3 2-15,0-3 0 0,2 5-1 0,3-6 1 16,-4 3-1-16,4 0 2 0,-5-1 1 0,4 2-3 16,1-2 2-16,-4 1 2 0,4 1-2 0,-1-4 0 15,-3 3 1-15,4 0 0 0,2 1 0 0,-5 1 4 16,2-5 1-16,3 4 2 0,-4-5 2 0,2 1-1 15,-1 3-3-15,-1-3 4 0,2 0-4 0,-5-1 2 16,5 4-5-16,-3-7 2 0,1 4 0 0,2 1 1 16,-5-2 1-16,3 3-3 0,0-5 0 0,1 2 1 15,-1-2 0-15,0 0 0 0,-3 1 0 0,2 0 0 16,0 1 1-16,-1 0 3 0,3-1-3 0,-4-1 2 0,1 3-1 16,1-4 0-16,3 1 3 0,-5 1-2 15,0 2 1-15,3 0 5 0,1-3 0 0,-1 2 3 16,-3 4 1-16,5-3-4 0,-5-4 1 0,2 7 7 0,-2-3 18 15,1 0-4-15,6 3-3 0,-7-3-5 0,0 1-2 16,3 2-1-16,0-4-5 0,-3 4 1 0,5-1-4 16,-1 1 0-16,-4 4 0 0,0-6-4 15,0 5 0-15,0-4-1 0,3-1-1 0,-3 3-3 0,5 1 1 16,-5-2-4-16,0 1 1 0,0 2 0 0,5-1-1 16,-5 2 0-16,2-3 3 0,-2-1-1 0,3 0-2 15,2 0-1-15,-5 2 5 0,2-2-9 0,1 0 5 16,-3-4-1-16,0 3-4 0,0 0 2 0,0-1 0 15,0-1 1-15,1 3-2 0,-1 1-3 0,0-3 5 16,4 1-3-16,-1 1 0 0,-3 0 0 0,0-1 0 16,3 0 2-16,-3 4-5 0,0-7 1 0,-3 4 1 15,3 5 2-15,3-2 5 0,-3-1-6 0,-3-2 4 16,6 5-2-16,-6 1 1 0,3 0-2 0,-3-1 14 16,-1 0 2-16,3 2 0 0,1 2-1 0,-5-4 3 15,5-1-9-15,-8 4 7 0,6-3-2 0,2 3 2 16,0 4 2-16,0-7-4 0,-5 3-3 0,5 0 6 15,0-3-2-15,0 4 3 0,0-4-3 0,0 2-1 16,0-3-1-16,0-1 1 0,0 4 0 0,0-6-5 16,0 5 3-16,0-4-3 0,0-1 0 0,0 4-2 15,0 2-2-15,0-7 3 0,0 4 1 0,0-3-5 16,0 1 3-16,0-2-5 0,0 2 0 0,-5 4 2 16,5-2-10-16,-3-3 9 0,3 5-4 0,0-1 3 0,3-1 10 15,-6 0-9-15,3-3-4 0,-4 4 24 0,4-1-30 16,-3 5 3-16,1-5 1 0,2 6-3 0,-3 0 1 15,3-5-2-15,0 1 6 0,0 2-1 16,-3-1-1-16,-1 4-1 0,4-5 3 0,-3 6 3 0,3-7-4 16,0 6-3-16,-1-3 0 0,2 6 2 0,-2-5 9 15,2-1-10-15,2 1 0 0,1-1 11 0,-4-1-8 16,0 9 0-16,3-7 1 0,-6 4 0 16,3-5 0-16,3 4-7 0,0-5 3 0,-1 6 12 0,-4 2-11 15,4-4-4-15,1 2 10 0,-8 1-5 0,7-6-2 16,1 1-3-16,1 0 6 0,-1-2 0 0,2 2-3 15,-5-4 2-15,0 2 1 0,0-3-4 0,0 1 6 16,0 1-6-16,5-5 4 0,-5 5 1 0,0-7-2 16,0 2-5-16,0 0-14 0,2 3-18 0,1-3-26 15,2-5-29-15,-5 3-34 0,2-2-39 0,1 0-48 16,-3-4-55-16,1 4-63 0,-1-8-165 0,0 0-536 16,0 0 238-16</inkml:trace>
  <inkml:trace contextRef="#ctx0" brushRef="#br0" timeOffset="1687.32">23640 5250 63 0,'-8'-1'190'0,"8"1"-11"16,0 0 0-16,0 0-2 0,0 0-6 0,0 0-4 15,0 0-4-15,0 0-1 0,-5-4-9 0,5 4-8 16,0 0-14-16,0 0-10 0,0 0-11 0,0 0-8 15,0 0-12-15,21-7-7 0,-11 6-8 0,2-1-7 16,1 0-7-16,2-1-4 0,2 2-8 0,3 1-3 16,3-1-5-16,8-1-2 0,-4 2-5 0,6-3-4 0,-3 3-1 15,18-1-2-15,-2 1-2 0,-1-2-2 0,-1 0-4 16,4-1 2-16,5 2-6 0,-5 1 5 16,0 0-1-16,-5 0 1 0,2-1 2 0,-2-4 5 0,5 5-5 15,-12 0 1-15,-3-5 4 0,1 5-4 0,2-2 0 16,0 0-1-16,-4-3 2 0,1 4 0 0,-2-4-4 15,14 4 0-15,-15-2 0 0,0-2-2 0,-2 0 1 16,0 3-3-16,-5-1-2 0,-1 1-2 0,6-1 2 16,-3-1 0-16,1 1-3 0,-4-5-3 0,-3 6 0 15,3 0-3-15,3-1 2 0,3 1-1 0,-8 1-3 16,1-1 4-16,-1 1-6 0,2-2 5 0,3-1-3 16,-4 0 1-16,2 4 4 0,-3 0-5 0,2-1-2 15,-6-1 0-15,7 2-3 0,-1-2 4 0,-2 2-2 16,3 0 8-16,-3-2-8 0,0 1 6 0,1-3-4 15,1 3 4-15,-1 1-4 0,1 0-4 0,1 0 0 16,-3 0 7-16,3-2-5 0,-2 4-1 0,3-4-1 16,-3 2 5-16,2 0-3 0,5 2-4 0,-6-2 4 15,-1 0-1-15,4 0 1 0,-5 0-1 0,8 0 4 0,5-2-5 16,-11 2 1-16,6 0 6 0,-5 0-7 16,5 2 0-16,-6-2 4 0,1-2 1 0,-1 2-6 15,6 0 4-15,-7 0 0 0,6 0 1 0,2-1-3 0,-7 4-2 16,0-3 4-16,7 0-2 0,-6 0 1 0,-3 0 1 15,4-2 0-15,-3 4-3 0,1-2 3 0,7 0 1 16,-7 0-2-16,1 0 0 0,5 0 3 16,-6 0-3-16,9 0 0 0,-11 0 0 0,8 0-2 0,-6 0 0 15,4 0 1-15,-4 0 2 0,7 0-4 0,-7 0 2 16,1-3 0-16,5 3 1 0,-5 0 1 0,-1-3-2 16,1 3 4-16,-1-3 3 0,6 2-1 0,0 1-9 15,0-4 3-15,-1 3-2 0,-3-1 3 0,-4 2 1 16,7-1 1-16,-2-2-3 0,4 2 2 0,-1-3-2 15,-6 3-1-15,-1-1 3 0,8 2 1 0,0 0-3 16,-4-4 1-16,-2 3-1 0,-1 1 2 0,-1-2-3 16,8 2 3-16,-8-2-1 0,2-1-1 0,5 2 1 15,-11-1-1-15,4 2 4 0,1 0-4 0,0 0 6 0,6-4-5 16,-4 7 0-16,-2-6-3 0,0 2 2 16,-1-3-1-16,2 4 4 0,-1 0-1 0,1 0-3 15,0 4 3-15,-8-4 0 0,5 0-3 0,3 1 1 16,-1 2 1-16,-1-3 0 0,1 1-3 0,1-1 5 0,-2 0-7 15,-1 0 6-15,3 0 0 0,7 2-3 0,-5-4 1 16,3 2 2-16,2 0-3 0,-9 2 4 0,1-4-2 16,8 2 3-16,-7 0-4 0,5 0 4 0,-5 2-2 15,5-2 3-15,0 0-6 0,1 0 0 0,0 0 2 16,1 0-1-16,-2 0-2 0,-1-2 2 0,-6 2-1 16,2 0 3-16,6-1 2 0,-6-2-3 0,0 2 3 15,3-3-7-15,-4 3 4 0,1 1 2 0,-1-2-4 16,-1 1 0-16,2 1 1 0,0-3 2 0,-3 2-4 15,2 1 3-15,-1-2 1 0,1 0 1 0,-4 2-2 16,4 0 0-16,6 0 3 0,-12 2-3 0,7 0 2 16,-9-1-1-16,7-1-3 0,2 0 3 0,1 3 8 15,-3-3-6-15,1 1 3 0,-1-1 5 0,7 0-3 16,-6 3 3-16,-1 1-3 0,1-4 2 0,-2 1 1 16,6-1 6-16,-9 3-1 0,9-3-7 0,1 1 2 15,-7 1 6-15,1 2-8 0,2-4 0 0,-1 2 2 16,1 0 3-16,-3 3-3 0,1-5 0 0,1 0 2 15,-1 0 0-15,-1 2-5 0,0-1 2 0,3-1 0 0,-1 0 3 16,-2 4-4-16,-4-4 3 0,7 0 1 0,-8 1 2 16,5-1-5-16,2-1-2 0,-4 1 4 15,3 0 3-15,-2 0-4 0,-1-4-3 0,2 8 1 0,-1-8 10 16,1 8-10-16,2-8-9 0,-4 8 3 0,4-4 0 16,-3 0 4-16,3 1-3 0,-1-1 3 0,1 0-8 15,-1 0 3-15,1 3 1 0,0-3 8 0,1 1-11 16,0 1 0-16,-5-2 0 0,2 0 3 0,1 1-1 15,-2-1-4-15,2 0 3 0,-3 0-2 0,-3 0 4 16,0 0 2-16,0 0 1 0,0 4 13 0,-2-4 0 16,-5 0 5-16,-8 0-1 0,22-4-1 0,-14 3-1 15,-8 1 2-15,15 0-8 0,-15 0 7 0,18 0-7 16,-18 0-7-16,12-2 10 0,-12 2-7 0,0 0-1 16,10 0 3-16,-10 0-9 0,0 0 2 0,0 0 2 15,0 0-5-15,11 0-9 0,-11 0-4 0,0 0-34 16,5-4-30-16,-5 4-27 0,2-6-44 0,-2 6-47 15,0-6-58-15,0 6-54 0,0 0-240 0,-3-12-587 16,-1 3 260-16</inkml:trace>
  <inkml:trace contextRef="#ctx0" brushRef="#br0" timeOffset="2015.41">29953 4870 134 0,'0'0'272'0,"-2"7"-2"16,2-7-4-16,7 12-8 0,0-5-8 0,-1-3-14 15,2 3-12-15,6 5-17 0,1-2-10 0,9 7-18 16,-9-4-18-16,15-1-13 0,-10 5-15 0,1-4-13 15,3 2-13-15,-3 0-12 0,-4-3-3 0,3 1-11 16,-6-2-6-16,1 0-10 0,0-3-9 0,0 4-3 16,0-1-5-16,-8-3-7 0,1 0-1 0,-1 0-10 15,-2 1-1-15,-1-3-3 0,1 3-5 0,-5 0-6 16,-1-1-3-16,-3-3-6 0,-4 3-9 0,-7-1-8 16,-1 1-26-16,-12 3-33 0,-15 2-53 0,-9-2-60 15,1-3-83-15,-12 2-277 0,-25-3-588 0,2 3 262 16</inkml:trace>
  <inkml:trace contextRef="#ctx0" brushRef="#br0" timeOffset="3499.63">23655 5238 11 0,'0'0'137'0,"0"0"2"0,0 0-7 15,0-8-1-15,0 8-9 0,0 0-7 0,0 0-8 16,0 0-2-16,0 0-12 0,0 0-4 0,0 0-15 15,0 0-5-15,0 0-1 0,0 0-9 0,0 0-7 16,0 0-8-16,0 0-2 0,0 0-3 0,0 0-9 16,0 0 1-16,0 0-3 0,0 0-3 0,0 0-3 15,-15-1-3-15,15 1 5 0,0 0-8 0,0 0-1 16,-13 0-3-16,13 0 6 0,0 0-6 0,-15 0 0 16,15 0-2-16,-12 1-3 0,12-1 4 0,-16 3-2 15,16-3 2-15,-17 2-2 0,9-2 2 0,-3 3 5 16,11-3-5-16,-15 0 1 0,5 3-5 0,-2-3 0 15,2 1 0-15,-3 2 0 0,13-3-2 0,-22 2 1 16,16 0-2-16,6-2 1 0,-17 0 0 0,7 1 6 0,10-1-8 16,-18 3 3-16,18-3 10 0,-18 0 5 0,6 0-1 15,2 0 5-15,-1 2-4 0,1-2-1 16,10 0 1-16,-22 0-1 0,9 0-5 0,2 0 3 0,-1-2-2 16,12 2-4-16,-25-3 5 0,12 3 2 0,1 0-4 15,12 0 3-15,-26 0-4 0,14 0-3 0,-3 0-1 16,0-1 2-16,1 1 0 0,0 0-2 0,4 0-3 15,-3 0 5-15,-2 0-5 0,15 0 2 0,-21 0 1 16,6 0-1-16,0 1-6 0,-2 2 5 0,2-3-2 16,2 0-1-16,-3 0 1 0,2 2-3 0,1-2 3 15,-2-2 2-15,0 4 0 0,-1-4 1 0,-1 4 2 16,-3-1 0-16,4-1 0 0,-4 1-2 0,5 2 2 16,-5-1-2-16,5-2 2 0,-1 2-3 0,-6-2-1 15,7 0-1-15,-6 1 0 0,8 2-2 0,-7-2-1 16,2 4 2-16,1-3-3 0,0-1 2 0,-1 2-1 15,0-2 2-15,0 2 0 0,1 0-1 0,-1-1 0 16,2 1 1-16,-8 1 4 0,8-2 7 0,-4 3 3 0,0-4 2 16,4 3 2-16,-8-1 3 0,3 0-4 0,-9-1 7 15,9 1 5-15,-4 0-2 0,-5 0 1 16,-3 2 1-16,1-4-1 0,3 5 7 0,-3-5-2 0,-1 4 0 16,8-3 4-16,-10-1-9 0,6 5-1 0,-3-6 3 15,2 1-1-15,4 1-5 0,-2 4-4 0,-2-5 3 16,7 1-1-16,-7-1-5 0,8 3 3 0,-1-4-7 15,2 3 4-15,-1 1-7 0,1-3 0 0,-1 1-3 16,2-2-1-16,2 1-1 0,0 1 3 0,0-2-5 16,6 0 0-16,-1 3 1 0,1-3-6 0,2 2-1 15,-1-2-15-15,11 0-18 0,-15 4-21 0,15-4-30 16,-12 0-26-16,12 0-25 0,-6 1-39 0,6-1-63 16,0 0-231-16,0 0-504 0,41-1 222 0</inkml:trace>
  <inkml:trace contextRef="#ctx0" brushRef="#br0" timeOffset="4483.89">24746 5482 123 0,'0'0'130'0,"0"0"-7"0,0 0-7 0,0 0-13 16,0 0-10-16,0 0-9 0,0 0-3 0,0 0-8 15,0 0 11-15,0 0 2 0,0 0-14 0,-5 15-4 16,5-8-9-16,0 1-4 0,0-8-3 0,0 15-4 15,0-7-3-15,0 4-11 0,-3-1 8 0,6 1-9 16,-8 1-2-16,5 2-2 0,0 0-4 0,0 0 0 16,-3 3-1-16,1-6-4 0,0 6 4 0,4-1-11 15,-2-2 5-15,0-1-18 0,0 1-21 0,2-3-48 16,-2-1-63-16,3-2-134 0,-1 1-287 0,1-5 128 16</inkml:trace>
  <inkml:trace contextRef="#ctx0" brushRef="#br0" timeOffset="5720.29">24592 3871 14 0,'0'0'115'0,"0"0"1"0,0 0 1 16,0 0 10-16,0 0-6 0,0 0 5 0,0 0-4 0,0 0-1 16,0 0-5-16,0 0-4 0,0 0-7 0,0 0-3 15,0 0-10-15,0 0-8 0,0 0-5 16,0 0-10-16,0 0-5 0,0 0-5 0,0 0-3 15,8 5-7-15,-8-5-5 0,0 0-5 0,0 0 2 0,13 0-10 16,-13 0-3-16,20-3-3 0,-8 3 0 0,1 0-4 16,5 0-1-16,1 0 0 0,-3 0-5 0,2 0-2 15,5 0 2-15,-1 3-6 0,-5-3 1 0,2-3 0 16,3 6-5-16,-4-3 2 0,-3-3 3 0,-2 3-5 16,-4 0 1-16,5 0-1 0,-14 0 0 0,17-2 4 15,-17 2-1-15,10 0 0 0,-10 0-2 0,0 0 2 16,8-1-3-16,-8 1 0 0,0 0-5 0,0 0-2 15,0 0 4-15,0 0-2 0,0 0-1 0,0 0-1 16,0 0-5-16,-28-6-13 0,28 6-26 0,-15 0-8 16,15 0-31-16,-13-1-49 0,13 1-52 0,-15 0-130 15,15 0-340-15,-8-5 151 0</inkml:trace>
  <inkml:trace contextRef="#ctx0" brushRef="#br0" timeOffset="6470.21">23819 3944 4 0,'0'0'181'0,"0"0"-8"0,-15 1-13 0,15-1-12 16,-10 3-15-16,10-3-9 0,-11 8-11 0,7-4-9 16,4-4-1-16,-11 9-9 0,7-3-9 0,1 2-5 15,0-3-8-15,-1 6-6 0,3-4-11 0,-1 1 4 16,4-1 3-16,-1 1-6 0,-1 1 2 0,4-3-6 15,-1 2-10-15,4-3 12 0,-1 3-7 0,6-2-2 16,-1 0-2-16,3-4-7 0,-4 2-1 0,5-4-3 16,6 0-1-16,-4-3-4 0,1 0-2 0,-3-2-4 15,0-2 7-15,1-1 7 0,-1 1 3 0,-3-2 3 16,-4-4 4-16,2 0 1 0,0 0 8 0,-4-1 0 16,-2 2 9-16,1 0 1 0,-5-5-2 0,0 6-2 15,0-3-2-15,-5 4-7 0,1-4-8 0,-1 2-5 16,-1 5-4-16,-2-8 3 0,-1 7-13 0,1 4-3 0,-2-1-4 15,-2-3-7-15,1 5-11 0,3-1-17 0,-7 3-18 16,15 1-21-16,-22 0-28 0,14 1-23 16,0 3-22-16,-4-1-29 0,9 5-33 0,-2-4-40 15,3 0-156-15,2-4-420 0,2 12 186 0</inkml:trace>
  <inkml:trace contextRef="#ctx0" brushRef="#br0" timeOffset="6860.8">24218 3859 95 0,'0'0'206'15,"0"0"-10"-15,0 0-23 0,0 0-15 0,0 0-16 16,0 0-23-16,0 0-7 0,0 0-11 0,0 0-13 15,0 0-5-15,0 0-8 0,0 0-8 0,0 0-7 16,0 0-7-16,-7 20-5 0,7-20-4 0,0 0-6 16,0 0 1-16,-3 4-5 0,3-4-3 0,0 0-3 15,-5 7-2-15,5-7 15 0,0 0 10 0,0 0 7 16,0 0 11-16,0 0 11 0,0 0 9 0,0 0-2 0,0 0-7 16,0 0-10-16,0 0-7 0,0 0-10 0,0 0 1 15,0 0-9-15,13-20-1 0,-13 14-8 16,0 6-3-16,0-8-1 0,0 8-2 0,2-4 1 0,-2 4-7 15,0 0 1-15,0-8-9 0,0 8-6 0,0 0 0 16,0 0-7-16,0 0-1 0,-7-5-9 0,7 5-6 16,0 0-15-16,0 0-16 0,0 0-15 0,-25 13-14 15,20-9-21-15,4-1-20 0,-1 5-21 0,2-8-23 16,-5 11-20-16,5-6-18 0,0-5-147 0,0 11-370 16,7-8 164-16</inkml:trace>
  <inkml:trace contextRef="#ctx0" brushRef="#br0" timeOffset="7204.51">24380 3855 116 0,'0'0'154'0,"0"0"-2"0,0 0-7 0,0 0-8 0,0 0-6 16,0 0 3-16,-8 16-8 0,8-16-9 15,0 8-6-15,0-8 3 0,0 7-13 0,5 1-4 0,-4-1-15 16,1 2-5-16,1-1-1 0,2 1-9 0,-3 1-8 16,0-2-5-16,1 1-4 0,0-1-8 0,-1 2-2 15,3-1-6-15,-2 0 2 0,-3 0-6 16,4-2-6-16,-3 2 1 0,-1-3-3 0,0 3-6 0,0-2 2 16,0 0-1-16,0-7 0 0,-1 11 0 0,1-2-7 15,-4-5 3-15,1-1 3 0,3-3-4 0,-10 9-1 16,7-6-1-16,-4 3 3 0,7-6 0 0,-13 3-1 15,3-3-6-15,-2 0-13 0,12 0-24 0,-21 0-23 16,11 0-31-16,10 0-31 0,-22-3-30 0,16-3-52 16,-4 0-122-16,1 0-346 0,-2-1 153 0</inkml:trace>
  <inkml:trace contextRef="#ctx0" brushRef="#br0" timeOffset="7391.99">24347 3717 92 0,'2'-9'182'0,"-2"9"-15"15,1-8-16-15,-1 8-12 0,5-5-13 0,2-2-13 16,-4 1-16-16,7 2-24 0,0-1-31 16,0 1-39-16,7-2-54 0,-1 1-138 0,1-2-205 0,2-1 90 15</inkml:trace>
  <inkml:trace contextRef="#ctx0" brushRef="#br0" timeOffset="8001.3">24430 2512 78 0,'0'0'259'0,"0"0"-6"0,0 0-7 0,0 0-7 16,0 0-14-16,0 0-4 0,0 0-28 0,0 0-15 15,0 0-21-15,0 0-20 0,0 0-10 0,30-10-12 16,-19 10-14-16,-1-2-7 0,5-1-10 0,-4 2-10 16,1-2-6-16,8 0-5 0,-4 1-8 0,-7 2-7 15,4-3-7-15,2 3-7 0,-2-1-16 0,-5-5-26 16,1 5-38-16,6-1-37 0,-7 0-39 0,-2-2-58 16,-6 4-62-16,14-1-163 0,-14 1-438 0,8-5 193 0</inkml:trace>
  <inkml:trace contextRef="#ctx0" brushRef="#br0" timeOffset="8891.83">23993 2397 166 0,'1'-6'208'0,"1"0"-5"0,1-2-4 0,1 1-13 0,1-1-6 15,-4-2-5-15,4 4-3 0,-1-2-9 0,1 0-9 16,1 0-9-16,-4 2-9 0,1-3-7 0,0 0-9 16,-1 3-2-16,0-4-6 0,3 3-8 0,0 1-1 15,-5-1-19-15,3 2-10 0,-3 5-6 0,2-10-4 16,1 7-5-16,-3 3-9 0,2-7-6 0,-2 7-5 15,0 0-6-15,0-8-5 0,0 8-5 0,0 0-3 16,0 0-7-16,0 0-3 0,0 0 0 0,0 0-1 16,0 0-2-16,6 18-2 0,-6-18-2 0,0 15 1 15,0-9 0-15,0 3 0 0,2 3 0 0,0-5-2 16,3 6-3-16,1 1 6 0,-4 4-3 0,3-6-3 16,-2 7 0-16,4-3-4 0,1 0-1 0,0-4 1 15,-3 6-6-15,5-4-1 0,-8-2 0 0,3-2-2 16,-2 4-4-16,4-3-3 0,-4-1-3 0,-1 0 4 0,3-2-4 15,-4 1-3-15,-1-5-7 0,7 7 4 16,-7-11 1-16,0 11 3 0,0-7 0 0,0 0 2 16,0-4 1-16,0 11 4 0,-2-5 1 0,2-6 1 15,-11 9 2-15,9-8 1 0,2-1 2 0,-13 8 2 0,8-5 1 16,-2-2 1-16,1 4-1 0,-6-3 1 0,4 3 3 16,1-5 14-16,-1 3-7 0,0-3-2 15,-1 4 4-15,1 1-3 0,0-3-1 0,8-2 0 0,-14 4 1 16,8 0-2-16,-2-3 0 0,8-1 1 0,-12 4 1 15,12-4 2-15,-8 3 2 0,8-3-3 0,0 0 2 16,-9 4 0-16,9-4 4 0,0 0 6 0,0 0 1 16,-6 1 5-16,6-1 1 0,0 0 3 0,0 0-1 15,0 0 2-15,20 3-8 0,-10-2 1 0,11 2 0 16,7 1-7-16,4-1-2 0,-1 1-26 0,2-1-51 16,-1 3-63-16,4-4-78 0,-6 0-248 0,5 1-493 15,-6-3 219-15</inkml:trace>
  <inkml:trace contextRef="#ctx0" brushRef="#br0" timeOffset="10657.27">21545 5407 110 0,'0'0'127'0,"0"0"-8"0,0 0-11 0,0 0 0 15,0 0-5-15,0 0-6 0,0 0 5 0,0 0-10 16,0 0-7-16,0 0-12 0,-8-3-4 0,8 3-1 15,0 0-9-15,0 0-25 0,-9-1 8 0,9 1 3 16,0 0-7-16,-21 1-3 0,21-1-4 0,-15 0 0 16,8 3 4-16,7-3 1 0,-21 5 3 0,6-5 1 15,5 2-2-15,-10-1 7 0,5 3 1 0,-6 1 4 16,4-3 1-16,-6-1 1 0,3 0-1 0,-3 4 0 16,1 1 7-16,-6-4 1 0,0-1 0 0,-3 7-1 15,1-7-3-15,0 2-3 0,-5 1 1 0,5 0-1 16,1-3-4-16,-1 4-2 0,-3-4-4 0,-2 3 0 15,4-2-3-15,-3 3 0 0,3-3 1 0,-4 1-4 16,5-1-3-16,-6-2-2 0,6 0-4 0,-3 0-2 0,5 2 2 16,-2-2-4-16,0 0-4 0,2-2 2 15,5 2-4-15,-5-2-2 0,6 4 0 0,1-7-1 16,-1 4-2-16,6 0-1 0,4 1 0 0,-4 0-2 0,1-5-6 16,0 3-11-16,8 2-21 0,7 0-30 0,-21-3-33 15,14 2-47-15,7 1-55 0,0 0-253 0,-8-1-484 16,8 1 214-16</inkml:trace>
  <inkml:trace contextRef="#ctx0" brushRef="#br0" timeOffset="12188.35">29768 5798 81 0,'-14'-2'240'15,"14"2"-5"-15,0 0-14 0,0 0-13 0,0 0-11 16,-8-1-11-16,8 1-15 0,0 0-13 0,0 0-14 0,0 0-12 16,0 0-13-16,0 0-10 0,0 0-10 15,0 0-9-15,0 0-4 0,0 0-8 0,0 0-11 16,0 0 2-16,22 8-9 0,-9-5-8 0,-5 1-4 0,5 0-3 16,4-1-5-16,-4 2-6 0,2-2-2 0,2 2-4 15,-3 0-4-15,1 1-3 0,-1-3 1 0,-3 2-3 16,-1-2-5-16,-2 1 0 0,4 0-1 0,-4 1-5 15,1 1 4-15,-3 0-3 0,2 1-2 0,-3-2-4 16,-3 2 3-16,0 0-3 0,3 1 2 0,-5 2 1 16,0-1-6-16,-5 1 8 0,3 3-5 0,-5 1 2 15,2 1-4-15,-3-1-1 0,2 1 1 0,-4 2 1 16,3-2-2-16,-3 0 0 0,0 0-4 0,2 1 2 16,0-1 3-16,-2-2-1 0,-2 2 2 0,4-1 1 15,-2-1-1-15,3-6 0 0,-1 5-3 0,1-4 1 16,1-1 2-16,-1 2-2 0,2-2 2 0,2 0-1 15,-2-1-3-15,5 0 1 0,0-6 1 0,-7 4 4 16,7-4 8-16,-8 8 1 0,8-8 3 0,0 3 13 0,0-3 0 16,0 6 4-16,0-6 4 0,0 0 0 15,0 0-7-15,0 0 2 0,20 5-5 0,-12-4-3 16,0-1-3-16,12-1-1 0,-5 1-3 0,0 0-6 0,0-2 2 16,0 2 0-16,1 0-4 0,1 0-2 0,1 0-5 15,-5 0 2-15,4 0-7 0,-4 0-21 0,0-4-20 16,-3 4-18-16,0-5-32 0,-3 2-34 0,1-1-34 15,-1-3-39-15,1 3-41 0,-5-4-212 0,-3 0-491 16,4 0 218-16</inkml:trace>
  <inkml:trace contextRef="#ctx0" brushRef="#br0" timeOffset="12453.95">29729 6024 96 0,'0'0'274'0,"0"0"-8"15,0 0-4-15,-4-5-1 0,4 5-6 0,0 0 10 16,0 0-27-16,0 0-11 0,0 0-12 0,4-10-19 16,-4 10-20-16,0 0-13 0,0 0-16 0,5-6-17 0,-5 6-12 15,10-3-9-15,0 0-13 0,-3 2-9 0,-7 1-9 16,21 0-10-16,-1 0-11 0,-3 0-11 15,4 1-15-15,8 2-31 0,-5 0-34 0,9 1-27 0,-3 0-47 16,0 1-54-16,1 2-65 0,6-3-66 0,-7 0-203 16,-1 0-538-16,1-3 238 0</inkml:trace>
  <inkml:trace contextRef="#ctx0" brushRef="#br0" timeOffset="13985.12">24503 1461 16 0,'0'0'47'0,"0"0"-1"0,0 0-7 0,0 0-2 16,0 0-1-16,0 0-6 0,0 0-6 0,0 0 1 16,0 0-3-16,0 0 2 0,0 0-6 0,0 0-5 15,0 0 1-15,0 0-9 0,0 0-6 0,0 0-16 16,0 0-13-16,0 0-28 0,0 0-64 0,0 0 29 16</inkml:trace>
  <inkml:trace contextRef="#ctx0" brushRef="#br0" timeOffset="15234.99">24555 1413 78 0,'0'0'77'0,"0"0"6"16,0 0-5-16,0 0 2 0,0 0-5 0,0 0 4 15,0 0-7-15,0 0-7 0,-6-5-3 0,6 5-2 16,0 0-2-16,0 0-2 0,0 0 0 0,0 0-5 16,0 0-3-16,0 0 3 0,0 0 1 0,0 0 3 15,0 0-5-15,0 0 1 0,0 0 0 0,0 0-2 16,-7-4-8-16,7 4 0 0,0 0 11 0,0 0-3 16,0 0-8-16,0-7 1 0,0 7 9 0,0-8-1 15,0 8-2-15,-1-9 6 0,1 9-5 0,0 0-3 16,0-9-2-16,0 9 3 0,0-9 3 0,0 9 2 0,0-11-5 15,-2 7-3-15,2 4-1 0,0-15-1 0,0 12 1 16,0 3 2-16,0-17-5 0,0 9-2 0,2 1-2 16,-2-5-2-16,0 4-1 0,0-4-2 15,-2-2-3-15,2 5 2 0,2-4-2 0,-2 2 2 0,0-5-3 16,0 5-1-16,0-4 4 0,0 0 1 0,0 6-2 16,1-3 1-16,-1 1 5 0,0-2-3 0,-1 1 0 15,2 0 4-15,-1-1 1 0,0 2 1 0,0 3-3 16,0-7 4-16,0 5 0 0,-1 4-3 0,1-6 1 15,0 4-8-15,0 1-3 0,-2-1-1 0,2 1-6 16,0-2 0-16,0 2 3 0,0-1-6 0,-5 0 0 16,5 4-5-16,0 4 1 0,-2-12-1 0,2 12-3 15,0-11 0-15,0 7-1 0,-5-2-2 0,5 6 2 16,-1-8-3-16,1 8 2 0,0 0 0 0,0-12 0 16,0 12 4-16,0 0-6 0,1-7-2 0,-1 7 1 15,5-8-2-15,-5 8 1 0,-6-5 0 0,6 5-1 16,0 0-1-16,0-8 0 0,0 8 2 0,0 0-1 15,0-11-1-15,0 11 2 0,0 0 0 0,0-4-2 16,0 4 0-16,0 0 3 0,0-9-1 0,0 9-1 16,0 0 3-16,0-9-2 0,0 9-6 0,0 0 3 15,0-9 2-15,0 9-2 0,0-6 1 0,0 6-4 16,0 0 4-16,0 0-3 0,0-9 3 0,0 9-3 16,0-5 5-16,0 5-3 0,0-10-1 0,0 10 5 15,0-5 0-15,0 5-3 0,0 0 0 0,0-8 0 16,1 1 8-16,-1 7-11 0,0-9 3 0,5 6 0 15,-5 3-15-15,0-4 2 0,0 4 1 0,0-12 1 16,0 12-3-16,-5-6 6 0,5 6-2 0,5-5 1 16,-5 5 3-16,0 0-2 0,-5-7 4 0,5 7-3 0,0 0 1 15,0 0 3-15,0 0 0 0,-1-9 0 16,1 9 0-16,0 0-5 0,0 0 2 0,0 0-3 16,0 0 0-16,0 0-14 0,0 0-1 0,0 0-8 15,0 0 2-15,0 0 3 0,0 0 4 0,0 0 0 0,-7 16 3 16,0-8 5-16,6-1-3 0,-6 1 3 0,6 1 4 15,-4 3-1-15,3-2 1 0,-5 7 0 0,2-7 2 16,-3 1 1-16,3 1 2 0,2-3-1 16,-4 6 1-16,-1-4-1 0,6 0 4 0,-6 1-1 0,3 4 1 15,-3-8 0-15,4 0 1 0,-2 3 0 0,-1-4 0 16,2-3 0-16,2 4 2 0,1 1-3 0,-3-6 3 16,2 3 0-16,0-3-2 0,1 3 4 0,2-6-1 15,-7 8-1-15,7-8 3 0,0 0-2 0,-5 4 0 16,5-4 0-16,0 0 0 0,-3 4 2 0,3-4 2 15,0 0 0-15,0 0-2 0,0 8 1 0,0-8 12 16,0 0-4-16,0 0 9 0,0 0 9 0,0 0-13 16,0 0 0-16,0 0-4 0,0 0-2 0,0 0-2 15,0 0 3-15,0 0-1 0,0 0-4 0,0-24-3 16,2 18 10-16,-2 6-6 0,3-6-4 0,2 0-1 16,-2-4 2-16,-3 10 2 0,4-10-4 0,-1 3-2 15,5-3-1-15,-6 2 3 0,6 1-1 0,-5-3-2 16,4 1 1-16,0 5-2 0,1-7 0 0,-3 3 3 15,3 0-2-15,-3-3 3 0,0 7 1 0,2-7 0 16,-1 4-3-16,1 1 16 0,-2-3-6 0,2 7 6 16,-4-5 5-16,5 2 2 0,-5-2 3 0,1 1 5 15,-4 6 9-15,8-5-14 0,-1 4-1 0,-7 1-1 16,1-6-3-16,-1 6-4 0,5-6-8 0,-5 6-6 16,0 0 4-16,0 0-2 0,0 0 1 0,0 0-2 0,17 9 0 15,-17-5-6-15,11 4 3 0,-7 2 2 16,2-1-1-16,1 2 1 0,8 0-3 0,-4 1 4 15,-1 1 0-15,5 1 0 0,2-1-2 0,-4-3 0 16,2 2-1-16,0 2 1 0,0-2 0 0,0-3 0 0,3 3-3 16,0-1-14-16,-5-3-9 0,-3-3-29 0,4 9-31 15,-6-10-34-15,0 0-49 0,-1-4-63 0,-7 0-290 16,0 0-563-16,0 0 249 0</inkml:trace>
  <inkml:trace contextRef="#ctx0" brushRef="#br0" timeOffset="16481.09">23533 312 19 0,'0'0'148'0,"0"0"-13"0,0 0-10 0,0 0-14 15,0 0-7-15,0 0-13 0,0 0-6 0,13 12-14 16,-13-12-3-16,8 8-8 0,-3-3-8 16,-3 3-6-16,6-2-1 0,-3 0-5 0,-3 3 0 0,6 0-5 15,-3-5-2-15,-3 7 1 0,3-3-2 0,-4 0-7 16,6 0 0-16,-6-1-5 0,1 2 4 0,1 1 3 15,-3-3-8-15,0-7 1 0,0 9 1 0,0 0 7 16,-5-2 9-16,4 1 8 0,-3-1 9 0,-5 0-1 16,5 0 4-16,-7-1 4 0,4 3 5 0,-10-3 4 15,3 1-2-15,-1 0 0 0,-4 2-5 0,3-4-3 16,-6 3-3-16,-1 2-5 0,5-2-5 0,0-2-2 16,-4 3-9-16,4 0-11 0,-3-2-4 0,2 3-4 15,0 0 1-15,0 2-4 0,1-2-1 0,-2-1-2 16,4 3 0-16,-4-2-2 0,5 2-3 0,0-4 2 15,2 3-2-15,-2 0 7 0,3-6-7 0,1 7-4 16,4-4 4-16,-1 3-3 0,-2-4 0 0,3-1 0 16,-1 0 0-16,5 6 2 0,-2-8-5 0,-2 1 4 15,4 2 0-15,3 0 2 0,0-7 0 0,-4 10-3 16,3-7 9-16,1 4-7 0,0 1 0 0,5-4 2 16,-2 4 1-16,0-1 0 0,6 0 0 0,-1-2 2 15,5 3-2-15,2-2 1 0,0 2-2 0,0-1 0 16,0 2 3-16,6-5-7 0,1 4 2 0,-6-1-3 0,4 0 2 15,0-2 2-15,-5 2-4 0,3-3 2 0,-5-1 4 16,-3 0-3-16,4-3-1 0,-6 3 1 16,-1-1 7-16,-7-2 7 0,19 0 6 0,-19 0 13 15,7-8-3-15,-7 8 7 0,3-6 2 0,1 2-4 0,-4 4 2 16,0-11 3-16,-4 3-3 0,1 1-3 0,-4-1-1 16,-4-1-1-16,6 1-4 0,-5 0 0 0,-2-3 7 15,2 4-5-15,-5-2 1 0,1 0-7 16,-1 3-6-16,3-2-2 0,-1 1 2 0,1 1-6 0,-3 4-5 15,5-2-2-15,-3 0-4 0,-2 0 5 0,7 1-2 16,-5 3-3-16,5-4-3 0,-6 1-15 0,14 3-13 16,-16-2-16-16,9 2-21 0,7 0-18 0,-15 0-27 15,15 0-23-15,-15 5-25 0,15-5-35 0,0 0-28 16,0 0-44-16,0 0-149 0,0 0-444 0,0 0 196 16</inkml:trace>
  <inkml:trace contextRef="#ctx0" brushRef="#br0" timeOffset="16934.16">23725 604 72 0,'0'0'156'0,"0"0"-10"0,0 0-13 0,0 0 0 0,-27 11 1 15,22-7-15-15,-1 3 1 0,-1 0-4 0,-1 2-8 16,1-2-5-16,0 4 1 0,2 1-10 16,0 3-8-16,-4-5-12 0,2 5 6 0,2-4-9 15,-2 4 0-15,-1-2-6 0,6 2-6 0,-3 2 0 0,4-4-11 16,-1 1 0-16,0-4-1 0,2 5-1 0,-3-4-3 16,8 1-2-16,-3-4 0 0,1 4-5 0,2-4 2 15,2 0-4-15,1-1-2 0,0 2-1 16,5-1 1-16,-3-1-9 0,5 0 0 0,5 0-9 0,-3-2-8 15,3-2-20-15,-4-2-34 0,2-1-40 0,1 3-54 16,2-6-37-16,-6 2-191 0,0-2-399 0,0-1 177 16</inkml:trace>
  <inkml:trace contextRef="#ctx0" brushRef="#br0" timeOffset="17355.99">23758 712 51 0,'-7'-5'261'0,"7"5"-16"0,0 0-12 16,0 0-15-16,0 0-18 0,-5-3-20 0,5 3-16 16,0 0-16-16,0 0-14 0,0 0-13 0,0 0-13 15,0 0-12-15,37 1-8 0,-31 1-10 0,9-2-7 16,-7 1-7-16,1 2-7 0,4-2-9 0,0 1-3 15,-3-1-2-15,-3 3-5 0,3-3-6 0,0 1 4 16,-10-2-14-16,14 2 1 0,-5 1 1 0,-4 1-9 16,-5-4 1-16,3 4-4 0,-3-4-3 0,7 4-1 15,-7 1 1-15,0-5-3 0,0 14 0 0,-7-7 2 0,5-3-4 16,-4 3 1-16,-1 2 0 0,0-1-3 16,6 0 1-16,-6 1 0 0,1 1 1 0,-3-5-1 15,8 5-1-15,-6-1-2 0,2 2 2 0,2-4 0 0,-4 1-1 16,2 1 0-16,5-2 2 0,-6 0 2 0,4-3-3 15,2-4 4-15,2 12 3 0,4-9-1 0,-6-3 0 16,7 12 4-16,1-11 2 0,-1 2-9 16,3 1-5-16,1-1-9 0,4-1-24 0,-2-2-38 0,2-2-45 15,2-1-56-15,-2-2-48 0,-2 2-182 0,-3-1-434 16,3-4 193-16</inkml:trace>
  <inkml:trace contextRef="#ctx0" brushRef="#br0" timeOffset="17574.72">23826 832 53 0,'0'0'240'0,"0"0"-4"16,0 0-2-16,0 0-16 0,0 0-14 0,0 0-15 15,0 0-23-15,0 0-18 0,0 0-15 0,31-7-12 16,-24 6-14-16,6-1-17 0,3 2-11 0,3-2-14 15,-3-2-28-15,4 1-40 0,2 0-37 0,-3 1-48 16,3-5-35-16,1 2-50 0,-5-1-143 0,1 2-342 16,2-6 151-16</inkml:trace>
  <inkml:trace contextRef="#ctx0" brushRef="#br0" timeOffset="17841.25">24082 600 183 0,'0'0'239'0,"0"0"-5"16,0 0-6-16,0 0 0 0,0 0-9 0,0 0-12 0,0 0-5 15,0 0-1-15,0 0 20 0,0 0-18 0,0 0 3 16,0 0-8-16,17 12-18 0,-9-6-7 16,0 0-3-16,2-3-27 0,0 1-20 0,5 4-10 15,0-2-9-15,-2 2-12 0,-3-1-6 0,3 1-8 0,2 2-11 16,-2-1-6-16,-3 0-8 0,4 2-5 0,-1 2-9 15,-3 1 1-15,-4-1-7 0,3 2-7 16,-4 0-29-16,-4 1-31 0,-1 4-27 0,0-2-28 16,-3 2-35-16,0 3-42 0,-7 3-51 0,1 2-63 0,-2-2-291 15,1-2-618-15,-2 0 273 0</inkml:trace>
  <inkml:trace contextRef="#ctx0" brushRef="#br0" timeOffset="20512.4">24858 3851 13 0,'0'0'105'0,"0"0"0"16,0 0-18-16,0 0-8 0,0 0 4 0,0 0-11 15,0 0-3-15,0 0-4 0,0 0-10 16,0 0-9-16,0 0-2 0,0 0-2 0,0 0-4 0,0 0-4 16,0 0 0-16,0 0-5 0,0 0 1 0,0 0-6 15,0 0-10-15,0 0 3 0,0 0-4 0,0 0 4 16,0 0-2-16,0 0 2 0,0 0-5 0,-11 16-1 16,11-16 0-16,-5 6-4 0,5-6-25 0,0 0-13 15,5 9-15-15,-5-9-23 0,0 0-32 0,3 4-54 16,-3-4-165-16,3 8 73 0</inkml:trace>
  <inkml:trace contextRef="#ctx0" brushRef="#br0" timeOffset="20856.12">24878 3999 81 0,'0'0'82'16,"0"0"-11"-16,0 0-10 0,0 0 4 0,0 0-12 16,0 0-4-16,0 0-1 0,0 0-7 0,-13 2-4 15,6-1-5-15,7-1-5 0,0 0-30 0,-8 4-25 16,8-4-75-16,-3 4-111 0,3-4 48 0</inkml:trace>
  <inkml:trace contextRef="#ctx0" brushRef="#br0" timeOffset="24949.54">24784 3956 40 0,'0'0'125'16,"0"0"-7"-16,0 0-9 0,0 0-6 0,0 0-10 16,0 0-7-16,0 0-19 0,0 0 5 0,0 0-6 15,0 0-8-15,0 0-10 0,0 0-6 0,0 0-2 0,0 0-1 16,0 0-4-16,0 0-5 0,0 0-5 15,0 0 1-15,0 0-4 0,-10 13-6 0,10-13-2 16,-5 5 3-16,2-3-4 0,3-2 3 0,-7 8-6 0,2-2 1 16,2 0-5-16,-2 0-2 0,0 0 4 0,0 0-4 15,0-2 7-15,3 6-4 0,-3-5-11 0,2 3 9 16,-2 0 4-16,0-1 3 0,0 1-3 0,0-3-7 16,-1 3 10-16,4 2-11 0,-5-5-1 0,2 1 3 15,0 0 5-15,0 1-1 0,-1 1-5 0,2-4 6 16,-1 3-2-16,0-3-3 0,2 2 3 0,0 0-6 15,3 0 0-15,0-6-6 0,-8 8 11 0,4-6-1 16,4-2-1-16,-5 11-3 0,5-5-1 0,-6-1 7 16,6-5-5-16,-4 5-1 0,-1 0 3 0,5-5 1 15,-6 10-8-15,6-5 3 0,0-5 5 0,-7 7-1 16,6 0-5-16,1-7 2 0,-7 7 0 0,5-1-14 16,-3 0 19-16,4 0-9 0,1-6 9 0,-7 7-11 0,7-1 12 15,-2 1-6-15,2-7 8 0,-6 10-7 16,1-6-8-16,5 3 2 0,0-7 12 0,-4 7-3 15,-1-1-4-15,5-6-1 0,-1 9 2 0,-4-4-1 0,5 1 3 16,0-6-2-16,-7 9 3 0,7-9-2 0,-3 7-4 16,-2-6 0-16,5-1-1 0,-2 11 6 0,2-5-2 15,0-6 0-15,-6 6 2 0,6-3-3 0,0-3 3 16,-4 6-4-16,4-6 2 0,-3 7-3 0,3-7-1 16,-2 8 2-16,-3-4 2 0,5-4-2 0,-1 3 4 15,1-3-2-15,-7 9 4 0,6-4-4 0,1-5-2 16,-7 9 1-16,7-9 2 0,-3 8-2 0,-1-5 1 15,1-1 5-15,1 5-2 0,2-7-6 0,-8 8 7 16,8-8-9-16,-2 8 7 0,-4-5-3 0,6 3 1 16,0-6 0-16,-8 10 4 0,8-10-4 0,-7 8 2 15,7-5-4-15,-2 1 5 0,2-4 1 0,-8 5-5 16,3-1-2-16,5 2 1 0,0-6 6 0,-8 9-10 16,6-4 11-16,2-5-2 0,-7 7 1 0,7-7 0 0,-6 7-5 15,3-3 5-15,3-4-2 0,-7 7-3 0,5-3 1 16,2-4-1-16,-8 4-1 0,8-4 5 15,-3 3-3-15,3-3-1 0,-7 6 6 0,7-6-5 0,-5 5-2 16,5-5 0-16,-3 5 2 0,3-5 2 0,-5 5-6 16,1-1 3-16,4-4 0 0,-4 3 1 0,4-3-6 15,-7 7 1-15,5-3 10 0,2-4 4 0,0 0-15 16,-10 9 7-16,5-6-1 0,5-3-2 0,-8 3 1 16,1-2 2-16,7-1-2 0,-8 7 5 0,2-3-3 15,-1 0-2-15,7-4 3 0,-10 5-3 0,3-2 5 16,7-3-9-16,-11 3 3 0,3-2 6 0,1 3-7 15,-1-1 6-15,8-3-3 0,-14 5 1 0,11-1-1 16,-4-1 1-16,7-3 3 0,-13 4-6 0,8-3-2 16,5-1-6-16,-10 5 9 0,4-5 7 0,6 0-7 15,-7 6 0-15,7-6-1 0,-8 4-2 0,8-4 6 16,-8 2-3-16,8-2 3 0,-14 0 3 0,14 0-8 0,-8 5 1 16,8-5 0-16,-13 4-5 0,8-3 9 0,5-1-2 15,-13 3 1-15,13-3-1 0,-12 5-7 16,12-5-2-16,-15 3 8 0,12-3 8 0,-4 4-5 0,-1-2-3 15,8-2 7-15,-12 6-9 0,6-2-2 0,1-2 6 16,5-2 2-16,-14 3-4 0,6 0-2 0,8-3 3 16,-11 4 2-16,2-1-3 0,3-1-2 0,6-2 9 15,-15 2-7-15,15-2 0 0,-15 4-2 0,13 0 2 16,-6-2-5-16,8-2 5 0,-15 3-1 0,15-3 0 16,-13 5 5-16,8-4-3 0,5-1-2 0,-8 6-3 15,8-6 2-15,-15 2 5 0,15-2-2 0,-9 4-2 16,4-1-3-16,5-3 5 0,-8 3-1 0,8-3 0 15,-15 2 3-15,15-2-3 0,-6 4 0 0,6-4 0 16,-10 3-14-16,5 1 19 0,5-4-5 0,-15 2-7 16,13 1 9-16,2-3 3 0,-11 3-3 0,11-3-1 15,-9 3-1-15,1-2 4 0,8-1-3 0,-10 4 3 16,10-4-2-16,-11 1 1 0,7 3-5 0,4-4 0 0,-11 3-1 16,11-3 2-16,-10 3-2 0,10-3 9 0,-7 4-4 15,7-4-13-15,-7 4 13 0,7-4 5 0,-13 1-8 16,13-1 2-16,-11 2 1 0,11-2 1 0,-10 5 0 15,10-5-11-15,-10 1 12 0,10-1 2 0,-13 0-8 16,13 0 7-16,-14 3-9 0,14-3 3 0,-11 1-6 16,11-1 11-16,-14 2-4 0,6-1 0 0,8-1-2 15,-13 3 3-15,13-3 0 0,-10 2-3 0,10-2 2 16,-12 0 3-16,12 0-2 0,0 0-1 0,-9 3-2 16,9-3 2-16,-12 3-1 0,12-3 6 0,0 0-8 15,-15 1 1-15,7 1 1 0,8-2-2 0,-9 1 5 16,9-1 1-16,-8 5-1 0,8-5-7 0,-11 4 10 15,11-4-6-15,-9 2 1 0,9-2 9 0,-13 1-21 0,13-1 10 16,-7 7 1-16,-1-6 2 0,8-1-8 16,-8 4 8-16,8-4-1 0,-13 0-1 0,13 0 1 15,-9 3-10-15,3 1 12 0,6-4 0 0,-8 3 2 0,8-3-5 16,-9 4 4-16,3 1 1 0,-4-4-2 0,10-1-5 16,0 0 0-16,-14 3 3 0,9 1-3 0,5-4 3 15,-8 2 3-15,8-2-2 0,-8 3 4 0,8-3-5 16,-13 3 0-16,13-3 0 0,-10 3 0 0,10-3 0 15,-10 4 5-15,10-4-8 0,-12 4 6 0,12-4-3 16,-8 1-1-16,8-1 0 0,-12 2-5 0,7 2 4 16,5-4 5-16,0 0-7 0,-11 3 4 0,11-3 3 15,0 0 0-15,-10 3-5 0,10-3 4 0,-5 3 0 16,5-3 1-16,-13 2 1 0,13-2-4 0,-9 0-1 16,9 0 0-16,-8 2 1 0,8-2-1 0,0 0 3 15,-8 3-3-15,8-3 2 0,-7 5 2 0,7-5-5 16,0 0-1-16,-15 2 4 0,15-2 0 0,0 0 2 0,-13 1 1 15,13-1 4-15,-8 1-6 0,8-1 1 0,0 0 3 16,-15 0 2-16,15 0 1 0,-7 3-1 16,7-3-2-16,0 0 2 0,0 0 2 0,-15 2-2 0,9-1 2 15,6-1-3-15,0 0-3 0,0 0 3 0,-15 2 3 16,15-2-4-16,0 0 1 0,-15-2-8 0,15 2 14 16,0 0-7-16,-13 2-3 0,13-2 2 0,-5 5-3 15,5-5 5-15,0 0 1 0,0 0-5 0,-18-2-3 16,18 2-5-16,0 0 8 0,-12 2-2 0,12-2 3 15,0 0 2-15,-15 0-4 0,8 1-2 0,7-1 3 16,-11 4 3-16,11-4-9 0,-10 0 4 0,10 0-3 16,-12 2 1-16,12-2 0 0,-11 0 2 0,11 0-2 15,0 0-1-15,-18 3 5 0,18-3-7 0,-9 3 5 16,3-2-3-16,1 4 5 0,5-5-2 0,-14 0-2 16,14 0 1-16,-11 3 3 0,11-3-2 0,-8 5-1 15,8-5 4-15,-14 1 1 0,14-1-5 0,-10 4-1 0,5-2 3 16,5-2-5-16,-9 3 2 0,9-3 4 0,0 0 1 15,-14 3-2-15,14-3 3 0,-6 1-8 0,6-1 2 16,-10 5-1-16,10-5 6 0,-9 2-6 16,9-2 3-16,0 0-2 0,0 0 1 0,-18 0-2 0,18 0 4 15,-10 0-2-15,10 0-2 0,-11 1 5 0,11-1-2 16,0 0-1-16,-9 3-1 0,9-3 2 0,0 0 2 16,-14 0 0-16,14 0-4 0,0 0 1 0,-14-3 0 15,14 3-3-15,0 0 3 0,-8 3-1 0,8-3 1 16,0 0 7-16,-15 3-5 0,15-3-2 0,0 0 5 15,-13 1 0-15,13-1-3 0,-8 0 1 0,8 0 4 16,-12 3-6-16,12-3-4 0,-10 2 2 0,10-2 1 16,-8 3 4-16,8-3 0 0,-10 3-16 0,10-3 17 15,-8 3-1-15,8-3 0 0,-10 3 1 0,10-3 2 0,-9 3-2 16,9-3 4-16,-8 3-4 0,8-3 2 16,0 0 4-16,-10 3-3 0,4-2 0 0,6-1-2 15,0 0-2-15,-14 3 0 0,11 1 1 0,3-4-1 0,-12 1 2 16,12-1-1-16,-8 4-2 0,8-4 2 0,-11 2 0 15,11-2-1-15,-10 1 2 0,3 3-3 16,7-4-1-16,-8 1 0 0,8-1 0 0,-8 4-2 0,-1-1 5 16,9-3-8-16,-11 5 3 0,11-5 2 0,-10 2-3 15,10-2 8-15,-14 5-7 0,10-3 0 0,4-2 0 16,-10 6 2-16,5-3-4 0,5-3 3 0,-10 1 0 16,10-1 1-16,-14 3-2 0,8 2-3 0,6-5 4 15,-10 6-1-15,5-5-1 0,5-1 1 0,-10 2 0 16,10-2 5-16,-10 1-2 0,10-1-1 0,-10 4-1 15,10-4-4-15,-6 3-5 0,-3-1 5 0,9-2 4 16,-8 3-2-16,8-3 6 0,0 0-5 0,-13 7 1 16,13-7 4-16,-9 1-2 0,9-1-1 0,-6 3-2 0,6-3 0 15,0 0 4-15,-15 1-3 0,15-1 3 0,0 0-2 16,-10 0-4-16,10 0 1 0,-12 2 0 16,12-2-1-16,0 0 2 0,-11 1 1 0,11-1-3 0,-10 2-2 15,10-2 7-15,-8 0 0 0,8 0-1 0,0 0-1 16,-12 0-2-16,12 0 3 0,0 0-3 0,0 0 3 15,-13 5-2-15,13-5 0 0,-10 0-1 0,10 0 3 16,-12 1-2-16,12-1 0 0,0 0 3 0,-13 0 0 16,13 0-7-16,-10 1 7 0,10-1-2 0,0 0 1 15,-18-1-1-15,18 1 1 0,0 0 0 0,-10 0 0 16,10 0-3-16,0 0 4 0,-15 0-5 0,15 0 3 16,0 0-2-16,-15 0-3 0,15 0 9 0,-8 1-2 15,8-1 3-15,-12 3-2 0,12-3 3 0,0 0-3 16,-15 0 0-16,15 0-4 0,-10 0 4 0,10 0-1 15,-6 5 1-15,6-5-3 0,-13 2 1 0,13-2-1 16,-14 1 2-16,14-1-3 0,-10 3 2 0,10-3 2 0,-11 1-9 16,1 1 7-16,10-2 3 0,-7 1-3 0,7-1 4 15,-15 2-5-15,15-2-1 0,-14 0 1 0,14 0 4 16,-10 3-7-16,5-1 6 0,5-2-1 0,-10 1-3 16,3 3-3-16,7-4 3 0,-12 4 0 0,12-4 0 15,-11 3 6-15,1-3-9 0,10 0 4 0,-10 2 3 16,5 3-2-16,5-5-3 0,-12 0 7 0,6 1-5 15,6-1-6-15,0 0 8 0,-17 5 5 0,17-5-8 16,-11 2-1-16,11-2 0 0,-9 0 4 0,9 0 0 16,-11 2-3-16,11-2 2 0,-8 0-13 0,8 0 11 15,-9 3 2-15,9-3-2 0,-10 2 1 0,10-2 0 16,0 0 3-16,-15 3 2 0,15-3-4 0,-6 3-3 16,6-3-2-16,-13 0 4 0,13 0 0 0,0 0 1 0,-10 0-4 15,10 0 0-15,-10 1 3 0,10-1 2 16,-9 3-5-16,9-3-1 0,0 0 6 0,-14 2-3 15,14-2-4-15,-9 3 5 0,9-3-1 0,-13 0 2 0,13 0-5 16,-8 3 7-16,8-3-2 0,-8 2-4 0,8-2 3 16,-14 2 2-16,14-2-4 0,-6 3 0 0,6-3-1 15,0 0 2-15,-15 2 0 0,6 0-1 0,9-2 1 16,-8 1 1-16,8-1 0 0,-6 3 0 0,6-3 4 16,-10 1-4-16,10-1 0 0,0 0-3 0,-9 3 6 15,9-3-6-15,0 0 2 0,0 0 2 0,-11 2 3 16,11-2-4-16,-7 2 4 0,7-2-3 0,0 0-1 15,0 0-1-15,-11 1 0 0,11-1 1 0,0 0-2 16,-10 3 3-16,10-3 2 0,-9 2-3 0,9-2 0 16,0 0 1-16,-8 0-3 0,8 0 6 0,0 0-4 15,-13 2 0-15,13-2-2 0,0 0 1 0,-8 3-1 16,8-3-1-16,0 0 2 0,-10 2 0 0,10-2 0 0,-7 2-1 16,7-2 4-16,0 0-2 0,-13 0 1 0,13 0-5 15,-8 1 3-15,8-1-2 0,0 0 2 16,-15 4 1-16,15-4-2 0,-9 0-2 0,9 0 6 15,0 0-1-15,-13 3-3 0,13-3 2 0,0 0-3 0,-13 0 2 16,13 0 0-16,0 0 0 0,0 0 1 0,-15 0 3 16,15 0-1-16,0 0-6 0,-15 2 6 0,15-2-3 15,-3 2 1-15,3-2 2 0,0 0-1 0,0 0 1 16,-13 0-2-16,13 0-1 0,0 0-2 0,-9 1 1 16,9-1-2-16,0 0 5 0,0 0-5 0,-11 0 6 15,11 0-5-15,0 0 1 0,0 0 3 0,0 0-1 16,-15 3-1-16,15-3-6 0,0 0 7 0,0 0 0 15,-10 0 0-15,10 0-1 0,0 0 3 0,0 0-3 16,-13 0 1-16,13 0 2 0,0 0-2 0,0 0 0 16,-12 0 3-16,12 0-6 0,0 0 5 0,-10 1-2 15,10-1-2-15,0 0 1 0,0 0-1 0,-13 2-2 16,13-2 3-16,-8 1-5 0,8-1 6 0,0 0 0 0,-9 3-3 16,9-3 3-16,0 0 1 0,-15 2-2 0,15-2-2 15,0 0 4-15,-8 0-4 0,8 0-1 16,0 0 4-16,-13 0 1 0,13 0-2 0,-10 2 1 0,10-2 0 15,0 0-1-15,-10 0 1 0,10 0 1 0,0 0-2 16,0 0 3-16,-18 0-4 0,18 0 2 0,0 0-1 16,-12 0 1-16,12 0 4 0,0 0-5 0,-10 1 0 15,10-1 0-15,0 0-3 0,-8 3 1 0,8-3 1 16,0 0 0-16,0 0 2 0,-20 1-1 0,20-1 0 16,-8 2 0-16,8-2 0 0,-8 3 0 0,8-3 3 15,-12 0-3-15,12 0 2 0,-15 0-4 0,15 0 2 16,-10 2 1-16,10-2-2 0,0 0 1 0,-15-2 1 15,15 2-1-15,-8 2-4 0,8-2 4 0,-13 1-2 0,13-1-1 16,-10 3 5-16,10-3-2 0,-13 0 1 16,13 0 4-16,-12 1-5 0,4 1-3 0,8-2 1 15,-9 1 4-15,9-1 5 0,-14 0-3 0,14 0 7 0,-15 3 7 16,8-1-2-16,7-2 0 0,-15 0 1 0,2 2-7 16,13-2 5-16,-15 1 2 0,7-1-5 15,8 0-4-15,-22 0 0 0,11 3-1 0,2-3-1 0,-4 1 0 16,2 1-1-16,-3-1-1 0,4 3 1 0,0-4-1 15,-3 1-2-15,-2 2 0 0,0-2 1 0,4 1-12 16,-4-1-18-16,5 3-23 0,-2-4-37 0,12 0-56 16,-23 1-210-16,15-2-380 0,-2-3 169 0</inkml:trace>
  <inkml:trace contextRef="#ctx0" brushRef="#br0" timeOffset="29149.81">24746 3929 28 0,'0'0'138'0,"0"0"-3"0,0 0-9 16,0 0 1-16,0 0-6 0,0 0-5 0,0 0-5 16,0 0-15-16,0 0 10 0,0 0-8 0,0 0-4 15,0 0-4-15,0 0-3 0,0 0-12 0,0 0 4 16,0 0-5-16,0 0-2 0,0 0-8 0,0 0-7 16,0 0 1-16,0 0-2 0,5-17-3 0,-5 17 0 15,0 0-10-15,0 0 1 0,0 0-2 0,0 0-1 16,-4-6 0-16,4 6-1 0,0 0-3 0,0 0-1 0,5-8 4 0,-5 8-4 0,5-5-2 15,-5 5-3-15,4-10 0 0,-4 10-3 0,1-5-2 16,-1 5-1-16,4-11-3 0,-3 7 0 0,1-3-4 16,3 3 1-16,-3-1-2 0,3-2-3 0,-2 3 0 15,-3-3-2-15,5 2 1 0,-2 1 1 0,0-4-4 16,1 0 0-16,-1 2-1 0,0 1 2 0,-1 0-1 0,5-2-2 16,-7 1-3-16,8 1 5 0,-8-3-1 15,5 2-3-15,0 1 2 0,0-2 1 0,0 2-3 16,0-3 2-16,1 0-1 0,-2 2 1 0,2-3 4 0,-4 5-2 15,5-1 0-15,-1-1 2 0,-4-2 1 0,5 3 2 16,-6-2-3-16,4 3 1 0,-5 4 2 0,8-11-4 16,-3 6 2-16,-3-3-3 0,0 5 3 0,6-1-5 15,-5-3-1-15,-3 7-2 0,10-8 1 0,-10 3 2 16,7-1-5-16,-2 5 6 0,-2-6-6 0,2 0 2 16,-3 1 1-16,4 0-5 0,1 5 0 0,-5-6 4 15,4 2-4-15,3-2 4 0,-5 4-4 0,3-2-1 16,-2-3 2-16,-2 4 2 0,1 0-2 0,4-2-1 15,-3 1 1-15,-3-2-1 0,4 2-1 0,1 1 2 16,-2-3-2-16,-2 3-1 0,4 0-1 0,-1 0 10 16,1 0-8-16,0-3 1 0,-1 3-2 0,1-2-1 15,-6 1 3-15,6 1-4 0,-2-4 4 0,0 6-3 0,0-3 2 16,0 0 1-16,0 0-1 0,0 2 2 0,2-2-4 16,-1 1 1-16,-3-3 1 0,4 3 0 15,-5 0-3-15,4-3 1 0,-1 3 9 0,2-2-6 0,-4 3-2 16,-1-3 1-16,5 3 5 0,-1-3-5 0,1 0 3 15,-4 5-3-15,-3 1 0 0,8-11-5 0,-3 7 2 16,2-1 1-16,-7 5 3 0,7-7 0 0,-1 5-3 16,-4-3 1-16,-2 5-4 0,13-7 5 0,-13 7-1 15,8-8 2-15,1 4 0 0,-9 4-2 0,6-5-2 16,-6 2 1-16,7-2 3 0,-7 5 0 0,8-8-1 16,-8 8 1-16,7-6-2 0,-1 5 0 0,-6 1-3 15,9-8 7-15,-3 4-12 0,-1 2 11 0,-5 2-4 16,10-5 8-16,-5 3-9 0,-5 2 3 0,10-5-2 15,-10 5 3-15,7-5-3 0,-2 1 2 0,-5 4-1 16,5-4 2-16,-5 4 0 0,6-4-4 0,-6 4 2 16,10-4 1-16,-10 4-2 0,5-7 0 0,-5 7 3 0,7-2-2 15,-7 2 0-15,8-5 1 0,-8 5-2 0,7-4 14 16,-7 4-3-16,6-5-1 0,-1 1-2 0,-5 4 0 16,10-6 1-16,-8 4-2 0,3-2 0 15,-5 4-2-15,13-6 0 0,-10 5-1 0,-3 1-1 0,9-9 2 16,-4 4 1-16,1 2 0 0,1 0-2 0,-4-1-3 15,4 1 2-15,-2-2 2 0,-2 1-3 0,4-1 3 16,-1 0-6-16,-1 1 3 0,-1 1 0 0,2-2 0 16,-1 1 0-16,-2 0 1 0,6-1 0 0,-9 5-3 15,6-6-1-15,1 2 3 0,-4-3 0 0,2 3-1 16,-5 4-1-16,10-6 3 0,-7 3-2 0,4-1 2 16,-7 4-3-16,7-8 0 0,-4 5-1 0,4-1 4 15,-7 4-1-15,6-5-2 0,1 3 1 0,-7 2-1 16,10-7 4-16,-7 2-4 0,0 3 1 0,-3 2-1 15,14-8 2-15,-8 3-2 0,1 4 1 0,-5-5-1 16,-2 6 1-16,13-7-5 0,-7 2 1 0,3 2 2 16,-4-2-2-16,-2 0-1 0,5-2 3 0,-3 5 2 15,2-3-4-15,1 2 4 0,-1-2-3 0,-1 1-3 16,-1-4 2-16,2 6 0 0,-2-3 1 0,2 2 5 0,-4 0-10 16,2-4 5-16,1 0 0 0,3 6-5 15,-4-5 3-15,-5 6 2 0,8-6 1 0,-5 2-2 16,4 2 1-16,-7 2 1 0,11-8-4 0,-7 6 1 15,1-1 0-15,1-2 0 0,-6 5 0 0,10-3-2 0,-5-1 1 16,-1 1-1-16,-4 3-2 0,6-7-1 0,-6 7 0 16,8-4 2-16,-1 3 0 0,-7 1-1 15,12-7 2-15,-9 6 1 0,5-3-1 0,-8 4 3 16,7-4 0-16,-7 4 3 0,13-7-5 0,-11 4 5 0,-2 3-5 16,13-5 3-16,-8 2-1 0,0-1 1 0,-5 4 0 15,12-5 0-15,-9 1 6 0,2 1-4 0,1-1 2 16,-6 4-3-16,10-5 1 0,-3 2 1 15,-7 3 2-15,7-4-1 0,-7 4-2 0,8-7 1 0,-1 5 1 16,-7 2-2-16,8-6 2 0,-3 1 3 0,-5 5-3 16,8-3-1-16,-8 3 1 0,8-6-2 0,-1 1 3 15,-7 5 1-15,7-4-4 0,-2 0 0 0,-5 4 2 16,9-4-3-16,-4 0 4 0,0 0-2 0,-5 4 3 16,7-4-3-16,-7 4 3 0,12-4-1 0,-11 1-2 15,-1 3 1-15,7-5-1 0,-4 2 0 0,-3 3-1 16,10-4 4-16,-10 4-2 0,10-4-1 0,-10 4 1 15,5-4 1-15,-5 4-2 0,10-4 1 0,-10 4-2 16,5-1 1-16,-5 1-1 0,8-7 4 0,-8 7-2 16,8-3-2-16,-3 2 6 0,-5 1 0 0,10-3-7 15,-10 3 6-15,9-3-2 0,-9 3-3 0,8-3 1 16,-1-2 0-16,-7 5 1 0,6-4-1 0,-1-1 1 16,-5 5 1-16,10-1-1 0,-5-2 0 0,5 0 0 15,-3 0-1-15,-7 3 0 0,9-5 3 0,-9 5-5 16,7-4 4-16,-7 4-2 0,13-3-3 0,-13 3 3 15,9-5 1-15,-9 5 0 0,6-3 2 0,1 2-2 16,-7 1-1-16,8-3 1 0,-8 3 0 0,0 0-1 16,15-1-1-16,-10-2 1 0,-5 3-1 0,12 0 1 0,-12 0 0 15,0 0-1-15,14-7 2 0,-14 7-1 0,10-1 1 16,-10 1-1-16,10-1 1 0,-10 1 0 16,14 0-1-16,-14 0-1 0,8-3 1 0,-8 3 1 15,11 0-2-15,-11 0 2 0,9-5 1 0,-9 5-3 0,11 0 0 16,-11 0 2-16,0 0-1 0,15-2 3 0,-15 2-4 15,10-4 3-15,-10 4-1 0,12 0 2 0,-12 0-4 16,8-1 4-16,-8 1-1 0,12-4 0 0,-12 4-2 16,8-3 1-16,-8 3 0 0,8-3-1 0,-8 3 1 15,12-5-2-15,-7 1-1 0,-5 4 3 0,10-1 5 16,-10 1-2-16,10 0-6 0,-10 0 3 0,8-2-2 16,-8 2 1-16,11-1 0 0,-11 1 1 0,10-3-1 15,-10 3 1-15,0 0-1 0,15-1 0 0,-8-1 1 16,-7 2 2-16,11-5-2 0,-11 5-3 0,14 0 3 15,-14 0 0-15,11-1 2 0,-11 1-1 0,0 0-4 16,15-3 3-16,-15 3 3 0,7-3-3 0,-7 3-1 16,8-1 0-16,-8 1 0 0,13 0 0 0,-13 0 0 15,10-5 3-15,-10 5-2 0,12 0 2 0,-12 0-1 16,10-3 0-16,-4 0 1 0,-6 3-2 0,14-3 0 16,-8 1 0-16,-6 2 2 0,10-5-5 0,-10 5 2 15,13 0-2-15,-13 0 4 0,9-2-1 0,-9 2-2 16,11-4 4-16,-11 4-1 0,0 0-3 0,12 0 1 15,-12 0 1-15,0 0 3 0,13 0-2 0,-13 0-2 16,8-4 1-16,-8 4 2 0,0 0-3 0,15 0 0 16,-15 0 1-16,0 0 1 0,15-1-2 0,-15 1 0 15,12-3-1-15,-12 3 2 0,11 0 0 0,-1-3 1 16,-5 2-3-16,-5 1 5 0,13-2-2 0,-13 2-3 0,15-5 4 16,-10 4 2-16,-5 1-3 0,15-1-3 0,-15 1-1 15,10-5 3-15,-3 4 3 0,-7 1-5 0,11-2 0 16,-11 2 3-16,12-3-1 0,-12 3 0 15,8-2-1-15,-8 2 1 0,13-1 0 0,-6-2-2 0,-7 3 1 16,13 0 1-16,-9-3 4 0,7 1-7 0,-11 2 3 16,10-3 0-16,-10 3 0 0,13 0-2 0,-13 0 2 15,15 0 6-15,-5-1-6 0,-10 1-1 0,12 0-1 16,-12 0 0-16,8-1 3 0,-8 1-1 0,17-2 0 16,-7 2 0-16,-10 0-2 0,11 2 4 0,-11-2-1 15,13 0 2-15,-13 0-1 0,15-2-1 0,-8-1-2 16,-7 3-1-16,13 3 4 0,-13-3-3 0,12-3-1 15,-12 3 1-15,13 0-1 0,-13 0 0 0,0 0-1 16,18 3 3-16,-10-3 1 0,-8 0 1 0,10-3-2 16,-10 3 0-16,0 0-1 0,20-2 1 0,-20 2-1 15,13 0 1-15,-13 0-3 0,12 0 2 0,-12 0 2 16,13 0 0-16,-13 0-2 0,10 0 3 0,-10 0-1 16,13 2-1-16,-13-2-1 0,10 0-1 0,-5 5 3 15,-5-5 0-15,15 1-1 0,-6-1-1 0,-3 1 2 16,-6-1-1-16,13 3 2 0,-13-3-2 0,14 2-1 15,-14-2 1-15,10 0 1 0,-2 3-3 0,-2-3-1 16,-6 0 4-16,14 0-2 0,-14 0 2 0,8 3-1 16,-8-3 0-16,13 1-1 0,-13-1 1 0,0 0 1 15,0 0 0-15,15 0-1 0,-15 0 0 0,8 2 1 0,-8-2-1 16,0 0-2-16,12 0 2 0,-12 0 1 16,0 0-1-16,0 0 1 0,12 0-1 0,-12 0 0 15,11 0 2-15,-11 0-1 0,10 3-1 0,-10-3 1 0,8 0-2 16,-8 0 0-16,14 0 0 0,-14 0 1 0,0 0 2 15,15-3-2-15,-15 3 1 0,0 0 3 0,8-2-2 16,-8 2 2-16,11 2-4 0,-11-2-3 16,0 0 2-16,12-2 0 0,-12 2-3 0,0 0 3 0,13-1 0 15,-13 1 1-15,7-3-2 0,-7 3 0 0,0 0 3 16,0 0 0-16,13 0-2 0,-13 0 1 0,0 0 2 16,10-3-1-16,-10 3-2 0,0 0-1 0,12 0 2 15,-12 0 2-15,10 0-3 0,-10 0 0 0,0 0-1 16,16-2 1-16,-16 2 1 0,7-3 3 0,-7 3-1 15,0 0-1-15,15 0-3 0,-15 0 2 0,13-2-1 16,-7 0 4-16,-6 2-1 0,0 0-3 0,17 0 0 0,-17 0 3 16,13-3 0-16,-13 3-2 0,13 0-1 0,-13 0 0 15,12-2-2-15,-12 2 4 0,10 0 0 16,-10 0-3-16,0 0 0 0,15 0 2 0,-15 0-1 16,0 0 2-16,10 0-1 0,-10 0 2 0,13 2-4 0,-13-2 5 15,0 0-5-15,8-2-2 0,-8 2 7 0,14-1-3 16,-14 1 0-16,10-2 0 0,-10 2 0 0,0 0-1 15,0 0 2-15,13 2-1 0,-13-2 0 16,10 0 1-16,-10 0-2 0,11 1 1 0,-11-1-2 0,15 2 3 16,-15-2-2-16,15 3 0 0,-15-3 4 0,13-3-2 15,-13 3-2-15,15 0 0 0,-7 3 0 0,-8-3 2 16,12-5-1-16,-12 5 4 0,12 2-4 0,-12-2 0 16,15 0-1-16,-15 0-1 0,8 0 2 0,-8 0 3 15,0 0-3-15,15 0 0 0,-15 0-1 0,8-2-1 16,-8 2 4-16,0 0-3 0,15 0 1 0,-15 0 3 15,13 0-4-15,-13 0 3 0,0 0-3 0,15 0 3 16,-15 0-3-16,13-3 1 0,-13 3-2 0,9 0 1 16,-9 0 1-16,14 0 3 0,-14 0-1 0,12 2-1 15,-12-2-2-15,15 0-1 0,-15 0 1 0,10-2-1 16,-10 2 3-16,13 0-1 0,-13 0 0 0,13 0-1 16,-13 0 5-16,12 0-5 0,-12 0 1 0,13 0-2 15,-8-4 3-15,3 1-2 0,-8 3-2 0,15 3 3 16,-15-3 1-16,14-3 1 0,-14 3-2 0,11 0 0 15,-4-1 0-15,-7 1 0 0,11-4 0 0,-11 4-2 16,12 0 3-16,-12 0-3 0,12-3 4 0,-12 3-1 16,0 0-3-16,14 0 1 0,-14 0 5 0,10-1-6 15,-10 1 3-15,12-1-4 0,-12 1 5 0,15-2-1 0,-15 2-1 16,10 0 1-16,-10 0 0 0,15-3-2 0,-7 3 1 16,-8 0 1-16,15-3 0 0,-15 3 0 15,13 0 0-15,-5-2-1 0,-8 2 0 0,22-1 1 16,-16-2 3-16,3 0-4 0,-9 3 0 0,21 0-2 0,-14-1 1 15,6-1-1-15,-3 0 3 0,-10 2-1 0,23-3 2 16,-11-1-5-16,1 4 3 0,-3-5 0 0,3 4-1 16,0-2 0-16,-3-1 0 0,4 2 4 0,-1-3-4 15,-2 2-3-15,1 1 1 0,0-1-14 0,-1-2-18 16,-1 2-23-16,2-1-28 0,-2 2-32 0,3-6-40 16,-5 7-46-16,0-2-169 0,-1-2-405 0,3 1 179 15</inkml:trace>
  <inkml:trace contextRef="#ctx0" brushRef="#br0" timeOffset="30102.84">24893 2466 181 0,'0'0'227'0,"0"0"-2"0,0 0-2 0,0 0 3 0,0-8-2 16,0 8-2-16,0 0 2 0,2-5-2 0,-2 5-8 16,0 0-16-16,0 0-15 0,0 0-17 0,0 0-16 15,0 0-22-15,0-10-12 0,0 10-9 0,0 0-10 16,0 0-10-16,0 0-14 0,0 0-9 0,0 0-6 15,0 0-11-15,0 0-8 0,15 3-18 0,-15-3-31 16,21 2-26-16,-1-2-34 0,-3 3-39 0,4-1-41 0,9-1-44 16,0-2-48-16,0 2-43 0,1-2-153 15,4-1-474-15,-5-1 210 0</inkml:trace>
  <inkml:trace contextRef="#ctx0" brushRef="#br0" timeOffset="30290.32">25613 2343 43 0,'0'0'216'0,"12"-5"-6"0,-12 5-5 0,0 0-21 15,10-4-15-15,-7 1-15 0,-3 3-14 0,7-6-16 16,6 4-10-16,-12 1-13 0,-1 1-13 0,19-3-7 16,-11 3-15-16,-8 0-16 0,21 0-24 0,-11 0-38 15,0 0-37-15,9-1-48 0,-5 1-40 0,0 0-143 16,-3 0-302-16,7-2 133 0</inkml:trace>
  <inkml:trace contextRef="#ctx0" brushRef="#br0" timeOffset="30462.17">26101 2282 33 0,'0'0'184'0,"0"0"-18"16,0 0-12-16,12-2-18 0,-12 2-13 0,0 0-14 15,10 0-11-15,-10 0-13 0,13-3-25 0,-13 3-24 16,18 3-27-16,-6-6-37 0,5 6-31 0,-3-3-31 16,5-3-80-16,-4 6-183 0,-4-3 81 0</inkml:trace>
  <inkml:trace contextRef="#ctx0" brushRef="#br0" timeOffset="30634.03">26565 2247 108 0,'8'-6'174'0,"-8"6"-18"0,7-3-13 0,-7 3-19 0,6-3-10 15,-6 3-17-15,15 0-5 0,-15 0-11 16,15 0-17-16,-7 2-27 0,6-1-39 0,-6-1-40 16,7 0-46-16,-2 3-89 0,-5 0-191 0,12-2 85 0</inkml:trace>
  <inkml:trace contextRef="#ctx0" brushRef="#br0" timeOffset="30837.13">27152 2211 87 0,'0'-3'181'15,"0"3"-23"-15,9-6-14 0,-8 3-16 0,-1 3-7 16,12-5-15-16,-5 4-9 0,-4-2-15 0,-3 3-7 15,16 0-24-15,-11-3-20 0,-5 3-22 0,17 4-29 16,-7-4-37-16,-10 0-32 0,18 0-95 0,-5 2-200 16,-4 3 89-16</inkml:trace>
  <inkml:trace contextRef="#ctx0" brushRef="#br0" timeOffset="31008.99">27611 2164 1 0,'0'0'154'0,"0"0"-14"15,0 0-10-15,0 0-21 0,0 0-3 0,3-4-13 0,-3 4-8 16,0 0-11-16,0 0-15 0,0 0-16 0,12 0-35 16,-12 0-17-16,0 0-33 0,15 4-20 15,-15-4-87-15,0 0-160 0,20 0 71 0</inkml:trace>
  <inkml:trace contextRef="#ctx0" brushRef="#br0" timeOffset="31212.2">27924 2171 3 0,'0'0'201'0,"8"-4"-17"0,-8 4-16 16,0 0-17-16,0 0-16 0,10-4-10 0,-10 4-13 15,13-3-12-15,-13 3-11 0,10 3-4 0,-10-3-14 16,15 1-23-16,-8 2-28 0,1 1-31 0,5-4-40 16,-5 3-34-16,6-2-27 0,-6 0-94 0,5 4-223 15,-5-2 99-15</inkml:trace>
  <inkml:trace contextRef="#ctx0" brushRef="#br0" timeOffset="31410.02">28367 2214 108 0,'0'0'212'0,"7"-6"-12"0,-5 1-16 0,-2 5-11 15,13-2-26-15,-13 2-5 0,6-7-19 0,-2 4-10 16,-4 3-13-16,6-4-5 0,-6 4-14 0,9-3-11 0,-1-2-8 16,-8 5-17-16,0 0-21 0,10-3-29 15,-10 3-34-15,10-1-35 0,1 1-43 0,-11 0-18 16,17 1-117-16,-9 2-272 0,-8-3 120 0</inkml:trace>
  <inkml:trace contextRef="#ctx0" brushRef="#br0" timeOffset="31613.12">28786 2179 118 0,'2'-4'204'0,"-2"4"-8"0,0 0-8 0,11-3-14 16,-11 3-10-16,0 0-15 0,9-1-13 0,-9 1-15 15,0 0-14-15,14-4-9 0,-7 3-10 0,-7 1-10 16,12 0-7-16,-12 0-11 0,15 5-10 0,-15-5-16 16,14 0-14-16,-7 1-23 0,3 1-25 0,-5-1-28 15,7 0-22-15,-2-1-29 0,8 3-21 0,-8-1-27 16,3 1-96-16,-2-3-271 0,3 0 121 0</inkml:trace>
  <inkml:trace contextRef="#ctx0" brushRef="#br0" timeOffset="31784.98">29216 2148 119 0,'0'0'135'16,"12"-4"-9"-16,-5-1-10 0,-1 3-13 0,-6 2-13 15,15-1-2-15,-10-2-17 0,7 2-7 0,-4 1-1 16,-8 0-6-16,17 0-14 0,-6 0 1 0,1 1-8 16,-7 2 2-16,6 0-3 0,1-2-8 0,1 3-15 0,-5-1-23 15,7-3-26-15,-2 4-31 0,-3-3-37 0,4 2-70 16,-6-1-189-16,5-2 84 0</inkml:trace>
  <inkml:trace contextRef="#ctx0" brushRef="#br0" timeOffset="32909.86">28581 2411 113 0,'0'0'177'0,"0"0"-4"0,0 0-17 0,-5-7-11 0,5 7-3 16,0 0-9-16,0 0-10 0,0 0-5 0,0 0-11 16,0 0-3-16,6-9-10 0,-6 9-6 0,0 0-11 15,4-4-8-15,-4 4-5 0,0 0-8 0,11-3-4 16,-11 3-5-16,0 0-5 0,17-1-5 0,-12 1-3 16,-5 0-5-16,15 0-2 0,-7 1-6 0,-8-1 3 15,22 3-4-15,-16-6-2 0,6 7-7 0,-1-4 2 16,-4 3 0-16,6-3-1 0,-13 0-1 0,22 2-2 15,-12-2-6-15,3 0 7 0,-5 2-3 0,5-1-2 16,-4-1 1-16,6 3-1 0,-7-3-1 0,3-3 1 16,-1 2 0-16,2-1-5 0,-4 0 4 0,2-1-4 15,-2 2 3-15,-8 1-2 0,17 0 2 0,-9-4-1 16,-3 2 1-16,2-3 1 0,-7 5-1 0,13-1-3 16,-6-1 0-16,-7 2 3 0,13-1-6 0,-13 1 4 0,12 0-4 15,-12 0 5-15,6-4 2 0,-6 4-3 16,8-4-2-16,-8 4 0 0,0 0 5 0,14 0-5 15,-14 0 4-15,0 0-4 0,0 0 1 0,15 2-3 16,-15-2 4-16,8-2-1 0,-8 2 0 0,0 0 1 0,13 0-1 16,-13 0 1-16,12-4 0 0,-7 2 0 0,1-2-8 15,3-1 7-15,-9 5-1 0,6-1 2 0,-6 1 0 16,13-2-5-16,-6 1 6 0,-7 1-5 0,8-4 6 16,-8 4 0-16,9-7 1 0,-3 3-4 0,-6 4-10 15,9-4 10-15,-3-1-4 0,-1 2 6 0,-5 3 1 16,8-4-6-16,-4 0 3 0,-4 4 0 0,10-5 0 15,-4 0 1-15,-2 0-1 0,-4 5-2 0,6-4 2 16,-6 4 4-16,8-3-5 0,-8 3-1 0,9-3 2 16,-9 3 2-16,6-5-4 0,-1 3 2 0,-5 2-5 15,0 0 6-15,12-2 1 0,-12 2-4 0,10-3 5 16,-10 3-8-16,8-2 3 0,-8 2-1 0,0 0 0 16,12 0 2-16,-12 0 2 0,0 0-9 0,0 0 8 15,13-4 1-15,-13 4 4 0,7-2-3 0,-7 2-2 16,0 0-2-16,11-1 0 0,-11 1 4 0,0 0-2 15,0 0 0-15,17 0 0 0,-17 0 1 0,0 0 3 16,8 1-8-16,-8-1 4 0,0 0 1 0,0 0-1 0,12-1 0 16,-12 1-2-16,0 0 2 0,0 0-3 0,11-4 1 15,-11 4 4-15,0 0-8 0,8 4 0 0,-8-4-5 16,0 0-8-16,10 1-4 0,-10-1-1 16,0 0-3-16,0 0-9 0,12 0-7 0,-12 0-9 0,0 0-15 15,13-1-11-15,-13 1-21 0,0 0-22 0,0 0-20 16,0 0-136-16,15-3-298 0,-15 3 132 0</inkml:trace>
  <inkml:trace contextRef="#ctx0" brushRef="#br0" timeOffset="33316.07">29168 2181 185 0,'9'3'174'16,"1"-3"-7"-16,-2 2-23 0,5-2-9 0,0 1-14 0,1-1-12 15,1 3-14-15,-4-2-9 0,6-1-10 0,-6 2-5 16,7-2-5-16,-4 1-10 0,-4 3-3 0,1-4-11 16,2 1-3-16,1 2-2 0,-4 1-7 0,3-4-7 15,0 2-4-15,-5 0-12 0,6-1-14 0,-6 2-19 16,-8-3-10-16,16 0-20 0,-9 0-24 0,-7 0-23 15,15 0-25-15,-15 0-89 0,13-3-235 0,-13 3 105 16</inkml:trace>
  <inkml:trace contextRef="#ctx0" brushRef="#br0" timeOffset="33503.55">29526 2148 78 0,'0'0'154'0,"3"-8"-15"0,-3 8-15 0,0 0-14 16,7-1-16-16,-7 1-5 0,5-3-8 15,-5 3-13-15,10-3-27 0,-10 3-25 0,0 0-35 16,0 0-32-16,18 4-30 0,-18-4-60 0,12 0-152 0,-12 0 67 16</inkml:trace>
  <inkml:trace contextRef="#ctx0" brushRef="#br0" timeOffset="33676.91">29746 2133 14 0,'0'0'212'0,"0"0"-16"16,0 0-17-16,0 0-15 0,0 0-14 0,8-1-17 16,-8 1-11-16,0 0-17 0,14 4-10 0,-14-4-10 15,14 3-12-15,-7-2-14 0,1 4-25 0,7 1-32 16,-8-5-30-16,9 2-31 0,-4 1-25 0,1 0-18 0,-1-3-22 15,1 2-81-15,2 1-221 0,-7-3 98 16</inkml:trace>
  <inkml:trace contextRef="#ctx0" brushRef="#br0" timeOffset="35204.92">20611 5454 92 0,'0'0'127'0,"0"0"2"0,0 0-13 0,0 0-12 0,0 0-4 16,0 0-9-16,0 0-3 0,0 0-7 0,0 0-11 16,0 0-7-16,0 0-8 0,0 0-10 0,0 0-1 15,0 0-8-15,0 0-5 0,0 0 8 0,-15 1-7 16,15-1-4-16,-10 3-3 0,10-3-3 0,-6 4-7 15,-2-3-9-15,8-1-12 0,-9 5-21 0,9-5-20 16,-13 1-20-16,13-1-36 0,-15 1-96 0,7 2-214 16,8-3 95-16</inkml:trace>
  <inkml:trace contextRef="#ctx0" brushRef="#br0" timeOffset="35439.26">20482 5497 111 0,'0'0'182'0,"0"0"-7"0,-28-7-15 0,28 7-7 15,-8-1-18-15,8 1-15 0,0 0-10 0,-20 0-11 16,20 0-10-16,-10-2-7 0,10 2-10 0,-13 0-9 16,-1 2-3-16,14-2-9 0,-14 1-5 0,9 2-10 15,5-3-15-15,-15 3-14 0,8 1-14 0,7-4-25 16,-10 5-21-16,5-2-21 0,5-3-14 0,-6 4-17 15,6-4-16-15,-5 5-95 0,5-5-233 0,0 6 103 16</inkml:trace>
  <inkml:trace contextRef="#ctx0" brushRef="#br0" timeOffset="35564.26">20351 5541 30 0,'-29'-6'85'0,"29"6"-3"0,-15 0-17 16,5-3-3-16,10 3 0 0,-18 0-9 0,18 0-13 15,-15 0-3-15,15 0-27 0,-15 0-22 16,15 0-74-16,-10 0-93 0,10 0 41 0</inkml:trace>
  <inkml:trace contextRef="#ctx0" brushRef="#br0" timeOffset="36079.83">20812 5380 44 0,'-12'2'102'0,"12"-2"-6"0,-17 0-11 15,6 0 1-15,11 0-20 0,-15 0-16 0,5 0 14 16,-3 3-8-16,13-3-5 0,0 0-19 0,-15-3-23 16,15 3-29-16,-12 0-33 0,12 0-59 0,-13 0-120 0,13 0 53 15</inkml:trace>
  <inkml:trace contextRef="#ctx0" brushRef="#br0" timeOffset="37001.6">24403 5517 103 0,'0'0'331'0,"0"0"1"16,2-8-5-16,-2 8-10 0,0 0-10 0,0 0-13 0,0 0-23 15,0 0-25-15,0 0-27 0,0 0-27 0,0 0-19 16,0 0-22-16,0 0-13 0,0 0-25 15,0 0-3-15,0 0-14 0,0 0-10 0,0 0-10 16,-7 18-8-16,7-18-2 0,-5 12-8 0,4-7 1 0,1 2-11 16,0 1 2-16,1 3-17 0,4-4 2 0,2 1-6 15,3-1 3-15,3 5-4 0,2-4 8 16,3 2-24-16,10-3-2 0,2 1-2 0,0-1-2 0,-2-5 0 16,2 1-5-16,-2-3 0 0,2-2-4 0,-7-1 25 15,-2-2-19-15,11-3-4 0,-14 2 8 0,4 0 1 16,-4-4 0-16,-3-1 1 0,-2-2 16 0,-3 3 18 15,-4-2 16-15,1 0 19 0,-7 4-6 0,0-6-7 16,-3 5-8-16,-2-7-11 0,0 5-2 0,-10-2-8 16,0 2-5-16,-1 2-6 0,-1 2-17 0,-5 0-28 15,3 2-33-15,-3 0-49 0,4 4-55 0,-10 2-54 16,-2 5-59-16,8-2-86 0,1 1-302 0,4 2-711 16,2-2 315-16</inkml:trace>
  <inkml:trace contextRef="#ctx0" brushRef="#br0" timeOffset="115713.18">8262 1510 301 0,'2'-12'324'0,"4"5"-11"0,-1-1-7 0,-3-1-6 16,3 2-10-16,0-2 0 0,-5 2-11 0,0-4-10 0,3 5-12 15,-3 0-10-15,2 2-26 0,-2 4-9 16,5-11-22-16,-3 6-18 0,-2 5-19 0,0 0-23 16,0 0-14-16,6-3-15 0,-6 3-12 0,0 0-11 0,0 0-8 15,0 0-6-15,2 19-9 0,-4-11-4 0,2 4-5 16,0 2-8-16,2 1 2 0,-2 1-5 0,0 5 1 15,0-3-9-15,0 2-2 0,0 7 0 0,5-6-3 16,-3 0-7-16,-2-1 5 0,0 3-4 0,0 0-4 16,0-7-3-16,0 4 0 0,1-1 3 0,-4-4-10 15,-2 0 1-15,0-1 3 0,2 1-7 0,-6-1 4 16,1-7 1-16,-4 5-1 0,-2-3 1 0,0 3 1 16,-2-5-1-16,1 0 0 0,-5-2 0 0,-3 3-2 15,-7-2 1-15,-1 0-2 0,2 0 3 0,-7-2 24 16,1 3-2-16,2-6-5 0,-2 5-1 0,-8 4-3 15,7-3-8-15,5-3 6 0,-1 3 0 0,2 2-6 16,1-1 1-16,0 1-1 0,3 0-3 0,4 0 0 0,4 0-2 16,3 0 0-16,-5 2-10 0,7-1 8 15,2 2 0-15,-3 3 1 0,8-3 0 0,-1 2 2 16,7-1 1-16,0 1 2 0,7 1-3 0,9 1 1 0,-4-4 1 16,8 6 2-16,5-5-4 0,-2 2 5 0,11-3-3 15,0-4 2-15,14 4-5 0,-2-5 2 0,0-2-2 16,2 1 3-16,-18-5 0 0,0 1-2 0,5-5-1 15,-6 0 2-15,-7 0 0 0,9-2-7 0,-14-2 10 16,1 1-1-16,-3-4 3 0,-3 2-3 0,1-3-3 16,2 1 1-16,-14 1-1 0,-1 0 6 0,-1-2-9 15,-1 3 2-15,-5-3-4 0,-7-1-3 0,7 3 2 16,-15 2-4-16,-2-2 1 0,-5-2 0 0,0 5 1 16,-6 3-1-16,2-2 2 0,-2 4 0 0,-1-2-4 15,1 6 3-15,5-2-1 0,0 2 2 0,4 1-3 16,4 0-4-16,1-3-36 0,3 6-42 0,8-1-46 15,0-4-36-15,0 5-27 0,5-2-28 0,3-3-26 16,2 6-51-16,0-8-45 0,17 5-306 0,-1-2-704 0,2-1 312 16</inkml:trace>
  <inkml:trace contextRef="#ctx0" brushRef="#br0" timeOffset="116072.51">8754 1713 8 0,'6'-9'349'0,"-1"6"-12"0,0-3-6 16,2 2-3-16,-7 4-9 0,8-8-12 0,-8 2-22 15,0 6-14-15,5-5-43 0,-5 5-28 0,0 0-24 16,0 0-14-16,0 0-27 0,0 0 3 0,0 0-29 16,-20 23-7-16,10-8-11 0,-3-2-7 0,-5 9-4 15,1-3 5-15,-4 5 2 0,4 0-14 0,1 2 2 16,1-3-11-16,-3 1-6 0,3 3-2 0,5-3-3 16,-3 2-15-16,6 1 6 0,2-1-10 0,2-1 6 15,-2 2-13-15,10 2 6 0,-5-12 1 0,8 6-4 16,7-2 2-16,0-2-3 0,11 3-28 0,-3-6-40 0,7-2-41 15,5-4-41-15,-4 2-41 0,1-6-49 16,4-2-58-16,12-7-43 0,-1 2-312 0,-16-5-675 16,4 0 300-16</inkml:trace>
  <inkml:trace contextRef="#ctx0" brushRef="#br0" timeOffset="116416.23">9146 1811 250 0,'0'0'332'0,"0"0"1"0,0-8-5 0,0 8 0 16,0 0-7-16,0 0-5 0,0 0-7 0,0 0-19 15,0 0-26-15,8-12-27 0,-8 12-25 0,20-3-18 16,-7 3-28-16,-1-3-7 0,3 3-17 0,6 4-15 16,-6-4-13-16,5 2-10 0,-3-1-11 0,3 2-13 15,-6 2-15-15,0-1 0 0,-3 1 1 0,1-2-15 16,-2 3-2-16,1 5-10 0,-4-4-4 0,3-1-9 15,-8 6 6-15,3-1-7 0,-2 4-14 0,-3-2 9 16,-2 2-3-16,4 1-1 0,-5 1 3 0,-4 1-5 16,0 0-9-16,-1-2 6 0,3 1 0 0,-2-2-1 15,3 2-2-15,-3-1 0 0,2 0 2 0,3 0-2 16,1 0-3-16,1-4-18 0,0 0-36 0,1-2-37 16,3 1-26-16,1-2-33 0,4-2-35 0,1 0-53 15,7 0-62-15,0-1-63 0,1-3-285 0,-2-3-696 16,1-3 309-16</inkml:trace>
  <inkml:trace contextRef="#ctx0" brushRef="#br0" timeOffset="116603.71">9264 1997 84 0,'-20'-2'349'0,"5"0"-3"0,5 2 5 0,-2 0-3 15,12 0-5-15,-15-3-6 0,15 3-20 0,-6-2-17 16,6 2-23-16,0 0-19 0,0 0-23 0,0 0-30 15,0 0-16-15,41 0-18 0,-18 0-24 0,-1-2-48 16,-1 2-54-16,7-5-57 0,2 2-48 0,2-1-47 16,-4-2-52-16,-7 4-58 0,9-5-68 0,2 1-70 15,-11 0-180-15,1 0-579 0,-6-4 257 0</inkml:trace>
  <inkml:trace contextRef="#ctx0" brushRef="#br0" timeOffset="116822.43">9580 1714 98 0,'0'0'332'0,"0"0"-5"0,0 0-15 16,0 0-19-16,0 0 11 0,0 0 18 0,0 0 21 0,31 16-4 15,-9-6-36-15,-2-2-35 0,-4-1-25 16,6 3-25-16,-1 2-22 0,2 0-22 0,4 3-17 16,-7-1-15-16,4 2-15 0,-7-7-12 0,5 11-15 15,-6-5-9-15,1 0-15 0,-7-1-34 0,1 3-32 0,-1 1-18 16,-5 1-40-16,2 6-18 0,-2-7-31 15,-10 0-22-15,3 2-24 0,-8 5-26 0,-2-2-33 16,-2-1-38-16,0-4-67 0,-2 3-283 0,1-8-637 0,2 4 283 16</inkml:trace>
  <inkml:trace contextRef="#ctx0" brushRef="#br0" timeOffset="117275.51">10795 1896 275 0,'-7'3'394'0,"7"-3"-9"0,0 0-12 0,0 0-14 16,0 0-17-16,0 0-15 0,0 0-30 0,0 0-14 0,0 0-39 16,0 0-24-16,21-11-22 0,-11 7-19 15,12 0-20-15,-1 1-13 0,8-4-25 0,2 3-34 16,4 1-39-16,9-3-48 0,0 2-56 0,-10-3-41 0,1 7-53 16,-7-3-51-16,2 5-50 0,-2-4-47 0,-6 2-266 15,-6 2-611-15,-3-1 270 0</inkml:trace>
  <inkml:trace contextRef="#ctx0" brushRef="#br0" timeOffset="117431.74">11058 1985 54 0,'-12'4'181'0,"4"2"7"15,0 0 2-15,-4 0 8 0,9-3 5 0,-2 2 6 16,5-5 12-16,0 7 5 0,0-7 0 0,8 3-17 16,-1 0-21-16,14-3-12 0,9 0-23 0,13-3-11 15,7 2-15-15,3-1-24 0,1-5-48 0,-2-1-64 16,4 2-89-16,2-5-94 0,-5 6-267 0,1-6-497 15,-4 0 221-15</inkml:trace>
  <inkml:trace contextRef="#ctx0" brushRef="#br0" timeOffset="117853.57">12797 1471 338 0,'5'-7'416'0,"-1"1"4"15,-4-1-11-15,6 2-16 0,1-4-17 0,-6 7-33 16,-1 2-36-16,5-4-40 0,-5 4-29 0,0 0-31 16,0 0-22-16,0 0-16 0,0 0-23 0,9 20-13 0,-9-9-16 15,1 8-13-15,1-2-5 0,1 10-9 0,-1 0-9 16,-2 7-9-16,8 6-11 0,-4-10-2 15,-1 12-4-15,4-4-4 0,-3 1-6 0,0-7-1 0,1-3-31 16,0 0-31-16,-2-1-39 0,5-1-44 0,-3 0-34 16,-1-8-50-16,2 0-67 0,2-3-90 0,6-1-350 15,-8-3-748-15,4-8 331 0</inkml:trace>
  <inkml:trace contextRef="#ctx0" brushRef="#br0" timeOffset="122196.86">13344 1791 58 0,'-10'-2'342'0,"10"2"-10"0,0 0-6 0,-14 0-11 15,14 0-13-15,0 0-20 0,-8-1-12 0,8 1-28 16,0 0-11-16,0 0-15 0,0 0-16 0,0 0-17 16,0 0-19-16,0 0-14 0,0 0-13 0,0 0-14 15,32-3-15-15,-11 3-10 0,1 0-13 0,7-1-7 16,1 2-9-16,2-2 0 0,2 1-9 0,14-2-8 16,-15 0-10-16,2-3-17 0,12 3-12 0,-4-3-15 15,-10 0-23-15,0 0-27 0,-3 0-26 0,-1-2-29 16,-7 1-21-16,-2-3-18 0,-4 1-24 0,-6 4-29 15,5-4-32-15,-5-1-15 0,-7 2-15 0,1-1-4 16,-8 1 2-16,-2-1-138 0,-1 1-432 0,-4-1 192 16</inkml:trace>
  <inkml:trace contextRef="#ctx0" brushRef="#br0" timeOffset="122399.97">13814 1614 905 0,'-22'-4'-52'0,"6"-3"31"0,2 6 38 16,-1 1 35-16,5-4 22 0,1 2 29 0,-1 0 20 16,10 2 14-16,-14-3 15 0,14 3 10 0,-15 0 3 0,15 0 0 15,0 0-6-15,-13 0-7 0,13 0-11 16,0 0-15-16,0 0-11 0,0 0-13 0,-6 5-10 15,6-5-7-15,0 0-11 0,0 6-5 0,0-6-10 16,5 12-8-16,-5-5-1 0,1 1-4 0,3 1-7 0,-3 3-3 16,1 2-3-16,4-1-3 0,-2 5-3 0,-1 0-2 15,-1 0-4-15,4 6 1 0,-2-2-12 16,-1-4-29-16,4 9-20 0,-2-3-41 0,0 2-41 16,1-5-54-16,7-2-71 0,-4 0-232 0,1-3-517 0,3-1 228 15</inkml:trace>
  <inkml:trace contextRef="#ctx0" brushRef="#br0" timeOffset="122853.05">14368 1691 123 0,'0'0'316'0,"0"-11"-15"0,0 11-16 16,0 0-13-16,3-6-24 0,-3 6-13 0,0 0-22 16,0 0-18-16,0 0-18 0,2-6-14 0,-2 6-15 15,0 0-20-15,10-8-6 0,-5 7-16 0,3-5-12 16,-1 0-7-16,-1 0-6 0,3 3-13 0,-1-3-6 16,7-3-6-16,-2 0-3 0,2-3 3 0,-7 4-19 15,7-7 5-15,-2 8-9 0,1-3-4 0,-4-7-3 16,3 5-4-16,-5-4 4 0,4 4-3 0,-9-4-8 15,4 5 3-15,-1-3-2 0,-2 5 2 0,1 1 2 16,-7-2-4-16,2 5-7 0,0-2-6 0,-5 1 3 16,2 0-1-16,-4 1-5 0,7 5-2 0,-20-3 3 15,7 3 0-15,-2 2-7 0,-2-1 1 0,-4 7 5 0,3-4-3 16,-2 4-3-16,-2 1 6 0,1 1-4 0,-4 5 2 16,0 1 1-16,5 0 1 0,4 0 4 0,1-2 6 15,-5 4 0-15,7-1 1 0,1-1 11 16,4 0-2-16,0 4 2 0,3-2 4 0,3-2 5 0,2 4 5 15,2-2-4-15,3-2 6 0,8 3 0 0,5-3 1 16,7-1-1-16,1 0-5 0,4-2-6 0,3-2-3 16,14-2-26-16,-4 1-33 0,-7-6-56 0,0-3-66 15,-2-1-85-15,9-3-87 0,-10-3-260 0,6-8-638 16,-5 2 283-16</inkml:trace>
  <inkml:trace contextRef="#ctx0" brushRef="#br0" timeOffset="123243.63">14550 1092 289 0,'0'0'350'16,"0"0"-13"-16,-8-1-30 0,8 1-20 0,0 0-21 0,0 0-19 15,0 0-26-15,0 0-22 0,0 0-19 0,0 0-17 16,23-4-16-16,-11 4-17 0,-12 0-14 16,26 0-12-16,-6 0-15 0,1 0-21 0,3 2-43 15,5-4-65-15,-9 2-63 0,8-3-70 0,6 2-78 0,-6-7-242 16,-7 5-535-16,2-4 237 0</inkml:trace>
  <inkml:trace contextRef="#ctx0" brushRef="#br0" timeOffset="123681.08">15009 874 21 0,'0'0'349'15,"0"0"-20"-15,0 0-20 0,0 0-22 0,0 0-27 16,0 0-22-16,0 0-22 0,0 0-24 0,11-4-23 16,-11 4-16-16,0 0-16 0,0 0-13 0,20 9-14 15,-12-5-9-15,1-1-10 0,2 4-6 0,-4-2-12 16,6 2-9-16,-5 1-4 0,6-1-8 0,-6 0-5 16,7 3-3-16,0 0-5 0,-9-2-7 0,7 1-2 15,-6 1-6-15,1-3 0 0,-1 2 4 0,-5 0-11 16,4 0-2-16,-4 0 1 0,5 2-8 0,-7-2-2 15,0-1 3-15,0 4-6 0,-2-4 5 0,-3 2-8 16,3-1 6-16,1 2-1 0,-6 0 1 0,2-1 3 16,-2-1-1-16,6-1-5 0,-1 0 2 0,-3 1 2 15,3-2 13-15,-4 0-14 0,6-4 4 0,0 6 3 16,-5-5 4-16,5-4 1 0,-2 11 2 0,2-7 1 16,7 1-4-16,-4 1 2 0,2-1-6 0,10-2 6 0,-8-2-25 15,8-1-40-15,-1 0-63 0,0 0-73 0,2-3-77 16,2 2-310-16,-8-3-615 0,10 3 272 0</inkml:trace>
  <inkml:trace contextRef="#ctx0" brushRef="#br0" timeOffset="123899.81">15014 1083 309 0,'-10'-3'335'0,"10"3"-11"0,0 0-14 0,0 0-23 16,0 0-25-16,-10-1-17 0,10 1-37 0,0 0-18 16,0 0-19-16,0 0-15 0,33-2-20 0,-23 2-12 15,8 0-14-15,-5 0-20 0,4 0-38 0,1 2-50 16,3 2-49-16,-4-3-61 0,3 2-74 0,3-1-58 16,-1-4-216-16,1 4-494 0,-5-2 219 0</inkml:trace>
  <inkml:trace contextRef="#ctx0" brushRef="#br0" timeOffset="124196.65">15383 816 99 0,'0'0'336'0,"0"0"-18"16,0 0-9-16,0 0-4 0,26 19-8 0,-14-14-6 0,4 10-8 16,4 1-24-16,8 4-20 0,-5 1-15 0,12 7-21 15,3 4-16-15,-5-2-22 0,2 6-15 16,2 3-11-16,-4 2-13 0,-2 1-12 0,1 2-14 0,-4-2-8 16,1 8-13-16,-9-2-2 0,2 1-21 0,-12 2 1 15,3 2 10-15,-13 2-21 0,0 3-4 0,-15-1-20 16,-3 12-50-16,-7-17-42 0,-3 2-39 15,-3-4-21-15,-8-6-34 0,-2 0-49 0,-4-2-65 0,1-9-62 16,-8 2-219-16,-1-4-605 0,0 0 268 0</inkml:trace>
  <inkml:trace contextRef="#ctx0" brushRef="#br0" timeOffset="124884.08">12776 1133 19 0,'5'-15'372'0,"-4"3"8"15,-1 1-14-15,4 5-3 0,-4-3-48 0,0 4-9 16,0 5-64-16,0-7-18 0,0 7-32 0,0 0-21 16,0 0-21-16,-32 23-18 0,9-1-12 0,2 2-4 15,-9 12-3-15,2 3 14 0,-5 0-9 0,-1 7-8 16,1 3-7-16,-1-2-5 0,9 6 0 0,-2-3-6 15,4 4-7-15,3-2-3 0,5 2 7 0,0-9-15 16,7 3-4-16,8-5-1 0,-5 4-5 0,17-6-1 16,-2 2 1-16,20-7-4 0,-2-5 0 0,13 1-14 15,5-2-4-15,7-4-34 0,27 2-57 0,-1-6-79 16,-18-11-109-16,27 1-133 0,-27-6-367 0,32-3-798 0,-7-3 353 16</inkml:trace>
  <inkml:trace contextRef="#ctx0" brushRef="#br0" timeOffset="125493.39">15649 607 318 0,'0'0'348'0,"0"0"-30"0,0 0-17 0,0 0-18 16,0 0-29-16,0 0-20 0,0 0-23 0,-2-4-19 15,2 4-16-15,0 0-21 0,0 0-13 0,0 0-15 16,0 0-13-16,0 0-10 0,0 0-11 0,27 4-10 16,-15 0-16-16,6-4-25 0,5 0-31 0,-7 1-46 15,8-1-40-15,4-1-66 0,0-3-52 0,3 0-56 16,-4-4-231-16,-11 3-520 0,14-1 230 0</inkml:trace>
  <inkml:trace contextRef="#ctx0" brushRef="#br0" timeOffset="125696.49">16113 325 242 0,'0'0'250'0,"0"0"-19"0,0 0-17 0,0 0 1 16,0 0-1-16,0 0-20 0,6 20 0 0,2-10-7 16,-6 6-20-16,3 0-15 0,5 8-16 0,2 1-12 0,-6 3-12 15,3 2-12-15,-3 7-8 0,2 4-9 0,1-1-11 16,2 1-5-16,-2 1-19 0,-1 1-49 15,-2-3-65-15,-4 4-95 0,5-2-119 0,-1 0-151 16,3-3-468-16,-3-10 208 0</inkml:trace>
  <inkml:trace contextRef="#ctx0" brushRef="#br0" timeOffset="128977.4">8352 3096 3 0,'1'-6'292'0,"6"0"-19"0,-1 0-23 15,-1 3-26-15,2 0-23 0,-7 3-20 0,12-2-23 0,-12 2-12 16,11 0-5-16,-11 0-15 0,18 7-13 0,-11-2-11 15,1 5-13-15,6 2-7 0,-8 1-10 0,4 1-5 16,-5-1-5-16,5 2-7 0,-5 3-9 0,-3-2-4 16,3 1-3-16,-4 1-6 0,-1-3 0 0,0 3-6 15,-1-3-3-15,-4 0 1 0,0 3-7 0,3-6 0 16,-8 6 1-16,5-6 0 0,-5 1-6 0,0-1 1 16,-1 2 2-16,1-2 10 0,-2-1 6 0,-4-3 7 15,1 3 4-15,1-3 7 0,-9 0 3 0,7 0 2 16,-4 1 0-16,0 0 5 0,3 0-1 0,-6 0-1 15,2-2-2-15,-4 3-8 0,5-3 2 0,-8 7-2 16,6-7-8-16,1 1-3 0,4 0-4 0,-11 7-6 16,12-1 1-16,-4-5-5 0,5 4 4 0,-2-2-6 15,1 1-5-15,3 0 2 0,1 2 2 0,0-4-8 16,4 5 4-16,-3-3-5 0,11-2 4 0,-2 4-1 16,-3-5 3-16,10 3 1 0,2 4 6 0,1 1-2 15,5-4 1-15,4 3 1 0,6-1-11 0,3-2 3 16,-1 1-4-16,5-2-3 0,0-4 2 0,-1 0-1 0,5 1 5 15,-8-2-9-15,9-7-2 0,-5 3 0 0,-2 1 0 16,-10-4-4-16,2 0 5 0,-4-4-8 16,-2 3 9-16,0-1 2 0,-5-3-2 0,2 0 8 0,-2-1 2 15,-3-2 3-15,-2 1 18 0,-1-1-18 0,-3 0-3 16,-3 0 2-16,-1 0-2 0,-2-2 0 0,-1 1 4 16,-3-2 2-16,-2-1-3 0,-2 4-1 0,-3 1 1 15,-4 0-3-15,4 0-3 0,-3-1 2 0,4 1 5 16,-4 5-1-16,5-6-11 0,0 7 3 0,0 0 0 15,10-1-8-15,-12 4 0 0,17-2-18 0,-14 0-28 16,14 0-33-16,-17-2-33 0,17 2-39 0,-12 2-33 16,12-2-42-16,-8 1-55 0,8-1-60 0,0 0-220 15,0 0-604-15,0 0 268 0</inkml:trace>
  <inkml:trace contextRef="#ctx0" brushRef="#br0" timeOffset="129461.72">8962 2892 168 0,'0'0'362'0,"0"-5"-23"0,0 5-25 0,0 0-33 0,5-4-27 16,-5 4-32-16,0 0-27 0,0 0-19 0,0 0-17 16,0 0-17-16,0 0-16 0,-26 13-14 0,18-5-9 15,-7 2-11-15,6 2-8 0,-7 2-12 0,4 3-6 16,-3-1-18-16,2 8-16 0,-2 0-23 0,0-2-23 15,0 5-35-15,2-1-37 0,-2 1-53 0,0 0-57 16,4-4-61-16,-2 2-180 0,1-3-471 0,4 2 209 16</inkml:trace>
  <inkml:trace contextRef="#ctx0" brushRef="#br0" timeOffset="129821.05">9436 3186 16 0,'0'0'309'0,"0"0"-27"16,0-8-31-16,0 8-21 0,0 0-16 0,0 0-4 15,0 0-3-15,-20 19-14 0,10-12-6 0,0 2-5 16,-5 3-6-16,0 3-15 0,2-1-6 0,-4 3-12 16,-2 3-6-16,2 4-19 0,-3-2 4 0,4 4-11 15,2-3-4-15,-1 2-6 0,7 2-10 0,0 0-7 16,-5-1-8-16,4 4-3 0,3-5-5 0,1 11-9 16,0-7 0-16,5-2 3 0,0-2-7 0,5 2 2 15,0-1-4-15,10-1-5 0,-2 0-7 0,5-2-5 16,2 1-2-16,1-5-11 0,8 1-27 0,-1-1-52 15,-3-7-57-15,6 2-78 0,-5-5-96 0,8-3-80 16,-6-1-219-16,2-4-635 0,1-2 282 0</inkml:trace>
  <inkml:trace contextRef="#ctx0" brushRef="#br0" timeOffset="130180.39">9654 3417 150 0,'0'0'376'0,"-1"-6"4"0,-4 1 9 16,5 5-28-16,0-7-13 0,0 7-32 0,5-8-32 15,-5 8-28-15,1-5-24 0,7 2-23 0,-1-2-27 16,-7 5-17-16,15-3-13 0,-2 3-17 0,-5 0-13 16,12 1-16-16,-8-1-11 0,1 2-11 0,2 4-7 15,-3-3-11-15,-2 3-5 0,0 3-9 0,1-5-15 16,-3 4 4-16,-1-1-6 0,0 4-1 0,-1-1-8 15,-2-2-3-15,1 6-8 0,-5-1 4 0,0 2-7 16,0-4-1-16,-7 8 0 0,2-10 1 0,2 9 12 16,-6 1-13-16,4-3-3 0,-1 0-4 0,-3-1 2 15,5 0 1-15,-1-2-8 0,0 2 6 0,3-3 1 16,-1-2-6-16,-1-2 8 0,4 3 1 0,0-2-1 16,4 0 1-16,-1 5 2 0,5-6-7 0,-1 2 2 15,8-5-16-15,0 3-28 0,1-2-56 0,-1-3-48 16,7 1-57-16,-1-2-63 0,2-4-75 0,-1 2-317 15,-6-1-707-15,12-5 314 0</inkml:trace>
  <inkml:trace contextRef="#ctx0" brushRef="#br0" timeOffset="130367.87">9677 3606 225 0,'0'0'274'0,"-15"0"-8"0,15 0-6 0,-8 3-7 0,8-3-8 15,0 0-20-15,0 0-19 0,0 0-16 0,0 0-20 16,0 0-20-16,0 0-16 0,37-9-8 16,-14 9-17-16,-5-4-11 0,0 0-15 0,4 3-31 0,3-2-63 15,-6 0-67-15,3 2-70 0,3-3-66 0,-4-4-223 16,1 0-471-16,-1 2 209 0</inkml:trace>
  <inkml:trace contextRef="#ctx0" brushRef="#br0" timeOffset="130602.22">10030 3216 181 0,'-2'-3'327'0,"2"3"-16"0,0 0-38 0,-5-5-28 16,5 5-21-16,0 0-15 0,0 0 7 0,0 0-6 16,15 17 4-16,-8-6-1 0,6 0-7 0,-5 5-11 15,9-1-14-15,3 4-15 0,-4 2-15 0,4 5-15 16,-2-4-12-16,2 3-15 0,3 7-8 0,-1-5-11 15,-4 0-11-15,-3 0-5 0,3 3-10 0,-5 6-2 16,-3 5-22-16,2-2-5 0,-4-12-46 0,-6-4-30 16,3 8-49-16,-3-6-31 0,-4 0-45 0,-3 2-63 15,3-7-74-15,-3 1-277 0,-3-3-627 0,1-2 278 16</inkml:trace>
  <inkml:trace contextRef="#ctx0" brushRef="#br0" timeOffset="131039.68">11018 3516 304 0,'0'0'405'0,"0"-7"3"0,0 7-5 16,0 0-14-16,0 0-17 0,-3-6-32 0,3 6-22 15,0 0-30-15,0 0-32 0,10-7-27 0,-5 5-22 16,3 0-23-16,5 1-19 0,9-3-17 0,-4 0-23 16,5 4-21-16,4-1-30 0,2 2-55 0,-4-2-54 15,7 2-62-15,-13 0-56 0,11 6-64 0,-3-6-71 16,-6 1-59-16,-6 3-254 0,2-1-649 0,-1-3 287 0</inkml:trace>
  <inkml:trace contextRef="#ctx0" brushRef="#br0" timeOffset="131227.16">11094 3722 242 0,'0'0'256'0,"-6"2"14"0,6-2 9 16,0 0 0-16,0 0-13 0,14 11-23 0,-2-7-20 15,8-2-23-15,1 0-16 0,9 2-19 0,2-2-16 16,1 0-19-16,-2 3-15 0,1 1-14 0,2 0-48 16,3-3-69-16,-1 4-88 0,7-4-104 0,-11 4-264 15,11 2-510-15,-7-4 226 0</inkml:trace>
  <inkml:trace contextRef="#ctx0" brushRef="#br0" timeOffset="134914.26">13204 2852 131 0,'4'-10'291'0,"-3"6"-16"0,1-2-20 0,-2 6-29 0,5-7-21 16,-5 7-23-16,3-8-14 0,-3 8-26 0,0 0-13 16,0 0-13-16,0 0-13 0,0 0-11 0,14 15-8 15,-9-10-8-15,-2 8-7 0,2-4-7 16,-2 0-7-16,2 7-6 0,2-1-3 0,-6-3-6 0,4 3-5 16,-5-1 1-16,2 3-8 0,-2-7-3 0,-2 8-3 15,2-8 0-15,-5 2-4 0,2-3 0 0,-2 2-3 16,0 0-1-16,-3-3 4 0,0 3 9 15,-6 2 6-15,3-5 10 0,-4 4-2 0,0-5-2 0,-5 0 5 16,5 0-1-16,-5 1 1 0,-9 0-1 0,12 0 2 16,-11 0 0-16,0-1 0 0,5-3-5 0,-2 7-3 15,-2-3-2-15,6-1-4 0,-1 1-3 0,-3 4-3 16,6-5 0-16,-3 1 2 0,4 2 1 0,-4-1-9 16,11 0 3-16,-6 2 0 0,7-1 5 0,-3 2-2 15,5-2 3-15,-4-1-1 0,4 5 2 0,6-6-6 16,-4 3-4-16,6 3 7 0,-5-8-9 0,5 6 6 15,5-1 6-15,-5 1-8 0,8-2 2 0,0 0-1 16,7 4 0-16,3-3 2 0,-1 1-2 0,3-2-5 16,3-3 0-16,0 4 3 0,-1-3-2 0,2 3-9 15,4-4 1-15,-8-5-2 0,2 3 1 0,3-3-4 16,-7-1 5-16,0-1-3 0,-3 3 7 0,0-6-2 16,0 3-2-16,-2-3 3 0,-5 3 2 0,1-5 2 15,-3 3 13-15,1-1-13 0,-1-5 5 0,-6 8 2 0,7-9-1 16,-4 4 1-16,-3 1-2 0,0-5-1 15,0 9-3-15,-8-11 2 0,6 4-4 0,-4 1-4 16,-2 2 1-16,-4-3-8 0,2 3 1 0,0 0-2 16,-6-3-2-16,-1 3 13 0,2-2-13 0,-3 3-2 0,3 1 0 15,-5 1 2-15,0-3 0 0,5 4-5 0,-1-3 1 16,-1-2-2-16,4 5 7 0,1-2 2 16,1 1-18-16,3-2-24 0,-4 3-34 0,12 0-31 0,-15-1-30 15,15 1-45-15,0 0-78 0,-7-5-86 0,7 5-271 16,0 0-662-16,0 0 294 0</inkml:trace>
  <inkml:trace contextRef="#ctx0" brushRef="#br0" timeOffset="135304.85">13719 3117 9 0,'7'-6'371'0,"-7"6"-9"15,0 0-29-15,8-3-24 0,-8 3-27 0,0 0-22 16,0 0-33-16,0 0-21 0,0 0-25 0,0 0-18 15,0 0-11-15,0 0-21 0,-30 11-11 0,22-4-9 16,-2-1-15-16,-5 5-10 0,2-1-1 0,0 3-2 0,0 1-13 16,-2-1-5-16,5 4-3 0,-4 1 0 15,5-2-10-15,0 3-3 0,-1 0-3 0,5 0-1 16,2 1-3-16,-4-2-1 0,6 2 0 0,2-3-5 0,-1 1 1 16,7 5-6-16,0-3 1 0,3-4 0 0,1 0-11 15,4-2-8-15,7 4-22 0,2-5-29 0,1 1-45 16,7-4-66-16,-1-2-67 0,-3-1-77 15,2-7-53-15,5 0-189 0,-4 0-581 0,6-4 257 0</inkml:trace>
  <inkml:trace contextRef="#ctx0" brushRef="#br0" timeOffset="135648.56">13982 3205 33 0,'-8'-4'362'0,"8"4"3"0,-6-3-4 0,6 3-9 16,0 0-8-16,-2-8-32 0,2 8-23 0,0 0-33 16,0 0-18-16,0 0-26 0,11-4-21 0,-11 4-21 15,19-3-14-15,-13 1-19 0,-6 2-11 0,18 0-13 16,-6 2-16-16,-2-2-3 0,-2 3-17 0,4-1 8 16,-2 0-23-16,-4 5-9 0,4-4-8 0,-5 2-1 15,5 3-9-15,-5-1-7 0,-3 1-8 0,3 1 2 16,-4 1-2-16,-1 4 0 0,5-1-9 0,-10-1 6 15,5 3 1-15,0-1-5 0,-6-5-8 0,6 9 4 16,-2-8-1-16,-3 5 0 0,5-4-4 0,0 4 5 16,-3-5-1-16,-4 1-5 0,7-2-3 0,-5 1 1 15,5-2 3-15,0 1-9 0,0-2-2 0,0 3-1 0,0-3-27 16,0-1-9-16,5-3-35 0,5 1-48 16,-3 0-52-16,4-3-59 0,-1 1-60 0,5-4-50 15,0 2-231-15,3-1-626 0,-1-6 278 0</inkml:trace>
  <inkml:trace contextRef="#ctx0" brushRef="#br0" timeOffset="135851.67">14093 3359 53 0,'0'0'279'0,"0"0"-5"0,-15 0 3 0,15 0-12 0,0 0 3 16,-6-3-23-16,6 3-14 0,0 0-15 0,0 0-23 15,0 0-22-15,0 0-17 0,0 0-14 0,16-11-13 16,-16 11-15-16,15-1-11 0,-2-1-8 0,-4-3-20 16,4 4-21-16,0-5-59 0,-3 1-58 0,10 4-68 15,-5-2-68-15,0-1-68 0,6 0-173 0,-6 0-479 16,-2-4 213-16</inkml:trace>
  <inkml:trace contextRef="#ctx0" brushRef="#br0" timeOffset="136132.89">14275 3085 92 0,'0'0'291'0,"0"0"-19"0,0 0-9 16,0 0-5-16,0 0-3 0,0 0 5 0,17 19-16 15,-9-15-9-15,4 4-12 0,-1-1-14 0,8 2-18 16,-5 3-19-16,1-3-20 0,2 3-10 0,-2 0-16 15,1 0-7-15,-1 0-19 0,5 3-8 0,-8 1-8 16,-1-1-5-16,3 2-11 0,0-2-5 0,-7 3-4 16,0 0-12-16,-1 0-7 0,-4-3-20 0,0 1-34 0,-2 3-28 15,0-3-29-15,-2 2-30 0,-3-2-38 0,-5 1-57 16,-3 0-50-16,5-2-55 0,-1 2-207 16,-1-5-550-16,4-1 244 0</inkml:trace>
  <inkml:trace contextRef="#ctx0" brushRef="#br0" timeOffset="138898.22">15381 2744 286 0,'0'0'310'0,"0"-8"-16"0,0 8-20 0,2-3-24 15,-2 3-25-15,0 0-25 0,0 0-22 0,-14-6-23 16,14 6-13-16,-18 9-15 0,5 3-9 0,0 2-12 16,-10 0-4-16,-1 6-6 0,1 1 0 0,-7 14-6 0,9-10-6 15,-7 9-2-15,5 1-4 0,-4-1-4 16,11 2-9-16,-6-1-5 0,7-1 12 0,0 5-19 15,9-9 4-15,-3-3-3 0,6 2-4 0,0 3-1 16,6 0 4-16,0-5-5 0,6 5-1 0,2-5-4 0,1 0-4 16,8 0 3-16,3 0-11 0,-2-3 5 0,7-2-6 15,9 2-2-15,3 3-9 0,-14-10-17 16,14 0-24-16,-7-4-34 0,10-6-48 0,-13 1-53 0,3-8-56 16,3-3-68-16,-4-2-53 0,-4-2-179 0,5-2-556 15,-2-9 246-15</inkml:trace>
  <inkml:trace contextRef="#ctx0" brushRef="#br0" timeOffset="139148.19">15868 2964 310 0,'0'-6'352'0,"0"-3"-12"16,0 9-5-16,-5-8-15 0,5 8-18 0,0-7-28 15,0 7-21-15,0 0-11 0,0 0-40 0,0 0-22 16,-4-3-19-16,4 3-20 0,0 0-9 0,0 0-19 15,-5 17-8-15,5-7-10 0,0 0-8 0,-6 4-12 16,6 1-1-16,0 0-9 0,0 4-6 0,-2 1 3 16,2 4-14-16,0 5 8 0,2-6-16 0,-4 3-5 0,10 1 0 15,-8-2-17-15,0 2-30 0,5-3-25 16,-3 2-40-16,0 1-37 0,3-11-45 0,1 7-60 16,1-7-60-16,-4-2-324 0,9 2-653 0,-4 0 290 15</inkml:trace>
  <inkml:trace contextRef="#ctx0" brushRef="#br0" timeOffset="139366.92">16252 3154 81 0,'5'-3'387'0,"-5"3"-11"0,8-5-24 0,0 2-14 15,-8 3-23-15,7-8-22 0,6 5-14 0,-5 2-21 16,9 1-27-16,4-4-18 0,-1 3-23 0,7-1-22 15,-1 1-16-15,6-2-14 0,1 3-17 0,0 0-5 16,11-1-16-16,-9-1-8 0,10 4-7 0,-10-2-14 16,-2-2-14-16,0 2-44 0,-2 0-57 0,6-8-58 15,-4 3-63-15,-2-2-70 0,2 2-77 0,1-6-283 16,-5 0-644-16,4-2 284 0</inkml:trace>
  <inkml:trace contextRef="#ctx0" brushRef="#br0" timeOffset="140096.01">17723 2632 198 0,'0'0'185'0,"0"0"-14"0,0 0-14 15,0 0-3-15,12 12-11 0,-11-5-14 0,1-3-9 16,0 4-15-16,3 0-6 0,-4 2-10 16,4-1-7-16,-3 1-8 0,3 0-5 0,-4 0-6 0,4 3-7 15,-5-2-3-15,4-1-4 0,-3 0-4 0,-1 2-7 16,4 1-1-16,-8-3-2 0,4-1 15 0,-1 0 9 16,-3 3 5-16,-1-4 6 0,-1-1 12 0,-1 2 7 15,-3-3 6-15,2 0 10 0,-7 4 9 0,-5-6 2 16,5 1 4-16,-6 2 1 0,-1-6 0 0,1 6-7 15,4-2-9-15,-4 1-3 0,-7 2-7 0,6-4 1 16,-1 0-17-16,1 3-1 0,4 0-18 0,0 2-5 16,-5 0-6-16,6 0-1 0,-3 1-5 0,5 1-4 15,1-2-1-15,-1 5-5 0,0-2 0 0,7 3-2 16,-6-2-7-16,13 5 2 0,-6-5 2 0,7 4 3 16,0 0-3-16,5-2-3 0,3-2-2 0,1 2-3 15,7-1-2-15,4 3 0 0,5 0-1 0,3-4-4 16,-2 1-2-16,6-4 2 0,-1 1-13 0,4-3-13 15,-4-2-12-15,4-1-5 0,-5-3-13 0,0 0-7 16,0-4 3-16,-9 0-4 16,-4-1 6-16,3-1-3 0,-6-2 8 0,0 0 8 15,-4 0-3-15,-4-1 6 0,1-1-4 16,-2-1 6-16,-4 0 4 0,-2 0-5 0,-4 2 7 0,-2-4-1 0,1 3 2 16,-9 0 6-16,0-2-3 0,-3 1 4 0,3 2 1 15,-5-1 4-15,3 1-1 0,-4 6 5 0,1-6-4 16,5 3 0-16,-5 1 1 0,4 2 4 0,1-4-4 15,0 5 2-15,2 0-16 0,4 5-26 0,-4-4-26 16,5 1-21-16,0-1-30 0,1 3-31 0,-1 3-47 16,8-6-52-16,0-1-247 0,0 11-542 0,5-7 239 15</inkml:trace>
  <inkml:trace contextRef="#ctx0" brushRef="#br0" timeOffset="140455.35">18107 2830 191 0,'0'0'347'0,"-2"-7"-13"0,2 7-9 16,0-9-13-16,0 9-10 0,-6-4-43 0,6 4-27 16,-4-7-28-16,4 7-27 0,0 0-17 0,0 0-8 15,-19 5-21-15,19-5-17 0,-17 9-11 0,5-1-11 16,6-1-11-16,-9 3-2 0,5 4-14 0,-3-2-3 16,3 4-3-16,-3-2-6 0,-1 2 5 0,8 1-14 15,-3 1 0-15,3 1-4 0,-2 5-3 0,4-5-4 16,8 1 0-16,-3 6-4 0,6-1 1 0,-1-2-2 15,9 4 0-15,-8-9-5 0,13 2-2 0,-2-4-9 16,4 3-27-16,-6-7-38 0,9 3-47 0,0-4-68 16,-4 0-65-16,-1-9-72 0,2 3-265 0,-2-3-618 15,1 2 273-15</inkml:trace>
  <inkml:trace contextRef="#ctx0" brushRef="#br0" timeOffset="140877.19">18357 2841 268 0,'-3'-4'407'0,"3"4"-7"16,0 0-16-16,0 0-16 0,-5-5-25 0,5 5-26 15,0 0-29-15,0 0-30 0,8-7-23 16,-8 7-26-16,12-7-12 0,-6 6-30 0,-6 1-16 15,20-1-15-15,-5 1-13 0,1 0-12 0,1 1-14 0,-2 5-11 16,-2-4-5-16,4 3-11 0,-2-3-12 0,1 3 1 16,-1-1-10-16,-3 3-6 0,1-2-5 15,-2 2-3-15,-2 1-10 0,-1-1 0 0,-3 1-5 0,2 0 0 16,-2 0-13-16,-2 3 0 0,-3-3 1 0,0 0 0 16,0 4-4-16,-3-2 3 0,-2 0-5 0,0 2 1 15,0 0 0-15,-2 1 4 0,2 1-5 0,-2-2 7 16,-1 1-7-16,2-1 1 0,-1 0 1 0,0 2-6 15,6-4-1-15,-6 1 5 0,4 1-2 0,-4 2-1 16,5-2 2-16,2-4-1 0,0 3 4 0,0-2 0 16,2 2-1-16,0-4-6 0,3 4-6 0,3-2-4 15,-1-2-20-15,3-3-33 0,1 1-40 0,4 2-47 16,2-2-52-16,-2-3-43 0,-4-1-50 0,7-2-52 16,-3 1-262-16,5-2-662 0,-5-3 293 0</inkml:trace>
  <inkml:trace contextRef="#ctx0" brushRef="#br0" timeOffset="141095.92">18390 3021 120 0,'0'0'327'0,"0"0"-24"0,0 0-25 15,0 0-24-15,0 0-22 0,0 0-11 0,0 0-15 0,40-2-24 16,-24 2-16-16,4 0-17 0,0 0-16 0,2 2-10 15,4-2-12-15,4 2-16 0,0-2-9 16,-4 4-9-16,-4-2-21 0,-1-1-47 0,2 0-60 16,-6 2-66-16,4-1-58 0,3-4-57 0,-8-1-194 0,-1 2-461 15,2 0 205-15</inkml:trace>
  <inkml:trace contextRef="#ctx0" brushRef="#br0" timeOffset="141392.76">18693 2625 169 0,'0'0'284'16,"0"0"-11"-16,0 0-11 0,0 0-6 0,23 18-13 15,-15-15-13-15,7 6-21 0,0 2-10 0,5-3-14 16,8 9-15-16,-8-2-14 0,5 4-16 0,0-2-7 15,-2 3-15-15,2-1-14 0,-4 2-9 0,4 2-10 16,-8 0-9-16,4-3-5 0,-1-1-11 0,-3 5 1 16,-3 2-11-16,0-5-7 0,-6-3-2 0,-3 3-4 15,-2-3-3-15,-3 9-4 0,0-11-7 0,-8 7 3 16,0 0-9-16,-6 0-9 0,-2 1-32 0,-2-2-26 16,-7 2-25-16,-3-4-34 0,0 7-50 0,-2-7-57 15,7 2-57-15,-2-3-224 0,2-2-539 0,1 6 238 16</inkml:trace>
  <inkml:trace contextRef="#ctx0" brushRef="#br0" timeOffset="143894.01">19234 2415 178 0,'-1'-3'368'0,"1"3"-3"0,-4-9-1 15,4 9-31-15,-3-4-13 0,3 4-18 0,0 0-19 0,0 0-36 16,0 0-15-16,0-8-29 0,0 8-17 0,0 0-22 16,0 0-15-16,0 0-20 0,0 0-13 0,23 20-10 15,-10-7-12-15,2 4-10 0,2-4-8 0,1 14-8 16,5 6-6-16,7 2-5 0,-10 2-5 0,-4 2-13 15,6 6-4-15,-14-5-4 0,7 4 3 0,-3 1-5 16,-7 4-6-16,-5-5 1 0,0 4-2 0,-5 0-5 16,1-2 5-16,-6-2-10 0,4 2 4 0,-7-5 1 15,-2 1-5-15,-9-2-1 0,10 1-11 0,-8-5-13 16,1 3-13-16,-9-6-24 0,0 1-19 0,0-7-29 16,5-4-30-16,-8 4-35 0,2 1-45 0,1-6-68 15,7-3-97-15,-4-6-207 0,6 2-628 0,11-4 278 16</inkml:trace>
  <inkml:trace contextRef="#ctx0" brushRef="#br0" timeOffset="147487.38">4295 822 244 0,'-7'-14'250'0,"-6"-4"-28"0,1 4-12 15,-9 0-8-15,3-1-13 0,-7 0-7 0,-5 2-6 16,8 1-12-16,-7 1-7 0,7 3-15 0,-1 0-10 16,1 4-13-16,1 0-12 0,-1 4-10 0,1 1-11 15,3 2-10-15,-2 1-8 0,5 1-6 0,2 2-8 16,3-3-2-16,2 5-5 0,-1 0-8 0,4 0 0 15,0 3 0-15,9 3 1 0,-3 1 8 0,4 3-2 16,4-3-2-16,5 8-5 0,3 2-4 0,3-4-4 0,1 2-1 16,4-1-4-16,-2 1-3 0,-1-5 0 15,-1 5-4-15,16 0-8 0,-16 0 9 0,-2-2-4 16,-5-4-9-16,5 2 3 0,-4 4-4 0,-6-6-6 0,3-3 1 16,-2 1-2-16,-5 1-5 0,-3-7 0 0,-2 2 1 15,0-1 3-15,0 0 0 0,-7 2 0 0,-1-6 5 16,-1 2-3-16,1 2 4 0,-7-3 5 15,-3-2 7-15,8-1 3 0,-11-5 0 0,-1 7-4 0,6-5 4 16,-3 1-6-16,3-1 4 0,-7-2-8 0,3-5 5 16,5 5-2-16,3-1-17 0,2-3-15 0,-1 0-23 15,6 0-21-15,-4-3-32 0,5 0-39 0,2 3-45 16,7-6-48-16,1 2-45 0,3 1-183 0,2-5-493 16,6-2 219-16</inkml:trace>
  <inkml:trace contextRef="#ctx0" brushRef="#br0" timeOffset="147737.35">4510 1025 50 0,'3'-4'245'0,"-3"4"-11"0,0 0-12 0,0 0-17 16,0 0-13-16,0 0-16 0,0 0-24 0,0 0-22 16,0 0-10-16,0 0-13 0,10 8-13 0,-6-7-9 15,-4-1-6-15,-4 11-8 0,4-2-10 0,0-2-2 16,4 1-4-16,-8 4-6 0,8 0-6 0,-4-2-3 15,1 2-1-15,1-1-7 0,3 4-1 0,-2 0 0 16,2-2-6-16,2 2 0 0,-4-3-1 0,4 0-2 16,-1-4 0-16,3 7-3 0,-3-8-5 0,4 1 4 15,-5-1-20-15,5 0-33 0,-5-2-52 0,3 0-60 0,4-5-63 16,-12 0-172-16,15 0-413 0,-15 0 182 0</inkml:trace>
  <inkml:trace contextRef="#ctx0" brushRef="#br0" timeOffset="148190.43">4988 999 34 0,'5'-8'284'0,"-3"4"-4"0,-2 4 0 15,2-8-5-15,-2 8-6 0,3-12-8 0,-3 7-2 16,2-2-15-16,-2 7-1 0,-2-10-28 0,-1 5-19 15,3 5-1-15,-2-12-34 0,0 9-14 0,2 3-23 16,-11-5-11-16,11 5-20 0,-9-2-3 0,9 2-16 16,-13 2-12-16,13-2-6 0,-11 4-1 0,-1 0-8 15,4 3-10-15,-1 3-5 0,1-3 11 0,3 4-17 16,-3 1 2-16,1 3-5 0,4 3-3 0,0 3-2 16,1-7-3-16,7 5 5 0,-2-1-6 0,4 8-4 15,1 1 14-15,0-2-10 0,6 2-6 0,-3-1 3 16,1-6-3-16,3 5-1 0,-2 2-2 0,2-5 4 15,0 5-4-15,-7-3-2 0,2-2 4 0,-5-2-3 16,3-1 0-16,-3-1-2 0,-5 1-1 0,7-4-2 16,-7 2 3-16,0 2 1 0,-5-7-1 0,0 1 2 15,-5 1-4-15,2 1 8 0,-1-5 2 0,-5-3-1 16,5 3 4-16,-7-5 10 0,-1 0 8 0,1-2 6 16,2-3-6-16,-2 0 2 0,1 0-3 0,-2-1-4 15,-1-3 2-15,2-3-5 0,2-1-7 0,3 1-18 16,4-1-29-16,-6-5-32 0,5 2-34 0,1-5-45 15,5-2-44-15,-1-2-68 0,8-8-67 0,3 2-294 16,4-2-665-16,-2-3 294 0</inkml:trace>
  <inkml:trace contextRef="#ctx0" brushRef="#br0" timeOffset="148643.5">5177 971 28 0,'0'0'250'0,"2"-8"-11"15,-2 8-20-15,0 0-21 0,6-6-21 0,-6 6-20 16,0 0-15-16,0 0-15 0,0 0-13 0,0 0-17 16,10 10-5-16,-3-3-12 0,-7 0-7 15,3 2-5-15,-1 3-9 0,1-5-9 0,4 9 0 0,-4-3-5 16,0 6-3-16,1-8-5 0,-1 8 3 0,2 0-8 16,-2-2-4-16,1 0-3 0,-1 0 0 0,-1-1-4 15,-2-1-8-15,0-3 6 0,3 0-4 0,-2-5-4 16,-1 1 5-16,0-4 2 0,2 3 2 0,-2-7-3 15,3 5 1-15,-3-5-3 0,0 0 2 0,0 0 16 16,0 0 12-16,17-19 2 0,-9 10 0 0,-6 0 6 16,6-6 9-16,4 0 3 0,-6-3 2 0,9-6 4 15,-5 12 9-15,5-8 13 0,-8 2-1 0,6-4 11 16,-3 4 5-16,-3 3 14 0,1-3 4 0,2 6 4 16,-4-3-10-16,-1 5-10 0,4-1-8 0,-4 3-9 15,1 1-2-15,2-2-21 0,-8 3-7 0,7 1-8 16,-5 2-12-16,4-1-3 0,-6 4-6 0,0 0-7 15,0 0-5-15,17 7 0 0,-12 0-2 0,0 3-7 16,0-3 1-16,0 3-3 0,1 0 0 0,3 2-10 16,-3 6-15-16,3-4-11 0,4 0-26 0,-10-1-8 15,10 4-17-15,-6-2-10 0,3-3-20 0,0 0-21 16,-4 2-13-16,-1-4-23 0,5-4-26 0,-6 2-29 16,2 0-29-16,1-4-37 0,0-1-23 0,-1 2-178 15,-1-4-526-15,-5-1 234 0</inkml:trace>
  <inkml:trace contextRef="#ctx0" brushRef="#br0" timeOffset="148987.22">5720 1041 99 0,'0'-8'228'0,"0"8"8"0,0 0-1 0,0-5-2 16,0 5-11-16,0-10-18 0,0 10-18 0,0 0-16 16,0 0-14-16,0 0-17 0,0 0-18 15,0 0-13-15,0 0-10 0,0-7-11 0,0 7-5 0,0 0-14 16,0 0-6-16,0 0-2 0,0 0-5 0,0 0-7 15,0 0-3-15,0 0-3 0,0 0 2 0,0 0 0 16,15 3 4-16,-15-3 1 0,0 0 0 0,0 0-1 16,0 0 2-16,18 3 4 0,-18-3 3 0,0 0 0 15,0 0 3-15,0 0 11 0,10-1-4 0,-10 1 7 16,0 0 4-16,0 0 0 0,5-7 3 0,-5 7-6 16,0 0-10-16,0 0-3 0,0 0 4 0,7-1-19 15,-7 1-9-15,0 0-6 0,0 0 2 0,0 0-16 16,0 0 1-16,0 0 1 0,0 0-15 0,0 0 11 15,14 9-7-15,-14-5 0 0,7 4-5 0,0-4-13 16,-6 4-9-16,8-4-8 0,-9 8-14 0,6-5-15 16,2 4-21-16,4 1-18 0,-4-1-29 0,1 2-34 15,-3-5-41-15,7 6-54 0,-1-7-49 0,1 5-227 16,-1-3-571-16,-1-2 254 0</inkml:trace>
  <inkml:trace contextRef="#ctx0" brushRef="#br0" timeOffset="149502.79">6122 1062 103 0,'0'0'240'0,"-15"-2"-17"0,15 2-21 0,0 0-12 16,-16 2-25-16,16-2-17 0,-5 6-14 0,-4-2-13 15,6 3-9-15,-2-2-11 0,5 3-10 0,0-8-6 0,-5 15-4 16,5-9-13-16,5 4-2 0,-3 0-6 15,4-3-4-15,3 3-2 0,-3 0-6 0,8-2-5 16,-3 3-3-16,6 1-4 0,-1-8-6 0,-7 3 0 16,4 2-4-16,2-8 0 0,-7 1-9 0,5 2-7 0,-5-4-9 15,-8 0-7-15,17-4-1 0,-7 2 3 0,-7-6-8 16,2 1 1-16,2 1 5 0,-7-1-2 16,0-1 0-16,0-3-3 0,-5-4 6 0,0 5-2 15,0-4 2-15,-5 1-1 0,7 6-2 0,-11-8 5 0,11 1-1 16,-8 1 2-16,4 5-3 0,5-4 7 0,-4 3-1 15,4 3-3-15,-1-5 2 0,6 7-3 0,-1-4-1 16,6 4 2-16,-1-4-5 0,7 1-1 16,0 2-8-16,2 2 6 0,4-1-3 0,-2 4 0 0,4 0 4 15,-2-1-1-15,-2 2 2 0,2 2 0 0,-4-3-1 16,2 0 1-16,-1 3-1 0,-5-3 4 0,-1 1 3 16,2 6-1-16,-4-6-1 0,-3 3 2 0,3 0 0 15,-3 0-4-15,3-4 3 0,-3 4-2 0,1 1 1 16,1 1 1-16,0 5 0 0,-1-9-2 0,1 6 2 15,-1 4 6-15,-1-5-11 0,3 1-1 0,2 6 7 16,-4-4 1-16,3 3-1 0,-2-2 4 0,-1 2 1 16,6-1 0-16,-5 2-9 0,4-1 9 0,-4-6-13 15,2 0-25-15,0-1-21 0,0 0-26 0,5-6-21 16,-4 4-24-16,1-2-18 0,3 1-13 0,1-6-105 16,-1 3-284-16,0-5 126 0</inkml:trace>
  <inkml:trace contextRef="#ctx0" brushRef="#br0" timeOffset="150002.74">7049 1002 43 0,'0'0'154'0,"-8"-12"-5"0,3 9-2 15,5 3-10-15,-15-5-7 0,5 4-9 0,-3 1-11 16,-1 1 5-16,3 1-11 0,-4 1-11 0,0 0-6 16,-5 5-9-16,10-7-8 0,-5 6-6 0,2 1-5 15,0-4-5-15,5 7-6 0,-6-3-1 0,6 5-5 0,6-1-8 16,-4-6 2-16,-1 5-4 0,4-1-2 15,0 0-6-15,6 1 3 0,-3-2-1 0,3 1-4 16,-1-1 1-16,3-1 2 0,3-2-5 0,0 2-9 0,-1-3-17 16,8-2-16-16,-4-3-16 0,4 4-19 0,2-4-15 15,-2-5-14-15,8-1-3 0,-6 2 2 0,-3-3-5 16,5-2 6-16,-4 1 3 0,-1-2 10 16,0-2 11-16,-3-1 3 0,1-1 8 0,-4-2 10 0,0 1 9 15,-3-5 15-15,-1-2 2 0,2 5 21 0,-4-6 15 16,3-3 20-16,-5 1 17 0,0 6 11 0,0-4 16 15,-5 3 13-15,3 1 8 0,-1 0 9 0,-2 0 8 16,0 3 1-16,3-3 8 0,-1 2 3 0,-2 2 12 16,3 3 6-16,-1 1-2 0,0 0-3 0,1 3-7 15,1 1-6-15,1 0-9 0,-5-1-9 0,1 3 0 16,3-2-11-16,1 7-3 0,0-7 1 0,0 7-27 16,-2-6-10-16,2 6-10 0,0 0-1 0,0 0-7 15,0 0-12-15,0-7 6 0,0 7-13 0,0 0-4 16,0 0-3-16,0 0 0 0,0 0-8 0,0 0 18 15,3-5-23-15,-3 5-4 0,0 0 3 0,0 0-2 16,0 0-6-16,0 0-15 0,0 0 9 0,0 0-9 16,0 0-5-16,0 0-3 0,0 0-8 0,0 0-6 15,0 0-10-15,0 0-15 0,0 0-12 0,0 0-26 16,10 18-29-16,-8-15-48 0,6 1-72 0,-3-1-59 16,3 2-201-16,-4-1-550 0,2-1 244 0</inkml:trace>
  <inkml:trace contextRef="#ctx0" brushRef="#br0" timeOffset="151205.73">8085 536 167 0,'8'-18'311'0,"-8"-2"-16"0,2-6-15 0,1 7-14 15,-1-1-16-15,-2 0-9 0,2-6-15 0,-2 10 3 0,-2-3-15 16,0 3 2-16,-1 3-13 0,3 0-10 0,0 4-14 15,-2-1-17-15,2 5-22 0,-5-2-27 0,4 2-16 16,-1 0-13-16,2 5-9 0,0 0-10 0,0 0-6 16,-11 17-8-16,6-6-2 0,-2 7-6 0,0 7-2 15,1 6-14-15,-6 7 5 0,10 5-9 0,-1 0-1 16,0 0 2-16,3 7 1 0,3-5-8 0,0 2 1 16,4 0 13-16,5-3-15 0,-7 5 1 0,5-7-5 15,-5 2 1-15,8-2-9 0,0 0 5 0,-3-2 1 16,-3-8-34-16,2-3-14 0,-5-1-24 0,1-2-13 15,-2-7-5-15,-3 2-31 0,0-4-21 0,-3 0-23 16,-1-2-24-16,-1-3-29 0,1-4-38 0,-5-1-50 16,3 1-195-16,-6-7-531 0,2 2 235 0</inkml:trace>
  <inkml:trace contextRef="#ctx0" brushRef="#br0" timeOffset="151674.43">7873 912 129 0,'0'-6'258'0,"7"-2"-17"0,-1 4-19 15,3-1-19-15,-1-1-14 0,12 2-18 0,-4-2-16 16,4 0-15-16,-3 1-11 0,14-1-8 0,-1 2-18 16,-2 1-13-16,0-3-8 0,5 6-8 0,2-3-8 0,-5 2-7 15,1-1-4-15,1 0-3 0,-2-1-9 16,-9 3-1-16,-4 0-6 0,3-1-2 0,-4-2-6 15,-8 3-3-15,6 0-1 0,-14 0-7 0,15 3-4 0,-9-3-2 16,-6 0-1-16,10 4-3 0,-10-4 2 0,8 5-3 16,-4-1-1-16,-4-4 2 0,1 11-3 0,1-7-1 15,3 3 3-15,-5 1-4 0,2 1 2 16,-2 1 2-16,1-3-2 0,4 2-3 0,4-1 3 0,-4-4-3 16,-2 7 6-16,5-6-1 0,-5 2 1 0,9-3 2 15,-7 0-3-15,2-1 0 0,3 2 1 0,1-3 0 16,-1-2 0-16,-10 0 8 0,22-5 18 0,-9 0 9 15,-3 1 1-15,3 0 7 0,-5-3 2 0,6-3 6 16,0 1 16-16,-5 3-4 0,2-8 5 0,-2 2 2 16,-1 4 7-16,2-3-5 0,-5 2 14 0,3 2-5 15,-3-4-1-15,-2 3-15 0,2 0 1 0,-5 4-6 16,2-3-9-16,-2 7-10 0,7-8-13 0,-6 4-32 16,-1 4-34-16,0 0-27 0,0 0-4 0,0 0-11 15,0 0-17-15,0 0-20 0,0 0-15 0,0 21-30 16,0-15-28-16,0 3-38 0,0-2-34 0,5 1-34 15,-5 4-158-15,2-5-483 0,3 0 215 0</inkml:trace>
  <inkml:trace contextRef="#ctx0" brushRef="#br0" timeOffset="152002.51">8947 801 153 0,'0'-8'249'0,"0"8"-17"15,0 0-19-15,2-4-25 0,-2 4-18 0,0 0-22 0,0 0-15 16,0 0-15-16,0 0-11 0,0 0-9 16,0 0-9-16,0 0-6 0,0 0-12 0,7 19-3 15,-1-14-10-15,-1 2-4 0,-1-3-5 0,2 3 0 16,1-1-9-16,-1 1-2 0,3-2-2 0,-1 2-1 0,4-1-3 16,-2-4-5-16,3 1 2 0,-5-3 0 0,5 3 12 15,-3-3 9-15,3-3 15 0,-3 2 1 16,4-6 13-16,-1 4 3 0,-5-2 6 0,2-3 2 15,0 2 11-15,-2-3-3 0,4 3-1 0,-9 0-5 0,4 0-11 16,-1-3-3-16,-1 3 1 0,0 1-13 0,0 1 4 16,-1 1-22-16,2-3-17 0,-6 6-31 0,2-6-40 15,-2 6-14-15,0 0-30 0,0 0-18 16,0 0-37-16,13 12-38 0,-11-6-48 0,4 0-41 0,1 0-220 16,1 3-525-16,-1-2 232 0</inkml:trace>
  <inkml:trace contextRef="#ctx0" brushRef="#br0" timeOffset="152221.25">9691 793 92 0,'-7'-3'271'0,"-3"2"-18"0,-3-2-11 15,0 3-17-15,13 0-16 0,-24 3-21 0,9-2-16 16,2 4-20-16,-2 1-11 0,7 1-14 0,-2-2-12 15,5 4-8-15,-1 0-7 0,6 0-8 0,-4 3-12 16,8 3-4-16,-4 0-2 0,8 3-9 0,5-1-3 16,9 5-6-16,7 3-10 0,-5-2-23 0,12 6-62 15,0-4-81-15,9-2-107 0,-2 4-204 0,2-5-466 16,-4 2 206-16</inkml:trace>
  <inkml:trace contextRef="#ctx0" brushRef="#br0" timeOffset="153002.42">4177 3472 160 0,'7'-8'325'0,"1"-8"5"0,5 6-2 15,-11 2-4-15,5-1 7 0,1 2-11 0,-6 3-39 16,4-3-31-16,1 3-30 0,-7 4-26 15,5-5-19-15,-5 5-24 0,0 0-16 0,8 12-12 0,-5-1-17 16,-1-2-10-16,1 6-15 0,-1 4 0 0,3 8-12 16,-3 0-2-16,1 4-4 0,0 0-11 0,-3 2-4 15,2-3-25-15,1 1-20 0,-3-2-34 0,2-1-21 16,0-1-21-16,1-3-29 0,0 2-31 0,-3-6-39 16,2-5-57-16,3-2-59 0,-4-1-255 0,-1-3-588 15,7-3 260-15</inkml:trace>
  <inkml:trace contextRef="#ctx0" brushRef="#br0" timeOffset="153377.38">4126 3339 118 0,'0'-6'329'0,"-2"-2"-17"0,2 4-18 15,0 4-11-15,-6-8-18 0,6 8-24 16,6-10-20-16,1 5-23 0,3 4-21 0,-10 1-22 15,20 1-11-15,1 2-16 0,-3 5-12 0,4-4-11 0,4 5-11 16,4 2-13-16,-3 1-4 0,4 3-14 0,-4 3-3 16,1-2-8-16,0 7-3 0,-5-2-3 0,5-2-11 15,0 15-2-15,-4-2 0 0,-10-2-6 16,0-1-5-16,-3-2 0 0,3 2-4 0,-10 2-1 0,-2-3-3 16,-4-2-3-16,2 5-4 0,-9-7 4 0,0 3-5 15,-2-3-4-15,-3-4 0 0,-7-6 0 0,1 5 15 16,-6-7-13-16,-8-3 4 0,10 0-5 0,-9-1-1 15,1-7-1-15,1 0 0 0,-2-1 4 0,4-1 2 16,5 0 0-16,4 1-3 0,3-3 2 0,4-2-2 16,1 2-5-16,2-5-22 0,5 4-16 0,0-3-31 15,5 0-34-15,0 0-50 0,10-2-51 0,0 1-54 16,9 1-44-16,0 2-161 0,0-3-502 0,10 1 222 16</inkml:trace>
  <inkml:trace contextRef="#ctx0" brushRef="#br0" timeOffset="153721.09">4818 3672 179 0,'5'-6'270'0,"-4"0"3"0,6 3-14 0,-5-4 2 15,3-1-11-15,-4 0-11 0,8 1-5 0,-8-2 25 16,3 3-33-16,-3 0-9 0,-1-3-16 0,0 1-8 16,5 3-16-16,-5 1-12 0,0 4-21 0,0-12-15 15,0 12-10-15,0 0-18 0,-5-7-18 0,5 7-6 16,-6-3-8-16,6 3 5 0,0 0-25 0,-24 4-5 16,16-1-3-16,-5 4-8 0,3 5-4 0,-3 0-4 15,0 1 0-15,-2-4-8 0,1 6-6 0,6 2-7 16,-7-6-10-16,7 6-6 0,1 0-15 0,1 0-6 15,-1-2-11-15,7 1-6 0,0 2-6 0,0-1-11 16,5-2-15-16,3-3-16 0,-1-1-27 0,5 1-25 16,4-3-30-16,-6-2-25 0,13-2-22 0,-3-2-24 0,2-3 5 15,1 0-4-15,-2-3-145 0,1-2-428 16,1 0 190-16</inkml:trace>
  <inkml:trace contextRef="#ctx0" brushRef="#br0" timeOffset="154017.94">4970 3810 1207 0,'25'-12'-95'0,"-7"2"35"0,0-3 35 0,-6 1 38 0,1-1 25 15,-1 2 35-15,-4-1 21 0,0-1 15 0,-1 4 18 16,0-1 6-16,-1 2 4 0,-4 1-2 0,4 0 0 15,3 3-3-15,-4-5-10 0,-4 6-13 16,-1 3-10-16,7-6-15 0,-7 6-5 0,7-8-13 0,-7 8-5 16,0 0-10-16,14 11-2 0,-7-7-5 0,0-1-3 15,1 6-5-15,0 2-6 0,6 1-1 0,-5 2-5 16,0-4 1-16,4 5-6 0,-5-3 1 0,4 6-2 16,-4-5-3-16,0 2-2 0,1-1 6 0,-1 2-7 15,4-5 5-15,-6 2-9 0,-4-2-2 0,3-2 0 16,-4 0-3-16,-1 0-1 0,5-6-1 0,-5 5 3 15,0-8 2-15,0 7 1 0,0-7 5 0,0 0 17 16,0 0 10-16,0 0 7 0,0 0 10 0,0 0 3 16,-16-17 0-16,16 12-6 0,0-6-2 0,0 2-9 15,0 0-4-15,3-9-2 0,-1 7-11 0,3-5-13 16,1 1-10-16,3-3-14 0,-3 1-29 0,6-1-24 16,-1-6-34-16,4 2-41 0,-3 9-35 0,3-7-57 15,1 6-57-15,-4 1-175 0,3-2-503 0,6 6 222 16</inkml:trace>
  <inkml:trace contextRef="#ctx0" brushRef="#br0" timeOffset="154392.89">5611 3626 36 0,'0'0'292'0,"0"0"-7"0,0 0-21 0,0 0-21 0,0 0-26 16,0 0-23-16,8 1-20 0,-8-1-18 0,2 6-19 15,-1 0-10-15,4-2-14 0,-3 6-11 0,-2-3-12 16,3 3-6-16,0 0-14 0,2 5-5 0,-1-1-3 16,4 0-6-16,-5 2-3 0,4-1-6 0,0 5-5 15,-2-5-5-15,0 0 0 0,3 1-4 0,-7-4-5 16,6 3 3-16,0-10-7 0,-1 6-2 0,-4-3-2 16,5 0 1-16,-4-4 0 0,2-4 0 0,5 2-4 15,-10-2 1-15,0 0-1 0,15-6-2 0,-10 0 19 16,0-3 6-16,5-3 4 0,-4-3-1 0,6 2 0 15,-4-6 1-15,-1 3 2 0,3-3 0 0,-5 0-5 16,4 3 6-16,-4-3-6 0,2 2-1 0,0-2 3 16,1 0-9-16,-6 1 3 0,4 2-7 0,-6 4-1 15,7 3-8-15,-5-1-7 0,-2 3-19 0,4 2-32 16,-2-2-38-16,-2 2-30 0,0 5-17 0,0 0-18 0,0 0-29 16,0 0-25-16,0 0-33 0,10 13-22 15,-5-7-196-15,2-1-480 0,-1 3 212 0</inkml:trace>
  <inkml:trace contextRef="#ctx0" brushRef="#br0" timeOffset="154767.85">6202 3631 53 0,'0'-8'234'0,"0"8"-3"0,-7-11-17 16,4 8-14-16,3 3-17 0,-14-6-18 0,8 0-14 15,-7 1-16-15,4 5-12 0,-6 0-12 0,0 4-13 16,15-4-9-16,-19 4-10 0,-1 0-5 0,8 4-11 15,-4-2-3-15,2 3-9 0,4 3 0 0,2-6-7 16,2 3-6-16,1 3-1 0,0-1-3 0,1-3 1 16,1 2-4-16,3-1-2 0,3-1-4 0,4 2-1 15,0-5-3-15,1 2 0 0,2-2-2 0,-4-3-1 16,8 0-1-16,-3 2-2 0,2-4-2 0,1 0-1 16,2 0 0-16,-1-4-1 0,5-3 0 0,-5 3-2 15,-7-1 1-15,9 0 2 0,-12 0 8 0,3-3 16 16,4 4 13-16,-4-2 0 0,-2 2 0 0,3-3-2 15,-6 4-1-15,2-1-2 0,-5 4-9 0,8-3-11 16,-8 3-5-16,0 0 5 0,7-1-10 0,-7 1 0 0,0 0 0 16,5 13-6-16,-5-3 3 0,3-2-1 15,-1 1-8-15,3 5-4 0,1-2-8 0,3 4-5 16,-3-4-9-16,4 2-14 0,2-1-15 0,-2 2-9 0,3 1-19 16,2-1-28-16,1-4-34 0,4-2-31 0,-3 0-21 15,4-3-13-15,-2-2-170 0,-1-4-409 0,-2 0 181 16</inkml:trace>
  <inkml:trace contextRef="#ctx0" brushRef="#br0" timeOffset="155517.78">6473 3244 134 0,'2'-10'260'0,"-2"1"-10"0,1 0-16 0,-2 1-20 16,1 1-20-16,0 7-23 0,0-8-19 0,0 8-14 15,0 0-18-15,0 0-12 0,0 0-14 0,15 14-8 16,-9-4-7-16,1 5-5 0,-6 0-12 0,6 7-4 16,1 4-6-16,4 1-7 0,-4 3-5 0,0 12-1 15,1 1-5-15,2 0 2 0,-1-1-5 0,2 0-4 16,-2 3-3-16,6-3-1 0,-4-3-1 0,1 3-4 16,-5-13-1-16,2 0-13 0,-1 1-20 0,-1-6-1 15,2-9-7-15,-5 4 0 0,1-7 1 0,-2-2 7 16,-1 0 8-16,0-3-3 0,-1-6 2 0,-2-1 4 15,0 0 17-15,0 0 11 0,7-15 10 0,-6 9 9 16,-1-6 10-16,5 3 7 0,-3-9 5 0,3 7 12 16,0-8 2-16,1 1-6 0,-4 1-6 0,5-1-5 0,1 4-7 15,-3-3-2-15,3 8-3 0,-1-4-5 0,-1 5-4 16,-1 1-9-16,0-1-3 0,2 4-3 0,1 2-7 16,-8 2-5-16,0 0-7 0,22 6-8 15,-11 2-8-15,-2-3-6 0,-1 0-1 0,-1 2-4 0,1 8-3 16,-2-3-4-16,1-1-5 0,-4-2 1 0,2 1 2 15,0 2 1-15,-1-4 3 0,1 1 1 0,-4 1 1 16,-1-6 6-16,5 0 1 0,-5-4 6 0,4 4 2 16,-4-4 1-16,0 0 2 0,0 0 0 0,11-8 1 15,-9 0 6-15,-2 0 7 0,6 1 3 0,-4-4 3 16,3 2 3-16,-3-1 3 0,6 1-1 0,-6 1 2 16,3-2-5-16,-4 1 1 0,3 1-3 0,-3 3-3 15,3-1 0-15,-1 2-1 0,-3 4-8 0,8-5-2 16,-5 2-1-16,-3 3 3 0,0 0 3 0,0 0-4 15,19 5-12-15,-16 0 1 0,2 1-7 0,2 1-4 16,-4 0-3-16,3-2-2 0,1 3-3 0,1-1-6 16,1 1-4-16,1-2-1 0,-2 0-3 0,0-2-6 15,2 3-2-15,3-4 8 0,-6-1-5 0,3-2-1 16,-10 0 2-16,20-1 0 0,-12-3 10 0,0-3 1 16,4 4 0-16,-4-4 6 0,0-2 3 0,-1-1 6 15,0-3 9-15,-1 0 16 0,-4 2 10 0,5-1 20 16,-6 0 17-16,4 2 13 0,-5 1 4 0,0-7 0 15,0 6 1-15,0 1 0 0,-5 2-6 0,5-1-4 16,-1 4-4-16,1 4-11 0,0-6-2 0,0 6-10 0,-7-9-5 16,0 6-3-16,7 3 1 0,0 0-8 0,0 0-4 15,-10 12 1-15,5-6-1 0,-3 2-2 16,3 2 1-16,2 0-9 0,-4 0-12 0,2 3-21 16,4 2-36-16,-3 1-50 0,1-1-62 0,3-3-77 0,0 7-229 15,0-6-523-15,-7-1 231 0</inkml:trace>
  <inkml:trace contextRef="#ctx0" brushRef="#br0" timeOffset="155845.87">4907 4371 316 0,'-15'0'340'16,"5"0"15"-16,2 0 20 0,8 0 13 0,-13-1 14 15,13 1 12-15,0 0 11 0,0 0-10 0,0 0-27 16,54 1-25-16,4-2-44 0,38 1-35 0,5-4-28 15,4 8-11-15,49-8-40 0,-52 4-19 0,47 4-22 16,-46-4-13-16,42 0-13 0,-44 1-16 0,5 1-35 16,-5-1-56-16,-1-1-86 0,-6 0-110 0,2 0-115 0,-15-1-140 15,-18-1-489-15,0-4-983 0,1-1 435 0</inkml:trace>
  <inkml:trace contextRef="#ctx0" brushRef="#br0" timeOffset="156923.88">4606 1936 132 0,'-10'3'414'0,"10"-3"19"0,0 0 15 0,-15-3 8 0,15 3-11 16,0 0-31-16,0 0-38 0,15-16-34 0,13 4-35 16,19-3-31-16,35-6-29 0,19 3-52 0,55-6-18 15,-2 1-18-15,11 1-19 0,-1 5-10 0,0 2-15 16,6-2-11-16,1 0-13 0,-4-1-7 0,-3 1-10 16,-3 0-11-16,-16-3-30 0,-44-2-45 0,5-1-45 15,-3 0-52-15,-9 6-53 0,-6-8-32 0,-29 9-31 16,-7 5-35-16,-13-3-49 0,-6 1-54 0,-13 8-298 15,-6-4-716-15,-9 2 317 0</inkml:trace>
  <inkml:trace contextRef="#ctx0" brushRef="#br0" timeOffset="157564.43">4646 855 264 0,'-4'-6'369'0,"4"6"-17"0,0 0-22 15,0-9-26-15,0 9-26 0,0 0-25 0,0 0-19 16,0 0-22-16,0 0-29 0,0 0-17 0,0 0-6 0,0 0-32 16,0 0-12-16,0-8-11 0,0 8-2 15,0 0-17-15,0 0-6 0,0 0-2 0,0 0-10 16,0 0-2-16,20 3-11 0,-20-3-3 0,0 0-8 0,13-3 0 16,-13 3-1-16,7-4-5 0,-7 4-6 0,0 0-3 15,10-4-5-15,-10 4 2 0,8-2-7 0,-8 2-30 16,7-6-42-16,-5 2-46 0,-2 4-61 15,6-9-76-15,1 2-90 0,-6 1-250 0,6 5-624 0,0-5 276 16</inkml:trace>
  <inkml:trace contextRef="#ctx0" brushRef="#br0" timeOffset="168904.07">2712 5825 185 0,'-8'-15'391'0,"7"-4"10"0,-6 7-4 0,0 0-8 15,2 2-16-15,4 1-20 0,1 1-32 0,-2 2-41 16,-1 1-28-16,3 5-34 0,0 0-23 0,0 0-21 15,0 0-23-15,0 25-10 0,3-7-13 0,-1 9-13 16,-1 0-10-16,4 15-9 0,2-2-12 0,0 2-8 16,-6 8-10-16,6-4-2 0,-6 4 3 0,6-2-15 15,-7 1-7-15,8 1-1 0,-3-3-4 0,-3-5-3 16,-2-2-28-16,0-9-25 0,5-4-36 0,0-3-32 16,-2-6-29-16,-1-2-23 0,-2-8-13 0,0 3-15 15,7-7-48-15,-3 1-64 0,-4-5-55 0,0 0-289 16,15-15-670-16,-10 2 296 0</inkml:trace>
  <inkml:trace contextRef="#ctx0" brushRef="#br0" timeOffset="169325.9">2769 5754 126 0,'-5'-17'324'0,"3"7"-4"16,0 3-15-16,-2-3-18 0,4 2-31 0,0 4-25 15,0 4-28-15,0-7-22 0,0 7-21 0,0 0-14 16,0 0-16-16,19 19-4 0,-7-2-23 0,8 4-8 15,-4 0-11-15,16 12-7 0,-6-3-5 0,4 10-7 16,2-1 5-16,-1 3-21 0,2 1-2 0,-5-1-5 16,0-2-5-16,-3-1 0 0,3 3-6 0,-3-6-3 15,-3 3-4-15,-2-3 0 0,-4-8-4 0,-1-2-2 16,3-2-2-16,-10-6-8 0,2-1-9 0,-1-1-9 16,-4-7 3-16,5 1 6 0,-7 1 2 0,4-7 3 15,-3-2-1-15,-4-2-2 0,0 0-3 0,0 0 3 16,14-9 10-16,-14 1-8 0,0-4 6 0,3-3-4 15,0 0 3-15,-3-2 6 0,0-2 0 0,0-8 0 0,2-4 0 16,-2 3 0-16,5-17 17 0,-5-1-6 16,2 4 9-16,-1 2 11 0,-2 1 14 0,2-3 23 15,4 11 3-15,-5 0 31 0,0-3 15 0,0 2 10 16,0 4 11-16,0 2-2 0,0-1-2 0,-5 3 1 0,4 5-19 16,1 0-12-16,-2 3-10 0,-3 3-10 0,3-4-9 15,2 10-10-15,0 2-16 0,-3-3-10 0,3 1-45 16,0 7-55-16,-3-4-32 0,3 4-22 0,0 0-28 15,-14 14-16-15,14-5-26 0,-8 9-12 0,5-1-8 16,0 9-23-16,3-1-22 0,-5 4-29 0,10-1-32 16,-5 3-34-16,0-1-260 0,6 2-640 0,-2-3 285 15</inkml:trace>
  <inkml:trace contextRef="#ctx0" brushRef="#br0" timeOffset="169700.86">3707 5992 87 0,'5'-5'343'0,"-5"-2"-16"0,0 7-30 15,2-7-35-15,-2 7-27 0,-7-4-23 0,7 4-24 16,0 0-16-16,-16 16-20 0,6-9-12 0,-2 5-15 16,2 3-12-16,-1 12-8 0,-3-3-11 0,6 3 4 0,2 3-17 15,4 2-7-15,-5-5-7 0,7 3-7 16,-1 3-1-16,6-4-5 0,0-1-7 0,4 2-1 15,1-2-4-15,5-4 0 0,0-4-8 0,2 2 5 16,-2-7-9-16,6-3-2 0,-3-2 2 0,-1-5 1 0,6-1-13 16,-3-4 6-16,1-2-3 0,-4-3 5 0,0-4-6 15,1 2-6-15,-3-11 4 0,0-4-3 0,-7-4-3 16,-2-2-6-16,-2-2 8 0,-6-9-4 0,-1 8 6 16,-7-1 4-16,0-9 10 0,-8-2 1 0,8 16 8 15,-10-4-5-15,3 9-3 0,-3 1-2 0,2 3-1 16,-3 1-5-16,4 6-2 0,2 2-3 0,-3 2-39 15,-3 1-30-15,4 2-26 0,-3 4-27 0,10 3-29 16,4 1-40-16,-3 6-41 0,9-1-55 0,0 4-263 16,5 1-576-16,5 2 255 0</inkml:trace>
  <inkml:trace contextRef="#ctx0" brushRef="#br0" timeOffset="170200.82">4169 6065 123 0,'0'-8'366'16,"5"2"-5"-16,-3 1-29 0,-2 5-28 0,1-8-35 0,-1 8-31 15,0-7-32-15,0 7-19 0,0 0-19 0,0 0-13 16,-10 27-17-16,5-10-9 0,0 0-17 16,2 2-8-16,1 2-15 0,4 3-9 0,-2 2-11 15,3-1-11-15,2 0-4 0,2 2-8 0,1-4-8 0,6 0-8 16,-6-4-6-16,5-3-12 0,-3-4-7 0,5 0-3 15,-4 0-2-15,4-4-1 0,-5-6 2 0,2-1-2 16,-1-2 1-16,4-2-1 0,0-4 2 0,0-3 0 16,-2 0 0-16,2-2-3 0,-1-3 10 0,0-1 8 15,0-2 17-15,-6 1 20 0,0 3 21 0,0-2 21 16,-1 4 9-16,0 1 14 0,1 0 5 0,-1 4-5 16,-2-5-11-16,-2 9-12 0,4-1-21 0,-7-1-11 15,6 2-8-15,-6 3-5 0,0 0-7 0,10 15-5 16,-5-3 0-16,5 3 2 0,-5 0-13 0,8 9 4 15,-1 3-7-15,-2-2-2 0,5-1-10 0,-1 0 12 16,5 2-4-16,-1-2-6 0,0-2 6 0,4-1-9 16,-6-3 3-16,4-6 3 0,-3 0-5 0,2-4 5 15,-2-2 1-15,5-1-3 0,-6-4 10 0,2-2 19 16,-1-6 15-16,4 0 12 0,-7-6 9 0,0-3-1 16,3-6-3-16,-4-2 1 0,2-6-5 0,-7-9-7 15,1-1-5-15,-9-6-7 0,6 3-5 0,-4-5-4 0,-4 3-7 16,2 6-6-16,-6 0-14 0,6 10-17 0,-9 1-20 15,1 2-26-15,0 5-44 0,-4 6-55 0,4 0-61 16,-5 3-62-16,-4 4-41 0,2 3-69 0,0 3-77 16,1 2-272-16,-8 3-789 0,7 4 349 0</inkml:trace>
  <inkml:trace contextRef="#ctx0" brushRef="#br0" timeOffset="171372.56">6114 6990 112 0,'3'-9'371'15,"-3"2"-15"-15,3-3-7 0,-3 2-5 0,0-1-9 0,2 4-25 16,-2 5-33-16,-2-9-31 0,2 9-36 16,0-8-25-16,0 8-15 0,0 0-18 0,0 0-21 15,2 20-2-15,3-9-22 0,-3 7-11 0,3-2-9 0,-2 11-11 16,4 1-11-16,-1 3-3 0,1 0 2 0,1 14-12 15,0-5-7-15,1 8 0 0,1-3-7 0,-2-1-4 16,0 0-2-16,0 4-7 0,-1-6-9 0,6 2 6 16,-3-3-4-16,-3-1-1 0,3-2-3 0,0-5-2 15,-2-4 0-15,0 2 9 0,-1-7-13 0,1 3 1 16,-1-1 4-16,1-4-4 0,-1-5 0 0,-4-6-3 16,2 0 6-16,0-2 5 0,-2 0-8 0,2 1 13 15,-2-3 17-15,6-5 22 0,-9 6 26 0,3-2 29 16,-1-2 27-16,-2-4 21 0,1 7 19 0,-1-7 9 15,0 0-15-15,0 0-16 0,0 0-14 0,0 0-13 16,15-12-13-16,-11 7-7 0,-1-5-15 0,4 0-7 16,-6 0-6-16,4-5-10 0,2 0-8 0,-4-3-5 0,4 3 0 15,-1-3-14-15,1 0-2 0,1 0-10 16,-4-3-1-16,0 3-2 0,5-3-4 0,-4 5-3 16,1-1 1-16,1-4-8 0,-4 6-3 0,2-3-3 0,4 5 1 15,-5-4 0-15,-2 7-3 0,5-7-1 0,-6 8 4 16,6-3-5-16,-2 3-4 0,-2 1 3 0,4 1-7 15,-7-1 3-15,5 1-6 0,-2-1 3 0,1 5-7 16,-1-2 2-16,2 1-7 0,-5 4 3 0,6-7-1 16,-6 7-2-16,0 0 0 0,15 3-3 0,-15-3-2 15,10 8 0-15,2-3 0 0,-2 5 2 0,-2 0-2 16,5 0 2-16,1 7-1 0,-5-3 3 0,5 1 13 16,-4 1-14-16,3 2-3 0,2 3 2 0,-7-5 6 15,5 9 0-15,1-3-6 0,0 0 7 0,-4 4-1 16,-1-2-2-16,4-1 2 0,-7 2-1 0,-1-8 0 15,0-4 2-15,0 2 0 0,-5 1-2 0,2-1 2 16,6-1-3-16,-8-4-13 0,0 1-26 0,2-2-14 0,-2-2-22 16,0 4-25-16,3-8-33 0,-3 1-32 0,0-4-26 15,0 9-26-15,0-9-14 0,9 7-10 16,-3-2-36-16,2-2-61 0,-1-3-73 0,8 0-355 16,-7 0-838-16,12 0 371 0</inkml:trace>
  <inkml:trace contextRef="#ctx0" brushRef="#br0" timeOffset="171653.78">7181 7842 255 0,'0'0'313'16,"0"0"-20"-16,0 0-26 0,0 0-27 0,0 0-15 15,0 0-2-15,0 0-7 0,5 20-4 0,-3-12-7 16,-2 2-1-16,7 0-2 0,-6 2-10 0,-1 0-18 16,5 6-12-16,-3-2-16 0,5 2-16 0,-6 5-10 0,4-2-8 15,-3 3-13-15,6 3-8 0,-8-3-9 0,5 1-3 16,-3-1-10-16,4 2-10 0,-1-7-4 16,-3 5-43-16,5-4-26 0,-6-1-44 0,7-4-36 15,-3 2-71-15,2-2-72 0,1-5-95 0,1-2-258 0,-3 0-639 16,4-5 283-16</inkml:trace>
  <inkml:trace contextRef="#ctx0" brushRef="#br0" timeOffset="172184.98">8050 7398 166 0,'0'0'371'16,"0"0"5"-16,0 0-1 0,0 0-2 0,0 0-1 0,0 0 5 15,0 0-6-15,0 0-7 0,0 0-17 0,0 0-19 16,0 0-29-16,0 0-29 0,20-11-27 16,-12 10-30-16,7 1-17 0,2-3-25 0,4 2-14 0,8 1-18 15,7-4-18-15,-6 3-27 0,0-2-31 0,6 6-40 16,-6-3-49-16,5 5-66 0,-6-5-39 0,1 3-59 15,-2-1-33-15,-8 4-60 0,0-1-49 0,-3-1-50 16,-3 4-310-16,0-1-750 0,-13-2 333 0</inkml:trace>
  <inkml:trace contextRef="#ctx0" brushRef="#br0" timeOffset="172372.45">8168 7642 236 0,'-7'3'254'0,"1"2"2"0,1-3 4 0,5-2 1 16,0 0 3-16,-7 2 15 0,7-2 5 0,0 0 2 16,0 0-10-16,17 13-21 0,-9-13-16 0,8 1-34 0,6 0-22 15,-2 2-14-15,10 4-16 0,4-7-19 16,-6 2-42-16,4 3-51 0,-2-5-70 0,-2 0-63 16,-2 3-94-16,4 0-113 0,-10-3-289 0,3 0-635 0,-1 0 282 15</inkml:trace>
  <inkml:trace contextRef="#ctx0" brushRef="#br0" timeOffset="174997.18">10424 6699 25 0,'0'0'245'15,"0"0"-20"-15,1-6-9 0,-1 6-22 0,0 0-19 16,0 0-21-16,0 0-14 0,0 0-18 0,0 0-14 16,0 0-12-16,0 0-9 0,0 0-10 0,0 0-10 15,0 0-6-15,0 0-6 0,0 0-5 0,4 23-4 16,-6-16-10-16,2 2 1 0,-2-2-1 0,1 2-2 15,-4 2-10-15,3-2 0 0,-3 1-2 0,0 7-2 0,2-3-3 16,-4 1-1-16,2 0-1 0,0 1 0 0,-6-4 6 16,4 4 1-16,-1 1 3 0,1-4-3 0,-1 3-1 15,1-3-3-15,-1 1-2 0,2 2-2 0,-1-4 0 16,0 0-2-16,-1 0 2 0,0-2-1 0,1 1-2 16,0 2-1-16,1-2 0 0,-2-2-1 0,-1-2 6 15,3 1 1-15,-3 3 8 0,3-4-3 0,-1-3 0 16,-1 4 3-16,1 0 4 0,-1-4-3 0,0 3 7 15,-1 1 1-15,1 0 1 0,-3-1 5 0,1-3-2 16,0 1 0-16,-2-2-6 0,-1 3 0 0,5 1-3 16,-6-2-3-16,3-2 1 0,-1 0-2 0,2 0-6 15,-1 1-1-15,1 0 2 0,-2 1-4 0,1 2-4 16,-1-3 2-16,4-2 1 0,-6 0-2 0,5 5 3 16,-5-3-7-16,8 0 3 0,-8-4 3 0,6 4-6 15,-5 0 4-15,3-3 5 0,3 2 5 0,-6 2 3 16,7-2 0-16,-4 0-1 0,5 0 4 0,-7 2-1 15,4-4 1-15,-2 3 0 0,2-1-3 0,-1 0 9 0,1-1-13 16,-2 0 11-16,0-1-10 0,4 3-5 0,-4-2 1 16,1 3-1-16,1-4-3 0,8-1 2 15,-20 4-1-15,14-1 0 0,-3 2 3 0,-1-2-2 0,2 3 4 16,-4 0 2-16,4-2-2 0,-5-1 0 0,6 2-2 16,-1-2 0-16,-2 1-7 0,-1-1-1 0,4 2 1 15,-1 1-5-15,-1-1 1 0,4-1 2 0,-3 2-4 16,2 0 1-16,-3-3 2 0,1 5-3 0,1-4-3 15,-1 3 4-15,-2 0 0 0,5-2-2 0,0 2 1 16,0 0-3-16,-1 1 7 0,1-1-5 0,-2 3 10 16,0-2 0-16,4-1-2 0,-2 2 0 0,5 2 1 15,-3-7 2-15,0 7 3 0,3-2 1 0,0-2 2 16,0 1 1-16,3 3 12 0,0-6-6 0,-1 5 0 16,1-3-4-16,4 2 14 0,3-5 1 0,-5 7-2 15,6-2 6-15,2-3-7 0,-4 2 2 0,4-1-5 16,4 1 0-16,-3 1-6 0,-2-6-2 0,5 2-2 15,4 5 0-15,-1-8-7 0,-4 6 7 0,6-6-8 0,-5 0 3 16,1 5-2-16,2-6-2 0,-5 2 3 0,4-3-1 16,-2 2-5-16,-4-2 2 0,2 0-2 15,2 0-2-15,-7 0 7 0,1-2-5 0,2 2 7 0,4 0-5 16,-4-4 1-16,2 2 3 0,-2-4 1 0,4 3 2 16,-4 2-1-16,2-7-4 0,-2 5-5 0,-3-2 7 15,8-1-5-15,-8 2-1 0,4-2 5 0,0-3-2 16,-4 4-3-16,4 1 4 0,-1-4-4 0,-3 4-1 15,1-5 0-15,1 2-2 0,-2 0 2 0,1 3 1 16,-2-5 5-16,1 3 1 0,1 2 1 0,-2-3 9 16,0 0 9-16,1 1 14 0,-5 0-1 0,5 0 5 15,-8 0 2-15,5 3 2 0,-1-3-3 0,-4 2 4 16,-2 4 5-16,6-7-5 0,-1 3-2 0,-5 4-3 0,2-6 2 16,-2 6-9-16,7-5 1 0,-7 5-6 15,0 0-4-15,0-9-1 0,0 9-1 0,0 0-6 16,0 0-1-16,0-5-5 0,0 5 1 0,0 0-1 0,0 0-5 15,-5-6-2-15,5 6 0 0,-4-7 0 0,4 7 0 16,-6-9-6-16,1 5 1 0,5 4-3 0,-10-3 1 16,5-1-1-16,-3 0 1 0,3-1-4 15,-2-2 1-15,0 2-1 0,-2 0-2 0,0 3-1 0,1-4-3 16,-7 2 3-16,7 3-2 0,0-7 4 0,-4 7-4 16,4-6 0-16,-2 6-3 0,-2-1 1 0,1-2 4 15,-3 3-3-15,3 1 3 0,-1-2 4 0,1 2-11 16,-3-1 0-16,4-3 5 0,10 4 0 0,-21 5-4 15,6-5 1-15,7 2-1 0,-7-1 0 0,2-4 2 16,-1 5-1-16,-1-1-18 0,7-1-17 0,-7 0-17 16,7 4-23-16,-7-4-33 0,4 2-36 0,1-2-41 15,5 1-43-15,5-1-36 0,-20-1-35 0,20 1-51 16,-13-2-63-16,13 2-334 0,-12-1-809 0,12 1 359 0</inkml:trace>
  <inkml:trace contextRef="#ctx0" brushRef="#br0" timeOffset="176075.19">11304 6643 183 0,'0'-15'310'15,"0"10"1"-15,0-3-6 0,0 2-18 0,0-3-6 16,0 9-34-16,0-11-6 0,-6 6-46 0,6 5-21 0,-7-2-15 15,7 2-19-15,-15 7-15 0,-1 1-14 16,-1 3-8-16,1 0-12 0,-4 9-7 0,-2-1-2 16,-6 13 3-16,-2-1 11 0,2 4 3 0,-3 2 14 0,9-1 9 15,-6 3-18-15,-2 6-4 0,9-4-7 0,1 1-4 16,2 0-3-16,-4-1-17 0,11-1 10 16,1 6-5-16,1-2-13 0,9-2 9 0,0 1-11 0,5-2-2 15,4-2-2-15,1-12-9 0,8 13 3 0,-2-13-1 16,6 0-3-16,8 5-4 0,1-3-6 0,-3-10-4 15,14 2-31-15,-13-9-32 0,18 3-52 0,-6-5-43 16,-9-5-50-16,2-2-55 0,-1-3-69 0,10-6-70 16,-8 1-282-16,7-8-705 0,-9-2 313 0</inkml:trace>
  <inkml:trace contextRef="#ctx0" brushRef="#br0" timeOffset="176590.76">11819 6839 118 0,'3'-7'391'0,"-3"7"-7"0,2-7-17 15,-2 7-33-15,0-5-25 0,0 5-32 0,0 0-40 16,0 0-25-16,0 0-5 0,0 0-39 0,0 0-17 16,13 19-23-16,-8-6-4 0,2 2-4 0,1 4-25 15,2 1-6-15,2 3-8 0,1 4-12 0,0 1-7 16,5 10 2-16,-4-11-14 0,-1 1-6 0,-3-1 0 15,3 2-6-15,2-2 1 0,-3-5-1 0,-3-4-5 16,0-3-14-16,-1 3 6 0,-1-9 17 0,-1 0-17 16,-4 2 7-16,5-7 48 0,-1-1 58 0,-4 1 48 15,-2-4-1-15,11 0-13 0,-11 0-11 0,12-10-7 0,-7 1-4 16,2-3-17-16,1-3-10 0,-2-4-4 16,3-7-6-16,-3-3-14 0,4 1-14 0,0-9-4 15,0-6-9-15,-2 4-9 0,-1-1-6 0,0 7-8 0,-1 5-4 16,-2-6-3-16,1 6-6 0,1 1-4 0,-4 8-9 15,3 0-21-15,-2 7-20 0,-5 1-29 0,2 0-51 16,2 6-67-16,3 0-72 0,-5 5-19 0,0 0 5 16,0 0-17-16,0 0-18 0,-12 22-37 0,9-4-39 15,2 1-49-15,-6 4-272 0,0 4-739 0,6-2 327 16</inkml:trace>
  <inkml:trace contextRef="#ctx0" brushRef="#br0" timeOffset="176856.35">12450 7228 309 0,'10'0'370'0,"-10"0"-14"0,0 0-23 0,0 0-29 0,13 0-30 16,-13 0-26-16,0 0-28 0,3 5-21 15,-3-5-10-15,0 9-26 0,0-1-20 0,5 2 0 0,-5-1-2 16,0 4 12-16,5 6-22 0,-10-8-9 0,10 9-5 15,-3-1-11-15,-1 1-9 0,6 7-12 0,-7 2-8 16,2-2-7-16,3 1-3 0,-4-1-10 0,3-2-9 16,-4 1-6-16,-4-10-31 0,9 3-40 0,-5-6-44 15,0 4-30-15,4-7-51 0,-4 0-53 0,-4-1-61 16,4 2-69-16,4-9-231 0,-4-2-614 0,0 0 271 16</inkml:trace>
  <inkml:trace contextRef="#ctx0" brushRef="#br0" timeOffset="177278.19">12946 7057 95 0,'-10'0'211'0,"10"0"-15"0,0 0-11 16,-5 5-8-16,5-5-16 0,0 0-8 0,0 0-11 16,-8 3-11-16,8-3-12 0,0 0-8 0,-7 4-10 15,7-4-5-15,0 0-2 0,-1 3-5 0,1-3-4 16,0 0-6-16,0 0 2 0,0 0 3 0,0 0 1 16,0 0 7-16,0 0-4 0,0 0 7 0,0 0 0 15,0 0 2-15,0 0 13 0,0 0-8 0,0 0 7 16,0 0-8-16,0 0 3 0,0 0 6 0,0 0-22 15,0 0-3-15,0 0-11 0,0 0-11 0,0 0-7 16,0 0-4-16,-8-11-9 0,8 11-7 0,-5-7 2 16,5 7-8-16,-9-1-1 0,9 1 3 0,-6-4-11 0,6 4-5 15,0 0-7-15,0 0-11 0,0 0-6 0,0 0-9 16,0 0-7-16,0 0-5 0,0 0 0 16,0 0-8-16,0 0-17 0,0 0-28 0,0 0-37 0,13 19-50 15,-3-15-57-15,1 1-63 0,3-1-239 0,-3-1-571 16,6 4 252-16</inkml:trace>
  <inkml:trace contextRef="#ctx0" brushRef="#br0" timeOffset="177809.38">13906 6851 227 0,'2'-3'364'15,"1"-5"-17"-15,-3 4 1 0,4-3-34 0,-3 0-22 0,-1 7-15 16,-5-12-21-16,5 3-27 0,-5 3-20 16,-1 0-23-16,-6 0-23 0,2 0-18 0,-5 3-12 15,-5-1-14-15,-1 2-3 0,-1 0-15 0,-2-1-10 0,-10 6-10 16,10-1-8-16,-8 1-8 0,4 8-6 0,0-6-9 15,0 3-2-15,1 1 0 0,-1-1-5 0,8 0-7 16,-3 1-4-16,8-1 0 0,-1-1-3 0,-3 4-1 16,9-2-4-16,-1-2 0 0,3 0-7 0,1 0 8 15,5 1-8-15,-1-1 6 0,3 2 5 0,3-5-2 16,6 4-3-16,10 5-1 0,10 0-12 0,2 0 10 16,14 1 0-16,4 2-3 0,3-4-9 0,1-3 9 15,0 3-11-15,-4-5-15 0,3 4-10 0,-3-7-11 0,-2 4-7 16,-3-4-10-16,-9 1 5 0,-2-3-3 15,-5-2 8-15,2-2-1 0,0 2 6 0,-10-1-1 16,-5-3 10-16,-2 1 4 0,-3-1-1 0,-2-2 0 16,-1 3 2-16,-7-5 3 0,0-2 5 0,-5 1 18 0,-5-5-11 15,0 1 10-15,-7 0 0 0,-6-12 9 0,0 10 9 16,-7-6 5-16,2 3-1 0,-8-1 9 16,6 1-8-16,-7-1-5 0,-2 0 12 0,12 8-17 0,-4-3-3 15,3 2-12-15,6 6 2 0,-1-1-14 0,8 0-29 16,-1 5-30-16,-4 2-30 0,11-2-26 0,-1-1-23 15,10 3-21-15,-18 6-27 0,12-2-37 0,6-4-50 16,0 0-276-16,5 5-601 0,-5-5 266 0</inkml:trace>
  <inkml:trace contextRef="#ctx0" brushRef="#br0" timeOffset="178059.35">13863 6508 2 0,'0'-5'369'16,"0"5"-3"-16,2-9-19 0,-2 9-29 0,-2-10-39 16,2 10-26-16,-5-4-29 0,5 4-31 0,0 0-14 0,0 0-17 15,0 19-22-15,0-8-4 0,5 7-13 0,-5 11-10 16,0-1-13-16,2 13 2 0,3 3-6 16,-2 0-2-16,2 4-4 0,-3 0-3 0,6 0-14 0,4 3-3 15,-6-11-2-15,-1 13-10 0,-1-2-3 0,7-6-2 16,-6 2-7-16,-3-3-16 0,3 2-30 0,-4-15-33 15,8-3-37-15,-6-1-55 0,0-2-75 0,2-8-71 16,-1-2-318-16,1-1-636 0,3-8 282 0</inkml:trace>
  <inkml:trace contextRef="#ctx0" brushRef="#br0" timeOffset="178449.94">14754 6576 228 0,'0'-6'371'0,"0"6"3"0,0-12-13 0,0 4-8 16,-4 3-24-16,4-3-18 0,-1 2-17 0,1-2-25 15,0 8-28-15,-7-12-25 0,4 9-25 0,-4-1-16 16,-1 3-22-16,-5 1-22 0,13 0-9 0,-27 5-15 16,11 3-13-16,1 2-10 0,-2 2-9 0,-4 7-4 15,1 0-9-15,2 4-5 0,-1 2-8 0,3-1-3 16,3 6-4-16,3-1 1 0,-4 5-4 0,8-4-3 16,4 1-5-16,2-1 2 0,2 2-1 0,4-3-7 15,1-2 2-15,6 1 0 0,-1 0-7 0,6-2 3 0,-1-5-1 16,6-2 0-16,5 3 0 0,0-5-29 15,4 0-35-15,-1-5-44 0,4-3-22 0,-4 0-56 16,4-3-45-16,1-5-51 0,-6 2-56 0,7-8-56 16,-6-2-236-16,-1 0-657 0,-2-5 290 0</inkml:trace>
  <inkml:trace contextRef="#ctx0" brushRef="#br0" timeOffset="178699.91">15446 6721 194 0,'3'-5'333'0,"-3"5"-7"0,6-4-17 0,-6 4-19 16,0 0-15-16,2-5-25 0,-2 5-30 0,0 0-24 15,0 0-7-15,0 0-34 0,0 0 1 0,0 0-34 16,0 0 2-16,-15 22-26 0,12-12 5 0,-5-1-21 16,-2 5-8-16,-5-1-9 0,0 7-5 0,0-3-9 15,-2 0-4-15,1 5-3 0,-2-2-2 0,1 2-3 16,-4 0-1-16,-1 2-12 0,6-6-10 0,-4 1-18 15,3 4-16-15,2-8-25 0,0 0-29 0,2-2-35 16,0 1-39-16,5-2-37 0,-1-4-51 0,6-1-43 16,0-1-197-16,-6-4-513 0,9-2 227 0</inkml:trace>
  <inkml:trace contextRef="#ctx0" brushRef="#br0" timeOffset="178918.64">15124 6755 134 0,'-3'-8'297'0,"0"0"-5"16,3 3 6-16,0 5-26 0,0-11-12 0,0 11-26 16,0-9-21-16,0 9-23 0,0-7-22 0,0 7-18 15,0 0-17-15,0 0-9 0,8 19-13 0,-1-10-11 16,1 6-5-16,12 5-15 0,1 3 0 0,-4 0-6 16,13 10-9-16,-2 0-3 0,3-3-4 0,2 0-1 15,-1 0-12-15,1-3 3 0,2 0-16 0,-7 0-20 16,-5-9-30-16,4 2-38 0,-4-4-52 0,-8-4-52 15,8 2-65-15,-2-5-60 0,-7-2-187 0,-1-6-512 16,-2 1 227-16</inkml:trace>
  <inkml:trace contextRef="#ctx0" brushRef="#br0" timeOffset="179277.97">15647 6550 398 0,'-1'-7'452'0,"1"1"0"0,0 6 7 16,0-9-2-16,-5 3-16 0,5 6-14 0,5-7-36 16,-5 7-33-16,0-8-35 0,0 8-33 0,3-4-29 15,-3 4-26-15,0 0-27 0,22 7-19 0,-7 2-21 16,4 0-21-16,5 6-12 0,-1 3-16 0,5 3-15 15,5 6-6-15,-7 6 1 0,11-3-24 0,-7 3-7 16,6 1-9-16,-8 1-5 0,2 1-6 0,-10-2-6 16,1 4-5-16,-9-8-8 0,1-1-10 0,0-2-10 15,-4 4-22-15,-4-1-20 0,-2-2-32 0,-3 3-19 16,-3-8-24-16,-2-1-27 0,-2-2-31 0,-1 0-19 16,-4-5-15-16,1 5-16 0,-4-5-15 0,-3 4-24 15,1-10-42-15,0 2-50 0,3-6-56 0,-1 1-250 16,-4-4-706-16,8-2 313 0</inkml:trace>
  <inkml:trace contextRef="#ctx0" brushRef="#br0" timeOffset="179684.18">15942 6200 2227 0,'-7'-8'188'0,"-1"-2"-7"0,7 6 27 16,-6-9 2-16,7 7-2 0,0-2-11 16,0 0-1-16,-7 0-22 0,7 8-21 0,0-8-4 15,0 8-5-15,0-7-19 0,0 7-9 0,0 0-19 0,0 0-7 16,0 0-12-16,0 0-11 0,30 19-1 0,-8 4-5 15,-1-2 7-15,16 13 7 0,-6 1 5 0,5 3 2 16,2 1-3-16,-4 3-4 0,-3-5-7 0,5 9-6 16,-1 3-1-16,-3-2-7 0,14 18-4 0,-13-22-3 15,-3 6-6-15,-5-5-5 0,1 6-4 0,-8-2-4 16,4-3-3-16,-1 8-2 0,-7-7 6 0,-4-2-12 16,3 2-1-16,-13-3-1 0,0 8-4 0,-2-1 2 15,-11-4-7-15,5 1-6 0,-14-2-19 0,1 2-18 16,-9-3-25-16,-5 3-30 0,-1-5-40 0,-21 11-41 15,-9-1-22-15,-12-7-30 0,-3 2-37 0,-1-7-51 16,5-3-57-16,-9-5-322 0,4 2-748 0,4-11 331 16</inkml:trace>
  <inkml:trace contextRef="#ctx0" brushRef="#br0" timeOffset="180980.92">6490 9077 287 0,'0'-15'346'0,"4"3"-15"15,-2-3-18-15,0 3-21 0,3 4-12 0,-4-3-30 0,4 7-29 16,-3 0-24-16,-2 4-23 0,0 0-24 0,0 0-14 15,15 16-13-15,-7-1-15 0,-4 1-8 0,-1 15-7 16,3-3-14-16,1 11 10 0,-5 3-18 0,-1 4-14 16,3 4 0-16,-8-5-7 0,3 3 4 0,-3 0-7 15,-1 0-2-15,4 4 1 0,-7-7-2 0,1 8-3 16,2-6 0-16,-2-4-7 0,7 4 13 0,-8-4-21 16,0-4-1-16,8-9 0 0,-5-3-3 0,3 0-6 15,0-6 6-15,2-7 9 0,0 3-12 0,0-10-2 16,0 4-3-16,2-3 15 0,-2-4 32 0,0 7 30 15,0-8 27-15,0-3 25 0,0 9 12 0,0-9-6 16,0 0-12-16,0 0-12 0,8 1-12 0,-8-1-8 16,0 0-3-16,15-10-5 0,-15 10 7 0,5-10-14 0,-3 6-6 15,6-3-6-15,-4 4-3 0,-1-6-1 16,2 1-7-16,-4 7 0 0,6-6-11 0,-4-4 0 16,2 6-6-16,2-2-1 0,-2-1-2 0,-2 1-2 0,4-1 8 15,-2 0-8-15,0 0-2 0,0-3 3 0,3 4-9 16,0-2 1-16,-3-2-6 0,2 1-1 0,3 0-3 15,0-6-3-15,-5 8 1 0,6-3-4 0,-4 0-6 16,3 3-1-16,-5-3-6 0,6-1-3 0,-6 3 5 16,5 0 5-16,-3-1-6 0,3 2-7 0,-2 5 0 15,-3-5 1-15,5 1-4 0,0 4 2 0,-2 1-9 16,-1-1-2-16,1 0 0 0,-8 3-10 0,23 2-3 16,-18-1 11-16,7 6-12 0,-1-3 3 0,3 5-2 15,1 2 1-15,-2 2 2 0,-2-3 0 0,-1 9-1 0,0-3 0 16,4 3-2-16,0 3-12 0,-5 3-14 15,7-2-16-15,-4 0-23 0,-6 1-25 0,-1-4-32 16,-1 1-31-16,-1-3-27 0,4-3-5 0,-4 4-35 0,0-2-23 16,-3 0-37-16,-1-4-51 0,2-3-59 0,-1 2-321 15,0-4-795-15,-1 1 352 0</inkml:trace>
  <inkml:trace contextRef="#ctx0" brushRef="#br0" timeOffset="181293.39">7291 10074 88 0,'0'0'383'0,"0"0"-14"0,6-3 1 0,-6 3-13 16,0 0-13-16,9-5-9 0,-9 5-15 0,6-1-10 16,-6 1-15-16,17 4-19 0,-6 0-23 0,-1 0-24 15,5 2-22-15,2 0-23 0,-2 1-16 0,1 1-19 16,2 1-16-16,-3-2-12 0,-8 1-15 0,8 4-12 15,-5 0-7-15,1-2-9 0,-1 2-10 0,-3-1-9 16,-1 0-6-16,-2 5-6 0,-4-7-6 0,3 9-3 0,-6-7-5 16,-1 5-3-16,4-7-4 0,-6 0 1 0,6 1-6 15,-2-2 2-15,-3-1-4 0,5 0-2 16,0-2 5-16,0-5 2 0,0 10 11 0,0-10 5 0,0 0 5 16,5 1-5-16,-5-1-10 0,23-3-19 0,7-3-33 15,3 0-44-15,14-6-45 0,-1 3-54 0,2-3-42 16,3-2-63-16,4-2-81 0,1-3-90 0,-3-4-288 15,3-8-790-15,14-12 350 0</inkml:trace>
  <inkml:trace contextRef="#ctx0" brushRef="#br0" timeOffset="181512.11">8453 9516 30 0,'0'0'389'0,"-9"-1"9"15,9 1-5-15,-6-5 4 0,6 5-23 0,0 0-15 16,-7-3-23-16,7 3-26 0,0 0-33 0,0 0-25 0,25-3-26 16,-7 0-28-16,-1 6-15 0,6-3-17 0,-2 3-20 15,9 0-14-15,7-2-40 0,-9 4-45 16,3-2-48-16,2 1-53 0,-3 3-56 0,0-3-61 0,-5 0-73 16,-2-4-82-16,-2 8-308 0,-6-5-685 0,-2-2 303 15</inkml:trace>
  <inkml:trace contextRef="#ctx0" brushRef="#br0" timeOffset="181652.72">8469 9759 25 0,'-5'3'229'0,"-5"-2"17"16,4-1 17-16,6 0 10 0,0 0-8 0,0 0-23 16,16 8-24-16,4-5-16 0,10-6-23 0,3 6-17 15,15-14-20-15,0 10-44 0,3-2-64 0,4-1-71 16,-2-4-77-16,5-4-91 0,0 6-166 0,-7-3-401 15,-1-2 177-15</inkml:trace>
  <inkml:trace contextRef="#ctx0" brushRef="#br0" timeOffset="182793.22">10507 8764 112 0,'-2'-7'320'0,"2"7"-17"16,-5-9-20-16,5 9-25 0,0 0-25 0,0 0-22 15,-2-3-21-15,2 3-17 0,0 0-25 0,0 0-17 0,0 0-9 16,0 0-7-16,0 0-19 0,-6 19-11 0,6-10-8 15,0 2-6-15,0 7-9 0,0-2-4 16,-4 3-4-16,4 1-5 0,0 0-6 0,0 1-8 0,-3 4 1 16,-2-1-7-16,2 2 5 0,-2-3-7 0,2 4-1 15,-2-2-3-15,-2-7 0 0,5 1-3 0,-4-2 1 16,-1 1-3-16,0 0-4 0,1-3-2 0,2 3 4 16,0-6 2-16,-5 0 0 0,8 2 8 0,-6-2 13 15,0-5 0-15,2 6 3 0,-3-5 9 0,0-2 3 16,0 2 23-16,-1-3-9 0,-4 2 2 0,5-2 4 15,-5 2 1-15,-1-4 4 0,-2 2 9 0,-4-3-19 16,3-1-4-16,-1 1 9 0,-3-2-20 0,-4 0 0 16,5 3-3-16,-8-6-8 0,1 6-1 0,-3-3-6 0,2 0-5 15,8 2 0-15,-6-4 6 0,4 2-18 16,-1 0-3-16,2 0 5 0,-1 2-7 0,4 0 3 16,2 0-9-16,-8 3 6 0,6-4-6 0,0 5-1 0,0-2 1 15,3 1-2-15,0 1 6 0,0 2-13 0,3-3 2 16,3 5 15-16,-6 0-8 0,1-3-5 0,8 1 1 15,-3 4 2-15,5-1 6 0,-6 0-5 0,3 3 2 16,7-1 2-16,-3 1 4 0,3 1-4 0,0 4 1 16,3-4 0-16,9 0-1 0,-3 9 1 0,6-4 5 15,5-1-5-15,2 4 0 0,-2-4 0 0,14 7-4 16,-5-5-12-16,9 3 0 0,0-9-13 0,-2 3-11 16,0-2-3-16,9-2-20 0,-12-5-2 0,-1-5-8 15,2 4 1-15,-4-2 6 0,2-5 17 0,-1 3-14 16,-11-8 5-16,3 1 8 0,-6-2 1 0,4-2 4 15,-7-1 2-15,0 0 3 0,-2-3 8 0,-4-2 3 16,1-2 13-16,-8 1 5 0,6-2 5 0,-14 1-2 16,4 5 3-16,-4-8 18 0,-6-1-9 0,-2 4-2 0,0-4 7 15,-6 2-4-15,-4 4-3 0,-2-2-2 16,-1 0 5-16,-3 3-2 0,1 0 0 0,2 2-1 0,-2 3-2 16,0 2-1-16,2-2-3 0,5 2-2 0,1 3-2 15,6 0-25-15,-4 4-28 0,5-2-44 0,0 0-44 16,0 6-32-16,2-3-46 0,7 2-62 0,-4-1-88 15,10-1-219-15,0-3-632 0,0 9 280 0</inkml:trace>
  <inkml:trace contextRef="#ctx0" brushRef="#br0" timeOffset="183418.16">11715 8769 57 0,'1'-12'365'0,"8"3"-5"0,-6 6-5 0,0-5-13 0,-3 1-16 16,0-1-22-16,0 8-30 0,-1-7-33 0,1 7-24 15,-14-1-20-15,14 1-17 0,-23 1-15 0,8 5-12 16,-6 6-8-16,-4 7 5 0,0 2 0 0,-6 8-4 16,-1 6-1-16,4-1-8 0,-2 8 2 0,1 0 0 15,1 6-4-15,3 0-5 0,-2 2-10 0,11-3-9 0,-3 3-13 16,11 5-7-16,7-8-6 0,1 2-8 0,8-5-4 16,7 2-4-16,5-2-10 0,1-4-1 15,11-1-6-15,2-4-5 0,3-5-18 0,4-2-40 0,7-1-54 16,5-4-72-16,-2-4-44 0,1-8-61 0,1 2-88 15,0-8-93-15,1-5-333 0,-6-6-818 0,2-6 362 16</inkml:trace>
  <inkml:trace contextRef="#ctx0" brushRef="#br0" timeOffset="183824.37">12266 8985 30 0,'0'0'300'0,"0"0"-23"16,-5-3-29-16,5 3-18 0,0 0-7 0,0 0-4 15,0 0-12-15,0 0-16 0,18 19-2 0,-9-8-23 0,0 1-17 16,3 4-13-16,0 7-12 0,3-1-13 0,-2 7-11 16,2 1-3-16,1 6-14 0,-3-3 4 0,11 3-12 15,-6 3-1-15,-8-2-15 0,5-1 11 16,6 3-21-16,-6-1-3 0,-7-11-3 0,6-3-1 0,-3-6-13 15,-6-3 3-15,5 0-4 0,-7-2 1 0,4-5-2 16,-5-2 43-16,3 2 51 0,-2-4 54 0,-3-4 19 16,10 0-11-16,-10 0-19 0,8-12-10 0,-5 3-10 15,6-6-9-15,-4-3-10 0,1-3-8 0,1-4-2 16,0-4-7-16,-1 0-4 0,2-13-2 0,1 2-14 16,-3-2-13-16,3 0-8 0,-1-3-5 0,2 3-20 15,5-2-16-15,-9 7-12 0,3 7-14 0,-3 3-23 16,1 4-21-16,-1 5-26 0,1 6-42 0,-7-2-60 15,2 8-64-15,-2 2-27 0,0 4-11 0,0 0-24 16,0 0-32-16,0 0-35 0,-2 35-297 0,2-19-716 16,-7 4 317-16</inkml:trace>
  <inkml:trace contextRef="#ctx0" brushRef="#br0" timeOffset="184074.34">12903 9480 287 0,'0'0'357'15,"5"-8"-16"-15,-5 8-26 0,0 0-33 0,0 0-31 16,0 0-24-16,0 0-10 0,0 0-34 0,0 0-5 16,7 20-12-16,-6-5-6 0,-1-3-18 0,4 3-2 15,-1 5-14-15,-3-2 1 0,7 7-22 0,-6 2-7 16,4-3-13-16,-1 3 13 0,2 3-37 0,-2-3-2 15,-3-6-7-15,3-3-16 0,1 0-30 0,-2-6-31 16,-2 4-38-16,1-2-49 0,0-2-51 0,-1-3-67 16,4-5-87-16,-3 0-215 0,-2-4-576 0,0 0 255 15</inkml:trace>
  <inkml:trace contextRef="#ctx0" brushRef="#br0" timeOffset="184402.43">13461 9255 174 0,'0'0'325'16,"0"-6"-12"-16,0 6-21 0,0 0-19 0,0 0-20 16,0 0-28-16,0 0-17 0,0 0-25 0,0 0-16 15,0 0-17-15,0 0-12 0,0 0-17 0,0 0-11 16,20 7-13-16,-13 0-5 0,1-3-6 0,0-1-10 15,0 3-8-15,7-3-4 0,-8 0-8 0,3-2-4 16,0 3-5-16,-10-4-2 0,15 1-3 0,-5-2-3 16,-1-3-7-16,-9 4 2 0,10-4 7 0,-3 0 9 15,-2-3-2-15,0 2-6 0,2-3-3 0,-7 1-5 16,1-1-4-16,-2-3-5 0,1 4-6 0,-5-1-1 0,-2-4-4 16,4 5-2-16,-6 2-21 0,1-3-15 15,-5 1-19-15,1 3-24 0,-4-2-25 0,1 1-40 16,-7 4-42-16,7 1-70 0,1 1-54 0,-1-1-211 0,0 5-551 15,6-5 244-15</inkml:trace>
  <inkml:trace contextRef="#ctx0" brushRef="#br0" timeOffset="185261.71">14570 8935 278 0,'7'-7'311'0,"-2"2"8"15,0-3-14-15,-5 1-9 0,6 3-19 0,-3-4-6 16,2 4-25-16,-5 4-16 0,0-6-24 0,0 6-20 16,-5-12-23-16,0 9-14 0,-6 1-19 0,-4-2-9 15,-2 3-14-15,-2 1-6 0,-11 1-16 0,0 2-7 16,2 0-7-16,-9 3-14 0,-4-2 7 0,6 4-5 16,-1 1 2-16,-2 4-8 0,8-5-10 0,-5 1 0 0,5-2-3 15,9 4-5-15,4-5 0 0,-1 2-4 0,3-3-17 16,5 4 6-16,0-1 5 0,7-4 1 15,0 7 0-15,6 0-1 0,5 2 5 0,22 4-1 0,12 7-7 16,14-4-2-16,23 3-6 0,6 5-13 0,-1-2-15 16,4-10-9-16,0 4-4 0,1 1-5 0,-8-11-10 15,-1 5-5-15,-16-7 4 0,-6-4 5 0,-3-2 6 16,-1-2 0-16,-7 1 1 0,-4-2 6 0,-19-2 4 16,0-1 4-16,-6-3 3 0,-3 0 10 0,-5-1-3 15,-4 1 2-15,-6-7 4 0,-6 3-1 0,-3-9 9 16,-12-1-2-16,-1 0 0 0,-16-6 4 0,-3 6 5 15,1-5-1-15,-8 8 7 0,0-1-7 0,-1 1 2 16,1 0 2-16,0 3 9 0,-4 0-19 0,9 2-2 16,12 5 0-16,-1 5-12 0,4-1-24 0,7 2-28 15,4 2-28-15,1 0-20 0,-1 0-21 0,2 2-35 16,7 2-24-16,0 0-47 0,6 1-52 0,-1 2-234 0,3-7-563 16,3 13 249-16</inkml:trace>
  <inkml:trace contextRef="#ctx0" brushRef="#br0" timeOffset="185527.31">14727 8619 39 0,'-3'-5'377'15,"3"5"-44"-15,-3-4-35 0,3 4-38 0,0 0-24 16,0 0-22-16,0 0-24 0,0 0-9 0,-10 27-6 15,8-9-5-15,-1-2-3 0,6 11-9 0,-3 8-11 16,5 7-11-16,5 1-12 0,1 7-13 0,3-3-10 16,-6 5-8-16,7 0-2 0,-2-1-11 0,2 0-4 15,2 2-10-15,2-2-5 0,-4-5-8 0,5 4-3 16,-3-10-22-16,-1 4-23 0,3-7-31 0,-10-10-43 16,5-1-58-16,-1 1-75 0,-1-12-77 0,-6-3-275 0,6 0-598 15,-4-6 265-15</inkml:trace>
  <inkml:trace contextRef="#ctx0" brushRef="#br0" timeOffset="185886.64">15801 8703 62 0,'2'-10'370'0,"1"2"-6"0,1 2 1 0,-4-6-31 15,3 6 2-15,0 0-12 0,-3-1-9 0,0 7-15 16,0-11-23-16,0 11-27 0,-3-8-28 0,3 8-24 16,-3-7-24-16,3 7-19 0,0 0-17 0,-19 6-12 0,10-3-17 15,-3 5-5-15,-3 1-12 0,2 4-5 16,-9 6-11-16,2 1-6 0,2 2-3 0,-2 8-3 15,7-3-1-15,-2 2-12 0,5 0 0 0,2 8-6 0,3-4-6 16,3 7-1-16,4-10-4 0,5 5 1 0,-1 3-4 16,16-3 0-16,-6 1-3 0,6-2 0 0,8-3-5 15,-7-8-25-15,15 5-30 0,3-4-38 0,2-3-46 16,-5-8-28-16,7-1-46 0,-8-5-48 0,6-3-54 16,1-1-51-16,-6-6-60 0,-5-1-205 0,1-5-659 15,0-2 292-15</inkml:trace>
  <inkml:trace contextRef="#ctx0" brushRef="#br0" timeOffset="186136.62">16598 8773 49 0,'0'0'260'0,"0"-9"-21"16,0 9-24-16,0 0-23 0,-4-3 2 0,4 3 1 0,0 0-2 15,-11 14-6-15,6-6-5 0,0 4-5 0,-5 1-14 16,0 2-7-16,3 4-9 0,-8-2-19 15,0 5-7-15,1 3-15 0,-1-3-8 0,0 4-9 0,-3-4-11 16,-1-1-6-16,4 5-2 0,1-2-13 0,-3-5 0 16,2-3-6-16,2-1-22 0,-2 0-24 0,0-1-27 15,2-2-30-15,1-3-37 0,-4 0-45 0,6 0-47 16,3-9-41-16,-3 2-50 0,-1-2-151 0,11 0-459 16,-10-7 203-16</inkml:trace>
  <inkml:trace contextRef="#ctx0" brushRef="#br0" timeOffset="186339.72">16288 8888 190 0,'0'-8'299'0,"0"5"2"0,0 3 1 0,2-12-6 15,-2 9-12-15,0 3-5 0,0-9-41 0,0 9-23 16,0 0-27-16,0-6-19 0,0 6-17 0,0 0-10 16,0 0-18-16,0 0 5 0,15 22-25 0,-10-11-11 0,9 5-8 15,1-1-5-15,7 7-11 0,-1 0-6 16,14 8-4-16,-2-2-4 0,4 1-2 0,-1-5-19 15,0 3-11-15,1-1-52 0,1-1-42 0,-2-2-50 0,-9-4-63 16,-1-4-56-16,2 0-59 0,-8-6-215 0,-1-5-556 16,2 1 245-16</inkml:trace>
  <inkml:trace contextRef="#ctx0" brushRef="#br0" timeOffset="186636.57">16829 8622 310 0,'-5'-3'331'0,"0"-3"-14"0,5 0-22 0,0 6-26 16,-8-5-24-16,8 5-29 0,0 0-20 0,0 0-20 16,0 0-11-16,0 0-1 0,18 23-7 0,-8-8-6 15,13 4-11-15,-4 5-13 0,5-7-11 0,6 13-6 16,5 3-12-16,-4-1-13 0,-1-1-5 0,0 0-8 15,3 1-8-15,-3 4-4 0,-4-3 11 0,-7-6-25 16,-3 0-6-16,1-3-5 0,-4 3-7 0,-5-3 4 0,-1 1-9 16,-1-5-25-16,-4-4-12 0,-2 7-17 0,-8-4-30 15,1-2-22-15,-1 1-23 0,-7-2-27 16,0-2-33-16,-5-1-45 0,-3 1-44 0,5-5-50 0,-4-2-171 16,2 0-514-16,-1-3 227 0</inkml:trace>
  <inkml:trace contextRef="#ctx0" brushRef="#br0" timeOffset="187074.02">17096 8181 2075 0,'-9'-6'182'0,"1"3"-24"0,2-5 15 0,-1 1 21 15,2 1-26-15,3 2-13 0,-3-2-16 0,5 6-22 16,0-8-21-16,0 8-7 0,0 0-13 0,19-3-7 15,-19 3-8-15,31 11-4 0,-1 2-12 0,11 6 16 16,1 8 23-16,1-1 5 0,8 2 10 0,-6 6-3 16,3-2-3-16,-4 9-9 0,3-2 6 0,12 16-3 15,-6 4-6-15,-3-3-7 0,-15-9-5 0,-2 0-8 16,10 18-6-16,-17-15-2 0,-4-2-7 0,3 23-6 0,-11-14-3 16,3-3-5-16,-7 2-1 0,-7 0-2 0,-6 1-2 15,3 20-8-15,-2-22-2 0,-8 3 3 16,-8 13 0-16,-2-15-22 0,-10-2-29 0,-4 21-39 0,-9 2-47 15,-5-10-30-15,-7 6-40 0,-9-7-45 0,-6-4-74 16,4-4-90-16,-2-8-248 0,-5-2-696 0,7-3 308 16</inkml:trace>
  <inkml:trace contextRef="#ctx0" brushRef="#br0" timeOffset="189901.85">12893 9645 162 0,'0'0'167'0,"0"0"-9"0,0 0-2 15,0 0-3-15,-10-2-6 0,10 2-4 0,0 0-2 16,0 0-3-16,0 0-3 0,0 0-11 16,0 0-7-16,0 0-6 0,0 0-9 0,0 0-10 0,0 0-7 15,0 0-7-15,0 0-7 0,0 0-6 0,0 0-9 16,0 0-6-16,-11-3-6 0,11 3-5 0,0 0-4 15,0 0-6-15,-10-1-1 0,10 1 0 0,0 0-5 16,0 0-3-16,-20 0-1 0,20 0-1 0,0 0-4 16,-8 1 1-16,8-1-4 0,0 0 0 0,-15 0-3 15,15 0 0-15,0 0-2 0,-13 0-2 0,13 0 4 16,0 0-2-16,-9 5-2 0,9-5-1 0,0 0 3 16,0 0 0-16,0 0 2 0,0 0 0 0,0 0-2 15,0 0 2-15,0 0 15 0,0 0 8 0,0 0 8 16,0 0 3-16,0 0 7 0,0 0 12 0,0 0-4 15,0 0 2-15,0 0-2 0,0 0-4 0,0 0 6 16,0 0-15-16,0 0-7 0,0 0-10 0,0 0 6 0,-1-10-6 16,1 10 0-16,0 0-3 0,0 0-2 0,0 0 0 15,0 0 0-15,0 0-7 0,10-11-4 16,-10 11 6-16,6-4-1 0,-6 4 0 0,8-4 2 0,-8 4-1 16,0 0-5-16,7-4-2 0,-7 4 6 0,8-1-6 15,-8 1 1-15,0 0-2 0,0 0 1 0,12 0-3 16,-12 0 0-16,0 0-4 0,0 0-1 0,12 0-2 15,-12 0-2-15,0 0 2 0,11 5 0 0,-4-1-1 16,-2 0 2-16,-2-1-4 0,4-2 0 0,-4 7 2 16,4-1-1-16,-2 1 3 0,3-4-4 0,-2 6 8 15,3 3-11-15,-3-6 3 0,-2 2 1 0,6 2 2 16,-5 1-2-16,3 0 1 0,-3 0 2 0,1 2-1 16,3-1-3-16,-6 1 2 0,0-6-4 0,2 4 4 15,-1 0-4-15,-4-2 3 0,3 0-2 0,0 8 4 16,-3-9-3-16,0 8 1 0,-3-8-1 0,0 7 2 15,-1-5 2-15,-1-3-3 0,4 3 0 0,-4-2 2 0,-2-2-4 16,0 12 4-16,4-12-6 0,-3 1 4 0,-1 4 4 16,0-5-2-16,1-2 3 0,1 3-3 15,0 3 0-15,-2-7 2 0,0 4 1 0,6-2-2 0,-6-1 1 16,1-1-1-16,2 0 3 0,4-4-6 0,-10 8 5 16,5-4 2-16,0-2-5 0,5-2 2 0,-10 3 2 15,10-3 3-15,-11 6 2 0,4-5-8 0,7-1 9 16,-13 3 2-16,13-3 5 0,-10 5 3 0,10-5 6 15,-8 0 10-15,8 0 3 0,-13 2 10 0,13-2 12 16,0 0 16-16,-10 0 15 0,10 0 15 0,0 0 15 16,-7-7 7-16,7 7 5 0,-3-4 2 0,3 4-5 15,0-9 3-15,-4 3-8 0,4 6-6 0,4-11-10 0,-4 2-13 16,5 2 1-16,1-2-19 0,-1 0-8 0,-1-3-4 16,9 4-6-16,-7-1-6 0,4-1-10 15,2 1-2-15,-2-2-6 0,-3 4-5 0,1 1 0 0,2 3-5 16,1 0-7-16,-2-5-5 0,-1 7-2 0,3 1-4 15,3 0-7-15,2 1-2 0,1 2-8 0,-2 2-3 16,0 1-3-16,-1 0-1 0,5 1-2 0,-1 4-2 16,-3-3-3-16,5 7 2 0,-4-7-4 0,4 6-3 15,3 3 0-15,-3-7-6 0,-3 3-8 0,6 3-15 16,-7-6-9-16,6 5-29 0,-2-3-22 0,3 1-27 16,3-2-39-16,1 1-42 0,1-3-59 0,-5 1-77 15,7-2-82-15,-10-4-246 0,3 0-745 0,-6-4 330 16</inkml:trace>
  <inkml:trace contextRef="#ctx0" brushRef="#br0" timeOffset="-171350.47">22640 7042 108 0,'5'-7'410'0,"-3"-1"15"0,3-1-3 0,-3 5-2 16,1-4-14-16,2 2-13 0,2-1-18 0,-7 2-18 15,1 0-24-15,-1 5-34 0,0 0-32 0,7-7-30 16,-7 7-24-16,0 0-25 0,2-2-21 0,-2 2-14 16,0 0-14-16,0 0-11 0,6 16-14 0,-4-6-9 15,1 0-8-15,0 2-8 0,4-1-10 0,-5 1-8 16,3 7-7-16,5-2-4 0,-5-2-6 0,3 0-4 15,3 2-7-15,-1 5-4 0,5-2-3 0,-3-5 0 16,6 8-6-16,-10-8-1 0,12 4-2 0,-5-4-7 16,0 5 1-16,0-7 0 0,10 2-2 0,-14 1-3 15,4-2 2-15,2-1-5 0,4-5 0 0,-6-1-1 0,-3 1-1 16,-2-5 1-16,3 1 1 0,-5 3-4 0,4-6 8 16,-1-1-5-16,-11 0 1 0,22-4 16 0,-12 0 10 15,-2 0 10-15,0 1 7 0,2-3 3 0,-1-3 5 16,-3 1 4-16,2-9-2 0,1 2-2 0,2 1 2 15,-6-6 5-15,5 1-3 0,-1-4 21 0,-1 4-11 16,3-5-4-16,-1 1-4 0,-3 2-9 0,1 3-6 16,-1 1-4-16,1 0-6 0,0 4-5 0,2-3-3 15,-5 5-6-15,2 0-11 0,-4 2-27 0,1 1-37 16,0 2-49-16,-2 1-55 0,-2 5-70 0,7-8-78 16,-7 8-75-16,3-3-19 0,-3 3-32 0,0 0-40 15,0 0-33-15,-3 19-357 0,1-11-922 0,-3-1 409 16</inkml:trace>
  <inkml:trace contextRef="#ctx0" brushRef="#br0" timeOffset="-171100.5">23587 7437 160 0,'0'0'341'0,"0"0"-17"16,0 0-19-16,4 4-22 0,-4-4-33 0,0 0-14 15,0 11 2-15,0-7 0 0,0 7 1 0,0-2-36 16,-4-2-11-16,1 5-12 0,0 3-19 0,-2 4-15 16,3-4-9-16,-3 4-11 0,5-3-17 0,0 7-6 15,0 0-11-15,0-3-9 0,5 0-11 0,-5-1-5 16,2-2-27-16,-2 4-29 0,8-8-39 0,-5 2-25 16,1 0-32-16,2-6-42 0,1 1-51 0,1 0-64 15,5-7-59-15,-3 1-253 0,3-4-600 0,-3 2 265 16</inkml:trace>
  <inkml:trace contextRef="#ctx0" brushRef="#br0" timeOffset="-170850.52">24059 7260 213 0,'0'-9'412'0,"2"1"11"16,-4 0 4-16,2-3-2 0,0 3-13 0,2 4-11 15,-2-2-21-15,6 0-27 0,-6-2-31 0,2 3-30 16,-2 5-28-16,13-8-22 0,-6 3-35 0,3-2-17 16,6 2-19-16,1 3-23 0,1 0-14 0,4-1-13 15,1 3-18-15,5-2-20 0,-7 2-23 0,11 0-26 0,-4 0-31 16,2 2-28-16,-2-2-38 0,-5 0-46 16,-1 0-51-16,1 3-30 0,0-1-37 0,-5-2-45 15,0 1-49-15,-3 0-45 0,0 2-316 0,-8-1-737 0,-1 1 326 16</inkml:trace>
  <inkml:trace contextRef="#ctx0" brushRef="#br0" timeOffset="-170663.04">24244 7386 78 0,'-6'7'303'0,"-1"-2"3"16,5 2 2-16,-1-3 0 0,3-4 3 0,3 12-7 15,4-8-15-15,1-1-33 0,7 3-15 0,-2 1-28 16,6 1-19-16,1-2-21 0,9-2-18 0,-5 8-35 15,4-4-56-15,1-4-59 0,3 7-51 0,-4-3-70 16,2 0-86-16,0 0-78 0,-1 1-218 0,8-3-539 16,-4-2 239-16</inkml:trace>
  <inkml:trace contextRef="#ctx0" brushRef="#br0" timeOffset="-169944.37">24908 6954 295 0,'0'0'319'16,"0"0"-20"-16,0 0-25 0,0 0-23 0,0 0-23 15,0 0-12-15,0 0-2 0,0 0-9 0,0 0 7 16,0 18-22-16,2-11-5 0,3-2-16 0,-2 6-4 16,2 2-19-16,3 1-9 0,4-1-4 0,-4 2-7 15,0-1-8-15,6-1-16 0,-1 2-6 0,0 0-10 16,-3 1-7-16,2-4-14 0,6 5 3 0,-5-4-12 16,2 3-2-16,-3-9-9 0,1 6 1 0,0 0-10 15,-5-3 3-15,2-1-5 0,2-3-4 0,-2-2 2 0,-4 1-4 16,3-2-3-16,-3-3 6 0,3 4-8 0,-3-2 14 15,-6-2 16-15,15-7 7 0,-12 3 9 16,2-2-4-16,2-1 6 0,0-3 4 0,-6 1-1 0,11-1-9 16,-9-7-6-16,9 3 1 0,-2-6-5 0,-4 1-5 15,4 3-3-15,-5-3-6 0,7 3-3 0,-4 1-5 16,0-3 5-16,1 1-14 0,-3 2 1 0,1 5-6 16,-2-3-13-16,-2 5-27 0,4-3-23 0,-2 4-44 15,0 2-62-15,-5-2-49 0,0 7-46 0,0-8-18 16,0 8-39-16,0 0-51 0,0 0-71 0,0 0-215 15,-12 23-692-15,7-16 306 0</inkml:trace>
  <inkml:trace contextRef="#ctx0" brushRef="#br0" timeOffset="-169340.34">25602 7421 248 0,'6'-7'379'0,"-6"7"-9"0,2-5-5 0,-2 5-27 15,0 0-24-15,0 0-37 0,0 0-26 0,0 0-25 16,0 0-31-16,0 0-11 0,0 0-26 0,0 0-5 16,-17 20-21-16,11-9-5 0,6 3-21 0,-9 3-6 15,3-5-3-15,4 12-11 0,-5 2-8 0,7 1-14 16,-3-3 2-16,3 0-6 0,0 3-8 0,3 3-16 16,-1-6-36-16,5-5-31 0,-2 3-34 0,-2 3-39 15,10-6-50-15,-11-2-56 0,13 0-73 0,-9-6-320 16,8 5-652-16,1-8 288 0</inkml:trace>
  <inkml:trace contextRef="#ctx0" brushRef="#br0" timeOffset="-167823.15">26245 7187 151 0,'0'0'297'0,"0"0"1"0,-3-5 4 15,3 5 5-15,0 0 0 0,0 0 6 0,0 0-11 0,0 0 2 16,-7-5 1-16,7 5-10 0,0 0 1 15,0 0-13-15,0 0-11 0,0 0-14 0,0 0-17 0,0 0-11 16,0 0-13-16,0 0-14 0,-4-4-9 0,4 4-10 16,0 0-6-16,0 0-5 0,0 0-15 0,0 0-10 15,0 0-18-15,11-8-14 0,2 5-10 0,4 3-13 16,-2-2-14-16,5 0-22 0,1 2-17 0,7-3-21 16,0 1-22-16,1-1-28 0,-1-2-45 0,2-2-42 15,-2 3-35-15,1-4-46 0,1 5-41 0,-2-5-29 16,-4-3-26-16,-3 5-28 0,1 0-50 0,-6-2-45 15,-3 3-309-15,1-2-787 0,-6 3 349 0</inkml:trace>
  <inkml:trace contextRef="#ctx0" brushRef="#br0" timeOffset="-166681.11">27634 6858 56 0,'7'-6'332'0,"1"2"-11"0,-3-1-11 0,2 1-16 15,-6 1-14-15,6-2-22 0,-1-1-24 0,-6 6-25 16,0 0-26-16,0 0-20 0,0 0-20 0,0 0-16 16,2 14-8-16,-2-14-12 0,-8 17-9 0,0-5-11 15,1 5-10-15,-3 4-7 0,0-2-5 0,-13 5-6 16,8 3-6-16,-7-1-4 0,8-1-1 0,-8-2-10 15,6-1-2-15,-4 1-2 0,3 1-7 0,1-5-2 16,1-4 3-16,1-1-11 0,0 0 5 0,0-3-2 16,-1 1 0-16,0-2-5 0,6-3 6 0,-3-1-10 15,4-2 3-15,-1-2 6 0,3 0 18 0,-2-1 12 16,8-1 1-16,-15-8-1 0,5 3 10 0,1-4-11 16,6-1 2-16,-4-7-2 0,1 3-1 0,6-6-1 15,-8 1-1-15,8 0-1 0,0-1 4 0,1 1 4 0,6-3 9 16,-7 3 3-16,6-1 0 0,-4 1 6 15,3 4 0-15,2 0 2 0,-6 3-5 0,6 0-3 16,0 3-4-16,-6-3-7 0,6 6-6 0,-5 3-10 0,4 0-7 16,-6 3-2-16,15 1-5 0,-3 2-3 0,-2-1-1 15,4 5 2-15,-2 8-7 0,5-7 2 0,-2 7-4 16,-1-1-1-16,6 0-2 0,2 4 1 0,-2-6 2 16,6 7-4-16,-1-2 1 0,-4-3-2 0,8 1-10 15,-6 0-21-15,0-2-13 0,-2-1-25 0,8-1-27 16,-10-2-23-16,-2-3-27 0,3-2-21 0,-4-2-28 15,-2 1-32-15,-1-3-46 0,0-5-58 0,-1 1-54 16,-2-2-256-16,0-3-684 0,-2 3 302 0</inkml:trace>
  <inkml:trace contextRef="#ctx0" brushRef="#br0" timeOffset="-166259.28">28263 7056 82 0,'0'0'281'15,"-12"-3"-20"-15,12 3-17 0,-11-3-18 0,11 3-16 16,-12 3-15-16,12-3-14 0,-16 3-14 0,7 3-13 16,3-3-7-16,-1 3-18 0,-1-5-12 0,3 4-14 15,2 2-4-15,-2-2-4 0,3 2-10 0,2-7-10 16,0 10-4-16,2-5-1 0,-1 3-10 0,6-2 6 16,-2-3-3-16,2 3-5 0,-1-2 0 0,-6-4 1 15,13 5-3-15,-3-3 5 0,0-2 1 0,-5 4-8 0,-5-4 3 16,0 0-4-16,22-7 2 0,-17 0-14 15,-2 5-1-15,-3 2-1 0,3-8-1 0,-3 1-9 16,0 7-12-16,-6-11-5 0,2 5-19 0,-1 1-24 0,-1 1-20 16,-4 0-24-16,0-1-35 0,-3 3-45 0,-1 0-58 15,0 0-62-15,-3 4-235 0,2-2-551 0,-3 0 245 16</inkml:trace>
  <inkml:trace contextRef="#ctx0" brushRef="#br0" timeOffset="-164915.67">28899 7015 278 0,'6'-7'293'0,"-1"-2"-4"16,0-2-1-16,0 2-5 0,0-2-12 0,-2-1-8 15,4 1-18-15,-7 0-6 0,2-2-13 0,-2 5-4 16,0 0-28-16,0-4-22 0,-2 4-13 0,-5-1-21 16,4 0-12-16,-7 3-11 0,0 3-16 0,0 3-7 15,-8-3-13-15,2 3-16 0,-4 0 2 0,-2 1-10 16,4 2 1-16,-4 2-16 0,1-1 5 0,-1 4-10 16,6-1 0-16,-4-2-6 0,5 2-11 0,2 7-4 15,5-10-4-15,1 3-7 0,2 3 5 0,2-1-2 16,3-3-4-16,3 3 9 0,0-3-8 0,6 0-3 0,5 0 3 15,3 1 1-15,-5-3 5 0,9 0-4 0,-4-1-5 16,-2 0 16-16,4-1-8 0,3-1-11 16,-5-1 9-16,-1 3-4 0,-3-3 1 0,1 1-2 0,-5 2-6 15,5 0 2-15,-6-3-2 0,0 2 1 0,2 1-7 16,-5 1 7-16,5 3-2 0,-3 0 4 0,1 5-1 16,0 1 2-16,2 5-3 0,-2 1-5 0,2 6 8 15,-1 4-3-15,7 8 3 0,-7-7 2 0,5 9-4 16,1-1 6-16,0-3 0 0,-2 4-3 0,1 3-4 15,-4-10 0-15,-4-2 6 0,3-2-2 0,2 1 3 16,-3-4-2-16,-4 1 0 0,1-6 0 0,0-4 2 16,-4-1-8-16,3-3 16 0,-3-1 21 0,-1-6 34 15,0 3 43-15,0-8 30 0,-6 3 2 0,6-3-4 0,0 0 0 16,-35-16-2-16,20 0 2 0,-10-2-5 16,0-2-9-16,-4-12-7 0,-1-1-13 0,2 3-2 15,-2-3-14-15,8-5-6 0,-1 2-6 0,8 9-7 0,0-1-8 16,7-1-13-16,-2-2-27 0,3 3-26 0,9 1-33 15,0 1-32-15,4-1-39 0,9 6-47 0,-1 0-35 16,-1 8-37-16,10-3-37 0,0 5-35 0,-3 2-45 16,8-2-40-16,-1 4-45 0,-6 2-251 0,7 2-737 15,-11-1 327-15</inkml:trace>
  <inkml:trace contextRef="#ctx0" brushRef="#br0" timeOffset="-164264.79">29112 6875 26 0,'8'-4'275'0,"-8"4"-5"15,12-4-14-15,-12 4-11 0,15 0-11 0,-5-1-16 16,-10 1-17-16,20 5-23 0,-12-1-10 16,2-3-15-16,3 5-16 0,-6-5-15 0,3 4-12 15,-4 1-13-15,6 0-8 0,-2 3-11 0,-2-3 0 0,-1 1-12 16,-1 4-8-16,3-2-6 0,1 5-4 0,-5-4-5 15,1 0-2-15,-1 1-6 0,-3 1-2 0,-1-1-5 16,3-3-4-16,-8 3-8 0,8 1-5 0,-4-3-3 16,-5-2-8-16,1 1 0 0,1-4-2 0,-3-1 2 15,1 4 2-15,5-7 1 0,-14 2-4 0,14-2 2 16,-13 0 3-16,13 0-2 0,-8-5 2 0,6-2-3 16,2 7 2-16,0-12 0 0,2 5 0 0,4-1-5 15,3-5 2-15,4 2-2 0,2 1-12 0,5-2-17 16,6-1-12-16,1-1-3 0,1 1-9 0,5 2 0 15,-2-4 4-15,-3 3 7 0,4 6 2 0,-4 0 7 16,-1-5-1-16,-6 7 7 0,-1-2 4 16,0 4 0-16,-9 2 3 0,1-1 2 0,0 1 8 15,-6-4-1-15,-6 4 2 0,10 0 2 0,-10 0 10 16,0 0 4-16,0 0 5 0,0 0 6 0,0 0-4 16,0 0 4-16,-35 5-5 0,20-3-4 0,5 4 4 15,-4-3-4-15,0 1 4 0,-1 3-2 0,6-2 0 16,-3-2-5-16,2 2 4 0,-2-2-4 0,4 6 3 15,2-2-5-15,-1 1 6 0,4-4-1 0,1 4-4 16,-1-1 5-16,3-2-3 0,0-5 0 0,6 12 0 0,1-9 0 16,0 0-5-16,1 0-5 0,0 0-2 0,4-1 0 15,-12-2-2-15,21-2 1 0,-11-1 1 16,0 1 4-16,2-2-2 0,-4-1 3 0,0 0 2 0,0-1 6 16,2-2 8-16,-1 2 12 0,-3-3 14 0,1 3 8 15,-2 0 4-15,-2-2 1 0,0 1-1 0,1 2 3 16,-1 2-7-16,-3 3-1 0,2-10-6 0,-2 10-9 15,0 0 0-15,0 0-7 0,0 0 2 0,0 0-6 16,0 0 8-16,0 0-23 0,0 0-13 0,0 0-17 16,-5 21-22-16,6-13-23 0,1 2-30 0,0-4-36 15,4 5-29-15,6-1-36 0,4-2-36 0,-1 5-200 16,2-4-473-16,3 1 209 0</inkml:trace>
  <inkml:trace contextRef="#ctx0" brushRef="#br0" timeOffset="-163077.31">30209 7010 196 0,'-1'-8'235'16,"-7"1"-5"-16,1-1-6 0,-1 0-7 0,-4 1-8 0,-4-5-10 15,-4 6-12-15,3-1-12 0,-4 5-11 0,2-1-13 16,1 2-17-16,-3 1-15 0,2 1-6 16,0 2-11-16,4 0-12 0,-2 5-11 0,2-3-3 0,2 6-3 15,1-7-11-15,1 7-11 0,3-2-1 0,-2 1-4 16,8 1-3-16,-5-2-6 0,4 3-2 0,0-1-1 15,1-3-4-15,4 0-1 0,1-1-7 0,-1-2 4 16,6 1-12-16,-1 2-14 0,4-4-12 0,-1-3-10 16,3 1-9-16,4-2-8 0,-4 0-11 0,4-3-5 15,3-1-10-15,-1-3 1 0,1-1-3 0,-5-3 1 16,15-1-4-16,-13-3 1 0,-6 4 1 0,12-8-1 16,-3-2 4-16,-3-2 7 0,3 0 4 0,-7-5 9 15,-2 6 13-15,-2-3 25 0,2-1 20 0,-9 8 19 16,5-2 18-16,-3-4 8 0,-2 8 5 0,3-2 15 15,-3 3-4-15,1 3-2 0,-3 2 3 0,0 0-7 16,0 3-3-16,3-3-8 0,-3 3-5 0,0 7-2 16,-3-10-12-16,3 10-5 0,-8-5-2 0,8 5-8 0,0 0 2 15,0 0-4-15,-22 14 2 0,16-11-5 16,2 9-2-16,-2-2 10 0,4-2-12 0,-5 8 1 16,2-3-2-16,5 1-4 0,-1 4 8 0,-1-1-13 15,4 1-4-15,-1 1-7 0,3-2-12 0,-1 7-4 0,2-3-8 16,-2-5-9-16,6 4-1 0,1-4-8 0,0-1-10 15,-2 2-3-15,3-4-2 0,-1 1 2 0,4-4 5 16,-5 2 4-16,3-4 10 0,0-2 2 0,1 0 5 16,-2-3-4-16,1-3 11 0,1 3 6 0,-1-6 2 15,-1 2 3-15,3-3 11 0,-3 0 11 0,-1-2 12 16,0-2 4-16,-3-1 9 0,1-1 7 0,-1 1-1 16,-1-4 3-16,1-1 10 0,1-1 0 0,-1 7-5 15,-7-4-1-15,6 2-1 0,3 4-2 0,-9-9 2 16,0 7-13-16,5 4 4 0,-4-7-3 0,1 6-5 15,-2-2-4-15,0 7-2 0,3-4-5 0,-3 4-11 16,0 0 6-16,0 0-7 0,0 0-4 0,0 0-9 16,0 0-2-16,0 0-8 0,0 0-5 0,9 16-8 0,-8-9-4 15,1-2-1-15,1 0-5 0,-1 1 0 16,-2 0-1-16,5 3-7 0,-5-9 6 0,1 4 4 16,-1-4 4-16,0 0 5 0,-1 7 4 0,1-7 1 15,0 0 4-15,0 0 4 0,0 0 4 0,0 0 6 0,0 0 9 16,0 0 8-16,0 0 6 0,0 0 4 0,-25-10 6 15,25 10-2-15,0 0-3 0,-8-4-3 16,8 4-1-16,0 0-4 0,0 0 1 0,0 0-1 0,0 0-4 16,0 0 2-16,-7 9-1 0,7-9 0 0,7 14-2 15,-7-6 4-15,5 0-1 0,-2-4-3 0,4 7 3 16,-7-3-1-16,8 0 0 0,-3 3-3 0,1-3-1 16,3-1-5-16,-1 1-10 0,0-1-4 0,1-2-2 15,2 0-4-15,-3 1 0 0,2-1-8 0,4-2 1 16,-6-2-2-16,2 1 0 0,-10-2 6 0,20-2-1 15,-9 2 3-15,-1-1 4 0,2-3 0 0,-2 2 7 16,-2-3-5-16,2 2 5 0,3-1 3 0,-8-1 4 16,3 2 5-16,-1-1 6 0,-7 4 9 0,13-5 8 15,-11 2 1-15,5 0 10 0,-7 3-2 0,8-4 0 16,-8 4-4-16,0 0 0 0,3-3 3 0,-3 3-11 16,0 0 1-16,0 0 1 0,0 0-2 0,3-5-2 15,-3 5-1-15,0 0-4 0,0 0 1 0,0 0-3 0,0 0-1 16,0 0-1-16,0 0-2 0,0 0 2 0,0 0-4 15,0 0 1-15,0 0 4 0,0 0-1 16,0 0-3-16,9 12 0 0,-9-12-1 0,6 8-5 0,1-2-12 16,-4-2-1-16,2 1-5 0,2 1-11 0,1 0-5 15,5-3-3-15,-6 3 1 0,3 0 1 0,-3-2 7 16,6-2-1-16,-3-1 8 0,-4 4-4 0,1-3 10 16,5-1 1-16,-4 2 10 0,-8-3 10 0,16-3 9 15,-16 3 15-15,7-3 3 0,-7 3 0 0,8-6 6 16,-8 6-2-16,0-7 2 0,0 0 3 0,0 7 0 15,0 0-2-15,0-7-3 0,0 7-3 0,0 0-2 16,-6-8-6-16,6 8-3 0,0 0-5 0,0 0 0 16,0 0-2-16,0 0-2 0,0 0 2 0,0 0-3 15,0 0 0-15,0 0-2 0,11 15-2 0,-7-12 6 16,4 5-7-16,2-5 2 0,-4 3-3 0,4-3-8 16,0 1-8-16,2-1-3 0,4 2-12 0,-2-1-9 15,4-4-13-15,-8 2-19 0,1-2-28 0,3 0-31 0,-1-4-30 16,3 1-37-16,-2-4-41 0,-4 2-149 0,3-3-415 15,-5-3 184-15</inkml:trace>
  <inkml:trace contextRef="#ctx0" brushRef="#br0" timeOffset="-162842.95">31373 6449 311 0,'0'-7'386'0,"0"7"-26"15,0-9-16-15,0 9-27 0,0-7-40 0,0 7-28 16,0 0-28-16,0 0-19 0,0 0-21 0,0 0-21 16,0 0-10-16,-8 24-20 0,6-5-3 0,-3 6-19 15,2 3-8-15,-4 0-2 0,6 6-14 0,-1 8-6 16,-1 4-3-16,-2-4-2 0,3 3-10 0,7-2-10 16,-3-1 1-16,4 0-25 0,1 2-36 0,-4 0-31 15,5-4-23-15,-1-9-34 0,1 1-58 0,4-2-77 16,-2-4-74-16,3-1-253 0,-3-6-604 0,-3-7 267 0</inkml:trace>
  <inkml:trace contextRef="#ctx0" brushRef="#br0" timeOffset="-162671.1">31342 6810 229 0,'-9'-12'359'0,"3"3"-10"0,-1 2-17 0,5-1-27 16,-1 2-32-16,3 6-27 0,7-6-27 0,3 5-27 15,-10 1-19-15,20 2-26 0,1 6-51 0,-6 3-60 16,6 0-68-16,-2 5-86 0,7 0-92 0,-6 3-223 16,-10-2-469-16,5 0 208 0</inkml:trace>
  <inkml:trace contextRef="#ctx0" brushRef="#br0" timeOffset="-161655.58">23003 8864 141 0,'-2'-5'367'0,"2"5"-6"16,0 0-13-16,-3-6-15 0,3 6-8 0,0 0-16 15,0 0-35-15,0 0-23 0,-3-8-27 0,3 8-28 16,0 0-20-16,0 0-16 0,0 0-16 0,0 0-10 16,11 26-9-16,-9-17-2 0,5 7-20 0,-1-4-10 15,2 5-13-15,2 0 5 0,-3 1-11 0,1 3-9 16,4 2-7-16,-2-4 5 0,5 0-10 0,-7-3-3 15,-1 1-12-15,6-2 1 0,-5 0-6 0,0-1 0 16,-1-1-1-16,1-4-4 0,-1-2-5 0,-2 1-1 16,0 1 12-16,0-7 17 0,1-1 6 0,-6-1 6 15,0 0 4-15,15-1 5 0,-8-6-4 0,1-2-1 0,-1-1 9 16,1-7-5-16,0-2 2 0,2-4-2 0,2-5-5 16,1-11-7-16,-3 10-4 0,2-2-3 0,1 1 8 15,2-7 8-15,-4 8 4 0,1 4-6 0,1 1-5 16,-3-2-7-16,3 10-8 0,-3-6-2 0,-3 6-4 15,0 1-10-15,1-2-15 0,-2 4-26 0,4 3-37 16,-8 1-51-16,0 2-67 0,-2 3-67 0,1-2-49 16,-1 6-33-16,0 0-48 0,0 0-75 0,-15 17-323 15,9-8-825-15,-7 7 364 0</inkml:trace>
  <inkml:trace contextRef="#ctx0" brushRef="#br0" timeOffset="-161311.87">23650 9147 218 0,'7'1'292'0,"-7"-1"-12"0,8 7-15 0,-3-6-14 15,2 8-11-15,-1-6-20 0,3 3-20 0,-1 2-14 16,0 0-16-16,0 0-14 0,7 1-12 0,-2 3-13 15,-3-3-7-15,4 3-12 0,-3 0-5 0,-1-3-14 16,-2 1-10-16,-1 1-8 0,0-3-4 0,-6-1-4 16,3 3 14-16,-8 0 15 0,4-2 13 0,-8 0 7 0,1 1 3 15,-1-2 5-15,-2-2 3 0,-5 1 1 16,2-2-2-16,0 1 1 0,6-3-1 0,-4 0-11 16,-1 1-2-16,5-1-6 0,2 1 3 0,5-3-6 0,0 0-10 15,0 0-14-15,0 0-20 0,0 0-32 0,35-9-31 16,-8 6-34-16,7-5-39 0,16-1-37 0,-2 2-61 15,3-2-64-15,2-3-79 0,5-5-80 0,-3-2-307 16,3-2-761-16,3-3 336 0</inkml:trace>
  <inkml:trace contextRef="#ctx0" brushRef="#br0" timeOffset="-161108.77">24445 8881 199 0,'-7'-1'399'0,"7"1"24"0,-15-3 8 16,12 0-4-16,3 3-23 0,-8-5-27 0,8 5-36 0,0 0-31 16,0 0-33-16,9-10-26 0,-9 10-25 0,20-2-26 15,-8-1-22-15,6 6-41 0,4-3-44 16,-4 2-57-16,3-2-60 0,1 3-63 0,-1-1-67 0,1 3-73 16,-1-2-68-16,1 4-71 0,-4-5-227 0,4 5-643 15,-7 1 285-15</inkml:trace>
  <inkml:trace contextRef="#ctx0" brushRef="#br0" timeOffset="-160952.53">24585 9151 233 0,'-1'4'330'0,"1"-4"-13"0,0 0-23 0,0 0-26 16,0 0-18-16,23 0-27 0,-10-2-24 0,7 2-20 0,10-5-17 15,-4 5-21-15,9-1-34 0,0 0-37 16,-2-4-50-16,0 3-59 0,0 1-72 0,3-5-69 15,-6 3-231-15,5-5-444 0,-7 1 196 0</inkml:trace>
  <inkml:trace contextRef="#ctx0" brushRef="#br0" timeOffset="-160593.2">25231 8655 121 0,'0'0'357'0,"-5"-7"-25"0,5 7-29 0,0 0-31 16,0 0-26-16,0 0-1 0,0 0 2 0,-8 19-3 16,9-11-19-16,-1 4-11 0,0 4-18 0,5 1-19 15,-5 5-12-15,2 4-16 0,3 1-19 0,-4-4-6 16,6 4-14-16,-5-1-12 0,4 1-10 0,3 0-2 16,-3-6-14-16,-1-5-8 0,3 7-5 0,-1-5-7 15,1-2-11-15,1 0-10 0,2-4-9 0,-1-2 1 16,-2-1-3-16,4-5-5 0,0 1 1 0,-1-3-4 15,-3-4-1-15,6-3 0 0,1-2 0 0,-5-5 2 0,3 1 1 16,0-6 3-16,2-6-1 0,-5-3 0 0,5-1-9 16,-7-1 6-16,5-2 10 0,-4 5 10 0,2-2 1 15,1 1 5-15,-7 2-5 0,-4 5 8 0,6-3-19 16,-4 9 2-16,1-5-5 0,-3 10-16 0,4-4-42 16,-3 5-46-16,-2 4-34 0,0 3-41 0,0 0-35 15,0 0-52-15,0 0-66 0,0 0-324 0,-22 15-688 16,16-5 305-16</inkml:trace>
  <inkml:trace contextRef="#ctx0" brushRef="#br0" timeOffset="-160233.86">25742 9057 177 0,'0'0'330'0,"0"0"-9"0,0 0-20 15,0 0-14-15,0 0-21 0,0 0-16 0,35 6-12 16,-27-3-22-16,1 5-23 0,0-4-14 0,1 0-18 16,-1-1-22-16,2 5-12 0,-2 0-13 0,0 0-9 15,-2 0-6-15,-5-1-12 0,4 2-4 0,-2 2-7 16,-1-2-3-16,-3 3-1 0,0-4-4 0,0 2 10 15,-7 2 1-15,1-2 3 0,-3 1-2 0,3-1 6 16,-2 1 4-16,-2 0-3 0,3-4-2 0,-1 1-1 16,-1-3-15-16,3 2-6 0,1-2-1 0,2-2-5 15,-1 2-5-15,4-5 0 0,0 6-3 0,0-6 0 0,9 3-10 16,2-2-11-16,4-1-23 0,5 2-25 0,0-2-32 16,8-2-35-16,5-1-42 0,0-1-43 15,4 1-55-15,6-5-62 0,1-5-69 0,-2-2-293 0,-1-5-705 16,4-3 312-16</inkml:trace>
  <inkml:trace contextRef="#ctx0" brushRef="#br0" timeOffset="-160030.75">26399 8864 215 0,'-6'0'407'0,"6"0"16"15,-12-2 10-15,12 2-2 0,-8-5-9 0,8 5-17 16,0 0-30-16,0 0-37 0,0 0-34 0,0 0-28 0,20-5-30 15,-10 3-24-15,6-1-21 0,-1 3-26 16,7-2-43-16,-1 2-41 0,-1-1-54 0,3 1-51 16,7 0-85-16,0-2-60 0,0 2-70 0,-1 2-84 0,6-2-91 15,0-3-249-15,1 3-707 0,9-4 313 0</inkml:trace>
  <inkml:trace contextRef="#ctx0" brushRef="#br0" timeOffset="-159405.83">28021 8582 49 0,'2'-7'317'0,"-2"2"-20"16,5-2-18-16,-5 7-26 0,0-8-27 0,0 8-22 16,0 0-21-16,0 0-20 0,0 0-15 0,0 0-13 15,0 0-10-15,-28 15-9 0,18-8-8 0,-5 6-4 16,0 2-2-16,-3 8 2 0,0-5-7 0,-4 2-14 16,1 2-5-16,-1 4-11 0,-4-6-4 0,4 2-5 0,-4-3-4 15,3 1-6-15,1-1-4 0,-11 1-7 0,8-7 0 16,-3 2-7-16,3-5 4 0,7-1 5 0,-5-1 9 15,5-1 9-15,4-4 25 0,-4 2 10 0,2-5 17 16,6-3 2-16,-4 0 5 0,4-6 2 0,0 1-5 16,6-1-1-16,-3-6-11 0,7 2-8 0,0-4-8 15,3 1-12-15,4 3-1 0,4-4-6 0,1-1-10 16,1 3 1-16,2 1-5 0,2 2 2 0,1 4 3 16,0-3-13-16,4 3-7 0,-1 6-5 0,-4-3-2 15,4 4-4-15,-1 1-5 0,-3 4 0 0,2 0-4 16,-2 8-2-16,5-4-3 0,-6 6 2 0,2-2-2 15,-3 3-3-15,7 4-8 0,-11-6-12 0,9 7-13 0,-3-2-39 16,3 0-35-16,-2 2-42 0,2-5-40 0,-4-5-53 16,2 5-67-16,1-6-68 0,-3 1-346 15,4-6-773-15,2 0 342 0</inkml:trace>
  <inkml:trace contextRef="#ctx0" brushRef="#br0" timeOffset="-159233.96">28427 8776 30 0,'-2'-3'427'16,"-1"-2"21"-16,1-2-10 0,2 7-18 0,-8-7-29 15,6 1-32-15,-3 3-32 0,5 3-47 0,0-9-21 16,0 9-32-16,-6-7-52 0,6 7-62 0,6-11-83 0,-6 7-103 16,7-3-101-16,3 0-113 0,0 2-278 15,0 3-613-15,10-4 271 0</inkml:trace>
  <inkml:trace contextRef="#ctx0" brushRef="#br0" timeOffset="-158734.02">30003 8628 61 0,'1'-15'368'0,"-1"9"-7"15,0 1 1-15,0 5-15 0,0-7-16 16,0 7-22-16,0 0-29 0,-3-8-32 0,3 8-21 16,0 0-23-16,0 0-19 0,0 0-20 0,-22 8-19 0,14-5-12 15,2 1-19-15,-6 1 0 0,2 1-16 0,2 0-6 16,-6 4-14-16,8-2-36 0,-2-1-31 0,1 4-34 16,-3-5-42-16,5 0-48 0,-2 7-55 0,4-5-69 15,0-1-68-15,3 4-260 0,5-2-610 0,1-3 271 16</inkml:trace>
  <inkml:trace contextRef="#ctx0" brushRef="#br0" timeOffset="-158562.16">30350 8796 174 0,'0'0'347'0,"10"2"-8"16,-10-2-20-16,8 1-26 0,-8-1-17 0,7 4-5 0,-7-4 6 15,-3 11-11-15,3-11-18 0,-7 11-28 0,-5-2-18 16,8-1-19-16,-11 3-16 0,5 4-20 15,-4 1-53-15,0-2-61 0,0 3-82 0,1 2-88 0,-3 2-118 16,1-3-315-16,1-5-616 0,8 2 272 0</inkml:trace>
  <inkml:trace contextRef="#ctx0" brushRef="#br0" timeOffset="-85178.42">3684 11873 104 0,'0'-9'264'0,"0"-2"-2"15,0 2-17-15,2-1-13 0,-2 1-15 0,5 1-13 16,-5 2-15-16,0 2-15 0,0 4-12 0,0-11-23 16,0 11-16-16,0-6-14 0,0 6-11 0,0-7-12 15,0 7-14-15,0 0-4 0,0 0-10 0,0 0-3 16,0 0-7-16,0 24-4 0,-5-14-4 0,3 2-4 16,2 1-3-16,-3 4-4 0,-1 1-5 0,3-2-6 0,1 4 4 15,-5 6-4-15,-2 2 0 0,6-1-3 16,1 3 1-16,-4-3-2 0,4 4-1 0,0 0-2 15,0 0-2-15,4-1-1 0,-4 3 0 0,6-3 0 0,-4-2-2 16,3-2 3-16,3 1-1 0,-1 0-1 0,-1-1-2 16,-2-9 1-16,7 2-2 0,-1-3 3 0,-3-1 2 15,-1-3-4-15,8 3 3 0,-1-4-1 0,-3-3-2 16,-2-3 2-16,12 2-2 0,-4-3 2 0,-1-1-1 16,5-3 1-16,-2-3-2 0,2-2 3 0,0-2-2 15,3-4-2-15,2-1 2 0,-7 0 2 0,2-2 12 16,0 0 2-16,2-6 5 0,-6 0 3 0,7 4 4 15,-9 0 0-15,-1 2 3 0,-5 1 13 0,7-4 1 16,0 0 4-16,-9 12 5 0,1-3 4 0,1-6-2 16,-3 5-6-16,-3 5 1 0,6-2-12 0,-6 1 2 15,1 0-6-15,-3 5-7 0,7-3-8 0,-7 3-6 16,0 0 2-16,0 0-6 0,0 0-4 0,0 0-10 0,0 0 7 16,0 0 3-16,2 16-6 0,-2-10 3 0,0 3-5 15,0 3 2-15,0-1 4 0,1 1-7 16,1 4-2-16,4-4-9 0,1 6 4 0,-2-3 4 15,-2-2-7-15,4-1-7 0,-2 2 1 0,5-1-7 0,-4-5 1 16,4-1 3-16,-5 0 0 0,7-2 0 0,6 2 2 16,-3-4-1-16,0-3 5 0,-3-2 9 0,4 1-2 15,1-6-5-15,-2 0 1 0,-1 1-2 0,8-5 11 16,-9 3-10-16,2-3 1 0,-2-5 1 0,2 7 5 16,-6-4 0-16,0-1-2 0,3 1 14 0,-2-1-13 15,-5 4 10-15,0-2 1 0,2 4 0 0,-4 0 16 16,2-3-12-16,0 6-7 0,-2-3 5 0,0 6-7 15,-3 2-4-15,4-10-10 0,-4 10 1 0,5-2-12 16,-5 2-2-16,0 0 1 0,0 0 1 0,15 8-6 16,-10-2-9-16,-1 4 5 0,-2 4-4 0,1-6-3 15,4-3-3-15,-4 9-5 0,4-3 0 0,-2 2 0 16,0-1 7-16,0-3-3 0,-2 0-2 0,2 0 1 0,2-2 6 16,-4 1 4-16,2 0 5 0,-3-4 4 0,6-2 3 15,-8-2 2-15,8 1 0 0,-8-1 6 16,15-1 4-16,-10-5 2 0,5 1 3 0,-3-2 13 0,3-1 3 15,0 0 14-15,-2-2-2 0,0 0 0 0,0-4 5 16,6 1 2-16,-8 2 0 0,7-3 1 0,-1 5-4 16,-2 2-1-16,-2-4-3 0,1 2 1 0,-1 6-3 15,-2-4-9-15,3 2 0 0,-3 1-2 0,4 3-3 16,2 1 1-16,-12 0-4 0,21 5 1 0,-11 0-3 16,5 4-1-16,3-1 1 0,-3 4 0 0,2 0 0 15,6 1 2-15,-3-1 3 0,5 3-8 0,-2 0-2 16,3-3 2-16,-4-2 1 0,-6-5-2 0,6 2-7 15,-1-3-2-15,1 1 2 0,0-2-2 0,-1-4 4 0,-3 2-3 16,2-1 4-16,-2-3 2 0,1-2-4 16,-3-3 3-16,-1 0 1 0,0 1 1 0,0-5-2 15,-7-6 0-15,7 6 6 0,-8-4-3 0,1 0 6 16,2-3 1-16,-4 4 20 0,-2-1 0 0,-3 0 9 0,4 5 1 16,-3-3 0-16,0 4-6 0,-4 0-4 0,2 3 2 15,-2 1-7-15,-4-2-5 0,-1 4 3 16,-1 2-10-16,8 2 3 0,-15 2-4 0,15-2 3 0,-22 9-14 15,9-5-3-15,5 7-6 0,-4 0-5 0,1-1-8 16,4 4-2-16,4 1-2 0,-2-2-1 0,6 5 1 16,3-6 3-16,4 6-3 0,2-5 0 0,10 9-9 15,-4-12-11-15,6 9-5 0,9-7 6 0,4 1 0 16,10-3-9-16,4 2-7 0,-4-7 2 0,-2-3 4 16,-8-2 5-16,0-2 2 0,-2-3 8 0,0-1 3 15,12-1 6-15,-17-7 3 0,2 2 2 0,-4-3 2 16,2 0 4-16,-8-2 4 0,0-3 5 0,-7 8 11 15,-3-3 14-15,-2-2 16 0,-3 0 8 0,-1 4 12 0,-4-1 0 16,0 2 1-16,-4 0-2 0,-1 2-9 16,-3 1 1-16,0 0-8 0,1-2 0 0,-8 6-5 15,5 0 1-15,-5 0-6 0,-3 4-3 0,3 5 1 0,-1 1-4 16,-1-1 2-16,-1 1 3 0,3 1-12 0,0 3 2 16,5 1 9-16,-3 1-21 0,0 1-2 0,5 3-2 15,1 1-4-15,2-4 0 0,2 5-8 0,-2-7 0 16,5 2 1-16,0 7-7 0,5-7 1 0,-5-1 1 15,6-3-4-15,-4 1 3 0,5 0 4 0,1-3 0 16,-2-3 1-16,-6-3 3 0,15 0 2 0,-6 0 2 16,-9 0 2-16,21-8-1 0,-14 7 3 0,8-9 3 15,-9 1 9-15,9-1 6 0,0-5 4 0,-7 6 3 16,4-6 0-16,-4 3-6 0,-1 2 7 0,-1 0-2 16,-2 0-2-16,2 1-1 0,1 2-3 0,-4 3 0 15,2-4-4-15,-3 4-3 0,-2 4-13 0,8-4 0 16,-8 4-1-16,0 0-6 0,10-3 3 0,-10 3-8 0,0 0-7 15,17 7-4-15,-11-3-5 0,3-1 0 0,-3 3-1 16,1 0 2-16,3 2 0 0,1-1 2 16,-2-2 0-16,1 2 3 0,-4-4 2 0,6 6 4 0,-2-5 6 15,0 3-2-15,1-5 4 0,-3 3 4 0,1 0 1 16,-3-5 2-16,3 4 0 0,-1-3 5 0,-1 1-3 16,4-1 5-16,-3 3-2 0,-1-4-1 0,-7 0 3 15,10 4 0-15,2 0 4 0,-4-4-6 0,0 5 4 16,0 1-1-16,-1-2-1 0,1 3 0 0,-1-2 3 15,3 0 2-15,-4 4-4 0,3-6 3 0,-3 2-1 16,1-3 0-16,-2 3 0 0,1-2 0 0,-6-3 7 16,9 6 23-16,-9-6 21 0,0 0 27 0,6 0 17 15,-6 0 8-15,0 0-17 0,0 0-5 0,0 0-5 16,0-16 1-16,0 6 0 0,0-2-7 0,0 0-6 16,2 1-10-16,-2-5 2 0,7-2-15 0,-7 5-2 15,3-5-18-15,2 1-29 0,0-1-37 0,0 2-53 16,1 1-63-16,3 3-75 0,-3 0-75 0,4-3-191 0,0 3-544 15,-1-1 241-15</inkml:trace>
  <inkml:trace contextRef="#ctx0" brushRef="#br0" timeOffset="-85022.17">5516 11726 17 0,'-23'-17'303'15,"-5"3"-32"-15,6 10-29 0,8-4-24 0,5 1-46 16,-1 4-73-16,4 1-62 0,6 2-74 0,0 0-94 16,0 0-68-16,0 0-215 0,46 8 95 0</inkml:trace>
  <inkml:trace contextRef="#ctx0" brushRef="#br0" timeOffset="-84444.07">7946 11847 129 0,'15'-39'252'0,"0"11"-6"0,-7-11-3 0,0 7-2 15,-3 2-2-15,2 3-2 0,-7 0-10 0,2 0-6 16,-4 0-8-16,0 9-17 0,-3 0-12 16,-1-1-3-16,-4 5-32 0,0-2-14 0,-5 4-12 0,-2 0-17 15,-4 2-7-15,-1 6-16 0,1 1-6 0,3 5-5 16,-9 2-5-16,4 0-9 0,-7 15-10 0,5-6 1 16,4 6-13-16,-1 10 1 0,-4 6 0 0,8 1-7 15,3 7-6-15,2 2-4 0,8 7 5 0,3-5-3 16,7 4-1-16,3 3 0 0,5-2-2 0,11 18-4 15,-1 2-2-15,-2-20 9 0,4-1-5 0,2-3-5 16,4 21-4-16,-8-20 8 0,5 1-8 0,-4-4 3 16,2 0-6-16,-9-3 0 0,2-4 3 0,-4 0-8 15,-3 0 6-15,-7-9 0 0,0-6-1 0,-5 2-16 16,-5-6-11-16,3-3-15 0,-6 0-8 0,-2-4-16 16,0-1-15-16,2-5-18 0,-7 1-15 0,0-7-22 15,-5 2-26-15,5-3-37 0,0-7-36 0,2-2-40 0,-2 3-212 16,7-4-521-16,0-7 231 0</inkml:trace>
  <inkml:trace contextRef="#ctx0" brushRef="#br0" timeOffset="-83865.97">7584 12156 54 0,'-4'-8'289'0,"-6"4"-7"15,4 0-10-15,6 0-13 0,0 4-20 0,-9-5-20 16,9 5-20-16,-5-7-26 0,5 7-15 0,0 0-16 16,0 0-14-16,0 0-12 0,35 9-13 0,-20-2-7 15,5-2-11-15,5 6-11 0,3-2-6 0,2 1-7 16,1 2-11-16,11 0-16 0,-9-2-10 0,1 2-15 16,3-7-10-16,-1 2-10 0,-6-6-8 0,5 2 2 15,-9-3-1-15,4-1-2 0,-8-1 3 0,6-3 1 0,-8 2 3 16,-1-4 3-16,-4-5 1 0,-3 6 4 0,0-5 15 15,-3 1 8-15,1-3 17 0,-3-1 10 16,-2 1 13-16,0 4 7 0,0-1 11 0,-5 0 5 0,0 1 5 16,5 0 2-16,-5 2-2 0,0 0-10 0,0 3-10 15,0 4-11-15,2-8-3 0,-2 8-11 0,0 0-8 16,0 0 2-16,0 0-10 0,0 0 1 0,0 0-7 16,6 17-2-16,-6-8-2 0,0 2 4 0,0-2-7 15,7 7 1-15,-7-5 1 0,13 2-3 0,-11 2-3 16,4 0 10-16,-4-4-13 0,10 2-1 0,-9 2-1 15,8-3 0-15,-2 0 6 0,-1-3-2 0,2-1 12 16,0-1-18-16,0 2 5 0,3-6 4 0,-5 2-1 16,12-5-5-16,-10 1 3 0,7-2-9 0,-4-3 11 15,2 1-3-15,0-2 1 0,1-6-1 0,-1 2-1 16,2 0 3-16,1-3-2 0,-5 4 7 0,-5-5 20 16,2-1 14-16,4 2 9 0,-8 0 4 0,7 2 2 15,-4-4 2-15,-6 7 7 0,2-4-2 0,0 2-3 0,-3 2-6 16,-1 1-5-16,4 1-9 0,-3 1-8 0,3-2 0 15,-5 6-12-15,2-6-25 0,-2 6-30 0,0 0-47 16,0 0-5-16,0 0 11 0,0 0-34 0,0 0-12 16,0 0-13-16,0 19-19 0,0-14-22 0,-2 5-32 15,4-2-32-15,4 4-32 0,-6-5-34 0,2 2-233 16,4 2-576-16,3-3 255 0</inkml:trace>
  <inkml:trace contextRef="#ctx0" brushRef="#br0" timeOffset="-83522.24">8838 12039 221 0,'0'0'252'0,"0"0"-9"0,4-8-27 0,-4 8-23 16,0 0-21-16,0 0-19 0,0 0-18 16,0 0-9-16,0 0-16 0,0 0-4 0,3 20-7 15,0-11-4-15,0 8-3 0,2-4-9 0,-1 2-6 0,2 0-7 16,-1 1-10-16,0 4-2 0,2-8-5 0,-1 3-6 15,3 0-1-15,2-3-4 0,-7-1-3 0,1-3-4 16,3-3-2-16,-1 2-2 0,1 1 2 0,-2-2 8 16,3-5 1-16,-3-1 0 0,-6 0-3 0,20-1 3 15,-13-1 3-15,1-5-1 0,-1 1-2 0,-1-1 7 16,3 0-1-16,-3-5 1 0,2 4 5 0,1-4-3 16,-1 0-4-16,0-2 1 0,-1 2-3 0,1 1-5 15,-3 2 16-15,2 2-19 0,-2-8-3 0,1 6-4 16,-1 3-4-16,-3-1-1 0,3 2-7 0,2 0-15 15,-4 0-24-15,2 2-26 0,-5 3-21 0,0 0-36 16,0 0-38-16,16 3-55 0,-11 2-45 0,5-1-51 16,-8 2-175-16,5-1-506 0,1 4 225 0</inkml:trace>
  <inkml:trace contextRef="#ctx0" brushRef="#br0" timeOffset="-83272.24">9732 12008 13 0,'0'0'358'0,"-5"-14"-17"0,-3 8-19 0,1 4-23 15,-4-2-25-15,1 4-20 0,0-3-21 0,-9 3-14 16,5 0-4-16,-3 6 5 0,2-3-32 0,-1 5-5 16,-1-1-14-16,2 3-5 0,5-3-14 0,-3 6 1 15,5 1-8-15,1-2-2 0,0 4 1 0,4 2-15 16,3 0-5-16,3 3-9 0,4-2-4 0,5-3-9 15,9 7-5-15,4-3-12 0,-2-1-8 0,14 5-16 16,-8-12-31-16,11 10-42 0,1-9-55 0,4 4-52 16,-3-7-61-16,1 5-80 0,-2-11-92 0,-8 4-328 15,-2 2-738-15,4-8 327 0</inkml:trace>
  <inkml:trace contextRef="#ctx0" brushRef="#br0" timeOffset="-80756.72">6334 14180 2 0,'-8'-4'166'0,"8"4"-8"0,-15-3-5 0,3 3-9 16,1 0 0-16,-8 3-1 0,-2 1 0 0,3 0 0 15,-12 0 0-15,-5 1-1 0,5 1 4 0,-4-3-4 16,2 3-2-16,-4 0-2 0,1-1 0 0,4-1-12 16,-1 0-7-16,6-2-12 0,2 3-5 0,1-1-2 15,8 0-12-15,2 0-8 0,3-3-11 0,-1-1-5 16,11 0-7-16,-17 2-3 0,12-1-1 0,5-1-3 15,0 0-4-15,22 8-4 0,-1-8-4 0,14 7-6 16,8-4-1-16,8 2-8 0,4-2 3 0,1-3-2 16,-1 1-3-16,1 3-5 0,-3-2 1 0,0-2-3 15,-2 2-2-15,-9-1-1 0,-11 4 2 0,-1-5-12 16,-9-6 12-16,1 4-4 0,-7 0 2 0,-2-2-4 0,-3 1-1 16,-2-5-2-16,-8 0-4 0,0-3 0 15,-8 2 5-15,1-6-4 0,-8 0 2 0,1 2-2 16,-10-4 0-16,3-1 0 0,-7 3 2 0,5 1-4 0,-7 0 3 15,5 0-1-15,-3-1-8 0,1 3-18 0,4 1-15 16,5 7-20-16,-2-1-18 0,-1 1-21 0,6-3-31 16,-2 7-36-16,4-2-34 0,0 0-32 0,13 2-26 15,-17 2-142-15,7 0-431 0,5 4 191 0</inkml:trace>
  <inkml:trace contextRef="#ctx0" brushRef="#br0" timeOffset="-80506.73">6086 13921 17 0,'0'-7'230'0,"0"7"-17"0,0 0-29 0,0-5-21 16,0 5-17-16,0 0-15 0,0 0-2 0,0 23 9 0,0-14-8 16,0 5-1-16,5 3 1 0,-5 0-4 0,1 3-6 15,8 7-11-15,-9 1-4 0,0-1-13 16,5 4-7-16,1-2-8 0,-4 1-9 0,6 9-7 0,-1-10-2 15,-1-4-8-15,3 4-2 0,-3-1-5 0,3-1-8 16,4 1 5-16,-3-2-3 0,3-2-4 0,-1 0-3 16,-3-3-7-16,5-1-26 0,-8-7-38 0,6-1-42 15,-2 0-59-15,-2-5-73 0,0 1-205 0,2-1-453 16,-3-4 201-16</inkml:trace>
  <inkml:trace contextRef="#ctx0" brushRef="#br0" timeOffset="-80022.37">6584 14607 337 0,'0'-9'328'15,"0"9"-24"-15,0 0-26 0,0 0-30 0,0 0-30 16,0 0-15-16,0 0-25 0,0 0-19 0,0 0-15 16,0 0-13-16,0 27-7 0,5-19-22 0,-5 4-7 15,3 1-9-15,-3-3-6 0,7 7-13 0,-7-2-5 16,5 6-10-16,-2-3-5 0,-1-1-2 0,1 0 0 15,0 2-5-15,1 6-11 0,-3-5 0 0,1-4-16 0,0-3-29 16,1 6-25-16,-1-6-35 0,-2-3-40 0,3 1-44 16,0-3-46-16,-1-3-56 0,3-3-167 15,-5-2-463-15,0 0 206 0</inkml:trace>
  <inkml:trace contextRef="#ctx0" brushRef="#br0" timeOffset="-79647.39">7066 14083 124 0,'0'-7'315'0,"0"-4"-8"0,0 7-17 16,-5-2-9-16,1 0-19 0,4 6-17 0,0-12-15 0,0 12-25 16,-3-4-20-16,3 4-21 0,-8-5-16 15,8 5-18-15,0 0-14 0,-20 10-10 0,12-3-12 16,-4 4-5-16,2 1-13 0,2 3-8 0,-6-1-6 0,5-1-4 16,-3 10-4-16,2-5-3 0,3-1-9 0,-1 2-8 15,3 1 6-15,4-5-8 0,1 4-5 0,0-2 2 16,1 1-2-16,4 1-3 0,3-4 2 0,1 0 0 15,7-5-9-15,7 5-14 0,-4-7-25 0,-1 0-30 16,10-4-38-16,-2 0-39 0,6-4-46 0,-2-1-45 16,-1-5-51-16,0-4-234 0,2 0-547 0,-4-2 242 15</inkml:trace>
  <inkml:trace contextRef="#ctx0" brushRef="#br0" timeOffset="-79428.64">7499 14024 123 0,'-8'-8'214'16,"8"8"-22"-16,0 0-18 0,0 0-17 0,-13 0-1 0,13 0-1 16,-10 10-7-16,3-2-9 0,-1 1-11 0,-2 4-13 15,2 3-10-15,-4 0-10 0,2-1-9 16,0 4-8-16,-1-2-8 0,-1 5-5 0,-3 2-8 0,2-2-3 16,1 0-5-16,1 0-2 0,4 0-8 0,-3-4 0 15,4-5-18-15,-4 6-27 0,5-7-31 0,-2 3-48 16,4-7-35-16,-1 0-45 0,4-3-43 0,-1 3-107 15,1-8-340-15,0 0 151 0</inkml:trace>
  <inkml:trace contextRef="#ctx0" brushRef="#br0" timeOffset="-79241.15">7291 14127 174 0,'0'-5'272'15,"0"5"-22"-15,0-7-27 0,0 7-24 0,0 0-23 16,0-8-17-16,0 8-17 0,0 0-13 0,0 0-10 15,0 0-15-15,8 24-5 0,0-14-11 0,0 2-7 16,2 1-7-16,0 1-8 0,2 1-6 0,-2 1-3 0,5-3-6 16,0 4-7-16,1-2-13 0,-4-2-32 15,4-1-45-15,1 2-58 0,3-8-57 0,-4 1-220 16,-1 1-413-16,5-2 182 0</inkml:trace>
  <inkml:trace contextRef="#ctx0" brushRef="#br0" timeOffset="-78996.46">7660 13935 44 0,'0'-7'276'0,"0"7"-19"16,0 0-5-16,0 0 4 0,0 0-4 0,0 0-3 0,8 20-13 0,0-9-11 15,-3 4-12-15,5-2-22 0,-5 2-7 0,7 2-21 16,-2 2-13-16,3 4-15 0,-2 1-10 0,3 3-11 15,2-1-10-15,-6 1-17 0,2-4-8 0,-1 8-10 16,-2-3-2-16,-1-1-36 0,-6 0-14 0,3 0-32 16,-5 0-42-16,-7-9-45 0,0 9-61 0,-1-2-67 15,-7-2-76-15,-1 1-179 0,-4-2-523 0,2 2 232 16</inkml:trace>
  <inkml:trace contextRef="#ctx0" brushRef="#br0" timeOffset="-78183.99">6387 15586 164 0,'0'0'230'0,"-12"-3"-22"0,2-1-14 0,4 3-7 0,-9-3-10 16,3 1-9-16,-3 3-9 0,-4 0-8 0,-1 0-6 15,0 3-5-15,-5 2-5 0,-1-1-3 0,-3 2-10 16,8-2-8-16,-9 6-12 0,4-3-9 0,1-1-6 16,2 6-11-16,3-4-3 0,2 1-8 0,-1-2-8 15,1 1-7-15,5 3-1 0,1-4-2 0,7 2-5 16,0-2-2-16,2 4-1 0,5-5 3 0,4 3-2 16,6 0-1-16,8 0-6 0,15 5-3 0,6-9-2 15,9 3-6-15,1-3 0 0,2-4-4 0,-2 0 0 16,2-1 0-16,-3-1-6 0,-6 1-1 0,-7-1-1 15,-7 1 0-15,-2-5 0 0,-5 2 1 0,-3-3-2 16,-4 3-3-16,-4-3 3 0,-9 2-1 0,4-4-6 0,-7 2 1 16,0-3-2-16,-7 0 0 0,-8-1-3 0,-1 0 4 15,-11-2-6-15,-2 0 3 0,-1 0-4 16,-7 4 8-16,-2-2-3 0,-3 1-4 0,11 2-12 0,-6 2-11 16,6-5-8-16,1 2-13 0,2 3-16 0,8 1-16 15,-1 1-18-15,6 0-16 0,0 2-23 0,7 1-21 16,3-3-16-16,5 3-24 0,-9-5-17 0,9 5-166 15,0 0-413-15,0 0 183 0</inkml:trace>
  <inkml:trace contextRef="#ctx0" brushRef="#br0" timeOffset="-77965.25">6311 15419 96 0,'0'-8'239'0,"0"2"3"0,0 0 10 15,0 6 6-15,0-12 0 0,0 12-9 0,-5-7-18 0,5 7-28 16,0 0-17-16,0-7-24 0,0 7-20 15,0 0-8-15,0 0-15 0,0 0-13 0,0 23-11 16,5-12-7-16,-5 5-9 0,0 3 1 0,3 7-15 0,0 2-7 16,6 4-8-16,-8-2-5 0,6 9-2 0,1 3-7 15,-6 0-1-15,4-2-3 0,3-1 0 16,-6 0-12-16,0-7-20 0,2 10-20 0,0-11-25 0,0-1-38 16,-1 1-47-16,-1-4-55 0,4-11-62 0,-6 3-241 15,4-4-528-15,3 1 234 0</inkml:trace>
  <inkml:trace contextRef="#ctx0" brushRef="#br0" timeOffset="-77465.27">6574 15987 305 0,'0'0'326'0,"-12"-2"-20"0,12 2-21 0,0 0-24 16,-1-7-24-16,1 7-23 0,0 0-12 0,0 0-11 15,0 0-15-15,23 9-15 0,-15-3-16 0,-1-2-12 16,6 1-16-16,-3 1-9 0,0 1-12 0,5 1-6 16,-5 1-12-16,-2-2-1 0,0 4-19 0,-1-3 1 15,1 3-14-15,-1-3-2 0,-2 4-4 0,-4-3-5 16,-1 1 2-16,2 1-1 0,-2-3 1 0,-2 5-7 15,1-6 10-15,-3 4-4 0,4-5 1 0,-6 1-4 16,6-7 0-16,-4 8 1 0,3-2-2 0,1-6-4 16,-3 8 9-16,3-8 4 0,0 0 0 0,6 7-1 0,-6-7-5 15,20 0-12-15,-5-2-15 0,3-2-28 16,4-5-18-16,7 3-27 0,0 0-22 0,7-1-36 16,-8-4-51-16,2 2-56 0,10-9-64 0,-11 10-266 0,5-11-608 15,-10 8 269-15</inkml:trace>
  <inkml:trace contextRef="#ctx0" brushRef="#br0" timeOffset="-77152.79">7158 15496 46 0,'0'-4'333'16,"0"4"-5"-16,-5-11-2 0,5 11-31 0,-1-4-22 15,1 4-19-15,-4-6-19 0,4 6-25 0,0 0-15 16,0 0-30-16,-3-6-16 0,3 6-18 0,0 0-10 16,0 0-23-16,0 0-2 0,-22 16-12 0,16-5-2 0,-2-2 14 15,1 5-12-15,-3 1 1 0,0-1-3 16,-3 8 3-16,0 1-9 0,-1 0-1 0,4-5 1 16,-4 3-6-16,7 0-7 0,-1-3-5 0,3 1-10 0,1 1 4 15,4-1-7-15,4 5-3 0,1-4-1 0,3-2-4 16,-1-2 0-16,7-1-17 0,3 0-15 0,0-1-37 15,4 1-36-15,7-3-37 0,2-6-46 0,-9-2-55 16,9-4-50-16,0-3-63 0,5-1-259 0,-5 1-624 16,1-7 277-16</inkml:trace>
  <inkml:trace contextRef="#ctx0" brushRef="#br0" timeOffset="-76934.04">7666 15439 47 0,'0'0'269'0,"0"0"-28"0,0 0-22 16,0 0-5-16,-15 0-4 0,15 0-6 0,-8 14-4 0,2-6-17 15,-3-1-10-15,1 10-10 0,-5-6-17 0,1 6-3 16,2 0-14-16,-5 0-16 0,0 5-8 16,2-5-10-16,-2 6-11 0,-1-2-7 0,-1 0-6 0,6 2-7 15,-4-7-9-15,5-1-17 0,-2 0-21 0,1-5-31 16,-1 3-33-16,7-3-44 0,-3-3-45 0,1-2-46 15,7 0-49-15,-6-3-196 0,6-2-462 0,0 0 204 16</inkml:trace>
  <inkml:trace contextRef="#ctx0" brushRef="#br0" timeOffset="-76730.93">7451 15528 81 0,'-5'-4'254'0,"5"4"-20"16,-6-4-15-16,6 4-13 0,0 0-7 0,0 0-9 15,-12 8-10-15,9-4-9 0,1 4-10 0,2 3-11 16,0-4-8-16,2 5-10 0,4 4-11 0,1-4-14 16,1 3-6-16,4-4-9 0,-1 5-11 0,9-4-6 0,-5 2-17 15,13-2-25-15,-5 1-43 0,2-3-45 0,2 0-48 16,-2-1-66-16,3-3-54 0,-7-4-182 16,2-2-438-16,-1 0 193 0</inkml:trace>
  <inkml:trace contextRef="#ctx0" brushRef="#br0" timeOffset="-76480.94">7916 15346 300 0,'0'0'280'16,"0"0"-19"-16,0 0 10 0,0 0 6 0,0 0 0 15,14 26 2-15,-6-14 8 0,0 1-4 0,5 2-5 16,-1 4-9-16,6-1-16 0,-1 2-19 0,3 4-24 15,-4-1-21-15,1 1-10 0,2-2-26 0,-4 2-13 16,-5 2-13-16,4-1-17 0,-3 1-9 0,-1 1-18 16,-7-1-22-16,-3 2-38 0,-3-1-46 0,-4 0-43 0,-1 1-37 15,-2-2-37-15,-3-2-28 0,0-1-37 16,-4-1-45-16,4-9-71 0,3 2-288 0,-5 1-658 16,2-6 291-16</inkml:trace>
  <inkml:trace contextRef="#ctx0" brushRef="#br0" timeOffset="-74765.64">6291 17146 147 0,'-7'-4'226'0,"1"0"-22"0,6 4-21 0,-17-4-8 16,7 3-10-16,-3 1-10 0,-9 1-10 0,8 3-11 16,-3 0-5-16,-3 0-10 0,-3 1-5 0,1 2-5 15,3-4-7-15,4 5-5 0,-8 1-9 0,4 1-3 16,1-1-12-16,2 2-8 0,-1-2-6 0,4 3-7 16,-2-2 2-16,2 1-9 15,3 0-5-15,1-4-2 0,3 1-3 0,2-1-1 16,-2-1 1-16,6 3 4 0,3-3 4 0,5 3-6 15,4-5 0-15,8 3-6 0,8-2 0 0,20 1-3 0,2-9-2 16,8 6-5-16,5 1-3 0,-2-4-3 0,0 1-3 16,4-1-2-16,-1-1-9 0,-6-6-5 0,-5 6-8 15,0-1-4-15,-10-3-1 0,-8 1-2 0,-5-3 2 16,-12 4 4-16,3-2 2 0,-8-2-3 0,-3 4 0 16,-10-3 3-16,0-2 1 0,-5 1-2 0,-6-5 1 0,-9 1 4 15,-5 2 2-15,-5-4 1 0,-13-2 3 0,0-3 0 16,-10 6 1-16,2-4 0 0,1 2-1 15,4 5 0-15,1-2 3 0,1 3-2 0,7 0 2 0,1-3-1 16,6 4 0-16,2 2-5 0,5-1-15 0,8 5-22 16,-5 1-22-16,12-3-28 0,-4-2-31 0,12 5-40 15,-5-4-46-15,5 4-185 0,0 0-424 0,0 0 189 16</inkml:trace>
  <inkml:trace contextRef="#ctx0" brushRef="#br0" timeOffset="-74515.66">6407 16933 218 0,'-7'-5'299'15,"5"-2"1"-15,2 7 0 0,-4-11-11 0,4 11-17 16,0-8-16-16,0 8-28 0,-7-3-28 0,7 3-15 16,0 0-23-16,0 0-24 0,0 0-8 0,0 0-11 0,0 19-13 15,0-7-11-15,3 8-14 0,1 1-5 0,0 7-4 16,5 1-3-16,-8 15-12 0,8 0-2 15,-3 0-5-15,9 0-3 0,-8 2-10 0,-1 1-1 16,3-1-2-16,6-3-16 0,-7 4-14 0,5-5-24 0,0 0-30 16,-3-3-33-16,-3-12-40 0,1-3-61 0,-1-5-62 15,4-2-293-15,-6-2-581 0,0 2 257 0</inkml:trace>
  <inkml:trace contextRef="#ctx0" brushRef="#br0" timeOffset="-73890.68">6840 17463 84 0,'0'-6'262'0,"0"6"-19"0,2-5-18 0,-2 5-20 15,7-5-17-15,1 3-17 0,-8 2-17 0,7-6-13 16,-7 6-18-16,19-3-9 0,-10 3-12 16,-9 0-12-16,21 0-6 0,-11 3-10 0,3-2-8 0,-4 4-5 15,1-3-5-15,1-1-7 0,-1 5-7 0,-2-3-8 16,-1 3-1-16,0-2-4 0,-1 1-1 0,1-1-6 16,0 4-3-16,-7-1-1 0,1 3-1 0,-1-5-3 15,0-5-1-15,-1 11 0 0,-4-5-3 0,3 0 2 16,-3-2-2-16,2 1 0 0,-6 1 1 0,3-2 0 15,-3 1 1-15,3-1-2 0,-1 1 2 0,2-2-6 16,4 1 0-16,1-4-1 0,-7 6 4 0,7-6-2 16,-8 8 10-16,8-8 8 0,5 8 6 0,-2-1-1 15,4-2 4-15,-2-2-4 0,0 2 0 0,1-2-4 16,2 5-4-16,2-4 2 0,-3 1-5 0,1-2 0 16,1 3-3-16,-6 0 6 0,2 0-11 0,1-1 1 15,-4-4-2-15,3 2-5 0,-3 3-1 0,-2-6 6 16,5 8-5-16,-5-8 4 0,-4 10-1 0,-4-8-1 15,8-2-3-15,-10 5 2 0,4-2 2 0,-8-3-5 16,1 2-7-16,3-2-19 0,-6 0-23 0,-4-2-29 16,5 1-34-16,0-1-36 0,2-2-41 0,-1 1-37 15,4-3-201-15,4 0-459 0,-2 1 203 0</inkml:trace>
  <inkml:trace contextRef="#ctx0" brushRef="#br0" timeOffset="-73546.94">7314 16918 230 0,'0'0'338'0,"0"-12"-21"0,0 12-20 16,0-5-24-16,0 5-22 0,0 0-30 0,0-8-20 15,0 8-26-15,0 0-18 0,0 0-14 0,0 0-15 16,0 0-13-16,-18 13-8 0,13-5 0 0,-5 4-16 16,-2 3-5-16,4 0 0 0,-5 6 3 0,-2 4 8 15,5 1-8-15,-2-1-5 0,4 1-2 0,1 2-1 16,-1 11-11-16,8-7 2 0,-7-5-2 0,7 3-10 16,5 1 11-16,-3-2-22 0,5 4-4 0,1-5-6 15,7-1 13-15,0 0-16 0,0-4-11 0,1-1-19 16,4-2-21-16,3-4-24 0,-8-5-31 0,5-2-37 15,0 1-45-15,-2-3-60 0,5-5-43 0,-3 1-64 16,0-3-227-16,-2-4-590 0,-3 3 261 0</inkml:trace>
  <inkml:trace contextRef="#ctx0" brushRef="#br0" timeOffset="-73296.95">7774 17063 31 0,'0'0'306'0,"0"0"-26"0,-2-6-27 16,2 6-27-16,0 0-25 0,0 0-19 0,0 0-11 15,0 0-11-15,-16 13-8 0,12-6-7 0,-2 4-8 16,1 1-16-16,-5 4-7 0,3 1-11 0,-6 0-8 16,0 5-9-16,6-4-9 0,-8 9-9 0,0-2-3 15,0-1-7-15,6-4-6 0,-5 6-4 0,4-7-13 16,2-3-16-16,1 1-25 0,1 2-25 0,-2-5-32 15,4 1-38-15,-6 0-43 0,10-7-32 0,-1-4-44 16,-4 2-188-16,5-3-441 0,0-3 195 0</inkml:trace>
  <inkml:trace contextRef="#ctx0" brushRef="#br0" timeOffset="-73093.83">7549 17122 205 0,'0'-6'261'0,"-2"2"-21"15,2 4-23-15,-5-9-21 0,5 9-21 0,0 0-19 0,0 0-6 16,0 0-10-16,0 0-6 0,7 16-7 16,-1-5-11-16,3 2-13 0,-1 4-6 0,5 1-10 15,0-3-7-15,-3 3-9 0,5-5-6 0,-1 10-7 0,5-2-15 16,1-3-25-16,-5-3-35 0,-2-4-52 0,1 1-49 16,2-1-56-16,-3-2-220 0,-3-1-427 0,7-1 190 15</inkml:trace>
  <inkml:trace contextRef="#ctx0" brushRef="#br0" timeOffset="-72796.97">7858 16899 173 0,'0'0'361'0,"0"-8"-20"0,0 8-28 0,0 0-32 15,0 0-24-15,0 0-8 0,0 0 8 0,0 0 8 16,28 14-13-16,-18-2-13 0,10-1-6 0,0 9-5 16,5 0-16-16,-2 1-13 0,14 8-19 0,-9 3-17 15,-7-6-12-15,2-3-18 0,1 11-13 0,-3 1-13 16,-6-7-4-16,6 8-13 0,-4-7-10 0,-7 0-8 16,0 1-6-16,-2-4-12 0,-1-1-18 0,-7 4-23 0,0-8-30 15,-7 6-28-15,1-8-39 0,-1-2-38 16,-3 1-29-16,-12-2-29 0,1-1-29 0,-9 0-32 15,2-6-42-15,7-2-35 0,-11-2-279 0,4-3-646 0,1-1 286 16</inkml:trace>
  <inkml:trace contextRef="#ctx0" brushRef="#br0" timeOffset="-67018">12223 14550 2 0,'0'0'140'15,"-5"-6"-6"-15,5 6-3 0,-3-8-4 0,3 8-11 16,-7-7 0-16,7 1 2 0,0 6-4 0,-7-7-9 0,2 2-10 16,5 5-6-16,-4-6-2 0,-3 2-6 15,2-3-2-15,5 7-7 0,-8-5-8 0,1-2-5 16,0 4-3-16,1-2-3 0,1-2-2 0,-7 4-6 0,4 1 2 16,0-1-5-16,-1-4-3 0,-2 3 1 0,3 3-5 15,-1-3-4-15,-4 0-3 0,6 0-4 0,-3 1 0 16,-1-1-3-16,3 3-4 0,-6-1-1 0,6 1 3 15,0-2-4-15,8 3-11 0,-20-1 11 0,10 1-3 16,0 1-2-16,10-1 3 0,-20 0-4 0,12 0 2 16,8 0 2-16,-17 0 0 0,6 0 1 0,1 0 3 15,0 3 0-15,0-3-3 0,10 0-3 0,-20 1 1 16,12 1 2-16,-2-2-7 0,-2 1 5 0,2 3-4 16,-1-1 4-16,1-2-2 0,-3 3-1 0,4 1-2 15,-5-3-2-15,-1 3 1 0,1-3 2 0,-1 3-1 16,6-2 0-16,-10-1 2 0,9 6 3 0,-3-2 2 15,2-3 5-15,-1 3-4 0,2-3 4 0,-2 3-5 0,4 0 3 16,-5 0-6-16,5-3 0 0,-2 4-1 16,1-2 0-16,1 1-1 0,-3 1 2 0,6-5-2 15,-7 3 1-15,2 0-1 0,2-1-3 0,0 4 3 0,-1-3 2 16,1 0 4-16,1 0-6 0,-1 3-2 0,2 0 3 16,-1-2-1-16,0-4 0 0,1 9-3 0,-3-7 3 15,3 4 0-15,-2-4-6 0,1 10 5 0,-1-5 3 16,1-5 2-16,4 4 5 0,-4-1-7 0,2 4 2 15,-3-5 0-15,1 3 1 0,6-1-2 0,-3 1 2 16,-6 1 0-16,4 0-1 0,6-2-2 0,-9 2-1 16,3 6 1-16,4-5-1 0,-4-3 0 0,1 1 0 15,3 3 2-15,-5-5 0 0,6 10-3 0,-6-8 4 16,4 3-1-16,-1 3 1 0,3-6 0 0,1 3 1 16,-7-2-5-16,7 1-1 0,-3 1 3 0,1 1-5 15,-3-2 6-15,2 0-5 0,3 1 4 0,-2-4 0 0,2 3-1 0,-5-2 0 0,5 0-2 0,0 1 5 0,-5 0-3 16,2-1 1-16,1 2-1 0,2-3 2 15,-1 1-4-15,1 3 2 0,0-5 1 0,1 5-2 16,-2-1-4-16,-3-4 4 0,4 4-3 0,0-1-3 16,-1 1 4-16,1 0 5 0,0-3-10 0,0 3 3 0,1-2-2 15,-1 2 0-15,0-3 9 0,0 3-8 0,4-2 0 16,-3 0 3-16,-1 0-2 0,2 2 0 0,-2-1-1 16,0 0 0-16,8-1 5 0,-8 2-4 0,0 0 0 15,5 1-3-15,0-5 5 0,0 2-5 0,-3 3 0 16,1-5 5-16,-1 1-1 0,3 4-3 0,-4-2 4 15,6-1-5-15,-7-1 2 0,7 4 0 0,-1-5-4 16,-4 4-3-16,5-3 5 0,-6 0 0 0,6 2 0 16,-6-1 1-16,6-2 0 0,0 2-2 0,-7 2-1 15,6-4 2-15,1-1 0 0,-4 1-6 0,2 4 3 16,0-3 3-16,-3-1 0 0,1 2-4 0,2 0 1 16,0-1 4-16,-3-3-5 0,6 3 5 0,-8 1-6 15,7-2 3-15,-1 0 3 0,-2 3 0 0,1-4-3 0,1-2 0 16,-1 3 4-16,-2 3-4 0,2-4 3 0,-1 2 1 15,2-5-4-15,-1 4 2 0,2-1 2 16,-2 1-3-16,1 0 4 0,-1-2-4 0,4 0 5 0,-1 4-2 16,-1-3 4-16,1 0-4 0,0-3-1 0,4 3 3 15,-2-2-4-15,-4 3 3 0,6-4 0 0,-4 2 1 16,2-2-3-16,3 4 3 0,2-2 1 0,-7 3-1 16,7-4-3-16,-1 1 1 0,-3 1 3 0,2 2-3 15,7-5 0-15,-3 2-3 0,-2 0 3 0,-2 2 5 16,2 1-8-16,0-4-3 0,0 1 10 0,0 1-2 15,-2-2-8-15,0-1 6 0,4 1 6 0,-1 1-11 16,-1 0 0-16,0 2 3 0,0-4-3 0,1 2-1 16,1-3 5-16,0 2-4 0,-6-3 1 0,1 4 3 15,1-2 2-15,2-3-5 0,-4 4 5 0,1-2-1 16,1-1 12-16,2 3-10 0,-2-3 11 0,-1-1-12 16,0 2-1-16,1-2-5 0,-3 1 19 0,3 2-13 0,0-3-2 15,2 0 4-15,2 0 0 0,-7 4-2 0,8-8 8 16,-2 4-7-16,1-3-3 0,-4 2 3 0,0 1 1 15,7 0 9-15,-2 0-13 0,-6-2-4 16,6 2 5-16,-3-1 1 0,3-3-2 0,-8 8 0 0,5-8 1 16,2 1 0-16,-2 2 0 0,0-3 0 0,-4-3 0 15,-3 3 3-15,6 3 11 0,-4-1-4 0,3 0-2 16,-5-2 10-16,4-2-2 0,-4 1-2 0,2 1-1 16,1-2-2-16,-1 1-5 0,0 2 0 0,0-6 2 15,2 4 4-15,-1-2-2 0,-1 2-4 0,2-3 1 16,-2 1-2-16,-2 0 2 0,4 0 2 0,3-4-5 15,-5 6 4-15,-2-4 5 0,7-1-2 0,-9 3 3 32,4-3 6-32,0 2-4 0,-2 2-1 0,6-5 0 15,-6 2-1-15,-6 2 3 0,9-2-1 0,-7-2 3 0,7 3-6 16,-4 1-8-16,1-1 13 0,0-3-8 0,-1 6-13 16,1-5 17-16,-1 1-5 0,1 1 0 0,-1 1-5 15,1-4 5-15,0 2-3 0,-3 4-2 0,4-5 7 16,-5 0-4-16,1-2-3 0,4 3 12 0,-6-2-2 15,4 2 3-15,-4 1 2 0,2-3-5 0,2 2 9 16,-6-1-9-16,6-1-1 0,-2 2-3 0,-4-2 1 16,3-1-7-16,2 2 9 0,-2 2-3 0,-3-4-5 15,6 3 0-15,-4-2-1 0,-3-1 3 0,5 3-4 0,-1-4 1 16,-1 1-4-16,-1 5 0 0,1-3-2 16,-2-1-2-16,1 0 2 0,0 1 2 0,-1-5-1 15,3 6 2-15,-3 0-1 0,1 0 0 0,1 0 0 0,-3 0-3 16,0 0 1-16,4 0 0 0,-4-3 0 0,0 4 2 15,0-1-3-15,0 2 1 0,0-2 1 0,0 0-3 16,-4 0-3-16,1-2 7 0,3-1-11 0,-2 4 10 16,2-6-6-16,0 7 0 0,-1 1 4 0,1-8 1 15,0 5 0-15,-4-2-1 0,3 4 2 0,1 0-1 16,-2-1-2-16,0 1-2 0,2-3 5 0,-1 3 0 16,-2 1-5-16,3-5 1 0,-2 4 6 0,-1 1-5 15,3-1-1-15,0-1 2 0,0 8 0 0,0-11 0 16,-2 7-5-16,2-4 5 0,-2 2-5 0,1 1 9 0,-3-3-5 15,1 0-3-15,3 2-6 0,-3-3 6 16,1 2 15-16,0-1-17 0,1 6 2 0,-3-8-1 16,3 6 3-16,-6-4 1 0,5 3 3 0,-3-3-4 0,4-2 1 15,-4 2-5-15,2 2 5 0,-2 0-1 0,1-3-9 16,-1 3 7-16,0 0 2 0,2 1 6 0,-4-3-5 16,6-3 1-16,-4 5 5 0,-3-3-6 0,6 1 0 15,-3 3-1-15,2-2 1 0,-4 2-5 0,2-2 8 16,0 2-1-16,2-2-4 0,-4 0 5 0,5 4-3 15,-3-6-3-15,4 5 1 0,-6-3-1 0,6 2 4 16,-4-2 0-16,5 7 4 0,-4-7-4 0,-1 1-4 16,5 6 6-16,-6-7-2 0,4 0-1 0,-1 5 0 15,3 2-2-15,-5-10 0 0,5 10 0 0,-5-7-1 16,-2 2 0-16,7 5 0 0,-6-5 6 0,4-1-5 16,2 6-2-16,-7-7 6 0,1 2-7 0,6 5-1 15,-7-9-1-15,7 9 7 0,-3-5 2 0,-4 2-6 0,0-2 5 16,7 5-3-16,-6-9 3 0,4 5-5 15,2 4 14-15,-11-6-11 0,7 4-3 0,4 2 1 16,-11-7 3-16,11 3-2 0,0 4 1 0,-10-7 2 0,5 3-5 16,5 4 4-16,-10-5 2 0,5 2-2 0,5 3 2 15,-3-5 6-15,3 5-10 0,-12-7-1 0,12 7-1 16,-3-5 1-16,3 5 0 0,-14-7-1 0,11 6-4 16,3 1 4-16,-6-3 2 0,6 3 1 0,0 0-3 15,-10-4 5-15,10 4-1 0,-5-5-5 0,5 5 4 16,-10-5 1-16,5 3 2 0,5 2-6 0,-7-3 0 15,7 3 3-15,-8-4 0 0,8 4-4 0,-10-4 9 16,10 4-1-16,-8-4-5 0,8 4 3 0,-12-4 2 16,5 1-7-16,7 3 3 0,-11-4 0 0,3 1-11 15,3 2 11-15,5 1 0 0,-17-5-2 0,17 5 2 16,-15-3 0-16,10 0 11 0,0 0-10 0,5 3 2 0,-20-2-6 16,14-1 8-16,6 3-3 0,-9-4-5 0,9 4-2 15,0 0 5-15,-13-3-8 0,7 2 12 0,6 1 2 16,-9-5-1-16,9 5-2 0,-8-3-3 0,8 3 1 15,-8-4 0-15,8 4 1 0,-13-2 13 0,13 2-16 16,-7-5 4-16,7 5-5 0,-8-1 2 0,8 1-2 16,-12-3 2-16,12 3 0 0,-10-4-1 0,10 4 0 15,-13-4 1-15,13 4-1 0,-8-1-6 0,-1-1 9 16,9 2 0-16,-15-1-3 0,15 1 1 0,-13-3-2 16,5 2 0-16,8 1 5 0,-17-2-1 0,9-3-8 15,8 5 6-15,-21 0-2 0,9 0 0 0,12 0 3 16,-22 0-6-16,14 0 2 0,8 0 5 0,-21 0-8 15,12 0 12-15,-2 5-12 0,-2-3 0 0,6-1-24 0,-6 3-13 16,3-4-26-16,-3 0-2 0,4 2-25 0,-4-1-19 16,0 4-22-16,5-2-32 0,-7-1-48 15,6-2-65-15,-4 1-318 0,2 3-649 0,-1-2 287 0</inkml:trace>
  <inkml:trace contextRef="#ctx0" brushRef="#br0" timeOffset="-41038.54">8085 14192 187 0,'0'0'262'0,"0"0"-11"16,0 0-17-16,0 0-11 0,-13-4-8 0,13 4-11 15,0 0-11-15,0 0-8 0,0 0-16 0,0 0-6 16,0 0-12-16,0 0-6 0,0 0-12 0,0 0-13 16,0 0-10-16,0 0-6 0,0 0-5 0,0 0-8 15,0 0 1-15,0 0-11 0,0 0-2 0,0 0-4 16,0 0-1-16,0 0-2 0,0 0-11 0,0 0-4 15,0 0 1-15,0 0 7 0,0 0-13 0,0 0-2 16,30 7-6-16,-30-7-8 0,15 1 0 0,-4 2-6 16,2-2-2-16,-1 1 0 0,3 1 0 0,8 0-7 15,-8-3-2-15,5 4 0 0,3-1 4 0,-2 1-5 0,8-1-5 16,2-1-1-16,-1 3-2 0,-2 1 1 0,0 0-6 16,0 0 1-16,-8-2 1 0,8 3 4 15,-6-3-4-15,8 2 3 0,-2 0-2 0,0-2 3 0,-12 3-12 16,14-1 9-16,-2-1-6 0,-6 0 2 0,3-2 0 15,-5 1-7-15,1 4 1 0,7-2 2 0,-1 0 2 16,1-3 0-16,2 1 2 0,-2 5-7 0,0-6 3 16,-3 5 3-16,9-5 0 0,-5 6 0 0,-3-3-1 15,4 0-2-15,1 0 3 0,1 0-6 0,-4 0 3 16,-2 2 0-16,-4-5-4 0,8 2 6 0,-4 2 1 16,-1-2-6-16,3 3 4 0,0-2-2 0,-6 0 0 15,1 0 1-15,-2-3-3 0,8 3-1 0,-8 1 5 0,4-2 5 16,-2 2-5-16,-1-4 4 0,-1 4-2 0,9-5-1 15,-7 3-7-15,-3 1 11 0,8-2-8 16,-3-1 0-16,-4 2 3 0,8-2 10 0,-8-2-10 0,1 4-5 16,4-2 1-16,1 0 1 0,-3 3 5 0,5-3-8 15,-3 2 7-15,1 0-3 0,-6-1 1 0,7 1 1 16,-5 1 1-16,-1-4 0 0,6 3-2 0,0 0-1 16,-6-1 1-16,-2 1 0 0,4-2 0 0,3 2-2 15,-6 0 4-15,1-4 9 0,-1 0-13 0,1 2-1 31,1 2 4-31,-3-2-4 0,1 0 9 0,1 2-11 16,-4-1 7-16,5-2-1 0,-3 0 1 0,3 3 0 16,-1 1 0-16,1-3-5 0,5 2 5 0,0 0-7 0,-6-2 5 0,-1 2-1 0,4-3-5 15,3 3 7-15,-6-2 8 0,1 2-7 0,7-2-2 16,-2 0-5-16,-6 1 10 0,-1 1-5 0,1-2-2 16,4 0 2-16,-4 3 2 0,-3-2 0 0,0-1-4 15,0 2 4-15,1-2-2 0,-1 1 0 0,-1-2 4 16,2 4-6-16,-1-6 0 0,3 2 1 0,-5-2 1 0,2 0-3 15,-4 2 6-15,-1 1-3 0,-3-3 5 0,1 2-2 16,-4-7-6-16,5 5 6 0,-13 0-2 0,15-1-5 16,-15 1 5-16,15 0-3 0,-15 0 0 0,8 1-1 15,-8-1 3-15,0 0 2 0,10 0 2 0,-10 0-2 16,0 0 2-16,0 0-4 0,15 3 0 0,-15-3-5 16,0 0 10-16,10 0-8 0,-7 5 8 0,-3-5-7 15,0 0 0-15,0 0-4 0,12 3-16 0,-9 0-10 16,-3-3-19-16,0 0-16 0,0 0-24 0,0 0-26 15,14 0-26-15,-14 0-37 0,0 0-38 0,0 0-47 16,8-6-51-16,-8 6-193 0,6-8-551 0,-6 8 244 16</inkml:trace>
  <inkml:trace contextRef="#ctx0" brushRef="#br0" timeOffset="-40679.18">11074 14491 252 0,'0'0'287'0,"0"0"-20"0,0 0-16 0,-8 10-16 16,8-10-3-16,0 7-2 0,0-7-4 0,10 10 0 15,-3-2-3-15,6 2-16 0,-5-5-18 0,7 4-11 16,0 3-5-16,-2-4-17 0,4 6-14 0,-6-3-6 15,4 0-21-15,-3-4-11 0,3 5-6 0,-2-3-12 16,-5-2-7-16,4 2-13 0,-2 1-4 0,-2-2-2 0,0 3 0 16,-3-3-11-16,-3 0-6 0,6 1-1 0,-8 2-3 15,2-4-2-15,-4 1 5 0,2 3-1 0,-5-3-5 16,0 0 1-16,0 3-7 0,-5-3 0 0,0-1-4 16,-1 2-4-16,-4 2 2 0,-2-3-7 0,-1 5-18 15,2-5-44-15,-13 2-48 0,5 1-54 0,-3 1-52 16,-4 0-67-16,1-4-59 0,2 5-306 0,-2-4-681 15,0 1 302-15</inkml:trace>
  <inkml:trace contextRef="#ctx0" brushRef="#br0" timeOffset="-39538.6">8810 15585 153 0,'0'0'239'0,"0"0"-9"0,-10-2-5 0,10 2-13 16,0 0-12-16,0 0 1 0,-8-1-9 0,8 1-9 16,0 0-10-16,0 0-10 0,0 0-9 0,0 0-10 15,0 0-6-15,0 0-7 0,0 0-5 0,0 0-11 16,0 0-9-16,0 0-7 0,0 0-13 0,0 0-6 16,35-3-9-16,-24 2-7 0,7 1-7 0,1 0-6 15,4-4-7-15,5 1-6 0,2 3 1 0,4-1-9 16,11 2 0-16,0-1 2 0,0-1-9 0,-11 0-1 0,13 1 0 15,-3 0-1-15,-1 2-3 0,2-2-3 0,-9 0-2 16,9 0-1-16,-2-1-10 0,-8 1 5 16,-2 0 2-16,12-1-3 0,-9 1 4 0,-1-3-7 0,0 3 6 15,-2-2-2-15,2 2 0 0,-2 0 3 0,-2 0-4 16,1-2-6-16,1 2-2 0,-7-3 6 0,4 2 1 16,0 2-3-16,-9-1 2 0,2-2 1 0,7 2-2 15,-8 0 2-15,-1 0-5 0,1 0 1 0,-2-2 2 16,-1-2-3-16,3 4-4 0,-2 0 7 0,3 0 0 15,-6-2-3-15,6 2 15 0,-3 0-14 0,1 0 3 16,2-2-8-16,-3 2-1 0,0 0 5 0,-2 0-1 16,4 0 4-16,-6-3-5 0,6 3 3 0,-1 0-5 15,1-1 4-15,-2 0 1 0,1-1-1 0,-3 2-1 0,4-3 3 16,-2-2-4-16,-2 4 2 0,2-2 0 16,1 3 2-16,-4-4-5 0,4 2 7 0,-1 0-5 15,-3-2 2-15,-2 1 2 0,-2 2-6 0,5-6 2 0,0 6 1 16,-3 0-2-16,0-4 0 0,0 3 18 0,-2 1-14 15,-1 1-6-15,0-2 6 0,-1 1-1 0,2-2-2 16,1 2-4-16,-4-1 2 0,-10 2 6 0,21 0 0 16,-13-1-3-16,6 2-3 0,-14-1 4 0,13-1-2 15,-3-3 2-15,-10 4 3 0,15 0-12 0,-4-1 8 16,-3-2 0-16,1 0 0 0,-1 0 0 0,-8 3-2 16,13-3 2-16,-4 3 0 0,4-2 9 0,-5 1-8 15,5 1-2-15,-13 0 2 0,15-4-3 0,-8 2-3 16,-7 2-1-16,13-5-10 0,-5 5-14 0,-8 0-23 15,9-3-30-15,-9 3-29 0,8-2-35 0,-8 2-39 16,2-7-43-16,-2 7-46 0,3-4-215 0,-3 4-530 16,0 0 234-16</inkml:trace>
  <inkml:trace contextRef="#ctx0" brushRef="#br0" timeOffset="-39241.74">10962 15288 143 0,'0'0'277'15,"0"0"-14"-15,0 0-7 0,0 0 7 0,0 0-1 16,26 14-2-16,-13-4-11 0,4-4 1 0,3 6-10 16,3 4 0-16,7 1-13 0,-7-2-8 0,5 0-25 15,-5 3-5-15,4-3-19 0,-6 1-14 0,1 1-9 0,-6-5-19 16,-1 2-7-16,0-3-15 0,0 1-6 15,-7 0-9-15,-1-1-11 0,-5 0-8 0,3-2-5 16,-5-1-8-16,0 3-12 0,-5 1 1 0,-4-1-7 0,-9 2-4 16,0-3-15-16,-7 2-52 0,-5 0-38 0,-13 2-36 15,4-1-33-15,-9 4-30 0,3-2-43 16,0 0-45-16,-1 0-46 0,0-1-52 0,-1 3-214 0,4 2-613 16,0-1 271-16</inkml:trace>
  <inkml:trace contextRef="#ctx0" brushRef="#br0" timeOffset="-38069.91">8595 17092 3 0,'0'0'179'0,"0"0"-13"0,0 0 4 15,0 0-4-15,0 0-3 0,0 0-5 0,0 0-1 0,30-12-5 16,-15 11-9-16,-4-2-12 0,6-5-7 0,6 3-11 16,-2-1-9-16,9-2-7 0,0 2-4 0,3-1-12 15,-3-1-4-15,1 2-9 0,6-6-3 0,1 1-3 16,5-1-7-16,3-1 2 0,-3 1-2 0,-5-2-2 15,5 3-3-15,2-6-8 0,-2-1 4 0,2 0-6 16,-9 1-5-16,14-2-4 0,-6-1-1 0,1 2-3 16,2-3-4-16,-11 2-1 0,9 0-1 0,3 0 0 15,-9 0 4-15,1 1 3 0,-8 4 2 0,-8-1-4 16,9 0-1-16,-3-1-4 0,-3-2 3 0,4 1-6 16,1 0-1-16,-9 0-2 0,7 2-2 0,-1 2-2 15,-2-3 7-15,-1 1 4 0,1 2 2 0,-7 3-1 16,6-6-3-16,-3 3 0 0,4-1 0 0,-4 1-8 0,3 3 4 15,-9-2-1-15,8 0-3 0,-5 2-2 0,3-3 1 16,5 2-3-16,-8 1 0 0,6 1 1 16,-7 1-2-16,2 0 3 0,-4-1-5 0,7-4 1 0,-4 4 3 15,0-1-4-15,-2-2-2 0,1 4-1 0,-1-1-1 16,3-2 5-16,-6 2-4 0,7-1 2 0,-6 0 1 16,6 4-6-16,-6-2 6 0,3 0-1 0,-3 0-3 15,6 1 4-15,-2-1-8 0,-4-1 5 0,4 2 8 16,-2 0 5-16,0 0 3 0,1 4 0 0,0-7-5 15,0 3 3-15,0 0-5 0,5-2-3 0,-6 5 2 16,2-3-1-16,0 4-9 0,1-9 6 0,-4 5 2 16,3 1 1-16,-4-1-8 0,6 0 4 0,-6 5-1 15,-1-5 2-15,3 0 8 0,-8 1 6 0,3 0 6 0,2 0-3 16,-5 0-2-16,8 0-7 0,-3-2-2 16,0 6 3-16,-5-1 0 0,2-4-3 0,-2 0-7 15,-2 4 5-15,0 1 0 0,7-3-7 0,-10 3 9 0,3 1-3 16,1-4 9-16,2 2-12 0,-2-3-1 0,-3 3-2 15,-6 3-1-15,8-3 4 0,-8 3-10 0,14-6 8 16,-11 1-2-16,-3 5-2 0,12-4 5 0,-11 1 1 16,-1 3-7-16,7-5 1 0,-7 5 6 0,0 0-7 15,13-3 5-15,-11-1-7 0,-2 4 5 0,0 0 8 16,0 0-22-16,8-3-12 0,-8 3-18 0,0 0-22 16,0-6-27-16,0 6-25 0,0 0-31 0,0 0-32 15,0 0-31-15,0 0-32 0,0 0-32 0,0 0-179 16,-8-9-491-16,8 9 217 0</inkml:trace>
  <inkml:trace contextRef="#ctx0" brushRef="#br0" timeOffset="-37726.18">11222 15804 18 0,'0'0'229'0,"0"0"-8"0,-7-2-14 16,7 2-3-16,0 0-2 0,0 0 0 0,0 0-11 16,0 0-4-16,0 0-13 0,15 20-8 0,-10-16-13 15,3 1-9-15,-1 1-4 0,3 0-8 0,-2 1-4 16,5 1-14-16,-1-1-6 0,3 4-4 0,-5-3 2 16,5-4-19-16,-1 11-4 0,0-7-6 0,-6-4-5 15,5 7-3-15,-3-3-6 0,2 0-5 0,-9-2 2 16,10 4-7-16,-9-2 2 0,1-4-6 0,3 4 5 15,-5 1-19-15,0-3 8 0,6 1-11 0,-4-2 1 16,-4 5 12-16,1-2-20 0,3 1-4 0,-5 1-4 16,0 2 4-16,-2 3-5 0,-3-1-5 0,2 1 0 0,-9 0-45 15,6-1-25-15,-7 5-19 0,-4 1-24 16,-6 0-30-16,1 3-34 0,-1 1-51 0,-3-3-54 16,-6 3-257-16,2-4-570 0,6 0 253 0</inkml:trace>
  <inkml:trace contextRef="#ctx0" brushRef="#br0" timeOffset="-30812.22">9222 13838 50 0,'-1'-6'264'0,"1"6"-18"16,0 0-26-16,0 0-17 0,0-8-23 0,0 8-15 0,0 0-18 15,0 0-15-15,0 0-6 0,0 0-4 0,0 0-12 16,0 0-9-16,6 26-4 0,-6-19-5 0,0 2-4 16,2-1-6-16,4 2-9 0,-6 0-4 0,2-2-3 15,3 3-5-15,-5 1-5 0,8-5-2 0,-8 2-5 16,5-2-2-16,-3 4-6 0,5-3-4 0,-7-1-7 16,3 1 1-16,2-4-3 0,-4 2-2 0,4 1-1 15,-5 0-6-15,7-3 0 0,-5 0 0 0,3 1-1 16,-4 2-3-16,-1-7 1 0,9 7-2 0,-9-4 3 15,0-3-1-15,6 2 1 0,-6-2 1 0,7 5 1 16,-7-5 2-16,8 2-2 0,-8-2 5 0,0 0-6 16,15-2-2-16,-3 2 2 0,-12 0 4 0,15-7 12 15,-7 0-3-15,0 4 1 0,0-4-3 0,1 2 3 0,-1 0 1 16,5-5 5-16,-5 1-2 0,-3 2 11 0,4-1-12 16,-1 0-4-16,2 1 8 0,-5-1 0 15,3 0-1-15,-1-1 3 0,1 3-3 0,-1 2 2 0,-2-1 3 16,3-1-10-16,-6 1 2 0,-2 5-1 0,6-8-4 15,-6 5 1-15,0 3-8 0,5-7-1 0,-5 7-7 16,0 0 1-16,0 0-2 0,0 0-4 0,0 0-2 16,0 0 1-16,20 10-5 0,-17-6-2 0,2 0 3 15,0 1-3-15,2 2-2 0,1-2 4 0,-3 2 3 16,3 1-5-16,6-1 0 0,-4 1-2 0,-4-1 1 16,7 4 2-16,-4-5 2 0,-3 0 5 0,8-2-2 15,-5 1-5-15,6-2 1 0,-1 0 0 0,-4-2-5 16,1 3 4-16,2-4 2 0,-3 0 0 0,4 0-2 0,-6-5 8 15,0 3 0-15,4-5 25 0,-4 4 12 16,-1-4 9-16,-2 0 6 0,1-1 12 0,1-4-8 16,-2 1 1-16,-2-5-8 0,2 1-2 0,2 0-2 0,-7-4-5 15,1 6-5-15,-1-5-3 0,0 3-5 0,0-2-2 16,0 7-6-16,0-7-6 0,-1 12 0 0,1-8-6 16,0 4-18-16,-5 4-21 0,1-5-44 0,6 5-53 15,-2 5-52-15,-2-8-56 0,2 8-53 0,0 0-67 16,0 0-70-16,0 0-211 0,-11 15-678 0,11-7 299 15</inkml:trace>
  <inkml:trace contextRef="#ctx0" brushRef="#br0" timeOffset="-29468.53">10023 14063 338 0,'-1'-7'344'0,"1"7"-19"0,0-11-28 0,0 11-28 16,0-7-34-16,0 7-22 0,0 0-24 0,0 0-19 16,0 0-21-16,0 0-15 0,0 0-13 0,0 30-8 15,0-18-12-15,1 5-7 0,6 1-12 0,-2 0-13 16,-2 7-17-16,4-2-20 0,4 4-34 0,-2-5-29 16,-1 6-41-16,2-3-53 0,1 0-57 0,4-3-81 15,-5 3-179-15,8-6-480 0,-4 4 213 0</inkml:trace>
  <inkml:trace contextRef="#ctx0" brushRef="#br0" timeOffset="-28411.38">9464 15111 138 0,'-2'-5'272'16,"2"5"-12"-16,-1-8-20 0,1 8-21 0,0-7-21 0,0 7-19 15,0 0-16-15,0 0-21 0,0-9-14 0,0 9-12 16,0 0-12-16,0 0-12 0,0 0-10 0,3 24-7 16,0-17-8-16,-3 1-8 0,2 3-6 0,-2 1-4 15,1-3-3-15,-1 1-10 0,2 1 1 0,-2 6-1 16,3-6-4-16,-3 5-9 0,2-8 0 0,-2 3 2 16,2 1-7-16,1 0 1 0,-3-3-6 0,0-2-1 15,3 4-1-15,-1-4 1 0,-2 0-4 0,5-2 3 16,-3 0-2-16,-2-5 0 0,8 6-3 0,-1-6-1 15,-7 0 2-15,0 0 2 0,0 0-2 0,28-3 1 0,-23-1-1 16,5-4 2-16,-4 4 3 0,4-3 6 16,2 3 0-16,-4-2 3 0,0-1-2 0,1 0-4 15,2 2 2-15,-3 0-1 0,1 0 0 0,-1 1 3 0,-1 1 1 16,4-2-11-16,-8 2 2 0,-3 3-2 0,19-2-1 16,-11 0 0-16,-8 2-1 0,15 0-2 15,-15 0-1-15,16 4 2 0,-7 3 2 0,-1-3-6 0,4 2-2 16,-3 2 6-16,0-3-2 0,2 2-3 0,-1-2 3 15,2-2 0-15,-4 4-3 0,0-5 1 0,1 3 3 16,-3 0-4-16,1-4 14 0,-7-1 11 0,10 1 11 16,-10-1 9-16,13-1 1 0,-13 1 15 0,12-11-3 15,-7 9 9-15,0-6-11 0,-5-1 7 0,1 0-1 16,8-2-9-16,-9-1-2 0,1 0-4 0,2 2-4 16,-3-2-5-16,0-3-10 0,0 3 5 0,0 0-10 15,0 3 9-15,0-3-14 0,0 5-24 0,0-3-20 16,0 1-29-16,0 9-34 0,0-10-43 0,0 10-49 0,0-5-60 15,0 5-42-15,0 0-44 0,0 0-168 16,0 0-534-16,0 0 237 0</inkml:trace>
  <inkml:trace contextRef="#ctx0" brushRef="#br0" timeOffset="-28051.95">10189 15187 170 0,'0'0'246'0,"0"0"-21"16,0 0-16-16,0 0-9 0,0 0 0 0,0 0-16 16,0 0-13-16,0 0-11 0,15 15-14 0,-12-8-12 15,-1-2-11-15,1 2-7 0,0-3-13 0,4 0-9 16,-5 3-9-16,4 2-8 0,-6-5-6 0,3 3-10 15,1 0-6-15,-4-2-5 0,3 4-5 0,-3-3-4 16,-3 1-7-16,3-7-2 0,0 13 3 0,0-5 0 16,-4-4 3-16,4-4 6 0,-3 7 4 0,3-3 2 0,0-4 10 15,0 5-1-15,0-5 7 0,-6 7 10 0,6-7 7 16,0 0 5-16,0 0 21 0,0 0 5 0,0 0 4 16,0 0 5-16,0 0-5 0,0 0-19 0,19 1-4 15,-4-1-11-15,0-1-8 0,7-1-22 0,1 2-28 16,5-6-43-16,2 3-36 0,5-2-46 0,1 2-59 15,0 3-68-15,6-1-82 0,-7 1-338 0,-4-1-698 16,5 2 309-16</inkml:trace>
  <inkml:trace contextRef="#ctx0" brushRef="#br0" timeOffset="-27083.23">9419 16188 92 0,'0'0'269'0,"-3"-6"-19"15,3 6-26-15,0 0-26 0,0 0-18 0,0 0-20 16,0 0-10-16,0 0-14 0,0 0-5 0,0 24-15 15,0-17-9-15,3 5-12 0,-1 3-8 0,1 2-11 16,0 1-3-16,-3-3-9 0,4 1-7 0,-1 4-5 16,-1-1-6-16,3 3-4 0,-2-6-6 0,-1 5-2 15,1-6-3-15,-1 3-6 0,1-6 0 0,-1 0-3 0,1-5 0 16,-3 1-7-16,2-2 5 0,-1 0 2 0,-1-6-3 16,2 7 1-16,-2-7-6 0,0 0 4 15,0 0-4-15,23-15 8 0,-16 8 4 0,1-1 10 0,-1 0 3 16,1-1 7-16,2-2 7 0,0-5 1 0,-4 5 4 15,3-1 0-15,-1 0 7 0,0-2-15 0,-1 9-4 16,-1-5-5-16,-4 1-2 0,3 4-4 0,2 0-7 16,-6-1 0-16,8 0-6 0,-9 6-5 0,6-1 1 15,-6 1-2-15,0 0-2 0,15 7-3 0,-3-1-5 16,-4-3 2-16,-1 1-2 0,1 7 3 0,0-7-1 16,-1 3-5-16,1 3 2 0,4-3 6 0,-4 1-7 15,5-1 1-15,-5 1-1 0,2-2 1 0,-1 0-1 16,-3-3-1-16,1-2 1 0,-7-1 0 0,13-1 0 15,-13 1 2-15,15-9 3 0,-8 3-1 0,1-2 6 16,-2 1-3-16,1-2 6 0,-2-7 3 0,7-1 3 16,-6 0 3-16,3 0 3 0,-6-3-3 0,3 2-4 15,1 0-5-15,-5-2 6 0,3 4-6 0,-4 0-1 0,8 2 6 16,-9-1-16-16,0 3-14 0,5 3-23 0,-5 2-26 16,0-1-33-16,-5 2-44 0,5 6-43 15,0 0-43-15,-9-9-48 0,9 9-263 0,0 0-575 0,-15 12 254 16</inkml:trace>
  <inkml:trace contextRef="#ctx0" brushRef="#br0" timeOffset="-26458.25">9993 16323 211 0,'0'0'252'0,"0"-7"-9"16,0 7-12-16,0 0-8 0,-1-10-9 0,1 10-18 16,0 0-12-16,0 0-15 0,0 0-13 0,-5-7-17 15,5 7-15-15,0 0-11 0,0 0-10 0,11-3-10 16,-11 3-9-16,0 0-9 0,15-2-7 0,-15 2-4 16,0 0-11-16,15 5-6 0,-8-2-1 0,-1 1-8 15,-6-4-1-15,10 3-7 0,-3 2-1 0,-7-5-6 16,13 4 1-16,-9 1-7 0,1 1 2 0,-4-2-6 15,1 1 2-15,-2-5-3 0,5 10-4 0,-5-6 0 16,5 1-1-16,-5-5 0 0,0 10-2 0,0-10 0 16,0 8 10-16,-4-3-11 0,1 1 3 0,3-6-8 15,-3 9 2-15,1-6 0 0,2-3 1 0,-5 12-6 0,5-12 3 16,0 9 1-16,-1-6 0 0,2 3 0 0,-1-6 7 16,-1 12-5-16,2-6 2 0,-1 1-3 15,4-3-1-15,-3 4 2 0,-1-8 1 0,2 8 6 0,1-4-7 16,0 4 2-16,2-1-6 0,-1 3 4 0,1-5 0 15,0 3-1-15,-2-1 3 0,5 0-5 0,-3 2 1 16,2-2 3-16,-4 2-4 0,2-5 2 0,-2 3-1 16,2 1-1-16,-1-3-1 0,-1 1 0 0,-3-6 6 15,3 9-8-15,-4-2 3 0,1-7 2 0,-4 10-6 16,3-8 9-16,-9 5-2 0,3-3-1 0,-3-1-4 16,-1 2-22-16,-6-2-29 0,1-2-35 0,-4 3-56 15,1-4-69-15,0 3-273 0,-5-3-527 0,5 5 233 16</inkml:trace>
  <inkml:trace contextRef="#ctx0" brushRef="#br0" timeOffset="-25113.02">12951 15147 73 0,'-15'0'205'0,"15"0"-10"0,0 0-10 0,0 0-9 0,0 0-6 16,0 0-11-16,0 0-5 0,0 0-8 0,0 0-7 15,0 0-12-15,0 0-6 0,0 0 2 0,0 0-10 16,0 0-6-16,0 0 3 0,0 0-6 0,0 0 3 16,0 0-1-16,0 0 2 0,0 0 1 0,0 0 4 15,0 0 0-15,0 0 11 0,0 0-6 0,0 0-4 16,0 0-6-16,0 0-17 0,14-11-2 0,-9 7-10 0,4 2-11 15,1-3-1-15,5-3-6 0,0 0-6 0,8 4-9 16,-8-3-2-16,13-7-2 0,2 7-4 0,5-1-1 16,3-6-10-16,8 4-2 0,2-3-2 0,0 2-1 15,-5-2-3-15,9-1 1 0,-1 6-5 0,0-4 6 16,1 4-3-16,-1-6-2 0,5 2-1 0,-4 3-6 16,2-2 2-16,-4 4 0 0,1-1-7 0,-3-1 5 15,2 2-2-15,-6-4-2 0,4-1 3 0,-1 8-8 16,-4-4 1-16,-12 4 5 0,1-4-1 0,1 3-2 15,-2 0-6-15,-3-7 9 0,4 4-3 0,-6 4 4 0,-4 1-12 16,-1 1 11-16,-2-2 8 0,-3-2-21 16,7 3 8-16,-9-2-1 0,5 3-2 0,1 0 7 15,-8-1-1-15,-1 1-3 0,3-2 2 0,-4 1 3 0,3 3-6 16,-3-1-1-16,1-4 0 0,1 3 2 0,-5-1 0 16,4 2-1-16,-11 1-7 0,17-1 10 0,-11-1-9 15,-6 2 8-15,14 0 4 0,-14 0-9 0,10 0 6 16,-10 0-6-16,0 0-13 0,6-6-12 0,-6 6-14 15,0 0-13-15,0 0-10 0,0 0-14 0,0 0-17 16,0 0-5-16,0 0-15 0,0 0-15 0,10 6-17 16,-10-6-14-16,0 4-17 0,0-4-14 0,3 10-27 15,-3-10-16-15,0 5-22 0,0-5-152 0,0 0-442 16,0 0 196-16</inkml:trace>
  <inkml:trace contextRef="#ctx0" brushRef="#br0" timeOffset="-24409.92">14418 14614 114 0,'0'0'260'0,"0"0"-9"0,-7-3-11 0,7 3-13 16,0 0-10-16,0 0-14 0,-2-4-15 0,2 4-14 15,0 0-17-15,0 0-11 0,0 0-15 0,0 0-12 16,0 0-11-16,0 0-11 0,0 0-3 0,0 0-16 15,0 0-10-15,0 0-4 0,0 0-7 0,0 0-9 16,0 0-3-16,24 11-6 0,-24-11-1 0,8 4-4 16,-2-2-1-16,1 0-2 0,1 6 4 0,-1-2-16 15,1 0-3-15,6 0-2 0,-6 3 4 0,5 2-3 16,-3 0-2-16,2-3-3 0,2 3 0 0,0-1 2 16,1 4-7-16,-5-6 4 0,4 3 0 0,0-2-2 15,-1 0 3-15,-3 1-7 0,-2 0-1 0,0-1-5 16,-1-2 8-16,0-3-3 0,-1 1 0 0,-1-1 11 0,-1 1-14 15,-3-2-2-15,-1-3 0 0,3 11-1 0,-3-11 2 16,4 4-3-16,-4-4 2 0,0 4 1 16,0-4 4-16,-2 12 10 0,0-5 12 0,-2 0 8 0,-3 1 9 15,0-1 6-15,1 3-6 0,-3-2 2 0,-1 2 1 16,-1 5-5-16,-1-3 3 0,-3 7 0 0,2-4 4 16,0 1 2-16,-2-3-17 0,-2 7 0 0,-2 2-3 15,4-3-4-15,0 1-5 0,-2 5 5 0,4-9-15 16,-2 5-19-16,2 1-27 0,-2-5-33 0,7 2-40 15,-6 3-52-15,6-5-69 0,2 1-88 0,-3-4-214 16,9 4-576-16,0-2 255 0</inkml:trace>
  <inkml:trace contextRef="#ctx0" brushRef="#br0" timeOffset="-22488.13">19933 14169 113 0,'21'-24'285'0,"6"-6"-11"16,-6 3-10-16,4-6-9 0,-2-8-13 0,-3 2-4 16,2-1-20-16,-6-2-19 0,-1-3-12 0,0 2-1 15,-7-5-4-15,0 6-9 0,-1 0 0 0,-7-1-8 16,-3-4-3-16,-2 9-15 0,-2-4-11 0,-1 14-7 16,0-2-16-16,-7-1-9 0,-2 3-10 0,-3 2-10 15,-1 2 3-15,-1 2-20 0,-1 2-9 0,2 3-9 16,-1 3-11-16,-1 5 3 0,1 0-8 0,3 9-11 15,-5 0 4-15,0 5-6 0,0 4-10 0,0 7 5 16,-1-1-2-16,2 20-4 0,3-8 1 0,6 1-4 16,0 14 4-16,-1 11 0 0,13-2-6 0,-5-1 5 0,7 6-2 15,0 1-3-15,7 16 0 0,1-14 3 16,5 13-4-16,-3-17 5 0,4 3 0 0,1 13 1 0,-1-17-4 16,5-1-5-16,-9 1 4 0,3-6-1 0,-5 5-9 15,2-7 6-15,-3 1 3 0,-1-1-5 0,1-1 2 16,0 0 5-16,-7-3-5 0,0 0 1 0,0-11 4 15,0 0-3-15,0 6 0 0,0-10-3 0,-5 0-20 16,5-8-16-16,-2-4-7 0,2 4-16 0,2-4-10 16,-2-3-8-16,0-1-9 0,5-2-10 0,-5 1-4 15,0-5-12-15,1 2-30 0,1-3-50 0,-2-4-50 16,13 0-64-16,-13 0-217 0,12-11-565 0,-7 3 250 16</inkml:trace>
  <inkml:trace contextRef="#ctx0" brushRef="#br0" timeOffset="-22269.38">19660 14432 237 0,'-4'-5'326'0,"4"5"-5"16,-8-3-9-16,8 3-11 0,-3-6-19 0,3 6-14 16,0 0-32-16,0 0-17 0,0 0-18 0,21-6-24 15,-11 6-12-15,10 0-22 0,0 0-14 0,5 1-11 16,4 2-3-16,0-1-19 0,7 0-18 0,9 2-9 15,-11-3-25-15,13 2-25 0,-3 2-51 0,-9-3-44 16,-3 2-44-16,-3-3-60 0,6 2-77 0,-7-1-276 16,-6 0-575-16,-2-2 255 0</inkml:trace>
  <inkml:trace contextRef="#ctx0" brushRef="#br0" timeOffset="-21602.77">20307 14650 154 0,'0'-10'326'0,"0"10"-17"0,0-6-14 0,0 6-24 15,0-8-27-15,0 8-31 0,0 0-20 0,0 0-25 0,0 0-20 0,0 0-13 16,0 0-14-16,0 0-14 0,-17 20-8 0,12-10-8 16,-1 1-12-16,2 5-7 0,-4 0-9 0,5 3-4 15,-7 4-8-15,3-3 3 0,2 3-12 0,-1 1-5 16,4-8-4-16,-1 2-5 0,-1 2-1 0,3-4-1 15,1-1-2-15,0-1-2 0,0-4-2 0,1 0-5 16,3-2-4-16,-1-1 4 0,5-2 0 0,-3 0-2 16,7-3 1-16,-12-2-5 0,20-3 0 0,-7-1 1 0,2-1 8 15,1-6-9-15,4 3-2 0,-5-2-1 0,2-2 1 16,2 0 3-16,-4 0-3 0,0-1 6 16,0-1 3-16,0 1 11 0,-2 3 9 0,-4-5 10 15,0 2 10-15,1 4 12 0,-5 0 8 0,0 0-8 0,0 2 4 16,0 3-6-16,-1-1-9 0,-4 5-11 0,3-7-5 15,2 4-14-15,-5 3-8 0,0 0-5 0,0 0-5 16,0 0 4-16,0 0-4 0,15 11 1 0,-14-5-2 16,4 4-3-16,-3 0-3 0,3-1-2 0,-2 7 3 15,4-5 0-15,0 5 3 0,1-7-6 0,-3 1 3 16,5 2-2-16,-2 2 3 0,0-4 2 0,-3 0 0 16,4-2-4-16,-3-1 16 0,9-3-19 0,-8 2 5 15,3-4 1-15,3-1-3 0,0-2 8 0,-5-3 2 0,6-2 14 16,-4-3-6-16,3-1 8 0,0-2 5 15,-3-1-3-15,2-6-1 0,-3 2 2 0,5-8-7 16,-8 1 2-16,1-1-3 0,0 8 1 0,-4-2-8 0,-3-4 0 16,0 7-3-16,5-4-2 0,-5 4-8 0,0-2-20 15,0 6-20-15,-5 0-32 0,5-1-33 0,-3 3-39 16,-2 2-35-16,-2 1-33 0,0 3-38 0,6 1-47 16,1 3-50-16,-15-3-205 0,15 3-594 0,0 0 262 15</inkml:trace>
  <inkml:trace contextRef="#ctx0" brushRef="#br0" timeOffset="-21274.66">21181 13999 226 0,'-5'-10'323'0,"3"3"-24"15,2 0-21-15,-5 0-21 0,3 1-29 16,-4 3-21-16,6 3-29 0,-2-6-14 0,2 6-18 0,0 0-9 16,0 0-21-16,0 0-8 0,-21 9-10 0,16 1-5 15,-2-2-13-15,-1 4-7 0,-1 7-4 0,1-1-7 16,2 4-3-16,-8 3-7 0,6-1-9 0,1 3-1 16,-1 0-4-16,2 3 0 0,6 0-5 0,-7 2 0 15,12-4-6-15,-3-1 0 0,-2 2-6 0,6-2 5 16,2 0-1-16,-1-5 0 0,8 4-9 0,-2-6 5 15,0-5-12-15,2 0-10 0,2 4-26 0,6-3-33 16,4-1-34-16,-1-9-45 0,2 0-51 0,0-5-48 16,0 2-52-16,4-7-150 0,-2-2-477 0,1 3 212 15</inkml:trace>
  <inkml:trace contextRef="#ctx0" brushRef="#br0" timeOffset="-21055.91">21858 14019 86 0,'-5'-8'272'16,"5"4"-19"-16,-7-1-21 0,4 1-26 0,-4 1-11 16,7 3-15-16,-13 0-11 0,13 0-12 0,-15 6-15 15,8 2-7-15,-6-1-11 0,3 6-13 0,-3 3-10 16,0 2-9-16,-2 4-8 0,3-1-8 0,1 4-7 16,-4 2-8-16,1 0-5 0,3 0-6 0,-1 0-4 15,2-1-7-15,-1 2 1 0,1 1-10 0,-2-5-20 16,2 1-23-16,4-5-31 0,-4-2-37 0,0 1-44 15,5-4-42-15,-2 1-55 0,1-3-172 0,1-6-428 16,1 1 190-16</inkml:trace>
  <inkml:trace contextRef="#ctx0" brushRef="#br0" timeOffset="-20837.08">21505 14091 44 0,'-5'-3'281'0,"5"-2"-24"0,0 5-24 0,-3-6-21 0,3 6-18 16,0 0-18-16,0 0-12 0,0 0-2 0,0 0-16 16,18 23-7-16,-5-16-11 0,-3 8-15 0,5-3-8 15,0 5-12-15,10-2-9 0,-4 3-5 0,6 0-11 16,1 0-5-16,2 0-20 0,-1-5-28 0,1 4-44 16,0 0-52-16,3-6-61 0,-1 1-62 0,-11-3-187 15,4-1-423-15,5-3 187 0</inkml:trace>
  <inkml:trace contextRef="#ctx0" brushRef="#br0" timeOffset="-20555.84">22098 13843 168 0,'0'0'320'0,"-2"-7"-22"0,2 7-13 0,0 0-33 16,0 0-20-16,10-4-2 0,-10 4-14 0,13 8-4 15,-5 0-14-15,6 3-8 0,5 0-11 0,-2 1-12 16,5 7-23-16,4 0-4 0,-1 2-11 0,-2 0-20 16,5 9-12-16,-6-6-6 0,-1-2-12 0,-3 4-4 15,4 0-7-15,-7 1-13 0,-2-2 9 0,2 2-16 16,-7-1-10-16,1-1-2 0,-5 1-2 0,-2-3-10 16,-2 4-11-16,-6 2-9 0,6-10-16 0,-9-4-20 15,1 8-19-15,-7-4-20 0,5 0-18 0,-1-3-18 16,-4-1-28-16,1-3-35 0,4 3-39 0,2-6-51 15,2-2-251-15,-1 0-551 0,0 0 244 0</inkml:trace>
  <inkml:trace contextRef="#ctx0" brushRef="#br0" timeOffset="-20305.85">22816 14146 333 0,'0'-7'382'0,"0"7"-14"0,2-12-17 15,4 9-37-15,1-4-25 0,-1 2-29 0,4 0-26 16,5 1-28-16,5 0-12 0,-3-3-24 0,4 5-14 16,2 0-20-16,1 2-14 0,-1-3-16 0,5-2-29 15,0 8-32-15,-5-1-38 0,5-2-41 0,-11 3-41 16,3-1-41-16,-4 0-44 0,-2 5-49 0,-1-3-47 15,-3-3-228-15,-4 2-523 0,1 2 231 0</inkml:trace>
  <inkml:trace contextRef="#ctx0" brushRef="#br0" timeOffset="-20133.98">22854 14357 45 0,'0'7'208'0,"0"-1"14"0,0-6 1 0,7 9-8 0,-6-3-16 15,11 0-20-15,-2-3-18 0,5 3-15 16,5 0-11-16,-2 0-19 0,7-2-14 0,3 1-35 0,0 1-55 16,5-1-72-16,2-4-91 0,-2 1-153 0,15 2-328 15,0-4 145-15</inkml:trace>
  <inkml:trace contextRef="#ctx0" brushRef="#br0" timeOffset="-19085.59">23963 13686 31 0,'2'-6'348'0,"-2"0"-18"0,0 6-18 0,0-8-27 15,0 8-28-15,1-7-24 0,-1 7-30 0,0 0-23 0,0 0-19 16,0 0-16-16,0 0-13 0,0 0-12 16,7 30-11-16,-7-14-11 0,5 2-18 0,-3 5 1 15,1 0-11-15,2 4-10 0,1 0-2 0,3 0-4 0,-8 2-9 16,9 1 1-16,-5-4-8 0,5-1-5 0,-2 1-1 16,-1-6-3-16,1 0-1 0,-1-8-6 0,1 6-1 15,-1-1-2-15,1-2 12 0,-5-4-10 0,4-4 0 16,0 2 1-16,-6-2 7 0,6-3-3 0,1 0 7 15,-4-1 2-15,-4-3-5 0,16-2-3 0,-16 2 8 16,17-9-8-16,-6 4-3 0,-1-9 16 0,3 1-16 16,-4 0-5-16,11-8-2 0,-9 3-1 0,2-2-2 15,1 3-7-15,1-9 5 0,-4 10 6 0,4-5-6 16,-7 4 14-16,2 1-6 0,-3 1 2 0,3 0 5 16,1 0 6-16,-6 3 0 0,-1 3 10 0,2 0-4 15,-1 0-3-15,-1 4 1 0,-3 0-6 0,6 0-8 16,-4-3-5-16,-3 8-10 0,3-2-4 0,-3 2 0 0,0 0-2 15,0 0 0-15,12 15 0 0,-7-8 1 16,3 5-1-16,-3 3 1 0,3-1-9 0,2 5 4 16,2-3-3-16,-5 3 3 0,9 3 4 0,-3 2-1 0,6-4-1 15,-1 0 0-15,-7-5-5 0,6 0 0 0,-2-1 1 16,1-1 7-16,6-1-1 0,-1-1-3 0,-6-2 4 16,5-5 2-16,-5 4 3 0,7-4 0 0,-6-4-2 15,4-1-10-15,-5-3 16 0,1-5 2 0,1 2-3 16,-2-4 8-16,3-5-4 0,-6-2 0 0,6-4 1 15,-3 1 5-15,-4-7 0 0,1 1-4 0,-4-4-4 16,1 0 4-16,-8 1-1 0,4-2-3 0,-3 1 2 16,4 3 2-16,-6 2-7 0,0 0 1 0,-6 7-1 0,4 2-10 15,-3-1-4-15,4 2-16 0,1 1-23 16,-7 2-34-16,-1 6-30 0,1 0-30 0,-1 2-22 16,-6 7-24-16,14-2-17 0,-16 9-39 0,11-3-38 0,-7 4-52 15,4 1-193-15,5 2-565 0,3 5 250 0</inkml:trace>
  <inkml:trace contextRef="#ctx0" brushRef="#br0" timeOffset="-18491.87">25400 13805 148 0,'0'0'196'0,"0"0"-20"15,0 0-12-15,-7-8-21 0,7 8-19 0,0 0-6 16,0 0-11-16,0 0-6 0,0 0-4 0,0 0-8 16,0 0-2-16,0 19-1 0,0-19 0 0,0 7 0 0,0-7-2 15,2 7-2-15,-2-7-1 0,6 3 3 16,-6-3 4-16,5 6 4 0,-5-6 3 0,7 1-1 16,-7-1-1-16,0 0 0 0,11 0 3 0,-11 0-6 15,0 0 9-15,15-7-8 0,-10 6-2 0,-1-6-3 0,1 3-6 16,0-1-10-16,-2 0-4 0,-3 5-7 0,6-13-1 15,-4 9-3-15,-2 4-9 0,3-9-5 16,-3 9-6-16,4-6-6 0,-4 6-7 0,0-8-22 0,0 8-24 16,0 0-32-16,0 0-24 0,-9-4-27 0,9 4-34 15,0 0-39-15,-14 12-46 0,9-6-72 0,0 2-151 16,1-3-487-16,3 6 215 0</inkml:trace>
  <inkml:trace contextRef="#ctx0" brushRef="#br0" timeOffset="-17747.7">26573 13495 73 0,'-3'-7'174'0,"3"7"-13"0,-8-3-6 16,8 3-9-16,0 0-5 0,-27 5-10 0,17-1-3 0,-3 1-3 15,-2-4-2-15,-5 6-2 0,4 1-3 16,-4-5 0-16,-2 6-2 0,-4-5-1 0,-2 7-5 16,-6-4-2-16,-12 1 2 0,3 0 0 0,10-1-5 0,-3-1-4 15,2 4-4-15,3-5-10 0,1 2 0 0,2 0-9 16,5-3-6-16,1 2-8 0,8-3-6 0,-1 3-6 16,6-2-4-16,1 1-5 0,-4 2 0 0,11-2 0 15,-6 2 7-15,9 4-1 16,4-2-3-16,14 3-7 0,4 3 0 0,5 0-5 15,19 4-5-15,4 3 0 0,2-3-6 0,3 1-2 16,-1-4-2-16,8 2-2 0,-6-5-6 0,2 3-5 0,-1-3-1 16,-1 1-1-16,-5-2-5 0,-3-4-5 0,0 0 4 15,-6-4-3-15,-12-4 1 0,-1 0-1 0,-3-1 2 16,2-5 0-16,-15 1-3 0,3-2 3 0,-6 1-3 16,1-5 1-16,-6 1 1 0,-6-5 0 0,-1-2 0 15,-1 0 2-15,-9 3-4 0,0-6 1 0,-7 0 4 16,-11-10-3-16,3 10 0 0,-11-11 2 0,-2 8-4 15,1 2 0-15,-6-3 9 0,0 3-5 0,-1 3 1 16,1 2-2-16,0-4-8 0,3 5-21 0,-3 11-14 16,0-7-18-16,13 3-18 0,0 7-19 0,0 1-33 15,1 0-30-15,7 3-38 0,1 3-51 0,2 0-180 16,1 3-467-16,7 0 207 0</inkml:trace>
  <inkml:trace contextRef="#ctx0" brushRef="#br0" timeOffset="-17450.84">26413 13314 72 0,'0'0'277'0,"-4"-8"-27"0,4 8-26 15,0 0-25-15,0 0-9 0,0 0-3 0,0 0-9 16,0 0 2-16,0 32-9 0,0-14-3 0,4 3-9 15,-3-3-7-15,4 13-14 0,5 10 1 0,-2 1-13 16,-4 5-13-16,4 0-9 0,-1-4-8 0,4 3-11 16,-1-3 5-16,-3 7-21 0,3-5-10 0,0 0-5 15,-2 1-3-15,2 0-4 0,3 3-5 0,-1-4 9 16,-1-6-12-16,-4-8-7 0,8-1-13 0,0 9-19 0,-2-10-31 16,2 0-28-16,-5-9-44 0,1-2-50 15,-1-2-60-15,5-3-58 0,-8-6-218 0,8 5-529 16,-4-6 234-16</inkml:trace>
  <inkml:trace contextRef="#ctx0" brushRef="#br0" timeOffset="-17028.98">27477 13267 160 0,'0'0'281'0,"0"-8"-12"15,1 0-19-15,-1 8-22 0,0 0-21 16,0-6-24-16,0 6-21 0,0 0-19 0,0 0-13 15,0 0-12-15,0 0-4 0,0 0-8 0,-24 14-6 0,15-7 1 16,-1 4-8-16,2-1-4 0,-2 2-4 0,-3 3-7 16,3 2-2-16,-2-3-1 0,6 4 1 0,-9 5 1 15,7 2-7-15,-6 1-3 0,6 1 2 16,2-1-13-16,-3 1-3 0,8 0-1 0,1 0-10 0,1 0-3 16,-1-1-6-16,7 0-2 0,1-2 0 0,0-2 0 15,6 4-1-15,1-5-7 0,-1 3 0 0,8-2-5 16,1 0-12-16,7-3-24 0,-5-4-29 0,1 0-33 15,4-1-35-15,-3-2-37 0,4-4-40 0,-1-1-53 16,0-6-43-16,-2-1-169 0,2-4-494 0,-2-4 219 16</inkml:trace>
  <inkml:trace contextRef="#ctx0" brushRef="#br0" timeOffset="-16810.24">28031 13460 166 0,'0'0'238'0,"0"-7"-17"0,0 7-23 16,0 0-16-16,-1-7-18 0,1 7-18 0,0 0-6 0,0 0-10 16,0 0-6-16,0 0-9 0,-15 15-11 0,8-8-8 15,2 4-9-15,-5 2-8 0,4 1-8 16,-3 1-8-16,-1-5-6 0,-1 12-5 0,3-4-3 0,-2-1-5 16,-2 6-3-16,-1-2-5 0,6-2-4 0,-6-1-1 15,-2 5-6-15,3 0-17 0,-1-3-27 0,5 2-31 16,-2-8-44-16,3 4-49 0,-1-2-69 0,0-5-152 15,5 3-394-15,-6-5 174 0</inkml:trace>
  <inkml:trace contextRef="#ctx0" brushRef="#br0" timeOffset="-16560.24">27720 13476 42 0,'0'-3'281'16,"-6"-2"-13"-16,6 5-24 0,0-4-17 0,-7 0-26 0,7 4-21 16,0 0-13-16,0 0-6 0,0 0-14 0,0 0-8 15,13 19-9-15,2-8-14 0,-2 1-8 16,2 1-13-16,2 1-8 0,3 3-11 0,-2 6-6 0,8-7-4 16,-1 6-8-16,2 1-8 0,6 0-12 0,-5-3-19 15,2-1-38-15,-6-3-48 0,3 1-46 0,-1-3-54 16,-4-7-61-16,-4 4-168 0,2-7-429 0,-2 2 189 15</inkml:trace>
  <inkml:trace contextRef="#ctx0" brushRef="#br0" timeOffset="-16279.01">28218 13239 343 0,'0'-7'363'0,"0"7"-11"0,0 0-14 0,2-9-20 0,-2 9-31 16,0 0-30-16,13 0-24 0,-13 0-21 0,27 10-22 15,-11-4-13-15,11 6-8 0,-4 4-12 16,5 3-17-16,-5 0-8 0,14 8-7 0,-3 0-10 0,-2 0-11 16,-4 6-15-16,2 0-4 0,0 0-8 0,-4 4-12 15,-1 2 6-15,-4-1-19 0,-4 1-7 0,4 0-4 16,-14-1 1-16,1-7-8 0,-3 8 0 0,-5 6-2 15,-3-1-14-15,-5 0-27 0,-1 0-49 0,-2 1-49 16,-7-1-44-16,-4-3-55 0,-3 5-86 0,-3-3-354 16,-2-4-699-16,4 0 308 0</inkml:trace>
  <inkml:trace contextRef="#ctx0" brushRef="#br0" timeOffset="-9588.67">20249 15965 50 0,'-7'-20'276'15,"-1"-6"-10"-15,0 4-11 0,-6 5-18 0,4-2-16 16,-1 8-19-16,3-5-17 0,-1 8-20 0,-1-2-13 15,0 4-21-15,2 0-13 0,-2 4-15 0,4-1-11 16,6 3-9-16,-24 5-8 0,5 2-10 0,4 4-3 16,0-2-4-16,0 6 4 0,0-1 6 0,-5 11-2 15,4 1-6-15,-3-3 2 0,0 13 2 0,-1 4-7 16,5 0 1-16,-2 0 2 0,4 1-4 0,3 1 6 0,-2 2-3 16,6-1-2-16,-2 3-8 0,4-4 2 0,-1 5 3 15,5 4-4-15,0-6-1 0,2 2-6 16,1-1-3-16,1 2-10 0,1-6 4 0,-4 4-3 0,1-2-6 15,3-2-4-15,-4 2 0 0,-1-3-4 0,7-2 2 16,-7 2-2-16,0-10-7 0,5 8 6 0,-5-8 10 16,0 1-13-16,0-3-5 0,0-1-4 0,-5 1 0 15,5 1 5-15,-7-8-1 0,4-2-5 0,-2-1-11 16,4-3-16-16,-4 0-14 0,1-1-29 0,1-6-22 16,0 0-19-16,-2 0-26 0,-2-6-36 0,2 1-60 15,-2-2-53-15,7-2-232 0,0 0-558 0,-21-9 248 16</inkml:trace>
  <inkml:trace contextRef="#ctx0" brushRef="#br0" timeOffset="-9368.41">19775 16734 295 0,'0'0'321'0,"0"-6"-8"0,0 6-12 16,2-6-14-16,-2 6-23 0,5-5-23 15,-5 5-17-15,10-2-23 0,-10 2-19 0,17-2-20 0,-8 1-17 16,8 2-15-16,5-1-15 0,-6 2-7 0,6-1-8 16,7-1-19-16,0 1-12 0,-1-1-40 0,3 0-39 15,1 3-43-15,1-3-43 0,-4 0-60 0,0 0-62 16,-6 0-70-16,-2-3-171 0,1 2-495 0,-4-2 219 16</inkml:trace>
  <inkml:trace contextRef="#ctx0" brushRef="#br0" timeOffset="-7915.27">20416 17046 194 0,'3'-5'314'0,"-3"5"-6"0,4-10-20 16,-3 9-22-16,-1 1-31 0,0 0-23 0,2-8-21 16,-2 8-26-16,0 0-18 0,0 0-16 0,0 0-12 15,0 0-9-15,0 0-11 0,-2 24-1 0,1-12-18 16,-3 2-4-16,4-6-4 0,0 7-11 0,0 5-5 16,0-5-8-16,4 5-3 0,-4-1 1 0,1-1-5 15,1-1-6-15,3-4-1 0,1 5-6 0,-4-6 1 16,6-1-5-16,-3 1-1 0,2-4-3 0,1 3-3 15,-6-5 8-15,13 2-9 0,-9-6 5 0,4 1-7 16,2-1 3-16,1-2-3 0,-13 0-4 0,23-7 0 16,-8-1 3-16,-1-1 8 0,0 0 7 0,-2 0 9 15,1-1 2-15,0 1 10 0,2-1 12 0,-5-2 1 16,4 0 3-16,-6 5 12 0,-2-4-17 0,4 7-2 16,-5-4-8-16,5 4-6 0,-5 0-4 0,2-1-7 0,1 1-5 15,-8 4-5-15,15-3 3 0,-8 3-15 0,-7 0 3 16,20 1 4-16,-11 1-5 0,3-1 1 15,-2 3 0-15,3 1-8 0,-3 1 2 0,3-2 1 0,-4 3-16 16,2 2 5-16,4-5 3 0,-7 3 0 0,2 0 4 16,2-5 0-16,-4 6-9 0,0-8 12 0,-3 2-1 15,-5-2-5-15,15-2 6 0,-15 2 0 0,12-8 2 16,-5 6 15-16,-4-6-9 0,3 1 4 0,-4-4-8 16,1 3 8-16,1-7-7 0,-4 7 1 0,0-11-2 15,0 6-5-15,0-2 0 0,1 0-1 0,-2 3-15 16,-3 0-19-16,4-3-37 0,-5 6-28 0,1-8-22 15,-1 9-31-15,1-3-29 0,1 2-25 0,0 1-43 16,-2 0-52-16,3-2-287 0,0 3-629 0,-1 2 280 0</inkml:trace>
  <inkml:trace contextRef="#ctx0" brushRef="#br0" timeOffset="-7571.53">21310 16384 306 0,'3'-12'311'0,"-3"5"-5"0,0-2-7 16,5 1-7-16,-5 3-16 0,0 5-15 0,0-11-24 16,0 11-25-16,0-7-22 0,0 7-10 0,0 0-38 15,0-7-18-15,0 7-8 0,0 0-16 0,-13 19-13 16,6-13 1-16,-3 3-11 0,5 6 15 0,-6 1-21 15,2-1-2-15,-4 8-6 0,2 1 4 0,-3-1-8 16,6 3-4-16,-4 1-3 0,4 0-2 0,2-2-3 16,-3 2-1-16,3 0-3 0,4 0-2 0,2-1-2 15,2-5-4-15,3 5-3 0,-2-4 1 0,4-2 3 16,7 5-9-16,0-4 0 0,2-3-5 0,6 0 3 16,1 2-23-16,3-9-14 0,6 1-24 0,-1-1-48 0,4-6-31 15,10 2-34-15,-2-4-33 0,3-3-30 0,-3 0-38 16,2-9-38-16,-9 3-42 0,6-6-167 15,-3-6-538-15,-2-5 238 0</inkml:trace>
  <inkml:trace contextRef="#ctx0" brushRef="#br0" timeOffset="-7352.79">22154 16411 94 0,'2'-7'278'0,"-2"-2"5"0,0 5-4 0,0-4-12 15,4 2-24-15,-4 6-32 0,0-9-17 0,0 9-22 16,0 0-14-16,0 0-20 0,0 0-6 0,0 0-7 15,-21 24-5-15,8-12-7 0,4 5-6 0,1-1-9 16,-8 4-10-16,-1 3-9 0,1 0 5 0,1 4-17 16,-5 0-8-16,5 0-6 0,-5 1-8 0,-2 7-1 15,3-8-3-15,2 0-13 0,-1 0-22 0,1-4-26 16,-4 0-29-16,6-1-33 0,0 0-33 0,2-8-40 16,1 2-57-16,1-7-61 0,7 1-177 0,-1-2-488 15,-1-5 216-15</inkml:trace>
  <inkml:trace contextRef="#ctx0" brushRef="#br0" timeOffset="-7134.05">21881 16475 185 0,'-9'-8'287'0,"3"1"-16"16,1 0-24-16,2 2-27 0,-4 2-22 0,7 3-18 15,-12-4-11-15,12 4-15 0,0 0-11 0,-10 9-7 16,5 1-13-16,10-2-6 0,-5 1-9 0,4 6-7 15,2 0-6-15,6 0-11 0,-4 1-6 0,5 0-8 16,9 3-9-16,3-2-16 0,3 1-34 0,2 0-46 16,-2-6-51-16,2 3-52 0,1-6-67 0,-1 3-232 15,6-8-473-15,-6 4 210 0</inkml:trace>
  <inkml:trace contextRef="#ctx0" brushRef="#br0" timeOffset="-6873.89">22391 16188 196 0,'-4'-3'299'15,"1"-1"-23"-15,3 4-25 0,0 0-20 0,0 0-1 0,0 0 1 16,0 0 0-16,7 20-8 0,1-6-7 16,-2 6 6-16,9 2 8 0,0 2-17 15,7 11-13-15,1-1-9 0,5 3-13 0,-5-2-23 16,2 3-12-16,0-3-14 0,3 0-9 0,-11-7-15 15,4 7-3-15,-8-4-18 0,-3-4-7 0,5 0-10 16,-8 3-5-16,-2-3-11 0,-2-1-26 0,-1 1-16 16,-4-3-32-16,-1 1-40 0,-4 1-29 0,1-10-20 0,-8 3-28 15,6-3-33-15,-2-2-34 0,0 2-40 16,4-10-49-16,1 0-270 0,-2 0-613 0,4-1 271 16</inkml:trace>
  <inkml:trace contextRef="#ctx0" brushRef="#br0" timeOffset="-6639.52">23274 16426 69 0,'0'-7'486'0,"-3"-2"10"15,3-2-20-15,0 6-27 0,0-3-32 0,2-1-34 16,-1 3-42-16,6 2-30 0,0-3-27 0,1 6-36 15,8-2-24-15,4-3-27 0,0 4-23 0,3 2-25 16,9 0-30-16,-2 4-41 0,-1 1-40 0,1-2-64 16,5 2-42-16,-5-2-58 0,-2 6-50 0,-7 0-56 15,1-3-55-15,-1 0-65 0,-4 0-260 0,1 0-663 16,0-2 293-16</inkml:trace>
  <inkml:trace contextRef="#ctx0" brushRef="#br0" timeOffset="-6452.03">23397 16592 12 0,'-12'7'231'0,"2"-2"-1"0,2-1-3 0,0-2 3 0,3 0 4 15,5-2 9-15,-7 12 8 0,7-12-15 0,7 8-16 16,6-5-24-16,-3 0-15 0,2 1-20 0,11 1-13 16,5-1-20-16,3-2-19 0,2-2-45 0,2 1-55 15,0 4-75-15,10-5-81 0,-2 0-99 0,-9-1-197 16,1-3-477-16,12 1 211 0</inkml:trace>
  <inkml:trace contextRef="#ctx0" brushRef="#br0" timeOffset="-5561.34">24554 15938 123 0,'0'-11'308'0,"0"2"-18"0,-5-2-9 0,5 4-23 15,0-5-20-15,-8 9-16 0,8-5-22 0,-7 1-14 16,0-2-17-16,-1 6-16 0,0-3-14 0,1 3-14 16,-1-3-16-16,-4 1-6 0,-1 5-6 0,13 0-7 15,-25 3-3-15,10 2-6 0,4-2-9 0,-6 1-3 16,4 1-6-16,-5 1-4 0,6 3-3 0,1-5-3 0,2 4 4 15,-2 2-3-15,1 1-3 0,5-3-7 16,2 4 4-16,-1 0-3 0,1-1-2 0,3 8 5 16,0-4-4-16,5 2 7 0,-2 3-4 0,9-3-2 0,4 5-12 15,-1 2 5-15,2 1-5 0,3-2 3 0,1 0-3 16,-3-4-10-16,4 2-2 0,-1 0-1 0,1-1-3 16,-1-1-5-16,-6-4 6 0,2 5-5 0,-2-6-3 15,3 0 8-15,-3-2-8 0,-5 0-6 0,1-1 4 16,-1 1 6-16,-5-8-11 0,2 5 3 0,-2-2-3 15,1 0-3-15,-2-3 0 0,-3 0 1 0,1 3-5 16,1-2-3-16,-3-5 7 0,0 8-4 0,0-8-3 16,-10 7 10-16,10-7 5 0,-16 2-6 0,3 3 5 15,-2-1 13-15,-7-3-17 0,1-1 0 0,-1 2 4 16,-8-2-20-16,4 1-8 0,0 4-26 0,4-3-14 16,-1-2-20-16,1 0-26 0,6 1-19 0,-1-1-19 15,6 4-34-15,2-4-12 0,-2 2-19 0,11-2-29 0,0 0-46 16,0 0-200-16,0 0-526 0,0 0 234 0</inkml:trace>
  <inkml:trace contextRef="#ctx0" brushRef="#br0" timeOffset="-5201.9">25031 16093 275 0,'3'-8'287'0,"2"0"-5"0,-2 2-9 15,2 0-25-15,-3-1-17 0,1 0-25 0,-3 7-21 16,3-7-21-16,-3 7-19 0,0 0-12 0,0 0-3 15,0 0-20-15,7 21-10 0,-12-12-5 0,5 7-7 16,-2-1-14-16,2 5 0 0,0-5-7 0,0 3-11 16,7 5-1-16,-7 2-5 0,2-6-5 0,4 4-2 15,-4-2-7-15,5-3 0 0,-1 1-4 0,1-2-2 16,1-2-4-16,-1-1-3 0,-1 1-4 0,-1-7 3 16,-1 1-3-16,4-1 1 0,-5-2-5 0,2-5 2 15,2 4-2-15,-7-5-2 0,15 0 4 0,-15 0 0 0,11-10 6 16,-4 2 1-16,-1-1 10 0,1-4 5 0,-2-3-4 15,2 1 16-15,-1 0 16 0,-1 3 3 16,-1-5 5-16,2 3-3 0,-4 1-3 0,4 1-3 0,-6 2-5 16,2-2-1-16,3 1-10 0,-3 3-3 0,-2-1-4 15,5 3-5-15,-4 0-5 0,-1 0-16 0,0 6-32 16,5-9-30-16,-5 9-40 0,0 0-30 0,0 0-24 16,0 0 4-16,4-3-7 0,-4 3-10 0,0 0-6 15,0 0-14-15,6 15-20 0,-1-12-22 0,3 2-15 16,1 0-21-16,-1-3-201 0,12 4-488 0,-4-3 215 15</inkml:trace>
  <inkml:trace contextRef="#ctx0" brushRef="#br0" timeOffset="-4826.92">25870 15915 194 0,'-4'-11'266'0,"-2"2"-12"0,-3-2-14 0,0 0-10 0,-3 2-13 16,0 1-19-16,-3 2-16 0,1 2-17 0,-5-1-14 15,3 5-10-15,1 0-11 0,-3 8-7 0,0-1-6 16,4 1-5-16,-2 5-6 0,1 1-9 16,2 6 0-16,-2 0-2 0,6 0-6 0,3 10-2 0,1-3-15 15,-3 3-8-15,14 1 3 0,-4 10-6 0,3 0-7 16,5-3-3-16,-5 1-5 0,10 0-5 0,-1 0-9 16,0 0-1-16,2 3 5 0,-4-3-4 0,3 0-17 15,-5-9 10-15,1-1-5 0,-2 3-2 0,-1-5 1 16,-3 0-8-16,0-2 1 0,5 1 0 0,-9-7 6 15,-1 1-9-15,0-4-4 0,0 0 4 0,0-4-3 16,-5 5 11-16,4-8-8 0,-4 3-7 0,1-5 1 16,-1 1 3-16,-1 0-2 0,-1-4-2 0,4-1 2 15,-4 0-2-15,7-3-6 0,-11 3-9 0,11-3-5 16,-14-9-13-16,8 5-12 0,-1-4-13 0,2 0-14 16,5-3-14-16,-8-3-19 0,8-3-24 0,0 2-12 15,8-5-30-15,-3-7-22 0,10-14-29 0,8 5-28 0,0-7-184 16,4 0-468-16,-1 1 207 0</inkml:trace>
  <inkml:trace contextRef="#ctx0" brushRef="#br0" timeOffset="-4512.89">25999 16257 213 0,'20'-24'87'0,"-4"-1"28"0,2 2 35 16,-8 8 13-16,-1-3 32 0,2 5 11 0,-1-1 2 0,-5 6 2 15,3-1-5-15,-4 1-15 0,1 5-19 0,0-5-22 16,-2 0-10-16,-1 4-16 0,-2 4-17 0,6-3-8 16,-6 3-10-16,0 0-10 0,12 15-1 0,-6-7-8 15,-4-4-2-15,5 5 4 0,-1 6-16 0,1-1-2 16,5-1 3-16,-4 1-5 0,5 1-4 0,-5-3-5 15,1 0-3-15,-3-2 1 0,7 2-3 0,-4-6 1 0,-1 1 0 16,5-2 4-16,-4 2 7 0,-1-4 1 0,5-1 3 16,0 1 13-16,-4-3 9 0,-9 0 1 15,23-6-2-15,-17-3-7 0,9 1 15 0,0-2 5 0,-3-4-3 16,-1 1 0-16,3-1-2 0,-3-1 0 0,-3 2 5 16,1-1 1-16,-3 2 2 0,3 0-4 0,-3 5-12 15,-2-6-7-15,2 6-9 0,-3-1-5 0,-1 4-6 16,1-1-10-16,-3 5-14 0,7-10-32 0,-4 10-41 15,-3 0-42-15,4-4-32 0,-4 4 2 0,0 0-19 16,0 0-17-16,1 15-29 0,3-7-28 0,-4 4-35 16,0-8-52-16,5 8-73 0,-10-1-194 0,10-7-617 15,-5 7 274-15</inkml:trace>
  <inkml:trace contextRef="#ctx0" brushRef="#br0" timeOffset="-4341.03">25931 15542 99 0,'-20'-12'205'16,"4"-1"-24"-16,-6 4-10 0,7 4-22 0,0-2-17 0,0 6-43 16,2 1-46-16,13 0-45 0,-13 3-79 0,3 3-84 15,7 3-178-15,3 0 79 0</inkml:trace>
  <inkml:trace contextRef="#ctx0" brushRef="#br0" timeOffset="-3825.42">27690 15312 127 0,'2'-20'377'0,"-2"8"-6"0,0-4-14 0,0 1-6 16,0 7-12-16,0-2-17 0,0 5-22 0,0-2-34 16,0-2-29-16,0 9-32 0,0 0-29 0,-2-8-3 15,2 8-29-15,0 0-18 0,-21 20-13 0,13-4 5 16,-12 7-19-16,-3 7-1 0,-2 5-5 0,-5 5 0 15,5-1-11-15,-1 5-9 0,-1-1-1 0,4 0-9 16,1 8-4-16,-1-4-5 0,7 1-4 0,-3-1-5 0,5 5-2 16,4-6-5-16,3 5-3 0,7 2-1 15,2-7-3-15,6 5-3 0,-1-7 0 0,7 4-6 16,5-9-11-16,-1 0-16 0,3-4-20 0,9-5-34 0,2-3-40 16,4-5-43-16,-4-7-37 0,6 4-54 0,-7-4-47 15,12-7-63-15,-11 1-305 0,4-6-702 0,-1-3 310 16</inkml:trace>
  <inkml:trace contextRef="#ctx0" brushRef="#br0" timeOffset="-3314.91">28081 15655 152 0,'-7'-4'245'0,"4"-2"-22"0,-4 0-23 0,2 3-19 16,-1-1-23-16,6 4-10 0,0 0-8 0,0 0-7 15,0 0-11-15,-22 7-7 0,21-1-5 0,1 1-7 16,-2 4-8-16,-3-2-8 0,5 1-9 0,0 2-6 0,5 3-8 16,-5 2-1-16,2-2-10 0,-1 0-5 15,6 0-7-15,0 3 0 0,-1-3-5 0,1 3-3 16,-1-6-2-16,3 4-4 0,-1-5 1 0,-1 1-6 0,1-1 2 16,0-7 1-16,-1 5-4 0,6-3-4 0,0-3-1 15,-3 2-1-15,7-5-2 0,-1 0 1 0,1-4-1 16,-2 3-2-16,1-2 0 0,-4 0 1 0,3-2 4 15,0-3 8-15,-4 6 3 0,1-4 15 0,-2 3 14 16,1-1-1-16,-1-3 0 0,-1 3 2 0,-1 3-1 16,-2-1-4-16,-6 2-8 0,10-5-10 0,-10 5 4 15,12-3-5-15,-12 3-3 0,15 0 6 0,-15 0-8 16,15 3-8-16,-9 0 3 0,9-1-6 0,-8 0-4 16,6 8 0-16,2-4-1 0,0-3-2 0,0 5-1 15,1 0 0-15,3 0 1 0,-1-4-3 0,-2 3-3 16,3 0 1-16,-3-6 1 0,1 7 4 0,-2-8-8 15,-2 0 8-15,2-3-4 0,-9-2 3 0,9 2 8 16,-7-1 5-16,7-4 8 0,-8 1 8 0,0-5-9 0,1 1 2 0,-3-5 1 0,-3 4-3 16,-1-6 5-16,4 3 0 0,-5-3-3 0,-5 3-6 15,4-3-2-15,-6 5-3 0,5-6-6 0,-4 2 3 16,-1 2-12-16,2 1-16 0,-5 1-25 0,3 3-21 16,1 1-31-16,4 1-37 0,-4 5-36 0,-1-4-46 15,5 0-59-15,-1 1-65 0,3 6-181 0,-3-6-553 0,3 6 244 16</inkml:trace>
  <inkml:trace contextRef="#ctx0" brushRef="#br0" timeOffset="-3080.54">29298 15760 450 0,'0'0'490'0,"6"-5"-16"16,-6 5-24-16,0 0-27 0,3-7-31 0,-3 7-28 16,4-5-30-16,-4 5-32 0,0 0-28 0,0 0-29 15,0 0-21-15,0 0-28 0,0-7-30 0,0 7-36 16,0 0-47-16,0 0-57 0,0 0-75 0,0 0-71 16,0 0-61-16,0 0-59 0,15 11-70 0,-15-11-89 15,8 8-222-15,5-1-673 0,-5-4 298 0</inkml:trace>
  <inkml:trace contextRef="#ctx0" brushRef="#br0" timeOffset="-2549.31">29945 15486 185 0,'3'-5'272'0,"-3"5"-16"16,3-5-21-16,-3 5-16 0,0 0-11 0,2-7-15 15,-2 7-16-15,0 0-24 0,0 0-17 0,0 0-16 16,0 0-12-16,0 0-12 0,0 0-10 0,0 0-10 16,0 0-5-16,-20 2-6 0,20-2-7 0,-21 10-5 15,2-5-6-15,3-2-1 0,-6 1 4 0,6 1 0 0,-4 0 0 16,3 0 2-16,-3 0-4 0,-1-1-3 0,-1 3-6 15,6-3-3-15,1-1-1 0,2 3-5 16,4-1-3-16,0 0 3 0,0-3-7 0,6 6 7 16,-4-6-4-16,7 8 3 0,0-10 9 0,7 14 3 0,0-6-2 15,7 6-2-15,8-6-3 0,4 3-13 0,1 5 5 16,21-1-1-16,-5 1-2 0,5-3-5 0,-5 2 3 16,2-5-8-16,-1 1 0 0,1-3 3 0,-10-3-3 15,10 0-3-15,-9 0-4 0,-5-4 5 0,2-2-5 16,-3-1 12-16,-3-1-13 0,-1-2-3 0,-4 1 3 15,-2 1 3-15,-2-7-2 0,-3 3-1 0,0-1 2 16,-7-3 1-16,0-4-4 0,4 3 3 0,-9-4-3 16,-1 6 2-16,-2-7-4 0,-2 2 1 0,-6-4-1 15,1 2-4-15,-9-8 2 0,1 6 1 0,-13-2-2 16,6 2 4-16,-19-4-11 0,4 0-12 0,9 8-5 16,-7 2-12-16,6 1-22 0,-3-2-17 0,-3 7-23 15,6 2-12-15,0 2-28 0,3 3-33 0,-2 0-36 16,8 2-21-16,3 2-41 0,3 0-149 0,-1 3-453 0,6-1 201 15</inkml:trace>
  <inkml:trace contextRef="#ctx0" brushRef="#br0" timeOffset="-2283.7">30027 15184 183 0,'0'0'202'0,"0"0"-7"0,0 0-1 0,-14 11 6 0,9 0 0 16,1 2 1-16,3 5-8 0,1 9-2 0,0 4 6 15,5 13-11-15,3-3-16 0,3 6-7 0,3 0-16 16,-1-4-11-16,3 2-17 0,-1 5-6 0,5-7-12 16,-2 4-11-16,1 3-5 0,2-10-12 0,1 6-7 15,-6 0-3-15,7-8-9 0,-3 5 5 0,-3-8-14 16,-4-8-11-16,4 0-7 0,-3-4-28 0,1-7-25 15,-8 1-39-15,5-3-33 0,-2 1-42 0,-6-7-61 16,5-1-79-16,1-3-200 0,-4-4-519 0,-6 0 230 16</inkml:trace>
  <inkml:trace contextRef="#ctx0" brushRef="#br0" timeOffset="-1893.09">30792 15015 278 0,'0'-7'305'0,"0"-3"-18"0,7 1-10 15,-7 5-21-15,0-2-15 0,0 6-21 0,0-10-26 16,0 10-22-16,0-8-23 0,0 8-18 0,0 0-12 15,0 0-14-15,0 0-2 0,-12 21-21 0,9-7-7 16,-4-1-4-16,2 1-10 0,-5 11-3 0,2-1-2 16,1 2-5-16,-4 1-6 0,1 0-3 0,5 1 1 15,-2 1-4-15,2-1-2 0,-1 5 0 0,2-4 3 16,4 2-1-16,0 2-2 0,0-3 7 0,4 0-10 16,1-2-1-16,6 2-4 0,-4-3-3 0,8 2 12 15,5-2-12-15,3-2-7 0,-2-2 2 0,9 5-4 16,-2-5 1-16,0-7-3 0,1-1-1 0,2 0-17 0,-1-6-7 15,1 1-26-15,2-3-32 0,-3-6-29 0,-3 1-39 16,-6-4-40-16,1-4-45 0,12 1-38 0,-5-6-238 16,-5-2-537-16,-2-4 237 0</inkml:trace>
  <inkml:trace contextRef="#ctx0" brushRef="#br0" timeOffset="-1689.97">31497 15342 154 0,'0'0'184'0,"0"-11"-10"15,0 11-11-15,0 0-16 0,0 0-8 0,-6-5 3 16,6 5-3-16,0 0-5 0,0 0-1 0,-15 16-14 16,6-13-7-16,-1 3-11 0,1 6-9 0,0-2-8 15,-2 4-10-15,-1-2-8 0,-3 3-8 0,2 2-1 16,3-4-4-16,-7 8-5 0,1-1-3 0,3-4-8 16,-1-1 0-16,0 6-4 0,0-3-6 0,1-3-20 15,3 1-24-15,-3 1-31 0,3-4-42 0,0 1-37 16,2-5-53-16,4-1-170 0,-1 0-379 0,-1 1 168 15</inkml:trace>
  <inkml:trace contextRef="#ctx0" brushRef="#br0" timeOffset="-1471.23">31160 15312 182 0,'-7'-9'295'0,"7"3"-12"16,-3 0-22-16,-2 3-23 0,5 3-28 0,0-8-18 15,0 8-20-15,0 0-17 0,0 0-12 0,0 0-12 16,8 19-8-16,-1-3-19 0,-1-5-10 0,9 9-8 16,0 4-2-16,6-2-17 0,-4-3-5 0,3 5-8 15,3 2-3-15,4-2-7 0,2 3-15 0,-4-8-20 16,12 8-29-16,-16-6-29 0,6-2-34 0,-6 1-44 16,6-6-50-16,-8-2-59 0,-2-5-161 0,3-3-428 15,-4 1 189-15</inkml:trace>
  <inkml:trace contextRef="#ctx0" brushRef="#br0" timeOffset="-1189.9">31668 15195 301 0,'0'0'321'0,"0"0"-17"0,0 0-16 0,0 0-21 16,0 0-21-16,0 0-22 0,0 0-21 0,0 0-24 15,0 0-9-15,0 0-14 0,21 11-10 0,-11-4-17 16,2 6-12-16,1-1-7 0,0 11-12 0,5-1-15 16,-3 6-2-16,7-1-8 0,-6 0-8 0,6-4-11 15,-1 20 2-15,-6-16 1 0,0 1-17 0,3 1-3 16,-8-1-5-16,5 0-6 0,-2-1-27 0,-4 3-26 16,1-6-28-16,-5 2-26 0,1-10-26 0,-4 1-25 15,3-2-35-15,-5-5-35 0,0-2-31 0,2 0-47 16,-2-8-150-16,0 4-465 0,0-4 205 0</inkml:trace>
  <inkml:trace contextRef="#ctx0" brushRef="#br0" timeOffset="-830.54">31980 14711 163 0,'-4'-9'385'0,"0"1"-1"0,-1 2-17 0,4 1-28 0,1 5-26 16,0-7-40-16,0 7-17 0,0 0-28 0,0 0-21 16,29 18-13-16,-7 3-3 0,1 0 0 0,9 11-13 15,4 3-1-15,0-1-5 0,1 3-9 0,-1 6-8 16,2-1-12-16,0 0-14 0,2 5-11 0,-7 3-11 15,2-3-3-15,5 17-16 0,-11-12-8 0,0 2-9 16,-6-3-6-16,7 17-10 0,-16-16-5 0,-7-1-5 16,6 3-5-16,-8 2-5 0,-8-1-2 0,-7 18-5 15,-2-17-6-15,-17 19-14 0,-1-5-16 0,-7 3-29 16,-2-5-39-16,-6-4-42 0,-8-3-31 0,-3 3-31 16,-7-5-21-16,2-2-53 0,3-3-59 0,-9-8-45 15,19-12-287-15,-3 0-697 0,2-1 310 0</inkml:trace>
  <inkml:trace contextRef="#ctx0" brushRef="#br0" timeOffset="5088.34">14390 13870 204 0,'0'-6'271'0,"0"6"-6"0,0-9-18 0,3 4-3 15,-3 5 1-15,3-7-19 0,-3 7-13 0,0-5-11 0,0 5-15 16,7-5-18-16,-7 5-21 0,0 0-6 0,0-8-14 16,0 8-17-16,0 0-7 0,0 0-11 0,0 0-9 15,0 0-12-15,0-9-3 0,0 9-9 0,0 0-8 16,0 0-7-16,0 0-8 0,0 0-1 0,0 0-2 16,0 0 1-16,0 0-7 0,0 0-10 0,0 0 5 15,0 0 8-15,0 0-20 0,0 0 5 0,0 0 0 16,0 0-2-16,0 0-3 0,0 0-3 0,0 0 5 15,0 0 0-15,0 0-2 0,0 0 2 0,0 0-6 16,0 0 4-16,0 0 0 0,0 0 0 0,1-3-1 0,-1 3 1 16,0 0-2-16,7-7-3 0,-7 2-2 15,7 0-1-15,-7 5 3 0,1-11-6 0,4 2 3 16,0 0 2-16,-1-1-6 0,-4-1 5 0,8-4 2 0,-8 0-5 16,6 0 1-16,-4-1-3 0,3-7 5 0,-2 5-1 15,2-2-3-15,-5-6 4 0,0 4 14 16,4 3-20-16,-4 1 3 0,-4 0-3 0,4 0 1 0,-1 3-1 15,-6-1 2-15,7-1-3 0,-7 8 0 0,6-3 4 16,-4 3 2-16,5 1-6 0,-8-2 1 0,1 2-4 16,0 3 0-16,6-2 2 0,-6 4-3 0,-1-1-6 15,8 4 3-15,-10-3-1 0,10 3 1 0,-17 3 4 16,6 1-2-16,2 2 0 0,3 2 2 0,-6 1-2 16,4 5 3-16,0-1 0 0,1 2 1 0,4 0-2 15,-4 3-4-15,4 3 6 0,1 6 5 0,1 4-1 16,2-2-2-16,-1 0-1 0,7-1 4 0,-2 14-1 15,-2-11-2-15,4-1 0 0,1 9 0 0,0 2 2 0,2-8 4 16,2 6-2-16,-7-8-1 0,6 7-2 0,-6-8 2 16,4 7 0-16,-3-3-1 0,1-3 10 15,-1-3-10-15,-4 1-1 0,-2-4-1 0,0 2 0 0,0-1 1 16,0-6 1-16,0-1 3 0,-2 0-3 0,-3 2 1 16,4-6 0-16,1-1-4 0,-7-2-3 0,7 0-10 15,-3 0-15-15,0-3-13 0,3-2-16 0,0 0-11 16,-2-3-14-16,2-4-13 0,0 9-29 0,0-9-47 15,0 0-43-15,0 0-56 0,0 0-184 0,0 0-495 16,0 0 220-16</inkml:trace>
  <inkml:trace contextRef="#ctx0" brushRef="#br0" timeOffset="5307.08">14257 14051 47 0,'0'0'293'0,"-3"-10"-11"16,3 10-21-16,3-12-21 0,-3 12-19 0,12-3-13 16,-4-4-16-16,0 4-21 0,4-2-11 15,4 3-17-15,1 0-16 0,1 1-12 0,0-3-14 0,4 3-7 16,1 1-10-16,-1 1-13 0,-1 3 0 0,2-3-26 16,-1 1-35-16,-2 0-48 0,-2 5-54 0,-5-1-56 15,2-4-58-15,-2 1-203 0,-4 2-443 0,-1-1 196 16</inkml:trace>
  <inkml:trace contextRef="#ctx0" brushRef="#br0" timeOffset="5932.06">14638 14241 132 0,'0'0'257'0,"0"0"-24"16,0 0-22-16,0 0-25 0,-2-6-20 0,2 6-22 15,0 0-10-15,0 0-15 0,0 0-8 0,0 0-12 16,0 21-12-16,-1-12-11 0,1 0-9 0,-2 0-4 16,-3 1-6-16,5-2-3 0,0 1-6 0,0 3-6 15,-3-3-3-15,3 3-3 0,-2-3-7 0,2-2-2 16,0 4-2-16,2-2-2 0,1-3-3 0,-1 2 0 16,1-1-3-16,-3-7 1 0,2 8 1 0,1-4-3 15,2 0 3-15,1-2 0 0,-6-2-5 0,10 3 1 0,-10-3 0 16,20-5-1-16,-12 5-2 0,2-4-1 0,4-2-4 15,-4 0 0-15,1 3 2 0,-1-3-3 0,2 0 2 16,-1-5 2-16,-1 7 8 0,0-2 7 0,0-1 15 16,-3 0-1-16,1 3 13 0,-3 2 7 0,2-3-5 15,-6-2-1-15,-1 7-9 0,7-2-2 0,1 0-7 16,-8 2-4-16,5-5-8 0,-5 5-2 0,0 0-2 16,0 0-1-16,0 0-3 0,0 0 1 0,10 7 1 15,-10-7-6-15,7 9 7 0,-2-4-11 0,-4-2 3 16,8 5 7-16,-9-6-12 0,6 5 2 0,1-4-2 15,-1 1 2-15,1-1-3 0,0 1 0 0,-7-4 1 16,15 4 1-16,-11-4 3 0,-4 0-5 0,14 0 0 16,-14 0 3-16,15-4 1 0,-9 0 3 0,-1 0 8 0,2-7 7 15,-4 7 2-15,2-5 5 0,0 2-13 0,0-4-1 16,-3-1-7-16,3-1 1 0,-4 3 2 16,4-6-1-16,-5 1-8 0,2 3-14 0,-2 1-15 0,0 1-33 15,0 0-37-15,-3 2-48 0,-1 2-59 0,3-3-62 16,-6 5-228-16,4-1-529 0,-7 2 235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0:27:06.16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3639 1444 64 0,'-6'-27'397'0,"6"8"-5"0,-7-1-9 16,4 4-14-16,0 0-5 0,3 1-3 15,-2 4-8-15,2 1-21 0,0 2-35 0,0 3-37 16,0-4-30-16,0 9-32 0,0 0-16 0,0 0-9 15,11 31 12-15,-1-8-12 0,-5 4-7 0,7 11-14 16,1 2-10-16,2 4-11 0,-2 5-11 0,-3-3-12 16,2 1-11-16,-2 4-8 0,3-5-10 0,2-1-8 15,0-1-11-15,-7 0-1 0,9-3-4 0,-11-11-5 16,1-3-29-16,-1-2-28 0,-1-4-45 0,-3-4-28 16,3-1-45-16,-2-4-33 0,2-5-12 0,-1 4 0 15,-1-7-36-15,-1 0-62 0,-2-4-59 0,0 0-42 16,0 0-43-16,-7-26-217 0,0 5-680 0,-1-6 301 15</inkml:trace>
  <inkml:trace contextRef="#ctx0" brushRef="#br0" timeOffset="390.61">3663 1347 302 0,'1'-11'310'0,"4"6"4"0,-5-6-14 0,2 3-18 15,3 4-31-15,-5 4-28 0,1-6-20 0,-1 6 0 16,0 0 5-16,24 10 3 0,-11 2-20 0,7 3-39 0,1 4-28 15,2 1-11-15,-4 3-14 0,7 8-11 0,6 4-7 16,-3-4-2-16,4 8-12 0,1-4-7 16,-5-2-1-16,-1 7-6 0,9-2-10 0,-9-3-6 15,2-4 2-15,0 0-3 0,-6-7-4 0,-2 1 8 0,4-9-12 16,-11 2-4-16,2-3-5 0,-1 0 3 0,-2-3-2 16,-6-5-5-16,2 0 7 0,-2-3-4 0,2-4 14 15,-10 0-17-15,15-6-1 0,-8 0 3 0,-2-1-3 16,-2-4-3-16,-3-5 0 0,3-3-4 0,-3-8-3 15,-3-1 7-15,0 0-5 0,-2-13 8 0,-2 9-1 16,4-6-11-16,-4-3 20 0,4-4-16 0,1 7-2 16,0-5-1-16,-3 4 2 0,4 6 4 0,-4 1-2 15,5 4 3-15,-2-2 0 0,-1 3 0 0,6 2 3 16,-3 3-6-16,0 3 1 0,-3 4-2 0,0 0-1 16,3 5 7-16,0 0-28 0,0 3-35 0,-2 1-44 15,2 6-40-15,-2-7-14 0,2 7-13 0,0 0-35 16,0 0-37-16,-11 20-44 0,7-1-56 0,-2-1-171 15,-1 4-545-15,0 8 241 0</inkml:trace>
  <inkml:trace contextRef="#ctx0" brushRef="#br0" timeOffset="1312.44">4575 1785 173 0,'1'4'185'0,"6"-1"-3"0,-7-3-9 0,11 12-5 16,-7-5-5-16,6-3-10 0,0-1-4 0,-2 3-6 15,5 0-7-15,4 2-4 0,-2-3-8 0,6 3-12 16,-4-6-11-16,4 2-5 0,1-4-11 16,-1 0-8-16,9-3 0 0,-9 0 2 0,3-3 4 0,-5 3-2 0,3-5 2 0,-4-2-4 0,0-2-4 0,-3 0-4 15,-3-3-5-15,-1 0-4 0,-2-5-3 0,-3 4 6 16,-2 0 3-16,-4-4 10 0,0-3-5 0,-4 5 2 15,-2-1-1-15,-4 4 0 0,0-3-1 0,2 4-5 16,-7 1-8-16,0 4-9 0,0 2-7 0,-2-3-8 16,-1 8 1-16,-2 0-7 0,0 4-10 0,4 0-1 15,-4 9-1-15,5-3-2 0,0 0-5 0,0 9-4 16,2-2-1-16,2 6 2 0,1 4 6 0,8 1-3 16,-1-2-1-16,6 3 1 0,5 0-4 0,5 0 2 15,4 7 2-15,6-10 5 0,-3 2 0 0,10 2-3 16,0-5 3-16,4-2-13 0,6-2-10 0,-10-2-19 15,5-8-17-15,-1-1-19 0,8 2-20 0,-9-9-21 16,-2-2-18-16,2-2-19 0,-3-3-13 0,0-3-13 16,-5-2-11-16,-4-5 2 0,3-2 12 0,-5-2 20 15,-4 1 5-15,-5-6 20 0,2-2 36 0,-6 8 23 16,-1-3 36-16,0 2 26 0,-5 5 28 0,0-4 23 16,0 2 12-16,0 2 17 0,0 2 6 0,0-1 10 15,-6 7-3-15,6-1-5 0,-4-2-11 0,4 7-11 16,0 3-12-16,-6-6-5 0,6 6-10 0,0 0-4 15,0 0-3-15,0 0-3 0,-13 19-5 0,13-9-1 16,-2 0-4-16,2 4 3 0,2-1-6 0,-2 4-1 16,5-1 8-16,-2 2-14 0,-3-3 2 0,5 3-2 15,-2 1 0-15,4-2-1 0,-6-5-1 0,4-3-4 16,0 3 0-16,2-3 6 0,-2-2-1 0,0 0-1 0,5-2 3 16,-5-3-2-16,0 3-3 0,-5-5 1 0,16-2 2 15,-16 2-5-15,17-6 4 0,-11-1-3 16,9 0 0-16,-6-2-2 0,4-2 5 0,-3-1-2 15,0-2 13-15,0 5 15 0,-4-3 2 0,3-6 5 0,-3 6 4 16,2-3 14-16,-1 5 7 0,1-1 3 0,-3 2 6 16,-1 0 0-16,4 1 3 0,-5-2-9 0,-1 4-3 15,-2-2-4-15,2 4-14 0,1-4 2 16,-3 8-11-16,2-7-2 0,-2 7-12 0,0 0-12 0,1-4-13 16,-1 4-17-16,0 0 6 0,0 0-7 0,0 0-1 15,-1 19-2-15,2-10 3 0,2 2-5 0,1 4 2 16,1-3 3-16,1 8-2 0,3-5-4 0,2 9 2 15,4 2 4-15,3-5 4 0,-3 0-5 0,2-1 3 16,4-1-4-16,-1-3 7 0,-3-2-9 0,1-4 5 16,2 1 2-16,0-4 5 0,-4 1-1 0,4-4 4 15,-3-2 1-15,2-2 0 0,-2-2-1 0,0-3 3 16,-6-3 8-16,-1-2 7 0,0-2-3 0,-5-5 5 16,2-7 0-16,-2 4 1 0,-4-5 3 0,-1-5-8 15,0 3-2-15,-5-4-1 0,2-3 4 0,-2 6-3 16,0 0-1-16,2 2 1 0,1 5-2 0,0 3-19 15,-4-1-26-15,4-1-25 0,-3 5-35 0,0 4-40 16,2-1-42-16,-4 8-56 0,2-2-66 0,2 1-282 16,3 5-633-16,-13 0 281 0</inkml:trace>
  <inkml:trace contextRef="#ctx0" brushRef="#br0" timeOffset="1937.42">5768 1603 183 0,'0'0'257'0,"-5"-5"-15"15,5 5-16-15,0 0-30 0,0 0-19 0,0 0-20 16,12-4-13-16,-12 4-17 0,14 9-13 16,-5-1-11-16,6-1-8 0,-1 5-12 0,0 2-7 15,7 1-8-15,2 0-8 0,1 3-5 0,-5 0-7 0,3 0-2 16,1 3-8-16,-8-6-1 0,-5 3-4 0,7-5-3 16,-3 4-4-16,-2-5 3 0,1 6-9 15,-3-3-1-15,0-3-2 0,-3-1-6 0,-2-3-1 16,0 1 2-16,-4-1 1 0,3-1-5 0,1-2-1 0,-5 1-1 15,0-2 3-15,0-4 8 0,0 0 15 0,-5 8 10 16,5-8 10-16,0 0 15 0,-10 1 6 0,10-1 21 16,0 0 4-16,0 0 8 0,0 0 1 15,-17-9 0-15,17 9 0 0,0-8 2 0,-6 0-4 0,7-3-5 16,-2 3-12-16,7-6 1 0,-6-1-16 0,7-3 1 16,3 3-10-16,0-4-5 0,6-7-11 0,-1 4-4 15,0-1-7-15,0 2-9 0,0 0-9 0,0 0-6 16,0 4-21-16,-1 4-18 0,1-2-19 0,0 1-25 15,-3-1-14-15,-2 3-28 0,0 5-25 0,1-2-34 16,-2 5-40-16,-1 0-45 0,3 1-30 0,-2 3-36 16,-9 0-163-16,16 3-524 0,-11 1 232 0</inkml:trace>
  <inkml:trace contextRef="#ctx0" brushRef="#br0" timeOffset="2558.94">6620 1692 177 0,'-1'-8'253'0,"-3"-1"-3"0,-4 2-10 0,0-1-3 16,1 0-12-16,-1 0-16 0,0 2-24 0,-6-2-13 15,-1 1-21-15,2 2-14 0,-5 0-14 0,-2 5-12 16,0 1-11-16,-1 2-14 0,4 3-8 0,-6 0-9 16,-7 9-6-1,7-2-7-15,3 2-6 0,-5 0-4 0,7 5-4 16,2-5-5-16,6 3-2 0,0 0-4 0,0 1-1 15,8-4-5-15,-3 5-1 0,7-2-2 0,1-5 1 16,4 2-1-16,1-3-3 0,4 2-1 0,1-6 1 16,7-1 6-16,-2-6-13 0,3 4 1 0,3-5-7 15,-4-5 2-15,9 2 0 0,-10-2-3 0,5-7 0 16,0-2 0-16,-5 2 5 0,-2 0-6 0,-2-12 2 16,0 13 6-16,-2-5 6 0,-5 2 19 0,4 1 11 15,-2 2 4-15,-10-1 19 0,8 2-11 0,0 5-3 16,-4-2-7-16,-4-1-8 0,3 4-6 0,-1-1-13 15,-2 5-4-15,0 0 7 0,0 0-9 0,0 0 8 16,8 16-13-16,-8-8-4 0,3 0 4 0,2 4-4 16,3 0 0-16,1 5-2 0,4-4 1 0,-1 3-5 15,7 2 2-15,3-1-2 0,3-2 7 0,5 1-15 16,-1-5 2-16,4 0-4 0,-1-4 1 0,4-1 2 16,-1-4-3-16,-2-5 2 0,2-2-2 0,0-4 1 15,-1-3-2-15,3-5 2 0,-1-6-4 0,1-8-12 16,-1 1-7-16,-8-7-2 0,4-5-10 0,-6-4 0 15,-4-4 0-15,-4-7 3 0,-7 3 2 0,-1-20 5 16,-5 22 2-16,-5-3 17 0,-5 6 19 0,2 0 18 16,-4 4 19-16,-1 7 9 0,0 7 2 0,-5 1 2 15,1 3-3-15,-3 2-2 0,-1 0 0 0,-1 6-3 16,-3 1-10-16,5 8-5 0,-1-2 11 0,-4 5-24 16,-2 3 0-16,3 8 12 0,-6 4-15 0,5 6-8 0,-3 3 0 0,4 9-7 0,-5 13 9 15,7 0 0-15,2 11 0 0,7-1-1 0,8 6-3 16,7 1 12-16,1 24-5 0,12-6-14 0,6 2-18 15,9-8-27-15,-9-15-24 0,22 12-43 0,-13-18-36 16,18 12-25-16,-12-17-59 0,21 6-89 0,-16-18-233 16,5-6-600-16,1-2 265 0</inkml:trace>
  <inkml:trace contextRef="#ctx0" brushRef="#br0" timeOffset="3152.67">8241 1243 190 0,'0'-9'330'0,"0"4"-20"0,1-2-12 0,-1 3-47 16,0 4-25-16,0-7-25 0,0 7-22 0,0 0-7 16,0 0-33-16,7 13-11 0,0 4-13 0,-7-1-14 0,8 10 2 15,-2 1-18-15,-1-1-12 0,4 16-4 0,-6-1-6 16,9-1-5-16,-6-1-10 0,-4 5 0 15,5-2-4-15,-6-1-2 0,4-9-7 0,-5-5-14 16,0 2-17-16,0-2-14 0,-2-9-13 0,2-1-14 0,2-4-20 16,-2 2-10-16,-2-7 5 0,-1-4 8 0,3-4-24 15,-8 0-2-15,8 0-4 0,0 0 8 0,-5-27 8 16,-5 9 7-16,5-6 3 0,0-8 4 16,0-7 4-16,-2-3 8 0,-1 0 4 0,2-7 2 0,6 3 6 15,5 4 15-15,-10 0 26 0,5-1 22 0,5 10 15 16,-4 2 15-16,-1 4 16 0,2 3 11 0,4 4 7 15,-6 5-2-15,0 0 6 0,0 3-11 0,5 0-9 16,-5 5-20-16,2 2-4 0,-2 5-9 0,0 0-2 16,0 0-8-16,13 20-1 0,-4-2-9 0,4 10 5 15,-3 8-5-15,10 4-6 0,-4 6 2 0,9-2-4 16,-3 3 0-16,6 3-2 0,3 20 0 0,-3-20-3 16,7-2 12-16,-5 0-15 0,0-3-1 0,8 4 0 15,-10-14-3-15,7 3 4 0,-2-6 1 0,-12-9-2 16,6-4-4-16,-4-2 5 0,-5-7 0 0,2-1 0 15,-2-6-1-15,-5-3-2 0,7-5 6 0,-12-5-3 16,6-6 1-16,-8-4-7 0,-2-5-1 0,1-15 11 16,-4-3-8-16,-2-6-2 0,1 0 0 0,-5-4 1 15,1 2 2-15,-2 3-2 0,1 1-4 0,-4 1 2 16,1 6-3-16,2 1-1 0,2 13-1 0,-1 2-8 16,0 1-18-16,4 8-17 0,-6 1-25 0,4 6-24 15,1 1-11-15,-1-3-7 0,3 10-18 0,-12 3-8 16,12-3-21-16,-3 17-23 0,3-2 0 0,7 4-28 15,1 7-9-15,-2-1-148 0,9 16-395 0,-6-11 175 16</inkml:trace>
  <inkml:trace contextRef="#ctx0" brushRef="#br0" timeOffset="3449.53">9250 1851 96 0,'7'-8'228'0,"3"1"13"0,1-5 6 16,-2 0 5-16,-3-5 1 0,3 4-2 0,-3-6-4 15,1 1-15-15,-5-4-9 0,2-3-13 0,-4 2-10 16,0 0-5-16,0 3-10 0,-4 1-16 0,2 0-21 16,-5 1-9-16,1 6-23 0,-1-1-4 0,4 4-21 15,-9 3-10-15,4-2-8 0,-5 5-12 0,4 1-6 0,-6 2 4 16,1 1-22-16,-1 5 4 0,0 6-14 16,0-3-2-16,2 9 0 0,-4 0 3 0,4 6-8 15,3-2-11-15,2 5 6 0,3 5-7 0,3-5 1 16,2 3-9-16,3 1-1 0,4-2 5 0,6-4-12 0,2 4 1 15,2-4-14-15,7-1 2 0,1-2-15 0,13 2-23 16,4-8-16-16,1-1-21 0,-2-3-17 16,7-5-21-16,-2-2-15 0,4-10-20 0,-4-2-18 15,4-4-23-15,-4-1-12 0,-3-5-23 0,9-5-205 0,-9-5-485 16,-3-1 215-16</inkml:trace>
  <inkml:trace contextRef="#ctx0" brushRef="#br0" timeOffset="3668.27">9697 1044 233 0,'-21'-23'242'0,"-1"4"-2"0,7 4-3 16,0 2-15-16,2 3-24 0,7 3-22 0,-4 2-19 15,3 1-20-15,-1 4-10 0,8 0-16 0,-14 7-10 16,14 5-10-16,0 3-7 0,2 5-6 0,3 8-10 16,5 12-3-16,3 0-7 0,2 3-5 0,7 1-4 15,-2 2-4-15,4 7-3 0,3-10-4 0,-4 8-4 16,0-6-1-16,0 2-3 0,-3-1-5 0,0-3-16 15,-3-1-30-15,-2-14-36 0,-7 2-44 0,2-6-51 16,-4-5-48-16,3-3-209 0,-4 0-443 0,-5-9 196 16</inkml:trace>
  <inkml:trace contextRef="#ctx0" brushRef="#br0" timeOffset="3871.39">9389 1454 230 0,'-3'-3'285'16,"-4"-2"-10"-16,7 5-21 0,0 0-27 0,0 0-20 16,0 0-19-16,12-9-21 0,0 9-21 0,6 6-12 15,8-3-14-15,4 3-10 0,2 1-12 0,11 5-11 16,-7-4-10-16,7 2-2 0,3 6-12 0,4-6-13 16,-4 0-33-16,-1 7-35 0,3-7-39 0,-2 7-37 15,-1-8-53-15,-4 0-44 0,-9-5-194 0,-4 1-415 16,-5-5 184-16</inkml:trace>
  <inkml:trace contextRef="#ctx0" brushRef="#br0" timeOffset="4355.75">10131 1435 152 0,'0'0'231'0,"-5"-4"-18"16,5 4-27-16,0 0-14 0,0 0-23 0,0 0-15 0,0 0-12 15,-13 13-12-15,11-5-11 0,2-1-10 0,-2 12-9 16,4-3-5-16,-2 0-7 0,7 11-7 15,-6-1-7-15,4 1-2 0,2-3-7 0,-4 3-5 16,2-1 1-16,3-1-7 0,-3 2 2 0,0-8-7 0,2-2-1 16,3 1-2-16,-2-3-1 0,-1 0-2 0,-4-7 2 15,4-1-2-15,1-3-6 0,0 4 9 0,1-9-10 16,0 2 1-16,1-7-1 0,-1 0-2 16,-1 0 0-16,7-6-3 0,0-8 2 0,-2 4 8 0,2-3 33 15,-2-5 2-15,2 2 11 0,-2-2 10 0,-4 8 7 16,-1-3 14-16,3 2-7 0,-2-3 2 0,-3 4-11 15,3 4 6-15,-3 4-5 0,-2-7-11 0,0 8-7 16,-2 4-10-16,5-3-7 0,-4 3-5 0,4 0-5 16,-7 3-7-16,18 10-2 0,-7-2 6 0,4 7-15 15,2 1-2-15,-2 3 1 0,3 4-3 0,4 0-2 16,-3-2-1-16,13 12 3 0,-9-10-5 0,-1 1 1 16,-1-6 4-16,2 1-8 0,-1-1 4 0,-7-6-1 15,5-2-5-15,-1 2 3 0,-5-7 5 0,-1-1 0 16,-2-4-5-16,1 2 4 0,0-2-7 0,-2-3 8 15,-1-5-10-15,1-7 1 0,-3 5-5 0,-4-10 4 16,1 1 1-16,-4-5 1 0,0-3-6 0,-4-1-1 16,-4-3 1-16,-2 3 21 0,4-1-25 0,-6 2-11 15,2 1-4-15,-3 1-13 0,4 5-13 0,-7-4-24 16,4 7-19-16,4 4-16 0,0-1-35 0,0 5-41 16,3 1-55-16,-2 1-42 0,4 2-221 0,3 5-539 15,-5-3 239-15</inkml:trace>
  <inkml:trace contextRef="#ctx0" brushRef="#br0" timeOffset="4919.74">11440 1489 37 0,'-3'-7'326'0,"1"-1"-19"0,-4 3-21 16,1-2-27-16,-5 4-14 0,3-4-33 15,-3 1-20-15,-3 3-20 0,1 0-6 0,-4-3-28 16,-1 6-15-16,-3 0-13 0,5 3-11 0,-3 4-11 16,8 0-6-16,-6 1-10 0,1 2-6 0,2 3-6 0,3-1-4 15,3 0-6-15,0 5-6 0,1 0-5 0,4-5-6 16,2 7-2-16,0-3-2 0,7-1-6 16,1-3-6-16,4 0-1 0,-1 0-3 0,4-3-2 15,0-3-4-15,-2-2-1 0,4-1-5 0,3-3-2 0,1 0 13 16,-4-3-8-16,3-1-1 0,1-2-2 0,-4-3-3 15,4 1 4-15,-4-1-1 0,1-7 2 16,-2 7-2-16,-1-3 2 0,0-3 2 0,2-2 10 16,-6 7 6-16,1-4 3 0,1 4 10 0,-1-2 14 0,-4 3 2 15,0-5 2-15,1 9 6 0,-3-2-12 0,-1 0 12 16,0 2-13-16,2 0-8 0,-1 3-5 0,-6 2-6 16,7-1-5-16,-7 1-8 0,0 0 8 0,15 8-10 15,-8 0 5-15,-3 3-7 0,1 0 5 0,7 6-7 16,-4 0-3-16,9 2 1 0,-6 3-3 0,-1 1-4 15,9 3 8-15,-3-2-17 0,-1-4 9 0,2 3-2 16,2-2-1-16,-2-3-5 0,-4-3 8 0,0-3 0 16,-1-3 2-16,1-1 3 0,-4-3-4 0,2 2 11 15,-1-5 15-15,-2 1 20 0,-8-3 10 0,20-7 5 16,-11-2 5-16,-5 0-11 0,0 0 2 0,2-9 2 16,-4 1-7-16,3-2 2 0,-5-2-3 0,0-6 0 15,0-3-9-15,-5 2-7 0,3-3-8 0,2 1-1 0,0 2-26 16,-3 0-25-16,6-1-32 0,-3-3-28 15,2 4-33-15,3 4-36 0,-3-8-47 0,6 5-60 16,7 0-55-16,-2 5-287 0,2 1-653 0,7-4 289 16</inkml:trace>
  <inkml:trace contextRef="#ctx0" brushRef="#br0" timeOffset="5169.72">12279 924 115 0,'0'0'181'0,"0"0"-2"0,0 0-13 16,0 0-7-16,0 0-10 0,-3 15 12 0,3-7-7 15,0-1-15-15,0 3-10 0,0 7-7 0,0 4-19 16,0-7-7-16,3 14-12 0,1 3-9 0,1 10 2 16,4-4-10-16,-7-3-8 0,3-3-4 0,3 9-5 15,1 6-4-15,-3-3 2 0,3-1-8 0,4-4-11 16,-7 2-35-16,-4-11-28 0,6-1-30 0,-1-2-36 15,6-4-50-15,2 4-38 0,2-7-136 0,-2-4-350 16,-2-6 154-16</inkml:trace>
  <inkml:trace contextRef="#ctx0" brushRef="#br0" timeOffset="5388.48">12746 1339 110 0,'-7'-7'251'0,"-1"-2"-13"0,-5-2-12 15,0 3-15-15,-7 4-18 0,0 1-17 0,0 2-16 16,2 1-14-16,-12 1-14 0,2 6-15 0,0 0-11 16,10 5-7-16,-4-3-10 0,2 9-9 0,4-6-7 15,-4 11-5-15,13-4-2 0,4 1-6 0,0-1-5 16,3 7-4-16,3 1-2 0,7-2-2 0,5-1-3 16,13 9-2-16,-3-9-4 0,9 3-6 0,4-3-29 15,2-3-47-15,2-3-68 0,7-8-67 0,-2 1-260 16,1-5-473-16,0-3 210 0</inkml:trace>
  <inkml:trace contextRef="#ctx0" brushRef="#br0" timeOffset="5716.59">13292 1342 243 0,'-8'-7'396'0,"0"1"4"0,-1-3 1 0,-2 0-11 15,3 2-10-15,-1 0-4 0,1 2-13 0,0-3-21 16,-1 1-31-16,-1 3-30 0,9 1-28 0,-7-1-20 0,1-1-30 16,7 5-22-16,0 0-21 0,-8-4-19 0,8 4-17 15,0 0-9-15,-9 12-13 0,4-6-9 16,2 2-9-16,-2 4-9 0,3-5-9 0,-2 10-8 16,4-5-7-16,-2 3-8 0,2 1-6 0,0 0-5 0,0 3-7 15,2-3-4-15,-2 2-4 0,4-3-3 0,-2 1-3 16,-2 1-9-16,7-5-5 0,-6 5 1 15,6-7-12-15,-2 0-4 0,-5 4-13 0,2-6-13 16,-2 1-26-16,1-1-22 0,-1-3-21 0,2-1-24 0,-4 6-11 16,2-10-12-16,-3 8-18 0,-9-3-14 0,4-1-21 15,-7 4-28-15,-5-5-47 0,-11-3-55 0,-14 7-281 16,-11-10-674-16,-4-2 299 0</inkml:trace>
  <inkml:trace contextRef="#ctx0" brushRef="#br0" timeOffset="8263.36">4325 4021 109 0,'0'-11'337'0,"5"0"-18"16,-5 0-25-16,3 2-13 0,0 2-3 0,0-3-6 16,-3 2-14-16,0 2-15 0,0 6-18 0,0-9-23 15,0 9-22-15,-3-6-29 0,3 6-12 0,-15-3-15 16,15 3-22-16,-28 9-1 0,8-3-7 0,-8 3-12 15,-2 3-7-15,-6 9-4 0,-2-2 1 0,0 3-11 0,11-8-5 16,-12 8-1-16,10-6-10 0,1 3-2 16,5 1-5-16,2-2-9 0,6-3-4 0,0-2 0 15,8 1 1-15,-1-1 5 0,6-1-6 0,4-1-4 0,10-3 6 16,4 3-2-16,14-2-1 0,21 3-3 0,0-6-3 16,7-1-5-16,2-3 7 0,-2-1-3 0,3-4-6 15,-8-2 1-15,3-1-8 0,-11-1 10 0,6-2 1 16,-17 0-1-16,-6 0 1 0,0 2-4 0,-8-3 3 15,-7 2 0-15,-2-1-3 0,-2-1 4 0,-4 0 1 16,-4-4-15-16,-1 6 3 0,-3-7-6 0,-10 1 0 16,-5-6 1-16,-11 3 3 0,-10 2-10 0,-6-4 5 15,0 3-5-15,-1 4 6 0,-4 1-18 0,1 1-15 16,7 2-27-16,-1 1-29 0,9 2-24 0,2 3-28 16,4-3-21-16,5 8-26 0,1-3-38 0,7 0-31 15,0 2-11-15,9-1-37 0,-9 0-180 0,7 2-526 16,8-3 233-16</inkml:trace>
  <inkml:trace contextRef="#ctx0" brushRef="#br0" timeOffset="8513.35">4111 3810 22 0,'0'-6'295'0,"0"-3"-4"0,5 3-12 0,-3 2-18 15,-2 4-25-15,0-7-30 0,0 7-25 0,0 0-23 16,0-7-15-16,0 7-19 0,0 0-13 0,0 0-10 15,6 26-12-15,-4-11-11 0,3 5-6 0,-3 6-3 16,6 6-9-16,-2 11-7 0,4 3 1 0,9-2-9 16,-6 2-3-16,3 3-4 0,3 0-2 0,-3-1-3 15,2-2 0-15,2 1-7 0,-3 1 0 0,-1-7-7 16,3-1 3-16,-3 2-2 0,-6-13-16 0,3 11-35 16,-4-16-35-16,-3-2-57 0,2-5-64 0,-1 2-61 15,0-9-181-15,-2 0-465 0,-2-4 206 0</inkml:trace>
  <inkml:trace contextRef="#ctx0" brushRef="#br0" timeOffset="8825.84">4745 4459 191 0,'0'0'411'0,"8"-4"-2"0,-8 4-22 0,7-3-32 0,-7 3-36 16,0 0-35-16,8-5-36 0,-8 5-33 0,0 0-19 16,0 0-24-16,0 0-14 0,5 16-18 0,-3-8-2 15,6 0-21-15,-3 3-10 0,2 2-14 0,1 2-10 16,-1 3-8-16,1-2-3 0,5 1 1 0,-5 0-20 15,1 0-17-15,4 3-21 0,-3-6-31 0,3 2-24 16,-5-7-36-16,4 6-34 0,-4-5-42 0,-5-2-44 16,4-2-52-16,5-4-64 0,-6-1-222 0,-6-1-577 15,15-5 257-15</inkml:trace>
  <inkml:trace contextRef="#ctx0" brushRef="#br0" timeOffset="9117.27">5179 3852 27 0,'-2'-3'352'16,"-5"-6"-13"-16,7 1-4 0,0 8-10 0,-1-7-11 16,-4 4-23-16,5 3-31 0,-4-9-19 0,4 9-30 15,0 0-24 1,0 0-23-16,0 0-16 0,0 0-18 0,-11 12-15 15,11-5-9-15,0 5-16 0,0 2-6 0,0 4-5 16,0-4-11-16,0 8-3 0,6 2-7 0,-1 2-4 0,-1-1-6 0,2 3-8 16,3 1-2-16,-3-2-2 0,4 0-3 0,2-2-2 15,-2 2-6-15,3-1-9 0,-1-5-13 0,-3-3-20 16,1 0-19-16,4-3-30 0,-3-5-38 0,1 1-33 16,-2-3-50-16,0-3-51 0,3-3-49 0,3-2-254 15,-1-2-584-15,-6-2 258 0</inkml:trace>
  <inkml:trace contextRef="#ctx0" brushRef="#br0" timeOffset="9320.39">5700 3844 126 0,'0'-5'251'0,"0"5"-28"16,0-10-18-16,0 10-29 0,0 0-17 0,0 0-14 16,0 0-7-16,0 0-7 0,-30 18-13 15,24-7-9-15,-4 2-10 0,-2 1-7 0,-3 10-8 16,0-11-11-16,5 12-6 0,-8-3-6 0,5 3-7 0,3 2-3 15,-5-3-4-15,8 2-5 0,-2-1-2 0,2-5-6 16,-6 2 0-16,6-3-10 0,-1 0-34 0,3-6-39 16,-5 2-42-16,5-7-55 0,2-4-56 0,-2 3-146 15,1-3-376-15,4-4 166 0</inkml:trace>
  <inkml:trace contextRef="#ctx0" brushRef="#br0" timeOffset="9507.87">5463 3948 196 0,'-5'-8'262'0,"5"8"-25"0,0-4-31 0,0 4-22 16,0 0-19-16,0 0-15 0,0 0-16 0,0 0-12 15,0 18-10-15,5-8-11 0,-3 1-7 0,5-2-10 16,-1 8-8-16,3-3-3 0,5 0-8 0,0 1-8 16,2 9-5-16,7-3-1 0,1-4-9 0,2 0-33 15,2 0-48-15,-1-5-52 0,1-2-70 0,0 1-203 16,-8-7-394-16,8-1 174 0</inkml:trace>
  <inkml:trace contextRef="#ctx0" brushRef="#br0" timeOffset="9726.62">5813 3749 90 0,'-4'-8'335'0,"4"8"-37"0,-5-6-28 0,5 6-24 16,0 0-13-16,0 0 15 0,0 0-15 0,0 0 13 0,15 15-4 15,-7-6-8-15,11 2-9 0,-3-3-23 16,4 11-6-16,3-6-28 0,2 8-14 0,-2 0-20 16,-1 0-12-16,-1 4-12 0,4-1-14 0,2 10-5 0,-6 0-11 15,-4 4-11-15,3-1-50 0,-6 2-41 0,-5 6-43 16,-4-6-48-16,-4 3-73 0,-7 1-83 16,-3 0-89-16,-5-1-197 0,-1-3-601 0,-5-2 266 15</inkml:trace>
  <inkml:trace contextRef="#ctx0" brushRef="#br0" timeOffset="10773.46">4613 5899 174 0,'-17'-1'265'0,"-4"1"-12"0,-8-3-8 0,3 3-11 15,-6 1-12-15,-1 1-11 0,4 3-12 16,-6 3-13-16,5-3-14 0,-5 4-10 0,2 0-8 0,0-1-8 16,3 0-9-16,5 3-14 0,2-2-9 0,2-2-11 15,3 5-10-15,1-4-12 0,7 2-7 0,-2-1-1 16,11 3-11-16,1-4-1 0,6 2 7 0,11 1-11 15,14 1-10-15,12 1-3 0,14 1-3 0,1-5-9 16,5 3 3-16,23-2-1 0,-4-2-5 0,-19-8-5 16,-1 1-2-16,-3-1 2 0,-3-1-7 0,-3-2 1 15,-6-8-5-15,-13 9 0 0,-2-6 0 0,-6 1 6 16,-7-1-3-16,-3 1-3 0,-4-5-5 0,-9 0 1 16,-3 1-11-16,-10 0 8 0,0-2-5 0,-20-6 4 15,-8-3 1-15,-6 3-3 0,-4-2 0 0,-7 5-5 16,-1-1 4-16,-2 0 8 0,3 7-11 0,-3-2-1 15,2 3-5-15,3-3-9 0,10 5-17 0,7 2-14 0,7 2-13 16,6-1-13-16,5-1-17 0,3 3-10 0,7 2-15 16,-2-1-13-16,10 1-16 0,-5-6-21 15,5 6-13-15,0 0-11 0,18-12-5 0,-3 7 10 0,-3 1 5 16,6-3 23-16,-2 0 13 0,3 0 15 0,-4-2 25 16,-1 0 31-16,3 2 38 0,0-2 35 0,-6-1 37 15,-3 2 34-15,4 0 27 0,-4 2 18 0,1-1 22 16,-9 1 12-16,6-1 11 0,2 3-1 0,-6-4-8 15,-2 8 0-15,5-4-27 0,-5 4-17 0,7-3-14 16,-7 3-16-16,0 0-8 0,0 0-8 0,3 10-8 16,0 2-5-16,1-1-5 0,1 7-4 0,0 4-6 15,-2 5 1-15,5 0-6 0,0 5 1 0,4 10-8 16,0 2-6-16,-1 0 6 0,6 5 0 0,1-1-1 16,-2 2-3-16,1 1-4 0,1 0-15 0,2-4-30 15,-3-2-27-15,-2-3-37 0,1-4-55 0,1-1-64 16,-2-6-57-16,-2-5-36 0,0-10-155 0,-3-1-500 15,3-3 221-15</inkml:trace>
  <inkml:trace contextRef="#ctx0" brushRef="#br0" timeOffset="11070.32">5303 5718 272 0,'-2'-10'400'0,"-1"0"-10"16,3 3 0-16,0-2-2 0,0 2-8 0,0 7-12 16,0-8-23-16,0 0-33 0,0 8-35 0,0 0-24 15,-3-5-33-15,3 5-27 0,0 0-24 0,0 0-13 16,0 0-18-16,-20 17-13 0,13-7-13 0,0 3-11 16,-1 1-9-16,0 3-10 0,0 0-11 0,1 1-9 15,-1 6-1-15,3 2-7 0,5-10-7 0,0 14 1 16,0-2-9-16,5-1-6 0,3 0 3 0,0 0-6 15,5 0-9-15,4 0-18 0,3-3-18 0,1-2-23 16,4-3-36-16,3 1-22 0,4-7-62 0,11-3-34 0,-13-1-29 16,6-6-49-16,0 2-64 0,-4-10-48 15,-1 1-266-15,-1-7-702 0,-3-2 310 0</inkml:trace>
  <inkml:trace contextRef="#ctx0" brushRef="#br0" timeOffset="11368.63">5902 5632 31 0,'0'-4'279'16,"0"-2"0"-16,0 6 3 0,-2-10-7 0,2 3-9 16,0 7-12-16,0 0-17 0,0-7-16 0,0 7-17 15,0 0-18-15,0 0-24 0,0 0-19 0,2-8-13 16,-2 8-16-16,0 0-8 0,0 0-17 0,0 0 5 16,0 0-21-16,0 0-7 0,0 0-7 0,-10 20-8 15,10-13-1-15,-5-2-7 0,3 1-5 0,1 2-3 16,-1-1-2-16,-3-1-3 0,3 1-9 0,-2 0 2 0,2 3-3 15,-5-1-1-15,7 2 11 0,-6-4-17 0,-1 2-2 16,5 0 1-16,-4 0 1 0,-1 0-1 0,0 3 1 16,-1-3-2-16,2 3-5 0,-9 0 2 0,6-2 10 15,1 5-12-15,-5-4 12 0,5-2-13 0,-2 0-9 16,-2 0-19-16,2 3-17 0,-1-4-25 0,2-1-18 16,3 1-25-16,-4-3-36 0,-3 3-37 0,4-2-27 15,1-5-44-15,0 3-246 0,-4-3-538 0,12-1 239 16</inkml:trace>
  <inkml:trace contextRef="#ctx0" brushRef="#br0" timeOffset="11596.92">5612 5658 29 0,'-5'-4'322'0,"5"4"-3"0,-3-7-7 15,3 7-19-15,0 0-11 0,-2-4-43 0,2 4-24 16,-5-6-25-16,5 6-15 0,0 0-23 0,0 0-8 0,0 0-21 15,15 21-11-15,-8-12-9 0,1 5-11 0,5-1-9 16,1 3 6-16,6 4-18 0,-1-1 4 16,3 3-18-16,-2-3-4 0,5 6-5 0,-2-3-6 0,3-2-14 15,6 9-33-15,-11-7-29 0,4 3-64 0,2-8-72 16,-1 3-85-16,-3 2-260 16,-6-10-557-16,-1-1 246 0</inkml:trace>
  <inkml:trace contextRef="#ctx0" brushRef="#br0" timeOffset="12378.95">5083 6467 59 0,'-9'-2'371'0,"9"2"-11"0,0 0-22 15,0 0 0-15,0 0-34 0,0 0-8 0,0 0-17 16,0 0-36-16,0 0-27 0,15-11-20 0,-5 11-21 16,2-1-18-16,-12 1-19 0,16 0-10 0,-2 1-27 15,-6 2 1-15,7-1-11 0,-9-1-13 0,3 4-12 16,-3-2-13-16,1 3 2 0,-4-3-9 0,4 4-2 15,-4 3-10-15,-1-1-4 0,-2-2-6 0,0 2 7 0,0-2-15 16,0 1 8-16,-5 1-3 0,5-2-9 0,-3 4 9 16,-2-8-11-16,1 3 16 0,-1 0-16 15,5 2 2-15,0-8 5 0,0 8-9 0,0-8 0 0,7 7-9 16,3-6 1-16,5-1-32 0,6 0-36 0,7-1-32 16,4-2-39-16,3-2-44 0,11-4-48 0,-1-4-54 15,6 1-57-15,-3-2-185 0,-3-3-570 0,-1-5 253 16</inkml:trace>
  <inkml:trace contextRef="#ctx0" brushRef="#br0" timeOffset="12722.69">6033 5485 219 0,'0'0'347'0,"0"0"-14"16,-9-4-10-16,9 4-25 0,0 0-21 0,0 0-24 0,0 0-20 15,0 0-28-15,0 0-25 0,0 0-16 0,29 13-3 16,-19-7-29-16,-2 6-17 0,7-1-8 0,0 1-16 15,-2 3-7-15,2 6-11 0,0 0-8 0,6 4-2 16,-8-3-5-16,1 5-9 0,-4-2-5 0,4 2 0 16,0-1-3-16,-11 1-5 0,2 0 7 0,3 1-24 15,-6 3-33-15,-2-1-32 0,-2 2-34 0,-8 9-28 16,-5 0-34-16,-4-4-73 0,2 0-83 0,-3-3-228 16,-10 3-569-16,1-3 251 0</inkml:trace>
  <inkml:trace contextRef="#ctx0" brushRef="#br0" timeOffset="13410.16">4934 7734 286 0,'3'-4'350'0,"4"-3"5"15,-1 4-3-15,-1-2-8 0,0 1-24 0,-5 4-37 16,5-4-36-16,-5 4-13 0,0 0-38 0,0 0-21 16,0 0-29-16,-5 16-2 0,-5-1-19 0,4-3-6 15,-8 7 0-15,-2 0-27 0,-2 4-5 0,-2 2-5 16,-2-3-8-16,2 2-2 0,2 2-13 0,-3-1-6 16,-1 1-5-16,7-3-4 0,0-3-25 0,0 2-29 15,2-9-23-15,5 2-27 0,-5 0-19 0,6-6-23 16,2-2-30-16,-2 1-33 0,3-1-27 0,0-2-50 15,4-5-61-15,0 0-216 0,0 0-560 0,0 0 248 16</inkml:trace>
  <inkml:trace contextRef="#ctx0" brushRef="#br0" timeOffset="13566.4">4671 7831 62 0,'0'0'271'0,"0"-7"-22"15,0 7-26-15,0-6-25 0,0 6-22 0,0 0-18 16,0 0-14-16,0 0-14 0,16 17-11 0,-16-10-13 0,10 2-6 15,0 5-15-15,5 1-1 0,1 7-11 0,4-3-6 16,2 6-8-16,1-3-2 0,-2 4-8 0,9 2-4 16,-3-6-55-16,-2 2-76 0,-2-7-86 0,3 3-193 15,-1-4-395-15,-3-3 175 0</inkml:trace>
  <inkml:trace contextRef="#ctx0" brushRef="#br0" timeOffset="14036.66">5112 8188 238 0,'-8'-2'392'0,"8"2"-23"0,-6-5-12 0,6 5-16 0,0 0-15 16,0 0-11-16,-2-6-31 0,2 6-30 15,0 0-23-15,0 0-22 0,0 0-19 0,0 0-22 16,0 0-20-16,0 0-15 0,25 0-11 0,-25 0-12 0,13 4-13 15,-5 1-11-15,-1-2-13 0,-1 3-6 0,3-3-10 16,-3 3-16-16,1-2 8 0,-5 3-5 16,4-2-9-16,-1 0-7 0,-1 1-1 0,-3 0-6 0,3 4 1 15,-4-10-2-15,0 11-6 0,0-11-7 0,-5 8 0 16,1-3-1-16,-1 2 3 0,5-2-1 0,-6 2-3 16,-3-3 3-16,8 0-2 0,-6 1 14 0,0-2-16 15,7-3-7-15,-13 4 0 0,13-1 5 0,0-3-3 16,-8 5 1-16,8-5 4 0,0 0 0 0,-7 4 6 15,7-4 2-15,0 0-7 0,0 0-3 0,12 11-3 0,-12-11 11 16,10 6 4-16,-4-1-7 0,3-2 0 0,2-2-5 16,-1 5 3-16,-1 0 5 0,2 0-6 0,1 0-2 15,-6-2-3-15,6 3-2 0,-2 0 12 0,-2-1-9 16,-3 0-3-16,3 2-2 0,-3-3-1 0,0 3 1 16,0-2 1-16,-3-2-1 0,1 5 1 0,-3-6-4 15,0-3-9-15,-3 10 10 0,1-3 3 0,-6-4-3 16,1 1-13-16,-3-2-25 0,-3-1-33 0,13-1-25 15,-26-3-26-15,11 3-29 0,-2-4-28 0,-4 3-41 16,-1-6-36-16,6 0-40 0,-6-1-274 0,2-4-624 16,-1 3 277-16</inkml:trace>
  <inkml:trace contextRef="#ctx0" brushRef="#br0" timeOffset="14317.9">5578 7674 309 0,'5'-5'366'0,"-4"3"-2"0,-1 2-5 0,3-8-8 0,-3 8-29 15,2-7-36-15,-2 7-25 0,0 0-30 0,0 0-30 16,0 0-14-16,0 0-26 0,0 0-14 0,-15 16-14 16,9-7-11-16,4 3-14 0,-5 3-10 0,2 3-13 15,-3 2-6-15,6 7-10 0,-3-2-3 0,5 0-7 16,-1 2-4-16,1 2-7 0,1 1-5 0,4 1 5 15,5-1-4-15,-3 11-8 0,3-12-11 0,6-1-23 16,-1-1-25-16,2-3-22 0,-1 0-31 0,4-3-33 16,2-5-43-16,1 3-51 0,0-8-51 0,-1-2-58 15,1-2-271-15,5-7-629 0,0 0 279 0</inkml:trace>
  <inkml:trace contextRef="#ctx0" brushRef="#br0" timeOffset="14536.64">6364 7640 127 0,'0'-7'354'0,"1"1"-13"16,3 4-35-16,-4 2-35 0,1-7-27 0,-1 7-24 15,0 0-23-15,0 0-22 0,0 0-16 16,-16 15-16-16,6-8-12 0,2 6-17 0,-1-1-5 16,-4 4-16-16,1-1-7 0,-1 11-8 0,-2-1-9 0,2 2-5 15,-5-1-3-15,-2 1-8 0,5 1 6 0,-1-1-14 16,-11 8-5-16,12-11-2 0,-1 1-14 0,-4-1-32 15,7 2-33-15,-2-5-46 0,-2-3-72 0,7-3-53 16,-1-5-73-16,2 5-184 0,3-7-506 0,-6-4 224 16</inkml:trace>
  <inkml:trace contextRef="#ctx0" brushRef="#br0" timeOffset="15739.71">4118 8009 239 0,'-2'-7'315'15,"-3"2"-16"-15,-3-2-23 0,1 3-12 0,-3 0-23 16,-8-3-21-16,1 6-12 0,3-3-12 0,-11 4-24 16,-3 4-4-16,-5 0-14 0,1 1-9 0,1 6-6 15,-4-4-11-15,-7 6-11 0,11 1-16 0,0-1-12 16,-4-2-1-16,7 4-4 0,1-2-16 0,2 2-4 16,9-3-4-16,1 2-10 0,2-2-7 0,3 2 1 15,3-4 6-15,6 2-18 0,2-5 10 0,9 10-16 16,5-8 5-16,13 4-6 0,5-2-8 0,15-2-22 15,9-2-8-15,-1 1-14 0,-2-4-13 0,4-1-4 0,-5 2-4 16,7-6-2-16,-15-3 7 0,6 1 8 0,-8-4 0 16,-7 1 5-16,-11-1 3 0,3-4 5 15,-11 3 3-15,1-4-1 0,-8 2 8 0,-2-7 9 0,-4 9-3 16,-8-9 0-16,-1 0-2 0,-13-2 3 0,-3 2 5 16,-4-1-1-16,-5 2-2 0,-11 0 1 0,-2-3-1 15,-5 3-3-15,-2 0 5 0,0 5-2 0,2-1 3 16,0 0-2-16,2 5-18 0,9-2-18 0,8 2-13 15,4 1-19-15,3 5-18 0,4-3-21 0,3 2-18 16,0-3-25-16,7 3-18 0,1-3-26 0,7 5-10 16,0 0-3-16,0 0 0 0,15-13 10 0,0 6-107 15,0 2-331-15,-2-4 147 0,2 3 1288 0,7-2-895 16,-7 0 32-16,1 1 27 0,1-1 34 0,-6 1 21 16,4-2 20-16,-2 1 29 0,-3 1 24 0,2 3 19 15,-4-3 26-15,2 2 18 0,-6 0 10 0,-1 2 5 16,3-1-4-16,-6 4-13 0,9-7-20 0,-9 7-13 15,6-1-15-15,-6 1-11 0,0 0-14 0,0 0-6 0,15 12-6 16,-15-4-6-16,2 0-9 0,5 6-9 0,-1 4 2 16,1 1-5-16,-2 6 1 0,1 3-9 15,-1 0-1-15,10 4 1 0,-8 10-3 0,6-1-3 16,-5-1-2-16,1 1 1 0,4 0-8 0,-7 1-31 0,8 4-47 16,-13-16-58-16,6 14-72 0,0-14-73 0,-6 2-191 15,4-3-494-15,-1-4 218 0</inkml:trace>
  <inkml:trace contextRef="#ctx0" brushRef="#br0" timeOffset="16197.26">4315 8485 16 0,'6'-4'197'16,"-6"4"-11"-16,18-3-10 0,-8 0-15 0,2 3-10 0,-12 0-22 15,17 0-4-15,-4 3-14 0,-5-1-9 16,7-2-15-16,-8 5-1 0,-7-5-11 0,14 2-10 16,-7 1-6-16,-2 1-9 0,-3-1 0 0,-2-3-5 0,6 7-2 15,-6-2-4-15,0-5 11 0,-6 12 10 0,-1-4 0 16,0-1-1-16,3 1-3 0,-1-2-4 0,-7 0-8 15,9 5-5-15,-4-7 1 0,0 3-2 0,1 1-6 16,-1-2-1-16,6 4-1 0,1-2-2 0,0 1-2 16,0-3 14-16,1 3 9 0,6 3-5 0,-1-3 0 15,3-3-8-15,-1 4-1 0,-1-1-1 0,6-2-4 16,0 4-4-16,-5-2-1 0,1-1-3 0,-3-3-4 16,3 4-1-16,-1-2 0 0,0 2-3 0,-5-6-5 15,2 6 2-15,-1-5-3 0,-4 3 4 0,0-2-4 16,0 1 0-16,-5 2 4 0,1-4 1 0,-1 3 3 15,-5-2-7-15,-4 3 3 0,2-5-3 0,-5 5 1 16,3-5-3-16,-6-1-18 0,5-2-27 0,-7 3-42 16,7-6-59-16,2 2-60 0,5 0-58 0,-4-7-155 15,6 1-446-15,1-1 197 0</inkml:trace>
  <inkml:trace contextRef="#ctx0" brushRef="#br0" timeOffset="16562.32">4753 7755 55 0,'-1'-6'312'0,"1"0"-11"0,0 1 0 0,0 5-3 16,-7-12-9-16,7 12-19 0,-2-6-14 0,2 6-24 0,0 0-24 15,-5-7-16-15,5 7-26 0,0 0-10 0,-1-5-30 16,1 5-12-16,0 0-14 0,0 0-8 0,0 0-13 16,-15 12-8-16,7-9-7 0,-2 8-6 0,0-3-6 15,-5 4-4-15,3-1-9 0,1 1 2 0,-4 5-6 16,0-2-3-16,0 0-3 0,0 6 18 0,-2-1-24 16,3 4 3-16,0-4-1 0,-2 4-4 0,4 3 1 15,6-4-5-15,-1 3 3 0,0-1-3 0,7 2 6 16,4-2-11-16,-1 4 7 0,7 1-3 0,0 0 2 15,11 6-1-15,3 0-22 0,-8-11-23 0,6-1-24 16,6 8-52-16,-7-8-59 0,11 5-74 0,-4-10-81 16,-5-1-254-16,5 0-620 0,2-3 274 0</inkml:trace>
  <inkml:trace contextRef="#ctx0" brushRef="#br0" timeOffset="17077.93">5170 7652 107 0,'-10'-2'223'15,"10"2"-14"-15,0 0-19 0,0 0-15 0,0 0-15 16,-11 2-10-16,11-2 5 0,-2 7 4 0,2-7-1 16,7 10-8-16,-1 0-4 0,-2 0-5 0,7 2-15 0,-1 6-1 15,-1-3-11-15,4 8-8 0,0 2-8 16,2 1-10-16,-5 1-6 0,3 0 1 0,-5 0-18 16,-1 3-1-16,1 2-2 0,-6-1-3 0,1 0 1 0,-1-1-8 15,-7 2-4-15,-2 7-5 0,-1-1 1 0,-4 3-9 16,-2-4 7-16,0-6-10 0,-9 7-3 15,-3-3 0-15,2 0 3 0,-4-4-8 0,0 0-1 0,7-11-6 16,4 3-15-16,-3-1-24 0,4-1-26 0,4-6-29 16,1 0-43-16,2-4-47 0,4-2-53 0,4-1-77 15,2-1-163-15,-1-7-497 0,14 3 219 0</inkml:trace>
  <inkml:trace contextRef="#ctx0" brushRef="#br0" timeOffset="17624.78">6122 7929 138 0,'0'0'264'0,"-16"-1"-25"0,2-1-20 0,8 2-15 15,-11 0-16-15,1 2-20 0,-1-1-16 16,2 3-15-16,-1-1-12 0,6 2-14 0,-4 5-10 16,6-5-9-16,-5 2-9 0,5 0-7 0,1 1-10 15,2 1-3-15,-2-1-6 0,2 2-9 0,5-1 1 0,0 1-4 16,2-2-3-16,3 1-2 0,3-1-5 0,-1-1-2 15,1 1-3-15,1-2-2 0,-1 0-6 16,5-4 2-16,-5 0-3 0,1 1-2 0,-3-1 1 0,-6-2-5 16,0 0-1-16,13-5-2 0,-13 5 1 0,0 0-2 15,0 0-8-15,-13-16 2 0,3 8 1 0,-3 1-3 16,-7-1 0-16,-5-1 2 0,-3-2-1 0,-2 0-2 16,1 3-14-16,-3-4-29 0,-3 4-46 0,1-4-51 15,2 4-57-15,-3-1-232 0,9-5-464 0,-1 7 206 16</inkml:trace>
  <inkml:trace contextRef="#ctx0" brushRef="#br0" timeOffset="19391.84">10642 3670 30 0,'-8'-1'199'0,"-5"1"-19"0,3-3-8 0,10 3-19 0,-35 3-15 16,19 0-11-16,-1-2-3 0,-3 6-24 0,2 0 3 16,-2 3-7-16,-3 7 0 0,1 0-3 0,1 2 4 15,-1 2 4-15,1 5-2 0,-1 1-9 0,6 0-5 16,-6 7 0-16,-4 2-7 0,9 3-2 0,2-3-7 15,5-6 2-15,-5 8 0 0,6 2 0 0,4-7-1 16,1-3 0-16,-2 12 1 0,4-3-1 0,4-6-2 16,4 8 9-16,1-13-2 0,11 11 2 0,-3-11 11 15,10 7 1-15,3-4 3 0,8-4 0 0,4 0 5 0,8 0-4 0,-2-1-6 0,1-3 1 0,7-4-1 16,1-2-8-16,3-9 0 0,0-3-7 0,1 5 3 16,-6-13 10-16,4 3-3 0,2-1-2 0,-6-5 3 0,-1 0 4 15,1-5 8-15,-4-4-5 0,-2-4 4 16,2-1 1-16,-4-2-3 0,-7-5-2 0,3 0 0 15,-4-6-6-15,-4-2-4 0,-7 0-3 0,-1-6-5 16,-2 1-2-16,-8-7-5 0,-5 4-6 0,0-4-5 0,-5 2-5 16,-7 0-7-16,-8-2-6 0,2 1-5 0,-8 4-6 15,-4 2-2-15,-7-3-7 0,-1 9-2 16,-7 4-12-16,-4-9-23 0,-3 5-16 0,-2 7-26 0,-3 2-38 16,-2 5-28-16,-1-3-43 0,2 11-36 0,-2 0-20 15,-1 8-22-15,0 4-30 0,1 5-38 0,19 3-46 16,-16 7-302-16,6 1-720 0,1 4 318 0</inkml:trace>
  <inkml:trace contextRef="#ctx0" brushRef="#br0" timeOffset="20485.56">10862 6832 21 0,'-3'-8'234'0,"-3"-2"-1"0,1-2-11 15,-2 5-9-15,0-5-8 0,4 3-8 0,-2 1-5 16,-5 1-17-16,3-4-9 0,-1 4-11 0,2 1-14 0,-3-1-13 15,1 0-16-15,-2 2-12 0,-1 3-9 16,-1 0-13-16,0 2-7 0,-6 2-8 0,-3 1-3 16,2 6-6-16,-7 0-8 0,-2 3-2 0,1 3-7 0,1 1-4 15,-2 3-2-15,-9 6-8 0,11-3 3 0,-7 9-3 16,6-1-3-16,-3-1 1 0,9-3-1 0,-6 7-1 16,6 0-2-16,-2 2 3 0,3-1 3 0,10-4 5 15,-3 10 2-15,8-8 6 0,1 11 0 0,8-1 2 16,-3-1 3-16,9-1 3 0,2 2 2 0,8 1 9 15,8-9-1-15,0 2 5 0,8-2 3 0,6 1-3 16,-1-4-3-16,7 0 6 0,0-8-3 0,7 1-5 16,-1 0 0-16,4-6-3 0,-3-6 1 0,26-1 2 15,-23-3-1-15,0-7 10 0,-2-1 10 0,-3-3 9 16,-1-3 14-16,-1-1-1 0,-5-4 1 0,2-9 7 16,-6 5 4-16,2-5 1 0,-9-7 3 0,1-7 0 15,2 2-2-15,-3-7-9 0,-10-4-7 0,3-7-12 16,-6-4-2-16,-1 0-8 0,-4 0-4 0,-11 1-5 0,4 1-6 15,-13-6-6-15,-4 4-9 0,-6 0 0 0,3 3-7 16,-15 1-12-16,-3-3-10 0,-13-13-27 16,-5 6-20-16,-6 4-22 0,4 16-28 0,0 4-29 0,-5 3-35 15,-20-7-29-15,16 18-29 0,-1 7-17 0,-7 6-18 16,4 6-32-16,-5 6-44 0,6 6-53 0,-3 4-312 16,-15 11-737-16,20 1 326 0</inkml:trace>
  <inkml:trace contextRef="#ctx0" brushRef="#br0" timeOffset="29917.89">10685 2541 264 0,'0'0'233'0,"7"-5"-24"0,-7 5-26 15,0 0-19-15,0 0-18 0,0 0-14 0,8 20-13 16,-1-14-2-16,-1 8-7 0,1 2 3 0,1 2-10 15,-3-3-11-15,4 3-3 0,-1 6-11 0,0 2-3 16,0 1 6-16,-1-3-6 0,1 1 0 0,1 5-12 16,1-4-5-16,-9-7-5 0,7 9-5 0,-6 3-5 15,5-8-1-15,-6 1-2 0,3-1-7 0,-4-4 0 16,0 5-6-16,3-4 1 0,-3-2-3 0,0 0-3 16,0 2-3-16,3-4 0 0,-1-4-4 0,-2 0 0 15,0 0 4-15,3-2 1 0,1 1-9 0,-4-2 0 16,3-2-1-16,-3 0 3 0,3-2 0 0,-3 3 12 15,4-2 13-15,-4-6 19 0,1 8 16 0,3-6 8 16,-4-2 26 0,0 0 16-16,4 7 18 0,-4-7 15 0,0 0-6 15,0 0-13-15,0 0-3 0,0 0-9 0,14-11 0 16,-8 3-12-16,-1 3 0 0,4-5-11 0,-8 3-6 0,8-2-6 0,0-4-5 16,-5 3 1-16,7-5-2 0,-7 6-3 0,2-2 0 15,3-1-11-15,-3 1-2 0,-3 0-1 0,2 1-6 16,2 1-6-16,-7 0-1 0,7 1 1 0,1 0-7 15,-6 1-4-15,3 3-3 0,-4-2-5 0,6 0-4 16,-1 2-2-16,-6 4 1 0,0-7-12 0,0 7-3 0,2-4-3 16,-2 4-6-16,0 0-2 0,0 0-4 0,12-3-2 15,-12 3-2-15,0 0-1 0,15 7-2 16,-14-2-1-16,6 2-1 0,1 0 2 0,-3 1-5 0,2 3-1 16,-4-2 4-16,9 3-9 0,-2 2-1 0,1-1-8 15,-3 1-9-15,-6-7-14 0,5 6-14 0,-4-5-13 16,2 4-28-16,2-2-20 0,-6 1-28 0,4-2-21 15,-1 0-19-15,-1-2-35 0,-1 4-41 0,-1-4-58 16,4 0-54-16,-2-2-287 0,1 2-722 0,-4-7 320 16</inkml:trace>
  <inkml:trace contextRef="#ctx0" brushRef="#br0" timeOffset="30167.88">11420 3031 312 0,'-6'-2'356'0,"6"2"-31"0,0 0-26 0,0 0-37 0,0 0-24 16,0 0-23-16,0 0-21 0,0 0-25 16,0 0-16-16,0 0-10 0,0 0-12 0,6 22-11 15,-6-12-16-15,2 1-5 0,3 2-9 0,-5 6-12 16,2-6-10-16,4 2 1 0,-1 6-8 0,-2-3-5 0,6 1-7 15,-6 1-25-15,5 6-44 0,-1-3-67 0,-2 1-95 16,1-6-113-16,1 6-211 0,0-4-547 16,1-2 243-16</inkml:trace>
  <inkml:trace contextRef="#ctx0" brushRef="#br0" timeOffset="31495.96">10833 5532 62 0,'1'-9'307'0,"3"-2"-9"0,-1 1-18 0,-3 2-14 15,0-1-9-15,0-1-13 0,0 4-7 0,3 0-11 16,-3 6-19-16,0-10-10 0,0 10-27 0,0-7-22 16,0 7-21-16,4-4-14 0,-4 4-14 0,0 0-12 15,0 0-11-15,0 0-6 0,1 18-12 0,4-9 5 16,-2 3-14-16,-3 3-3 0,4 6-5 0,-3-2-4 16,4 8-7-16,-5 2 7 0,2 1-11 0,0 0-5 15,1-1 0-15,0 11-2 0,-3-12-2 0,4 4-6 16,-4-3 0-16,1-1 1 0,1 2 0 0,0-2-3 15,3-1-1-15,-4 0 2 0,3 3-3 0,-3-3 4 16,1-4-4-16,4 4 1 0,-4-7-2 0,-2-4 10 16,3 2-12-16,1-8-4 0,-4 4 6 0,1-5-1 15,6 2 1-15,-7-3-2 0,3-6 6 0,1 4-8 16,-4-6 7-16,0 11 29 0,0-11 29 0,0 0 31 0,0 0 17 16,0 0 1-16,0 0-14 0,0 0-4 15,0 0-10-15,0 0-4 0,0 0-3 0,0-26-5 16,1 16-8-16,4-4-4 0,-5-1-4 0,4 2-9 0,-3-1-1 15,3 5-5-15,-1-7-2 0,0 5-7 0,-3-1-6 16,3 1-1-16,1 3-1 0,-3-4-10 0,6 2 4 16,-7 3-2-16,2 0-3 0,3-3 0 0,-5 6-5 15,1-4 1-15,6 3 2 0,-5-2-5 0,-2 7 1 16,6-10-4-16,1 7 0 0,-1 1-1 0,-6 2-5 16,9-5 2-16,-1-2 3 0,-1 6-5 0,-7 1-6 15,13 0 2-15,0 0-1 0,-13 0 5 0,17 1-6 16,-6 6-1-16,-1-5-8 0,0 5 1 0,2-1-2 15,1 4-2-15,-3 1-3 0,0-3-2 0,1 3-3 16,-2-2-6-16,2 8-9 0,-2-7-9 0,-3 5-18 16,-1 1 0-16,0 2-23 0,0-6-6 0,2 2-12 15,-6 3-5-15,1-6-16 0,-2 0-13 0,2 4-18 0,-2-2-21 16,0-1-35-16,0 0-53 0,3-2-30 0,-1-3-54 16,-1 0-182-16,4-1-578 0,-1 1 256 15</inkml:trace>
  <inkml:trace contextRef="#ctx0" brushRef="#br0" timeOffset="31855.32">11347 6081 11 0,'0'0'312'0,"0"0"-13"0,-5-4-17 15,5 4-15-15,0 0-23 0,0 0-21 0,0 0-20 16,0 0-23-16,0 0-7 0,0 0-21 0,0 0-14 16,0 0-16-16,20 13-11 0,-13-7-11 0,0 2-17 15,-6-4-7-15,6 4-6 0,-4 0-9 0,2 3-7 16,2-3-5-16,-2 5 5 0,-4-3-13 0,1 4-7 16,-2-2-4-16,0-2-2 0,0 1-2 0,0 4 0 0,-2-3-4 15,-4-3-2-15,6 3 3 0,-7-3 3 16,2 2 7-16,2-2 9 0,-4-1 6 0,7 0 5 15,-1-1-1-15,-3 1 4 0,1-5 12 0,-4 2 10 0,7-5 12 16,0 7 20-16,0-7 22 0,0 0 6 0,0 0 8 16,0 9-4-16,0-9-10 0,0 0-17 0,28-5-8 15,-13 1-21-15,4 4-33 0,0-6-40 0,3-2-50 16,8 1-53-16,-1-5-55 0,1 3-69 0,0-2-88 16,0-2-108-16,-2-3-263 0,2-4-729 0,8-4 323 15</inkml:trace>
  <inkml:trace contextRef="#ctx0" brushRef="#br0" timeOffset="33273.66">6673 3976 10 0,'0'0'140'0,"0"0"0"16,-6-2-14-16,6 2-4 0,0 0-7 0,0 0-5 15,0 0-10-15,0 0-7 0,0 0-6 0,-7-5-13 16,7 5-3-16,0 0-5 0,0 0-1 0,0 0-3 16,0 0 2-16,0 0 5 0,0 0 7 0,0 0 3 15,0 0 1-15,0 0-7 0,30 5-1 0,-19-4-1 16,9-1-6-16,-2-1-3 0,4 2-2 0,9-2-4 16,1 1-8-16,1 0-3 0,10-2-4 0,2 2-2 15,1-3-7-15,2 1-1 0,3 1-6 0,4 1-5 16,-4 0 5-16,7 0-3 0,2 0 6 0,-2-2-5 15,5 2-2-15,1-2-2 0,17 2 2 0,-24 2-6 16,2-4-1-16,1 0-3 0,-2 2 1 0,0-4 0 16,-5 2-2-16,3 0 1 0,-3-1-1 0,-2 2-4 15,-1 0 1-15,-2 1 1 0,-5-2 0 0,1-3 10 16,4 4 7-16,-14-1 3 0,0 1 6 0,-1-2-6 0,-3-1 0 16,5 0-2-16,-5-1-1 0,0 2-1 0,6-2 1 15,-6-1-5-15,5 3-1 0,-4 0-5 16,-1 0 2-16,0-1 3 0,-1 1-7 0,1-4-1 15,5 7-2-15,-4-4-1 0,1 4 4 0,1-3-4 0,3-2-2 16,-4 1 1-16,-1 1-1 0,2 2-1 0,-5-6 1 16,2 6-4-16,0-2 3 0,0 3-3 0,-4-1 3 15,-1-1-1-15,3 0-1 0,-10-1 0 0,11 3-2 16,-8-5 1-16,2 3-2 0,-1 2 0 0,1-5-1 16,-1 5 2-16,-1-1 0 0,1-1 2 0,-1 2-4 15,-1 0 6-15,0-1-3 0,0-2-4 0,1 2 6 16,1 1-4-16,-6 0 0 0,4 0-1 0,2 0 1 15,-7 0-1-15,1 0-1 0,4-2 3 0,-4 2-1 16,-1 0-1-16,5 0 1 0,-3 2 0 0,-4-2 0 16,5 0-2-16,-3 0 2 0,3 0 0 0,-6 1 0 15,1-1 0-15,2 3 0 0,-7-2 0 0,6-1-1 16,-4 3-2-16,-6-3 3 0,8 4 2 0,-12-4-2 16,18 1-4-16,-11-1-9 0,-7 0-3 0,8 2-7 15,-8-2-10-15,0 0-12 0,0 0-14 0,0 0-37 16,0 0-45-16,15-3-45 0,-15 3-46 0,0 0-167 15,0 0-433-15,-8-11 191 0</inkml:trace>
  <inkml:trace contextRef="#ctx0" brushRef="#br0" timeOffset="33617.4">9662 3658 57 0,'-1'-5'220'0,"1"5"-22"0,0 0-20 15,0 0-15-15,0 0 1 0,23 10-13 0,-11-3-6 16,4 1-8-16,-1 2-10 0,7 1-14 0,-1 4-3 16,2 2-13-16,2-4-9 0,2 4-8 0,-9-1-5 15,3 2-7-15,4-1-5 0,-7 2-6 0,4-1-9 16,-6-4-1-16,4 1-5 0,-5-7-4 0,-2 7-5 15,-3-4-1-15,2 2-6 0,-4-1-2 0,-1-2-7 16,-1-1 3-16,-4-1-3 0,0 2 0 0,-1-1-3 16,-1-2 2-16,-1 5-4 0,-8-3 6 0,8 3-5 15,-11 2-1-15,1-1-1 0,-8 1 2 0,-2 5-1 16,-2 2-4-16,-12 6 2 0,3-1-1 0,-11 2-24 16,-1 1-36-16,-1 0-45 0,-3-2-65 0,0 0-72 15,-10 0-141-15,-11 12-406 0,19-10 180 0</inkml:trace>
  <inkml:trace contextRef="#ctx0" brushRef="#br0" timeOffset="34632.98">6878 5487 33 0,'0'0'269'0,"0"0"6"0,0 0-2 0,0 0-10 16,0 0-14-16,0 0-7 0,0 0-17 0,0 0-14 16,0 0-12-16,30-7-11 0,-23 2-8 0,1 0-14 15,7-2-4-15,2 2-6 0,1 0-22 0,3-6 5 16,3 8-16-16,0-8-9 0,6-2-7 0,5 2-5 16,-5-2-1-16,14 1-25 0,1-3-5 0,3 3-10 15,0-9 2-15,2 6 5 0,3 0-19 0,0-5-7 16,5 3-6-16,1-6 0 0,-3 4-5 0,24-7-5 15,-22 4-1-15,18-3-6 0,-18 5 1 0,1 0-1 16,-4-4-1-16,1-2-1 0,-3 4-3 0,7 1 10 0,-5-2-10 16,-4 0-10-16,3 0 3 0,-6 3-1 0,2-5 4 15,-7 1 0-15,0 1 0 0,2 2 6 16,0-1 7-16,-2 2 4 0,-2 3-4 0,0-5-3 16,2 7-3-16,-1-7-3 0,-3 5 4 0,3 2-6 0,-11 3 1 15,12-3 6-15,-11 3-6 0,1-1-8 0,7 2 3 16,-9 1-3-16,2 2 4 0,-1-1-8 0,-1-1 2 15,2 1 0-15,-3-2 5 0,1 4 3 0,-2-1-8 16,2-1-2-16,-1 2 1 0,-2-4 4 0,-7 6-5 16,6-3-3-16,-4 5 8 0,-3-6-3 0,0 2-6 15,1 3 6-15,3-1 0 0,-5 0 9 0,5 0-13 16,-3 1 24-16,-6 0-27 0,6 0 0 0,1 0 0 16,-5 3 7-16,1-4-6 0,2 3 3 0,-5 1-4 15,4-2 3-15,-5 3 12 0,-4-3-11 0,1 3-3 16,1-3 1-16,3 2 1 0,-15 1 0 0,19-2 4 15,-12 0-3-15,-7 2-1 0,15-3-1 0,-7 2 4 16,-8 1-3-16,15-4 1 0,-15 4-2 0,8 0 1 16,-8 0-1-16,14-4 2 0,-8 3-6 0,-6 1 8 0,14 0-3 15,-14 0-8-15,9-2 11 0,-9 2-2 16,7-4 0-16,-7 4 0 0,0 0-1 0,13-3-8 16,-13 3-24-16,9-3-15 0,-9 3-20 0,6-5-18 15,-6 5-30-15,0 0-44 0,7-4-53 0,-7 4-62 0,0 0-69 16,3-6-261-16,-3 3-656 0,0 3 290 0</inkml:trace>
  <inkml:trace contextRef="#ctx0" brushRef="#br0" timeOffset="34962.61">9676 4273 81 0,'0'0'299'0,"0"0"-15"0,0 0-13 16,0 0-8-16,0 0-6 0,0 0-19 0,0 0-11 15,28 9-17-15,-18-6-9 0,5 2-12 0,-4 1-18 16,6 2-18-16,3-1-16 0,0 4-10 0,4-1-9 16,0-3-12-16,-1 10-18 0,2-8-6 0,-4 4-6 15,1-1-8-15,-1-1-12 0,-8 0-2 0,9 1-13 16,-7-2 3-16,0 0-9 0,-2 1-1 0,-3 4-2 15,-4-9-9-15,3 8-3 0,-4 2-4 0,-5-5-5 16,-4 5-1-16,-1 0-15 0,-6 7-22 0,-6-1-16 16,-4 1-28-16,-16 12-30 0,-4 0-38 0,-5 1-51 15,-19 17-63-15,-3-5-280 0,-5 0-576 0,-4 0 255 0</inkml:trace>
  <inkml:trace contextRef="#ctx0" brushRef="#br0" timeOffset="36222.94">6460 7316 74 0,'0'0'205'0,"21"-12"-8"16,-8 9-10-16,-4-4-9 0,4-3-11 0,2 4-4 15,0-2-8-15,1 0-4 0,6 0-8 0,6-6 0 16,-3 1 0-16,1 0-4 0,6-1-1 0,-4-1 4 16,3 7-5-16,-1-8-5 0,13-3-1 0,2 0-3 15,-9-6-11-15,6 4-3 0,-1 1-2 0,2-2-5 0,3 1-7 16,-4-5-9-16,1 4-10 0,2-5-10 16,-7 0-9-16,5 0-2 0,5 0-5 0,-5-2-6 15,-2 1-2-15,4-2-13 0,-1 2 1 0,-6-3-5 16,7-1 1-16,-3 0-4 0,1 3-6 0,-5-1 2 0,0 2-4 15,3-3-2-15,-1-3 0 0,-4 5 4 0,1-5 4 16,-1 4 4-16,2-1-3 0,-3-4-2 16,1 4 2-16,2 3-1 0,-9 2-4 0,-5 3 1 0,13-5 6 15,-1-2-4-15,-6 2 3 0,3 2-1 0,-8 5 0 16,10-6 1-16,-11 6-8 0,3 0 5 0,-1 3 0 16,-1-4 3-16,0 2 5 0,-2-1 2 0,5-2 21 15,-1 4-25-15,-2-1 3 0,11-8-8 0,-13 7 1 16,4-3-1-16,-4 1-1 0,0-1-4 0,0 2-7 15,2 0 3-15,8-5 0 0,-8-7-1 0,0 18-4 16,0-7-3-16,-4 1 3 0,1 2-3 0,1 4 1 16,-2-2-4-16,3 1 3 0,4-1-6 0,-8 2 0 15,3-2 2-15,-2-3-4 0,2 3 2 0,1-2 3 0,-3 7-3 16,4-8 3-16,-4 4-3 0,4 2-6 16,0-4 6-16,-2 4 1 0,-1 0-5 0,-1-3 3 15,7 3 0-15,-3 2 0 0,-6-4 2 0,5 5-3 0,0-3 2 16,-1 0-5-16,0 2 4 0,2-3 7 0,-7 6-9 15,-3 0-7-15,5 0 17 0,-4-3-10 0,4 2-7 16,-3 1 14-16,4 2-8 0,-6-2 1 0,5-1 1 16,-4 0-2-16,3-3-1 0,-3 5 2 0,-1-2-3 15,2-1 4-15,-2 2-1 0,-1 0 3 0,5-4-10 16,-3 2 4-16,-1 0 2 0,0 0-1 0,0-1 0 16,-2 2 1-16,2-5 0 0,-3 8-2 0,3-2 0 15,-4-2 0-15,4 4 1 0,-7-3 0 0,-1 4 3 16,8-1-3-16,-7 1 0 0,0-1-2 0,4 3 4 15,-5-3 0-15,2 0 6 0,-2 4-9 0,0-3 0 16,-1 2-2-16,3-1 3 0,-4 3 1 0,-5 3-5 16,8-6 8-16,-2 3-3 0,-6 3 3 0,9-4-6 0,-8-1 2 15,-1 5 0-15,7-6-5 0,-7 6 8 0,7-1-3 16,-7 1-6-16,0 0-2 0,6-7 0 16,-6 7-3-16,0 0 1 0,0 0 3 0,0 0-1 0,0 0-7 15,5-2 5-15,-5 2 0 0,0 0 4 0,0 0-4 16,0 0 2-16,0 0 6 0,5-6-5 0,-5 6 1 15,0 0 12-15,0 0-6 0,0 0-7 0,5-7 6 16,-5 7-1-16,0 0-2 0,0 0-7 0,0 0-10 16,3-4-5-16,-3 4-18 0,0 0-13 0,0 0-15 15,0 0-19-15,4-5-22 0,-4 5-33 0,0 0-40 16,0 0-42-16,1-5-50 0,-1 5-43 0,0 0-202 16,-5-8-570-16,5 8 253 0</inkml:trace>
  <inkml:trace contextRef="#ctx0" brushRef="#br0" timeOffset="36582.31">9785 4610 128 0,'0'0'177'0,"0"0"-4"15,-3 4 10-15,3-4-4 0,0 0-6 0,18 12-6 16,-8-8-13-16,3-2-13 0,2 4-9 16,1 6-13-16,3-6-15 0,2-2-7 0,-1 1-7 0,2-1-9 15,-1 4-2-15,1-5 2 0,-3 1-4 0,-2-1-2 16,-2 2-6-16,5-3 5 0,-10 0 2 0,1 3 2 16,-2-2-6-16,-3-3 1 0,-6 0-8 0,10 7-1 15,-3-5-4-15,-7-2-10 0,5 3 1 0,-5-3-10 16,5 3-3-16,-5-3 0 0,5 4-11 0,-5-4-1 15,1 7-2-15,-1-2-1 0,0 6-4 0,4-4-3 16,-8 4 1-16,4 1-5 0,0 4 2 0,0 3 1 16,0 0-5-16,-1 6 1 0,-6 9-1 0,4-11 4 15,-1 6-1-15,3 1-26 0,-4 1-29 0,3 10-43 16,-1-1-65-16,-1-11-69 0,3 1-282 0,-4 0-541 16,2-3 239-16</inkml:trace>
  <inkml:trace contextRef="#ctx0" brushRef="#br0" timeOffset="38349.4">18329 735 163 0,'3'-3'340'0,"-1"-5"-13"16,-2 8-13-16,5-9-22 0,-5 9-28 0,3-4-30 16,-3 4-26-16,0 0-25 0,0-4-25 15,0 4-15-15,0 0-16 0,0 0-3 0,7 16-28 16,-1-1-5-16,-4-2-10 0,-2 5-6 0,5 3-9 0,-3 5-9 15,-2-2-2-15,0 6-10 0,5-2-1 0,-5 2-3 16,1 9-2-16,-1-7-9 0,2 7 1 0,-2-7 0 16,3 0-2-16,-3-3 11 0,0 1-21 15,3 0-3-15,-3-3-1 0,0-3 5 0,0-5-4 0,0-2-4 16,0 1 11-16,0-4-12 0,0-1 0 0,0-4-1 16,0 1 2-16,0-5 0 0,5 2 5 0,-3-2 22 15,-2-5 37-15,0 6 44 0,0-6 9 0,0 0-9 16,0 0-3-16,0 0-3 0,10-19-1 0,-7 9 7 15,-1 3-12-15,5-11-3 0,-1 4-5 0,1-5-9 16,1-1-4-16,2 0-14 0,-2 0 3 0,4 2-5 16,-4 2-3-16,2-3-7 0,2 3-1 0,-2 0-8 15,1 2-4-15,-1 1-4 0,2-1-5 0,-4 9-5 16,-1-2-1-16,1-1-8 0,-3 1 0 0,0 4-9 16,1 1-5-16,3-1-1 0,-9 3-7 0,15 5 2 15,-5-2-7-15,0 4-3 0,-2 4-5 0,5-2 1 16,-5 9-3-16,6-3 0 0,-5 0-5 0,3 5-1 15,-2 4-6-15,2-8-5 0,-2 6-6 0,-2 4-9 16,-2-5-3-16,8-2-18 0,-8 1-6 0,1-1-9 16,-2 0-21-16,0-3-10 0,1 2-16 0,-1-5-5 15,-1-1-9-15,-1 0-7 0,-3-2-17 0,3-2-13 16,-3 1-24-16,0-2-23 0,0 0-34 0,2-4-22 16,-2-3-59-16,0 0-198 0,-2 8-583 0,2-8 259 15</inkml:trace>
  <inkml:trace contextRef="#ctx0" brushRef="#br0" timeOffset="38583.76">19026 1380 151 0,'0'0'283'0,"0"0"-23"15,0 0-26-15,0 0-22 0,0 0-23 0,0 0-23 16,0 0-14-16,0 0-14 0,0 0-13 0,0 0-14 0,-5 20-9 15,5-20-7-15,0 8-13 0,0 1-6 0,3-2-10 16,-3 1-4-16,-3 0-3 0,6 3-7 0,-1 2-6 16,-1-3-1-16,4 2-6 0,-3 0-15 15,5 5-31-15,-7-4-33 0,0 3-37 0,5 2-52 0,-4-8-61 16,-1 2-198-16,-1 0-420 0,2-5 186 0</inkml:trace>
  <inkml:trace contextRef="#ctx0" brushRef="#br0" timeOffset="38896.26">19413 987 320 0,'3'-6'337'0,"-3"6"-15"0,0 0-15 0,0 0-25 16,0 0-4-16,0 0-19 0,0-7-21 0,0 7-16 16,0 0-17-16,0 0-20 0,0 0-21 0,22 1-11 15,-22-1-17-15,16 4-13 0,-7-2-14 0,4-1-7 16,2-1-15-16,3 5-7 0,2-2-5 0,1 1-12 16,-2 7-7-16,5-8-22 0,-2-2-35 0,-1 4-31 15,-1-2-38-15,0 1-39 0,0 0-45 0,1 0-58 16,-6-4-67-16,0 1-268 0,-1-1-592 0,0 3 261 15</inkml:trace>
  <inkml:trace contextRef="#ctx0" brushRef="#br0" timeOffset="39078.37">19395 1219 208 0,'0'5'274'0,"0"-5"0"0,5 7-4 0,1-4-18 0,3 1-22 0,1-3-23 0,9-1-18 15,0 0-21-15,0 3-21 0,3-3-13 0,1 0-27 16,5 0-53-16,4 0-65 0,1 4-82 0,0-7-81 16,12 8-199-16,-11-7-404 0,3 2 179 0</inkml:trace>
  <inkml:trace contextRef="#ctx0" brushRef="#br0" timeOffset="40250.19">21088 607 47 0,'0'-4'294'16,"0"4"-13"-16,0 0-16 0,-2-11-14 0,2 11-17 0,0 0-24 15,0 0-22-15,0 0-23 0,-5-4-16 16,5 4-20-16,0 0-11 0,0 0-17 0,0 0 2 15,0 0-21-15,-1 18-10 0,2-9-5 0,4 0-5 16,-5 0-11-16,2 3-1 0,3 1-6 0,-3 1-3 16,-1-1-2-16,6 6 2 0,-7-3-12 0,6-1-6 0,-1 0 1 15,-3 3-3-15,-2-1-1 0,0-6-3 16,2 5-1-16,-2-3-2 0,0 1 1 0,0-4-5 16,-2 0 0-16,0-2-2 0,-3 3 0 0,5-4-1 15,0 1 1-15,-6-1 0 0,-1-1-1 0,6 0 10 0,-6-1-6 16,0-2 12-16,7-3 10 0,-8 5 8 15,0-2 4-15,-2 1 7 0,0-1 5 0,2-1-2 16,-4-2-5-16,0 2-7 0,-2-1 2 0,0 3-2 16,-1-4 4-16,-3 1-13 0,-2-1-3 0,1 2-4 0,2-1-7 15,-3 2 10-15,4-2-17 0,-1 2 1 0,0-1 0 16,-1 4-7-16,0-2 5 0,0 4-1 16,-4-2-2-16,12-3-3 0,-3 3 4 0,-2 3 0 15,2 0-4-15,6-3-7 0,-6 1 17 0,3 2-8 0,4-1-5 16,-3-2-2-16,3 3 3 0,4 0 1 0,2-3 0 15,-2 3 4-15,-3 1 2 0,5-5-2 0,0 7-3 16,7-5 2-16,-2 4 2 0,7-2 1 0,-2 0-1 16,6 1-1-16,-6 1 1 0,10 1-12 0,8 2 9 15,-11-7-9-15,11 5-1 0,-5 0-8 0,5-3-6 16,-6-6-2-16,-3 6-7 0,1-6 11 0,2 1-8 16,-6-4 5-16,4 2 2 0,-2-4-1 0,-6 2 6 15,0-3-1-15,-3 2 3 0,-4-2 0 0,7-2 5 16,-7 1 0-16,0 1 6 0,-5 3 14 0,10-9-13 15,-8 2 2-15,-2 0 3 0,0 7-8 0,-7-13 6 16,7 2-3-16,-10 7-3 0,0-4 3 0,0 1-2 16,2-1 9-16,-5 5-8 0,1-7-4 0,0 7 1 15,-4-5 4-15,-1 1 4 0,-3-2-3 0,4 6-5 16,3-3-1-16,-4 1 0 0,2 4-12 0,4-2-29 16,-3 0-30-16,-2 3-34 0,1 0-32 0,8-1-54 15,7 1-57-15,-16 1-63 0,8-1-188 0,8 0-541 16,0 0 239-16</inkml:trace>
  <inkml:trace contextRef="#ctx0" brushRef="#br0" timeOffset="40734.56">21560 590 123 0,'0'0'286'16,"0"-8"-21"-16,0 8-24 0,0 0-36 0,0 0-20 0,0 0-21 16,0 0-23-16,0 0-11 0,0 0-12 0,-23 21-14 15,8-12-10-15,6 5-7 0,-4-1-5 0,3 2 1 16,-10 7 10-16,5-1-2 0,-1 5-3 0,-2 0-7 15,1 1-7-15,2-2-8 0,5 5 5 0,-1 1-8 16,2-2-6-16,3 1-5 0,-1 3 1 0,7 7-4 16,0-6-5-16,0 2 2 0,7-2-1 0,8 5-7 15,-7-9-4-15,15 5-7 0,-8-7 2 0,12 7-3 16,2-5-2-16,-7-8-45 0,6-3-58 0,8 7-83 16,-6-14-99-16,0 3-229 0,-5-6-530 0,6-2 235 15</inkml:trace>
  <inkml:trace contextRef="#ctx0" brushRef="#br0" timeOffset="42199.74">21954 768 228 0,'0'-7'294'16,"0"7"-17"-16,0-10-27 0,0 10-16 0,0 0-19 15,0 0-17-15,8-2-16 0,-8 2-20 0,0 0-14 16,0 0-24-16,0 0-11 0,18 9-13 0,-11-2-9 16,1-1-12-16,-1 1-9 0,1 5-3 0,-2-1-11 15,4 5-3-15,2 2-4 0,-4-2-5 0,4-1-5 16,-4 2-4-16,0 0-1 0,1 1-2 0,4-1-7 15,-3 0-1-15,-5 2-1 0,3-3-2 0,5-1-3 16,-11-8 1-16,11 5-2 0,-11 0-3 0,5-2 0 16,-1-1 2-16,-6-4-3 0,8 3 14 0,-8-3 1 15,7-3 29-15,1 5 20 0,-4-6 22 0,-4-1 18 16,0 0 18-16,0 0 1 0,0 0-1 0,19-8 13 16,-14 0 3-16,2 4-4 0,-2 0-4 0,5-9-5 15,-8 0-9-15,4 1-7 0,1-1-7 0,1-5-9 16,0-2-12-16,1-2-10 0,1 2-7 0,-2 1-6 15,-1-1-9-15,-1 1-11 0,-3 3-2 0,2-3-12 16,-1 9-20-16,1 0-25 0,-4-1-32 0,1 3-37 16,3 4-58-16,-3-7-54 0,-2 7-55 0,0 4-44 15,0 0-16-15,0 0-29 0,0 0-37 0,0 0-287 0,0 0-712 16,6 16 315-16</inkml:trace>
  <inkml:trace contextRef="#ctx0" brushRef="#br0" timeOffset="42449.72">22568 1095 48 0,'0'9'183'0,"0"-2"-9"0,0 4-10 15,-2 0-10-15,0-3-1 0,2 3-8 0,-5 1-15 16,5 3-12-16,0-3-9 0,0 1-12 0,0 2-9 15,0-3-7-15,0 0-5 0,5 1-9 16,-3 1-4-16,0-1-7 0,3 0-4 0,-4-5-4 0,4 0-6 16,4 4-18-16,-6-4-46 0,3 2-68 0,1-5-61 15,0-1-151-15,3-1-327 0,-4-3 145 0</inkml:trace>
  <inkml:trace contextRef="#ctx0" brushRef="#br0" timeOffset="42809.08">22861 870 185 0,'0'0'203'0,"0"0"-18"0,0 0-18 0,0 0-19 0,0 0-18 16,0 0-7-16,0 0-15 0,0 0-12 0,0 0-12 15,0 0-3-15,0 0-5 0,0 0-12 0,0 0-3 16,0 0-7-16,1 19-1 0,4-15-7 0,-5-4 2 16,7 4 6-16,-7-4 5 0,3 3 9 0,-3-3 9 15,0 0 27-15,5 5-4 0,-5-5 12 0,0 0 5 16,0 0-4-16,0 0 1 0,0 0-2 0,8-12-5 16,-8 12-8-16,0 0-12 0,0-11-10 0,0 3-10 15,0 8-10-15,-6-8 4 0,6 8-12 0,-2-8-4 16,2 8-20-16,-5-7-20 0,2 0-28 0,3 7-30 15,-7-1-29-15,7 1-44 0,0 0-44 0,-6-4-58 16,6 4-39-16,0 0-179 0,0 0-482 0,0 0 213 16</inkml:trace>
  <inkml:trace contextRef="#ctx0" brushRef="#br0" timeOffset="43324.69">23531 742 226 0,'0'0'234'0,"0"0"-16"0,2 7-18 15,-2-7-20-15,0 0-14 0,0 0-8 16,0 0-16-16,0 0-7 0,0 0-18 0,-32-2-4 0,32 2-9 15,-21 2-3-15,7 0-2 0,-4-2-8 0,3 10-5 16,-5-9-3-16,1 2-6 0,2 0-6 0,2 3-7 16,-3-3-6-16,1 3-8 0,1 0-3 0,1 0-5 15,2-3-2-15,1 2-4 0,1 2-1 0,1-1-7 16,3-2-7-16,-1-2 4 0,4 1 2 0,-4 4-4 16,8-7 2-16,-2 11 0 0,9-5-1 0,0 0-2 15,8 1-1-15,1 1-4 0,14-4 0 0,-9 4 2 16,11-1-6-16,1-3 0 0,0 3-1 0,4-1 1 15,-1-2-6-15,-5-1-1 0,4 1-3 0,0-1-5 16,-4-3-2-16,-1 0 1 0,3 1-3 0,-3-2-2 16,-5-1-1-16,5-3 8 0,-12 1-1 0,0 0-1 15,-6-3 1-15,-2 3 0 0,6-5-1 0,-9 2 4 16,1 2-4-16,-1-4 3 0,-1 0-3 0,-6 0 1 16,-1 0 5-16,-4-4 0 0,-2 2 2 0,-1 1-3 15,1-3-2-15,-9 0 3 0,-4 2 3 0,-7-4-6 16,9 6-1-16,-8-1 0 0,4 0 1 0,-8 0 0 15,2 3 0-15,0-2 2 0,6 6-17 0,1 2-24 16,-2-3-21-16,-7 4-34 0,8 0-38 0,4 4-44 16,0-4-40-16,3 1-213 0,0 1-465 0,2 0 206 15</inkml:trace>
  <inkml:trace contextRef="#ctx0" brushRef="#br0" timeOffset="43574.68">23559 553 137 0,'0'0'244'0,"0"0"-23"0,0 0-20 0,0 0-8 16,0 0-2-16,2 20-10 0,4-11-9 0,-4 4-12 15,5-1-11-15,-7 8-13 0,8-1-10 16,-1 5-16-16,-1 2-7 0,2 0-8 0,-1 2-12 15,6 0-6-15,-4 4-8 0,-1-3-6 0,5 2-4 0,0 8-5 16,1-3-7-16,-3-7-2 0,1-1 3 0,-2 0-42 16,0 4-47-16,1-5-53 0,-1 0-66 0,-2-10-69 15,6-1-179-15,-4-4-442 0,-2-1 196 16</inkml:trace>
  <inkml:trace contextRef="#ctx0" brushRef="#br0" timeOffset="43966.87">24211 487 185 0,'0'-7'356'0,"0"1"-11"0,0 6-9 0,0-10 0 15,0 2-14-15,0 8-15 0,4-4-21 0,-4 4-27 16,-4-8-27-16,4 8-29 0,0 0-21 0,0 0-17 16,0 0-27-16,0 0-16 0,0 0-15 0,0 0-15 15,0 0-2-15,0 0-13 0,0 0-8 0,-13 23-7 16,10-16-11-16,3 3 0 0,-9 5-9 0,3 2 3 16,4-4-14-16,-3 7 4 0,-3-4-11 0,6 1 2 0,-3 4-3 15,4-2 2-15,-4 1-6 0,5-2-3 0,5 3 3 16,-4-2-3-16,4 5 6 0,-1-4-10 15,7-2 4-15,-3-2-3 0,4 2 11 0,1 2-14 16,7-4-4-16,2 3-5 0,4-6-28 0,-3 1-25 0,4-3-19 16,-1-2-26-16,4-2-37 0,0-2-30 0,0-2-37 15,-1 2-43-15,1-6-28 0,0-3-42 0,0 1-223 16,-2-2-582-16,2-3 257 0</inkml:trace>
  <inkml:trace contextRef="#ctx0" brushRef="#br0" timeOffset="44154.37">24853 660 42 0,'0'0'153'0,"0"0"-7"0,0 0 0 15,-16 5-11-15,16-5-7 0,-15 5 0 0,7 1-7 16,-1-1-7-16,3 2-13 0,-2 1-10 0,-2 7-5 16,-2-4-10-16,2 2-9 0,-2 2-5 0,3-3-5 15,-3 4-1-15,2 1-6 0,0 0-5 0,-3-5-6 16,0 4 0-16,3-1-23 0,-4 0-48 0,6-7-57 15,2 0-57-15,-1 0-127 0,0-1-294 0,1 1 131 16</inkml:trace>
  <inkml:trace contextRef="#ctx0" brushRef="#br0" timeOffset="44388.73">24569 617 218 0,'-5'-5'232'0,"5"5"-26"0,0 0-21 0,0 0-18 16,0 0-13-16,0 0 3 0,11 22-4 0,-9-11-9 15,6 1-15-15,4 3-13 0,-2 0-11 0,5 2-8 16,8 1 5-16,-5 2-23 0,5 4-7 0,0-1-6 16,-1 0-4-16,-1-7-9 0,4 7-2 0,3-4-7 15,-1-4-13-15,-2 0-42 0,-2 3-49 0,-2-8-67 16,-4 2-52-16,3-5-196 0,-7-2-406 0,2-3 181 15</inkml:trace>
  <inkml:trace contextRef="#ctx0" brushRef="#br0" timeOffset="44685.6">24987 561 244 0,'0'0'247'0,"0"0"-10"0,0 0-8 0,0 0-15 16,0 0-3-16,0 0-9 0,17 15-11 15,-7-9-9-15,-5 3-22 0,7-3-11 0,-3 4-16 16,6 5-12-16,0-3-12 0,-2 5-13 0,2-2-6 0,5 4 0 16,-3 1-18-16,-1-1-6 0,-1 4-8 0,3-2-5 15,-6-3-4-15,1 1-5 0,-4-2-9 16,-3 1 10-16,1-2-17 0,-4 1-18 0,2-1-19 15,-5 0-29-15,0-4-23 0,0-2-26 0,0 2-28 0,-5-3-42 16,2-3-39-16,-2 0-57 0,-3-3-156 0,1-2-441 16,7-1 195-16</inkml:trace>
  <inkml:trace contextRef="#ctx0" brushRef="#br0" timeOffset="45013.71">25292 269 245 0,'0'0'321'0,"0"0"-27"0,0 0-10 16,28 13-6-16,-13-4-22 0,-2 6 8 0,9 4-18 15,-1 1-21-15,4 2-23 0,7 10-16 0,1-2-11 16,-2 6-21-16,6-2-14 0,-6 3-12 0,4 3-17 16,0 2-8-16,-6-3-10 0,-1 4-6 0,-1-2-2 15,-6 4-18-15,-2 0-9 0,-3 2 0 0,-4 2-11 16,-6-1-29-16,-2 6-34 0,-8 1-30 0,-2 1-33 16,-14-2-38-16,-15 21-51 0,-9-5-73 0,-6-4-71 15,-16-4-213-15,-7-6-568 0,-2-4 252 0</inkml:trace>
  <inkml:trace contextRef="#ctx0" brushRef="#br0" timeOffset="53939.43">7971 3437 121 0,'3'-5'360'0,"-1"-1"-16"0,-2 0-15 16,0 6-16-16,6-7-4 0,-4 0-19 0,1 4-3 16,-3 3-12-16,5-7-12 0,-5 7-18 0,5-5-17 15,-5 5-24-15,0 0-20 0,0 0-20 0,0-7-17 16,0 7-18-16,0 0-25 0,0 0 0 0,0 0-14 15,0 0-14-15,0 0-5 0,0 0-9 0,0 0-5 16,0 0-7-16,14 10-5 0,-14-10-8 0,8 9-2 16,-1-2-3-16,-4-4-4 0,0 2-3 0,0 3-12 15,4-2 10-15,-2 2-5 0,2-1 3 0,-4 1-4 16,4 1-2-16,-1-4 0 0,2 3-6 0,-1-1 2 16,1 4-3-16,-3-2-2 0,0 1 2 0,2-2 3 0,0 0-7 15,-2-1 6-15,-1 1-1 0,1 0-1 16,2 0-2-16,-4 1-6 0,1-2 8 0,1 0-5 15,-2-2 6-15,-1-2-6 0,3 2 1 0,-5-5-2 0,5 9 4 16,-2-4 7-16,-3-5-8 0,2 1-4 0,-2-1 3 16,0 0-3-16,4 4 6 0,-4-4-6 0,7 3 2 15,-7-3 0-15,0 0 1 0,0 0 3 0,0 0-9 16,0 0 4-16,2 8 2 0,-2-8-2 0,0 0 4 16,0 0-5-16,0 0 4 0,0 0-1 0,0 0 0 15,0 0-4-15,0 0 8 0,0 0-5 0,0 0 3 16,0 0-4-16,0 0 7 0,0 6 23 0,0-6 18 15,0 0 18-15,0 0 18 0,0 0 10 0,0 0-2 16,0 0-12-16,0 0-5 0,8-17-6 0,-8 10-8 16,5-2-5-16,-5-7-6 0,10 0-9 0,-10 5 2 15,5-3 1-15,-3-3-12 0,4 0-4 0,1 3-4 16,-1-5-1-16,3 7-1 0,-8-5-5 0,6 0-3 0,0 0 0 16,-2-2-1-16,-2 8-6 0,3-6 1 0,-6 7-3 15,0-1 1-15,5 3-4 0,-3-1-8 16,-2 3-14-16,0-1-27 0,0 7-35 0,5-12-41 0,-5 6-57 15,0 6-53-15,2-6-50 0,-2 6-49 0,0 0-20 16,0 0-42-16,0 0-56 0,0 0-233 0,3 22-738 16,-3-22 326-16</inkml:trace>
  <inkml:trace contextRef="#ctx0" brushRef="#br0" timeOffset="54767.5">8441 3531 338 0,'0'0'349'0,"0"0"-2"0,0 0 1 16,3-9-8-16,-3 9-1 0,4-4-13 0,-4 4-13 16,0 0-24-16,0 0-28 0,0 0-26 0,0-7-22 15,0 7-24-15,0 0-22 0,0 0-15 0,0 0-19 0,0 0-13 16,0 0-16-16,0 0-9 0,0 0-14 0,1-4-6 15,-1 4-13-15,0 0-5 0,0 0-6 16,0 0-3-16,0 0-4 0,0 0-6 0,0 0-6 0,0 0 0 16,0 0-4-16,0 0-6 0,0 0 2 0,0 19-5 15,0-19 0-15,0 0-5 0,0 5 2 0,0-5-3 16,0 0-4-16,0 0 7 0,0 0-8 0,0 7 1 16,0-7 4-16,0 7-5 0,0-7 0 0,0 0-1 15,0 0 0-15,0 0-1 0,0 0-1 0,0 0-6 16,0 0 5-16,0 0-1 0,0 0 0 0,0 0 1 15,0 0-1-15,-1 8 3 0,1-8-2 0,0 0-3 16,1 8 3-16,-1-8 4 0,4 7-8 0,-4-7-3 0,0 9 3 16,-4-2 3-16,4-2-6 0,0 6 2 15,0 0-1-15,4-7-4 0,-8 8-7 0,8-1-5 16,-4-4-15-16,0 5-12 0,-4-3-18 0,8 2-18 0,-8-6-25 16,4 6-13-16,4 1-19 0,-8-5-18 0,3 3-25 15,1-1-34-15,0-1-40 0,0 0-45 0,0-1-44 16,0 0-222-16,-4-2-611 0,4-5 271 0</inkml:trace>
  <inkml:trace contextRef="#ctx0" brushRef="#br0" timeOffset="55079.98">8646 3534 297 0,'0'0'328'0,"0"0"-14"0,0 0-13 0,0 0-7 15,-1-6-14-15,1 6-22 0,0 0-15 16,0 0-21-16,0 0-23 0,0 0-19 0,0 0-15 16,0 0-22-16,0 0-16 0,0 0-12 0,0 0-11 0,0 0-17 15,0 0 8-15,0 0-27 0,0 0 12 0,6 21-27 16,-6-12 1-16,2-3-5 0,4 7-1 0,-4-5-10 15,0 4-6-15,3 3-28 0,1 0-26 0,-2 1-35 16,1-1-32-16,1 4-50 0,3-3-86 0,-1-1-77 16,0 0-256-16,-1-3-604 0,1-3 268 0</inkml:trace>
  <inkml:trace contextRef="#ctx0" brushRef="#br0" timeOffset="56048.65">7764 4549 116 0,'0'0'264'15,"0"0"-19"-15,0 0-24 0,0 0-22 0,0 0-20 0,0 0-21 16,0 0-14-16,0 0-15 0,0 0-14 0,0 0-10 16,13 14-10-16,-8-8-7 0,2 1-10 0,-2 1-10 15,1-1-5-15,1 5-7 0,0-2-3 0,1 3-8 16,0-2-6-16,-1 2-2 0,-1-1 0 0,1 3-7 16,1-6-4-16,-6 1-2 0,6 1-1 0,-3 1-1 15,2-3-3-15,-1-2 0 0,-4 1-6 0,3-2 3 16,-3 0 1-16,-1 0-1 0,-1-6 5 0,7 6 28 15,-7-6 20-15,7 6 15 0,-7-6 20 0,6 2 14 16,-6-2 9-16,0 0-5 0,0 0-4 0,14-8-6 16,-14 8 3-16,8-9-3 0,-2 1-5 0,-4 4 14 15,6-4 4-15,-1-7 1 0,0 6 3 0,-1-1-6 16,1-2-3-16,-1-3-11 0,4 0-7 0,-3 3-6 16,-4-6-13-16,4 7-3 0,0-5-12 0,1 1-6 15,-5 4-9-15,-1 4-3 0,1-3-7 0,0 0-5 0,-1 2-30 16,1 4-18-16,-1-1-43 0,-2 5-40 0,2-10-53 15,-2 10-46-15,0-4-40 0,0 4-46 16,0 0-13-16,0 0-40 0,0 0-38 0,0 0-224 0,0 0-643 16,-14 15 284-16</inkml:trace>
  <inkml:trace contextRef="#ctx0" brushRef="#br0" timeOffset="56329.88">8219 4680 34 0,'0'0'186'0,"0"9"-10"0,0-4 10 0,0-5-14 16,0 9-9-16,0-2-8 0,0-1-8 0,0 1-9 15,-1 4-13-15,2-2-13 0,-1 1-7 0,0-1-12 16,0 2-10-16,0 0-7 0,0 5-7 0,0-7-5 0,0 1-3 15,0 2-9-15,3 0-4 0,1-4-4 16,-4 3-4-16,0-3-4 0,0-1-19 0,0 0-34 16,1 1-37-16,-1-3-40 0,0-5-52 0,7 5-200 15,-7-5-373-15,0 0 165 0</inkml:trace>
  <inkml:trace contextRef="#ctx0" brushRef="#br0" timeOffset="56673.6">8337 4632 123 0,'0'0'214'0,"0"0"-3"0,0 0 1 0,0 0-11 16,0 0-2-16,16 8-9 0,-9-7-14 0,-7-1-14 15,8 8-16-15,-8-8-9 0,10 3-14 0,-5-2-12 16,2 2-13-16,-7-3-8 0,10 6-10 0,-5-3-5 15,0 1-12-15,-1 4-5 0,-2-5-5 0,1 3-6 16,-3-6-8-16,4 10 0 0,-3-5-6 0,-1 1-1 16,0 1-1-16,2 0 3 0,-5 0 4 0,-2 0 5 15,1 0 7-15,1-1 4 0,0-1 6 0,-2 0 1 16,3-1 0-16,-3 3-3 0,5-7 4 0,-6 1-1 16,6-1 5-16,-2 6 8 0,2-6 14 0,0 0 11 15,0 0 16-15,0 0-18 0,0 0-7 0,0 0-7 16,23 0-11-16,-3-1-17 0,-3-1-38 0,-1-4-55 15,6 0-54-15,-1 2-59 0,7-3-87 0,2 3-106 0,0-4-243 16,0 0-635-16,-2 0 281 0</inkml:trace>
  <inkml:trace contextRef="#ctx0" brushRef="#br0" timeOffset="57611.03">8146 5592 237 0,'9'5'219'0,"-9"-5"-23"16,5 4-24-16,-5-4-14 0,1 8-1 0,-1-8-9 15,7 10-7-15,-1-7-11 0,-6 6-13 0,9-1-11 0,-8 2-10 16,6-1-5-16,-2 4-8 0,5-2-7 16,-5 2 0-16,2 0-6 0,-6-1-4 0,6-3-8 15,1 4-1-15,-1 2-8 0,-1-3-4 0,-4-5 0 0,5 4-6 16,-1-2-3-16,-4-3-2 0,4 3-2 0,-6-3 13 15,7 0 8-15,0-3 11 0,-4 3 4 0,-3-6 10 16,3 6 13-16,-3-6 14 0,0 0 13 0,2 4 20 16,-2-4 22-16,0 0 29 0,0 0 7 0,0 0 5 15,0 0-7-15,0 0-13 0,15-1-8 0,-15 1-3 16,8-11 0-16,-3 7 4 0,-3 0 2 0,-2-3-2 16,6 0 1-16,1-3 12 0,0 0-19 0,-6 1-1 15,8-3-9-15,-3-1-3 0,2-1 6 0,-3-1-27 16,2-1-18-16,-2 1-9 0,2-3-10 0,-2 1-11 15,1 4-9-15,1-8-10 0,-4 6-2 0,2 2-11 16,-2 2-10-16,1-1-14 0,-1 0-18 0,2 1-34 16,-5 4-35-16,0-1-50 0,0 3-48 0,2-2-59 0,-1 3-66 15,-1 4-57-15,0-8-48 0,0 8-43 0,0 0-46 16,0 0-39-16,-10-3-277 0,10 3-857 16,0 0 379-16</inkml:trace>
  <inkml:trace contextRef="#ctx0" brushRef="#br0" timeOffset="57923.5">8514 5598 137 0,'6'6'201'16,"-6"-6"-6"-16,7 8-9 0,-5-3-11 0,4-2-17 16,-6-3-17-16,9 11-7 0,-9-5-11 0,3 3-8 0,0-3-10 15,-1 1-4-15,3 5-17 0,-5-4 0 0,6-1-8 16,-6 7-11-16,2-5-4 0,-2 0-4 16,0 2-4-16,0-3-4 0,0 3-7 0,0-3-2 0,0 0-8 15,0 3 1-15,0-5-1 0,0 1-4 0,-2 0 4 16,2-7-17-16,-3 13-24 0,6-10-39 0,-3-3-46 15,2 6-40-15,-2-6-76 0,0 0-134 0,0 0-372 16,0 0 165-16</inkml:trace>
  <inkml:trace contextRef="#ctx0" brushRef="#br0" timeOffset="58402.85">8760 5547 236 0,'2'-4'272'0,"-2"4"-16"16,7-7-12-16,-7 7-21 0,6-7-16 0,-1 2-17 15,0 2-16-15,-5 3-18 0,15-4-19 0,-10 1-8 0,3 1-17 16,-8 2-10-16,17-3-12 0,-10-1-8 0,1 3-7 15,-8 1-9-15,15 0-7 0,-15 0-9 0,11 1-1 16,-11-1-8-16,10 3-1 0,-10-3-6 0,0 0-5 16,17 1-6-16,-17-1-2 0,5 3-3 0,-5-3-2 15,0 5-3-15,0-5 1 0,0 6 4 0,0-6-8 16,0 8 0-16,0-8-2 0,0 0-3 0,-5 8 0 16,5-3 2-16,-5 1 0 0,1 0-5 0,4-6 1 15,0 9-1-15,-1-4 1 0,1-5-1 0,-5 12 0 16,3-5-1-16,4-3 2 0,-2-4-1 0,-2 16 2 15,4-8-1 1,4-3 1-16,-2 4-3 0,1-1 6 0,1 0-1 16,3-1-2-16,-3-2 2 0,6 4-1 0,-2-1 1 15,-2-2 1-15,5 3 0 0,-6-2-2 0,1-2 3 0,-1 2-1 0,3 1 4 16,-7-4-5-16,4 1-3 0,-4 1 2 0,2-3-1 16,-3 3 2-16,4-1-1 0,-1-3-3 0,-5-2 2 15,4 8 3-15,-4-4 0 0,0-4-3 0,-2 8 6 16,-3-2-5-16,5-6-8 0,-10 9-26 0,-3-5-49 15,3-1-76-15,-8 4-101 0,1-2-227 0,-4 0-521 16,-9 2 230-16</inkml:trace>
  <inkml:trace contextRef="#ctx0" brushRef="#br0" timeOffset="61966.58">11040 3808 79 0,'0'0'157'0,"0"0"-16"16,0 0-14-16,0 0-18 0,0 0-10 0,0 0-10 16,0 0-1-16,0 0 1 0,0 0-3 0,11 17-4 15,-11-17 6-15,2 11-3 0,-2-8-11 0,5 7 2 16,-5-7 0-16,1 4-3 0,1 1-5 0,-2 1-9 15,5-2-4-15,-3-4-4 0,-2 5-3 0,0 1-5 0,0-2 1 16,5 1-6-16,-5-4-1 0,0 4-4 0,-5-1 13 16,10 1-10-16,-5-4 3 0,0 4-9 15,0 1 5-15,0-1-1 0,0-3-5 0,0 0 0 0,0 1-1 16,0-6-4-16,0 11-1 0,-5-6 2 0,5-5-2 16,5 9 7-16,-5-6 3 0,0-3 2 0,0 0-4 15,-5 11-1-15,5-11 2 0,0 6 1 0,0-6 2 16,0 6 8-16,0-6-5 0,-2 4 3 0,2-4 1 15,-7 7 2-15,7-7 10 0,-6 5 0 0,-1-2 1 16,7-3 2-16,-6 5-2 0,6-5-5 0,-15 4 3 16,8-1 11-16,-1 1-13 0,-1-1 0 0,1 1-4 15,-5 0 12-15,5-2-29 0,-6 1 5 0,6-3-3 16,-3 4-1-16,1-1-7 0,-4 2-1 0,4-3 14 16,-3 3-16-16,5 0-3 0,-2-3-2 0,-2 2-9 15,3-3 6-15,-3 2 4 0,4 2-7 0,1 1-11 16,-3-3 11-16,3 3 0 0,-6-2-2 0,7-2-7 15,-1 3 5-15,0 0-2 0,-1 0 2 0,3 1-3 0,-5-2-1 16,7-1 2-16,-2 2 1 0,-3-2-7 0,4 3 7 16,-1-3-5-16,5-3 0 0,-8 7 4 15,3-4-3-15,5-3 3 0,-8 8-4 0,6-4 4 16,2-4-2-16,-5 8 3 0,5-8 0 0,-6 6-2 0,6-6 1 16,-4 6-5-16,4-6 0 0,-5 4 8 0,5-4-9 15,-1 7 9-15,1-7-2 0,-4 7 3 16,4-7-6-16,-3 9 4 0,3-9-4 0,0 7 1 0,0-7 3 15,0 8 0-15,0-8-3 0,0 9 0 0,0-9-2 16,-2 6 7-16,2-6-6 0,-5 8 4 0,5-4-1 16,0-4 1-16,0 8 1 0,0-8-4 0,0 7 3 15,0-7 2-15,0 9 0 0,5-6 2 0,-5-3 1 16,2 8-6-16,-2-4 0 0,0-4 5 0,3 11 3 16,-3-11 17-16,4 7-22 0,-3-2-4 0,-1-5 7 15,7 8 2-15,-7-8-1 0,7 7-3 0,-6-3 3 16,-1-4 19-16,7 3-11 0,-1 2-7 0,-4-1 9 15,3 0 7-15,3 1-4 0,-3-3 0 0,-1 2 2 16,-4-4 0-16,13 4 1 0,-5 0-3 0,-1-1-1 0,1-2-2 16,2 0-5-16,0 2 7 0,-2-1 7 15,0 0-16-15,1-1 12 0,2-1-13 0,-11 0-8 16,17 0 11-16,-9 3 4 0,2-3-2 0,-10 0-2 16,18 0 6-16,-8 0 1 0,-10 0 2 0,13-3 5 0,-13 3 0 15,17-3 0-15,-9 1-3 0,-8 2 0 16,17-3-3-16,-11 2 1 0,-6 1 1 0,12-4-1 15,-5 4 2-15,-7 0-2 0,10-4 5 0,-10 4-1 0,13-3-2 16,-7 2-1-16,-6 1 0 0,0 0-4 0,9-6 1 16,-4 3-5-16,-5 3 0 0,8-2 1 0,-6-5-4 15,-2 7 7-15,6-5-7 0,-6 5-1 0,9-3 2 16,-3 2-2-16,1-3-1 0,-7 4 10 0,8-7-1 16,-8 2-1-16,0 5 5 0,0 0-3 0,12-7 1 15,-12 7-1-15,6-3 1 0,-6 3 4 0,4-1 5 16,-4 1-3-16,0 0 4 0,5-6 1 0,-5 6-2 15,0 0 2-15,1-6 4 0,-1 6 0 0,0 0 0 16,2-6-6-16,-2 6 1 0,0 0 10 0,0 0-11 16,0 0 0-16,-2-9-6 0,2 9 0 0,0 0-2 15,-6-4-4-15,6 4 1 0,0-8-4 0,0 8 1 16,0 0-4-16,-7-11-4 0,7 11 0 0,-2-4 1 16,2 4-1-16,-6-6 1 0,6 6 4 0,-7-6-9 0,7 6 4 15,-8-3-8-15,8 3 1 0,-2-8 0 16,2 8 1-16,-5-3-3 0,5 3-1 0,-8-5 0 15,8 5 0-15,-8-7 0 0,8 7-1 0,-12-2-1 0,12 2 2 16,-8-7-4-16,8 7 2 0,-9-4 0 0,9 4 1 16,-13-3-1-16,7 0-1 0,6 3 1 0,-10-1 3 15,3-3-3-15,7 4 1 0,-15-3-2 0,15 3 0 16,-11-1 1-16,11 1-2 0,-10-1-1 0,10 1 0 16,-15-2-3-16,15 2 5 0,-13 0-3 0,13 0-1 15,-15 2 4-15,15-2 25 0,-15 1-5 0,15-1 3 16,-14 0-4-16,6 1-2 0,0 2-6 0,-2-1 5 15,10-2-6-15,-15 3 0 0,8 0 4 0,-2-2-2 16,9-1-6-16,-19 2-18 0,16-1-16 0,-7 2-23 16,10-3-29-16,-11 2-33 0,11-2-49 0,-12 0-60 15,12 0-50-15,-8 3-37 0,1 0-59 0,7-3-65 16,0 0-348-16,-15 6-846 0,15-6 375 0</inkml:trace>
  <inkml:trace contextRef="#ctx0" brushRef="#br0" timeOffset="68478.25">6069 4796 97 0,'0'0'173'0,"0"0"-7"0,0 0-12 15,0 0-6-15,0 0-14 0,0 0-8 16,0 0-15-16,0 0-13 0,0 0-16 0,0 0 5 0,0 0-8 16,0 0-6-16,-6 4 4 0,6-4-2 0,0 0 2 15,1 9-5-15,-1-9-4 0,0 0-11 0,5 6 2 16,-5-6-4-16,2 4-4 0,3 4-4 0,-4-4 2 15,-1-4-2-15,9 12 0 0,-4-9-3 0,-4 2-2 16,8 1 0-16,-4 3-4 0,-4-3-2 0,9-1-4 16,0 7-2-16,-2-5-5 0,-1-1-1 0,1-1 0 15,-1 5-4-15,1-3 0 0,0 1-4 0,6 1-1 16,-6 1 2-16,4-2-5 0,2 1 1 0,-2-2-3 16,3 6 0-16,0-4-5 0,0 1 6 0,-2-1-5 0,2 0 4 15,0 0-1-15,0-2-3 0,-2 3-1 16,2-3 1-16,0 2 1 0,0-2 1 0,-2 2-7 15,-5-2 2-15,4 0 2 0,-1-1 1 0,-3 1-5 16,4-4 3-16,-4 4-2 0,2-2 0 0,4 3 1 0,-6-1 0 16,10 0 0-16,-8-2-1 0,2 6 5 15,-3-7-7-15,6 3 0 0,0 3 0 0,0-1 2 16,-2-3 0-16,2 3 1 0,-3-3-1 0,4 2 0 0,-4-1-3 16,8-1 2-16,-10 1 2 0,6 0-3 0,-1 1 3 15,-6-1-3-15,5-2 0 0,3 3 1 0,-7-1-2 16,6 1 4-16,-1-2-3 0,-3 3 0 0,1-2 0 15,2 1 0-15,0 0 0 0,0-1 1 0,-2 1 0 16,2-1-1-16,0 2 1 0,0-1-4 0,0 2 6 16,0-2-3-16,-2 1-2 0,3-1 2 0,-1 2-1 15,-1-5 1-15,0 4-1 0,3-1 2 0,0 2 0 16,-8-1 1-16,6-1 1 0,2-1-4 0,-2 0 1 16,0 3 1-16,0-3 1 0,-1 1-2 0,6-1 0 15,-5 1-1-15,2-1 2 0,-2 1-2 0,0 1 3 16,1-2-4-16,1 1 0 0,-2-1 0 0,1 1 3 0,1-1 1 15,-2 1 1-15,3-1 0 0,-2 2 1 0,1-2-3 16,-2-3-2-16,-2 5 13 0,4-2-4 16,-3 0-2-16,1 3 0 0,-1-4 0 0,2 0 0 0,-3 2-1 15,-4-6 0-15,4 5-2 0,0-3 0 0,-3-1 2 16,-3 6-3-16,8-2 1 0,-4-3-2 0,-3 2 0 16,7 1 5-16,-6-1-4 0,4-2-1 0,-3 1-3 15,-4 1 5-15,9 0 0 0,-1 1 0 0,-3 0-3 16,-1-2 2-16,5 5-1 0,2 0-1 0,-4-3 2 15,2 1 1-15,0-1-3 0,1 1 2 0,-1-1-2 16,0 1-2-16,0 1 2 0,-2-2 0 0,2 1 0 16,0-1 3-16,0 0-2 0,-7-2 2 0,5 3-2 15,4 1-3-15,-6-3 2 0,-1-3 1 0,2 1-2 16,-2 8 3-16,3-8-4 0,-5 2 2 0,9-2 0 16,-9 4 1-16,4-3-2 0,3 0 6 0,-5 2-4 15,3-4 1-15,0 6-1 0,-3-2 1 0,2-2-2 16,1 1-1-16,-5 1 3 0,2 0-3 0,2-1 4 15,-1-3-3-15,4 3-2 0,0 0 2 0,-8-2 2 0,6 1-2 16,-2 1-1-16,6-1 2 0,-7-1-1 16,5 5 0-16,3-3 3 0,-3 2-3 0,2-1 0 15,-3-1 0-15,1 1 6 0,0 0-5 0,0 1-1 0,0 3 1 16,0-7 0-16,0 4 1 0,-2-1-2 0,4 1 4 16,-1 0-1-16,-1 0-1 0,-2 0-2 0,2-2 0 15,-2 2 2-15,-3-3-1 0,4 0 5 0,-6 2 9 16,5-2 6-16,0 5-1 0,-4-5-1 0,4 1-3 15,-3 0-2-15,1-1 2 0,4 2 0 0,-5-1-5 16,2-2 0-16,-2 7-1 0,5-5 1 0,-2 0-1 16,2-2 2-16,0 6 0 0,0-1-2 0,1-2-1 15,-1 2 2-15,3 0 3 0,0-2 0 0,-3 3 0 16,7-2 2-16,-6 0-8 0,4 3 5 0,-3-4-2 16,3 3 0-16,1-2-5 0,-4 3 5 0,-2-3-3 15,4 0 0-15,1 1 3 0,-5 0-5 0,2-5-1 16,-1 5-2-16,-1-1 4 0,-2-1 3 0,4 1 12 15,-2-1 3-15,-4-2-1 0,6 2-3 0,0 3-3 16,-4-3 4-16,3 0-6 0,-1 1 4 0,5-1-2 0,-5 1-3 16,0-1 2-16,6 2-3 0,-6-1 3 15,0-1 0-15,5 1 0 0,-2-1-3 0,-4 1-3 16,2-1 1-16,-1 1-5 0,5 1 3 0,-7-2-2 16,2 1 3-16,-5-1 3 0,3 0-6 0,-3-2 9 0,2-3-2 15,-2 6 2-15,3-6 0 0,-5 5-2 16,7 0 12-16,-8-3-9 0,4 1 3 0,-1-2 2 15,-2 6-5-15,1-5 0 0,4 1-4 0,-5-4-3 0,7 4-1 16,-5-3 5-16,0 5-6 0,-2-5 2 0,1 2-2 16,2 2 0-16,-8-3-2 0,11 2 2 0,-6-3-3 15,4 3 5-15,-3-2-5 0,0 1-1 0,-3-1-2 16,6 2 6-16,-4 0-9 0,1-3 6 0,-3 5-8 16,4-3 3-16,-5-1 2 0,3-2-1 0,1 4 0 15,1-2 0-15,-6 0 3 0,3 1-7 0,0 0 5 16,-7-4-1-16,15 4 0 0,-9-1-4 0,3-2 6 15,-6 4-4-15,2-1 2 0,3-1-2 0,0 0-1 16,1 1 12-16,-4-3-10 0,5 3 0 0,-6-1 1 16,3 2 1-16,-7-5-2 0,10 2-10 0,-3-1-20 15,-7-1-22-15,0 0-20 0,0 0-30 0,13 3-43 16,-13-3-65-16,0 0-75 0,0 0-279 0,0 0-609 16,-13-15 269-16</inkml:trace>
  <inkml:trace contextRef="#ctx0" brushRef="#br0" timeOffset="68821.98">9840 6643 146 0,'0'0'251'0,"-10"2"-22"0,10-2-21 16,0 0-6-16,0 0 5 0,3 9-2 0,-3-9-3 16,7 15-4-16,-2-11-4 0,3 8-7 0,5 0-10 15,4 0-12-15,-6 0-12 0,7 2-11 0,-4-1-10 16,2 1-11-16,-1-1-11 0,2 1-8 0,-4-2-12 16,0-1-14-16,2 1-4 0,-2 1-6 0,-3-2-7 15,-3-3-9-15,-1 2-5 0,1 0-2 0,-4-3-6 16,1 3-7-16,-3-3 3 0,-2 3 5 0,-4-5 3 15,1 2-3-15,-7 1 0 0,-4 1-3 0,-2-3-3 16,-11-3-2-16,0 5-3 0,-8-3-7 0,-7-2-39 16,-5-1-43-16,-4 0-52 0,-6 2-68 0,7-4-90 15,-9 0-325-15,-1-4-647 0,5 0 286 0</inkml:trace>
  <inkml:trace contextRef="#ctx0" brushRef="#br0" timeOffset="70051.41">6438 6213 133 0,'0'0'228'0,"0"0"-18"0,0 0-11 0,0 0-18 16,0 0-16-16,0 0-14 0,0 0-18 0,0 0-12 16,0 0-9-16,0 0-9 0,0 0-2 0,0 0 1 15,13 14-1-15,-13-14-4 0,9 9-6 0,-1-2-1 16,0 2 0-16,4-2-5 0,3 1-1 0,1 0-9 16,-4 3 0-16,4 0-3 0,4-2-2 0,5 3-6 15,-2 0-10-15,2 2-3 0,-2-1-2 0,2-4-2 16,3 4-3-16,2 3 0 0,0-5-5 0,6 13-6 15,-6-12-2-15,5 3 1 0,10 2-5 0,-9-2-1 16,4 3-1-16,1-3-8 0,-3 1 2 0,-8-1-6 16,11 2 1-16,-8-2 1 0,9 0 4 0,-11 0-12 15,11-2-3-15,-13 4 4 0,11 4 6 0,1-6-6 16,-1 4 0-16,-2-5 6 0,-3 1-10 0,-5-3 1 0,16 3 0 16,-13-1 1-16,-1-2-3 0,9 1-3 0,-9 1 3 15,-1-3-6-15,2 1 4 0,-1 0-1 16,-3 0 4-16,6-1 4 0,-3 4-6 0,-1-9 0 0,0 6 0 15,-1 0-4-15,3-3 2 0,-5 3 0 0,4 0 0 16,-1-3 1-16,-2 1-1 0,2 0-1 0,2-3 4 16,-3 0-2-16,-2 4 0 0,2-2 0 0,1-2-2 15,-1 0 1-15,1 1 0 0,3 0 3 0,-8-1 0 16,1 2-1-16,1-2 1 0,3 0-4 0,-4 1 2 16,1-1 7-16,-7-1-7 0,9 0-1 0,-5-2-2 15,5 3-2-15,-4-3 5 0,-4 1-1 0,-1-2 0 16,-1 2 2-16,3-2 0 0,-5 4 9 0,6-5-11 15,-1 5 4-15,-8-4-9 0,5 1 7 0,3-1-2 0,-2-2 3 16,-4 6-1-16,3-5-1 0,-1 1 1 16,-2 5 1-16,3-7 0 0,-4 6-1 0,4-6-4 15,0 4 9-15,0-3-8 0,5 5-2 0,-5-6 4 16,-4 3 1-16,6 1-2 0,-1-2 0 0,1 0 3 16,8-1-3-16,-11 0-1 0,3 3 3 0,4-3-2 0,-6 2 2 15,4-3 3-15,-6 4-2 0,-2-2-3 16,4 1 1-16,-3-1 1 0,-1 0-3 0,1-1 2 0,-1-2 2 15,3 2-3-15,-5-1 2 0,3 3 3 0,-4 1-2 16,0-3 4-16,2-2 1 0,0 5-5 0,-1-3-1 16,2-1 1-16,-1 4 2 0,2-2 5 0,-1 0-10 15,2 0 0-15,2-2 0 0,-3 7 0 0,4-5-1 16,-4-2 2-16,3 4 2 0,-4 1-4 0,1-3 5 16,3-2-4-16,-6 4-2 0,1 1 0 0,-1-5 2 15,-6-1 9-15,2 4-7 0,3-3 7 0,-6 1-11 16,-1-1 1-16,-6-1 5 0,14 3-4 0,-14-3-2 15,0 0-5-15,9 1-12 0,-9-1-13 0,0 0-19 0,0 0-33 16,0 0-37-16,0 0-44 0,0 0-39 16,7-7-33-16,-7 7-47 0,-13-12-146 0,10 7-465 15,-7 1 206-15</inkml:trace>
  <inkml:trace contextRef="#ctx0" brushRef="#br0" timeOffset="70348.25">9792 7196 212 0,'8'4'254'0,"-5"2"-7"0,4-3-12 0,-1 2-7 16,1-3-14-16,3 9-10 0,2-2-14 0,-9-2-9 15,7 1-8-15,5 4-6 0,-4 3-5 0,2-3 6 16,2 0-26-16,0-2-10 0,0 6-12 0,-7-5-10 15,6 5-9-15,-4-6-12 0,0-2-12 0,-2 2-4 0,-7-1-5 16,6-1-9-16,0 2-7 0,-6 2-2 0,-1-5-12 16,0 5 3-16,-8-1-10 0,0 0-9 15,-7 1-16-15,-13-4-23 0,0 7-17 0,-15-4-39 0,-17-3-36 16,4 2-47-16,-29 4-72 0,-2-6-65 0,4-1-197 16,-11-3-530-16,-2-1 235 0</inkml:trace>
  <inkml:trace contextRef="#ctx0" brushRef="#br0" timeOffset="71443.42">6509 8141 42 0,'0'0'236'0,"0"0"-6"16,0 0-4-16,-13 0-6 0,13 0-9 0,0 0-6 16,0 0-5-16,0 0-8 0,0 0-8 0,0 0-6 15,0 0-2-15,0 0-6 0,0 0-8 0,0 0-10 16,0 0-14-16,0 0-17 0,0 0-8 0,30-8-16 16,-18 7-8-16,-3-1-13 0,11 1-4 0,-3-3-2 15,6 3-11-15,5 1-8 0,2-2-8 0,1-2-3 16,19 0 14-16,-4 2-18 0,-11-3-3 0,16 4-2 15,1 1-6-15,2 0 1 0,3-3 1 0,-4 3 6 16,5-1 2-16,0 1 0 0,-4 0-6 0,4 1 1 16,-2-2-3-16,2 1 3 0,5 0-6 0,-5 0-1 15,7 0-1-15,-6 0-7 0,1-5 3 0,-1 5-4 16,-1 0 5-16,0-3-8 0,-5 0 3 0,0-2 8 16,3 5-15-16,-3-3-2 0,-1 5 1 0,-1-7 7 0,-1 5-7 15,1-1 6-15,-8-2-7 0,3-2-4 16,-1 4 3-16,0-2-2 0,-2-1 19 0,2-1-17 15,-7 2-1-15,5-1 1 0,0-3-1 0,-9 6 3 0,0-2-10 16,9-1 2-16,-12 2 8 0,4 0 1 0,1-2-9 16,-4 0-1-16,1 2 4 0,-4-3-4 0,1 5 7 15,-3-4-3-15,-6 1 1 0,7 2 0 0,4-1-3 16,-12 0-2-16,1 2-1 0,2-4 0 0,-1 4 3 16,-1-3 2-16,3 2 1 0,-3 2-2 0,2-2 3 15,-4-1-3-15,-1 2 4 0,2 0-7 0,-4-1 3 0,1 1 3 16,3 0-1-16,-6-4 0 0,3 3-4 15,3-1 16-15,-10 2-13 0,10 0 4 0,-9-1-7 16,-1-2 2-16,0 2 5 0,3-1-5 0,-13 2 16 0,24-2-15 16,-20-1 0-16,6 2-1 0,2-3 12 0,-4 2-14 15,-1-3-3-15,-7 5 4 0,13 0 4 0,-13 0 8 16,10-1-17-16,-10 1 7 0,8-3-8 0,-8 3 3 16,7-3 3-16,-7 3-12 0,0 0 7 0,12-1-5 15,-12 1-12-15,9-2-2 0,-9 2-6 0,12-5-2 16,-12 5-5-16,8-2-5 0,-8 2-4 0,10-2-5 15,-10 2-4-15,9-3-3 0,-9 3-6 0,8-2-10 16,-8 2-10-16,0 0-13 0,0 0-31 0,15 0-40 16,-15 0-38-16,10-3-49 0,-10 3-248 0,0 0-544 15,5-3 242-15</inkml:trace>
  <inkml:trace contextRef="#ctx0" brushRef="#br0" timeOffset="71771.52">9681 7880 70 0,'0'0'272'0,"0"0"-12"0,0 0-13 0,20 9-16 16,-20-9-17-16,11 1-13 0,-3 1-9 0,-1 0-18 15,1 1-11-15,1 2-12 0,2 0-6 0,1 0-12 16,3 3-10-16,0 1-1 0,-2-3-7 0,7 5-3 16,-5-1-12-16,-6-3-5 0,6 4-12 0,-1-3-9 15,-3-1-4-15,-1 1-7 0,-5 0-6 0,5 0-9 16,-8 1-1-16,4-2-5 0,1 1-6 0,-7 3-4 16,0-4-2-16,0 2-2 0,-7 3-2 0,-1-5-1 15,-7 4-2-15,-1 0-6 0,-11-1-16 0,-3 4-37 0,-1-6-44 16,-19 4-48-16,1-1-55 0,1 1-81 15,0-8-259-15,-5 1-564 0,8-2 250 0</inkml:trace>
  <inkml:trace contextRef="#ctx0" brushRef="#br0" timeOffset="74583.92">9451 6089 88 0,'0'0'165'0,"0"0"5"0,0 0 5 0,5-5 2 16,-5 5 4-16,0 0-1 0,0 0-2 0,0 0 1 16,0 0 2-16,0 0-2 0,0 0-5 0,0 0-5 15,6-3-11-15,-6 3-14 0,0 0-7 0,0 0-13 16,0 0-15-16,0 0-6 0,0 0-13 0,0 0-10 15,0 0-10-15,0 0-11 0,0 0-13 0,0 0 4 16,0 0-9-16,10 9-3 0,-10-9-3 0,7 9-3 16,-2 0-8-16,-4-5 1 0,6 5-2 0,-5 2 1 15,3-4-7-15,-2 1-2 0,4 4-6 0,-1-5 6 16,2 9-2-16,-4-5-3 0,-1 1 1 0,4-3-9 16,-2 4 8-16,-2-4 1 0,4-1-4 0,-1 3 0 15,-6-2-3-15,5-2 4 0,-2 3-2 0,-1-3-4 16,-2-1 2-16,5-2-2 0,-3 1 3 0,-2-5 2 0,6 7 2 15,-6-7 1-15,2 5-1 0,-2-5 13 0,0 0 23 16,0 0 20-16,7 3 17 0,-7-3 10 16,0 0 3-16,0 0-14 0,0 0-1 0,0 0-6 15,15-12-7-15,-15 12-5 0,6-9-5 0,2 3-1 0,-3-2-5 16,2 1 1-16,0-2 0 0,-4 1-5 0,10-7-5 16,-5 0-1-16,-1 2-2 0,1-2-2 0,-1 0 5 15,6 2-6-15,-6-4 4 0,-1-1 2 0,3 4-2 16,-1 1-3-16,-3 1 2 0,0-2-11 0,7 2 0 15,-11 1 0-15,1 0-3 0,3 2-5 0,0-2 0 16,-2 3-9-16,-1 0 1 0,1 0-3 0,-1 1-21 16,-1 3-22-16,-1 4-34 0,4-8-44 0,-4 8-45 15,5-6-44-15,-5 6-55 0,0 0-34 0,0 0-47 0,0 0-335 16,0 0-728-16,0 0 322 0</inkml:trace>
  <inkml:trace contextRef="#ctx0" brushRef="#br0" timeOffset="76907.24">9782 6306 126 0,'0'0'232'0,"0"0"-3"0,0 0-3 16,0 0-6-16,0-8-6 0,0 8-4 0,0 0-8 16,0 0-11-16,0 0-9 0,0-4-10 0,0 4-9 15,0 0-15-15,0 0-10 0,0 0-10 0,0 0-13 16,0 0-12-16,0 0-8 0,11-4-13 0,-11 4-6 15,0 0-9-15,0 0-15 0,20 7 1 0,-17-2-4 16,4-2-3-16,0 1-7 0,-7-4-5 0,6 4-5 16,-2 0-1-16,-4-4-3 0,11 5-4 0,-8-2 2 15,4 1-2-15,-7-4-9 0,7 7 1 0,-7-7 1 0,10 6-5 16,-10-3-1-16,0-3-8 0,0 6 3 0,0-6 3 16,5 8-1-16,-5-8-5 0,0 7 0 0,0-7 0 15,-5 10 1-15,5-7 3 0,-9 2 0 16,8-1-5-16,-4 7 4 0,3-7-3 0,-5 1 2 15,-1 1 1-15,7 2-5 0,-8-4 2 0,4 2-3 0,4-3 3 0,1-3 1 0,-9 12-5 16,9-12 7-16,-8 3-3 0,5 4 0 0,1-4-1 0,2-3 5 16,-5 7-7-16,5-7 3 0,0 0 6 0,0 0-1 15,0 0 1-15,0 0 11 0,7 7-3 0,-1-5 0 16,8 2-1-16,-8-4 2 0,4 1 1 0,2 1 0 16,8-2-6-16,-5 0-15 0,-2-2-15 0,2 1-22 15,-2-3-23-15,2 4-32 0,-7-2-33 0,5 0-39 16,1-1-46-16,-5-1-41 0,-2 1-237 0,1-2-532 15,-3-2 235-15</inkml:trace>
  <inkml:trace contextRef="#ctx0" brushRef="#br0" timeOffset="77875.91">10056 6305 100 0,'0'0'127'0,"0"0"11"15,0 0-6-15,0 0 4 0,0 0-2 16,2-8 0-16,-2 8 1 0,0 0 2 0,0 0-4 0,0 0 3 15,2-6 0-15,-2 6-1 0,0 0-1 0,0 0-3 16,0 0-3-16,0 0-2 0,0 0-7 0,5-3-4 16,-5 3-3-16,0 0-16 0,0 0-8 0,0 0-7 15,0 0-7-15,0 0-9 0,0 0-6 0,0 0-6 16,0 0-6-16,0 0-6 0,0 0-6 0,0 0 0 16,0 0-3-16,0 0-5 0,0 0 1 0,0 0-8 15,0 0-1-15,0 0-5 0,0 0-3 0,0 0 0 16,0 0 0-16,0 0-3 0,0 0 2 0,1 15-4 15,-1-15 2-15,5 7-1 0,-5-7 1 0,4 11-6 0,-4-8 4 16,1 3 0-16,-1 0-4 0,5 0 3 16,0 0-1-16,-3 2 0 0,-1-4-3 0,4 7 3 15,-1-7-2-15,1 4 0 0,-5-4 0 0,1 5 0 0,3-2 0 16,-3 3 1-16,-1-1 1 0,2-1-7 0,-2-3-23 16,0 7-42-16,0-5-53 0,0 1-57 15,2-1-83-15,-4 1-217 0,4-1-517 0,3 1 228 16</inkml:trace>
  <inkml:trace contextRef="#ctx0" brushRef="#br0" timeOffset="80642.84">8393 6705 218 0,'0'-6'366'0,"0"6"-4"0,3-9-17 0,-3 0 5 0,0 9-18 16,0-6-31-16,0 6-24 0,5-3-25 15,-5 3-17-15,0 0-30 0,0 0-30 0,9-2-16 0,-9 2-7 16,0 0-28-16,0 0-15 0,8 15-8 0,-2-7-21 15,1 1 2-15,0 5-13 0,-1-4-3 0,-1 5-16 16,5-1 5-16,-2-1-4 0,-1 2-3 0,3-1-14 16,-3 1 4-16,1-2-8 0,-1-1-2 0,1 2-5 15,-2-6 3-15,1 1 9 0,-5 5-15 0,4-10-1 16,-6 1 0-16,9-1 1 0,-9 6 3 0,6-6-1 16,-6-4 3-16,2 3 17 0,-2-3 23 0,11 1 6 15,-11-1-4-15,0 0-3 0,15-3-8 0,-8-1 0 16,-5-4 7-16,6 1 0 0,-1-1-1 0,1 0-1 15,-2-6 4-15,3 4 2 0,-3-4-6 0,8-1-3 16,-6-3-7-16,2 1-3 0,-5 0-2 0,5 2-6 16,1-4-2-16,-2 4-5 0,-1 1-4 0,-2 0-5 0,-1 2-3 15,-1 3 1-15,1 0-13 0,1 0-14 16,-2 1-28-16,-1 5-33 0,-3-7-49 0,3 5-61 16,-1 1-54-16,-2 4-51 0,0 0-52 0,0 0-31 0,0 0-43 15,0 0-293-15,0 0-758 0,0 0 336 0</inkml:trace>
  <inkml:trace contextRef="#ctx0" brushRef="#br0" timeOffset="81158.47">8837 6858 266 0,'0'0'319'0,"0"0"-8"16,0 0-19-16,0 0-16 0,0 0-16 0,0 0-25 15,0 0-17-15,0 0-27 0,0 0-19 0,0 0-19 16,0 0-15-16,0 0-18 0,0 0-14 16,0 0-13-16,8 6-5 0,-8-6-8 0,0 0-4 0,0 7-13 15,0-7-15-15,5 7 7 0,-4-2-6 0,-1-5-4 16,9 10 7-16,-9-5-16 0,0 2-8 0,1-2-3 16,4-2 2-16,-5 5-4 0,2 0 5 0,-2-3-10 15,0-5-5-15,3 11-1 0,-3-11-1 0,0 4-4 16,-3 4 1-16,3-8-1 0,-2 7-5 0,2-7 3 15,0 0-3-15,0 10 8 0,0-10-5 0,-6 5 0 16,6-5 2-16,0 0-6 0,0 0 4 0,0 5-1 16,0-5-3-16,0 0-1 0,0 0 13 0,0 0-7 15,0 0-5-15,0 0 6 0,0 0 5 0,0 0 18 0,0 0-10 16,0 0 4-16,0 0 1 0,8 4-4 16,-8-4-2-16,13 0-6 0,-13 0 1 0,17-1-9 15,-2 1-26-15,-2-4-29 0,2 0-36 0,0 1-43 0,6 1-49 16,-1-4-59-16,5-2-65 0,-5-3-233 0,-2 7-577 15,7-11 256-15</inkml:trace>
  <inkml:trace contextRef="#ctx0" brushRef="#br0" timeOffset="81533.44">9156 6824 174 0,'0'0'229'0,"0"0"-5"16,0 0-12-16,0 0-14 0,0 0-18 0,0 0-12 15,0 0-15-15,0 0-13 0,0 0-8 0,0 0-11 16,15 13-10-16,-15-13-11 0,6 6-8 0,3-1-13 16,-8-2-6-16,3 1-7 0,-3 0-7 0,3 3-8 15,-4-7-3-15,3 9-4 0,0-2-8 0,1-6-1 16,-4 7-3-16,0-8-1 0,0 9-6 0,0 0 9 0,-4-5 2 15,4-4 3-15,-5 9 7 0,4-2 1 0,-4-3 3 16,5-4 12-16,-4 9-8 0,3-6 5 16,1-3-2-16,0 0 5 0,-10 9 5 0,10-9 1 0,0 3 11 15,0-3 7-15,0 0 15 0,0 0 18 0,0 0 10 16,0 0 8-16,0 0 6 0,0 0-4 0,0 0-11 16,15 3-14-16,-15-3-16 0,23-4-6 0,-2 2-16 15,-1-3-30-15,-3 3-37 0,13 0-41 0,-1-2-77 16,0-3-65-16,0-2-77 0,3-1-110 0,-2 4-317 15,1-5-733-15,-6 1 324 0</inkml:trace>
  <inkml:trace contextRef="#ctx0" brushRef="#br0" timeOffset="82512.14">7738 7711 168 0,'0'0'319'0,"3"-12"-7"15,-3 8-11-15,0 4-11 0,0-7-8 0,0 7-18 16,5-9-18-16,-5 9-18 0,3-5-6 0,-3 5-42 16,0 0-21-16,0 0-14 0,0 0-19 0,7-2-15 15,-7 2-13-15,0 0-10 0,16 17-6 0,-14-11-14 16,3 6 1-16,2-3-14 0,4 5-1 0,-1-1-7 15,-3 1-8-15,1-1 0 0,0 5-8 0,5-3 0 16,-3 1-1-16,2 3-6 0,-4-3 0 0,1-3 0 16,2 4-6-16,-3-4 2 0,1-2-2 0,-3 1-6 15,1 0 0-15,0-8-2 0,-4 6-2 0,2-3 3 0,-4-1 16 16,4-2-8-16,-3-1-2 0,-2-3 39 0,7 8 26 16,-4-7 30-16,-3-1 23 0,0 0 15 15,5 5 4-15,-5-5-11 0,0 0-14 0,0 0-1 0,15-12-6 16,-9 7 2-16,-1-2-3 0,0-3-12 0,0-3-10 15,5-1-8-15,-3 0-11 0,-2-6-8 0,5 2-8 16,-2 2 3-16,0-4-16 0,1 4-3 0,-1 1-7 16,0-3-5-16,0 3-4 0,-3-2-10 0,0 9-10 15,0-8-15-15,0 6-24 0,-1 1-30 0,-3-2-42 16,3 9-47-16,-1-6-52 0,-3 1-48 0,0 7-45 16,0 0-29-16,0 0-10 0,0 0-28 0,0 0-31 15,0 0-302-15,0 0-748 0,-27 13 330 0</inkml:trace>
  <inkml:trace contextRef="#ctx0" brushRef="#br0" timeOffset="82965.23">8211 7893 152 0,'0'0'252'0,"0"0"-9"16,0 0-13-16,0 0-16 0,0 0-15 0,0 0-12 15,8 8-17-15,0-8-16 0,-8 0-15 0,0 0-14 16,14 4-13-16,-14-4-9 0,0 0-10 0,6 2-14 15,1-1-5-15,-7-1-6 0,0 0-7 0,8 9-10 16,-8-9-3-16,2 4-6 0,-2 3-6 0,0-7-2 16,6 5-5-16,-6 1 5 0,5-1-11 0,-5 2-2 15,0-7-2-15,-5 9-1 0,10-6-2 0,-5 4 1 16,0-7-3-16,0 10 0 0,0-10 2 0,-5 9 7 16,5-3 6-16,0-6 3 0,-6 6 3 0,6-6-5 15,0 6 9-15,0-6-1 0,0 0 8 0,0 0 6 16,0 7 0-16,0-7 5 0,0 0 13 0,0 0 4 15,6 3 7-15,-6-3-3 0,0 0 4 0,0 0-6 0,0 0-7 16,0 0 9-16,20-1-24 0,-8 1 1 16,-12 0-10-16,20-3-7 0,-5 0-26 0,0 3-15 15,-1-3-47-15,8-2-40 0,-2 4-52 0,3-3-65 0,2-4-75 16,-2 5-311-16,-3-5-643 0,1 0 284 0</inkml:trace>
  <inkml:trace contextRef="#ctx0" brushRef="#br0" timeOffset="83465.19">8625 7827 157 0,'0'0'277'0,"0"0"-12"16,0 0-15-16,0-9-20 0,0 9-18 0,0 0-18 15,0 0-20-15,0 0-18 0,0 0-15 0,0 0-15 16,5-6-12-16,-5 6-10 0,0 0-12 0,0 0-8 0,0 0-13 16,0 0-7-16,0 0-6 0,0 0-4 15,0 0-8-15,16 11-6 0,-16-11-4 0,0 0-5 16,7 4-2-16,-7-4-8 0,0 0 1 0,5 4-2 0,-5-4-2 16,0 0-4-16,0 0-1 0,-5 8-3 0,5-8 2 15,0 0-2-15,0 7-2 0,0-7 0 16,6 8-3-16,-6-8 4 0,-1 8-5 0,1-8 1 0,0 5-1 15,0-5 1-15,1 11-3 0,1-5 1 0,0-1 0 16,1-1 2-16,-1 4-3 0,6-4 6 0,-1 3-2 16,-1 0-3-16,1 0 2 0,1-1-3 0,-3-2 2 15,0 6-3-15,5-5 3 0,-5 3-4 0,3-5 5 16,-1 1 0-16,-2 4-1 0,0-4-1 0,1 1-1 16,-2-1 0-16,1-1 0 0,-5-3 0 0,6 7 3 15,-6-7-2-15,4 4-1 0,-4-4 2 0,0 0 0 16,0 0 1-16,1 6-1 0,-1-6-3 0,0 6 3 15,0-6 0-15,0 0 2 0,0 0-2 0,-10 9 3 16,5-7 7-16,0 2-10 0,5-4 4 0,-11 6-1 16,4-3-3-16,2 1 1 0,-3-1-5 0,5 2-14 15,-9-2-21-15,4 1-35 0,-2 1-43 0,2 1-54 16,-2-3-53-16,0 3-237 0,-5-3-496 0,7-2 220 0</inkml:trace>
  <inkml:trace contextRef="#ctx0" brushRef="#br0" timeOffset="84919.79">11066 6829 28 0,'0'0'201'0,"0"0"-15"0,0 0-19 0,0 0-18 0,0 0-11 16,0 0-16-16,0 0-15 0,0 0-9 0,0 0-10 16,23 8-1-16,-16-5-3 0,-1 1 4 0,1 3-9 15,-2-2-5-15,0 0-8 0,2 2-4 0,-1 3-5 16,1-3 1-16,1-1-7 0,-5 1 0 0,2 4-9 15,2-7-3-15,-4 4-2 0,2 1-4 0,4 0-1 16,-8-1-6-16,4 1-1 0,-3 1-6 0,1-2 4 16,-1-3-1-16,1 4-2 0,-3-2-4 0,0-2-2 15,0-5 0-15,3 10-4 0,-3-5 13 0,0-5 12 16,-3 8 3-16,0-2 12 0,3-6 3 0,-7 8 2 16,1-4 0-16,2 0 4 0,-2 1 1 0,-1-1 3 15,-1-1 2-15,-5 2 4 0,4-2 1 0,-4 1 1 16,3-2-2-16,-3 4-2 0,0-2-4 0,-2-2 1 15,5-1-2-15,-3 4-2 0,-1-3-1 0,1-1-16 16,-2 3-1-16,0-1-3 0,7 2-3 0,-7-3-4 0,7 2 4 16,-5 1-9-16,4-2-5 0,-1-2-3 0,0 3-2 15,2-2-9-15,0 1 12 0,1 0 6 0,1 0-17 16,2 1 1-16,-1 3 0 0,-3-2-1 0,3-2 1 16,2 4-1-16,-1-5-4 0,0 6 1 0,0-1-7 15,4-7 3-15,-8 5 5 0,8 0-2 0,0 0 2 16,-3 3-4-16,-1-2 2 0,3 0-1 0,1-6 2 0,1 11 0 15,-1-3 0-15,4-3 5 0,-1 2-3 16,0 0 1-16,1-2-6 0,2 3 7 0,1-1-1 16,-1 0-3-16,4-2 0 0,4 6 3 0,-8-7-3 0,7 3 7 15,-1-2-5-15,5 3-1 0,-3-2-1 0,-2-1-2 16,5-4 3-16,2 5 2 0,-2-3 6 0,-4 0-12 16,2 2 3-16,0-3 1 0,-2 0-3 0,1-2 1 15,-3 0-1-15,-1 0 0 0,0 1-1 0,-10-1 6 16,17-1 21-16,-9 2 1 0,-8-1 3 0,18-3 12 15,-18 3 8-15,10-2 4 0,-3 0-4 0,-2-4 8 16,-5 6 5-16,11-6 1 0,-8 2-1 0,-3 4 4 16,4-7-2-16,-4 7 5 0,0 0 6 0,5-5-3 15,-5-2-2-15,0 7-4 0,1-5-2 0,-1 5-6 16,0 0-1-16,0 0-14 0,0-11 0 0,-3 7-5 16,3 4-8-16,-10-8-1 0,7 2-3 0,-5 1-9 15,-1 1-1-15,-2 0-1 0,-3-1-1 0,-2-1-18 0,-4 3-16 16,2-2-21-16,1 2-34 0,-3-1-25 0,1 1-57 15,4-2-41-15,-7 4-35 0,6-2-35 16,-4 2-49-16,3-1-56 0,2 2-328 0,2 0-753 0,5 2 334 16</inkml:trace>
  <inkml:trace contextRef="#ctx0" brushRef="#br0" timeOffset="87732.07">11693 4149 292 0,'2'-9'375'0,"-2"9"-10"0,7-3 2 16,-7 3-22-16,0 0-9 0,0 0-18 0,0-11-19 15,0 11-14-15,0 0-24 0,0 0-24 16,5-3-20-16,-5 3-23 0,0 0-19 0,0 0-21 0,0 0-19 16,0 0-8-16,0 0-19 0,0 0-12 0,0 0-9 15,0 0-12-15,0 0-4 0,18 14-8 0,-12-8-4 16,8 3-6-16,7 1-3 0,2 7-5 0,7-4-3 15,13 7-2-15,2-2-3 0,1 3 1 0,5 1-3 16,7-2 1-16,0-1-2 0,18 12 0 0,-14-11-2 16,19 6 0-16,-27-10-2 0,24 11-6 0,-18-7-2 15,-1 1 2-15,18 1-6 0,-18-2 2 0,1-2-2 16,1 0 0-16,-1 3-1 0,16 1-2 0,-17-5-4 16,-1 4 1-16,-2-4-2 0,-1-4-1 0,1 5 1 15,-4 1-3-15,1-5 4 0,0 1-7 0,0 3-1 16,1-2 4-16,-6 6-3 0,4-5 3 0,2 6-9 15,-3-4 9-15,2 3-8 0,-6-6 5 0,4 5 0 16,0 0 3-16,-3-5-3 0,-3 4-1 0,1-5 0 16,-1 0-5-16,0 1 7 0,-2 1-3 0,-13-5 2 15,16-2 1-15,-3 5 1 0,-8-4-1 0,-4-3-2 16,-1 0 1-16,5 1-2 0,-5-2 2 0,1-3-2 0,-11 2 3 16,1-6-2-16,1 5-2 0,-1-4 4 0,-4 1 1 15,-1 0 1-15,-1 0-1 0,-1-2-3 0,-3 0-2 16,7 0 3-16,-11 0-1 0,-7 0-1 0,15 0-4 15,-7 1 3-15,-8-1 0 0,0 0-2 0,0 0-2 16,15-3 2-16,-15 3-9 0,0 0-6 0,7 3-12 16,-7-3-17-16,0 0-12 0,0 0-26 0,0 0-27 15,0 0-28-15,0 0-26 0,0 0-20 0,0 0-27 16,0 0-39-16,0 0-44 0,0 0-44 0,0 0-48 16,0 0-222-16,0 0-659 0,0 0 292 0</inkml:trace>
  <inkml:trace contextRef="#ctx0" brushRef="#br0" timeOffset="88060.17">14557 4865 111 0,'0'0'258'0,"-10"0"-26"0,10 0-22 15,0 0-14-15,0 0-3 0,0 0 8 16,0 0 2-16,0 0-3 0,18 19-8 0,-1-7-6 16,2-3-12-16,8 6-9 0,3 4-16 0,-4 1-9 0,14 1-14 15,-14-4-8-15,4 1-18 0,12 3-8 0,-14-2-7 16,-3-6-9-16,-9-2-5 0,1 1-9 0,1 3-1 16,-5-4-13-16,-3 1-6 0,2 1-3 15,-9-6-5-15,4 7-2 0,-4 2-8 0,-3-2 0 0,-7-1-5 16,1 3 3-16,-6 0-11 0,-10 3-3 0,-1 5-20 15,-10 3-20-15,-10 7-33 0,0-6-37 0,-10 6-49 16,4-2-68-16,-1 1-84 0,-5 0-201 0,4 1-545 16,1 0 241-16</inkml:trace>
  <inkml:trace contextRef="#ctx0" brushRef="#br0" timeOffset="89153.83">12054 7027 135 0,'0'0'219'16,"0"0"-2"-16,0 0 0 0,0 0-2 0,0 0-2 15,0 0-5-15,0 0-8 0,0 0-9 0,0 0-9 16,0 0-8-16,0 0-8 0,0 0-9 0,0 0-5 16,20-12-8-16,-20 12-6 0,10-4-8 0,-5-1 4 15,3 2-18-15,0 0 2 0,6-2-8 0,2 0-1 0,-1-2-6 16,2 0-4-16,3 3-7 0,1-4-5 15,7 0-6-15,-3-3-7 0,5 0-7 0,15-2-7 16,-16 4-4-16,14-8-2 0,0 5-6 0,-1-5-4 0,-3 2-10 16,6 0-3-16,0-4-6 0,-2 3 5 0,2-3-2 15,-1-2-10-15,4 1 4 0,-8 0-4 0,5 1-5 16,-7-2-1-16,3 3 2 0,-1-2-1 0,1 1-2 16,-11 3-3-16,8-4 12 0,-5 4-11 0,-3-1-2 15,0 0-3-15,1 1 0 0,6-5 0 0,-8 3-1 16,0 0 0-16,-5 0-2 0,5 1-2 0,0-5 8 15,-1 2-1-15,11-2 11 0,-13 5-14 0,-1 0-6 16,1 0 0-16,2 0 5 0,-6 2 0 0,3 2 0 16,-7 4 0-16,0-4-4 0,7-3 3 0,-2 1 0 15,0-1-1-15,-3 7 13 0,-3-1-14 0,3-1 3 16,-5 3 7-16,6-2-11 0,-4 0 1 0,3 2 20 16,-2-6-21-16,0 4-3 0,0 3-4 0,-1-1 11 0,-4-4-4 15,7 5-1-15,-5-4-1 0,1 7 5 0,1-4-3 16,-2 0 3-16,3 1-4 0,-3-1 18 15,1 4-19-15,-4-2 5 0,3-1-1 0,-7 0-3 0,5 1 4 16,-3-1 13-16,3 1-14 0,-4 3-3 0,4-2 3 16,-5 1 1-16,6-2 0 0,-6 3-11 0,0-2 7 15,-1 1 0-15,3-1 8 0,1 2-7 0,-6 2 2 16,7-2-3-16,-7-1 6 0,3 0-4 0,0 0 1 16,1 0-4-16,-1-1 1 0,-2 3 5 0,3-5 2 15,2 7-7-15,-4-5 3 0,6 0 4 0,-5 2-6 16,-1-2 0-16,3 2 2 0,-2 0-1 0,1-2 4 15,4 2-3-15,-7-1 2 0,3 1-3 0,-3-2 5 16,3 4-1-16,-1-5-4 0,-2 5 1 0,1-3-1 16,0 1 0-16,-7 3 0 0,8-4 4 0,-8 4-4 15,8-1-6-15,-8 1 7 0,7-3 1 0,-7 3 0 16,0 0-2-16,0 0 1 0,0 0-1 0,8-5-6 0,-8 5-7 16,0 0 6-16,0 0-20 0,0 0-12 0,0 0-14 15,0 0-8-15,13-2-21 0,-13 2-23 0,0 0-23 16,0 0-23-16,0 0-36 0,0 0-35 0,-8-10-46 15,8 10-30-15,0 0-241 0,-6-7-583 0,6 7 259 16</inkml:trace>
  <inkml:trace contextRef="#ctx0" brushRef="#br0" timeOffset="89560.05">14174 5676 256 0,'0'0'290'16,"0"0"-14"-16,0 0-10 0,0 0-20 0,0 0-21 0,0 0-19 16,0 0-22-16,0 0-21 0,0 0-13 0,0 0-18 15,0 0-6-15,0 0-8 0,20 10-6 16,-10-2 1-16,2-2-13 0,-2 0-6 0,11 1-6 0,-4 1-3 15,3 0-14-15,4 3-2 0,3-2-12 0,-1 3-2 16,-6-2-4-16,3 0-5 0,-3-3-13 0,2 3 4 16,-6-5-5-16,-1 6-2 0,5-3-2 0,-12-4-1 15,9 5-3-15,-10-3-7 0,6-2 0 0,-5 4-5 16,0-1-4-16,-3 1 1 0,2 0 0 0,-5 0-3 16,3 0 0-16,-5 3-5 0,1-3 3 0,-2 2 2 15,-4 2 0-15,5 3-6 0,-7-1 0 0,4 4 5 16,-4 6 1-16,-5-7 0 0,-2 8 2 0,-1-2-3 15,0 1-12-15,-2 3-19 0,-3-1-25 0,-1 8-30 0,-2 0-52 16,8-7-55-16,-2-4-60 0,2 4-284 16,-3-3-575-16,7 1 255 0</inkml:trace>
  <inkml:trace contextRef="#ctx0" brushRef="#br0" timeOffset="96465.75">15904 4694 152 0,'0'0'248'0,"0"-11"-4"0,0 11-13 0,-7-11-5 0,7 7-9 16,0 4-11-16,-1-6-10 0,1 6-8 0,-5-5-13 15,5 5-8-15,0-7-11 0,0 7-20 16,-7-10-6-16,7 10-13 0,-1-3-12 0,1 3-13 16,-15-5-8-16,10 3-6 0,5 2-11 0,-17 2-8 0,10-4-5 15,-7 1-3-15,2 1-4 0,12 0-7 0,-28 0-3 16,15 0-4-16,-4 1-2 0,5-1-3 15,-4 2-2-15,-1-2-5 0,4 5-6 0,-3-4 2 0,1 2-5 16,-2 5 0-16,2-4 3 0,-1 2-5 0,1-3 0 16,0 7-1-16,0-2-4 0,-2-1 7 0,-1 1-4 15,3 0-2-15,0 0-1 0,6 0 1 0,-5 3-2 16,1-6-3-16,1 6 10 0,1 0-10 0,-1 1-2 16,-1-1 3-16,1 1 3 0,1-1-2 0,-1-2-3 15,-1 3 2-15,3 3 2 0,0-3-4 0,-3 2 2 16,5-2 2-16,-7 3-6 0,5-7 4 0,0 8 0 15,-3-6-4-15,-2 0 3 0,0 5 0 0,2-3 1 16,1 0-2-16,-1 2 3 0,0-2-1 0,-2 0-1 0,1 0-1 16,6 0 0-16,-5 2 1 0,5-2 0 15,-7-1-3-15,6-2 4 0,1 3-4 0,2-1 16 16,-9 0-12-16,8 1-1 0,-3-4 4 0,2 0-2 0,-2-1 8 16,2 5-12-16,1-2 2 0,-1 0 1 0,-1 2 2 15,1-2 8-15,0-1-13 0,1 2 4 0,1-4 2 16,1 2-1-16,0-1-2 0,-2 2 7 0,2-2-4 15,-1 1 2-15,-1 1 0 0,4-1-4 0,-2 2 7 16,1-2-8-16,-1 0 8 0,5 1-5 0,-5-2 0 16,2 1 4-16,-4 0-2 0,6 2 1 0,-4-1 6 15,3-1-3-15,-4 3-1 0,6-6-3 0,-7 1-1 16,7 5 6-16,-2-1-2 0,2 0-1 0,-1-6 5 16,-3 3-2-16,3 2-1 0,-1-1-6 0,-3-1 2 15,5 2 3-15,-2-2 0 0,2 0 0 0,-3 3 3 16,3-2 0-16,0 2-2 0,0-2-1 0,0-2 16 15,0 4-10-15,0-3 2 0,0 0 8 0,0 3-2 0,0-2 1 16,3 1 4-16,-1-1-4 0,-2-1-1 0,0 2-4 16,7-1 4-16,-7 2-3 0,1-2 1 15,3-2-5-15,-3 5-3 0,-1-1 2 0,2 1 3 0,3-3-17 16,-3 1 18-16,-2 1-9 0,5-3 2 0,-2 0-1 16,2 0 2-16,-4 4 0 0,6-1-3 0,-4-3 5 15,1 3 0-15,-1-2 2 0,4 3 5 0,-4-3 0 16,2 0-7-16,2 2 11 0,-3-3 1 0,3 4-4 15,-2-1 1-15,2-7 1 0,-1 8-1 0,1-4 2 16,0-1 7-16,-1 2 0 0,1-1 0 0,-4 2 6 16,7-1-1-16,-5-2 6 0,5 0 1 0,-2 2 0 15,-1-2 1-15,3 1 0 0,5-1-5 0,-7 0 10 16,7 0 3-16,-7-4 1 0,7 3-9 0,0 2-3 0,3 0 1 16,-1-3-1-16,-2 1-3 0,-1 2-2 15,6-3-3-15,-3 3-3 0,-1-2-2 0,4 0-2 16,-3 0-1-16,3-3-4 0,-4 6 1 0,4-5-3 0,-3 4-2 15,4-1 2-15,-4-2-3 0,1-2 2 0,0-2 1 16,4 2 3-16,-7 2-1 0,8-2 0 0,-10 1 1 16,7 1-1-16,-4-2-5 0,4 0 1 0,-3-2 1 15,3-1-6-15,-2 2 6 0,0-2-2 0,2 1-4 16,-4 1 0-16,4 1-2 0,-1-1 0 0,-3-2 1 16,1 0 3-16,3 2-6 0,-4 1 2 0,6-3-1 15,-8-3 0-15,6 3 2 0,-3-7 7 0,-2 7-1 16,5 0 2-16,-4-2 1 0,2 1 1 0,-1 1 3 15,-4-2 8-15,4 2 2 0,-1-1 1 0,3 1 3 16,-8-6 1-16,2 5 2 0,2-7 6 0,0 5-6 16,2 2-3-16,-2-3-3 0,-1 0-2 0,3-7-4 15,0 4 0-15,-1-1-5 0,-1 3-3 0,2-6 0 0,-4 2-4 16,2 2-5-16,0-4 4 0,-2 2-9 16,2 0 3-16,0 0 0 0,0 1-3 0,-1 0-1 15,0 0 2-15,-4 0 3 0,3 1 1 0,0-4 2 0,0 2-7 16,-8 2 5-16,7 1 4 0,-2-8-6 0,-2 4 8 15,4 2-2-15,-6-2-6 0,4 0 3 0,-2-2 10 16,2 4-13-16,-5-10-2 0,9 6-2 0,-6 0 0 16,5 0-3-16,-11-3 2 0,8 3 0 0,1 0 1 15,-4-2-1-15,1 1-1 0,-1-1 0 0,-1 0-5 16,3 0 7-16,-3 1-9 0,1-1 3 0,0-1 1 16,-1 0 0-16,2-2-6 0,-6 4 3 0,5-4 1 15,-2 5-1-15,-2-4 0 0,4 1 3 0,-7 0 0 16,5 2-3-16,-2-1 3 0,2-1-5 0,-2 2 3 15,-3-1-8-15,4-1 5 0,-4 3-3 0,1-1 1 16,-1-3 5-16,2 1-3 0,1 0-2 0,-3 6-2 16,2 1 4-16,-2-6 4 0,-2 1 2 0,2-1-5 0,-3 6 6 15,3-5-8-15,0 1 1 0,0 3 1 0,-2 0 0 16,2-2-4-16,-1-1-6 0,1 4 8 0,-4-4 3 16,4 3-4-16,0-1 3 0,-3 0 1 0,-2 3-9 15,5-3 7-15,0 3 2 0,-2-2-6 0,1 0 1 16,-4 2 0-16,5-5 6 0,0 5-5 0,-7 0 3 15,4-4-2-15,-2 4 1 0,5-2 2 0,0-2-6 16,-7 6 3-16,1-3 0 0,4-3 0 0,-5 4 2 16,7-1-7-16,-6 1 3 0,6-1 0 0,-5-1-8 15,1 2 12-15,3-2-1 0,1 2 1 0,-5-4-2 16,-4 3-5-16,9 4-1 0,-5-7 9 0,4 6-2 16,-6-3 2-16,7 1-3 0,-6-1-2 0,4 0 5 15,-5-2-2-15,7 2 5 0,-1 4-2 0,-6-6-7 0,4 5 2 16,-1-1 6-16,-2 0-4 0,4-3-4 15,-3 3 0-15,4 1 6 0,-6-2-4 0,5 1 5 16,2-1 4-16,-6 0-10 0,2-1 5 0,3 3 3 0,-4-2-9 16,0 0-3-16,1 0-3 0,1-1 5 0,-4-1 6 15,6 5-1-15,-6-2-1 0,1-2 10 0,1 3-13 16,0-2 2-16,-2 2-1 0,0-3-1 0,1 1-1 16,-1 0 1-16,1 2 3 0,-3-3-4 0,3 1-1 15,-6-1 2-15,4 0 1 0,-2 3-2 0,2-2 4 16,-1 0-2-16,-4-4 4 0,2 7-4 0,2-2-3 15,-2-1 2-15,-4-3 0 0,8 3-11 0,-8 2-8 16,5-2-11-16,-8-5-7 0,3 6-8 0,0-1-27 16,4-1-22-16,-1 1-24 0,-4 0-34 0,-4-2-23 15,2 1-54-15,-1 1-37 0,1 3-34 0,-10-2-24 16,-2 0-34-16,2 0-35 0,-3 1-37 0,-3 2-291 16,3 2-786-16,-5-3 348 0</inkml:trace>
  <inkml:trace contextRef="#ctx0" brushRef="#br0" timeOffset="106055.49">16824 5489 243 0,'0'0'280'0,"-5"-4"-12"0,5 4-9 15,-8-4-9-15,8 4-13 0,0 0-7 0,-7-6-9 16,7 6-12-16,0 0-11 0,0 0-8 0,0 0-11 15,-8-5-9-15,8 5-8 0,0 0-6 0,0 0 1 16,-3-2-16-16,3 2-12 0,0 0-4 0,0 0-12 16,0 0 2-16,0 0 3 0,0 0-11 0,0 0-9 15,0 0 3-15,0 0-5 0,0 0-4 0,0 0-6 16,0 0-10-16,18-5-3 0,-18 5-6 0,13-1-7 16,-1-1-4-16,-1 0-3 0,11-2 1 0,1 1-4 15,7 2-5-15,18-7-2 0,0 2-3 0,3 3-6 16,7-2 0-16,3 3 1 0,4 0-6 0,21-8-1 0,-5 5-2 15,2 3 2-15,-2-5-3 0,5-2-3 0,-3 3 7 16,-24 1-7-16,4 1 0 0,0-7-1 16,0 1 4-16,2 0-5 0,-6 2 0 0,-4 2-3 15,3-2-2-15,-5-1-3 0,-2-1 3 0,0 1 0 0,-8-2 0 16,-11 3-2-16,1 0-2 0,-7 0 1 0,-4 3-1 16,-4-3-1-16,2 2-8 0,-5 2 4 0,-2-4 2 15,-3 5-7-15,0-1-20 0,-8 2-15 0,4-3-26 16,-6 5-36-16,9-2-31 0,-9 2-36 0,11-2-28 15,-11 2-21-15,0 0-15 0,0 0-19 0,0 0-21 16,0 0-24-16,0 0-21 0,10 4-22 0,-10-4-225 16,0 0-605-16,0 0 268 0</inkml:trace>
  <inkml:trace contextRef="#ctx0" brushRef="#br0" timeOffset="106414.84">18546 5098 153 0,'0'0'272'0,"-5"5"-11"0,5-5-13 15,0 0-17-15,0 0-9 0,15 7-12 0,-9-5-15 16,2 3-8-16,9-2-11 0,-10 1-16 15,13 4-15-15,-6-1-8 0,3-1-8 0,4 6-13 0,-7-5-10 16,7 3-13-16,-4 0-7 0,-2-1-5 0,0 1-12 16,-2 0-8-16,0 0-7 0,-5-3 0 0,1 4-8 15,-1-2-4-15,0 3-5 0,-1-2 3 0,-2 1-12 16,3-2-1-16,-6 3 0 0,1-2-5 0,-3 2-2 16,-3 0 3-16,1 2-3 0,-5 3-5 0,-1-4 4 15,-5 1-2-15,-2-1-5 0,0-3-1 0,-6 7-22 16,-3-2-14-16,0 0-27 0,-10-1-30 0,5-4-26 15,-4 4-33-15,-1-2-41 0,5-1-48 0,-3-2-274 16,-1 3-545-16,3-2 241 0</inkml:trace>
  <inkml:trace contextRef="#ctx0" brushRef="#br0" timeOffset="107900.62">19277 4275 153 0,'8'-14'275'0,"6"-4"-16"0,-8 2-9 0,3-4-15 16,-3 1-11-16,3-4-13 0,-6-2-16 0,0 1-16 15,5-3-16-15,-8-2-15 0,0 4-12 0,7 1-5 16,-14 0-9-16,6-1-10 0,-4 7-8 0,3-4-8 0,-4 6-9 16,-3-5-5-16,3 7-7 0,-3-5-1 15,3 6-1-15,-3-1-5 0,0 2 0 0,-1 9-9 16,1-5-1-16,3-1-15 0,-3 1 0 0,1 1-8 0,2 3-1 16,-1-2-6-16,-3 4-2 0,2-2-2 0,8 4-7 15,-20 1-4-15,13-1 1 0,7 0-5 0,-16 5 1 16,4-2-1-16,4 3-11 0,0 2 9 0,-1 5 0 15,3-1-1-15,2 6-2 0,-2-2 5 0,1-1-1 16,5 12 0-16,-2-1 1 0,4 6-4 0,-2-4 1 16,5 2 6-16,-4 1 21 0,6 8-22 0,-4 5 22 15,11-8-17-15,-6 6 3 0,3 0 0 0,-1-3-4 16,5 2 8-16,-3 2-4 0,-2-5-2 0,5 5-6 16,-2-4 2-16,2 0-2 0,-7 0 2 0,4 2-5 15,-1-6 6-15,-4 9-3 0,-1-14-5 0,3 13 3 16,4-1-1-16,-5 0 1 0,4-10 0 0,-9-1-4 15,10-1 3-15,-9-1-4 0,2 1 5 0,1-1 0 16,0-4-2-16,1-1 4 0,-3-3-3 0,1 0-1 0,-2-5 0 16,1 1 8-16,-4-4-3 0,6 4-8 15,-5-7 6-15,1-1-3 0,0-1 1 0,-3-1 11 16,7 1-14-16,-7-4 10 0,0-4-7 0,0 8 4 16,2-3 16-16,-2-5-18 0,4 2 6 0,-4-2-3 0,0 0-22 15,0 0-34-15,0 0-39 0,0 0-37 0,2-16-45 16,-2 8-60-16,7-4-66 0,-2 1-60 0,-5-6-204 15,0-2-601-15,1 1 266 0</inkml:trace>
  <inkml:trace contextRef="#ctx0" brushRef="#br0" timeOffset="108150.7">19214 4683 218 0,'-1'-4'302'0,"1"4"0"0,-9-10 1 0,8 3-12 16,1 7 0-16,-4-3-7 0,4 3-9 0,-5-3-12 16,5 3-18-16,0 0-9 0,0 0-11 0,0 0-9 0,-1-7-14 15,1 7-15-15,0 0-13 0,0 0-22 16,0 0-10-16,0 0-18 0,10-8-11 0,-10 8-18 16,13-1 3-16,-3 1-16 0,2-2-16 0,6 2-20 0,0 0-40 15,2-1-40-15,-2-3-32 0,2 3-28 0,0 1-27 16,3-3-37-16,-3 0-41 0,1 2-57 15,2-1-65-15,-1-4-295 0,-2 0-665 0,-2 1 295 16</inkml:trace>
  <inkml:trace contextRef="#ctx0" brushRef="#br0" timeOffset="108822.56">19620 4694 288 0,'0'0'330'0,"0"0"-23"0,3-7-22 0,-3 7-27 15,0 0-27-15,0 0-30 0,0 0-20 16,0 0-18-16,0 0-18 0,0 0-17 0,8 16-9 16,-8-8-14-16,5 2-8 0,-3 0-12 0,5 7-11 0,-1-4-4 15,-4 6-6-15,5 1-8 0,-1-4-5 0,1 11-4 16,-6-8-1-16,6-1-4 0,0 2-6 16,-6-1-7-16,6-4 3 0,-5 2-9 0,4-5 3 0,3 3-3 15,-9-5-3-15,4-3-1 0,-2 0 0 0,3 0-1 16,-2-3 1-16,-3-4 9 0,5 3-10 0,-5-3-2 15,0 0-6-15,0 0 2 0,15-15 1 0,-10 7-2 16,-1 1 19-16,1-5 8 0,-4 1 9 0,-1 2 22 16,7-4-17-16,-1 4 11 0,-4-4 3 0,3 1-2 15,-2 2 3-15,4-3 3 0,-7 6 0 0,2-1-7 16,1-3 4-16,-1 3-14 0,-2 1-1 0,0 3-8 16,0 4-22-16,5-9 6 0,-5 9-6 0,5-3-10 15,-5 3-1-15,0 0-4 0,0 0-2 0,0 0 9 16,9 15-9-16,-2-12-3 0,-2 7-1 0,2 1-4 15,1 0 0-15,4 2-7 0,-3-3 14 0,3 2-21 16,0 0-2-16,-1-2-4 0,2 2 2 0,-1-4-2 16,1-1 0-16,-4 3 2 0,4-6 4 0,-5 3 3 0,0-3 5 15,2-1 0-15,0-3 0 0,-10 0 6 0,15-1-3 16,-5-4 16-16,-3 2-12 0,-1-6 15 0,1 1 3 16,0-1 4-16,-1-6 0 0,-4 0 2 0,-2-4 1 15,5 4 1-15,-5-5 1 0,-5 0-7 0,5-2 12 16,-2 3-19-16,-3-2 5 0,4 3-3 0,-4-2-4 15,1 4-3-15,-1-2-1 0,-3 1-19 0,1 4-26 16,-1-1-32-16,1 2-31 0,-1 1-42 0,2 0-38 16,-8 5-49-16,6-1-68 0,-5-1-326 0,3 4-678 15,0-3 300-15</inkml:trace>
  <inkml:trace contextRef="#ctx0" brushRef="#br0" timeOffset="109817.92">20606 4374 295 0,'0'0'342'0,"-3"-3"-2"0,3 3 0 0,-3-5 5 0,3 5 5 16,0 0-6-16,-5-3-9 0,5 3-1 0,0 0-6 16,0 0-13-16,0 0-16 0,0 0-17 0,0 0-17 15,0 0-25-15,0 0-26 0,0 0-22 0,6-7-22 16,4 1-19-16,4 3-16 0,0 0-27 0,6-3-24 15,-3 0-27-15,6 5-33 0,-1-6-39 0,7 5-42 16,-1-3-42-16,6 0-44 0,-15 4-38 0,6-1-39 16,-5 2-36-16,2-1-47 0,-3 1-44 0,1 1-43 15,-8-1-257-15,0 0-700 0,-3 2 310 0</inkml:trace>
  <inkml:trace contextRef="#ctx0" brushRef="#br0" timeOffset="110005.41">20772 4479 157 0,'-8'3'271'0,"8"-3"9"0,0 0-3 0,0 0 3 0,0 0-21 15,0 0-21-15,14 8-21 0,-2-10-23 0,-12 2-21 16,22-2-12-16,-11-1-22 0,9 1-11 0,2-3-15 16,-1 5-31-16,6-2-36 0,-3-1-33 0,4 2-46 15,-4-5-57-15,-4 5-65 0,11-6-64 0,-10 5-204 16,4-3-456-16,-2 2 202 0</inkml:trace>
  <inkml:trace contextRef="#ctx0" brushRef="#br0" timeOffset="110552.24">21839 3937 193 0,'0'-8'262'0,"4"0"-11"0,-3-1-12 0,-2 0-12 15,-3 3-6-15,4-5-18 0,-3 7-11 0,0-7-13 0,-6-1-12 16,6 5-13-16,-8 2-13 0,2-5-9 0,-4 2-10 15,3 3-11-15,-3 1-2 0,0-3-11 0,-2 2-2 16,-2-1-14-16,4 6-2 0,-2-1-11 0,-3 1 1 16,3 1-14-16,3-1-6 0,-4 3-3 0,3 2-3 15,3 1-5-15,-2 0-10 0,2 0 1 0,2-2 2 16,1 8-5-16,1-4-3 0,4 3 2 0,2 4-3 16,2 0-2-16,1 1-1 0,5-3 3 0,7 12-3 15,2-5 0-15,1 3 2 0,3 1-1 0,1 0-1 16,8 7 0-16,-9-8-6 0,11 8-3 0,-6-8 4 15,-3 0 1-15,0-3-5 0,-3 5 1 0,4-6-5 16,-5-1 5-16,-4-1-5 0,-3-4-5 0,3 1 1 16,-4-1 5-16,-2 1 0 0,-1-4 7 0,-1-3-12 15,1 4 2-15,-3-2-3 0,-2-3 1 0,2 2 1 16,-5 0 1-16,0-8-3 0,0 9 3 0,-2-6 8 16,2-3 11-16,-11 12-6 0,4-7 1 0,-1-3 4 15,-4-1-5-15,-1 3 4 0,0-4-6 0,-7 2 3 16,3-2-5-16,-1-2-3 0,-7 2 2 0,2 0-18 15,8 0-15-15,-6-4-25 0,-1 4-24 0,7-1-26 16,0 2-24-16,2-1-22 0,3 0-26 0,10 0-29 16,-16 0-33-16,16 0-56 0,0 0-219 0,0 0-545 0,0 0 241 15</inkml:trace>
  <inkml:trace contextRef="#ctx0" brushRef="#br0" timeOffset="111224.06">22348 4035 109 0,'-4'-9'301'0,"1"0"-2"0,3-2-19 15,-3 1-12-15,1 2-12 0,-1 1-15 0,1-2-19 16,-3 1-22-16,2 4-17 0,-2-4-22 0,-2 1-18 15,2 2-13-15,0 2-13 0,-3-1-15 0,-2 0-11 16,-2 4-12-16,12 0 2 0,-21 1-18 0,6 2-4 16,2 1-6-16,-4 4-6 0,1-1-9 0,-3 1-2 15,5 4-4-15,-3 0-8 0,4 3 5 0,-1-3-7 16,5 6-3-16,-5-5-3 0,6 9 4 0,1-6-5 0,-1 3 6 16,8 1-3-16,0-2-4 0,0-3 3 15,2 2-5-15,11 1 0 0,-5-1 9 0,12 2-15 16,-5-6-14-16,8 2-21 0,0 0-27 0,6-4-22 15,-3-3-23-15,-1 3-23 0,3-3-18 0,0-4-13 0,-1-1-7 16,2-2-2-16,-10-1 13 0,2-1 6 0,-3-2 15 16,6-1 12-16,-8-4 16 0,-4 1 21 15,1 0 31-15,-5 0 25 0,0 0 16 0,-1-3 26 0,-2 3 20 16,-2-2 21-16,6 3 16 0,-9 0 12 0,3 0 7 16,-1 1 2-16,-2 5-3 0,5-7-11 0,-4 2 5 15,-1 5-12-15,0 0-7 0,0 0-9 0,0 0-7 16,0 0-7-16,0 0-4 0,0 0-3 0,0 0-4 15,7 14-2-15,-4-7-3 0,0 1-2 0,4 2 0 16,1 1 2-16,2 2-7 0,4-1 2 0,-5 2-1 16,5-1-5-16,2 0-2 0,2-3-1 0,6 2 0 15,-8 2-3-15,4-9-11 0,-3 3-9 0,2-1-8 16,0 0 4-16,-4-6-6 0,-2 2 4 0,-2-6 2 16,3 2 1-16,-3-3 1 0,-4-4 0 0,1 0 1 15,-6 1-1-15,4-5 2 0,-6 1 0 0,-1-7 4 16,-6 1 5-16,0-2 4 0,1 1 8 0,-7-6 5 15,-2 0 4-15,-2 3 4 0,2 6-3 0,-3-4 0 16,0 2-3-16,-4-3-3 0,6 8-1 0,1 0 0 0,0 4-2 16,0-3-3-16,4 7 0 0,2-3-13 15,3 3-11-15,-6 3-20 0,7-3-14 0,5 4-8 16,0 0-20-16,-13 5-34 0,13-5-36 0,0 0-38 16,0 0-47-16,18 18-200 0,-6-10-466 0,-6-7 207 0</inkml:trace>
  <inkml:trace contextRef="#ctx0" brushRef="#br0" timeOffset="111817.76">22915 4029 232 0,'0'0'252'0,"17"-3"1"0,-7 0-9 16,-4 1-15-16,-6 2-14 0,15 0-12 0,-5-3-16 16,2 6-13-16,1-1-9 0,-3 3-23 0,0-3-10 15,3 3-14-15,2 1-10 0,0-2-8 0,0 7-14 16,0 1-9-16,0-3-9 0,-2 3-10 0,2-2-2 15,-7 5-6-15,5-4-5 0,-4 4-5 0,4-3-5 16,-5 1-2-16,-1-1-4 0,-6-2-3 0,4-1 5 16,-3-1-12-16,5 0 3 0,-6-4-5 0,-1 3-2 15,0-7 1-15,0 0-2 0,0 10 3 0,0-10-3 16,0 0 6-16,0 0 2 0,0 0 16 0,0 0 6 16,-25-14 6-16,20 9 10 0,-1-2 4 0,4 3 2 15,-1-7-1-15,0 4-9 0,1-2 5 0,4-2-11 16,-2-1-4-16,0 4-1 0,0-6-6 0,6 1-8 0,-4-2 1 15,4 4-8-15,3-4-1 0,4 3-1 16,-5-1-5-16,7 2-11 0,-3-1-4 0,-1 1-9 16,9 3-10-16,-5-1-7 0,0 2-9 0,0-3-6 15,1 2-2-15,-2 4-2 0,4-2-8 0,-2 2-3 0,1-1-2 16,-2 2-3-16,-7-2-3 0,2 4 4 0,2 0 4 16,-4-2 1-16,3-4 1 0,-2 6 3 15,-1-5 3-15,-1 3 6 0,1-3 1 0,0 3 8 0,5-3 1 16,-3 3 3-16,-5-5 3 0,2 4 6 0,1-3-2 15,-1 0 3-15,-1 2 3 0,3-2 6 0,-1 3 12 16,-8-4 12-16,7 4 13 0,-7-2 8 0,8 1 3 16,-5-2 3-16,1 1 3 0,-4 6 1 0,0-7-4 15,5 3 0-15,-5 4-8 0,0 0-7 0,-5-12-4 16,5 12-1-16,-7-4-5 0,7 4-3 0,-10-2 0 16,10 2-5-16,-20 2 1 0,20-2-2 0,-15 4-2 15,0 0 2-15,10 4-2 0,-6-4-4 0,-2 3 3 16,-1 1-2-16,6 2 2 0,1-3 2 0,-3 7-3 15,2-2-2-15,8-1 5 0,-3 5-2 0,1-3-2 16,2 4 2-16,5-2 3 0,5 5-2 0,5 0-1 16,3 1-6-16,0 1-29 0,4-3-42 0,1-3-52 15,7 4-72-15,5 2-67 0,3-5-289 0,1 1-594 16,-5-10 262-16</inkml:trace>
  <inkml:trace contextRef="#ctx0" brushRef="#br0" timeOffset="114598.8">12943 4035 256 0,'0'0'334'0,"3"-5"0"0,-3 5-6 0,0 0-6 15,-3-7-10-15,3 7-11 0,0 0-20 0,3-8-22 0,-3 8-26 16,0 0-24-16,0 0-23 0,0 0-19 0,0 0-21 16,0 0-22-16,0 0-17 0,0 0-6 15,0 0-13-15,0 0-10 0,0 0-10 0,0 0-5 0,0 22-3 16,0-15-5-16,0 5-7 0,-3-3-4 0,0 3-8 15,3 3-4-15,-2 0-1 0,2 1-3 0,0 1-7 16,-2-4 2-16,2 4-6 0,2 0-9 0,0-1 12 16,1-3-19-16,-3-1-5 0,7 2-8 0,-4 1-4 15,2-6 1-15,1 2 3 0,-1-3-7 0,2 2 5 16,3-3-3-16,-2 0 5 0,2 0 3 0,5-4 11 16,0 2-23-16,0-5 10 0,0 0-1 0,0-1 0 15,5 0 9-15,-4-4-8 0,4-3 5 0,-7 3-3 16,2-3 9-16,-5-3 0 0,5 3 0 0,0-3-3 15,-7 0 13-15,4-2 5 0,-4-1 6 0,0 1 10 16,1 2 5-16,-5 1 1 0,3 0 1 0,1-1 2 16,-4 3 0-16,6 0 6 0,-7 3 4 0,-1-1-1 15,3-2-3-15,-4 4-5 0,-1 4-7 0,4-9-3 0,-4 9-11 16,4-3-3-16,-4 3-5 0,5-3-7 16,-5 3-3-16,0 0-9 0,0 0 2 0,0 0-4 15,0 0 3-15,0 0 2 0,14 11-9 0,-13-4 4 16,4-4-2-16,2 3 0 0,-4 0-3 0,6 2 7 0,-3-1-6 0,6 2-5 0,-2-5 0 0,5 5-4 0,-6-1-1 15,8 1-4-15,0-1-8 0,-1-3 4 0,-1 0-4 16,5 1 7-16,1-2-4 0,-4 1 7 0,-2-3-2 16,5-1 11-16,-4-1-2 0,-2-1-6 0,2-1 12 15,-8-1 12-15,11-3-12 0,-8 0-2 0,4-2 10 16,-8-1 0-16,3-1 1 0,0 0 12 0,-1-4 0 16,-2 1 12-16,-5-1-1 0,3-1 5 0,-4 3 3 15,6-4 4-15,-7 2 2 0,-3 1-2 0,-1 1-6 16,-2-3-2-16,4 3-2 0,-8-2-6 0,5 5-3 15,-1-2 5-15,1 2-9 0,0 3 0 0,-2-1-7 16,-1 1-16-16,4-2-27 0,1 3-26 0,3 5-34 16,-8-10-27-16,8 10-33 0,-5-5-17 0,5 5-8 15,-8 0-28-15,8 0-29 0,0 0-18 0,0 0-36 16,0 0-212-16,0 0-549 0,13 17 244 0</inkml:trace>
  <inkml:trace contextRef="#ctx0" brushRef="#br0" timeOffset="114833.15">13938 4049 56 0,'8'1'263'0,"-8"-1"-17"0,0 0-14 0,0 0-26 0,0 0-19 16,0 0-22-16,5 7-9 0,-5 0-3 0,0-2 3 15,0 3-17-15,2 2-10 0,-2-2-10 0,1 3-15 16,-2 2-4-16,2 5-11 0,-1-3-8 0,2 3-7 15,1 1-5-15,-1 1-6 0,3 1-8 0,3 3-1 16,-6 0-6-16,3 2-2 0,1 1-8 0,-1-11-34 16,7 8-56-16,1 2-71 0,-5-6-86 0,2-5-233 15,-1 2-478-15,-3 1 212 0</inkml:trace>
  <inkml:trace contextRef="#ctx0" brushRef="#br0" timeOffset="115926.82">12847 5895 143 0,'-5'-9'344'0,"5"9"-11"0,0 0-10 16,0 0-17-16,0 0-13 0,0 0 3 0,0-9-44 0,0 9-17 16,0 0-10-16,0 0-38 0,0 0-22 0,0 0-18 15,0 0-18-15,0 0-14 0,0 0-11 16,0 0-13-16,0 0-9 0,0 0-13 0,0 0-3 0,12 22-8 15,-12-13-3-15,0 4-11 0,3-4-9 0,-1 3 4 16,-2-4-14-16,0 3 11 0,3 2-7 0,-1 1-1 16,-2 1-6-16,0-2-3 0,4-1-4 0,-4-1 8 15,4 0-19-15,-3-3-2 0,3 0-8 0,-3 1 0 16,3 0 1-16,-3-1-1 0,1-4 3 0,1-1 7 16,2 3 1-16,0-3-15 0,-5-3 10 0,0 0-4 15,17 0 7-15,-17 0 13 0,16-4-13 0,-9-3-3 16,1 2 3-16,1-2 1 0,0 4-5 0,0-4-1 15,1-2 12-15,-4 5-7 0,3-4 0 0,-1 2-9 16,2-3 8-16,-5 6 0 0,5-3 0 0,-5 0 1 16,6 3-3-16,-7 1 0 0,4-2-9 0,-3 0 9 15,1 0 0-15,-6 4-3 0,14-3-6 0,-14 3 1 16,0 0 2-16,16 5 3 0,-9-3 0 0,-7-2 1 0,13 5 0 16,-5 2 4-16,-1-2-4 0,3-2 0 0,-3 2-1 15,6 1 1-15,-5-2 0 0,7 1 0 16,-7 1 2-16,4-5 3 0,-1 3 2 0,3-3-3 0,-1 2-2 15,3-3 8-15,3 3-9 0,-3-6 0 0,-3 3 7 16,6-3-7-16,-8 2 5 0,-1-6 5 0,2 3-7 16,-2-1 1-16,-2-2 14 0,0-1 12 0,5 0 0 15,-4-1 5-15,-6-2-1 0,0 2 4 0,4 0 3 16,-5-3 1-16,-2 0-3 0,0 0-7 0,0 3-3 16,-2-5-2-16,2 7-14 0,-5-1 4 0,3-4-15 15,-1 5-31-15,0-1-22 0,1 0-26 0,-3 0-37 16,3 4-36-16,-3-3-46 0,1 3-46 0,4 4-48 15,-10-4-52-15,10 4-199 0,0 0-586 0,-10 0 259 16</inkml:trace>
  <inkml:trace contextRef="#ctx0" brushRef="#br0" timeOffset="116301.92">13579 5950 197 0,'13'3'204'0,"-13"-3"-11"16,8 5-14-16,-6-2-11 0,-2-3-7 0,11 4-14 16,-9 0-16-16,5 0-11 0,-6-1-10 0,-1-3-13 15,4 9-5-15,-3-6-8 0,-1-3-2 0,4 8-5 16,-1-4-4-16,-6 3-1 0,3-7-1 0,0 12-5 15,0-3 0-15,-2 1 5 0,0-6-1 0,-3 4-3 16,4-1-3-16,-4 1 0 0,1 0 0 0,1 0-3 16,1 0-2-16,-4-4 4 0,4 2-3 0,0 0-4 15,2-6-2-15,-6 7-3 0,4-2 5 0,2-5 4 16,-2 7 7-16,2-7 7 0,-3 7 15 0,3-7 13 0,0 0 10 16,0 0 6-16,0 0 0 0,0 0-9 0,0 0-4 15,23-7-17-15,-9 4-13 0,2 2 2 16,2-2-34-16,2-2-42 0,12 2-41 0,1-2-47 0,-3 0-62 15,4-1-74-15,9-5-95 0,-11 2-295 0,-1-2-662 16,4 0 293-16</inkml:trace>
  <inkml:trace contextRef="#ctx0" brushRef="#br0" timeOffset="122426.4">24493 4185 51 0,'0'0'240'0,"0"0"-13"0,0 0-23 16,-9 3-11-16,9-3-16 0,0 0-11 0,0 0-10 16,0 0-8-16,0 0-12 0,0 0-3 15,0 0 6-15,0 0-2 0,0 0-3 0,0 0-6 0,14 8-2 16,-5-4-12-16,1-1-12 0,-1-2-6 0,4 2-13 16,-3-3-7-16,10 2-5 0,-4 3-11 0,-2-5-7 15,0 0-3-15,6 1 7 0,-3 0-16 16,-2 2-18-16,-4-3-30 0,-1 0-33 0,0 2-41 0,-10-2-52 15,15 2-61-15,-5-2-62 0,-10 0-179 0,0 0-472 16,0 0 209-16</inkml:trace>
  <inkml:trace contextRef="#ctx0" brushRef="#br0" timeOffset="122629.5">24368 4513 289 0,'0'0'291'16,"10"2"-14"-16,-10-2-17 0,22-5-15 0,-9 4-24 15,0 1-22-15,4-1-19 0,4-1-14 0,1-1-19 16,-1 1-20-16,11 1-9 0,-7 1-14 0,3 0-31 16,-7-3-43-16,3 1-51 0,-3 4-57 0,1-2-65 15,-3 0-79-15,-2-2-156 0,0 4-408 0,2-2 180 16</inkml:trace>
  <inkml:trace contextRef="#ctx0" brushRef="#br0" timeOffset="124910.58">25689 3920 248 0,'0'-10'382'0,"4"1"-6"0,-3 1-14 0,1-3-1 15,3 0 1-15,-3-1-9 0,1 5-14 0,-2 2-11 0,3-3-18 16,-3 1-25-16,-1 7-28 0,4-7-28 16,-4 7-32-16,5-1-22 0,-5 1-23 0,0 0-20 15,0 0-11-15,0 0-12 0,3 16-12 0,-3-1-13 0,2 1-3 16,-2-1-9-16,-2 11-7 0,4 1-10 0,-2 1-4 15,0 1-4-15,0 1-8 0,1-1-3 0,-1-4-3 16,4 2-9-16,-3 0-8 0,4-1-7 0,-1-7-5 16,1 2-1-16,3-5-1 0,-3 2-6 0,-2-4-4 15,9 1 3-15,-4-3-8 0,4 2 10 0,2-7 1 16,0 1-1-16,1-4 0 0,-1-3 0 0,5 1 1 16,-1-2 1-16,0-3 2 0,0-3-2 0,10-3-1 15,-11-3 0-15,3 1 5 0,-4-1-4 0,-1 0 2 16,4-10 0-16,-5 7 5 0,-2 2 1 0,0-3 3 15,-2 3-2-15,-2-2 5 0,-2 6 4 0,1-4 1 16,-2 5-3-16,-2-3 3 0,4-1-3 0,-5 8-2 16,-2 1-6-16,3-2-5 0,0-2-6 0,-3 7-17 15,0 0-10-15,8-3 0 0,-8 3 4 0,0 0 4 16,7 15 0-16,1-9 2 0,-1 2 3 0,3 8 2 16,2-7 3-16,-1 6-2 0,1-1 0 0,8-1 3 15,-11 2 1-15,11 0-3 0,-3-4 3 0,4-1 2 0,-1 2-1 16,-2-2 1-16,2-5 0 0,-5 1 2 0,7-2 4 15,-2 1 2-15,-4-3 1 0,1-7 5 0,3 0-4 16,-15 2 1-16,9-6 3 0,0-4-1 0,-4-1 4 16,-2-2-5-16,5-8 9 0,-6-3-2 0,-2 1 0 15,1-1 2-15,-2 0-2 0,-8 0 0 0,4 3-1 16,0-1-3-16,-8 1-4 0,5 4-13 0,-4 1-10 16,-3-2-14-16,5 7-40 0,-1-1-50 0,1 2-44 15,0 2-46-15,0 4-45 0,0 6-45 0,-2-1-38 16,7 2-53-16,0 0-221 0,0 0-667 0,-3 10 295 15</inkml:trace>
  <inkml:trace contextRef="#ctx0" brushRef="#br0" timeOffset="125285.55">27000 3976 65 0,'0'0'241'0,"0"0"-27"0,0 0-25 16,0 0-17-16,0 0-20 0,0 0-16 0,0 0-14 16,0 0-11-16,0 0-12 0,0 0-7 0,0 20-7 15,0-13-9-15,0 1-2 0,7-2 9 16,-7 3 5-16,5-2 10 0,-4-2-8 0,6 2-5 0,-4 0 8 15,2-2-4-15,2 2 6 0,0-3-4 0,-1-1 7 16,1 2 8-16,-7-5 6 0,11 4 10 0,-6-1 4 16,-5-3 9-16,0 0 3 0,0 0-4 0,14-6 1 15,-14 6-8-15,3-8-9 0,0 3-11 0,-3-2-12 16,0 7-9-16,-3-13-9 0,3 6-13 0,-8-1-2 16,3 0-12-16,1 2-16 0,-4 1-31 0,3-2-33 15,-2 3-32-15,-1-1-38 0,-2 2-35 0,0 2-42 16,0-1-55-16,10 2-70 0,0 0-287 0,-21 3-638 15,21-3 283-15</inkml:trace>
  <inkml:trace contextRef="#ctx0" brushRef="#br0" timeOffset="125926.12">28053 3836 89 0,'6'-8'321'0,"3"4"-4"16,-4-4-13-16,1 2-9 0,1 0-8 0,-5 0-3 0,-1 1-2 16,6 0-20-16,-7 5-12 0,0-7-24 0,0 7-20 15,5-7-27-15,-5 7-16 0,0 0-23 16,-12-6-17-16,4 1-13 0,8 5-8 0,-22 0-19 0,6 3-1 15,-4-3-11-15,-3 4-6 0,-5 0-9 0,-2 0-3 16,0 6-5-16,-1-5-7 0,-4 6-3 0,3-3-7 16,3 4-1-16,-6-7 4 0,3 5-6 0,4 3 2 15,7-6-12-15,-7 7 2 0,11-5-1 0,-4-1-1 16,6 0-6-16,5 0-14 0,2-2 20 0,3 4-1 16,3 5 1-16,4-4 1 0,7 3-4 0,18 0 1 15,-2 1 10-15,18 5-12 0,6-3-4 0,-2-1-4 16,4 5-4-16,2-6-9 0,2-3-7 0,-1-1-9 15,-1 0-7-15,2-3 5 0,-14-5 6 0,-4 2-4 16,-3-10 4-16,-4 5 2 0,-10-2 7 0,5 2 2 16,-10-4-2-16,5 1-3 0,-7-7 8 0,-3 2 0 15,-8 1 0-15,6-4-1 0,-8 2-2 0,-8-6 5 16,-1 0 3-16,-7 2-3 0,-7-7-4 0,-2 2 7 0,-13-5 0 16,11 8-4-16,-13-4 2 0,11 4-2 15,-3 0 1-15,6 2-18 0,-6 2-20 0,2-4-25 16,2 6-29-16,7-2-25 0,-1 6-23 0,9 2-32 0,-2-4-36 15,2 6-41-15,1-3-30 0,4 4-31 0,8 0-168 16,-10 0-521-16,10 0 231 0</inkml:trace>
  <inkml:trace contextRef="#ctx0" brushRef="#br0" timeOffset="126191.73">27975 3523 252 0,'-3'-5'262'16,"3"5"-25"-16,0 0-22 0,-4-8-17 0,4 8-25 16,0 0 3-16,0 0-1 0,0 0 5 0,-3 25-7 15,3-14-5-15,3 7-5 0,1 2-10 0,-1 8-10 16,0 2-8-16,6 8-7 0,-6-1-10 0,7 5-13 16,-2 1-9-16,0 2-7 0,4-6-10 0,-2 5-4 0,-3 0-9 15,7 0-10-15,1 2-1 0,-1-4-3 16,-1 2-8-16,-3-5-11 0,-4 0-17 0,3-9-27 15,-3 1-27-15,-1-3-28 0,-1-1-57 0,2-1-50 0,1-7-82 16,-1-3-271-16,-2-4-568 0,1-2 252 0</inkml:trace>
  <inkml:trace contextRef="#ctx0" brushRef="#br0" timeOffset="126566.7">28907 3496 73 0,'0'-4'352'0,"3"-4"-9"0,-3 8-6 0,-3-7-19 15,3 7-18-15,3-8-24 0,1 6-12 0,-4 2-43 16,0 0-23-16,0 0-23 0,0 0-17 0,0 0-17 16,0 0-16-16,-25 7-16 0,13-1-6 0,1 8-15 15,-6-4-8-15,2 7-9 0,-1 5-4 0,-3 0-9 16,1 4-4-16,2 2-5 0,1-2-7 0,-5 11 0 16,12-5-1-16,-12 4-8 0,13-8 12 0,-3 4-10 15,7-2-2-15,-1 6-4 0,4-9-2 0,9 6-1 16,2-5 5-16,1-1 11 0,1 3-20 0,9-6-1 0,-1 2 4 15,6-1-4-15,11 1-22 0,-2-5-38 16,-4-11-34-16,1 2-32 0,-3-4-49 0,-1-2-49 16,4-5-50-16,2-1-52 0,-5-1-252 0,-2-5-604 0,-1-5 267 15</inkml:trace>
  <inkml:trace contextRef="#ctx0" brushRef="#br0" timeOffset="126801.05">29493 3709 116 0,'0'0'252'0,"-5"-5"-22"0,5 5-26 0,0 0-17 15,0 0-8-15,0 0 4 0,0 0-11 0,-15 16-4 16,12-12-10-16,-1 7-6 0,-4 1-13 0,0 0-11 16,-5 3-9-16,4 0-14 0,-6 1-7 0,4 3-11 15,-6 1-11-15,1 0-3 0,1 1-10 0,-5 4-6 16,7-6-3-16,-7 1-5 0,5 5 0 0,-3-5-6 15,1 0-16-15,-3-1-38 0,10-3-46 0,0-1-49 16,-3 0-51-16,8-5-55 0,-3-3-226 0,0 1-474 16,3-1 210-16</inkml:trace>
  <inkml:trace contextRef="#ctx0" brushRef="#br0" timeOffset="127035.41">29170 3717 196 0,'-8'-1'198'0,"8"1"-12"0,0 0 4 0,0 0 2 0,0 0 8 15,-8 16-2-15,11-7-2 0,0 1-5 16,0 1-11-16,11 4-15 0,-4 1-17 0,5 1-9 0,3 2-13 16,3 1-11-16,2-5-10 0,2 4-13 0,-2-1-9 15,7 1-14-15,2-3-34 0,2 4-50 0,-5-7-55 16,0 1-57-16,-1-6-80 0,4 3-225 0,-6-7-466 15,-1 1 207-15</inkml:trace>
  <inkml:trace contextRef="#ctx0" brushRef="#br0" timeOffset="127285.39">29617 3534 205 0,'0'0'420'0,"0"0"-19"0,-3-11-19 0,3 11-31 16,0 0-25-16,0 0-21 0,13 0-33 0,-13 0-14 16,26 11-17-16,-7-2-26 0,-5 1-20 0,10 1-19 15,5 9-18-15,-2 0-16 0,4 6-14 0,4 4-9 16,-12-8-14-16,9 10-12 0,-1 3-9 0,-6-1-7 16,-2 7-8-16,-1-7-10 0,-7 6-7 0,-4-1-7 15,-3 0-7-15,-3 2-37 0,-5-1-36 0,-8-1-42 0,3-9-25 16,-8 13-27-16,-7-5-52 0,-3 1-55 0,-2-4-64 15,-6-5-76-15,-1-3-205 0,-3 1-628 16,-3 4 278-16</inkml:trace>
  <inkml:trace contextRef="#ctx0" brushRef="#br0" timeOffset="129832.07">27743 4517 216 0,'0'0'325'0,"0"0"-26"0,0 0-17 0,0-8-39 16,0 8-23-16,0 0-24 0,0 0-25 0,0 0-13 16,0 0-24-16,0 0-13 0,0 0-14 0,0 0-12 15,0 0-7-15,-10 24-7 0,7-15-8 0,3-3-9 0,-3 2-6 16,1 0-10-16,2 4-1 0,-5-2-7 0,5 3-3 16,-6-1-1-16,6 6-4 0,0-10-4 15,-7 4-2-15,7-2-5 0,0-1 1 0,0 0-3 16,-2 0-2-16,2 0-1 0,0 0-1 0,0 0-1 0,0-1 1 15,-1-3-2-15,1-5 0 0,0 12-2 0,1-7 4 16,-1-5-2-16,2 5 3 0,-2-5 15 0,0 0 9 16,0 0 13-16,0 5 4 0,0-5 6 0,0 0 18 15,7 4-2-15,-7-4 6 0,0 0-8 0,0 0-9 16,0 0-9-16,21-8-5 0,-8 7-9 0,-3-1-1 16,3-1-4-16,2 0-1 0,5-2-16 0,2 5 3 15,-4-4 3-15,3 3-4 0,8-3 0 0,2 0-3 16,-3 4-7-16,4-1 0 0,-4-6-6 0,8 3 6 15,-6-2-1-15,5 3-2 0,-4 1-7 0,2-2 17 16,-1 1-14-16,1-3-7 0,2 4 4 0,-4 1 0 16,5 1 0-16,-6-3 11 0,5 2-15 0,0 1-2 15,-4-2 3-15,1-1-4 0,1 3 7 0,0 0-7 0,12 0 16 16,-11 0-26-16,13 6 12 0,-14-6 2 16,-2 0-4-16,4 0-2 0,-4 0 6 0,3 3 0 15,-8-2 2-15,7-1-4 0,-6 2 2 0,-3-2-1 0,1 1-1 16,-2-1 3-16,1 0 1 0,-5-1-18 0,3 2 13 15,1-2 0-15,-6-1 3 0,1 2 1 0,-2 0-2 16,4-1 4-16,-1 2-5 0,0-1-3 0,-2-1 0 16,3 1 20-16,-4-3-21 0,3 6-1 0,-1-3 1 15,2-3-1-15,-4 3 4 0,1 3-1 0,4-3 6 16,1 1-11-16,-7 1 8 0,0-2 3 0,4 1-12 16,-4-1 7-16,2 2 3 0,1 1-3 0,-8-1 2 15,10-1 4-15,-4 0-7 0,1 4 2 0,1-3 16 16,-1-1-18-16,-2 5 3 0,-2-5 1 0,5-1 1 15,-3 2-3-15,0-2-1 0,-2 1 2 0,7 1-2 16,-4 1-2-16,1-3 1 0,-4 0 3 0,1 0 4 16,-5 0 1-16,6 0-7 0,-1 0 4 0,-1 0-7 0,-2 0 9 15,-1 0-2-15,0-3 1 0,4 6-4 0,-5-8-4 16,3 5 2-16,-12 0-2 0,25 2 3 16,-17-2 4-16,5 3-1 0,-1-3-6 0,-12 0 7 0,20-3-6 15,-7 6 0-15,2-1 10 0,2-2-9 0,-8 0 3 16,3 2-5-16,1-2 4 0,2 5-5 0,0-3 7 15,0-1 1-15,-8 2-6 0,7-2 1 0,-4 2 2 16,2-1-1-16,1 0 7 0,-3-2-10 0,2 1 7 16,-12-1 3-16,18-1-7 0,-6 2 4 0,-12-1 1 15,16 0 13-15,-8 0 21 0,-8 0 13 0,14-1 6 16,-14 1 23-16,8-2 13 0,-8 2 9 0,11-2 5 16,-11 2 8-16,7-4 5 0,-7 4 5 0,5-6 2 15,-5 6 3-15,5-7 2 0,-3 0 0 0,-2 3-14 0,5-5-1 16,-4 2-4-16,3-1-2 0,-4-1-6 15,1-6-15-15,3 5-9 0,2-9-16 0,-6 9 4 16,5-10-15-16,2 1-28 0,-2 2-37 0,5-2-50 0,-5 0-69 16,5 0-85-16,1-3-77 0,-1 7-109 0,8-6-113 15,-6 6-394-15,-2 2-984 0,5 5 436 0</inkml:trace>
  <inkml:trace contextRef="#ctx0" brushRef="#br0" timeOffset="131956.9">28899 5047 127 0,'0'-10'304'0,"0"10"-13"0,0-6-25 0,0 6-20 16,0 0-25-16,0 0-19 0,0 0-25 0,1-7-16 0,-1 7-21 15,0 0-14-15,0 0-15 0,0 0-10 0,7 19-9 16,-7-10-10-16,0 2-2 0,5 4-13 16,1-2-11-16,-2 8-6 0,1 3 1 0,3 3-1 0,0 1-7 15,1-1-1-15,1 2-3 0,1 0-3 0,-4-1-2 16,-1 11 2-16,9-10-7 0,-6 2 2 0,5-1-2 15,-7-1-1-15,1-1 0 0,1 2-7 0,2-6 6 16,-3 3 4-16,-1-1-1 0,-5-6-4 0,4-1-3 16,1-1-4-16,0-1 3 0,-6-5-2 0,6 3 0 15,-5-4-3-15,4 1-2 0,-6 0 1 0,5-3-2 16,-2 1 3-16,1-2-3 0,-3-4 2 0,3 4 9 16,-4-1-13-16,0-7 0 0,3 9 0 0,-3-6 1 15,0-3-1-15,2 7 1 0,-2-7 1 0,0 5 3 0,0-5-3 16,0 0 15-16,0 0-7 0,5 7-5 15,-5-7-4-15,0 0 7 0,0 0 2 0,0 0-7 16,0 0 0-16,0 0-1 0,0 0 5 0,0 0 3 0,0 0 8 16,0 0 10-16,0 0 4 0,0 0 12 0,0 0 14 15,0 0 15-15,0 0 9 0,0 0 18 0,0 0 11 16,0 0 14-16,0 0 13 0,0 0 1 16,0 0-12-16,0 0-16 0,10-15-13 0,-10 8-11 0,6 0-9 15,-1-2-6-15,-2 1-12 0,4 0-8 0,0-1-10 16,-4-5-1-16,4-1-5 0,1 3-3 0,-1-1-6 15,2-1-3-15,0 2-7 0,-1-1-2 0,0-2-3 16,-3 4-2-16,0 2-1 0,0-1 0 0,3 2-7 16,-1-3 0-16,0 4 0 0,-2-1-2 0,3 1-1 15,-1 1-2-15,-2-1-3 0,1 2 1 0,-3-1-5 16,2 3-5-16,4-2-2 0,-4 1 1 0,-5 4-8 16,8-3 5-16,-1-2-6 0,-7 5 0 0,14 3 2 15,-14-3 1-15,15 4-3 0,-8-3 1 0,1 3-2 0,1-1-4 16,4 1 7-16,-3 1 1 0,0 2-2 15,0 0 0-15,3-1 9 0,-5 4 20 0,5-2-1 16,-6-1-3-16,1 4-4 0,0-2 0 0,1 0-2 0,-3 0 1 16,1-1-3-16,1 2 0 0,-1-3-3 0,0 3-1 15,-4-3 1-15,3 2-3 0,-2 0 3 0,2-5 1 16,-4 3-4-16,1-1 7 0,-3-1-9 16,5 2 1-16,-5-7 0 0,2 7 1 0,-2-7 1 0,3 7-3 15,-3-7 4-15,0 3 3 0,0-3-7 0,0 0 2 16,0 10 0-16,0-10 4 0,0 0-4 0,0 0-7 15,0 5-18-15,0-5-18 0,0 0-19 0,0 0-28 16,0 0-24-16,5 5-32 0,-5-5-37 0,5 3-38 16,-3 0-53-16,-2-3-69 0,10 4-79 0,-10-4-315 15,8 2-799-15,-8-2 353 0</inkml:trace>
  <inkml:trace contextRef="#ctx0" brushRef="#br0" timeOffset="142940.41">18390 1932 180 0,'3'-6'306'0,"-1"4"-13"0,-2 2-23 15,0 0-25-15,5-5-24 0,-5 5-22 0,0 0-25 16,0 0-21-16,0 0-12 0,0 0-18 0,13 12-12 16,-9-7-11-16,-1 9-12 0,3-2-7 0,-2 6-10 15,2-1-6-15,1 2-6 0,-4 7-5 0,1-1-7 16,-1 4-3-16,2-4-3 0,-3 5-7 0,3-5-5 16,-5 2-2-16,1-1-2 0,-2 1-2 0,2-1-1 15,-1 1 1-15,0-10-2 0,0 6-4 0,-1-4-3 16,1 0-2-16,-4 0-3 0,3-2 5 0,-1-1-5 15,2-1 2-15,0-1-5 0,-5-4 2 0,5-1 0 16,0-1-2-16,0-1 0 0,-2 2 0 0,4-5 5 16,-4 3-1-16,4-2-2 0,-2-5 32 0,0 8 17 15,0-8 11-15,0 0 16 0,0 6 17 0,0-6 20 0,0 0 15 16,0 0 17-16,0 0 0 0,0 0-12 16,0 0-9-16,0 0-9 0,0 0-10 0,18-12-10 15,-13 6-5-15,2-2-5 0,1 1-9 0,-1-1-2 16,3-2-9-16,1-2-8 0,1 0-5 0,-2 4-1 0,-2-7-6 15,5 3-4-15,-5-3 0 0,4 5-3 0,-2 3-6 16,2-4-4-16,-2 3-2 0,-2 4-3 16,-5-4-5-16,7-2-3 0,-2 4-4 0,1 3-3 0,-3-1-4 15,2-3 3-15,-1 6-6 0,0-5 0 0,1 6-1 16,5 0-5-16,-13 0-3 0,20 3-2 0,-10 0-2 16,0 3-4-16,2 0-7 0,1 2-5 0,0 8-8 15,-1-4-3-15,-1 0-15 0,-1 3-10 0,-2-1-17 16,1-1-11-16,-3 1-1 0,3 1-36 0,-6 1-15 15,4-4-14-15,-7 0-16 0,-4-3-14 0,3 3-21 16,-4 2-25-16,-5 1-35 0,-2-7-34 0,7 3-47 16,-6-3-244-16,-3 0-634 0,6 0 281 0</inkml:trace>
  <inkml:trace contextRef="#ctx0" brushRef="#br0" timeOffset="143315.38">19198 2585 14 0,'5'-8'368'0,"-5"8"-18"0,10-3-18 0,-10 3-19 15,6-3-27-15,-6 3-25 0,0 0-23 0,15-1-19 16,-15 1-18-16,15 4-21 0,-15-4-19 15,17 3-21-15,-12 3-9 0,1 0-16 0,7-3-13 16,-8-2-6-16,5 10-10 0,-3-5-12 0,1 1-9 0,-1 0-7 16,-2 4-2-16,-2-2-1 0,4 1-20 0,-6 0 4 15,4-1-6-15,-3 0-1 0,-2 2-5 16,0-6 3-16,-2 5-2 0,2-3-5 0,-5-1 0 16,5 3-9-16,-1-3 4 0,-6 0-4 0,7-6 3 0,-3 10 0 15,0-8-5-15,3-2 7 0,0 0 9 0,-2 9 12 16,2-9 11-16,0 0 13 0,0 0-10 0,0 0-8 15,0 0-13-15,0 0-25 0,38-11-45 0,-18 4-58 16,1-1-52-16,11-2-75 0,4-8-85 0,2 2-326 16,4 1-686-16,-3-9 303 0</inkml:trace>
  <inkml:trace contextRef="#ctx0" brushRef="#br0" timeOffset="143518.49">19986 2113 67 0,'0'0'341'0,"-10"-1"-13"15,10 1-13-15,0 0-13 0,-4-6-17 0,4 6-14 16,0 0-29-16,0 0-32 0,0 0-12 0,0 0-23 16,0 0-18-16,30 3-12 0,-20-2-45 0,7 1-42 15,-4-1-60-15,7 7-68 0,-4-1-84 0,4-3-94 16,-5 0-206-16,2-1-491 0,-1 6 218 0</inkml:trace>
  <inkml:trace contextRef="#ctx0" brushRef="#br0" timeOffset="143690.35">19977 2364 12 0,'-5'4'419'0,"5"-4"-14"0,0 0-11 0,0 0-41 16,0 0-30-16,0 0-36 0,33-10-28 0,-18 5-22 15,5 4-26-15,-3-1-31 0,13-2-48 0,-2 1-70 0,0 3-62 16,-5 2-89-16,5-2-92 0,4 0-115 0,-6 0-156 16,4 4-488-16,-4-4 216 0</inkml:trace>
  <inkml:trace contextRef="#ctx0" brushRef="#br0" timeOffset="144518.41">21359 1750 6 0,'0'0'275'0,"0"0"-30"0,0 0-28 0,0-4-21 0,0 4-22 16,0 0-20-16,0 0-15 0,0 0-14 0,0 0-13 16,0 0-10-16,-6 22-14 0,6-13-5 0,0-1-2 15,0 4-6-15,0 3-10 0,1 3-3 0,-1-5-6 16,5 5-2-16,-3 1-8 0,5-3-3 0,-6 0-6 15,4-1 3-15,-5 0-10 0,2 2-2 0,5-2-2 16,-7-3-3-16,0-1 1 0,0 0-6 0,0-2-3 16,0 2 2-16,0-4 4 0,-7 1-5 0,5 1 17 15,-4-3 11-15,-3 0 15 0,3 1 17 0,-9-2 4 16,-3 1 2-16,-2-5 4 0,0 2 6 0,-2 2-1 16,3 0 5-16,-10-3-12 0,10 1-3 0,-11 1-5 15,10 0-2-15,-3-4-9 0,0 3-5 0,1-3-4 16,1 9-3-16,-1-5-10 0,-1 4 1 0,5-2-5 0,-1 3-5 15,-2 0-3-15,4 1 0 0,2 2-8 16,-4 0-1-16,5 0 6 0,3 2-8 0,-1-1 6 16,4 2-3-16,1 4-4 0,4-3 15 0,1-4-10 15,6 5 0-15,4-1 4 0,-1 5-3 0,9-2 4 0,6 3-9 16,4-2 16-16,11 4-23 0,-1-2 3 0,4-6-3 16,3 0 4-16,3-1-7 0,-5-3-27 15,-6-4-19-15,-2-4-11 0,12 1-2 0,-15-2-8 16,3 0 13-16,-2-6-4 0,-9 0 6 0,-4-2 4 0,2 1 5 15,-7-4 2-15,-5-2 10 0,1 3 1 0,-9-4 6 16,0-3 8-16,-4 2 11 0,-7-5-6 0,3 0 7 16,-12 0 9-16,0 1-3 0,-5 1 0 0,0-4 1 15,-6 7 3-15,-1 1-3 0,2-1 0 0,-1-1-4 16,1 0-1-16,0 9 6 0,4 1-11 0,-6 5-1 16,11-4-31-16,-1 2-37 0,6 2-42 0,-4-1-32 15,-1 3-50-15,6 4-59 0,3-3-74 0,-3 5-209 16,9-3-574-16,1 5 254 0</inkml:trace>
  <inkml:trace contextRef="#ctx0" brushRef="#br0" timeOffset="145049.62">22301 1714 273 0,'7'-4'350'0,"-6"-2"-7"0,4 3-14 0,-5 3-20 15,0-7-25-15,0 7-15 0,2-7-47 0,-2 7-24 16,0 0-20-16,0 0-25 0,0 0-9 0,-16 14-20 16,4-8-12-16,2 6-4 0,-2 0-9 0,-2 5-5 15,-8 3-3-15,4 1-5 0,-2 2-3 0,-2 1 0 16,-1 1-9-16,3-1 2 0,4-1-8 0,1 4 10 16,0-1-21-16,2 1-5 0,5-2-4 0,1 4-2 15,4-1-9-15,6-2 5 0,4-2-1 0,7 0 0 16,1-1-12-16,2 1 0 0,3-1-33 0,16 4-38 15,1-4-49-15,1 2-59 0,0-7-72 0,5-3-93 16,-2 4-323-16,2-8-691 0,-1 5 305 0</inkml:trace>
  <inkml:trace contextRef="#ctx0" brushRef="#br0" timeOffset="145533.96">22626 1853 32 0,'1'-8'398'0,"4"5"-4"16,-1 0-10-16,-4 3-23 0,4-8-33 0,-4 8-30 16,0-7-25-16,0 7-33 0,0 0-29 0,0 0-22 15,0 0-24-15,14 12-16 0,-8-6-15 0,3 6 3 16,-6 3-28-16,10 1-12 0,-6 3-9 0,9 4-11 16,-1 1-3-16,7 2-5 0,-7-2-12 0,6 0-3 15,1 2-5-15,-7-3-8 0,6-1-2 0,-6-5-1 16,-2 2-5-16,0-6-4 0,-3-1-1 0,-1-3 15 15,-3-3-16-15,4 1 13 0,-5-2-6 0,2-3 17 16,-7-2 6-16,15 0 15 0,-15 0 12 0,8-11-1 16,-1 3 6-16,-6 0 0 0,3-6 0 0,-1-1 3 15,-1-3 0-15,1-3-2 0,5-6-4 0,-6 0-5 16,3 0-10-16,0 3-7 0,-4-8-7 0,3 5-6 16,2 4-6-16,-4 3-8 0,1 2-16 0,1 3-20 15,-4 2-26-15,3 4-29 0,-3-2-50 0,3 4-68 0,-1 0-66 16,-2 7-45-16,0 0-39 0,0 0-52 0,0 0-67 15,20 15-244-15,-15-3-742 0,6 0 329 16</inkml:trace>
  <inkml:trace contextRef="#ctx0" brushRef="#br0" timeOffset="145924.54">23256 2120 359 0,'7'-8'343'16,"-7"8"-11"-16,8-2-22 0,-3 1-22 0,-5 1-17 16,12-3-18-16,-12 3-26 0,16 3-23 0,-16-3-21 15,13 1-12-15,-3 1-19 0,-3-2-17 0,3 1-14 16,-5 6-14-16,2-3-11 0,-1 2-13 0,1 1-10 15,-1-4 0-15,-6 4-14 0,4 1-11 0,-1 0-2 16,0 0-3-16,-6-3-7 0,0 5 0 0,1-2-7 16,0 0-1-16,-4-2 7 0,-3 4 1 0,5-2 1 15,-3 1-3-15,-1 0 14 0,1-5-4 0,4 3 5 16,-4-2-14-16,2 0 1 0,2-1-4 0,-2 1-2 16,5-5 0-16,0 0-1 0,-3 9 0 0,3-9 5 15,0 0-5-15,3 8-3 0,-3-8 2 0,13 1-14 16,0-1-36-16,-3 3-42 0,7-6-50 0,8 3-52 15,-7 0-69-15,12-8-76 0,-2 6-328 0,-5-9-691 0,8 5 307 16</inkml:trace>
  <inkml:trace contextRef="#ctx0" brushRef="#br0" timeOffset="146205.78">23625 1896 160 0,'0'0'288'0,"-13"-3"-16"0,13 3-21 0,0 0-21 0,-8-3-22 16,8 3-21-16,0 0-16 0,0 0-19 0,0 0-12 15,0 0-12-15,0 0-12 0,0 0-9 0,0 0-11 16,6 15-7-16,-6-15-10 0,9 9-3 0,-6-4-7 16,2-1-10-16,-3-1-2 0,3 2-6 0,0-2-8 15,-5-3-3-15,0 0-2 0,5 5-3 0,-5-5-4 16,0 0 0-16,6 2-4 0,-6-2-2 0,0 0-1 15,0 0 1-15,0 0-6 0,0 0-4 0,0 0 4 16,0 0-18-16,0 0-21 0,0 0-28 0,0 0-34 16,-30-6-40-16,30 6-44 0,0 0-50 0,-8-3-236 15,8 3-487-15,0 0 215 0</inkml:trace>
  <inkml:trace contextRef="#ctx0" brushRef="#br0" timeOffset="146705.74">24474 1695 309 0,'0'-4'309'0,"0"4"-18"0,0 0-25 0,0 0-19 16,0 0-19-16,0 0-22 0,0 0-22 0,0 0-18 15,-21-7-10-15,11 7-12 0,-3-1-11 0,3 1-5 0,-12 1-4 16,1-2-6-16,1 2-7 0,-3-1-7 0,-7-1-7 16,2 2-4-16,5 1-5 0,1-1-6 0,2 3-3 15,-5-1-7-15,4 1-11 0,3-1 8 16,1-2-23-16,2 4-1 0,0-1-4 0,7-1-2 0,-7 2-7 16,7-2-1-16,6 1-3 0,-4 0 2 0,1 2 0 15,3-1 0-15,2-5 3 0,5 14-2 0,3-6-2 16,2 2 0-16,5 1-8 0,12 2 2 0,4 2 0 15,0 2-4-15,4-8 8 0,10 7-11 0,-2-4-4 16,2 3-1-16,-1-4-2 0,1 1 1 0,-15-8-2 16,5 5-10-16,-6-6-1 0,-6 0 3 0,6-2-3 15,-10-1 5-15,0 0-1 0,1-4 4 0,-11 3-7 16,10-6-3-16,-9 3 3 0,3 0 3 0,-5-4-3 16,0 2-1-16,-6-4-3 0,-2-1-4 0,-2-4 6 15,-6-1 1-15,0-4-8 0,-15-1 0 0,1-1 8 16,-13-3-1-16,6 6 0 0,-6-2 1 0,-3-5-1 15,8 10 0-15,-5 1-9 0,9 3-12 0,-2 1-25 16,-2 2-29-16,8 2-23 0,1 3-21 0,-1-1-30 16,7 3-39-16,1 2-36 0,5 2-37 0,-4 4-44 15,6 0-175-15,4 0-523 0,3 1 232 0</inkml:trace>
  <inkml:trace contextRef="#ctx0" brushRef="#br0" timeOffset="146955.72">24360 1459 163 0,'0'-7'315'0,"0"7"-25"0,-3-6-31 16,3 6-29-16,0 0-26 0,0 0-19 0,0 0-20 0,0 21-15 16,5-7-14-16,-3 6 5 0,6 7-1 15,-2 7-10-15,1 3-16 0,0 8-6 0,4-2-8 16,-7 4-13-16,4-1-6 0,-2-2-2 0,3 4-10 0,-1-3-7 15,-3-1-4-15,3-1-5 0,-6 4-5 0,6-7-7 16,-1-10-1-16,-4 0-2 0,0-5-27 0,4 1-34 16,-4-7-46-16,-1 1-54 0,5-6-68 15,-2-5-68-15,1 1-213 0,1-4-512 0,4-2 227 16</inkml:trace>
  <inkml:trace contextRef="#ctx0" brushRef="#br0" timeOffset="147315.07">24989 1501 72 0,'0'-7'420'0,"8"-1"5"16,-6 1-3-16,0-1-13 0,1 1-6 0,-1 4-11 15,-2 3-27-15,3-7-30 0,-3 7-34 0,0 0-33 16,0-7-34-16,0 7-29 0,0 0-25 0,0 0-21 16,0 0-15-16,-12 14-16 0,4-6-15 0,2 5-6 15,-9 1-10-15,6 3-13 0,-6 6-8 0,2 3-4 16,0-4-10-16,-4 4-7 0,3 2-5 0,0-1-4 16,6 2-3-16,-7-1-9 0,7 0-1 0,5 4-4 15,1-3-3-15,-3-2 2 0,10 1-7 0,0-2-5 16,10-1-6-16,-2-1-12 0,4-3-23 0,4-2-27 15,2-3-34-15,5 0-38 0,2-4-45 0,-2-2-34 16,4 2-39-16,-2-7-54 0,4-5-43 0,-2 3-51 16,1-6-266-16,0-2-711 0,-5-5 314 0</inkml:trace>
  <inkml:trace contextRef="#ctx0" brushRef="#br0" timeOffset="147533.79">25459 1714 64 0,'0'0'226'0,"-11"8"-18"16,2-4-4-16,3 1-9 0,-3 2-6 0,3 1-20 15,-2-1-14-15,-2 4-8 0,-2 5-15 16,2-7-10-16,0 6-14 0,-1-1-10 0,1 6-9 0,-2-5-5 16,2 2-8-16,-3 1-8 0,0-1-6 0,4-2-6 15,-4 0-2-15,3 1-7 0,-1-1-26 0,-4-1-39 16,6-4-49-16,-5 1-53 0,5-4-80 0,-4 0-162 15,5-5-392-15,1 3 174 0</inkml:trace>
  <inkml:trace contextRef="#ctx0" brushRef="#br0" timeOffset="147736.91">25218 1775 278 0,'1'-10'259'16,"-1"10"-26"-16,0 0-16 0,7-1-25 0,-7 1-16 15,0 0-12-15,15 16-7 0,-9-11-15 0,3 2-15 16,-3 8-11-16,9-4-9 0,-2 5-12 0,1-4-8 16,2 7-5-16,-1 0-11 0,8-3-9 0,-1 4-2 15,-1-4-7-15,2 1-32 0,-4-4-42 0,-3-1-63 16,6 3-66-16,-4-7-73 0,-3-2-148 0,5-3-401 16,-5 2 178-16</inkml:trace>
  <inkml:trace contextRef="#ctx0" brushRef="#br0" timeOffset="147986.89">25703 1630 167 0,'0'0'272'0,"0"0"-15"0,0 0-2 15,0 0-3-15,0 0-11 0,13 15-13 0,-7-7-13 16,3-1-15-16,1 5-10 0,3 0-18 0,2-1-12 15,-5 7-19-15,5-5-12 0,-1 2-14 0,5 7-10 16,-1-3-9-16,0 3-13 0,0 3-5 0,-8-8-13 16,2 7-2-16,1-1-3 0,-8-5-23 0,0-2-31 15,0 1-29-15,-3 0-39 0,-4-4-42 0,-3-1-56 16,3-1-37-16,-4-4-56 0,-1 4-212 0,-1-9-504 16,6 6 223-16</inkml:trace>
  <inkml:trace contextRef="#ctx0" brushRef="#br0" timeOffset="148299.37">26123 1354 194 0,'-8'-4'356'0,"8"4"-23"0,-5-6-28 0,5 6-32 16,0 0-30-16,0 0-20 0,0 0 8 0,15 22 2 16,4-3-3-16,5 1-3 0,5 12-10 0,1 4-19 15,0 1-2-15,6 3-6 0,-1 0-8 16,2-4-11-16,-6 3-17 0,-1-3-13 0,5-1-12 0,-12-1-12 16,3 5-15-16,-8-10-9 0,4 5-8 0,-7 5-9 15,0 0-10-15,-9-8-3 0,3 10-13 0,-9 4-15 16,-9 0-21-16,-7 7-22 0,-12 19-32 15,-15-8-40-15,-9 7-37 0,-7 0-30 0,-7 0-49 0,-47 27-74 16,10-4-77-16,-6-1-307 0,38-25-708 0,3-2 313 16</inkml:trace>
  <inkml:trace contextRef="#ctx0" brushRef="#br0" timeOffset="150122.31">21441 6054 52 0,'0'0'426'0,"-15"1"2"16,15-1-2-16,0 0-13 0,0 0-10 0,0 0-16 15,0 0-14-15,0 0-18 0,-12-1-20 0,12 1-22 16,0 0-23-16,0 0-23 0,0 0-25 0,0 0-19 16,0 0-21-16,0 0-24 0,0 0-26 0,28-8-23 15,-6 8-38-15,-1 0-37 0,7 0-38 0,4 0-57 16,-1 0-46-16,2 0-44 0,2 0-61 0,-5 4-50 0,0 0-64 16,3-4-73-16,-2 1-351 0,-4 1-791 0,-6 3 351 15</inkml:trace>
  <inkml:trace contextRef="#ctx0" brushRef="#br0" timeOffset="150309.79">21492 6330 197 0,'-7'3'300'0,"1"1"7"0,2-1 11 16,4-3 7-16,0 0 14 0,0 0 3 0,0 0-20 15,0 0-29-15,0 0-33 0,32-3-25 0,-4-2-22 16,5 3-27-16,2 2-49 0,8-9-53 0,3 5-64 15,4 2-63-15,-6 0-73 0,3 4-84 0,-4-7-107 16,1 4-229-16,-9-2-579 0,3 0 256 0</inkml:trace>
  <inkml:trace contextRef="#ctx0" brushRef="#br0" timeOffset="151200.35">22669 5908 47 0,'-5'-9'423'0,"10"5"-9"0,-5-5-12 16,0 2-10-16,0-1-14 0,0 8-24 0,0-7-29 0,0 7-36 15,0-8-32-15,0 8-27 0,1-4-32 0,-1 4-22 16,0 0-20-16,0 0-19 0,0 0-14 16,-10 19-9-16,5-10-13 0,2 6-8 0,-2 1-9 0,0-1 0 15,-1 12-17-15,2 0-10 0,3-3-6 0,-3 3-1 16,3 0-2-16,-1 4-13 0,2-3-4 0,0-2-9 16,2-3-5-16,3 4-11 0,0-7-6 0,-2 1-8 15,0-1-12-15,4-4-6 0,4 0 1 0,-2-4-9 16,1-1-2-16,3 1-12 0,2-3-6 0,-4-3 13 15,7 0-19-15,-3-4 6 0,7-1-5 0,-6-2 7 16,4-3 3-16,2-4 7 0,-1 0 5 0,-4 1 0 16,9-7 3-16,-2-1 1 0,-1-5 10 0,-7 6-3 15,2-3 9-15,-4 5 4 0,2-8 11 0,-4 7 14 0,-1 1 10 16,4-3 16-16,-8 6 13 0,3-1 8 16,-5 2 0-16,0 2 2 0,-4-2-6 0,3 3-13 15,-4 5-10-15,6-7-8 0,-6 7-11 0,0 0 8 0,0 0-4 16,0 0 0-16,24 19-3 0,-18-12 2 0,6 8-9 15,-2-3 1-15,1 5 1 0,8 2 4 16,0 2-4-16,-2 0-1 0,4-1-5 0,4-2 3 0,-5-1-2 16,2 2-1-16,1-4-7 0,5-2 4 0,-3-2-8 15,3-1-1-15,-8-1 0 0,-2-6 2 0,4-2 3 16,-3 3 3-16,-2-8 0 0,3 3-3 0,-4-5 13 16,-1-2-12-16,0-4 22 0,0 0-8 0,-8-7 6 15,6-4-8-15,-5 7 12 0,-1-14-9 0,-6 0 3 16,-1 0 1-16,-1-15-1 0,-1 15-1 0,-9 2-2 15,4-13-2-15,-8 16-9 0,5-2 3 0,-5 0-2 16,-5 6-17-16,5 6-21 0,-3-7-37 0,2 7-35 16,1 5-37-16,0 1-37 0,0 1-42 0,8 7-52 0,-4-3-51 15,11 4-291-15,-13 1-669 0,13-1 297 0</inkml:trace>
  <inkml:trace contextRef="#ctx0" brushRef="#br0" timeOffset="151575.32">24107 6104 358 0,'0'0'362'15,"0"-7"-18"-15,0 7-22 0,3-5-28 0,-3 5-32 16,0 0-28-16,0 0-24 0,0 0-23 0,0 0-21 15,0 0-8-15,0 0-26 0,0 0-15 0,0 0-14 16,0 0-10-16,0 0 4 0,5 17-21 0,-5-10-4 16,0-2-7-16,0 1-6 0,5 2-9 0,-5-8-3 0,5 4-6 15,0 1-5-15,-3 2-4 0,1-3 4 16,-3-4 2-16,2 7-9 0,-2-7-6 0,0 0 3 16,0 0 3-16,0 0 0 0,0 0-6 0,0 0 3 0,13-18-1 15,-13 9 1-15,0 9 10 0,-3-15-12 0,3 7-3 16,-4 1 1-16,1-2-1 0,0 3-8 0,1-3-7 15,-3 3-11-15,-3 0-27 0,5 0-29 0,3 6-26 16,-9-8-35-16,9 8-44 0,-10-4-46 0,10 4-52 16,0 0-56-16,0 0-198 0,0 0-559 0,-11 12 248 15</inkml:trace>
  <inkml:trace contextRef="#ctx0" brushRef="#br0" timeOffset="152170.54">24511 5612 13 0,'-4'-8'375'0,"1"1"-9"0,3-1-21 15,-1 4 6-15,1 4-36 0,0-11-1 0,-5 7-41 0,5 4-27 16,0 0-21-16,-2-8-27 0,2 8-21 0,0 0-25 15,0 0-15-15,0 0-20 0,0 0-8 16,0 0-7-16,8 20-16 0,-5-12-6 0,1 4 8 0,4 5-23 16,-5 0-10-16,2 1-7 0,2 3-8 0,0 4-1 15,1 0-2-15,-2 2-4 0,3 0-2 0,4 4-8 16,-6-3 4-16,1 2-10 0,3-2 6 0,-7 2-5 16,2 4 3-16,3 3-2 0,2-7-4 0,-7 0-8 15,4 2-2-15,-3-9-5 0,0 8 3 0,-2-6-2 16,4 0 3-16,-2-5-4 0,1-1 3 0,-4-7-1 15,1 5 2-15,-3-7-9 0,5 1 4 0,-3-3 5 16,3-1 4-16,-5-2 11 0,2-1 26 0,2 0 34 16,-4-4 28-16,0 12 34 0,2-10 15 0,-2-2 3 0,0 0-10 15,0 0-11-15,0 0-8 0,0 0-7 0,20-14-5 16,-15 7-2-16,-2-1-3 0,6 1-6 0,-6-3-8 16,3-5-6-16,6 4-12 0,-9-4-5 0,9 0-4 15,-2 0-7-15,-2-2-2 0,5 0-17 0,-4 0-3 16,-1 0-2-16,7 9-4 0,-5-11-9 0,0 6 3 15,-2 3-4-15,5-2-5 0,-4 1-6 0,-3 2-4 16,2 2 8-16,1 0-9 0,2 0-1 0,-2-1-5 16,-1 4-5-16,0 1 5 0,-1-2 4 0,6 4-13 15,-5 1-1-15,-8 0-8 0,20 1 2 0,-10 2 10 16,3 1-11-16,1 3-4 0,2-1-3 0,-1 1 1 0,-2 5-6 16,4 8-3-16,3 2 2 0,-2-2-8 15,0 1-12-15,0 3-15 0,-3-8-20 0,0 6-22 16,-2-8-30-16,-4 4-35 0,4-1-34 0,-5 1-24 0,0-4-26 15,1 2-35-15,-9 0-52 0,5 1-54 0,-5-3-64 16,-5-6-258-16,-4 4-774 0,1 2 342 0</inkml:trace>
  <inkml:trace contextRef="#ctx0" brushRef="#br0" timeOffset="-1211.62">4864 9921 285 0,'0'-7'358'0,"0"-2"-20"0,0 2-12 0,-3 2-26 16,3 5-18-16,-7-5-3 0,7 5 7 0,0 0-2 15,-6 22-1-15,-3-7 0 0,9 5 7 0,0 10-15 16,0 2-15-16,0 15-17 0,9-5-20 0,-8 7-20 16,4 0-10-16,5 4-7 0,-7-3-15 0,6 1-18 15,-1-4-10-15,4-1-22 0,-4 1-9 0,2-2-8 0,5-6-13 16,-4-3-9-16,-2-5-8 0,2-2-3 16,-1-2-11-16,-2-6-18 0,-1-3-16 0,3 2-22 0,-3-5-36 15,1-7-33-15,-2-1-35 0,-4-5-52 0,8 6-57 16,-5-8-56-16,-5 0-50 0,15-9-44 0,-4 5-53 15,-2-11-342-15,-1 3-816 0,0-8 360 0</inkml:trace>
  <inkml:trace contextRef="#ctx0" brushRef="#br0" timeOffset="7.01">5362 10132 71 0,'2'-14'272'16,"3"-3"-2"-16,5 4 1 0,-10-2-7 0,5 3-7 15,0 0-7-15,-5-2-8 0,5 6-11 0,-5-2-12 16,5 1-13-16,-5 4-12 0,1 1-20 0,-1 4 3 16,0-8-47-16,0 8-8 0,0 0-12 0,0 0-10 0,0 0-14 15,-16 12-3-15,11-1-13 0,-7 1-6 0,-3 3-4 16,1 0-6-16,-6 3-7 0,0 4-2 16,-5 0-4-16,2-2-14 0,-5 0 9 0,1-1-2 0,1 0-5 15,-9 8 3-15,7-8 5 0,0-3 6 0,3 1 0 16,0-3-8-16,7-2-7 0,3 0 3 0,-3-4-6 15,3 0-6-15,3-4 8 0,6 4 3 0,-4-2 3 16,5-3-2-16,-2 0 2 0,7-3 5 0,-3 5-7 16,3-5-5-16,0 0 1 0,11 7 12 0,3-7-15 15,-6 0-6-15,5 2 1 0,4-2-3 0,-2 1 0 16,6 3-3-16,-1-4 0 0,-2 5-5 0,2 1 5 16,0-3-8-16,-4 3 4 0,-1 0-4 0,5 1 1 15,-3 1-6-15,4-2-1 0,-4 4 3 0,-2 2-1 16,1 0 1-16,-2 1 5 0,0 1-13 0,6-3-13 15,-3 5-11-15,-4-4-3 0,10 6-22 0,-5-6-12 16,-1 2-11-16,3-4-14 0,-2 4-13 0,-1-5-17 0,2-2-17 16,-4 4-12-16,7-7-15 0,-2 1-2 0,-10-2-3 15,10-2-1-15,-9-2 9 0,2 1 7 0,4-1 8 16,-1-4 10-16,-6 0 15 0,0-2 10 0,2-1 14 16,1-2 11-16,-3-2 9 0,3 2 12 0,-1-4 2 15,-2 1 10-15,0-1 21 0,-4-3 8 0,3 2 18 16,-1 2 9-16,-1-3 10 0,1 3 11 0,-2-3 11 15,1 1 6-15,-5 0 9 0,6 0 4 0,-6 6 16 16,1-2 0-16,4 2 4 0,-7-1-5 0,6 4 0 16,-6-3-3-16,2 3-6 0,-2 2 2 0,2-3-8 15,-2 7-4-15,5-8 0 0,-5 8-4 0,0-7-4 16,0 7-6-16,0 0-2 0,0-5-6 0,0 5-2 16,0 0-2-16,0 0 0 0,-15-4-4 0,15 4-1 0,-12-1-2 15,12 1-2-15,-20 0 1 0,20 0 0 16,-20 0-3-16,7 0 0 0,5-2 1 0,-5 1-3 15,6-2 4-15,7 3-2 0,-25-1 1 0,15-1-3 0,-3 2 1 16,5 2 0-16,8-2-3 0,-20 0 4 0,10 1-3 16,0 2-4-16,0-2 3 0,3 6 1 0,-6-4-2 15,10 4 1-15,-10 2 3 0,11-5 4 0,-11 4-3 16,6 0-1-16,4 3 14 0,-2 1-11 0,3 2-2 16,-1 1 5-16,0-2 2 0,6 3-4 0,-3 0 5 15,5-1-7-15,3-1 5 0,4 0-5 0,-2 0 1 16,6-1-5-16,2-3 3 0,1 0-2 0,2-1 1 15,9 0 0-15,3 0-3 0,-2-6-4 0,1 0 1 16,3-3-5-16,-6 0-2 0,6-4 2 0,-3-1-8 16,4-2-3-16,-8-3-7 0,2 1-1 0,0-6 0 15,0-1-5-15,-2 2 0 0,-3-5 1 0,-2-1 3 16,-2 1 3-16,-6 4 2 0,-2 0 0 0,2 1 9 0,0 1 3 16,-8-1 4-16,-1 4 10 0,1 1 6 0,-5 0 8 15,4 2-4-15,-4 0 3 0,-2 2-8 16,5 2 14-16,-5 3-15 0,0 0 0 0,0 0-3 0,0 0-3 15,0 0 3-15,0 0 0 0,-8 16-3 0,3-4 2 16,5-3-10-16,0 4 8 0,0 3-4 0,0 0 0 16,0-4 0-16,0 6 1 0,5-3-2 0,-2 1-6 15,2-5 3-15,-3 0-6 0,11 2-6 0,-5-5-1 16,0-1-1-16,7 2-13 0,0-3-3 0,2-1-1 16,1-4 2-16,-2-2 0 0,1-3 6 0,3 1 4 15,0-2-1-15,-2-3 4 0,10-3 1 0,-11 1 2 16,11-3 2-16,-13 1 4 0,6-2 2 0,-6 1 9 15,0 2 5-15,-2-4 14 0,2 5 16 0,-7-3 15 0,6 1 3 16,-6 3-1-16,2 2 16 0,0 1-1 16,-5 1 1-16,1 1-3 0,-1-1-13 0,2 4-9 15,-7 1-7-15,0 0 0 0,13 9 0 0,-5-1-10 0,-1 5-1 16,1 2 10-16,2 9-14 0,2 1 0 0,-1 4 19 16,1 1 6-16,1 11-1 0,-1 3 0 0,3 2-2 15,-2-1-4-15,-3-5-9 0,1 6 6 0,-1 1-7 16,5 4-9-16,-10-5 6 0,2 1 15 0,1-1 10 15,-1 3-2-15,-6-3-1 0,-1-2-1 0,5-4-15 16,-3-9 13-16,-4-4 7 0,-3 0-3 0,4-5-5 16,-4-6-1-16,3 2 2 0,-1-6 0 0,0-3 0 15,1-2 8-15,-5 0-2 0,7-7-3 0,-10 0-5 16,10 0-6-16,0 0-4 0,-18-17-16 0,18 7-24 16,-2-7-45-16,2-3-64 0,0-7-71 0,5 0-66 15,0-4-73-15,15-16-88 0,-5 5-331 0,7 1-802 16,6-3 355-16</inkml:trace>
  <inkml:trace contextRef="#ctx0" brushRef="#br0" timeOffset="289.75">7547 9880 252 0,'2'-14'365'15,"4"1"-9"-15,-4 4-18 0,5 2-24 0,-7-1-30 16,0 3-33-16,5-2-28 0,-5 7-21 0,0 0-26 0,0 0-12 16,1 26-15-16,8-8-14 0,-8 12-13 0,3 11-2 15,-3 2-12-15,4 8-8 0,0-4-9 0,0 0-9 16,7 6-6-16,-2-2-13 0,-2 3-4 0,5-1-8 16,0-4 0-16,2-1-5 0,-3-3 2 0,3-3-7 15,-2-1-19-15,2-4-18 0,0-10-32 0,0-3-31 16,1-3-39-16,-2-6-47 0,-1 0-61 0,8-9-63 15,-4-1-69-15,3-3-187 0,-2-2-569 0,8-1 251 16</inkml:trace>
  <inkml:trace contextRef="#ctx0" brushRef="#br0" timeOffset="1487.26">8474 10278 9 0,'-3'-4'313'0,"-4"-7"-9"0,7 6-10 0,-8-5-11 0,0 5-11 16,-1-2-19-16,3 4-4 0,-11-6-22 0,2 6-15 16,4 2-12-16,-8 1-6 0,0 1-14 0,2-1-4 15,-4 6-17-15,-1 2-6 0,0 0-5 0,-1 3-18 0,3 2-4 16,-1 4-12-16,-1 3-6 0,6-1-9 16,1 5-3-16,-7-3-14 0,8 1-7 0,-3 2-4 15,5 2-9-15,4-3 0 0,-2 2-10 0,4-4 7 0,4 0-15 16,-1-2-2-16,3 0 3 0,3-3-14 0,0 0-5 15,2 1-7-15,3-7-11 0,2 2-7 0,5-1-7 16,-1-8-16-16,0 3-9 0,5-6-9 0,-1 0-12 16,5-6-4-16,4-2-6 0,-4-7-12 0,6 0-8 15,6-13-20-15,-5-3-5 0,1-8-9 0,-7-2-4 16,0-2 7-16,-5-4 9 0,2 2 8 0,-6 6 16 16,0-3 10-16,-7-3 21 0,-1 3 23 0,0 1 25 15,-7 1 20-15,0 10 19 0,0 2 18 0,0-13 23 16,-5 16 19-16,3-4 10 0,2 2 8 0,0 8 0 15,-3 2-2-15,3 1 4 0,-5 0-2 0,3 4-7 16,2 5-15-16,0-4-11 0,0 7-11 0,0 4-9 16,-3-8-12-16,3 8-5 0,0 0-7 0,0 0-2 0,0 0-6 15,0 22-6-15,0-14 0 0,0 11-5 0,3-3 4 16,-1 4-7-16,-1 5 3 0,3 0-5 16,-1 6-6-16,-3 8 1 0,2 3 3 0,3-11-2 0,-4 7 0 15,4 2-5-15,-3-2-3 0,-2 5-12 0,6-7-2 16,-6-2-2-16,2-5 0 0,3 4-9 0,-2-6-7 15,4 1 11-15,0 1-13 0,-1-2-2 0,4-3-15 16,-3-5 18-16,6-2-15 0,2-3-4 0,0-1 4 16,5-2-17-16,-4 0 5 0,6-6-4 0,1-2-3 15,7-4-3-15,1-1 0 0,-3-4-3 0,2-4-5 16,5-1 5-16,-5-7 1 0,8-4-3 0,-4-1 14 16,3-3 12-16,-1-1-5 0,-6-5 4 0,-10 6 7 15,0-1 4-15,-4 3 11 0,1-3 4 0,-11 3 5 16,3 5 4-16,-8-8 17 0,1 7 15 0,-2 2 4 15,-2 2 4-15,1 0 0 0,-8 0 5 0,3 2-7 16,-9 5-5-16,2 2 0 0,-2-1 2 0,0 4-11 0,-2 3 9 16,-2 1-4-16,0 1-1 0,3 3-4 0,-1 4-3 15,2 1 5-15,2 1 8 0,5 2-1 16,-2 5 3-16,3 0 4 0,1 2 3 0,6 1-5 0,0 7 1 16,8-2-4-16,-1-1 1 0,6 1-5 0,3-1 3 15,4 1 0-15,5-5-1 0,13 1-8 0,2 5-3 16,0-7-5-16,6-3-3 0,-3-1-4 0,2-3-13 15,4-8-10-15,-2-3-1 0,2 5-10 0,-2-6 0 16,-1-8-5-16,-13 6-3 0,3-7-5 0,7-10-9 16,-4-1-4-16,2-3 3 0,-1 4 3 0,-4-7 3 15,-1 2 1-15,-5-4 2 0,-9 5 6 0,-4 1 12 16,-2-2 22-16,-1 4 14 0,-7-3 9 0,1 3 6 16,-8-1 13-16,2 1 12 0,-4 1 5 0,-6-5 4 0,3 9 4 15,-1-3-1-15,-4 3-1 0,-5 1 2 16,1-1-5-16,5 10-4 0,-6-3-11 0,-2 2-9 15,-3 5-2-15,0-3 5 0,-3 8-7 0,5-3-1 0,-4 8 3 16,3 1-7-16,-10 7-4 0,15-4-3 0,-10 7 5 16,5 1-3-16,-3 0-3 0,5 3-7 0,4-1 1 15,2 0 1-15,6 3 16 0,-2-1-19 0,4-3-2 16,-1 0-12-16,4-2 7 0,0-1-1 0,7-1-5 16,-7 0 0-16,10-5-9 0,-2 2 7 0,2-4-4 15,-2-3-5-15,7-2 0 0,0-4-2 0,5 1-4 16,2-3-4-16,-6-3 25 0,7 1-16 0,1-9 4 15,0-3-5-15,0 1 9 0,-3-3-1 0,2-2 2 16,-1-1-2-16,-1 0 5 0,-4-1 1 0,-4 4 4 16,4-7 14-16,-6 7 25 0,-1 1-2 0,-2-1 19 15,-1 5 5-15,1-5 15 0,-6 6 5 0,3 1 9 16,3 4-8-16,-8-2-7 0,0 1-10 0,0 6-9 0,2-7-8 16,-2 7-4-16,0 0-9 0,0 0 1 0,0 0-4 15,-2 21 5-15,2-9-3 0,0 2-2 16,-6 2-2-16,6 4-6 0,6-4 7 0,-6 8 0 0,0 2-3 15,2-7-2-15,11 5 0 0,-13-5 0 0,8 1 2 16,4-2-9-16,-4-2 3 0,5 0-1 0,2-5-1 16,0 1-13-16,2-1-8 0,-1-2-8 0,4-3-26 15,-3-1-7-15,4-9-49 0,-6 3-32 0,3-5-32 16,-6-3-48-16,1-2-63 0,-1-1-61 0,-2-7-86 16,-2-5-216-16,-3-5-687 0,-5 1 305 0</inkml:trace>
  <inkml:trace contextRef="#ctx0" brushRef="#br0" timeOffset="2127.83">5429 11350 49 0,'-30'2'321'16,"2"-2"-19"-16,9 0-27 0,1 3-16 0,7-1-6 16,-1-1 11-16,9 3 12 0,3-4 22 0,0 0 0 0,33 11-13 15,15-2-20-15,35 2-26 0,13-7-14 0,59 0-22 16,7 1-23-16,12-5-13 0,5 0-21 0,13-2-5 15,10-3 1-15,-7-1-3 0,4 2-12 0,6-8-12 16,-1 5-10-16,4-4-11 0,-8 4-11 0,-3-7-7 16,-18-1-9-16,7 2-21 0,-26-1-24 0,-4 13-17 15,-57-10-19-15,-1 0-31 0,-12 4-30 0,-32 2-21 16,-2-6-26-16,-21 8-27 0,-6 2-38 0,-14-3-68 16,-2 4-82-16,-4-1-79 0,-5 1-213 0,0 0-681 0,-53 1 302 15</inkml:trace>
  <inkml:trace contextRef="#ctx0" brushRef="#br0" timeOffset="4441.63">11597 11098 191 0,'0'0'332'16,"-8"-3"-3"-16,8 3 1 0,-13-5-3 0,9 3-3 15,4 2-1-15,-13-5 2 0,13 5-7 0,-6-4-12 0,2 1-14 16,4 3-12-16,0 0-15 0,0 0-15 0,-8-5-14 16,8 5-14-16,0 0-17 0,0 0-15 15,0 0-19-15,0 0-14 0,0 0-20 0,27-3-10 0,-11-2-20 16,6 2-31-16,4-6-22 0,6 2-21 0,-3 4-30 15,6-2-31-15,-3-6-36 0,-3 10-35 0,8-9-37 16,-6-3-47-16,-1 7-39 0,1-7-56 0,-6 2-62 16,5-4-53-16,-5-1-302 0,-5 0-752 0,-5 3 333 15</inkml:trace>
  <inkml:trace contextRef="#ctx0" brushRef="#br0" timeOffset="4691.61">12240 10593 68 0,'0'0'295'0,"4"-5"-14"16,-4 5-20-16,0 0-29 0,4-5-26 0,-4 5-26 0,0 0-15 15,0 0-18-15,0 0-14 0,10 16-15 0,-9-4-9 16,-1 0-14-16,2 4-7 0,3 2-8 16,-3 4-7-16,1 3-6 0,-1 5-10 0,1-2-4 0,4 4-2 15,1-3-4-15,-5-1-4 0,7 3-4 0,-8-2-5 16,6 1 0-16,2 0-4 0,2-2-4 0,-12-2-11 15,6-8-24-15,1 6-42 0,-1-6-39 0,-4-5-48 16,5-4-34-16,-7-1-33 0,6-1-189 0,-11 1-426 16,5-5 188-16</inkml:trace>
  <inkml:trace contextRef="#ctx0" brushRef="#br0" timeOffset="4910.33">12336 10659 26 0,'0'-12'294'0,"0"-3"-1"0,0 3-16 16,0 3-6-16,0-6-22 0,3 6-2 0,0-5-17 15,-3 4-13-15,7 1-21 0,-1-1-22 0,3-4-13 16,-3 3-19-16,3 6-13 0,5-3-11 0,0-3-14 16,2 6-17-16,4 2-17 0,2-1-35 0,-6 1-22 15,7 2-30-15,-1 1-39 0,-1 1-41 0,1 6-38 16,-1-6-41-16,1 2-47 0,-4 8-216 0,-3-6-474 15,3 3 210-15</inkml:trace>
  <inkml:trace contextRef="#ctx0" brushRef="#br0" timeOffset="5144.69">12304 10813 154 0,'-7'8'261'0,"7"-8"-11"0,0 0-13 16,0 0-18-16,0 0-14 0,15 6-19 0,-15-6-19 0,24-3-14 16,-16 3-17-16,12 0-15 0,-5 0-9 0,8 3-13 15,3-6-10-15,2 3-6 0,-3 0-13 16,7 0-5-16,-13-1-10 0,5 1-6 0,-3 0-19 0,-1-2-29 16,-2-1-23-16,0 3-31 0,1-2-33 0,-11-1-12 15,5 3-27-15,-5 0-20 0,-8 0-14 0,14 0-3 16,-14 0-16-16,0 0-108 0,0 0-309 0,10 3 136 15</inkml:trace>
  <inkml:trace contextRef="#ctx0" brushRef="#br0" timeOffset="6092.43">12893 10901 73 0,'0'0'166'0,"17"5"-13"0,-11-2-10 0,-6-3-7 16,15 2-8-16,-6-2-13 0,4 0-10 0,0 0-10 0,0 0-11 0,6 0-10 0,-6-2 0 0,7-2-12 16,0 1-6-16,-1 0-7 0,-4-3 1 0,7 0-12 15,-6-3 0-15,4 1 0 0,0 1-1 0,-3-2 4 16,-2-5-2-16,1 5-1 0,-3-4 5 0,-4 1 5 16,-1 2 8-16,-1-1 0 0,-1 2 12 0,-1-5 2 15,-3 7 3-15,-2-2 0 0,-2-3-8 0,-1 5-6 16,-1-4-3-16,-4 6-6 0,0 0-6 0,-4-1-2 15,2 2-3-15,-8 4 4 0,2 0-5 0,1 4 0 16,-5-3-5-16,5 5-7 0,0 0-1 0,0 3 3 16,0 3-9-16,0 0 4 0,7-1 1 0,-3 5 2 15,7-4-4-15,-1 6 3 0,5-5 2 0,0 2-1 0,7 1 0 16,0 0-1-16,7 0 1 0,8 2-1 16,6 4-4-16,10-5 0 0,7 6-4 0,0-8 5 15,7 5-7-15,-2-17 0 0,1 10-3 0,2-2-6 0,4-7-1 16,-4-4-3-16,0 0-6 0,0-3-6 0,-5-2-13 15,-7-2-6-15,7-6-8 0,-5-1-4 0,-13 2 2 16,-2-4 2-16,-5 1 6 0,-3 3 4 0,-8-3 8 16,1-1 7-16,-5 1 10 0,-1-1 19 0,-7 0 5 15,0 2 3-15,-7-1 1 0,4 3 7 0,-2-1-2 16,-8 1-1-16,-4-2-2 0,2 2 2 0,-1 9 0 16,-3-2-7-16,1 1 0 0,-2-2 10 0,-1 6-12 15,-1 6-2-15,6-3-4 0,-4 2-4 0,3-1 0 16,2 7 2-16,-6-4-2 0,8 2 0 0,-2 3-2 15,6 0 5-15,0 3-5 0,0-1-1 0,-1-1-5 16,7 2 2-16,-2-2-1 0,5-2-4 0,0 0 0 16,3-1 0-16,-1-1-4 0,5 3-3 0,3-8-4 0,-4 5-9 15,9-3-6-15,-7-1-7 0,11-2 2 0,-1-6 0 16,0 2-4-16,0-6 7 0,4 3 0 16,-7-5 4-16,4-2 6 0,0 1 4 0,-1 1-1 0,-3-2 4 15,-4-4 4-15,4 2 2 0,-5-2 9 0,-2 0 21 16,2 2 11-16,-5-1 13 0,-3 2 16 0,5 0 15 15,-4 3 5-15,0 2-2 0,1-4-2 0,-4 7-10 16,5-3-1-16,-5 0-13 0,0 7-7 0,1-6-2 16,-1 6-4-16,0 0-10 0,0 0-5 0,0 0-4 15,0 0 1-15,0 0 4 0,0 0-17 0,7 20 3 16,-7-16 1-16,0 8-6 0,1-1 0 0,3 1 6 16,-3 1-2-16,1 4-2 0,5-2-1 0,-1 1-3 15,1-4 2-15,1 4 1 0,0-1-4 0,7-3-1 16,-3 0 5-16,3 0-3 0,1-4-3 0,-1-1-5 15,7 1-10-15,-6-1-18 0,6-3-18 0,-2-3-19 16,-4-2-21-16,6 1-25 0,-1-5-34 0,-1-4-35 16,-2 1-33-16,2-4-36 0,-2-4-36 0,2-4-212 0,0-3-538 15,-3 3 238-15</inkml:trace>
  <inkml:trace contextRef="#ctx0" brushRef="#br0" timeOffset="6373.66">14335 10248 124 0,'0'0'208'0,"-12"-5"-9"0,9 4-15 0,3 1-15 15,-8-2-12-15,8 2-17 0,-12-1-5 0,12 1-7 16,0 0-7-16,-10 8-5 0,7-4-2 0,0 7-1 16,1-4-7-16,0 2-3 0,-1 6-5 0,3-2-8 15,0 4-8-15,0 0-6 0,3 8-11 0,-3-5-4 16,4 8-4-16,-3-1-8 0,1 1-2 0,5-1-3 15,-1 3-5-15,-1-1-5 0,-2 1-5 0,2-3 5 16,-1 0-9-16,2-3-1 0,1 3-5 0,-2-1-2 16,2-3-6-16,-4 5-2 0,2-10-16 0,-4-1-13 0,4-2-22 15,0-1-19-15,-3-1-16 0,1 2-21 0,-1-6-19 16,1 2-19-16,2-3-8 0,-3-4-2 16,1 0-6-16,-3-4-10 0,2 5-8 0,-2-5-113 0,0 0-306 15,0 0 135-15</inkml:trace>
  <inkml:trace contextRef="#ctx0" brushRef="#br0" timeOffset="6873.61">14376 10813 306 0,'-5'-7'-8'0,"2"-2"16"0,0-3 22 0,1 3 14 16,-1 2 13-16,-4-4 21 0,5 3 18 0,-1 1 1 16,0-2 8-16,0 2 16 0,-2 2 1 0,1-2 8 15,1 0 1-15,3 7 7 0,-7-7-3 0,7 7-4 16,0-6-2-16,0 6-1 0,0-7-8 0,0 7-11 16,0 0-8-16,5-7-11 0,-5 7-11 0,14-2-8 15,-6 2-8-15,2-2-6 0,-10 2-3 0,18 0-5 0,-6 0-4 16,1-3-4-16,3 2-6 0,6 2-5 15,-14-6-1-15,9 5 1 0,-6 0-5 0,3 0-4 16,-14 0-1-16,21 0 4 0,-11 4-4 0,-3-8-3 16,6 8 3-16,-13-4-2 0,15 0-2 0,-9 1-1 0,-6-1-2 15,9 3-5-15,-9-3 1 0,10 2-2 0,-5 0 0 16,3 3-2-16,-2-2 7 0,-1 3-9 16,-1-1-1-16,4 2 2 0,-3 2-1 0,2 2 2 0,-1-3-3 15,-3 3-4-15,4-2 4 0,1 2 4 0,-1-1-3 16,1-1-1-16,-1 3 1 0,1-3 2 0,5 3-4 15,-6-2 2-15,6 0 4 0,-3-3-3 0,-3 2-3 16,4-6 4-16,-2 3 3 0,1-3 4 0,-2 1 9 16,-1-2-1-16,4-2 4 0,-11 0 5 0,17-5 5 15,-9 1-6-15,-1-2 3 0,1 0 7 0,-2-5 2 16,3-1 3-16,-3-3-6 0,3 3 30 0,-3-4-16 16,3 4-1-16,-3-6 14 0,1-2-9 0,-1 5 13 15,1-4-6-15,-5 2-1 0,4 1-8 0,-4 1 13 16,-2 4-9-16,7-4-4 0,-7 5 4 0,0 1 5 15,0 0-19-15,5 3-7 0,-4 1-13 0,-1 0 4 16,0 5-16-16,0 0-10 0,0 0 2 0,0 0 0 0,0 0-31 16,0 0-12-16,0 0-12 0,0 0-10 0,-6 20-7 15,4-12-11-15,2 4-13 0,-5-1-15 0,5 5-17 16,0-1-24-16,5-1-34 0,-5 2-27 0,2-3-27 16,3 1-36-16,-2-8-215 0,-3 6-529 0,1-2 235 15</inkml:trace>
  <inkml:trace contextRef="#ctx0" brushRef="#br0" timeOffset="7592.29">15088 10627 109 0,'0'-4'226'0,"0"4"-15"0,0 0-23 0,0 0-10 15,0 0-16-15,0 0-10 0,0 0-8 0,0 0-2 0,0 0-14 16,0 0 0-16,22 15-12 0,-16-9-10 15,-1 2-5-15,0 1-10 0,5-1-8 0,2 4-10 16,1 2-4-16,0-3-4 0,-5-1-7 0,6 2-4 0,-4 0-9 16,4 2-1-16,-2-10-6 0,-4 8-6 0,-1-6 0 15,0 2-7-15,-4-6 2 0,5 6 0 0,-5-5 2 16,1 3 22-16,1-3 19 0,-5-3 20 0,0 0 11 16,0 0-13-16,0 0-4 0,0 0-10 0,0 0-2 15,1-21-8-15,-1 17-4 0,-5-4-6 0,2-4-5 16,1 1-11-16,-1 1 4 0,1-2-9 0,2-3-2 15,-1 3-2-15,2 3-3 0,1-6-4 0,1 3-13 16,1 1-9-16,2 2-8 0,1-1-21 0,6 0-20 16,-3 2-13-16,7 2-15 0,1 0-9 0,3 1-23 15,1 4 0-15,-2 0 5 0,8-1-2 0,2 2 2 16,-2 2 7-16,2-1 3 0,-2 3 3 0,3-4 13 16,-11 4 0-16,2-4 9 0,1 1 6 0,-7 2 6 15,3 0 9-15,-3-3 1 0,-3 0 12 0,-1-3-1 16,0 3 16-16,-3-3 20 0,-2 0 3 0,-7 3 15 15,13-5 8-15,-6 1 0 0,-5-2 13 0,-2 6 2 16,0-12 4-16,0 6 2 0,0 6 2 0,-9-9 2 0,4 6-4 16,-1-6 0-16,-3 3 4 0,1 3-6 0,0 2-3 15,0-3-5-15,-4 3-2 0,12 1 1 0,-21-2-8 16,9 4 0-16,0-1 0 0,-1 6-6 0,2-2 0 16,-3 2-4-16,4 1 4 0,-1 0-2 0,3 4 4 15,-1 2 5-15,1-4 3 0,3 5 1 0,-2 0 4 16,7-1 4-16,5 2-2 0,-3-4 3 0,6 3 1 15,-3 1-1-15,2-4 1 0,3 3-3 0,3 1-1 16,2-4-4-16,0-1 1 0,1-3-9 0,-2 4 4 16,1-3-5-16,1-3-5 0,-1 0 2 0,5 0-6 15,-7-2 1-15,2-2-4 0,-3-1-1 0,1 1 0 16,-5 1 6-16,5-3-8 0,-13 0-6 0,23-5-7 16,-16 5-3-16,-7 0-1 0,15-1-8 0,-13-2-2 0,-2 3 1 15,11-4-6-15,-11 4-10 0,0 0-2 0,9-2 2 16,-9 2-7-16,0 0-5 0,0 0-7 15,8-3-3-15,-8 3-5 0,0 0-9 0,0 0-6 0,0 0 1 16,0 0-9-16,0 0-9 0,0 0-11 0,0 0-19 16,0 0-16-16,0 0-14 0,0 0-20 0,0 0-24 15,0 0-25-15,0 0-130 0,0 0-378 0,0 0 168 16</inkml:trace>
  <inkml:trace contextRef="#ctx0" brushRef="#br0" timeOffset="10713.58">16940 9907 237 0,'0'-7'273'0,"2"-2"-12"0,-1 3-26 16,-1 6-20-16,0-9-24 0,0 9-20 0,0-8-19 0,0 8-18 16,0 0-11-16,0 0-12 0,0 0-11 0,12 23-8 15,-9-8-11-15,4 1-12 0,-7 7 0 0,7-2-7 16,1 6-14-16,-8-3-3 0,6 0-8 0,-6 6-2 15,7-1-3-15,-4-1-1 0,1 3-4 0,-3-2-3 16,-1-1-7-16,0 3 2 0,0-3-1 0,0-2-2 16,5-3-1-16,-5 3-2 0,-5-8-2 0,10 8-2 15,-5-8 2-15,0-4-3 0,2 4 0 0,-2-2-3 16,0-5 2-16,3 5 0 0,-6-8-1 0,3 6 1 16,-2-6-1-16,4 4 3 0,1-5 4 0,-1 1 0 15,0-1 2-15,-2-1 4 0,1 0 2 0,4-1 9 16,-5-5-1-16,9 8-1 0,-1-4-2 0,-2-4-1 15,4 4-4-15,-1-4-3 0,4 3 5 0,-2-3-7 0,6-3-3 16,-4 3 0-16,-1-4 2 0,6 0-4 0,-1 0 0 16,2 0-6-16,-2 0 6 0,5 0 0 0,-6-2-1 15,4-3-5-15,-4 6 0 0,-1-3 4 0,5-1-4 16,-5-5 12-16,-2 5-2 0,-1 3 7 0,1-7 0 16,-5 4 7-16,4 2 2 0,-2-2-5 0,-3-1 11 15,1 3-16-15,-1-2 4 0,-1 4-5 0,1-4 2 16,-4 1-2-16,2 3-3 0,-3-5-1 0,-2 8 3 15,10-4-6-15,-9 0-2 0,-1 4-1 0,4-4 2 16,-4 4-4-16,5-5-1 0,-5 5 3 0,0 0-6 16,5-5 2-16,-5 5-6 0,0 0 0 0,0 0-5 15,0 0 1-15,4-5-1 0,-4 5-4 0,0 0 2 16,0 0 9-16,14 0-11 0,-14 0 3 0,15 0 0 0,-15 0 2 16,11 0-5-16,-11 0-2 0,15 0 6 15,-15 0-3-15,18 0 1 0,-11-1 4 0,-7 1 0 16,16-2 0-1,-4 1 2-15,-4-2-2 0,1 2-1 0,-1-3-1 16,0 0 4-16,-3 3-2 0,5-6 2 0,-3 1 1 16,-1 2-1-16,6-4 2 0,-9 4 2 0,4-4-1 0,-1 0 6 0,1 0-11 15,-5 0 8-15,4 1-4 0,-6-4 6 0,9 6-3 0,-9-3-1 16,1-1 0-16,3 0 3 0,-4 3 2 16,0 0-3-16,0 6-2 0,0-15 5 0,-4 10-2 15,3 2-5-15,-8-2 2 0,3-2-4 0,-3 3-3 0,3 1 2 16,-4 2 2-16,-2 1-3 0,-1 0 3 0,-2 0-2 15,-1 3-5-15,1 1 4 0,-3 2 2 0,-1 0-5 16,6-2 3-16,-3 11 8 0,1-6-11 0,1-1-2 16,4 1 3-16,1 4 0 0,2-1-2 0,2 3 4 15,3-1 6-15,2-2-3 0,4 3 5 0,6 0-4 16,-1 0 3-16,5 2-3 0,7-1 6 0,4 4 1 16,5-5-2-16,0 2-1 0,1-6-8 0,10 7-2 15,2-9 3-15,-11 3-24 0,13-1-17 0,-11-7-20 16,13 5-22-16,-11-7-23 0,9-2-20 0,-14 0-15 0,17-5-19 15,-16 3-7-15,1-3-7 0,-2-5 5 16,-1-6 10-16,0 7 4 0,0-9 11 0,-2 6 10 16,-3-11 10-16,3 7 24 0,-5-3 20 0,-5-3 18 15,-8 8 39-15,5-4 25 0,-3 1 25 0,-3-1 18 0,-4 2 19 16,2 1 14-16,-4-4 2 0,2 6 12 0,-3 2 2 16,-2 0-2-16,0 3-4 0,0-4-8 15,0 5-11-15,-5 0-5 0,3 3-8 0,-6-5-7 0,-2 5-6 16,-1 2-4-16,1 2-4 0,10 0-3 0,-28 6-1 15,13-2-4-15,-5 5-6 0,5-2 0 0,0 1 0 16,-3 4-2-16,0-1 0 0,3 4-1 0,-4-4-1 16,5 5-3-16,0-3-2 0,1 4 1 0,3-4 5 15,2 2-6-15,-2 1 1 0,8 0-2 0,-3-4-3 16,5 0 0-16,5-2-2 0,-3-1 3 0,8-1-8 16,1 2 1-16,-1-1-6 0,2-7-10 0,5 4-10 15,2-6 3-15,-2 0-1 0,3 0 5 0,-5-5-2 16,1 2 4-16,6-4 5 0,-7 0 0 0,5-4 6 15,-4 2 4-15,-3 0 9 0,-4-3 26 0,5 1 22 16,-7 1 15-16,1 0 9 0,-1 1 15 0,0 1 11 16,-4-2 2-16,-3 2-6 0,3 4-1 0,-1-3-8 0,-2 7-16 15,2-8-8-15,-2 8-7 0,3-8-11 0,-3 8-11 16,0 0-6-16,0 0-4 0,0 0-8 0,0 0-1 16,0 0-4-16,-10 23 10 0,10-15-19 0,-3 3 3 15,3 0-10-15,3 3 6 0,-3-1-4 0,3 1-1 16,-3 1 3-16,7 4-15 0,-1-6-5 0,-1 1-14 15,7-3-19-15,-4 1-17 0,2-1-17 0,3 1-24 16,1-4-27-16,1-5-29 0,1-1-27 0,-3 4-12 16,4-6-15-16,-2-7-15 0,0 4-20 0,5-2-132 15,-12-3-415-15,7-7 183 0</inkml:trace>
  <inkml:trace contextRef="#ctx0" brushRef="#br0" timeOffset="11041.68">18688 10313 85 0,'0'-16'106'15,"5"3"25"-15,-3-2 13 0,-4 4 37 0,2-4-1 16,0 8 2-16,0-2 8 0,-5 2 4 0,5-1 1 0,0-3-4 15,0 11-8-15,-2-7-11 0,2 7-12 16,0-8-15-16,0 8-14 0,2-5-10 0,-2 5-20 16,0 0-6-16,0 0-10 0,0 0-10 0,0 0-5 0,20 12-5 15,-12-9-7-15,-1 5-8 0,1 1-1 0,2 1-10 16,0 0-1-16,3 0-6 0,-1 5-2 16,-1-3-3-16,1 0 0 0,1 2-6 0,-3-4-1 0,0 5-1 15,2-5-2-15,-6 3-3 0,1-4-4 0,-2 1-2 16,-2-2-1-16,0-1-2 0,1 1 0 0,-3-2-1 15,3 0 1-15,-4-2-5 0,0-4 5 0,1 10 0 16,-1-10 2-16,0 0 9 0,-5 5 20 0,5-5 13 16,0 0 9-16,0 0 15 0,0 0 8 0,-16-12 6 15,13 6 10-15,-1-1-4 0,1 1 0 0,0-2-11 16,-1-2-4-16,3 0-2 0,-3 0-14 0,4-2-8 16,5-3-13-16,-1 3-18 0,1 0-22 0,3-3-33 15,0 2-44-15,0-2-40 0,7 4-35 0,0 3-46 0,7-4-40 16,-2 5-27-16,-4 3-36 0,4-4-37 15,-3 3-176-15,2 0-555 0,-2 5 246 0</inkml:trace>
  <inkml:trace contextRef="#ctx0" brushRef="#br0" timeOffset="11869.72">19213 10204 85 0,'0'0'237'0,"3"-5"6"0,-3 5 3 0,0 0-4 15,3-5-7-15,-3 5-6 0,0 0-18 0,0 0-22 16,7-6-21-16,-7 6-15 0,0 0-15 0,0 0-19 15,0 0-16-15,0 0 2 0,0 0-19 0,0 0-7 16,0 16-5-16,0-8-8 0,0-4-8 0,0 4-8 16,0 7-3-16,3-4-8 0,1 6-1 0,-4-2-4 15,6-1-7-15,-4 3-3 0,3-2-1 0,-4-2-5 16,4-3-3-16,-1 2-1 0,2-3-4 0,1-1-2 16,-7 2-1-16,8-5-1 0,-1 1-1 0,-1-5 0 15,-6-1-1-15,9 3 2 0,-9-3-3 0,15-6-2 16,-9 1-1-16,3-2 1 0,-3 0-2 0,7-5 5 15,-3 0 10-15,2-4-15 0,-4 4 3 0,0-5 1 16,1 3 2-16,-3-1 1 0,6 0 4 0,-9-2 2 16,6 3 5-16,-6 1 3 0,0 5 8 0,-3-6 4 0,7 6-6 15,-2 0-2-15,-4 2-6 0,-1 0 3 0,4 3 3 16,-4 3-16-16,0 0-3 0,3-9-7 0,-3 9 5 16,0 0 10-16,0 0-14 0,0 0-10 0,0 0 3 15,0 20-1-15,0-12-10 0,3 3 5 0,-3 1-2 16,4-4 2-16,-3 0-4 0,3 4-3 0,1-4 0 15,1 6-2-15,-1-6-7 0,3 4-2 0,1-1-3 16,-1-3-3-16,7-3-2 0,-2 6 2 0,2-4 0 16,-5 0-5-16,8-6 0 0,0 3 3 0,-3-2 3 15,8-2 3-15,-9 0 4 0,4-2 3 0,2-1 0 16,1 3 8-16,6-1 1 0,-2-3 0 0,11-1 3 16,-5-1 0-16,4 0 5 0,0-1-3 0,8-4 3 15,2 0-2-15,1-1 2 0,-1 2 1 0,-2-3 1 0,-9 6-1 16,-2-6 0-16,3 6 6 0,-4-1-2 15,1-5 2-15,-4 2 0 0,3 4 4 0,-9-4 2 16,6 2 2-16,-12 0 3 0,4 2 5 0,-5-3 5 0,5 3 1 16,-5-1-1-16,-4 1 7 0,4 0-2 0,0-1-2 15,-5 1-3-15,0 0-2 0,-2 3-2 0,6-5 0 16,1 2-4-16,-7 0 1 0,0 3-4 0,0-4 4 16,2 4-7-16,-3-2 0 0,-2 1 7 0,2 1 2 15,-4-2 3-15,5 0-3 0,-5-1 0 0,-3 7-1 16,0-8-4-16,0 2-3 0,-6 0-1 0,1-1-1 15,-2 0-3-15,-1 3 4 0,-2-4-3 0,-5 1-2 16,4 5 1-16,-9-1-3 0,3 0-1 0,-1 5 1 16,-4-1-3-16,4 4 4 0,-3-2-4 0,-6 9-4 15,2-5 6-15,4 12 5 0,-1-4-2 0,1 5-2 16,3 3 0-16,-2 4 5 0,3-1 6 0,1 11 5 16,2 1 4-16,6 2 6 0,1 8 5 0,4-1 9 15,3 0 1-15,3 2-4 0,6-1-3 0,1-1 3 0,5 3-1 16,-7-4-1-16,12-2 4 0,-12 1 0 15,4-3-2-15,-1 0-5 0,-4-14-2 0,-1 1-3 16,3 1 6-16,-3-11-8 0,-2 0-5 0,-1 0 4 0,-3-4-2 16,2-2-4-16,-2 1 4 0,5-5 4 0,-10-5 4 15,5-4-3-15,-2 7 3 0,2-7-4 0,0 0-1 16,0 0-19-16,-35-15-29 0,19 1-32 0,-6-6-46 16,-3 0-54-16,-8-9-78 0,-3-4-88 0,-1-5-188 15,-1 1-554-15,-1-9 245 0</inkml:trace>
  <inkml:trace contextRef="#ctx0" brushRef="#br0" timeOffset="12197.82">19739 9717 36 0,'-7'-5'422'0,"2"-1"-3"0,-3 2-32 0,5-4-38 0,0 3-27 16,-6-2-12-16,3 4-23 0,6 3-21 0,-2-7-22 16,2 7-29-16,0 0-18 0,-7-6-22 0,7 6-22 15,0 0-20-15,0 0-15 0,0 0-17 0,0 0-13 16,0 0-10-16,0 0-9 0,0 0-9 0,0 0-7 16,0 0-9-16,0 0 5 0,15 16-16 0,-15-11-17 15,0-5-11-15,0 0-9 0,9 6-3 0,-9-6 6 16,4 6-2-16,-4-6 1 0,2 3 0 0,-2-3-5 15,0 0-14-15,0 0-19 0,0 0-44 0,0 0-38 0,0 0-42 16,12-12-52-16,-12 12-72 0,6-8-324 16,-2 5-662-16,1-1 293 0</inkml:trace>
  <inkml:trace contextRef="#ctx0" brushRef="#br0" timeOffset="18140.95">12759 12292 94 0,'-21'7'166'15,"9"-3"-11"-15,4-1 1 0,-9 0-4 0,-4 3-11 16,1-3 6-16,-3 6-5 0,0-2 2 0,-6 1-3 16,-2-1-1-16,0 2 4 0,-3-1-2 0,-10-1-7 15,12 1-7-15,-2-1 5 0,4-2-6 0,-5 2-2 16,5-2-4-16,4 2-9 0,4 0-9 0,1-6-6 15,2 4-8-15,3-4-9 0,6 3-7 0,2 0-8 16,-4-4-5-16,12 0-6 0,-15 5-2 0,14-3 4 16,1-2 0-16,0 0-8 0,1 9 0 0,14-2-7 0,2 1-3 15,16-4-7-15,0 4 3 0,17 8-6 0,3-6-6 16,3 0-1-16,-10 4 3 0,12-4-3 0,-5 2-2 16,-3-4-5-16,3 1-2 0,-9-1-3 0,1 0-1 15,-10-1-2-15,1-2-4 0,-6-1-14 0,1-1 8 16,-6-3 1-16,-3 0 0 0,-2-3-1 0,0 3-1 15,-6-4 4-15,0 1-3 0,-4-3 4 0,3-2 3 16,-8 4 3-16,0-10-1 0,1 7 8 0,-6-2-13 16,0-4 3-16,0 3 1 0,-8-6-4 0,0 5 3 15,-5-5-1-15,1 4-5 0,-10-6-2 0,1 3-5 16,1 8-18-16,-3-6-18 0,-4 0-23 0,-4 6-35 16,8-1-24-16,-7 2-35 0,2 0-50 0,-2-5-41 15,9 10-236-15,1 1-530 0,3-3 235 0</inkml:trace>
  <inkml:trace contextRef="#ctx0" brushRef="#br0" timeOffset="18422.17">12675 12153 170 0,'-2'-8'273'0,"2"8"-24"16,0-7-26-16,0 7-25 0,0 0-22 0,0 0-18 15,0 0-12-15,0 0-8 0,0 0-7 0,-10 25-6 16,10-9-8-16,0 11-6 0,2-7-10 0,0 7-4 16,4 3-7-16,-4 2-6 0,3 7-5 0,0 5-4 0,0-4-9 15,6 3-4-15,-2 3-6 0,-1 0-2 16,5-6-3-16,-5 1-11 0,1 4-1 0,4-4-3 16,0-4-3-16,-1-4-4 0,-2-6 1 0,0 0-4 0,3 0-5 15,-5-4-8-15,2-4-19 0,0-4-32 0,0-2-44 16,-3-1-57-16,2-5-61 0,5-4-76 0,-1 1-150 15,-3-4-462-15,3 0 204 0</inkml:trace>
  <inkml:trace contextRef="#ctx0" brushRef="#br0" timeOffset="18765.89">13461 12047 240 0,'5'-8'317'16,"-5"0"-14"-16,0 8-23 0,2-10-21 0,-2 10-25 16,0-6-22-16,0 6-28 0,0 0-22 0,0 0-14 0,0 0-21 15,0 0-9-15,0 0-18 0,-15 25-7 0,8-14-6 16,-1 5-12-16,-5 1-6 0,4 1-6 0,-4 9-5 15,6 0-4-15,-2-1 2 0,-1-1-11 0,5 4 2 16,-2-2 6-16,7 1-19 0,0 3 5 0,2-4-3 16,3-3 4-16,3 2-1 0,4 0-5 0,-1-5-1 15,4 1-3-15,5-2-2 0,3-3-5 0,-1 0-4 16,7-7-10-16,-1 4-30 0,1-10-41 0,-3 1-49 16,2-3-58-16,-6-2-54 0,13-5-61 0,-4 0-196 15,-1-7-520-15,0 4 230 0</inkml:trace>
  <inkml:trace contextRef="#ctx0" brushRef="#br0" timeOffset="18984.62">14055 12201 91 0,'-5'-6'258'0,"5"6"-25"0,0 0-24 16,0 0-25-16,0 0-14 0,0 0-11 0,0 0-4 0,0 0-18 15,-21 18 4-15,17-10-8 0,-4 8-12 0,-2 0-12 16,2-4-9-16,0 6-10 0,-2-2-7 0,-2 2-8 15,-1 7-5-15,1-6-12 0,4 1-5 0,-2-2-2 16,-5 6-6-16,5-1-3 0,-1-1-2 0,6-2-11 16,-2-5-19-16,-1 2-29 0,-4-6-45 0,6 4-50 15,2-6-52-15,-1-6-56 0,-1 6-156 0,6-2-408 16,0-2 182-16</inkml:trace>
  <inkml:trace contextRef="#ctx0" brushRef="#br0" timeOffset="19173.59">13873 12229 54 0,'-1'-3'228'0,"-6"-1"-23"0,7 4-22 0,-10-3-13 15,10 3-5-15,-12 0-9 0,12 0-2 0,-8 9-3 32,6-1-7-32,2-1-12 0,0 5-10 0,0-3-7 15,4 9-9-15,2-5-11 0,3 9-6 0,2-8-9 16,-1 4-8-16,5-3-9 0,0 8-3 0,5-5-13 15,-4 2-29-15,1-7-53 0,3-1-65 0,-4 0-50 16,3 0-75-16,-3-2-126 0,1-5-378 0,1 1 167 16</inkml:trace>
  <inkml:trace contextRef="#ctx0" brushRef="#br0" timeOffset="19439.19">14211 12079 106 0,'0'0'295'0,"0"0"-26"0,0 0-15 0,0 0 4 0,0 0-5 15,0 0-7-15,21 23-11 0,-14-14-8 0,6 6-12 16,5 6-20-16,-1-1-14 0,3 0-20 0,1 3-8 16,-1 1-14-16,-2 2-15 0,-1 1-13 0,3-2-17 15,1 5-5-15,-4-6-8 0,-4 6-9 0,-1-3-7 16,-1-3-3-16,-4 5-12 0,0-4-20 0,-7 2-20 15,-5 2-27-15,1-2-30 0,-6-2-38 0,0-2-31 16,2-1-39-16,-5-4-64 0,5-8-54 0,-7 2-238 16,6-1-553-16,-1-3 245 0</inkml:trace>
  <inkml:trace contextRef="#ctx0" brushRef="#br0" timeOffset="19986.02">15638 12403 231 0,'-7'2'308'0,"7"-2"-3"0,-15 0-3 0,15 0 13 0,0 0 14 15,-13 0 19-15,13 0 8 0,0 0 5 0,0 0-7 16,0 0-5-16,0 0-23 0,0 0-26 0,0 0-30 16,0 0-28-16,20-12-25 0,-4 7-25 0,4-2-25 15,7 2-28-15,2-2-34 0,6-2-49 0,10 3-62 16,-1 1-75-16,6 0-60 0,0-8-66 0,-4 9-91 0,7-1-95 16,-5-5-348-16,3-2-803 0,1 3 355 15</inkml:trace>
  <inkml:trace contextRef="#ctx0" brushRef="#br0" timeOffset="20668.33">16811 12069 219 0,'0'0'206'0,"0"0"-6"0,0 0-16 0,0 15-13 16,8-9-7-16,-8 1-14 0,0 2-14 0,7 5-12 16,0-2-9-16,-4 4-11 0,-1-4-10 0,4 2-8 15,1 4-10-15,-2-1-6 0,1 0-5 0,1-6-12 16,1 7-6-16,-4-8-3 0,-1 4-4 0,3-6-1 15,-4-4-5-15,-2 4-3 0,7-1-2 0,-6-3 19 16,-1-4 21-16,0 7 23 0,0-7-3 0,0 0-10 16,0 0-6-16,0 0-6 0,19-22-6 0,-18 15-3 15,6 1 2-15,0-1 1 0,-1-7-4 0,2 2 1 16,1-4 7-16,-1 2 5 0,4-3 5 0,-3 5 0 16,1-4-3-16,0 2-4 0,-1 1 10 0,-1-1-2 15,-1 7 1-15,-1-2-4 0,-3 1-6 0,2 1-8 0,2 1-7 16,-5 0-3-16,4 2-13 0,-6 4-2 15,7-4-13-15,-7 4 8 0,0 0-11 0,0 0-6 16,15 11 1-16,-12 0-1 0,2-4-11 0,0 3-4 0,-2 1-2 16,2 4-1-16,-1-2-7 0,1-2-3 0,-2 0 4 15,2 2-6-15,0 2-3 0,-2-4-2 0,-1-4 2 16,3-1 4-16,-4 1 0 0,6 1 6 0,-7-4-2 16,0-4 5-16,0 0 6 0,8 2 2 0,-8-2 0 15,0 0 5-15,24-12 10 0,-23 6 5 0,7-3 9 16,-1 2 13-16,3-4 1 0,-2-1 10 0,7 0 8 15,-7-2 16-15,6 1 4 0,1-1 12 0,-2 1 4 0,-5-1 13 0,7 2-2 0,0 2-4 16,-4-2-4-16,1 2-20 0,-4-1-9 0,2 3-7 16,0 1-4-16,-3 1-7 0,3 0-7 0,1 1-10 15,-2-1-2-15,-1 5-5 0,0 0-2 0,-8 1-9 16,20 2-6-16,-10 4-12 0,0-1-12 0,-2 2-16 16,7 0-24-16,-3 6-22 0,1-1-32 0,-2-1-18 15,1-1-21-15,1 5-26 0,2 0-16 0,-2 0-27 0,-3 0-32 16,4-3-38-16,2 0-30 0,4 2-45 0,-5-2-230 15,6-4-638-15,3 6 283 0</inkml:trace>
  <inkml:trace contextRef="#ctx0" brushRef="#br0" timeOffset="21090.16">18165 12111 84 0,'-8'-12'270'0,"1"-1"-16"0,-1 4-10 0,3 1-11 15,-7 2-18-15,-1-7-14 0,0 6-18 0,-2 3-14 16,-2-2-11-16,6 3-18 0,-7 3-16 0,-2-5-16 16,-2 10-10-16,6-4-10 0,-4 7-8 0,-2-4-7 15,6 3-10-15,1 2-5 0,0 2-1 0,3 3-3 16,-1-1-5-16,0 1-3 0,6-1-7 0,-1-1-1 16,1 3-2-16,2-3-3 0,5 4-3 0,0-5 0 15,0 0-3-15,7 2 1 0,-5-1-2 0,4-4-6 0,4-1 2 16,2-2-3-16,-1 1-4 0,-1-3-1 0,12 2 1 15,-6-9-3-15,6 3 1 0,-2-1-2 0,-4-2 0 16,6-5-1-16,-1-3-3 0,-4 5 2 0,3-13 5 16,-5 9-3-16,-5 0 6 0,4-8 18 0,-2 7 18 15,-4-3 24-15,1 3 11 0,-1-3 14 0,-2 2 13 16,-1 4 9-16,0 2-8 0,-1-1-6 0,-3 2-4 16,3-2-14-16,-4 8-14 0,3-8-12 0,-3 8-6 15,3-5-16-15,-3 5-10 0,0 0-11 0,0 0-3 16,0 0-21-16,0 0-1 0,5 15-2 0,-1-9-15 15,-4 1-13-15,3 2-22 0,2 2-7 0,-2 1-18 16,4-3-10-16,-1 6-13 0,-1-5-16 0,7 1-25 0,-5 2-28 16,1-2-35-16,-2-3-37 0,8-1-19 0,-6-3-41 15,0 1-199-15,5 1-543 0,2-6 239 16</inkml:trace>
  <inkml:trace contextRef="#ctx0" brushRef="#br0" timeOffset="21527.63">18410 11928 177 0,'-3'-8'258'0,"3"1"-4"16,-2 1-7-16,2 6-15 0,0-7-24 0,0 7-22 15,0-8-22-15,0 8-15 0,0 0-17 0,0 0-12 16,0 0-13-16,0 0-7 0,0 0-10 0,2 23-8 16,1-11-11-16,-3-5-7 0,3 5-1 0,1 0-10 15,-1 4-5-15,0 3-4 0,2-3-5 0,-2 0-5 16,4 2 0-16,0-1-7 0,-2 2 0 0,3-5 2 15,-6-2-8-15,3 0 1 0,-2-3-7 0,3 1 2 16,-4-2-3-16,3-4-1 0,0 6 1 0,-3-8 0 0,-2-2-3 16,8 7 2-16,-3-6 5 0,-5-1-4 0,0 0 11 15,0 0-4-15,18-10 10 0,-13-1 5 16,2 4 7-16,-4-2 9 0,4-4 6 0,1 1-6 0,5-2 10 16,-5-1 4-16,1 3 12 0,-1-3 7 0,4 4 6 15,-4-5 10-15,-1 5-2 0,-1-1 1 0,2 1-6 16,-1 4-1-16,0-2 0 0,-6 2 0 0,8 0-18 15,-4 3-10-15,-4 1-6 0,-1 3-9 0,8-9-8 16,-8 9-7-16,0 0-7 0,0 0 9 0,12 11-16 16,-10-6-4-16,4 2-5 0,-4 1-4 0,5 4-7 15,-1-2-11-15,1 6-12 0,-5-7-6 0,9 9-13 16,-1-7-11-16,-5 4-9 0,3-3-16 0,1 1-14 0,-6-4-11 16,5 1-15-16,-3-1-19 0,2-3-22 0,-1 2-25 15,1-2-30-15,1 0-14 0,-1-5-26 16,1-1-36-16,-8 0-209 0,0 0-540 0,20-7 239 0</inkml:trace>
  <inkml:trace contextRef="#ctx0" brushRef="#br0" timeOffset="21933.83">18998 11919 134 0,'0'0'182'0,"0"-8"-23"0,0 8-15 15,0 0-6-15,0 0-4 0,0 0-11 0,0 0-2 16,0 0-13-16,-24 12-5 0,19-4-8 0,4 1-7 15,-1 1-7-15,-3-1-8 0,3 6-2 0,2-3-7 16,-3-1-2-16,6 7-8 0,-6-3-1 0,6 2-5 16,-3-9-3-16,7 7-8 0,-5-3 0 0,4 2-3 15,1-4-6-15,-5-2 2 0,4-1-4 0,3 3-1 16,-3-5 0-16,2-3-2 0,4 1 0 0,-4-3-7 0,-8 0 4 16,17-1-3-16,-6-6 0 0,-2 3-3 0,-1-5 0 15,5 0-2-15,-1-3 1 0,-2-3 4 16,0 0-2-16,-2-3 14 0,-1 6 17 0,6-4 14 0,-5 1 10 15,-1-4 7-15,1 3 16 0,0 1-2 0,-1-1 2 16,-1 2 3-16,-2 2-11 0,-3 1 5 0,3 2-2 16,1 2-13-16,0-2-3 0,-4 6-6 0,1-3-13 15,0 0-7-15,-2 6-9 0,0 0-18 0,0 0-5 16,0 0-2-16,0 0-10 0,0 0-3 0,0 0-6 16,8 19-10-16,-5-11-13 0,-1 4-13 0,1-1-11 15,2 2-15-15,3 1-15 0,1 3-19 0,1-6-24 16,1 5-21-16,7-5-17 0,1 1-18 0,-4-1-19 15,4-1-10-15,-2-1-16 0,11-1-133 0,-5 0-391 16,7-3 173-16</inkml:trace>
  <inkml:trace contextRef="#ctx0" brushRef="#br0" timeOffset="23169.62">19608 12047 129 0,'15'-7'5'0,"-7"-2"16"0,6-2 14 0,-6 4 15 16,2-9 22-16,-7 7 10 0,5-3 5 0,-6 2 17 16,3-2 14-16,-5 1-4 0,2 0-3 0,-2 4-15 15,-2-3-3-15,-5 2-17 0,-1 1-1 0,5-1-10 16,-7 7-6-16,2-6-6 0,-6 4-12 0,14 3-2 15,-23 3 3-15,10-1-6 0,1 3-6 0,1-4 1 16,-1 5-11-16,2 1 4 0,0-1-1 0,-1 2 0 16,6 0-3-16,0-1 0 0,-5-2-7 0,3-1 7 15,4 0 2-15,0 3-1 0,3-2 0 0,0-5 1 16,0 0-3-16,3 8 2 0,-3-8-5 0,13 2-1 16,-6-1-3-16,-7-1-1 0,20-3 0 0,-9 2 1 15,-1-3-1-15,2 0 1 0,-1-2 6 0,-1 1 3 16,-1 1 6-16,-1 1 4 0,5-3 2 0,-5 3 19 0,-1-1 5 15,3 0-2-15,-5 0-6 0,-5 4-4 16,10-4-8-16,-5 2-4 0,-5 2-4 0,6-5-2 16,-6 5-7-16,0 0-2 0,0 0-1 0,0 0 1 0,7 12-4 15,-7-12-3-15,0 12-1 0,2-9 2 0,3 4-2 16,-4 1-2-16,6 0 1 0,-5 0-2 0,4-4 1 16,3 8-2-16,-3-5-1 0,2 1 4 0,4 3-4 15,-4-6-3-15,7 3 0 0,0-5-1 0,2 4-2 16,4 2-1-16,-1-6-4 0,2 1 3 0,-4-4-2 15,3 0-3-15,1 0-3 0,-1 0-4 0,9-5 1 16,-8-1-7-16,6 0-2 0,-7-1 2 0,-4-1-4 16,4 1 0-16,-1-7 0 0,-3 2-4 0,-1-3 6 15,-1 0-6-15,3-6 9 0,-1-3 1 0,-4 1-2 16,-3-2 4-16,2-4 0 0,-7 1 5 0,5-1 1 16,-7-11 8-16,-1 7 1 0,4-6 7 0,-12 9 1 15,4-2 5-15,-1 3 11 0,-2-1 3 0,-4-1 5 0,3 8 11 16,-1 3 2-16,-1 1 2 0,1 3-6 15,1 5 1-15,-3-3-8 0,3 5-7 0,-1 3-2 16,-3 0-7-16,-1 3-3 0,1 3-1 0,10 0 2 0,-24 7-2 16,11 3-2-16,5 3 1 0,-5 0-3 0,6 7 1 15,-1-2-1-15,1 9 1 0,7 0 1 0,-1 3 0 16,2 0-1-16,4-1 1 0,2-1-1 0,3 3-3 16,5 7 0-16,-2-8-3 0,3-6 2 0,4 3-1 15,-3-3 0-15,3 2-2 0,-2-8-1 0,7-1-1 16,-9-6-6-16,9 5-2 0,-3-5-3 0,6-2-6 15,-8-2 0-15,-2-3-2 0,3-4-2 0,1-2-1 16,-6 0-3-16,6-5-6 0,-2-1 2 0,-4 0-8 16,11-8 7-16,-12 3-1 0,-4-4 1 0,7-2 4 15,-3-4 0-15,2 1-2 0,-2-5 3 0,-4-6 0 16,1-3 6-16,-4 6 0 0,-3-9 6 0,4 9-1 16,-6-2 0-16,0 2 0 0,-1-1 0 0,4-2 5 0,-6 9 1 15,0 4 7-15,0-5 2 0,0 6 8 0,-8 4 1 16,6-1-2-16,1 4 1 0,-2 2-4 15,-4 0 3-15,2 0-7 0,-2 5 0 0,1-2 1 16,-6 6 1-16,4-2-6 0,8 3 5 0,-28 4-2 0,13 4-2 16,0 1 3-16,0 1-2 0,3 4 4 0,-1 1 0 15,-2 6 1-15,0 3-1 0,2 0 7 0,0 3-3 16,6 0 4-16,-1 4-4 0,8-4-1 0,-2 3-2 16,4-3 6-16,6 7 3 0,-4-6-7 0,4-4 3 15,0 2-6-15,0-1 4 0,4-6 0 0,-2-5 0 16,5 2-1-16,0-1 0 0,1-3-6 0,2 0 3 0,-1-2 0 15,3-1 2-15,1-6 2 0,1-1-3 0,-2-2-2 16,1 0 3-16,1-1 1 0,-4-3-3 16,0-4 1-16,-1 1 0 0,3 0-2 0,3 2 1 0,-10-4-1 15,7 2 1-15,-10-3 3 0,1 4 11 0,-1 3 12 16,-1-6 7-16,-1 6 0 0,-1-1-4 0,-7 4-5 16,9-3-5-16,-9 3-6 0,5-4 1 0,-5 4-1 15,0 0-2-15,5 14-6 0,-3-8 4 0,-2 1-4 16,-2 1-2-16,2 4 2 0,0 0 0 0,0-1 0 15,0 5-3-15,2-5 3 0,-2 2-3 0,0 1 4 16,5-3-4-16,-7-2-1 0,6 2-2 0,1-2 1 16,-5-2 1-16,3 0-2 0,5-2 1 0,-3-3-1 15,3-1-1-15,-8-1 3 0,20 0-1 0,-11-3-1 0,1 2-2 16,1-5 4-16,2 0-4 0,1 0 2 16,-1 0 2-16,2-1-3 0,0-2 6 0,6-2-2 15,-6 5 13-15,5-3 11 0,-4 1 17 0,1-2 14 0,-2 2 5 16,1 3 6-16,-6 0-2 0,-1-1-9 0,2 3 9 15,-1 0-13-15,-2-2-2 0,-3 1-13 0,-5 4-2 16,0 0-6-16,19 9-4 0,-14-1-6 0,1 1 1 16,-2 1-4-16,7 5 0 0,-9 4-3 0,3 1 11 15,3 7-17-15,-5 6-3 0,2-3 1 0,4 12 2 16,-4 5-5-16,1 0 0 0,-1 3 4 0,5 2-1 16,-3 1-6-16,-2-1 6 0,1 1 2 0,1-3 0 15,-2-4-6-15,5 2 1 0,-4-2-19 0,1-2-27 16,-4-14-37-16,2 1-54 0,-3-4-69 0,5-9-73 15,-4-2-270-15,2-4-587 0,5-4 259 0</inkml:trace>
  <inkml:trace contextRef="#ctx0" brushRef="#br0" timeOffset="24075.79">22508 11431 219 0,'7'-15'243'16,"1"-1"-1"-16,-3 1 0 0,2-3-3 0,-2 3-4 15,-5-2-10-15,3 2-11 0,-2 5-15 0,-1-5-15 16,-1 0-11-16,-2 1-16 0,-2 2-16 0,-2-1-13 0,2 7-21 15,-3-3-7-15,-6 3-9 0,5 0-12 0,-8 3-9 16,2 0-5-16,-1 3-11 0,-1 0-6 0,-5 4 10 16,8-1-18-16,-5 4-7 0,1 1-4 0,3 1 0 15,-1-1-6-15,2 6-3 0,3-7-2 0,-2 5 0 16,3-1-1-16,1 2 1 0,1-4-4 0,6 6 1 16,1 0 2-16,-2 1-3 0,9-1 1 0,2 4-2 15,-1-4 8-15,3 2-10 0,7 3-1 0,-1-2-2 16,4 1 0-16,0 5 4 0,0-6-1 0,3 2-2 15,-2-2-4-15,3-1-2 0,-8 1 2 0,-1-5 7 16,3-1-7-16,-3 0 1 0,-7 2-3 0,7-1-3 16,-3-3 4-16,-4-1-10 0,-1-1 6 0,-1-1-3 15,1 4-1-15,-5-5-1 0,-1 0 5 0,-1 2 2 0,0-4-5 16,0-4-1-16,-6 11 1 0,-3-7 5 16,1-3 0-16,0 1-1 0,-5-2 0 0,-4-2-4 15,-1 2 6-15,3 0 2 0,-5 0-2 0,4-4-2 0,1 3 4 16,6-4 5-16,-6 3-15 0,9 1-9 0,6 1-5 15,-12-4-18-15,12 4-15 0,-6-3-28 0,6 3-32 16,0 0-33-16,0 0-39 0,24-8-29 0,-2 5-27 16,4-5-32-16,6 3-163 0,6-2-472 0,-3 4 209 15</inkml:trace>
  <inkml:trace contextRef="#ctx0" brushRef="#br0" timeOffset="24638.23">22914 11649 30 0,'6'-3'213'0,"1"1"10"0,-7 2 9 0,15-4-8 16,-15 4-15-16,6-2-23 0,-6 2-14 0,0 0-20 15,0 0-20-15,0 0-13 0,0 0-15 0,0 0-8 16,4 11-6-16,-6-4 3 0,2-7 0 0,-3 17-6 16,-2-2 1-16,0 3 3 0,3 2-12 0,0 3-5 0,1 4-6 15,1 4 2-15,1 1-2 0,-1 0-8 0,9 5-6 16,-4 7-5-16,0-7-2 0,5 4-7 16,1-1 2-16,-3-1-7 0,4 0-2 0,-4-7-2 15,7 7-5-15,-2-9 2 0,-3-3-5 0,2 3-1 0,-2-6 6 16,0-8-9-16,1 4-2 0,-2-5-5 0,-1 0-3 15,-1-6-9-15,-1-2 7 0,2 0-3 0,-1-3-13 16,0-2-19-16,-1-1-17 0,-6-1-11 0,10-11-17 16,-10 7-16-16,0-7-16 0,5-1-26 0,-3-4-13 15,-2-3-25-15,0-8-16 0,0-4-12 0,-2 4 0 16,-3-4 7-16,5 3 16 0,-5-6 20 0,0 4 14 16,-6 2 20-16,2-2 23 0,1 2 28 0,-2-1 24 15,2 0 20-15,-4 4 28 0,2-1 25 0,-1-4 27 16,4 6 20-16,-4 1 23 0,1-4 12 0,5 1 22 15,-2 8 15-15,2-9 8 0,4 1 4 0,-6 3 3 16,5 3 2-16,2 1-2 0,0-3 0 0,-3 5 2 16,6-2 0-16,-3 0 6 0,2 3-15 0,-2-6 0 0,2 8-13 15,3-3-1-15,-4 7-13 0,4 0-2 16,-3-3-11-16,3 7-7 0,-4-6-11 0,3 4-7 16,1 5-12-16,-4-2-8 0,3-2-9 0,1 2-6 0,-5 5-10 15,13-4-8-15,-5 1 0 0,-8 3-19 0,17 8 2 16,-9-4-2-16,0 3-6 0,2-3-7 0,-3 4-5 15,3-1-11-15,-4 5 0 0,1-8-2 0,1 8-12 16,-1-2-19-16,-2-1 0 0,0 7-1 0,0-5-1 16,0-3-5-16,-4 0-3 0,-1 3-3 0,0-1-6 15,-1-2 4-15,-4 2-13 0,-3-3-7 0,1 1-10 16,0 1-12-16,-1-3-17 0,-5 0-14 0,3 0-25 16,-7-2-22-16,2 3-40 0,-3-3-23 0,3-3-31 15,0 2-190-15,-3-1-501 0,5 0 221 0</inkml:trace>
  <inkml:trace contextRef="#ctx0" brushRef="#br0" timeOffset="25013.2">23308 11613 175 0,'4'-1'172'0,"-4"1"-7"0,15-6-15 0,-3 4-8 0,-2-3-5 16,0 3-10-16,1-1-3 0,4-1-7 0,-3 0-4 16,3-3-10-16,-2 3 2 0,2-4-1 0,-3 3-4 15,2 1-2-15,0-3 5 0,-6 3-1 0,5-3 3 16,-5 0-2-16,2 0 4 0,-5-2 0 0,4 5-12 16,-3-3-1-16,1 3-7 0,-7-5-9 0,2 3-6 15,2 0-8-15,-4 6-14 0,-4-12-4 0,2 6-2 16,-5 3-7-16,1-2-2 0,6 5-4 0,-10-3-7 15,-2 2-6-15,12 1-2 0,-16 0 4 0,2 1-4 16,-1-1-1-16,-3 3-5 0,0 4 2 0,3-2-3 16,-1 3-1-16,6-4 2 0,-2 4-4 0,4-2-1 0,-1 6-7 15,1-4-9-15,2 0-3 0,1 2-2 16,3-5-3-16,2 7-13 0,0-4-15 0,5 3-29 16,3-1-36-16,2-2-33 0,3 1-35 0,4-5-27 0,9 5-42 15,-1-3-144-15,5 0-424 0,5-3 189 0</inkml:trace>
  <inkml:trace contextRef="#ctx0" brushRef="#br0" timeOffset="25534.26">23973 11496 223 0,'0'0'250'0,"0"-10"-7"0,0 3-9 16,-2 2-8-16,1-3-7 0,-4 0-4 0,0 4-15 15,5 4-11-15,-10-7-18 0,5 2-18 0,5 5-13 16,-12-2-10-16,12 2-16 0,-11-1-12 0,11 1-11 15,-22 1-8-15,22-1-10 0,-15 2-7 0,7 3-6 16,-5-1-8-16,6 0-3 0,-1 3-1 0,-5 5-4 16,4-7-7-16,1 5-3 0,0 6-2 0,1-8-2 0,0 8-4 15,7-1-6-15,-5-1 2 0,5 0-10 16,0 1 1-16,5-3-4 0,-1 3-5 0,1 0-5 16,1-4-17-16,8 1-22 0,-4-3-10 0,3 1-25 0,2-1-3 15,0-2-10-15,4-2-11 0,-2-2-6 0,6 1 0 16,-5-4 2-16,4-4 10 0,-1 1 6 0,-2-2 10 15,0-2 16-15,-2 0 1 0,0-5 2 0,1 0 10 16,-3 1 8-16,3-5 2 0,-5-2 13 0,2 1 15 16,-2 1 16-16,-3 1 12 0,-2-5 6 0,6 8 10 15,-8-4 13-15,-4 4 2 0,3-2 10 0,-2 7 14 16,1-5 0-16,-3 7-1 0,-1-1-9 0,7 1 1 16,-4 0-12-16,-3 5-6 0,3-7-5 0,-3 7-9 15,0-7-4-15,0 7 2 0,0 0-10 0,0 0 1 16,0 0-3-16,0 0-2 0,0 0-3 0,0 0 1 15,0 0-3-15,-3 23 2 0,3-16-5 0,0 1 1 16,0 1-2-16,3 3 2 0,-1 0 2 0,-2 3-4 0,7 0 5 16,-6 0-1-16,6-3-6 0,0-1-2 0,1 5 3 15,-1-1-3-15,1-6 4 0,-2 6-3 16,6-4 4-16,-4-4-6 0,7 5-4 0,-7-6-10 16,7 3-24-16,-6-3-28 0,4-3-36 0,0 1-36 0,2 1-31 15,3-5-36-15,-3-2-33 0,3 2-156 0,1-3-423 16,-5-1 187-16</inkml:trace>
  <inkml:trace contextRef="#ctx0" brushRef="#br0" timeOffset="25882.67">24784 11076 167 0,'-10'-25'255'0,"-3"-1"-6"0,4 11-8 0,-2-12-9 15,1 12-11-15,0-2-12 0,3 2-10 0,2 5-14 16,-3 3-18-16,2-3-18 0,4 2-15 0,-5 1-21 16,2 5-5-16,5 2-15 0,-10-6-11 0,10 6-9 15,0 0-7-15,-15 13-1 0,9-6-13 0,1 4-3 16,0 1-4-16,0 6-8 0,-2 7 1 0,7 0-9 16,-6 3 6-16,2 7-7 0,4 5-2 0,0 5-6 15,4 1-3-15,2 2 5 0,3 8-6 0,-1-4-2 16,5 5 1-16,2 14 1 0,-3-13 0 0,-1-4-2 15,4-1-1-15,0 1-4 0,-5-2 2 0,5-2-2 0,-4-2-1 16,1-3 6-16,-2-6-5 0,-3-8 0 0,1-2-5 16,-2-1 3-16,3-1-7 0,-6-7 3 15,2-4-12-15,-5 1-16 0,0-8-10 0,0 0-19 0,0-2-17 16,0 1-26-16,-5-5-35 0,5-3-38 0,0 0-34 16,0 0-49-16,-18-12-172 0,10 3-458 0,1 0 203 15</inkml:trace>
  <inkml:trace contextRef="#ctx0" brushRef="#br0" timeOffset="27007.57">24741 11521 143 0,'0'-15'313'0,"0"-4"-10"0,0 6-12 0,6-3 0 15,1 3-11-15,-2 3-21 0,3-5-16 0,-1 4-20 16,0 2-24-16,1 0-19 0,2-1-20 0,1 3-19 15,1 3-11-15,-2 0-16 0,0 0-6 0,5 1-15 0,-2 3-8 16,-3 3-9-16,3-1-10 0,0 4-11 0,-1-2-4 16,1 4-2-16,0-1-8 0,-4 1-10 15,4 1 3-15,-5 3-5 0,7-2-8 0,-5 4 1 16,-3-1-7-16,1-2-7 0,-1 4 1 0,3-3 2 0,-2 3-17 16,-5 0 12-16,4-3 12 0,-1 3-15 0,1-6 1 15,-5 2-4-15,1-1 3 0,-1 0 4 0,-1-3-14 16,4 0 5-16,-5-1-4 0,4-2 4 0,-4 1-2 15,0-5-1-15,4 7 13 0,-4-7-14 0,2 5 1 16,-2-5 0-16,0 0 4 0,7 3 17 0,-7-3-25 16,0 0-6-16,0 0-9 0,10 6-7 0,-2-6-4 15,-8 0-20-15,0 0-9 0,13-3-7 0,-13 3-16 16,15-4-9-16,-2 2-15 0,-4 0-6 0,2 2-8 16,2-3-7-16,2 3-1 0,-3-1 0 0,8-2-7 15,-12-2-8-15,9 1 5 0,-1-3 5 0,-4 3 2 16,3-3 13-16,-2-2 8 0,0 0 19 0,-3-1 6 15,-2 1 6-15,4-2 8 0,-5-1 13 0,2 1 10 0,0-5 11 16,-4 5 24-16,1 1 11 0,3-2 12 16,-8-1 7-16,4 3 29 0,-3-2 17 0,0 0 0 15,1 4 13-15,0-4 4 0,-3-3 3 0,-3 3-2 0,3 4 3 16,-5-1-2-16,5 2-1 0,-5-3-5 0,2 3-4 16,3 2-5-16,-5 0-9 0,1-2-6 0,4 7-3 15,-8-7-8-15,3 2-2 0,5 5-5 0,-10-1-3 16,10 1-4-16,0 0-1 0,-20 3-3 0,12 0 0 15,8-3-3-15,-13 3-2 0,6 5-1 0,-1-4 0 16,1 3-2-16,1 1 0 0,-1-2 1 0,-1 1-1 16,6 4-1-16,-3-2 1 0,3-2 0 0,-1 4 1 15,3-2 0-15,3 1-2 0,-1-1 1 0,5 5 0 16,1-1 1-16,4 1-2 0,4 1 3 0,-1 1-3 16,7-4-4-16,1 5-6 0,5-2-10 0,3 3-12 15,-1-5-19-15,13 1-14 0,-10-2-10 0,15 2-23 16,-16-4 4-16,16 1-5 0,-15-6-4 0,0 1-6 15,2-2 0-15,-2-4-1 0,2-2-1 0,-4 2 19 0,2-2-4 16,0-2 1-16,-3-3 11 0,-4-2 5 16,-7-1 8-16,1 2 6 0,1-8 5 0,-6 5 11 15,0-1 17-15,-2-2 15 0,-1 1 4 0,-2-3 28 0,0 0 12 16,-4 1 18-16,-3 0 16 0,1-1 15 0,-3 1 12 16,1-1 12-16,-2 1-3 0,-3-4-1 0,-1 7 2 15,1 1-6-15,2 1-3 0,-4-2-7 0,0 3-9 16,0 1-8-16,-5 1-8 0,1-2-8 0,-1 0-3 15,2 7-8-15,0-2-6 0,-5 0-3 0,13 4-6 16,-23 3-1-16,11 1-5 0,-1 2 1 0,1 1-4 16,-1 4 2-16,0 1-3 0,-1 2 0 0,6 1-2 15,1-2-3-15,6 2 1 0,-6 3-1 0,6 0-1 16,-4 1-1-16,5 1-2 0,0-2 1 0,0-2-2 16,5 1 1-16,-4 1-4 0,6-3 0 0,1-3-1 15,0 2-5-15,6-2-7 0,1-3-3 0,-2-2-13 16,3-1-10-16,-1-3-9 0,3-6-5 0,-3 1-9 15,4-2-7-15,0-2-7 0,-2-4 1 0,-1-1-3 0,1-3 7 16,1-7 2-16,-3-1 6 0,0-1 5 0,0-5 6 16,-7-2 4-16,0 0-1 0,2-2 4 15,-3-9 6-15,-2 0 2 0,7-6 11 0,-11 4 11 0,-1 5 19 16,-1 7 15-16,-4 0 16 0,5 0 14 0,-7 0 7 16,5 4 5-16,-4-1 9 0,-1 5 6 0,5 4 6 15,-3 0 9-15,5 3 4 0,-8 2 0 0,8 2-8 16,0 5-11-16,0-1-9 0,-1 3-3 0,-4-2-20 15,5 7-10-15,0 0-7 0,0 0-1 0,0 0 0 16,-9 17-9-16,3-7 3 0,4 7-10 0,2 1 1 16,-3 8-2-16,-1 6-2 0,4 2-1 0,0 6 2 15,0-3 8-15,0 6-14 0,0-4-3 0,0-7-6 16,0-2-13-16,4 2-19 0,-4-2-16 0,-4 1-23 16,8-4-27-16,-4-8-39 0,3 0-41 0,2-1-47 15,-2-5-61-15,-3-2-178 0,4-2-500 0,-1-5 221 16</inkml:trace>
  <inkml:trace contextRef="#ctx0" brushRef="#br0" timeOffset="27226.3">25539 10777 44 0,'-15'-8'405'0,"0"0"-29"15,3 4-37-15,2 1-20 0,4-4-20 0,-3 0-27 16,1 2-24-16,3 0-19 0,-1 2-38 0,6 3-10 16,-5-5-46-16,5 5-48 0,-9-6-66 0,9 6-70 15,0 0-59-15,0 0-49 0,0 0-89 0,0 0-185 16,-10 14-468-16,10-14 208 0</inkml:trace>
  <inkml:trace contextRef="#ctx0" brushRef="#br0" timeOffset="27538.76">23842 10933 257 0,'-10'-1'406'0,"10"1"-39"16,-6-4-32-16,6 4-30 0,0 0-33 15,-7-7-21-15,7 7-28 0,0 0-22 0,0 0-25 0,0 0-31 16,0 0-31-16,23 12-46 0,-11-1-56 0,-2-2-58 15,5 1-74-15,-1 2-76 0,8 7-266 0,1-3-500 16,-3-1 221-16</inkml:trace>
  <inkml:trace contextRef="#ctx0" brushRef="#br0" timeOffset="28194.95">27263 10933 7 0,'17'-4'254'0,"-4"-4"-4"0,2 0-13 0,2 1-4 16,2 0-12-16,-2-6-9 0,-2 2-5 0,-4-1-9 15,4-1-7-15,-5-1-14 0,4 1-6 0,-8-4-10 16,2 5-12-16,-3 0-11 0,-5 0-15 0,2 0-8 16,-4 3-15-16,-3 0-9 0,0 1-9 0,-3 4-11 15,0 3-7-15,-2-4-7 0,-10 5 0 0,7 1-6 16,-10 4-14-16,8 1-2 0,-3 6-7 0,3-1 1 15,-2 8-3-15,9-2-3 0,-7 6-4 0,3 6-1 16,1 10-1-16,7 6 0 0,6 0-2 0,1 5 3 16,11-1-1-16,-3 8 10 0,7-2-3 0,4 17 0 15,6 2 3-15,-11-20-5 0,11 19-6 0,-8-17 7 16,-2 0-6-16,-2-4-5 0,1 1 6 0,0-2-8 0,-4-2-2 16,-2-5-1-16,3 1 4 0,-8-8 2 0,3-6-4 15,-9-4 1-15,4 0-3 0,-2-12-4 0,3 4-4 16,-5-6-15-16,-3-3-20 0,3-3-12 0,-2 2-12 15,2-1-22-15,0-8-31 0,-6 3-30 0,6-3-37 16,0 0-44-16,-17-15-55 0,12 7-225 0,-3-9-546 16,4 0 242-16</inkml:trace>
  <inkml:trace contextRef="#ctx0" brushRef="#br0" timeOffset="29055.71">27316 11428 325 0,'-1'-7'333'0,"-3"2"-10"0,1-2-6 0,3-1-2 16,0 8-7-16,0-8-16 0,0 8-8 15,0-8-24-15,0 8-16 0,8-11-30 0,-1 9-21 0,1-3-21 16,0 2-18-16,6 1-22 0,6-2-14 0,-4 1-21 16,14-5-15-16,-9 8-16 0,6-1-21 0,4 1-18 15,4 0-6-15,-2 0-27 0,2-1-19 0,-7 2-23 16,4-2-15-16,-3 1-15 0,1-2-23 0,0-4-9 15,1 4-14-15,-1-1-8 0,-8 2 5 0,4-7 9 16,-4 4 11-16,-4-2 11 0,5 1 9 0,-6-3 11 16,-1 0 8-16,-3 0 6 0,-3 5 9 0,2-4 5 15,-2-1 11-15,-2 3 15 0,-1-2 13 0,-1-1 13 0,3 1 9 16,-8 2 13-16,6-6 11 0,-2 3 6 16,-3 1 12-16,4 1 10 0,-4-1-2 0,-2-1 5 15,0 1-5-15,0-1 3 0,0 2-4 0,0-1-4 0,0-1 0 16,0 2-12-16,0-2-3 0,0 8-7 0,-2-11 4 15,2 4-9-15,0 7-5 0,-13-5-3 0,6 3-5 16,7 2 0-16,-16-2-1 0,9-1-5 0,-6 1-3 16,13 2 5-16,-17 1-10 0,7 3 0 0,-1 0-1 15,3 1 1-15,-6 2-2 0,8-1 1 0,-1 3 2 16,2 1-2-16,-2 3 4 0,4 1-1 0,3-4-1 0,0 9 2 16,3-3 3-16,9 2-4 0,0 3-2 15,4 0 4-15,9-1-10 0,0-3 2 0,11 8-3 16,-4-11 0-16,4 9 4 0,7-4-2 0,-5-2 7 0,-5-7-13 15,0-2 0-15,10 3-7 0,-11-4-5 0,3-3-2 16,-1 0-2-16,-2-3 0 0,-6-2 2 0,-6-1 4 16,2-3-3-16,-2-2-1 0,-2-2 2 15,-7-2 0-15,-1-4 0 0,2 2 1 0,-5-1 1 0,-4-2 6 16,-3 3-5-16,0 1 2 0,-2-3 3 0,1 4 0 16,-6-4-2-16,0 6 2 0,-3-2-2 0,-3 0 1 15,0 4 3-15,-2 2 0 0,0-2 1 0,2 2 0 16,-2 2 0-16,0-1 3 0,2 4-4 0,-4 4 3 15,2-4-3-15,0 3 4 0,2 2-1 0,5-2 3 16,-7 2 1-16,8-1 0 0,1 4 1 0,-4-1-5 16,0 1 5-16,7-2-4 0,-1 2 2 0,1-3 3 15,3 0 0-15,-2 1 0 0,2-6 0 0,9 11 0 16,-3-9 2-16,3 1-3 0,4-1-1 0,-5-1 3 0,7-1-1 16,0-3 1-16,6 3-6 0,-4 0 7 15,1-4-3-15,-3 0 4 0,3-3-3 0,-3 5-5 16,3-3 5-16,-1-1 4 0,-4 3 3 0,-3-6 7 0,2 6 20 15,-4-5-1-15,0 4 10 0,0-2 6 0,-3 0 5 16,2 4 13-16,-4-2 2 0,-3 4-6 0,9-12-10 16,-1 12-4-16,-8 0-5 0,0 0-11 0,5-3 1 15,-5 3 5-15,0 0-16 0,0 0 0 0,11 7-5 16,-11-7-2-16,5 10-2 0,0-5-3 0,0 3-3 16,2 1-3-16,-4 0-3 0,9 4-10 0,-1-1 2 15,-4 0-7-15,6 1-11 0,-4-3-10 0,4 1-9 16,2 0-16-16,1 1-23 0,-2-2-27 0,2-1-20 15,2-1-19-15,-1 0-28 0,1-4-36 0,4-1-20 16,-1-3-16-16,2 0-12 0,-5-3-130 0,1 2-422 16,2-5 187-16</inkml:trace>
  <inkml:trace contextRef="#ctx0" brushRef="#br0" timeOffset="29399.43">29018 10684 37 0,'0'-5'227'0,"-2"-1"-21"0,2-2-18 0,0 8-16 0,-6-8-16 15,6 8-25-15,0 0-11 0,-4-4-6 0,4 4-12 16,0 0-5-16,0 0-4 0,0 0-1 0,0 20-2 16,-3-13-9-16,3 2-5 0,0 3 0 0,0 2-1 15,3-2-7-15,-3 4 0 0,4-2-13 0,-4 5-1 16,0 6-6-16,3-3-5 0,0-5-3 0,-3 9-1 15,8 1-6-15,-4 1-2 0,-1 2-2 0,-1-1-3 16,4 4-6-16,-1-3 1 0,-1 0-2 0,2-3 1 16,-1 3-2-16,-3-3-4 0,4 0 3 0,-4 0-2 15,5-3-5-15,-1-5 5 0,1 4 0 0,-5-4-10 16,4 1-9-16,-1-4-16 0,-1-1-20 0,7 0-13 0,-8-5-28 16,2 0-26-16,4-3-21 0,-3-2-31 15,3 0-33-15,-3-3-154 0,2 1-374 0,-8-3 166 16</inkml:trace>
  <inkml:trace contextRef="#ctx0" brushRef="#br0" timeOffset="29946.25">29106 11133 147 0,'-4'-6'179'0,"-7"1"-6"0,9 1-15 16,2 4-11-16,-7-8-11 0,7 8-10 0,-6-3-7 15,6 3-6-15,0 0-4 0,0 0 1 0,0 0 7 16,0 0-6-16,0 0-6 0,13 17-9 0,-6-14-11 15,3 2-9-15,4 2-7 0,0-1-5 0,6 0-3 16,-2 0-7-16,3 1-7 0,-3-3-4 0,1-4-5 16,1 8-4-16,-4-4-3 0,7-3-2 0,-8 2 0 15,3-6-6-15,1 2-1 0,-11-1-1 0,5 0-4 16,-1-2 1-16,-1 1-3 0,-4-2-1 0,3 1 0 0,-5 3 2 16,1-4 6-16,1 2-3 0,-7 3 3 15,8-5-5-15,-6 1-3 0,-2 4-1 0,0 0-4 16,0 0-3-16,0 0-3 0,0 0 3 0,0 0-3 0,0 0 2 15,0 0-6-15,12 12 4 0,-12-6-4 0,0 0 4 16,0-6-1-16,-5 15 1 0,5-5 1 0,5-2-3 16,-5 0 4-16,1 3-2 0,-1 0 1 0,0-2 1 15,7 2 1-15,-6 1-5 0,6-7 4 0,1 3-5 16,-3 4 4-16,5-3 0 0,-3 0 0 0,-1-6 0 16,3 1-3-16,2-2 5 0,-2 1-1 0,1-1-2 15,-10-2 2-15,19-2-2 0,-9-3 3 0,-3 1-3 16,3-7 3-16,-2 6 0 0,-1-3-4 0,-2-2 3 15,3 1 0-15,-3-1 4 0,0-5 7 0,-2 5 11 16,4-1 8-16,-5-5 1 0,2 2-1 0,-2 7 6 16,5-2 6-16,-7-3 6 0,1 3 0 0,-1-1-1 15,4 1-1-15,-1 3-6 0,-3-2-7 0,0 2-6 16,0 6-2-16,0-7-10 0,0 7 7 0,0-8-14 0,0 8-5 16,0 0-4-16,0 0-3 0,0 0-4 15,0 0-2-15,-3 18-3 0,6-7 1 0,-6-3-6 16,3 3-14-16,0-2-11 0,3 3-11 0,-3 2-22 0,0-3-19 15,0 5-27-15,0-5-32 0,3 1-25 0,2-3-37 16,-5 2-27-16,7 1-178 0,-7-5-450 0,7 5 199 16</inkml:trace>
  <inkml:trace contextRef="#ctx0" brushRef="#br0" timeOffset="30628.34">29883 11130 93 0,'0'0'189'0,"0"-4"-13"16,0 4-9-16,0 0-19 0,0 0-10 0,0 0-4 15,0 0-16-15,14 7-12 0,-11-1-6 0,2 0-5 16,-2 0-7-16,4 0-9 0,-1 1-4 0,-1 1-6 16,0 4-5-16,0-5-7 0,2 2-7 0,-2 2-3 15,-2-2-8-15,4 0 1 0,0 0-6 0,-6-1-1 16,4 0-3-16,-2 0-3 0,2-4 13 0,0 3 15 15,-1-3 10-15,-4-4 16 0,8 6 13 0,-8-6 16 0,0 0-2 16,0 0-1-16,0 0-19 0,0 0-8 0,12-15-8 16,-7 9-7-16,-5 6-11 0,0-15 3 15,0 6-10-15,0 0-6 0,0-5-2 0,0 1-6 0,0 2-1 16,0 1-9-16,0-2 3 0,0 3-6 0,0-2-7 16,0-1 4-16,0-1-2 0,1-1-8 0,2 7 2 15,2-1-3-15,2 1-8 0,-2 2-2 0,8 0-1 16,-4 0-7-16,12 0-1 0,-6 7-7 0,5-8-3 15,-4 5-1-15,4 1-5 0,5 0-4 0,2 0-1 16,1 0-5-16,-8 0 4 0,1 0 5 0,-3 0 1 16,0 0 3-16,1 1 2 0,-8 2 2 0,3-3-1 15,-6-3 6-15,-8 3 4 0,15-1-2 0,-15 1-2 16,15 0 1-16,-15 0 1 0,0 0-2 0,0 0 6 16,6 1 0-16,-6-1-1 0,0 0 1 0,0 0 3 15,0 0-1-15,0 0-1 0,-15 12 1 0,9-8 2 16,-1 1 2-16,4 1 0 0,-2 0 0 0,5 2 1 15,-7-3 4-15,2 4-4 0,2-1 2 0,-4 6-1 0,6-2 1 16,1-1 1-16,0 1 2 0,1-1-5 16,3 1-2-16,6 0 3 0,-2 0 2 0,0 0 2 15,5 0-1-15,-4-3-2 0,4-3-1 0,2 0-1 16,0 3 4-16,-2-6-1 0,-3 0 0 0,10-3 2 0,-4-2 2 16,-1 1 6-16,7-5 10 0,-9 1 9 0,3 2 4 15,3-2 4-15,-3-6 2 0,2 3 11 0,-1 1-2 16,-2 1 9-16,1-5 12 0,-1 5 0 0,0 1 3 15,2-3-7-15,-6 4-1 0,-1 0 6 0,5-6 5 16,-3 7-3-16,-2-2 2 0,-2 1-17 0,7-1-2 16,-9 2-9-16,3 2-3 0,-9 1-5 0,13-3-4 15,-13 3-6-15,13 3-7 16,-9 1-14-16,2 0-2 0,1 6-42 0,1-1-28 16,-3 6-30-16,-3-3-39 0,-4 9-57 0,-3 0-65 15,-3 4-78-15,-5 1-177 0,-1-2-552 0,-2 4 244 0</inkml:trace>
  <inkml:trace contextRef="#ctx0" brushRef="#br0" timeOffset="35865.47">12837 13872 302 0,'-2'-9'344'16,"1"-2"3"-16,1 2-11 0,-7 2-13 0,7-6-13 15,-2 6-11-15,2 7-32 0,-3-7-33 0,3 7-29 0,0 0-19 16,-2-8-22-16,2 8-17 0,0 0-16 16,0 0-13-16,0 0-14 0,5 32-13 0,-5-17-6 0,0 4-11 15,0 7 8-15,0 1-23 0,0 12-8 0,2-9 0 16,-2 0 0-16,0 12-9 0,0 0-10 0,0-3 12 16,0 0-18-16,0-8-2 0,-2 8-3 0,2-7 3 15,0-3-8-15,-3 3 0 0,3-2-1 0,3 1-1 16,-1-1 2-16,-2-5-4 0,0 2-3 0,0-6 2 15,7 3-3-15,-7-4-3 0,1-2 4 0,1-1 3 16,1-2-1-16,-3-3-2 0,2-1-5 0,-2-2-3 16,5-2 7-16,-2 1 1 0,-3-4-1 0,0-4 3 15,0 7 3-15,0-7 16 0,0 7 33 0,0-7 35 16,0 0 19-16,0 0 12 0,0 0-6 0,0 0-12 16,0 0-9-16,0 0-8 0,0 0-2 0,4-18-1 0,-4 7-3 15,1 4-1-15,1-2-7 0,0-6-19 0,1 5-1 16,-1-3 0-16,2 0 0 0,1-1 5 0,0 0-4 15,2-3 7-15,-4 5-6 0,2-4-3 0,4 4-7 16,-3-2-1-16,1 2-6 0,-1 0-2 0,3 3-3 16,-3-2-3-16,1 3-4 0,1-3-2 0,-1 2-2 15,1 2-5-15,-1-1-3 0,3 1-5 0,-4 0 4 16,3 2-9-16,-6-2 4 0,2 5-3 0,-5 2-9 16,13-2 1-16,-5-1-2 0,-8 3-1 0,20 5-3 15,-11-3 1-15,-1 6-3 0,0-1 0 0,4 3-2 16,-4-1-2-16,0 4-4 0,0 1 7 0,4-1-8 15,-4 2-1-15,1 1-6 0,-3-1-8 0,-1 2-10 16,-1 1-23-16,2 0-19 0,-6-2-13 0,7 4-12 0,-6-5-26 16,-1-3-26-16,7 0-21 0,0 5-28 0,-6-10-13 15,1 3-12-15,3 1-24 0,-5-5-28 16,0-3-40-16,12 4-43 0,-8-2-47 0,3-3-236 0,1-1-701 16,4 2 311-16</inkml:trace>
  <inkml:trace contextRef="#ctx0" brushRef="#br0" timeOffset="36240.44">13741 14052 35 0,'0'-7'328'0,"1"-1"-8"16,-1 8-9-16,0-8-22 0,0 8-23 0,0-3-28 15,0 3-21-15,5-7-23 0,-5 7-19 16,0 0-21-16,0 0-13 0,-21 15-13 0,13-8-11 0,-2 7-10 16,-2-4 4-16,-1 8 6 0,1-1 3 0,-1 5-3 15,0 2-13-15,-2-2-11 0,2 2-1 0,3-2-5 16,1-2-7-16,3-3-6 0,-2 10-2 0,3-1-6 15,1 0-1-15,4 1-3 0,0-2-6 0,0-7-7 16,2 3-3-16,5-2 0 0,-1 5-4 0,-1-2-1 16,5 0-6-16,0-5-7 0,2-1-17 0,-1 0-20 15,1-2-32-15,3-1-30 0,-4 0-39 0,6-3-45 16,1 2-55-16,-3-6-54 0,0 2-44 0,3-4-270 0,0-1-626 16,-5-2 277-16</inkml:trace>
  <inkml:trace contextRef="#ctx0" brushRef="#br0" timeOffset="36787.26">13976 14265 140 0,'-2'-7'293'0,"-4"0"-1"0,4 3 1 0,2 4-4 0,-5-12-14 16,3 7-11-16,2 5-24 0,-3-7-25 0,3 7-8 15,0 0-15-15,0-8-25 0,0 8-14 0,0 0-17 16,12-3-9-16,-12 3-17 0,13 0 5 0,-13 0-25 16,16 3-4-16,-6 1-18 0,0-1-6 0,-2-2-2 15,2 6-12-15,-1 1-5 0,-3 0-5 0,1-3-4 16,1 6-7-16,-1 0 2 0,-1-1-7 0,-4 2-3 0,6 1-10 16,-8 2-7-16,5 2 3 0,-3 0 0 15,-2-3-4-15,-2-1-1 0,-3 0-13 0,0 2 9 16,0-3-2-16,-1 0 3 0,-1-3-2 0,1 1-2 0,2-2-2 15,-4 3-1-15,3-4 5 0,-2 1-3 0,7-3 5 16,-6-1 0-16,2 0 17 0,4-4-4 0,0 0-4 16,-5 6 0-16,5-6 1 0,0 0 3 0,0 0-4 15,0 0 4-15,0 0-1 0,5-26 2 0,-1 18-2 16,2-3 1-16,3-1-2 0,4-4 2 0,-5 1 1 16,5-4-2-16,-3 4-2 0,5-1 3 0,-2 1 3 15,1-1 8-15,-6 0 10 0,5-2 16 0,-5 8 7 16,1-4 7-16,2 1 1 0,-6 4 4 0,-1 0-3 15,2 1 3-15,-1 1 0 0,-3 1-2 0,0 0-9 16,-2 6-7-16,1-4-11 0,6-1-3 0,-7 5-11 16,0 0-4-16,0 0-1 0,0 0-5 0,0 0-1 15,5 13-1-15,-5-5 0 0,0-1-2 0,1 5-7 0,1 0 6 16,0 5-4-16,-2-2 3 0,3 3-4 0,-1-4-19 16,4 2-3-16,-4-3-13 0,3 7-21 0,-3-5-25 15,6 0-29-15,0 1-20 0,2-2-28 0,-2-2-40 16,1-3-56-16,6-2-64 0,-2 1-52 0,-3-2-209 15,1-1-624-15,1-2 276 0</inkml:trace>
  <inkml:trace contextRef="#ctx0" brushRef="#br0" timeOffset="37068.48">14593 14010 213 0,'0'0'374'0,"-6"-8"-23"16,6 8-22-16,-5-3-26 0,5 3-24 0,0 0-28 0,0 0-12 15,0 0-5-15,0 0 6 0,14 15 2 0,-2-5-3 16,-2 2-3-16,5 3-2 0,1 2-6 0,1 5-14 16,0 0-19-16,-3-3-19 0,3 3-18 0,3-2-19 15,-5 3-11-15,0 1-11 0,0-3-10 0,-4 3-12 16,-1-3-12-16,0 3-10 0,-3-2-6 0,-1 3-10 15,-6-4-4-15,7 2-16 0,-9 3-27 0,-3 1-41 16,-3-2-50-16,3 1-57 0,-5-5-45 0,-3 5-43 16,-2-3-46-16,0-1-60 0,0-5-76 0,0 6-264 15,2-8-728-15,5-2 322 0</inkml:trace>
  <inkml:trace contextRef="#ctx0" brushRef="#br0" timeOffset="37959.02">15980 14322 98 0,'0'0'220'15,"0"0"-6"-15,-5 3-14 0,5-3-9 0,0 0-5 16,0 0-9-16,-6 3 2 0,6-3-9 0,0 0-5 15,0 0-3-15,-2 4 5 0,2-4 1 0,-3 7-5 16,3-7 6-16,0 0 1 0,0 0 23 0,0 0 16 16,0 0 24-16,15 7 6 0,-9-6-4 0,9 2-16 15,5 2-19-15,1-3-12 0,11-2-22 0,11 2-19 16,3 3-17-16,6-5-8 0,-8 2-14 0,6-1-11 16,-5 2-11-16,3-2-6 0,-5 1-9 0,-9-2-7 0,3 1 0 15,-6-1-13-15,-3 0-6 0,-4 0 3 0,-3 0-13 16,2 0-2-16,-11 4-8 0,4-4-8 0,-2 1-12 15,-6-1-17-15,-8 0-34 0,16 0-24 0,-16 0-37 16,15 3-33-16,-15-3-37 0,5 0-31 0,-5 0-29 16,0 0-24-16,0 0-14 0,7 3-26 0,-7-3-33 15,0 0-290-15,0 0-675 0,0 0 298 0</inkml:trace>
  <inkml:trace contextRef="#ctx0" brushRef="#br0" timeOffset="39677.61">17902 13542 107 0,'0'0'244'15,"0"0"-14"-15,0 0-12 0,0 0-16 0,5-8-11 16,-5 8-23-16,0 0-11 0,0 0-15 0,-7-12-12 0,2 8-10 16,-3 3-7-16,8 1-6 0,-7-10-5 15,-3 9-5-15,-3-3-4 0,5 2-1 0,-9 1-5 16,-3-4-2-16,4 1-5 0,-1-3-4 0,-1 4-1 0,2-1-7 16,-1 1 2-16,-3-3-2 0,5 3-1 0,-1-1-8 15,1-1-2-15,3-1-2 0,2 3-3 0,-3 2-4 16,8-3-6-16,-5 3 4 0,10 1-9 0,-13-2 2 15,13 2 2-15,-8-1 1 0,8 1-15 0,0 0 1 16,0 0-5-16,0 0-2 0,0 0 2 0,-14 3-5 16,14-3-3-16,0 0-2 0,-1 9-1 0,1-3-3 15,0 3 2-15,0-1 0 0,0 0 0 0,0 2-2 16,0 6-1-16,0-5-1 0,0 6-4 0,0 2-1 0,1-1 4 16,-1 1-1-16,5-2-6 0,-5 10 6 15,2 0 0-15,-2-2-5 0,0 4 4 0,0-2-2 16,0 1-2-16,7 0 7 0,-7 4 0 0,0 5-2 0,0-5-7 15,1 9-1-15,-1-10-3 0,7-1 6 0,-7 10-2 16,8-8 5-16,-8-1 0 0,5 3 4 0,2-6 1 16,-4 1 7-16,0-1 10 0,-1 0-7 0,6 2 9 15,-1-6-8-15,1 2 8 0,-1 0 0 0,6-1 5 16,-6-9 4-16,3 4-2 0,-4-5 8 0,4 0 3 16,2 0-8-16,-2 1-2 0,1-4 6 0,6 2 1 15,-1-2-10-15,4-3 1 0,8 3-2 0,4-5-3 16,11 1 3-16,2 1-25 0,-11-8-14 0,-2-1-41 15,3 2-21-15,-4-5-57 0,5-6-49 0,-4 4-67 16,9-7-68-16,-9 1-304 0,-3 0-667 0,1-2 295 16</inkml:trace>
  <inkml:trace contextRef="#ctx0" brushRef="#br0" timeOffset="40375.39">18483 13499 126 0,'0'-11'345'0,"0"5"-13"15,0 0-28-15,0 6-31 0,-2-9-26 0,2 9-22 0,2-6-31 16,-2 6-20-16,0 0-18 0,0 0-21 0,0 0-9 15,0 24-10-15,3-7-11 0,-3-1-12 0,5 8-6 16,-3 0-10-16,1 3-8 0,-1 0-11 0,1 0 3 16,2 3-10-16,-3-6-2 0,1 6-6 15,-1-4-4-15,4 1-5 0,-3 1-3 0,1-8-3 16,-3-2 6-16,3 2-11 0,-1 0-1 0,2-4-3 0,-3 3 0 0,3-6-1 0,-5 2-1 0,1-6-4 16,1 1 0-16,3-2-1 0,-3-1 5 0,-2-4 11 15,3 5-1-15,-3-8 18 0,3 8 35 0,-3-8-11 16,0 3 27-16,0-3 11 0,0 0-3 0,0 0-7 15,0 0-13-15,0 0-5 0,0 0-7 0,25-14-8 16,-20 6-1-16,2 1-7 0,-2-1-7 0,0-2 0 16,8-4-3-16,-7 4-2 0,8-2-4 0,-4-1-6 15,-4 1 3-15,2 2 0 0,4 3 5 0,-7-3 0 16,5 2-6-16,-2 1-4 0,-1 0 0 0,1 3-2 0,-1-5-4 16,1 6-2-16,-3-1-2 0,-2-3 5 15,6 3-13-15,-9 4-3 0,8-3-2 0,0 1-4 16,-8 2-3-16,12 7 1 0,-6-5 6 0,3 6-9 0,-3-1-2 15,3 3-3-15,-1 3 6 0,-2-1-4 0,3 4 4 16,1 2-2-16,-2-1-9 0,-1 2-13 0,-1 7-17 16,-1-8-21-16,2 2-33 0,-1-1-21 0,3 4-26 15,-8-9-22-15,4 9-15 0,0-4-25 0,-1-2-35 16,-3-2-37-16,4 0-41 0,0-4-43 0,-2 0-197 16,1-3-602-16,1 0 266 0</inkml:trace>
  <inkml:trace contextRef="#ctx0" brushRef="#br0" timeOffset="40609.74">19219 14104 241 0,'0'0'281'0,"0"0"-26"16,7-4-25-16,-7 4-23 0,0 0-19 0,0 0-10 15,0 0-4-15,0 0-17 0,0 0-10 16,0 17-12-16,0-10-13 0,0 0-9 0,0 4-11 0,0 1-11 15,0-1-3-15,0 0-13 0,0 1-7 0,0 0-2 16,3 2-9-16,-1 1-8 0,1-2-7 0,1 1-6 16,-3-4-15-16,6 1-19 0,-6-2-39 0,4 1-46 15,-3-2-56-15,6-2-53 0,-1 1-60 0,1-1-152 16,-1-4-438-16,-1 1 195 0</inkml:trace>
  <inkml:trace contextRef="#ctx0" brushRef="#br0" timeOffset="40953.46">19554 13671 286 0,'-4'-10'299'0,"4"10"-6"0,0-8-12 15,0 8-16-15,0-7-14 0,0 7-23 0,0 0-25 16,0-8-20-16,0 8-21 0,0 0-17 0,0 0-12 16,0 0-16-16,-18 12-13 0,11-8-8 0,1 3-6 15,-7 5-5-15,1 0-2 0,-1-1-4 0,0 5-3 16,3-3-4-16,-2 2-5 0,4 2-8 0,-1-3 1 16,3 4-9-16,-2 2-1 0,3-4-8 0,1 7 3 15,-1-5-7-15,5 2 0 0,7-4 1 0,0 2-3 16,1 6-3-16,0-8-5 0,0 3 1 0,4-8-3 15,3 5-23-15,0-4-20 0,1-1-33 0,1-3-37 16,1 4-49-16,0-6-51 0,1-3-58 0,-1 0-58 16,-3-3-222-16,6-3-569 0,-6 3 251 0</inkml:trace>
  <inkml:trace contextRef="#ctx0" brushRef="#br0" timeOffset="41484.66">19794 13796 151 0,'0'0'290'15,"0"-11"-8"-15,3 8-8 0,-1-5-7 0,-2 3-15 16,0 5-18-16,10-8-13 0,-10 4-16 0,0 4-19 16,6-8-7-16,-6 8-31 0,5-3-14 0,0-1-18 15,-5 4-12-15,10-2-8 0,-10 2-12 0,10 0-9 16,-10 0-6-16,13 6-6 0,-5-5-9 0,1 2-3 15,-3 4-5-15,6-3-6 0,-4 2-1 0,0-3-11 16,1 9 0-16,-4-9-5 0,5 8-3 0,-7-2 9 16,2-2-20-16,0 2-4 0,2 2-5 0,-6 0-7 15,1 1 1-15,-2-3 2 0,0 6-7 0,0-3 1 0,-2-4-1 16,2 2 5-16,-6-1-7 0,2 1 0 16,-1-5-3-16,2 6 6 0,0-7-4 0,-1 4 5 15,-1-4 3-15,4 3 0 0,1-7 2 0,-5 5 4 0,5-5 1 16,-4 2 2-16,4-2 3 0,0 0 2 0,0 0-4 15,0 0-2-15,0 0 0 0,9-22 14 0,-3 14-12 16,-2-3 6-16,2 3 1 0,8-8-3 0,-6 5-3 16,3-8 3-16,3 4-2 0,1-1 2 0,-2-8-4 15,2-2 4-15,-2 13 3 0,-5-2 12 0,7 2 14 16,-8-2 20-16,3 4 8 0,-5 0 12 0,1 3 10 16,-6-3-2-16,5 3-7 0,-2 1-11 0,2 1-3 15,-3 3-2-15,-2 3-16 0,0 0-14 0,5-6-2 0,-5 6-9 16,0 0 4-16,0 0-7 0,-5 17 1 15,10-9-3-15,-5 4-2 0,0 3 0 0,0-4-5 16,2 4-10-16,-1 3 14 0,4-1-4 0,-3-3-3 0,5 4-2 16,-2-4-14-16,3 1-12 0,-5-1-13 0,5 1-20 15,4-3-23-15,-4 0-23 0,6-1-32 0,-6-3-47 16,7 0-49-16,0-4-40 0,-5 0-45 0,3-2-242 16,2-2-601-16,-4 0 265 0</inkml:trace>
  <inkml:trace contextRef="#ctx0" brushRef="#br0" timeOffset="41781.51">20419 13549 328 0,'0'0'347'0,"0"-5"-10"0,0 5-12 0,-8-7-8 15,8 7-27-15,0-7-21 0,0 7-30 0,0 0-11 0,0 0-20 16,0 0-15-16,0 0-5 0,0 0-6 0,28 14-17 15,-20-9-6-15,6 7-17 0,-1-1-16 16,-2 0-16-16,4 4-6 0,0-1-11 0,5 6-8 0,-3-1-12 16,-2 3-6-16,-1 0-5 0,1 2-6 0,0-3-9 15,-1 5-3-15,-8-8-8 0,2 7-8 0,-1-1-18 16,-5 2-36-16,1-7-20 0,-3 8-22 0,-3-11-18 16,1 4-22-16,-5-2-16 0,4 2-20 0,-5-4-32 15,-2 0-41-15,5 1-43 0,-5-7-51 0,2 7-238 16,-2-7-595-16,5 2 263 0</inkml:trace>
  <inkml:trace contextRef="#ctx0" brushRef="#br0" timeOffset="42093.97">20942 14083 142 0,'0'0'294'0,"7"5"-21"0,-7-5-9 16,0 0-19-16,7 3-16 0,-1 3-19 0,-1-3-19 16,2 1-20-16,-1 4-20 0,3-1-12 0,-4 0-16 15,1 1-12-15,3 0-15 0,-5 1-1 0,5 5-14 16,-1-6-8-16,-3 4-7 0,-3-1-8 0,1 1-4 15,-3 2-9-15,0-2-1 0,-3 3-6 0,3-2-17 16,-7-1-16-16,-1 0-26 0,-5 3-18 0,1-4-35 16,0 5-46-16,-6-9-55 0,0 5-59 0,1-2-192 15,-2-1-462-15,2-2 204 0</inkml:trace>
  <inkml:trace contextRef="#ctx0" brushRef="#br0" timeOffset="42923.57">21538 13305 261 0,'0'-6'308'0,"0"-3"-17"16,0 5-20-16,0 4-24 0,0 0-24 0,-1-9-18 15,1 9-27-15,0 0-15 0,0 0-18 0,0 0-8 16,0 0-15-16,0 0-13 0,11 25-13 0,-6-16-8 16,2 9-6-16,-2-3-10 0,3 4-6 0,2 4-1 15,-2 4-6-15,2 0-5 0,-3-2 2 0,-1 4-7 16,-1-2-4-16,2-2-1 0,-1 5-9 0,1 1 0 16,-5-3-3-16,1-2-7 0,0 1 0 0,-1 0-1 15,1-2-8-15,-3-4 4 0,4 0-4 0,-4-5-6 16,0 7 8-16,0-5-3 0,6 2-2 0,-6-5 2 15,0-3 7-15,0 0-11 0,4-1 2 0,-3 0-1 16,1-3-4-16,1 2 4 0,-1-4-2 0,1-2 1 16,-3 1 10-16,0-5 8 0,7 7 15 0,-7-7-1 0,8 3 19 15,-8-3 7-15,0 0-9 0,0 0 8 0,18-8 6 16,-13 5-1-16,5-5 3 0,2-1 1 16,-6 2-2-16,3-1 2 0,-3-3-4 0,4 0-1 0,0 3 5 15,-3-4 3-15,1 0-2 0,0 1 1 0,1 1 0 16,-3 3-9-16,2-7-5 0,-3 6-2 0,2 1 1 15,-4-1-1-15,2 3-5 0,-3-2-8 0,3 3-4 16,-3 1-4-16,3-3-7 0,-5 6-3 0,1-7-3 16,-1 7-4-16,5-3-5 0,-5 3-4 0,0 0 0 15,0 0-8-15,0 0-2 0,8-4-1 0,-8 4 0 16,0 0-1-16,12 9-2 0,-5-1 3 0,-1-2-10 16,-1 2-6-16,2-4-7 0,1 5-1 0,0 1-17 15,-1-2-14-15,1 8-22 0,2-4-27 0,2-1-27 0,-4 0-29 16,2 1-14-16,-3-4-19 0,1 7-30 15,-1-6-39-15,1 2-38 0,-6-2-44 0,1-2-310 16,-2 3-703-16,3-3 311 0</inkml:trace>
  <inkml:trace contextRef="#ctx0" brushRef="#br0" timeOffset="43277.39">22240 13986 111 0,'3'-7'294'0,"-3"7"-18"15,7-5-9-15,-1 2-21 0,-6 3-17 0,10-3-19 16,-10 3-19-16,12 0-16 0,-12 0-21 0,12 3-15 16,-12-3-12-16,0 0-12 0,13 3-16 0,-8-2-7 0,-2 4-11 0,-3-5-9 0,5 10-10 15,-5-2-5-15,2 0-5 0,-2 0-6 0,-2-3-5 16,2 4-4-16,-2-1-8 0,-3-1-2 0,2 5 0 15,-2-4 2-15,4 1-5 0,-6-2-2 0,2 2-4 16,2-5-3-16,-2 4 8 0,0-2-11 0,5-6 1 16,-4 9 0-16,3-5 6 0,1-4 6 0,-4 5 5 15,4-5 7-15,0 0 2 0,0 0 1 0,0 0-8 0,14 7-2 16,-6-5-5-16,4-2-2 0,-12 0-11 16,23-2-1-16,-5-2-25 0,-3 1-30 0,5-2-43 15,3 1-50-15,-5-1-49 0,9-6-53 0,-6 0-269 0,7-1-548 16,-5-1 243-16</inkml:trace>
  <inkml:trace contextRef="#ctx0" brushRef="#br0" timeOffset="43589.86">22705 13411 76 0,'-5'-5'275'0,"5"5"-13"0,0 0-17 0,-8-4-16 16,8 4-18-16,0 0-25 0,0 0-18 0,0 0-19 16,-7-4-11-16,7 4-16 0,0 0-11 0,0 0-6 15,-10 15-12-15,7-11-2 0,1 5-1 0,1 2 2 0,-4-2-10 16,1 0-9-16,-2 3-7 0,1 4-2 16,1 1-7-16,1 4-1 0,0-3-3 0,0 0-4 15,3 1-4-15,-5 8-8 0,5 0 1 0,0-4-4 0,0 4-3 16,5-2-3-16,-5-7-2 0,4 2 6 0,3 6-9 15,3-1-4-15,2-6-2 0,-2-7-1 0,1 8-8 16,6-1-32-16,-2-4-36 0,-1-1-50 0,3 2-35 16,11-5-48-16,-10-2-69 0,1-3-189 0,2 3-488 15,1-8 216-15</inkml:trace>
  <inkml:trace contextRef="#ctx0" brushRef="#br0" timeOffset="44136.69">22978 13634 216 0,'0'0'298'0,"-5"-8"-14"0,5 8-7 16,0 0-21-16,3-9-21 0,-3 9-15 15,5-10-19-15,-5 10-22 0,9-4-17 0,-6 0-17 16,-3 4-14-16,13-3-10 0,-6 0-20 0,-7 3-8 0,11 0-8 15,-11 0-10-15,19 5-9 0,-11-4-7 0,2 3-5 16,0 0-4-16,-2 0-5 0,0 4-8 16,2-4 1-16,-5 3-3 0,5 5-4 0,-3-4-3 0,1 4-7 15,-1 3-4-15,1-4 2 0,0 2-4 0,-3 1-3 16,-3-1-3-16,3 2-3 0,-3-1-8 0,-2 0-6 16,0 0-5-16,0-3-3 0,0 4-3 0,0-8-3 15,-2 7 2-15,-3-6 1 0,5 0 5 0,-2 3-7 16,-3-6 4-16,5 1 2 0,0-1 3 0,0-5-2 15,-8 7 8-15,8-7 1 0,0 0 0 0,0 0-1 16,0 0 2-16,0 0-1 0,0 0 0 0,0-19 8 16,0 11 1-16,3-2 1 0,2 1 5 0,-5-3 3 15,7-3-3-15,3 0 5 0,-5-5 2 0,8 5 1 0,-5-2 2 16,6-6-3-16,-6 8 6 0,8-9 0 16,-9 9 5-16,5-3 11 0,-4 3 0 0,0 2 24 15,2-3-1-15,0 6 5 0,-2 0 0 0,-4 3-5 0,1 2 10 16,0-3-19-16,-1 1-9 0,3 0-7 0,-7 7-11 15,3-4-5-15,-3 4-1 0,0 0 3 0,0 0-8 16,0 0 1-16,10 18-5 0,-11-10-1 0,2 2 4 16,-1 2 0-16,5 2-15 0,-3 3 9 0,0-3 4 15,1 2-6-15,0 3 10 0,-1-3-25 0,3 0-7 16,0 1-13-16,-2 1-16 0,5-1-17 0,-3-4-19 16,2 2-28-16,3-3-34 0,-2 2-41 0,5-4-45 15,-1-6-38-15,3 9-53 0,-7-11-164 0,4 3-524 16,1-2 232-16</inkml:trace>
  <inkml:trace contextRef="#ctx0" brushRef="#br0" timeOffset="44449.15">23460 13262 26 0,'-2'-3'335'0,"-4"-2"-17"0,6 5-18 0,-7-4-26 16,7 4-22-16,0 0-12 0,0 0-5 0,0 0-15 16,0 0-3-16,28 25-10 0,-10-18-11 0,-1 8 1 15,4-1-18-15,-2 8-9 0,7-2-17 0,-3 2-15 16,2 1-17-16,6 4-7 0,-1 3-16 0,-8-6-4 16,-4-1-14-16,5 1-5 0,-8-1-2 0,3 4-24 15,-5-3 2-15,-1 3-7 0,-4-1-9 0,-1-2-16 16,0 0-26-16,-7-6-39 0,0 2-18 0,-7 3-27 15,0-1-19-15,-1 0-26 0,-7 4-34 0,-1-3-48 16,-6-4-60-16,2 1-287 0,-6 3-613 0,3-2 271 16</inkml:trace>
  <inkml:trace contextRef="#ctx0" brushRef="#br0" timeOffset="44980.36">24324 13833 201 0,'0'0'239'0,"0"0"-25"16,0 0-19-16,0 0-16 0,0 0-3 0,0 0-11 15,0 0-14-15,0 0-8 0,1 27-15 0,-1-20-10 16,0 4-16-16,0-3-4 0,-6 4-8 0,6-4-9 15,-2 4-10-15,-1-1-8 0,1 0-2 0,1 1-8 16,-1-5-6-16,-3 2-2 0,-2-2-5 0,7 1-3 0,-1-1-13 16,-1 2-37-16,-1-2-26 0,3-3-36 0,-4 2-42 15,4-6-51-15,0 0-218 0,-8 3-416 0,8-3 185 16</inkml:trace>
  <inkml:trace contextRef="#ctx0" brushRef="#br0" timeOffset="45214.71">24908 13573 87 0,'7'-4'349'0,"1"0"-14"15,0-4-14-15,-8 8-33 0,13-3-20 0,-6-2-22 16,1 2-20-16,1 1-26 0,2 0-19 0,-1-1-20 15,2 1-18-15,1-1-12 0,-3 0-18 0,1 1-33 16,3 2-53-16,4 1-44 0,-6 0-63 0,1 2-53 16,5 0-56-16,-5 2-67 0,0-3-158 0,2 0-448 0,0 5 199 15</inkml:trace>
  <inkml:trace contextRef="#ctx0" brushRef="#br0" timeOffset="45370.94">25391 13517 19 0,'0'0'212'0,"9"-5"-17"16,-9 0-18-16,0 5-17 0,8-5-14 0,-3 2-16 15,-5 3-13-15,10-5-9 0,-10 5-17 0,13 0-34 16,-5-2-39-16,-8 2-49 0,20 0-40 0,-8 2-51 16,-4-1-79-16,5 6-218 0,-1 0 96 0</inkml:trace>
  <inkml:trace contextRef="#ctx0" brushRef="#br0" timeOffset="45542.8">25721 13527 293 0,'3'-10'291'0,"0"8"0"15,2-4-12-15,0 3-11 0,0-3-13 0,0 1-23 16,3 0-23-16,-1-2-20 0,1 6-15 16,4-5-12-16,-4 5-24 0,4-6-15 0,-6 7-29 0,8-1-34 15,-3-1-51-15,-1 2-59 0,2 3-59 0,-1 1-71 16,4-3-74-16,-5 6-159 0,8 1-446 0,-3 3 197 15</inkml:trace>
  <inkml:trace contextRef="#ctx0" brushRef="#br0" timeOffset="48075.33">26439 12813 120 0,'0'-15'280'0,"-5"7"-5"0,5-2-10 0,-2 2-11 0,2 3-18 16,-1-2-26-16,1 7-20 0,-2-12-19 0,2 12-22 15,0 0-20-15,0 0-7 0,0 0-15 0,0 0-16 16,0 0-2-16,3 29-7 0,-1-11-12 0,1 0-6 15,4 6-4-15,-5 0-9 0,1-2-6 0,2 5-4 16,2 4-6-16,-2-4 0 0,0 4-2 0,4 7-5 16,-4-10-6-16,2-1 1 0,-4 4-5 0,2-2 0 15,4-2-3-15,-8 2 2 0,4-2-3 0,0 0 4 16,0-2-8-16,-2-7-3 0,2 9 3 0,-3-7-1 16,5 3-4-16,-6-6 0 0,-1 2 8 0,7-2-8 15,-7 1 1-15,7 0 0 0,-6-6-2 0,3 6 2 16,-4-9-3-16,3 5 3 0,-3-10-5 0,2 5 6 0,4-2-4 15,-6 0 2-15,0-5 4 0,0-2 6 0,3 10 17 16,-3-10 15-16,4 5 24 0,-4-5 20 16,0 0 15-16,1 4 24 0,-1-4 1 0,0 0-15 0,0 0-6 15,0 0-15-15,14-19-12 0,-11 17-7 0,0-8 0 16,4 2-2-16,-2-1-15 0,5-5-8 0,-4 3 2 16,3-2-6-16,-3-2-5 0,4 0-4 0,-3 3-5 15,1-3-7-15,-1 3-3 0,4 1-1 0,-2-2-1 16,1 4 2-16,-4-1-5 0,1 2-3 0,-1-1 1 0,3 3-2 15,-4 0-7-15,-2 1 0 0,2 1-1 0,2 1-2 16,-1-2-3-16,-6 5-1 0,17 0 0 0,-17 0-4 16,16 2 1-16,-4 0 2 0,-2 2 1 0,5 3-5 15,-4-2-4-15,4 6 0 0,-3-3 9 0,1 7 0 16,0-6-3-16,0 5 3 0,-1-2-4 0,3 0 0 16,-7 0 1-16,5 3 2 0,-4 1-3 0,2-2 3 15,-2 6-9-15,-3-7-8 0,-4 1-18 0,6-1-18 16,-1-3-12-16,-7 2-35 0,0-1-11 0,5 2-17 15,-4 0-18-15,-1-4-18 0,0 3-28 0,-1 3-42 16,1-2-44-16,0-3-35 0,0 2-247 0,1-3-608 16,-1 1 269-16</inkml:trace>
  <inkml:trace contextRef="#ctx0" brushRef="#br0" timeOffset="48403.43">27257 13627 152 0,'0'0'203'0,"0"0"-13"0,0 0-15 0,0 0-6 15,0 0-3-15,1 23-13 0,4-14-13 0,-5 1-13 16,2 1-16-16,-2 1-7 0,3 3-7 0,1 0-10 16,-4 2-6-16,1 1-9 0,6-5-8 0,-7 2-5 15,0 5-5-15,3-7-4 0,-3 5-10 0,3-6 2 0,-3-1-5 16,0 2-4-16,2-1-3 0,3-2-3 16,-5 1 2-16,0-2-8 0,7 2-1 0,-7-3-23 15,1 0-41-15,-1-1-48 0,4 0-31 0,-1-3-48 0,4-1-179 16,-7-3-380-16,8 6 169 0</inkml:trace>
  <inkml:trace contextRef="#ctx0" brushRef="#br0" timeOffset="48684.65">27483 13776 82 0,'-6'-6'216'0,"-1"5"-13"15,7 1-9-15,-6-3-14 0,6 3-12 0,-12-7-12 16,7 5-10-16,5 2-10 0,0 0-1 0,-21 2-4 16,12 0-16-16,9-2-3 0,-13 1-9 0,5 3-12 15,8-4-8-15,-14 4-6 0,8 0-4 0,6-4-8 0,-8 8-2 16,6-5-5-16,-3 0-6 0,5 3-2 16,0-6-2-16,-3 12-2 0,6-5 0 0,-3-2-4 15,0 1-6-15,7 6 1 0,1-5-6 0,-2 0-2 0,13 3-2 16,-8 0-3-16,4-1 1 0,5-1-16 0,0 3-27 15,-4-3-40-15,13 3-41 0,-8-3-37 0,-1-7-52 16,1 2-53-16,1 1-151 0,-7 1-424 0,8-5 188 16</inkml:trace>
  <inkml:trace contextRef="#ctx0" brushRef="#br0" timeOffset="49153.35">27932 13146 159 0,'-3'-6'305'0,"3"6"-12"0,-2-9-16 0,-1 3-13 15,3 6-11-15,-2-7-18 0,-3 2-14 0,5 5-27 16,-5-5-16-16,5 5-26 0,0 0-13 0,-15 0-16 15,15 0-13-15,-13 8-6 0,5-5-14 0,-2 3-6 16,3 4-2-16,-6-1 0 0,3 5-14 0,2-1-4 16,-4-2-2-16,6 5-9 0,-6-2-4 0,5 2-5 0,1 1 4 15,1 0-8-15,3 3-5 0,2 0 3 0,0-1-1 16,3-4-4-16,2 8 0 0,9 1-3 16,-3-1-1-16,1-1-8 0,4-1-2 0,6 2-7 0,-1-1-16 15,4-4-21-15,-3-1-35 0,6-1-40 0,-7 0-55 16,7-4-55-16,-4-2-44 0,5-3-66 0,-9 1-169 15,-3-3-530-15,4-1 235 0</inkml:trace>
  <inkml:trace contextRef="#ctx0" brushRef="#br0" timeOffset="49778.3">28074 13279 287 0,'0'-2'314'0,"0"2"-26"0,5-14-20 15,-3 10-26-15,3-4-18 0,-2 2-18 0,4 1-25 16,-2 1-17-16,3 0-16 0,-1-1-19 0,1 3-10 15,0-2-15-15,2 4-7 0,-10 0-10 0,25 2-9 16,-15 2-10-16,3 1-9 0,0-4-5 0,-3 5-2 16,2-3-12-16,-2 5 0 0,0 1-6 0,0-2-6 15,-2 2 0-15,-1-2-4 0,-1 5 0 0,-4-2-2 16,1 0-5-16,1 1-3 0,-1 2-5 0,-3 1 2 16,-3-1-3-16,-1 2 0 0,1-5 3 0,1 6-6 15,-1-5-3-15,-4-3 5 0,7 7-4 0,-6-7 4 16,1 0-5-16,1 0 8 0,1-4-10 0,0 1 1 15,3-5 2-15,-3 6 3 0,3-6 5 0,0 0-2 16,0 0-1-16,0 0 1 0,0 0-3 0,0 0-1 0,0 0-4 16,0 0 0-16,13-19 3 0,-8 11-3 0,5 1-5 15,0-1 4-15,3-4 7 0,3 0-11 0,-7-2 6 16,6 2-9-16,-1 0 3 0,0-3-1 16,1 5 2-16,-1-4-6 0,1 1 9 0,0-4-5 0,-8 8 6 15,3-1 1-15,1 1 4 0,-4 3 18 0,0-4 13 16,-4 2 0-16,2 2 2 0,-2 0-2 0,2 0-6 15,2 3-4-15,-7 3-1 0,0 0 1 0,3-6-17 16,-3 6-5-16,0 0 5 0,0 0-5 0,7 12 0 16,-7-6 0-16,0 3 1 0,6 0 3 0,-6 3 5 15,5 2-12-15,-1 1 2 0,4-1 0 0,-1 1-1 16,2 2 2-16,1 1-4 0,-1-2-9 0,6 4-6 16,-2-5-18-16,-3 0-24 0,5 0-40 0,-2 1-46 15,2-5-50-15,3-2-48 0,0 1-63 0,-6-2-174 16,4 1-515-16,-4-6 229 0</inkml:trace>
  <inkml:trace contextRef="#ctx0" brushRef="#br0" timeOffset="50028.27">28698 13078 226 0,'2'-2'252'0,"-2"2"-12"0,0 0-16 0,22 2-9 0,-9 3-21 16,-3 1-11-16,5 1-6 0,4 5-2 0,-4-1-17 16,0 2-15-16,8 5-11 0,1 2-13 0,-6-2-10 15,0 2-15-15,-6-5-7 0,4 4-11 0,-1-1-4 16,-8-1-9-16,3 3-3 0,-4-1-10 0,-1 1 0 16,-2 4-8-16,-3 2-8 0,0-1-19 0,-3-8-36 15,-8 7-39-15,1 0-41 0,3-6-52 0,-6 0-56 16,1-1-232-16,-3-2-478 0,4-2 211 0</inkml:trace>
  <inkml:trace contextRef="#ctx0" brushRef="#br0" timeOffset="51085.36">28905 12399 135 0,'-8'-12'317'0,"0"-2"-6"0,3 5-11 16,1 2-11-16,-1 1-13 0,4-1-12 0,-3 2-19 0,4 5-23 0,-3-12-23 15,2 9-23-15,1 3-13 0,0 0-22 16,0 0-16-16,9-6-5 0,-9 6-18 0,22 9-7 0,-12 0-9 16,3-3-10-16,2 5-3 0,5 0-13 0,-5 1-7 15,10 4-4-15,-4 0-1 0,-6-1-12 0,7 3 2 16,-8-2-6-16,1 0 0 0,0 4-5 0,0 0-3 15,2-1-8-15,-7 4 0 0,0-5-2 0,-2-2 1 16,-2 4 4-16,3-4-12 0,-3 10-8 0,1-3 1 16,1 2 1-16,-3 2-3 0,2-1 2 0,-4-3-1 15,2 4 4-15,-2 0-9 0,2 2 9 0,0 0-6 16,-1-1 2-16,2-1-1 0,-1 3 4 0,0 1 2 16,0-4-7-16,3 5 3 0,-1-2 2 0,5 9-4 15,-7-9 5-15,1-2-8 0,1 3 1 0,1-6 7 16,0 7-5-16,1-5-7 0,1 1 10 0,-4 0-5 15,4 2 11-15,-2-3-6 0,-1 2 0 0,1-2 0 0,1 0 3 16,-3 0 6-16,7 0 4 0,-6 0 2 0,1-3 0 16,-1 1-1-16,-5-5-4 0,4-1 0 0,1 0 2 15,-5-2-2-15,4 0-3 0,-6 1 2 0,7 1 0 16,-7-2 9-16,0 0 8 0,0-1-17 0,0-2 6 16,0 2-4-16,0 2 0 0,-7-8 6 0,7 5-4 15,-6 1 2-15,6-5 1 0,-2 0-1 0,-3-2 0 16,3 3-8-16,-4 2 8 0,4-6 0 0,-1 4 0 15,-6-1-4-15,8-5 2 0,-4 4 4 0,-5-1-7 16,3-1 7-16,-8 6-10 0,4-10 1 0,-6 8-1 16,6-5-35-16,-9 0-35 0,5 2-27 0,-3-4-32 15,-2 3-49-15,-8-1-53 0,3 4-78 0,-3-4-315 16,0 2-666-16,3-1 295 0</inkml:trace>
  <inkml:trace contextRef="#ctx0" brushRef="#br0" timeOffset="56336.38">14050 15209 146 0,'0'0'155'0,"0"0"-17"0,-15 10-10 0,9-3-3 16,1 3-8-16,-2 3-9 0,-3 3 3 0,2 10-10 16,1 0-6-16,6 3 6 0,-6-2-5 0,0 5-5 15,7-2-4-15,-1 0 0 0,-1 0-2 0,-3 0-2 0,5 2-5 16,-1-4-6-16,1 0-3 0,-2 3 8 0,2-3-3 15,0-1-3-15,-5-1-3 0,0 1-4 16,3-4-1-16,1-1-2 0,-4-8 1 0,5 6-6 0,-2-1 6 16,-1-4-2-16,3 4 0 0,0-4 3 0,-4-7-6 15,4 4-4-15,0 0-1 0,-1-2-3 0,1-3 1 16,1 5 0-16,-1-4 5 0,0-1 6 0,4 3 9 16,-1-2 7-16,4-4 5 0,-1 3 5 0,9 0-5 15,2-1-9-15,-1 1 1 0,9-2-13 0,8-3 16 16,-3 4-24-16,6-5-8 0,12 3-4 0,-1-2-8 15,-3 1-6-15,6-3 5 0,-4 0-4 0,-1 0 1 16,1 0 1-16,-12 0-19 0,2-3-19 0,-5-3-25 16,-2 0-34-16,-8 1-28 0,1 1-40 0,-6-2-45 0,-1 0-57 15,3-1-61-15,-10 3-252 0,-4-3-597 16,2-1 264-16</inkml:trace>
  <inkml:trace contextRef="#ctx0" brushRef="#br0" timeOffset="57414.41">15502 15975 45 0,'11'-14'283'0,"-7"2"-10"0,1 1 3 16,1-8-14-16,-4 6-12 0,-2-2-7 0,5 4-15 16,-5 1-20-16,0-2-15 0,-5 3-15 0,5-3-24 15,-7 4-12-15,4 2-15 0,-9-1-13 0,6 2-10 0,-11-2-11 16,1 5-14-16,-4-2-9 0,-3 4-8 0,1 1-6 15,-9 9-8-15,-1-3-2 0,-1 3-6 16,-2 2 1-16,2 2-7 0,5-2-5 0,-15 9-2 0,22-2-2 16,-9-1-5-16,7 5-5 0,3-3 3 0,2 0 7 15,1 0-9-15,5-2-5 0,4-2-3 0,2 1 4 16,4-2-1-16,-1 3 5 0,8-6-10 0,-4 0 2 16,7 2 2-16,6-9-7 0,1 6 10 0,1-7 0 15,4 1-3-15,-2-5-4 0,2 0 2 0,8-1-4 16,-6-6-3-16,6 2 1 0,-3-7 0 0,-4 4 3 15,-1-3 0-15,-3 1-2 0,-1-3 2 0,1-1-3 16,-2 1 5-16,-4-3 4 0,1 1 4 0,-4 2 13 16,2-4 12-16,-3 5 22 0,-1-3 9 0,-1 10 17 15,-1-6-12-15,-1 2 3 0,0 2 9 0,-1 0 3 16,1 2-8-16,-3 5-9 0,2-11-10 0,-1 8-9 16,-1 3-7-16,9-5-11 0,-9 5-8 0,0 0-5 0,0 0-3 15,0 0-7-15,0 0-2 0,0 0-1 0,0 0-2 16,-10 24-4-16,8-16-5 0,-1-1-5 15,3 4-10-15,0 1-10 0,-2 2-9 0,2 0-7 0,2 3 1 16,-2-4-5-16,3 2-8 0,0-3-3 0,6-1-10 16,-4-2-6-16,3 2-10 0,0-3-15 0,5-3-16 15,2 2-18-15,0 4-19 0,2-8-14 0,3-3-17 16,1-2-6-16,2 1-8 0,-3-7-4 0,2 1 4 16,8 3 2-16,-6-10 17 0,3-3 17 0,-4 5 17 15,-1-5 13-15,-4 0 9 0,2-3 29 0,-7 7 28 16,-2-5 34-16,-1 3 34 0,0 3 31 0,-1-3 20 15,-9 6 17-15,6-5 16 0,2 5 13 0,-8 1 6 16,0 0-1-16,0 1-3 0,5-4-5 0,-5 8-9 16,0 3-14-16,2-8-10 0,-2 8-4 0,0-7-13 15,0 7-6-15,0 0-4 0,0 0-3 0,0 0-4 16,0 0-6-16,-15 22 0 0,9-11-5 0,-1-2 1 16,5 1-4-16,-1-1-1 0,0 1 0 0,3 2-4 0,0-4 1 15,-4 4-3-15,4-1 3 0,0-2-5 0,4 0 0 16,-4-1-2-16,6-3 1 0,-4 2 4 15,3-2-7-15,-5-5 1 0,16 8 1 0,-9-6-1 0,8-2 1 16,0-5-2-16,5 4-2 0,-4-7-1 0,-1 4 1 16,7-5-1-16,-2 1 1 0,1-1 1 0,-4 1 5 15,-1-2-3-15,-1 0-5 0,0-1 5 0,-3 5 4 16,2-3 16-16,-5 3 14 0,-1 0 10 0,0 1 3 16,1-2 3-16,-4 6-10 0,-5 1-8 0,9-7-6 15,-7 4-6-15,-2 3-5 0,0 0-2 0,0 0-1 16,0 0-10-16,12 10 7 0,-6-6-1 0,-6 5-5 15,5-2-1-15,-1 4 0 0,2-2 0 0,1-2-1 16,-2 4 3-16,5 2-4 0,-2-1 5 0,-1 1-8 0,8 0 6 16,-2-1-2-16,-3-3-1 0,5-2-3 15,6 4-2-15,-4-7 0 0,3-1 0 0,1 2-4 16,1-5 0-16,-3-3-6 0,1-3-18 0,-1-1 0 0,4 0-29 16,-3 0-19-16,4-6-18 0,6-4-22 0,-8-1-23 15,1-2-35-15,-8 2-35 0,6-6-30 0,1-3-36 16,-2-10-160-16,-2 1-471 0,-5 8 209 15</inkml:trace>
  <inkml:trace contextRef="#ctx0" brushRef="#br0" timeOffset="57601.89">16728 15616 84 0,'7'-19'72'0,"-4"1"7"0,2-2 36 16,-3 4 27-16,-2 1 29 0,3 0 13 0,-3 0 13 15,2 5 11-15,-4-1 3 0,2 2 6 0,2 3-3 16,-2 2-11-16,0-5-14 0,0 9-20 0,0-8-23 16,0 8-12-16,0-6-18 0,0 6-13 0,0 0-7 15,0 0-11-15,0 0-9 0,-7 23-8 0,6-15-6 16,-3 6-8-16,1 2-6 0,3 3-8 0,0-2 0 15,0 8 0-15,-2 3-8 0,2 0-2 0,2-2 2 16,1 2-7-16,-3-1 0 0,5 0-5 0,0 4-1 0,2-3-3 16,-4 1-16-16,4-5-27 0,-4 1-30 15,4 4-34-15,-4-10-50 0,0-3-57 0,4 3-57 16,-5-6-245-16,1 2-539 0,-3-6 238 0</inkml:trace>
  <inkml:trace contextRef="#ctx0" brushRef="#br0" timeOffset="58054.97">16598 15810 140 0,'-4'-8'318'0,"-2"4"-3"0,1 3-2 0,0-5-10 16,1-2-15-16,4 8-20 0,0 0-12 0,0 0-26 16,0 0-21-16,9-11-34 0,-9 11-9 0,15-1-22 15,-2 1 3-15,2-1-29 0,1 1-9 0,2 1-15 16,1 3-4-16,0 1-4 0,6-2-20 0,-6 1-2 15,2 1-13-15,-3 1 0 0,4-2-6 0,-6 3-13 16,4 0 1-16,-3 2 0 0,-2-5-5 0,-2 0 1 0,-5 1-5 16,0 6 13-16,7-7-20 0,-10 3-5 15,4-2-5-15,-3 6 3 0,2-2-3 0,-3 1-2 16,-3-1 14-16,5-1-2 0,-1 1-12 0,-4 0-6 0,5 2 0 16,1-3 6-16,-8 4-6 0,6 2-2 0,1-4 7 15,1 1 0-15,2 1-4 0,-3 0 2 0,6-3 3 16,2 0 0-16,2 0-7 0,1-2 1 0,3-2-3 15,-2 2 4-15,2-4-1 0,1-3-1 0,-3 2-7 16,0-7 7-16,1 5 3 0,-4-4-1 0,-1-4 2 16,-2-2-6-16,2 1 7 0,-7-4-5 0,6-1 17 15,-8-1-17-15,3-2 5 0,-9 2 0 0,0 2-8 16,-7-2 4-16,5 0-4 0,-6 0 5 0,-4-1-3 16,2 6 3-16,-3-3 13 0,-8 2-24 0,6 4 5 15,-7-2-10-15,2 3-11 0,-3 1-18 0,0 2-18 16,0-2-24-16,1 3-23 0,4 2-14 0,-2 6-20 15,-1-5-31-15,4 2-44 0,2 4-42 0,5-2-19 16,-1 6-189-16,6-8-506 0,-3 3 224 0</inkml:trace>
  <inkml:trace contextRef="#ctx0" brushRef="#br0" timeOffset="59054.88">17481 15772 114 0,'0'0'212'0,"0"0"-24"15,0 0-18-15,0 0-15 0,0 0-9 0,0 0-12 16,4 17-8-16,-4-9-4 0,-4-3-11 0,4 4-7 16,-1 3-14-16,1-4-7 0,-2 4-5 0,2 1-10 15,0-4-4-15,0 6-9 0,0-4-3 0,2 2-5 16,-2 1-4-16,1-2-2 0,-1-3-5 0,4 0-3 15,-1-3-3-15,-3 1-1 0,7 0-4 0,-6 0 3 16,6-1-3-16,-7-6-1 0,7 4-6 0,-7-4 4 0,16-4 1 16,-9-1-2-16,3 2 1 0,5-5 5 15,-6 1-1-15,6-5 6 0,-6 7 4 0,-1-6 8 16,5-1 2-16,2 1 10 0,-2 3 17 0,-3-4 4 16,2 1 1-16,-2 0-1 0,-4 4 5 0,3 1-3 0,-8 0-9 15,4-2-5-15,5 4-5 0,-7-1-7 16,-3 5-12-16,7-4-1 0,-4 1-9 0,-3 3-3 15,0 0-4-15,0 0-1 0,0 0-2 0,15 4-3 0,-11 3-3 16,-3-2-3-16,3 3-1 0,-4-1 0 0,3 1-4 16,0 4 0-16,2-5-5 0,-5 1 1 0,2 4-4 15,-2-1 2-15,5-3-2 0,-4 0 0 0,1-2-1 16,-2-6-1-16,0 9 12 0,3-5-9 0,-3-4 0 16,4 8 4-16,-4-8 0 0,6 3 1 0,-6-3 5 15,0 0-2-15,0 0 9 0,22-9 10 0,-17 2 4 16,3 4-7-16,-1-5 19 0,3 0 14 0,-2 4 2 15,0-3 4-15,5-4 19 0,2 2 1 0,-3 5 6 16,6-6-7-16,-11 5-5 0,3-3-3 0,1 2-8 0,-2 1-9 16,-1 2-6-16,-2-4-2 0,3 2-8 15,-3 4-8-15,4-2-4 0,-10 3-4 0,17 0-2 16,-17 0-10-16,16 4-2 0,-7-1-35 0,-3 5-11 16,3-5-24-16,2 3-17 0,1 1-16 0,4 4-16 0,-2-3-22 15,5-5-24-15,-4 9-20 0,2-5-21 0,3-1-18 16,0 3-10-16,-2-3-13 0,5 0-6 15,-3 0 1-15,0-3-1 0,-2 1 6 0,3-2 8 0,1-4 20 16,-1 1 16-16,-4-2-100 0,4-1 254 0,-4-3-95 16,1-2 25-16,-1 1 20 0,-2-2 25 0,-2-3 25 15,-5 2 24-15,-3 3 30 0,0-6 19 0,0 8 29 16,-3-8 13-16,1 2 10 0,-6 8 4 0,1-8-2 16,0 6-1-16,-3-1-10 0,-4 1-8 0,2-1-6 15,-5 3-9-15,1 3-2 0,-4-3-4 0,-5 4-6 16,5 0-3-16,-1 4-6 0,-4-1 0 0,5 2-6 15,-2 0-2-15,-1 5-1 0,3-2-5 0,5 0-2 16,-10 0 1-16,12 0-2 0,0 1-2 0,-2 0 0 16,3-3-3-16,4 0-1 0,-5 3 3 0,4-3 2 15,1 2-5-15,1 0 1 0,4-3-3 0,-2-5 2 16,10 12-7-16,-5-9 1 0,5 3-6 0,0-5 4 16,-2 4-1-16,4-5-1 0,-1 3-3 0,9-3 4 0,-3 1-3 15,-2-2 0-15,3 1 2 0,-2-3 2 16,1 2-2-16,-4 1 1 0,0-4 1 0,-1 3 3 15,-5 1 7-15,-7 0 16 0,0 0 9 0,19 0 18 0,-19 0-1 16,9-3 2-16,-4 0-9 0,-5 3-1 0,0 0-9 16,0 0-3-16,11 0-3 0,-11 0-6 0,0 0 1 15,0 0-8-15,7 4-1 0,-7-4 0 0,0 8-2 16,0-8-4-16,0 7 1 0,0 0-5 0,0-7 4 16,0 8 0-16,3 1-5 0,0-1 4 0,-1-1-2 15,5-2 0-15,-2 2 0 0,3 1-5 0,2-1-5 16,-3-2-8-16,4 1-19 0,6 0-32 0,-2-3-31 15,6 1-27-15,-6 1-31 0,7-2-20 0,-6-4-25 16,6-1-17-16,-3 0-122 0,3-2-359 0,-5 1 159 16</inkml:trace>
  <inkml:trace contextRef="#ctx0" brushRef="#br0" timeOffset="59601.7">18898 15537 243 0,'-10'-17'274'0,"5"1"6"0,0 4 3 0,-1-4-3 16,-1 5-5-16,4 0-7 0,-2-1-7 0,2 4-12 0,-1 0-15 16,1 1-21-16,0 0-13 0,3 7-20 0,-4-8-13 15,4 3-15-15,0 5-13 0,0 0-21 0,-1-11-14 16,1 11-6-16,0 0-20 0,0 0-4 0,-5-4-12 16,5 4-7-16,0 0 2 0,0 0-7 0,0 0-7 15,0 0-12-15,0 0-1 0,5 24 15 0,-4-13-19 16,-1-3-5-16,0 7-8 0,4 2 7 0,-4 0-1 15,0 2 1-15,3 1-3 0,-3 5 8 0,2 1-19 16,-1 2 1-16,-1 6 3 0,4-7-2 0,-1 5 1 16,2 1-7-16,-2-5-10 0,0 6-20 0,1-5-7 15,-3 3-24-15,3 1-9 0,-1-3-19 0,0-5-10 16,-3-5-19-16,0 4-23 0,4-4-10 0,-4-4-18 16,0-5-17-16,0 4-12 0,0-5-10 0,0-6 4 15,0-4 19-15,-4 8-2 0,4-8 1 0,0 0 20 0,0 0 7 16,0 0 20-16,0 0 13 0,-11-20 15 15,9 13 15-15,0-2 14 0,2-3 37 0,-3 1 18 16,3-4 27-16,0 5 21 0,0 0 29 0,0-7 29 0,0 7 19 16,5-6 22-16,-5 8 14 0,2-2 15 0,-2 1 14 15,1 1 3-15,4 0 0 0,0 1-10 0,-1-1 3 16,-4 2 6-16,5 0-13 0,-5 6-8 0,3-9-14 16,0 4-15-16,-3 5-5 0,5-4-12 0,-5 4-16 15,0 0-9-15,0 0-10 0,0 0-5 0,28 12 0 16,-19-6-12-16,-3 0-9 0,7 1 0 0,2 7-7 15,0-5 5-15,-6 6-13 0,5-3 0 0,0 3-3 16,6 3-2-16,-6-1-2 0,-4-4-4 0,5 5-28 16,0-3 0-16,-8-3-36 0,6 0-20 0,-5 0-18 15,2-3-24-15,-3 0-29 0,-2-3-29 0,3 1-35 16,-1 0-37-16,-6 0-32 0,1-2-38 0,1-2-169 16,-3-3-521-16,2 5 230 0</inkml:trace>
  <inkml:trace contextRef="#ctx0" brushRef="#br0" timeOffset="61085.94">19491 15736 103 0,'-4'-7'342'0,"3"-1"-22"0,-4 1-14 16,0-1-20-16,2 3-28 0,-2-2-21 0,-2 4-26 16,7 3-18-16,-13-4-23 0,4 1-19 0,9 3-15 15,-16 7-14-15,3 0-14 0,4 0-8 0,-6-1-14 16,1 8-3-16,0-4-11 0,4 2-4 0,-1 3-6 16,6 2-8-16,5 1-6 0,-3-5-1 0,1 6-3 15,2-2-2-15,5 2-5 0,5 3-1 0,-2-5-8 16,7 6 3-16,0-2-3 0,0-9-6 0,5 1 4 15,-4-3-16-15,7-1-14 0,-3-4-13 0,2 0-4 16,6-3-15-16,-7-1-3 0,3-1-11 0,-6-3-4 16,3-2 6-16,2 3-4 0,-3-6 4 0,3-3 2 0,-1 1 3 15,-5 1 7-15,-3-6 1 0,0 3 4 0,-1-4 1 16,2 2 5-16,-7 1 5 0,7 2 4 16,-10-4 4-16,-3 7 4 0,3-2 0 0,-4 0 6 15,-1 2-3-15,0-1 0 0,0 3-1 0,-6 0-2 0,4 0-1 16,-3 5 1-16,-5-4 2 0,10 5 1 0,-21-1-1 15,12 7-1-15,-2-5 0 0,-3 3 3 0,4 3 0 16,4-2 0-16,-2 3-1 0,1-4 1 0,0 3-2 16,-1-2 4-16,8 6 0 0,-7-7-1 0,7 1-1 15,0-5 1-15,0 14-1 0,2-10 4 0,-2-4 0 16,13 3-1-16,-6-2-1 0,-7-1 0 0,17-1 3 16,-11 2-2-16,6-1 1 0,-2-1 0 0,1-1-4 15,-1-2 4-15,3 3-1 0,-4-1 2 0,1-3 1 16,1 4-1-16,-3-2 4 0,4 2 0 0,-7-1-3 15,-5 2 0-15,13 0-5 0,-13 0 6 0,14 0-5 16,-14 0 2-16,0 0 1 0,14 2-3 0,-10 2 6 16,1 2-5-16,0 0 3 0,0 2-3 0,0-5 2 15,1 5-2-15,1 0 5 0,-1 0-6 0,3-1 2 0,1-3-2 16,-4 7 1-16,3-3 0 0,4 0 2 16,2 1-1-16,-4-1-3 0,3-5 2 0,-3 1-3 15,4-2 3-15,0-4-2 0,0 2-2 0,6 0 3 0,-7-3-2 16,0 1 1-16,1-5-2 0,0 0 0 0,-5-1 0 15,5 0 1-15,2-4-2 0,-7-2 1 0,-1-1 2 16,3 2 0-16,-4-10 3 0,1 8-2 0,1-8 2 16,-4-3-1-16,4-3 4 0,-8-1 0 0,3 1-2 15,0 1 7-15,0-1 0 0,1-2 6 0,-2 3 26 16,2 1 13-16,-6 4 3 0,2 4 2 0,1-1 1 16,-3 4-1-16,0 2-1 0,0 2-4 0,-3 1-9 15,1 2-10-15,2 5-3 0,-3-2-5 0,3 6-6 16,-3-5-7-16,3 5 6 0,0 0 5 0,-15 12-16 15,10-2 12-15,0 0-12 0,-2 7 10 0,2-1-13 16,2 0-3-16,-2 11 1 0,2-5-2 0,-1 3 2 16,3 2 5-16,1 1-6 0,0-1 4 0,1 0-5 15,3 0 4-15,-1-1-3 0,5 0 1 0,2 1 0 0,-5-13 0 16,5 9-6-16,2 1 0 0,-6-6-8 16,6-7 3-16,-1 5-9 0,3-7-22 0,2-3-9 15,4-2-13-15,-5 1-5 0,8-2 2 0,-3 0-3 0,1-5-2 16,-4-2-7-16,11-2-5 0,-5-3-7 0,-3 1-3 15,5-5-12-15,5 1-13 0,-7-9-4 0,3-3-8 16,-2 4 2-16,5-11 1 0,-4 0 1 0,-5-7 6 16,-5 11 12-16,12-13 10 0,-11 2 17 0,4-1 7 15,-10-3 17-15,6 2 43 0,-11 10 26 0,2-13 32 16,-5 15 12-16,-2-5 6 0,-2 6 14 0,-5 3 8 16,7-2-1-16,-6 10 0 0,-1 1 1 0,-1-2 0 15,1 7-11-15,-1 0-4 0,1 2-9 0,-1 6-8 16,-5 1-10-16,13 1-1 0,-22 8 0 0,12 0-4 15,-5 6-4-15,1 7 2 0,-3 0-4 0,5 4 0 16,-1 4 0-16,7 1-4 0,2 3-1 0,-9 6 0 16,11 1-3-16,-6 2 1 0,5-10 0 0,3 10-4 15,6-6-5-15,1 6 2 0,1-3 1 0,1-10-3 0,4-1 0 16,0 0-3-16,2-1 0 0,-7-1-1 16,9-3-2-16,3-3-1 0,-7-3-4 0,2-7-4 15,1 2-9-15,-1 0-8 0,3-4-7 0,-1-5 0 16,0 3 1-16,-1-8 1 0,4 2 3 0,1-4 6 0,-6 1-3 15,2-3 3-15,4-1 2 0,-6-1 4 0,-1 2 5 16,0-3-1-16,3-3 0 0,-12 8 5 0,5-3 2 16,-5 3 3-16,-3-7 6 0,4 7-1 0,1 1-1 15,-7 3-2-15,6-8-2 0,-6 8-4 0,0 0-2 16,2-4-4-16,-2 4 1 0,0 0-1 0,0 0 0 16,0 0 0-16,0 0 1 0,-8 19-1 0,8-8-2 15,0-3-1-15,0-5-1 0,-4 5 1 0,4 0-2 16,0-8 1-16,4 11 0 0,-3-4-3 0,4-2 2 15,-3 0 1-15,5-2-2 0,-7-3-3 0,8 5-2 16,0-3-1-16,5-2 1 0,-13 0 3 0,20-2 0 16,-8 1 0-16,-2-3 5 0,0 1 0 0,3 2 0 15,-3-3 4-15,3 0 1 0,-3 1 15 0,0-1 17 16,0 3 10-16,2-1 10 0,-4 1 3 0,-8 1-2 16,16-4 1-16,-16 4-1 0,20 4-14 0,-15-1-3 15,2 1-4-15,4 0-1 0,-4 5-6 0,1 5 0 16,-1-1 0-16,-4 5-6 0,6 8-2 0,-3-1-2 0,-6 2 5 15,7 0-4-15,-6 2-4 0,4 4 9 0,-5-5-12 16,2 10 0-16,3-7-4 0,-5 0 5 16,0 1-2-16,2 8 1 0,-4-12-42 0,-3 0-53 0,3 4-82 15,4-8-83-15,-4-7-293 0,2-1-587 0,7-1 259 16</inkml:trace>
  <inkml:trace contextRef="#ctx0" brushRef="#br0" timeOffset="62507.68">22611 16089 68 0,'6'1'239'16,"3"1"-9"-16,-9-2-6 0,28-9-10 0,-12 3 1 16,7-5-8-16,4-4-2 0,-2 1-3 0,3-3-5 0,-2-3-8 15,1 1-11-15,8-8-2 0,-6-1-6 16,0-1-6-16,-5-4 1 0,3 0-7 0,-4 0 4 15,-1-3-33-15,1-1-6 0,-7-6-12 0,1 1-8 0,-1-1-8 16,-4-5-6-16,1 3-12 0,-1 0-7 0,-7-2-1 16,1 5-7-16,1 2-6 0,-7 7-2 0,0 6-3 15,-2 3-9-15,2-1-3 0,-6 6 12 0,6 4-21 16,-5 0-4-16,3 6-1 0,2 2-11 0,-3-2 3 16,-1 3-11-16,4 6-1 0,-6-8-1 0,6 8 0 15,0 0 3-15,0 0 7 0,0 0-24 0,-17 15 8 16,11-4-1-16,1-2 4 0,1 2-2 0,-2 5-7 15,-1 3-3-15,-1-2 11 0,1 8-9 0,1 2 11 16,1 1-18-16,0-1 17 0,-2 0-9 0,0 1 9 16,4 2-3-16,-2-2 13 0,2 1-14 0,3 3-5 15,-3-4-4-15,1 2-9 0,0-3 0 0,2 6 2 16,-3-9-10-16,6 3-9 0,1 0 3 0,1-2-1 0,3-1-6 16,0-2 0-16,5-3-7 0,1-1-12 0,4 0-13 15,3 0-8-15,6-6-9 0,-1 3-9 16,7-6-6-16,-8 0-2 0,5-3 4 0,5-3 0 0,0-2 7 15,-6-1 10-15,1-4 6 0,0-2 5 0,-2-4 6 16,-1 2 8-16,1-7 7 0,-4 1 4 0,-4-5 10 16,0-2 6-16,-5 8 1 0,-5-4 10 0,5-1 27 15,-8-1 14-15,-2 2 13 0,1-1 11 0,-3 3 1 16,-3 0 3-16,-1 0 5 0,-1-1-2 0,-3 6 1 16,-1 3-2-16,2-5-9 0,-7 6-1 0,4 0 1 15,-1-3-9-15,-7 3-6 0,2 4 3 0,3-1-6 16,-4 3-3-16,14 0 0 0,-18 5-3 0,15-2-3 15,-12 8 4-15,8-4 1 0,6-1-2 0,-4 8-2 0,5-2-4 16,0-2 6-16,6 7-10 0,3 2 9 16,11-1 1-16,1 3-5 0,2 2 1 0,7-5 0 15,6 1 0-15,7 1-6 0,1 2-2 0,0-4 3 0,3-3-10 16,4 0-1-16,0-7-12 0,2 4-11 0,-3-5-8 16,-1-1-10-16,3 0-6 0,-4-6-2 0,1-3 2 15,-4 2 6-15,-10-6 1 0,-5 0 1 0,-1-5 8 16,-4 3 5-16,-3-5 5 0,-6 5 0 0,-4-6 6 15,1 0 3-15,-5-2 5 0,-6-3 6 0,1 3 10 16,-8 1 3-16,-1-2 2 0,-2 6 4 0,-6-3 0 16,-2 3 0-16,-4 0 6 0,3 0 1 0,-9 1 1 15,-1 1-3-15,6 3 1 0,-7 0-3 0,5 6-3 16,-6-1 6-16,8 2-6 0,-1 0-2 0,4 7-1 16,0-4 0-16,0 5-2 0,0 1 1 0,3 1-4 15,3-2 10-15,2 8-10 0,-1-6 1 0,6 2-1 16,-4 1 3-16,4-2-3 0,4 1-2 0,-3 0 2 0,1 0-3 15,6-3-1-15,1 0 3 0,1 7-5 0,-2-5 4 16,5-7-5-16,2 1 3 0,2-1 0 16,-2 1 0-16,1-2-2 0,3-3 3 0,-1-3-1 15,5 1 0-15,-3-2 1 0,3-2 1 0,0 0-1 0,-3-5 2 16,7 1 3-16,-14-2-1 0,7 2 6 0,-2-4 13 16,2 1 11-16,-2 1 8 0,-6-1 5 0,3 4 12 15,-5 2-4-15,1-2 0 0,-2 3-2 0,1 0-7 16,-4 4-13-16,-1 2 0 0,10-9-6 0,-10 9-10 15,0 0-3-15,0 0 12 0,0 0-14 0,0 0-5 16,0 19-2-16,0-11-1 0,-3 3 4 0,3-2-15 16,0 9 3-16,3-3 1 0,-1 2-7 0,0 1-8 15,1-5-13-15,2 3-11 0,1-1-21 0,1 0-19 16,1 1-28-16,-1-4-32 0,6 1-32 0,-1-4-37 16,-1-1-27-16,-1-4-37 0,9 0-145 0,-5 1-453 15,-2-2 200-15</inkml:trace>
  <inkml:trace contextRef="#ctx0" brushRef="#br0" timeOffset="62788.9">24678 15744 141 0,'2'-3'204'0,"3"-3"5"0,-4 0-3 0,-1 6-11 0,2-9-8 16,-2 9-20-16,5-6-17 0,-5 6-19 0,0 0-12 16,3-3-13-16,-3 3-10 0,0 0-14 15,0 0-5-15,13 14-7 0,-11-10-8 0,5 3-5 0,1 1-5 16,-8 0-5-16,7 0-7 0,-2 0-3 0,-2 4-5 15,3-5 1-15,1 3-5 0,-2-3-3 0,-3 0-1 16,4 5-3-16,1-9-3 0,-7 4 0 0,0-2-2 16,3 0 3-16,-3-5 15 0,4 7 23 0,-4-7 23 15,0 0 22-15,0 0-1 0,0 0-5 0,0 0-11 16,0 0-8-16,0 0-8 0,0 0-4 0,-5-24-5 16,5 16-10-16,0 0-1 0,-2-4-5 0,4 1-10 15,-2-1-15-15,1 1-18 0,6-1-30 0,0-5-45 16,1 2-39-16,-2 0-45 0,11 1-56 0,-7 1-33 0,5-1-230 15,-4 2-515-15,9 4 228 0</inkml:trace>
  <inkml:trace contextRef="#ctx0" brushRef="#br0" timeOffset="63820.1">25011 15632 16 0,'0'0'110'0,"5"4"12"0,-5-4-13 0,1 4 26 16,-1-4-11-16,0 7 2 0,0-7 2 0,2 8-13 15,0-3 6-15,1 1-11 0,0 2-10 0,1-1-3 16,-4 2-10-16,0-1-11 0,1 2-3 0,1 2-7 15,-1-3-10-15,-1 0-6 0,4 0 0 0,-3 0-10 16,1 0-2-16,-2 1-4 0,5-2-5 0,-5 0 3 16,0-2-4-16,0 1-4 0,2-1 0 0,1 0-5 15,-3-6 3-15,0 7 1 0,0-7 22 0,0 0 6 16,5 3-6-16,-5-3-5 0,0 0-1 0,0 0-2 16,13-10-2-16,-4 4 6 0,-3 0 3 0,4-1 3 15,-3 1 4-15,4-3 5 0,-1-3-4 0,3-2-1 16,2 5 7-16,-6-3 0 0,2 2 4 0,2-1 7 0,-4 2 8 15,1 3 7-15,-2-2-6 0,-1-1-6 0,1 5-1 16,-3-2-4-16,-2 0-7 0,4 3-5 16,-1-1-7-16,-1-1-9 0,-5 5-5 0,4-3-3 0,-4 3 0 15,0 0-10-15,0 0 3 0,16 9-6 0,-11-3 3 16,2 2-6-16,-1-3-3 0,3 6-1 0,-1 0-1 16,-1-3 1-16,7 3-3 0,-2-1-6 0,3 1 3 15,-2-4-7-15,2 1 12 0,2 4-18 0,-1-1-9 16,1-7-11-16,-2 2-8 0,-2-3-2 0,7-3-8 15,-5 5-6-15,1-5-3 0,1-6-6 0,-7 4 0 16,8-3 3-16,-3 1-3 0,0-5 6 0,-7 3 3 16,7-3 5-16,0 0 2 0,-4-3 5 0,-2-2 6 15,4 2 1-15,-12-3 4 0,13 0 6 0,-9 0 1 16,-4-2 8-16,1 2 0 0,-2-4 8 0,0 3-2 16,-2 5 9-16,-3-4 1 0,4 3-2 0,-6 2 0 15,0 1-2-15,-1 0 1 0,2 2 1 0,-4 0-1 0,0 3 0 16,0 3-3-16,5-3 1 0,5 4-3 0,-23 4 4 15,16-1-1-15,4 2 3 0,-9 3-1 0,10-1 3 16,-1 5 2-16,0-1 0 0,9 5 1 16,-4 1-1-16,10 1-1 0,4 5 3 0,-1-4-5 0,5 4 2 15,5-3 1-15,11 6 2 0,1-2-4 0,7 0 3 16,1-1-3-16,3 0-2 0,7-6-2 0,-6 4-1 16,4-8-4-16,2 7 3 0,-5-6-6 0,1-2-8 15,4-2-8-15,-3-1-2 0,-4-1-5 0,2-5-1 16,-2-2 6-16,0-1 0 0,-15-1 6 0,14-2-2 15,-18-5 6-15,8 0 0 0,-6 1 3 0,-3-5 5 16,2-6 2-16,-3-2 0 0,-12 8 5 0,-1-4 2 16,1-5 7-16,-5 3 14 0,-1 2 16 0,-3-10 17 15,-6 6 11-15,0-2 2 0,-6-2-5 0,2 5-2 16,-4-1-3-16,-5 5-4 0,1-5 4 0,-6 1-14 16,-2 4 9-16,2 2-13 0,0 1-2 0,-4 2-5 15,-1 3-2-15,1 2 0 0,-1 2 2 0,2 3-11 0,-1 3-3 16,1-1 0-16,-1 4-1 0,4 2-1 0,-2-1-1 15,4 4-3-15,-4 2 0 0,3-4 1 16,2 5-1-16,2-1-3 0,1 1 2 0,1-2 0 16,3-1 5-16,1 5-7 0,0-9 2 0,7 2-3 0,-1-2 3 15,1 1 2-15,1-1 5 0,6 0-9 0,0-2 8 16,-1 0-7-16,4-3 1 0,5-1 1 0,-3-1 2 16,4 0-5-16,1-4-4 0,3-3 1 0,-1 0-2 15,0-2 1-15,4-3-2 0,2-4 0 0,-7 5 1 16,3-7 1-16,-6 3-5 0,0-10 4 0,2-1 1 15,-4 2 2-15,0-1-2 0,-3-2 0 0,-10 10 6 16,7-3 6-16,-7 1 15 0,0 4-5 0,0-3-3 16,-2 8 0-16,-3-1-2 0,5 2-6 0,-8-2 2 15,1 4 2-15,7 2-10 0,-8-2 0 0,8 7 3 16,-8-1 0-16,8 1-3 0,-14 10-3 0,8-3 5 16,1 1-1-16,2 6 4 0,-2-1 0 0,1 5 0 15,1 0 19-15,0 6-14 0,6 3-4 0,4 1 1 16,1-1-1-16,2 5 2 0,6 7-1 0,-1-3-2 0,5-9-2 15,8 13-1-15,-3-1-15 0,3-2-27 0,-1-5-52 16,-3-1-61-16,5 0-80 0,0 0-97 16,-7-7-277-16,3-2-649 0,-2-2 287 0</inkml:trace>
  <inkml:trace contextRef="#ctx0" brushRef="#br0" timeOffset="65351.16">26550 15489 140 0,'0'0'321'0,"0"-12"-3"0,0 4-1 0,2 4-9 16,3-7 11-16,-4 4-1 0,6-5-6 0,-7 1 7 16,5-2-11-16,1-2-12 0,-2 3-11 0,2-3-9 0,-1-5-19 15,2 2-13-15,0 2-12 0,1-11-15 16,-3 9-10-16,6-4-17 0,-2-4-6 0,-1 2-12 16,0 5-11-16,-3-1-8 0,2 1-14 0,-4-1-14 0,4 4-12 15,-1-2-12-15,-1 4-1 0,-1 2-20 0,-4 3-9 16,5 1-4-16,-4 0-15 0,-1 3-5 0,7-1-3 15,-7 6-18-15,2-6-18 0,1 3-37 0,-3 3-23 16,0 0-3-16,0 0-9 0,0 0-19 0,0 22-13 16,2-7-23-16,-1-3-27 0,-1 8-26 0,7 2-28 15,1 8-23-15,-1 2-36 0,-1-1-56 0,8-1-78 16,0 9-378-16,1-3-834 0,2 4 370 0</inkml:trace>
  <inkml:trace contextRef="#ctx0" brushRef="#br0" timeOffset="65944.85">28309 15199 53 0,'27'-32'287'0,"-1"-2"-13"16,1 0-13-16,-6-2-7 0,-6-3 3 0,-3 12-8 16,-1-12-9-16,-4 13-13 0,-5-5-7 0,3 3-3 0,-10-6-21 15,5 7-17-15,-4 8-13 0,-7-2-17 0,6 3-14 16,-7 3-17-16,-3-2-19 0,0 9-9 0,-4-4-8 15,-3 5-13-15,1 6-8 0,-9 1-4 0,8 8-4 16,-3 4-8-16,-3 3-13 0,5 5 3 0,0 4 0 16,0 14-3-16,3 2 2 0,0 5-12 0,5 5 1 15,5-2 0-15,4 6-1 0,-1 3-1 0,5 18 1 16,4-19-7-16,-2-1-4 0,8 0 2 0,4 4 0 16,-6-3 1-16,4-2-5 0,0 0-1 0,-3-3 1 15,6 0 0-15,-6-6 14 0,3 1-21 0,-5 2 2 16,0-6-4-16,-4-14-12 0,-1 3-16 0,0-8-22 15,-1-3-14-15,-3-1-14 0,1 0-27 0,0-9-22 16,-2 2-18-16,-2-3-17 0,2 0-39 0,-1-3-43 0,-3-2-53 16,3 1-196-16,-3-5-534 0,9 0 237 0</inkml:trace>
  <inkml:trace contextRef="#ctx0" brushRef="#br0" timeOffset="66757.27">27978 15620 215 0,'-6'-7'267'0,"6"3"7"0,-7-2-6 0,7 6-3 15,-2-12-14-15,-1 7-20 0,3 5-22 0,0 0-21 16,5-4-22-16,-5 4-17 0,22 0-17 0,-9 0-13 16,3 1-12-16,13 1-13 0,0-1-8 0,4 4-9 15,-1-2-11-15,11 6-9 0,-10-3-12 0,15-5-14 16,-15 1-12-16,12 4-8 0,-10-8-12 0,3-1-8 15,5 0-13-15,-9-2-10 0,-2-6-8 0,-2 3-4 16,4 1-8-16,-4-8-5 0,-2-2-1 0,5 1 10 16,-11-2 1-16,1 0-1 0,-1-3 11 0,-1 0 7 15,-1 0 7-15,-7 4 8 0,2-5 18 0,-7 5 15 16,4-5 21-16,-5 7 9 0,-1-5 17 0,-1 5-2 16,-1-1 3-16,-4 1-10 0,0 0 1 0,0 5-4 0,-4 0-10 15,1 1-4-15,1 2-5 0,-6 3-6 0,1-4-3 16,1 5-4-16,-2 2-1 0,8 1-5 0,-17 0 0 15,4 3 4-15,6 1-7 0,-3 2 0 16,4 3-5-16,-1 4 1 0,0 2 0 0,1 4 0 0,4-3-2 16,2 5 1-16,0-2-1 0,8 8-2 0,1-5 1 15,5 5-4-15,0-3-1 0,6-2-9 0,1 1-12 16,6-4-14-16,-1 2-9 0,4-6-11 0,0-2-9 16,1 1-7-16,2-2-2 0,0 0-4 0,-5-8-3 15,2 3-2-15,5-3 4 0,-7-4 7 0,-1-4 7 16,1-3 7-16,0 3 0 0,-7-7 7 0,4-1 8 15,2 2 8-15,-12-2-2 0,8-8 9 0,-8 7 5 16,-7-2 5-16,4-3 11 0,-7 1 7 0,-1-2 7 16,0 3 9-16,-8-4-2 0,-2 1 2 0,-1 4-6 15,1-4 3-15,-3 3 2 0,-2 3-4 0,-1 0-3 16,-4 6-1-16,1 0 0 0,-3-1-2 0,3 6 0 16,5-1-5-16,-7 3 3 0,-1 3-1 0,5 5 1 0,1-5 0 15,-3 3 1-15,2 4 3 0,0 0-4 0,4-3-1 16,3 7 1-16,3-6-2 0,-4 0 3 0,4 4 0 15,3-5-2-15,0 0 2 0,0 0-1 16,1-1 1-16,1 1 0 0,5-2-2 0,1-3 4 0,-2 2-4 16,4-4 2-16,4 0 1 0,-14 0-1 0,19-6-5 15,-5 1 3-15,2 1-3 0,1-4 3 0,-2 0 1 16,1 0 3-16,-1 2 11 0,-3-2 10 0,3-1 12 16,-4 2 14-16,1 1 1 0,-4-3 2 0,0 4 10 15,-1 1-4-15,1 3-6 0,-8-4-4 0,7-3-7 16,-7 8-9-16,10-1-4 0,-10 1-2 0,0 0-5 15,5 12-2-15,-4-9 0 0,4 3-5 0,-5 1 1 16,4 7-5-16,1-5-2 0,-5 6 4 0,6-4-5 16,-4 5-3-16,5-1 0 0,-1 0-1 0,1-3-3 15,1 1 0-15,0-2-5 0,-1 3-4 0,1-4-19 16,-1-4-23-16,6 0-30 0,-5 0-31 0,6 2-33 16,1-7-35-16,-1 1-35 0,3-2-25 0,1-2-182 15,0-3-452-15,-1 1 200 0</inkml:trace>
  <inkml:trace contextRef="#ctx0" brushRef="#br0" timeOffset="67038.5">29827 14734 103 0,'-8'-12'202'0,"1"4"-1"15,6-2-18-15,-6 1-14 0,5 5-17 0,-3 0-20 16,5 4-16-16,-3-4-10 0,3 4-9 0,0 0-9 15,0 0-8-15,-12 16-8 0,12-8-7 0,-1 11-4 16,-6-3 3-16,7 3-1 0,0 4-8 0,-1 4-1 16,1 0-5-16,1 8-7 0,-1 4 2 0,0 1-8 15,2-1-1-15,3 2-4 0,-4 4-5 0,-1-4 3 16,7 1-11-16,-7 4 2 0,7-6-1 0,-6 2-2 16,-1-6-2-16,5-2-3 0,-3-5 2 0,-2-1-1 15,0 1-3-15,0-2-13 0,0-6-33 0,0-1-30 0,0-2-32 16,7-4-27-16,-6 0-36 0,6-2-32 15,-7 0-110-15,0-8-326 0,5 3 144 0</inkml:trace>
  <inkml:trace contextRef="#ctx0" brushRef="#br0" timeOffset="67569.7">29751 15256 139 0,'-5'-4'186'16,"-2"-7"-6"-16,7 6-13 0,-5-2-14 0,2 3-12 15,3 4-21-15,0 0-7 0,0 0-12 0,0 0-5 16,0 0-9-16,0 0-11 0,0 0-4 0,20 11-7 16,-10-6-8-16,3 2-2 0,2-2-6 0,5 5-5 15,-2-5-7-15,9 4-5 0,-3 2-1 0,3-2 0 16,-4-3-5-16,-1-2-1 0,-1 1-4 0,4-2-4 16,-7-3 1-16,2 0 3 0,2 0-3 0,-1-3 0 15,-6-2 9-15,2 1 8 0,-6 3 0 0,2-2 6 16,-4-1 4-16,-1 0 0 0,0 1 8 0,-1-2 1 0,1 4-6 15,-1-4-6-15,-7 5-3 0,11 0-12 16,-11 0-1-16,0 0-4 0,10-1-1 0,-10 1-2 16,0 0-4-16,0 12 0 0,0-12-2 0,0 7-2 15,0 1-4-15,0 4 2 0,0-9 1 0,0 6-5 0,0 3 4 16,0-5-4-16,5 1-1 0,-3 4 7 0,-1-2-3 16,3 1-2-16,-1-2 2 0,2 0-2 15,2 0 3-15,-2 0 1 0,1-1-2 0,3-1 2 0,2-3-2 16,2 1 2-16,-3-1 2 0,2-2 4 0,-2-1 13 15,3 3 5-15,-3-8 6 0,3 1 11 0,-3-1 9 16,2-2-6-16,-2-1 0 0,0-1 2 0,-2-3 8 16,2 0 2-16,-2-5 4 0,0 1 33 0,-1 0-16 15,0-1 5-15,1-2 9 0,0 1-2 0,-8 1-10 16,7 1-12-16,-2 2-4 0,-2 2-8 0,-1 0 2 16,3-2-15-16,-5 6-4 0,0 0 5 0,5 3-22 15,-5 4-19-15,1-9-39 0,-1 9-23 0,0-3-4 16,0 3 3-16,0 0-15 0,0 0 3 0,0 0-17 0,-11 21-8 15,9-12-16-15,-6 8-16 0,1-6-23 16,7 6-24-16,-8-2-26 0,8-1-27 0,-2-1-31 16,4-1-36-16,-4 3-158 0,2-6-480 0,0 5 213 15</inkml:trace>
  <inkml:trace contextRef="#ctx0" brushRef="#br0" timeOffset="68225.94">30635 15264 66 0,'0'0'150'0,"0"0"-9"0,0 0-6 0,0 0-6 16,8 16-16-16,-6-8 4 0,1-5-10 0,-1 8-4 16,-2-1-15-16,1 0-4 0,3-1-7 0,-3 6-9 15,1 0-8-15,0-4-6 0,1 1-2 0,0 0-5 16,2-3-5-16,-5 1 0 0,2 1-6 0,3-3 5 15,-2-1 10-15,2 1 9 0,-3-3 5 0,1 2 11 16,-1-3 16-16,-2-4 17 0,3 4 9 0,-3-4 0 16,0 0-14-16,0 0-3 0,0 0-16 0,0 0-8 15,13-11-12-15,-11 4-3 0,6-2-6 0,-6 2 5 16,1-1-17-16,-1 0-3 0,6-3-5 0,-3-4-13 0,3 0-9 16,6 3-6-16,-3-5-8 0,1 4-14 15,8-1-8-15,-4-4-8 0,12 2-1 0,-8 1-1 16,3-2 5-16,-6 7-6 0,6-7 8 0,0 7 3 0,-4-2 4 15,-3 3 5-15,2-3 1 0,-6 1 2 0,1 3 6 16,0 0 17-16,-1-3 8 0,-5 3 10 0,1 0 2 16,-2 1 7-16,-2-5-1 0,-1 4 7 0,-3-1-5 15,0-3-6-15,0 5-4 0,-3 2-5 0,-1-4-9 16,-2 5 2-16,1-3-3 0,-2 6-2 0,-4 0-3 16,11 1 0-16,-17 0-2 0,17 0 3 0,-15 9-9 15,7-5 2-15,0 8-5 0,1-8 3 0,2 15-2 16,5-11-5-16,-2 11 5 0,4-4-3 0,1 2 2 15,2 0-1-15,7 0-3 0,-2-2 4 0,3 0-6 16,0-2 1-16,6 2-4 0,-5-3 1 0,5 0-3 16,4-5-3-16,-5 1 3 0,4-8 1 0,-1 2 0 15,7-4 2-15,-8-3 2 0,0 4-3 0,0-6 6 16,0 0 1-16,-2 2 5 0,0-2 0 0,-1 0 5 0,-1-1 6 16,-1 1 12-16,0 1 15 0,-5-1 7 15,1 0 5-15,1 2 7 0,-2 2-4 0,-2-2 10 16,1 2-18-16,-3 0 10 0,-6 3-19 0,13-1 8 15,-13 1-21-15,12 5-4 0,0 2-4 0,-12 0 2 0,14 6-6 16,-9-1 9-16,4 5-13 0,-1 3-4 0,-1-4 6 16,1 11-18-16,-1 0-15 0,1-3-28 15,-8 3-53-15,5-3-64 0,-4 0-82 0,6 1-89 0,-7 2-175 16,2-7-555-16,-2-4 245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0:36:23.4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5437 1985 121 0,'13'-7'323'0,"0"-3"-7"0,-1 4-1 16,-7-2-2-16,5 1-6 0,-5 2-3 0,1-1-9 16,-4 2-12-16,-2 4-11 0,5-9-18 0,-5 5-15 15,0 4-14-15,-5-8-15 0,5 8-5 0,-8-4-12 16,8 4 4-16,-17 1-33 0,4 2-22 0,-2-2-12 16,2 1-15-16,-2 4-12 0,-3 0-13 0,-7 2-8 15,-7-1-9-15,3 2-4 0,-3-1-9 0,-12 2-5 16,1 2 1-16,8-3-11 0,-8 3-7 0,0-3-5 15,11 3-3-15,2-6-1 0,1 1 0 0,9 1-8 0,2 1-5 16,4-9-5-16,4 4-11 0,0 2-12 16,2-1-6-16,5 2 3 0,5-2 4 0,-2-5 0 15,23 11 2-15,3-4 1 0,21 1 1 0,4-1 1 0,7-1-5 16,0 0-6-16,1 0-7 0,1 0-11 0,1-3-12 16,0 3-10-16,1-4-15 0,-3-2-11 0,2 1-9 15,-9 3 2-15,-1-4 9 0,-6-1 2 0,-15 1 12 16,3-3 7-16,-12 2 8 0,-4-2-3 0,-2-1 5 15,-2 1 16-15,-5-1 11 0,2-1 6 0,-5-2 15 16,-5-2-3-16,0 3 3 0,0-2-2 0,-5-4 4 16,-5 8-2-16,0-8 0 0,-8-2-6 0,-4 0 19 15,-1 0-17-15,-5 1 2 0,0 1 1 0,-3-2-1 16,1 5 2-16,-2-3-26 0,-1 5-27 0,3-1-36 16,1-1-28-16,-3 6-32 0,4-3-26 0,0 5-33 15,11 1-36-15,-4 0-34 0,6 0-37 0,-3 1-169 16,3 0-526-16,-3-1 233 0</inkml:trace>
  <inkml:trace contextRef="#ctx0" brushRef="#br0" timeOffset="249.97">5369 1702 206 0,'2'-4'284'0,"-2"4"-26"0,8-6-24 0,-8 6-34 15,0 0-22-15,0 0-17 0,0 0-19 0,0 0-13 16,-5 30-12-16,2-12-1 0,1 3-4 0,2 6-11 0,0 15-5 16,0-11-5-16,5 8-7 0,0 2-5 0,-5 4-5 15,7-2-11-15,1 2-4 0,-2-7-5 0,1 7-5 16,6-8-7-16,-4 4 5 0,-1 1-7 16,0-10-4-16,5 8-13 0,-6-10-15 0,3-3-22 0,2 0-32 15,-4-3-32-15,0-6-42 0,5-5-56 0,-4 1-69 16,-3-4-156-16,7-5-435 0,-3 0 193 0</inkml:trace>
  <inkml:trace contextRef="#ctx0" brushRef="#br0" timeOffset="640.55">6312 1611 43 0,'5'-8'367'16,"-1"7"-18"-16,1-3-6 0,-5 4-40 0,0 0-34 15,3-7-24-15,-3 7-35 0,0 0-25 0,0 0-18 16,0 0-18-16,0 0-18 0,0 0-15 0,-18 23-8 15,9-7-10-15,-2-1-11 0,1 4-8 0,-2 4-6 16,1 3-4-16,-1 1-6 0,2-2-10 0,-3 2-4 16,5 0-3-16,1 5-4 0,-1-3-4 0,3-1 1 15,5 0-5-15,0-1-4 0,7-1-2 0,-2 0 1 16,1-6-3-16,-3 0-3 0,11 4 10 0,2 0-12 16,6-7 11-16,-2-1-23 0,-2-5-20 0,2-1-25 0,8 0-37 15,-7-5-44-15,11-2-47 0,-7-2-54 16,4-5-58-16,0-2-240 0,0-3-558 0,-1-3 248 15</inkml:trace>
  <inkml:trace contextRef="#ctx0" brushRef="#br0" timeOffset="874.91">6938 1765 29 0,'-2'-4'322'0,"4"-2"-6"0,3 1-9 0,-5 5-22 15,0 0-22-15,0 0-25 0,-3-9-30 0,3 9-22 16,0 0-23-16,0 0-14 0,0 0-17 0,0 0-13 15,-25 17-12-15,12-5-14 0,3 2-6 0,-4-1-6 16,-2 8-12-16,-4 3-2 0,5-5-6 0,-5 4-8 16,-3 0-4-16,5 1-5 0,-4-2-4 0,3 2-6 15,2 0 1-15,-1-1-14 0,1-4-18 0,1 2-17 16,2-3-24-16,5 1-19 0,-3-8-24 0,-1 1-27 16,8-3-18-16,-5-2-7 0,6-2-35 0,3-3-45 15,1-2-28-15,0 0-156 0,0 0-431 0,-12-19 191 16</inkml:trace>
  <inkml:trace contextRef="#ctx0" brushRef="#br0" timeOffset="1062.39">6609 1818 212 0,'-2'-6'224'0,"-1"3"-5"16,-2-3-7-16,5 6-15 0,0-11-14 0,0 11-23 16,-7-4-19-16,7 4-9 0,0 0-13 0,0 0-11 15,0 0-3-15,0 0-8 0,2 23-6 0,3-16-12 16,3 6-3-16,4-2-8 0,-2 8-5 0,4-8-4 15,6 10-8-15,2-3-5 0,4-2-1 0,-4 1-5 16,6 0-8-16,-7 0-16 0,9 0-26 0,-7-2-40 16,7-1-40-16,3-1-52 0,-1-1-47 0,-2-5-194 15,-2-1-414-15,2 2 183 0</inkml:trace>
  <inkml:trace contextRef="#ctx0" brushRef="#br0" timeOffset="1354.33">7082 1552 112 0,'-5'-4'386'0,"0"0"-22"0,0 2-18 0,4-4-24 16,1 6-31-16,-5-6-26 0,5 6-17 0,0 0-42 16,0 0-17-16,0 0-22 0,0 0-10 15,0 0-12-15,14 21-10 0,-4-8-25 0,2-1 2 16,6 11-11-16,-3-4-10 0,3 7-13 0,0-5-8 15,2 1-7-15,-5 4-6 0,0 1-9 0,0-2-4 0,-2 1-2 0,-3 1-2 0,3 0-4 16,-6 0-1-16,0 0-7 0,-2 0-3 0,0-2 0 0,-5-5-5 16,0 4-34-16,0 3-31 0,-7-9-25 0,4 6-28 15,-9 2-32-15,7-6-36 0,-5 3-41 16,2-8-58-16,-5 3-296 0,6-3-607 0,-8-3 268 16</inkml:trace>
  <inkml:trace contextRef="#ctx0" brushRef="#br0" timeOffset="4290.88">8764 1440 321 0,'0'-6'337'0,"0"-1"-4"0,0 0 0 0,0 7-8 0,-4-12-17 15,-1 8-16-15,2 0-21 0,-7 1-23 16,4-1-23-16,6 4-19 0,-27 0-18 0,9 5-14 15,0-2-8-15,-4 4-9 0,-4 4-7 0,1 4 0 0,-3-2 7 16,0 4-16-16,-10 5-7 0,1 2-7 0,2-1-11 16,9-4-13-16,1 4-11 0,-6 7-5 15,6-3-13-15,5-3-6 0,5 0-3 0,0 0-9 16,8 2-4-16,1-1-6 0,4 0 3 0,2-1-4 0,2-4-6 16,4-1 8-16,8 1-9 0,7 2 1 0,2 0-12 15,12 3-13-15,3-6-20 0,-6-4-30 0,9 0-52 16,0-3-55-16,7-2-52 0,-16-5-45 0,-2 2-49 15,3-5-67-15,-3-3-81 0,-9 0-232 0,7-6-724 16,-10 2 321-16</inkml:trace>
  <inkml:trace contextRef="#ctx0" brushRef="#br0" timeOffset="4464.6">8501 1745 57 0,'-12'-7'316'0,"2"3"-16"15,0 1-13-15,10 3-13 0,-15-1-25 0,9-1-26 16,6 2-21-16,0 0-20 0,-15 0-9 0,15 0-7 15,0 0-6-15,0 0-10 0,0 0-5 0,0 0-14 16,15 17-7-16,-10-14-11 0,11 4-7 0,1-4-14 16,11 7-12-16,2-5-10 0,-2-1-25 0,2-1-36 15,8-3-34-15,-10-3-40 0,8 3-47 0,-1-7-49 16,11-5-65-16,-8 0-72 0,-8-3-164 0,15-6-499 16,-10-5 221-16</inkml:trace>
  <inkml:trace contextRef="#ctx0" brushRef="#br0" timeOffset="4683.33">9221 1292 5 0,'-2'-8'270'16,"2"8"-30"-16,-7-7-24 0,7 7-20 0,0 0-2 15,0 0 0-15,-10 15-4 0,5-5-1 0,5 0-10 16,0 10-3-16,-1-1-12 0,2 8-4 0,4 0-8 16,-1-1-19-16,2 4-14 0,-4 3-10 0,11 6-8 15,-5-5-9-15,-6-5-12 0,11 1-4 0,-6 8-6 16,0-10-11-16,1 1 3 0,0-4-9 0,4-1-4 15,-9-5-25-15,4 3-20 0,6-9-38 0,-11 2-46 16,4-8-46-16,2 5-59 0,-1-5-66 0,1-6-229 0,-1-1-520 16,-7 0 230-16</inkml:trace>
  <inkml:trace contextRef="#ctx0" brushRef="#br0" timeOffset="4917.68">9575 1281 143 0,'0'-6'430'16,"0"6"-31"-16,6-5-26 0,-6 5-35 0,0-5-42 0,0 5-36 16,0 0-24-16,0 0-24 0,0 0-20 0,7 18-11 15,-7-1-12-15,0 2-17 0,2 1-7 0,3 7-8 16,-4 4-16-16,8 7-14 0,-9-4-8 0,6 7-9 16,2 1-9-16,-6 2-6 0,1-3-6 0,4-3-8 15,0 5-5-15,-4-12-1 0,2 9-11 0,-3-10 1 16,3 4-35-16,1-3-18 0,-6-3-38 0,3-4-29 15,4 3-44-15,-7-5-43 0,-7-9-58 0,7-1-55 16,0 0-65-16,-1-9-216 0,-1 1-601 0,2-4 266 16</inkml:trace>
  <inkml:trace contextRef="#ctx0" brushRef="#br0" timeOffset="5433.26">9242 1277 281 0,'-7'-12'377'0,"1"-4"6"0,-2-9-4 0,6 12-12 16,-3-6-22-16,5 3-14 0,0-3-32 0,5-1-26 0,-3 1-25 16,4-1-21-16,2 1-22 0,-6 2-16 15,11-1-19-15,-6 4-18 0,3 0-17 0,1 0-13 16,4 3-18-16,0 2-11 0,0 2-6 0,12 4-14 0,-1 2-16 15,4-3 4-15,-2 8-9 0,2-1-4 0,0 5-1 16,-1 0-18-16,0 7 1 0,14 8-15 0,-5-1-10 16,-2-2-2-16,-1 9 1 0,-4 1-9 15,-1-1-5-15,-2 4-7 0,-3 0-4 0,2 0-15 0,-11-6-9 16,1 0-9-16,-2 4 6 0,-4-4 2 0,-1 1-2 16,3-1 4-16,-11-4 2 0,5-1-2 0,-1-3 6 15,-6 1 8-15,0-3 1 0,0 0 1 0,-8 0 2 16,1-4 4-16,-1 1 24 0,1-4-8 0,-1-3 20 15,-2 3 10-15,-1-5 15 0,-4 2 7 0,-2 0 13 16,4-1-1-16,-2-3-1 0,2 1 3 0,0-2-2 16,3 4-7-16,-4-2-5 0,8-2-5 0,6-2-4 15,-15 1-6-15,12 3-5 0,-2-1-4 0,1 2-4 16,4-5 6-16,-3 12-9 0,6-5 4 0,6 1 1 16,-1 7 0-16,13 2-1 0,1 1-8 0,8-2 7 15,3 8-2-15,8 2-4 0,-1 1 0 0,3-4 2 16,0 0-4-16,3-3-10 0,-3 4-9 0,0-5-23 15,2 1-21-15,-2-1-33 0,-3-1-39 0,-5-4-23 0,-6-5-38 16,-1 0-36-16,-6-2-44 0,-1-3-53 0,-2-3-55 16,-4-1-232-16,3-3-655 0,-10-3 290 15</inkml:trace>
  <inkml:trace contextRef="#ctx0" brushRef="#br0" timeOffset="6230.06">10354 778 203 0,'-8'-2'272'0,"1"-3"-12"0,1 2-7 16,-2 0-17-16,1 0-13 0,-3-1-16 0,-2-3-16 16,2 5-20-16,-9 0-13 0,10-1-18 0,-9 6-14 15,2-3 1-15,-1 2-22 0,2 0-16 0,-1 8-7 16,1-9-11-16,1 5-6 0,1 3-8 0,-2 0-5 15,0-2-4-15,4 3-5 0,-1 3-4 0,2-7-2 16,0 7-9-16,5-4-3 0,-1 3 3 0,1-1-3 16,3 1 0-16,2-2-2 0,2-1 0 0,3 3-6 15,1-1 2-15,4 1 1 0,5-1-3 0,0-3-9 16,0 0 0-16,2-4-1 0,1 4-11 0,0-6-1 16,3-2 2-16,1 0-11 0,-5-3-3 0,2-5-5 0,3 0-1 15,-6 0-3-15,4-2-1 0,-3-3-4 0,4-5 3 16,-6-3 11-16,-1 3-9 0,-6-6 0 15,0-3 10-15,0 1-9 0,-8-2 8 0,0 0 0 16,0-2 7-16,0 2 17 0,-1 1 13 0,-6-3 19 0,4 6 12 16,-2-1 10-16,5 5 16 0,-7-1 16 0,7 3 25 15,-3 6 1-15,3-4 15 0,-5 5-1 0,5 3-3 16,0-1-9-16,0 2-13 0,-2 3-9 0,2 4-16 16,-5-11-12-16,5 11-12 0,0-5-12 0,0 5-15 15,0 0-2-15,0 0-6 0,0 0 1 0,5 19-9 16,-3-10 3-16,3 7-7 0,-3 4 5 0,-1-2-1 15,-1 1-5-15,7 8 4 0,-2-1-10 0,-4 7 3 16,8-5 1-16,-8 2 0 0,4-3-1 0,5 5 1 16,0-2-1-16,-3-2 4 0,3 4-6 0,0-5 10 15,3-3-19-15,2 0-9 0,-2 0-22 0,2-1-33 16,2-4-36-16,-3-4-39 0,1 1-50 0,4-2-63 16,5-4-75-16,-9 2-323 0,2-5-706 0,3-6 313 15</inkml:trace>
  <inkml:trace contextRef="#ctx0" brushRef="#br0" timeOffset="65811.53">5745 3297 75 0,'0'0'255'0,"8"-2"-15"15,-8 2-19-15,0 0-19 0,0 0-23 0,0 0-18 16,0 0-2-16,0 0 10 0,7 10-9 0,-1-2 0 16,-4-4-7-16,-2 4-6 0,0 4-4 0,2-4 3 15,3 3-15-15,1 4-7 0,-11-3 3 0,12 1-20 16,-2 5-11-16,-4 0-2 0,1 0-4 0,-2 4-2 16,5 2-10-16,-5-2-4 0,7 5 0 0,-6 0 3 15,4 1-18-15,-1 2-10 0,-4-3-5 0,0 3-3 16,6-1-4-16,-6-1-1 0,5 2-3 0,-2 8-2 15,2-11 0-15,-3 1-10 0,-2-1-3 0,7 0-2 16,-2-1 1-16,-5-7 1 0,3 5-4 0,-3-4 0 16,0-1-7-16,0-4 3 0,0 5-3 0,0-5 6 0,0-2-3 15,0-1-5-15,0-2 3 0,0-1 1 0,0-6-6 16,0 5 2-16,0-8 6 0,0 12-2 0,0-12 18 16,0 6 23-16,0-6 26 0,0 0 10 0,0 0-5 15,0 0 0-15,0 0-7 0,0 0-5 0,0 0 2 16,7-18 3-16,-2 7-16 0,-4 4-4 0,4-11-2 15,-1 3 0-15,2 0-13 0,1-3-2 0,-4 3-3 16,2-3-7-16,3 0 3 0,1 0-6 0,-3 1-1 16,2 0 0-16,-3-3-5 0,2 2 0 0,0-1 1 15,1 5 0-15,0-4 8 0,-3 4-10 0,-1 1 0 16,-3 2-3-16,9-5 3 0,-5 7-1 0,2-1-1 16,-1 2-5-16,3-3 0 0,-6 4-1 0,5-3 1 0,-3 2-5 15,0 2 5-15,2 2-5 0,1-5-2 0,-1 4 0 16,-1 2-3-16,3 1-3 0,2-1 3 0,-11 3-3 15,17 7-4-15,-7-6 3 0,1 2 0 0,-3 0 0 16,6 6 0-16,-4-2-1 0,-2 1-1 0,5 4 2 16,4 0-6-16,-7 2 4 0,-2 2 4 0,2-4-1 15,-4 6 1-15,1-2 0 0,1 0-7 0,-3 3 10 16,-3-4-1-16,6 0 1 0,-8 2 0 0,2-2 6 16,1-2-6-16,-1-3-2 0,-2 6 2 0,0 0-2 15,0-5 2-15,0 0 0 0,0-2 0 0,0 3 2 16,0-4-3-16,0-1 1 0,0 1 0 0,-2-2-1 15,4 0 0-15,-2-6-2 0,-2 12 4 0,2-9 0 16,0-3-22-16,-3 6-26 0,3-6-27 0,0 0-34 0,3 8-34 16,-3-8-39-16,0 0-61 0,2 5-74 15,-2-5-85-15,0 0-289 0,0 0-745 0,0 0 330 16</inkml:trace>
  <inkml:trace contextRef="#ctx0" brushRef="#br0" timeOffset="72526.45">6824 3495 52 0,'-5'-11'310'0,"-2"9"-25"0,7 2-15 0,0 0-10 15,-5-5-22-15,5 5-15 0,-15-1-17 0,15 1-7 16,-16 6-4-16,3 3-4 0,4-5 7 0,-6 4-9 15,4 3 1-15,-6 5-1 0,6 0 10 0,-4 6 2 16,-5-2-9-16,3 4-13 0,1-3-10 0,6 3 3 16,-5 1-11-16,-2 2-10 0,4-1-15 0,-2 1-12 15,7 0-7-15,0 0-10 0,1 4-7 0,2-5-12 16,5-1-4-16,4 2-14 0,-1-4-5 0,3-4-4 16,9 4-7-16,-3-3-8 0,3-4-13 0,0-1-23 15,8 0-29-15,2-3-39 0,3 0-33 0,3-1-41 16,-3-7-43-16,2-1-30 0,0-2-29 0,-2 3-33 15,-5-8-38-15,12-3-43 0,-5 2-299 0,-5-10-701 0,-7 7 311 16</inkml:trace>
  <inkml:trace contextRef="#ctx0" brushRef="#br0" timeOffset="72776.42">7282 3612 89 0,'4'-3'280'0,"1"-2"2"15,-5-2-6-15,0 1-11 0,0 6-13 0,8-3-16 16,-8 3-27-16,7-4-18 0,-7 4-16 0,0 0-22 16,0 0-14-16,0 0-9 0,0 0-8 0,-15 22 4 15,10-13-11-15,0 3-4 0,-2 4-1 0,-5 1-19 16,3 1-12-16,-6 4-1 0,0 1-12 0,-5-2-10 16,5 3-1-16,-7-4-5 0,4 4-24 0,0-4-26 15,2 3-13-15,-1-2-31 0,-3-4-24 0,9-1-28 16,-9-4-38-16,6 4-35 0,1-5-42 0,3-2-34 15,4-2-219-15,-1-2-503 0,5-2 223 0</inkml:trace>
  <inkml:trace contextRef="#ctx0" brushRef="#br0" timeOffset="72979.53">7061 3591 174 0,'0'0'226'0,"0"0"-20"15,0 0-12-15,0 0-5 0,0 0-3 0,-10 18-4 0,13-12-9 16,-1 10-11-16,8-4-13 0,-6 5-12 0,8 1-10 16,3 1-12-16,-3-2-11 0,2 4-11 0,1 0-10 15,5 0-6-15,2-1-10 0,-1 5-28 0,1-10-49 16,-1 0-59-16,-3-3-70 0,6 3-62 0,0-1-177 16,-5-7-409-16,1-4 181 0</inkml:trace>
  <inkml:trace contextRef="#ctx0" brushRef="#br0" timeOffset="73229.5">7570 3507 209 0,'0'0'283'0,"0"0"-27"0,0 0-1 15,0 0-5-15,0 0-1 0,0 0-7 0,10 23-13 0,-5-10-14 16,5 6-7-16,7 3-11 0,-7 3-20 15,0-1-20-15,4 1-12 0,1-2-16 0,0 4-8 16,0-1-20-16,-5-1 0 0,-2 1-10 0,1-1-9 0,-1 4-9 16,-1-4-8-16,-7 4-6 0,0-4-16 0,-2-6-15 15,-5 6-22-15,1-6-22 0,-3-1-24 16,1-2-28-16,-5-2-32 0,1 1-48 0,-4-2-42 0,2-2-71 16,3-2-264-16,-4-3-569 0,2 2 252 0</inkml:trace>
  <inkml:trace contextRef="#ctx0" brushRef="#br0" timeOffset="73684.12">8795 3450 306 0,'5'-8'317'16,"-5"-1"-12"-16,0-1-15 0,0 1-13 0,-6-2-8 15,2 2-7-15,-1 1 3 0,-3-3-18 0,1 3-8 16,-6-3-4-16,3 0-21 0,-1 8-14 0,-4-6-17 0,0 1-16 15,-2 5-13-15,1 2-7 0,-4-2-25 16,3 6-12-16,-4-2-9 0,1 5-7 0,0 3-9 16,-5 5-3-16,2 1-1 0,-5 2-10 0,3-1 0 0,4 3-7 15,-1 3-5-15,2 2-3 0,-3 7-2 0,8-3-4 16,8 4-1-16,-6 5 1 0,3 5 0 16,9 1-6-16,2-13 4 0,8 7 6 0,-1-6-6 0,10 4-3 15,5 4-9-15,2-9 5 0,8 1-3 0,-8-8-8 16,11 0-16-16,1 0-25 0,-7-8-36 0,-1-3-45 15,18-3-55-15,-12-3-43 0,-6-1-51 0,6-5-62 16,-2-3-55-16,2-5-73 0,-14-1-220 0,4-7-705 16,2 2 312-16</inkml:trace>
  <inkml:trace contextRef="#ctx0" brushRef="#br0" timeOffset="73855.98">8550 3723 283 0,'-13'0'311'0,"13"0"-2"0,-15 0 0 0,15 0 2 0,-10-1 8 16,10 1 5-16,-11-2 1 0,11 2 5 16,0 0-11-16,0 0-17 0,0 0-21 0,0 0-33 15,0 0-24-15,0 0-20 0,34 7-25 0,-19-3-24 0,7-3-52 16,-1 2-57-16,11 1-85 0,-4 0-80 0,3 0-84 16,2-1-98-16,-1 1-93 0,-4-2-244 15,3 4-691-15,-4-5 305 0</inkml:trace>
  <inkml:trace contextRef="#ctx0" brushRef="#br0" timeOffset="74246.57">9323 3310 265 0,'12'-15'393'0,"-9"2"-4"0,2 1 4 0,-2 1-16 0,2 3-9 15,-3-1-17-15,0 3-19 0,1-2-33 0,-1 5-24 16,-2 3-35-16,0-8-34 0,0 8-26 0,0 0-16 15,0 0-13-15,0 0-21 0,0 27-10 0,0-7-15 16,-2 7-7-16,2 0-11 0,0 4-10 0,2 14 3 16,-2-1-13-16,0-2-15 0,6 1 7 0,1 4-10 15,-1-5-1-15,3 3-6 0,-1-5 0 0,-3-10-28 16,-2-1-24-16,4 0-44 0,3-2-37 0,1-7-40 16,-2 0-40-16,-3-2-57 0,3-6-78 0,2-1-88 15,-6-6-284-15,5-2-735 0,0-1 325 0</inkml:trace>
  <inkml:trace contextRef="#ctx0" brushRef="#br0" timeOffset="74527.78">9734 3085 38 0,'6'-4'378'0,"-2"-5"-31"16,2 6-20-16,-1-5-25 0,-2 4-28 0,4 1-31 15,-7 3-26-15,0 0-20 0,0 0-20 0,13 16-11 0,-9-5 1 16,1 5 2-16,-4 3-1 0,4 0-13 0,-1 11-4 16,-4 2-20-16,4 7-9 0,-4 1-12 15,5 5-6-15,-5 0-15 0,4 3-6 0,-4 2-7 16,5-7-2-16,-4 5-8 0,1 0 3 0,-2-8-18 0,3 5 0 16,-3-6-3-16,2-7-7 0,-2-3-25 0,2-1-28 15,-4-4-31-15,4-5-23 0,-4 1-26 0,4-9-31 16,-2 0-45-16,0 0-39 0,5-3-64 0,-5-3-58 15,3-3-221-15,-3-2-595 0,0 0 264 0</inkml:trace>
  <inkml:trace contextRef="#ctx0" brushRef="#br0" timeOffset="75058.99">9386 3205 149 0,'-17'-15'378'0,"6"2"-7"0,-4 1-2 16,3-6-6-16,4 3-12 0,2-1-23 0,-3-3-13 0,9 0-31 15,0-1-19-15,7 4-29 0,-5-2-17 16,9 1-22-16,-1-1-18 0,7-3-13 0,2 3-25 16,8 5-13-16,-4-3-11 0,4 2-17 0,4 3-10 0,-4 1-10 15,6 1-14-15,-2-3-2 0,1 11-6 0,-4-3-8 16,8 1-15-16,-4 3 2 0,1 2-10 15,-2 3 0-15,1-1-6 0,-4 3-9 0,0 1-4 0,2 1 1 16,-4 5-8-16,1-1-3 0,1 1-2 0,-7 1-2 16,2 1 0-16,-1 0-7 0,-7-1 6 0,0 1-5 15,-2 2 7-15,0-4-11 0,-3 4-2 0,-2-2 5 16,1 0-5-16,-3-1 1 0,-6 1 1 0,4-5 7 16,-3 1-4-16,-2 4 4 0,-3-2-3 0,3-3 1 15,-9 2 3-15,0-4 2 0,-2-2-2 0,-3 4 2 16,-5-3 6-16,-1 0 2 0,4-1-3 0,-3 1 2 15,4 0 5-15,-4-4-3 0,5 3 2 0,0-2-1 16,7 0-4-16,-5-2 1 0,6 3-1 0,2 0 4 16,-1 0-4-16,1-2 5 0,5 1 4 0,0 2-2 15,5 4 3-15,6 1 1 0,4 4 1 0,13 3 7 16,0 4-11-16,10 4 10 0,-1-3-12 0,1 1-1 16,2-3-1-16,-6 0-7 0,3 7 7 0,-1-4 4 0,1-1-3 15,-8-9-9-15,-2 5 10 0,-6-1-12 0,-4-7-5 16,-2 0-15-16,1-1-7 0,-1 0-21 15,-10-6-11-15,8 3-7 0,-9-3-18 0,1-3-14 0,-2 1-18 16,-3-3-23-16,0 0-28 0,0 0-32 0,0 0-48 16,0 0-60-16,0 0-269 0,-18-15-630 0,11 7 279 15</inkml:trace>
  <inkml:trace contextRef="#ctx0" brushRef="#br0" timeOffset="75715.17">10437 2468 210 0,'3'-8'307'0,"-3"8"-16"16,0 0-23-16,2-7-24 0,-2 7-27 0,0 0-22 16,0 0-18-16,0 0-14 0,15 13-6 0,-8-4-2 15,1 1-3-15,-3 5-16 0,1-1-7 0,3 4-10 16,-3-3-13-16,4 8-5 0,2 0-10 0,-4 4-11 15,0 0 12-15,-4-3-10 0,9 3-6 0,-8-1 4 16,-2-2-18-16,4 3-8 0,-6-3-3 0,3-5-6 16,-3 0-32-16,4 0-27 0,0-4-27 0,-5-3-35 15,0-3-37-15,0 2-46 0,-5-7-34 0,10 2-57 16,-5-6-252-16,0 0-542 0,0 0 240 0</inkml:trace>
  <inkml:trace contextRef="#ctx0" brushRef="#br0" timeOffset="76027.64">10849 2543 173 0,'-23'7'207'0,"15"-6"-9"0,-1 4-6 0,-5-2-8 15,2 1-7-15,0-1-5 0,-2 5-14 0,-6 1-6 0,5-2-6 16,0 0-8-16,-2 1-3 0,-3 0-9 0,6-1-9 15,-6 2-3-15,5-1-5 0,0-1-7 0,0 1-8 16,8-4-6-16,-4 3-7 0,3-3-8 0,-2 0-6 16,5-1-4-16,-2 2-4 0,0-2 1 0,7-3 5 15,0 9 15-15,0-9 20 0,0 0 23 0,7 9 9 16,3-3-9-16,5-2-17 0,6 6-3 0,3-2-15 16,5 4-1-16,19 0-14 0,-16-2-5 0,11 3-10 15,-8-1-9-15,6 3-28 0,-11-6-48 0,4 6-43 16,-9-4-52-16,7 0-74 0,-14-2-93 0,3-2-87 15,-4 1-188-15,-4 0-610 0,-4-4 269 0</inkml:trace>
  <inkml:trace contextRef="#ctx0" brushRef="#br0" timeOffset="77069.3">12513 824 129 0,'0'0'274'0,"0"0"-27"0,0 0-27 0,0 0-22 0,0 0-11 16,-32 19-4-16,17-6 0 0,0 1 0 0,-4 7-6 16,-5 0-7-16,-4 12 1 0,8 1-3 0,-4 1-15 15,7 7 0-15,-3-6-4 0,2 5-9 0,0-6-7 16,14-3-4-16,-4 7-20 0,3-8-3 0,3 10-5 15,11-10-3-15,-4-2-9 0,5 8-11 0,10-1 0 16,-2-9-7-16,12 3-9 0,-1-1-9 0,14 0-35 16,0-10-59-16,-1 2-64 0,2-6-85 0,3-3-89 15,-4 0-321-15,-10-5-649 0,2-5 288 0</inkml:trace>
  <inkml:trace contextRef="#ctx0" brushRef="#br0" timeOffset="77709.87">13562 1251 239 0,'2'-5'302'0,"-2"5"-18"0,-4-12-20 15,1 7-22-15,-5-2-22 0,1 3-18 0,-1 1-14 16,0 2-9-16,-7-1-16 0,-4 2-4 0,3 0-11 0,-7 2-12 16,3-2-7-16,0 4-3 0,-5-1-8 0,4 3-13 15,-6 1-5-15,-1 2-11 0,5 4-5 0,3-4-12 16,3-1-3-16,-2 2-7 0,5 2-8 0,-1-3 1 15,6-2-12-15,-3 5 2 0,2-3-5 0,3 9-2 16,6-6-1-16,-6-3-6 0,12 0 3 0,-2 3-2 16,4-3-2-16,3 6-7 0,7-4 1 0,-1-3-2 15,6 0-9-15,-1 0-9 0,6-1-13 0,4-4-12 16,-4-2-10-16,1 4-8 0,1-8-4 0,-7 1-4 16,6-5-1-16,-1 3 0 0,-1-12-1 0,-1 1-9 15,-4 2 7-15,3-8 0 0,-13 0 3 0,4-5 6 16,-2-1 9-16,-3-2-3 0,-1-3 7 0,-3 2 6 15,-3 0 0-15,-1-3 13 0,-2 0 19 0,0 3 22 16,-2 0 18-16,2 3 14 0,2 3 23 0,-4 8 10 16,-1-3 19-16,3 3 9 0,0 0-2 0,0 2 13 15,0 5 1-15,-3-2-6 0,0 4-3 0,1-1-16 16,0 3-15-16,2 5-8 0,2-8-13 0,-2 8-10 16,-2-7-12-16,2 7-8 0,0 0-7 0,0 0-2 15,0 0-11-15,-5 22 3 0,5-12 5 0,4 5-11 16,-4 0-3-16,1 7 0 0,-1 3-4 0,2 5-1 15,0 3 1-15,1 0 0 0,0-3-5 0,4 9 2 16,1-11 0-16,-3 13-3 0,-2-8-4 0,6-4-6 0,-3-2 2 16,4 5-25-16,0-8-19 0,-2 2-19 0,6-2-23 15,-6-9-32-15,7 0-32 0,-5 0-47 16,1-5-63-16,4 0-81 0,7-3-64 0,-7-1-241 16,-2-6-699-16,-3 2 309 0</inkml:trace>
  <inkml:trace contextRef="#ctx0" brushRef="#br0" timeOffset="78459.8">14287 1140 326 0,'0'0'346'0,"0"0"4"0,0 0-4 0,0 0-2 15,0 0-11-15,0 0-7 0,0 0-35 0,0 0-34 16,0 0-17-16,13-15-29 0,0 12-24 0,4 0-16 16,1-5-20-16,10 4-23 0,-1-1-36 0,3-5-49 0,3 7-53 15,-2-2-33-15,-1 0-54 0,-2 1-75 16,2-3-79-16,0 1-72 0,-9 4-218 0,2-2-587 16,1 1 260-16</inkml:trace>
  <inkml:trace contextRef="#ctx0" brushRef="#br0" timeOffset="78883.13">15426 871 163 0,'8'-16'251'0,"-8"1"4"0,8-1-21 16,-4 2-3-16,-4 0-5 0,3 3-16 0,-3-6-12 0,0 7-10 16,-3-1-11-16,-2-1-13 0,3 0-12 15,-3 4-15-15,5 1-18 0,-8-1-8 0,3 3-16 16,-5 2-12-16,0-2 4 0,-2 3-20 0,-3 4-8 16,2-2-6-16,2 5-8 0,-4-2-5 0,0 6-7 0,3-1 7 15,-3 3-9-15,0 4-7 0,5-2 2 0,-1 7-3 16,4-1 1-16,1 4-6 0,2 4 7 15,-1 0-3-15,14 4 6 0,-9 3-7 0,13 5 8 16,-2 1 0-16,4 2-2 0,2-3-3 0,3 7 2 0,-2-5 5 16,2-1-8-16,-2 2-7 0,0-1-3 0,-3-4 1 15,-3-7-1-15,1 1 0 0,-5-3-2 0,5 2 2 16,-4-6-11-16,-3-5-22 0,1 1-17 16,-5-1-21-16,1-7-31 0,0 7-28 0,-3-11-30 0,-3 3-42 15,3-3-48-15,-3-4-55 0,3-4-168 0,-9 1-498 16,9-1 221-16</inkml:trace>
  <inkml:trace contextRef="#ctx0" brushRef="#br0" timeOffset="79836.16">15176 1107 15 0,'-7'-3'291'16,"2"-2"-7"-16,2-2-11 0,3 7-16 0,-7-3-18 16,7 3-15-16,-6-6-14 0,6 6-19 0,0 0-20 15,0-6-20-15,0 6-15 0,0 0-12 0,0 0-18 16,26 2-10-16,-9 2-8 0,4-3-15 0,-4 2-10 16,3 1-12-16,3 0-17 0,5 0-20 0,2 8-21 15,-1-7-22-15,1-3-22 0,2 3-22 0,-4-2-19 16,-5 2-19-16,7-5-16 0,-2 2-10 0,-7-2-12 15,9 0-12-15,-8-2 4 0,-1 0-7 0,1-2 6 16,-6 1 6-16,3-6 9 0,-3 6 10 0,1-3 16 16,-1-3 9-16,2 3 12 0,-3-4 11 0,2-1 12 15,-1 5 13-15,1-3 16 0,1-3 6 0,-3 4 14 16,0 0 27-16,-5-3 12 0,2 2 30 0,1 2 22 16,-5-1 15-16,0 2 7 0,4-3 17 0,-4 5 8 15,-1-5 4-15,-4 2 0 0,4 3 5 0,-2-3-8 16,-4 0 6-16,4-2-5 0,-1 5 0 0,-1 0-9 15,-1-3-9-15,-2 7-9 0,1-8-4 0,-1 1-4 16,0 7-8-16,-1-9-7 0,-1 3-7 0,2 6-8 16,-7-9-5-16,2 6-6 0,5 3-4 0,-13-4 4 15,6 4-12-15,-2-3-5 0,2 1 1 0,7 2-3 0,-23 2-3 16,10-4-4-16,1 4-3 0,0 0 1 16,-8 2-4-16,9-1 1 0,-1 2-1 0,2-1-3 15,-1-1 0-15,1 3 0 0,2 0 1 0,1 2-3 16,-1-1 4-16,4 5 4 0,4-3-7 0,4 3 1 0,-1 5-2 15,9-1-2-15,-2-3-1 0,4 4 0 0,10 3-2 16,-1-7-4-16,5 6-10 0,0-7-16 16,3 0-18-16,-2-1-16 0,2 0-7 0,1-6-10 15,-3 2-7-15,-2-6 4 0,3-1 4 0,-11-1 5 0,5-1 7 16,-3-1 12-16,1-3-7 0,-1 3 21 0,-6-6 8 16,2 1 0-16,-4 0 8 0,-5-3 11 0,4 5 13 15,-4-11 12-15,-1 9 13 0,-2-1 7 0,-2-3 2 16,-3 4 8-16,0 2 5 0,2-2 2 0,-4 1-8 15,0-1 1-15,1 1-4 0,-9-3-5 0,5 3-1 16,0 4-2-16,-7 2-5 0,4-2-4 0,8 3-1 16,-17 3-3-16,4-3 3 0,-2 3-5 0,0 3-2 15,-5-3 0-15,9 5 1 0,-1 0-1 0,-1 0-4 16,5 4-5-16,-2 0 4 0,6 5-6 0,-4-8-2 16,5 6 1-16,3 1-5 0,0-4-6 0,3 0-6 15,5-2-8-15,-1 1-5 0,3-2-6 0,2-5-5 16,3 1 0-16,3-2 3 0,2-4 8 0,-7 5 5 15,7-4-5-15,-4-6 9 0,6-2 5 0,-2-2 2 16,-4-4 4-16,-1 6 12 0,-2-3 12 0,4-4 25 16,-6 3 13-16,-1-3 13 0,-1 5 11 0,-3-2 12 15,1 1 5-15,0 0 8 0,-4 6-1 0,0-3-8 16,-1 2-8-16,1 2-4 0,-3 4-7 0,3-9-8 16,1 4-10-16,-4 5-7 0,0 0-6 0,0 0-5 15,0 0-7-15,0 0 13 0,0 0-17 0,0 0 1 16,11 17-3-16,-7-9-3 0,-1 0-2 0,0 4 0 15,2-5-2-15,5 9-4 0,-2-4 0 0,6 3 6 16,-8-5-10-16,4 3 0 0,3-4-2 0,2 2-8 16,0 0-21-16,2-6-29 0,-2 3-25 0,3-4-35 15,-3-2-32-15,6-1-36 0,-1-4-34 0,-3 3-24 16,4-4-172-16,-3-2-446 0,1 0 197 0</inkml:trace>
  <inkml:trace contextRef="#ctx0" brushRef="#br0" timeOffset="80133">16869 464 112 0,'0'-8'287'0,"-2"0"-16"0,2 4-20 0,0 4-22 16,-5-8-26-16,5 8-22 0,0 0-18 0,-3-6-21 15,3 6-19-15,0 0-3 0,0 0-15 0,-5 22-14 16,5-14-8-16,0 6 2 0,5 4-16 15,-2 0-5-15,-3 0-5 0,7 7-4 0,0 1-10 0,-6 1-2 16,6 0-5-16,1 5-2 0,0-4-4 0,4-2-2 16,-4 4-5-16,-1-5 7 0,0 4 1 0,2-4-14 15,-2-4 2-15,-2 0-2 0,-2-2 0 0,4-2-7 16,-2-2-8-16,-3 1-17 0,3-2-20 16,-2-5-19-16,-3-2-24 0,0 0-22 0,5 0-18 0,-5-1-10 15,0-6-26-15,1 3-20 0,-1-3-14 0,0 0-7 16,0 0-121-16,0 0-341 0,0 0 151 0</inkml:trace>
  <inkml:trace contextRef="#ctx0" brushRef="#br0" timeOffset="81117.28">16958 897 131 0,'-1'-8'21'16,"-6"1"28"-16,5-2 23 0,-3 2 21 0,2-1 11 15,-2-1 15-15,4 3 8 0,-4 0 10 0,-2 0-5 16,5-1-3-16,2 7-5 0,-5-4-13 0,5 4-15 16,-3-8-10-16,3 8-10 0,0 0-6 0,0 0-5 15,0 0-3-15,0 0-7 0,0 0-5 0,0 0-2 16,0 0-2-16,0 0-7 0,17 12-3 0,-11-8-3 15,2 0-1-15,4 3-5 0,-2-3 4 0,2 2-5 16,-3-3-7-16,6 1 1 0,0-1 0 0,-1 0-5 16,0 2 0-16,1-5 1 0,-1 0-3 0,-3 0-2 15,1-1 1-15,1-3-1 0,-3 0 1 0,0-2 1 16,3 0 0-16,-5 0 11 0,2 1 7 0,-1-2 8 16,-4 3 14-16,-1 0 4 0,3 0 4 0,-7 4 5 15,8-6-2-15,-1 4-7 0,-7 2-8 0,5-5-8 16,-5 5-7-16,5-5-3 0,-5 5-3 0,0 0 0 15,0 0-7-15,12 15 0 0,-11-6-3 0,2-6-4 16,1 9 3-16,-3-5-3 0,6 4-6 0,0 0 5 16,-6-3-6-16,6 4 1 0,-2-1 3 0,-3-2-5 15,8-2-6-15,-6 4 2 0,3-2-3 0,0-3-2 16,-1 0-1-16,-4 0-2 0,6-3-10 0,-1-2-18 16,-7-1-12-16,13 0-14 0,-13 0-15 0,10-4-14 0,-10-2-14 15,5 0-15-15,-2 0-21 0,4-3-10 0,-4-2-3 16,1-1-1-16,1 2-1 0,-4-2 1 15,3 0 1-15,-1 1 5 0,-2 1 13 0,3 1 17 16,-1-3 10-16,-1 7 13 0,1-3 17 0,-1-1 10 0,-1 2 18 16,3 1 13-16,-4 6 14 0,5-5 11 0,-5-2 4 15,0 7-2-15,0 0 18 0,10-4 0 16,-10 4 8-16,0 0 2 0,0 0 7 0,0 0 5 16,11 12-1-16,-6-8 10 0,2 2-4 0,-1 3 1 15,3-2 6-15,-3 3-1 0,4 0-8 0,2 1 1 0,-1 2-6 16,3-2 2-16,1 1-1 0,-7 0-1 0,3-2-14 15,-1 2 9-15,5 0 0 0,-7-4-7 0,6 4-4 16,-6-3 3-16,5 1-3 0,-3 0 2 16,-5-3 0-16,-3 1-4 0,6-3 15 0,-3 0 16 0,-5-2 26 15,7 1 18-15,-7-4 0 0,0 0-8 0,0 0-9 16,0 0-7-16,0 0-9 0,8-12 3 0,-8 5-9 16,0 7-4-16,0-13-6 0,-2 3 0 0,2 3-2 15,2-2-3-15,-2 0-3 0,0-2-2 0,8 3-4 16,-3-2 1-16,3-3-6 0,1-1 2 0,-3 1-8 15,4-2 1-15,5 3-4 0,-2-3 2 0,-1 4-3 16,0-1 0-16,-1 2-2 0,-3 1 5 0,6-3-10 16,-4 4 4-16,3-4-2 0,-5 5 1 0,0 1 7 15,-1 0 11-15,1 3 8 0,-3-5 3 0,-5 8-6 16,9-4-5-16,-3-1-2 0,-6 5-2 0,2-4-4 16,-2 4-4-16,0 0-1 0,0 0 0 0,0 0-1 15,0 0 0-15,0 0-4 0,-15 16 2 0,15-8 5 16,-2-1-8-16,-3 2 1 0,2 2-1 0,-2-4 0 15,3 7 0-15,2-7 0 0,0 4 0 0,2 0 0 16,0-3 0-16,1-3 1 0,0 5-2 0,2-2 2 16,2 0-1-16,3-3 0 0,1 1 8 0,1-4-7 15,8 0-3-15,-5-2-1 0,0 0 5 0,0-2 2 16,8-3 5-16,-10 4 13 0,8-6 4 0,-1-1 9 16,-3 0 14-16,1 1 10 0,0-1 10 0,-1-2 12 15,-1 1 10-15,-1-2 8 0,-1-1 12 0,0 3-1 16,0 2 11-16,-6-1 5 0,0 3-3 0,-1-3 2 15,1 2-3-15,0 2-8 0,-1-4-12 0,0 5-10 16,1-2-9-16,-8 5-9 0,7-4-10 0,-7 0-14 16,0 4-17-16,0 0-4 0,0 0-9 0,0 0-17 0,14 7-10 15,-7-2-18-15,-4 0-27 0,1 3-16 0,4 1-27 16,-1 0-23-16,1 3-21 0,-3-5-31 16,-4 7-36-16,6-7-43 0,1 6-44 0,-8-4-41 15,9 1-216-15,-4-7-590 0,1 4 261 0</inkml:trace>
  <inkml:trace contextRef="#ctx0" brushRef="#br0" timeOffset="81705.75">18481 217 148 0,'0'0'330'0,"0"0"-24"0,0 0-18 0,0 0-16 0,0 0-22 16,0 0-8-16,25 14-9 0,-9-2-3 0,4 4-15 16,5 4-13-16,0 2-12 0,11 9-3 0,2 0-8 15,-1 0-16-15,8 3-11 0,-11 2-14 0,3-5-14 16,-1 5-14-16,-3 3-12 0,4-3-8 0,-9 1-8 16,2 1-6-16,-1 3-12 0,-9-1 1 0,-3-1-12 15,-2 0-2-15,-2 3-8 0,-5 0-4 0,-6-2-5 16,-4 7 1-16,2-2-9 0,-15 1 3 0,5 1-10 15,-11-2-4-15,-6 2-7 0,-2-4-11 0,-8 2-17 16,-6-1-34-16,-16 10-26 0,-4-7-23 0,13-11-23 16,-15 9-17-16,19-14-12 0,0 0-32 0,-1 2-29 15,8-3-52-15,1 0-49 0,1-2-202 0,2-3-563 16,11-4 249-16</inkml:trace>
  <inkml:trace contextRef="#ctx0" brushRef="#br0" timeOffset="85498.84">12731 3207 186 0,'8'-14'281'16,"-1"1"12"-16,1 4 6 0,-1-3 5 0,-5 3-1 15,4-2 10-15,-6 3 2 0,7 0-8 0,-7 1-15 16,0-1-16-16,5 4-22 0,-5 4-24 0,0 0-29 16,0 0-23-16,-5-8-23 0,5 8-14 0,0 0-16 0,-30 15-13 15,15-2-10-15,-11 7-10 0,1-1-8 0,-12 6-8 16,3 3-7-16,7 3 0 0,-8 1-5 15,6 6-2-15,-3-4-5 0,2 6 2 0,6-5-12 0,5 4-3 16,6-3-5-16,0 6-1 0,6-1-1 0,6-2 0 16,7-8-3-16,9 8 1 0,7-5 0 0,1 0-1 15,7-2-1-15,4-1-3 0,9-3-1 0,-1-4-3 16,6-2-6-16,0-2-14 0,3-5-32 0,-1-1-49 16,1-1-44-16,-1-6-56 0,-6 2-51 0,-12-2-66 15,1-6-77-15,-3-1-75 0,-10 0-240 0,-1-1-739 16,-2-3 328-16</inkml:trace>
  <inkml:trace contextRef="#ctx0" brushRef="#br0" timeOffset="85826.94">13488 3178 312 0,'4'-5'386'0,"-4"-2"-12"16,4 2-14-16,-3 0-34 0,-1 5-40 16,7-6-29-16,-7 6-31 0,0 0-30 0,0 0-15 15,13 13-25-15,-11-3-3 0,6 3-22 0,-3 5-15 0,-3 2-11 16,8 0-6-16,0 7-15 0,-4 0-6 0,3 3-12 15,1 1-5-15,-1 0 0 0,-2-3-9 0,0 2-5 16,-2 2-5-16,3-2-2 0,-1-2-1 0,1-1-8 16,-6 0-30-16,4-4-24 0,-1-7-27 0,-5-2-42 15,2-1-44-15,-2-5-51 0,0 3-51 0,0-7-56 16,1 2-247-16,-1-6-587 0,0 0 260 0</inkml:trace>
  <inkml:trace contextRef="#ctx0" brushRef="#br0" timeOffset="86186.28">13953 3371 36 0,'0'0'212'0,"0"0"-4"0,-20 4-11 0,13-1 0 15,7-3-5-15,-18 6-4 0,5-3-8 0,-2 0-3 16,0 0-7-16,2-2-4 0,-2 4-8 0,-2-1-4 15,-3 3-5-15,4-6 0 0,-2 1-16 0,-1-1-1 0,6 2-11 16,2-2-3-16,-1 2-11 0,4-3-6 16,-6 2-6-16,6 1-9 0,8-3-7 0,-11 4-11 15,2-2-3-15,9-2-4 0,0 0-13 0,-15 1 0 16,15-1-4-16,-1 7-3 0,1-7-2 0,0 0 3 0,15 13-5 16,-5-9-6-16,0 4 2 0,6 3-6 0,1-3 0 15,4 2-2-15,7 3-4 0,-5-4 1 16,6 3-5-16,-1-3 2 0,0 7-2 0,-3-5-6 0,-2 5 1 15,3-5-27-15,-2 2-19 0,-5-5-24 0,-2-2-21 16,-1 2-30-16,-7-4-44 0,2-1-47 0,-1-2-49 16,-3 3-54-16,-7-4-207 0,15-4-553 0,-9 0 244 15</inkml:trace>
  <inkml:trace contextRef="#ctx0" brushRef="#br0" timeOffset="86436.25">14257 3440 9 0,'0'0'430'0,"-8"-3"-7"0,8 3-6 16,0 0-12-16,0 0-21 0,0 0-20 0,0 0-29 15,0 0-28-15,0 0-28 0,0 0-26 0,0 0-26 16,0 0-25-16,23-4-21 0,-23 4-24 0,28 4-27 15,-6-3-21-15,6 1-33 0,0-1-35 0,-2 0-35 16,11 2-52-16,-9 0-40 0,2-4-43 0,-2 2-51 16,2 1-57-16,-9 1-58 0,9-3-69 0,-10-5-203 0,1 4-614 15,-4-1 273-15</inkml:trace>
  <inkml:trace contextRef="#ctx0" brushRef="#br0" timeOffset="86904.96">14964 3288 157 0,'0'0'247'0,"0"0"-26"15,0 0-24-15,0 0-18 0,0 0-18 0,0 0-12 16,-18 17-11-16,14-9-8 0,3 0-6 0,-1 1-13 16,2 3-8-16,0 2-10 0,0-3-6 0,2 8-8 15,3-2-4-15,-2-2-5 0,4 4-9 0,1-6-3 16,3 6-4-16,1-4-6 0,0 2-4 0,1-2-3 16,2-1-2-16,0 1-3 0,-2-2-5 0,5-1 1 15,-1 2-2-15,3-10-1 0,3-1-4 0,-3 3-5 16,-4-6-1-16,6 0 1 0,-1-6-2 0,-8 0-1 15,6 3 0-15,-6-9 1 0,2 3 4 0,0-3 1 16,-4-2 6-16,1 0 7 0,-2-4 11 0,0 2 13 16,-4 1 1-16,3-1 10 0,-4 2 13 0,-2 2-1 15,2 2 13-15,-4 0-1 0,4-1-4 0,-3 3-6 16,0 1 9-16,-2-1-5 0,0 8 14 0,0-10-22 0,0 4-5 16,0 6-8-16,0-8-10 0,0 8-6 0,1-4-22 15,-1 4-29-15,0 0-38 0,0 0-24 16,0 0-6-16,0 0-19 0,0 0-23 0,0 0-24 0,0 0-37 15,5 19-38-15,0-11-43 0,-1 1-34 0,-1 0-233 16,0 1-561-16,-3 0 248 0</inkml:trace>
  <inkml:trace contextRef="#ctx0" brushRef="#br0" timeOffset="87311.17">15545 3286 225 0,'0'0'276'0,"5"-4"-17"0,-5 4-34 16,0 0-22-16,0 0-19 0,0 0-23 0,0 0-14 15,0 0-18-15,0 0-11 0,16 15-12 0,-16-9-11 16,7 1-9-16,-2 1-8 0,-2 2-6 0,4 1-7 16,0-1-7-16,-1 1-6 0,1 1-3 0,-1-1-4 15,-1 0-4-15,0-2-7 0,4 5-3 0,-3-8 0 16,2 3-3-16,-3-3-3 0,-1-3-4 0,2 1 3 15,-6-4 2-15,12 3-3 0,-5-3 1 0,-7 0 7 16,13-6 14-16,-7 5 11 0,1-3 4 0,1-3 9 0,4-3 10 16,-4 0 7-16,4-4 4 0,-1 4 12 0,1-4 8 15,-2 2 0-15,1 0 8 0,-1 0 3 16,-1 0-3-16,6 1 1 0,-9 1 0 0,2 2-5 16,1 1-9-16,-3-2-7 0,3 4-8 0,-1 0 0 0,-3 0-23 15,2 2-7-15,-7 3-10 0,8-5-8 0,-8 5-8 16,0 0-10-16,20 5-8 0,-12-2-12 0,-8 3-27 15,8 2-12-15,0 0-24 0,-1 0-22 0,0-1-13 16,4 7-28-16,-2-7-26 0,-1 4-32 0,-2 0-38 16,3-4-34-16,-1 2-35 0,2-2-42 0,2-2-228 0,-6-1-604 0,2-2 268 0</inkml:trace>
  <inkml:trace contextRef="#ctx0" brushRef="#br0" timeOffset="87529.9">16258 3247 225 0,'7'-5'290'0,"-7"5"-9"0,5-5-10 16,-5 5-21-16,0 0-27 0,0 0-24 0,3-3-18 16,-3 3-21-16,0 0-17 0,0 0-15 0,0 0-12 0,0 0-12 15,5 15-11-15,-3-8-7 0,-2 1-12 16,5 2-4-16,-2 2-8 0,-1-1-5 0,3 5-1 16,0-4-7-16,1 7-8 0,-2-11-1 0,4 6 1 15,0 3-12-15,4-9-15 0,-6 4-27 0,3-4-31 0,-6-1-36 16,4 1-39-16,2-4-50 0,0-1-44 15,1 1-42-15,0-4-144 0,-10 0-432 0,21-7 193 16</inkml:trace>
  <inkml:trace contextRef="#ctx0" brushRef="#br0" timeOffset="87811.12">16551 2659 175 0,'-5'-7'372'0,"10"-1"2"0,-5 3-24 16,0-2-18-16,-5 0-22 0,5 7-32 0,0-8-31 16,0 8-29-16,5-4-20 0,-5 4-24 0,0 0-12 15,0 0-21-15,3 16-15 0,6-6-12 0,1 5-14 16,-2 1-15-16,7 7-4 0,-7 4-7 0,5-2-4 16,1 6-5-16,-3 9-11 0,2 0-2 0,-1-10 1 15,-2 10-15-15,5-1-1 0,-7-9-20 0,0-1-17 16,1 3-19-16,1-6-16 0,-4 3-10 0,3-5-20 15,-8 2-14-15,1-9-20 0,1 2-26 0,-1-6-25 16,-1 1-32-16,-1-4-15 0,0 0-23 0,4 1-18 16,-4-2-18-16,1-3-176 0,-1-6-467 0,-1 8 208 15</inkml:trace>
  <inkml:trace contextRef="#ctx0" brushRef="#br0" timeOffset="88217.33">16660 3075 16 0,'-5'-3'214'0,"5"3"-3"0,-6-11-9 16,6 11-15-16,-2-5-16 0,2 5-10 0,-5-5-19 16,5 5-13-16,0 0-12 0,0 0-15 0,0 0-5 15,0 0-13-15,32 6-7 0,-16 3-8 16,1-3-3-16,4 0-11 0,9 1-4 0,2 4-6 0,1-3-6 16,0-3-9-16,3 3-9 0,7 1-10 0,-8-3-16 15,-4-3-9-15,4-2-4 0,-5 2-2 0,0 1 5 16,-9-4 0-16,-3-4 4 0,4 8 1 0,-10-8 5 15,-3 0 2-15,6 1 7 0,-8-2 7 0,-2 2 6 16,0-2 5-16,0 2 7 0,-3-5 9 0,-2 8 4 16,6-8-2-16,-6 8 0 0,0 0-1 0,-8-8-1 15,3 1-3-15,5 7-4 0,-10-3-2 0,10 3-4 16,0 0-3-16,-15 0-5 0,15 0 3 0,-10 8 0 16,4-2-3-16,1-2-1 0,-2 1-1 0,7 7 4 15,-7-3-2-15,6 0 0 0,1 3-3 0,0 4 4 16,1-1 2-16,3-3-4 0,-1 5-5 0,2 1 3 15,7-6 0-15,-11 6-2 0,4-4-2 0,5 0 1 16,-5 0-2-16,2 2-1 0,-1-7 1 0,1 2 0 16,0-2-4-16,-6-2-31 0,6 0-38 0,-7 1-34 15,0-5-30-15,0-3-60 0,0 0-56 0,-13 4-129 16,13-4-402-16,-24-12 178 0</inkml:trace>
  <inkml:trace contextRef="#ctx0" brushRef="#br0" timeOffset="88420.44">16265 2976 321 0,'0'0'314'0,"-8"-3"-16"16,8 3-21-16,-5-5-28 0,5 5-21 0,0 0-21 15,0 0-22-15,0-7-26 0,0 7-23 0,0 0-35 16,0-8-70-16,0 8-83 0,0 0-85 0,5-5-94 15,-5 5-117-15,1-7-377 0,6 4 167 0</inkml:trace>
  <inkml:trace contextRef="#ctx0" brushRef="#br0" timeOffset="89062.54">18165 2547 213 0,'0'-15'381'0,"0"3"-15"0,-2-4-14 0,2 5-16 16,-1-5-10-16,1 7-16 0,-4 2-23 0,4 0-33 16,-1 4-27-16,1 3-32 0,0-9-21 15,0 9-24-15,0 0-13 0,0 0-16 0,-4 27-10 0,-1-8-17 16,5 8-9-16,-5 5-4 0,5 13-8 0,-1 6-3 16,-4 3-2-16,2-2-7 0,1 7-7 0,-1 16-8 15,-1-18-1-15,1 0-2 0,-5 0-2 0,1 16-7 16,-1-19-5-16,1-1-1 0,1-1-5 0,-3-1-1 15,4-4 2-15,-1-1 0 0,-1-7-1 0,-3 1-2 16,2-12-35-16,5-1-35 0,-2-7-34 0,3 0-32 16,-3 2-30-16,3-9-47 0,2 1-51 0,0-7-72 15,5 3-315-15,-1-3-681 0,1-4 303 0</inkml:trace>
  <inkml:trace contextRef="#ctx0" brushRef="#br0" timeOffset="89603.94">18339 2903 305 0,'1'-11'315'0,"1"5"-7"0,-2 0-18 0,5 1-25 16,-5 5-23-16,2-11-26 0,-2 11-19 0,6-4-21 0,-6 4-20 15,0 0-22-15,0 0-7 0,17 11-16 0,-11-3-11 16,6 4-10-16,-2 1-10 0,-3 1-11 16,6 1-3-16,-3 1-5 0,3 2-5 0,-5 0-5 0,7 1-12 15,-5 1-2-15,0-2-4 0,0-2-7 0,0 3-7 16,-5 0-4-16,3-6-1 0,-5 2-6 0,1-7-4 15,1 4 1-15,-4-5-3 0,1-2 2 0,5 4-2 16,-7-4 4-16,0-1 8 0,0-4 9 0,0 0 5 16,0 0 3-16,0 0 8 0,0 0 6 0,0 0 3 15,18-13 12-15,-13 5 5 0,1-1 1 0,1-4 4 16,3-1 13-16,-3-3 7 0,3 1-3 0,0 1-2 16,1-3 12-16,1 3 3 0,3 2 9 0,-1-1 2 15,-2 2-2-15,-2 0-2 0,2-3-3 0,-9 9-10 16,10-1-8-16,-6-2-5 0,3 1-10 0,-4 2-6 15,-1 3-14-15,-1-5-3 0,-4 8-9 0,8-2-17 16,-8 2-10-16,0 0-12 0,18 2-11 0,-11 6-15 16,-1-2-22-16,-1 3-13 0,5 2-20 0,0 2-16 0,5 2-16 15,-3 0-33-15,-1 1-24 0,4-1-34 0,-2 2-47 16,2-2-53-16,8 3-55 0,-8-6-291 16,-1-1-704-16,0-4 311 0</inkml:trace>
  <inkml:trace contextRef="#ctx0" brushRef="#br0" timeOffset="90400.73">19150 3016 47 0,'0'0'194'0,"0"0"-10"0,15 3-7 16,-15-3-16-16,16 0-15 0,-16 0-5 0,17-3-16 15,-7 3-14-15,0 0-14 0,5-1-6 0,-2-2-8 16,-3 2-11-16,8-6-6 0,-8 5-5 0,6-3-4 16,-2 2-5-16,-1-3-4 0,-3 0-5 0,3-3 4 15,2 0 1-15,-8-2-5 0,6-1 0 0,-3 2-5 16,1-3-2-16,-4-1 10 0,-4 1 3 0,4 2 0 16,-7-1-2-16,0-3 1 0,0 3-3 0,-7 1-2 15,7-1-1-15,-6 2-3 0,2 1-2 0,-7 0-1 16,7 2-8-16,-7 0-3 0,3 2-3 0,-1 3-1 15,-4 0-2-15,-2-1-4 0,0 3-2 0,0 3-3 16,0 2 0-16,2 4-5 0,-2-1 7 0,2-3-6 0,10 4 2 16,-9 5 0-16,7 1 1 0,7 1-1 15,-7 0 0-15,5-1-1 0,0-2-1 0,5 6 1 16,2 0 1-16,4-3-2 0,-1-1-2 0,5 0 2 0,6 4-2 16,4-3 0-16,-3 0-6 0,1-5-1 0,-2-3-7 15,8 2-7-15,-1-8-19 0,-8 3-9 16,8-2-3-16,-7-3-6 0,2 0 0 0,-4-8 0 15,2 6 4-15,-3-6 6 0,-3 2 10 0,3-7 1 0,-6-1 1 16,3 1 6-16,-5-2 1 0,1-2 8 0,-2 4 7 16,-3-4 7-16,1 3 12 0,0-1 17 0,-6 0 12 15,6 5 7-15,-5 1 8 0,-2-4 9 0,3 5-2 16,-3 0 7-16,1-3 0 0,-1 6-9 0,0 5-8 16,2-9-6-16,-2 9-9 0,0-6-2 0,0 6-7 15,0 0-2-15,0 0-1 0,0 0-3 0,0 0-1 16,-6 21-2-16,6-9-3 0,0-2 0 0,3 7-2 15,0-3-2-15,-3 1-1 0,8 0 3 0,-3 2-5 16,2 2-1-16,1-6 3 0,1 5-4 0,2-3-1 16,-1 1-4-16,2-5-3 0,-2 1 0 0,4 0-3 15,0-5 2-15,1 2-5 0,1-4 0 0,-3-3 4 16,-3-2-1-16,4 0 1 0,-3-5 4 0,6 3-1 16,-1-7 0-16,-2-1 3 0,-1 1 0 0,-3-4-1 15,1 0 4-15,3 0 0 0,-3-2 2 0,-3-3 7 0,-1 5 9 16,1-4 16-16,-1 3 16 0,0 1 13 15,-1-1 11-15,-4 6 9 0,3-4 5 0,-2 4 7 16,-3 1 5-16,0-1-12 0,5 2-2 0,-5 6-6 16,2-12-12-16,-2 7-6 0,0 5-10 0,5-3-10 0,-5 3-7 15,0 0-22-15,0 0-6 0,0 0-5 0,0 0-8 16,0 0-6-16,8 20-10 0,-6-11-12 16,-2 0-3-16,0 2-8 0,5 1-9 0,-4-4-12 0,6 7-14 15,-6 1-19-15,4-6-23 0,-3 0-28 0,3 4-29 16,2-5-50-16,-4-2-40 0,9 2-43 0,-7-3-158 15,4 1-504-15,-4-5 222 0</inkml:trace>
  <inkml:trace contextRef="#ctx0" brushRef="#br0" timeOffset="91306.89">20239 2760 21 0,'0'-5'240'0,"0"5"-14"0,0 0-22 0,0 0-23 16,3-6-14-16,-3 6-15 0,0 0-17 0,17 11-11 16,-12-7-3-16,13 4-6 0,-8-1-3 0,5 4-10 15,0 1-8-15,1 0-8 0,4 0-4 0,2 3-12 16,-6 0-5-16,-1-3-5 0,0 3-4 0,-2-2-8 16,2 1-5-16,-2-2-6 0,-3 3-2 0,-2-6-2 15,-1-2-4-15,0 0-4 0,-2 0 2 0,-2-1-6 16,2-2 1-16,-2-1 13 0,-3-3 26 0,5 7 27 15,-5-7 3-15,0 0-5 0,0 0-10 0,0 0-7 0,0 0-6 16,0 0-6-16,-8-27-1 0,3 16-9 16,3 3-4-16,1 0-5 0,1-3-9 0,0 0-11 15,1-1-10-15,-1 0-19 0,2 2-29 0,6-3-22 0,-1-1-30 16,6 1-27-16,0 1-28 0,2-2-22 0,3 5-6 16,1-2 12-16,2 3 3 0,4 0 12 15,-3 2 12-15,-1-1 21 0,1 2 4 0,-6 2 16 16,-1-2 8-16,0 4 11 0,-8-3 14 0,6 2 11 0,-5-3 20 15,0 4 15-15,-8 1 4 0,14 0 1 0,-14 0 11 16,8-1-3-16,-8 1 6 0,0 0 3 0,8 5 3 16,-5-1 10-16,-3-4 3 0,0 8 1 0,2-3-1 15,-2-5 1-15,-2 14-1 0,-1-4 3 0,3-1 2 16,0 0 2-16,3 2-2 0,-1 2-2 0,-2 1 3 16,3 1-4-16,2-2-2 0,2 6-2 0,-4-5-3 15,4 1 2-15,-2-5 0 0,2 5-4 0,-1-5 3 16,-1 0-5-16,5-1 1 0,0-1-4 0,-3-3-1 15,1 2 4-15,0-6-1 0,0 3-3 0,-1-2 4 16,-7-2 4-16,15-5 0 0,-5 3 2 0,-4-5-7 16,-1 3 4-16,-1-4-2 0,-1 1 2 0,5-4 3 15,-8 1 1-15,4 0 5 0,-1-7-1 0,-3 2 3 16,0 1 4-16,2-2 1 0,-4 0 8 0,2-3 3 16,-3 4 5-16,-1 2-1 0,4-2-2 0,0 0 2 0,-3 4 0 15,-2-1-2-15,3 2 0 0,2 1 3 16,-1 0-4-16,-3 3 0 0,4 6-4 0,0-12-4 15,0 6 0-15,0 6-11 0,0 0-5 0,0-10-5 0,0 10-1 16,7-4-1-16,-7 4-2 0,0 0 0 0,0 0-2 16,20 14-1-16,-10-11-5 0,-4 3 1 0,-1 3 1 15,2-2 0-15,-2 1-2 0,2 1 3 0,1 1-6 16,2 1 4-16,0-2-1 0,-4 6-2 0,-2-6-1 16,7 0 0-16,-2 3 0 0,-3 0 1 0,2-8-1 15,-3 7 2-15,-1-2-1 0,4 2-1 0,-1-4 2 16,-2 1-1-16,1-4 2 0,-4-1 1 0,5 2-1 15,-1-4 4-15,1 3 5 0,-7-4 20 0,10 0 7 16,-10 0 11-16,16-4 8 0,-6 3 5 0,-2-4 3 16,1-1 4-16,-1 3 8 0,0-6 7 0,-1 5 8 15,0-4 2-15,1 0-7 0,-2-2-4 0,3 2-10 16,-3 3-1-16,3-4-4 0,-4 1-3 0,1 2-10 16,1 0 0-16,1 0-13 0,-3 3 0 0,-2-3-2 15,-3 6-7-15,10-6-7 0,-10 6-6 0,7-4-6 0,-7 4-16 16,15 0-10-16,-15 0-25 0,8 4-18 15,0 0-15-15,-1 0-20 0,0 2-18 0,1-1-32 16,0 3-35-16,-1-5-34 0,1 2-36 0,-1 1-33 16,4-4-47-16,-4 5-175 0,3-3-539 0,-4-1 239 0</inkml:trace>
  <inkml:trace contextRef="#ctx0" brushRef="#br0" timeOffset="91652.13">21752 2620 98 0,'-5'0'264'0,"5"0"-5"0,-10-7-5 16,1 6-10-16,3-3-18 0,6 4-11 0,0 0-24 16,-12-4-19-16,12 4-19 0,0 0-19 0,-6-3-8 15,6 3-16-15,0 0-10 0,0 0-11 0,0 0-7 16,-5 12-8-16,5-6-5 0,0 0-8 0,5 6-3 15,1-3-5-15,-1 4-5 0,2 2-2 0,3 2-7 16,1-2 3-16,4 6-9 0,-5-4-3 0,2 1-3 0,3 3-3 16,-2-2-3-16,0-5-2 0,-1 2-2 15,-6 0-4-15,1-4 2 0,5 3 0 0,-6-6-4 16,-2-1-1-16,2 3 4 0,-4-4-8 0,3-3-1 16,-5 3 1-16,0-7 1 0,0 10 0 0,-5-7-6 0,5-3-12 15,-15 7-26-15,5-7-30 0,-8 2-42 0,1-2-64 16,-6 0-75-16,-5-2-227 0,0-2-512 0,-5-2 227 15</inkml:trace>
  <inkml:trace contextRef="#ctx0" brushRef="#br0" timeOffset="92792.64">22660 2667 214 0,'-5'-4'292'0,"5"4"-30"15,-1-8-26-15,1 8-26 0,0 0-21 16,0 0-21-16,0 0-12 0,-14 15-21 0,10-11-14 0,0 4-14 16,-2 1-7-16,1 0-10 0,5 1-6 0,-4 7-9 15,4-2-8-15,0 0-1 0,4 3-9 0,-4 1-5 16,6-2-2-16,3 2-6 0,-3-5-4 0,6 6-2 15,3-5-3-15,1-2-6 0,-1-1 4 0,5-2-6 16,1-2-2-16,-2 0-5 0,2-4 0 0,1 0 2 16,-1-4-3-16,1-1-2 0,-6-3-2 0,6-6 0 15,-2 5-3-15,-5-3 3 0,1-4 11 0,-1 0 15 16,2-2 10-16,-4 1 13 0,5 2 14 0,-8-5 14 16,0 2 16-16,0 4 3 0,-5 4 0 0,1-6 3 15,-1 3-4-15,-1 3-7 0,2 0-7 0,-6 0-5 16,7 0-20-16,-7 6-6 0,2-5-18 0,-2 5 1 15,0 0-17-15,0 0 3 0,0 0-12 0,0 0-9 16,0 0-2-16,3 19-10 0,-6-7-6 0,3-4 8 16,3 4-8-16,0-1-4 0,-3 5-5 0,3-4 0 15,1 2-1-15,-1-5 2 0,0 5-4 0,6-2-3 16,-3-5 14-16,-1 2-14 0,5-2 7 0,-3 0 2 16,1-2-7-16,7-1 9 0,-7-4-3 0,6 0-3 0,-6 0 5 15,7-7-1-15,3 2 0 0,-8-2 2 0,10-1 3 16,-5-4-1-16,1-2-2 0,12 1 4 15,-18-1 7-15,10 1-8 0,-5 1 2 0,0-2 6 16,-2 5 9-16,-1-3 27 0,-2 5 22 0,-5-1 11 0,1 0 10 16,2 4 4-16,-1-2-6 0,1 1-6 0,-4 1-5 15,-4 4-13-15,6-4-10 0,-6 4-6 0,10-4-6 16,-10 4-2-16,0 0-7 0,0 0 2 0,9 9-4 16,-5-3 0-16,-4 1 4 0,2 0-15 0,-2 0 0 15,7 4-3-15,-6-2-14 0,6 0-12 0,-5 2-15 16,3-1-24-16,3-3-35 0,0 4-43 0,4-2-46 15,-4 2-67-15,7-4-83 0,0-1-78 0,-7-4-228 16,7-4-689-16,-8 2 305 0</inkml:trace>
  <inkml:trace contextRef="#ctx0" brushRef="#br0" timeOffset="92964.5">23178 2271 172 0,'-11'-3'277'0,"-1"-3"-30"0,-1 1-23 16,5 1-25-16,-6 1-37 0,14 3-39 0,-14 3-44 15,14-3-53-15,-15 3-63 0,10 3-58 0,1 0-135 0,4 1-249 16,0-7 111-16</inkml:trace>
  <inkml:trace contextRef="#ctx0" brushRef="#br0" timeOffset="94042.52">24282 2147 109 0,'0'-10'369'0,"5"3"-25"16,-1 1-9-16,-1 0-14 0,-1 0-28 0,-2 0-30 15,0 6-28-15,1-8-33 0,-1 8-19 16,0 0-23-16,0 0-15 0,0 0-16 0,0 0-11 0,12 20-14 16,-9-2-6-16,2-2-13 0,-3 6-8 0,6 5-7 15,0-2-8-15,2 14-6 0,0 3-4 0,3 3-5 16,-3-6-7-16,0 0 0 0,-3-11-7 15,10 10-3-15,-9-10-2 0,2 4-2 0,3-3 3 0,-3-2-10 16,-3-8-1-16,1 1-2 0,-2-5-3 0,4 1 1 16,-5-1-6-16,2-6 1 0,-5-2 2 0,3 1 2 15,-4-2 3-15,2 0 12 0,2-4-1 0,-5-2 4 16,0 0 3-16,20-7-8 0,-13 3 3 0,-4-5 4 16,9 2 2-16,-2-7 4 0,3 2 1 0,0-3-1 15,0 2 0-15,-3-1-3 0,5-6 0 0,-1 8-1 16,-1-4-2-16,5-6-7 0,-5 10 4 0,-3-5-9 15,3 5 5-15,-1 0-4 0,-2-1-2 0,-3 6-5 16,1-2 1-16,-2 5 0 0,-1-3-5 0,4 3-5 16,-1 0-9-16,-6 1-12 0,-2 3-6 0,0 0-7 15,0 0-1-15,16 7 9 0,-9 1-13 0,-1-1-6 16,3 5-1-16,-1 3-1 0,-3-1 3 0,0 0 0 16,2 1 7-16,-4-7 0 0,5 9 4 0,-1-8-3 0,-6 3 9 15,6-3 1-15,0-2 2 0,-1 2 3 0,3-3-6 16,-8-2 12-16,12 1-1 0,-8-3 2 15,7-1 9-15,-7 3-9 0,-5-4 5 0,15-5 2 16,-2 2 7-16,-5-1 11 0,1-4 16 0,9-3 4 0,-7 3 12 16,-2-3 10-16,1 2 3 0,1 0 11 0,-4 0-4 15,6-3-5-15,-6 6-2 0,1-3 6 0,-1 0-8 16,-1 3-6-16,1 1-6 0,-2 0-6 0,0 0-6 16,-5 5-5-16,8-5-5 0,-8 5-23 0,10-1-12 15,-10 1-11-15,0 0-16 0,13 9-19 0,-6-5-23 16,-1 4-29-16,3 1-25 0,2 1-28 0,1 4-40 15,1 2-50-15,5-5-55 0,2 5-43 0,7 0-248 16,-4-1-645-16,7-3 286 0</inkml:trace>
  <inkml:trace contextRef="#ctx0" brushRef="#br0" timeOffset="94495.6">25726 2477 132 0,'-14'-9'221'16,"3"1"-12"-16,-4 1-14 0,-5 0-18 0,5 3-19 16,-1 3-16-16,-4-1-12 0,0 4-12 0,3-1-12 15,-1 3-12-15,0 3-10 0,0 0-5 0,0 2-9 0,3 3-6 16,0 0-4-16,0-1-7 0,2 5-3 0,1-1-7 16,0 0-4-16,4 0-2 0,-2 3-1 15,5-4-4-15,-1 2-1 0,4 0-5 0,2 1 0 16,2 0 3-16,3-6-7 0,1 5-3 0,4-5 2 0,-2 1-6 15,6-4-2-15,1-1-3 0,-1 0-4 0,3-5-7 16,1 1-6-16,0-3-7 0,4-3-10 0,-4 1 5 16,0-3-3-16,-1-1 10 0,3-9-3 0,-5 4 0 15,5-6 2-15,-6-5 3 0,1 2-1 0,-5-6 0 16,4 3 3-16,-6-5 0 0,-3-2 5 0,0 0-4 16,-2-2 6-16,-3 3 5 0,0-1 13 0,2-1 17 15,-1 3 14-15,-2 1 11 0,-3 1 6 0,4 10 3 16,-1-2-1-16,-4 1 1 0,1 4 5 0,3 3-4 15,-1-1-6-15,2 0-3 0,0 6-7 0,-2-2-5 16,1 2-9-16,1 5-8 0,0 0-8 0,-5-7-5 16,5 7-2-16,0 0-2 0,0 0-3 0,0 0-3 15,-5 24-2-15,5-13 1 0,0 1-6 0,7 3-18 16,-3 1-19-16,1 10-20 0,7 0-34 0,3 2-41 16,0 0-44-16,6 6-43 0,-2-7-215 0,0-2-467 15,5-1 207-15</inkml:trace>
  <inkml:trace contextRef="#ctx0" brushRef="#br0" timeOffset="95557.99">26307 2544 121 0,'-7'-6'253'0,"0"-3"-8"0,-1 2-9 0,2-3-17 15,-3 3-15-15,1 2-14 0,-5 0-24 0,-1 0-16 16,5 3-15-16,-11 2-17 0,3 2-10 15,4 1-9-15,-4-1-8 0,2 3-12 0,-1 3-7 0,1-1-8 16,-3 2-6-16,3-1-6 0,-2 4-2 0,4 2-5 16,-2-6-4-16,7 11 0 0,-2-7-8 0,-2 4 0 15,9-4-5-15,-2 2 0 0,5-1-2 0,0-2-4 16,2-1 0-16,1-1-3 0,0 3-4 0,11 0-2 16,-6-5-3-16,8 0-3 0,-1 0-3 0,2 1-6 15,-1-7-6-15,3-1-5 0,7 1-3 0,-4-2-7 16,-4-2 1-16,3-5 3 0,1 1-2 0,-6-5 1 15,4 0 5-15,4-3 2 0,-10-5-1 0,1 0 4 16,4-3 0-16,-10-3 2 0,0-2 2 0,-3 1-1 16,1-4 3-16,-5 2 1 0,-2 0 0 0,0-1 6 15,0 5 8-15,-2-4 12 0,-5-2 9 0,6 4 6 16,-8 3 16-16,4 4 2 0,0 1 18 0,2-1 3 16,-3 5 3-16,4 0 3 0,-1-1 0 0,-1 4 5 15,-1 0-1-15,4 1 3 0,1 3-8 0,0 0-4 16,0 2-13-16,0-2 5 0,0 8-19 0,-2-7-8 15,2 7-5-15,0-7-9 0,0 7-15 0,-5-10-11 16,5 10-9-16,0 0 1 0,0 0-4 0,0 0 4 16,0 0-1-16,0 23-3 0,-7-14 2 0,7 3-5 0,-6-2 1 15,4 7-5-15,2 0 1 0,0 0 0 0,0 9-7 16,2-2-1-16,4 0 3 0,1 3-2 16,-7 3 11-16,8 0-21 0,4-5-2 0,-4-2-4 0,0 1-10 15,7 0-5-15,5-3-5 0,-7 3-5 0,6-5-11 16,1-2-4-16,-4-3-2 0,7 2-5 0,-3-9 0 15,2 3-9-15,2 0 3 0,5-4-7 0,-10-5 6 16,3 3 9-16,4-8 8 0,-4 4 6 0,1-1 13 16,-5-5-3-16,-1-3 18 0,-2 2 1 0,0-1 3 15,-2-5 2-15,0-1 5 0,-5 2 5 0,1 0 5 16,-3-3 5-16,-2 4 10 0,-1 1 15 0,-1-2 9 16,-1 2 5-16,-1 0 1 0,0 1-1 0,0 1-4 15,-1-3 2-15,-4 7-5 0,1-4-3 0,-2 2-1 16,1 0-2-16,-2 3-1 0,-3 2 4 0,10 1-10 15,0 0 6-15,-21 4-4 0,14 2-3 0,0 0 4 16,-1-2-2-16,2 1-1 0,2 6 1 0,-1-3-1 16,-1 2 3-16,6 0-5 0,-2-1 2 0,4 1 1 15,-2 5 2-15,6 0-7 0,1-4 0 0,1 1 0 0,5 1-7 16,1 0-4-16,2-3-15 0,-1-3-6 16,7 3-5-16,-6-1-3 0,6-4-1 0,1-3 5 15,-2-1 6-15,-1 3 1 0,-2-4 0 0,4-4 12 16,-7 1-6-16,5-2 7 0,-5-4 2 0,-1-2 8 0,1 2 5 15,-1-6 14-15,-3 1 14 0,-1-1 15 0,-2-1 4 16,-1 7 11-16,1-5 18 0,-4-1 3 16,1-1-1-16,0 8-6 0,-2 1-4 0,0-4-5 0,2 6-4 15,-5-3-9-15,3 2-7 0,1 0-5 0,-4 0-11 16,0 6 2-16,0 0-9 0,0 0-2 0,0 0-3 16,0 0 0-16,5 19-6 0,-4-11 1 0,1 4-2 15,3-3-3-15,-5 1-2 0,7 7-1 0,-6 0-4 16,6-4 0-16,0 5-1 0,1-4-2 0,-2-1 1 15,3 1 1-15,-3-1 1 0,3-1 1 0,-1-3-1 16,0-3 3-16,2-3 1 0,3-2 2 0,-6 3 1 16,11-4 6-16,-8-4-6 0,3 3 5 0,-4 1 7 15,2-6 15-15,-1 1 8 0,5-2 9 0,-7-1 15 16,6 4 5-16,-6-8 3 0,5 6 11 0,-3-2 0 16,2-1 10-16,-6 4-16 0,2-3-7 0,2-1 4 15,-5 1-4-15,-3 4-7 0,5 1-10 0,-2-3-1 16,-2 3-7-16,-3 3-9 0,8-6-11 0,-8 6-31 15,0 0-11-15,0 0-7 0,13 9-6 0,-8-6-19 0,-3 5-16 16,5 2-22-16,-4 2-31 0,2 3-39 16,0 2-48-16,3-3-62 0,9 12-277 0,-9-7-589 15,5-7 261-15</inkml:trace>
  <inkml:trace contextRef="#ctx0" brushRef="#br0" timeOffset="96792.24">28594 2735 140 0,'8'-8'261'0,"4"1"5"0,-5-5-6 0,6-2-2 0,-5 2 7 15,2-3-1-15,0 0-7 0,-2-5-17 0,0-2-16 16,1-7-15-16,2-1-21 0,-9-9-11 0,8-3-17 16,-7 2-14-16,-3-10-18 0,0 8-13 0,-6-4-10 15,1 1-10-15,1 1-13 0,-1 4-10 0,-6-2-5 16,7 11-11-16,-4 0-1 0,2 4-6 0,-3 3-10 15,3 1 0-15,-3 6-12 0,3 2 1 0,-1-2-5 16,4 8 0-16,-2 1-16 0,2-3-13 0,1 7-11 16,-8-1-9-16,3 2 3 0,7 3-4 0,-15 0-1 15,15 0 7-15,-14 9-2 0,5 0 0 0,-1 3 5 16,0 1 1-16,4 6 3 0,-4 3 2 0,2 2-1 16,-1 1 2-16,8 2 5 0,-3 2-2 0,4 4-2 15,0-4-2-15,0 0 3 0,0 13 1 0,7-3 1 16,6 0-6-16,2-1 0 0,2 1-3 0,-2-12 0 15,11 7-9-15,1 1-12 0,7-2-12 0,-4-6-15 16,-5-7-18-16,15 2-18 0,-2 0-13 0,0 1-12 0,6-8-6 16,-2-2 0-16,-11-5 8 0,6-4 4 0,-7 4 13 15,8-5 10-15,-10-4 9 0,2-1 15 0,-2-3 3 16,-2 1 8-16,-8 0 8 0,-3-7 6 16,3-4 12-16,-8 6 6 0,0-9 6 0,0 6 9 0,-6-8 10 15,1 3 22-15,-4 0-3 0,-2-1 6 0,-4 1 6 16,3 4 5-16,-3 2-4 0,-2-4-4 0,2 0-3 15,-5 6-3-15,-1-1-2 0,-1 1-1 16,-1 6 0-16,-4-5-7 0,8 4 2 0,-5 4 2 0,-1 0-3 16,-4 3 1-16,10-2-4 0,-4 1 0 0,3 3 0 15,0-2-1-15,0 2 0 0,4 3 1 0,-3-2-4 16,1 0 3-16,5 1-1 0,-1-2-2 0,4-5 0 16,0 10 3-16,0-10-2 0,7 9 2 0,-5-4 0 15,9-2-2-15,-7 0 3 0,7 1-6 0,-3-4 2 16,6 2 0-16,-4-1 1 0,5-2-4 0,3 1 1 15,-8-2 3-15,5-2-1 0,-1 0 0 0,1-3 2 16,0 5 5-16,-6-5 7 0,2 4 7 0,1-1 22 16,-6-2 17-16,4 1 12 0,-1 4 4 0,-3-2 7 15,-6 3-1-15,10-6-8 0,-3 4-8 0,-7 2-9 16,0 0-3-16,8-1-11 0,-8 1-5 0,0 0-4 16,8-6-5-16,-8 6-5 0,0 0-6 0,0 0-2 15,0 0-1-15,5 10-6 0,-5-10 1 0,4 9-6 0,2 1-6 16,-6-5-14-16,7 3-17 0,-2-4-25 0,1 4-29 15,3 1-35-15,1-6-39 0,3 3-46 0,-3 2-42 16,5 0-188-16,-2-3-470 0,0-2 209 16</inkml:trace>
  <inkml:trace contextRef="#ctx0" brushRef="#br0" timeOffset="97714.02">29597 2427 5 0,'0'-8'189'0,"0"8"-10"15,0 0-14-15,0-7-16 0,0 7-19 0,0-6-9 16,0 6-15-16,0 0-8 0,0 0-14 0,0 0-7 16,0 0-5-16,0 0-8 0,0 0-6 0,0 0-5 15,8 20-7-15,-8-20-6 0,7 4-1 0,0-1-8 16,1 2-1-16,-2-2-3 0,3-1-5 0,-4 1 0 16,6-1-3-16,-11-2-2 0,17 3 0 0,-6-6-4 15,1-2 4-15,0 4-3 0,1 1 1 0,-5-4-2 16,7-3 14-16,0 3 14 0,-2-4 10 0,0 4 14 15,-3 0 9-15,4-1 16 0,-6-1 2 0,5 3 9 16,-5-3-8-16,2 3 0 0,0 2-7 0,-1-6-11 16,-9 7-4-16,9 0-14 0,-9 0-6 0,0 0-7 15,22 7-1-15,-20 1-7 0,8-3-6 0,-2 7-1 16,-2 6-2-16,4 0-6 0,2 4 2 0,-2 5-7 0,6 3 0 16,-2 9 0-16,1 3 0 0,1 1-4 15,2-1-4-15,-1-2 4 0,-2 6 3 0,0 1-5 16,1-1-2-16,-3-4 1 0,2 4 0 0,-1-4-1 15,-6-2 0-15,5-1 0 0,-11-11-2 0,6-1-1 0,-5 2 2 16,1-11 13-16,-4 0 5 0,0-3 13 0,0-2 16 16,0-2 28-16,-4-4 24 0,-2 0 26 0,-6-5 22 15,11 1 8-15,-14-3 2 0,15 0-1 0,-30-5-13 16,10-5-13-16,5 2-6 0,-8-8-11 0,1-3-13 16,3 1-2-16,-6-2-2 0,5 0-2 0,3 0-6 15,4-3-6-15,1 0-6 0,4 0-10 0,-2-2-5 16,10-4-10-16,4 2-11 0,-1-3-11 0,3 0-10 15,11-11-24-15,10 2-15 0,-4 2-30 0,8-4-22 16,6 4-21-16,-1 1-18 0,5 1-8 0,-1 8-3 16,1-3 17-16,-1 2-11 0,-5 2 9 0,-10 10 9 15,-4-4 12-15,1 5 5 0,-7 0 9 0,0 3 5 16,-2 0 5-16,0-1 7 0,-5-1 2 0,-3 6 5 16,-1-3-3-16,2-1 20 0,-4 4-15 0,-2 1 3 15,-8-1 0-15,4 5 7 0,-6-6 4 0,7 8-4 16,3 1 0-16,-20 0 2 0,20 0 0 0,-21 6-6 15,11 0-6-15,-2 0-6 0,2 0 1 0,4-2-5 16,-4 4-2-16,6 1 6 0,-6-2 0 0,5 1 0 0,2-1 3 16,2 1 6-16,1-4 2 0,0 4 5 0,3-4 5 15,3 1 1-15,4-2 4 0,4-1 5 0,5-1-2 16,0 2 0-16,-1-3 2 0,0-4 6 16,4-1-1-16,1 0-1 0,-2 1 14 0,7-5-6 0,-4 2-1 15,-3-1 5-15,2 0-1 0,-1 0 1 0,-2 1-1 16,1 0 5-16,-3 1 13 0,2 3 2 0,-3-3 1 15,-6 1 5-15,4 4-10 0,-5-1-2 0,2-3-2 16,-1 5 3-16,-1 5-5 0,2 1-4 0,-4-2 0 16,5 3 2-16,1 5-4 0,-3 0 1 0,-1 0 4 15,0 4-5-15,-3-1-4 0,1 0 2 0,5 1 2 16,-8 0-4-16,-1-1 4 0,4 0 3 0,-3-3-7 16,-4-3 7-16,4 3-8 0,-1-5 2 0,-1 0-2 15,-1 0 3-15,-1 1 2 0,-1-8 12 0,4 5 26 16,-4-5 33-16,0 0 0 0,0 0-6 0,0 0 2 15,0 0-17-15,0 0-7 0,16-16-4 0,-9 5-3 16,-4 4-7-16,4-5 2 0,-1 0-6 0,3 0-12 16,-1 0-9-16,4-1-15 0,-4 2-40 0,3-4-37 0,-2 4-41 15,-1-1-47-15,0 4-51 0,2-6-68 16,3 2-64-16,-4-1-192 0,-1-1-590 0,2-3 262 16</inkml:trace>
  <inkml:trace contextRef="#ctx0" brushRef="#br0" timeOffset="98448.32">31211 1892 264 0,'0'0'424'0,"0"-7"-17"0,0 7-16 15,6-5-23-15,-6 5-27 0,0 0-30 0,0 0-34 16,5-3-28-16,-5 3-31 0,0 0-17 16,17 13-27-16,-4-3-12 0,5 10-7 0,9 1-25 0,3 15-11 15,4-3-24-15,3 6-1 0,-4-2-9 0,3 9-6 16,4-6-14-16,-7 8-3 0,10 14-5 0,-13-14-6 16,0 2 4-16,-5 4-14 0,-5 0-1 15,4 17-11-15,-10-14-1 0,-3-3 3 0,-7 3-6 0,-4-5-8 16,-4 6 0-16,-2-3-5 0,-13-1 1 0,0 2-7 15,-6-4-5-15,-15 14-22 0,4-20-33 0,-14 16-26 16,-1-4-33-16,-12 0-42 0,1-9-37 0,0-1-51 16,10-12-65-16,3 1-64 0,-1-2-221 0,4-4-643 15,3-2 285-15</inkml:trace>
  <inkml:trace contextRef="#ctx0" brushRef="#br0" timeOffset="123615.71">5827 8040 132 0,'0'0'286'0,"-14"-4"-18"15,10 0-17-15,4 4-8 0,-18-3-18 0,10 3-6 0,8 0 1 16,-20 3-17-16,10 1 1 0,2 0-7 0,-6-1-6 15,6 2-17-15,-5-2-17 0,5 4-12 0,-1 2-11 16,3 0-10-16,-7 1-9 0,6 2-4 0,-5 0-22 16,1 2 2-16,4-4-1 0,2 3-9 0,2-1-2 15,3-2-11-15,0 0-1 0,6 4-10 0,-4-4-3 16,5 2-4-16,4 0-15 0,4-4 17 0,2 4-16 16,-1-3-2-16,6-3-8 0,3-4 2 0,-5 2 3 15,8-7-9-15,1 2-5 0,-7-2 11 0,6-5-12 0,-8 2-2 16,0-4-1-16,-2 0 7 0,0-2-8 15,2-7-2-15,-5 2 5 0,-5-1-4 0,2 2 2 16,-7-4-3-16,-2 1 5 0,0 3 6 0,-1-3-11 0,-7 4 1 16,2-1-1-16,-7 1-5 0,0 3-4 0,-4 0 0 15,1 1 3-15,-5 7 2 0,1-2-65 0,-1 1-55 16,0 5-52-16,-2 5-23 0,4 1 15 0,-4 5-12 16,6 2-40-16,5-1-70 0,-5 6-278 0,8 0-621 15,-1 2 274-15</inkml:trace>
  <inkml:trace contextRef="#ctx0" brushRef="#br0" timeOffset="124381.26">5839 9522 281 0,'0'0'296'0,"-12"-2"-18"0,12 2-18 0,0 0-32 16,0 0-24-16,-9 3-17 0,9-3-18 0,-9 7-17 16,3-2-13-16,-1 0-7 0,0 2-12 0,1 0-18 15,4 0-9-15,-4 2-9 0,1 2-3 0,3-3-11 16,0 2-3-16,2 3-9 0,-6-1-3 0,6 0-4 16,3-3-5-16,0 1-4 0,-1 2-2 0,5-4-4 15,1 2 1-15,5-1-6 0,4-1-1 0,-3-5-1 16,5 1-4-16,2-1-3 0,-1-6-7 0,2 0 3 15,-1 2 13-15,-1-10 5 0,-2 4 11 0,2-5 2 16,0 2 1-16,1-7 6 0,-6 5-5 0,-3-4 2 16,1 4 2-16,-5-5 1 0,1 0-2 0,-4 0-8 15,-5 0-7-15,1 0-4 0,-2 4 0 0,-4-2-3 0,5 3-9 16,-10-5 5-16,3 10-28 0,-3-5-30 16,0 6-33-16,0 0-35 0,-5 5-43 0,1-1-42 15,-6 4-48-15,3-2-74 0,-4 4-230 0,-1 0-577 0,1 3 256 16</inkml:trace>
  <inkml:trace contextRef="#ctx0" brushRef="#br0" timeOffset="125240.55">5871 11097 174 0,'0'-6'315'0,"-2"0"-28"0,-5 1-30 16,7 5-32-16,0 0-21 0,-15 0-22 0,15 0-21 16,-13 3-17-16,6 4-13 0,-7-5-17 0,10 6-11 15,-7-1-7-15,2 1-9 0,8 3-5 0,-11 2-10 16,6 1-3-16,4-3-3 0,2 5-4 0,0-1 4 16,7-3 1-16,-6 1-1 0,11 2 6 0,-4-1 3 15,0-2 2-15,7-5 1 0,0 2-5 0,5-3-4 16,-3-3-1-16,4 0 1 0,1-3 2 0,-3-6 3 15,1 3 2-15,2-8 5 0,-2 3 1 0,-4-7-1 16,6-5 0-16,-7 1-6 0,0-4 5 0,-7 5-5 16,2-9-10-16,-5 2 6 0,0 2-11 0,-5-4-8 15,-5 4-2-15,0 4-11 0,0-2 1 0,-2 3-14 0,-3 3-17 16,-1 0-20-16,-4 3-31 0,5 3-32 0,-5 1-33 16,-3 4-31-16,1 3-34 0,-4-1-40 0,-3 4-44 15,5 3-65-15,-13 0-257 0,1 6-626 0,-2 0 277 16</inkml:trace>
  <inkml:trace contextRef="#ctx0" brushRef="#br0" timeOffset="125756.12">6091 12099 25 0,'0'0'295'0,"0"0"-29"0,0 0-30 0,0 0-23 16,0 0-25-16,0 0-20 0,0 0-16 15,0 0-14-15,0 0-15 0,0 0-8 0,-22 14-9 16,17-10-14-16,4-1-8 0,-3 6-6 0,-1-5-10 0,0 4-9 16,4-1-2-16,1 5-7 0,0 0-16 0,0-1-27 15,0 7-36-15,0 0-44 0,0-1-45 16,0 0-53-16,0 0-190 0,0 3-391 0,1-3 174 0</inkml:trace>
  <inkml:trace contextRef="#ctx0" brushRef="#br0" timeOffset="126052.97">6018 12659 115 0,'-2'4'248'0,"2"-4"-21"0,0 0-22 16,0 0-18-16,0 0-21 0,2 7-15 0,-2-7-18 15,0 0-12-15,0 5-11 0,0-5-13 0,0 11-10 0,0-6-8 16,3 1-7-16,-3 2-9 0,0 1-3 16,2 1-9-16,-2-1-9 0,3 6-16 0,-3 0-14 15,0-1-16-15,3 4-2 0,-6-4-12 0,6 1 2 0,-6-1-6 16,3-1 6-16,0 1 2 0,0-1-2 0,-2-3 5 16,1 1-1-16,1-4 3 0,0 2-2 0,-2-2-2 15,-1 2 16-15,3-9 20 0,0 8 26 0,0-2 24 16,0-6 17-16,-2 4 13 0,2-4 7 0,0 0-3 15,0 0-10-15,0 0-11 0,0 0-8 0,0 0-11 16,0 0-14-16,0 0-29 0,-1 7-49 0,1-7-52 16,0 0-58-16,0 8-51 0,0-8-73 0,-4 9-136 15,3-2-427-15,-4 1 190 0</inkml:trace>
  <inkml:trace contextRef="#ctx0" brushRef="#br0" timeOffset="126568.54">5818 13639 6 0,'-5'5'275'0,"-5"1"-7"0,3-2-9 15,-6 3-21-15,5 3-20 0,1-3-15 0,-6 7-14 16,3-2-15-16,3-4-13 0,0 5-16 0,-1 5-15 0,2 0-8 15,-1-5-14-15,5 6-8 0,-3-3-12 0,10-2-7 16,-5 3-11-16,2 0-2 0,5-4 5 16,1 3 13-16,2-3 1 0,0-3-7 0,8-2-6 0,-5 0-3 15,7-7-16-15,-3 1 0 0,4-1-2 0,1-2-6 16,-1-2-6-16,2-4 14 0,0 0 9 0,-4-3 15 16,-3-1 13-16,1-1-20 0,-2-2 6 0,0 0 8 15,-4-3 0-15,-4 0-7 0,-1-5-2 0,-6 2-6 16,4-5-8-16,-11 7-4 0,4 0-5 0,-9-14-5 15,2 13-14-15,-1 4-6 0,-6-6-27 0,2 7-38 16,-1 2-42-16,-6-3-47 0,-6 2-46 0,3 7-57 16,-3-4-77-16,2 0-331 0,-4 8-688 0,-5-3 305 15</inkml:trace>
  <inkml:trace contextRef="#ctx0" brushRef="#br0" timeOffset="127537.19">4243 7995 57 0,'0'0'278'0,"5"-6"-20"0,-5 6-21 0,0 0-29 16,0 0-18-16,0 0-19 0,0 0-17 15,-11-7-10-15,11 7-6 0,-15 1 3 0,0-1-2 0,2 0 1 16,-4 4-7-16,-3-2-5 0,-4 3 0 0,2-2-11 16,-8 2-1-16,-4 2-4 0,2-2-5 0,-13 2-6 15,9 0-8-15,1-1-10 0,-6 0 7 0,6-2-24 16,4 3-7-16,3 0-3 0,-1-1-9 0,8 0-6 16,4-1-6-16,1-2 4 0,6-1 6 0,2 3-18 15,1-4-3-15,7-1-1 0,3 9 4 0,-3-9-7 16,32 7-3-16,4-4-3 0,9-1-2 0,6 1 0 15,4-1-5-15,6-2 0 0,0 2-4 0,-1-2-2 0,4 0 5 16,-9-4-4-16,3 4 1 0,-5-3-2 16,-4 1 0-16,-4-1 0 0,-10-2 2 0,-7 2 3 15,-6-1-4-15,-8-3 1 0,1 3-2 0,-3 1-4 0,-7-3 2 16,-3-3-4-16,-2 0 0 0,-7 1 5 0,0 1-14 16,-8-2 8-16,-3-3-2 0,-5 1 8 0,-3 0-3 15,-4 0 0-15,0-2 6 0,-1 3-9 0,-3 3-9 16,3-5-6-16,3 6-23 0,0 4-19 0,1-3-13 15,7-2-24-15,-1 6-23 0,4 0-23 0,4 1-34 16,-2 0-30-16,9-2-17 0,6 2-21 0,-14 2-181 16,14-2-464-16,-11 0 206 0</inkml:trace>
  <inkml:trace contextRef="#ctx0" brushRef="#br0" timeOffset="127787.17">4116 7723 177 0,'2'-4'257'0,"-2"4"-5"0,0-12-5 0,0 4-14 16,0 3-13-16,0 5-26 0,0 0-25 16,0 0-22-16,0 0-19 0,0 0-10 0,0 0-8 15,0 0-10-15,0 29 2 0,6-12-2 0,-4 4-5 0,5 6-6 16,1 1-9-16,-3 11-5 0,6-1-9 0,-6 4-7 16,7 3-2-16,-2-4-7 0,-2 1-8 0,5-3 0 15,-3 0 1-15,-1-8-9 0,1-1-2 0,-2 2-3 16,-2-5-22-16,1 1-20 0,-4-9-29 0,2 1-34 15,-3-5-41-15,3 0-36 0,-2-4-46 0,-1-1-36 16,1-4-186-16,-1 0-454 0,-2-6 201 0</inkml:trace>
  <inkml:trace contextRef="#ctx0" brushRef="#br0" timeOffset="128068.39">4442 8277 36 0,'0'0'215'0,"0"0"-4"0,0 0-13 0,7 4-13 0,-7-4-6 16,1 7-15-16,-1-7-15 0,7 7-11 0,-2-1-14 16,-3 1-10-16,3 3-11 0,-2-3-5 0,4 3 4 15,-3 7-2-15,0-4-9 0,4 4-9 0,-3 0-9 16,2 0-4-16,-4 2-12 0,2-1-3 0,0-1-5 15,-3 0-1-15,-1-3-6 0,-1 1-5 0,0 0-2 16,4-3-4-16,-4 0-25 0,0-4-33 0,0 4-30 16,0-4-31-16,0 1-35 0,1-4-38 0,-1-5-60 15,0 7-132-15,0-7-381 0,0 0 169 0</inkml:trace>
  <inkml:trace contextRef="#ctx0" brushRef="#br0" timeOffset="128427.73">4874 7893 90 0,'0'-4'301'0,"0"4"-15"16,0-9-27-16,0 9-23 0,0 0-26 0,-5-6-22 16,5 6-19-16,0 0-19 0,0 0-14 0,-30 11-11 15,24-7-13-15,-4 1-11 0,-3 6-9 0,4 1-8 16,-4 4-9-16,8-3-3 0,-5 3-10 0,5 2-5 16,-3-1-5-16,6-4-4 0,-3 5-7 0,5-3 3 15,5 5-6-15,-5-5 3 0,2 1-8 0,9-3-1 0,-2 4-2 16,-1-4-4-16,5-1 0 0,-4-4-5 0,5-1-23 15,6 2-26-15,-3-3-31 0,4 1-34 16,-2-7-31-16,0 0-46 0,5-2-22 0,-6-3-28 0,2-1-172 16,0 1-424-16,-1-9 188 0</inkml:trace>
  <inkml:trace contextRef="#ctx0" brushRef="#br0" timeOffset="128630.83">5199 7946 97 0,'0'0'176'0,"0"0"-11"15,0 0-19-15,0 0 4 0,0 0 4 0,0 0-8 16,0 0 1-16,0 0-7 0,-14 20-5 0,8-8-11 16,2 4-7-16,-7-5-7 0,7 1-10 0,-7 3-8 15,3 1-9-15,-6-1-8 0,8-2-5 0,-9 1-7 16,7 1-7-16,-6-2-3 0,6 1-8 0,-7 1-3 16,7-3-4-16,-2 2-6 0,0-3-30 0,2-2-32 15,-1 0-26-15,6-3-48 0,0 1-31 0,-4-2-40 0,4-2-168 16,3-3-373-16,0 0 165 0</inkml:trace>
  <inkml:trace contextRef="#ctx0" brushRef="#br0" timeOffset="128849.56">5003 8029 46 0,'-3'-7'274'0,"3"7"-11"0,0 0-19 15,-3-6-27-15,3 6-20 0,0 0-24 0,0 0-20 16,-2-6-10-16,2 6-19 0,0 0-7 0,0 0-10 15,0 0-17-15,0 22-3 0,5-14-9 0,-2 0-7 16,4-1-9-16,1 2-3 0,2-2-8 0,0 1-4 16,0 3-10-16,5-4-21 0,-2 1-23 0,9-1-21 15,-8-1-34-15,1 0-33 0,0 0-32 0,3-4-40 16,-1-1-44-16,-9-1-116 0,9-1-353 0,-6-2 156 16</inkml:trace>
  <inkml:trace contextRef="#ctx0" brushRef="#br0" timeOffset="129037.04">5316 7897 185 0,'-5'-7'271'0,"5"7"-19"0,-2-6-26 15,2 6-26-15,0 0-19 0,0 0-18 0,0 0-17 16,0 0-9-16,0 0-6 0,-6 21-9 0,4-17-11 16,2 8-9-16,2 0-9 0,-1-1-7 0,3 7-7 15,-1-2-9-15,0 0-5 0,6 3-7 0,-6-3-4 16,4 4-5-16,-2-2-3 0,-2 0-6 0,5 7-2 15,-1-5-29-15,-6 4-50 0,4 1-56 0,-5 2-62 16,0-7-79-16,-6 4-159 0,2-5-430 0,-2 1 191 16</inkml:trace>
  <inkml:trace contextRef="#ctx0" brushRef="#br0" timeOffset="129943.2">4383 9570 200 0,'0'-6'247'0,"0"6"-9"0,0 0-11 15,0 0-10-15,0 0-12 0,0 0-11 0,-14-3-12 16,14 3-9-16,-13 1-10 0,13-1-3 0,-30 5-5 16,9-2-11-16,1 1-14 0,-12 4-3 0,-1-5-7 15,2 4-7-15,-12 5-2 0,6-4-10 0,-6 1-8 16,9 1-8-16,2 2-8 0,1-2-11 0,4 2-5 16,1-2-7-16,4-3-6 0,6 5-6 0,6-1-1 15,-3-2-6-15,13 3-1 0,-2-3-1 0,8 6-6 16,9-3-3-16,14 3-17 0,12 2-14 0,12-7-9 15,1 3-10-15,6 1 3 0,26-4-2 0,-25-2 1 16,-1 3 1-16,0-5-1 0,-3-4 6 0,3 6 1 0,-9-5 1 16,-3-4 3-16,-15 1 2 0,2-2 0 15,-5 1 4-15,-13-6-3 0,2 5-1 0,-10-4 2 16,-3-2 0-16,-6-3-2 0,-6 2 1 0,-3-1 0 0,-10-2 2 16,-3-1-1-16,-9-1 4 0,-1 2-2 0,-9-3 0 15,-2 6 6-15,-2-3-4 0,-1 1 5 0,3-4-2 16,0 5-1-16,1 0 2 0,6 3 0 0,6 0-2 15,-3 4 0-15,5-2 2 0,8 3-12 0,0 0-22 16,7 2-26-16,3-3-23 0,3 1-21 0,7 2-17 16,-13-3-15-16,13 3-15 0,0 0-41 0,0 0-35 15,0 0-176-15,20-7-435 0,-10 4 192 0</inkml:trace>
  <inkml:trace contextRef="#ctx0" brushRef="#br0" timeOffset="130161.93">4356 9462 53 0,'5'-5'245'0,"-5"5"0"0,0-12-1 16,0 8-10-16,0 4-19 0,7-6-26 0,-7 6-21 16,0 0-17-16,0 0-15 0,0 0-9 0,0 0 2 15,0 0-3-15,3 26-5 0,2-18-7 0,-3 11-10 16,3 0-11-16,1 4-11 0,-4 5-5 0,4 0-8 16,-4 2-5-16,5 1-5 0,-2 15-5 0,-2-4 3 15,2 0-12-15,-3 3-3 0,-2-6-5 0,0 0-4 16,0-7-6-16,0-3-3 0,0 3-26 0,0-5-23 15,0 2-43-15,0-5-50 0,0-5-57 0,6-3-57 16,-6-4-226-16,7 0-495 0,-6-4 219 0</inkml:trace>
  <inkml:trace contextRef="#ctx0" brushRef="#br0" timeOffset="130568.14">4555 10119 25 0,'0'0'332'0,"-9"-3"-3"16,9 3-19-16,0 0-16 0,4-8-24 0,-4 8-20 16,0 0-25-16,0 0-6 0,0 0-37 0,16-2-17 15,-16 2-16-15,15 0-10 0,-5-2-16 0,-10 2-13 16,18 6-11-16,-9-6-8 0,-1 3-4 0,0 0-6 15,0-1-8-15,1 3-8 0,1-3-8 0,-4 1 6 16,-1 1-14-16,2 4-4 0,-4-2-4 0,2 3-15 16,-5 1 7-16,-5-1-1 0,2 2-1 0,-4-2-6 15,2 6 18-15,-6-3-12 0,1 3-9 0,-2-8 12 0,2 8-14 16,-1-6-5-16,6-1 6 0,-5-1-9 16,3 0-3-16,4-2 3 0,-4 2 0 0,7-7 9 15,-6 3-3-15,6-3 2 0,0 0-11 0,0 0 3 0,0 0-7 16,33-10-9-16,-18 6-6 0,3-4-13 0,2 1-12 15,-2-1-21-15,10-5-20 0,2-1-19 0,1-3-34 16,-3 3-40-16,0-7-41 0,12-5-45 0,-7-2-40 16,-1-2-202-16,-6-3-538 0,1-4 238 0</inkml:trace>
  <inkml:trace contextRef="#ctx0" brushRef="#br0" timeOffset="130849.36">4899 9476 233 0,'0'0'253'0,"-7"-7"-4"0,7 7-9 16,-3-3-14-16,3 3-10 0,-5-1-15 0,5 1-17 15,0 0-11-15,0 0-24 0,0 0-17 0,0 0-13 0,0 0-14 16,0 0-11-16,0 0-12 0,0 0-7 0,-15 7-5 16,13 2 2-16,-1-1 12 0,3-2-8 15,-5 10 0-15,0-4-4 0,4 5-7 0,-4 0 0 0,-4 0 0 16,4-2-12-16,2 4-5 0,-4-3-1 0,7 0-12 15,-6 4 4-15,11-1-9 0,-10-4 4 0,5 0-3 16,5 5-8-16,-4-8 2 0,6 6-5 0,0-10 0 16,3 2-13-16,3 2-24 0,2-6-21 0,1 0-20 15,4-3-22-15,-2-2-27 0,4-4-12 0,-1 3-27 16,3-4-20-16,4 0-28 0,0-7-17 0,-5 2-28 16,5-6-164-16,0-3-435 0,-5 5 193 0</inkml:trace>
  <inkml:trace contextRef="#ctx0" brushRef="#br0" timeOffset="131068.09">5314 9558 16 0,'0'0'175'0,"-3"-9"3"0,1 3-6 0,-3 0 0 16,5 6 10-16,-3-6 1 0,3 6-8 0,-11-1-1 15,11 1-8-15,0 0-5 0,-19 4-4 0,14 0-7 0,-5 4-12 16,-1-5-9-16,4 3-7 0,-1 1-11 16,-2 5-9-16,-2-2-11 0,3 3-5 0,-5-1-9 15,4 0-6-15,-1 2-10 0,1-1-6 0,-3-1 0 0,-1 3-8 16,8 0-2-16,-9 1-5 0,7-2-5 0,-7 1-14 15,8-2-19-15,-6-1-24 0,6-5-24 0,-1 1-24 16,3 3-24-16,-5-7-25 0,8 3-24 0,-4-3-29 16,6-4-37-16,0 0-204 0,0 0-446 0,-17-11 197 15</inkml:trace>
  <inkml:trace contextRef="#ctx0" brushRef="#br0" timeOffset="131239.94">4997 9600 141 0,'0'0'256'0,"0"-8"-12"15,0 8-17-15,-2-6-22 0,2 6-25 0,0 0-15 16,0 0-18-16,0 0-12 0,0 0-18 0,0 0-9 16,0 0-8-16,15 25-5 0,-12-16-14 0,9-2-6 15,-6 4-12-15,9-1-3 0,-2 0-4 0,-3-1-5 0,5 5-13 16,0-5-15-16,7 0-18 0,-4-2-15 0,-2 1-26 16,4-2-21-16,-1 0-30 0,-3-4-33 15,2-2-34-15,-1 0-33 0,-2-2-134 0,1 0-346 0,3-8 153 16</inkml:trace>
  <inkml:trace contextRef="#ctx0" brushRef="#br0" timeOffset="131458.67">5367 9492 28 0,'0'0'295'0,"0"0"-25"0,-5-6-26 0,5 6-27 16,0 0-21-16,0 0 7 0,0 0 0 0,0 0-1 15,-6 18-8-15,6-11-8 0,1 4 2 0,4 1-27 16,-3 0-9-16,5 3-10 0,1-2-16 0,-3 2-14 15,5 4-7-15,-4-3-13 0,4 0-10 0,-5 2-3 16,4-1 8-16,-3 2-25 0,7 1-4 0,-11-1-6 16,11 7-6-16,-8-2 1 0,-3-5-31 0,0 1-43 15,-2 6-49-15,-2 1-49 0,-5-2-54 0,1 0-69 16,-3-1-284-16,1 2-576 0,-13-1 255 0</inkml:trace>
  <inkml:trace contextRef="#ctx0" brushRef="#br0" timeOffset="132067.98">4591 11176 149 0,'-3'-7'259'0,"3"7"-28"0,0 0-19 0,0 0-26 16,0 0-19-16,0 0-14 0,0 0-18 0,0 0-11 16,18 15-10-16,-16-8-13 0,1 2-9 0,4-1-8 15,-1 2-8-15,1-2-6 0,-2 5-10 0,1-2-6 16,1 0-4-16,0 1-5 0,-2 4-4 0,1-9-4 15,2 13-4-15,-4-6-6 0,4-1-33 0,-3 1-29 0,3 1-30 16,-1-2-18-16,-5 2-32 0,3-3-28 0,-4 1-35 16,-1 1-135-16,4-1-339 0,-1-2 151 15</inkml:trace>
  <inkml:trace contextRef="#ctx0" brushRef="#br0" timeOffset="132505.44">4768 12132 298 0,'0'0'279'0,"5"-1"-23"0,-5 1-27 0,0 0-21 0,0 0-23 15,0 0-18-15,0 0-16 0,0 0-20 0,10 14-13 16,-10-11-9-16,0 5-12 0,-3-1-8 0,-2 2-10 16,3 1-3-16,2 2-9 0,0 0-10 0,0 1-28 15,0 2-27-15,-2 3-34 0,2-5-35 0,0 9-32 16,2-6-37-16,-2-1-36 0,2 4-182 0,-2 1-383 15,0-5 170-15</inkml:trace>
  <inkml:trace contextRef="#ctx0" brushRef="#br0" timeOffset="132692.92">4752 12639 154 0,'1'8'257'0,"-1"-8"-3"15,0 5-10-15,0-5-18 0,5 8-13 0,-5-3-16 16,0-5-18-16,0 9-17 0,2-5-16 15,-2-4-12-15,7 11-14 0,-6-3-12 0,2 0-10 0,-1 0-10 16,0-4-18-16,6 5-26 0,-5 0-41 0,4 0-37 16,-4 2-34-16,2 1-30 0,-3-4-30 0,3 4-41 15,-3-2-44-15,4 2-119 0,-6-4-359 0,0 8 160 16</inkml:trace>
  <inkml:trace contextRef="#ctx0" brushRef="#br0" timeOffset="133489.71">4515 13743 36 0,'0'0'188'0,"0"0"2"0,0 0 6 0,0 0-4 0,0 0-1 16,0 0-1-16,-32 6-2 0,21-3-8 0,-11 4-5 16,6-4-9-16,-4 5-9 0,-10-2-5 0,0 3-8 15,-3-1-3-15,-13 4-5 0,5-1-17 0,6-3-10 16,-7 8-10-16,11-6-9 0,0 3-5 0,1-4-8 15,2 1-11-15,-1 1-4 0,6-3-6 0,7 2-9 16,-2-1-8-16,6 0-6 0,2 2-1 0,7-4-4 16,1 2-5-16,5 2 2 0,6-4-2 0,6 1-1 15,14 0-7-15,3 1 0 0,16 1 2 0,3-5-8 16,5 0 0-16,1-5-2 0,4 5 0 0,-5-10-1 0,0 4 2 16,-3-1-2-16,4-3-1 0,-6 4 1 0,-6 0 3 15,-12-6-3-15,-2 4-4 0,-11-4 2 0,2 4-2 16,-8-3 6-16,1 2-5 0,-1-3 0 0,-8 2 3 15,-6-3-7-15,0 1 1 0,-6-1-2 0,-8-1 1 16,-1 0-1-16,-4 1 5 0,-8-4-1 0,-1 4-3 16,-2 0 5-16,-1-4-4 0,-4 1 3 0,-8 1-3 15,12 1 0-15,-1 1 8 0,-1 1-10 0,2-2-1 16,9 3-14-16,-6 1-23 0,6 4-16 0,4-2-22 16,-3-1-27-16,4 4-19 0,4-7-34 0,1 6-28 15,4 0-47-15,8 1-238 0,-13-3-509 0,9-2 226 16</inkml:trace>
  <inkml:trace contextRef="#ctx0" brushRef="#br0" timeOffset="133724.06">4406 13517 276 0,'0'-5'315'0,"5"-1"-26"15,-5 6-19-15,0-7-35 0,0 7-29 0,0 0 2 16,0 0 0-16,0 0 0 0,3 18-8 0,-3-5-8 15,0 3-12-15,0 11-4 0,7 0-15 0,-7 5-14 16,5 9-22-16,-4 1-6 0,6 2-9 0,-6-2-14 16,4 2-3-16,2 1-8 0,-4-7-14 0,4 6-4 15,0-2-10-15,-2-11 2 0,5 1-43 0,-2-3-37 16,0-2-31-16,7 0-42 0,-5-3-53 0,-2-8-54 16,4-1-58-16,3 0-65 0,-2-3-189 0,0-3-554 15,2 2 246-15</inkml:trace>
  <inkml:trace contextRef="#ctx0" brushRef="#br0" timeOffset="134536.48">4861 14413 325 0,'0'0'316'0,"0"0"-21"16,0 0-24-16,0 0-12 0,0 0-29 0,0 0-12 0,0 0-18 15,-30-5-22-15,30 5-13 0,-15 4-18 0,15-4-11 16,-15 6-14-16,2-3-15 0,8 3 2 16,-7 0-20-16,-1 0-12 0,7 3-5 0,-9 3-2 0,1 0-7 15,5 2-7-15,-1-4 0 0,-2 3-10 0,-1 3-3 16,5-3-11-16,1 1 5 0,0 2 0 0,6-1-9 16,-6-6-1-16,7 1-1 0,0 6-2 0,2-8 13 15,3 3-13-15,3-2-3 0,0-3-8 0,7 2-2 16,-2-4 3-16,2-1-4 0,5 2 0 0,-3-9 5 15,2 4-5-15,-2-4 1 0,5-2-1 0,-1 0-2 16,1-8 15-16,-6 2-16 0,-1-1 1 0,5-5-4 16,-9 0 0-16,3 4 19 0,-6-6 17 0,4-5 14 15,-6 1 11-15,-1 4 9 0,-5 0 12 0,0-6 4 0,-3 7 12 16,1-1 2-16,-1 1 4 0,0-1 3 16,-9-5-1-16,5 8-6 0,2 4-4 0,0-5-3 15,-1 6-4-15,4-2-8 0,-6 9-2 0,3-6-9 0,2 3-9 16,-2 1-8-16,3 1-5 0,2 6-9 0,-5-9-3 15,5 9-7-15,0-6-6 0,0 6-6 0,0 0 0 16,0 0-3-16,0 0-5 0,0 0-11 0,0 0-13 16,0 20-12-16,2-16-9 0,1 7-17 0,-1-3-14 15,-1 4-16-15,4 2-3 0,-3 1-24 0,3-2-13 16,-2 3-18-16,2 0-13 0,-2 0-12 0,4-2-6 16,0 2-7-16,-2-1-1 0,-2-6 3 0,4 1 4 15,-2 0-4-15,1-1-8 0,1-3-3 0,-2 1-7 16,1-2 17-16,3 1 6 0,4-3 12 0,-6 2 7 15,4-5 16-15,-3 1 18 0,2 1 5 0,-10-2 16 16,22-2 9-16,-14 1 7 0,5-3 5 0,-4 1 14 16,-1-1 1-16,0 3 7 0,-1-3-2 0,4 1 12 0,-2-1 1 15,-3 3 11-15,-6 1 6 0,10-7 1 0,-10 4 8 16,0 3 8-16,7-5 4 0,-7 5 4 16,6-7-3-16,-6 7-3 0,0 0 3 0,0-4 3 15,0 4-7-15,0 0 6 0,0 0-5 0,0 0 4 0,0 0-6 16,0 0-1-16,0 0 8 0,0 0 1 0,0 0 0 15,0 0-4-15,0 0-5 0,0 0-17 0,0 0-20 16,0 0-24-16,0 0-28 0,0 0-31 0,0 0-102 16,0 0-249-16,0 0 110 0</inkml:trace>
  <inkml:trace contextRef="#ctx0" brushRef="#br0" timeOffset="134958.31">5106 13766 110 0,'6'-9'318'0,"-1"-2"-9"16,-1 4-13-16,-4-1-15 0,6-1 0 0,-6 2-1 16,5 0-11-16,-3 4-8 0,-2 3-21 0,7-10-19 15,-7 10-27-15,1-6-19 0,-1 6-23 0,0 0-14 16,0 0-22-16,0 0-7 0,0 0-10 0,0 0-10 16,0 0-8-16,-8 19-9 0,8-11-5 0,-7 1-4 15,1 8-7-15,6-2-6 0,-9 2 0 0,3 2-8 16,4 0-1-16,-3 1-5 0,4-2-3 0,-6 4-4 15,5-3-1-15,2 1-3 0,-5-2 12 0,5 0-20 16,5-2 4-16,-5 3-23 0,7-3-16 0,-5-7-25 16,-1 2-14-16,4-1-17 0,3-1-28 0,1-1-32 0,-3 2-32 15,1-7-35-15,13 3-30 0,-10-5-24 0,3-1-34 16,2 0-19-16,-5-1-160 0,5-2-507 16,1-2 224-16</inkml:trace>
  <inkml:trace contextRef="#ctx0" brushRef="#br0" timeOffset="135177.04">5362 13823 54 0,'0'-7'230'16,"0"3"10"-16,0 4-2 0,0-14-4 0,0 14-7 15,0-5-16-15,0 5-21 0,0 0-18 0,0-8-20 16,0 8-15-16,0 0-10 0,0 0-15 0,-15 13-7 16,11-5-15-16,2 2-9 0,-6 4-6 0,4-1-7 15,-6 1-6-15,5 3-6 0,-6 0-6 0,-1 1-5 16,2-1-3-16,-3 4-5 0,3 0-8 0,-1-3-18 15,-1 2-15-15,0-7-22 0,2 4-24 0,-1-2-24 16,1-3-32-16,3-2-32 0,1 0-47 0,2-5-51 16,-1 4-140-16,-1-6-408 0,6-3 181 0</inkml:trace>
  <inkml:trace contextRef="#ctx0" brushRef="#br0" timeOffset="135380.15">5202 13879 37 0,'0'0'189'0,"3"-4"-19"0,-3 4-15 16,0 0-17-16,0 0-12 0,0 0-10 0,5 16-11 15,-5-8-10-15,7-2-9 0,-4 3-11 0,4 3-5 16,-1 2-11-16,-1-2-3 0,4-1-7 0,0 6-8 16,-4-5-20-16,9 3-22 0,-3-3-39 0,1-2-37 15,4-1-36-15,-4 4-114 0,0-6-245 0,-3-2 109 16</inkml:trace>
  <inkml:trace contextRef="#ctx0" brushRef="#br0" timeOffset="135598.87">5465 13839 224 0,'7'-3'266'0,"-7"3"-15"0,0 0-14 0,8-3-2 16,-8 3-4-16,10 7-2 0,-5-2-12 0,3 5-7 0,-1-5-16 15,6 9-12-15,2-1-20 0,-2 9-15 0,4-3-13 16,-2 5-12-16,-1-4-17 0,-4 6-4 16,4 0-17-16,0-5 11 0,-5 6-27 0,-3-2-1 0,-1-5-13 15,-5 4-1-15,-1-5-7 0,-3 6-38 0,-6 1-45 16,-4-3-44-16,-5-3-49 0,-1 3-65 0,-6-4-74 16,3-5-233-16,-7 4-543 0,2-6 239 0</inkml:trace>
  <inkml:trace contextRef="#ctx0" brushRef="#br0" timeOffset="137562.54">12615 8187 18 0,'-1'-12'149'0,"1"9"4"15,-2-5-3-15,-1 3 2 0,3-3-6 0,-5 2-5 16,0-2-9-16,0 1-2 0,-5 1-9 0,3 0-12 0,-1-2-10 15,0 1-6-15,-1 1-11 0,1-1-7 0,-4 2-4 16,-4-1-12-16,-2 2 5 0,1 0-4 16,1 3-4-16,-4-2-5 0,3 3-3 0,-3 0 0 0,4 0-6 15,-6 3-3-15,4 2-3 0,-5-1 8 0,6 3 3 16,-4 2-4-16,1 1-2 0,0-1-3 0,0 1-1 16,-3 5 1-16,0 3-2 0,1-2-1 0,7-3-1 15,-6 4-6-15,6-2-1 0,0 2-3 0,2-2-3 16,-2 0 1-16,2 3-3 0,5 0 0 0,-1 1-1 15,3-1-2-15,-1 2-3 0,5 7 1 0,2-8 2 16,2 8 2-16,5 4-2 0,1-3 4 0,13 6 19 16,-1 2 2-16,8 2-2 0,-3-4 1 0,5-2-6 15,5 2 0-15,-4-2-1 0,9-5-7 0,-7-1 0 16,5 1 1-16,5-2 13 0,-5-3 11 0,-5-7 8 16,7 1-7-16,-12-3 8 0,2-1 1 0,0-2 1 15,0-5 1-15,-2 0 13 0,0-3 0 0,-3 1 4 16,3-6 2-16,-5 2-4 0,0 0 9 0,-1-4 6 0,-2 2 3 15,3-6 5-15,0 0-5 0,-3 1-11 16,3-5-6-16,0-1-4 0,-3 4-5 0,-3-5 14 16,6-6-5-16,-2 2-6 0,-4-5-7 0,4-3-7 0,-7 0-3 15,7-11-4-15,-6 2 1 0,-7 3 2 0,7-4-1 16,-7 7-2-16,-3-2-5 0,-3 2-2 0,-5-1-5 16,-1-3 1-16,-4 5-5 0,0-1-2 0,-12-8-6 15,5 11-5-15,-6-9-3 0,4 9-3 0,-13-6-4 16,-1 1-3-16,-4 7 0 0,-3 3-14 0,2-4-19 15,-3 6-23-15,5 7-27 0,-9-5-31 0,11 10-46 16,-11 0-33-16,7 6-33 0,-1 4-26 0,6 2-12 16,-9 7-19-16,9 1-10 0,-1 3-16 0,11 2-18 15,8 2-33-15,-11 1-184 0,16 6-577 0,0 0 255 16</inkml:trace>
  <inkml:trace contextRef="#ctx0" brushRef="#br0" timeOffset="138855.57">12690 10077 76 0,'-5'-12'182'0,"0"-3"1"15,-2 0-2-15,-1 3-3 0,1 4-8 0,1-5-8 16,-4 4-12-16,5-3-7 0,-5 6-18 0,2 0-17 15,-2-2-8-15,-2 3-10 0,0 3-11 0,4 0-10 16,-8 2-4-16,-6 5-3 0,-4-1 4 0,-6 10-3 0,11-2-2 16,-7 3-1-16,4 0-1 0,-5 3 5 0,-1 8-1 15,2-4-3-15,4 1-1 0,-5 6-1 16,4 6-7-16,5-12-3 0,-8 11-6 0,10-7 6 0,3 3 6 16,1 7-1-16,1-10 2 0,5 3-7 0,1 2 1 15,1-3-7-15,2 14 0 0,6-11 6 0,0-2 7 16,11-1 2-16,-6 1 0 0,9 6 4 0,9-1-1 15,-7-8 9-15,12 4 3 0,0-2-8 0,5-4-3 16,4 5 2-16,4-8-4 0,4-2-13 0,-4-3 10 16,1 2-8-16,1-4 10 0,0-4 12 0,-2-3 2 15,-10-4 1-15,13-1 17 0,-8-2-5 0,-6-2 5 16,1-5 10-16,-2 1 0 0,2 0 10 0,-6-8 3 16,3 1-3-16,-2-4-7 0,2-2-5 0,-7-3-1 15,12-7-11-15,-7-6-9 0,-5 3-1 0,-3-8-12 16,-2 1-4-16,-5 1-3 0,2-4-2 0,-5-1-4 15,-5-1-7-15,-5-7 0 0,-7 8-8 0,4 0-2 0,-9 2-6 16,-2 4-5-16,-3-2-17 0,-10-4-9 0,4 7-21 16,-6 4-18-16,7 8-12 0,-1-3-22 0,-14-1-30 15,9 10-33-15,3-2-26 0,-1 4-35 0,-5 6-29 16,1-2-30-16,-7 11-26 0,9 0-45 0,-3 4-40 16,-2 4-292-16,1 4-718 0,1 2 318 0</inkml:trace>
  <inkml:trace contextRef="#ctx0" brushRef="#br0" timeOffset="139371.15">12642 11954 216 0,'0'0'322'0,"0"0"-24"0,0 0-35 0,0 0-29 15,0-7-23-15,0 7-24 0,0 0-22 0,0 0-15 16,0 0-17-16,0 0-14 0,0 0-13 0,0 0-8 16,0 0-10-16,1 19-10 0,-1-19-5 0,0 13-8 15,0-3-4-15,2 1-9 0,-2 1-10 0,3-4-21 16,-3 3-22-16,4 1-25 0,2 2-29 0,-4-4-33 16,1 5-22-16,4 0-38 0,-4-3-27 0,4 0-31 15,-6 7-10-15,8-3-111 0,-9 0-353 0,0 2 157 0</inkml:trace>
  <inkml:trace contextRef="#ctx0" brushRef="#br0" timeOffset="139652.37">12652 12527 121 0,'0'4'131'0,"0"-4"-13"0,0 0-14 0,-4 12-4 0,4-12-9 15,-3 6-19-15,3-6 1 0,-2 8-2 0,1 1-11 16,2-1 0-16,-1 0-10 0,-1 1 1 0,1-2-13 15,-5 4 1-15,5 0-8 0,0 1-18 0,0-1-29 16,0 0-18-16,-4 1 4 0,4 1 1 0,0-1 1 16,0 2 7-16,0-2 2 0,0-1-2 0,0 1 1 15,0 0 9-15,0-1 0 0,0-3 19 0,0 7 19 16,0-6 4-16,0-2 20 0,-3 5 17 0,3-2 0 16,3-5 6-16,-3 3 9 0,4-1-2 0,-8 0-8 15,4-2-9-15,0-5-6 0,4 9-7 0,-4-2 0 0,0-7-4 16,0 8-6-16,0-3-4 0,0 2-2 15,0 0-26-15,5 1-45 0,-5 0-47 0,0-1-55 16,0 4-143-16,0-2-304 0,-5-2 135 0</inkml:trace>
  <inkml:trace contextRef="#ctx0" brushRef="#br0" timeOffset="140433.54">12582 13422 154 0,'-8'-5'262'0,"1"2"-21"0,7 3-19 0,-11-3-17 15,11 3-15-15,-12-1-12 0,12 1-16 16,-18 0-11-16,8 1-17 0,-3 1-5 0,-2 2-5 0,3 1-4 15,-4-1-4-15,1 3-1 0,2 0-1 0,-6 2-8 16,-1 2-3-16,4 1-6 0,-4 6 0 0,5-2-6 16,-6 4-4-16,4 0-2 0,-6 5-9 0,5-3-3 15,3 5 7-15,0 0 6 0,5 0-5 0,-5 0-3 16,-1 3-3-16,4-2-1 0,2 10 16 0,2-5 0 16,4-6-6-16,-2 3 4 0,2 0-7 0,3 0 13 15,1 9-5-15,0-9-2 0,1 3-7 0,3-3-2 16,2 1-3-16,1-2-1 0,5 10 2 0,-2-15-3 0,-1 4-5 15,3 0-5-15,3-5 1 0,-5 0 0 16,5 3 6-16,0-1 1 0,3-7-1 0,0 2-4 16,4 0-2-16,-7-6-5 0,4 6-6 0,5-5-2 0,-3-3 5 15,1 0 6-15,1 0-2 0,-2-5-1 0,6 4-8 16,-2-1-3-16,-6 0-1 0,6-5-2 0,3 2-4 16,1-3-1-16,0 1 0 0,3-2 0 0,-2-1 3 15,-1-2 9-15,1-2 4 0,-2-1 2 0,2-4-3 16,0 2-5-16,-2-2-2 0,2-5-3 0,-2 2-19 15,2-4-7-15,-2 1 4 0,-2-2-6 0,11-8 3 16,-2-4-5-16,-11 8-3 0,5-12-2 0,-8 9 1 16,2-2 5-16,-3-6-3 0,-3 5 11 0,-2-2 4 15,-1-4-4-15,-2 1 5 0,-2-1 3 0,-5 1-7 16,-2-3-4-16,-3-9 4 0,0 9-7 0,-8-8 0 16,-2 1 3-16,-5 3-3 0,-5-2-4 0,-5-2-3 0,-1 2-3 15,-4 6 2-15,-5-6 0 0,-3 5-6 0,2-1-4 16,-1 4-20-16,-6 2-19 0,4 4-23 0,1 2-23 15,-4 8-42-15,11 3-50 0,-12-3-64 0,13 6-58 16,-11 3-63-16,3 1-55 0,13 2-55 0,-5 2-370 16,7 4-910-16,3-2 403 0</inkml:trace>
  <inkml:trace contextRef="#ctx0" brushRef="#br0" timeOffset="142559.89">12385 6969 242 0,'0'-5'258'0,"0"5"-11"0,0-10-11 0,0 10-11 0,2-7-12 16,-2 7-17-16,5-5-15 0,-5 5-20 0,0 0-14 15,0 0-2-15,0-8-23 0,0 8-10 0,0 0-15 16,0 0-6-16,0 0-14 0,0 0-2 0,8 23-13 16,-8-11-3-16,2 2-4 0,4 2-6 0,3 0-4 15,-9 4-8-15,6 6-3 0,3-3-2 0,-9 4-6 16,4 0-2-16,3 0-1 0,0-3-5 0,1 2 0 15,-6 2-2-15,4-2-2 0,1-1 0 0,-5-8 0 16,-2 4-6-16,1-5 3 0,4 1 8 0,-5 0-10 16,0-6 1-16,5-2-1 0,-3 1-3 0,-2-1 2 15,0-3 0-15,1-1 0 0,-1-5 2 0,0 9 24 16,4-4 12-16,-4-5 16 0,3 6 16 0,-3-6 23 16,0 0 12-16,0 0 5 0,0 0 12 0,0 0-10 0,0 0-14 15,0 0-9-15,0 0-15 0,17-15-2 16,-14 7-11-16,4 4-12 0,1 0-1 0,0-7-5 15,-1 3-7-15,3 1 0 0,-2-2-11 0,2 1-2 0,0 3-2 16,0-3-1-16,0 2-6 0,0-2-5 0,-2 3-1 16,3-2-4-16,-2 3-3 0,1-2 2 0,-4 5-3 15,-1-4-5-15,-5 5 4 0,10-2-7 0,-10 2 3 16,7-1-3-16,-7 1-10 0,0 0 1 0,10 4 1 16,-10-4-2-16,6 8-3 0,3-4 5 0,-9 4-18 15,1-2-13-15,3 3-11 0,2-2-10 0,-4 4-2 16,4-3-14-16,-4 2-16 0,3 0-6 0,3 4-10 15,-6-6-10-15,5 5-26 0,-1 1-11 0,1-5-19 16,1 1-25-16,-3-1-25 0,3-1-26 0,-1 0-29 16,0-3-217-16,-1 1-538 0,3 0 238 0</inkml:trace>
  <inkml:trace contextRef="#ctx0" brushRef="#br0" timeOffset="142778.6">12930 7387 231 0,'0'-4'247'0,"0"4"-20"0,0 0-23 16,1-6-19-16,-1 6-26 0,0 0-13 0,0 0-14 15,0 0-13-15,0 0-14 0,12 15-9 0,-9-9-10 16,-3 1-7-16,4 2-10 0,1 5-8 0,0 4-2 16,3-5-3-16,0 8-8 0,2 5-3 0,-2-3-4 15,2 4-4-15,-2-2-5 0,7 7-24 0,-8-7-39 16,1 5-35-16,6 9-41 0,-3-11-55 0,1-1-189 15,1 5-381-15,2-7 168 0</inkml:trace>
  <inkml:trace contextRef="#ctx0" brushRef="#br0" timeOffset="143888.1">12657 9441 213 0,'0'0'261'0,"0"0"-14"0,1-6-11 16,-1 6-19-16,0 0-17 0,0 0-18 0,0 0-21 16,0-8-17-16,0 8-20 0,0 0-14 15,0 0-12-15,0 0-14 0,0 0-4 0,0 0-10 0,2 20-6 16,-2-10-7-16,3-2-5 0,-3 7-3 0,4 0-5 16,2 0-9-16,-6 3 0 0,2 1 0 0,3-1-6 15,-5 3-4-15,1 5 0 0,3-7-3 0,-4 3-2 16,0 3-3-16,5-4-3 0,-10 4 1 0,5-8 1 15,-4 1-5-15,4 0 2 0,-1-1-4 0,1-1-1 16,0-1 2-16,-5-6-3 0,3 1 2 0,2-2-1 16,0 0-2-16,0-8 3 0,0 8 6 0,0-1-1 15,0-2 38-15,0-5 22 0,0 0 21 0,0 7 18 16,0-7 0-16,0 0-1 0,0 0-10 0,0 0-10 16,0 0-12-16,7-20-4 0,-7 11-10 0,5 2 1 15,0-3-6-15,0-6-1 0,-4 4-5 0,8 1-6 16,-4 3-2-16,-4-3 1 0,4 2 0 0,2-2-3 0,-6 4-4 15,6-1-11-15,-5 0 5 0,3 3-11 0,-4-1-1 16,-1 6-6-16,7-5-4 0,-7 5-10 16,0 0 0-16,0 0 0 0,0 0-7 0,0 0 7 0,15 11-6 15,-15-3 4-15,0 2 4 0,8 0-9 0,-3 4-7 16,-3 3-9-16,4-7-15 0,-2 0-14 0,-1 1-14 16,4 3-13-16,-6-2-13 0,6-3-22 0,-5 2-16 15,4-3-28-15,1 1-28 0,-4-3-33 0,0 3-31 16,-1-5-32-16,5 3-235 0,-7-3-558 0,3-1 247 15</inkml:trace>
  <inkml:trace contextRef="#ctx0" brushRef="#br0" timeOffset="144247.44">12979 9743 215 0,'0'0'269'0,"0"0"-16"16,0 0-15-16,12-2-15 0,-12 2-10 0,0 0-7 16,13-1-13-16,-13 1-12 0,0 0-13 0,15 1-13 15,-15-1-13-15,8 6-2 0,-8-6-14 0,9 0-10 16,-9 0-19-16,11 3-5 0,-11-3-13 0,2 6-7 16,-2-6-8-16,7 7-12 0,-7-2-1 0,0 4-5 15,3-3-6-15,-6 1-3 0,3 0-3 0,0 1 0 16,-5 1-6-16,3 1 0 0,2-2-3 0,-7 1-4 15,7-1-1-15,-6-5 2 0,4 5 2 0,2-2-2 16,-7-4 20-16,7-2 13 0,0 8 16 0,0-8 8 16,0 0 14-16,0 0 19 0,0 0 3 0,7 4-12 0,-7-4-1 15,17 0-22-15,2 0-8 0,3 3-15 16,6-7-17-16,2 4-32 0,3 0-36 0,3-3-57 16,12 3-32-16,-5-1-51 0,5 1-68 0,-5-4-62 0,2 4-340 15,-8 0-690-15,6-5 306 0</inkml:trace>
  <inkml:trace contextRef="#ctx0" brushRef="#br0" timeOffset="145419.19">12872 13003 177 0,'5'-8'275'0,"-5"0"1"0,5 2-4 0,-4-2-5 0,1 1 1 16,1 1-4-16,1 2-6 0,-3-3-1 16,-1 7-18-16,5-7-13 0,-1 6-23 0,-4 1-16 15,0 0-25-15,5-8-14 0,-5 8-23 0,0 0-13 0,0 0-22 16,0 0-14-16,0 0 1 0,0 0-11 0,0 0-4 16,8 20-13-16,-8-12 0 0,0 4-5 0,1 3 9 15,-1 2-16-15,4 5-4 0,-4-5 8 0,1 4-17 16,1-1-1-16,5 5-4 0,-7 0-5 0,1-6 4 15,-1 0-6-15,0 1 7 0,0-4-8 0,4 2-3 16,-4-5 2-16,1 1-6 0,-2 2 8 0,2-8-3 16,-1 1-5-16,2 0 3 0,-2-1 12 0,2-6-16 15,-2 6 7-15,0-8 3 0,0 9-5 0,0-9 3 16,3 6 5-16,-3-6 19 0,0 0 3 0,0 0-4 16,0 0-1-16,0 0-7 0,0 0-2 0,12-20 3 15,-7 16-4-15,-2-2 9 0,2 1-12 0,0-3 4 16,1-1-5-16,1 4 0 0,-2-5-3 0,2 2 9 0,-1 2-13 15,1-2 1-15,-2 3-7 0,0-2 5 16,1 2 2-16,1 2-4 0,-7 3-4 0,13-7 1 16,-11 3-4-16,-2 4-3 0,7-3 6 0,-7 3-4 0,0 0-2 15,8-1-1-15,-8 1 0 0,0 0 0 0,20 4-1 16,-17-1-10-16,4 0 13 0,-1 2-5 0,1-2 1 16,1 1 2-16,0 2 5 0,-3 0-10 0,2-3-9 15,0 3-15-15,1-3-15 0,-2 6-15 0,3-6-9 16,-8 1-16-16,6 4-14 0,1-6-27 0,-1 0-22 15,-7 6-29-15,0-1-30 0,7-4-22 0,-6 4-18 16,-1-7-42-16,8 7-36 0,-8-2-164 0,0 2-532 16,0-1 236-16</inkml:trace>
  <inkml:trace contextRef="#ctx0" brushRef="#br0" timeOffset="145780.04">13408 13278 106 0,'0'0'250'0,"2"-3"-10"0,-2 3-21 0,3-8-17 0,-3 8-22 16,0 0-20-16,0 0-18 0,0 0-17 0,0 0-13 15,0 0-5-15,0 0-12 0,10 11-3 0,-8-3 14 16,-2 0-11-16,6 2-6 0,-6-3-8 0,2 5-11 16,3-2-7-16,-3 2-2 0,4 2-7 0,-1 2-4 15,-3-1-7-15,-2 1-2 0,8-1-5 0,-8-2-6 16,0 2-3-16,7 0 2 0,-7 0-5 0,8-4 0 0,-6-1 1 16,-2 2-8-16,0-2 1 0,3-2-9 0,-1 6-25 15,-2-9-17-15,5 3-23 0,-4 1-23 0,-1-3-27 16,0-6-16-16,7 6-56 0,-7-6-17 0,1 3-179 15,-1-3-403-15,0 0 179 0</inkml:trace>
  <inkml:trace contextRef="#ctx0" brushRef="#br0" timeOffset="146108.14">13630 13394 30 0,'0'0'217'16,"2"-7"-3"-16,-2 7-7 0,0 0-3 0,0 0-9 0,0 0-12 16,0 0-14-16,0-7-10 0,0 7-10 15,0 0-9-15,0 0-6 0,0 0-12 0,-17-1-4 16,17 1-9-16,-17 1-5 0,17-1-6 0,-18 3-4 0,8-3-8 16,0 1-11-16,-1 1-8 0,11-2-4 0,-20 0-6 15,10 4-5-15,3-2-7 0,-1 1-3 0,1 1-7 16,2 1-4-16,1 1-3 0,-1-3-3 0,0 3 3 15,3-3-1-15,2-3-2 0,-3 12-1 0,6-5 1 16,-1 1 6-16,3-2 7 0,4 0-5 0,1 1-3 16,0 4 2-16,7-5 3 0,3 1-14 0,0 3-4 15,4 0 2-15,-4-1-19 0,8-1-31 0,-3 2-36 16,-8-3-47-16,4 4-42 0,-2 1-51 0,-1-8-51 16,-3 1-210-16,-2 2-506 0,-3-2 224 0</inkml:trace>
  <inkml:trace contextRef="#ctx0" brushRef="#br0" timeOffset="151128.04">6024 8172 146 0,'0'0'148'0,"0"0"-15"15,0 0 8-15,0 0-5 0,0 0-7 0,0 0-7 0,0 0-10 16,0 0 0-16,0 0-9 0,0 0-7 0,0 0-11 16,0 0-7-16,0 0-7 0,0 0-6 15,0 0-3-15,0 0-5 0,17-3-4 0,-17 3-4 16,12 3-3-16,-2-3 0 0,1 0-10 0,1 0-3 0,3 0-3 16,1 1-5-16,2-1-5 0,6 0 3 0,-1 0-3 15,5 0-2-15,0 0-3 0,0 0 3 0,0 0-6 16,-1 0-1-16,1-1-1 0,-2 1 1 0,-3 0-1 15,1-3-5-15,-4 3 1 0,4 0 1 0,-2 0-1 16,-1-1-1-16,1-3-5 0,1 4 6 0,-3 0-1 16,-2-3 1-16,5 3-2 0,-1 0-2 0,-1 0 1 15,1 3 2-15,-2-3-3 0,-2 4 1 0,3-4-2 16,1 1 1-16,9 2-3 0,-2-6 5 0,0 7-3 16,-1-4-2-16,2 0-5 0,0 2 7 0,2-1-3 15,-6 2 6-15,4 2-7 0,1-3 2 0,-1-1 3 16,0 0-4-16,5 4 7 0,-6-2-4 0,0 1 0 15,0-2 0-15,1-2-2 0,-2 1 3 0,-3 2-1 0,-7-1 0 16,4 1-2-16,-2-1 3 0,-2-2 1 0,3 0-3 16,-4 2 4-16,3 3-7 0,-2-5 4 15,-3 0-2-15,5 0 0 0,1 0-3 0,-6 2 6 16,2-2-2-16,3 1 0 0,-4-1 0 0,6 0 2 0,-1 0-2 16,-3 0-5-16,4-1 5 0,6 1 3 0,-6 0-2 15,-3 0 0-15,3 1 2 0,-4-1-7 0,5 0 4 16,-1 0-2-16,-1-1 5 0,1 1-2 0,-1 0 2 15,1 4-3-15,-6-4-3 0,4 1 3 0,-3-1 3 16,4 2-3-16,1-2 3 0,-4 0-3 0,2 1 0 16,1 3-1-16,-1-4 3 0,-1 1-2 0,2-1-1 15,1 2 1-15,1-2 2 0,5 4-2 0,0-3 0 16,-6-1-1-16,7 3 0 0,1 2 1 0,0-5 2 16,-5 3 0-16,5-2-4 0,-2 1 1 0,3-4 2 15,-6 2-4-15,6 2 4 0,-1-2 1 0,0 0-2 16,0 1-2-16,0-1 4 0,-2 4-7 0,2-4 9 15,-1 0 0-15,-7 1-1 0,1-2-3 0,-1 1 0 16,7-4 0-16,-1 4 1 0,2 0-1 0,2 0 2 16,-6 0-5-16,-3-1 0 0,4-1 4 0,-6 2 0 15,2 0 0-15,4 0-9 0,-7 0 8 0,1 2-1 16,1-4 4-16,-4 2 0 0,4 2-1 0,2-2-2 0,-4 0 2 16,8 1-3-16,-6-1 1 0,-1 4 1 0,3-3 1 15,-3 1-2-15,2-2-6 0,-1 1 9 0,6 3-1 16,-7-1-1-16,-2-1 0 0,1 0-2 0,3-1 2 15,7 2-1-15,-9-2-1 0,1 2 0 0,-1 1 0 16,1-3 3-16,-1 1-2 0,4-2-1 0,3 4 7 16,4-4-3-16,-14 0-2 0,12 1-1 0,-12 2 2 0,12 1-2 15,-11-4 2-15,3 1-1 0,1 2-1 16,9-2-1-16,-6-1 0 0,-3 2-3 0,0-2 5 16,-1 0 0-16,4 1-3 0,-4 3 2 0,4-3-3 0,-4-1 3 15,3 0 2-15,1 2 1 0,1-2-2 0,-4 1-1 16,0 3 0-16,0-2 0 0,2 3 0 0,6-4 1 15,-6 2-1-15,-3-2 1 0,4 1-1 16,-4-2-1-16,1-2 0 0,2 5 3 0,3 1-2 0,0-3-2 16,0-1 4-16,-5 3-4 0,-4-3 3 0,5 1 0 15,-2-1-3-15,4 3 4 0,-4-1-3 0,-1-4-1 16,1 2 3-16,6 2-1 0,-6-4 0 0,-1 2 1 16,2 0 4-16,0 0-3 0,-3 0-1 0,0 0 1 15,2 0-1-15,-2 0 0 0,3-3 1 0,-2 2-1 16,-3 1-2-16,1-1 1 0,2 1-1 0,1-2 4 15,-6 2-5-15,14-1 4 0,-8 1-3 0,-3 1 1 16,3-1 2-16,-4 0-3 0,2 2 2 0,-2-2 1 16,-3 1-3-16,3-2 3 0,1 2-3 0,-1-1 3 0,0 0-6 15,0 0-1-15,0 0 8 0,-3 0-5 16,5 1 2-16,-3-1 12 0,-1 0 18 0,2 3 2 16,-1-6 1-16,3 6-8 0,-5-3 2 0,3 0 0 15,0 0-2-15,0-3-3 0,2 2 0 0,-3 1-5 0,3-1-3 16,-4 1 4-16,4-2-4 0,3 1 0 0,-6-3-5 15,4 4 1-15,-6-1-1 0,5 2 0 16,-3-2 0-16,2 1-3 0,-4-2 1 0,-1 1-4 0,-4 1 3 16,4-3-3-16,-5 3 1 0,4 0-3 0,-3 0 2 15,1-1-1-15,-1 2 2 0,-10-1-1 0,15-1 0 16,-6 2-1-16,-9-1-2 0,13 0-5 0,-13 0-14 16,8 3-21-16,-8-3-28 0,0 0-32 0,13 0-31 15,-13 0-52-15,0 0-198 0,0 0-412 0,0 0 182 16</inkml:trace>
  <inkml:trace contextRef="#ctx0" brushRef="#br0" timeOffset="153138.07">5993 9612 30 0,'0'0'110'0,"0"0"-9"0,0 0 14 0,0 0 1 16,0 0-3-16,0 0-4 0,0 0-6 16,0 0 3-16,0 0-7 0,0 0-11 0,0 0-10 15,28-4 7-15,-28 4-7 0,0 0 1 0,15-5-9 0,-10 2-8 16,-5 3 5-16,15-3-10 0,-7 3-7 0,2-3-4 15,2 1-4-15,3 1-6 0,-2 1-1 16,2-5-4-16,6 3-5 0,-6 0 0 0,5-3-3 0,2 2-5 16,1-1-1-16,-5-1 0 0,12 2-3 0,-10-1-1 15,8 1 0-15,0-2 2 0,-2 1-6 0,2-2 1 16,2 1-4-16,-2 1 6 0,-4 3-4 16,5-6-2-16,-7 6-1 0,6-5 3 0,-7 1-2 15,8 1-2-15,-6-2-5 0,5 0 3 0,-8 4 3 0,11-2-1 0,-11 1-2 0,8-7 5 16,-5 6 17-16,-1-3-2 0,-1 3 1 0,1-4-4 0,9 4 0 15,3-4-4-15,-6 2-2 0,-2-2 2 0,-4 4-1 16,6-4-3-16,0 4 1 0,-2-2-4 0,-4 0 0 16,-1 3-2-16,1-5 3 0,6 1-4 0,-5 2 1 15,-1 1-1-15,6-4 0 0,-7 3-3 0,-2 0 3 16,2 0-3-16,7-2 3 0,-8 1-2 0,2 3 2 16,-4 0-1-16,5-2-4 0,-3-2 9 0,5 3-10 15,1-1 2-15,-4 3 2 0,8-5-4 0,-7 4 2 16,-3 0 1-16,8-1-3 0,-5 1 3 0,-2-2 0 15,6 2-1-15,1-1 3 0,-5 0-2 0,5 0 3 16,-6 0-8-16,8 2 3 0,-7-4 0 0,5 4 0 16,2 1 0-16,-2-3-3 0,-7 0 0 0,6 1 6 15,-1 2-1-15,-1-2 0 0,2-2 0 0,2 1 0 0,0 1 1 16,-1 3-3-16,-3-4 2 0,6-1 1 0,-4 2-2 16,-4-1 1-16,-2 0-2 0,7 0-2 0,2 1 4 15,-7 0 1-15,0 2 0 0,6-3-1 0,-1 0 2 16,-2 0-7-16,-1 2 5 0,-3-3 1 0,4 3 1 15,-4 0-2-15,6-4 6 0,-5 1 10 0,7 1 7 16,-9 3-10-16,6-3 4 0,-4 0 1 0,2 3-3 16,-4-1-3-16,1-3 0 0,1 4 0 0,7-5-9 15,-9 5 9-15,7-4-7 0,4 3 3 0,-12-1-1 16,3 2-2-16,5 0-1 0,0-4 2 0,-6 2-4 16,7 3 3-16,-2-3-3 0,1 0 0 0,-2-1 0 15,4 0 0-15,-3 0 2 0,-7 1-2 0,9-3 0 16,-7 3-3-16,8-1 3 0,-9 1-4 0,7-5 6 0,1 5-6 15,-3-2 2-15,2 2-1 0,-1 2-1 0,4-5 3 16,1 5-3-16,-8-6 2 0,6 5 0 16,-3-5 3-16,2 6-3 0,0-2-4 0,0-1 1 15,-5 0 3-15,-5 0-1 0,10 1-4 0,0-5 7 0,-7 5-2 16,-1 2-2-16,3-5 2 0,-6 1 1 0,3 2 18 16,1 2 0-16,-1-2 0 0,-4-3-1 0,3 3-2 15,1-3 1-15,1 1-4 0,-2 3-3 0,-2 0-1 16,3-1 2-16,-1 0-3 0,-2-2 1 0,6 4-2 15,-5-5-2-15,1 1-1 0,-2 4-1 0,4-2-1 16,-5 0 4-16,6 2-1 0,-5-1-3 0,5 2 1 16,0-2 0-16,-3-2 1 0,2 1-6 0,1 0 2 15,-3 1 0-15,3-2 1 0,-2 3-3 0,1-4 2 16,-1 2 4-16,1 1-7 0,-2-2 4 0,1 0-2 16,1 0 1-16,-1 1-2 0,3 1 0 0,-3 0-2 15,-1-3 4-15,1 1-2 0,-4 1 0 0,4 0 1 16,1-2 1-16,-7 0-4 0,3 3 6 0,-5-1-2 15,2-2-1-15,3 5 4 0,-1-1-3 0,0-2-2 16,-1 2 1-16,-3-2-2 0,1-1 2 0,2 1 0 16,2 3 0-16,1-2-1 0,-5-1-1 0,0-2 4 15,2 2-5-15,4 0-1 0,-3 2 5 0,-2-1-3 0,-2-3-1 16,7 1 0-16,-4 3 3 0,4-2 1 0,-3-1-3 16,-1 3 2-16,6-1-1 0,-7-2 2 0,4 3-3 15,-2-6-2-15,0 4 3 0,2-1 1 0,1-1-4 16,0 4 3-16,-7-2 1 0,9 0-3 0,-7 0 4 15,5 1-1-15,-4-4 1 0,-1 5-3 0,7-2 2 16,-7-2-3-16,-2 4 1 0,3-2 2 0,-2 0 1 16,0 2-6-16,0-1 5 0,-4-3-3 0,1 5 1 15,1-2 2-15,-4 2 0 0,4-2 0 0,-1 2-3 16,-1-3 3-16,0 3 2 0,-10 0-2 0,23-1-1 16,-10 1 1-16,-4 0-4 0,4 0 1 0,-1-4 1 15,-2 4 1-15,-10 0 2 0,23 0-6 0,-8 0 5 16,-2 4 0-16,0-4 1 0,-3 1-3 0,5-1 2 15,-2 0-1-15,0 3 1 0,-3-6 0 0,7 3-4 0,-7 0 4 16,1 0 2-16,1 0-6 0,-12 0 1 16,18-5 4-16,-8 4 0 0,-2 1-1 0,-8 0-1 15,12-2 2-15,-5 1 0 0,-7 1-1 0,0 0 0 0,13-6 2 16,-13 6-7-16,6-2-8 0,-6 2-11 0,5-5-14 16,-5 5-17-16,0 0-24 0,5-5-12 0,-5 5-5 15,0 0-23-15,0 0-20 0,0-5-19 0,0 5-16 16,0 0-19-16,-8-8-133 0,1 4-351 0,7 4 156 15</inkml:trace>
  <inkml:trace contextRef="#ctx0" brushRef="#br0" timeOffset="153434.92">11783 8585 13 0,'0'0'165'16,"0"0"-17"-16,0 0-10 0,0 0-17 0,0 0-5 15,0 0 10-15,0 0 7 0,0 0 4 0,13 17 0 16,-6-14 4-16,-1 5-7 0,2 0-6 0,1 0-11 16,6 0-10-16,-2 1-6 0,-3 1-11 0,5 0-11 15,0 4-6-15,-2-6-7 0,0 4-5 0,2 2-8 16,-7-6-5-16,2 6-3 0,-3-5-8 0,-1 2-2 0,-4-3-1 16,5 3-5-16,-7-3-5 0,0-1-2 0,0 5 1 15,-2-3-4-15,2-2-2 0,-7 1 0 16,-1 1 0-16,0-3-1 0,-5-2 1 0,-1 4-5 0,-1 1-7 15,4-6-9-15,-4 3-13 0,-5-6-21 0,4 3-16 16,-3-3-25-16,3-2-27 0,-1 2-32 0,2-1-34 16,-4-2-20-16,4-6-142 0,-2 2-362 0,4-3 161 15</inkml:trace>
  <inkml:trace contextRef="#ctx0" brushRef="#br0" timeOffset="153809.88">11597 8164 48 0,'0'0'241'16,"-13"-3"-8"-16,13 3-8 0,0 0-11 0,0 0-7 15,-8-2-15-15,8 2-7 0,0 0-10 0,0 0-12 0,-7-5-6 16,7 5-15-16,0 0-10 0,0 0-10 0,0 0-14 16,28 0-14-16,-28 0-4 0,20 5-8 15,-8-3-9-15,1 1-9 0,-5 2-10 0,6-1-3 16,-5 2-6-16,5 2 3 0,-1 4-11 0,-3-8 2 0,1 8-11 16,-1-4-3-16,-3 3-4 0,6 2 5 0,-4 1-5 15,-3-6-7-15,2 6 0 0,-8-2 0 0,7-3-3 16,1 7-2-16,-8-1-1 0,7 0 1 0,-7 4-1 15,0-3-1-15,0 0-25 0,-2 1-30 0,-3 4-34 16,2 3-42-16,-9-2-50 0,-2 2-61 0,-3 2-225 16,-5-6-497-16,-6 8 220 0</inkml:trace>
  <inkml:trace contextRef="#ctx0" brushRef="#br0" timeOffset="155387.85">6306 10933 36 0,'0'0'161'16,"0"0"-4"-16,0 0 2 0,0 0-3 0,0 0-3 15,0 0-7-15,0 0-11 0,0 0-11 0,0 0-12 16,36-7-6-16,-24 2-11 0,4 3-10 0,-1-4-6 16,7 2-10-16,-2-3-4 0,8-2-10 0,0 0-5 15,5 0-4-15,-2 0-4 0,12-2-7 0,-9 1-1 0,9-4-2 16,-2-1 9-16,-10 3 5 0,12-6 1 0,2 8-3 16,0-8-3-16,0 7-3 0,-9-2-6 15,0-6-2-15,-4 8-3 0,3-1-1 0,6-1 3 0,0-5-4 16,-11 4-3-16,12-6-2 0,1 1-2 0,-14 7-2 15,11-12-1-15,0 8-7 0,-2-4 7 0,-7 2-1 16,7-2-3-16,4 2 0 0,-4-1 1 0,5 4-1 16,-13 3 0-16,-1-3 0 0,14-5-2 0,-11 8-1 15,-2 0-2-15,0 0 2 0,4-3-2 0,-4 3 0 16,2-1-1-16,2-1 1 0,-4 1-3 0,0-1 3 16,0 1 0-16,1 2-3 0,1-4 4 0,-3 7-1 15,1-6 11-15,10-1 0 0,-7 5-2 0,7-5-2 16,-11 6 1-16,3-4-3 0,1 1 0 0,-2 3 0 0,3-1 0 15,-3 0-5-15,-3 0 1 0,-1 0-1 16,1 1-1-16,5-3-3 0,-2 4 6 0,-1 0-5 16,2-3 2-16,-4 2 1 0,0-2-1 0,2 3-1 0,-1-6 0 15,1 8-2-15,2-1-5 0,-4-5 3 0,-2 4 3 16,6 2-2-16,-2-3 1 0,4-2-2 0,-2 7 2 16,-2-8-2-16,1 6 1 0,-1 0-1 0,3 0 0 15,-2-3 0-15,1 1 2 0,-4 1-2 0,8-1 4 16,-6 3-4-16,5-2-1 0,-7 0 3 0,3 3-2 15,1-3-2-15,-4-2 0 0,5 2 3 0,-1-1 0 16,-1 1-1-16,-3-2 0 0,2 0 1 0,3 2 0 16,-1-1-1-16,-8-3 3 0,4 1-4 0,4 4 3 15,-2-1-1-15,-4-5 1 0,4 9-3 0,0-5 5 16,0 0-5-16,-4-4 3 0,1 5-1 0,2-4 0 16,4 2-2-16,-4-1 2 0,0 1-6 0,-2-2 6 15,1 1-3-15,2 3 3 0,-2-4 1 0,2 0-4 16,1 6 3-16,-3-3 4 0,2-3-4 0,0 3-1 0,-9-2-1 15,9 0 2-15,-2 3 7 0,-6 0 1 16,3-3-1-16,3 4 4 0,-8-5-1 0,-2 7-1 16,3-4 0-16,1 4 0 0,4-8-3 0,-4 6 4 0,3-3-4 15,-2 1 3-15,-3 1-4 0,-4 3-3 0,6-4 0 16,1 2 0-16,-1 0-3 0,6 0 3 0,-7-2-1 16,1 3 3-16,-4-2-1 0,5 3-4 0,-3 0 2 15,10-4-3-15,-9 0 2 0,6 3 1 0,-7-3 0 16,8 2-1-16,-7-2 2 0,-1 3-6 0,2-2 5 15,4 0 2-15,-6-1-1 0,2 3 0 0,1-2-3 16,-3 0 3-16,-2-1-4 0,2 1 1 0,1-1-3 16,-3 1 5-16,2-1-1 0,7-2 2 0,-9 1-1 15,5 0-1-15,0 0-1 0,-5-2-2 0,-1 4 3 16,3-5 1-16,-4 0-1 0,4 3-3 0,-3-5 6 16,-1 3-8-16,4 0 3 0,-3 1-1 0,-1-3 2 15,1 0 2-15,1 2-1 0,-3-1-1 0,3 0-1 0,0 2 1 16,-3-2 1-16,-1 0-2 0,2 1 0 0,4-1-2 15,-5-1 2-15,1 2 1 0,-2 3-1 16,-1-3 8-16,-3 0-8 0,5-1 5 0,0 5-7 0,-7 2 3 16,5-5 0-16,-5 4-3 0,2 0 6 0,-5 3-3 15,4-6-3-15,-3 6 2 0,1-2-3 0,1 3 3 16,-3-3 0-16,-5 5 0 0,0 0-5 0,10-3-15 16,-10 3-22-16,7-2-20 0,-7 2-26 0,0 0-27 15,0 0-24-15,0 0-26 0,0 0-21 0,14 2-32 16,-14-2-141-16,0 0-389 0,0 0 172 0</inkml:trace>
  <inkml:trace contextRef="#ctx0" brushRef="#br0" timeOffset="155669.07">11841 8815 141 0,'15'12'197'0,"-7"-5"-3"0,0-3-11 16,5 0-6-16,1 6 1 0,2-3-15 16,-1 2-7-16,7-3-6 0,-6 4-6 0,6-2-11 0,-3-1-3 15,3 1-12-15,-5 0-7 0,2 0-14 0,3-3-7 16,-7 2-4-16,1 0-12 0,-6-2-7 0,4 2-10 16,-8-3-5-16,2-1-6 0,-1 3-6 0,-2 3-2 15,-3-3-4-15,-2 0-3 0,-2 3-4 0,-5 2-2 16,-4 2-5-16,-6-3-3 0,-4 7-17 0,-4 0-23 15,-10 8-19-15,-5-4-22 0,-6 6-30 0,1-5-26 16,-6 8-50-16,-2-6-52 0,-21 15-152 0,2-1-405 16,5-2 180-16</inkml:trace>
  <inkml:trace contextRef="#ctx0" brushRef="#br0" timeOffset="158342.28">6302 13500 50 0,'0'0'158'16,"32"-10"-4"-16,-24 5 2 0,9 0-4 0,-7 0-3 15,6-2-4-15,1-1 0 0,4 1-5 0,1-5-8 16,6 4-3-16,-5-4-3 0,5 1-4 0,-5-4-5 16,7 4-7-16,-3-1-3 0,3-2-2 0,-4 0-4 0,4-1-8 15,-2-3 1-15,2 6-9 0,4-8-1 16,-7 7-10-16,-1-5-4 0,16-2-2 0,-17 5 8 15,9-1-5-15,-9-2 2 0,3 0-6 0,1 1-3 0,-6 0-4 16,3-2 1-16,-1 2 2 0,0-5-4 0,3 6-5 16,-7-5-5-16,3 0-9 0,4 5-5 0,-7-3-1 15,2 3 4-15,6-2 2 0,-10-2-1 0,5 3 13 16,-1-1-18-16,0 1-4 0,3-1-7 0,-1-1-1 16,-3 2-4-16,3-2 3 0,3-1-9 0,0 5 5 15,-5-4 10-15,5 0-14 0,2 3 0 0,-2 1-9 16,0-4 1-16,2 0 5 0,-5 3-4 0,-2-3 5 15,5 3-5-15,0-3 1 0,-4 4-4 0,4-8 1 0,-5 4-3 16,5 4 1-16,-3-3 2 0,1 0 1 16,-1 0-6-16,2 0 6 0,-3 0-4 0,3-2 0 15,-2 1-4-15,-2 1 6 0,10-11-1 0,-8 9 1 0,-2 2-2 16,4 1 2-16,-6-5-10 0,4 2 7 0,8-10 0 16,-10 14 15-16,0-4-16 0,2 4-2 15,-3-4 6-15,2-1 1 0,0 1-7 0,2 0-3 0,-6 0 4 16,3-1 4-16,0 0-2 0,4-1-4 0,-4-1 7 15,5 5-5-15,-5-2 1 0,-1-1 2 0,6 1-2 16,-5 0 4-16,0-1-6 0,2 1 1 0,-2 1 2 16,-3-1-3-16,5 1 6 0,0-5-8 0,-4 5 3 15,2-1 4-15,1-2-3 0,4 0 0 0,-7-2 3 16,14-3-3-16,-12 8 1 0,0-4-4 0,12-2 1 16,-10 2 5-16,-2 4 0 0,5-5-9 0,-5 1 4 15,12-7-1-15,-12 14 5 0,1-2-2 0,4 1 15 16,-7-2-18-16,6 6 3 0,-4-2 0 0,0-2 4 0,-8 4-3 15,8-4 1-15,-6 2-6 0,3-3 7 0,1 3-4 16,1-2 1-16,-4-1 0 0,7 5-2 16,-9 2-1-16,1-1 3 0,4-10-4 0,4 6 5 0,0 2 2 15,-2-3-3-15,-8 2 0 0,11 3 4 0,-2-4-3 16,-3 1 0-16,1-1-1 0,-6 1 0 0,6-1 5 16,1 1-9-16,-7 7 10 0,8-11-4 0,-8 6-3 15,9-2 0-15,-10 4 1 0,8-5 0 0,-3-2-7 16,-4 9 8-16,6-6 13 0,-7 2-18 0,5-1 3 15,-4-4-6-15,4 6 7 0,2-6-3 0,-6 3-1 16,6 1 1-16,-1-3-2 0,2 0-6 0,-1 0 6 16,-1 2 2-16,1 0-10 0,3 1 8 0,-2-4-1 15,-1 2 1-15,-8 3-2 0,8-4 0 0,1 1-3 0,-5 5-2 16,4-5-2-16,1 4 0 0,-6-4-2 16,4 5 9-16,-3-5-4 0,-1 6-2 0,1-4-6 15,-1 3 5-15,1-4-6 0,0-3 1 0,-3 6 5 0,0 0 8 16,0-3-9-16,5-5 1 0,-1 7-3 0,-9-1 6 15,5-1 5-15,0-1-5 0,-2 4 1 0,4-6-2 16,-5 5 4-16,4-9 1 0,-3 5 1 0,-3 3 1 16,5-9-4-16,-3 9 7 0,-1-3-5 0,3 2 2 15,-3-2 0-15,1 2 2 0,3-9-1 0,-4 9 1 16,2 0 2-16,-1-1 4 0,1 1-5 0,-1-1-1 16,-1 2-5-16,3-4 5 0,-6 0-2 0,0 6 2 15,5-1 1-15,1-1 2 0,1 3-5 0,-5-1 6 16,9 0 0-16,-5 4 1 0,-4-7-2 0,6 6-1 15,-1-3 3-15,-3-1 3 0,3 4-4 0,-1-1-3 16,0 1 0-16,-3 1 4 0,4 1 1 0,-3-2 1 16,4-2-3-16,-1 4 2 0,-2-2-3 0,2-3-2 0,0 6-1 15,-3-6 4-15,6 3 1 0,-3 2-2 0,-2-7 1 16,-5 8 0-16,7-3 1 0,0 0-6 16,0 1 0-16,-2 0 5 0,2-1 0 0,2-2 1 0,-6 4 1 15,-1-1 0-15,5 0-1 0,-3 1-6 0,-1 2 16 16,1-3-14-16,1-2 2 0,-1 0 0 0,4 3-2 15,-1-1 2-15,-3-1 3 0,3 0-3 0,-4 1 0 16,1 1 1-16,3-1-2 0,-2 0 1 0,2 0 0 16,-4-1 3-16,1 0-2 0,1 3-3 0,1-1 5 15,-5-1-1-15,3 0-1 0,-2 1 7 0,-3 3-7 16,6-7-2-16,-5 6 0 0,0 0 2 0,4-1 5 16,-4-1-7-16,-1 3 3 0,1-4 1 0,0 8-1 15,2-4-2-15,-3-2-2 0,1 1 0 0,1 0-1 16,0-2 7-16,1 0-5 0,-3 2-1 0,1 0 1 15,1 2 0-15,-1-5 0 0,-2 5 2 0,1-3 2 16,1 0-3-16,-1 2 1 0,0-1-1 0,-1-1 1 0,3 0-3 16,-9 6 4-16,6-7 0 0,2 0 0 0,-6 4-1 15,5-1-2-15,1-1 2 0,-8 5 0 16,10-7 3-16,-3 6-5 0,-4-7 2 0,5 6 1 0,-1-3 3 16,-6 0-5-16,-1 5 4 0,14-9-7 0,-13 4 2 15,6 2 2-15,0 2 1 0,-1-5 0 0,2 1 0 16,-3 0 0-16,-3-2-1 0,5 5 1 0,-1-3-2 15,1 4 1-15,-7 1-3 0,10-8 1 0,-5 2 0 16,-4 1 3-16,-1 5-1 0,9-8-3 0,-3 6 11 16,3-7-11-16,-4 6 2 0,1-2 0 0,1 3 3 15,-4-5-4-15,5 1 1 0,-1 4-1 0,-2-5 0 16,2 3-10-16,-7 4 0 0,10-8-2 0,-9 5 3 16,6-1-2-16,-7 4 5 0,6-11 0 0,1 10 2 0,-5-2-1 15,-2 3-1-15,6-6 2 0,-6 6 0 16,7-6 1-16,-5 3 4 0,-2 3-4 0,5-6 1 15,-5 6-1-15,3-6 1 0,-3 6 3 0,7-6-2 0,-7 6 3 16,0 0-1-16,0-6-1 0,0 6 2 0,0 0-3 16,4-4-1-16,-4 4 3 0,4-5 1 0,-4 5 0 15,5-4-3-15,-5 4 1 0,0 0 0 0,3-8 5 16,-3 8-5-16,0 0 0 0,0 0 2 0,2-7-1 16,-2 7 2-16,0 0-4 0,0 0 2 0,3-8-1 15,-3 8 4-15,0 0-4 0,2-3 2 0,-2 3-2 16,0 0 1-16,0 0 2 0,3-8-5 0,-3 8-1 15,0 0 11-15,0 0-10 0,0 0 0 0,0 0 5 16,0 0-9-16,0 0 5 0,0 0-1 0,0 0 2 16,0 0 0-16,0-7-1 0,0 7-1 0,0 0 3 15,0 0-4-15,0 0-1 0,0 0-2 0,0 0 4 16,-5-8-3-16,5 8-9 0,0 0 6 0,0 0 2 0,0 0 3 16,0 0-3-16,0 0 4 0,-25 12-7 15,14-10 6-15,2-1 1 0,-4 3-1 0,-2 0 2 16,-1-3-1-16,-4 1 2 0,-2 2 2 0,2-2-5 0,-6 7 5 15,4-8-3-15,-6 6-1 0,5-3 3 0,5 1-3 16,-2-2 0-16,-1 4 4 0,4 1-4 0,0-3 3 16,1 3-1-16,4-2-1 0,-1-3 2 0,0 2 1 15,5 0-4-15,-1 2 5 0,3-3-4 0,-1-1 0 16,0 0 4-16,4 2-3 0,-2-3-2 0,5-2 4 16,-8 8-6-16,8-8 6 0,0 4 0 0,0-4 1 15,6 6-1-15,1-1 2 0,3-3-2 0,7 0 0 16,2-2 2-16,-2 3-7 0,3-1 7 0,3-4-2 15,-1 2 1-15,4 0-1 0,-6-3 2 0,0 3-4 16,3 0 3-16,-2 0-2 0,-4-1 3 0,1 0-2 16,-5-4 1-16,-3 3 2 0,4 4-1 0,-4-4-3 15,1 1 2-15,-3-1 3 0,1-1-5 0,-9 3 3 16,13-2-3-16,-6 0 3 0,-7 2-4 0,8-3 3 0,-8 3-2 16,0 0 0-16,16 3 4 0,-9 1-6 0,1-1 1 15,1 2-4-15,-1-2 5 0,3 4-1 16,1-3-1-16,0 6 3 0,2-2 0 0,1 2-3 0,-3 2 3 15,0 2-2-15,1 2 2 0,2-4 0 0,-2 4-3 16,-5-1 3-16,0 0 0 0,6 2 0 0,-13 0-2 16,8-2-2-16,-4 2-35 0,-4 3-37 0,-1-3-42 15,0 0-53-15,-1 0-68 0,-8 1-185 0,4 1-459 16,-3-8 203-16</inkml:trace>
  <inkml:trace contextRef="#ctx0" brushRef="#br0" timeOffset="174674.05">21318 5691 322 0,'3'-9'329'0,"-3"9"-20"0,4-1-16 0,-4 1 2 16,6-6-16-16,-6 6-9 0,0 0-23 0,0 0-17 15,0 0-22-15,0-7-23 0,0 7-16 0,0 0-21 16,0 0-20-16,0 0-12 0,0 0-7 0,0 0-15 15,22 13-11-15,-21-11-14 0,11 9-6 0,-4-3-13 16,1 3 7-16,4 3-9 0,-5 1 1 0,7 0-10 16,-7 0-6-16,12 9-1 0,-3-3 0 0,-6 3-10 15,4-1 1-15,-5-1 1 0,8 0-2 0,-6 4-5 16,3-2 4-16,-7-8-5 0,4 10 13 0,1-3-19 0,-3 0-1 16,1-4 3-16,-6-3 13 0,5 2-15 0,-5-1-5 15,5-1-1-15,-7-9 0 0,6 7-2 16,-6-8 4-16,0 0 5 0,2 2-7 0,-1-1-1 0,-4-4 32 15,0-3 37-15,6 5 28 0,-6-5 24 0,4 5 22 16,-4-5 21-16,0 0-1 0,0 0-10 0,0 0-14 16,0 0 2-16,0 0-15 0,18-18-3 0,-10 8-1 15,-1-8 1-15,-1 6-13 0,3-7-10 0,5-4-3 16,-5-4-16-16,6 7-7 0,-2-5-6 0,0-2-1 16,4 0-16-16,-2 0-2 0,-1-2-11 0,1-2-5 15,-1 3-5-15,1 2-6 0,-2 2-15 0,0 1-15 16,-3 1-21-16,0 5-27 0,-4 2-40 0,3 0-54 15,-9 7-49-15,6-1-55 0,-2-2-56 0,-4 8-53 16,0-3-55-16,0 6-29 0,-10-5-34 0,10 5-259 16,-17 7-796-16,2-3 353 0</inkml:trace>
  <inkml:trace contextRef="#ctx0" brushRef="#br0" timeOffset="175642.7">21919 6432 180 0,'6'-19'280'0,"-2"11"-11"0,1 2-19 0,0-5-10 16,-2 6 4-16,2-3-7 0,-2-7-3 0,4 4-15 15,-2-2-8-15,1 2-16 0,-2-4-12 0,4 0-7 16,2 1-3-16,-5 0-19 0,5 1-16 0,-3-1-12 16,-3 3-12-16,5 2-13 0,-6 2-5 0,0-1 3 15,4-2-26-15,-4 7 3 0,2-3-22 0,-1 2-10 16,-4 4-7-16,11-4-2 0,-11 4-6 0,13 2 1 15,-6 1-9-15,1 6 6 0,-1-1-5 0,6 5-8 16,-3 1-4-16,-2 2 4 0,6 5 10 0,5 3-18 16,-4 3 2-16,0 0-5 0,-1 2-1 0,0-4-5 15,-2 2 1-15,1 0 1 0,0 3 1 0,-3-2-2 16,-3-1-7-16,3 0 0 0,-5 0 2 0,0-1 1 0,0-8 13 16,-3 2-14-16,-4 0-2 0,4-3 1 0,-2 0-3 15,-5-3 1-15,3 0 5 0,-3 1 4 16,3-3 7-16,-1-3-11 0,-2-2 1 0,0 2 14 0,-2-1 12 15,1-1 12-15,1-4 3 0,0 4 13 0,-2-3 22 16,4 0 16-16,3-4 11 0,-5 4 14 0,-2 0 14 16,7-4 9-16,0 0 5 0,-15 0 3 0,15 0 2 15,0 0-1-15,-6-12-12 0,3 5-6 0,-2 0-5 16,5 0-17-16,-2-2-8 0,-3-2-10 0,5-3-9 16,0 0-7-16,0-4-12 0,0 1-26 0,5-2-26 15,-3-5-33-15,-2-2-42 0,0-2-52 0,6 2-52 16,-3-1-48-16,2 0-47 0,0 2-50 0,-3 4-50 15,3-1-49-15,-5 2-363 0,0 2-844 0,0-3 374 16</inkml:trace>
  <inkml:trace contextRef="#ctx0" brushRef="#br0" timeOffset="176064.53">22213 5943 131 0,'0'0'175'0,"0"0"-20"16,-1 5-11-16,1-5-18 0,0 0-8 16,0 0-7-16,1 10-2 0,-1-10-2 0,5 4-5 15,-5-4-4-15,7 8-2 0,-2-4-3 0,5-1-7 0,-5 2-5 16,5 0-9-16,-2-3-6 0,0 1-2 0,4 1 2 16,-5-3 5-16,-7-1 4 0,16 0 6 15,-8 3 6-15,-8-3 6 0,12-3 1 0,-12 3 6 0,13-3-7 16,-8-2-8-16,-5 5-3 0,4-7-13 0,-1 1-4 15,-3 0-8-15,0 6-12 0,-3-9-1 0,-1 1-9 16,-1 4-19-16,-1-2-21 0,-1 1-24 0,2 1-33 16,-5 0-38-16,5 0-46 0,-3 1-53 0,8 3-244 15,-20-2-477-15,13 2 211 0</inkml:trace>
  <inkml:trace contextRef="#ctx0" brushRef="#br0" timeOffset="176736.34">23504 5562 90 0,'5'-11'292'16,"-5"3"-10"-16,2 0-9 0,-2 2 0 0,0-2 0 0,0 1-5 15,0 1-10-15,0 6-24 0,-2-11-23 16,2 11-17-16,-5-7-28 0,5 2-16 0,0 5-12 16,-13-3-9-16,13 3-10 0,-25 0-3 0,15 5-2 0,-9-2 10 15,-5 3-2-15,-4 3-1 0,3 3 2 0,-4 0-3 16,1 2 0-16,1 1-13 0,-3 1-4 0,5 0-11 15,2 3-6-15,-3 0-9 0,4-1-12 0,-1 3-4 16,8-2-4-16,0 3-7 0,0-5-1 0,9 2-4 16,1 6-1-16,3 1-4 0,4-7 2 0,6 5 1 15,4 3-7-15,6-3-8 0,8 8 4 0,3-10-8 16,5 8-8-16,4-6-26 0,2 2-32 0,1-10-30 16,4 8-40-16,0-6-38 0,-15-9-37 0,6 5-36 15,-8-9-48-15,4-3-59 0,-4 3-48 0,-5-4-228 16,-3-6-656-16,-4 1 291 0</inkml:trace>
  <inkml:trace contextRef="#ctx0" brushRef="#br0" timeOffset="176939.44">23215 5767 155 0,'-10'-3'298'0,"10"3"-8"0,-13-1-15 15,13 1 0-15,-7-2-6 0,7 2-8 0,0 0-6 16,-8-4-5-16,8 4-17 0,0 0-18 0,0 0-23 15,0 0-6-15,31 0-35 0,-16 0-10 0,5 0-2 16,0 0-16-16,3 0-26 0,7 0-20 0,0 3-38 16,-1-3-35-16,0 1-43 0,4-1-40 0,-5 0-53 15,-2 0-62-15,6-1-66 0,-7 1-278 0,8-6-581 16,-12 1 258-16</inkml:trace>
  <inkml:trace contextRef="#ctx0" brushRef="#br0" timeOffset="177267.54">24076 5396 233 0,'0'0'406'0,"0"0"-35"0,1-9-22 15,-1 9-39-15,0 0-24 0,0 0-37 0,0 0-24 16,0 0-25-16,0 0-25 0,0 0-16 0,0 0-14 16,5 20-17-16,-5-11-16 0,0 10-11 0,0 0-4 15,3 0-11-15,1 8-5 0,2 2-14 0,-2 0-5 16,4 2-9-16,0-1-6 0,-3 0 2 0,5 2-6 16,-5-3-3-16,3 1 1 0,-1-1-7 0,1 0 6 15,-1-2-49-15,0-3-21 0,-6-4-12 0,6 0-32 16,-6-3-29-16,4 0-34 0,4-5-34 0,-9 3-37 15,3-5-47-15,0-5-54 0,4-1-167 0,-4 0-515 16,-3-4 229-16</inkml:trace>
  <inkml:trace contextRef="#ctx0" brushRef="#br0" timeOffset="177580">24375 5298 340 0,'-3'-7'411'0,"3"0"-19"0,0 7 11 16,0-8-17-16,-4 1-22 0,4 7-30 0,0-7-33 15,0 7-33-15,-4-5-29 0,4 5-28 0,0 0-20 16,0 0-22-16,0 0-20 0,8 23-8 0,-3-8-20 16,-2 4-11-16,9 4-11 0,1 4-11 0,-3 5-7 15,-2 7-5-15,5 1-12 0,-4 1-5 0,6 1-4 16,-7 2-8-16,5 0-7 0,-8-8 1 0,5 11-5 15,-10-7-8-15,8 2-27 0,-8-11-32 0,7 11 2 16,-7-11-25-16,0 0-21 0,1-3-12 0,-1 1-24 16,5-2-24-16,-10-2-16 0,5-5-17 0,0-2-23 15,0-2-27-15,0-6-27 0,-1 3-22 0,2-7-46 16,-1-1-216-16,0-5-572 0,0 0 254 0</inkml:trace>
  <inkml:trace contextRef="#ctx0" brushRef="#br0" timeOffset="178126.92">24003 5250 165 0,'-7'-9'287'0,"5"-6"-10"0,2 3-16 15,2-3-13-15,5 0-19 0,-6-3-19 0,9 0-18 16,0 6-13-16,5-4-21 0,0 5-13 0,0-4-16 16,1 0-12-16,9 4-13 0,-3 1-11 0,-4 1-12 15,12 0-3-15,-2 0-10 0,2 3-5 0,-2 3-9 16,0 1-6-16,-8-2 0 0,11 4-10 0,-8 1-3 16,-1-1-5-16,8 7 0 0,-4-3-5 0,2 4-8 15,-6 0 3-15,1 3 0 0,7 1-6 0,-9 0 1 16,6 6 1-16,-6-2-5 0,1 4-1 0,-1-4-3 15,-9 2-1-15,8 3-4 0,-7-3 3 0,-5-1 2 16,2 1 2-16,-5-3-7 0,4 3-1 0,-3 0 0 16,-4 0-2-16,3-3-3 0,-4 2 4 0,-2-4 0 15,-3 4-1-15,3-2 1 0,-4 1-4 0,-3-5 1 0,1 3 3 16,-3-1-4-16,0-1 3 0,-1-2 3 0,1 2 3 16,-4-5 8-16,4 1 13 0,0-1 8 15,4 1-16-15,-2 1-1 0,-1-3-1 0,3 1-2 0,2-2 1 16,-1 4 1-16,5-3-6 0,0 3 3 0,0-2 7 15,7 5 2-15,1 2 4 0,4-1 21 0,9 5-4 16,3-1-5-16,0 2-4 0,5 0 1 0,9 1-3 16,0 5-4-16,-2-8 13 0,7 2-23 0,-5 1 1 15,-3-5-5-15,-7 0 14 0,2 2-17 0,-2-5-2 16,-1 2 0-16,-9-6-21 0,-2 0-20 0,1 3-20 16,-2-3-19-16,-4 0-36 0,-1-4-32 0,-1-1-29 15,-6 4-22-15,-3-7-34 0,3 5-37 0,-3-5-232 16,0 0-533-16,0 0 236 0</inkml:trace>
  <inkml:trace contextRef="#ctx0" brushRef="#br0" timeOffset="178845.59">24938 4683 183 0,'0'-6'335'0,"0"6"7"0,5-12-5 15,-5 7 4-15,0 5 2 0,1-8-9 0,-1 8-18 16,0 0-9-16,2-11-23 0,-2 11-33 0,0 0-25 16,0-4-30-16,0 4-22 0,0 0-21 0,0 0-20 15,0 0-13-15,0 0-16 0,0 0-11 0,7 16-8 16,-1-9 3-16,-6 2-19 0,7 5-4 0,-5-1-2 15,4 5-21-15,-1-2-15 0,-1 2-15 0,2 7-15 16,-1-10-12-16,2 6-19 0,-4-2-22 0,2-1-19 0,2 5-24 16,-4-8-16-16,2 3-15 0,-2 0-20 15,1-2-26-15,-1 1-30 0,3-4-36 0,1-1-43 16,-5-2-50-16,4-5-182 0,1 3-561 0,0-2 248 0</inkml:trace>
  <inkml:trace contextRef="#ctx0" brushRef="#br0" timeOffset="179204.93">25282 4723 111 0,'0'0'216'15,"0"0"-19"-15,0 0-16 0,0 0-13 0,0-4-11 16,0 4-8-16,0 0-11 0,0 0-14 0,0 0-15 15,0 0-10-15,0 0-14 0,0 0-6 0,0 0-9 16,0 0-8-16,0 0-4 0,0 0-5 0,-20 15-2 0,14-14 7 16,6-1 9-16,-15 8 7 0,6-3-1 15,-4-4 5-15,3 3-1 0,-6 1 0 0,1-1 0 16,-3-2 0-16,3 3-4 0,0-4 2 0,0 2-8 16,2-1 1-16,1-1-4 0,1 3-3 0,1-2-11 0,-2 1-1 15,12-3-5-15,-10 4-5 0,2-2-5 0,8-2-4 16,-7 5-1-16,7-5-4 0,-6 7 4 15,6-7 0-15,6 9-1 0,2-2 3 0,4 2-9 0,0 2 8 16,6-4-6-16,2 9-2 0,5-5-9 0,-1 6 5 16,-4-7 0-16,5 7-1 0,-3-2-4 0,-6-6-5 15,12 6-22-15,-6-1-32 0,4-1-34 0,-9-1-45 16,-1 0-63-16,-1-3-70 0,-2 0-253 0,-1 2-553 16,-2-6 244-16</inkml:trace>
  <inkml:trace contextRef="#ctx0" brushRef="#br0" timeOffset="180392.31">26341 5455 198 0,'2'-4'352'0,"-2"4"-46"15,0-9-33-15,0 9-18 0,2-6-32 0,-2 6-22 16,0 0-21-16,0 0-25 0,0 0-15 0,0 0-13 16,0 0-12-16,-2 26-13 0,0-15-9 0,4 3-8 15,-2 3-6-15,2-4-12 0,-2 6-4 0,11 7-3 16,-7-6-8-16,2 2-5 0,1-1-7 0,1-2-6 16,-1 0-1-16,1-3-3 0,-1 0-9 0,3-1-1 15,-5 0-1-15,1-6-3 0,1-1-3 0,-4-1-2 0,7 0 8 16,-5-2-4-16,7-3-4 0,-12-2 0 15,13 1-1-15,-13-1-3 0,15-8 1 0,-7 1 4 16,-1-2-6-16,-1 2 7 0,-1-5 9 0,5 1 1 0,-3-1 14 16,-2 0 2-16,1 5 11 0,1-4 0 0,0 1-5 15,-2 1 2-15,-2 3-5 0,-3-5-3 0,5 7-2 16,-2-2-9-16,-3 6-4 0,8-5-2 16,-3 1-2-16,-5 4-4 0,19 4 1 0,-11 1-4 0,3 1 0 15,4 2 1-15,0 3-9 0,5-2 6 0,-3 3-7 16,9 2 3-16,2 2-3 0,-5-5-2 0,4 2 2 15,-1 2 1-15,3-4 3 0,0-2-1 0,-4 1-8 16,-2-2 0-16,-3-2 4 0,-3-3 15 0,3 0-15 16,-10-6 5-16,3 2 0 0,0-3 6 0,0 0 14 15,-4-4 14-15,0-3-3 0,-2-1-8 0,0-3 3 16,-6-4-5-16,-1 3-5 0,-1-3-1 0,-6-2-10 16,4 3-7-16,-4-1 3 0,-3-8-14 0,0 11-20 15,5 0-25-15,-6 1-27 0,-3 1-26 0,1 1-28 0,-2 1-32 16,4 2-29-16,-1 1-33 0,2 1-65 15,-5 0-251-15,4-3-587 0,4 4 260 0</inkml:trace>
  <inkml:trace contextRef="#ctx0" brushRef="#br0" timeOffset="181142.23">27108 5228 204 0,'3'-5'229'0,"-3"5"-27"0,0 0-24 16,0 0-18-16,0 0-15 0,0 0-16 0,8 14-12 16,-6-6-8-16,0 2-14 0,-2 0-16 0,1 6 2 15,1 1-10-15,5 8-9 0,-1-2-4 0,-4 0-6 16,9-1-5-16,-7 2-2 0,7 3-7 0,-9-7-4 16,6 3-2-16,-1-4 1 0,-4 0-8 0,2-3 0 15,3 1-4-15,-6-5-3 0,0-2-1 0,1 1 4 16,0-2-3-16,2-3-1 0,-5 0 14 0,0-6 33 15,2 9 24-15,-2-9-4 0,0 0-4 0,0 0-6 16,0 0 5-16,15-15 8 0,-12 8-1 0,4-4 6 16,1 2-4-16,-1-5-12 0,1 1 6 0,7-1-1 15,-9 1-4-15,9-2 0 0,-8 3 0 0,1-2-7 0,-1 7-6 16,1-2-9-16,0 1 0 0,-1 3-7 0,-2-2-9 16,2 2-2-16,-7 5-12 0,8-6-1 15,-8 6-18-15,15 1-11 0,-15-1-1 0,13 6-10 0,-5 3-5 16,1-2-5-16,6 3-4 0,-11-1-7 0,11 1 0 15,-3 3-7-15,1-1-1 0,0-1-9 0,4-2-7 16,1 0-2-16,-3-2-5 0,0 1-7 16,0-2-5-16,0-3 1 0,-4 0 1 0,3-3-4 0,1-3 5 15,-7 1 2-15,5-2 15 0,-3 0 5 0,-3-3 6 16,-1 0 5-16,1-3 1 0,1-1 9 0,-3-5 6 16,-3 5 5-16,-2-5 10 0,0 1 9 0,0 4 2 15,0-1 7-15,0 1 2 0,-2-2-5 0,-3 7 4 16,3-3-3-16,-3 1-4 0,4 3-1 0,-2 0 2 15,3 5-3-15,-10-2 1 0,10 2 2 0,0 0-4 16,0 0 1-16,0 0 1 0,0 0 0 0,-12 11 3 16,12-2 1-16,0-9-3 0,10 14-2 0,-3-9 4 15,1 4 0-15,0-2 0 0,7 4 0 0,-2-3 0 16,2 0-3-16,5-1 5 0,-3 1 3 0,4 0 1 16,-8-3-6-16,6 1 14 0,-3-2-2 0,-3 0 3 15,1 0-1-15,-3 0-1 0,-1 0-1 0,-2 0 2 16,4-3-6-16,-7 2 0 0,3 0-2 0,-8-3-2 0,7 4-1 15,-7-4 0-15,8 4 2 0,-8-4-5 0,5 4 1 16,-5-4-1-16,0 0 1 0,5 4 2 16,-5-4-1-16,0 0 11 0,0 0 23 0,0 0 21 15,0 0 22-15,0 0 17 0,0 0 9 0,0 0 5 0,0 0 4 16,0 0 0-16,-5-19-2 0,5 19-1 0,0-12-6 16,2 4-11-16,-2 0-10 0,0 1-17 0,5-5-19 15,0 3-23-15,1-5-35 0,-2 2-24 0,2 1-43 16,-4-1-41-16,4 5-48 0,3-5-62 0,-3 3-70 15,3 0-260-15,4 3-602 0,-5-5 266 0</inkml:trace>
  <inkml:trace contextRef="#ctx0" brushRef="#br0" timeOffset="181595.31">28147 5571 44 0,'8'0'179'0,"4"0"2"15,1-1-14-15,-3-1-7 0,7-1-5 0,-4 0-7 0,2-3-5 16,1 0-4-16,-1-1 0 0,4-1-3 0,-8-3-7 16,4 1-5-16,-2 0-3 0,4-4-4 0,-6 1-4 15,-2-1-4-15,4 2-3 0,-10-4 10 0,9 0-4 16,-11 6 6-16,6-3 9 0,-5-3 9 0,-2 6 1 16,0 1-11-16,0 0 4 0,0-5-4 0,-2 7-19 15,-5-1-9-15,6 3-9 0,-4-2-16 0,-3 3-7 16,1 1-13-16,7 3-5 0,-15-1-1 0,15 1-10 15,-13 4 1-15,5-1-7 0,-1 5-11 0,3-1 4 16,-3 3-2-16,3 5 3 0,-3-1-7 0,8 1 1 16,-4 2-4-16,2 1-2 0,3 1 1 0,3 1-33 15,3 2-23-15,3 0-29 0,6 2-46 0,0 2-68 16,6-5-80-16,1-3-351 0,7-2-668 0,3-5 296 16</inkml:trace>
  <inkml:trace contextRef="#ctx0" brushRef="#br0" timeOffset="182438.98">29259 5676 174 0,'5'-9'255'0,"4"-2"3"0,-8 2 3 0,6-7-7 16,1 4 2-16,-3-5 5 0,2 1-1 0,1 0-18 16,4-3-5-16,-7 3-13 0,3-2-19 0,-1-2-17 15,-1 5-9-15,2-1-19 0,-1 1-7 0,1-1-12 16,-1 0-20-16,-5 9-6 0,4-2-13 0,-2-3-6 15,-1 6-14-15,-1 1-9 0,2 2-9 0,0-4-10 16,-4 7-11-16,5-5-7 0,-5 5-3 0,0 0-5 16,13 12 0-16,-6-7-4 0,-4 5-5 0,9 7-1 15,-4 0-4-15,0 7-1 0,5-1-5 0,-3 4 1 16,3 0-4-16,1 1-1 0,-4 0 6 0,-2-1-1 16,2 6-3-16,0-5 5 0,1 1 6 0,-6 0-12 15,0-1 0-15,2 2 0 0,0-2-3 0,-4-5 1 16,2 4-3-16,-4-5-1 0,3 4 2 0,-8-1 2 0,8-5-7 15,-4-2-4-15,-4 0 8 0,4-1 2 0,-1 2-1 16,-1-3-1-16,-1-5 0 0,0 5 3 16,1-5 1-16,0 1-3 0,-1-3 0 0,-2 2 14 15,3-7 22-15,1 8-6 0,-3-8 12 0,1 3 16 0,1-3 6 16,-1 4 19-16,3-8 14 0,-7 8 12 0,7-8 9 16,-6 2 5-16,6-2-5 0,0 0-3 0,-18-3-9 15,9-3-8-15,-2-3-11 0,2 5-9 0,-4-8-3 16,2-3-11-16,-3 3-6 0,1-3-4 0,-2-1-7 15,4 0-4-15,1-2-7 0,-3-5-17 0,4 4-25 16,1 2-35-16,1-2-47 0,6 0-48 0,2-8-50 16,3 1-49-16,7-3-36 0,-4 1-43 0,8 4-41 15,5 0-41-15,3 1-49 0,-2-1-241 0,2 2-742 16,4 1 329-16</inkml:trace>
  <inkml:trace contextRef="#ctx0" brushRef="#br0" timeOffset="182673.33">29407 5043 178 0,'0'0'372'0,"0"0"-22"0,0 0-24 15,0 0-15-15,0 0-16 0,0 0-22 0,0 0-17 16,0-6-34-16,0 6-16 0,0 0-22 0,0 0-16 15,0 0-19-15,10-8-26 0,-10 8-39 0,0 0-51 16,5-4-51-16,-5 4-52 0,0 0-61 0,0 0-58 16,0 0-70-16,0 0-219 0,15 9-516 0,-15-9 228 15</inkml:trace>
  <inkml:trace contextRef="#ctx0" brushRef="#br0" timeOffset="182954.55">29872 5379 61 0,'11'1'373'0,"-11"-1"-5"0,0 0-27 0,0 0-26 0,14-8-25 16,-14 8-29-16,10-3-18 0,-5-2-29 15,3 2-31-15,-8 3-8 0,16-8-31 0,-7 7-4 16,2 1-17-16,-2-2-13 0,5-2-19 0,3 3-30 0,0 1-29 16,-3 0-33-16,0 0-26 0,6 1-37 0,-12 5-40 15,7-6-40-15,-2 3-42 0,-1 0-32 16,-1 1-46-16,-3-1-156 0,-1 2-454 0,0 1 200 16</inkml:trace>
  <inkml:trace contextRef="#ctx0" brushRef="#br0" timeOffset="183142.03">29950 5556 90 0,'0'0'253'15,"3"7"5"-15,-3-7-7 0,12 2-13 0,-3 1-19 16,3-3-22-16,1 0-20 0,2 2-18 0,3-1-12 16,4 2-21-16,1-2-10 0,9-1-16 0,-13 2-16 15,3-1-27-15,8-1-49 0,-9 0-47 0,2 4-47 16,6-4-56-16,-1-4-72 0,-12 3-120 0,-1-2-360 15,2 0 159-15</inkml:trace>
  <inkml:trace contextRef="#ctx0" brushRef="#br0" timeOffset="183392.09">30387 5113 28 0,'0'0'321'0,"0"0"-24"16,0-4-27-16,0 4-28 0,0 0-16 0,0 0-28 16,0 0-23-16,0 0-20 0,0 0-17 15,0 0-12-15,0 0-9 0,6 28-12 0,-6-17-13 0,2 7-6 16,3 0-9-16,3 6-10 0,-1 1-2 0,-1-1-8 16,-1 3-4-16,5 3-6 0,0-1-16 0,-5-2-31 15,-3 2-33-15,6-1-32 0,-6-2-51 0,3-2-45 16,0-7-72-16,-4 1-162 0,6-7-427 0,-5-2 190 15</inkml:trace>
  <inkml:trace contextRef="#ctx0" brushRef="#br0" timeOffset="183595.19">30694 5575 17 0,'0'0'211'0,"0"0"0"0,9 7-11 0,-9-3-16 15,5 0-16-15,-5 3-15 0,1 0-14 0,-1 1-15 16,0 0-11-16,0 1-12 0,0 1-8 0,0 3-8 0,-1-6-8 16,-1 7-6-16,-1-5-6 0,-4 7-11 15,4-5 2-15,-2 1-10 0,-2-3-9 0,4 1-32 16,-2-1-33-16,-2 2-42 0,6-4-38 0,-4-3-59 0,1 1-140 16,4-5-331-16,-5 5 147 0</inkml:trace>
  <inkml:trace contextRef="#ctx0" brushRef="#br0" timeOffset="183985.78">30784 5191 56 0,'6'-4'304'0,"-6"4"-17"0,9-3-12 16,-9 3-19-16,13-1-12 0,-13 1-9 0,13-4-20 16,-13 4-24-16,0 0-10 0,17 5-22 0,-11-3-19 15,-6-2-17-15,9 1-12 0,-3 3-9 0,-1-1-12 16,-5-3-5-16,4 9-12 0,4 1-9 0,-8-5-9 16,3 5-5-16,-3-3-5 0,2 0-2 0,-2 4-6 15,-2-2 5-15,-1-2-13 0,3 4-3 0,0-2-3 16,0-2 4-16,-3 1-5 0,-2 2-4 0,5-5 0 15,0 2-5-15,0 1 10 0,0-8-13 0,-2 9 3 16,2-9 3-16,0 9-4 0,0-9 12 0,-2 6 11 16,2-6 10-16,0 0-3 0,2 7 3 0,-2-7-6 0,7 4-1 15,-7-4-10-15,9 3 5 0,3 1-10 0,-2-4-3 16,3 1-26-16,0 1-36 0,2 1-34 16,2-3-45-16,-2 7-44 0,1 0-59 0,3-3-70 0,-8 0-233 15,4-2-570-15,3 1 253 0</inkml:trace>
  <inkml:trace contextRef="#ctx0" brushRef="#br0" timeOffset="184173.26">31226 5667 152 0,'0'6'214'0,"3"0"-10"0,0-2-10 0,-3 6-12 15,0-10-14-15,0 9-8 0,2-5-16 0,-2-4-11 16,0 14-17-16,0-12-11 0,0-2-10 0,0 11-8 15,0-11-7-15,0 9-10 0,0-3-8 0,0-6-24 16,-8 9-29-16,4-5-38 0,4-4-47 0,-11 3-49 16,11-3-73-16,0 0-100 0,-15-4-323 0,7-2 144 15</inkml:trace>
  <inkml:trace contextRef="#ctx0" brushRef="#br0" timeOffset="184423.23">31433 5265 311 0,'10'-1'316'0,"-10"1"-21"0,18-4-21 0,-10 0-23 0,5 1-20 15,-4 0-27-15,-1 0-15 0,5 1-25 0,2-2-17 16,0 1-13-16,-2 2-13 0,2 1-15 0,-2-2-25 15,4 0-41-15,-6 2-52 0,-11 0-48 0,17 2-48 16,-2-2-53-16,-2 0-47 0,-1 0-179 0,-2 0-417 16,0 0 185-16</inkml:trace>
  <inkml:trace contextRef="#ctx0" brushRef="#br0" timeOffset="184595.09">31856 5201 70 0,'4'-5'188'0,"-4"5"-12"0,13-8-9 16,-6 7-15-16,1-2-13 0,-8 3-15 0,11-5-11 16,-2 1-10-16,-3 3-12 0,-6 1-13 0,10 0-5 15,-10 0-4-15,17-2-7 0,-17 2-9 0,15 0-14 16,-15 0-25-16,11 2-30 0,-2-2-37 0,-9 0-41 16,16 0-39-16,-4 0-104 0,-4 1-255 0,0-1 114 0</inkml:trace>
  <inkml:trace contextRef="#ctx0" brushRef="#br0" timeOffset="185079.42">32270 4873 100 0,'0'0'423'0,"0"-4"-9"15,0 4-15-15,0-11-18 0,0 11-13 0,0-7-33 16,0 7-25-16,0 0-34 0,0 0-30 0,7-6-31 16,-7 6-25-16,0 0-16 0,0 0-16 0,13 20-11 15,-5-8-18-15,1 1-17 0,2-1-8 0,-1 6-16 16,-2-2-5-16,6 7-11 0,-4 0-9 0,1 0-8 16,-4-4-1-16,4 6-11 0,-4 0 3 0,3 3-8 15,-2-5-1-15,-3 4-7 0,2 0-6 0,-1-3-9 0,3 2-20 16,-9-5-12-16,3-2-17 0,0 1-19 0,-3 1-22 15,4-1-1-15,-4 0-28 0,3-6-10 16,-3 4-8-16,-3-8-20 0,3 2-19 0,0-2-10 16,-4 2-21-16,4-3-18 0,0-2-24 0,4 2-29 0,-1-6-45 15,-3 3-167-15,0-6-514 0,11 0 227 0</inkml:trace>
  <inkml:trace contextRef="#ctx0" brushRef="#br0" timeOffset="185501.25">32705 5188 44 0,'12'-1'231'0,"-12"1"-8"0,0 0-12 16,0 0-10-16,10 0-16 0,-10 0-13 0,0 0-16 15,0 0-14-15,0 0-18 0,0 0-11 0,0 0-12 16,0 0-13-16,0 0-8 0,0 0-11 0,0 0-7 16,0 0-3-16,0 0-5 0,0 0-4 0,-31 6-4 15,17-5-7-15,4 1 0 0,-3 3-5 0,2-4 3 16,-6 5 2-16,7-1 4 0,-2-3-2 0,-2 3-1 16,5-2 4-16,-4 2-2 0,3-3-4 0,-1 3-8 0,2-2-1 15,1 1-4-15,1-1 5 0,7-3-10 16,-6 5 0-16,-3 0-1 0,6-3 2 0,3-2 1 15,-3 8 7-15,3-8 7 0,-5 9 7 0,5-3 6 16,0-6 0-16,5 9 11 0,-2-2 6 0,0 0 5 0,4 0-6 16,1 1 6-16,6 0-10 0,-4 3-3 0,4 2-9 15,0-5-1-15,-1 4-7 0,3 0-1 16,6-3-6-16,-5 4-9 0,4-1 1 0,-3 0 0 0,0 1-4 16,-3-1-5-16,10-2-2 0,-10 0-11 0,-3-1-34 15,3 2-41-15,-7-4-45 0,5 1-64 0,-6 0-77 16,-2-3-312-16,1-2-617 0,-6-3 272 0</inkml:trace>
  <inkml:trace contextRef="#ctx0" brushRef="#br0" timeOffset="-212324.54">25299 4785 194 0,'0'0'260'0,"0"0"-5"0,0 0-7 0,0 0-11 15,0 0-12-15,0 0-9 0,0 0-9 0,0 0-10 0,0 0-6 16,0 0-10-16,13-8-5 0,-13 8-4 0,0 0-9 16,0 0 4-16,2-4-6 0,-2 4-4 15,0 0-8-15,0-9 0 0,0 9-10 0,0 0-5 0,0 0-9 16,0 0-13-16,-2-7-6 0,2 7-10 0,-5-8-14 16,5 8-6-16,-8-7 0 0,6 3-11 0,-3-3-1 15,-3 2-6-15,1 0-16 0,-1 0 5 0,1 0-2 16,6 1 0-16,-8 0-6 0,-2 0-5 0,2-1-8 15,3 3 3-15,-6-4-5 0,2 3-7 0,2 3 2 16,0-4-5-16,-5 2-1 0,-2 2-2 0,6-5 0 16,-6 5-2-16,2 0-1 0,13 0-3 0,-23 2-2 15,8 1-3-15,-1-1 4 0,2-1-4 0,-1 3 5 16,-1 1-6-16,-2 1-1 0,1 0 4 0,2 0-1 0,0 0-3 16,2 0 2-16,3-2 1 0,-3 3 0 0,5 1 1 15,-1 0-2-15,-9-1-10 0,10-2 16 16,0 1-6-16,-1 0 2 0,-4 0-1 0,5-2 0 0,-2 4-2 15,5 0 0-15,0-1-2 0,-3-1 4 0,8 3-2 16,-7 1 2-16,7-2 12 0,-2-1-8 0,2 3-2 16,0-5-3-16,2 6-2 0,1-8 4 0,1 5 11 15,-1 4-10-15,2-7-2 0,-5 0 4 0,10 1-3 16,-3 3 3-16,-3-2 1 0,6-2-1 0,2 0 0 16,-4 2 2-16,6 0-4 0,0-1 0 0,0 2 2 15,1-2-2-15,1 0-6 0,-4-2 9 0,4-4 1 16,-1 4 0-16,2 0-2 0,1-2 2 0,-3-1-8 15,-2 0 8-15,-1-1-1 0,3 3 0 0,-2-3-3 16,5 2 1-16,-6-2 0 0,-1-2 4 0,1-1 4 16,-1 2 8-16,-1 0 10 0,2-5 7 0,-2 2 13 15,1-3 9-15,-1-1 1 0,-1 1 2 0,5-8-2 0,-5 1 0 16,6 3-3-16,-2-13 8 0,-5 4-13 0,7-2 0 16,5-1-6-16,-7-3 0 0,-3 2 2 0,7-3 1 15,-4 0 1-15,0 3-1 0,0 2-1 0,-1-5-2 16,1 2-4-16,-1-2-8 0,-2 1 1 0,3 2-4 15,-3-3 34-15,5 3 5 0,-7 0-10 0,5-2-4 16,-1 3-2-16,-7 1-12 0,5 6 4 0,-5-5 7 16,5 6-3-16,-4-3-4 0,-2 2 1 0,2 4-7 15,-1 3 1-15,-2-4-8 0,6 1-1 0,-4 3-1 16,-4 3-5-16,-1-1-3 0,2 1-4 0,3 3-6 16,-5 3-2-16,2-9-5 0,-2 9-4 0,0 0-7 15,0-6-10-15,0 6 1 0,0 0 0 0,0 0-16 16,0 0-1-16,0 0 1 0,0 0 4 0,0 0 4 15,-9 18 1-15,8-9 5 0,-4-2 8 0,3 4-8 16,-3-2 1-16,3 8 2 0,-4-3 5 0,-1 1-3 16,2 4 0-16,-1-3 3 0,1 3 0 0,0-4 5 15,-4 9-11-15,1-1 10 0,2 1-1 0,-1-6-1 0,5 3 11 16,-4-2-6-16,2 4 7 0,-2-4-7 0,1 8 7 16,1-1-11-16,-1-10 11 0,2 13-8 0,0-8 2 15,1-3-3-15,1 4 1 0,-3 4 2 0,4 1 0 16,0-7 0-16,4 7 1 0,-3-7-2 0,4 2 0 15,-2-6 5-15,2 2-4 0,4 9 2 0,-9-12 0 16,6-3 2-16,3 1-1 0,-6 3-1 0,7-3 3 16,-5-3-1-16,1 0-3 0,3-3 4 0,-3 2 11 15,1 0-10-15,0-5-1 0,1 4 0 0,0-2 4 16,4 0-1-16,-2-2 3 0,-2-2-5 0,7-1-2 16,0 2 2-16,-5-1 2 0,0-4 5 0,4 2-7 15,6-3-2-15,-10 2 0 0,7-1 7 0,-7 2-10 16,1-4-1-16,1 3-5 0,3-3-8 0,-7 0-26 15,4-2-39-15,-1-3-45 0,1 3-63 0,-1-4-76 16,1 1-76-16,-4 1-92 0,1 2-135 0,-1-5-315 16,2 3-952-16,-7-3 421 0</inkml:trace>
  <inkml:trace contextRef="#ctx0" brushRef="#br0" timeOffset="-199389.4">8529 10448 301 0,'0'-7'320'16,"0"7"-9"-16,0 0-21 0,0 0-23 0,0 0-20 16,0 0-15-16,0 0-8 0,0 0-6 0,-2-4-19 15,2 4-13-15,0 0-22 0,0 0-18 0,0 0-7 16,0 0-14-16,0 0-11 0,0 0-12 0,0 0-8 15,0 0-14-15,0 0-7 0,0 0-3 0,0 0-3 16,0 0-6-16,-5 18-5 0,5-12-6 0,0-6-5 16,5 10-5-16,-5-1-8 0,-5-2 17 0,10 0-30 15,-3 2-33-15,-1 2-22 0,4 0-31 0,4 0-35 0,-6-2-44 16,7 6-51-16,-2-3-54 0,2 3-64 0,0-3-218 16,0 4-576-16,-3-4 255 0</inkml:trace>
  <inkml:trace contextRef="#ctx0" brushRef="#br0" timeOffset="-199186.29">8616 10968 135 0,'0'6'264'16,"0"-6"-7"-16,0 0-12 0,0 0-25 0,0 0-21 16,-1 6-22-16,1-6-15 0,0 0-19 0,0 0-16 15,-5 7-10-15,5-7-12 0,0 8-10 0,5-4-10 16,-5 4-4-16,0-1-13 0,1 1-6 0,-1-2-20 15,5 6-22-15,-5-1-25 0,0 1-29 0,4 1-23 16,-4 2-30-16,5 0-34 0,-5 3-34 0,1-3-44 16,4-1-126-16,-5 2-351 0,0 0 156 0</inkml:trace>
  <inkml:trace contextRef="#ctx0" brushRef="#br0" timeOffset="-199045.67">8595 11442 211 0,'5'5'233'16,"-5"-5"5"-16,-5 8-3 0,5-8-1 0,5 7-9 15,-5-7-9-15,2 5-17 0,-2-5-19 0,0 8-20 16,0-8-20-16,8 6-9 0,-2 0-15 0,3 0-16 16,-3 3-58-16,3-5-83 0,-3 3-95 0,7-3-279 15,-4 5-447-15,6 0 198 0</inkml:trace>
  <inkml:trace contextRef="#ctx0" brushRef="#br0" timeOffset="-170972.15">21672 7358 143 0,'0'-10'398'16,"2"0"-7"-16,1 1-27 0,-3 1-37 0,3-1-30 15,1 2 10-15,-4 3-8 0,0 4-9 0,-4-8-23 16,4 8-25-16,4-9-31 0,-4 9-28 0,0-6-16 16,0 6-18-16,0 0-15 0,0 0 1 0,0 0-7 15,1 27-9-15,3-16-11 0,-4 1-12 0,3-1-10 16,-3 8-10-16,3 6-5 0,1-7-8 0,-4 6-4 15,5 0 4-15,-2 2-16 0,0 2-9 0,1-1 0 16,2 0-2-16,-1 3-2 0,-2-2-8 0,6-1 2 0,-3 3-3 16,8-1-1-16,-6 4 1 0,0 7-4 0,5-11-4 15,2 7-3-15,5 0 3 0,-5 3-2 16,-5-12-3-16,8 2-5 0,-1-1 5 0,-4-1-2 0,-1-1 8 16,2-1-4-16,-2 1-7 0,1-3-4 0,4 3 2 15,-9-8 2-15,0-1-2 0,1 0-1 0,-1 2 1 16,2-6-2-16,-3 5 3 0,-4-6-5 0,7 0 4 15,-9-1-5-15,-1-3 5 0,4 3-4 0,-3-2 0 16,3-2 0-16,-1 4 2 0,-3-3 0 0,0-5 1 16,3 4 0-16,-3-1-2 0,4 0-5 0,-4-6 4 15,1 8-1-15,-1-8-3 0,4 5 7 0,-4-5 1 16,3 4 0-16,-3-4 4 0,0 7-3 0,0-7 5 0,0 0 9 16,0 0 1-16,0 0 14 0,7 4 7 15,-7-4 10-15,0 0 16 0,0 0 10 0,0 0 22 16,0 0-2-16,0 0-3 0,0 0-5 0,0 0-10 0,16-11 2 15,-11 4 3-15,3 3-5 0,-1-5-2 0,0-2-3 16,1-4 0-16,-2-1-12 0,3 1-4 0,4-5-5 16,-5-3-5-16,7-3-1 0,-2-3-1 0,-3-2-3 15,4-10 2-15,0 5-4 0,8-1-3 0,-12-3-2 16,5-3-1-16,-2 1 2 0,7-1 0 0,-5 1-8 16,0 0-1-16,1 2 0 0,1 2 1 0,-1-1-1 15,-1 0 0-15,0 3-12 0,-3 7 5 0,3 1 6 16,0-2-9-16,-6 2-2 0,3 1 3 0,1 0 2 15,1 1-8-15,-5 2 3 0,3 8-2 0,-2-3 4 16,-2 2-5-16,1 3-1 0,0-1-4 0,0 2-11 16,-3 3 9-16,-2 1 0 0,1 2 5 0,1 2-7 15,-4-1 1-15,0 1 0 0,3 0-6 0,-2 2-2 0,-3 3-2 16,5-6 10-16,-5 6-12 0,1-6-6 0,-1 6-2 16,0 0 8-16,7-6-25 0,-7 6-27 0,0 0-23 15,0 0-41-15,0 0-55 0,0 0-64 0,0 0-70 16,0 0-61-16,0 0-29 0,0 0-35 0,0 0-42 15,0 0-418-15,-7 24-969 0,7-17 428 0</inkml:trace>
  <inkml:trace contextRef="#ctx0" brushRef="#br0" timeOffset="-169444.73">23576 7521 39 0,'0'-6'262'0,"0"0"-17"0,0 6-5 0,0-9-7 16,0 9-11-16,-2-6-22 0,2 6-27 0,0 0-16 15,-5-6-21-15,5 6-10 0,0 0-12 0,-25 7-6 16,10 0-1-16,-5 0-3 0,-1 5-3 0,-9 0-1 16,2 4-5-16,5 4-5 0,-2 2-10 0,-3 0-6 15,5 0-2-15,-7 8 0 0,0 0-1 0,10-2-12 16,0-2-4-16,-3 9-3 0,8-8-5 0,0 0 3 0,4 0-7 16,6 0-2-16,0 1-3 0,5 3-3 15,5-4-4-15,-3 0 3 0,12 0-7 0,0-3 6 16,2-1-10-16,4 0 1 0,5-1-1 0,1-1-3 0,12 3-2 15,5-7-7-15,-3 0-28 0,-7-7-42 0,0-1-38 16,-3-2-40-16,3-2-41 0,-8-4-51 0,5-6-44 16,-10 1-210-16,-4-4-522 0,-1-7 230 0</inkml:trace>
  <inkml:trace contextRef="#ctx0" brushRef="#br0" timeOffset="-169257.24">23370 7866 234 0,'-8'-1'224'0,"8"1"-29"16,-15-2-18-16,15 2-7 0,-8 0 3 0,8 0 8 16,0 0-1-16,0 0 6 0,0 0-3 0,0 0-5 15,0 0-8-15,0 0-11 0,17 15-15 0,-9-11-6 16,10-1-23-16,7 2-6 0,5-1-15 0,-1-1-14 0,0 1-36 16,5-3-46-16,4-1-51 0,-5 3-56 0,1-7-51 15,14-5-57-15,-15 2-216 0,-2-4-467 16,12-5 207-16</inkml:trace>
  <inkml:trace contextRef="#ctx0" brushRef="#br0" timeOffset="-169038.5">24211 7425 3 0,'4'-4'344'0,"-4"-3"-36"16,0 7-33-16,0-9-31 0,0 9-25 0,0 0-24 15,0 0-17-15,0 0-16 0,-4 27-20 0,4-13-13 16,-3 3-12-16,-4 10-11 0,7 1-11 0,0 15-8 15,-3-5 1-15,3 5-11 0,3 4-9 0,-3-1-10 16,2 4-1-16,3 0-8 0,-2-1-4 0,1-1-3 16,-3-5-4-16,1 3-5 0,6-6-8 0,-3-3-35 15,2-5-49-15,-6-5-47 0,11-3-54 0,-4-5-48 16,-6-1-233-16,5-6-476 0,4 0 210 0</inkml:trace>
  <inkml:trace contextRef="#ctx0" brushRef="#br0" timeOffset="-168772.89">24761 7410 213 0,'1'-8'403'0,"-2"4"-45"16,1 4-37-16,5-5-36 0,-5 5-29 0,0 0-24 15,0 0-29-15,0 0-18 0,-4 29-10 0,4-10-29 16,0 7-15-16,-3 2-18 0,3 4-3 0,0 10-12 15,-2 4-8-15,-1 4-2 0,3 0-21 0,-2 2-5 16,2-3 0-16,0 1-6 0,-5 1-8 0,4-2-9 16,-1-1 1-16,-1-4-3 0,-2 0-20 0,5-14-36 15,-5-1-25-15,3 3-35 0,-1-7-36 0,-2-1-37 16,2-4-51-16,1-5-44 0,0 0-46 0,-1-4-155 0,3-7-484 16,-2-3 214-16</inkml:trace>
  <inkml:trace contextRef="#ctx0" brushRef="#br0" timeOffset="-168241.65">24377 7398 209 0,'-12'-25'345'0,"7"8"-30"0,-5-1-10 0,9 0-11 0,-3-1-8 15,1-1-21-15,3 1 0 0,5-1-41 0,3 1-22 16,1-4-21-16,2 5-19 0,4-2-9 0,10 7-25 16,-2-10-9-16,0 7-16 0,5 1-2 0,2 1-22 15,5 2-11-15,-5 4 2 0,4 0-11 0,-2 0-4 16,3 4 3-16,9-2-13 0,-14 4-4 0,0 2-4 0,3 0-10 16,-5 4 2-16,-6-3-8 0,7 6-1 0,-7 4-12 15,6 2 6-15,-5 1 8 0,2 1-23 16,-3 6-7-16,4 3-5 0,-9 0-9 0,2 1-1 15,3 16-3-15,-5-4 0 0,-3 1-2 0,1 2-2 0,-3-2 10 16,-7-5-15-16,2-3 4 0,-4 1 4 0,0-1 2 16,-3 2-2-16,-6-3 5 0,-1-2 1 0,-1-2 4 15,-1-3 1-15,1-2 1 0,-12 4 1 0,10-9 2 16,-5 0-1-16,0 0 9 0,-4-3 2 0,2-1 13 16,1-1 19-16,-11-1 13 0,10-1 4 0,-2-1 14 15,4-1 18-15,0 0-12 0,-2-1-5 0,4-1-6 16,-2 0-6-16,9-1-3 0,-8 2-11 0,11-1-5 15,-4 3 4-15,1-3-4 0,-1 3-4 0,4 4-8 16,3-1 11-16,0 7 31 0,6 1 14 0,6 6-4 16,10 1-2-16,1 7-9 0,11 1-3 0,5 2-2 15,-3-3-4-15,7 7-9 0,0-9-2 0,3 2-6 16,-1-3-4-16,-2 0-2 0,2 1-30 0,3-7-40 0,-9 0-51 16,6-4-37-16,-17-4-46 0,-3-2-63 0,3 1-71 15,-1-5-79-15,-6-5-259 0,-1-4-702 16,-7-1 311-16</inkml:trace>
  <inkml:trace contextRef="#ctx0" brushRef="#br0" timeOffset="-167663.55">25256 6349 47 0,'0'-9'374'0,"5"1"-35"16,-4 1-24-16,4 4-36 0,-3-1-26 0,-2 4-20 16,15-1-26-16,-15 1-22 0,15 4-21 0,-4 4-18 15,-1 0-16-15,5 7-19 0,-2 5-3 0,2 4-14 16,0 3-7-16,-2 0-9 0,2 12-10 0,-5 0-3 15,-2-9-17-15,-3 9 4 0,2-9 8 0,-5 5-20 16,-2-4-5-16,-2-3-3 0,-1-1 1 0,-2 0-4 16,0 0-4-16,-2-4-2 0,7-4-21 0,-6 1-20 15,-1-1-22-15,4-7-23 0,3 3-33 0,0-5-36 16,0 0-50-16,1-1-61 0,6-3-239 0,1-4-521 16,-1-1 230-16</inkml:trace>
  <inkml:trace contextRef="#ctx0" brushRef="#br0" timeOffset="-167302.67">25790 6601 95 0,'0'0'191'0,"-20"14"-13"0,12-13-9 0,0 6-6 15,-4-2-14-15,2 9-2 0,-1-8-2 0,-4 4-11 16,-2 4-10-16,2-8-16 0,-1 6-7 0,1-2-10 15,-3-1-10-15,3 5-8 0,-2-3-6 0,2-2-6 16,0-2-4-16,1-1-7 0,0 0 10 0,-1 2 16 16,7-4 11-16,-2-1 0 0,5-2 12 0,-5 3 15 15,4-3 17-15,6-1 18 0,0 0 16 0,-12 4 23 16,12-4 5-16,0 0 1 0,0 0-14 0,0 0-19 16,0 0-16-16,0 0-17 0,0 0-11 0,30-9-17 15,-17 13-10-15,4-4-8 0,3 1-11 0,-6 2-8 0,10-2-7 16,-3 2-14-16,-1 5 3 0,5-1-6 15,-4 2-3-15,6 1-5 0,-2 2-17 0,-2 0-28 0,3-1-24 16,1-2-31-16,-2 6-27 0,-7-7-29 0,3 1-26 16,-2 4-37-16,-1-5-44 0,3 4-47 0,-6-6-50 15,0 0-272-15,0-3-652 0,-3 3 289 0</inkml:trace>
  <inkml:trace contextRef="#ctx0" brushRef="#br0" timeOffset="-166990.18">26396 6494 347 0,'0'0'382'0,"3"-6"-17"0,-1-1-2 0,-2 7-7 15,0 0-15-15,0-7-30 0,0 7-31 0,2-6-31 16,-2 6-24-16,0 0-28 0,0 0-26 0,0 0-19 15,0 0-17-15,0 0-16 0,0 0-7 0,-22 16-16 16,12-4 4-16,4 2-21 0,-9 2-5 0,1 0-9 16,0 0-6-16,-8 3-2 0,1 3-13 0,-3-2 0 15,4 3-8-15,1-7-20 0,-3 7-27 0,4-4-25 16,0 2-23-16,3-7-16 0,2 2-17 0,-1-1-13 16,4 1-9-16,-3-3-21 0,5-3-20 0,0 1-22 15,3-2-24-15,1-2-25 0,1 0-21 0,3-3-37 16,0-4-193-16,0 0-516 0,0 0 229 0</inkml:trace>
  <inkml:trace contextRef="#ctx0" brushRef="#br0" timeOffset="-166771.45">26151 6508 90 0,'0'0'169'0,"0"0"-6"0,0 0-8 0,0 0 19 0,0 0-4 16,0 0 6-16,-15 14 14 0,15-6 3 0,3 4-1 15,1-1-10-15,4 5-7 0,2-3-7 0,8 6-16 16,-6-1-5-16,6 5-22 0,0-7-13 0,4 6-8 16,1 0-9-16,5-3-8 0,-6 1-9 0,6 0-6 15,-5-4-29-15,7 2-48 0,-4-1-56 0,-6-1-59 16,5-4-72-16,-5-1-82 0,-5-4-153 0,-5-1-462 16,-1-4 204-16</inkml:trace>
  <inkml:trace contextRef="#ctx0" brushRef="#br0" timeOffset="-166130.84">27091 6619 195 0,'-3'-4'258'0,"-5"-10"-14"0,-1 9-12 0,-4-3-15 0,6-3-6 16,-6 4-18-16,-2-1-6 0,-1 1-15 0,-1 1-8 16,-3 2-19-16,-3 1-14 0,3 3-13 0,-3 0-12 15,-2 1-13-15,-1 3-10 0,8-1-8 0,-2 4-7 16,-2 1-8-16,1 3-5 0,3 1-5 0,-2 1-5 15,3 2-5-15,4 0-3 0,0 2 0 0,4 1-5 16,1-3-3-16,3 4-3 0,2-2 2 0,3 0-3 16,3-1-3-16,-3 0 1 0,7 0-9 0,4-3 3 15,-1 1 2-15,2-1-2 0,-1-3-1 0,8 1-1 16,-3-5 2-16,1-3-8 0,3 3 2 0,3-6 0 0,-3 0-2 16,1-2-1-16,2-3-2 0,-6-2 2 0,14-6-2 15,-16 2 0-15,5-11-7 0,-5-1 6 16,0-2-6-16,0-16-2 0,-7 12-3 0,4-3 3 15,-11-7 0-15,6 0 1 0,-4-1 7 0,1-2 9 0,-4 13 23 16,-4 0 11-16,4 1 22 0,-5 1 35 0,0 8-9 16,5-1 24-16,-5 2 12 0,2 2-5 0,-4 2 7 15,7 2-9-15,-1 3 7 0,1-2-10 0,-5 4-9 16,5 1-13-16,0 6-9 0,0-9-13 0,0 9-7 16,0-7-19-16,0 7-6 0,0-7-9 0,0 7-5 15,0 0-4-15,0 0-5 0,0 0 3 0,0 0-8 16,0 0 6-16,0 24-8 0,0-13-2 0,0 1-1 15,0-1 3-15,0 6-3 0,5-2-8 0,-4 5-2 16,1 6 5-16,6-7 1 0,-4 9-2 0,-3-2 0 16,9-1-1-16,-5 2 2 0,2-1-4 0,1 1 3 15,-1-3 0-15,6 3-1 0,-3 3-2 0,5-2 1 16,-2-2 1-16,0-2 0 0,-1 0 0 0,3 0-23 0,1-3-9 16,-1-1-30-16,-2-4-31 0,7 2-51 0,-5-3-32 15,7 3-46-15,-7-3-76 0,-1-3-75 16,1-2-365-16,-1-1-792 0,-6 1 350 0</inkml:trace>
  <inkml:trace contextRef="#ctx0" brushRef="#br0" timeOffset="-153988.84">21786 10030 118 0,'15'39'214'0,"7"10"-5"0,-1-2-4 16,3 4-5-16,-8 8 8 0,6-3-8 0,4 12-6 15,4 4-14-15,-2-1-14 0,-8-20 10 0,8 18-14 0,-6-16-4 16,-1 5-9-16,-4-4-8 0,9 16-3 0,-16-19-3 16,5-4-8-16,-2 2 0 0,0-1-3 0,1-8-6 15,-6 1-5-15,-6-7 3 0,6-7-7 0,-2-4 3 16,-1-3 0-16,-1-5-4 0,-1 1-10 0,-1-5 21 16,1 0 40-16,2-6 51 0,-5 0 37 0,2 0 16 15,-2-5-18-15,0 0-18 0,19-10-7 0,-9-5 0 16,-1-1-4-16,2-7-13 0,4-9-22 0,0-10-9 15,2-4 0-15,-2 0-5 0,-1-1-9 0,-2-7-1 16,1-4-7-16,-1-14 6 0,-4 19-8 0,-1-2 0 16,6-21-112-16,-13 20-36 0,0-19 0 0,0 20 0 0,2-4 0 15,-4 3 0-15,2 1 0 0,-5 1 0 0,3 3 0 16,-1-2 0-16,-2 10 0 0,-2 1 0 0,7 12 0 16,-3 0 0-16,3 3 0 0,-3 8 0 0,3-1 0 15,0 2-340-15,-3 9-86 0,3 3-72 0,3-2-74 16,-3 8-56-16,6-1-327 0,-6 1-1034 0,15 9 457 15</inkml:trace>
  <inkml:trace contextRef="#ctx0" brushRef="#br0" timeOffset="-153613.85">23294 10282 2686 0,'-31'-7'279'0,"26"2"-163"0,-2 1-3 16,7 4 13-16,-8-6-6 0,3-3-3 0,5 9 16 0,-7-8 95 16,7 7 12-16,0 1-11 0,-8-7-22 15,8 7-18-15,-3-7-19 0,3 7-17 0,0 0-11 16,0-8-18-16,0 8-18 0,0 0-29 0,0 0-24 0,23 1-41 16,-6 2-48-16,11 1-60 0,1 4-56 0,8-4-40 15,3 6-33-15,-6 3-35 0,-2-1-42 0,3-3-47 16,-6 3-319-16,-1-3-724 0,-4 3 320 0</inkml:trace>
  <inkml:trace contextRef="#ctx0" brushRef="#br0" timeOffset="-153457.61">23311 10573 216 0,'-15'7'242'0,"7"-3"-4"0,-1 0-7 0,3-2 39 15,6-2 50-15,-9 3 1 0,9-3-20 0,0 0-27 16,0 0-33-16,19 6-26 0,2-6-21 0,14-1-45 15,11-1-69-15,6-1-58 0,-1 1-59 0,7 1-67 0,0-2-80 16,3-8-88-16,-5 3-182 0,6-6-490 0,19-4 217 16</inkml:trace>
  <inkml:trace contextRef="#ctx0" brushRef="#br0" timeOffset="-152301.4">24613 9386 109 0,'-6'-8'234'0,"-2"1"-15"0,-1 4-19 0,1-8-14 15,-4 3-21-15,-3 1-11 0,1-2-7 0,-8 0-7 16,7 2-5-16,-5-1-7 0,-3 2-6 0,5 0-9 16,-4 0 0-16,1-2-10 0,1 4-8 0,2 0-6 15,1 0-16-15,-1 1-5 0,5 3-3 0,3-1-13 16,0-2-2-16,10 3-7 0,-18 3-3 0,10-2-6 16,1 6-3-16,7-7-3 0,-10 5-2 0,5 3-4 15,3-2-1-15,2 0-2 0,0 3-2 0,0 0-1 16,0 0-2-16,2 1-2 0,-2 7 2 0,0 0-3 15,5-4 0-15,-3 3-3 0,4 2 1 0,-6 2 8 16,0 1-3-16,0 3 6 0,0 3 3 0,2 0-6 0,-2 0 0 16,5 1 1-16,-3 1-3 0,2 13-1 15,0 1-3-15,-1-1 4 0,-3-3-4 0,0-5 3 16,0 6-3-16,3 2-4 0,-3 0 8 0,9-4 2 0,-9 6 2 16,0-5 3-16,3-7-3 0,-1 13-5 0,-2-3 3 15,1-3 10-15,-1 6 3 0,0-5 1 0,0-9 2 16,0 9-1-16,0-8-1 0,0 9 1 0,5-12 9 15,-3 3 3-15,-2-2-1 0,0 2-1 0,0-5 1 16,3 4-8-16,-1 12 3 0,-2-13 9 0,2-2-16 16,1 6 3-16,0-6-6 0,-1-1-6 0,-2 3 3 15,6 0-5-15,-2 0-1 0,1 0 2 0,-4-3-2 16,4 1 0-16,0 2-7 0,-1 4 20 0,-3-5-22 16,-1 3 4-16,5-3 3 0,-3 2-3 0,1-3-5 15,-3 1 0-15,2-1-1 0,0 6 3 0,-2-5-5 16,0 3 1-16,0-2 0 0,0 1 1 0,0 13-2 15,0-5 2-15,0-6-5 0,0-3-4 0,0 12 8 0,-2-11-3 16,2 8 3-16,-2 0 17 0,2 2 8 0,0-8 1 16,0-4 2-16,0 0 4 0,2 3-10 15,-2-2-1-15,0 1 3 0,2 1-3 0,-2 1-4 0,1-5-1 16,2 2 0-16,-3-1-1 0,4-2-3 0,-4-2 0 16,0 3-3-16,0-1 3 0,5 0-1 0,-4-5 4 15,-1 2-2-15,2-8-3 0,1 6 0 0,-3-2-4 16,0-3-1-16,5 1-3 0,-5-3 5 0,-3 1 0 15,6 0-3-15,-3-5 3 0,4 0-7 0,-4-2 3 16,0 2 4-16,0-3-5 0,0 0 2 0,1 3-6 16,-1-4-1-16,0 1-3 0,0-3 14 0,0 6-14 15,0-3 5-15,2-5 4 0,-2 2-7 0,0-5 0 16,0 12 1-16,0-7-7 0,0 0 3 0,0-5 4 0,0 16-1 16,0-12-3-16,0 3 3 0,0 0-1 15,3 0-1-15,-3 1-3 0,-3-2 1 0,6 2 5 16,-3-1-2-16,-3 4-2 0,6-4 2 0,-6 2-2 0,3 0-1 15,0 0 2-15,0-2-1 0,0 3 3 0,0-2-1 16,3 1-1-16,-6 2 2 0,6-2-6 0,-3-2 5 16,2 4-4-16,1 0 2 0,-3 1 1 0,0-4 0 15,0 4-3-15,0-2-1 0,-3 2 6 0,6 3 23 16,-3-2 8-16,0 2 2 0,0 1 4 0,0-4-6 16,2 0-5-16,-2 3 2 0,2 0-1 0,-1 2-3 15,4-7 4-15,-3 7-3 0,4-3 7 0,-1 2 3 16,0-2-2-16,5 3 1 0,2-6-8 0,-4 5 3 15,5-4 1-15,6 3-11 0,5 0 4 0,0-1-1 16,5-1-7-16,8 7 1 0,-2-11-24 0,8 0-53 16,5 0-71-16,-4-6-74 0,6-3-77 0,-5-2-95 15,1-7-436-15,4-7-878 0,-1-11 388 0</inkml:trace>
  <inkml:trace contextRef="#ctx0" brushRef="#br0" timeOffset="-151509.7">23885 9408 191 0,'0'0'301'0,"-1"-5"-3"0,1 5-17 0,0 0-28 16,0 0-29-16,0 0-23 0,0 0-22 0,0 0-18 15,0 0-15-15,0 0-17 0,0 0-7 0,1 19-18 16,4-7-8-16,-3-5-14 0,-1 5-5 0,4 3-7 16,-3 3-7-16,3-3-7 0,-3 6-4 0,4-5-2 15,3 10-7-15,-9-6-4 0,11 5-1 0,-6 2-28 16,2 0-21-16,1-1-44 0,-5 1-36 0,4 0-51 16,-4-7-55-16,4 6-59 0,0-1-163 0,-6-10-455 15,4 5 202-15</inkml:trace>
  <inkml:trace contextRef="#ctx0" brushRef="#br0" timeOffset="-150884.65">23915 10426 178 0,'0'0'244'15,"-8"2"-9"-15,8-2 32 0,0 0 26 0,0 0 4 16,0 0-21-16,0 0-26 0,0 0-26 0,0 0-25 15,0 0-19-15,0 0-20 0,0 0-9 0,0 0-15 16,0 0-15-16,15 6-16 0,-15-6-8 0,6 5-8 16,1-3-17-16,-4 5-4 0,4 0-9 0,1-2-7 15,-5 2-1-15,1-1-6 0,-1 3-7 0,-1-3-3 16,3 1-8-16,-4 4-3 0,-2-2-1 0,-3-5-2 16,4 10-1-16,-3-5 1 0,-2-2-5 0,2 1 3 15,-2 3 1-15,-2-6 2 0,2 5 10 0,0-5 10 16,-1 0 13-16,1 1-21 0,-2 0 1 0,5-3 9 15,-4 3-9-15,6-6 7 0,-2 6 7 0,2-6 3 16,-5 5 2-16,5-5-1 0,0 0 3 0,12 5-10 0,-2-3-6 16,6 1-3-16,4 4-22 0,8-2-57 15,0 1-59-15,4-2-49 0,-4 4-50 0,2-4-68 16,1 4-74-16,-8-5-284 0,5 5-678 0,1-1 300 0</inkml:trace>
  <inkml:trace contextRef="#ctx0" brushRef="#br0" timeOffset="-150525.29">23864 11517 74 0,'0'0'230'0,"6"6"-25"0,-2-3-19 16,-4-3-20-16,3 9-18 0,-3-3 17 0,2 0-7 15,-2-6-13-15,0 12-15 0,5-1-10 0,-5-1-14 16,1 5-10-16,4 0-8 0,-5 1-6 0,3-1-9 0,-3 4-10 15,5-3-3-15,-3 3-6 0,-2-2-6 16,0 1-5-16,5 0-3 0,-5 3-3 0,0-6-1 16,0 4-2-16,0 1-26 0,-5-5-38 0,5 0-38 0,0-3-42 15,0-3-32-15,0 3-50 0,5-2-151 0,-5 1-370 16,2-3 164-16</inkml:trace>
  <inkml:trace contextRef="#ctx0" brushRef="#br0" timeOffset="-150259.68">23870 12156 101 0,'0'0'228'0,"0"11"-6"15,0-6-10-15,0-5-15 0,0 10-3 0,0-5-23 0,0 2-14 16,0-7-15-16,0 12-6 0,0-8-2 16,4 7-11-16,-4-4-13 0,3 1-11 0,-3 5-7 15,2-2-9-15,-2-1-7 0,0 3-6 0,5-6-10 0,-5 10-5 16,0-2-4-16,0-1-8 0,-5-4-9 0,5 5-13 15,0 2-6-15,0-3-7 0,-2-3-4 16,2 0 1-16,0 0-2 0,-3-2 0 0,-1-1-1 16,4 3 2-16,0-2-2 0,0-2-1 0,-1 1-2 0,1-1 1 15,0-7 0-15,0 11 0 0,1-6-2 0,-1 0 4 16,0-5-5-16,4 10-22 0,1-3-25 0,-5-7-39 16,6 6-41-16,1-2-64 0,-1 6-201 0,1-6-427 15,-5 2 189-15</inkml:trace>
  <inkml:trace contextRef="#ctx0" brushRef="#br0" timeOffset="-149726.93">23963 13008 27 0,'0'0'341'0,"0"0"-17"15,0-9-27-15,0 9-22 0,0 0-29 0,0 0-19 0,0-6-24 16,0 6 3-16,0 0 6 0,0 0-26 0,0 0-16 15,0 0-18-15,0 0-17 0,-3 18-12 16,1-7-14-16,0 2-5 0,1 5-15 0,-1-6-4 0,-1 9-12 31,1-3-2-31,-1 1-6 0,-1 8-10 0,1-7-6 16,3 4 0-16,-3-3-5 0,1-1-4 0,2-1 7 16,-3-1-17-16,1-1-3 0,2-1 0 0,-1 0-5 15,2-5-24-15,-2-2-15 0,2 0-16 0,4-3-19 16,0-2-32-16,-2-1-40 0,4 1-49 0,-7-4-54 15,0 0-46-15,18-8-249 0,-6 5-564 0,-4-3 251 0</inkml:trace>
  <inkml:trace contextRef="#ctx0" brushRef="#br0" timeOffset="-149351.89">24226 13140 154 0,'3'-5'195'0,"-3"5"-18"0,0 0-18 0,0 0-13 16,0 0-16-16,0 0-15 0,0 0-10 0,0 0 10 16,0 0 4-16,0 0-3 0,0 0-2 0,0 0 0 15,-18 11 4-15,18-11 2 0,-13 8 0 0,3-7 1 16,2 3-8-16,-5-1-2 0,4 2-7 0,-6-1-7 16,-3-1-5-16,3 2 0 0,-3-3-4 0,2 2 0 15,-1-1-7-15,2 2-1 0,-3-5-1 0,1 1-4 16,7 2-2-16,-3-2-5 0,5 1-3 0,0-1-9 15,8-1-3-15,-12 0-4 0,12 0 4 0,-13 4-4 0,13-4 4 16,-7 1-5-16,7-1-2 0,0 0 0 0,0 0 14 16,0 0 13-16,10 10 3 0,-2-5 0 15,1 2-10-15,6 1-5 0,1 1-2 0,2 0-15 0,2 0 5 16,-2 3-3-16,7 2-6 0,2 2-7 0,-1-5 0 16,1 4-10-16,-11-8 3 0,6 5-5 0,-6-3-15 15,4 0-40-15,0 0-33 0,-5-2-41 0,-5 3-41 16,1-5-44-16,-4 2-56 0,1-6-66 0,-3 3-298 15,-5-4-663-15,5 2 294 0</inkml:trace>
  <inkml:trace contextRef="#ctx0" brushRef="#br0" timeOffset="-147497.43">25031 9333 34 0,'-4'-6'270'0,"4"6"-11"16,-1-5 12-16,1 5 44 0,-2-7 3 0,2 7-20 16,0 0-32-16,2-8-24 0,-2 8-26 0,0 0-30 0,0 0-17 15,0 0-16-15,0 0-16 0,21 11-15 0,-16-4-13 16,0 4-5-16,7 1-19 0,-2 0-2 15,1 1-14-15,-1 5-4 0,3-1-6 0,4 2-5 0,-9 1-11 16,10-1 4-16,-8 1-10 0,-1-5 0 0,4 3-4 16,-5-3-4-16,0 0-4 0,2-2-4 0,0-1-2 15,-3-1 1-15,-4-2 6 0,2 0-7 0,3-1 1 16,-3-3-9-16,-1 0 7 0,-4 0-5 0,0-5 3 16,6 5 9-16,-6-5 34 0,7 5 15 0,-7-5-9 15,0 0 5-15,0 0-3 0,0 0 5 0,21-12 4 16,-14 4-3-16,0 1 1 0,1-8 2 0,0 6-4 15,0-4-1-15,4-4-16 0,0 0-3 0,-1 1-4 0,2-10-9 16,-1 4 1-16,1-2-4 0,2 6-5 16,-2-7-1-16,-4 6-4 0,4-1-1 0,-5 1-6 15,-1 3 1-15,-4 0-7 0,4 6-3 0,-2 1-14 0,-5 1-25 16,1 0-47-16,4 2-48 0,-1 0-56 0,-4 6-52 16,0 0-28-16,0 0-4 0,0 0-11 0,0 0-17 15,0 0-24-15,-19 18-20 0,13-8-206 0,-6 1-586 16,6 2 259-16</inkml:trace>
  <inkml:trace contextRef="#ctx0" brushRef="#br0" timeOffset="-147091.2">25694 9594 8 0,'0'0'279'0,"0"0"-3"0,0 0-6 0,0 0-17 15,0 0-11-15,0 0 30 0,0 0 6 0,0 0-23 16,0 0-30-16,0 0-27 0,0 0-20 0,0 0-15 16,0 0 1-16,0 0-41 0,-5 17-13 0,5-10-10 15,-8 1-14-15,8 2-1 0,0-1-13 0,-2 4-4 16,1 1-6-16,-3 1-9 0,4 3-13 0,4 1-18 16,-3-2-18-16,1 2-22 0,3-2-15 0,2 0-25 15,-4-7-24-15,4 3-18 0,-1 2-29 0,1-6-16 16,-1-1-22-16,4-1-25 0,-1-3-30 0,4 0-24 15,-5-2-170-15,4-2-451 0,-1 0 200 0</inkml:trace>
  <inkml:trace contextRef="#ctx0" brushRef="#br0" timeOffset="-146886.54">25982 9636 178 0,'0'0'171'0,"0"0"-2"0,0 0-19 0,0 0-12 0,0 0 2 16,0 0-8-16,0 0-5 0,0 0 12 0,0 0-5 15,-1 22-16-15,-4-13-11 0,5 2-12 0,0 1-5 16,0 3-10-16,0-3-8 0,0 6-6 0,-2 3-4 16,4-3-2-16,-2 2-7 0,0-1-9 0,0-6-13 15,6 4-34-15,-4-4-42 0,3-2-44 0,1 0-52 16,3-4-59-16,-3-1-113 0,4-2-340 0,4 1 151 16</inkml:trace>
  <inkml:trace contextRef="#ctx0" brushRef="#br0" timeOffset="-146266.8">26754 9195 91 0,'0'-5'269'0,"0"5"4"16,0 0 52-16,6-10 15 0,-6 10-13 0,2-5-27 15,-2 5-42-15,5-2-21 0,-5 2-27 0,0 0-17 16,0 0-26-16,0 0-18 0,0 0-11 0,11 9-19 15,-6 1-14-15,-1-4-11 0,2 3-9 0,3 9-9 16,-3-3-10-16,2 0 4 0,6 10-13 0,-6-5-7 16,4 5-1-16,-4-5-7 0,-2-1 14 0,4 1-30 15,-3-1 6-15,1-4-4 0,4 2-2 0,-9-7-3 16,5 6-2-16,-1-9 0 0,1 1 2 0,-3 2-2 0,0-4 4 16,0-3-4-16,7-3-2 0,-12 0 12 15,16-2-9-15,-7-2 19 0,2-2 9 0,-1-3 9 16,2 0 7-16,-1-7 2 0,1 2-6 0,3-8-5 0,-7 2-8 15,7-1-3-15,-3 3-3 0,-4 0-5 0,2-1-5 16,-2-4-4-16,2 8 3 0,-2-1-18 0,-4 5-21 16,2-1-23-16,-1 1-37 0,-2 7-40 0,2-5-51 15,-5 6-58-15,0 3-30 0,0 0-13 0,0 0-26 16,0 0-17-16,0 0-19 0,0 24-208 0,-6-13-574 16,1 2 254-16</inkml:trace>
  <inkml:trace contextRef="#ctx0" brushRef="#br0" timeOffset="-146001.18">27323 9504 63 0,'0'0'259'0,"0"-8"-3"0,0 8-7 16,0 0-12-16,0 0-24 0,7-3 29 15,-7 3-6-15,0 0-26 0,0 0-27 0,0 0-17 16,0 0-17-16,0 0-13 0,0 0-13 0,0 17-13 0,-5-8-11 15,3 0-10-15,2 0-11 0,0 3-1 0,0 0-9 16,-3 3-6-16,3 0-10 0,0 2-7 0,0-7-12 16,0 3-23-16,0-1-18 0,3 3-23 0,-3-6-19 15,0 3-20-15,2-2-23 0,3 0-18 0,-4-4-35 16,4-2-8-16,-3-1-32 0,6 1-23 0,-1-3-24 16,-7-1-126-16,0 0-390 0,20-8 173 0</inkml:trace>
  <inkml:trace contextRef="#ctx0" brushRef="#br0" timeOffset="-145704.33">27490 9516 76 0,'2'-6'180'0,"-2"6"-15"0,0 0-15 0,0 0-9 0,0 0 39 16,0 0 30-16,0 0-12 0,0 0-13 15,0 0-13-15,13 13-13 0,-10-8-21 0,2-2-11 16,-5-3-12-16,9 9-8 0,-13-2-15 0,4-7-7 0,4 7-7 15,-3-3-8-15,-1-4-7 0,5 9-6 0,-7-2-7 16,2-7-2-16,0 10-3 0,0-10-2 16,-4 8 18-16,4-8-1 0,0 8-1 0,0-8-5 15,-7 8-3-15,5-5-1 0,2-3-2 0,0 0 2 0,0 0-1 16,0 7 3-16,0-7-3 0,0 0 6 0,0 0-1 16,0 0 13-16,0 0-3 0,0 0 2 0,9 3-15 15,-9-3-1-15,16 5-3 0,2-3-8 0,0 1-9 16,4 2-42-16,0-5-36 0,1 3-45 0,5-3-48 15,2 0-59-15,1 0-58 0,1-1-70 0,-3-2-166 16,3-4-534-16,-2 0 236 0</inkml:trace>
  <inkml:trace contextRef="#ctx0" brushRef="#br0" timeOffset="-145454.33">28169 9380 256 0,'8'-4'366'0,"-8"4"-20"0,0 0-38 0,7-4-32 16,-7 4-29-16,8-1-14 0,-8 1-32 0,11-3-21 15,-6-1-15-15,-5 4-21 0,20-4-30 0,-13 3-30 16,3-1-42-16,1 2-51 0,6-3-49 0,3 3-50 15,-4 0-71-15,1 3-47 0,4-3-171 0,-1 0-431 16,-3-3 191-16</inkml:trace>
  <inkml:trace contextRef="#ctx0" brushRef="#br0" timeOffset="-145266.83">29031 9256 370 0,'7'-1'339'0,"-7"1"-33"0,10-6-29 0,-4 5-29 16,4-4-25-16,0 2-14 0,-2 0-28 15,6-2-19-15,-4 5-22 0,3-3-44 0,0 3-51 0,0 0-52 16,5 3-60-16,-1-1-69 0,3 4-56 0,0-5-174 16,-2 2-396-16,2 2 175 0</inkml:trace>
  <inkml:trace contextRef="#ctx0" brushRef="#br0" timeOffset="-145110.59">29567 9318 185 0,'5'-8'324'0,"0"5"3"0,-1-4-16 0,2 4-24 16,1-4-25-16,-2 0-18 0,3 3-22 0,2-4-22 16,0 4-22-16,5-2-20 0,1 0-15 0,-6 0-20 15,2 1-25-15,-1 4-53 0,4-1-57 0,-5 4-65 16,8-2-75-16,2 1-82 0,-6 4-205 0,7-2-475 15,-6 0 209-15</inkml:trace>
  <inkml:trace contextRef="#ctx0" brushRef="#br0" timeOffset="-144344.99">30329 9121 90 0,'0'0'398'0,"0"-7"-16"0,0 7-31 0,0 0-40 16,0 0-31-16,-4-5-36 0,4 5-21 0,0 0-23 0,0 0-23 16,10 20-16-16,-5-11-22 0,5 6-14 15,-3 5-7-15,1-1-13 0,5 3-7 0,2 1-11 16,0 1-9-16,-2 3-8 0,2-1-4 0,0-7-5 0,2 0-7 16,-6 0-5-16,-1-4 3 0,5-1-11 0,-3 0-1 15,-2-2-7-15,-2-3 2 0,2-2 8 0,-7 1 38 16,5-1 26-16,-1-3 24 0,0 0-11 0,1-4-2 15,-8 0-1-15,16-6-4 0,-6-3 2 0,0 1-7 16,2 0-3-16,-4-8-5 0,4-2-5 0,-2 2-9 16,1-9-5-16,-2-2-5 0,4 2-8 0,2-3-7 15,1-11-9-15,-1 0-4 0,-3 11-7 0,-4-1-3 16,5 2-4-16,-4 2-6 0,-1 7-3 0,-2-1-5 16,3 6-12-16,-9-1-27 0,6 5-35 0,-6-1-36 15,7 2-60-15,-4 3-53 0,-3-3-45 0,0 8-7 16,0 0-4-16,0 0-22 0,-16 15-30 0,9-6-20 15,2 3-45-15,2 4-209 0,-5 1-634 0,4 1 280 0</inkml:trace>
  <inkml:trace contextRef="#ctx0" brushRef="#br0" timeOffset="-144079.39">31016 9420 42 0,'0'0'287'0,"0"0"62"16,0 0 57-16,1-6-11 0,-1 6-12 0,0 0-40 16,0 0-35-16,0 0-38 0,0 0-32 0,0 0-23 15,0 0-25-15,0 0-13 0,0 0-19 0,2 21-17 16,-2-14-14-16,2 4-15 0,1 1-12 0,-3 4-6 16,3-2-5-16,2 6-15 0,-3-4-3 0,4 3-11 15,-4-2-30-15,5 1-22 0,-2 0-22 0,-2 0-32 16,4-1-32-16,1-4-23 0,-8-1-25 0,6 0-24 15,-2-5-24-15,-1 4-26 0,5-3-52 0,-1-4-14 0,1-3-32 16,5-1-196-16,-4 0-535 0,-9 0 236 16</inkml:trace>
  <inkml:trace contextRef="#ctx0" brushRef="#br0" timeOffset="-143595.02">31587 9488 219 0,'0'0'303'0,"0"0"5"0,0 0 10 16,0 0-16-16,-9-8-24 0,9 8-21 0,0 0-14 15,-8-8-2-15,0 5-35 0,8 3-12 0,-15-3-11 16,3 2-16-16,4 1-7 0,-7-3-11 0,8 3-16 16,-14-1-14-16,4 1-17 0,4 1-8 0,-5 2-10 15,3 0-11-15,-3 1-8 0,3 4-1 0,0-2-17 16,0 3-1-16,2 0 0 0,1-2-10 0,4 1 1 15,1 1-1-15,2-2-10 0,-3 4 1 0,3-3-5 0,2-1 2 16,3-1-2-16,0 4-5 0,0-2 4 16,3-1-7-16,4 0 0 0,-1-2 2 0,8 7 1 15,-1-7-4-15,2-2-2 0,3-1-1 0,-3-1-2 0,6-1-2 16,-4 1 5-16,0-3-2 0,1-4 2 0,3-2-10 16,4-1 1-16,-5-2-2 0,-5-4-2 0,6-1-5 15,3-7-5-15,-6 4-1 0,0-5 2 0,-5-3 2 16,2 1 1-16,-5-1 0 0,0-1-5 0,-2 2 25 15,-4 1-4-15,-4-1 20 0,0 3 10 0,0 3 7 16,0 1 5-16,-4-1 4 0,3 5 10 0,-3-3 6 16,1 5 5-16,0 4 1 0,-1 1-6 0,4-4-9 15,-3 6-6-15,0 0-11 0,3 1-10 0,0 5-10 16,-7-4-5-16,7 4-13 0,0 0 4 0,-5 15-2 16,4-3-1-16,-1 2-2 0,0 8 5 0,2 4-4 15,4 2-3-15,-3 13-2 0,9-1-15 0,-2 2-24 16,6-1-37-16,1 3-41 0,-1-1-27 0,6-3-38 0,2 5-44 15,-1-3-68-15,4-2-57 0,-5 2-347 0,8 4-753 16,-11-14 333-16</inkml:trace>
  <inkml:trace contextRef="#ctx0" brushRef="#br0" timeOffset="-142657.55">25188 10662 24 0,'0'0'226'0,"0"-8"-19"15,0 8-23-15,0 0-8 0,0 0 30 0,0 0-12 16,0 0-18-16,0 0-15 0,0 0-23 0,21 19-12 16,-12-11-16-16,-1 6-8 0,-2-1-10 0,1 6-11 15,6-3-4-15,-3 7-12 0,0-3-3 0,0 0-9 16,-2 1-1-16,-1 3-5 0,3 3-5 0,-3-8-6 15,-1 1-6-15,-1-2-1 0,-2 0-5 0,1 0 1 16,-1-2-2-16,2-6-1 0,-2 3 0 0,1-6-4 16,-3 1 12-16,3-5 41 0,-4 2 35 0,3 2 33 15,-3-7 46-15,3 3 29 0,-3-3-24 0,0 0-14 16,0 0-18-16,25-18-20 0,-20 14-5 0,7-15-2 16,1 6 5-16,-3-8-9 0,5-2-8 0,0-2-7 0,-1-3-5 15,1 1-9-15,0 1-5 0,0-4-4 16,2 5-12-16,-7-2-1 0,0 2-9 0,-2 1-4 15,0 5-10-15,-1 3-5 0,-1 0-11 0,1 1-3 0,-5 5-14 16,4 1-31-16,-6 0-37 0,0 2-59 0,2-1-68 16,-2 5-79-16,0 3-36 0,0 0-6 0,0 0-25 15,0 0-18-15,-17 15-48 0,9-8-219 0,1 9-655 16,1 0 291-16</inkml:trace>
  <inkml:trace contextRef="#ctx0" brushRef="#br0" timeOffset="-142095.08">25721 11013 43 0,'0'0'210'0,"0"0"-20"0,0 0-20 15,0 0 13-15,0 0 33 0,0 0-3 0,0 0-19 0,0 0-20 16,0 0-18-16,0 0-15 0,16 15-15 0,-11-6-8 16,7-5-13-16,-7 4-11 0,0 3-9 0,5 0-9 15,-5-2-8-15,1 2-6 0,-6-2-11 0,7 3-3 16,-2 2-3-16,0-1-5 0,-5-1-3 0,0-3-5 16,0 3-3-16,-5 0 7 0,0-3 20 0,-2 0 8 15,1 4 10-15,-3 1 5 0,-1-8 6 0,4 0-7 16,-2 2 4-16,-4-1-3 0,5-1-2 0,2-2-2 15,0-1-6-15,5-3-6 0,-8 8-1 0,8-8-3 16,-2 6-3-16,2-6 0 0,0 0-1 0,0 0-5 16,17 3-4-16,0-3-5 0,4 3-7 0,7-1 3 15,0-2-37-15,4 0-13 0,-1-2-17 0,-1-3-17 16,0 1-22-16,5-3-29 0,-6 0-27 0,5 3-39 0,-5-8-34 16,-4 1-37-16,7-2-23 0,-6-2-9 15,-1-1-1-15,-4-1-157 0,-2 5 366 0,-8-3-147 16,-3 1 32-16,-3 1 25 0,4-1 32 0,-6 2 29 0,-3 4 28 15,0-4 32-15,-3 5 25 0,-1 0 20 0,4-4 17 16,0 11 16-16,0-7 7 0,0 7 3 0,0 0 4 16,-3-6 8-16,3 6 11 0,0 0 13 0,0 0 30 15,0 0 5-15,0 0 0 0,0 0-1 0,0 0-2 16,7 33-5-16,-1-18 2 0,-4-3-8 0,5 2-11 16,-1 2-10-16,1-1-14 0,-1 4-3 0,-2 1-7 15,9 3-9-15,-8-1-7 0,7-5-4 0,-2 5-36 16,-6-4-42-16,10 4-51 0,-3-2-59 0,-1-5-64 15,3-3-62-15,-6-3-189 0,6-1-488 0,1 1 216 16</inkml:trace>
  <inkml:trace contextRef="#ctx0" brushRef="#br0" timeOffset="-141595.09">27229 10617 139 0,'-4'-3'356'0,"4"3"17"15,-5-7 1-15,5 7-30 0,-3-7-36 0,3 7-30 16,0 0-23-16,-7-2-34 0,7 2-32 16,0 0-19-16,0 0-18 0,0 0-11 0,7 17-3 0,-2-7-30 15,0 0-9-15,6 7-6 0,-6 0-11 0,9 2-9 16,-6 4-16-16,0-4-1 0,5 6 3 0,-3-3-9 16,2-3-7-16,-4-3-1 0,-1 2-4 0,1 2-7 15,0-7-1-15,-1-2-10 0,0-1-3 0,1-1 3 16,-8-1-1-16,7-3 2 0,1 2 1 0,-5-3 1 15,-3-4 1-15,10-3 2 0,2-2 2 0,-12 5 3 16,11-12 4-16,-2 2 2 0,0-3 5 0,-4-3 8 16,7-2 0-16,-2-4 0 0,0 4 10 0,0-8-7 0,1-1 4 15,1 2-6-15,0-2-5 0,-2 0-6 16,-4 4-6-16,4-2-1 0,-5 1-5 0,0 6-10 16,3 4 7-16,-1 1-11 0,1-2-20 0,-5 8-34 0,4-4-40 15,-2 7-50-15,-5-3-44 0,0 7-51 0,0 0-9 16,0 0-6-16,0 0-24 0,0 0-20 0,-15 20-35 15,9-11-228-15,-3 4-591 0,3 2 262 0</inkml:trace>
  <inkml:trace contextRef="#ctx0" brushRef="#br0" timeOffset="-140954.49">27614 10978 8 0,'0'0'241'0,"0"0"-17"0,0 0-18 16,0 0-8-16,0 0-17 0,0 0 30 0,0 0 20 0,0 0-17 15,0 0-24-15,0 0-16 0,12 2-16 16,-4 0-16-16,-3 3-14 0,-3-2-16 0,6 2-10 16,-6-3-10-16,1 11-7 0,5-6-12 0,-1 0-6 0,-1-3-6 15,-4 1 0-15,5 2-13 0,-7-3-5 0,1 3-5 16,4 2-7-16,-10-1-3 0,5-3 3 0,0-5-4 15,-1 12-5-15,1-5 1 0,-7 1 4 0,0-1 9 16,-1 0 8-16,0 1 7 0,-5-4 5 0,6 2-6 16,-3-5-3-16,-3 3-2 0,5 1-2 0,1 2-12 15,-1-5-3-15,6 1 5 0,2-3-2 0,-13 3-2 16,13-3 7-16,-3 3-8 0,3-3-1 0,0 0 0 16,0 0-1-16,0 0-9 0,31 1-12 0,-14-1-21 15,-1 3-14-15,4-6-18 0,3 3-16 0,4 3-19 16,-1-6-17-16,2-1-24 0,0-2-25 0,2 0-30 15,-3 0-34-15,-3-3-19 0,5-2-11 0,-11 4 3 16,0-2 7-16,-1-3 16 0,-3 1 23 0,-5 7 21 0,-3-2 22 16,3-1 18-16,-6-3 22 0,0 8 20 0,-3-5 20 15,0 7 20-15,0-7 14 0,0 7 13 16,0-9 25-16,0 9 12 0,-3-4 18 0,3 4 9 0,0 0 4 16,0-8 10-16,0 8 3 0,0 0 3 0,0 0 6 15,0 0 4-15,0 0 15 0,0 0 4 0,0 0-2 16,0 0 22-16,0 0 8 0,10 17-2 0,-10-9 1 15,6 0-3-15,-4-4-13 0,5 7 2 0,-7-2 4 16,6 1-9-16,-4 2-7 0,3-4-11 0,-3-1-6 16,-2 5-8-16,0-4-6 0,0 1-7 0,1 1-2 15,-2-2-6-15,-1 1-1 0,2-2-8 0,-5 1 0 16,5 2-4-16,-7-2-5 0,6 0-1 0,-3-3 1 16,1 1-4-16,3-1 3 0,-2 2-7 0,2-7-2 15,-6 9 0-15,6-6-6 0,0-3-4 0,0 0-1 16,3 12-22-16,-3-12-27 0,8 7-42 0,2-6-57 15,-1-1-47-15,4 2-62 0,-3-4-207 0,10 1-496 0,1-3 219 16</inkml:trace>
  <inkml:trace contextRef="#ctx0" brushRef="#br0" timeOffset="-140360.77">28935 10913 89 0,'-8'4'308'0,"8"-4"12"0,0 0 18 16,0 0 0-16,-9 3-9 0,9-3-4 0,0 0 21 15,0 0-25-15,0 0-36 0,25-14-27 0,-2 9-24 16,6 1-23-16,15-7-19 0,6 0-12 0,5 3-19 0,3 1-16 16,21-6-16-16,4 4-15 0,3 1-10 0,-7 5-12 15,-14-3-9-15,21-6-7 0,-5 7-13 16,-23 4-15-16,6-2-45 0,-6 0-35 0,2 0-34 0,0 2-38 16,-8-7-25-16,0 8-34 0,-3-8-17 0,-4 5-15 15,-10 2-20-15,-9 1-20 0,4-4-24 0,-8 1-37 16,-4-1-241-16,0 3-581 0,0-3 257 0</inkml:trace>
  <inkml:trace contextRef="#ctx0" brushRef="#br0" timeOffset="-139876.4">30835 10487 194 0,'0'0'369'0,"0"0"-3"0,0-5-20 15,0 5-34-15,0 0-33 0,0 0-28 0,0 0-26 16,0 0-26-16,0 0-24 0,0 0-20 0,0 0-14 15,0 0-14-15,15 12-16 0,-8 0-2 0,-7-3-16 16,6 1-14-16,3 2-6 0,-1 2-10 0,-5 3-3 16,0-5-6-16,6 6-6 0,-6-2-8 0,4-3-9 15,-6 4 8-15,1-8-11 0,3 3 6 0,-2 2-6 16,2-5 3-16,-3-2-9 0,3-1 1 0,-4-1 1 16,1 0 3-16,1-1-2 0,-3-4-5 0,10 5 0 0,-3-5 5 15,-7 0-4-15,17-4-8 0,-9 1 16 16,3-2 20-16,3-3 6 0,1 0 4 0,-4-4 5 15,2 0-5-15,4 1 15 0,-2-4-7 0,-2 0 5 0,-5-1-7 16,11-5-5-16,-10 3-4 0,6-5-8 0,-1 1-7 16,-4-2-3-16,3 1-13 0,-5 3-26 0,-1 1-13 15,1 3-29-15,-1 1-19 0,-2 0-28 16,-2 5-30-16,-3 0-31 0,6 0-40 0,-6 5-46 0,0 1-42 16,0 4-20-16,0 0-21 0,0 0-236 0,0 0-602 15,0 0 267-15</inkml:trace>
  <inkml:trace contextRef="#ctx0" brushRef="#br0" timeOffset="-139438.91">31254 10823 119 0,'0'0'185'0,"0"5"65"15,0-5 18-15,0 0-12 0,0 0-6 16,0 0-24-16,0 0-27 0,0 0-18 0,0 0-14 0,11 8-19 16,-11-8-14-16,4 4-14 0,1 1-14 0,-5-5-14 15,8 6-6-15,-8-2-7 0,3-1-8 0,-3-3-5 16,7 7-12-16,-7-7-3 0,5 7-2 0,-5-4-9 15,0-3-3-15,2 7-6 0,-2-7 0 0,0 8-8 16,0-8 0-16,-2 7-1 0,2-7-5 0,-7 8 2 16,2-2-3-16,2 0 0 0,-2-2-5 0,2 1 6 15,3-5-3-15,-9 7 1 0,5-5-2 0,4-2 0 16,-9 5 3-16,9-5-2 0,-3 7-3 0,0-3 0 16,3-4 4-16,0 0 7 0,-5 5 0 0,5-5 13 15,0 0 11-15,0 0-3 0,0 0 11 0,13 6-18 16,-2-6-5-16,6 1-2 0,-2-1-22 0,6 4-29 15,6-8-29-15,-7 8-24 0,10-4-32 0,-9-4-34 16,9 4-29-16,3-4-44 0,0-2-40 0,2 1-226 0,-4 1-518 16,2-7 230-16</inkml:trace>
  <inkml:trace contextRef="#ctx0" brushRef="#br0" timeOffset="-138970.1">31851 10824 59 0,'-8'-3'200'0,"0"0"-15"0,1-2 35 0,7 5 19 0,-15-2-9 15,9 0-17-15,-1-3-19 0,7 5-19 0,-15-4-19 16,4 1-16-16,1 2-14 0,-7-1-10 0,4 2-13 16,-2-1-9-16,0 2-10 0,5 1-9 0,-6-1-10 15,-1 3-7-15,2-1-7 0,4 4-2 0,-1-2-5 16,2 3-7-16,0-1-2 0,2 0-4 0,3 0-2 15,2 2-5-15,-6-3-1 0,8 1 0 0,2 1-1 16,-2 1-5-16,2-1 1 0,8-1-5 0,-1 3 2 0,0 0-2 16,7-1-7-16,-2-4 2 0,2 3 0 15,7-2-2-15,-7 0-1 0,3-4-4 0,0 2 4 16,-3-7-1-16,0 2-2 0,3-3 1 0,-3-2-1 0,-5 2 1 16,5-5 1-16,0-2-2 0,-7-1 1 0,5 0-3 15,-5-1 2-15,1-5 1 0,4 2 1 0,-6-1 1 16,-1 0 2-16,-4-3 1 0,3 1 8 0,-4 3 22 15,4-2 23-15,-5 2 8 0,4-3 26 0,-4 6 19 16,0-5 15-16,0 6 4 0,5 0-2 0,-4 6-6 16,-1-3-1-16,0 1-11 0,-1 3-12 0,1 5-8 15,-5-8-10-15,5 8-11 0,0-9-22 0,0 9-21 16,5-5-28-16,-5 5-10 0,0 0-1 0,0 0 9 16,-7 20-20-16,0-11-16 0,7 6-16 0,-6 3-12 15,6 6-18-15,-2 3-23 0,-3 4-26 0,5 7-42 16,0 7-53-16,5-5-55 0,2 7-70 0,-1 3-197 15,4-1-595-15,5-2 263 0</inkml:trace>
  <inkml:trace contextRef="#ctx0" brushRef="#br0" timeOffset="-138298.25">25770 11853 118 0,'0'0'197'0,"0"0"-17"15,0 0 28-15,0 0-13 0,-1-6-22 0,1 6-13 16,0 0-18-16,0 0-12 0,0 0-16 0,0 0-11 15,5 22-7-15,-5-17-12 0,1 2-8 0,-1 3-6 16,2-1-5-16,-2 2-10 0,2 1-3 0,1 0-4 16,0 3-24-16,-3-4-37 0,4 4-37 0,-3-3-40 15,6 0-46-15,-2 1-44 0,0-2-124 0,0 4-329 16,1-7 146-16</inkml:trace>
  <inkml:trace contextRef="#ctx0" brushRef="#br0" timeOffset="-138017.02">25815 12387 140 0,'0'0'186'0,"0"0"0"0,-8 5 1 15,8-5-6-15,0 0 34 0,0 0 13 0,0 0-14 16,0 0-21-16,0 4-19 0,0-4-18 0,0 0-16 16,0 0-17-16,0 0-17 0,0 0-20 0,0 0-11 15,0 0-22-15,0 0-10 0,0 9-22 0,0-9-17 16,0 9-24-16,0 0-16 0,-2-2-17 0,4 2-9 15,-1-1-9-15,3 4-22 0,-3-3 14 0,1 0-3 16,1 3-5-16,4 0 17 0,-5 0-1 0,1 2-5 16,7-4 3-16,-5 3 1 0,1-4 6 0,-2 6 1 15,1-5 8-15,1 0 9 0,-2 0-10 0,-1-1-1 16,-3 2-15-16,0-2-22 0,0 1-22 0,0-2-70 16,-3-4-203-16,-1 6 90 0</inkml:trace>
  <inkml:trace contextRef="#ctx0" brushRef="#br0" timeOffset="-137407.66">25380 12984 271 0,'0'0'267'0,"0"0"-27"0,-2-8-25 16,2 8-21-16,0 0-7 0,0 0-10 0,0 0-16 16,0 0-15-16,0 0-15 0,7 24-9 0,-4-13-12 15,2 5-12-15,2-5-10 0,-1 10-5 0,1 3-11 16,3 3-5-16,0 0-10 0,-4-3-4 0,3 1-2 15,2-2-4-15,-4 3-6 0,3-1-1 0,-5-7-3 16,1 6-3-16,3-10-3 0,-6 2-3 0,4-4-2 16,-4 0 22-16,0-5 13 0,-1 5 23 0,4-7 43 0,-6 1 54 15,0-6 47-15,9 4 39 0,-4-2-21 0,-5-2-19 16,0 0-14-16,15-13-10 0,-7 5-15 0,0-5-12 16,5-7-15-16,-4 7-13 0,4-10-19 0,-3 0-8 15,5 3-9-15,-2-7-15 0,0-4-8 0,2 9-12 16,-7-3-8-16,4 2-7 0,-5 4-6 0,1 0-10 15,-2 3-21-15,-1 3-28 0,-1 2-36 0,1-3-49 16,-4 7-66-16,1-2-70 0,0 5-62 0,-2 4-41 16,0 0 10-16,0 0-6 0,0 0-16 0,0 0-1 15,0 0-7-15,-9 20-22 0,4-5-192 0,2-4-606 16,-3 2 269-16</inkml:trace>
  <inkml:trace contextRef="#ctx0" brushRef="#br0" timeOffset="-137093.56">25837 13380 55 0,'0'0'237'0,"0"0"-7"0,0 0-17 15,5-3-11-15,-5 3-13 0,0 0-18 0,0 0-14 16,0 0-16-16,9 9 8 0,-9-9-10 0,7 8-14 16,-7-3-12-16,2 3-9 0,-2 2-12 0,3-1-9 15,-3 3-6-15,0-2-9 0,0 6-6 0,0-5-4 16,-5 2-6-16,5 2-7 0,0 0-4 0,0 1-4 16,0-5 0-16,-3 0-4 0,-1 2-1 0,4-4-12 0,0 3-22 15,-1-3-30-15,2-1-24 0,-2 2-25 0,2-4-31 16,3-2-33-16,1 3-40 0,5-3-32 0,1 0-139 15,-7-2-384-15,6 0 170 0</inkml:trace>
  <inkml:trace contextRef="#ctx0" brushRef="#br0" timeOffset="-136796.65">26116 13490 199 0,'0'0'193'0,"0"-7"-11"0,0 7-21 0,0 0-5 0,0 0-4 16,0 0-4-16,-16-3-8 0,16 3-5 0,0 0-11 15,-20 8-5-15,10-4-9 0,2 3 1 0,-4-4-4 16,1 1-5-16,-8 5 5 0,4-7-6 0,1 2 2 16,-3 1 0-16,-3-2 0 0,4-2 0 0,-4 0-2 15,5 2-11-15,-5 0 1 0,3-3-6 0,6 2 1 16,-2-2-3-16,1-2-5 0,12 2-5 0,-15 0 5 16,15 0-6-16,-10 2 6 0,10-2-10 0,0 0-2 15,-3 5-8-15,3-5-2 0,0 0-5 0,16 9-9 16,-4-6-2-16,9 6-7 0,-2-1 1 0,-1 2-7 15,12 5-4-15,-2-6 0 0,-5 4-15 0,5 1-13 16,-5-2-17-16,0-1-17 0,-3-2-18 0,0 3-19 16,-5-2-18-16,2 2-30 0,-4-4-23 0,2 0-32 0,-2-1-25 15,-1 1-30-15,-4-5-34 0,3 2-191 16,-7-4-498-16,2 2 220 0</inkml:trace>
  <inkml:trace contextRef="#ctx0" brushRef="#br0" timeOffset="-136562.28">26384 13449 272 0,'2'-4'289'0,"-2"4"-34"0,2-7-24 0,-2 7-27 16,0 0-22-16,0 0 16 0,0 0 5 0,0 0-13 15,0 0-7-15,0 0-6 0,8 22-25 0,-8-14-14 16,0 4-5-16,3 2-13 0,1-2-11 0,1 4 2 15,1 1-26-15,-1 0-5 0,2 3-13 0,4-3-19 16,-1 9-34-16,-1-11-28 0,2 2-44 0,-1 1-57 16,-2-2-58-16,4-5-70 0,0 1-230 0,-6-1-513 0,7-5 226 15</inkml:trace>
  <inkml:trace contextRef="#ctx0" brushRef="#br0" timeOffset="-134984.22">27485 12973 121 0,'0'-12'212'0,"0"4"1"16,0 0 6-16,0-3 9 0,3-1-4 0,-3 5-3 15,2-1 18-15,0 0 12 0,-1 0 3 0,-1 2-13 0,4 0-21 16,-3 0-25-16,-1 6-23 0,0 0-16 0,2-8-27 15,-2 8-8-15,0 0-15 0,0 0-14 0,12 20-10 16,-9-6-11-16,4 5-3 0,-6 4-7 0,4 2-5 16,3 2-7-16,-1 3-7 0,3 1-1 0,2-2-6 15,-3-2 2-15,3 0-6 0,-2-3-4 0,-2 1-2 16,-1-6-2-16,1-4-1 0,-1 1-1 0,1-2-4 16,-3-4 0-16,-3 2 14 0,6-5-17 0,-6 0 26 15,1-3 55-15,-1 0 37 0,-2-4-11 0,13 0-11 16,-13 0-6-16,8-8-5 0,0-1-4 0,-1-6-3 15,0 1 2-15,8-9-3 0,-9-1-4 0,7-3-6 16,-4 0-6-16,-1-1-24 0,0 0-2 0,4-4-9 0,-4 3-2 16,0-1-5-16,4 3-6 0,-4 3-12 0,-1 6-15 15,-2 1-18-15,3 3-27 0,-5 2-37 16,1 4-47-16,-1 1-57 0,-1-1-40 0,-1 3-35 0,-1 5-10 16,0 0-13-16,0 0-7 0,0 0-15 0,5 23-26 15,-5-7-1-15,-5 0-199 0,-1 3-576 0,2 5 255 16</inkml:trace>
  <inkml:trace contextRef="#ctx0" brushRef="#br0" timeOffset="-134718.6">27932 13289 194 0,'3'-7'231'0,"-3"7"-14"0,7-4-13 0,-7 4-21 16,0 0-21-16,0 0-16 0,0 0-18 15,0 0-8-15,0 0-17 0,0 0-6 0,0 0-11 16,7 16-6-16,-11-6-10 0,8-3-3 0,-8 8 18 0,1-3-1 16,3 8-9-16,-3-3-5 0,3 0-8 0,-4 1-6 15,8 0-6-15,-1 0-5 0,-10 0 0 16,7 0-4-16,0 0-5 0,0-1-1 0,0-7-5 0,4 0-2 16,-1-1-3-16,-3 2-1 0,0 1-14 0,3-5-11 15,1-2-16-15,-4-1-27 0,0-4-34 0,8 5-28 16,-8-5-23-16,0 0-32 0,0 0-23 0,21-12-16 15,-12 6-129-15,-3-3-355 0,4-1 158 0</inkml:trace>
  <inkml:trace contextRef="#ctx0" brushRef="#br0" timeOffset="-134437.36">28126 13356 121 0,'0'0'166'16,"1"-6"-5"-16,-1 0-21 0,0 6-5 0,0 0-14 0,5-8-10 15,-5 8-7-15,0 0-9 0,0 0 2 16,0 0 2-16,0 0-2 0,0 0 1 0,0 0-5 15,-30 12-6-15,22-8 1 0,0 0 11 0,1-1 3 0,-1 1-4 16,-4 0-8-16,4 0-2 0,0-3-7 0,-5 2 1 16,6 1 2-16,0 0-7 0,-1-1-8 0,8-3-8 15,-8 6-4-15,1-4-6 0,7-2-3 0,-6 4-6 16,6-4 0-16,0 0-3 0,0 8-3 0,0-8-1 16,6 7-1-16,1-3-5 0,8 4 9 0,0 0-12 15,6-1-5-15,2 2 1 0,4 2-3 0,-2 2-2 16,3-4-1-16,-2 1-6 0,-1 0-11 0,0 3-22 15,-4-7-22-15,-2 3-26 0,-4 3-32 0,-4-8-30 16,2 4-27-16,-8-5-32 0,5-3-33 0,-8 6-171 16,-2-6-428-16,0 0 189 0</inkml:trace>
  <inkml:trace contextRef="#ctx0" brushRef="#br0" timeOffset="-133921.75">28389 13375 188 0,'0'0'216'0,"0"0"-19"16,0 0-3-16,0 0-12 0,0 0 3 0,0 0 27 15,0 0-5-15,0 0-15 0,0 0-21 0,0 0-16 16,0 0-15-16,0 0-16 0,0 0-10 0,0 0-14 16,0 0-9-16,25 11-10 0,-19-7-7 0,-1 0-10 15,-3 1-9-15,8 2-4 0,-7-2 2 0,-1 1-12 16,4-2-6-16,-6-4-1 0,7 5-1 0,-5 2-7 0,-2-2-3 16,0-5 1-16,5 3-4 0,-5-3-4 0,0 0-2 15,0 8 1-15,0-8 0 0,0 6 2 16,0-6-6-16,0 0-2 0,-5 9 3 0,5-9 0 0,0 0 1 15,0 0 0-15,-7 3 4 0,7-3 2 0,-8 5-1 16,8-5-3-16,-2 4 1 0,2-4 0 0,-3 6-1 16,3-6-8-16,0 0 2 0,-10 6 5 0,10 0-6 15,0-6 4-15,0 0 0 0,-5 5-2 0,5-5-2 16,0 0 2-16,0 4 2 0,0-4 4 0,0 0 18 16,3 9 4-16,-3-9 9 0,7 6 6 0,-2-3 2 15,0 2-2-15,1-2-2 0,3-1-2 0,4 4 14 16,2-4-26-16,-5 1-1 0,8 0 0 0,-1-2-16 15,2 6 2-15,-2-7-5 0,3 3-13 0,-2 2-28 0,2-1-33 16,-2 2-38-16,2-6-37 0,-4 1-49 16,6-2-49-16,0-4-78 0,-8 4-235 0,8-1-586 15,-2-5 259-15</inkml:trace>
  <inkml:trace contextRef="#ctx0" brushRef="#br0" timeOffset="-129472.61">27942 11007 49 0,'0'0'154'0,"0"0"-2"0,0 0 0 16,-3-8-6-16,3 8-3 0,0 0 4 0,-4-4 13 0,4 4 1 15,0 0-13-15,0 0-11 0,0 0-8 16,0 0-10-16,0 0-2 0,-1-8-2 0,1 8-2 15,0 0-4-15,0 0-1 0,0 0-3 0,0 0-6 0,0 0-2 16,0 0-7-16,0 0 1 0,-2-5-7 0,2 5-8 16,0 0 0-16,0 0-4 0,0 0-6 15,0 0-10-15,0 0 2 0,0 0 5 0,0 0-15 0,0 0-1 16,0 0-9-16,0 0 1 0,0 0-2 0,10-4-9 16,-10 4 0-16,0 0 1 0,8-3-13 0,-8 3 3 15,13 0-4-15,-13 0-1 0,15 3-4 0,-15-3 3 16,15 2-5-16,-8 0 1 0,1-1-2 0,-8-1-2 15,13 6 2-15,-11 0-7 0,5-6 2 0,-1 6-8 16,-4-1 7-16,3 2-1 0,3-4-1 0,-8-3-5 16,2 12 3-16,-2-3 1 0,5 0 0 0,-5-2 0 15,1 7-5-15,-1-5 5 0,0-2 3 0,0 2-1 0,-1 2 0 16,1-2-2-16,-5-2-3 0,3 4 0 16,-4-4 3-16,4 1 1 0,-3 0-2 0,-2-1 0 15,4 1 1-15,-4 0 2 0,1 0-3 0,-3-4 1 0,3 3 6 16,-1 0-6-16,1-2-1 0,-3 0 3 0,3-2 2 15,-3 2-2-15,6-2 0 0,-7 4 0 0,9-2 0 16,-6-1-2-16,7-4 1 0,-7 3 6 0,7-3-8 16,0 0 2-16,-3 7 5 0,3-7-1 0,-3 7 1 15,3-7 7-15,0 0 13 0,0 0 13 0,0 0 13 16,0 0 5-16,0 0 2 0,0 0-5 0,26 5-12 16,-9-5-3-16,6 0 1 0,5 0-6 0,2 0-13 15,5 1-15-15,9 1-42 0,-9-2-34 0,-2 2-51 0,2-2-58 16,0 2-75-16,9-2-98 0,-11-2-179 15,4 2-578-15,6 0 257 0</inkml:trace>
  <inkml:trace contextRef="#ctx0" brushRef="#br0" timeOffset="-128462.29">29016 13132 74 0,'0'0'205'0,"0"0"2"16,0 0 7-16,0 0-10 0,0 0-14 0,0 0-13 16,0 0-13-16,23-9 11 0,-8 6-3 0,-2-1-7 0,9-2-19 15,1 1-12-15,10 0-18 0,15-3-14 16,2 2-7-16,8 1-10 0,3 0-7 0,27-5-11 15,3 9 2-15,0-2-14 0,-3-3-5 0,1 4-4 0,-1-10-3 16,-1 7-8-16,-2 3-3 0,-4-10-4 0,-17 8 0 16,-4-5-3-16,0 4-2 0,-7-1-1 0,3 0-5 15,-11-3-3-15,-11 8-2 0,-2-2 0 0,-2-2-2 16,-7 3 1-16,-3 1-4 0,-2-3 2 0,-5 2-5 16,0 0 2-16,-3 2-15 0,-3-3-6 0,-7 3-13 15,15 0-17-15,-15 0-21 0,6-1-17 0,-6 1-12 16,0 0-11-16,0 0-10 0,0 0-21 0,15 1-27 15,-15-1-25-15,0 0-32 0,2 7-122 0,-2-7-371 16,10 4 165-16</inkml:trace>
  <inkml:trace contextRef="#ctx0" brushRef="#br0" timeOffset="-127540.45">31011 12598 109 0,'0'0'259'16,"0"-7"-16"-16,0 7 37 0,0 0 18 0,0-7-9 16,0 7-19-16,0 0-27 0,0-8-23 0,0 8-29 0,0 0-23 15,0 0-15-15,0 0-13 0,0 0-10 16,13 25-17-16,-7-8-15 0,4-2-8 0,-1 7-11 16,2 4-10-16,1 2-2 0,1 3-15 0,-1-3 3 0,-1 2-7 15,4 9-5-15,-2-12 1 0,1 1-10 0,-4 1-3 16,3-4-3-16,0 1-6 0,-3-6 0 0,-3-4 4 15,1-2-5-15,-2 1 2 0,1-5 0 16,3 0-3-16,-7-2 5 0,1 3 26 0,4-6 48 0,-5-1 33 16,-1 0 17-16,5-2-9 0,-7-2-7 0,16-6-1 15,-9-1 3-15,1-2-5 0,4-1-5 0,-3-5-1 16,0 1-3-16,2-5-6 0,3-5-9 0,-4 1-10 16,-1-4-9-16,5-3-6 0,-6 2-4 0,4-2-14 15,-3 0-4-15,3 0-4 0,-5 1-12 0,1-3 0 16,2 6-8-16,-3 2-4 0,-3 5-6 0,6 0-15 15,-8 11-9-15,5-4-31 0,-4 1-42 0,0 5-50 16,-3-3-59-16,9 0-59 0,-9 9-44 0,0 0-8 0,0 0 8 16,0 0-16-16,0 0-13 0,-7 24-6 15,5-13-25-15,2 7-264 0,-3-2-658 0,0 5 292 16</inkml:trace>
  <inkml:trace contextRef="#ctx0" brushRef="#br0" timeOffset="-126946.72">31510 13131 153 0,'0'0'260'0,"2"-8"-15"0,-2 8-9 0,5-4 13 0,-5 4 34 15,0 0-11-15,0 0-17 0,0 0-24 0,0 0-12 16,0 0-34-16,0 0-24 0,0 0-13 0,0 0-6 16,10 18-25-16,-10-11-12 0,5 4-8 0,-3 0-12 15,4 4-2-15,-4 1-14 0,-2-1-4 0,5 1-9 16,-3 4-5-16,4-2 1 0,-6-2-12 0,0 4 0 16,2-4-5-16,3 2 0 0,-4 2-10 0,6-5-22 15,-5 0-21-15,-2-3-14 0,6 1-26 0,-6-2-13 0,9 1-16 16,-6-5-12-16,-1 0-14 0,1-2-23 0,5 3-25 15,-3-5-40-15,5-2-23 0,-10-1-27 16,12 2-174-16,-12-2-459 0,21-6 203 0</inkml:trace>
  <inkml:trace contextRef="#ctx0" brushRef="#br0" timeOffset="-126587.36">31881 13262 44 0,'0'0'131'0,"0"0"-5"0,0 0-4 0,0 0 1 0,0 0-7 16,0 0 0-16,0 0-4 0,0 0-1 0,-8-3 5 15,8 3 3-15,0 0 5 0,-13 0 3 0,13 0-3 16,-17 3-4-16,4-3-2 0,13 0-8 0,-22 0 0 16,14 0 0-16,-3-2-7 0,-8 2-3 0,4-1-9 15,1 1-4-15,-1 0-9 0,5 0-4 0,10 0-11 16,-23 0-4-16,13 0-11 0,10 0 0 0,-12 3-5 0,12-3-4 15,-12 1-6-15,12-1 4 0,0 0-10 16,-6 7 1-16,6-7-3 0,3 7 8 0,-3-7 15 16,8 10 3-16,1-3-6 0,4-2-2 0,0 2-3 0,0 1-4 15,6 3-4-15,-1-4-2 0,0 2 0 0,0 0-6 16,4-1-6-16,-1 1-1 0,-4-1-2 16,3-3-7-16,-5 2-22 0,-1 1-21 0,0-5-16 0,-4 1-23 15,-4 0-14-15,6 1-29 0,-7-5-39 0,1 3-38 16,-6-3-37-16,14 0-36 0,-14 0-135 0,11 5-434 15,-11-5 193-15</inkml:trace>
  <inkml:trace contextRef="#ctx0" brushRef="#br0" timeOffset="-125976.48">32335 13297 42 0,'1'-7'228'0,"-1"7"-11"16,2-4-3-16,-2 4-10 0,0-9-9 0,0 9-17 15,0 0-6-15,-5-11 11 0,0 7-13 0,5 4-14 16,-7-7-15-16,1 6-16 0,-4-3-13 0,2 2-12 15,-4-1-5-15,-3 3-9 0,0-3-4 0,0 3-5 16,-1 3-5-16,-4-3-4 0,2 5-1 0,0-1-7 16,-1 1-8-16,3-1-1 0,-1 5-1 0,2-3-11 15,-1 2-3-15,1 2-3 0,0-1-3 0,7-3-5 16,-6 6-4-16,8-4-1 0,-1-3 5 0,-1 7-4 0,3-4-2 16,3 4-3-16,2-3 3 0,0 0-2 0,5-1 3 15,-1 2-2-15,2-1 1 0,1-3-11 16,4 0 6-16,-1-2 4 0,0 4-10 0,8-5 6 0,-3 2-3 15,2-4-2-15,3-1-1 0,-2-1 0 0,4-3 1 16,-4 1-2-16,0-1-1 0,7-2-1 0,-9-3 2 16,3 0-1-16,2-7-4 0,-4 2 2 0,-1 1 0 15,-4-4-1-15,6-4 4 0,-6-3-1 0,2 6 7 16,-4-7 10-16,-1-2 8 0,-1 1 11 0,-3 2 11 16,0 5 1-16,-2-1 21 0,0-1 7 0,-1 6 14 15,-2-3 1-15,0 2 1 0,-2 2 1 0,1 1-6 16,1 1 2-16,0 5-9 0,-2-1-3 0,-1 1-9 15,3 7-10-15,0-10-8 0,0 10-12 0,-2-6-15 16,2 6-1-16,0 0-4 0,0 0-5 0,0 0 1 16,0 0-7-16,-13 21 5 0,10-11-4 0,-1 4-4 15,-1 6 0-15,2-3 2 0,0 2-1 0,-1 6 0 0,1 0-6 16,0-1 7-16,3 3-5 0,6-1-2 0,-2-2-3 16,-1 7-17-16,7-4-22 0,0 0-33 0,5 2-37 15,-5 0-35-15,8-4-36 0,0 2-53 0,10 9-62 16,-8-15-73-16,5 2-286 0,-2-4-705 0,4 1 311 15</inkml:trace>
  <inkml:trace contextRef="#ctx0" brushRef="#br0" timeOffset="-124320.29">32552 9085 215 0,'-9'-10'277'15,"3"1"-23"-15,-3-3-26 0,8 5-6 0,-4-2-2 16,3 1-11-16,-5 2-4 0,7 1-3 0,0 5-33 16,2-7-15-16,-2 7-16 0,7-8-15 0,6 7-14 0,-5 1-8 15,15 5-14-15,-1 0-9 0,6 3-5 16,7 2-6-16,-4 2-8 0,14 2-9 0,-9 4-4 15,-6-3-4-15,2-1-3 0,-4 2-9 0,0 2 4 0,-5-1-9 16,4 1 1-16,-11-5-9 0,6 8 0 0,-3-3 0 16,-7 0-7-16,0-6 3 0,-4 8-2 0,0-4-8 15,0 0 2-15,-1 2-2 0,0 1 4 0,-2 1 0 16,-2 4-1-16,-1 6-1 0,3-1 7 0,-10-2-9 16,3 6 4-16,0-3-6 0,2 9 1 0,2 1 2 15,-5-1-1-15,-2 5 3 0,5-2-1 0,-5 7-6 16,10-2 4-16,-10 3-5 0,3 0 5 0,4 0-5 15,-4-2 4-15,4 5 1 0,3-3-1 0,-5 5-3 16,1-1 4-16,6 0-5 0,-5-5 4 0,3 0-1 16,3 4 1-16,0-3-1 0,-3-3 13 0,2 2-14 15,3-2 2-15,-4 3 5 0,3-2 5 0,-1-5 0 16,2 9 0-16,0-3-1 0,-2-3 1 0,-5 3 0 16,6-2 1-16,2 3-1 0,-8 1-4 0,4-5 1 0,-4 0 2 15,6 0 0-15,-1 2 1 0,-1-2 0 16,-1-4-3-16,1 5-1 0,-1-5 1 0,3 0 3 15,-9 2-6-15,6 1-1 0,-4-5 0 0,6 3 1 0,-8-9-6 16,5 6 2-16,2 2 4 0,-4-3-2 0,2-8-2 16,-3 8 1-16,4 2-3 0,-6 1 1 15,5-10 4-15,-1 7-2 0,2 4 10 0,-6-4-8 0,7 3 0 16,-7 1-4-16,7-9 0 0,-6 3 2 0,4 3-3 16,-5 1 8-16,2-4-6 0,3-5-1 0,-2 9-1 15,4-9 2-15,-6 0-2 0,4 7 4 0,-3-2 4 16,6-5-2-16,-4 9 15 0,4-13 14 0,-3 3-13 15,-2-1-2-15,4-1-2 0,-2-3 2 0,-4 1-8 16,1-4-1-16,-2-3-1 0,2-1 0 0,-2 0 3 16,3-3-2-16,-1 0-3 0,-2 2 3 0,1-6-7 15,-1 2 3-15,0-5-4 0,0 4 4 0,-1-2 0 16,-1-4-5-16,2 2 4 0,0-1-3 0,-3-1 0 0,3 0-2 16,0 1 3-16,-2-3-7 0,2-5 10 15,0 12-2-15,-2-5-2 0,2 0-4 0,0 1 4 16,0 0-8-16,0-1 11 0,0 2-6 0,2 1 4 0,-4-2-2 15,4 3 0-15,-2-2-5 0,0 3-2 0,2-1 8 16,-2 0-2-16,3-3-2 0,-6 8 5 0,3-4-1 16,0 0-2-16,0 2-2 0,0-2 2 0,0 3-2 15,0-2-1-15,-2 2 3 0,0-3-1 0,1 2-2 16,1-2 1-16,-4 3 1 0,4 0 2 0,-1 2 0 16,1-4-1-16,-2 5 0 0,2 0 2 0,0-8 1 15,-3 12-9-15,1-4 11 0,0-1-10 0,2-2 11 16,-1 1-2-16,-2-5-24 0,-1 1-24 0,-1 3-33 15,0-1-24-15,-10-4-39 0,-1 2-39 0,-6-4-44 16,1-2-52-16,-11 0-268 0,-4-6-586 0,-15 0 259 16</inkml:trace>
  <inkml:trace contextRef="#ctx0" brushRef="#br0" timeOffset="-119120.29">27382 10216 45 0,'0'0'74'0,"-14"-1"6"0,14 1-10 16,-15 1 7-16,15-1-3 0,-15 4 4 0,8-3 8 15,7-1-14-15,-20 2-2 0,10-1 3 0,2 3 0 16,-2 1-8-16,-1-3-5 0,4-1-2 0,-1 2-5 16,-6 0-10-16,6-2 5 0,-2 3-4 0,2-1-2 15,-4 1-5-15,7 2 1 0,-8 0-9 0,2-3 3 0,-3 3-1 16,4-3 4-16,-3 8-8 0,5-4-3 16,-4 2-5-16,-1 3 3 0,3-5 1 0,-1 5 3 15,1-4 4-15,-2 1-5 0,-1 5-8 0,1-4 10 0,1 0-1 16,-3 4-7-16,8-2 8 0,-9 0-5 0,2 2 1 15,4-1 0-15,1-2-2 0,-5 5 2 0,6-4 0 16,-3 4-1-16,0-5-4 0,0 4 3 0,2-3-1 16,0 3 0-16,6-6-1 0,-9 5-4 0,7-1 7 15,-7-2-7-15,7 0 6 0,-4 3-5 0,5-4 1 16,-4 1 0-16,2-2-1 0,0 3-3 0,-1 0-4 16,2-2 4-16,-1 1-1 0,0 2-2 0,4-3 1 15,-3 6-2-15,-1-5 3 0,1 6 2 0,4-5 6 16,-4 5 6-16,1-2 5 0,1-2-3 0,1-1-4 15,1 2 2-15,0-4-6 0,0 7 1 0,0-2 0 16,1 0-3-16,-1 0 0 0,2 1-1 0,-2 1-3 16,3-4-4-16,-3 6 1 0,2-6-2 0,3 4 1 0,-2-1-2 15,0-3 4-15,1 5-3 0,-3-6 0 0,3 3-1 16,2 2 0-16,-2 1-2 0,-4-2-1 16,5-1 0-16,1 2-1 0,-1-2-2 0,2 1 3 0,-1 1 1 15,1-4 1-15,1 7 21 0,1-2 6 0,2-3-3 16,-4 3-3-16,3-1 0 0,-2-2-1 0,0-1-4 15,7 0-2-15,-8 4-2 0,6-1 2 0,0-4-8 16,-3 2 4-16,3-3 2 0,1 3-9 0,1 0 2 16,-4 0-3-16,2-2 3 0,1-2-5 0,1 5 2 15,-2-1 0-15,3-1-1 0,-1-1-1 0,2-2 2 16,1 2 0-16,-3 1-3 0,1-2-1 0,4 0-1 16,2 3 2-16,-4-7 4 0,5 7-8 0,-3-5 8 15,2-1-3-15,2 4 2 0,-2-1 4 0,-1-1 0 0,1 0 5 16,0-4-2-16,-1 1-1 0,6 2 1 15,-3-1 1-15,1-3-6 0,-3 3 2 0,-2-1-5 16,1-4 2-16,-3 1-1 0,4 0-1 0,1 3 1 0,-3-3 5 16,-4-1-6-16,6 1-5 0,-2-2 4 0,1-1-3 15,1 3 2-15,-6-2 2 0,8 0 15 0,-6-1 11 16,2-1-5-16,-2 0 2 0,0 2 0 0,0-3 2 16,2 0-2-16,-3 0 17 0,1 0-10 0,-3-3 1 15,3 3-2-15,0 0 4 0,-3-2-2 0,5 0-3 16,-5-2-3-16,1 4 3 0,-1-7 5 0,3 5 6 15,-3-5-2-15,-3 6-1 0,3-5 3 0,0 2 7 16,-4-3-5-16,4 2 7 0,0-2-1 0,-5 0-6 16,5-2 3-16,0 5 2 0,0-7 2 0,-2 2-3 15,2-3-2-15,0 0 0 0,0 3-3 0,0 0-3 16,-2-3-4-16,2-2-5 0,-2 1 0 0,-3-2-1 16,5 0-3-16,-4 0 7 0,1 3-2 0,0-3 3 0,1 3 3 15,-3-3-8-15,3 2-2 0,-6-3-1 0,4 0-3 16,-1 2-4-16,-2-1 0 0,1-2-2 0,-1 2 4 15,-1-4-4-15,1 4 6 0,-2 0-2 0,-1-1-1 16,0 0 0-16,2 0-4 0,-2 3 0 0,0-4-2 16,-2 1-1-16,4 1-1 0,-6-5-1 0,6 7 3 15,-5-4-5-15,1 0-1 0,0 3 1 0,1-6-3 16,-3 1-1-16,1 4-3 0,0-2 1 0,1-1-1 16,2 4 1-16,-5-4-2 0,0 2 2 0,3-2-3 15,-3 6 2-15,0-7 0 0,2 3 2 0,0 4-3 16,-2-2-2-16,0-3 1 0,0 2 0 0,0 2 0 15,0-4 0-15,0 1 4 0,-2 1-9 0,2 2 2 0,-2-2 5 16,1 4-7-16,-1 1 0 0,-3-1 1 16,0-5-1-16,2 2-1 0,-1 3 1 0,1-1-3 15,-4-4 2-15,2 4-2 0,-4-3 0 0,2 4 0 0,-5-4-1 16,4 3 0-16,0-1 2 0,0 1 1 0,-1-3 1 16,-2 1-2-16,2 1 7 0,-6-1-10 0,2 1 1 15,3 1 0-15,-3-3 0 0,3 4 0 0,-3-4-3 16,0 2 6-16,-2-2-3 0,0 3-4 0,0-3 5 15,0 4-4-15,2-5 2 0,-7 5-2 0,2-2 1 16,3 1-4-16,-10-4-5 0,4-1-10 0,-6 2-4 16,1 2-3-16,1-1-7 0,0 1-10 0,-3 2-23 15,3-1-10-15,-2-1-28 0,-2 3-18 0,-1 0-22 0,2 3-26 16,-2-1-32-16,0 5-27 0,-3 3-22 16,5 0-44-16,0 0-44 0,6 3-257 0,-6 3-652 15,5-2 289-15</inkml:trace>
  <inkml:trace contextRef="#ctx0" brushRef="#br0" timeOffset="-118417.2">28973 11612 142 0,'0'0'301'16,"0"0"-17"-16,0 0-23 0,0 0 31 0,3-6 15 15,-3 6-21-15,0 0-35 0,0 0-29 0,0 0-24 16,0 0-25-16,0 0-18 0,0 0-28 0,0 0-25 15,0 0-18-15,0 0-25 0,0 0-29 0,0 0-21 16,4 19-31-16,-4-10-32 0,0 1-31 0,0 4-42 16,5-4-41-16,-4 1-44 0,8 2-225 0,-4-2-471 15,-4 4 209-15</inkml:trace>
  <inkml:trace contextRef="#ctx0" brushRef="#br0" timeOffset="-118214.08">29054 12057 99 0,'0'0'154'0,"-1"6"-11"0,1-6-13 0,-5 11-12 0,5-8-9 16,-4 2-11-16,-1 0-8 0,5-5-14 0,0 12 1 16,0-5-11-16,0 1-4 0,0-1-3 0,0 4-9 15,5-2-10-15,-1 3-4 0,-4 2-24 0,6-1-17 16,1 1-33-16,-1 1-31 0,1 2-20 0,0-6-17 15,-6 7-80-15,8-3-201 0,-9-2 89 0</inkml:trace>
  <inkml:trace contextRef="#ctx0" brushRef="#br0" timeOffset="-118089.08">29097 12371 270 0,'0'7'19'0,"0"0"15"0,-1 1 25 15,1-2 28-15,1 2 1 0,-1-8 25 0,-1 8 5 16,1-8 10-16,0 10 8 0,0-10 0 0,0 7 3 0,-5-4-8 16,5-3-14-16,0 0-9 0,0 7-12 15,0-7-8-15,5 7-7 0,-5-7-6 0,1 8-10 16,4-3-3-16,-1 1-12 0,-4 3-50 0,11 0-85 0,-8 0-102 15,6-3-135-15,-4 1-348 0,6 7 155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0:58:43.7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17768 9893 108 0,'-14'-6'165'15,"5"-1"-3"-15,-1 3-6 0,-2-5-4 0,2 3-8 16,0 1-7-16,-1 1-9 0,2 1-7 0,-2-2-6 16,2 2-7-16,-4-4-3 0,10 2-9 0,-9 0-9 15,4 3-7-15,3-3-6 0,5 5-5 0,-15-1-5 0,15 1-5 16,-16 1-7-16,2 3-1 0,6 0-4 16,-3 0 1-16,-1 1 4 0,-5 2-3 0,2 1-3 15,1 1-4-15,-1 0-3 0,0 3-2 0,0 2 2 16,-3-2-4-16,1-2-1 0,2 5-3 0,0-3 0 0,0 2-3 15,-4 5 0-15,4-1 2 0,0-8-5 16,0 9 4-16,-2 0-4 0,4-4-2 0,-2 0-2 16,2 3 0-16,5-1-2 0,-1-3-5 0,-1 1 3 0,1 4-3 15,2-1 1-15,2-2 0 0,-5 0 0 0,8 1 2 16,-3 2 7-16,0-8 0 0,2 12-4 0,1-4 0 16,2-3-1-16,-3-1 6 0,3 2 1 0,3 1 8 15,-3 1-4-15,0-3-1 0,5 2 2 0,0-2 3 16,-3 2-1-16,3-3 1 0,2 3 7 0,-1-6-2 15,3 6-1-15,0-8-3 0,-4 8 1 0,9-4 1 16,-1-1 0-16,-5 1 0 0,7-2 4 0,-2 1-3 16,2-1 0-16,0-1-2 0,0 1-9 0,2 0 1 15,1-3-6-15,-3-2 3 0,1 4-1 0,2-4-7 16,1 1 1-16,-3-4-1 0,4 4-5 0,-3-1 5 16,-1 2-7-16,2-6 3 0,1 2 0 0,0-1 1 15,-2-1-6-15,3-3 7 0,-5 3-4 0,1-1 2 0,-1 1 2 16,7-3-6-16,-7-3 7 0,-4 1 1 0,6-2-1 15,-1 2 2-15,4-2-3 0,-7-1-2 0,6 2-5 16,-3-6 13-16,-6 4 12 0,5-5-21 0,-3 6-2 16,4-4-3-16,2-2 9 0,-3 1-5 0,0-2-3 15,2 2-8-15,3-2 11 0,-4 0-9 0,2 2 9 16,-1-6 6-16,-4 4 1 0,2-1 13 0,-2 0 3 16,-1 2 0-16,-4 0-2 0,4-1-2 0,-1-4 1 15,-6 0 1-15,2 2-2 0,1 2-2 0,-1-7 9 16,-1 9-3-16,-1-9 0 0,0 3-6 0,0-2 1 15,-3 1-4-15,3-2-3 0,-5 1-8 0,2-1 6 16,-4-4 8-16,2 5-6 0,0 0 9 0,-5 0 3 16,3-3-4-16,-3 3 5 0,2-7-3 0,-2 4-3 0,-2 2-1 15,-1 0 6-15,2-2-4 0,-8-2 5 16,3 9 2-16,-3-9 1 0,0 5-6 0,-3-3 1 16,-6-1-2-16,3 9-4 0,-8-9 3 0,5 3-9 0,-7 6-1 15,-2 1-1-15,-9-2-1 0,10 4-3 0,-14 2-3 16,0-4 1-16,-3 8-4 0,5-3 0 0,-3-3-12 15,3 4-36-15,-2-2-38 0,12 3-58 0,0 2-53 16,3-3-68-16,2 4-76 0,5 0-92 0,6-6-304 16,4 6-789-16,6-5 350 0</inkml:trace>
  <inkml:trace contextRef="#ctx0" brushRef="#br0" timeOffset="1461.38">13092 8614 51 0,'0'0'165'0,"2"-4"-11"0,-2 4-16 16,13-6-6-16,-5 4-9 0,-8 2-5 0,22-1 1 16,-3-2 5-16,-2 3 3 0,10 0 1 0,-1 3-8 15,4 0-12-15,3 5 2 0,10-3 3 0,-2 3-8 16,9-2-5-16,-7 4-6 0,3-2-2 0,4 2 1 15,-2 4 3-15,7 0-11 0,-1-3-7 0,4 5-2 16,2-3-6-16,-1 2-10 0,1-1-1 0,4-1-5 16,-4 2-6-16,5-1-4 0,16 3-8 0,1 2-3 15,-19-9-3-15,15 8-1 0,2-8 2 0,-16 4 0 16,-3-2 0-16,-1-2 5 0,21 5 2 0,-16-5-3 0,14 3-1 16,-21-4 3-16,5-2-1 0,1 5 4 0,1-1-4 15,-4-2 5-15,4 0-9 0,-7 1-4 16,3-2-3-1,-3 1 1-15,-5-3-2 0,5 5 2 0,-7-3 0 16,2 0-1-16,-2-2 1 0,-8 0-2 0,-5 0-3 16,6-2 4-16,-8 8 6 0,-6-5 6 0,4-2-3 15,-7 0-5-15,4 0-2 0,-4 0 1 0,6 0-6 16,-7 2 0-16,-6-4-2 0,4 2-1 0,-3-2-1 16,-4 3-1-16,4-3-2 0,1 1 0 0,-1 1-3 15,-4-3-1-15,1 2-4 0,-3-1 5 0,1 1-5 0,1 0-1 16,1 0 3-16,-5 0 2 0,4 0-4 0,-1-3-3 15,3 4 4-15,-4-4-8 0,3 3 5 16,-7 0-2-16,4 0 6 0,3-1-8 0,-9 2 14 0,12-4-10 16,-8 2-4-16,6 0 2 0,-1 3-14 0,2 0 8 15,-4-3 5-15,6 2 0 0,-6 0 0 0,4-3-1 16,-2 7 2-16,4-5 1 0,-4 3-4 0,0-2 1 16,4 2-2-16,-2-4 3 0,-2 4-1 0,3-1 0 15,1-2-2-15,-1 3-1 0,-4-3 2 0,5 2 4 16,-1-3-1-16,-6 3-1 0,6-2-1 0,-6 1 2 15,2 1-1-15,1-2-1 0,-6 1 1 0,1-3 2 16,2 0-6-16,-2 5 0 0,0-4 1 0,-3-2-17 16,-1 0 0-16,-1 2 1 0,5-3-10 0,-6 2 7 15,1 0-3-15,0-1-1 0,-8-1-3 0,15 3-2 16,-5-3-1-16,0 2-1 0,-2-1-4 0,-1 0-6 16,1 2-6-16,-8-3-10 0,15 2-7 0,-15-2-8 15,15 3-11-15,-8-1-13 0,-7-2-25 0,0 0-28 0,14 0-36 16,-14 0-34-16,0 0-41 0,15 1-181 0,-15-1-476 15,0 0 210-15</inkml:trace>
  <inkml:trace contextRef="#ctx0" brushRef="#br0" timeOffset="1824.44">17038 9243 215 0,'6'9'204'0,"3"2"5"16,1 1-12-16,3 1-7 0,5 6-1 0,2-1-1 16,8 6-9-16,-5-2-5 0,12 3-5 0,-4 5-11 15,4-6-3-15,3 6-12 0,4-3-11 0,-6-3-11 16,-3 6-15-16,4-6-4 0,-3 2-9 0,-9-2-4 15,3-5-5-15,-9 2-9 0,0-3-6 0,1 3-7 16,-5 0-9-16,-5-3-1 0,-3-8 2 0,-1 4-2 16,1 3 10-16,-7-9-7 0,-7 0 15 0,6 4-3 15,-11-3-2-15,-6 1-4 0,-4-2-5 0,-6-1-4 16,0 3-9-16,-10-5-2 0,-3 3-4 0,-7-2-19 0,15-4-25 16,-7 2-37-16,-2-2-37 0,11 0-40 0,-7 6-48 15,8-5-60-15,7-2-64 0,-5 2-241 0,8-1-577 16,5 0 257-16</inkml:trace>
  <inkml:trace contextRef="#ctx0" brushRef="#br0" timeOffset="2855.65">13231 10659 166 0,'0'0'191'0,"0"0"-8"0,0 0-8 16,0 0-10-16,0 0-10 0,0 0-5 0,18 0-6 0,-18 0-6 16,18-2-6-16,1-2-2 0,0 3-10 0,11-7-6 15,15-1-7-15,5 4-2 0,1-5-10 16,8-2-3-16,24 0-2 0,5-4-1 0,6 0 2 15,-3 3 2-15,5-4-6 0,7 1 4 0,3 5-7 0,-2-8-11 16,40 2 0-16,-45 2 1 0,-3 3-7 0,-5-3-3 16,4 3-6-16,-2-3-7 0,-7 3-4 0,8 5-5 15,-6-4-3-15,-7 4-3 0,-17 0-2 0,-2 2-5 16,22-1-4-16,-21 0-4 0,0 1 2 0,0 1-5 16,1 1 8-16,-4 2-11 0,-1 1-8 0,-9-5 6 15,1 2-2-15,2 3 0 0,-5-4-1 0,-15 4-4 16,12-3 4-16,-8-1-7 0,-8 1 3 0,8 2 0 15,-9 0-5-15,8-1 1 0,1-3 2 0,-6 2-3 16,-3-1 4-16,0 1-3 0,2-6 2 0,2 6-1 16,-4-2 1-16,3 1-2 0,-3-2 1 0,-6-3-2 15,-2 6 3-15,6-2 12 0,-4 2-15 0,-2-2 2 16,-6 3-8-16,1-7 5 0,-1 8 3 0,-3-2 1 0,-1-1 0 16,-2 3-1-16,-1 1 0 0,-7 0 14 0,10-3-14 15,-10 3-4-15,8-3 0 0,-8 3-10 16,0 0-20-16,0 0-30 0,0 0-16 0,0 0-16 0,0 0-18 15,0 0-22-15,0 0-28 0,-33 4-37 0,23-4-34 16,-1 2-44-16,-8-2-156 0,5 5-467 0,-1-5 208 16</inkml:trace>
  <inkml:trace contextRef="#ctx0" brushRef="#br0" timeOffset="3152.52">16508 10073 47 0,'0'0'199'0,"-5"15"8"15,5-15-7-15,12 16-1 0,-4-4-1 0,4 0-7 16,4 3-16-16,6 1-1 0,-1 2-11 0,4-1-13 16,-2 4-14-16,9-1-15 0,6 5-11 0,0-7-14 0,0 6-7 15,-7-5-10-15,-6-4-8 0,2 0-4 16,2 1-9-16,-7 0-3 0,4-1-8 0,-9-3-5 15,-2-1-5-15,-4-3-3 0,-2 2-1 0,-3-3-3 0,-1 0-1 16,-3-4-4-16,-2-3-2 0,-13 12-2 0,-2-1-4 16,-5-7-8-16,-2 0-15 0,-2-1-18 0,-5-2-23 15,-2 2-31-15,-2-3-42 0,3-3-46 0,-1 0-54 16,1 2-193-16,2-13-445 0,3 4 198 0</inkml:trace>
  <inkml:trace contextRef="#ctx0" brushRef="#br0" timeOffset="4105.6">17150 9027 104 0,'0'-8'147'0,"7"-2"-10"0,-7 2-6 16,5 1-6-16,-3-2-9 0,3 5-9 0,0-3-5 15,-5-2-7-15,4 5-15 0,-4 4-6 0,2-6-16 16,-2 6 3-16,0 0-4 0,3-3-6 0,-3 3-12 16,0 0 0-16,0 0-1 0,0 0-5 0,0 0 0 15,17 9-2-15,-12-3-2 0,-2 3 4 0,-1 0 4 16,3-5-6-16,-3 8 8 0,4-1 0 0,1-2 4 16,1 5-7-16,-1-6-1 0,1 11-8 0,5-6 5 0,-5 2-5 15,2 0 1-15,2-1 1 0,3 3 0 16,0 2-3-16,8 0-3 0,-11-1-2 0,6-1-2 15,-3-1-4-15,5 3 6 0,-1 4-4 0,-4-8-5 0,3 3 0 16,2 3 1-16,0-5-4 0,-5 1 1 0,3 2-1 16,1-1 0-16,-3-4-4 0,-6 1 1 0,5 0-1 15,0-3 1-15,-2 2 0 0,0-3 0 0,-3 0-4 16,5 1-1-16,-8-6 3 0,4 4-2 0,-6-1 2 16,0-1 0-16,5 1 4 0,-5-3-2 0,3 1 4 15,-1 1-5-15,0-2 0 0,-2 0 1 0,-4 1 4 16,3-2-2-16,1 2 1 0,1-2 2 0,-3 0-2 15,1-1 1-15,-4-4 0 0,3 10 1 0,4-5 0 16,-6 1-6-16,3-3 5 0,-3 5 0 0,4-5 1 16,-1 2 2-16,-1-1-5 0,-1 2 0 0,-1-1-1 15,-1-5 0-15,7 8 1 0,-4-2-2 0,0-3-2 16,-3-3 0-16,7 6 2 0,-5 0-4 0,-1-3 1 16,-1-3 3-16,5 11 0 0,-5-11-1 0,0 4 1 0,0-4 2 15,-1 7 1-15,1-7-4 0,-12 12 2 16,7-8 1-16,-6 0 0 0,-1-1-15 0,-5 5-20 15,-2 2-37-15,-8 0-41 0,-3-5-75 0,-11 9-212 16,-4-2-422-16,-6-4 186 0</inkml:trace>
  <inkml:trace contextRef="#ctx0" brushRef="#br0" timeOffset="6493.3">13307 14099 118 0,'0'0'152'0,"0"0"5"0,0 0-5 16,0 0-2-16,0 0 3 0,0 0-2 0,27-11-10 15,-17 8 2-15,-4-3-9 0,2 0-3 0,6-3-7 0,-4 1-3 16,4-3-6-16,6 0-5 0,2-7-8 0,-7 3-5 16,8-3-10-16,-2-2-3 0,8 1-7 15,-8 0-6-15,11-12-5 0,-6 12-1 0,7-8-3 16,-6-8-3-16,4 7 0 0,-1 0-2 0,-5 5-4 0,8-7-1 15,-2-3 0-15,-3 1-7 0,9 0-2 0,-6 1-5 16,2 1-5-16,-1 2-4 0,-4-2 2 0,7-2-7 16,-9 4-1-16,4 2 5 0,-4 3-11 0,4-8 3 15,0-3-5-15,0 6-4 0,-2-3 3 0,8 4-3 16,-12 5 0-16,5-11 1 0,3 4-3 0,-4 1 5 16,-5 4-8-16,13-4 7 0,-6-1-8 0,-8 4 3 15,6 3-2-15,2-8-2 0,0 3-3 0,-4 6 3 16,5-9-3-16,-7 8 0 0,10-7 0 0,-4 2-1 15,3 0 3-15,-8 5-1 0,0 1 1 0,-2-5-3 16,-1 2 3-16,4 2-5 0,-3 0 7 0,0 0-2 16,7-9-3-16,-8 8 14 0,1 3 4 0,0-3-1 0,2-7 2 15,-5 9 7-15,11-9-14 0,-11 4 1 0,7 1-1 16,2-4 2-16,-7 7-1 0,-1-2-3 0,1 0-3 16,-1 4-1-16,-2 1 0 0,7-4 1 0,-3-1-3 15,-3 2 0-15,3 2 3 0,2 0-2 0,-3-2-5 16,1 1 4-16,-2 1-2 0,3 0-1 0,4-1 3 15,-5 0-1-15,-2 3-3 0,1 0 2 0,6-2 0 16,-5 1 1-16,0-1-1 0,1 5-3 0,-3-4 0 16,2-1 5-16,2 1-6 0,-3 1 4 0,-3-3-8 15,8 3 7-15,-4 0 4 0,-1-5-5 0,-1 3 0 16,1-3-1-16,-1 5 5 0,1-3-1 0,-4 3-6 16,2 2 7-16,-2-4-3 0,3 2-1 0,-7 2 0 15,1 4 0-15,4-7 3 0,-2 4-1 0,0-2 0 0,1 6-6 16,-2-7 3-16,-1 6 2 0,0-1-1 15,0-2 0-15,2 1 3 0,2-1-3 0,-4 3 3 16,0-1-6-16,0-3 4 0,2 3-1 0,-1-1-1 0,1 2 3 16,-2 2-7-16,1-5 5 0,-1 2-2 0,2 2 1 15,-2-4 1-15,-2 3 2 0,7-3 1 16,-10 3 1-16,3-8-5 0,3 12 1 0,-1-6 1 0,-1 1 0 16,0-1 1-16,5-1-1 0,-1 3-2 0,-3-1-1 15,0-1 1-15,0 2 1 0,3 0 3 0,-3 0-3 16,0-1-6-16,-1 1 6 0,0 1 6 0,-4-1-7 15,3 5 2-15,-3-4-1 0,0-2-6 0,0 10 8 16,1-11-3-16,-1 9 2 0,-2-3-3 0,2-3 4 16,2 3-1-16,-7 4 2 0,5-7-3 0,0 4 1 15,-2 0-1-15,0-1-1 0,2-1 3 0,0 1-2 16,-2 0-1-16,4 0 0 0,-2 2 3 0,-2-1-5 16,5 0 7-16,-4 0-6 0,4-1 4 0,-6 3-1 15,3-2-4-15,-4 4 2 0,1-1 0 0,1 1 2 0,-1-5-1 16,-6 6 0-16,11-3-6 0,-5 2 2 15,-4 0 6-15,3-1 0 0,-6 4-4 0,10-10 1 16,-5 9 3 0,-5 1 1-16,10-3 1 0,-6-2-5 0,-4 5 4 0,0 0-4 15,13-1 1-15,-10-2 2 0,-3 3-3 0,7-7 1 16,-7 7 3-16,6-5-5 0,-6 5 11 0,10-4-13 0,-10 4 5 16,0 0-2-16,7-3-4 0,-2-1 6 0,-5 4-1 0,0 0-1 15,10-3 2-15,-7-1 0 0,-3 4-1 0,0 0 4 16,5-5-3-16,-5 5 0 0,0 0 0 0,8-4 1 15,-8 4-4-15,0 0 1 0,0 0 1 0,5-4 3 16,-5 4-5-16,0 0 1 0,0 0 3 0,0 0-3 16,0 0 1-16,0 0 1 0,0 0 0 0,0 0-4 15,0 0 3-15,0 0 0 0,0 0-3 0,0 0 4 16,0 0-2-16,0 0 6 0,0 0-7 0,0 0 5 16,0 0-4-16,0 0 0 0,-29 5 2 0,15 0 3 15,4-2-6-15,-9 3-1 0,-5 0 2 0,3-3 1 16,-9 5-2-16,0 2 1 0,0-2 0 0,2 1 1 15,-1-2-1-15,4-3-1 0,5 3 3 0,-3 0 2 16,-4 2-5-16,6-5 1 0,2 3 4 0,5-2-3 16,0 2-2-16,4-6-2 0,4 3-3 0,-6-2 3 0,12-2-10 15,-8 1 1-15,8-1-2 0,-8 7-4 16,1-6 10-16,7-1-7 0,0 0 3 0,0 0 1 16,0 0 1-16,0 0 1 0,0 0 2 0,23-9-2 0,-11 6 5 15,4-1-3-15,1-3 6 0,3 0-5 0,1 1-1 16,1-1 3-16,3-4 0 0,3 2 1 0,2 2 2 15,-7-4-2-15,-2 7 4 0,1-3-2 16,-6-1 0-16,3 0 6 0,-3 5-4 0,-1-3 0 0,0 0-2 16,-2 1 0-16,-6 2 2 0,4 2-4 0,-4-1 3 15,-7 2-2-15,13-5 0 0,-13 5-1 0,8 0-1 16,-8 0-2-16,9 0-1 0,-9 0 3 0,11 5 0 16,-7-2 1-16,1 5-2 0,0-2 9 0,1 0-11 15,-1 12 5-15,3-6-3 0,-3 0 0 0,2 2 2 16,0 3 7-16,-1-2-4 0,3 5 1 0,0 3 0 15,1 2 2-15,2-1-1 0,-4 4-18 0,2-1-28 16,0 0-37-16,-2-8-52 0,-1 9-59 0,-2-2-66 16,-2-2-213-16,-3-5-512 0,-3-1 227 0</inkml:trace>
  <inkml:trace contextRef="#ctx0" brushRef="#br0" timeOffset="7102.66">14939 11122 187 0,'0'0'291'0,"-7"-7"-20"0,7 7-22 0,0 0-18 15,0 0-13-15,0 0-26 0,0 0-18 0,0 0-15 16,0 0-22-16,0 0-11 0,0 0-15 0,0 0-13 16,0-8-12-16,0 8-8 0,0 0-9 0,0 0-10 15,0 0-3-15,0 0-6 0,10 20-5 0,-3-14-1 16,0-2-9-16,-7 4-31 0,6-2-24 0,-1 3-30 15,-1 0-34-15,0 2-27 0,0 0-31 0,1-3-31 16,0 4-30-16,-4-3-162 0,1 6-395 0,3-8 175 16</inkml:trace>
  <inkml:trace contextRef="#ctx0" brushRef="#br0" timeOffset="7274.53">15103 11462 10 0,'0'0'102'0,"3"5"-14"16,-3-5-5-16,0 0-12 0,-3 8-4 0,0-4-8 0,3-4-7 16,-4 10-2-16,3-2-8 0,1 0-22 0,0 0-40 15,-5 0-36-15,5 0-39 0,-2-2-103 16,2 3 46-16</inkml:trace>
  <inkml:trace contextRef="#ctx0" brushRef="#br0" timeOffset="7430.77">15136 11726 121 0,'0'0'183'16,"0"0"-6"-16,0 0-10 0,0 0-9 0,0 0-18 15,0 0-11-15,0 0-11 0,0 0-13 0,3 4-12 16,-3-4-8-16,0 6-7 0,0 4-12 0,2-3-6 16,-2 3-17-16,0 0-37 0,7-2-69 0,-7 4-66 15,5 2-128-15,-4-2-277 0,6 3 123 0</inkml:trace>
  <inkml:trace contextRef="#ctx0" brushRef="#br0" timeOffset="8680.73">21872 14634 211 0,'2'-12'245'16,"-8"0"-6"-16,6-1-5 0,0 7-7 0,0-1-5 16,0-5-3-16,0 12-26 0,-2-7-23 0,2 7-21 15,0-8-12-15,0 8-15 0,0 0-15 0,0 0-10 16,0 0-12-16,0 0-11 0,2 26-8 0,6-12-5 15,-3 7-10-15,3 2 0 0,0 8-2 0,1-1-9 16,-1 10-4-16,2 1-7 0,0 0 4 0,3 0-11 16,-3-2 2-16,1-9-2 0,-1 7-2 0,5 4 2 15,-3-10-5-15,-1-2-5 0,3 1 2 0,1 0 0 16,-7-3-2-16,7-2-1 0,-2 1-4 0,2-5-9 0,-2-4-12 16,-3-2-23-16,-2-1-23 0,6 0-36 15,-8-3-33-15,3-2-50 0,2-5-34 0,-1-1-40 16,0-3-141-16,0 0-427 0,-10 0 190 0</inkml:trace>
  <inkml:trace contextRef="#ctx0" brushRef="#br0" timeOffset="9286.45">22435 14820 100 0,'0'-8'186'0,"0"8"-3"15,-6-7-11-15,4 4-5 0,-3-6-18 0,5 9-22 16,-5-5-5-16,5 5-13 0,0 0-20 0,0 0-1 0,-21 14-11 16,16-6-5-16,-5 2-9 0,3 7-7 0,2-1-7 15,-8 0-4-15,5 8-5 0,1-4-1 16,-1 6-7-16,-2 2-4 0,1-6 0 0,1 4 1 0,3-1-4 16,-3-1-3-16,1 3-3 0,4-7-1 0,0 1-4 15,-2-5-5-15,1 1 4 0,-1-2-7 0,2-4 0 16,3-3-2-16,-3 0-4 0,3-1-1 0,-2-2 3 15,2-5 1-15,0 0-3 0,0 0 2 0,0 0-3 16,0 0-1-16,0 0 1 0,15-21 4 0,-10 10-4 16,2-4 4-16,-4 0-2 15,4-4 4-15,-1 1-3 0,1 0 6 0,1-7 8 16,-3 8 5-16,0 5 16 0,2-8 5 0,-4 7 8 16,-1 1 2-16,1 3 4 0,0 0-4 0,1 2-5 0,-1-2-6 15,2 2-4-15,1 4-8 0,-6 3-2 0,7-5-4 16,-7 5-3-16,15 0-2 0,-3 4-2 0,-1-1-5 15,4 5-2-15,7 4 2 0,-6-4-1 0,4 4-1 16,8 2 1-16,-6-1-3 0,4 2-1 0,-1-1 4 16,3 6-3-16,-1-11-2 0,-1 4 1 0,-1-3 3 15,5-1-3-15,-6-1 1 0,0-4-3 0,-6-1 10 0,2-3 6 16,1 0 7-16,-4 0 12 0,3 0 9 0,-7-1 14 16,2-5 9-16,-5 0 5 0,1-3 4 15,-2 2-4-15,-3-10-4 0,2 5-7 0,-4-8-3 0,1-5-8 16,-4 1 1-16,-2-3-7 0,1 0-5 0,-7-6 2 15,4 6 0-15,-4-6 2 0,-3 3 0 0,5 3 4 16,-6-2-8-16,1 1 8 0,-2 2-19 0,-3 1-2 16,7 7-4-16,0 2-3 0,-1 1-16 0,3-4-6 15,-6 11-15-15,6-4-16 0,-3 3-22 0,8 3-33 16,-4 1-43-16,-5-4-49 0,5 4-46 0,5 5-23 16,0 0-43-16,0 0-217 0,0 0-549 0,0 0 243 15</inkml:trace>
  <inkml:trace contextRef="#ctx0" brushRef="#br0" timeOffset="9552.07">23344 14703 31 0,'0'0'317'0,"0"0"-12"16,0 0-15-16,5-3-24 0,-5 3-20 0,7-5-21 16,-7 5-25-16,11-8-17 0,-3 6-18 0,2-4-14 15,-1 2-19-15,4 1-14 0,5-4-18 0,0 3-4 16,4-1-12-16,4-2-17 0,2-1-26 0,-1 5-40 16,3-1-52-16,-9 1-49 0,1-2-50 0,-1 4-49 15,-3 1-45-15,1 0-135 0,-9 0-412 0,1 1 183 16</inkml:trace>
  <inkml:trace contextRef="#ctx0" brushRef="#br0" timeOffset="9723.94">23574 14901 37 0,'-13'7'199'0,"11"0"-7"0,-3 1-8 0,-1-4-5 16,6-4 2-16,-2 5 5 0,2-5-6 0,-7 3-9 15,7-3-11-15,0 0-10 0,0 0-13 16,0 0-14-16,20 0-12 0,-20 0-15 0,30-4-16 0,-7-2-44 15,9-4-54-15,-3 0-57 0,18 1-64 0,-6-2-77 16,4-1-110-16,3-2-353 0,-2 1 156 0</inkml:trace>
  <inkml:trace contextRef="#ctx0" brushRef="#br0" timeOffset="10473.91">24392 14310 64 0,'-9'-5'177'0,"9"5"-7"0,-11-2 4 0,11 2-18 16,-15-2-5-16,5-1-10 0,-2 1-6 0,2 2-17 0,-3 0 1 15,-2-1-4-15,-3 1-9 0,-2 0-4 0,0 0-4 16,-1-2-5-16,4 2-10 0,-4 2-7 0,-1-2 0 16,1 1-5-16,-1-2-5 0,6 2-3 0,2-1-1 15,3 0-6-15,-1 0 3 0,2 0-9 0,10 0-2 16,-15 0-5-16,15 0-3 0,-11 0-10 0,11 0 4 15,0 0-3-15,-12 0-8 0,12 0-2 0,0 0-3 16,-10 2 0-16,10-2-2 0,0 0-2 0,0 7-1 16,0-7-3-16,4 12 1 0,-4-6-6 0,0-6 4 15,6 9-3-15,-2 3 0 0,-3-4 0 0,3-1 1 16,-1 5-2-16,5 1-1 0,-5 0-2 0,4 2 1 16,0 1-1-16,1 3-1 0,0 6 2 0,-4-3-1 15,2 2-3-15,2 3 6 0,-1 0 6 0,1 0 2 16,-1 7 2-16,1 6 3 0,2-1 0 0,0 0-4 0,-8 0 0 15,8 2 0-15,-7-8 2 0,5 4 3 16,-1 4-5-16,1-2 5 0,-1-8 6 0,-1-3 3 16,-4 4 4-16,5-2 1 0,-4-2 1 0,2-1-3 0,3-2-1 15,-8-5 2-15,5 0 10 0,2-1 4 0,-1-2 4 16,-4 0-2-16,6-2-2 0,-1-2 9 0,0-1 15 16,1-5-7-16,-1 2 12 0,6 2 4 0,2-7-1 15,6-1-6-15,2 1-11 0,5-4-1 0,7-2-10 16,7-3-7-16,2 3-13 0,-1-4-19 0,9-6-39 15,-8 3-33-15,6-1-47 0,-2-2-63 0,-5 0-78 16,10-3-89-16,-10-4-241 0,0-1-627 0,-5-2 279 16</inkml:trace>
  <inkml:trace contextRef="#ctx0" brushRef="#br0" timeOffset="11506.69">24805 14640 29 0,'-3'-6'261'0,"3"6"-14"0,-7-8-11 16,7 8-21-16,-4-4-24 0,4 4-22 0,-2-4-17 16,2 4-19-16,0 0-13 0,0 0-15 0,0 0-12 15,-5 15-7-15,5-8-7 0,0 3-11 0,0 0-7 16,0 2-6-16,5 4-3 0,-5 0-6 0,3 7-6 0,0-8-2 16,1 4-3-16,-4 3-4 0,6-3-2 15,3-2-1-15,-6 1-3 0,2-4-6 0,-5-1 0 16,7 0-1-16,6 0 1 0,-5-5-1 0,-1-1 3 0,-1 1-1 15,-4-6-1-15,11 2 2 0,-4-3 2 0,-3-1 5 16,-6 0-9-16,15-3-1 0,-2 1 0 0,-4-6 0 16,-1 2 15-16,0-3 3 0,-1 2 10 0,-1-5-5 15,1 3 2-15,0-1-2 0,3-2 0 0,-4 5-4 16,2-4 8-16,-4-1 9 0,1 8-11 0,-2-5-4 0,2 0-6 16,-2 4-2-16,-3 5-5 0,7-7-4 0,-7 7-2 15,3-2-3-15,-3 2-4 0,0 0-5 0,0 0 2 16,20 2-2-16,-13 3 4 0,1-3-4 0,2 5-1 15,5 3 0-15,3-4-5 0,-3-2 11 0,1 3-7 16,-1 3-1-16,5-4 0 0,0-3 1 0,-2 1-8 16,-3 4-3-16,0-7 3 0,2 1 2 0,-4-2 2 15,0-2 13-15,-3 4 10 0,2-9 12 0,-2 3 11 16,3-1 6-16,-5-1 19 0,0-5-11 0,1 2 4 16,-4-3 6-16,0-3-2 0,-2-1-3 0,-3-3-5 15,0 0-14-15,-2 3 4 0,-3-4-5 0,2 1-8 16,0 2-2-16,-2-1-3 0,-2 2-5 0,2-1-3 15,-5 1-10-15,5 0-13 0,-3 9-17 0,1-4-24 0,-1-1-28 16,3 5-28-16,-3 1-38 0,6-1-42 0,-5 3-44 16,7 4-40-16,0 0-28 0,0 0-38 15,0 0-185-15,0 0-551 0,-8 14 244 0</inkml:trace>
  <inkml:trace contextRef="#ctx0" brushRef="#br0" timeOffset="11751.21">25678 14793 161 0,'0'0'177'0,"0"0"-18"0,0 0-9 15,8 3-20-15,-5 3-13 0,-3 0-2 0,0-6 1 16,5 7-13-16,-3-2-7 0,3 4-5 0,-3 0-13 16,1-1-1-16,0 5-12 0,0-3-3 0,1 6-8 15,2-3-1-15,-4 2-8 0,1 0-6 0,2-1-1 16,0 2-2-16,-1-3-3 0,2 2 1 0,1 0-7 15,1-1-3-15,0-4-4 0,-3 1-8 0,2 1-19 16,1-8-41-16,4 4-55 0,-7-4-62 0,3 7-134 16,4-9-323-16,-2-2 144 0</inkml:trace>
  <inkml:trace contextRef="#ctx0" brushRef="#br0" timeOffset="12766.8">26393 14517 178 0,'0'0'206'0,"-5"-9"-5"0,5 9-8 15,0-6-15-15,0 6-19 0,-4-6-14 0,4 6-20 16,0 0-13-16,0 0-13 0,0 0-10 0,0 0-10 16,0 0-11-16,-11 15-5 0,11-5-4 0,0 1-7 15,0-2-6-15,-2 7-7 0,-3-2 0 0,5 6-6 0,-1-4-2 16,1 2 0-16,0-2-6 0,1 4-8 0,-1 2 5 16,7-3-3-16,-7-2-1 0,8-2-2 15,-8 0 1-15,5 1-3 0,2 0 0 0,-4-5-1 0,0 0-1 16,2-3 5-16,0-4-1 0,2 1-5 0,0 4 2 15,2-7 2-15,0 2-3 0,4-7 1 0,-13 3-2 16,23-3 0-16,-11-2-6 0,-2-2 4 0,5 0 0 16,-1-1 3-16,0-6 4 0,1 4 15 0,-7 5 4 15,0-5 7-15,-1 3 2 0,-1-3 0 0,3 0 5 16,-3-4 0-16,3 7 8 0,-3-4 6 0,-4 2-2 16,4 5-7-16,-6-2-6 0,7-3-5 0,-5 6-5 15,3-3-7-15,-5 6-6 0,6-6-2 0,-6 6 0 16,2-3-4-16,-2 3-4 0,0 0 1 0,0 0-2 15,23 7-3-15,-16-5-3 0,-1 3 2 0,3-2-3 16,2 1-1-16,-2 2-1 0,0-4 4 0,5-1-1 16,-8 3-3-16,4-2 3 0,0 3-3 0,-10-5 2 15,22 0 0-15,-12 0 0 0,-10 0 0 0,16-4 9 0,-4 3 5 16,-2-2-5-16,-5-1 8 0,3 0 16 16,2-4 7-16,-4 0 5 0,1 1 2 0,1-1-6 15,-3-4-4-15,-1 3 3 0,2-8 1 0,-1 2-4 0,-5 0-10 16,0-1 4-16,0 0-12 0,2 0-8 0,-4-3 7 15,2 4-4-15,0 0 1 0,-5 0-2 0,5 3-9 16,-6 0-3-16,2 0-16 0,4 4-28 0,-5 0-27 16,2 1-35-16,0 2-43 0,3 5-39 0,0 0-38 15,-12-2-26-15,12 2-33 0,0 0-220 0,-10 10-536 16,5-5 238-16</inkml:trace>
  <inkml:trace contextRef="#ctx0" brushRef="#br0" timeOffset="13173.03">27184 14676 182 0,'8'3'204'0,"0"-2"-4"0,-8-1-7 15,15 5-6-15,-13-3-6 0,-2-2-16 0,12 1-12 16,-6 2-10-16,-6-3-15 0,8 3-8 0,-1 2-8 16,0-4-14-16,-6 2-7 0,-1-3-8 0,7 4-13 15,-7-4-3-15,7 8-6 0,-7-2-9 0,0-6-6 16,8 6-2-16,-8-2-3 0,0 4-3 0,0-8 6 16,-8 12 7-16,8-2 11 0,-7 1 7 0,-1-5-7 15,4 4 3-15,-1 1-4 0,-1-2-1 0,-1 0-6 16,-1 1 0-16,3 0-2 0,2-5-2 0,-1 4-5 15,-1-1-4-15,0-3-4 0,4-3 1 0,-1 6-6 16,2-8 0-16,-2 6 1 0,2-6-3 0,0 0-1 16,0 0 2-16,5 6-5 0,5-3 1 0,-10-3 3 15,20 0-16-15,-5 0-19 0,3 0-32 0,0 0-36 0,4-3-59 16,1 2-69-16,7-10-69 0,-2 3-242 16,4 4-555-16,1-4 246 0</inkml:trace>
  <inkml:trace contextRef="#ctx0" brushRef="#br0" timeOffset="14299.62">28074 14912 102 0,'0'0'227'0,"0"0"-22"15,0 0-23-15,0 0-15 0,0 0-18 0,0 0-13 16,0 0-22-16,0 0-5 0,0 0-11 0,0 0-8 15,0 0-10-15,15 13-8 0,-8-7-5 0,-2-2-7 0,1 3-6 16,-2-2-4-16,2 3-8 0,-1-2-5 16,-1 2-2-16,-3-3-1 0,6 3-5 0,-2-2-2 15,-2 0-3-15,2 3-2 0,-5 0-4 0,0-3-3 0,-5 0-5 16,4 2-13-16,-3 3-17 0,-1-6-29 0,0 2-20 16,2 1-32-16,-4 0-34 0,1-2-43 0,-1-4-106 15,-1 5-306-15,1-2 135 0</inkml:trace>
  <inkml:trace contextRef="#ctx0" brushRef="#br0" timeOffset="14565.24">28735 14506 163 0,'1'-4'279'0,"-1"4"-20"15,9-11-26-15,-3 9-26 0,1-5-19 0,-7 4-20 16,7-2-17-16,2 0-14 0,-2-1-12 0,0 3-17 0,-1 2-14 16,3-4-9-16,4 3-14 0,0 1-32 0,-1-3-32 15,3 2-42-15,-1 0-48 0,5-1-30 16,-1 2-32-16,0-2-25 0,-1 3-125 0,-4 0-319 0,0 0 140 15</inkml:trace>
  <inkml:trace contextRef="#ctx0" brushRef="#br0" timeOffset="14737.11">29213 14448 70 0,'0'0'183'0,"0"0"-2"0,8-5-7 0,-8 5-13 16,0 0-15-16,5-4-15 0,-5 4-17 0,9-3-10 15,-9 3-9-15,10-1-10 0,-10 1-11 0,14-3-13 16,-5-1-20-16,2 4-37 0,-1-1-38 0,5 1-61 16,2-2-55-16,-4 1-75 0,7-2-242 0,-4 2 107 15</inkml:trace>
  <inkml:trace contextRef="#ctx0" brushRef="#br0" timeOffset="14893.35">29655 14421 198 0,'3'-5'190'0,"-3"5"-18"0,0 0-17 0,0 0-17 0,0-7-13 16,0 7-19-16,0 0-14 0,0 0-30 0,7-3-41 15,-7 3-43-15,12-1-69 0,-12 1-100 0,16 1-208 16,-16-1 93-16</inkml:trace>
  <inkml:trace contextRef="#ctx0" brushRef="#br0" timeOffset="15705.82">30128 14420 78 0,'-1'-7'278'0,"1"7"-9"15,-7-7-12-15,7 7-14 0,-2-6-21 0,2 6-24 16,0 0-17-16,-5-3-21 0,5 3-14 0,0 0-19 0,0 0-11 16,0 0-17-16,0 0-7 0,0 0-9 0,0 0-9 15,0 21-7-15,0-12-7 0,0 3-3 16,5 0-7-16,-3 1-7 0,-2 4-2 0,8-2-6 0,-8-2-6 15,7 4 1-15,1 0-4 0,-3 0-1 0,4-5-1 16,-1 3-1-16,0-3-3 0,-1 2-1 0,6-2-2 16,-5 0-6-16,4-4-2 0,-4-1 0 0,4-1 1 15,-1-3 2-15,-2 0-1 0,2 0-4 0,-1-3-1 16,2-2-1-16,-1-2 0 0,4-1 2 0,0-1 0 16,-2 1-3-16,-3-3 1 0,5-4 0 0,-5 1-1 15,2-4 3-15,-6 7-1 0,2-6-1 0,-1 5-3 16,0-2 4-16,-1-2 2 0,-1 4 2 0,-1-3 8 15,-3 3 6-15,4 0 11 0,-3 0 3 0,-2 3 4 0,8-2-4 16,-8 4-3-16,0-2-6 0,0 6-7 16,0-9 1-16,0 9-6 0,5-3-3 0,-5 3-2 15,0 0-1-15,0 0-6 0,0 0 4 0,17 7-2 0,-11 0-6 16,1 0 2-16,1-1 3 0,4 1-2 0,-2 1 2 16,5 1 1-16,3-2-2 0,-3 1-4 0,1 2-1 15,2-2 2-15,1-2 4 0,-1-3-4 16,3 6 1-16,-1-6-2 0,-3 0 7 0,3-1-4 0,-2-4 4 15,3 2-3-15,-6-3 0 0,0 1-2 0,-2 2 5 16,2-3 5-16,-5-5 5 0,2 4 17 0,-4-3 1 16,5 1 2-16,-11-4 20 0,5 1-10 0,-1-5 0 15,-1 2-6-15,-3 1-2 0,-2-5 3 0,-2 1-5 16,-1-1-4-16,1-3-1 0,-4 6-11 0,-1-3 1 16,5-1-1-16,-6 2-10 0,-3-2-10 0,2 5-25 15,4 1-19-15,-5 2-28 0,4 1-32 0,-3-2-36 16,3 6-48-16,-2 0-40 0,1 1-34 0,7 3-41 15,0 0-212-15,0 0-555 0,0 0 246 0</inkml:trace>
  <inkml:trace contextRef="#ctx0" brushRef="#br0" timeOffset="16252.68">31049 14685 130 0,'0'0'253'0,"0"0"-9"15,0 0-16-15,3-9-11 0,-3 9-16 0,0 0-18 0,0 0-19 16,0 0-15-16,0 0-18 0,0 0-15 0,0 0-8 16,0 0-17-16,0 0-5 0,0 0-9 0,0 0-7 15,5 23-8-15,2-19-8 0,-7 4-5 0,8-1-5 16,-8 1-2-16,3 2-7 0,4 0-7 0,-4 0-1 16,4-1-3-16,-6 7 3 0,6-5-4 0,-7 0-1 15,2-2-4-15,3 3 1 0,-4 1-2 0,6-4-5 16,-2 4 0-16,-4-6 0 0,-1 5 0 0,2-1-2 15,5-2-3-15,-7 0-4 0,3-1-12 0,0 2-13 16,-3-3-14-16,2-4-32 0,3 4-23 0,2-2-33 16,-4 0-34-16,-3-5-49 0,12 6-175 0,-6-6-415 15,-6 0 184-15</inkml:trace>
  <inkml:trace contextRef="#ctx0" brushRef="#br0" timeOffset="16778.25">31355 14754 149 0,'0'-6'208'16,"0"6"0"-16,0 0-10 0,2-6-7 0,-2 6-7 15,0 0-5-15,0 0-13 0,-2-11-12 0,2 11-10 16,0 0-18-16,0 0-6 0,0 0-14 0,0 0-11 15,0 0-8-15,0 0-10 0,0 0-12 0,0 0-2 16,0 0-10-16,0 0-5 0,0 0-3 0,0 0-9 16,0 0 0-16,-15 3-2 0,15-3-7 0,0 0-2 15,-20 11-6-15,10-8-1 0,0 3 1 0,2-2-4 16,-2 1-1-16,-5 5 1 0,2-7-4 0,-2 4 0 0,2 0-1 16,-2-4-3-16,7 6-1 0,-2-6 1 15,-2 2-3-15,4-4 1 0,0 3-1 0,1 1 0 16,2 4-1-16,-3-6 1 0,-1 0 1 0,9-3-3 15,-6 2 1-15,6-2 1 0,-7 2 3 0,7-2-2 0,0 0 1 16,-8 5 3-16,8-5-1 0,0 0-1 16,0 0 0-16,0 0 1 0,0 0 4 0,0 0-1 0,0 0-2 0,15 10 2 0,-9-5 0 0,3-2-2 15,-1 0 3-15,5-2-5 0,-5 6-3 16,6-3 3-16,1-1-1 0,4 3-3 0,-2 0 3 16,-2 0-2-16,1 0 0 0,3-3 2 0,-8 5-4 0,7-4 1 15,-1 2 0-15,-2 0 2 0,-2-3-4 0,-3 2 0 16,2-2-4-16,-2-3 4 0,-4 4 3 0,6 1-7 15,-4-2 5-15,-1-2 4 0,-7-1-2 0,11 4-2 16,-4-2-2-16,-7-2 0 0,0 0-3 0,0 0-5 16,11 1-13-16,-11-1-26 0,0 0-40 0,7 4-46 15,-7-4-61-15,0 0-65 0,0 0-153 0,0 0-446 16,0 0 197-16</inkml:trace>
  <inkml:trace contextRef="#ctx0" brushRef="#br0" timeOffset="18137.59">31491 14199 170 0,'0'0'234'0,"0"0"-17"16,5-7-19-16,-5 7-14 0,1-7-11 0,-1 7-17 16,0 0-17-16,10-7-15 0,-5 5-12 0,-5 2-7 0,13-4-14 15,-4 1-8-15,-1 2-9 0,5-1-6 16,-5 2-11-16,12 2-7 0,-3-1-1 0,1 2-3 15,-1-2-6-15,-1 2-4 0,1 2-3 0,1-1-3 0,3 3-5 16,-4-4-2-16,0 2-6 0,-6 2 0 0,4 1-1 16,-3 0-1-16,1 3-4 0,-5-4 0 0,0 1-1 15,4-1 0-15,-2 6-5 0,3-1 2 0,-6 3 0 16,3-1-1-16,-4 4-3 0,1-2 0 0,1-2 1 16,-1 6 2-16,-1-4-4 0,3 10 0 0,-3-10 3 15,6 3-4-15,-4 5 7 0,4 5 20 0,-6-5 3 16,8 4 0-16,-3-4-5 0,1 3-1 0,-1 2 1 15,1-4-4-15,3 2-3 0,-4 3-1 0,4-3-4 16,-5 0 0-16,4 5-1 0,-1-8-2 0,0 6-2 16,-1-6 2-16,2 3-2 0,1-1-1 0,-1-3 1 15,1 1-3-15,-2-7 4 0,-3 4-1 0,1 0 7 16,1-7 10-16,-7 4 2 0,5-4-1 0,0 0 1 16,-4-1-4-16,-2 1 0 0,2-5 1 0,3-2-6 15,-6 4-3-15,0-3-3 0,-3-1 6 0,8-1 6 16,-8 1 7-16,0 0-2 0,4-2 3 0,-4-5 9 15,-4 14 1-15,-4-8 0 0,2 1-2 0,-9 1-8 0,0-1 5 16,0 4-6-16,-13-2-5 0,-2 0-3 0,2 3-30 16,-19 3-40-16,3 0-65 0,-3-3-78 15,-1 3-119-15,-5-8-206 0,2 8-556 0,0-7 247 0</inkml:trace>
  <inkml:trace contextRef="#ctx0" brushRef="#br0" timeOffset="19899.74">14613 8301 131 0,'0'0'281'16,"-3"-12"-3"-16,3 6 1 0,0 6-5 0,-2-7-7 0,2 7-1 15,-2-11 4-15,4 7-19 0,-2 4-8 0,0-7-7 16,0 7-14-16,2-5-22 0,-2 5-23 15,0 0-10-15,0 0-21 0,0 0-12 0,0-8-25 0,0 8-3 16,0 0-17-16,3-6-12 0,-3 6-6 0,0 0-12 16,0 0-10-16,0 0-3 0,5 19-16 0,-5-9 4 15,3 0 0-15,-1 0-13 0,8 7-11 0,-5-2-8 16,1 3-11-16,4-5 7 0,-1 9-6 0,1-6-8 16,1 7-1-16,-1-4-1 0,2 5-2 0,1-1-3 15,-1-4 6-15,-1 2 1 0,1-4-3 0,-2-4 2 16,1 2-1-16,-1-4 2 0,0-3-3 0,-5 0 8 15,5-2-3-15,-5 0 10 0,3-2-3 0,-8-4 1 16,15 2 1-16,-15-2-2 0,13-6-4 0,-4-2 6 16,-4 0 8-16,5 0 4 15,-6-7 3-15,3 3-2 0,-2-4 2 16,0-1-4-16,2 4 6 0,-2-3 0 0,-2 0 9 16,2 1-7-16,-3 4 13 0,3-5-4 0,-2 7-7 0,-2-1 4 0,3 3-7 15,-3-2 5-15,-1 5-6 0,7-5-4 0,-7 9-4 16,2-6-4-16,-2 6 0 0,5-3 1 0,-5 3 2 15,0 0-6-15,0 0-2 0,0 0 4 0,25 9 0 16,-19-6 2-16,7 3-1 0,-4-2-2 0,4 1 1 16,-3-2-1-16,5 3-1 0,3 1 0 0,0-2-7 15,-3-4 9-15,0 1-2 0,0 3 5 0,0-5 17 16,-7 1-12-16,5 0 9 0,0-1-13 0,-4 0-4 0,-9 0 3 16,21-1 0-16,-6-2 2 0,-8-3-2 0,-1 1 15 15,1 0 18-15,-4-3-1 0,6 0 4 16,-4-2-3-16,-4 2 9 0,3-1 7 0,-4 1-27 0,-4-4 11 15,4 1-9-15,-1 0 4 0,-4-1-4 0,1 4-3 16,-1-3-7-16,2 0 0 0,0 2-8 0,-6-1-18 16,3 2-31-16,4 1-32 0,-4-3-33 0,4 8-36 15,-3-4-39-15,5 6-49 0,-8-2-44 0,8 2-32 16,0 0-28-16,0 0-214 0,0 0-593 0,0 0 263 16</inkml:trace>
  <inkml:trace contextRef="#ctx0" brushRef="#br0" timeOffset="20118.48">15545 8325 11 0,'0'0'211'0,"0"0"-20"0,0 0-21 0,6 5-20 0,-6-5-14 15,0 0-9-15,7 12-16 0,-7-8-10 0,2 8-9 16,-2-1-7-16,6-3-12 0,-1 7-11 15,2 5 3-15,-4 3-10 0,9 2-7 0,-4 2-2 0,0 2 2 16,6 2-9-16,2 7-4 0,-1-1-7 0,0 7-28 16,2-10-51-16,4 8-55 0,-1-3-183 0,-10-10-311 15,5-1 138-15</inkml:trace>
  <inkml:trace contextRef="#ctx0" brushRef="#br0" timeOffset="21087.26">14779 9858 175 0,'0'-7'315'0,"-7"0"-5"16,7 2-14-16,0 5-14 0,-2-10-10 0,-3 5-19 15,5-2-22-15,0 7-21 0,0 0-23 0,0 0-19 16,-1-7-23-16,1 7-14 0,0 0-15 0,0 0-19 15,0 0-8-15,0 0-14 0,6 16 0 0,-4-8-5 16,-2 1-8-16,7-1-3 0,-1 7-12 0,-1-2-5 16,0 1 6-16,0 0-15 0,2 1-2 0,-4 2 1 15,4-2-9-15,-1 0-1 0,1-3-2 0,-1 6-9 16,-4-9-11-16,5 0 4 0,-2 3-2 0,-2-6-2 0,4 3-1 16,-2-3-4-16,-4 0-1 0,4-1 1 0,-1-2 9 15,-4-3-6-15,0 5 0 0,0-5 5 16,0 0-5-16,0 0 6 0,19-7-3 0,-17 1-2 0,5 0 3 15,-1 0 0-15,-4-3-3 0,10 4 4 0,-8-2-7 16,1-1 6-16,4 0-1 0,-4 3 1 0,5-1 0 16,-5 1-2-16,5-3 2 0,-4 5-5 0,4-2-6 15,-3 3 9-15,3 1 3 0,1 1-2 0,2 1-3 16,-1 1-1-16,0-2 1 0,6 1 1 0,-3 4 1 16,3-5 0-16,-3 6-4 0,0 0 8 0,0-3-4 15,-2 1 1-15,0-2-8 0,-3-2 8 0,3 1-1 16,-4-1 3-16,-9 0 5 0,14 4 17 0,-14-4 9 15,14-4 21-15,-14 4 12 0,10-4 6 0,-7-2 3 0,-3-4 8 16,2 2 9-16,-1-6-2 0,-2 5 4 16,1-6-1-16,-2-3-6 0,-5 4-9 0,2-6-5 15,-1-5-9-15,-3 9-4 0,1-6-10 0,0 2-5 16,0 4-7-16,1-3-7 0,0 2 0 0,1 2-14 0,-1 0-28 16,2 3-27-16,2 6-34 0,-2-3-48 0,5 1-42 15,-2 4-55-15,2 4-32 0,0 0-5 16,0 0-22-16,0 0-25 0,0 0-30 0,0 0-216 0,22 12-591 15,-16-3 261-15</inkml:trace>
  <inkml:trace contextRef="#ctx0" brushRef="#br0" timeOffset="21415.37">15492 9826 97 0,'7'-2'209'0,"-7"2"-1"15,8-7-5-15,-8 4-11 0,0 3-15 0,0 0-16 16,10-1-15-16,-10 1-12 0,0 0-13 0,0 0-13 16,0 0-9-16,0 0-14 0,0 0-7 0,0 0-8 15,20 4-4-15,-20 3-12 0,0-7-1 0,1 7-8 16,6-1-6-16,-7 0-1 0,5 3-6 0,-5-1-1 0,1-1-3 16,-1 2-5-16,0-2 1 0,0 3-3 0,0 0 3 15,0-6 4-15,0-4 15 0,0 15 0 16,0-7-2-16,0-1-5 0,-1 1 1 0,1-8 0 0,-5 3 4 15,5-3 6-15,0 8 5 0,0-8 5 0,0 0 4 16,0 0 2-16,0 10 2 0,0-10 1 0,0 0-1 16,0 0-8-16,11 2-2 0,-11-2-7 0,0 0-6 15,25-11-2-15,-5 6-12 0,2 2-15 0,1-1-28 16,5-4-46-16,-2 4-66 0,9-4-72 0,10 2-72 16,-12-1-222-16,0 0-535 0,2-3 237 0</inkml:trace>
  <inkml:trace contextRef="#ctx0" brushRef="#br0" timeOffset="22702.91">14219 12384 11 0,'0'-12'271'0,"-2"0"1"0,1 3-10 0,-4 0-3 0,5 1-5 15,0 0 0-15,-2-1-27 0,2 9-19 0,0-10-11 16,-5 6-27-16,5 4-16 0,0-11-19 0,0 11-14 15,0-4-16-15,0 4-12 0,0 0-11 0,0 0-12 16,0 0-3-16,0 0-5 0,7 19-5 0,-1-9-10 16,-2 0 1-16,1 0-11 0,5 6-3 0,-5-3-2 15,6 2-4-15,-8 2-4 0,6-4-2 0,-3-4-2 0,6 3-10 16,-4 2 3-16,1-6-6 0,-1 0-3 16,-2-1 0-16,1 1-2 0,1-1 2 0,-1-2 0 15,0 1 1-15,-7-6-1 0,8 0-2 0,-8 0 1 0,13-7 0 16,-10 3 0-16,7 0-5 0,-5-2 4 0,4-3 1 15,-3-2-1-15,1 4 3 0,1-6 2 0,-1 4-4 16,-1-2-1-16,-1 2 0 0,-1 2 2 0,4-3-2 16,-2 3-1-16,-4-1-3 0,6 4 1 0,-3-4 1 15,2 4-3-15,1 1 0 0,-8 3 1 0,14-3-4 16,-6 3 4-16,0-2-1 0,-8 2 8 0,20 4-5 16,-10 0-2-16,3-3-2 0,0 2 3 0,1 7-2 15,-4-8 7-15,4 5-3 0,-5-3-4 0,2 0 0 16,1 0 5-16,-6-3-1 0,1 2 1 0,-7-3-1 15,12 2 21-15,-12-2 15 0,0 0 34 0,0 0-11 16,15-6-12-16,-14 1 6 0,1-1-1 0,1 1 0 16,-3-7 5-16,0 2-2 0,-3 0-11 0,3 0 4 15,-3-7-6-15,-1 3-5 0,1-2-2 0,0-3-3 16,-1 4-3-16,-2-4-1 0,4 2-13 0,-3 2-3 16,3 0-16-16,-3 0-16 0,4 6-24 0,-1-1-27 15,1 1-27-15,1 3-33 0,-5 0-47 0,5 6-53 0,-5-8-47 16,5 8-22-16,0 0-235 0,0 0-577 0,0 0 255 15</inkml:trace>
  <inkml:trace contextRef="#ctx0" brushRef="#br0" timeOffset="23062.27">14860 12287 191 0,'0'0'251'0,"0"-8"-12"0,0 8-15 0,0 0-15 16,0 0-15-16,0 0-18 0,0 0-19 16,0 0-21-16,0 0-12 0,0 0-13 0,0 0-12 15,0 0-13-15,0 0-3 0,0 0-10 0,15 13-7 0,-15-5-4 16,6 2-10-16,-1-3-4 0,0 2-5 0,-2 1-6 15,-1-1-3-15,5 0 0 0,-1 3-8 0,-4 0-1 16,5 2-1-16,-1-6-1 0,-3 4-5 16,1 1 2-16,-3-4-7 0,6 3 2 0,-7-4-4 0,3 3-8 15,1-7-16-15,-4 4-19 0,1-1-20 0,-1-7-25 16,0 11-21-16,2-10-29 0,-2-1-36 0,0 0-45 16,0 0-149-16,0 0-385 0,0 0 170 0</inkml:trace>
  <inkml:trace contextRef="#ctx0" brushRef="#br0" timeOffset="23359.13">15096 12226 36 0,'0'0'161'0,"0"0"-3"0,0 0-10 0,0 0 0 15,0 0-12-15,0 0-6 0,0 0-6 0,0 0-10 16,-23 8-7-16,18-5 0 0,5-3-4 0,-13 9-4 0,10 0-6 15,-6-8 2-15,6 6-5 0,-2 0-5 0,-3 2-6 16,1-5-7-16,2 1-9 0,2 6-6 16,-2-4-6-16,2-3-4 0,-4 3-5 0,4-2-2 0,1 0-2 15,0 2-3-15,2-7-5 0,-3 8-1 0,3-8-1 16,0 4 4-16,0-4 0 0,2 8 5 0,-2-8 5 16,5 6-3-16,-5-6 5 0,13 4-9 0,-5 1-1 15,4-3-6-15,6-1 1 0,10 0-7 0,-6-1-7 16,7 0-15-16,1 3-37 0,5-3-57 0,-5 4-71 15,5 0-84-15,-2-3-150 0,0 2-431 0,-2 2 192 16</inkml:trace>
  <inkml:trace contextRef="#ctx0" brushRef="#br0" timeOffset="24532.55">18206 10368 11 0,'0'0'315'0,"0"0"-9"0,0 0-10 16,-5-5-4-16,5 5 6 0,0 0-15 0,-5-7-2 15,5 7 2-15,0 0-5 0,0 0-9 16,0 0-8-16,-1-5-12 0,1 5-11 0,0 0-23 0,0 0-16 15,0 0-24-15,0 0-14 0,0 0-16 0,0 0-12 16,0 0-11-16,0 0-6 0,6-10-9 0,-6 10-9 16,9-3-12-16,2-2-7 0,6 3-9 0,13-6-7 15,16-4-7-15,-3-2-5 0,13-1-2 0,5 0-8 16,27-9-4-16,-7 8-4 0,0-2-1 0,7-3-6 16,-12 5-5-16,-14-2-2 0,22-2-7 0,-1 4 3 15,-25-2-5-15,1 7-8 0,1-4-1 0,-6 5-7 16,-7 0-4-16,-3-2-5 0,-1 0-8 0,-13 4-8 15,-2 1-3-15,-8 2-7 0,-3 2-11 0,-1-2-9 16,-1 2-2-16,-6 0-26 0,0 2-30 0,1-1-24 16,-8-4-13-16,-2 6-12 0,13-3-10 0,-13 3-15 15,9-3-16-15,-9 3-15 0,6-5-23 0,-6 5-10 0,0 0-23 16,8-1-16-16,-8 1-195 0,0 0-529 0,15 0 234 16</inkml:trace>
  <inkml:trace contextRef="#ctx0" brushRef="#br0" timeOffset="24907.54">19400 9814 95 0,'0'0'233'0,"-14"2"-19"0,14-2-19 0,0 0-25 15,0 0-12-15,-1 5-10 0,1-5 1 0,0 0 7 16,0 0-8-16,10 10-2 0,1-9 1 0,-1 4-1 16,3 1-2-16,2 2-14 0,0-1-15 0,2 1-7 15,4-3-9-15,1 3-8 0,-6 0-10 0,4-1-2 16,-3 4-9-16,4-2-6 0,-6-1-11 0,0 3-6 0,0 1-2 15,-2 0-10-15,2 4 6 0,-5-2-9 0,3 2-5 16,-4 8 2-16,6-1-2 0,-9 4-5 0,2 0 1 16,-8 14-2-16,0-1 2 0,-10-1-7 0,-3 11-19 15,-2-3-38-15,-8 0-58 0,-5 6-96 0,-2-3-337 16,-1 4-576-16,-4-10 255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0:59:39.0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2962 1488 301 0,'0'-9'329'0,"0"-1"-8"0,0 2-14 16,0 8-15-16,0-9-20 0,0 3-28 0,0 6-23 15,0 0-26-15,0-9-23 0,0 9-21 0,0 0-21 16,0 0-9-16,0 0-15 0,0 0 4 0,12 24-15 15,-7-7-13-15,0-1-10 0,3 3 13 0,5 5 11 16,-11 2-11-16,11 2-11 0,-11 2 0 0,5-4-12 16,1 1-5-16,-1 3 5 0,-1-3-6 0,-4 3 3 15,4-3-4-15,-1 1 1 0,-3-1-6 0,5 2-5 16,-6-1-3-16,6-2-8 0,-7 1 1 0,0-2-4 16,7 0-4-16,-1 0-1 0,-3-4 7 0,2-6-14 15,-1 4-5-15,2 3 4 0,-1-7-4 0,2 2-3 16,0 1 0-16,-1-1 4 0,4-3-4 0,-2 1-3 15,4-5 4-15,-2 4 1 0,6-6-3 0,-2 3 5 16,4-2 0-16,2-2-4 0,1 1 4 0,7-7-4 0,2 1 1 16,2-2-5-16,2-2-9 0,1-2-25 15,-3 1-29-15,4-6-25 0,-4-3-26 0,1 0-19 16,-2 1-22-16,-1-6-16 0,-4-3-21 0,-1-1-23 0,-2 0-21 16,4-5-22-16,-11 4 12 0,4 1 5 0,-3 0 16 15,-2-6 24-15,-9 8 24 0,1 2 14 0,0-3 15 16,-4 5 25-16,-2-2 22 0,-1 0 39 0,-1 0 32 15,-2 2 22-15,-1 2 25 0,-2 6 16 0,4-4 19 16,-1 3 6-16,-2 4 7 0,-2 0 7 0,7 4-5 16,-8-9-5-16,8 9-7 0,-7 0-2 0,7 0 1 15,0 0-1-15,-10 10-4 0,5-6-6 0,-1 6-4 16,4-2 0-16,2 1-6 0,0 2 0 16,0 1-5-16,0 2-5 0,7 2 0 0,-6-3-3 15,6 1-1-15,1-2-1 0,-1 4-1 0,8-4-3 0,-5 1 0 0,3-1 0 0,5-3-1 0,-3-2-1 16,1 2-3-16,3-2-4 0,-1-2-2 0,2-5 0 15,-2 4-10-15,2-4-4 0,-2-1 0 0,-3 1 3 16,3-3 0-16,-8 0 3 0,-2-3 0 0,-1 0-6 16,0 0 9-16,-6 0-3 0,6-2 3 0,-7-1 4 15,-8-1 4-15,1 2 0 0,0-1 5 0,-1 2 6 16,1-1 11-16,-6 0 0 0,-2 0 2 0,-1 0-1 16,1 1-2-16,0 3-2 0,2-1 0 0,3-1-4 15,-2 0 7-15,2 3-4 0,5-3 0 0,-5 5 3 16,4-4 2-16,6 5 0 0,-7-6 2 0,7 6-7 15,-2-9-4-15,2 9 2 0,4-12-7 0,2 9-9 16,3-5-1-16,2 1-2 0,-1-1 0 0,7 0-3 16,-6 0 6-16,4-4-4 0,0 6 0 0,0-2-1 15,3-1-3-15,-6 2-5 0,3 1 0 0,-2 1 3 0,2 1-6 16,-9 1-1-16,3-2 0 0,4 5 1 16,-13 0 0-16,23 0 3 0,-15 5-3 0,6 0 0 15,-1 2 2-15,2 3 3 0,0 7-5 0,0-8 4 16,0 9-4-16,-6-3 5 0,13 3 0 0,-7-3-2 0,3 5 1 15,-8-5-3-15,3 0 0 0,-1 2 1 0,1-5-2 16,2 5-1-16,-8-7-2 0,1 4 1 0,-2-5 1 16,1 0 0-16,-7-2 1 0,5-4 1 15,-2 5 0-15,-3-8 1 0,2 7 0 0,-2-7 1 0,0 0 0 16,0 0 3-16,0 0 1 0,0 0 2 0,-17-25-5 16,14 16 1-16,0-3 4 0,0-1 4 0,3-4 5 15,-4 0 7-15,3 2 2 0,2-5 9 0,-1 5 7 16,7-4-3-16,-1 3 5 0,1-2-7 0,-4 1 0 15,2-1-10-15,4 6 3 0,-3-3-4 0,3 6-8 16,-3-3-4-16,2 5 3 0,11-1-8 0,-9 3-4 16,3 3 3-16,0 1-2 0,-3 2 3 0,12 1-2 15,-6 3-2-15,-1 3-1 0,2-1 1 0,-4 5-4 16,5-3 8-16,-1 2-5 0,-4 1 7 0,0 0-8 16,-3 0-1-16,3-2 3 0,-3 7-6 0,-3-8 2 15,1 7 5-15,-1-7-4 0,-7 1 4 0,1-3-2 16,-1 3 3-16,0-2 2 0,-1-4-5 0,-6 7 3 15,-1-5-8-15,1 0-13 0,-1-2-25 0,0 1-32 16,-1-2-40-16,-2 0-42 0,4 0-59 0,7-3-79 16,-15 1-271-16,15-1-610 0,-1-8 270 0</inkml:trace>
  <inkml:trace contextRef="#ctx0" brushRef="#br0" timeOffset="562.47">5273 1371 129 0,'2'-9'388'0,"-2"3"-9"0,0-3-8 0,0 1-24 16,0 8-41-16,0-7-34 0,0 7-34 0,0 0-27 15,0 0-31-15,0 0-11 0,0 0-20 0,8 34-11 16,-3-17-6-16,2 0-16 0,-1 8-12 0,4 2-10 0,2 0-4 16,3 11-15-16,-1 0-5 0,8 1-8 15,-2-3-2-15,-7-6-10 0,4-3-1 0,2 4-6 16,-4-3-3-16,5-4-17 0,-5-2 12 0,-5 2-6 16,3-4-6-16,-4-10-3 0,-3 2-24 0,2-1-17 0,-1-3 1 15,1-4-7-15,-8 0-2 0,0-4-21 0,0 0-10 16,0 0-16-16,0 0-4 0,0 0-14 15,-3-22-9-15,-4 4-17 0,2 2-15 0,-9-16-13 16,4 5-10-16,-4-13-23 0,3-4-18 0,1 2-8 0,-5-3 1 16,8 1 23-16,-1 4 18 0,1 8 29 0,1 1 35 15,-1 3 42-15,6 1 39 0,-6 1 46 0,0 9 35 16,6-2 22-16,1 11 20 0,-4-8 12 16,1 7 9-16,3 3 2 0,0-2-14 0,-3 3-15 0,3 5-6 15,-4-8-24-15,4 8-4 0,0 0-7 0,0 0 4 16,14 20-13-16,-8-5-8 0,-2-1 1 0,9 6 9 15,0 2-19-15,2 2 3 0,7 5-8 0,1 4-2 16,5-2-1-16,-3 3-1 0,4-3-2 0,1-3-2 16,5 1 2-16,-4-1-7 0,-2-8-8 0,-8-1-20 15,9-4-26-15,-7-1-25 0,5-1-26 0,-8-5-27 16,3-2-25-16,-3-3-19 0,0-4-11 0,1-1-14 16,-4-4-7-16,0-3 6 0,-6-3 3 0,2 2-115 15,1-7-327-15,-4 0 144 0</inkml:trace>
  <inkml:trace contextRef="#ctx0" brushRef="#br0" timeOffset="1093.71">6021 1617 1052 0,'3'-19'-83'0,"-1"-1"32"0,1 6 41 0,1-5 23 15,-4 10 47-15,0-3 7 0,0-2 15 0,0 2 5 16,0 8 2-16,-4-2-6 0,-1 0-7 0,5 6-6 16,-8-1-11-16,8 1-3 0,0 0-8 0,-20 13 2 15,12-2-2-15,-7-1-6 0,5 8-1 0,-1-3-11 16,1 4 1-16,-2-2 0 0,2 1-6 0,-1-2 5 16,-6-1-9-16,10 2 0 0,-3-3-3 0,4-3-1 15,-2 0 0-15,1-3 18 0,-1-1 19 0,1-4 5 16,0-3 0-16,7 0-1 0,0 0-2 0,-13-10 2 15,12 2-2-15,-4-3-3 0,5-4 0 0,0-4-4 16,0 1-3-16,0-7-1 0,6-4 2 0,2 2 2 16,-1 0 10-16,6-2 16 0,-4 2 17 0,2 3 14 15,-3 2 15-15,1 6 23 0,-1-3-2 0,-8 6 7 16,7-1-9-16,-4 2-16 0,4 5-10 0,-4 2-14 16,0-2-20-16,2 4-10 0,-5 3-6 0,0 0-7 0,20 10-8 15,-17-5-1-15,7 9 3 0,2 2-12 0,3 7-3 16,-2-1-7-16,-1 3 2 0,4 1 0 15,1 2-5-15,-1-4-2 0,6 11-3 0,3-1 0 0,-6 4-6 16,-4-14-4-16,7 0-5 0,-6-2-16 0,6-2-25 16,-9-6-16-16,2-1-25 0,-2 1-19 0,2-5-22 15,-5-3-17-15,3-4-20 0,-3 3-21 0,4-7-11 16,-6 2-19-16,3-4-7 0,-2-2-8 0,-3-2-2 16,1-1 1-16,1-6 27 0,-1 2 33 0,-1-1 2 15,-4-2 12-15,5 0 24 0,-6 1 26 0,3 0 32 16,-1-1 36-16,-1 5 36 0,-1 0 47 0,3 3 31 15,-8 3 32-15,4-5 25 0,4 6 14 0,-4 4 4 16,0-8-11-16,0 8 4 0,1-9-31 0,-1 9-18 16,0 0-11-16,0 0-10 0,0 0 6 0,0 0 12 15,0 0 0-15,15 17-11 0,-8-13-5 0,-6 6-6 16,6 0-10-16,1-3-4 0,-1 4-7 0,1 1-10 16,0 2 12-16,6-2-24 0,-6 1 3 0,5-3-5 15,0 1-31-15,-4-3-34 0,-1-1-35 0,0 2-38 16,4-5-39-16,-2 1-48 0,-4-2-53 0,9-3-34 15,-15 0-39-15,22-1-165 0,-14-2-523 0,4-4 232 16</inkml:trace>
  <inkml:trace contextRef="#ctx0" brushRef="#br0" timeOffset="1484.32">6700 1489 177 0,'-4'-7'273'15,"4"7"-7"-15,0 0-11 0,0 0-23 0,0-9-26 16,0 9-25-16,0 0-14 0,0 0-2 0,0 0-4 15,0 0-16-15,10 21-16 0,-5-14-11 0,-1 2-11 16,2-1-8-16,1 10-8 0,4-4-11 0,-4 3-8 16,3-5-3-16,0 7-8 0,2-3-10 0,2 0-1 15,-7 1-7-15,3 0-6 0,0-6 0 0,-2 5-1 16,5-6-2-16,-9 0-18 0,2-2-6 0,6-4-4 16,-9 4 4-16,4-3-2 0,-1-3 2 0,-6-2-1 0,0 0-2 15,20-10 2-15,-16 4-1 0,2-2 0 0,3-2 1 16,-3 1 4-16,7-3 11 0,-9-6 25 15,6 6 31-15,-5-1 12 0,5-1 2 0,-2 1 14 16,-2-2 14-16,-1 4 8 0,2 0 9 0,0 4-2 0,-2 0-7 16,-2-3-10-16,2 6-15 0,-3-2-11 0,4 4-19 15,-6 2-13-15,13-3-2 0,-13 3-8 0,17 5-4 16,-12 1-5-16,7-2-2 0,-1 11-4 0,-1-6-6 16,3 5-3-16,2-1 0 0,-7 2-2 0,7 0-3 15,-1 2-21-15,-1-2-28 0,-5-3-35 0,5 2-31 16,-3-4-47-16,5 0-32 0,-8 0-39 0,6-3-40 15,-5-1-55-15,1-4-54 0,2-2-280 0,-11 0-692 16,17-2 306-16</inkml:trace>
  <inkml:trace contextRef="#ctx0" brushRef="#br0" timeOffset="1875.1">7415 1407 235 0,'0'0'311'0,"0"0"-6"0,-9-6-19 0,9 6-21 16,0 0-23-16,0 0-13 0,0 0-15 0,0 0-17 16,-13 12-16-16,12-6-17 0,1-6-12 0,1 13-14 15,3-2-4-15,-4-2-18 0,6 1-12 0,1 2-10 16,-2 3-17-16,5-3-3 0,3 4 1 0,0 0-6 16,-1-4-8-16,8 7-12 0,-4-5-11 0,4-1-29 15,-5-1-14-15,6-1-20 0,-6 0-17 0,0-4-10 16,-2 2-11-16,1-3-5 0,-4-1-1 0,0-5-8 15,3 0 0-15,-2-5 5 0,-2 2 10 0,-3-3 7 16,3-2 2-16,2-1 6 0,-6-1 13 0,2 1 11 0,1-2 22 16,-1-4 17-16,-1 6 17 0,-4-6 23 15,3 5 4-15,-2 1 16 0,4-3 10 0,-7 1 16 16,0 2 18-16,0-1 11 0,0 5 1 0,1 0-4 16,3-2-5-16,-4 7-17 0,1-7-11 0,-1 1-8 0,0 6-16 15,0 0-19-15,5-6-2 0,-5 6-7 0,0 0-4 16,0 0-3-16,9 14-25 0,-6-9-29 15,5 3-27-15,-4-2-33 0,-1 3-29 0,4 0-37 16,-4 0-40-16,2-1-44 0,0-1-51 0,3 3-33 0,-6-6-230 16,3 3-588-16,1-3 261 0</inkml:trace>
  <inkml:trace contextRef="#ctx0" brushRef="#br0" timeOffset="2470.28">7933 1404 115 0,'-8'-6'319'0,"8"6"0"0,0 0-10 16,0-9-10-16,0 9-17 0,0 0-30 0,0 0-19 15,0 0-30-15,0 0-26 0,0 0-16 0,0 0-19 16,0 0-14-16,0 0-10 0,0 0-10 0,0 0-10 16,5 27-11-16,-5-23-9 0,6 3-12 0,-3 0-1 15,2 3-4-15,-3-2-10 0,6-1 0 0,-1 1-9 16,0-1 1-16,1 2-4 0,3 4-10 0,-1-3 2 15,-1-3-4-15,-1-3-8 0,0 3-4 0,-1 2 4 16,1-2-21-16,0-5-2 0,-3 1-3 0,0 2 4 16,2-3 4-16,-7-2 3 0,10 7 0 0,-4-7 0 15,-6 0-3-15,0 0 5 0,15-8 2 0,-13 1-1 16,3 3 2-16,-2-3-4 0,1-2 15 0,-1 0 13 16,0 0 6-16,4-1 16 0,-4 0 5 0,2 2 11 15,-2-3 2-15,4 2-3 0,-4 2 1 0,1-1 8 16,1-1-10-16,-5 3-9 0,3 2-8 0,-3-3-7 15,0 7-9-15,7-5-7 0,-7 5 0 0,0 0-13 32,8 0 2-32,-8 0-2 0,0 0-2 0,15 8 5 0,-7-3-13 15,-3-2 3-15,5 6 3 0,-5-2-6 0,3 1-1 16,-1-1-5-16,1 1-2 0,-1-1-6 0,1 1-4 16,-3-1-3-16,3-2 5 0,0-1-1 0,-8 3 0 15,12-4 3-15,-7-1 7 0,-5-2-6 0,15 3 8 16,-15-3-2-16,12-3 3 0,-12 3 4 0,14-2-10 15,-7-1 8-15,0-4 1 0,3 3 2 0,-5-2 8 16,-2 0-5-16,5 3 5 0,-3-3 7 0,2 0 4 16,-1 1 10-16,3 1 12 0,-3-2-2 0,-2 1 1 15,-4 5-5-15,6-4-7 0,-6 4-10 0,7-3-6 16,-7 3-5-16,0 0 4 0,15 0-9 0,-15 0 4 16,15 4-2-16,-10-1 0 0,6 5-5 0,-8-1 2 15,9 2-4-15,-5 2-12 0,3-4-28 0,0 1-23 16,-2 1-28-16,7-2-31 0,0 1-34 0,-7-4-30 15,5 8-33-15,-3-7-42 0,2-2-41 0,-4-3-37 16,5 3-29-16,-6-3-193 0,-7 0-601 0,25-4 267 16</inkml:trace>
  <inkml:trace contextRef="#ctx0" brushRef="#br0" timeOffset="3355.4">8772 1292 78 0,'-8'-8'291'0,"8"8"1"0,-9-6-10 16,9 6-16-16,-8-1-18 0,8 1-16 0,-8-2-21 16,8 2-21-16,0 0-22 0,0 0-13 0,0 0-9 0,0 0-26 15,0 0-11-15,0 0-11 0,0 0-12 0,0 0-9 0,0 0-7 0,0 0-8 16,0 0-1-16,0 0-3 0,0 0-8 0,26 8-2 16,-26-8-2-16,15 0-6 0,-5 1-3 0,0 0-4 15,-10-1-2-15,17 0-1 0,-17 0-3 0,10 0 11 16,-10 0-13-16,10 7-5 0,-10-7 8 0,8 0-9 15,-8 0-2-15,0 0-5 0,6 3 2 0,-6-3-9 16,0 0-2-16,0 0-1 0,0 0 2 0,9 7-2 16,-8-5-1-16,4 2-5 0,-3 0 16 0,5 4-12 15,-7 3 2-15,6 0-4 0,1 5-1 0,-6 0 1 16,8 2 4-16,-3 7 1 0,3 1-1 0,2-2 3 16,-2 6 11-16,5 10 1 0,8-1 12 0,-7 3-8 0,8 4-9 15,3-6-1-15,-1 5-1 0,7-3 3 16,1 9-1-16,-2-8-4 0,1 3 0 0,1-3 3 15,-8-1-3-15,3-2 0 0,2 1-5 0,-9-5 9 16,-6-6-7-16,5-3 3 0,-9-7 1 0,-1-1 0 0,-3 0 7 16,-4-2 11-16,-1-2 36 0,-4-3 27 0,1-8 19 15,-8 4 8-15,-4-3 3 0,-3 0-5 16,-6-5-3-16,-11-5-8 0,5-5-7 0,-4 3-9 16,-1-5-9-16,2 1-2 0,-9-5-12 0,2-4-7 0,10 5-4 15,5-4-4-15,-7 4 0 0,8-5-5 0,1 0-2 16,6-4-4-16,2 7-9 0,6-8-9 0,6-1-7 15,1-4-16-15,8 1-12 0,7-11-19 0,11-1-27 16,4-1-28-16,8-4-30 0,18-8-36 0,-1-2-4 16,-10 17 3-16,19-11 6 0,-19 11 14 0,-2 1 11 15,2 0 11-15,-2 2 11 0,-4 5 13 0,-7-4 7 16,3 7 12-16,-19 6 14 0,4-4-2 0,-3 2 11 16,-6 8 7-16,-6-3 12 0,-2 4 5 0,-1 5 1 15,-2 0 11-15,-5-1-2 0,-5 6-2 0,-1 2-5 16,-8 3 7-16,-2 2 3 0,-2 4-6 0,-12 5 4 15,5-3 8-15,2 3-1 0,0 5 0 0,0-1 3 16,5 2 0-16,4 1-3 0,-4 1 1 0,15-7 0 16,-5 3 0-16,4-1 0 0,3-4 1 0,4 1 1 15,2 1 7-15,0-4-8 0,2-1 3 0,4-3 6 16,3 5 0-16,4-6 5 0,0-3-4 0,5 0 2 16,2-1-6-16,0-2 3 0,7-8 1 0,-6 6-5 15,-1-5 1-15,3-3 5 0,0 1-5 0,-8-2 5 16,3 2 6-16,-6 4 13 0,1-3 12 0,2-4 21 15,-8 7 11-15,1 3 2 0,-1-4 4 0,-6 3-6 0,3 4-12 16,1-3-8-16,-5 5-10 0,0 0 0 16,0 0-13-16,0 0-5 0,0 0-3 0,0 14 4 15,0-2-4-15,0-4-5 0,0 3 1 0,0 1-6 16,6 3-2-16,-6 2 0 0,8-2-11 0,-3 1 14 0,4 1-13 16,4 0-8-16,-5-6-19 0,12 5-21 0,-3-8-18 15,2 3-22-15,0-2-21 0,10 0-26 16,-5-6-32-16,-5-3-31 0,10-1-31 0,-8-6-23 15,11 2-23-15,-9-11-214 0,5 1-531 0,-5-1 235 0</inkml:trace>
  <inkml:trace contextRef="#ctx0" brushRef="#br0" timeOffset="3589.76">10007 785 30 0,'-14'-17'301'0,"8"10"0"0,3-4 1 16,-2 3-4-16,-4 4-7 0,4-2-22 0,4-2-34 15,1 8-26-15,0 0-22 0,0 0-20 0,0 0-9 16,0 0-17-16,-7 20 19 0,7-2-2 0,5-2-17 16,3 11-8-16,1 0-13 0,5 12-16 0,1-1-4 15,7 5-7-15,-2-1-10 0,1 5-6 0,-3 3-10 16,4 0-3-16,-2-3-2 0,0-1-11 0,-2 3-6 16,-2-3 2-16,-2-4-41 0,-6-5-37 0,4-8-44 15,-7-4-38-15,1 1-30 0,-3-6-32 0,1-4-31 16,-1 2-25-16,-3-12-28 0,3 5-270 0,-9-8-571 15,6-3 253-15</inkml:trace>
  <inkml:trace contextRef="#ctx0" brushRef="#br0" timeOffset="3839.76">10051 1177 25 0,'0'-5'305'0,"0"-3"1"0,0 8-10 0,0-7-21 16,0 7-25-16,5-11-25 0,4 6-15 0,-1 1-19 15,0 0-5-15,5 2-7 0,1 2-9 0,2-2-8 16,1-1-2-16,3 8-25 0,-4-2-6 0,6 0-11 16,-2 1-11-16,1 4-19 0,-3-7-4 0,4 6-11 15,-6 0-5-15,6-3-6 0,-7 5-7 0,3-1-6 16,-3 2-11-16,-5 1-14 0,5 2-22 0,-9-1-27 16,4 3-17-16,-5 0-21 0,0 5-26 0,-5-4-28 0,0 6-25 15,-5-5-28-15,5 3-28 0,-1-2-14 16,1 0-23-16,1-2 0 0,-2 3-173 0,2-2-441 15,6-7 195-15</inkml:trace>
  <inkml:trace contextRef="#ctx0" brushRef="#br0" timeOffset="4277.24">10773 1295 126 0,'0'-11'270'0,"-2"5"4"0,2 6-5 16,-3-8-18-16,0 4-14 0,3 4-20 0,-2-8-29 15,2 8-18-15,0 0-13 0,0 0-16 0,0 0-15 16,0 0-13-16,0 0-14 0,-15 12-9 16,15-12-8-16,-3 13-11 0,3-8-6 0,3 7-3 0,1-7-6 15,1 2-8-15,-4 5 0 0,6-4-7 0,-1 4 4 16,1-2-12-16,1-2-5 0,-1-4-6 0,1 4-8 16,0-2-3-16,-3 0-2 0,-1-2 2 0,1 3 5 15,-2-6-3-15,-3-1 2 0,0 0-4 0,0 0-1 16,15-12 0-16,-12 4 1 0,-1 1-5 0,0-2 0 15,-2-3 0-15,6-3 1 0,-3 0 1 0,-1-1 9 16,1-4 11-16,4 5 5 0,-5-5 2 0,4 5-1 16,-1-4 12-16,4 4 15 0,-4-1-10 0,-2 4-4 15,3 1-3-15,-4 2 13 0,5 2-26 0,-6 0-5 16,6 6-3-16,-7 1-13 0,13-4 8 0,-13 4-4 16,15 8-2-16,-8-3-1 0,8 6 5 0,-7-1-6 15,5 3-4-15,-5 1 4 0,9 3-2 0,-5-4-2 16,3 4 5-16,-2-2-2 0,2 2-8 0,0-6 3 15,-4 7 5-15,-1-8-5 0,0 5-1 0,2-10 5 16,-7 2-1-16,1 0 3 0,-1-6-1 0,-2 6 6 16,-3-7 16-16,7 2-15 0,-7-2-5 0,0 0-15 15,0 0-41-15,0 0-42 0,0 0-52 0,5-17-67 16,-12 7-93-16,-6 1-288 0,2-1-633 0,-6-3 280 16</inkml:trace>
  <inkml:trace contextRef="#ctx0" brushRef="#br0" timeOffset="4934.97">7792 1087 11 0,'0'0'286'0,"0"0"-25"15,0 0-23-15,0 0-24 0,0 0-24 0,0 0-20 16,0 0-15-16,0 0-17 0,0 0-12 0,0 0-12 16,-13 15-7-16,10-11-4 0,3-4-12 0,-9 7-8 15,6-2-8-15,3-5-8 0,-7 7-3 0,7-7-6 16,-1 1-5-16,1-1-6 0,-7 7-7 0,7-7-7 16,0 0-30-16,0 0-47 0,0 0-75 0,0 0-97 0,0 0-176 15,-18-10-423-15,11 9 187 0</inkml:trace>
  <inkml:trace contextRef="#ctx0" brushRef="#br0" timeOffset="5258.01">6739 1200 312 0,'0'0'352'0,"0"0"-15"0,0 0-24 0,-18 2-28 15,18-2-29-15,0 0-26 0,0 0-27 0,0 0-28 16,0 0-18-16,0 0-15 0,0 0-14 0,0 0-14 16,0 0-7-16,0 0-7 0,23 16-13 0,-13-13-9 15,-3 3-6-15,3-4-9 0,1 0-4 0,-1 5-8 16,0-6-4-16,0-1-3 0,-10 0-10 0,15-1-9 15,-7 2-10-15,-8-1-12 0,15-5-8 0,-8 1-18 16,-7 4-23-16,0-9-24 0,0 9-36 0,-13-7-49 16,9 0-47-16,-9 4-53 0,-2-6-234 0,-10 1-528 15,-1 0 235-15</inkml:trace>
  <inkml:trace contextRef="#ctx0" brushRef="#br0" timeOffset="7455.81">3302 2868 3 0,'0'0'188'0,"-4"4"0"0,4-4-10 16,0 0-8-16,0 0-13 0,0 0-5 0,0 0-2 16,0 0 3-16,0 0-8 0,32-8-10 0,-17 1-13 15,10 3-11-15,1-5-9 0,4 3-13 0,0-2-6 16,13-4-7-16,0-3 4 0,3 2 0 0,0-1-10 16,4 2-4-16,1 0-4 0,6-3-6 0,-3 3-6 15,3-3-5-15,0-2-3 0,6 2-2 0,0 0 10 16,-2-2 4-16,1 2-4 0,19-6-4 0,-20 3-1 15,2 2-4-15,-5 2 0 0,23-10-6 0,-23 9-3 16,23-4 5-16,-21 5-7 0,-2-1-2 0,-1 0-4 16,1 1-2-16,-3-8 0 0,3 9-4 0,0-3 0 15,-5 0-3-15,3-1 2 0,-3 4-1 0,-2-5-4 16,2 6-2-16,-1-3 1 0,-1 0 2 0,7 0-5 16,-7-2-1-16,2 5-1 0,-3-4 4 0,4 4-1 15,-2-4-3-15,-3 5-2 0,-4-3 2 0,5 4 4 0,-4 1-7 16,2 0-3-16,-5-3 7 0,7 1-6 15,-5-2 4-15,4 6-5 0,-4-2 4 0,1-4 0 16,-1 6-4-16,1-5 1 0,2 4 0 0,-5 3-3 0,2-4 2 16,-2-1-3-16,-7 6 6 0,11-2-3 0,4-3-1 15,-8 3 3-15,13 3 0 0,-9-4-2 0,-3-4 2 16,8 5-2-16,-1 0 1 0,-5 2-4 16,4-5 5-16,3 2 1 0,-3 4-3 0,3-4 0 0,5-1-17 15,-7 4 1-15,5-1 4 0,-6 2 2 0,6-2-2 16,-3-2 0-16,3 3 4 0,-1 3 1 0,0-6 2 15,-4 6-1-15,0-5 2 0,2 1 1 0,-2-2 0 16,2 4-1-16,-3 2 0 0,-4-4 1 0,7 3 0 16,-1-2 2-16,-1 1-2 0,5-2 1 0,-4 5-1 15,-1 0 1-15,5 0 2 0,-6-1-2 0,-1-3 1 16,3 5-2-16,-4-1 0 0,3-3 4 0,-1 3-1 16,3-5 0-16,-2 10-2 0,5-3 1 0,-3-2 1 15,3 0 1-15,1 0-1 0,-6 1-5 0,5-1 4 16,2 3 4-16,-5-2-5 0,4 2 2 0,-3-1 0 15,2-2-2-15,2 2-1 0,4 2 6 0,-4-3-6 16,-6 1 4-16,8 3 0 0,-2-4 2 0,2 1-1 16,-1 2-3-16,-3-3 2 0,6 2-2 0,-3-1 4 0,-1 1-3 15,2 0 1-15,-2-3 0 0,-2 1 0 16,0-1 1-16,-6 0 2 0,1 0-2 0,-4 3-3 0,-4-3 1 16,-7 0 1-16,7-1 2 0,-7 1-1 0,-4 1 0 15,-1-1-3-15,-2-1 12 0,-1 1-13 0,1 0 1 16,-7 0 1-16,8 0 1 0,-4 0-2 0,-4-2-4 15,-2 2 7-15,13 0-2 0,-17 0 0 0,6 0 0 16,1 2 2-16,0-2-2 0,4 1-1 0,-6 3 2 16,1-4 6-16,-1 1-8 0,6-2 1 0,-1 2-1 15,-8-1 3-15,4 0-1 0,-1 2-3 0,1-2 3 16,-6 0 1-16,4-2-1 0,-6 2 0 0,-6 0 0 16,5 0 2-16,-3-1 2 0,-10 1-1 0,15 0 1 15,-15 0-2-15,15-5-15 0,-15 5-27 0,0-3-42 16,0 3-65-16,0 0-60 0,-17-8-91 0,-4 0-154 15,6 0-488-15,-13-1 217 0</inkml:trace>
  <inkml:trace contextRef="#ctx0" brushRef="#br0" timeOffset="11068.84">5708 3568 146 0,'-6'-6'286'0,"-1"5"-1"15,-1-3-11-15,8 4-13 0,-18 1-23 0,8 5-32 16,3-2-19-16,-1 4-24 0,-1-2-17 0,1 1-13 16,0 10-13-16,1 0-14 0,1 2-9 0,2-3-11 0,4 6-8 15,0-3-7-15,4 5-9 0,9 2-6 0,-5-4 1 16,5 0-9-16,6-2-4 0,2-1 0 0,1 0-1 16,4-7-1-16,1-2-7 0,1 0 8 0,7-3-1 15,-4-4-1-15,4-3-5 0,-2-3-4 0,0-2-2 16,-3-1-3-16,-2-3 2 0,-3-5-4 0,-5 5-1 15,-4-6-2-15,1 3-1 0,-2-3 1 0,-2-7 7 16,-10 1 1-16,2 2-2 0,-5-8-7 0,-2-1-2 16,-1 0 9-16,-8 2-13 0,1 4 0 0,-9-1-7 15,6 6 2-15,2 2-1 0,-4-1-1 0,-5 5-5 16,0 2-4-16,3-1 4 0,-1 8-31 0,-2 0-17 16,4-1-26-16,-2 6-21 0,1 0-24 0,0 1-22 15,4 5-22-15,0 2-30 0,10-2-38 0,-2 1-36 16,5 5-170-16,0 1-470 0,0-8 208 0</inkml:trace>
  <inkml:trace contextRef="#ctx0" brushRef="#br0" timeOffset="11537.68">6273 3216 68 0,'0'0'155'0,"0"0"-11"16,0 0-13-16,0 0 11 0,0 28-10 15,0-17-9-15,5 4-8 0,-2 1-17 0,-1 3-6 16,4-2-9-16,1 5-6 0,-1 0-10 0,3 3-5 0,-3-6-4 16,4 4-1-16,-1 1-11 0,2 1-5 0,-4 0 1 15,-1-9-6-15,-1 2-3 0,0-2-1 0,2 3-6 16,-4-7-1-16,2 0-2 0,0-3 1 15,-1-3 0-15,-4-2-1 0,4 4 23 0,-2-4 31 0,-2-4 26 16,7 7 23-16,-7-7-13 0,0 0-6 0,0 0-12 16,23-11-13-16,-15 2-12 0,0 3-4 0,6 0-8 15,-1-3-5-15,4 0-9 0,-4 1-2 0,3-4-6 16,3 5-5-16,-1-1-2 0,0 0-1 0,0 4-6 16,-3 0-5-16,2 2-2 0,-1 1-4 0,-4 1 1 15,-1 1-5-15,1 1 1 0,-1 2-2 0,-1 1-1 16,-3 2-2-16,-2 1 0 0,-2-1 1 0,2 5 0 15,-5-3 2-15,0 5-3 0,-5-5 2 0,2-2-1 16,-4 12 4-16,2-12 0 0,-9 6-2 0,2 1 3 16,-3-4-2-16,0 3-1 0,-1-1 0 0,-1-5-1 15,0-1-19-15,1 1-33 0,-2-2-34 0,1-3-38 16,-3-1-50-16,10-2-56 0,-3-2-229 0,0-4-491 16,3 0 218-16</inkml:trace>
  <inkml:trace contextRef="#ctx0" brushRef="#br0" timeOffset="11850.17">6976 3450 28 0,'18'6'247'15,"-1"3"-14"-15,-2-5-17 0,5 9-7 0,0-1-13 16,-1 4-17-16,5 2-16 0,0 0-17 0,9 8 6 0,-11-1-3 15,8 8-15-15,-4-3-15 0,-8-3-7 0,6 8-7 16,0-1-15-16,-4 3-6 0,0-1-11 16,-8-6-7-16,-1 12-2 0,-4-3-5 0,0-7 17 15,-7 7 17-15,-7 0 14 0,-1-9 5 0,-7 9 30 0,2-8 11 16,-9 4 5-16,-3-4 3 0,-3-1-7 0,-8-6-14 16,13-4-11-16,-21 1-9 0,15-8-13 0,-18 2-8 15,6-4-9-15,-5-3-11 0,13-7-18 0,1-2-33 16,1-3-46-16,2-6-45 0,1 2-44 0,13-4-45 15,-1-1-64-15,-4-9-74 0,13-4-85 0,-3-4-227 16,-1-11-653-16,9-5 289 0</inkml:trace>
  <inkml:trace contextRef="#ctx0" brushRef="#br0" timeOffset="12178.28">6776 3254 57 0,'0'0'201'16,"0"0"-17"-16,-7 1-23 0,7-1-14 0,0 0-19 16,0 0-9-16,0 0-10 0,0 6-7 0,0-6 8 15,0 0 2-15,0 0-6 0,9 9-5 0,-5-5-8 0,6-2-6 16,-5 0 10-16,-5-2-5 0,15 1-6 15,-15-1-1-15,22 3 2 0,-16-6 0 0,-6 3-2 16,17-1 4-16,-17 1-2 0,7-7-2 0,1 5-3 16,-8 2-5-16,5-8-3 0,-4 1-6 0,-1 0-10 0,5 2-1 15,-3-3-10-15,-2 2-4 0,-7-2-8 0,7 8 1 16,0-12-12-16,-1 9-17 0,1 3-30 16,-5-7-35-16,5 7-35 0,0 0-46 0,-15-1-47 15,15 1-41-15,0 0-204 0,0 10-464 0,0-10 205 0</inkml:trace>
  <inkml:trace contextRef="#ctx0" brushRef="#br0" timeOffset="12584.52">8168 3364 155 0,'0'0'301'0,"0"0"-20"0,0 3-19 0,0-3-23 15,0 0-21-15,0 0-22 0,0 0-17 0,-15 8-20 16,12-5-18-16,3-3-14 0,-7 8-12 0,2-4-12 15,5-4-9-15,-3 6-9 0,-2 0-9 0,3-2-6 16,2-4-12-16,-2 11-3 0,2-11-4 0,-3 6-4 16,3-6-2-16,3 7-8 0,-3-7-3 0,4 7 2 15,-4-7-4-15,5 4-3 0,1-3 1 0,-6-1-5 16,0 0-1-16,9 3-3 0,-9-3-1 0,0 0 1 0,3 3 0 16,-3-3-1-16,0 0-2 0,0 0-1 0,0 0-2 15,12-8-8-15,-12 8-18 0,3-12-19 0,-3 4-23 16,0-1-30-16,0 1-38 0,-3-2-52 15,3 1-46-15,0-4-45 0,-5-6-155 0,-2 6-453 0,-1-4 200 16</inkml:trace>
  <inkml:trace contextRef="#ctx0" brushRef="#br0" timeOffset="12865.84">7916 3247 25 0,'9'4'193'0,"-9"-4"5"0,11 8 3 16,-8-6-4-16,9 1-7 0,-2 0-7 0,3 0-8 16,-3-4-6-16,3 1-9 0,1 0-7 0,-3-2-5 15,9-1-1-15,-8 0-10 0,-1 1 2 0,2-3-1 16,-6 0-2-16,1-1-1 0,1-1-7 0,-1 0-7 16,-8 2-4-16,3-6-18 0,-3 2-5 0,4-2-11 15,-8 1-4-15,1 0-10 0,-4 0-12 0,4 0-3 16,-9-4-12-16,2 2-17 0,-3 4-25 0,3-3-17 15,-5 3-26-15,4 5-32 0,-1-1-39 0,-1 3-36 16,0 1-40-16,13 0-53 0,-23 4-48 0,11-1-155 16,0 2-481-16,4 2 214 0</inkml:trace>
  <inkml:trace contextRef="#ctx0" brushRef="#br0" timeOffset="14162.68">9308 4297 50 0,'-1'-8'344'0,"2"-3"4"16,-1 6-7-16,0-2-2 0,0-4-4 0,7 7-23 15,-7-1-38-15,0 5-35 0,0-7-27 0,0 7-26 16,0 0-19-16,0 0-20 0,0 0-15 0,0 0-13 16,0 0-15-16,16 19-10 0,-4-4-11 0,-4 1-6 15,1 3-7-15,7 4-5 0,-4 0-9 0,1-3-2 16,-1 4-4-16,2 2-5 0,-2-1 0 0,0 0-6 0,4-4-6 15,-4 2-2-15,1-5-11 0,-3-2-3 0,3 1-3 16,-5-3-7-16,2-3 1 0,-1-2-6 0,2 1 0 16,-4-2 6-16,-1 0 8 0,-4-5-5 15,3 2 8-15,-5-5 33 0,0 0-7 0,0 0 0 0,2 3-7 16,-2-3-9-16,6-14 14 0,-4 5 2 0,-2-3 0 16,5-3 10-16,-5-3-6 0,2 3 2 0,4-5 2 15,-6 1 0-15,9 2-6 0,-9-3 5 0,4 2-1 16,-2-1-3-16,6-1-6 0,-3 3-11 0,-5 0 7 15,9 0-14-15,-4 3 5 0,-4 1-4 0,6 3-3 16,-5 1-6-16,4 1-5 0,-1 1-7 0,5 3-24 16,-10 0-4-16,8 2-14 0,-8 2 4 0,0 0-14 15,28 6-11-15,-16-2 4 0,0 6-6 0,3 0 2 16,-1 2-5-16,5 2 7 0,1 1 0 0,-2 4-8 16,-3-1-3-16,0-4 6 0,-6-1 4 0,5 4 1 15,1-4 0-15,-5 1 6 0,1-1 6 0,-1 1 0 16,-3-5 4-16,1-2 12 0,-3-1 2 0,3 1 4 15,-8 0 9-15,0-7 34 0,7 4 33 0,-7-4 5 16,0 0 0-16,0 0 5 0,0 0 11 0,13-18 7 16,-11 9 10-16,-2-2-1 0,0-4 8 0,1 1-1 15,4-4 4-15,-1 1 12 0,1-1 2 0,1 3-1 16,1-6-3-16,-6 3-4 0,6 2 5 0,1-4-11 0,-1 5-9 16,5-3-12-16,-9 8-6 0,5-1-9 0,-1 2-5 15,-1 2-11-15,1-3-7 0,0 7-9 16,1-1-10-16,2 3 0 0,1 1 2 0,-11 0-9 15,25 7-4-15,-13-1-3 0,4 1-3 0,-1 5-10 0,2 3-4 16,4 4-14-16,-6-4-8 0,0-3-8 0,7 8-16 16,-1-2-14-16,-6-6-18 0,0 2-25 0,0 3-18 15,-2-5-12-15,2-1-26 0,0 1-9 0,0 0-24 16,-7-2-20-16,4-1-27 0,-4-5-37 0,0 2-38 16,5-6-44-16,-4 3-290 0,-1-3-710 0,-8 0 314 15</inkml:trace>
  <inkml:trace contextRef="#ctx0" brushRef="#br0" timeOffset="14397.13">10565 4134 294 0,'0'0'358'0,"0"0"-13"0,0-8-25 15,0 8-33-15,0 0-25 0,0 0-30 0,0 0-23 16,0 0-14-16,0 0-28 0,0 0-14 0,3 20-16 15,-2-14-15-15,6 2-9 0,1 1-10 0,-6 1-10 16,10 0-10-16,-6 5 0 0,6-3-10 0,-1 6-5 16,3-2-6-16,-1 0-30 0,3 2-14 0,4 0-22 15,-5-3-39-15,2 4-39 0,-4-5-57 0,2-1-67 0,0-3-63 16,0 3-242-16,-7-7-555 0,4-1 246 16</inkml:trace>
  <inkml:trace contextRef="#ctx0" brushRef="#br0" timeOffset="14818.99">10897 4137 2 0,'0'-6'299'0,"2"0"-20"0,-2 6-27 0,0 0-29 0,0 0-25 16,0 0-21-16,0 0-21 0,0 0-16 0,0 0-13 16,15 20-12-16,-10-13-11 0,-2 3-11 0,4 5-8 15,-1 2-7-15,-1-2-7 0,5 3-10 16,-3-2-4-16,-2 2-5 0,5 2-3 0,-2-4-6 0,-1 4-3 15,-6-5-4-15,6 3-2 0,-1-6-5 0,1 0 3 16,-5 3-5-16,6-7-2 0,-3 0 0 0,-3 0-2 16,4-2 1-16,-6-1-3 0,5-2 0 0,-5-3 1 15,0 0-2-15,0 0 2 0,17-11-5 0,-9 5 6 16,4-7 24-16,-6 1 9 0,4-7 10 0,0 7 10 16,2-7 12-16,-4 1 17 0,0 1 16 0,4-1 19 15,-2 2 18-15,-2 0-1 0,0 0 6 0,6 3 4 16,-8 1-1-16,1 3 2 0,1-2-16 0,-1 6-15 15,-2-2-15-15,0 0-16 0,1 2-15 0,3 5-9 16,2-3-9-16,-11 3-9 0,17 11-6 0,-6-4-6 16,4 7-6-16,2-2-8 0,-2 1-2 0,0 2-2 15,8 6-3-15,-3 1-1 0,-4-2-2 0,6 0-5 16,1 1-12-16,-5 3-22 0,0-5-24 0,2-2-25 16,-5 1-31-16,1-6-28 0,-2 0-35 0,1 0-24 0,-4-3-27 15,-3 0-29-15,1-5-26 0,-3 1-63 16,-1-5-56-16,-5 0-279 0,0 0-713 0,0 0 317 15</inkml:trace>
  <inkml:trace contextRef="#ctx0" brushRef="#br0" timeOffset="14990.86">10922 3851 108 0,'-8'-7'288'16,"-1"0"-28"-16,-4 1-27 0,7 0-22 0,1 5-22 15,5 1-25-15,-12-4-29 0,12 4-48 0,-10 2-53 16,10-2-66-16,-6 7-80 0,2 1-150 16,3 2-282-16,-1-5 125 0</inkml:trace>
  <inkml:trace contextRef="#ctx0" brushRef="#br0" timeOffset="15949.68">13031 3672 61 0,'0'-9'358'0,"3"-1"-5"0,-3 0-4 16,0 1-18-16,0 2 0 0,0 7-11 0,0-11-45 0,0 11-41 15,0-4-23-15,0 4-28 0,0 0-14 16,0 0-19-16,15 19-7 0,-5-7-27 0,-2 2-18 15,2 11-1-15,0 0-13 0,10 2-10 0,-4 0-2 0,4 9-7 16,0 6-12-16,-3-2 0 0,3-1-1 0,-1 0-5 16,1 0-7-16,-3 2 0 0,4-1 0 0,-6-1 13 15,5-3-28-15,-7-9 6 0,2 0-13 16,0-3 7-16,-3 0-13 0,1-1-2 0,3-7-29 0,-9-1-30 16,6-1-19-16,-4-4-22 0,-1-3-19 0,3 1-29 15,-4-1-35-15,3-3-52 0,-5-4-52 0,-5 0-60 16,0 0-178-16,12-14-558 0,-12 5 248 0</inkml:trace>
  <inkml:trace contextRef="#ctx0" brushRef="#br0" timeOffset="16230.92">12508 3831 183 0,'-12'1'377'0,"2"3"8"0,10-4 10 16,0 0 7-16,-20-4-3 0,20 4-18 0,-1-3-29 0,1 3-36 16,6-13-35-16,11 2-24 0,-1 3-31 0,12-6-19 15,11-6-19-15,4 0-20 0,8-1-20 16,0-1-13-16,7 4-13 0,2-4-13 0,16-7-10 16,-18 10-9-16,1-2-12 0,-1 6-8 0,0-4-7 0,-1 3-14 15,-8 1-26-15,2 3-25 0,-3 2-26 0,-9 0-31 16,-8 3-27-16,4 0-25 0,-12 3-29 15,-3 0-21-15,-4 1-33 0,1 3-32 0,-4 0-40 0,-1 0-32 16,-2 5-31-16,0-3-272 0,-7 2-651 0,-3 0 289 16</inkml:trace>
  <inkml:trace contextRef="#ctx0" brushRef="#br0" timeOffset="16746.53">13726 4083 149 0,'8'-6'295'0,"-8"1"-17"0,7 2-19 0,-7 3-28 15,1-5-22-15,-1 5-20 0,5-8-25 0,-5 8-18 16,0 0-17-16,15 0-5 0,-15 0-17 0,14 12-11 16,-6-4-12-16,7 5-6 0,-7-3-12 0,7 5-1 15,0 2-9-15,6 4-7 0,-6-3-6 0,7 4 0 16,-6-2-3-16,-1 1-4 0,5-3-7 0,-10 0-1 15,3-2-3-15,2 7-3 0,-3-7-4 0,-4-1-2 16,0 0-1-16,-3-6-2 0,-2-1-3 0,1 4 0 16,-1-5 1-16,-3-4 5 0,2 5 19 0,-2-8 20 15,0 0 16-15,0 0 6 0,0 0 10 0,-12 1 14 16,12-1 21-16,-15-12-3 0,9 3 14 0,-3-6 2 16,-2 3 1-16,1-6-9 0,3 1-3 0,2-2-9 15,-1-6-8-15,4-2-17 0,0 2-11 0,4-2-14 16,5 1-17-16,1 2-22 0,5 0-35 0,0-2-33 15,4 6-32-15,6-1-30 0,7 3-34 0,-7 4-32 16,12 1-43-16,8-3-42 0,-2 6-39 0,1 5-38 16,-8 1-230-16,3 4-608 0,-4 0 268 0</inkml:trace>
  <inkml:trace contextRef="#ctx0" brushRef="#br0" timeOffset="17590.43">14668 3933 117 0,'-9'-8'238'0,"1"1"-2"0,-4 1 0 0,6-3-6 0,-9 4-4 16,5 0-17-16,-2-5-22 0,-4 9-19 0,6-2-15 15,-10 3-16-15,7 0-14 0,-10 4-13 0,8-2-11 16,-7 7-7-16,2 0-14 0,4 5 5 0,-7-1-10 16,-2 5-5-16,3 1-6 0,1 2-9 0,1 2-5 15,2-1-3-15,0 1-6 0,1 0-2 0,4 2-2 16,3-3-2-16,3 1-8 0,1-3 6 0,1-2-5 15,3 1-4-15,2-4-1 0,2-2 3 0,3 3 1 16,8-5-5-16,0-2 6 0,4-1-8 0,-1-4 0 16,6-1-1-16,1 1 2 0,5-9-1 0,2 2 0 15,-4-5-5-15,2 1 0 0,-1-5-6 0,-4-1 5 16,4-4-1-16,-11 0 2 0,6-1-4 0,-7 5 2 0,-1-11 1 16,-2 10 24-16,-2-2 14 0,0-2 16 15,-5 3 9-15,-4-2 9 0,4 5 15 0,-5 2-7 16,0-2 6-16,2 3-10 0,-2-2-14 0,-2 7-15 0,1-2-1 15,1 6-17-15,-5-9-1 0,5 9-7 0,0 0-3 16,0 0-2-16,0 0-9 0,0 0-8 0,-15 18-13 16,15-7-2-16,0 2-22 0,5 2-12 0,-3 0-15 15,4 5-6-15,1-4-2 0,1 3-6 0,2 1-1 16,2-4-13-16,-1 2-8 0,2-2-11 0,1-3-14 16,2 2-17-16,-1-3-21 0,0-2-17 0,3-5-14 15,2 1-12-15,-8-5-2 0,4-1 5 0,4-1 10 16,-3-2 24-16,-11-3 12 0,9-6 13 0,-2-1 26 15,-3 2 12-15,-3-7 28 0,0 0 17 0,2-5 28 16,-4 7 23-16,4-14 20 0,-4 6 25 0,-4 5 23 16,8-1 17-16,-9-1 16 0,5 1 16 0,-4 4 9 15,1 1 5-15,1-1 5 0,-3 8 1 0,4-1 5 16,-4 0-7-16,0 1-21 0,0 3-15 0,0-2-16 16,0 7-16-16,0 0-1 0,0 0-9 0,0 0-9 0,0 0-4 15,0 0-5-15,11 20-4 0,-11-10 4 16,5 2-6-16,-2 3-9 0,1 1 0 0,1 2 0 15,1-1-4-15,1 2-2 0,1 0-2 0,-6 1 0 16,6-1 0-16,-3 0-3 0,5-3-2 0,0 0-4 0,-5-2 3 16,3-4-2-16,-3 0 6 0,0-2-3 0,0 0 5 15,0-4 14-15,-3 0 20 0,4-2 8 16,-6-2-2-16,0 0 4 0,15-9 9 0,-8 4 5 16,1-3 8-16,-1-3 5 0,8-1 14 0,-7 0 10 0,5-3 5 15,-6 0 10-15,1 0 11 0,4 3 3 0,-2-3-2 16,-2 2 0-16,3-1-4 0,-2 2-2 0,-8 3-2 15,8 1-15-15,-3 1 2 0,-1-1-9 0,-3 1-15 16,6 2-17-16,-5 1-11 0,2 1-10 0,-5 3-6 16,12-4-12-16,-12 4 3 0,0 0-9 0,18 5-3 15,-11 1-17-15,-1 1-6 0,9-2-26 0,-5 4-21 16,7 2-22-16,-9-4-22 0,7 2-21 0,-2 1-21 16,-1-2-23-16,3 1-21 0,1-1-26 0,1 2-23 15,-2-5-19-15,-2-1-31 0,-3 3-33 0,5-4-37 16,-5-3-26-16,1 0-34 0,-11 0-230 0,17-7-681 15,-11 0 301-15</inkml:trace>
  <inkml:trace contextRef="#ctx0" brushRef="#br0" timeOffset="17715.43">15124 3565 22 0,'-3'-1'129'0,"0"-2"-26"0,3 3-46 0,0 0-36 15,-2-6-77-15,2 6-59 0,0 0 26 0</inkml:trace>
  <inkml:trace contextRef="#ctx0" brushRef="#br0" timeOffset="18137.29">15523 3267 140 0,'0'0'319'0,"0"0"-34"0,0 0-30 0,-6 16-24 16,6-16-26-16,0 12-18 0,3-4-16 0,-1 2-5 16,-2 2-3-16,6 7-10 0,-4-3-9 0,3 7-11 15,-2-4-12-15,10 7-4 0,-6-1-8 0,6 5-12 16,2 8-6-16,-3-6-7 0,4 3-3 0,1 4-11 15,-7 0-5-15,1-10-6 0,-1-2-6 0,-1 1-7 16,2-3-1-16,-2 1-3 0,4 1-7 0,-7-6 0 16,3-3-7-16,-1-2 2 0,-5 1 2 0,4 0-6 15,3-5-1-15,-2 4 16 0,-1-7 25 0,-6-1 21 16,3-1-4-16,1-1 3 0,3 2 15 0,-6-3 10 0,4-2 12 16,7 7 1-16,-4-8 3 0,-1 3 0 15,13-3-9-15,-6-1-8 0,7-1-9 0,8 0-8 16,-1 0-15-16,5-3-8 0,-3-2-6 0,4 4-6 15,-4-2-6-15,1-5-6 0,1 4-20 0,-2-2-17 0,-1-1-40 16,0-3-34-16,0 3-48 0,-2-3-49 0,-2-1-47 16,-8 0-54-16,4-4-71 0,-5 2-70 0,-6-1-291 15,1-2-750-15,-2 0 331 0</inkml:trace>
  <inkml:trace contextRef="#ctx0" brushRef="#br0" timeOffset="18824.75">16329 3708 3 0,'-5'4'190'0,"5"-4"13"0,-3 10-5 0,3-1 12 16,-3-4-9-16,3 6-10 0,0-2-3 0,0 3-10 15,0-2-15-15,0 2-12 0,5 3-3 0,-2 4-16 16,0-7-11-16,-1 4-13 0,5-1-9 0,1 1-8 16,-1-2-11-16,-1 1-4 0,4 0-6 0,-2-2-8 15,4 1-4-15,-4-2-6 0,2-2-5 0,0 1 3 16,-5-4-9-16,7 0-3 0,-4-5-3 0,0 5-1 15,4-7-5-15,-2 1-2 0,5-1-1 0,-7-3-7 16,5 1-2-16,-5-3-4 0,1-2-3 0,4-4-2 16,2 0-4-16,-5-4 1 0,1 3 1 0,-2-3-3 0,-3-3-1 15,3 4 3-15,-3-2 0 0,1-3-5 16,-7 5 0-16,-7-3 4 0,5 5 13 0,-2-3 0 16,-5 3 2-16,3-3 1 0,-3 5 5 0,3 1 2 15,-3-3-3-15,-4 0 4 0,5 1 0 0,1 4 6 0,-1 4-3 16,0-3 3-16,1 2 1 0,1-5-2 0,2 7-1 15,4 2-2-15,-5-6-11 0,5 6 0 16,-6-6-5-16,6 6-3 0,0 0 2 0,0 0 6 0,0 0-8 16,0 0 4-16,0 0-1 0,28 7-9 0,-12 0 0 15,4-2-1-15,-3 0 1 0,3 2 1 0,-4 3 0 16,6-1-2-16,4-1-3 0,-1 2-5 0,0 2-3 16,-4-3 1-16,-2-2 1 0,2 4-8 0,-4-2-6 15,-1-1-4-15,-1 3-1 0,0 1-1 0,-2-3-1 16,2 3 1-16,-7-5-5 0,1 4-2 0,-3 0 3 15,1-6 3-15,-5 2 1 0,4 1 1 0,1-3 2 16,-7 2 6-16,0-7 3 0,1 8 2 0,-1-5 8 16,0-3 25-16,0 0 10 0,0 0 2 0,0 0 16 15,0 0 5-15,0 0 8 0,0 0 13 0,0 0 4 16,0-20 4-16,0 12-4 0,0-2-1 0,0-3-13 16,5-2 6-16,-3-1-2 0,6 1 2 0,-3-1 0 15,4 1 3-15,-3-1-10 0,2 1 6 0,4-3-11 16,-4 5-2-16,1-1 1 0,4 1 5 0,-5-3 2 0,0 8 3 15,2 1-5-15,-5 0-8 0,2-1-7 16,0 3-8-16,-4 3-6 0,3-4-8 0,-6 6-4 16,0 0-3-16,22 5-2 0,-17-2-5 0,5 1 1 0,-2 5-6 15,2 2 1-15,2 0 2 0,-4 5-6 0,5-4-12 16,0 4-16-16,-6-1-20 0,6 1-23 0,1 2-24 16,-5 3-35-16,1-1-11 0,2-6-23 0,-2 5-32 15,-2-3-43-15,-1-4-51 0,1 3-59 0,-1-3-303 16,-6-4-702-16,6-1 311 0</inkml:trace>
  <inkml:trace contextRef="#ctx0" brushRef="#br0" timeOffset="20654.02">18076 3229 153 0,'1'-14'342'0,"3"-1"-1"0,-3 4-13 15,-1 0 8-15,-1 3-7 0,-3-3-26 0,3 3-18 16,-3 1-28-16,1 2-26 0,-5 1-28 0,8 4-25 16,-28 4-14-16,11 3-17 0,-3 0-25 0,-5 6-6 15,-1 7-15-15,-12 4-4 0,6 6-10 0,-2-1-7 16,-1 11-9-16,2-5-4 0,3 8-11 0,0-2 1 16,4 5-6-16,2 2-6 0,8 2-1 0,-2 1-2 15,11 3-7-15,-1-7 2 0,8 6-3 0,11-5-1 16,-1 5-3-16,5-2 6 0,12-5-4 0,-1-3 0 15,6 3 1-15,1-11-2 0,5 6-2 0,3-8 2 16,4-2 0-16,0-5-7 0,6-2-24 0,2-5-34 16,1-3-44-16,-1-5-56 0,0 0-48 0,-8-3-70 15,0-5-72-15,-2-2-73 0,-13-5-217 0,-1-4-664 0,-2-3 294 16</inkml:trace>
  <inkml:trace contextRef="#ctx0" brushRef="#br0" timeOffset="21544.61">18284 3282 169 0,'0'0'314'0,"-2"-8"-8"0,2 8-23 0,0-5-23 15,0 5-30-15,0 0-25 0,0 0-21 0,0 0-18 16,0 0-19-16,0 0-17 0,0 0-13 0,24 9-11 16,-13-1-12-16,4 1-9 0,0 6-12 0,0-4-8 15,6 7-1-15,-4 2-5 0,5-1-7 0,1 2-5 16,-2 0-5-16,1 0-6 0,-1 5-1 0,11 3-2 16,-3 3-2-16,-7-5-3 0,0 0 1 0,6 3-6 15,-12-4-1-15,6-3-4 0,8 9-2 0,-9-9-2 16,-4-4 0-16,1 2-2 0,0 0-5 0,0-1 4 15,-6-5 0-15,3 1 1 0,-4-5-1 0,-2-1 0 16,-3-4 1-16,1 2 33 0,-1 0 21 0,-1-3 26 16,2 1 30-16,0-5 38 0,-6 1 29 0,-1-2 25 0,7 5-3 15,-7-5-18-15,0 0-17 0,13-11-9 0,-13 5-9 16,2-3-8-16,4-3-9 0,-2-1-9 0,-4-2-11 16,-4-4-8-16,4 2-12 0,0-8-9 15,-6-3-9-15,6-3-7 0,0-1-6 0,-2 2-6 0,2-1-4 16,0 0-7-16,-5-3-2 0,4 6-5 0,1 1-5 15,0-7-2-15,1 9-7 0,-2-1 28 0,1 3-9 16,0 3-5-16,0 1-4 0,0-1-14 0,1 6 4 16,4-2-19-16,-10 5-30 0,10 2-38 0,-5 2-50 15,0-1-59-15,0 0-73 0,0 1-66 0,0 7-18 16,0 0-6-16,0 0-35 0,0 0-39 0,0 0-40 16,0 27-290-16,-5-16-791 0,4 2 351 0</inkml:trace>
  <inkml:trace contextRef="#ctx0" brushRef="#br0" timeOffset="21982.1">19284 3763 240 0,'0'0'400'0,"0"0"-8"15,10-1-7-15,-10 1-29 0,0 0-27 0,0 0-33 16,0 0-34-16,0 0-31 0,0 0-20 0,0 0-29 16,0 0-17-16,11 9-19 0,-2-2-13 0,-3 3-12 15,3 3-12-15,-1-1-12 0,3 4-6 0,-1 2-14 16,-5-6-2-16,-3 7-9 0,5 0-9 0,-1-4-4 16,-4 6-4-16,4-2-3 0,-6-2-9 0,0 2 3 15,0-1-14-15,-1-1-22 0,-4 1-15 0,0-4-23 16,0 0-25-16,-2-3-30 0,-4 1-30 0,7-1-28 15,-9-3-31-15,7-1-42 0,-3-2-55 0,3-5-67 16,-3 0-192-16,9 0-578 0,0 0 256 0</inkml:trace>
  <inkml:trace contextRef="#ctx0" brushRef="#br0" timeOffset="22888.32">19668 3386 60 0,'-2'-8'337'0,"2"8"1"16,-3-6-9-16,3 6-7 0,0-6 1 0,0 6-7 0,-3-10-11 15,-4 5-10-15,7 5-17 0,-2-6-15 0,2 6-22 16,0 0-23-16,0 0-26 0,-3-3-20 0,3 3-24 16,0 0-14-16,0 0-19 0,0 0-13 0,0 0-12 15,0 0-8-15,0 0-12 0,0 0-11 0,0 0 0 16,3 25-5-16,-3-17-9 0,2 4 7 0,-2 0-14 16,7 2-3-16,-7 1-5 0,6-1-2 0,-6 4-3 15,8-1-3-15,-6 2-2 0,3 3-3 0,2-3 0 16,-6 1-1-16,6 0 0 0,1-1-3 0,4 3 0 15,-4-1 1-15,-1-3-2 0,3-2 0 0,-4-1-3 16,8 1-12-16,-5-6-3 0,3 3 3 0,-2-4-5 16,3 4 0-16,0-3 1 0,-1-3-4 0,0-2-1 15,4 1 0-15,-3-2 1 0,-3 0-1 0,4-4 3 16,-1 0 1-16,2-2 1 0,1-3 1 0,-2 2 0 0,-6 2 5 16,3-5 4-16,3 0-1 0,-9-5-2 15,5 3 3-15,1-4 0 0,-3-3 1 0,-1-2-3 16,-5-2-5-16,4 0 7 0,1-4 2 0,-5 3 0 0,3 2 6 15,-4-6-3-15,-1 3 1 0,0 3 0 0,5 2 8 16,-10-4 3-16,5 3 10 0,0 2-10 0,-1 3 3 16,-4 2-6-16,3 1 8 0,2-1-3 15,-2-1 0-15,-3 5 1 0,5-3-4 0,-1 1-3 0,1 8-3 16,0-8-4-16,0 8-1 0,-5-10 0 0,5 10-8 16,0 0 1-16,-2-5-7 0,2 5-7 0,0 0-7 15,0 0 3-15,0 0-5 0,0 0 7 0,0 0-3 16,0 0 2-16,0 0-2 0,15 19 8 0,-8-13-6 15,-1 1 6-15,4 0 10 0,-5 0-6 0,7 2 5 16,-2 3-6-16,-1-2-4 0,6 6 3 0,-1-8-1 16,-4 4 1-16,3-1-6 0,0 3-3 0,2-2 0 15,-2 1-3-15,4-2 12 0,-2 1-10 0,-2-1-2 16,5 3 0-16,-1-8 12 0,-4 2-9 0,2 2-4 16,5-4 6-16,-4-2-1 0,-3 3 1 0,2 0-3 15,0-6 7-15,-8 2 5 0,8 2-12 0,-7-1 10 16,4-4 3-16,-1 0 8 0,-11 0-5 0,13 0 3 15,-13 0 2-15,20 0 2 0,-13-5-4 0,-5 0 8 0,6 2 3 16,-7-8 9-16,4 8 7 0,0-2 5 0,-1 0 4 16,-4-4 3-16,1 0 2 0,3 3 0 15,-4-6 1-15,1 4 3 0,-1-1 3 0,0-3 1 16,-1 2 3-16,1 0-4 0,-4-2-2 0,4-1 3 0,-1 1 2 16,1 2 1-16,-4-4-3 0,-2 2-5 0,2 2-4 15,3-7-2-15,-6 6-4 0,6 0-5 0,-6-1-4 16,5 0-2-16,-4 0-4 0,-1 1-2 0,7 3-13 15,-2 0-22-15,-3-3-24 0,2 4-34 0,-2 2-40 16,3-3-46-16,2 8-46 0,0-10-44 0,0 10-47 16,-6-4-39-16,6 4-31 0,0 0-46 0,-12-1-229 15,12 1-696-15,0 0 309 0</inkml:trace>
  <inkml:trace contextRef="#ctx0" brushRef="#br0" timeOffset="23450.8">20338 2903 363 0,'0'0'357'0,"0"0"-10"0,0-11-26 15,0 11-21-15,0 0-20 0,13-1-20 0,-13 1-14 16,19 1-17-16,-8-1-27 0,4 6-14 0,8 0-24 16,-8 0-20-16,13 5-10 0,0 1-16 0,1 3-12 15,0 2-6-15,8 6 2 0,-1 1-22 0,4 6-10 16,-4-3-3-16,1 4 2 0,-2 1-17 0,-4 2-3 15,-3 4-7-15,2 0-9 0,-7-1-1 0,-1 6-4 16,-3 6 2-16,0-9 1 0,-1 2-10 0,-3 1 3 16,0 2-2-16,-7 2-2 0,2-4-4 0,-4 3 3 15,-4-7-1-15,-4 1 0 0,2-8 2 0,-4-4-4 0,2 5-4 16,-5-4 10-16,-1-1-14 0,1-1-27 16,-1 0-28-16,5-8-27 0,-6-2-33 0,-2 1-31 15,3-2-37-15,-1-1-53 0,-1 0-70 0,7-4-318 0,-4-3-667 16,-1 0 295-16</inkml:trace>
  <inkml:trace contextRef="#ctx0" brushRef="#br0" timeOffset="25132.69">10030 5296 288 0,'0'0'286'16,"0"0"-22"-16,0-7-27 0,0 7-26 0,5-6-22 0,-5 6-22 16,0 0-19-16,0 0-15 0,15 9-16 0,-9-5-1 15,3 4-12-15,6 4-7 0,-2-2-14 0,2 6-7 16,-4-5-7-16,9 12-8 0,2 0-6 0,-4-6-4 15,2 8-6-15,-4-6-4 0,-1 2-1 0,5 0-6 16,-3 0-6-16,-3 0-1 0,6 0-2 0,-5-3-2 16,-6 0-2-16,4-2-2 0,-5-1 0 0,5 2-4 15,-6 0-2-15,3-4 0 0,-5-6-1 0,1 5-1 16,-1-7 3-16,0 5-4 0,0-3 8 0,0-2 21 16,-1 0 13-16,-3 1 22 0,4-5 18 0,-5-1 24 15,7 7 29-15,-7-7 19 0,3 4 19 0,-3-4 26 16,0 0 16-16,0 0 6 0,0 0-8 0,0 0-24 15,0 0-7-15,8-14-9 0,-8 7 0 0,2 0-4 16,1-4 10-16,-3 0-16 0,2-5-1 0,-2 0-29 0,2-4 1 16,-2-1 8-16,3-7-17 0,-3 1-8 15,2 0-5-15,-1-2-6 0,-1 0-8 0,0 2 1 16,-1-3-7-16,-1 5-7 0,2-2-26 0,-3-3 6 16,1 6-7-16,0 5-3 0,2 0-11 0,0 3-4 0,-3 4-9 15,3-3-28-15,0 7-13 0,-2 1 0 0,2-4 0 16,0 7 0-16,0 4 0 0,-1-12-105 0,1 12-52 15,-2-5-50-15,2 5-57 0,0 0-20 0,0 0-3 16,0 0-17-16,0 0-14 0,18 12-19 0,-13-3-22 16,-1-1-41-16,2 2-36 0,2 4-354 0,-3-4-854 15,0 2 378-15</inkml:trace>
  <inkml:trace contextRef="#ctx0" brushRef="#br0" timeOffset="25585.8">10786 5700 242 0,'17'0'259'0,"-17"0"-21"15,11 0-18-15,-2 2-23 0,-9-2-19 0,15 1-15 16,-7 4-14-16,0 0-18 0,-1 2-11 0,1-2-10 16,0 0-15-16,1 1-12 0,1 2-6 15,-5 0-5-15,1 1-10 0,1-1-3 0,-6 2-3 0,-1-1-6 16,0 1-6-16,0 2 5 0,-1-4-10 0,-6 4-1 16,-1 0-3-16,1-2-4 0,-3 2-1 0,-3 0-4 15,3-4 1-15,-1 3-4 0,-3-7-20 0,6 3-30 16,-4 0-40-16,3-1-43 0,-1-2-40 0,5-4-61 15,5 0-180-15,-10 0-422 0,10 0 187 0</inkml:trace>
  <inkml:trace contextRef="#ctx0" brushRef="#br0" timeOffset="26304.52">11025 5431 108 0,'0'0'322'0,"0"-12"-1"0,0 12-8 0,-2-5-12 16,2 5-5-16,0 0-3 0,2-7-23 0,-2 7-13 15,-7-4-24-15,7 4-24 0,0 0-24 16,0-7-19-16,0 7-19 0,0 0-11 0,0 0-30 0,0 0-8 16,0 0-8-16,0 0-5 0,0 0-17 0,-3 19-4 15,6-10-4-15,-3 2-12 0,0-4-6 0,7 6-1 16,-1 1-9-16,1 2-3 0,0-4 4 0,-1 3-22 16,1-3-7-16,1 3-6 0,-1 1-3 0,3-1-8 15,1-2-5-15,-3-3-7 0,4 2-2 0,-7 0-3 16,12-4-6-16,-9-1-1 0,10 5 0 0,-11-7-5 15,3 0 0-15,-2-1 1 0,3-3 3 0,-1 3 2 16,2-4-2-16,-12 0 6 0,17-5 6 0,-9 1-2 16,0-1 12-16,0 0-2 0,-1-2 0 0,1-1 1 15,-3 1 4-15,5-6-1 0,-10 1 5 0,5 0 2 16,-3-2 2-16,4-1 9 0,-6 3 6 0,0-1 4 16,0 2 10-16,4-4 6 0,-1 4 2 0,-6 4 14 15,6-3-6-15,-3 2 6 0,0 2-6 0,0 6-5 16,0-10-6-16,0 3-9 0,0 7 1 0,7-5-5 15,-7 5-13-15,0 0 1 0,0 0 0 0,0 0-3 16,0 0 1-16,0 0 6 0,15 13-1 0,-7-5 0 16,-2-2-10-16,3 1 6 0,-3 0-4 0,8 5 4 15,-3-2-1-15,-1 0-1 0,5-1 1 0,0 0 6 0,0 2-6 16,1-6 2-16,1 3-6 0,3 1 9 16,-4-3-5-16,6 0 1 0,-4-1 0 0,-1-4 0 15,-4 1 7-15,-3-1-9 0,6-1 5 0,-3-1 0 0,-1-1 0 16,-2 1-1-16,-2-4 9 0,-1-1 3 0,0-2 27 15,-3 1 14-15,0-1 4 0,-3-1 13 0,4-1 5 16,-5-3 11-16,0-1-11 0,-6-3 6 16,-1 2-9-16,2-1-9 0,-1-2-5 0,-3-2-5 0,-1 8-5 15,4-5-5-15,-3 2-8 0,1 1-7 0,-5 2-23 16,5 0-31-16,1 1-66 0,0 4-56 0,4-1-57 16,-3 1-66-16,4 1-89 0,-3 0-345 0,-2 1-758 15,4 2 335-15</inkml:trace>
  <inkml:trace contextRef="#ctx0" brushRef="#br0" timeOffset="34830.15">8055 7405 279 0,'-5'-12'417'0,"4"1"-1"0,1-3-11 0,0 5-14 16,0 0-22-16,-2-2-22 0,5 7-26 0,-3 4-37 15,0-12-36-15,0 9-25 0,0 3-26 0,0 0-19 16,0 0-14-16,20 21-4 0,-12-3-14 0,7 5-6 0,2 5-16 15,-4 2-10-15,7 6-8 0,5 3-13 16,-9 6-5-16,6 0-8 0,-6 0-7 0,1-1-3 16,0 2-4-16,-3-2-12 0,6 0-1 0,-8-5-4 0,0 3-7 15,1 0-2-15,-3-13-5 0,-4-2-3 0,8 2-3 16,-5-7-1-16,-7-2-53 0,3-3-36 0,2-2-31 16,-4-1-36-16,4-4-21 0,-4 1-24 0,-1-5-7 15,-1 0-8-15,3-2-12 0,-3 3-51 0,-1-7-71 16,0 0-60-16,0 0-237 0,0 0-670 0,-6-21 297 15</inkml:trace>
  <inkml:trace contextRef="#ctx0" brushRef="#br0" timeOffset="35158.26">7661 7410 44 0,'-10'-8'386'0,"2"4"8"0,0-1 4 16,1-2-1-16,1 3-16 0,-1-4-11 0,4 2-23 0,-1 3-31 15,4 3-33-15,-1-7-28 0,6-1-28 0,3-3-26 16,7 4-17-16,10-4-20 0,6-1-16 0,12-3-15 16,7-2-14-16,3 2-9 0,-2 1-12 0,7-1-13 15,-2-4-8-15,4 6-6 0,-2-1-8 0,-4 4-8 16,4-6-6-16,0 7-4 0,-5-5-12 0,0 1-18 15,-10-1-28-15,-8 7-26 0,-2-1-27 0,-3 1-34 16,-7-1-24-16,-5 4-24 0,-1-1-31 0,-4 5-37 16,-5-1-44-16,-8 1-25 0,14 5-3 0,-13 0-35 15,-2 3-246-15,-4-1-614 0,-4 7 272 0</inkml:trace>
  <inkml:trace contextRef="#ctx0" brushRef="#br0" timeOffset="35673.87">8741 7684 14 0,'0'0'349'15,"3"-10"-3"-15,0 5-22 0,-3 5-23 0,5-4-11 16,-2 0-24-16,-3 4-31 0,5-7-21 0,-5 7-19 16,0 0-31-16,0 0-14 0,0 0-17 0,0 0-9 15,25 8-12-15,-18-3-13 0,1 2-13 0,5 7-5 16,4-3-10-16,-2 5-4 0,6 3-8 0,-4 1-6 15,3 0-5-15,3 3-9 0,-3-1-5 0,-4 2-3 16,4-1 4-16,-3 1-11 0,-4-2 2 0,-3 1-5 16,-2-2-3-16,4-7 1 0,-9 3-5 0,4-2 9 15,-1 0-17-15,-6-3 4 0,2-4-3 0,1 3-1 16,-3-4 5-16,0-1 34 0,0 0 31 0,0-6 28 0,-5 3 17 16,5-3 21-16,-13 1 18 0,13-1 3 0,-16-7 8 15,7 1-1-15,1-1-4 0,-5-7-6 16,3 1-15-16,-2-4-13 0,6 0-19 0,-3-10-4 0,9 10-13 15,-6-9-15-15,4-1-11 0,2 0-19 0,8 0-20 16,-3 3-26-16,5-2-29 0,7-1-35 0,3 5-40 16,3 1-47-16,3-3-24 0,1 8-44 0,1 2-22 15,8 2-21-15,-4 1-24 0,3 7-32 0,8-1-17 16,-7 5-1-16,-5-6-7 0,4 6-6 0,0 0-202 16,-2 3-591-16,-3 2 261 0</inkml:trace>
  <inkml:trace contextRef="#ctx0" brushRef="#br0" timeOffset="36111.35">9619 7661 1023 0,'7'0'-61'0,"-7"0"36"0,15-2 28 15,-8-3 16-15,-7 5 3 0,0 0 7 0,11-2 11 16,-11 2-2-16,0 0 18 0,0 0 9 0,-13-17 16 16,6 15 7-16,1-5 6 0,-6 3 5 0,2-3 21 15,4 0 20-15,-4 2 0 0,-4 1 0 0,-1-4 0 16,7 4-3-16,-7 1-10 0,2 0-10 0,0 3-13 0,-4 0-11 16,-1 3-7-16,0 0-12 0,1 1-8 15,-3 1-7-15,-3 2-6 0,2 1-4 0,-2 6-2 16,1 1-7-16,7-2-1 0,-6 6-7 0,6-2-4 0,0-2-7 15,0 4 4-15,0 5-5 0,8-6 2 0,-1-1 2 16,2 1-9-16,4-2-1 0,2 3 3 0,0-3-2 16,2-1-1-16,4-1 0 0,2-1-1 0,-1-4 2 15,8 1 0-15,0-2-1 0,5-2 0 0,3-3 0 16,-7 0-5-16,3-3-2 0,-1-3 2 0,3 2 3 16,1-7-4-16,-1-3-2 0,-4 4 0 0,3-5 2 15,-5 0-4-15,-2-1 6 0,-1-4-1 0,-1 4 13 16,-1-4 22-16,-3 3 15 0,-2-1 23 0,-2 0 16 15,0 2 11-15,1 1 19 0,-3 3 5 0,-1 0 5 16,5 0-1-16,-5 3-4 0,0 1-13 0,0-2-16 16,0 7-15-16,0-9-13 0,0 9-13 0,0 0-10 15,0 0-5-15,0 0-5 0,0 0-10 0,0 0 3 16,0 0-5-16,2 28-8 0,1-17-5 0,0 1-15 0,4 3-5 16,1 0-8-16,-1 0-11 0,1 3-13 0,1 0-16 15,5-2-20-15,0-2-2 0,1 1-15 16,6 2-30-16,6-4-33 0,-9-3-20 0,3-2-29 15,-4 4-29-15,4-9-33 0,3 3-44 0,-6-3-20 0,-2-3-258 16,4-3-633-16,-5-3 280 0</inkml:trace>
  <inkml:trace contextRef="#ctx0" brushRef="#br0" timeOffset="36293.28">9914 7696 186 0,'-2'-4'207'0,"2"-2"-4"31,-6-3-1-31,4 4-15 0,-5 1-5 0,7 4-12 15,0-6-15-15,0 6 19 0,0 0 9 0,-4-8-18 0,4 8-14 16,0 0-20-16,0 0-14 0,0 0-9 0,0 0-11 0,0 0-10 16,-5 15-8-16,10-5-6 0,-4 0-9 0,2-3-4 0,6 12-3 15,-3-8-5-15,1 9-9 0,1-8-3 0,1 4-15 16,4 1-19-16,-5 0-26 0,5-2-31 0,-4 0-52 16,5-2-55-16,1-2-63 0,-1-1-222 0,-1-2-477 15,-3-4 211-15</inkml:trace>
  <inkml:trace contextRef="#ctx0" brushRef="#br0" timeOffset="36699.51">10212 7720 227 0,'-3'-9'220'0,"3"-1"-11"0,-2 3-16 0,2 1-18 16,0 6-16-16,0-11-22 0,0 11-17 0,-3-9-12 16,3 9-14-16,0 0-8 0,-4-3-1 0,4 3-10 15,0 0-11-15,0 0-8 0,0 0-3 0,0 0-6 16,0 0-1-16,7 21-8 0,-7-13-2 0,2 2-3 15,1 2 1-15,0 2-4 0,-3 3-6 0,7 1 0 0,-7-1 0 16,8-2-3-16,-8 4 0 0,7 0-2 16,-1-6-4-16,-1 5-1 0,-1-6-4 0,2-1-6 15,1-3-8-15,1 2 0 0,-1-5 0 0,1 2 1 0,-1-5 2 16,6-2 1-16,-13 0-3 0,17-2-3 0,-9-5 4 16,3 0 5-16,-1-1 3 0,-3-5 9 0,1-1 18 15,4 1 18-15,-2-5 16 0,-5 7 16 0,6-2 22 16,-6-2 11-16,2-1 14 0,1 2 41 0,0 1 8 15,-3 2 8-15,4 0 5 0,-3-1-3 0,1 8 2 16,-4-2-25-16,1 0-11 0,0-2-20 0,-4 8-21 16,7-4-12-16,-7 4-11 0,8-1-15 0,-8 1 2 15,15 7-11-15,-8 0-4 0,3 1-11 0,1-1-5 16,1 10-2-16,0-7-8 0,1 5-3 0,-2-3-29 16,1 2-40-16,1-2-28 0,2 1-47 0,-7-1-34 15,6-1-28-15,-6-4-36 0,-1 2-40 0,-6-1-43 16,7-5-51-16,-3 1-299 0,-5-4-695 0,0 0 307 15</inkml:trace>
  <inkml:trace contextRef="#ctx0" brushRef="#br0" timeOffset="36887.01">10041 7270 38 0,'-11'-3'175'0,"3"-2"20"15,-6-2 16-15,6 3-18 0,1 1-19 0,7 3-23 16,-1-6-15-16,1 6-33 0,0 0-50 0,0 0-61 16,0 0-57-16,0 0-161 0,35 6-246 0,-21-4 109 15</inkml:trace>
  <inkml:trace contextRef="#ctx0" brushRef="#br0" timeOffset="37277.66">10649 7107 103 0,'7'3'237'0,"2"3"-28"0,-4 1 2 16,10 1-3-16,0 6-19 0,-2-1-13 0,2 3-9 15,2 10 2-15,1-3-11 0,2 11-13 0,-2-6-14 16,0 8-9-16,1 2-10 0,-3 1-10 0,-3 0-7 15,2 3 0-15,0-4-7 0,2 1-9 0,-6 0-1 16,-1-11-7-16,-1 11-5 0,-3-9-9 0,1-2-2 16,-6 1-12-16,6-2 5 0,0 0-11 0,-7-3 3 15,1-6-6-15,4 2 8 0,-5-3-1 0,2-2 6 16,0-3-7-16,3-1 5 0,-5 1-1 0,0-5 9 16,0 2 16-16,0-2 13 0,0-7 54 0,0 7 11 15,0-7 19-15,1 4 14 0,-1-4 12 0,0 0-11 16,5 4-21-16,-5-4-14 0,0 0-17 0,17-11-11 15,-2 0-13-15,-2-1-13 0,8 5-9 0,3-8-10 16,2 2-8-16,4-4-9 0,10-2-21 0,-2-3-28 16,1 3-33-16,1 3-44 0,-8 2-40 0,12-4-38 15,-4 0-29-15,-12 6-28 0,-3 1-29 0,3-1-37 16,-5 8-37-16,-6-2-40 0,3-6-313 0,-4 5-715 0,4 1 317 16</inkml:trace>
  <inkml:trace contextRef="#ctx0" brushRef="#br0" timeOffset="37965.14">11654 7569 66 0,'0'0'125'16,"0"0"-18"-16,-4-8-14 0,4 8-6 0,0 0-11 16,0 0 6-16,0 0 2 0,0 0 56 0,0 0 9 15,0 0 2-15,-8 20-9 0,8-11 3 0,-5-1 5 16,3 0-9-16,-4 4-12 0,6-3-13 0,-7 4-13 15,5 1-6-15,-1 4-13 0,0 2-6 0,1-4-6 16,2-1-6-16,0 4-6 0,0-3-6 0,2 0-4 16,4-1-4-16,-4-1-4 0,5-1-3 0,-1-2-3 15,-4-2-3-15,6 0-5 0,1 0 1 0,1-5-6 16,-6 1 1-16,1-3-4 0,7-1 1 0,-12-1-5 0,17 0 1 16,-17 0-6-16,14-11 3 0,-5 4-3 0,-4-2-3 15,1-6-3-15,-4 0-4 0,5-3 2 16,-2 1-2-16,-2-2 1 0,-3-1 0 0,0 0 0 15,0-1-2-15,0 4 1 0,0 1 0 0,-2-4 4 0,1 5-2 16,-4 0 6-16,3 0 2 0,-3 3 15 0,5 3 24 16,-2-3 9-16,-3 5 4 0,5-4-1 0,-3 3 7 15,0 4-4-15,3-2-9 0,0 6-5 0,-4-9-8 16,4 9-4-16,-5-5-7 0,5 5-15 0,0 0-1 16,0 0-6-16,0 0 2 0,15-3-4 0,-15 3-8 15,14 11 2-15,-6-5-4 0,3 0-4 0,4 5-1 16,0-3-7-16,2 4-1 0,-1 0-11 0,3 0 7 15,2 3-4-15,-3-3 4 0,4 6-1 0,-6-6 0 16,-1 5 1-16,3-7-3 0,-1 6 6 0,-2-5 0 16,-3 1 2-16,-1 0-3 0,-3-4 3 0,4 3-1 15,-4-4 4-15,-6-1 2 0,5 0-2 0,-1 0 6 16,-4-3-3-16,4 3 21 0,-6-6 36 0,5 5 18 0,-5-5 11 16,0 0 12-16,0 0 2 0,0 0 20 0,0 0 8 15,0 0-1-15,2-19 3 0,-2 12 7 16,0-1 2-16,0-1-1 0,0-6-1 0,0 7 0 0,0-11-6 15,5 7-6-15,-5-5-2 0,2 0-6 0,1 0-2 16,2 6-6-16,-5-3 1 0,7 4-13 0,-1-4-1 16,1 5-4-16,-6-2-13 0,6 4-11 0,-5 1-5 15,4 0-9-15,1 2-9 0,-7 4-5 0,7-7-6 16,-1 6-5-16,-6 1-1 0,0 0-7 0,18 8 1 16,-9-4-6-16,-1 7-11 0,-1-4-20 0,3 1-22 15,-6 0-24-15,8 8-47 0,-2-5-36 0,0 5-26 16,-2-5-27-16,4 6-24 0,-2-2-35 0,-5 1-37 15,0-3-48-15,3 4-48 0,-5-6-280 0,-1-3-734 0,5-3 326 16</inkml:trace>
  <inkml:trace contextRef="#ctx0" brushRef="#br0" timeOffset="38293.25">12589 6915 273 0,'-12'-5'436'16,"2"-7"-11"-16,0 5-1 0,2-1-28 0,0 3-38 16,-2-2-32-16,5 3-44 0,-3 1-29 0,3 0-28 15,5 3-27-15,0 0-19 0,-17 15-15 0,10-5-15 16,4 9-19-16,-2-2-15 0,5 15-13 0,0 7-10 15,7 1-8-15,-2 4-6 0,3 4-9 0,0 4-6 16,1 2-5-16,4 17-7 0,-5-15-3 0,2-4-4 16,3 6 0-16,4-4-7 0,-2 0-5 0,0 0-4 15,6 0 0-15,-3-4-13 0,7-3-36 0,-2-9-20 16,4 0-18-16,-2-5-37 0,1-9-28 0,-3-5-36 0,5 3-43 16,1-11-70-16,2-2-74 0,-1-6-300 0,1-3-702 15,6-4 311-15</inkml:trace>
  <inkml:trace contextRef="#ctx0" brushRef="#br0" timeOffset="38762.08">12989 6969 289 0,'-1'-5'382'0,"-1"-3"-10"0,2 8-18 0,-3-8-10 16,3 8-21-16,-7-6-50 0,7 6-25 0,0 0-32 0,0 0-17 16,0 0-26-16,0 0-18 0,0 0-16 15,22 24-15-15,-9-11-9 0,-3 3-1 0,5 6-29 16,5 3-3-16,-6 1 6 0,8 10-28 0,1-2 0 0,-1 1-1 16,6 1-13-16,-5 3-5 0,3-5-5 0,-1 4 1 15,-8-12-4-15,11 10-8 0,-5-1 2 16,-5-12-5-16,1-4-1 0,-1 4 0 0,-7-7-10 0,3-1 10 15,0-4-3-15,-7-2 3 0,1-1 17 0,-1-1 49 16,-5-4 50-16,4 3 52 0,-4-3 16 0,-2-3-18 16,0 0-13-16,0 0-10 0,18-16 6 0,-16 6-4 15,-1-6-4-15,6 0-1 0,-2-4-11 0,2-10-9 16,-2-13-7-16,-2 0-12 0,5 1-11 0,-1-1-5 16,1 1-10-16,-1-10-3 0,1 7-15 0,2-2-2 15,1-3-11-15,-7 8-7 0,6 3-11 0,-4 5-3 16,-4 2 0-16,1 5-13 0,1 0-6 0,-4 11-18 15,1-2-26-15,-1 3-35 0,5 6-54 0,-6 0-73 0,1 3-91 16,0 6-38-16,0 0-8 0,0 0-8 16,0 0-6-16,-14 27-2 0,8-9-15 0,1 6-33 15,0 2-54-15,-5 3-312 0,8 1-808 0,-3 2 358 0</inkml:trace>
  <inkml:trace contextRef="#ctx0" brushRef="#br0" timeOffset="39012.08">14020 7412 39 0,'0'7'196'0,"4"-1"6"0,-8 1 32 0,4 2-21 15,0 2-16-15,0-4-17 0,0 7 6 0,0 1-3 16,-3 0-10-16,-2 0-18 0,4 3-11 0,-3 2-16 15,-4 3-10-15,1 4-13 0,-1 0-7 0,0 2-10 16,-2 1-6-16,-3-3-14 0,3-3-27 0,-2 2-34 16,2-1-35-16,0-4-44 0,-1-1-50 0,-1-7-52 15,9-3-51-15,-4-1-145 0,1-2-400 0,-1-3 178 16</inkml:trace>
  <inkml:trace contextRef="#ctx0" brushRef="#br0" timeOffset="39637.05">14189 7133 194 0,'0'0'312'0,"0"0"-32"15,0 0-30-15,0 0-26 0,0 0-27 0,0 0-17 16,0 0-18-16,-5 17-18 0,5-9-14 0,0 1-13 15,0 6-6-15,0 3-13 0,0-3-9 0,0 6-12 16,4 5 2-16,-3-4-13 0,4-2-5 0,0 0-9 16,-3 0-3-16,1-1-4 0,4 1-4 0,-1-2-6 15,1 0-6-15,-5-5-12 0,6 3-1 0,-1-9-2 16,1 5-3-16,-3-4-3 0,1-3-1 0,3-2-3 16,-1 2-7-16,0-3 2 0,1-2 0 0,2-7-1 0,-11 7 2 15,23-8-1-15,-13-4 3 0,2 3-1 16,1-4 2-16,-5-1-3 0,2 4 5 0,5-7 7 15,-8 2 10-15,4-4 9 0,-6 3 17 0,5 1 17 0,-5 1 11 16,7-2 9-16,-9 5 17 0,5 1-1 0,-3 1 10 16,-1 0-3-16,-1 3-4 0,4-3-5 0,-6 1-12 15,-1 4-14-15,5 0-3 0,-5 4-9 0,2-8-11 16,-2 8-10-16,0 0-3 0,8-3-5 0,-8 3-5 16,0 0-4-16,22 12 4 0,-11-5-3 0,1 5-4 15,1-1-3-15,2 0-4 0,0 2 0 0,6-1 4 16,-4 2 1-16,0-2-7 0,1-2-2 0,3 3-3 15,-1-2 1-15,0-2-16 0,-3 2 6 0,2-7-1 16,3 3-6-16,-7-2-2 0,5-3 8 0,-4-1-4 16,-3-1 5-16,-4-1 2 0,6-4 3 0,-9 3-6 15,7-5 3-15,-1 3 5 0,-7-5 0 0,2-6 4 16,-2 1-6-16,-2-2 26 0,-3-1 3 0,0 2 11 0,0-4 14 16,-2-1 9-16,-3 3-2 0,2-7 4 15,-2 8-4-15,0-5-2 0,0 2-9 0,-6-6-2 16,7 8-10-16,-7-2-3 0,4 1-3 0,5 5-10 0,-4-2-15 15,-1 4-27-15,0 4-38 0,6-2-39 0,1 0-43 16,-7 6-36-16,7-5-43 0,0 8-59 0,0-6-46 16,0 6-40-16,0 0-268 0,0 0-681 0,0 0 303 15</inkml:trace>
  <inkml:trace contextRef="#ctx0" brushRef="#br0" timeOffset="40044.81">15004 6564 106 0,'-7'-7'372'0,"4"-3"0"16,-2 5-3-16,0-3 3 0,3 0-3 0,-3 3-5 16,3-1-8-16,2 6-33 0,-1-8-35 0,1 8-26 15,-3-4-39-15,3 4-24 0,0 0-27 0,0 0-17 16,0 0-14-16,0 0-17 0,13 23-12 0,-5-7-10 16,9 4-9-16,-3 2-12 0,6 2-6 0,0-1-6 15,7 15-8-15,1-5-6 0,2 0-5 0,-1 3-5 0,6-2-5 16,-3 4-1-16,1-3-4 0,-7 0-5 15,1-1-4-15,1 6 0 0,-3-4-4 0,-4 3-2 16,-1-2-3-16,-3 6-1 0,-1-4-5 0,-3 7-6 0,-4 0-16 16,-3-2-28-16,1-2-24 0,-7 4-41 0,0 1-31 15,-7-4-25-15,1 3-10 0,-4-6-25 0,-5 5-26 16,-2-3-37-16,1 3-37 0,-1-9-64 0,-1-9-240 16,5-2-646-16,1-8 285 0</inkml:trace>
  <inkml:trace contextRef="#ctx0" brushRef="#br0" timeOffset="40779.16">16290 6957 305 0,'-10'4'346'0,"10"-4"-4"15,0 0-4-15,0 0 3 0,0 0-4 0,0 0-4 16,0 0-7-16,0 0-11 0,0 0-10 0,0 0-12 16,0 0-14-16,0 0-14 0,0 0-20 0,0 0-13 15,0 0-21-15,0 0-13 0,0 0-14 0,0 0-8 0,0 0-30 16,0 0-12-16,0 0-19 0,28-7-11 15,-15 1-3-15,-3 3-16 0,12 0-15 0,-3 0-19 16,0-2-20-16,9 0-22 0,-3-2-28 0,-4 5-35 16,9-5-42-16,0 6-50 0,-2-2-37 0,-7-1-30 0,3-3-29 15,-3 7-34-15,-1-3-35 0,-4 2-47 0,3 1-49 16,-8 0-245-16,-2 0-707 0,-9 0 313 16</inkml:trace>
  <inkml:trace contextRef="#ctx0" brushRef="#br0" timeOffset="40997.9">16462 7111 188 0,'0'0'273'16,"0"0"3"-16,-4 8 3 0,4-8 8 0,0 6 21 16,0-6 0-16,0 0-3 0,10 3-13 0,-5 0-15 15,-5-3-16-15,15 2-24 0,-5-2-26 0,-10 0-21 16,27-2-17-16,-6 2-15 0,-1 0-18 0,2 0-17 15,1-3-13-15,-2 3-36 0,7 3-39 0,-1-3-75 16,-1-3-57-16,-4 6-54 0,-2-1-68 0,-2-2-81 16,-3 0-317-16,1-5-667 0,3 5 295 0</inkml:trace>
  <inkml:trace contextRef="#ctx0" brushRef="#br0" timeOffset="42171.56">17882 5923 330 0,'-2'-15'345'0,"-3"-1"-8"0,0 0 3 16,5 4-4-16,-3-2 1 0,0 5-27 16,3 0-21-16,0 2-27 0,-4-1-30 0,4 8-25 15,0-9-28-15,0 9-23 0,0 0-18 0,0 0-17 0,0 0-7 16,0 0-17-16,15 27-8 0,-5-10-8 0,0 10-6 15,2-2-11-15,-4 6-7 0,10 7 2 0,0-2-11 16,4 6-5-16,1-4-1 0,-8 8-14 0,3-3 5 16,0 4-18-16,2-4-29 0,-1-1-29 0,0 4-20 15,-4 0-17-15,2-6-43 0,1 6-36 0,-3-4-38 16,0-2-56-16,1-2-72 0,-7-13-260 0,2-3-633 16,1-4 280-16</inkml:trace>
  <inkml:trace contextRef="#ctx0" brushRef="#br0" timeOffset="42577.8">17284 7323 199 0,'-5'1'336'0,"5"-1"2"0,0 0 0 0,0 0 2 16,-14-1 10-16,14 1-7 0,0 0-10 0,0 0-30 16,5-12-30-16,13 5-28 0,12-4-24 0,14-7-20 15,14-2-22-15,33-4-20 0,10-3-10 0,46-7-20 16,1-3-7-16,17 8 6 0,1 2 15 0,1 0-1 15,2 0-7-15,-2 3-12 0,0-6-9 0,0 6-9 16,-13 0-11-16,-11-3-8 0,-1 1-11 0,-46 7-2 0,10 1-8 16,-10-1-9-16,0 0 0 0,-12 0-10 0,-21 6-4 15,-5-1-3-15,-10 1-4 0,-5-1-3 16,-11 3-5-16,-4 4-7 0,-13 2-23 0,-1-2-28 16,0 2-43-16,-6 0-50 0,-1 0-63 0,-2 3-61 0,-5 2-24 15,0 0-18-15,0 0-18 0,-37 5-30 0,16-2-27 16,-6 6-294-16,-9 1-715 0,-9-3 317 0</inkml:trace>
  <inkml:trace contextRef="#ctx0" brushRef="#br0" timeOffset="43202.78">17900 7661 152 0,'-3'-20'335'0,"-2"1"-3"0,5 2-3 0,-7 2 0 0,7 0 4 15,-3 3-3-15,3 1-13 0,0 3-22 0,-2 0-26 16,2 2-27-16,0 6-36 0,0-8-24 0,0 8-22 16,0 0-20-16,0 0-8 0,0 0-15 0,12 23-13 15,-7-5-12-15,5 7-8 0,-2 4-10 0,5 8-5 16,4 4-7-16,-2 6-6 0,5-5-8 0,-4 4-3 15,-1-1-3-15,5 1-2 0,-4 1-6 0,3 2-5 16,-8-2 0-16,4-1-5 0,3-2 2 0,-1 1-3 16,-4-7-5-16,2 2 2 0,2-2 4 0,-4-3-6 15,-2 4-6-15,-1-15 4 0,2 3-2 0,-5 2-4 0,6-2 2 16,-5-3-2-16,-1-5-2 0,1-2-28 0,-1-2-39 16,1-1-37-16,-2-4-18 0,3-1-22 0,-3-1-31 15,3-1-38-15,4 5-58 0,-3-6-67 0,0-2-313 16,0 1-695-16,-2-3 308 0</inkml:trace>
  <inkml:trace contextRef="#ctx0" brushRef="#br0" timeOffset="43593.39">18493 7907 48 0,'0'-13'340'16,"0"4"5"-16,-2-1-15 0,2 0-10 0,-3 2-8 0,3-3 6 15,0 4-20-15,0-1-8 0,0 1-25 0,0-1-23 16,0 8-26-16,0-8-24 0,3 3-23 0,-3 5-21 16,0 0-15-16,0 0-14 0,0 0-19 0,0 0-8 15,20 20-8-15,-9-8-8 0,-6 1-11 0,9 4-3 16,-8 2-9-16,6-1-7 0,-1 8-23 0,-2-3-23 16,1 1-25-16,0-1-24 0,0 3-13 0,-4-7-17 15,4 5-18-15,-5-6-23 0,2 3-27 0,-1-3-26 16,3-1-22-16,-9 1-33 0,6-4-35 0,-6-1-57 15,5 0-168-15,-5-9-529 0,3 6 233 0</inkml:trace>
  <inkml:trace contextRef="#ctx0" brushRef="#br0" timeOffset="43937.12">18372 7726 115 0,'6'-4'229'0,"-1"1"-18"0,5-3-18 0,-3 1-7 16,3 4-9-16,3-2-15 0,7 3-13 0,-3 0-12 15,4 4-15-15,7 3-11 0,2 0-13 0,-5 1-12 16,3 4-7-16,2 1-7 0,0 2-9 0,-2 3-7 16,0-2-3-16,-3 3-5 0,1 0-6 0,-3 1-6 15,-3-2-2-15,-2 4-2 0,1-3-4 0,-9-1-3 16,1 3-3-16,-3 2-1 0,-3-5-2 0,0 2-1 15,-3-4 1-15,-4 2 1 0,1-2 9 0,-8 3 9 16,-2-3 3-16,-2 2 0 0,-2 3-5 0,-2-5-1 16,-6-1-3-16,-5 5 0 0,3-8-4 0,7 2-1 15,-7-1-3-15,-2-1-6 0,6-3-13 0,6-1-28 16,-1 0-30-16,1-4-31 0,5 3-32 0,3-6-26 0,2 4-42 16,5-5-54-16,0 0-131 0,0 0-398 0,0 0 176 15</inkml:trace>
  <inkml:trace contextRef="#ctx0" brushRef="#br0" timeOffset="44329.3">19100 8005 269 0,'0'0'333'0,"-8"-4"-9"0,8 4-18 16,0 0-28-16,0 0-28 0,0 0-24 0,0 0-30 16,0 0-20-16,0 0-16 0,0 0-15 0,0 0-18 15,-7 13-14-15,4-5-8 0,0 2-16 0,3 1-4 16,-2 1-10-16,2 1-4 0,2 4-7 0,-4 0 2 15,0-1-2-15,2 0-13 0,2 2 5 0,0 2-5 16,-2-5-9-16,0 1-3 0,3 3-2 0,-3-4-2 16,3 2 0-16,2 1 6 0,2-2-13 0,-2-1 0 15,5-2-1-15,-2-1-7 0,2-2 5 0,3-1 3 16,2 2-11-16,5-4 0 0,-4 1-3 0,3-4-5 16,1-2-33-16,3 1-23 0,5-3-30 0,-7 3-33 15,3-3-40-15,-10-3-49 0,8 2-36 0,-2-7-52 16,-5 4-213-16,1-7-539 0,-3 3 238 0</inkml:trace>
  <inkml:trace contextRef="#ctx0" brushRef="#br0" timeOffset="44516.79">19107 8230 90 0,'-15'0'277'0,"15"0"3"0,-13-1-1 0,13 1-2 0,-9 1-1 16,9-1-9-16,0 0-11 0,0 0-13 0,0 0-28 15,0 0-13-15,0 0-24 0,0 0-17 0,-1-7-23 16,1 7-25-16,0 0-32 0,16-8-34 0,-4 1-37 16,-4 5-36-16,5-1-48 0,2-1-46 0,-5 0-50 15,0-3-49-15,3 5-245 0,2-5-502 0,-3 3 222 16</inkml:trace>
  <inkml:trace contextRef="#ctx0" brushRef="#br0" timeOffset="44844.91">19329 8159 143 0,'0'0'186'15,"3"2"-4"-15,-3-2-9 0,10 8-2 0,-9-4-5 16,-1-4-9-16,7 6-12 0,-5 1-10 0,4-5-14 0,1 6-14 16,0-1-7-16,-4 1-11 0,2 1-7 15,1-2-7-15,3 1-10 0,-3 4-2 0,-1-3-7 16,-1-1-8-16,2 0-3 0,-6 0-2 0,9 0-8 0,-3-1-4 15,-6-3 1-15,7 4-5 0,-6-4-1 0,3 1-4 16,-4-5 5-16,1 9 17 0,-1-9 15 0,2 5 22 16,-2-5 19-16,0 0 20 0,0 0 9 0,0 0 1 15,0 0-6-15,0 0 8 0,0 0 12 0,0 0-9 16,0 0-12-16,-15-22-8 0,15 15-12 0,-2-2-7 16,1-2-19-16,1 2-6 0,0-7-28 0,1 7-22 15,8-8-31-15,-9 2-25 0,8 0-37 0,4-1-32 16,-2 1-35-16,3 3-42 0,3 0-39 0,-1 1-29 15,8 2-49-15,-4 2-218 0,-1-1-558 0,10 1 248 16</inkml:trace>
  <inkml:trace contextRef="#ctx0" brushRef="#br0" timeOffset="45548.01">19825 8137 10 0,'-10'0'198'0,"10"0"7"16,-16 0 3-16,16 0-7 0,-15 0 1 0,6 0-5 15,-4 2-11-15,-2 0-8 0,5 2-8 0,0-4-15 0,-1 4-13 16,-1-1-11-16,4 2-7 0,-7-1-12 0,2 7-9 16,5-8-8-16,-1 8-4 0,-4-1-18 15,1-3 2-15,3 1-17 0,2 3-4 0,-1 1-4 0,6-4-4 16,-5 3-2-16,-1-2-7 0,6 1 2 0,-3-1-5 16,4-1-6-16,1-1 1 0,0 0-4 0,1 0 0 15,4-2-3-15,-1-1 1 0,4 0-3 0,2-2-1 16,0-2-5-16,-2 3 3 0,-8-3-5 0,25-5 2 15,-10 0-8-15,3-2 5 0,-3 0-6 0,2-1 4 16,-6 0-2-16,2-4 0 0,-3 0 1 0,-1-2-6 16,4 1 3-16,-5 3-3 0,-1 1 6 0,1-6 1 15,-6 8 6-15,1-3 13 0,-3 0 9 0,2 6 1 16,3-4 7-16,-4 3 1 0,-1 5-11 0,4-12-4 16,-4 10-9-16,0 2-10 0,3-6 3 0,-3 6-1 15,0 0-5-15,0 0 1 0,0 0-2 0,0 0 12 16,0 18-18-16,0-11-2 0,0 2 6 0,3-1-10 15,2 6 8-15,-2-6-5 0,1 7-2 0,-1-4-1 0,4 1-7 16,-1-3-4-16,1 3-4 0,1-5 6 0,-1 4-10 16,1-2 0-16,0-3 1 0,1 0-2 15,2-3 0-15,-1 3 1 0,0-6 4 0,-10 0-1 0,18 1 0 16,-9-4 3-16,4 2 1 0,-5-5 2 0,-1 0 1 16,3-1 0-16,-5-1 4 0,1-3 4 0,-1-1 2 15,0 4 4-15,2-4 8 0,-1 2 6 16,-4 1 11-16,3-1 6 0,-3 4 7 0,3-3 2 0,-4 2-6 15,-1 0 3-15,5 1-5 0,-5 6-6 0,4-5-5 16,-4-2-5-16,0 7-9 0,6-2-2 0,-6 2-1 16,0 0-1-16,0 0 1 0,0 0 0 0,15 16-2 15,-15-10-3-15,7 0-1 0,-1 3-3 0,3-2 0 16,-3 3 0-16,1 0 1 0,-1-4-1 0,1 0 2 16,1 1-1-16,1 1-2 0,-4-2 2 0,0-5 5 15,-5-1-1-15,9 8-6 0,-9-8 6 0,9 0-6 16,-9 0 6-16,0 0 3 0,11-8 0 0,-6 4 1 15,0-2-1-15,-1 0 5 0,-1 0 2 0,-1-2-1 0,1 3 1 16,0-4 3-16,-3-1-2 0,3 7-5 16,-3-9 0-16,4 8 0 0,-3-4-8 0,3 5-7 15,1-2-15-15,-4-2-33 0,-1 7-40 0,0 0-45 16,9-9-53-16,-9 9-53 0,10 0-67 0,-10 0-177 0,0 0-531 16,18 5 235-16</inkml:trace>
  <inkml:trace contextRef="#ctx0" brushRef="#br0" timeOffset="45751.13">19881 7890 261 0,'-6'-6'282'0,"4"0"-30"16,-5 2-23-16,4-3-23 0,3 7-24 0,-5-9-24 15,5 9-31-15,0 0-38 0,0 0-57 0,8-4-56 16,-8 4-69-16,15 1-68 0,-15-1-96 0,19 2-279 0,-8-1 124 16</inkml:trace>
  <inkml:trace contextRef="#ctx0" brushRef="#br0" timeOffset="46235.48">20259 7227 164 0,'-2'-12'303'0,"2"3"-7"0,-3-5-8 0,6 7 3 0,-6-4-5 16,3-2-8-16,3 5-8 0,-3 0-8 0,2-2-11 16,-2 3-14-16,0 2-22 0,1 0-19 0,-1 5-20 15,0-11-23-15,0 11-15 0,4-3-24 0,-4 3-9 16,0 0-13-16,0 0-9 0,0 0 4 0,15 19-21 16,-9-7-12-16,2 6-8 0,6 3 0 0,1 6-1 15,6 8-4-15,-4 4-7 0,4 3-12 0,1 0 7 0,-1 8 2 16,1-3-9-16,1 6 0 0,0 1 1 15,0-2-3-15,5 21-3 0,-6-21-1 0,-2 2-2 16,6-2 4-16,-1 4-4 0,0-7 5 0,-4 2-2 0,4-4-5 16,-7-1 3-16,-3-4-1 0,2 0-7 0,-2-3 13 15,-4-8 5-15,-1-3 1 0,-3-4 3 16,6-2 7-16,-6 0 1 0,-1-6 2 0,-1-3 3 0,0 1 4 16,0-5-3-16,-3-5 7 0,1 8 5 0,1-9-3 15,-1 2 3-15,0 0-1 0,-3-5-4 0,5 5-5 16,-5-5-6-16,0 0-24 0,18-4-48 0,-18 4-59 15,14-8-65-15,-6 2-60 0,0-1-68 0,5-5-102 16,-3-1-369-16,-1 1-819 0,2-7 362 0</inkml:trace>
  <inkml:trace contextRef="#ctx0" brushRef="#br0" timeOffset="51422.8">22640 5787 49 0,'14'-18'285'0,"-6"3"-5"0,2-3 1 0,2 7-10 0,-4-5 4 16,0 2-17-16,-6 5-9 0,3 2-4 0,-4-1-6 16,8 0-13-16,-8-1-10 0,3 4-18 0,-3 2-21 15,6-4-18-15,-4 4-8 0,-3 3-20 0,3-7-12 16,-3 7-15-16,0 0-16 0,0-7 5 0,0 7-26 15,0 0-9-15,0 0-13 0,0 0-2 0,0 0-2 16,0 0-5-16,0 0-7 0,-19 15-5 0,4-8-5 16,-2 3 4-16,-4 3-5 0,-4 2 3 0,-3 3-4 15,-9 2-1-15,3 4-5 0,-6-1-3 0,-7 5 3 16,1-5 14-16,1 8-19 0,-3-3 2 0,0 1-11 0,-5 3 9 16,2-1 2-16,-13 11-1 0,16-7-2 15,3-3 3-15,-3-1 0 0,5-2-7 0,-3 1 2 16,2-3 4-16,6 0-8 0,4-1 11 0,4-7-8 0,7-3-1 15,1 4 4-15,4-8-5 0,0 2 4 0,6-6-7 16,2 3-1-16,2-3 0 0,0-3-5 0,1 5-2 16,2-6 8-16,0-1 2 0,0 2 1 15,5-5-7-15,-3 4 13 0,3-4 3 0,0 0 1 0,0 0 3 16,0 0-1-16,0 0-4 0,0 0 0 0,0 0 3 16,0 0-1-16,23-9-6 0,-10 6 2 0,4-1-2 15,1-3-4-15,10 0 2 0,-1-1-2 0,6 4-14 16,3-1-10-16,12-2-3 0,-1 3-7 0,9-3-9 15,-3 0-3-15,8 2-1 0,-3-2 1 0,-5 2 2 16,5 2 1-16,1-2 0 0,-4-2 2 0,0 5 7 16,-4-3 5-16,0 4 1 0,-1-4 3 0,-5-1 3 15,-12 6 4-15,0-3-1 0,-3-4 4 0,-9 5-1 16,1-1 3-16,-4 2 0 0,0-4 2 0,-6 3 0 0,1 1 3 16,-5 1-1-16,0-3 2 0,-8 3 8 15,15-3-9-15,-15 3 4 0,14 0-4 0,-14 0 0 16,0 0 0-16,8 2-5 0,-8-2 5 0,0 0 0 0,0 0-1 15,0 8 2-15,0-8 0 0,-8 11 2 0,3-5-5 16,-5 1 1-16,-4 3 4 0,3 3 10 0,-2-1-8 16,-7 6-2-16,-2 1 1 0,-11 5-1 15,12-2 2-15,-6 0-2 0,-6 8 5 0,-2 0 1 0,-3 1-3 16,-3 0 3-16,3 0-2 0,1 0 8 0,-4 1 1 16,-5-1 15-16,1 4-6 0,0-4 4 0,1-2 1 15,-6-1 6-15,7-2 4 0,3-1-6 0,0 1 4 16,4-3-8-16,8-7 1 0,0 2 7 0,3-1-9 15,5-5-1-15,-3 3 1 0,3-3-1 0,10-4-5 16,-2-1-4-16,4 0-6 0,0 2 5 0,1-5 3 16,1 3-1-16,4-3 9 0,2-4 17 0,8 4 32 15,1 0 3-15,2 0-7 0,12-7-4 0,9 2-6 16,12-4-4-16,8-1-5 0,6-2-3 0,1 1-3 0,22-6-6 16,1 2-1-16,2-5-4 0,0 2-4 15,-3 1-4-15,7-3 0 0,-7 1-3 0,0 2-4 16,-23 3 5-16,0-6-8 0,-5 5-5 0,3-1 3 0,-8 0 4 15,-3 0-3-15,-2 1-1 0,-13 3 6 0,-5 1-9 16,-5-1 5-16,0 1-27 0,-4 4-9 0,-4-3-37 16,-1 3-27-16,-6-1-42 0,2 0-36 15,-7 4-38-15,0 0-23 0,0 0-32 0,0 0-21 0,0 0-28 16,0 0-268-16,0 0-623 0,-22 15 276 0</inkml:trace>
  <inkml:trace contextRef="#ctx0" brushRef="#br0" timeOffset="54313.32">21965 7800 289 0,'0'0'291'16,"-3"-9"-13"-16,3 9-16 0,0-7-11 0,0 0-13 0,0 7-13 16,0-8-13-16,0 8-14 0,-5-11-19 15,5 7-15-15,0 4-18 0,5-8-7 0,-5 2-21 16,0 6 0-16,0-10-16 0,2 3-10 0,-2 7-12 0,6-4-13 16,1 1-7-16,-7 3-3 0,8-5-5 0,-8 5-9 15,10-4-4-15,-10 4-3 0,15 0-2 0,-9-3-9 16,-6 3 2-16,15 4 2 0,-5-1-12 0,-1 1-6 15,1 0-5-15,1 0-5 0,-1 4 0 0,-2 1 3 16,1-2-4-16,-1 3-4 0,-2 2 2 0,1 0-1 16,1-2-2-16,-3 2-1 0,2 1 2 0,-5-1-3 15,3-1 0-15,-5 1 0 0,1-1-2 0,-1 2 4 16,-1-4 0-16,-4 0 3 0,5 3-5 0,-7-8 1 16,5 6 1-16,-3-1 2 0,2-4 1 0,-2-2 1 15,-2 5 1-15,4-1-3 0,0-3 2 0,3-4 2 16,0 0 5-16,-8 5-2 0,6-2 0 0,2-3 5 0,0 0 7 15,0 0 1-15,0 0 2 0,0 0 7 0,0 0-17 16,0 0-2-16,10-24 5 0,-5 18-6 16,1-6 5-16,3-1-5 0,-3 2-2 0,3-4 1 0,-1-1 0 15,5-2 2-15,-5 6 1 0,4-8 19 0,-4 7-9 16,-1-1 6-16,1-1 8 0,0 2 4 0,-1-1 12 16,-2 1-1-16,0 2 4 0,0 3 3 0,0 0 10 15,-2-3 2-15,4 9-13 0,-7-4-5 0,2-1-6 16,2 3-6-16,-4 4-5 0,4-9-9 0,-4 9-12 15,0 0 6-15,3-3-7 0,-3 3-6 0,0 0 5 16,0 0-4-16,0 0-2 0,3 14 1 0,-3-14 1 16,5 15 1-16,-5-10-6 0,2 7 18 0,0-1-19 15,3-2-11-15,-2 2-27 0,0 1 18 0,1-1-36 0,6 1-12 16,-7 2-13-16,2 3-17 0,-2-9-19 16,4 7-19-16,-1 0-33 0,3 1-27 0,-4-4-31 15,1-2-36-15,2 3-33 0,-1-1-194 0,3-2-533 0,-5-1 235 16</inkml:trace>
  <inkml:trace contextRef="#ctx0" brushRef="#br0" timeOffset="54563.31">22528 7926 132 0,'0'0'207'0,"0"0"-16"16,0 0-14-16,0 0-11 0,0 0-13 0,15 7-19 15,-14-4-6-15,-1-3-11 0,7 10-10 0,-5-5-12 16,3 0-10-16,-4 1-9 0,-1-2-5 0,7 5-5 16,-5-1-7-16,1-1-7 0,-1 1-2 0,-2 1-9 15,1-2-2-15,-1 3 2 0,0-5-5 0,0 6-4 0,0-3 0 16,-1-1-4-16,1-1-29 0,-5 1-30 16,1 0-27-16,-1-4-26 0,4 2-40 0,1-5-46 15,-9 3-139-15,9-3-333 0,-9 4 149 0</inkml:trace>
  <inkml:trace contextRef="#ctx0" brushRef="#br0" timeOffset="55078.92">22583 7623 56 0,'0'0'148'0,"0"0"-3"0,-9 17-6 0,9-17-8 0,0 12-16 16,0-5-5-16,0-7-8 0,5 10-17 0,4-2-6 15,-9 1-4-15,3-3-2 0,2-2 3 0,0 4 3 16,0-4-9-16,0 3-6 0,1-3-5 0,1-1-5 16,-7-3 3-16,12 1 0 0,-3-1-7 0,-9 0 3 15,17 0-5-15,-17 0 7 0,15 0 0 0,-7-3 0 16,0 2 0-16,1-5 7 0,-3 1 3 0,3 1 0 15,-3-4 2-15,1 6 8 0,-1-3 4 0,3 0-5 0,-3 0 1 16,1-2-9-16,0 3-1 0,-6 1-8 16,-1 3-4-16,15-4-4 0,-15 4-7 0,7-2-1 15,1-3-6-15,-8 5-6 0,0 0-2 0,17 5-8 0,-12-3-1 16,3 2-1-16,-2-1-2 0,1 1-3 0,1 5 2 16,-1-1-5-16,1-1 1 0,7 8-1 0,-8-3 1 15,4 3-1-15,-2-4-3 0,-1 5 2 0,-1 0-1 16,2-3-5-16,-2 2 0 0,0 3 0 0,-1-2 4 15,-2-1-4-15,2 1 3 0,-1-1 1 0,-3 1 2 16,3-1-6-16,-2 0 0 0,-6-2 4 0,3-1 2 16,0-2-6-16,-5 6 12 0,3-7 13 0,-3 1 5 15,-1-2 4-15,-3 1 2 0,3-2 3 0,-4 1-11 16,-2-2 1-16,2 2-4 0,2-4-8 0,-5-1-16 16,3 2-28-16,-3-1-22 0,-1-3-30 0,6 1-34 15,-5-2-42-15,13 0-45 0,-17-6-47 0,11 3-227 16,1-3-511-16,-4 2 226 0</inkml:trace>
  <inkml:trace contextRef="#ctx0" brushRef="#br0" timeOffset="55386.53">23003 7482 79 0,'0'0'275'0,"0"0"-13"0,0 0-13 15,18 1-21-15,-18-1-15 0,12 5-11 0,-2-2-16 0,1 0-20 16,-2 3-14-16,4 3-18 0,2 0-8 0,0 2-17 16,-2 1-7-16,2-1-10 0,-4 8-11 0,8 0-8 15,-5 2-7-15,0-2-3 0,-6 3-10 0,7 3-4 16,-7-3-2-16,4 2-3 0,-4 3-5 0,-1 0-1 15,-6 4-2-15,4-4-5 0,-5 0-2 0,0-4-6 16,0 1-24-16,0 3-16 0,-5 0-26 0,0-7-26 16,-3 6-34-16,1-7-34 0,-3-3-40 0,4 1-50 15,-9-2-186-15,7-5-446 0,-7 6 198 0</inkml:trace>
  <inkml:trace contextRef="#ctx0" brushRef="#br0" timeOffset="56011.51">21914 7641 291 0,'0'0'287'0,"-2"-3"-6"0,2 3-10 0,0 0-7 16,-8-5-14-16,8 5-17 0,0 0-26 0,0 0-19 15,0 0-19-15,0 0-20 0,0 0-14 0,0 0-18 16,-20 8-10-16,17 1-12 0,-6 0-11 16,5 0-7-16,-5 7-10 0,1-4-6 0,1 8-5 0,-1-1 3 15,1 0-9-15,1 8-6 0,-1-4-1 0,7 4 3 16,0-1-11-16,0 1-2 0,0-3-4 0,0 3-1 15,8 0-2-15,1-2 1 0,1 1-2 0,0 1-4 16,5-4 6-16,4-3-1 0,0 2-5 0,7-3 0 16,12 6-22-16,-6-13-33 0,11 6-48 0,1 2-58 15,-1-8-65-15,2-1-66 0,3-4-266 0,-2-2-580 16,4-4 256-16</inkml:trace>
  <inkml:trace contextRef="#ctx0" brushRef="#br0" timeOffset="56605.24">23687 7335 161 0,'0'0'268'0,"-2"-7"-4"0,2 7-10 16,0 0-14-16,-3-7-19 0,3 7-22 15,0 0-19-15,0 0-20 0,0 0-10 0,0 0-15 16,-20 11-6-16,15-2-1 0,1 1-10 0,-5 4-3 0,4 3-3 15,-7-4 0-15,5 6-6 0,-1-4-4 0,0 8-7 16,4-4 5-16,-5 4-2 0,2 0-10 16,-1-3-10-16,8 0-2 0,-2-1-9 0,-3 3-3 0,5-5-8 15,0 1-6-15,5-1-1 0,-3 0-2 0,-2 0-3 16,8-5-7-16,-1 7-4 0,2-8 3 0,1 5-2 16,5-8-4-16,0 0-1 0,7 1 11 0,-2-2-26 15,-1-4-31-15,3 2-22 0,6-2-29 0,0 0-30 16,-6-3-33-16,3-3-43 0,-9 2-36 0,6-2-44 15,-1-4-42-15,-1 2-210 0,-3-3-547 0,-1-3 242 16</inkml:trace>
  <inkml:trace contextRef="#ctx0" brushRef="#br0" timeOffset="56823.98">23655 7606 36 0,'-11'-1'288'0,"11"1"4"15,-17 1 7-15,17-1-10 0,-15 0 9 0,15 0-17 0,-8-1-7 16,8 1-9-16,0 0-14 0,0 0-15 0,0 0-24 16,-8-2-21-16,8 2-16 0,0 0-20 15,0 0-15-15,26-4-18 0,-13 3-9 0,5-2-15 0,-1-1-28 16,1 4-40-16,4 0-41 0,-1-1-45 0,9-1-39 16,-8 2-44-16,-4-1-50 0,0 1-46 0,5 0-67 15,-8-3-213-15,2 0-558 0,-6 0 248 0</inkml:trace>
  <inkml:trace contextRef="#ctx0" brushRef="#br0" timeOffset="57575.5">24441 7304 163 0,'-3'-8'304'0,"1"2"0"0,-3-2-4 15,4 1-4-15,-3 1 6 0,-1 0-13 0,4 0 5 16,1 6-12-16,-7-6-14 0,7 6-21 0,-5-8-21 16,5 8-27-16,-5-3-22 0,5 3-22 0,0 0-20 15,0 0-12-15,0 0-15 0,0 0-12 0,-11 10-11 0,11 0-8 16,-2-3-9-16,2 4-1 0,0 5-7 0,0 1-8 15,0 1-7-15,0-1-3 0,0 2-3 16,3 3-3-16,-1 8 0 0,1-13-4 0,-1 4-3 0,3-1-3 16,-2-1-3-16,1 0-1 0,0-2-6 0,3 1 1 15,0-2-1-15,1 1-11 0,-5 0-23 0,2-4-12 16,2 1-29-16,1-6-22 0,-1 0-28 0,1 3-18 16,2-1-23-16,-3-3-27 0,-2 1-28 0,1-1-30 15,2-5-52-15,-1 1-47 0,0 0-208 0,-7-3-587 16,0 0 260-16</inkml:trace>
  <inkml:trace contextRef="#ctx0" brushRef="#br0" timeOffset="59960.99">24215 7155 240 0,'1'-3'303'0,"-1"-4"-16"0,0 7-17 15,2-11-6-15,6 8-20 0,-3-3-10 0,0 0-27 16,5 2-18-16,-3-1-12 0,1 1-14 0,7-1-9 15,-4 2-17-15,6-3-13 0,-2 5-12 0,8 1-9 0,-3-2-9 16,1 2-12-16,1 2-8 0,-1-2-4 16,-1 1-6-16,8 3-8 0,-4-2-3 0,4 4-14 15,0 0 2-15,-5 3 4 0,7-2-19 0,-9 2 0 0,6 5-4 16,-4-5-1-16,-5-2 11 0,7 9-18 0,-5-8 0 16,-2 7-1-16,-1-4 0 0,2 10-5 0,0-3 1 15,-6-2 1-15,3 4 1 0,-2-5-5 0,1 8 3 16,-7-1-3-16,0-4 2 0,-1 1-8 0,-1-1 4 15,1 6-2-15,-7 1 0 0,7-8-4 0,-14 2 6 16,7-2-3-16,-7 0-3 0,7 0 4 0,-13-1 17 16,5-1-16-16,-7 0 8 0,0-3-10 0,2 0 5 15,-2-1 2-15,-12 0 2 0,6-2 3 0,-2 2 0 16,3-2-1-16,-2-3 1 0,6 0 0 0,-7-1-3 0,3 2-3 16,-2-1 4-16,7-4 0 0,7-2-13 15,-5 1-16-15,6 3-24 0,7-4-19 0,-15 5-24 16,14-2-28-16,1-3-33 0,0 0-45 0,0 0-61 15,0 0-70-15,16 8-181 0,-2-8-544 0,5 0 241 0</inkml:trace>
  <inkml:trace contextRef="#ctx0" brushRef="#br0" timeOffset="60460.97">25069 7665 148 0,'0'0'325'0,"0"0"-2"0,-5-12-5 0,5 12-13 16,0 0-1-16,0 0-23 0,0-8-3 0,0 8-24 0,0 0-19 16,-2-4-27-16,2 4-26 0,0 0-33 0,0 0-5 15,0 0-20-15,0 0-14 0,0 0-7 0,-8 18-14 16,6-12-8-16,-1-2-8 0,1 8-8 0,-3 1-10 15,-2 0-4-15,6-1-3 0,-1 3-2 0,1 0-7 16,1 3 8-16,0-3-17 0,-4 3-2 0,4-2-3 16,4 3-3-16,-4-6 1 0,0 5-2 0,3-2 0 15,2-1 0-15,-2 2-2 0,4-2-1 0,-1-3 2 16,3 0-5-16,-1-2 7 0,5 2-7 0,-1-1-5 16,3-2-6-16,0-3-12 0,3 2-18 0,-3-4-19 15,0-1-19-15,3 2-19 0,0-2-23 0,-3-3-22 16,5 0-30-16,-4-2-29 0,-1 2-29 0,0-5-36 15,3 2-32-15,-8-2-240 0,5 1-568 0,-7-4 252 0</inkml:trace>
  <inkml:trace contextRef="#ctx0" brushRef="#br0" timeOffset="60696.86">25100 7870 95 0,'0'0'307'15,"-10"0"11"-15,10 0 8 0,-7-4 9 0,7 4 9 16,0 0-8-16,0 0 15 0,-4-4-18 0,4 4-15 16,0 0-23-16,0-7-34 0,0 7-22 0,0 0-27 15,0 0-26-15,0-9-15 0,0 9-20 0,3-4-27 16,-3 4-34-16,5-7-29 0,-5 7-45 0,11-5-35 16,-2-1-39-16,-1 1-36 0,4 5-35 0,-3-1-32 0,3-1-32 15,3 2-38-15,-3 0-36 0,1-1-47 0,2 2-254 16,0-1-614-16,-2 2 272 0</inkml:trace>
  <inkml:trace contextRef="#ctx0" brushRef="#br0" timeOffset="61056.22">25328 7851 16 0,'0'0'274'0,"0"0"-6"15,0 0-18-15,7-9-21 0,-7 9-18 0,0 0-21 16,0 0-19-16,0 0-17 0,0 0-13 0,0 0-16 16,27 6-12-16,-21-3-12 0,2 3-10 0,-1 0-15 15,1-3-5-15,1 5-5 0,-3-2-8 0,1 3-2 16,1-4-7-16,0 6-6 0,-1-8-2 0,0 6-5 16,-2 0-3-16,-2-3-3 0,0 1-3 0,1 0-5 0,-3 0 0 15,1-1 0-15,1-2-3 0,-3-4-2 0,0 5 4 16,0-5 10-16,2 7 14 0,-2-7 15 0,0 0 10 15,0 0-4-15,-7 7 19 0,7-7 7 0,0 0-3 16,0 0 1-16,0 0-5 0,0 0-8 0,-15-19-14 16,14 18 5-16,-3-6-12 0,3 0-8 0,-1-5-15 15,2 8-24-15,0-9-28 0,3-1-35 0,6-1-36 16,-4-1-39-16,3 4-45 0,0-5-42 0,5 7-39 16,2-6-37-16,0 8-189 0,2-2-519 0,-1-2 230 15</inkml:trace>
  <inkml:trace contextRef="#ctx0" brushRef="#br0" timeOffset="61806.19">25825 7773 198 0,'0'0'229'0,"-28"-8"-1"16,28 8-5-16,-15 0-4 0,15 0-9 0,-13-3-6 15,-2 3-8-15,15 0-13 0,-22 0 0 0,11 3-17 0,-7 1-15 16,4-3-13-16,-1 3-10 0,0-1-11 0,6 4-18 15,-3-3-5-15,-1 2 0 0,3 0-20 16,-3 2-6-16,4-4-7 0,3 3-7 0,-3 1-3 0,3 1-6 16,4-2-4-16,-5 1-4 0,7 3-9 0,0-6 2 15,0 3-1-15,0 1-3 0,9-1-9 0,-3 1-6 16,1-5-10-16,1-1-13 0,1 3-9 0,5 0-15 16,0-5-8-16,-1 4-8 0,2-3-11 0,0-2-3 15,1-2-1-15,-4-3 4 0,-1 3 2 0,3-3 7 16,-3 0 4-16,-2 1 6 0,0-4 6 0,0 3 3 15,1-5 7-15,-5 2 6 0,1-1 9 0,-1 1 17 16,-3-1 15-16,0 3 7 0,1-5 9 0,2 7 10 16,-5-5 8-16,0 3 1 0,1 2 3 0,-1 4 1 15,-1-12-6-15,1 12-5 0,1-7-2 0,-1 7-11 16,0 0-5-16,0 0-8 0,0 0 1 0,0 0-4 16,0 0-5-16,0 0 9 0,0 0-7 0,0 0-6 15,-11 22-2-15,11-17-3 0,0 3-4 0,2-1 6 0,-2 4-11 16,3-7-10-16,2 7 1 0,-5-5-6 0,1 1 0 15,1-2-5-15,5 4-2 0,-4-4-8 16,4-2 0-16,-1-1-6 0,3 1-4 0,-3 1-1 0,2-3 2 16,-8-1-1-16,15 0 0 0,-15 0 3 0,17-8 8 15,-12 6-1-15,5-1 4 0,-5-2 6 0,1-4 0 16,3 1 8-16,-3 3 1 0,-4-3 4 0,5 0 6 16,-2 1 11-16,-4 3 10 0,6-4 5 0,-7 0 7 15,6 5 4-15,-4-2 6 0,-2 5-2 0,8-8-4 16,-8 5-3-16,0 3-7 0,0 0 0 0,5-6-7 15,-5 6 0-15,0 0-7 0,0 0 3 0,0 0-2 16,0 0 1-16,0 0-1 0,2 18 1 0,-2-18-4 16,0 12 0-16,0-6-1 0,5-1 3 0,-5-1-4 15,2 2 4-15,-2 0-4 0,0-6 2 0,6 11-2 16,-4-8 0-16,-2-3 3 0,7 2-1 0,1 1-3 16,-8-3 3-16,0 0-3 0,0 0 3 0,20-4-3 15,-12 1 10-15,-1 2-6 0,-2-4 11 0,-1 2 5 16,3-3 8-16,1 4 16 0,-1-1 15 0,3 2-7 0,-10 1 15 15,10-6-16-15,-4 1 1 0,-6 5-2 16,9-3 6-16,-3 2-15 0,-6 1-4 0,0 0-7 16,0 0-10-16,9-3-1 0,-9 3-1 0,0 0-6 0,10 4-14 15,-10-4-20-15,10 3-13 0,-6 2-21 0,-4-5-20 16,7 6-26-16,-2-2-29 0,0-2-39 0,-5-2-37 16,5 9-41-16,0-4-46 0,-5-5-155 0,7 3-484 15,-7-3 214-15</inkml:trace>
  <inkml:trace contextRef="#ctx0" brushRef="#br0" timeOffset="62134.31">25873 7596 161 0,'0'0'349'0,"-3"-5"-3"0,3 5-14 15,0 0 8-15,-10-3-39 0,10 3-16 0,0 0-20 16,0 0-25-16,-5-4-26 0,5 4-28 16,0 0-13-16,0 0-21 0,0 0-19 0,0 0-16 15,0 0-12-15,0 0-14 0,0 0-19 0,-5 12-14 0,5-12-17 16,0 0-4-16,1 9-4 0,-1-9-5 0,4 8 7 16,-4-8-16-16,3 5-6 0,-3-5 0 0,2 7-1 15,-2-7-2-15,6 2-2 0,-6-2 3 0,0 0 1 16,0 0-2-16,0 0-3 0,15-1 1 0,-15 1 1 15,0 0-5-15,0 0 0 0,0 0 2 0,0-11-4 16,0 11-6-16,0-9-16 0,0 5-17 0,0 4-25 16,0-11-28-16,-8 7-37 0,8 4-40 0,-7-8-49 15,1 4-48-15,1 0-279 0,0-3-587 0,-8 6 259 16</inkml:trace>
  <inkml:trace contextRef="#ctx0" brushRef="#br0" timeOffset="64644.78">24776 5620 173 0,'1'-7'197'0,"-1"7"-17"0,0 0-21 15,0 0-17-15,0 0-9 0,0 0-20 0,7 16-11 16,-2-8-12-16,-2 2-8 0,4 2-8 0,-1 4 0 16,-1 0-8-16,-1 2-7 0,4 0 10 0,7 7 7 15,-9-1-4-15,8 2-7 0,-6 1-7 0,5 0 0 16,-4 1-10-16,-1-4-6 0,3 6-1 0,-2-1-7 16,-1-4 1-16,0-2-7 0,-1 1 2 0,1 0-4 15,-8-3-10-15,7-1 7 0,-1-3-4 0,1 5 2 16,-7-3-5-16,2-6 1 0,-2 2 0 0,0-4-6 0,5-2 3 15,-4 1-1-15,-1-2 0 0,-1 1 19 16,-4-2 19-16,10 3 12 0,-10-5 11 0,3 0 10 16,2-5 6-16,-7 12 8 0,1-10 9 0,-1 3 2 0,-1-2 5 15,1 2-2-15,-1-1 5 0,3-2 3 0,-5-1 3 16,3 4 1-16,7-5 5 0,-21 0-1 0,13 2 6 16,8-2-1-16,-9 1 3 0,9-1 5 0,-10 3 3 15,10-3 1-15,0 0 3 0,0 0-5 0,0 0-11 16,0 0-17-16,0 0-15 0,0 0-8 0,19-14-7 15,-3 9-16-15,14-7-16 0,-2 2-13 0,5 1-20 16,9-6-26-16,1 5-27 0,3-2-41 0,0 3-53 16,1-3-46-16,6 3-36 0,-10-3-42 0,1 5-47 15,-9 2-52-15,0-1-51 0,-4-3-281 0,1 2-739 0,-2 0 328 16</inkml:trace>
  <inkml:trace contextRef="#ctx0" brushRef="#br0" timeOffset="65427.46">25681 5997 163 0,'0'0'231'0,"-15"6"-19"0,13-2-19 15,-4 0-13-15,-1 1-13 0,1 3-16 0,-1 4-15 16,4-2-14-16,-2-1-9 0,3 2-8 0,2 4-9 15,0-3-9-15,0 0-8 0,2 0-9 0,3-2-1 16,-2 2-8-16,10 2-3 0,-5-4-6 0,6 0-4 16,2-1-8-16,2 1-1 0,-1-7-4 0,0 7-2 15,1-6-3-15,0-3-3 0,-1 2-3 0,1-7-3 16,-5 2-5-16,-1 0 3 0,1-2-5 0,-5-2 2 16,0 1-8-16,-1-3 4 0,-5-3-5 0,4 2 1 15,-6-9-3-15,-6 5 0 0,4-6 0 0,-5 6 0 16,-1-1 2-16,-5 2 1 0,5 1 2 0,-4-3 4 0,-1 4 0 15,3 0 3-15,-7-2-3 0,6 5 2 16,-1 1 2-16,4 0 3 0,-4 1-1 0,7 1 4 16,-1 1-5-16,-1-2 1 0,4 1 0 0,3 4-1 0,0 0-4 15,-9-6 1-15,9 6-5 0,0 0-1 0,14-5-2 16,-14 5 1-16,21 0 0 0,-4-3-2 0,1 2 0 16,3 0 1-16,-2 1 2 0,2-2-4 0,2-3-3 31,-1 5 3-31,-1-4-2 0,3 3-1 0,-3-1 0 15,1 4 1-15,-3-4-2 0,0 2-2 0,-6-3 0 16,3 6-2-16,-6-1 2 0,2-1-1 0,-2 3-1 16,0 1-1-16,-2-2 2 0,5 1-4 0,-6 1 0 15,3 5-1-15,-5-2 3 0,2 1-2 0,-3 1-1 16,6 4-6-16,-5 1-3 0,0 0-1 0,0-1 0 16,-3-2-2-16,0 0 2 0,1 3-3 0,-3-7-1 0,0 4 6 15,2-1 1-15,-2-8-2 0,-2 3 3 0,4 1-1 16,-1-3 9-16,-1-4 4 0,2 8 6 0,-2-8 5 15,0 0 6-15,0 0 7 0,0 0 9 0,0 0 2 16,0 0 6-16,0 0 7 0,-10-25 4 0,10 18 9 16,0-7 11-16,2 1-11 0,-2-2 7 0,3 1 3 15,0-3 4-15,2 1 0 0,-1 2 2 0,0-3-5 16,3 2 3-16,-4-1 2 0,4 3-6 0,1-1-6 16,-1 4-3-16,0 0-4 0,2 0-5 0,-4 2-10 15,-3 1-3-15,5-2-11 0,-1 6-2 0,3-1-4 16,-3-1-14-16,3 4 7 0,-9 1 0 0,0 0 0 15,21 3 7-15,-8 0-20 0,-4 1 0 0,4-1 0 16,-3 4-5-16,-4 2-4 0,9-3-3 0,-2-1-2 16,-4 9-8-16,2-6-4 0,3 2-9 0,-4 2-10 15,-2-5-6-15,0 4-11 0,-1-2-8 0,1 3-20 16,-1-2-4-16,-2-1-19 0,-2 1-21 0,-3 2-28 16,2-5-21-16,-2 2-36 0,-2-2-27 0,2 2-53 0,-3-6-155 15,-2 4-488-15,0-3 217 0</inkml:trace>
  <inkml:trace contextRef="#ctx0" brushRef="#br0" timeOffset="65849.42">26955 5493 320 0,'0'-8'325'0,"0"-2"-12"0,0 3-10 16,0-3-8-16,-1 5-6 0,2-6-10 0,-1 11-17 15,-1-9-24-15,-4 4-21 0,5 5-29 0,-2-9-9 0,2 9-40 16,0 0-3-16,0 0-29 0,0 0-9 15,-15 12-11-15,10-4-11 0,-3 3-11 0,1-1-3 16,-1 5 9-16,-2 3-22 0,-1 1-6 0,-1 4 0 0,-1 0-5 16,1 2 17-16,2 1-26 0,4 2 0 0,-3-2 1 15,3 2-9-15,2-1 5 0,-1 2-1 0,5-1-5 16,0-1 4-16,5 0-3 0,5 0 1 0,-1 1 1 16,7-4 0-16,4 11-9 0,0-11 8 0,1-3-6 15,4 2 5-15,5 4-4 0,-7-7-10 0,7 0 16 16,-2-5-39-16,2 1-27 0,0-5-30 0,-4 4-33 15,1-6-36-15,1 0-43 0,-10 0-45 0,5-8-46 16,-5-1-54-16,2 0-219 0,-3 0-593 0,-1-4 262 16</inkml:trace>
  <inkml:trace contextRef="#ctx0" brushRef="#br0" timeOffset="68188.19">27366 5730 154 0,'-5'-8'333'0,"10"-1"-16"0,-5 4-16 16,-5-5-4-16,5 3-11 0,0-2-14 0,0 3-9 16,0-2 1-16,0 8-30 0,0-12-20 0,0 8-18 15,0 4-19-15,5-8-23 0,-5 8-9 0,0-7-20 16,0 7-11-16,10-6-18 0,-5 4-3 0,3-2-16 16,-8 4-11-16,20 0-4 0,-8 0-7 0,7 0-11 15,-2 0-7-15,0 0 16 0,1 3-25 0,-2-2-5 16,2 2-3-16,1 2-10 0,-1 1-3 0,0-3-2 15,2 3-8-15,-7-2-8 0,2 6 0 0,0-3-3 16,2 2-4-16,-8 0-7 0,3 0 2 0,-4-1-6 16,1-1-1-16,-4 3-1 0,-2-1-2 0,4 4 3 15,-7-4 9-15,0 2-6 0,0 1 6 0,0-1-4 0,-7 1-1 0,7 0 6 0,-8-1-1 16,8 2 0-16,-14-1 4 0,13-2 1 0,-8-2 1 16,3 0 5-16,-2 0 4 0,1-5-1 0,2 5 1 15,0-5 2-15,0 2 4 0,0-4 8 0,5-1 10 16,-8 7 13-16,8-7 1 0,0 0-6 0,0 0 2 15,0 0-8-15,0 0 0 0,8-22 1 0,-3 13 1 0,5 0-6 16,-8-2-7-16,9-7 2 0,2 5 16 16,-4-2-15-16,6-3-11 0,-7 1 8 0,-1-1-7 15,9-6 4-15,-4 9-4 0,-4-1 10 0,5 1 14 0,-6-1 9 16,1-1 7-16,-1 6 12 0,-6 0-5 0,8 0 6 16,-6 3 9-16,0 0 0 0,-1 1-5 0,1 2 0 15,-3-2-9-15,0 7-11 0,5-5-2 0,-5 5-15 16,2-7 1-16,-2 7 2 0,0 0-10 0,0 0-5 15,0 0 4-15,0 0-6 0,0 23 10 0,0-15-11 16,0 2-6-16,0 0 1 0,0 0 3 0,5 5-1 16,-2-2 0-16,2 1 1 0,-2-1 4 0,6 1-27 15,-3 0-13-15,4 1-22 0,0 0-24 0,5 0-26 16,0-3-27-16,1 0-30 0,3 5-41 0,7-3-52 16,-9-6-65-16,11 4-61 0,-12-4-191 0,6-1-617 15,-1 0 273-15</inkml:trace>
  <inkml:trace contextRef="#ctx0" brushRef="#br0" timeOffset="68422.56">28357 5842 194 0,'0'0'203'0,"4"10"-15"0,-4-6-7 0,6 4-9 16,-4-4-11-16,-2-4-10 0,0 11-8 0,5-3-13 15,-5 1-7-15,-5-1-13 0,5 3-11 0,0-3-5 16,0 2-8-16,-7 0-6 0,6 0-8 0,-6 2-7 16,5-1-5-16,-4 0-9 0,1-4-1 0,-3 0-13 15,-1 1-22-15,3-1-27 0,-1 1-26 0,5-2-30 16,-4-1-31-16,6-5-35 0,-7 3-38 0,7-3-152 16,0 0-351-16,0 0 155 0</inkml:trace>
  <inkml:trace contextRef="#ctx0" brushRef="#br0" timeOffset="68969.42">28384 5527 131 0,'-2'5'179'0,"2"-5"-10"0,0 11-15 15,0-4-6-15,0 1-3 0,2-1-12 0,3-1-8 16,-4 1-11-16,8 1-15 0,-3-1-1 0,3 2-13 16,-1-1-5-16,-3-5-8 0,8 4-10 0,-3-2 2 15,3-2-11-15,2 0-1 0,-5 2-5 0,7-5-5 16,-7 0-4-16,3-4-7 0,-3 3 1 0,3-2-3 16,-3-3-6-16,3 1-1 0,2-3-3 0,-3-3 0 15,1-1 3-15,-6 1 14 0,6-2 12 0,-5 1 11 16,2-2 8-16,0 2 13 0,-5 4 15 0,0-3 13 15,1 2 3-15,1 0 0 0,-5 2 12 0,4-3-4 0,-4 3 8 16,3 2 6-16,-5 0-11 0,7 2-17 16,-7-5-5-16,0 8-18 0,0 0-5 0,3-6-18 15,-3 6-11-15,0 0-5 0,0 0 1 0,0 0-9 16,18 15 0-16,-16-11-7 0,6 7-5 0,4 0 2 0,-4 1-6 16,0 1-1-16,4 2 3 0,-2 4-11 0,3 0 0 15,0 1 4-15,2 3 3 0,-3-1-16 16,-1-5 7-16,4 5-2 0,-5 1 3 0,2 3-4 0,3-4 6 15,-9-4-8-15,2 1 8 0,2 4-8 0,-1-3-2 16,-3-4 2-16,-2 2 4 0,-3 2-8 0,3-7 2 16,-1 5 22-16,-6-7-15 0,3 6 12 0,-4-6 16 15,-2-2 15-15,-1 1 10 0,4-2 10 0,-7 0 2 16,2-3 4-16,1 6-10 0,-3-7-12 0,2 1 6 16,-4-2 0-16,1 1-15 0,-3-2-30 0,1 2-38 15,-7-4-52-15,9 2-51 0,-1 0-44 0,-3-2-52 16,0 0-52-16,7-2-70 0,8 2-325 0,-22-5-724 15,16 4 321-15</inkml:trace>
  <inkml:trace contextRef="#ctx0" brushRef="#br0" timeOffset="69219.41">29256 5926 225 0,'0'0'250'0,"3"7"-16"0,-3-7-7 0,0 0-15 15,0 0-1-15,0 0-14 0,-8 10-17 0,8-10-20 16,-8 10-18-16,3-3-10 0,2 0-11 0,-4 0-15 16,4 1-10-16,-7-1-12 0,3 1-5 0,4 2-24 15,-7-1-25-15,7 2-34 0,-4-2-36 0,-1 1-38 16,1-1-52-16,5-1-50 0,-3-2-206 0,2 0-416 15,-3-3 185-15</inkml:trace>
  <inkml:trace contextRef="#ctx0" brushRef="#br0" timeOffset="70283.39">29398 5174 313 0,'-4'-5'334'0,"4"5"-3"0,-2-9-13 0,2 9-5 15,-3-8-7-15,3 8-19 0,-4-5-17 0,4 5-9 0,0 0-38 16,0 0-29-16,0 0-27 0,0 0-13 16,0 0-16-16,0 0-22 0,0 0-6 0,0 0-1 15,0 0-29-15,17 19-2 0,-6-11-3 0,-2 5-11 0,6 2-7 16,4 5-4-16,-2 0-6 0,3 2-11 0,-4 1 1 15,8 1 7-15,2 10-8 0,-6-9 6 0,0 4-6 16,8 3-4-16,-13-5-2 0,5 0-11 0,1 5 4 16,-3-5-2-16,1-1 0 0,0 1 2 0,-4-2-7 15,4 5-2-15,-10-7 3 0,6 0-3 0,-8-6-1 16,8 5 0-16,-7-3 1 0,0-4-5 0,-3-2-5 16,2 1 0-16,-2-4 4 0,-2-3 0 0,2 1-2 15,-1-1 8-15,-1 0 34 0,-1-3 23 0,-2-4 33 16,3 4 26-16,-3-4 27 0,3 7 24 0,-3-7 23 15,0 0 18-15,0 0-14 0,0 0-30 0,0 0-8 16,0 0-13-16,8-22-6 0,-6 10-11 0,-2 5-2 0,7-8-12 16,-6 0-13-16,3-5-6 0,-1-7-14 0,2 2-6 15,-3-3-10-15,-1-1-11 0,6-13 0 0,-7 3-12 16,3-1 1-16,-1-1-5 0,-4 1-6 0,2-4-2 16,-3 2-42-16,0 3 0 0,-2-2 0 0,0 12 0 15,0-3 0-15,1 3 0 0,1 2 0 0,-2 0 0 16,3-1 0-16,-4 10 0 0,1 0 0 0,3 0 0 15,-1 3 0-15,0 3 0 0,1 3 0 0,2 2 0 16,0-1 0-16,-2 2-147 0,2 6-93 0,-5-6-78 16,5 6-14-16,0 0 1 0,0 0-6 0,12 15-17 15,-9-3-26-15,2 6-24 0,3-2-43 0,-1 7-371 0,3-5-884 16,-3 2 392-16</inkml:trace>
  <inkml:trace contextRef="#ctx0" brushRef="#br0" timeOffset="70720.88">30170 5733 67 0,'0'0'335'0,"0"0"-19"0,0 0-26 15,0 0-22-15,0 0-26 0,0 0-23 0,0 0-23 0,0 0-21 16,-12 7-11-16,12-7-23 0,7 7-12 0,-2 0-19 16,-2-1-9-16,4 1-7 0,-2 1-10 15,-2 4-8-15,2-3-9 0,-3 3-5 0,4-3-5 0,-1 6-4 16,-3-5-14-16,-2 5 1 0,1-3-4 0,-1-1-10 16,0 4-12-16,0-6-11 0,-3 6-16 0,-2-8-19 15,-1 7-27-15,2-4-20 0,-7 0-28 0,4-3-31 16,-1-1-38-16,0-2-33 0,-1 4-224 0,-4-5-467 15,6-2 207-15</inkml:trace>
  <inkml:trace contextRef="#ctx0" brushRef="#br0" timeOffset="71541.92">30350 5325 290 0,'0'0'282'0,"0"0"-20"0,0 0-21 0,3-6-22 15,-3 6-21-15,0 0-18 0,0 0-25 0,0 0-17 16,0 0-17-16,0 0-11 0,0 0-9 0,0 0-11 15,0 0-11-15,0 0-6 0,0 26-11 0,-3-19-3 16,3-4-7-16,3 6 1 0,-3-1-8 0,0 0-6 16,0 1-2-16,0 1-4 0,4-2-1 0,-4 0-4 15,3 5-3-15,-1-2-1 0,-2 3-3 0,3-5-6 16,0 2 1-16,1 1 1 0,2 0-3 0,-2 0 1 16,1 0 2-16,1-2-6 0,1 0 1 0,-2 0 0 15,3-2 4-15,-6 1-6 0,6-2 2 0,0 1-4 16,-1-1-2-16,6 0 4 0,-6-2-1 0,1-2-3 15,-1 2 2-15,1-2-5 0,0 1 5 0,-1-1 1 16,8-3-2-16,-15 0-2 0,15 2-4 0,-4-4 8 0,-3-1-1 16,1-2 10-16,-1 2 18 0,0-2 4 15,-1-1 7-15,0 0 7 0,-1-1 1 0,2-1 5 16,-6-1 0-16,5-1 3 0,-2 0 3 0,-2 1 4 0,0-3 1 16,1 1 10-16,-1-5-2 0,-3 1 0 0,0 3-4 15,2-1-7-15,-1 3 2 0,-1-4-11 0,0-3-1 16,0 7-1-16,0 1-5 0,0 0 0 0,-1 0-9 15,1 4-5-15,0-3-5 0,0 8-7 0,-2-11-3 16,2 11-3-16,2-6-8 0,-2 6-17 0,0 0-9 16,-2-7-4-16,2 7-6 0,0 0 16 0,0 0-9 15,0 0-16-15,8 20 13 0,-6-9 6 0,3-5 2 16,0 4-3-16,1 4 6 0,1-5 0 0,1 7 17 16,4-1-20-16,-2 1 0 0,1-1 10 0,-2-2-3 15,2 2-3-15,4 1 0 0,-2-1-10 0,1-1-2 16,1-2 3-16,-4 0-1 0,6-1 3 0,-6-3-3 15,3 4-1-15,-3-5 2 0,6 3 0 0,-6-4 2 0,1-3-4 16,3-2 11-16,-5 4-4 0,0-5 0 0,3 0 8 16,-13 0 0-16,18-5 2 0,-5 2-1 15,-6-1-2-15,3 1 7 0,0-6-3 0,-2 1 4 0,-1 1-2 16,-1-5-3-16,-1 3 4 0,4-6 12 0,-3 0 4 16,1-1 8-16,-6-1-7 0,4-3 11 0,-5 1-2 15,0-1 3-15,-5-7 2 0,2 3-5 0,-2-1 3 16,-3-2-1-16,0 5-5 0,-2-1-9 0,1 5 1 15,-4-6-2-15,5 8-4 0,-4-3-5 0,-1 9-26 16,5-4-19-16,-2 2-25 0,2 4-31 0,-4-3-27 16,9 8-33-16,-4-2-30 0,0 2-25 0,-1 2-32 15,8 1-40 1,0 0-43-16,-18 1-182 0,18-1-550 0,-2 5 243 16</inkml:trace>
  <inkml:trace contextRef="#ctx0" brushRef="#br0" timeOffset="71997.24">30916 4855 156 0,'0'0'324'0,"-1"-9"-14"0,1 9-18 0,0 0-18 0,-2-4-27 15,2 4-23-15,0 0-23 0,0 0-24 0,0 0-20 16,0 0-13-16,0 0-17 0,31 15-18 0,-16 0-5 16,7 3-17-16,1-1-4 0,5 5-5 0,7 8-10 15,5-1-3-15,-9 5-3 0,5-4-1 0,-1 8 0 16,0-6-8-16,-4 6-1 0,1-4-4 0,-2 5-9 16,-4-3 1-16,-1 2-2 0,-7-2-5 0,-3 3 7 15,0-2-13-15,-5 4-2 0,-2-4-7 0,-8 5-1 16,0-3 3-16,-6 2-1 0,-6-2-2 0,2-6-8 15,-10 5-19-15,-1 2-26 0,-6-1-30 0,-1-5-26 0,-5 10-15 16,-5-5-31-16,1-2-34 0,1 1-37 0,3-2-32 16,-5 1-232-16,8-6-512 0,-1 0 227 15</inkml:trace>
  <inkml:trace contextRef="#ctx0" brushRef="#br0" timeOffset="85375.51">29824 6322 61 0,'-12'2'317'0,"12"-2"-11"0,0 0-9 16,0 0-10-16,0 0 4 0,0 0-3 0,0 0-11 15,0 0-3-15,0 0-3 0,0 0-14 0,0 0-17 0,0 0-19 16,0 0-15-16,18-15-20 0,-8 11-21 15,5-4-14-15,7 1-14 0,6-5-16 0,2 1-12 16,19-2-8-16,-1 2-14 0,0-4-5 0,7 1-8 0,3 1-9 16,2 0-1-16,-1-2-14 0,1 4-2 0,-1-5-5 15,6 5-3-15,-6-4-5 0,-1 6-5 0,0-3 0 16,-5 3-1-16,-1 3-5 0,-8-1-3 0,6-5 0 16,-5 5-3-16,-14 4-1 0,2-2-6 0,-5 1 3 15,-3 0-2-15,-3 1-8 0,-4-1 4 0,-5 0-1 16,-1 3-4-16,-2 1-19 0,-2-2-21 0,0 1-23 15,-1-2-34-15,-1 0-44 0,-6 3-46 0,9-6-49 16,-9 6-54-16,0-6-60 0,0 6-321 0,0 0-722 16,-22-8 319-16</inkml:trace>
  <inkml:trace contextRef="#ctx0" brushRef="#br0" timeOffset="86985.61">13645 8125 157 0,'0'0'255'0,"0"0"-4"0,0 0-6 0,0 0-6 16,41-7-4-16,-19-1-13 0,11 1-12 0,10-6-18 15,8-2-18-15,2 1-8 0,7-3-12 0,-1 2-10 16,2-1-19-16,17-7-8 0,-20 8-13 0,5 2-14 16,-8-5-6-16,-1 3-6 0,-1-2-10 0,-5 2-7 15,-3 2-9-15,-12 1 0 0,-8 5-5 0,-4 4-5 16,-4-4-8-16,-5 3-18 0,1-1-34 0,-5 4-32 15,-1-1-44-15,-7 2-56 0,0 0-44 0,0 0-51 16,0 0-233-16,0 0-516 0,-40 11 228 0</inkml:trace>
  <inkml:trace contextRef="#ctx0" brushRef="#br0" timeOffset="88252.72">10677 6264 203 0,'0'0'389'0,"0"0"-4"0,-12-3-6 16,12 3-8-16,-8-6-9 0,8 6-16 0,-1-6-22 16,1 6-31-16,1-9-29 0,7 1-29 0,-3 1-26 15,17-5-22-15,6-6-18 0,15 1-18 0,3 1-17 16,6-2-19-16,6 5-6 0,3-7-15 0,20 1-18 15,0 4-34-15,-23 1-39 0,23-6-35 0,-21 8-49 16,4 4-46-16,-4-1-56 0,-4-2-65 0,7 0-86 16,-12-5-306-16,7 2-692 0,-8 0 306 0</inkml:trace>
  <inkml:trace contextRef="#ctx0" brushRef="#br0" timeOffset="96901.12">11083 10274 76 0,'0'-20'326'0,"-4"2"-1"0,-1-2 1 16,4-8-4-16,1 13 5 0,-5 0 6 0,5 2 0 15,0 2-11-15,0 0-12 0,0 1-16 16,0 3-26-16,0 1-28 0,0-1-33 0,0 7-41 0,0 0-25 16,0 0-17-16,0 0-11 0,0 0-17 0,21 17-7 15,-11-4 3-15,2 4-22 0,-4 5-5 0,5 5-7 16,-1 11-7-16,6 2-15 0,-1-2-2 0,-4 5-1 16,0-5-8-16,2 5-3 0,-5-4-1 0,3 3 0 15,-6-10 1-15,3 9-4 0,-2 1-1 0,0-14-4 16,-3 0 1-16,0-1-2 0,2 5-2 0,-4-14-4 15,5 9 3-15,-8-8-2 0,7 1 1 0,-7-5 2 16,0 0-4-16,2-2 3 0,-2-2-2 0,0-2 4 16,0-2 5-16,0 0 10 0,-2-2 16 0,2 6 13 15,-3-8 8-15,-1 3 4 0,4-6 2 0,-11 6-1 16,1-5 5-16,3 1-2 0,-1 3 1 0,8-5 5 0,-15 0-2 16,8 1 6-16,7-1-2 0,0 0 1 0,0 0-10 15,0 0-2-15,-14-1-8 0,14 1-2 0,0 0-12 16,0 0-4-16,0 0-3 0,33-7-8 0,-5 2-6 15,5 3-8-15,13-5-8 0,6 5-10 0,2-4-9 16,4 0-18-16,-5-2-27 0,3 4-32 0,-1 1-40 16,-2-3-40-16,5 0-38 0,-5 3-42 0,-4 0-32 15,-2-2-33-15,-4 4-49 0,-7-7-51 0,-8 7-361 16,-3-6-836-16,-3-3 370 0</inkml:trace>
  <inkml:trace contextRef="#ctx0" brushRef="#br0" timeOffset="97666.72">12127 10623 86 0,'0'0'213'0,"0"-8"-21"16,0 8-19-16,0 0-20 0,0 0-13 0,0 0-14 15,-7 17-1-15,7-10-2 0,-1 1-12 0,1-1-10 16,-5 4-6-16,10 4-14 0,-5-6-2 0,1 2-8 15,-1-3-2-15,7 4-8 0,-4-4-10 0,2 7 0 16,4-3-7-16,2 2 2 0,-3-6-10 0,4 0-3 16,0 4-1-16,-3-6 0 0,3 2-5 0,3-3-2 15,2 0-4-15,-6-2 0 0,-1 1-3 0,5-2 0 0,-7-1-2 16,5-1-3-16,-13 0 1 0,15-3-3 16,-6-1-4-16,-3-2 4 0,-4 0-6 0,5 0 6 15,-7 0-3-15,0-8-2 0,0 10-3 0,-7-5 3 0,5-3-3 16,-4 1 2-16,-3-4 1 0,-4 3 3 0,5 0 12 15,-4-3 5-15,-1 7 11 0,0-6 9 0,3 2 3 16,-3 3 5-16,6 0 2 0,-1 0 4 0,1 0 1 16,-1 1-2-16,0 1 1 0,3-1-1 0,0 1 5 15,3 1-10-15,2 0-7 0,5-2-7 0,-2 1-4 16,4 1-7-16,6 0-2 0,2 0-3 0,2 0-2 16,1 5 6-16,3-2-12 0,-3-1-1 0,6 3 2 15,-3-1-9-15,1 4 6 0,7-1 4 0,-5 3-10 16,2-1-4-16,-9-2-1 0,4 10-5 0,-1-6 0 15,-3 2-3-15,2-2-3 0,-2 5-2 0,-4-2-1 16,-1 1-3-16,3 2-1 0,-4-2-2 0,-4 1-4 16,0-1-2-16,-1 2 3 0,-1 0-1 0,2-3 5 0,-7 2-3 15,5-3 2-15,-5 2 3 0,0 0 1 0,0-5 1 16,0-4 0-16,0 12 4 0,0-5 2 0,0-7 5 16,0 0-2-16,-9 3 4 0,9-3-3 0,0 0 3 15,0 0 3-15,0 0 0 0,-14-15 4 0,14 7 0 16,0 1-1-16,0-1 5 0,3-3 0 0,0 3 1 15,-1-4-1-15,1-4 0 0,4 6 4 0,-1-7-8 16,3 2 1-16,-3 2 5 0,1-1 0 0,1-1-5 16,-1-1 8-16,3 8-7 0,-5 0 8 0,1-4-2 15,-2 4-1-15,1 1 1 0,3-4-6 0,-3 7 2 16,-2-3-2-16,4 3-3 0,1-1-1 0,-3 2 1 16,-5 3-3-16,17-1 2 0,-6 1-8 0,1 4 1 0,-2 1 2 15,6 1-2-15,-1-1-2 0,0 2 4 0,0 2-2 16,-2 2 1-16,2 0-3 0,0-2 4 15,-5 2-3-15,3 1-4 0,0 0 19 0,-3-1-18 0,-3 2 0 16,-2-3-2-16,0 2 3 0,-2-4 3 0,-3 3-1 16,2 0-1-16,-6-2 3 0,3 3-6 0,-7-1-6 15,-1-2-24-15,-1 1-21 0,-3 2-28 0,-2 0-27 16,0-5-38-16,0 0-54 0,1 2-50 0,0-5-201 16,4-1-494-16,4 1 219 0</inkml:trace>
  <inkml:trace contextRef="#ctx0" brushRef="#br0" timeOffset="97994.83">13446 10127 292 0,'0'-8'369'0,"5"2"-6"16,-5 3-19-16,0 3-32 0,2-10-26 0,-2 10-37 16,0-7-26-16,0 7-26 0,0 0-24 0,0 0-12 15,-15 15-22-15,8-3-14 0,1 2-14 0,-3 6-1 16,-6 7 1-16,2 4 10 0,-2 7 16 0,0 5-12 16,5-4-6-16,-1 6-7 0,3-1-9 0,-2-4-7 15,6 2-9-15,1-1-9 0,3-2-6 0,5 1-10 16,0-10-6-16,7-2 3 0,4 2-17 0,-1-3 3 15,12 8-7-15,-6-12-1 0,6-6-21 0,14 3-27 0,-3-2-37 16,5-2-43-16,0-8-44 0,-10 1-57 16,4-6-47-16,-4-4-71 0,13-6-75 0,-16 2-209 0,1-4-642 15,2-6 284-15</inkml:trace>
  <inkml:trace contextRef="#ctx0" brushRef="#br0" timeOffset="98494.81">13718 10471 321 0,'0'0'318'0,"0"0"-11"0,-5-5-2 0,5 5-26 0,-2-6-19 16,2 6-11-16,0 0-23 0,7-12-11 0,-6 5-30 16,6 3-16-16,1-5-22 0,-1 6-9 15,3-1-17-15,1 2-13 0,-2-3-10 0,-1 3-14 0,12 0-8 16,-5 2-6-16,-7 0-7 0,13 2-11 0,-6 0-7 15,0 5-2-15,2-2-9 0,-1 3-5 0,1 2-4 16,-2 1-8-16,-2 0-3 0,2 3-3 0,-4-3-11 16,3 5-3-16,-8-5-8 0,1 5 5 0,-4-5-15 15,2 5 3-15,-3-5-2 0,1 1 6 0,0-3-3 16,-6 1 3-16,3-2 3 0,0-1-1 0,-3 0 4 16,3-7 3-16,-2 9 2 0,1-5 5 0,1-4-1 15,0 0 5-15,0 0 0 0,0 0 5 0,0 0 5 16,0 0 5-16,0 0 5 0,-12-21 0 0,12 9 5 15,0-3-2-15,5 3-1 0,-2-6 1 0,1 0-6 16,2-9-3-16,1 2-4 0,1 1 4 0,-1-1-2 16,-4 6 7-16,5-1 8 0,-3 3 4 0,-3-3 12 0,3 5-4 15,-2 3 18-15,0 5 2 0,-3-4-3 0,4 2-4 16,-4 3-10-16,1 3-11 0,-1 3-12 16,5-6 0-16,-5 6-5 0,0 0-2 0,0 0-1 0,0 0-6 15,0 24 3-15,2-11-6 0,6 4 4 0,-8 0 3 16,0 2-28-16,5 0-21 0,5 5-17 0,-3 2-20 15,6-2-17-15,-5 0-21 0,1-9-33 0,2 4-34 16,6 5-46-16,-11-9-51 0,8-1-57 0,-1-4-230 16,-3 1-604-16,5-4 267 0</inkml:trace>
  <inkml:trace contextRef="#ctx0" brushRef="#br0" timeOffset="98697.93">14593 10541 69 0,'0'0'246'0,"3"8"2"0,-3-1-2 0,5 0-11 16,-5 2-5-16,0 2-12 0,0-1-15 0,0 2-9 15,-6 0-14-15,4 3-15 0,-4 3-14 0,1-6-16 16,0 6-13-16,-2 2-14 0,2 0-11 0,-3-5-7 16,-2 5-5-16,3-5-14 0,-4 0-24 0,7-4-32 15,-2-1-38-15,-1-3-41 0,0 3-45 0,7-5-44 16,-6-2-72-16,6-3-206 0,0 0-466 0,0 0 207 15</inkml:trace>
  <inkml:trace contextRef="#ctx0" brushRef="#br0" timeOffset="99151.04">14721 10200 95 0,'0'0'219'0,"0"0"-20"0,0 0-15 0,0 0-9 16,0 0-4-16,0 0-12 0,0 0-5 0,0 0-11 16,10 24-12-16,-7-13-10 0,2-6-5 0,5-2-8 15,-5 4-12-15,5-3-2 0,-2 4-14 0,0-4-3 16,2-3-6-16,0 2-6 0,0 1-8 0,-10-4 5 16,13 0-4-16,0-5-3 0,-4 2-6 0,-3 0-1 15,3-2-3-15,-3-3-3 0,3 1-1 0,-3-1 7 16,1-4 4-16,1 2 2 0,-1-2 8 0,1-1 6 15,4-1 2-15,-3 5 4 0,-2-1 1 0,0 2 1 0,-1-1-3 16,3 2-8-16,-3-1-13 0,1 3 0 16,1 3-10-16,-1-3 0 0,3 5-5 0,-10 0-4 15,23 7-1-15,-5-2 6 0,-1 6-18 0,-1 1-2 0,7 7-1 16,2 4-2-16,-5 4-2 0,13 6-5 0,-3 3 4 16,-5 3-4-16,1-2 1 0,-4 2 1 0,1 2-1 15,2 1 2-15,-7 1 6 0,-2-5 13 0,-1-1 2 16,0 7 11-16,-6-15 6 0,-1 9-23 0,-8-3 15 15,0-7 16-15,0-1 9 0,-8-1-6 0,-7-3 9 16,0-1 5-16,-8-7 1 0,-2 3-4 0,-7-6-15 16,1-3 5-16,-14-2-5 0,2 4-21 0,-2-11-37 15,11-3-41-15,1-5-50 0,-2 1-45 0,5 0-45 16,5-3-61-16,7-2-83 0,1-1-340 0,11-4-722 16,3 4 320-16</inkml:trace>
  <inkml:trace contextRef="#ctx0" brushRef="#br0" timeOffset="99338.53">15734 10845 93 0,'-4'12'276'0,"1"-2"-16"0,-2 2-19 16,-3 2-20-16,1-1-21 0,-1 1-19 0,-5-2-16 15,6 3-17-15,-3 0-16 0,-3-2-13 0,3 6-13 16,-5-3-37-16,-2 3-60 0,1 3-87 0,4-6-94 15,-1-4-157-15,6 4-355 0,7-5 157 0</inkml:trace>
  <inkml:trace contextRef="#ctx0" brushRef="#br0" timeOffset="99963.51">15871 10010 21 0,'3'-11'381'0,"-1"-7"-10"0,3 9 0 0,-10-3-6 0,10 1-18 16,-5 7-18-16,0-7-39 0,2 4-24 0,-2 1-36 15,0 6-22-15,0 0-23 0,0 0-25 0,0 0-19 16,14 13-8-16,0 2-17 0,-6 4-6 0,12 4-7 16,1 12-7-16,-1 0-2 0,2 0-9 0,7 4 1 15,-4 7 7-15,0-4-14 0,2 4-4 0,-1-2-6 16,2-1-5-16,2-1-11 0,0-3 0 0,-2 3-4 16,2-11-6-16,-2 1-1 0,-10-10-1 0,4 1-7 15,-1-5 0-15,-9-6-6 0,-1-2 12 0,3 1 12 16,-8-5 23-16,2 3 38 0,-1-5 35 0,0-2 21 15,-7-2-16-15,0 0-13 0,20-14-9 0,-17 4-5 16,5-5-11-16,-8-5-11 0,7-7-7 0,-7-4-8 0,0-13-16 16,1-2-6-16,-1-7-10 0,5 4-5 0,-1-7-6 15,1 1-4-15,-5-22-8 0,0 25-8 0,1-2-13 16,4 5-4-16,-3 3-12 0,1 4-11 0,-3 16-10 16,4-1-28-16,-4 9-20 0,-4-1-21 0,4 11-41 15,-3-6-60-15,3 5-64 0,-2 1-49 0,2 5 1 16,0 3-7-16,0 0-7 0,-15 14-19 0,9-1-27 15,6 2-42-15,-7 5-262 0,4 7-724 0,3 2 321 16</inkml:trace>
  <inkml:trace contextRef="#ctx0" brushRef="#br0" timeOffset="100213.5">16940 10515 256 0,'-5'10'258'0,"4"-1"-8"0,-6 2-11 16,0 5-10-16,2-1-12 0,-10 0-15 0,7 2-17 15,-7 5-19-15,7-2-12 0,-7-1-16 0,5 7-14 16,-1-13-12-16,-3 11-7 0,6 1-11 0,0-6-8 16,4-1-7-16,-2-1-9 0,1-4-13 0,-2 2-19 15,4-3-26-15,0-3-31 0,-1 1-29 0,1-2-29 16,6 1-43-16,-3-9-52 0,9 3-60 0,-9-3-169 15,13-3-434-15,-3-5 192 0</inkml:trace>
  <inkml:trace contextRef="#ctx0" brushRef="#br0" timeOffset="100729.1">17069 10248 21 0,'-8'10'209'0,"1"-5"-10"16,6 2-7-16,-4 0-17 0,1 5-13 0,-1-5-8 16,4 3-10-16,1 7-9 0,-2-2-9 0,2-3-9 15,0 3-14-15,2 0-8 0,-1 3-7 0,4-3-7 16,2 0-6-16,-4-2-6 0,4 1-13 0,1-1 2 16,-1-1-6-16,1-5-3 0,2 1-7 0,-2 0-3 15,1-2-1-15,1-1-3 0,1-4-3 0,-1-1-5 16,-10 0 1-16,20-1-7 0,-7-3 0 0,-3 0-1 15,0-4-1-15,3-3-4 0,1-3-1 0,-5 2 0 16,5-1-3-16,-1-2 1 0,-5 1-2 0,0-4 5 16,2 3 10-16,-5 1 21 0,2 0 18 0,1 3-2 15,-3-4 2-15,-3 6 3 0,5 2 4 0,-3-3-5 0,0 1 3 16,-4 5-15-16,5-2-9 0,-5 6-4 0,8-9-10 16,-8 9-3-16,0 0-6 0,15 11 11 15,-10-7-13-15,3 5-3 0,0-2 3 0,6 5-5 0,-4-1-2 16,5 4-3-16,-2-3-3 0,2 1 4 0,0 1 0 15,-1 1-4-15,5-3-1 0,-3 0 2 0,-1-3 3 16,3 1-3-16,-3-1-3 0,-2-6 4 0,-4 4-4 16,6-4 4-16,-7-1 0 0,5-2 10 0,-3 0-7 15,-10 0-3-15,13-7 10 0,-1 2 3 0,-9 2 1 16,2-6 7-16,-3-1 1 0,3-2 6 0,-4 0 2 16,-2-6 2-16,-4 1-5 0,3-5-4 0,-6 0 3 15,1-4-10-15,1 8-4 0,-3-7-1 0,-4-2-14 16,5 1-24-16,-5 2-26 0,-1-3-33 0,6 3-30 0,0 6-37 15,-2 0-40-15,2 4-57 0,4 3-63 0,-4 3-213 16,3 0-560-16,5 4 248 0</inkml:trace>
  <inkml:trace contextRef="#ctx0" brushRef="#br0" timeOffset="101166.59">17546 9616 198 0,'-3'-5'396'0,"-1"-2"-9"0,4 2-11 16,0 5-17-16,0-10-26 0,0 10-26 0,0-8-31 15,0 8-17-15,9-5-42 0,-9 5-18 0,26 8-26 16,-9-1-16-16,11 5-10 0,0 3-17 0,2 3-11 16,6 6-15-16,2 6-4 0,2 9 2 0,1-1 4 15,-1 2-5-15,1 1-7 0,-4 2 0 0,-6 8-6 16,4-2-6-16,-5 1-4 0,-2 0-7 0,-5-1-7 15,0 0-7-15,-9 5-5 0,5 0-2 0,-7-3-9 16,1-1-3-16,-9-2-1 0,-1-3-6 0,-3 5-3 0,-3-7-11 16,-2 3-19-16,-7-2-24 0,2-2-22 0,-3-1-30 15,-4 3-30-15,4-14-38 0,0-1-34 16,-4-2-33-16,-6 6-45 0,8-6-47 0,-5-6-64 0,-1 1-254 16,6-10-674-16,0 2 298 0</inkml:trace>
  <inkml:trace contextRef="#ctx0" brushRef="#br0" timeOffset="102777.12">19128 10088 62 0,'0'0'272'16,"0"0"1"-16,0 0-8 0,0 0 0 0,0 0-3 16,0 0 1-16,0 0-1 0,0 0 1 0,0 0 6 15,0 0 9-15,0 0-4 0,0 0 9 0,0 0-4 16,0 0-3-16,0 0-9 0,0 0-6 0,0 0-14 16,0 0-13-16,0 0-13 0,0 0-10 0,0 0-15 0,0 0-16 15,0 0-12-15,0 0-16 0,0 0-6 16,0 0-14-16,0 0-13 0,10-15-15 0,-10 15-13 15,12-2-9-15,-12 2-10 0,15-5-14 0,-5 3-16 0,3-1-21 16,2-1-21-16,-2 3-22 0,4-2-30 0,2 0-37 16,-2 2-43-16,-1-3-40 0,6 4-40 15,0-1-27-15,-3 1-36 0,-2 1-33 0,3-1-36 0,-5 4-49 16,0 0-44-16,-5-3-260 0,3 2-753 0,-7 2 334 16</inkml:trace>
  <inkml:trace contextRef="#ctx0" brushRef="#br0" timeOffset="102995.86">19295 10293 28 0,'0'0'279'0,"0"0"5"0,-5 3-2 16,5-3-2-16,0 0 0 0,0 0-3 0,0 0-12 15,0 0-10-15,0 0-16 0,-6 5-8 16,6-5-15-16,0 0-23 0,0 0-18 0,0 0-19 0,30-5-15 15,-12 3-21-15,2 2-18 0,14-1-42 0,-4 1-48 16,5-3-56-16,-4 3-63 0,1 0-70 0,4-1-86 16,-3 1-285-16,-1-2-592 0,4-1 262 0</inkml:trace>
  <inkml:trace contextRef="#ctx0" brushRef="#br0" timeOffset="104256.44">20982 9756 365 0,'0'0'371'0,"-2"-8"-2"0,-1 1-8 16,3 7-22-16,0-6-29 0,0 6-30 0,-3-6-33 0,3 6-23 16,0 0-33-16,0 0-22 0,0 0-16 0,0 0-18 15,0 0-12-15,0 0-1 0,3 21-25 0,-3-15-9 16,3 5-5-16,2-1-12 0,2 3-1 0,-2-1-7 16,2 0-8-16,-2-2-2 0,8 3-6 0,-5-2-5 15,7 1-8-15,-2-4-3 0,2 0-1 0,0-4-3 16,6-1-4-16,-4 1-3 0,1 0 5 0,4-7-8 15,-4 2-3-15,0-6 1 0,2 3-3 0,0-5-4 16,0 0 1-16,5-6 8 0,-9 3-3 0,2-2-5 0,-1 1 2 16,-2-2-5-16,0 1-6 0,0 1 5 15,6-8-3-15,-8 6 2 0,-3-2 7 0,4 7-5 16,-6-7 0-16,7 7-7 0,-9 3 10 0,3-4-5 0,-6 5-1 16,0-2-3-16,2 4-4 0,2-1 5 0,-7 5-8 15,8-4-4-15,-8 4 10 0,0 0-9 0,13 8 4 16,-9-3 5-16,7 3-6 0,-1 7-2 0,3 0 3 15,-3 1-2-15,5 10 2 0,3 4-2 0,2 7 8 16,5 1 0-16,-3 1-2 0,-3 0 4 0,10 3-5 16,-6 0 9-16,-2 5-3 0,1-4 2 0,-1 3 1 15,2 1-9-15,-3-1 20 0,2 5 7 0,-6-5 17 16,1 0-2-16,1 2 3 0,-3 0-4 0,2-8 9 16,-2 6 8-16,-2-9 2 0,-5-7 12 0,0 1 0 15,1 9-5-15,-1-13 5 0,-6-1 10 0,-2 0 0 16,1 1 8-16,-1-8 10 0,0 0 17 0,-3-3-2 0,-2 0 9 15,0-6 7-15,-2-1 11 0,-1 1 17 0,0-2 20 16,-5-3 3-16,-2 0 7 0,0-1 8 0,-2-4 0 16,-3 0-2-16,-1-5-2 0,-4-2-5 0,-3 0-3 15,-2-6-142-15,0-1-40 0,-8-7 0 0,-3 0 0 16,4-3 0-16,-1 0 0 0,2 0 0 0,1-9 0 16,4 0 0-16,3-3 0 0,-2-3 0 0,7-2 0 15,1-4 0-15,4 5 0 0,1-6 0 0,7 0 0 0,4 6 0 16,4-3 0-16,-3 1 0 0,10 0 0 15,-3 8 0-15,4 6 0 0,3 1 0 0,-1 0 0 16,12 3-147-16,-2-2-320 0,2 2-50 0,-5 4-64 0,6 1-500 16,7-3-1169-16,-6 1 518 0</inkml:trace>
  <inkml:trace contextRef="#ctx0" brushRef="#br0" timeOffset="104975.16">22444 9860 286 0,'0'0'355'0,"0"0"14"0,0 0 16 0,0 0 15 15,0 0 15-15,0 0 1 0,0 0-4 0,0 0-8 16,0 0-7-16,0 0-18 0,0 0-21 0,0 0-32 16,0 0-33-16,36-12-29 0,-15 7-22 0,9-4-28 15,3 1-22-15,14-2-4 0,-3-2-33 0,1 5-22 16,0-1-18-16,-12 6-21 0,13-7-23 0,-16 6-36 0,5-4-41 16,-4 2-56-16,-3 5-53 0,-6-1-66 0,-1-1-58 15,1 1-52-15,-6-2-48 0,-2 2-55 0,-3-1-79 16,1-3-327-16,-2 0-867 0,-4 2 384 0</inkml:trace>
  <inkml:trace contextRef="#ctx0" brushRef="#br0" timeOffset="106912.59">24560 9357 94 0,'22'-24'221'0,"-1"1"-8"0,-2-4-1 16,1-1-7-16,-4 1-13 0,-3-3-6 0,-3 0-10 16,2 1-7-16,-4-2-6 0,0 0-9 0,-3 2-2 15,-3 2-3-15,-2-5 2 0,-5 4-13 0,-3 1-8 16,-2 0-9-16,-3 4-5 0,-6 4-12 0,0-1 9 16,-3 5-19-16,-1 2-11 0,-4 4-2 0,6 3-10 15,-9-1-9-15,4 3-9 0,4 8-6 0,-6 0-3 0,6 5-10 16,1-2 2-16,-2 5-17 0,1 6 7 15,1 2-4-15,6 3-2 0,5 2 0 0,-3 8-5 16,8-5-2-16,-4 13 1 0,6 1 0 0,5 3 2 0,4-1-6 16,3 0 12-16,4-2-9 0,2 8-3 0,1-2 2 15,1 0 4-15,4-3 5 0,1 6-9 16,-1 3 9-16,-1 0-3 0,10 15-7 0,-8-15 9 0,-4 0-5 16,3 0 4-16,-4-1 3 0,-2 0-4 0,3 3-6 15,-3-5 0-15,-5 0-4 0,5-1 3 0,-2-4 0 16,-3 1 2-16,3-4-8 0,-8-12 7 0,3 7-5 15,-3-10 0-15,0-2 3 0,2-7-3 0,-2-2 2 16,-2-2-3-16,0-4 0 0,4-3-4 0,-4 2-2 16,2-8 0-16,-1 3 9 0,-4-5-29 0,15-2-28 15,-15 2-36-15,18-8-46 0,-8 0-50 0,-4-6-65 16,11-6-62-16,-6-6-249 0,4-1-603 0,-8-1 267 16</inkml:trace>
  <inkml:trace contextRef="#ctx0" brushRef="#br0" timeOffset="107115.71">24377 9844 185 0,'-5'-3'349'0,"-2"-1"6"16,4-2-9-16,3 6-21 0,2-9-9 0,-1 3-30 16,6-3-10-16,1 4-26 0,5-2-9 0,6 1-23 15,-3-1-22-15,9-1-20 0,-2 2-15 0,8-2-21 16,-4 1-13-16,3-3-16 0,-2 7-24 0,2-4-48 15,3 3-42-15,-7-1-48 0,2-2-54 0,1 2-55 16,-1 2-74-16,-5 2-83 0,-7 1-236 0,1-2-598 16,3 2 265-16</inkml:trace>
  <inkml:trace contextRef="#ctx0" brushRef="#br0" timeOffset="107834.43">25009 9852 158 0,'-3'-8'354'0,"3"8"-21"0,0 0-32 16,-2-3-31-16,2 3-29 0,0 0-28 0,0 0-14 15,0 0-12-15,13 17-22 0,-4-4-5 0,0 1-10 16,3 1-7-16,-2 0-7 0,3 12-4 0,2 0 0 0,0 0-10 15,0 3 1-15,3-3-19 0,-3 1-2 0,3 9 5 16,-3-9-3-16,0-1-11 0,0 1-10 16,0-1 1-16,-2-1-9 0,4 2-9 0,-12-9 0 0,3 4-7 15,0-7-7-15,-1 0 6 0,1-4 7 0,-1-2 5 16,-2-2 21-16,-2-2 27 0,0 0 32 0,1-5 43 16,-4-1 17-16,0 6 28 0,0-6 7 0,0 0-34 15,0 0-7-15,11-11-18 0,-9 3-12 0,-1-7-17 16,6-3-19-16,-7-2-9 0,0-7-13 0,7-1-8 15,-6 1-9-15,4-4-11 0,-1-10-17 0,-1 0-4 16,4 3-7-16,-4 7-5 0,0 3-7 0,0-3-2 16,2 2-7-16,-3 0-7 0,3 4-7 0,-2 5-14 0,-1 4-10 15,1 4-25-15,-3-6-32 0,0 8-28 16,0 3-45-16,0 2-53 0,0-2-60 0,2 1-62 16,-2 6-48-16,0 0 5 0,0 0-13 0,0 0-14 0,0 0-16 15,7 25-34-15,-4-16-45 0,-3 2-245 0,5 1-773 16,-3-1 342-16</inkml:trace>
  <inkml:trace contextRef="#ctx0" brushRef="#br0" timeOffset="108084.42">25794 10306 107 0,'3'7'259'0,"-3"1"0"0,0-1-4 0,0 1-4 15,0 0-3-15,-3-1-6 0,1 2-12 0,0 2-15 16,-3 1-18-16,5-1-13 0,-6 0-12 0,2 5-18 16,-1-3-11-16,-3 5-11 0,0-4-16 0,3 2-12 0,-3 0-11 15,-1 1-5-15,1-2-7 0,-4 0-7 0,1 1-5 16,-1-1-8-16,2-3-20 0,4-2-26 16,-3-1-35-16,3-1-34 0,-1 2-30 0,-1-5-40 0,1-1-39 15,1-3-62-15,6-1-69 0,-5 3-177 0,5-3-511 16,0 0 226-16</inkml:trace>
  <inkml:trace contextRef="#ctx0" brushRef="#br0" timeOffset="108648.45">25873 10003 66 0,'0'-3'347'0,"0"-4"-3"0,-3-2-10 16,3 9 2-16,0-9-3 0,-4 3 0 0,4 6-3 16,0-12-31-16,0 12-30 0,0 0-28 0,-6-3-31 15,6 3-29-15,0 0-20 0,0 0-27 0,0 0-5 16,0 0-12-16,-5 21-10 0,1-12-13 0,4 9-8 16,0 0-8-16,0-3-9 0,0 4-12 0,0 0-10 15,4-1-10-15,-1 1-9 0,-1 2-2 0,-2 0-5 16,6-3-8-16,-6-2-11 0,7 2-5 0,-7-6-4 15,8 7-3-15,-6-11-4 0,0 0 0 0,4 1-3 16,4-2 5-16,-5 0-3 0,5-6 14 0,-2-1-17 16,6 0 9-16,-6-1 2 0,5-4 1 0,-3 2 1 0,5-5-8 15,-2-7 11-15,2 7-4 0,0-6-4 0,1 2 8 16,-1-3 2-16,-1 0-6 0,-1 1 5 16,2-1-2-16,-2 3-2 0,-3-3 10 0,-2 3-7 0,0 2 4 15,-4 2 13-15,-1 3 4 0,5-3 1 0,-4 1-15 16,-4 7 6-16,1-7-6 0,-1 7-12 0,0 0 3 15,0 0 3-15,0 0 6 0,0 0-5 0,15 15 2 16,-10-7-4-16,-1-1 2 0,2 1 14 0,2 1-15 16,1 3 1-16,4 1 1 0,-5-1-4 0,5-1 7 15,-1 1-2-15,0 0 3 0,3-3 2 0,-1 1-2 16,0-1 1-16,1-7 2 0,-1 4 0 0,0-3-1 16,1 0 3-16,-7-3-4 0,7 0 13 0,0-4-10 0,-4 1 2 15,1-2 9-15,-1 3 14 0,-1-7-1 0,-1 1 1 16,1-3 3-16,-2-4 8 0,-2-1-9 15,-6-3-3-15,2 2-4 0,-2-5-4 0,-2 3-1 0,-1 3-9 16,-3-15-14-16,1 4-29 0,-5-3-36 0,1 2-41 16,-1-2-29-16,-1 8-27 0,-1-3-42 0,-1 9-46 15,0 1-57-15,6 0-73 0,-3-2-217 0,-1 2-645 16,2 7 286-16</inkml:trace>
  <inkml:trace contextRef="#ctx0" brushRef="#br0" timeOffset="109210.93">26850 8865 311 0,'3'-12'328'0,"-3"1"-13"16,0 3-11-16,0-3-12 0,0 2-11 0,0 2-11 0,-7-2-31 15,4 2-24-15,-2 4-21 0,5 3-24 0,-15-1-20 16,15 1-12-16,-18 9-18 0,5 3-7 15,-2-2 0-15,-2 10 15 0,-1 6-21 0,0-1 9 0,0 2-5 16,3 12-3-16,0-8-8 0,5 7-8 0,-2-7-7 16,11 8 3-16,-8-7-17 0,4 7-5 0,10-9-6 15,4 1-4-15,-3-1-2 0,9 1-2 0,2 6-7 16,3-12 0-16,3-2-9 0,3-2-5 0,9 1-20 16,-4-2-23-16,7-2-26 0,5-3-26 0,-1 0-48 15,-7-6-43-15,-6-1-39 0,1-1-50 0,0-4-64 16,3-3-340-16,-13 0-702 0,6-3 310 0</inkml:trace>
  <inkml:trace contextRef="#ctx0" brushRef="#br0" timeOffset="109956.2">27200 9066 35 0,'0'-9'298'0,"4"0"-8"0,-3-1-14 0,9-4-9 16,-6-1-9-16,4 2-12 0,0 2-14 0,0-1-27 0,6-1-10 16,-8 7-20-16,3-2-23 0,-1-4-11 0,-2 6-15 15,8 3-12-15,-6 1-16 0,4-5-7 0,6 7-7 16,-10-1-14-16,7 2-11 0,0 6-1 0,-2-3-9 15,2 4-4-15,0 4-3 0,-2-1-8 0,0 4-5 16,-1-2-1-16,-2 5-5 0,1 8-1 0,3-1-5 16,-8 1-5-16,-2-2 13 0,1 2-13 0,0-1-5 15,-4 1 1-15,-1 1 4 0,0-7-9 0,-1 3-4 16,-3-7 3-16,-2 4 0 0,4-3 0 0,-1-1-5 16,-2-5 1-16,1-1 10 0,-1-1-8 0,0-3 3 15,4-2 0-15,-2 6 2 0,3-10 0 0,-7 2 1 16,7-2 2-16,0 0 10 0,0 0-3 0,0 0-5 15,-10-16 10-15,13 8 2 0,-3 0-4 0,2-8-2 0,5 5-1 16,-2-6-1-16,-1-1 2 0,3 0-1 16,1-9-5-16,1 6-4 0,2-9 12 0,-2 3-10 15,5 0-2-15,-2 0-4 0,3 2 3 0,-4-2 0 0,1 4-2 16,-5 5 4-16,1-3 14 0,-5 7 5 0,4-2 5 16,0 4 7-16,-1 0 6 0,-4 3-4 0,1 0 2 15,2 4-12-15,-5-2-6 0,0 2 0 0,5-1-4 16,-5 6-1-16,0 0-1 0,0 0-13 0,0 0 3 15,0 0-4-15,2 18-5 0,-2-6 4 0,0-2 3 16,8 4-6-16,-8 1-4 0,5 8 7 0,-3-4-1 16,4 7 5-1,2-2-3-15,4 0-7 0,-2 2 8 16,3-4-5-16,2 0 3 0,0 3-20 0,0-3-9 16,5-3-18-16,-5-7-19 0,1 5-18 0,1-5-31 0,1 1-41 0,-1-1-45 0,4-4-51 15,-4-5-53-15,2 3-249 0,0-5-594 0,1-2 262 16</inkml:trace>
  <inkml:trace contextRef="#ctx0" brushRef="#br0" timeOffset="110315.57">27844 8629 88 0,'-1'-4'379'15,"1"4"-16"-15,-4-11-25 0,4 7-23 0,0 4-24 16,4-9-27-16,-1 6-30 0,-3 3-23 0,13-3-16 16,-13 3-16-16,22 3-21 0,-6 4-9 0,4 5-23 15,5 0-4-15,-2 3-12 0,5 2-11 0,-5 7-18 16,6-3 1-16,0 7-8 0,6 2-10 0,-5 1 3 0,-2-1-7 15,-6-5-6-15,-4-1-1 0,5 10-10 16,-5-7-4-16,0 0-5 0,-6 5-3 0,3 4 4 16,-9-8-11-16,-2 6 1 0,1-5-2 0,-10 1-1 0,5 13-6 15,-9-12 13-15,0-1-35 0,-3 2-14 0,-1-4-31 16,-7 8-22-16,2-9-31 0,-4 8-31 0,6-10-41 16,-1 2-48-16,-1-6-79 0,1-3-262 0,2-2-610 15,5-1 270-15</inkml:trace>
  <inkml:trace contextRef="#ctx0" brushRef="#br0" timeOffset="113049.85">28455 8229 249 0,'0'-6'309'0,"-2"1"0"16,2 5 8-16,0-12-3 0,0 12-4 0,0-7-11 15,-3 3-18-15,3 4-14 0,0 0-37 0,0 0-24 0,3-9-22 16,-3 9-17-16,0 0-22 0,0 0-14 0,0 0-4 16,33 17-16-16,-9-2-4 0,4 1 0 15,8 7-5-15,6 8 1 0,-3-1-9 0,6 4-7 0,-2 3-7 16,0 0-8-16,10 26-4 0,-3-4 0 0,-4 5-13 16,-13-15-7-16,2 20 2 0,1-1-3 0,-8 3-6 15,-4-2-2-15,-11 8-4 0,-5-18-5 0,-8 14 0 16,0 6-9-16,-6-2 0 0,-3 0 4 0,-6-7-2 15,-3 3-4-15,2 1 3 0,-9-1-3 0,-10-2 1 16,-1 2-3-16,-4-8-1 0,-2 1 3 0,-9-1-4 16,-2-9-3-16,9-12-13 0,-16 7-17 0,-5 1-34 15,19-18-40-15,-4 1-24 0,-1-1-28 0,-4-6-44 16,1-1-52-16,6-3-53 0,0 0-70 0,1-6-298 16,3-3-714-16,1-7 316 0</inkml:trace>
  <inkml:trace contextRef="#ctx0" brushRef="#br0" timeOffset="114020.09">20447 8981 173 0,'0'-11'268'0,"0"3"-14"0,0 1-18 0,0 7-13 0,0-8-18 16,0 8-21-16,-1-7-21 0,1 7-20 0,0 0-16 15,0 0-13-15,0 0-14 0,-15 15-10 0,8-3-8 16,-1 7-7-16,-5 10-2 0,-4-2 10 0,-3 15 7 16,-1 7 9-16,-1 4 7 0,6 2 10 0,-16 18 13 15,11-3 7-15,-7 5 1 0,3 1 2 0,5 2 13 16,0 10-2-16,5-2 4 0,-1 3-2 0,9 1-6 16,5-3-11-16,11-2-6 0,-1-2-8 0,18 2-10 15,1-5-10-15,8-3-12 0,3-3-1 0,10-4-12 16,0-4-5-16,11-7-6 0,6-5-3 0,-1 5-9 15,13-3-3-15,9-10-1 0,-5 1-8 0,3-13-3 16,5 2-27-16,-2-5-25 0,2-4-37 0,-1-4-35 0,-4 0-34 16,-1-6-34-16,-30-2-55 0,5-3-59 15,-5 6-77-15,-5-9-379 0,-7 1-784 0,-6-3 347 16</inkml:trace>
  <inkml:trace contextRef="#ctx0" brushRef="#br0" timeOffset="115082.55">29024 7761 61 0,'0'0'321'15,"-6"-3"-21"-15,6 3-17 0,0 0-23 0,-2-4-22 16,2 4-14-16,0 0-28 0,0 0-17 0,0 0-9 16,0 0-19-16,0 0-12 0,32 4-10 0,-19 0-7 15,0 1 1-15,4 1-22 0,-2 2-6 0,8-4-13 16,-7 7-10-16,1-6-2 0,1 6-9 0,0 0-9 0,-3-3-4 16,0 4-4-16,-5 2-5 0,3-4-9 15,-6 5-2-15,1 0-2 0,-1 0-2 0,-2 2 0 16,-5 0-3-16,0-1 2 0,-5 0-6 0,-2 0 4 0,0-3 4 15,1 2 10-15,-4-3 11 0,2 2 2 0,-2-4 11 16,1 0 13-16,4 0-4 0,2-5 5 0,-3 2-3 16,2-2 18-16,1 2 15 0,3-7 24 0,-2 4 13 15,2-4 5-15,0 0-9 0,0 0-12 0,23 0-14 16,6-1-11-16,0-2-10 0,18-2-10 0,1-1-15 16,-4-2-20-16,8 3-24 0,-8-3-37 0,9 2-62 15,2-3-60-15,0 2-64 0,-2 0-88 0,4-2-99 16,-4-1-364-16,4 1-815 0,-8-3 361 0</inkml:trace>
  <inkml:trace contextRef="#ctx0" brushRef="#br0" timeOffset="143490.29">9616 12388 252 0,'3'-17'356'0,"-1"-10"-14"0,-2 0-10 16,-2-2-7-16,-6 2 0 0,2 0-26 0,-9 2 10 0,5-2 2 15,-7 1-8-15,-3 1-9 0,0-2-26 0,-9-2-6 16,7 5-12-16,-3 4-15 0,-1 2-12 16,1 1-17-16,-5 6-14 0,2-5-21 0,-2 5-17 0,0 3-14 15,2 1-17-15,-1 4-11 0,-1 2-12 0,10 2-12 16,-10 2-12-16,5 6-11 0,-1 0-6 0,9 3-9 16,2 1-7-16,-1 10-3 0,1-1-4 0,2 6-5 15,9 0-3-15,1 3 1 0,10 16-1 0,4-2-2 16,6 8-4-16,-1 1-1 0,16 14-1 0,-7-15 0 15,11 13-2-15,-10-13 0 0,18 15-3 0,-10 0 0 16,3-1-2-16,-12-14 1 0,4-5-2 0,-6 5 1 16,4-3-2-16,-2 1-2 0,-2-1-3 0,-3 3 0 0,-2-4 2 15,-3 0 0-15,-3 1-1 0,-4-2-1 0,-2-2 1 16,-2 4 1-16,-1-4 0 0,-6 4-2 16,-1-11-21-16,-2 6-20 0,4-16-25 0,-4 2-37 0,-3-4-25 15,6-9-38-15,-2 0-37 0,5 1-18 0,-5-5-14 16,5-3-8-16,-2-1-1 0,1-6-1 0,1 4-23 15,0-8-43-15,0 0-67 0,0 0-294 0,0 0-720 16,0 0 318-16</inkml:trace>
  <inkml:trace contextRef="#ctx0" brushRef="#br0" timeOffset="143710.54">9043 13181 134 0,'-8'-4'394'16,"0"1"-3"-16,1 0-4 0,1-1-43 0,6 4-38 15,0 0-13-15,16-13-42 0,6 5-29 0,11 1-13 0,13-1-28 16,9 0-14-16,-4 3-17 0,7-3-14 16,2 3-16-16,-4 1-23 0,3-1-46 0,1 1-58 15,-2 4-54-15,-7-1-61 0,1 1-64 0,-1-2-87 0,-16 5-258 16,-6 1-575-16,1 0 254 0</inkml:trace>
  <inkml:trace contextRef="#ctx0" brushRef="#br0" timeOffset="144241.75">9851 13092 32 0,'2'-9'404'15,"-4"-3"-7"-15,2 6-3 0,-3 0-28 0,6 1-26 16,-3-2-35-16,0 7-27 0,10-8-29 0,-3 6-29 15,-7 2-7-15,26 5-32 0,-11 6-15 0,3-2-20 16,5 0-14-16,6 13-5 0,-1 1-17 0,3 5-3 16,2 5-5-16,-1-1 0 0,-4 4-9 0,2 1-7 0,-6 2-1 15,3 3 7-15,-2 1 4 0,-4 3-7 0,-4-3 3 16,4 4 0-16,-6-6-2 0,-1 2 0 0,0-4 1 16,-7-11-1-16,0 2 7 0,-1-1-7 0,-4 1-5 15,3-6-3-15,-5-6 3 0,2-2-1 0,-1-4-3 16,-1-4 5-16,7 2 26 0,-7-2 35 0,0-4 37 15,0-4-8-15,0 0-15 0,0 0-16 0,0 0-11 16,0-22-6-16,5 7-15 0,-4-12-10 0,1 2-18 16,6-7 2-16,-3-13-3 0,5 0-14 0,-5-2-9 15,4-1 0-15,2-6-12 0,-6 7 4 0,7-3-8 16,-6 2-10-16,1 3-24 0,0 0-11 0,-4 3 0 16,2 12 0-16,1 0 0 0,-6 0 0 0,0 12 0 15,2-1 0-15,-2-3 0 0,0 9 0 0,-2-1-79 0,2 9-96 16,-3-5-76-16,3 3-98 0,0 7-28 15,0 0-9-15,0 0-23 0,0 0-39 0,-7 19-40 16,7 0-384-16,-1 0-944 0,1 2 418 0</inkml:trace>
  <inkml:trace contextRef="#ctx0" brushRef="#br0" timeOffset="144585.47">10783 13685 307 0,'0'0'304'0,"12"4"-9"0,-6 0-19 0,2 3-10 0,1-2-13 15,2 2-10-15,-2 0-27 0,1-3-17 16,3 7-19-16,-3 1-20 0,1-1-10 0,-1 2-17 0,3 2-12 16,-8 1-2-16,0 1-25 0,2 3-3 0,-4-1-10 15,-6 6-8-15,0-6-4 0,-2 0-11 0,-10 6-8 16,-3 2-1-16,-4-4-11 0,-3-2 3 0,0 0-14 16,-11 3-22-16,8-6-18 0,-2-5-22 0,0 2-27 15,10-5-29-15,-3-3-35 0,7-5-38 0,1-2-42 16,8-4-50-16,-3-3-236 0,7-4-531 0,6-5 236 15</inkml:trace>
  <inkml:trace contextRef="#ctx0" brushRef="#br0" timeOffset="146007.24">11149 13321 302 0,'1'-5'313'0,"-1"5"-6"0,4-10-21 0,-4 10-22 16,0 0-25-16,0 0-27 0,0 0-26 0,0 0-15 16,0 0-19-16,0 0-17 0,0 0-13 15,-10 23-7-15,8-14-10 0,1 5-11 0,-4 5-3 0,5 5-12 16,3 2-6-16,-3 1-7 0,0 0-7 0,2-7-11 16,-2 6-1-16,1-8 0 0,6 9-9 0,-2-8-2 15,-2 1-2-15,4-5 0 0,-1 0 10 0,3 1-16 16,-1-5-11-16,3 1 14 0,-1-5-5 0,2-2-7 15,0-2-1-15,2-4 13 0,0-1-12 0,-3-3-6 16,9-2-1-16,-8-2 2 0,3-3-4 0,-7-3 1 16,7 3-1-16,0-3-1 0,-2-6 8 0,-5 4 16 15,-1 0 17-15,-1 5 13 0,1-5 19 0,-5 2 22 16,3-2 5-16,-4 7 7 0,-1 1 0 0,2 0 1 16,-2 3-2-16,0 0-10 0,0 6-17 0,0-9-12 15,0 9-10-15,0-8-11 0,0 8-7 0,0 0-3 16,0 0-4-16,0 0-6 0,13 14-2 0,-9-6-4 0,1 0 1 15,6 6-4-15,-3-2-3 0,2 1-4 0,4 1 2 16,-1-1-6-16,-3-1-3 0,3 3 1 0,2-4-1 16,-2 0-4-16,2-2 1 0,-5-5-2 0,5 5 1 15,0-7-2-15,0-2 4 0,-7 0-2 0,7 0-1 16,-7-2 1-16,4-4 4 0,-4 0-7 0,-1-4 2 16,-3 0 1-16,1 2-3 0,0-11-2 0,4 4 3 15,-9 1-3-15,0-4-1 0,-2-5-2 0,-5 3-8 16,1-2-12-16,-2 2-13 0,1 1-8 0,0 1-26 15,-1 0-28-15,-2-3-29 0,0 6-32 0,2-3-33 16,0 7-37-16,-6-4-40 0,6 8-47 0,-4-5-48 16,1 3-290-16,1 3-705 0,0-3 312 0</inkml:trace>
  <inkml:trace contextRef="#ctx0" brushRef="#br0" timeOffset="146366.57">11553 12312 85 0,'0'-5'356'0,"-2"-3"-20"0,2-1-15 0,-2 2-16 16,-3 0-20-16,0-1-16 0,5 8-28 0,-6-5-29 16,6 5-22-16,0 0-23 0,0 0-15 0,-27 13-16 15,17-2-16-15,-1 2 3 0,1 4 6 0,0 2-31 16,2 3-6-16,-1 7-7 0,3 3-7 0,1 6 5 0,3-7-12 16,-4 1-7-16,14 7-6 0,-2 3-4 15,3-4-9-15,4 1 1 0,7-1-5 0,-5-10-2 16,9 8-7-16,0-12-4 0,4 9-16 0,-2-12-23 0,1 0-26 15,9 0-40-15,-8-6-49 0,7 0-49 0,-5-4-57 16,1-3-67-16,-3 1-267 0,2-6-614 0,-5 2 272 16</inkml:trace>
  <inkml:trace contextRef="#ctx0" brushRef="#br0" timeOffset="146929.04">11958 12682 180 0,'0'-7'326'0,"-5"-2"1"0,4-3 0 0,-1 1-4 16,-3-5-11-16,3 1-15 0,1 0-11 0,2 2-9 0,-1-4-24 16,7 2-21-16,-5-5-25 0,-1 11-26 15,4-1-13-15,3 0-15 0,-1 2-13 0,-2-3-21 16,5 3-12-16,0 5-9 0,3-1-19 0,2 3-14 0,7 1-9 15,-8 1-19-15,3 6-15 0,3-2-6 0,-5 7-12 16,5-4-11-16,4 10-1 0,-10-7-10 0,7 9-1 16,-6-4-7-16,2 3-6 0,-2 2-2 0,1 0-6 15,-4-1-3-15,-4-1 0 0,0 1-4 0,-1-4-4 16,-1 2-2-16,1 6 8 0,-5-5-1 0,-2-2 6 16,-2 0-1-16,2-1 9 0,-7-5 1 0,7-2 3 15,-6 1 2-15,-2-2 6 0,4-3 1 0,-2 0 7 16,-4-1 16-16,5-1 18 0,-2 1 12 0,7-4 8 15,-11 0 14-15,11 0-6 0,-12-8 11 0,9 0-5 16,1 1-2-16,2-5 3 0,0 0-3 0,0-3-3 16,5-3 4-16,-2-3 0 0,6 3 9 0,2-7-13 15,-1-2-1-15,2 0-4 0,-1 1-1 0,2-1-1 16,-4 0 5-16,4 3 6 0,-3 1 6 0,0 4 2 16,-5 1 7-16,3 3 3 0,-3 6 8 0,2-1 4 15,-6-1 4-15,4 5-17 0,-3 0-5 0,3 0-14 16,-3 0-11-16,-2 6-8 0,0 0 4 0,0 0-11 0,0 0 2 15,-2 28-5-15,2-11-4 0,0 0 0 0,2 2-6 16,-2 2 3-16,6 2-12 0,1 4-2 16,1-8-8-16,-6 8-12 0,13 0-13 0,-4-6-19 0,4 1-22 15,2 1-22-15,-1-11-23 0,4 6-30 0,2-8-25 16,1 5-26-16,-3-7-32 0,-2-5-37 0,2 1-41 16,0-7-35-16,3 2-41 0,-7 0-193 0,1-7-623 15,3-4 277-15</inkml:trace>
  <inkml:trace contextRef="#ctx0" brushRef="#br0" timeOffset="147179.01">12645 12194 71 0,'0'0'315'0,"0"0"-21"0,0 0-20 0,-3-4-1 15,3 4 12-15,0 0-10 0,0 0 16 0,28 12 0 16,-8-1 8-16,-5-2-21 0,6 5-5 0,7 3-1 0,-1-5-19 15,-2 10-20-15,11 3-25 0,-5 2-24 0,4 0-14 16,-12-6-16-16,9 12-18 0,-12-7-10 0,1 5-15 16,2 5-9-16,-8 3-15 0,-1 0-9 0,-6-9-29 15,-2 12-34-15,-6 0-32 0,0-3-19 0,-8 3-58 16,-3-3-42-16,-4 1-37 0,-2-2-33 0,-4 0-36 16,-3-4-45-16,5-9-40 0,-1-2-320 0,0-2-700 15,-3 0 310-15</inkml:trace>
  <inkml:trace contextRef="#ctx0" brushRef="#br0" timeOffset="147725.85">13638 12558 318 0,'0'0'410'0,"7"-3"8"0,-7 3-2 0,1-5-8 16,-1 5-7-16,0 0-16 0,7-3-15 0,-7 3-34 16,0 0-28-16,0 0-31 0,7-5-25 0,-7 5-26 15,0 0-21-15,0 0-22 0,15 0-17 0,-4 0-15 16,-1 1-16-16,7-2-8 0,4 2-21 0,1-1-14 16,6 0-41-16,3 0-38 0,4 0-48 0,-5 3-53 15,5-2-50-15,-6-2-52 0,3 4-51 0,-12-2-54 0,-4 1-63 16,4 1-71-16,-2-1-235 0,-9 0-718 15,4 5 317-15</inkml:trace>
  <inkml:trace contextRef="#ctx0" brushRef="#br0" timeOffset="147897.72">13814 12860 232 0,'-14'8'305'0,"6"-4"4"0,1 0-1 0,-1 0-12 0,7 1-5 16,1-5 3-16,-14 6 3 0,14-6 1 0,0 0-6 15,0 0-22-15,17 3-25 0,3-3-26 0,1-3-24 16,9 0-13-16,-7 0-24 0,5-2-37 0,4 1-55 16,1 0-65-16,-2-3-73 0,1 3-76 0,-2 3-80 15,-1-7-112-15,-1 2-259 0,-6 1-648 0,-1-2 287 16</inkml:trace>
  <inkml:trace contextRef="#ctx0" brushRef="#br0" timeOffset="150975.6">16698 12096 61 0,'0'0'260'0,"0"-9"-16"0,0 9-15 0,0 0-15 16,4-5-18-16,-4 5-18 0,0 0-19 0,5-5-19 15,-5 5-14-15,0 0-13 0,0 0-12 0,-28 13 4 16,13-6-9-16,-3 1 2 0,-9 5-1 0,-3 1 5 16,0 1 0-16,-9 5 7 0,-4-4 4 0,0 7-6 15,-5-1-2-15,-7 5 6 0,4-3-2 0,-2-3-5 16,-5 1-8-16,2 0 0 0,-6-2-3 0,6 1-13 15,1 1-1-15,-1-3-5 0,11-3-6 0,-7 3-1 16,8-3-14-16,6 2 0 0,12-5-7 0,-4 1 5 0,12-5-17 16,3 3-6-16,2-5-4 0,5 0-3 0,-1-5 2 15,4 9-6-15,-3-5-1 0,6 0 6 16,2-3 1-16,2 6 1 0,-2-9-7 0,8 10 13 0,6-3-9 16,2-2 0-16,4 0-2 0,1-1-1 0,9-1-8 15,2 2-1-15,1 0 6 0,11-3-1 0,-7 3-3 16,9-5-1-16,-1 2-1 0,-15-2-1 0,16 0-2 15,-10 1-2-15,8 2 2 0,-11 0-4 0,0-2 1 16,-3 3 2-16,4 0 0 0,-4-1-4 0,0-2-3 16,-7 4 0-16,-3-3 2 0,1 2-3 0,3-1-5 15,-8 2-6-15,2-2 2 0,-4 1-5 0,-4 0-1 16,-1-2 9-16,0 1-10 0,1 1-2 0,-7 3 2 0,2-4 6 16,2 1-6-16,-4 2 5 0,-2-3 1 15,-1 4 4-15,-1 1-1 0,-2 3-2 0,-1 1 13 16,-7-7-10-16,-1 9 3 0,-3-2-2 0,0 4 4 0,-6-4-1 15,-7 8 5-15,1-2-5 0,-9 5 6 0,-6-3-1 16,-1 3-2-16,5-5-4 0,-6 2 4 0,2 0 3 16,4 2 18-16,0 0-3 0,-2 0 7 0,7-11 1 15,3 5 9-15,4-4-6 0,1 5 7 0,4-8-3 16,-1 0-1-16,6 2 0 0,1-4-3 0,5-1-5 16,0 0 2-16,1-2 1 0,3 1-4 0,-1-1 15 15,4-1-9-15,3-3 10 0,-7 7 15 0,7-7 20 16,0 0 15-16,10 5 2 0,7-5-1 0,1-1-8 0,12-2-7 15,6 0-3-15,14-6-11 0,4 0-1 16,1 0-7-16,3-3-2 0,3 0-9 0,19-3-5 16,-17 6 0-16,0-3-2 0,14-4-6 0,3-1-4 0,-21 5-6 15,-1 2 3-15,-1 2-3 0,-6-6-4 0,0 4-2 16,-3 5-15-16,-6-2-25 0,-11 2-29 0,0 1-41 16,-11 1-43-16,2 2-37 0,-6 1-43 0,-2 0-33 15,-6 1-24-15,3 2-26 0,-2 5-45 0,-8-4-40 16,-1 5-228-16,-1-2-669 0,-6 4 296 0</inkml:trace>
  <inkml:trace contextRef="#ctx0" brushRef="#br0" timeOffset="151584.94">16023 14019 160 0,'0'-5'331'0,"0"-2"-1"0,0-1-19 0,0-2-7 16,4 1-7-16,-8 0-3 0,8-3-13 0,-4 0-8 15,1 0-19-15,2-3-16 0,-3 6-15 0,4-3-16 16,-3 0-13-16,4 3-17 0,-1 1-19 0,1-2-13 16,-2 2-18-16,2 4-15 0,-5-1-6 0,3 1-11 0,-3 4-20 15,10-3-9-15,-10 3-5 0,0 0-6 0,25 9-16 16,-20 1 6-16,7 1-6 0,-2 2-7 0,-1 6-1 15,6 1-3-15,-1 7-4 0,-4-4-3 0,4 4-10 16,0 4 2-16,1-2 2 0,1 6 10 0,-3-6-13 16,2 10 1-16,0-10-4 0,0-2 2 0,-8 0-2 15,6-2-1-15,-3 4 4 0,-2-2-11 0,-3-9 6 16,2 0 2-16,-4 9 26 0,0-7 18 0,-1-1 2 16,-2 0 7-16,-2-3 5 0,2-1 15 0,-6 1 13 15,-1-5 6-15,7-1 8 0,-8 2 9 0,0 1 2 16,-2-8-1-16,-5 4 4 0,5-2-7 0,-7-2 10 15,2-2-7-15,-5 0-3 0,6-3 8 0,-8 0-1 16,1-5 7-16,-1-1-12 0,4-6-2 0,0 3-7 0,1-2-2 16,-3 0-5-16,5-5-18 0,2-4-10 15,0 2-5-15,1-6-8 0,6 0-12 0,-3-3-28 16,9-1-21-16,2-1 0 0,5-14-59 0,3 12-51 0,-1-11-45 16,8 6-49-16,-4-2-60 0,4-3-58 0,1 2-51 15,-6 10-47-15,2 1-54 0,6-10-68 0,-5 15-336 16,-3-3-952-16,-1-1 422 0</inkml:trace>
  <inkml:trace contextRef="#ctx0" brushRef="#br0" timeOffset="151897.41">16270 13531 161 0,'0'0'209'0,"0"0"-19"0,0-4-22 16,0 4-15-16,0 0-13 0,0 0-15 0,0 0-4 15,0 0-2-15,0 0-6 0,0 0-6 0,0 0-5 16,0 0 0-16,0 0-1 0,0 0-1 0,0 0 6 16,0 0 4-16,0 0 8 0,20 3 6 0,-20-3-7 15,0 0-8-15,0 0-8 0,-2-12 0 0,2 12-11 16,0-9-6-16,0 9-10 0,-8-7-8 0,1 0-1 15,7 4-10-15,-8-6-6 0,8 9-10 0,-8-4 2 16,1 0-20-16,-1 2-19 0,-4 1-27 0,12 1-31 16,0 0-41-16,-21 3-44 0,12 1-47 0,3-1-52 15,4 3-216-15,-1 5-494 0,-1-4 218 0</inkml:trace>
  <inkml:trace contextRef="#ctx0" brushRef="#br0" timeOffset="152147.39">16429 13818 199 0,'0'0'266'0,"0"0"2"15,0 0 4-15,0 0 5 0,0 0-12 0,0 0-17 16,28-2-22-16,-20-1-17 0,9 1-27 0,3-3-17 15,-2 0-16-15,2 0-14 0,3 2-17 0,-3-2-10 16,1 2-15-16,1 2-8 0,-1-4-31 0,-4 5-32 16,1-3-41-16,-6 6-44 0,1-3-54 0,-5 5-30 15,0-4-32-15,-1-1-53 0,1 4-199 0,-8 3-467 16,0 2 207-16</inkml:trace>
  <inkml:trace contextRef="#ctx0" brushRef="#br0" timeOffset="152319.25">16503 14029 39 0,'-5'7'221'0,"5"-7"20"0,0 0 12 16,0 0 0-16,0 0-5 0,0 0-20 0,0 0-18 15,0 0-24-15,0 0-20 0,33-10-15 0,-18 2-14 16,-2 1-14-16,11 3-17 0,4-4-22 0,-8-1-43 16,4 1-41-16,6 0-60 0,-2 1-66 0,-3-4-67 15,-3 7-192-15,6-4-417 0,-12-1 185 0</inkml:trace>
  <inkml:trace contextRef="#ctx0" brushRef="#br0" timeOffset="152522.35">17011 13723 109 0,'0'-7'316'0,"0"7"-20"0,0-4-8 16,0 4-22-16,0 0-27 0,0 0 6 0,0 0 6 15,0 0 14-15,0 20-3 0,2-12-1 16,0 2-30-16,-1 9-11 0,1-3-17 0,3 8-21 0,2 0-25 15,-4 2-12-15,3 2-8 0,-1-1-17 0,4 3-14 16,-1-2-25-16,-3 1-43 0,5-4-45 0,1 0-49 16,-2-8-48-16,-1 3-55 0,0-5-68 0,4-3-72 15,-7-3-296-15,6-3-644 0,-9-3 286 0</inkml:trace>
  <inkml:trace contextRef="#ctx0" brushRef="#br0" timeOffset="153319.18">15788 11541 270 0,'0'-6'294'0,"0"6"-8"0,3-12 3 0,-3 5-4 16,4 4-6-16,-4-4 9 0,0 7-34 0,1-10-8 15,4 4-3-15,-5 6-33 0,0 0-23 0,0-8-21 16,0 8-13-16,0 0-18 0,0 0-15 0,0 0-16 16,0 0-12-16,0 0-18 0,24 20-1 0,-16-9-4 15,-2 7-13-15,9-1-7 0,-6 6-9 0,4 4 9 16,0-1-14-16,2 2-1 0,-7 0-4 0,6 1 4 15,-5 3-5-15,3-7-6 0,-2 5-9 0,0 0 3 16,0-4 1-16,-4 0 4 0,3 0-11 0,-1-7 4 0,-6-2-2 16,6 9-4-16,-1-10 13 0,-2-2-18 15,0 3-16-15,-1-6-11 0,1-2-29 0,2 1-14 0,-2-3-13 16,-2 0-20-16,-1-1-18 0,3 0-18 0,-3 0-35 16,-2-6-51-16,6 2-53 0,-6-2-47 0,0 0-191 15,0 0-555-15,0 0 245 0</inkml:trace>
  <inkml:trace contextRef="#ctx0" brushRef="#br0" timeOffset="153787.89">16228 11718 148 0,'0'0'196'0,"0"0"-15"0,0 0-21 16,0 0-15-16,0 0-15 0,0 0-11 0,0 0-7 15,0 0-3-15,0 0-5 0,0 0-5 16,-14 18-4-16,9-8-7 0,-4-3-1 0,1 0-2 0,1 5-4 16,-1-8-2-16,-5 10-5 0,1-4-1 0,1 1 0 15,1 1-7-15,-3-5-5 0,-1 2-1 0,3 2-6 16,-1-4 1-16,-1 1-2 0,3 0 1 0,0-4-1 15,0 0-2-15,3 4 2 0,-2-6-2 0,4 0-1 16,-5 3 1-16,3-3-4 0,7-2 0 0,-8 7 2 16,8-7 0-16,-9 1 5 0,9-1-4 0,0 0-2 15,-6 3 2-15,6-3-3 0,0 0 0 0,0 0-4 16,0 0-4-16,-8 4-3 0,8-4-3 0,0 0-1 0,0 0-7 16,0 0-2-16,0 0 0 0,14 5-5 15,-14-5 11-15,12 5-16 0,-2 2-2 0,2-4 7 16,-2 2-11-16,1 2 5 0,2-4-8 0,-3 2-1 0,4 1 5 15,4-1-3-15,-2 2 1 0,4-1 0 0,-2 1-7 16,4 0 9-16,-6-4-7 0,4 2-1 0,-3 2-3 16,3-3-5-16,-4-1-20 0,-1-2-15 0,0 6-23 15,-3-6-37-15,-2 0-40 0,1 4-48 0,-1-5-63 16,-10 0-247-16,17-5-541 0,-17 5 239 0</inkml:trace>
  <inkml:trace contextRef="#ctx0" brushRef="#br0" timeOffset="160622.68">19946 11844 3 0,'0'0'237'0,"-7"-6"-13"0,7 6-16 0,0 0-18 15,0 0-16-15,-6-3-22 0,6 3-11 0,0 0-19 16,0 0-12-16,0 0-10 0,0 0-8 0,0 0-11 15,13 15-18-15,-6-8 4 0,-6 0-8 0,6 2-5 0,1-2-6 16,-1 2-4-16,-2 0-4 0,5 4 7 0,0-1-3 16,-4 0-4-16,6-4-1 0,-4 7-2 0,-1-6-6 15,1 6-2-15,0-4-5 0,-1-3-2 0,1 6 3 16,-3-5-5-16,2 3 0 0,-6-1-4 0,6-7 0 16,-5 8-2-16,4-1-4 0,-6-6 5 0,5 3-3 15,-5 2-2-15,2-3-1 0,-1 0 1 0,-1-1-3 16,0 1 9-16,0 0 10 0,-1-2 13 0,1-5 6 15,-7 11 5-15,1-5 6 0,1 0 3 0,-5 0 4 16,3 0 0-16,-3-2 5 0,-5 4-3 0,-3-4-6 16,3 4 2-16,0-2-5 0,-1 0-1 0,-4 0-3 15,3 0-5-15,-4 1-5 0,4 1 1 0,1-2-6 16,-3 3-2-16,3-3-3 0,-1 2-1 0,2-1-7 16,1 3 1-16,-1-2-2 0,1-4-8 0,1 7 1 15,3-7-3-15,-1 4-6 0,1-1 1 0,-2-2 4 16,6 4-5-16,-4-1 1 0,3-1 7 0,-6 0-8 0,6 1-1 15,4-2-1-15,-4 2-4 0,1-1 0 0,-1 2 2 16,2-5 0-16,2 4 1 0,-4-2-7 0,5 3 4 16,-3-5 1-16,5 4 0 0,-5 3-1 0,2-8-2 15,3-3-4-15,-3 12 13 0,3-7-6 0,-3 3 5 16,3-2-6-16,0 2-2 0,-2-1 4 0,2-7-3 16,0 6-3-16,2-2 6 0,-2-4 2 0,0 15 2 15,0-8-5-15,0-7 3 0,3 4 3 0,0 2-1 16,-3 0 1-16,0-6 0 0,8 9-4 0,-8-4 1 15,0-3 3-15,5 5 1 0,-5-7-1 0,9 8-2 16,-9 0 3-16,6-5-12 0,-1 1 13 0,2 0-3 16,-2 0 0-16,1 3-4 0,1-5 18 0,1 3-11 15,-1-3-5-15,0 3 2 0,3-2 6 0,-4 1-4 0,7-2 0 16,-4-1 4-16,4 4-4 0,-5-2 4 16,7-1-8-16,0-2 3 0,2 1-3 0,-3-1 2 15,-2 0-2-15,5 0-2 0,2-1 5 0,-5-1-5 0,2-1 3 16,-3 2 0-16,6-3 2 0,-6 4-1 0,2-3 0 15,0 2-6-15,0-5 2 0,-5 4-6 0,1-2 10 16,-3 1 3-16,6-2-3 0,-6 4 4 0,0-5-5 16,4 2-2-16,-4 0 1 0,0-1 4 0,1 3 1 15,-3-4-2-15,2 3-11 0,4-4 10 0,-5 0 1 16,3 5 0-16,-5 0 1 0,0-4 1 0,1 0-6 16,1 0 2-16,1 0 1 0,-3 3 1 0,-2-2-7 15,6 2 3-15,-6-4 0 0,-3 7 1 0,8-5-6 16,-3 1 3-16,-3 0 10 0,-2 4 0 0,6-5 1 15,-6 5 4-15,2-6 3 0,-2 6-1 0,0 0-2 16,0 0 12-16,0 0 1 0,0 0-4 0,0 0 3 16,0 0 10-16,0-8 6 0,0 8 2 0,0 0 1 0,0 0 0 15,0 0-6-15,0 0-9 0,-8-7-1 0,8 7-3 16,0 0-3-16,-13-5-5 0,8 4 0 0,5 1-5 16,-12-2 9-16,12 2-12 15,-15-4-3-15,7 1 1 0,0 1 0 0,8 2-6 16,-22 0 0-16,9-3 9 0,0 3-7 0,-2-1-4 15,-2-2 3-15,2 2-1 0,-5 1-1 0,5-2 0 0,-4 1 2 16,2-3 0-16,2 0 1 0,0 1 2 0,-3 3 0 16,6-1 0-16,-1 1-3 0,2-2 1 0,-1 2-1 15,12 0 2-15,-21-2 0 0,11-1 1 0,1 2-3 16,9 1-3-16,-15-1-2 0,15 1 1 0,-14-2-2 16,14 2 0-16,-19 0 4 0,19 0 3 0,-15-3-7 15,15 3-3-15,-14 3-15 0,14-3-17 0,-9 2-18 16,9-2-12-16,-10 1-41 0,10-1-26 0,0 0-26 15,-20 0-26-15,16 1-31 0,-5 4-30 0,9-5-41 0,-15 2-56 16,9 2-251-16,-1-1-643 0,7-3 284 0</inkml:trace>
  <inkml:trace contextRef="#ctx0" brushRef="#br0" timeOffset="161513.23">20742 11811 242 0,'0'0'245'0,"0"0"-7"0,0-8-15 0,0 8-7 15,0 0-9-15,0 0-12 0,-7-5-8 0,7 5-14 16,0 0-12-16,0 0-7 0,0 0-16 0,0 0-13 0,-16 2-5 16,16-2-8-16,-8 8-7 0,1-4-1 15,0 1-3-15,2 3 2 0,-5-3 0 0,4 3 2 16,-2 1-1-16,-6 1 1 0,6 4 0 0,-5-4 8 0,5 5-9 15,-4-3 5-15,-1 5-9 0,4 0 1 0,-2-1-8 16,-2 8-5-16,3-9-3 0,0 3-3 0,0 3-8 16,0 2-3-16,5-3-5 0,2 0-6 0,-1 7-4 15,-1-8-8-15,7 4 1 0,1 4 5 0,2-8-13 16,2 8 2-16,-1-4-5 0,4 3-5 0,-1-1 2 16,4-9 0-16,-1 6-8 0,-1-6 0 0,7 2 0 15,-3-2-4-15,0 0 0 0,0-3 2 0,2-3 8 16,4 1-13-16,-3 1-1 0,2-4-2 0,2-1-3 15,-7-1 4-15,6 1-3 0,1-5-2 0,-3-2 0 16,-2 1-10-16,0-1-26 0,2 0-26 0,0 0-36 16,-4-3-38-16,4-1-45 0,-9 3-50 0,2-1-59 0,-4 2-72 15,4-5-364-15,-1 1-771 0,-4 0 341 0</inkml:trace>
  <inkml:trace contextRef="#ctx0" brushRef="#br0" timeOffset="163530.23">21081 11892 166 0,'0'0'291'0,"0"-11"-11"0,5 7-16 0,-5 4-17 0,0-6-20 16,0 6-16-16,0 0-22 0,2-7-23 0,-2 7-16 15,0 0-16-15,0 0-15 0,0 0-13 0,0 0-9 16,21 10-9-16,-12-3-11 0,4 3-6 0,2 3-7 16,-2-2-9-16,2 2-5 0,2 2-3 0,-3 0-5 15,6 3-7-15,-3 3-4 0,-2-3 3 0,5 0-3 16,-2 0-2-16,5 5-9 0,-6-4 1 0,1 1-2 16,3-1-2-16,-6 2-1 0,0-6 5 0,-2 0-7 15,-3 1-4-15,4-1 4 0,-6-3-3 0,7-1-3 16,-9 1 1-16,3-6 1 0,-3 0-1 0,1 1 1 15,-1 4 0-15,-4-7 14 0,5 0 15 0,-1-1 15 16,-1-2 19-16,-5-1 24 0,0 0 23 0,4 8 20 16,-4-8 19-16,6 4 13 0,-6-4 13 0,0 0-2 0,0 0-16 15,0 0-13-15,0 0-10 0,15-13-3 0,-15 10-8 16,2-5-4-16,1-3-12 0,-1 4-8 0,-1-2-6 16,4-3-13-16,-1-2-8 0,-1-2-8 0,0 1 0 15,2 0-6-15,0 0-10 0,0-3-5 0,0 3-5 16,0-4-7-16,0-1-5 0,0 2-1 0,-2-6-6 15,9 3-6-15,-9 4-7 0,4-3-5 0,-2 0-12 16,-2 1-14-16,2 4-15 0,-3-1-22 0,-2 1-25 16,0 7-48-16,0-1-44 0,3-2-46 0,-1 5-48 15,-2 1-49-15,0 5-39 0,0 0-15 0,0 0-35 16,0 0-320-16,0 0-781 0,-22 15 346 0</inkml:trace>
  <inkml:trace contextRef="#ctx0" brushRef="#br0" timeOffset="164123.93">21839 12366 3 0,'4'-9'210'16,"-1"3"-7"-16,2 0-2 0,-3-2 1 0,6-2-7 0,-5 0-5 15,5 3-5-15,-6-3-6 0,6-2-2 0,-3 4-1 16,-1-7-1-16,2 6-4 0,-4-1-8 0,1 1-2 15,1 0-7-15,2 2 7 0,-4-4-25 0,-2 3-4 16,3 1-6-16,-1 2-10 0,-1-2-13 0,-1 7-11 16,5-4-20-16,-5 4-8 0,0-7-11 0,0 7-1 15,0 0-3-15,0 0-8 0,0 0-5 0,14 11-8 16,-8-2 1-16,-2-2-2 0,4 7-2 0,0-1-4 16,4 4-4-16,-2 1 0 0,-2 1-1 0,9 4-2 15,-4-2-11-15,0 4 6 0,-1 2 2 0,-1-3-3 16,2 2-3-16,2 1 1 0,-8-4 3 0,8 4-1 15,-7-8-1-15,-3 1-1 0,3-4-1 0,-6 3 4 16,5-2-2-16,-2 0-7 0,-4-3 4 0,-1 1 1 0,0-3 0 16,-1 1 20-16,-4-3 31 0,3-3 18 15,-5 4 18-15,2-3 16 0,-3-3 11 0,0 2 5 16,-5-4 6-16,4 1 2 0,-6 0-1 0,7-4-3 0,-8 2-3 16,-3-4-2-16,4-2 0 0,4 0-7 0,-1-3-9 15,-3 3-9-15,5-2-9 0,-4-2-7 0,5-1-11 16,-4-1-4-16,5-7-34 0,-2 5-26 0,8-4-28 15,-6-2-50-15,6-2-59 0,4-11-73 0,6 4-59 16,-6 6-50-16,8-5-63 0,0-1-63 0,-2 2-334 16,-1 7-835-16,-2 0 370 0</inkml:trace>
  <inkml:trace contextRef="#ctx0" brushRef="#br0" timeOffset="164498.9">21864 12021 29 0,'-5'-5'186'16,"5"5"-12"-16,0 0-8 0,0 0-4 0,0 0-10 16,0 0-7-16,0 0 0 0,0 0-6 0,0 0-5 15,0 0-6-15,0 0-6 0,25 8-8 0,-25-8-4 16,0 0-3-16,13-3-3 0,-13 3-3 0,0 0 3 16,12-1-6-16,-12 1-7 0,5-4-2 0,1 3-3 15,-6 1-1-15,0 0-7 0,5-12-7 0,-1 9-6 16,-4 3-8-16,0-12-5 0,0 9-7 0,0 3-6 15,0-12-12-15,0 12-24 0,-5-6-33 0,5 6-35 0,-7-6-41 16,7 6-45-16,0 0-56 0,-8-6-46 0,8 6-147 16,0 0-432-16,0 0 191 0</inkml:trace>
  <inkml:trace contextRef="#ctx0" brushRef="#br0" timeOffset="164983.24">22354 11923 194 0,'0'0'249'0,"0"0"-12"0,0 0-11 16,0 0-12-16,-18 0-21 0,18 0-18 0,0 0-16 15,-13 4-17-15,13-4-11 0,-9 0-16 0,9 0-10 16,-8 5-10-16,8-5-8 0,-5 7-12 0,2-4-9 15,3-3-2-15,-5 10-4 0,5-10-11 0,-3 3-2 16,3-3-2-16,0 7-6 0,0-7 0 0,5 8-2 16,-5-8-4-16,8 4-1 0,-5 1 2 0,-3-5-7 15,8 6-3-15,-1-5 0 0,-7-1-2 0,12 0-1 16,-12 0-4-16,0 0 3 0,0 0-7 0,15-7 5 16,-15 7 4-16,0 0-3 0,3-5 0 0,-3 5-2 15,0 0-5-15,-3-8-4 0,3 8 0 0,0 0-8 16,-10-11-15-16,10 11-20 0,-12-3-25 0,4 1-32 0,8 2-34 15,-15-3-38-15,10 2-53 0,5 1-204 0,-13 0-456 16,13 0 202-16</inkml:trace>
  <inkml:trace contextRef="#ctx0" brushRef="#br0" timeOffset="165561.32">22993 11718 79 0,'0'0'244'0,"0"0"-8"0,-2-9-10 15,2 9-12-15,0 0-8 0,-1-9-16 0,1 9-19 16,0 0-15-16,0 0-17 0,0 0-15 0,-10-1-13 16,10 1-11-16,-7-4-13 0,7 4-7 0,0 0-5 15,-26 7-11-15,14-3 3 0,2-3 2 0,-5 7-1 16,-1-4-1-16,-1-1 0 0,1 4 0 0,-6 0-2 16,7 3 9-16,-6-3-7 0,1 0-4 0,3 5 1 15,-4-8 1-15,3 8-9 0,-1-2 1 0,3-1-4 16,1-4-7-16,2 2 1 0,3-1-7 0,-2-1-14 15,6 3 5-15,-4-2-4 0,5 0-2 0,0-2-2 16,0 1-2-16,3 1 10 0,-3-2-12 0,5-4 2 16,2 9-1-16,4-3 1 0,3-1-2 0,6-1-2 15,4 3-1-15,10 0 4 0,4-3-13 0,10 4 5 0,6-4 1 16,-4-2 0-16,6 1-7 0,2-3 5 16,-5 6-4-16,4-6 2 0,-4-2 0 0,-4 5 0 15,4-4-8-15,-15 2 3 0,-1-4-3 0,-6 2 5 0,-4 1-5 16,-1-3-1-16,-4 2 4 0,1-1-2 0,-6-3 3 15,1 4 8-15,-5-2 13 0,0 0 10 0,7-2-4 16,-11 2-5-16,-3-2 7 0,-1-2-6 0,0 7-10 16,-3-12 8-16,-4 8-10 0,-4-4 0 0,1 1-3 15,-8-5-1-15,-1 4-3 0,-7-4-2 0,0 2-6 16,-6 1-23-16,2 0-1 0,-1 0-16 0,1 4-22 16,0-2-27-16,-1 1-29 0,4 3-24 0,-1 3-29 15,3 0-20-15,4 0-40 0,1 0-36 0,2 1-239 16,0-1-547-16,1 2 242 0</inkml:trace>
  <inkml:trace contextRef="#ctx0" brushRef="#br0" timeOffset="165873.79">22919 11541 129 0,'0'0'220'0,"0"0"-6"0,0 0-11 0,18 17-4 16,-7-8-15-16,-1 3-10 0,5 3 0 0,2 4-3 15,1 5 1-15,-2 0-8 0,4 2-13 0,-1 2-12 16,4 5-12-16,-3-6-14 0,-7 1-6 0,10 11-19 16,-8-10 3-16,5-2-12 0,-4 9-11 0,6 0-5 15,-14-9-2-15,10 0-7 0,-6 0-4 0,1 6-7 0,-3-11 3 16,2 4-11-16,-4 0-8 0,-1-4-20 15,1-4-29-15,-3-2-29 0,1-1-28 0,-1-1-39 16,0-1-36-16,0-4-56 0,2 2-244 0,1-5-490 0,-1-1 217 16</inkml:trace>
  <inkml:trace contextRef="#ctx0" brushRef="#br0" timeOffset="166280.01">23746 11577 232 0,'0'0'276'0,"0"-10"-9"0,0 5-2 0,0 5-22 0,-2-11-14 16,2 11-15-16,-4-7-32 0,4 7-18 0,0 0-10 15,0 0-26-15,0 0-12 0,0 0-10 0,-30 14-7 16,25-5-7-16,-7 3-4 0,4 4 2 0,0-1-2 16,-4 1 2-16,4 2-2 0,-1 2-4 0,5-1-6 15,-1-2 1-15,0 2-7 0,0 8-3 0,3-9-6 16,4 1-3-16,-2 1-6 0,3-3 1 0,-1 1-8 15,4-2-2-15,2 3 1 0,2-6-7 0,2 5-1 16,3-3-1-16,1-3-9 0,3 0 3 0,-1-1-2 16,8 1-7-16,-1-4-2 0,2 3-14 0,-7-8-41 15,1 2-33-15,6-4-40 0,-11 1-38 0,6-1-52 16,-1-1-56-16,-1-1-47 0,-5-1-217 0,1-4-560 16,-6 4 248-16</inkml:trace>
  <inkml:trace contextRef="#ctx0" brushRef="#br0" timeOffset="166561.25">24229 11613 204 0,'2'-7'316'15,"-2"7"-11"-15,0 0-13 0,0 0-19 0,0 0-19 16,0 0-23-16,0 0-20 0,0 0-22 0,0 0-23 15,0 0-7-15,0 0-25 0,0 0-16 0,0 0-7 16,0 0-14-16,-16 13-16 0,9-6-3 0,0 1-3 0,1 2-13 16,-8 4-3-16,6-1-3 0,0 3-9 15,-7 0-6-15,5 0 6 0,0 1-10 0,-1 1-12 16,2 1-12-16,-2-2-13 0,4 0-21 0,-3-1-16 16,-1 0-24-16,1 2-21 0,3-2-25 0,-1-3-39 0,1 1-33 15,2-6-42-15,2 0-53 0,-4 3-152 0,2-4-461 16,4-1 205-16</inkml:trace>
  <inkml:trace contextRef="#ctx0" brushRef="#br0" timeOffset="166811.23">23927 11676 25 0,'28'11'259'0,"-20"-6"-6"16,0 2-12-16,2-3-6 0,3 8-8 0,2-5-12 0,-1 4-18 16,0 2-18-16,3-3-14 0,0 3-16 15,4-1-14-15,2 7-14 0,-6-8-13 0,1 3-8 16,-3-4-15-16,1 2-1 0,1 0-10 0,1 0-4 0,-3 1-28 16,5-4-40-16,-3 3-40 0,-3-4-54 0,0-1-57 15,-1-4-61-15,-5 2-204 0,2-2-447 0,-2-2 199 16</inkml:trace>
  <inkml:trace contextRef="#ctx0" brushRef="#br0" timeOffset="167123.7">24390 11496 215 0,'0'0'264'0,"0"0"-3"0,0 0 1 0,0 0-4 16,0 0-6-16,17 10-6 0,-11-3-6 15,2 1-15-15,2 0-16 0,4-1-12 0,1 5-20 16,-1-1-2-16,1 2-29 0,0 0-16 0,3 1-20 0,-6 1 0 16,8 2-26-16,-4 0-3 0,4 3 0 0,-10-5-9 15,3 1-7-15,-4 0-8 0,4-2-7 0,-3 3-11 16,-5-3-22-16,1 1-17 0,-4 3-20 0,1-4-18 15,-6-2-16-15,0 3-20 0,-7-3-21 0,2 4-22 16,-1-4-25-16,-6 3-30 0,5-4-31 0,-1-3-39 16,-4 3-236-16,2-3-517 0,-2-1 228 0</inkml:trace>
  <inkml:trace contextRef="#ctx0" brushRef="#br0" timeOffset="167561.17">24549 11119 290 0,'0'0'336'0,"-7"-5"-14"0,7 5-26 0,0 0-26 0,0 0-26 15,0 0-29-15,0 0-22 0,0 0-20 0,0 0-21 16,0 0-9-16,22 18-13 0,-4-4-8 0,-1 6 5 16,2 5-7-16,3-1 3 0,11 10 4 0,-7 0 6 15,6-1-34-15,3 1 14 0,-2 1 2 0,-5 1 0 16,-2 1-7-16,1-6-6 0,-6 6-12 0,1-1-14 15,-2-1 1-15,-5-7-8 0,-5 0-2 0,5 2-4 0,-4 2-12 16,-3-2 1-16,1 0-7 0,-4-2-6 16,-2 4 9-16,-5 7-14 0,1-8-3 0,-6 11-4 15,-1-1 2-15,-4 1-4 0,-3-3-11 0,-1-3-23 0,-4 6-19 16,3-3-35-16,-9 1-19 0,3-5-25 0,-7-4-33 16,2 11-16-16,3-10-43 0,-12 2-52 0,14-9-58 15,-10 0-38-15,10 1-206 0,-2-7-598 0,-1-1 265 16</inkml:trace>
  <inkml:trace contextRef="#ctx0" brushRef="#br0" timeOffset="173279.48">18031 12270 120 0,'0'0'322'0,"0"-9"-19"0,0 9-24 0,-2-6-18 15,2 6-26-15,0 0-22 0,0 0-16 0,0-6-24 16,0 6-21-16,0 0-14 0,0 0-20 0,0 0-8 16,0 0-16-16,-3 19-7 0,3-7-3 0,3-2-14 15,-3 3-6-15,4 1-4 0,-4 5-5 0,8-2 2 16,-8 2-7-16,3 1-3 0,-1-4 2 0,1 6-8 15,4-3 1-15,-2 0-5 0,0 1-4 0,-2-4-2 16,5 3 0-16,-3 1-1 0,3-4-2 0,-3 2-1 0,-1-1-8 16,2 0 2-16,-1-3-1 0,0-3 0 15,5 1-1-15,-6 3-6 0,1-6 1 0,1 0 1 0,2 1-1 16,-1-2 1-16,0-2 1 0,1-2 0 0,-1 3-1 16,1-3 1-16,2-3-2 0,-2 2 2 0,7-3 2 15,-5 0-11-15,0-3 7 0,5-1-2 0,-7 0-3 16,5-3 2-16,-3 0 2 0,3-3 0 0,1 0 4 15,-6-4 3-15,5 1 4 0,-5-3 4 0,-1 1 7 16,1-2 1-16,-1 2 16 0,-5-1 6 0,4-2 8 16,-1-2 0-16,-2 7 2 0,-3-6 1 0,0 5 4 15,0 2 2-15,5-3 4 0,-3 6-1 0,-2 2-7 16,0-1-1-16,0 2-5 0,0 6-10 0,0-12-9 16,0 7-7-16,0 5-1 0,0-7-30 0,0 7-15 15,0 0-4-15,0 0-2 0,0 0 2 0,0 0 5 16,13 24-4-16,-11-14 3 0,8 5-1 0,-3-3 2 0,2 7 3 15,0-4-3-15,1 5-2 0,3-1 2 0,-3-4 1 16,3 4-3-16,0-4 3 0,1 0-2 0,0 0 4 16,-2 0 2-16,1-3 2 0,2 0-6 0,-3-2 1 15,1-2 1-15,-6-4 1 0,3 3 11 0,0-5-7 16,-2 1-2-16,-8-3 5 0,15-1 1 0,0-1 1 16,-9-2-2-16,2-1 5 0,-1 1 10 0,0-7 1 15,1 3 10-15,-3-6 2 0,-3-4 9 0,3 0 1 16,-4-2 3-16,-1-3-5 0,-1-1-1 0,-4-3-2 15,3 1-3-15,-5-1-4 0,1 0-6 0,-1 0 0 16,0 3-1-16,-1 4 3 0,2 1-11 0,-3 1-5 16,3 1-19-16,-3-1-25 0,3 13-32 0,4-3-44 0,-3-6-59 15,4 10-63-15,1 4-30 0,-7-1-16 0,7 1-41 16,0 0-52-16,-8 19-271 0,8-11-694 0,0 4 307 16</inkml:trace>
  <inkml:trace contextRef="#ctx0" brushRef="#br0" timeOffset="173920.06">18812 12802 119 0,'0'-5'290'0,"5"0"-13"15,-5 5-9-15,5-10-16 0,0 5-14 16,-3 0-17-16,-2 5-20 0,6-2-21 0,3-1-16 16,-9 3-12-16,10-4-19 0,-7 1-13 0,-3 3-14 0,0 0-13 15,20 7-10-15,-14-4-7 0,3 2-8 0,1 6-9 16,-4-5-1-16,6 6-9 0,-1 6-7 0,-2-6-6 15,1 5 1-15,-1 0-3 0,0 0-5 0,4 3-5 16,-5 2-1-16,1-3-3 0,-3 3 0 0,2 2-2 16,1-6-3-16,-4 7 2 0,1-6-3 0,-4-4 3 15,3 7 7-15,-3-3 11 0,-2-4 7 0,0 4 4 16,5-5 5-16,-10 1 21 0,5 0 8 0,0 2 12 16,-2-7 12-16,-3 0 14 0,-2 0 15 0,6-3 11 15,-1-1 8-15,-5 1 9 0,1 1 7 0,-1-4 0 16,1 1-4-16,-3-2 2 0,9-3-5 0,-15-3-6 15,15 3-9-15,-18-2-10 0,8-5-12 0,-1 4-13 16,1-3-6-16,-5-3-9 0,7-1-21 0,-2-2-3 0,-4 2-18 16,4-5-32-16,2-1-40 0,2 0-51 15,-1-4-49-15,4 1-60 0,3-7-51 0,0 6-50 16,3 1-42-16,4-4-49 0,-1 4-51 0,2 2-368 0,1-2-853 16,1 3 379-16</inkml:trace>
  <inkml:trace contextRef="#ctx0" brushRef="#br0" timeOffset="174248.16">18931 12620 158 0,'0'-7'250'0,"0"7"-3"0,0 0-6 0,0 0-11 15,0-7-2-15,0 7-9 0,0 0-5 16,0 0-8-16,0 0-9 0,-6-5-7 0,6 5-21 0,0 0-7 16,0 0-10-16,0-7 6 0,0 7-19 0,0 0-1 15,0 0-3-15,0 0-7 0,0 0-4 0,0-9-11 16,0 9-17-16,0 0-3 0,0 0-19 0,0 0-1 15,-5-3-4-15,5 3-12 0,0 0-27 0,0-8-29 16,0 8-39-16,0 0-37 0,0 0-44 0,0 0-50 16,0 0-58-16,5-7-63 0,-5 7-273 0,0 0-609 15,0 0 270-15</inkml:trace>
  <inkml:trace contextRef="#ctx0" brushRef="#br0" timeOffset="174685.63">19168 12387 299 0,'0'0'304'0,"0"0"-6"0,0 0-17 0,5-6-14 0,-5 6-18 15,0 0-26-15,5-5-16 0,-5 5-28 0,0 0-21 16,0 0-13-16,0 0-19 0,0 0-14 0,0 0-12 16,0 0-6-16,0 0-14 0,0 0-6 0,0 0-8 15,0 0-8-15,0 0-5 0,3 20-5 0,-1-17-3 16,-2-3-5-16,0 8-3 0,0-8-3 0,3 7-6 16,-1-2-1-16,-2-5 1 0,5 4-2 0,-5-4 6 15,5 3-8-15,-5-3-5 0,5 6 2 0,-5-6-2 16,10 0 0-16,-10 0-2 0,0 0 1 0,16-7-5 15,-12 5 1-15,-4 2 4 0,8-11 11 0,-3 6 16 0,-4 1 11 16,1-1-3-16,1-1 6 0,-3 6 9 16,0-12-1-16,-3 5-6 0,3 7-3 0,-2-7-17 15,2 1 10-15,0 6-12 0,-8-9-5 0,3 4-17 0,5 5-14 16,-3-7-56-16,3 7-43 0,0 0-40 0,0 0-41 16,0 0-54-16,0 0-56 0,-18 15-314 0,18-8-649 15,0 3 287-15</inkml:trace>
  <inkml:trace contextRef="#ctx0" brushRef="#br0" timeOffset="-168011.46">24368 13707 92 0,'7'12'139'0,"1"0"-7"0,1 3-6 0,-1-2-5 16,4 2-11-16,-3-1 3 0,6 3-9 0,-6-6-4 16,2 3-3-16,1-1-4 0,-6 1 2 0,4-4-4 15,-5 1-3-15,2 1 7 0,1-4-7 0,-5-1 0 16,2 1-1-16,0-1-1 0,-3 2 0 0,-2 0 2 16,0-2 8-16,0 0 1 0,-2-3 8 0,-4 3-7 15,-1 2 0-15,-1-1 0 0,-2-1 1 0,-2 5 2 0,-9-4-6 16,6 3 7-16,-10 4-6 0,0-3 3 15,-1 1-4-15,-2 5 5 0,-2-6-5 0,2 4 14 16,-4-1-5-16,-11 7 11 0,15-6-7 0,-10 8-1 0,10-9 2 16,-3 1-3-16,6 1-14 0,-2 4 5 0,6-2-5 15,-4-2-8-15,3 1-4 0,7 0-12 0,1-5 4 16,0 4-13-16,1 1-7 0,6-2-2 0,4-1-3 16,-2 2-8-16,5 0-1 0,8-1 0 0,4-4-6 15,5 0-4-15,4 2-2 0,9-2-4 0,15-2-1 16,4-3-3-16,-1-2-1 0,4-3-2 0,-1-4 0 15,3-3-6-15,-2 3-7 0,-4-5-3 0,0 0 3 16,-7-1-9-16,-6 1 8 0,-5-5-9 0,-1 1 4 0,-9 6-1 16,-3-7 5-16,-2 1 1 0,-4-1-2 15,-7-3 4-15,2 6-5 0,-12-2 3 0,4 0 2 16,-11-3-2-16,-4 2 2 0,-9 0 3 0,-4 0-1 0,0 1 2 16,-13-1 0-16,-2 3-1 0,4 6 2 0,6-4-3 15,-1 7-9-15,-7-1 5 0,11 1 0 0,1 0-8 16,5 6-40-16,4-2-54 0,7-3-62 0,2 4-55 15,6-1-42-15,-1 1-39 0,11 2-48 0,-3-7-329 16,20 8-731-16,0-5 324 0</inkml:trace>
  <inkml:trace contextRef="#ctx0" brushRef="#br0" timeOffset="-166074.11">24493 13935 87 0,'0'0'120'16,"0"0"-1"-16,0 0-15 0,0 0 0 0,0 0-6 0,-4-7-7 15,4 7-3-15,0-7-1 0,0 7-6 16,0 0-2-16,0-7-5 0,0 7-5 0,0 0-8 16,0 0 1-16,-3-9-7 0,3 9-5 0,0 0-4 0,0 0 4 15,-2-7-3-15,2 7-8 0,0 0 2 0,-3-7-6 16,3 7 6-16,0 0-1 0,0 0 1 15,0 0 2-15,0 0-5 0,-5-7-1 0,5 7 0 0,0 0-2 16,0 0 0-16,-2-6-2 0,2 6-3 0,-6-6 1 16,6 6-1-16,-8-8 4 0,8 4-2 0,-7-1 1 15,5 0 3-15,-6 0 0 0,3-1 0 0,-3 0 1 16,1-3 7-16,-1 3-1 0,0 0 7 0,-1-1-5 16,-1-1 3-16,-1 0 0 0,-1 4 0 0,-3-7 4 15,0 6-3-15,4-3-8 0,-4-1-3 0,3 4-4 16,-3 1-6-16,5 0 0 0,-1-1-2 0,3 2-4 15,-1-5 0-15,1 5-3 0,-2 2-3 0,2-3 0 16,8 4-2-16,-7-7-5 0,7 7 2 0,-10-1-1 16,10 1-3-16,-6-2 0 0,6 2-14 0,0 0-11 15,0 0-7-15,0 0-8 0,0 0-14 0,0 0-16 16,0 0-25-16,0 0-38 0,0 0-52 0,0 0-52 0,0 0-164 16,0 0-426-16,31 2 188 0</inkml:trace>
  <inkml:trace contextRef="#ctx0" brushRef="#br0" timeOffset="-165542.9">25196 13732 228 0,'0'0'292'0,"0"-10"-10"0,0 10-18 0,0 0-25 15,0 0-17-15,0 0 2 0,0 0-1 0,-21 21 3 0,12-7-6 16,3 3 11-16,-3 6 3 0,-6 4 1 0,6 4 4 15,-5 7-4-15,1 4-1 0,0 3-7 0,1 1-8 16,1 1-14-16,1-1-10 0,3 1-18 0,0-1-15 16,2-2-17-16,4-2-12 0,2 3-15 0,3-14-11 15,4 1-12-15,0 7-7 0,4-10-6 0,4-5-9 16,6 1-11-16,3-3-26 0,1-2-24 0,14-1-41 16,3-4-43-16,2-4-46 0,3-3-42 0,0-8-55 15,-4-4-48-15,1 0-48 0,-8-4-58 0,2-2-66 0,-12 1-231 16,1-4-721-16,0-4 319 0</inkml:trace>
  <inkml:trace contextRef="#ctx0" brushRef="#br0" timeOffset="-164996.08">25570 13899 56 0,'-5'-5'280'0,"5"5"-10"15,-2-7-3-15,2 2-4 0,0 5-8 0,-3-8-13 0,3 8-13 16,3-8-18-16,-3 8-21 0,0-6-21 15,0 6-16-15,0 0-10 0,0 0-19 0,0 0-10 16,0 0-6-16,0 0-16 0,0 0-7 0,0 0-4 0,22 14 4 16,-14-6-4-16,-1 0-5 0,1 0-7 0,-1-1-6 15,3 5-2-15,-5-1-6 0,8 1-2 0,-5 0-9 16,0-1-5-16,6 6-2 0,-1-2-3 0,-3-1 0 16,1 3-8-16,3-5-4 0,-8 6-3 0,8-2 3 15,-1-3-4-15,-5 2-1 0,4-3 1 0,-4 0-3 16,2-2-4-16,1 2-3 0,-2 2 1 0,-3-6 6 15,1-3-10-15,-2 2-5 0,2-2 14 0,-2 2 9 16,-4-4 26-16,-1-3 20 0,8 1 19 0,-8-1-4 16,0 0-10-16,9-8 4 0,-3 4 4 0,-6-4 6 15,7 0-9-15,-7-2 3 0,8-6-1 0,-8 0-13 16,4-3-4-16,-1-3-5 0,-3-5-3 0,3 2-11 16,-3-1-4-16,0-2-3 0,4 1-6 0,-1 1-1 0,0 1-9 15,-1-1-8-15,-2 8-14 0,0-1-20 0,3 2-23 16,-3 7-30-16,3-5-38 0,-3 7-34 15,2 2-44-15,-2-2-44 0,0 8-32 0,0 0-31 0,0-5-29 16,0 5-34-16,0 0-236 0,-5 16-646 0,2-5 286 16</inkml:trace>
  <inkml:trace contextRef="#ctx0" brushRef="#br0" timeOffset="-164402.37">26249 14010 200 0,'-9'-3'267'0,"9"3"-19"16,0 0-20-16,-13 0-22 0,13 0-18 0,0 0-18 0,0 0-16 15,0 0-9-15,0 0-11 0,-8 7-13 0,5-2-8 16,3-5-4-16,0 7-17 0,0-7-7 15,3 8-6-15,-3-8-7 0,8 4-4 0,-4 3-3 0,0-3-8 16,-4-4 2-16,7 3 0 0,-7-3 3 0,13 4 0 16,-6-4 5-16,-7 0 4 0,0 0 5 0,0 0 0 15,15-4 2-15,-15 4-4 0,8-7-8 0,-8 7-8 16,2-8 1-16,3 5 1 0,-5 3-15 0,-7-8-6 16,7 8-2-16,-2-10-11 0,2 10-19 0,-4-7-22 15,-3 5-28-15,7 2-31 0,-10-1-36 0,10 1-41 16,-17 0-46-16,17 0-49 0,0 0-50 0,0 0-163 15,0 0-497-15,0 0 221 0</inkml:trace>
  <inkml:trace contextRef="#ctx0" brushRef="#br0" timeOffset="-163751.58">26911 13743 115 0,'0'0'204'0,"0"0"-11"0,0 0-3 16,0 0-9-16,0 0-5 0,0 0-2 0,-30 9-6 16,23-4 0-16,-1-1-3 0,0 2-5 0,0-3-1 15,-4 6-2-15,0-3-4 0,1 2-3 0,-2-3-5 16,-2 3-1-16,-2-1-1 0,2 3-3 0,0-1-12 15,0-2-9-15,1 2-5 0,-1-5-16 0,1 3-7 0,8-3-7 16,-1-1-12-16,-1 3-9 0,1-3-7 16,7 1 0-16,0-4 7 0,0 11-15 0,0-11 2 15,15 4-10-15,7 1 2 0,6-3-5 0,7-1 2 16,9-1-6-16,4 0 2 0,0 0-8 0,5-3-5 16,-6-2-2-16,2 4-4 0,2-2 1 0,-6-3-4 0,0 1-4 0,-14 1-1 0,-3 1-5 0,2-2-2 15,-7 4 2-15,-4-2 5 0,-4-1-1 0,-7-3-6 16,0 3 0-16,-1 1-6 0,1-3 6 15,-8 0-4-15,0 6-4 0,-15-15 0 0,7 13 2 0,-7-5 1 16,-3-4 1-16,-7 1-7 0,-2 1-18 0,-4-1-12 16,1 2-9-16,-1-1-15 0,-1 0-8 0,2-3-11 15,2 1-10-15,-1 4-5 0,0-10-9 0,8 10-12 16,6-1-2-16,-3 0-8 0,1 0-6 0,7-3 2 16,0 4 15-16,4 2 3 0,1-2 14 0,-2-2 0 15,7 3 24-15,-3 1 3 0,3-3 11 0,0 8 6 16,-3-8 1-16,3 8 15 0,6-11 13 0,-6 4 15 15,0 7 13-15,0-5 7 0,0 5 3 0,0 0 1 16,0 0 6-16,7-4 8 0,-7 4 6 0,0 0 7 0,0 0 8 16,0 0 8-16,8 11 11 0,-5-2 1 15,2-2 4-15,-5 9 5 0,7-4 4 0,1 7-3 16,-3 0-1-16,7 5-4 0,-2 0 0 0,-2 5-12 0,7 8-6 16,-7-5-2-16,5 7 0 0,2 1-8 0,-1 2 4 15,0 1-11-15,1-4-2 0,2 2-5 0,-2-5-1 16,-4-5-16-16,4-2-14 0,0 0-19 0,0-4-39 15,2-1-50-15,-3-3-55 0,1-3-55 0,0-8-43 16,0 5-211-16,0-10-513 0,0 1 227 0</inkml:trace>
  <inkml:trace contextRef="#ctx0" brushRef="#br0" timeOffset="-163439.11">27586 13581 236 0,'0'0'332'0,"-5"-10"-7"0,5 5-11 0,0 5-12 16,-3-10-21-16,-1 7-8 0,4 3-39 0,0 0-22 15,0 0-26-15,0 0-11 0,0 0-20 0,0 0-15 16,-18 16 0-16,12-9-27 0,1 9-15 0,-2-1-8 15,2 4-5-15,-2-1-10 0,4 7-1 0,2-1-7 16,-3-2-9-16,1 3-4 0,3 1-2 0,0-3 2 16,0 4-15-16,7 2-1 0,-6-2 3 0,9-8-5 15,-2-1-7-15,7 5-15 0,2-3-15 0,-2-5-17 16,8 0-28-16,0-7-34 0,-1 4-46 0,4-5-55 16,-4-6-54-16,7-1-50 0,0 0-274 0,-10-3-605 15,3-3 268-15</inkml:trace>
  <inkml:trace contextRef="#ctx0" brushRef="#br0" timeOffset="-163204.75">28096 13662 119 0,'0'-5'273'0,"0"5"-19"0,-7-6-16 0,7 6-10 0,0 0-6 16,0 0-3-16,-15 15-7 0,9-7-1 0,-3 6-10 15,3-1-7-15,-4 2-14 0,-2 1-16 0,4 2-13 16,-4 1-10-16,-4 5-17 0,8-6-9 0,-7-4-11 15,3 9-11-15,1 1-7 0,-3-9-6 0,3 3-13 16,-1-2 1-16,2-2-14 0,-1-2-26 0,4 0-19 16,2-3-31-16,0-2-25 0,-2 0-17 0,4-2-40 15,-2-3-33-15,5-2-28 0,0 0-26 0,0 0-23 16,0 0-38-16,0-18-189 0,0 6-476 0,0-2 212 16</inkml:trace>
  <inkml:trace contextRef="#ctx0" brushRef="#br0" timeOffset="-163048.52">27882 13750 53 0,'0'-8'159'0,"-1"-3"20"15,-1-1 22-15,-1 1 12 0,1 3-1 0,2 0-5 0,0 2-17 16,0 6-21-16,0 0-18 0,0-9-15 0,0 9-14 16,0 0-8-16,0 0-13 0,0 0-7 15,7 19-8-15,-1-8-7 0,1 2-11 0,-2 1-3 0,6 1-8 16,1 2-5-16,0-1-4 0,3-1-6 0,-1 4-7 16,10 3-20-16,-11-8-36 0,3 4-51 0,4-2-54 15,-3-8-65-15,4 0-216 0,1 1-440 0,-2-2 195 16</inkml:trace>
  <inkml:trace contextRef="#ctx0" brushRef="#br0" timeOffset="-162782.91">28233 13502 9 0,'0'0'334'0,"0"-10"-29"16,-3 3-26-16,3 7-10 0,0 0 6 0,0 0-4 0,0 0-4 15,26 18-4-15,-16-4-1 0,4-2-7 0,0 4-16 16,3 4-16-16,3-9-12 0,-4 12-28 16,4 1-19-16,-3-1-16 0,-2-3-14 0,8 6-13 0,-8 1-14 15,-2 0-9-15,7 9-10 0,-12 0-6 0,2 5-10 16,-5-10-12-16,3 8-24 0,-11 3-31 0,0-15-32 16,-4 1-44-16,4 2-22 0,-5-6-28 0,-4 3-22 15,4-7-26-15,-1-2-35 0,-2-3-38 0,1-2-49 16,-3-1-276-16,9-2-613 0,-1-6 271 0</inkml:trace>
  <inkml:trace contextRef="#ctx0" brushRef="#br0" timeOffset="-162236.08">28167 13139 123 0,'-3'-7'338'0,"3"7"-21"0,5-9-27 15,0 5-27-15,-5 4-21 0,15-1-6 0,3 1-4 0,3 2-10 16,6 5-15-16,6 1 5 0,10 9-21 0,2 4-2 16,1 4-7-16,-5 0-18 0,4 6-7 15,-2 2-9-15,0 6-12 0,-7-2-14 0,-2 7-4 0,2 1-9 16,9 20-1-16,-19-16-2 0,-3 2-9 0,5 18-11 16,-11-16-5-16,0 4-10 0,-7-1-6 0,-6 18-14 15,-4-20 2-15,0 0-5 0,-9 3-5 0,4-2 0 16,-7-2-9-16,0-2-10 0,-2-3-13 0,-3-2-17 15,4-5-30-15,-1-1-38 0,0-13-33 0,-1 0-36 16,6-5-42-16,-4-5-58 0,10 1-69 0,-2-6-77 16,0-3-215-16,2-1-655 0,3-5 290 0</inkml:trace>
  <inkml:trace contextRef="#ctx0" brushRef="#br0" timeOffset="-161812.7">29129 13531 100 0,'0'0'393'15,"-9"-4"-19"-15,9 4-24 0,0 0-5 0,0 0-21 16,0 0-14-16,0 0-15 0,0-9-19 0,0 9-15 15,12-1-12-15,-12 1-21 0,15-2-19 0,-15 2-19 0,30 2-22 16,-14-2-15-16,4-2-16 0,3 4-11 0,-1-2-15 16,-1 0-22-16,4 0-33 0,-3 0-36 15,-1 0-48-15,1 1-47 0,-6 2-38 0,1-3-54 0,-6 1-53 16,3-1-56-16,-4 4-47 0,-4-3-271 0,1 2-643 16,-7-3 284-16</inkml:trace>
  <inkml:trace contextRef="#ctx0" brushRef="#br0" timeOffset="-161672.09">29296 13696 17 0,'-7'5'239'0,"-1"-2"14"0,5 0 3 0,-2 2-6 16,5-5-7-16,-7 3-10 0,7-3-18 0,0 0-12 15,0 0-16-15,-2 5-21 0,2-5-18 16,0 0-12-16,19 3-14 0,-8-3-23 0,6 5-34 0,-1-5-43 16,4 3-62-16,3-2-70 0,9 1-81 0,1 3-229 15,-2-2-453-15,-3-2 202 0</inkml:trace>
  <inkml:trace contextRef="#ctx0" brushRef="#br0" timeOffset="-161000.05">30148 12824 173 0,'0'-5'331'0,"2"0"-2"0,-2 5-5 0,7-12-3 16,-6 8-8-16,-1 4-7 0,0 0-18 0,0-8-10 15,0 8-30-15,0-4-25 0,0 4-17 0,0 0-22 16,0 0-19-16,0-9-16 0,0 9-20 0,0 0-11 16,0 0-17-16,0 0-10 0,0 0-5 0,0 0-10 15,0 0-10-15,7 18-5 0,-7-18-8 0,5 9-3 16,-5 0 0-16,3-6-9 0,0 3-6 0,-1-3 3 15,0 6-4-15,3-2-6 0,-5-7-4 0,3 10-2 16,0-5 5-16,1 0-10 0,-1 4 1 0,0-1-3 16,-3 1-6-16,5-2 3 0,-5 5-1 0,3 1 0 0,2 5-4 15,-3-2 3-15,3-1-3 0,-2 1 2 0,4 5-5 16,0-3-2-16,-2 1 2 0,5 5 2 0,-2 2-2 16,0 1-2-16,2-7 6 0,0 0-5 0,2-2-14 15,-3-1-21-15,5-2-12 0,-3-1-35 0,3 2-23 16,-6-4-23-16,-3 4-33 0,5-6-37 0,-4-1-42 15,-1-1-49-15,-1-5-58 0,2 4-242 0,1-5-634 16,-7 3 280-16</inkml:trace>
  <inkml:trace contextRef="#ctx0" brushRef="#br0" timeOffset="-160625.12">30032 13838 137 0,'-16'0'358'0,"3"-2"-8"0,-2-1-10 16,6 3-11-16,9 0 9 0,-21 3-5 0,21-3 5 15,-13-4-10-15,11-4-21 0,2 8-31 0,0 0-28 16,23-15-24-16,10 3-21 0,15-1-22 0,33-4-17 16,12-1-15-16,11 3-15 0,52-15-13 0,4 11-15 15,-2 0-4-15,4 0 1 0,-2-1-1 0,1 0-12 16,-4 9-7-16,2-12-4 0,-2 6-8 0,-3 6-8 16,2 5-7-16,-2-15-6 0,-10 6-5 0,-45 6-5 0,-3 0-10 15,3-1-10-15,-11-1-21 0,-25 7-18 0,-10-3-27 16,-3 6-34-16,-16-3-38 0,-4 1-47 15,-12 3-48-15,-4 0-53 0,-4 1-55 0,-10-1-71 0,0 0-322 16,0 0-772-16,-32 9 343 0</inkml:trace>
  <inkml:trace contextRef="#ctx0" brushRef="#br0" timeOffset="-159953.3">30163 14769 24 0,'2'-11'372'0,"6"4"3"0,-5 1-5 0,-1-3-8 15,-2 3-5-15,2 2-4 0,-2-3-12 0,0 7-21 16,8-5-27-16,-8 5-35 0,0-7-29 0,0 7-29 0,0 0-22 16,0 0-13-16,0 0-21 0,10 24-11 15,-7-7-11-15,4 3-9 0,-1 4-16 0,1 4-7 16,-4 3-11-16,4 10 5 0,1-2-9 0,1 0-6 0,-3 3-7 15,6-4-3-15,-4-1-9 0,-3-4-4 0,2-1-6 16,1 0 0-16,-1-2-10 0,-3 1-25 16,3-8-31-16,-2 4-49 0,7-4-45 0,-1-3-44 0,-1-5-45 15,0 1-58-15,2-7-73 0,-6 0-85 0,6-4-227 16,-2-4-706-16,-2 2 312 0</inkml:trace>
  <inkml:trace contextRef="#ctx0" brushRef="#br0" timeOffset="-159687.7">30547 15121 87 0,'0'0'314'0,"15"-4"-20"0,-2-4-26 0,2 5-20 0,2-7-18 16,3 0-21-16,-2 3-14 0,8 5-16 0,2-11-16 15,-1 8-19-15,4-4-23 0,-4 4-3 0,4-4-14 16,2 3-10-16,-4 1-7 0,2 3-11 0,-1-3-4 16,0 3-15-16,-2 1-12 0,-7-1-19 0,-3-2-28 15,7 4-29-15,-7 0-25 0,-4 3-32 0,-6-6-22 16,4 6-21-16,-3-3-23 0,-9 0-28 0,12 0-11 16,-12 0-171-16,3 3-395 0,-3-3 175 0</inkml:trace>
  <inkml:trace contextRef="#ctx0" brushRef="#br0" timeOffset="-159484.59">30863 14892 192 0,'-8'-6'263'0,"1"0"5"15,7 3 8-15,-6-5-3 0,-1 4-8 0,7 4-15 16,-2-6-24-16,2 6-25 0,0 0-20 0,0 0-18 16,0 0-18-16,0 0 7 0,0 18-12 15,0-6-12-15,2 0-6 0,3 6-8 0,-3 6-9 0,6 2-15 16,-1 1-4-16,-1 0-9 0,1 1-8 0,3 15-4 15,-4-12-5-15,8 7-24 0,-1-7-17 0,3 3-27 16,-6-6-27-16,10-1-37 0,-8 1-48 0,6-9-66 16,2-3-68-16,1 4-295 0,-2-8-594 0,4-5 262 15</inkml:trace>
  <inkml:trace contextRef="#ctx0" brushRef="#br0" timeOffset="-159000.15">31557 14991 182 0,'13'-3'199'0,"-5"1"-8"0,-8 2-12 0,20-4-6 15,-10 1-18-15,2 2-10 0,4-7-16 0,-1 4-7 16,2-3-12-16,-2 0 2 0,1 1-11 0,-3-1-4 16,6-1-14-16,-3 2-5 0,-4-4 2 0,-1 2 2 15,1 1-3-15,-2-4 3 0,-2 2-4 0,-1-2-1 16,-1 4 0-16,1-1 1 0,-5-2-5 0,4 3-3 16,-6-1-2-16,0-6 2 0,0 4 3 0,0 1 3 15,0 3-2-15,-6-6 7 0,-1 6-10 0,-1-1 2 16,1 0 1-16,-1 0 3 0,-4 2-2 0,-1 0 0 15,-5-2 25-15,6 4-24 0,1 2 2 0,-6 0-1 16,4 2 3-16,-5 3-4 0,-1 3 12 0,3-2 4 16,1 3 0-16,-2 6-1 0,1-1 5 0,4-1-4 15,-1 5 1-15,0 8-2 0,-2-2 4 0,7-1-4 0,-1 2-7 16,6 0 4-16,3 3 0 0,0-1-1 0,3-1 1 16,4 1-5-16,1-1-4 0,7-3-7 15,5 3-3-15,-2-4-5 0,9-2-10 0,11 4-1 0,-7-15-7 16,11 8-31-16,-9-8-29 0,11-1-40 0,-1-4-57 15,5-2-67-15,-3-1-61 0,-9-1-67 0,-2-2-85 16,7-8-89-16,-8 2-241 0,-1-5-781 0,-6-2 346 16</inkml:trace>
  <inkml:trace contextRef="#ctx0" brushRef="#br0" timeOffset="-158203.34">31461 14235 218 0,'0'0'277'15,"-8"-1"7"-15,8 1-3 0,0 0-7 0,0 0-5 16,0 0-5-16,0 0-9 0,0 0-4 0,-14 0 2 0,14 0-24 16,0 0-8-16,0 0-11 0,0 0-7 15,-3-7-20-15,3 7-17 0,0 0-12 0,0 0-9 16,0 0-17-16,0 0-4 0,0 0-14 0,0 0-9 0,31 2-9 15,-19-2-6-15,5-2-10 0,-1 2-8 0,-1 0-21 16,7-3-15-16,1 2-24 0,-2 1-25 0,7-1-42 16,-6-1-36-16,-1 1-33 0,1-3-39 0,-4 3-42 15,4-1-53-15,-4 1-55 0,-3-2-56 0,-7 0-191 16,4-2-611-16,-6 4 270 0</inkml:trace>
  <inkml:trace contextRef="#ctx0" brushRef="#br0" timeOffset="-157765.87">32101 13887 164 0,'0'0'281'0,"-3"-8"-11"0,0 4-16 0,3 4-15 16,0-8-20-16,0 8-22 0,0 0-18 0,-7-3-21 15,7 3-16-15,0 0-12 0,0 0-8 0,-12 18-3 16,6-13-6-16,1 6-4 0,2-3-7 0,-4 6-3 16,0 1-4-16,1 3-8 0,1 0 2 0,0 0-5 15,-2 0-4-15,2 3-9 0,5 0 11 0,0 3-22 0,0-6-2 16,0 3-4-16,0 0-7 0,2-1-4 0,4 0-6 16,4-1 4-16,5 3-4 0,-3-6-4 15,-1 3-6-15,8-9-20 0,2 8-20 0,-4-4-29 0,-1-2-37 16,9 1-46-16,-2-4-58 0,-6-6-57 0,9 8-44 15,-4-7-211-15,-2-4-534 0,-4 1 236 0</inkml:trace>
  <inkml:trace contextRef="#ctx0" brushRef="#br0" timeOffset="-157328.41">32350 13986 160 0,'0'0'304'0,"-7"-6"-16"0,7 6-15 0,0 0-22 16,0 0-21-16,0-8-22 0,0 8-22 0,0 0-20 15,0 0-15-15,0 0-9 0,0 0-22 16,0 0-9-16,15 17-12 0,-9-11-11 0,1 1-11 0,0 1-8 15,1 1-6-15,0 6-5 0,1-4-4 0,2 2-7 16,1 2-7-16,-6-3-2 0,3 0-6 0,1-2 3 16,-5 0-7-16,1-1-2 0,2-1-3 0,-4 0-3 15,-1 1 0-15,4-3-1 0,-7-3 1 0,3 3 8 16,-3-6 26-16,5 6 27 0,-5-6 23 0,7 1 4 16,-7-1-3-16,0 0-8 0,0 0 1 0,0 0-9 15,0-20-2-15,0 12-1 0,-4-4-4 0,4 3 1 16,0-3-9-16,0-3 0 0,4-3-12 0,-4 2-7 15,0 2-5-15,0-2-6 0,3-1-11 0,-3 2-6 16,0 3-19-16,3 2-28 0,-3 2-32 0,2-3-42 16,-2 6-41-16,0-2-55 0,0 7-57 0,0-4-44 15,0 4-51-15,0 0-259 0,0 0-651 0,15 12 288 0</inkml:trace>
  <inkml:trace contextRef="#ctx0" brushRef="#br0" timeOffset="-157031.55">32687 14011 8 0,'0'0'222'0,"0"0"-20"0,2-5-22 15,-2 5-16-15,0 0-13 0,0 0 0 0,0 0-14 16,0 0-13-16,0 0-11 0,0 0-11 0,0 0-9 15,16 8-7-15,-16-8-9 0,0 0-3 0,7 5 5 16,-7-5-4-16,7 7-8 0,-7-7-5 0,0 0-5 16,5 3 9-16,-5-3 11 0,0 0 5 0,0 0 5 15,6 4 13-15,-6-4-2 0,0 0-8 0,0 0-11 0,0 0-8 16,0 0-10-16,0 0-6 0,0 0-9 16,0 0-23-16,0 0-29 0,-16-15-30 0,16 15-32 15,0 0-44-15,0 0-49 0,-2-8-52 0,2 8-215 0,0 0-463 16,0 0 206-16</inkml:trace>
  <inkml:trace contextRef="#ctx0" brushRef="#br0" timeOffset="-156594.09">32947 13884 215 0,'0'0'251'0,"-2"-9"-14"0,2 9-10 0,0 0-17 16,-9-3-14-16,9 3-15 0,0 0-9 0,0 0-19 16,0 0-10-16,-19 7-11 0,13-4-11 0,6-3-7 15,-14 11-3-15,11-5-12 0,-3 1-2 0,-1 1-14 16,0-1-4-16,1 4-6 0,-3-3-9 0,6-1-7 16,-2 1-1-16,-2 0-7 0,4 1-5 0,2 1 1 15,-4-5-2-15,5 3-2 0,-4-1-5 0,3 0-5 16,1-7 1-16,5 10 2 0,0-3-2 0,-1-4 4 0,5 2-10 15,-3-1-1-15,8 1 3 0,2-3-6 0,-1 4-2 16,5-2 0-16,-4-3-3 0,6 1-6 0,-2-2 1 16,-2 0 1-16,0 0 1 0,0 0-8 0,2 3 3 15,-1-3-4-15,-1 0 1 0,-8-3 2 0,1 1 0 16,-2 2 0-16,0-1-4 0,-9 1 3 0,14-4-2 16,-13-2 1-16,-1 6-7 0,0-11 2 0,0 11 3 15,-6-8-7-15,4 0 4 0,-8 1 1 0,2 3-2 16,-4-4 0-16,4-1 3 0,-2 5-3 0,-6-3-8 15,1-4-4-15,5-1-10 0,-4 8-18 0,6-4-15 16,-2-3-25-16,0 6-20 0,5-2-25 0,-5 0-33 16,7 4-31-16,-2-3-24 0,5 0-23 0,0 6-12 15,0 0-135-15,0-8-414 0,0 8 183 0</inkml:trace>
  <inkml:trace contextRef="#ctx0" brushRef="#br0" timeOffset="-156359.73">33005 13788 205 0,'-2'-4'223'0,"-1"-4"12"0,-4 2 3 0,7 6-7 0,-3-8-1 16,-2 5-10-16,5 3-21 0,0 0-21 0,-3-7-21 15,3 7-15-15,0 0-16 0,0 0-10 0,0 0-12 16,-5 17-5-16,5-17-7 0,5 16-4 0,-2-5-11 16,0 4 2-16,1-1-13 0,-3 6-11 0,6-1-3 15,0 1-2-15,-2 7-7 0,1-3-3 0,-4 3-4 16,5-2-2-16,-1-2-6 0,-4-4-6 0,4 8-14 15,-4-6-14-15,5-6-26 0,-7 8-25 0,0-7-34 16,1-2-33-16,3 1-45 0,-3-3-22 0,3-3-42 16,1-3-196-16,-4 2-464 0,4-4 206 0</inkml:trace>
  <inkml:trace contextRef="#ctx0" brushRef="#br0" timeOffset="-155984.77">33285 13859 222 0,'0'0'280'0,"0"-9"-2"16,0 9-11-16,0 0-10 0,0-7 7 0,0 7-7 15,-5-7-4-15,5 7-8 0,0-11-10 0,0 11-6 16,0 0-17-16,-4-4-7 0,4 4-19 0,0 0-9 16,0 0-25-16,-6-5-19 0,6 5-12 0,0 0-16 15,0 0-13-15,-12 14-8 0,12-8-14 0,-8-2-1 16,8 4-4-16,-7-1-7 0,6 2-7 0,-6 1-3 16,7 3-11-16,-2-1-2 0,-3 0-2 0,5 2 2 15,0-4-4-15,5 2-8 0,-5 3-1 0,2 2-17 16,5-6-14-16,-7 6-24 0,6-6-16 0,-4 0-28 0,6-2-20 15,-1 5-28-15,1-8-33 0,-3 1-48 0,2 4-40 16,1-8-40-16,-1-2-36 0,1 2-216 0,-8-3-584 16,15 2 259-16</inkml:trace>
  <inkml:trace contextRef="#ctx0" brushRef="#br0" timeOffset="-155750.4">33450 13902 81 0,'0'0'243'0,"0"-8"-7"0,0 8-7 16,-3-4-10-16,3 4-16 0,0 0-15 0,0 0-22 16,0 0-18-16,0 0-17 0,0 0-9 0,0 0-10 15,0 0-8-15,0 0-1 0,0 0-9 0,-7 19-8 16,4-11-9-16,1-4-4 0,1 7-5 0,-6-2-9 16,4 3-6-16,-2-5-5 0,-3 4-5 0,-1 1-7 15,3-3 2-15,-1 5-8 0,-1-2-2 0,1-4-11 16,-1 4-24-16,1-1-27 0,2-4-32 0,0 0-33 0,0 2-33 15,0-5-32-15,4-1-48 0,1-3-176 0,0 0-418 16,-4 6 185-16</inkml:trace>
  <inkml:trace contextRef="#ctx0" brushRef="#br0" timeOffset="-155578.54">33354 13938 112 0,'0'-6'141'0,"0"6"3"15,0 0-7-15,0 0-15 0,12 15-8 0,-10-10-9 16,2 2-11-16,0 2-9 0,2-2-8 0,3 5-5 16,-4-4-9-16,5 4-13 0,0 0 2 0,-2 2-5 15,3-6-17-15,-4 3-26 0,5-5-49 0,-2 0-43 16,-4 3-132-16,2-6-237 0,-3 1 104 0</inkml:trace>
  <inkml:trace contextRef="#ctx0" brushRef="#br0" timeOffset="-155328.56">33521 13793 247 0,'0'0'239'0,"0"0"-9"0,0 0-7 0,0 20-8 0,2-12-9 16,6 1-15-16,-8-1-16 0,2 2-15 0,1 1-16 15,4 0-13-15,-2 1-11 0,0 4-14 0,6-1-11 16,-7-2-12-16,2 1-6 0,1-1-2 0,-4-3-13 16,2 7-23-16,2-8-26 0,-7 8-36 0,0-9-42 15,0 4-49-15,0-9-51 0,5 5-51 0,-5-2-159 16,-5 2-406-16,5-8 180 0</inkml:trace>
  <inkml:trace contextRef="#ctx0" brushRef="#br0" timeOffset="-155015.99">33631 13720 18 0,'0'0'292'0,"0"0"-3"16,8 8-5-16,-8-8-5 0,7 11-8 0,-1-7-1 15,2 3-14-15,1 5-14 0,2 0-11 0,1 2-17 16,0 3-1-16,-1-4-29 0,2 5-6 0,1-4-21 16,2 10-7-16,-1-5-18 0,3 5-12 0,-3-3-15 15,0 3-7-15,-3-3-7 0,3 2-9 0,-6-5-7 16,3-1-9-16,-5 6-8 0,-4 3-5 0,2-6-8 16,-5 0-13-16,-5 4-7 0,-2-2-21 0,-1 1-31 15,-8-2-40-15,1 1-27 0,-9 2-28 0,3 3-39 16,-11-1-45-16,3-5-59 0,2-4-57 0,-6 8-220 0,5-6-587 15,5 0 259-15</inkml:trace>
  <inkml:trace contextRef="#ctx0" brushRef="#br0" timeOffset="14881.45">4485 15488 22 0,'-13'-7'228'0,"13"7"-3"0,0 0-5 0,-15 0-5 16,15 0-6-16,-15 8-5 0,8-2-3 16,-1 2-11-16,7 2-15 0,-4-1-17 0,-2 4-12 0,4 3-12 15,-2-1-15-15,5 4-8 0,0-6-8 0,0 5-11 16,8-2-14-16,-8-1-7 0,12 2-4 0,-4 0-7 15,5-4 4-15,-3-1-16 0,12 0-5 0,-6-1-4 16,4-2-4-16,0-3 2 0,0 2-8 0,1-7-5 16,9 1-7-16,-10-2-8 0,0-2-1 0,-2 1 0 15,5-7-3-15,-10 2-2 0,2-3 0 0,-2-2-4 16,-6 1-1-16,1 0-2 0,-6-9 3 0,5 4 2 16,-14-2-1-16,5 3 7 0,-3-3-11 0,-3-1 3 15,0 3-3-15,-5-2 3 0,1 2-1 0,-8-4 2 16,5 4-1-16,-5 2-12 0,4 2-16 0,-1-1-22 15,-1 5-28-15,2-1-28 0,-1 3-37 0,2 2-32 16,-1-2-39-16,-1 3-215 0,2 0-464 0,5 2 206 0</inkml:trace>
  <inkml:trace contextRef="#ctx0" brushRef="#br0" timeOffset="19080.31">8484 15330 274 0,'-15'-13'264'0,"-1"-1"-17"0,-3 1-14 0,1-2-18 0,-2 4-12 15,-5 2-19-15,-3 2-14 0,0 0-15 0,0 2-14 16,2 3-9-16,-3-1-5 0,3 6-11 0,-6 1-9 16,3 7-10-16,4-2-12 0,-2 8-8 0,-2-2-4 15,0 6-6-15,-4 4-6 0,0 4-4 0,10-7-6 16,-7 11-5-16,2-2 0 0,5 4-9 0,1-8-2 16,3 9-1-16,9-6-2 0,-4 0-5 0,6-2-2 15,2 2-1-15,4 1 0 0,2-1-5 0,8-5-1 16,0 1 4-16,6-3-2 0,2 1 6 0,7 0-10 15,-1-4 6-15,6-5-2 0,13 4 3 0,-1-2-5 16,5-7-5-16,4-2 6 0,-4-6-2 0,2-5-4 16,5-2 0-16,-4-6 1 0,4 4 6 0,-3-4-11 15,-1-5 1-15,-3 5-2 0,-13-2 1 0,-1 1-1 16,-8-3-2-16,5 3 3 0,-13 1 21 0,0 1 17 16,2 3 34-16,-11-1 11 0,3 1 7 0,-3 4 10 0,1-4-12 15,-1 5-7-15,1 0-15 0,-7 2-11 0,7-4 1 16,-7 4-23-16,0 0-7 0,0 0-10 15,0 0 0-15,0 0 2 0,8 8-6 0,-5 2-7 0,1-1 0 16,-3-1-2-16,6 7 5 0,-4 2-23 0,7 2-18 16,-2-4-17-16,1 7-14 0,2-3-9 0,-1 5-12 15,3 0-8-15,-4-5-14 0,2 4-3 0,1-5-22 16,-2-3-16-16,1 0-22 0,3-1-29 0,-3-6-31 16,4 3-35-16,7-5-33 0,-8-4-210 0,6-4-540 15,-3-3 239-15</inkml:trace>
  <inkml:trace contextRef="#ctx0" brushRef="#br0" timeOffset="20033.34">9187 15706 84 0,'-10'-1'204'0,"4"-3"-18"0,6 4-12 0,-17-2-17 16,17 2-15-16,-16 3-16 0,7 3-8 0,3 0-19 15,-6 1-2-15,9 2-6 0,-2 2-4 0,2 1-10 0,-1 0-2 16,3 6 1-16,2-3-8 0,4-2-1 0,0 2-3 15,5 0 0-15,-1-3-3 0,4 0-2 16,-3 2-5-16,3-6-4 0,2 4-1 0,0-7-2 0,1 2-3 16,-1-4-5-16,5-3-1 0,-7-2-1 0,2 1-4 15,2-6-1-15,-9 6-1 0,5-5 3 0,0-3 10 16,-3 1 4-16,-3 4 4 0,1-11 0 0,-4 6 2 16,-3-5-4-16,-1 2 1 0,0-3 2 0,-5 1 6 15,-3 0-4-15,1 1 3 0,-7 0-7 0,4 0 3 16,-4 4-8-16,1 0-5 0,0-1-3 0,1 2-8 15,-1 5 3-15,0-3-7 0,5 0-4 0,1 3-3 16,0-3-6-16,7 6-17 0,-10-2-15 0,10 2-3 16,0 0-4-16,0 0-2 0,0 0-3 0,30 11-5 15,-7-5-14-15,5-3-7 0,9 3-15 0,8 2-10 16,6-3-2-16,-6 0-8 0,6 2-4 0,-5-4 1 16,1 2-10-16,7-3 4 0,-7-2-1 0,-4 0 6 15,-9 1 9-15,-2-1 8 0,-2-1 13 0,-4-1 11 0,-8-1 2 16,2 0 27-16,-10-2 16 0,2 3 29 15,-4-1 14-15,0-4 4 0,-8 3 8 0,0-4 6 16,0 8 5-16,-15-15 3 0,7 5 6 0,-7 3 6 0,8-1 3 16,-7 1 1-16,-6-1-3 0,5 1-9 0,0-1-3 15,-2 4-6-15,-2 0-5 0,0 0-7 0,-1 1-3 16,4 6-10-16,-6 3-1 0,6-3-1 0,-4 4-3 16,5 0-4-16,-1 1-1 0,2 4 0 0,1 0-6 15,3 2 3-15,3-1-9 0,3 1 0 0,-1-4-4 16,5 3 2-16,0 0-4 0,0 2-2 0,5-3-1 15,1-3 1-15,2 1-3 0,-1-2 1 0,6 0-2 16,2-1 2-16,5-6 2 0,-3 2-1 0,-3-3 3 16,6-3-1-16,-3 0 0 0,3-4-1 0,-5 0 0 15,0-3 6-15,-4 3-4 0,2-1 0 0,-4 3 5 16,2-9 2-16,-2 6 10 0,-3 3 1 0,1-4 9 16,-4 1 4-16,4 1 8 0,-2 0-1 0,0 2-2 15,-5 5-12-15,0-8 2 0,5 5 0 0,-5 3-13 0,0 0-1 16,10-4-1-16,-10 4-6 0,0 0-3 0,0 0 4 15,11 10-1-15,-9-3 0 0,4 1 1 16,3-1-5-16,4 3 8 0,-5-5-9 0,7 4-1 0,5 2 2 16,-4-4-3-16,6 1 3 0,8-2-5 0,1-3 6 15,1 2-3-15,-3-5 0 0,3 1 0 0,-1-2 0 16,-1-5 3-16,5-1-1 0,-10 2 2 0,3-9 0 16,-2 5-3-16,-2-6 2 0,-1 0-1 0,-7-5 1 15,1-2 8-15,-6 1-10 0,1-5 3 0,-4-2-3 16,-4-3 2-16,1-10 0 0,-5 0-8 0,-7 3 8 15,-1-5 2-15,-4 6 0 0,2 5 12 0,-5 3 11 16,7 2 23-16,-9 0-8 0,-1 2 8 0,2 6-1 16,-6-1-4-16,9 8-3 0,-2 0 13 0,0 4-19 15,2 0-2-15,3 5-15 0,0 0 4 0,-2 6-9 16,2 0-1-16,1 3-1 0,4 3-4 0,-2 8 0 16,2 5-4-16,2-1-5 0,3 6 9 0,3 3-8 15,-1 1 5-15,11 10-2 0,2 0 1 0,6-4-4 16,1 2 8-16,1-3-3 0,5-1-5 0,7 0 2 15,-4-3-8-15,6-3-11 0,1-2-17 0,-3 0-22 16,1-3-36-16,7-6-41 0,-10-5-53 0,5 1-57 16,5-5-56-16,-6-5-237 0,-3 2-579 0,-2-3 255 0</inkml:trace>
  <inkml:trace contextRef="#ctx0" brushRef="#br0" timeOffset="20392.68">11356 15645 235 0,'-30'-12'269'0,"30"12"-24"16,-15 3-20-16,15-3-20 0,-20 1-16 0,10 1-19 15,0-1-15-15,0 3-13 0,2-1-14 0,0 1-14 16,-2-1-12-16,5 3-11 0,-2 1-6 0,4 1-6 16,-2-1-9-16,3 2-3 0,1-1-4 0,2-1-4 15,-1 1-2-15,2-1-2 0,3 0-2 0,-2 0-3 0,2-1-9 16,2 1 0-16,1-2-2 0,-1-3-2 0,-1 0-4 16,-1 1-1-16,-5-3 0 0,15-3-2 0,-15 3 1 15,15-2 5-15,-10 0 1 0,-5 2 4 0,8-9-3 16,-8 3-2-16,0-2-6 0,0 8-6 0,0-12-7 15,-6 2-20-15,4 3-24 0,-3-1-36 0,-5-3-42 16,-5 1-51-16,5-2-54 0,-3 3-58 0,-3-3-175 16,1 3-477-16,3-3 211 0</inkml:trace>
  <inkml:trace contextRef="#ctx0" brushRef="#br0" timeOffset="20673.91">11169 15393 52 0,'-15'3'227'16,"15"-3"-20"-16,-18 3-18 0,9-3-18 0,1 5-19 15,3-2-16-15,5 1-13 0,-5 0-4 0,5-4 0 16,-5 11-12-16,3-6 0 0,2-5 0 0,2 10-9 0,8-7 0 16,-5 4-6-16,8-4-3 0,2 2-6 15,2-2-5-15,-2 1-5 0,1-4-3 0,2 2 0 16,-4-4 6-16,2 1 3 0,-6 1 9 0,2-4 2 0,-1-3 3 15,-4 2-2-15,1-2 3 0,-3 0-11 0,-5-2-8 16,2-2-7-16,-4 3-6 0,2-3-8 0,-5-5-8 16,-5 6-5-16,0-6-11 0,-5 6-23 15,2-4-35-15,-2 2-35 0,-1 5-41 0,-1-5-50 0,1 4-63 16,-1 5-74-16,-3-5-174 0,9 5-503 0,-3 2 222 16</inkml:trace>
  <inkml:trace contextRef="#ctx0" brushRef="#br0" timeOffset="22689.35">5516 8013 249 0,'-13'0'255'0,"5"1"-13"0,3 1-20 0,5-2-9 16,-10 5-18-16,10-5-16 0,-8 0-13 0,8 0-14 0,-7 4-9 16,7-4-18-16,0 0 3 0,0 0 1 15,15 7-7-15,0-5-3 0,6-2-5 0,9 2 8 16,15-4-23-16,6 2-8 0,0 0-8 0,1-2-10 15,6-1-7-15,0 2-5 0,-2-2-8 0,0 2-6 0,0-1-7 16,1 1-1-16,-8-3-4 0,3 3-2 0,-6-1-4 16,2-2-4-16,-2 3 0 0,-11 1-8 15,-3-4-17-15,1 0-24 0,-2-2-31 0,-8 1-27 0,0 2-42 16,-1-1-42-16,-2-1-39 0,-4-5-48 0,-2 5-211 16,0-3-503-16,0-1 223 0</inkml:trace>
  <inkml:trace contextRef="#ctx0" brushRef="#br0" timeOffset="23033.06">6438 7750 104 0,'0'0'217'0,"22"-1"-4"0,-22 1-4 15,21 6-3-15,-4-4-7 0,4 6-10 0,7 0-3 16,2 0-13-16,0 0-5 0,3 3-5 0,0-2-14 16,0 0-14-16,0 3-9 0,-3 0-17 0,-2 0-3 0,4-1-13 15,-4 2-10-15,0 2-15 0,-5 0 0 0,5-2-6 16,-14 1-8-16,1 4-7 0,-6-5 0 15,1 4-9-15,-6 2-4 0,2 1 0 0,-9 1-5 0,-4 4-2 16,-4-2-3-16,-4 4-23 0,0 0-37 0,-5 0-42 16,-1-4-50-16,4 2-59 0,-4-4-69 0,-1 0-190 15,9-6-484-15,8 0 215 0</inkml:trace>
  <inkml:trace contextRef="#ctx0" brushRef="#br0" timeOffset="25923.42">9810 10611 47 0,'0'0'197'0,"0"-8"-20"0,0 8-16 0,0 0-19 16,0 0-13-16,0 0-7 0,20 17-7 0,-10-3 7 16,1-3-3-16,-1 6-8 0,7 1-1 0,-2 3-11 15,-4 1-9-15,12 1-3 0,-8 0-4 0,7-6 3 16,-7 6-5-16,-1-8-3 0,1 0 0 0,-1-3 2 16,-1 0-5-16,-5-3 13 0,0-2 10 0,-1-2 20 15,0 1 35-15,-6-2 25 0,8-4 12 0,-9 0-9 16,18-8-13-16,-7-4-19 0,4-2-15 0,5-7-13 15,-2-2-13-15,2 0-13 0,10-15-5 0,3-1-13 16,-3 0-3-16,3-3-14 0,2-2-9 0,-4-2-3 16,12 3-28-16,0-4-40 0,10-9-37 0,-11 17-58 15,-1 7-50-15,2 0-65 0,8 2-60 0,1 6-67 0,-1-2-203 16,2 9-605-16,5 3 267 0</inkml:trace>
  <inkml:trace contextRef="#ctx0" brushRef="#br0" timeOffset="27511.4">8011 13155 30 0,'3'12'137'0,"-3"0"-6"0,7 6 6 16,-2-2-18-16,-2 3 1 0,0-3 2 0,2-1-1 0,0 1-5 16,2 2 2-16,-1-6 1 0,-2 0-6 15,2-4 2-15,-1-1 13 0,-1 1 13 0,0-2 23 16,1-3 29-16,-5-3 31 0,4 5 15 0,-4-5-14 0,13-13-11 16,-3 1-29-16,0-5-3 0,1-5 3 0,1-2-9 15,5-13-13-15,-1 1-15 0,4-6-14 0,2 3-11 16,-6-6-16-16,-1 4-12 0,11-5-12 0,1 1-9 15,-7 1-23-15,1 2-56 0,7 2-54 0,-9-1-61 16,-4 14-71-16,-1 8-89 0,6-2-95 0,-10 5-242 16,5 5-669-16,0 3 295 0</inkml:trace>
  <inkml:trace contextRef="#ctx0" brushRef="#br0" timeOffset="28605.12">7815 13144 118 0,'0'-7'222'0,"0"7"-21"0,0 0-22 0,0 0-15 15,0 0-18-15,9-2-10 0,-9 2-10 0,0 0-13 16,21 4-9-16,-9-3-11 0,-1 3-5 0,3 2-13 16,0-1-5-16,6 1-5 0,-6 0-6 0,2 1-8 15,-1 1-4-15,0-1-5 0,6 2-3 0,-7 1-4 16,1-2-5-16,-4 3 1 0,6-2-10 0,-2 5-32 15,-6-1-54-15,1-1-68 0,0 0-208 0,-1 0-370 16,-3 0 163-16</inkml:trace>
  <inkml:trace contextRef="#ctx0" brushRef="#br0" timeOffset="32231.4">12240 16302 17 0,'-12'0'262'0,"0"0"-7"0,12 0-13 0,-16-3-9 16,8 2-9-16,8 1-11 0,0 0-12 0,-15-2-13 16,15 2-11-16,0 0-10 0,-10-5-9 0,10 5-6 0,0 0-12 15,0 0-12-15,0 0-10 0,0 0-4 0,0 0 10 16,0 0 9-16,34-2-11 0,-5 2-5 15,2-2-10-15,12-1-8 0,5 1-3 0,8 2-2 0,1-1-17 16,-4-4-1-16,8 4-10 0,2-5-6 0,-4 6-8 16,1-5-2-16,-1 5-5 0,-1-2-9 0,-5 2 6 15,-1 0-12-15,-1 1 1 0,-6-2-3 0,3 1-3 16,-17-2-5-16,-1 4-4 0,-2-2-6 0,-6 0-18 16,-4 0-24-16,2 0-13 0,-10 0-15 0,4 1-17 15,-7-1-15-15,-7 0-25 0,13-1-38 0,-13 1-46 16,0 0-47-16,0 0-24 0,0 0-35 0,0 0-182 15,0 0-529-15,-34-2 234 0</inkml:trace>
  <inkml:trace contextRef="#ctx0" brushRef="#br0" timeOffset="32710.42">12240 16419 164 0,'0'0'229'0,"0"0"-24"0,0 0-21 15,0 0-19-15,0 0-14 0,0 0-14 0,0 0-17 16,0 0-10-16,13 21 6 0,-5-8-6 0,2-1-5 16,2 0-3-16,4 8-10 0,6 2-2 0,-1-2-4 15,7 2-6-15,2 2-3 0,8 2-4 0,-1 1-7 0,1-3-11 16,1 0 0-16,-2 2-6 0,1-6-10 0,2-1-2 15,3-1-1-15,-14-4-4 0,6 0-2 16,-3 1-2-16,-3-2-3 0,0-1-1 0,-1 1-6 16,-5-4-1-16,-7-1-2 0,4 1 0 0,-5-3-1 0,2 3-5 15,-9-6 0-15,2 2-2 0,0 1-11 0,-2-5-15 16,-6 3-15-16,4 0-14 0,-6-4-26 0,0 0-31 16,0 0-35-16,0 0-35 0,0 0-26 0,0 0-162 15,0 0-393-15,0 0 174 0</inkml:trace>
  <inkml:trace contextRef="#ctx0" brushRef="#br0" timeOffset="33116.63">13269 16236 92 0,'2'-4'293'0,"-2"-4"-10"0,-2-1-8 0,2 9-11 15,2-9-24-15,-2 9-21 0,0-6-22 0,0 6-22 0,0 0-20 16,0 0-20-16,0 0-14 0,0 0-14 0,0 0-6 16,0 0-14-16,-2 21-9 0,2-7-6 15,0 1-10-15,-2 2-7 0,-3 5-1 0,-1 3-7 0,-1 2 0 16,-1 0-1-16,0 4 1 0,-2 10 2 0,-2-9 2 15,4-2 4-15,-7 6 4 0,0-8-5 0,-2 14 4 16,3-16-11-16,-1 2-1 0,-4-1 0 0,3 0-7 16,1 1 11-16,2-3-16 0,-2 0-3 0,2-1-2 15,4-2 4-15,-2-3-10 0,1-2-4 0,5-2-2 16,-5-4 0-16,2 4 0 0,4-6-6 0,-1 2 0 16,0-3-9-16,4-3-14 0,-1 2-14 0,2-2-23 15,0-5-12-15,0 9-36 0,3-6-54 0,-3-3-68 16,17 1-72-16,-9-1-233 0,-8 0-568 0,18-3 251 15</inkml:trace>
  <inkml:trace contextRef="#ctx0" brushRef="#br0" timeOffset="33913.52">13352 16906 126 0,'-2'-7'224'0,"2"7"-23"0,0 0-18 0,0 0-24 0,0 0-13 16,0 0-11-16,0 0-9 0,0 0-8 0,12 18-5 15,-7-9-6-15,0-2-5 0,3 4-4 0,-1 1-11 16,-6 6-3-16,7-3-10 0,-1 5-7 0,0-3-2 16,-1 6-7-16,3-7 3 0,-3 7 3 0,3 1-2 15,-3-6-5-15,1 5-8 0,1 1-4 0,-3-8-2 16,2 3-8-16,-2 1-2 0,-2-3-1 0,-1-3-2 0,4-1-2 16,-6-4 3-16,3 1 9 0,1-2 12 15,-3-1 14-15,-1-1 19 0,5 0 23 0,-3 0 44 16,-2-6 20-16,7 1 34 0,-7-1 5 0,0 0-16 15,0 0-12-15,15-7-22 0,-14 1-2 0,4-5-5 0,3 1-9 16,1-8-6-16,-1 2-7 0,-5-3-5 0,6 0-20 16,1-4-6-16,1 1-8 0,-3-5-10 15,1 2-1-15,-3-1-2 0,-2 2-1 0,6 5-3 0,-7 0-9 16,2 0-2-16,-2 2-6 0,-3-1-5 0,3 5-8 16,-1-5-6-16,-2 6 1 0,3 1-10 0,-3 2 0 15,4-1-7-15,-4 5-2 0,0-2-7 0,0-1-20 16,0 8-24-16,0-9-32 0,0 9-36 0,3-6-43 15,-3 6-49-15,0-5-40 0,0 5-13 0,0 0 0 16,0 0-8-16,0 0-18 0,0 0-18 0,0 0-24 16,0 0-12-16,-8 20-33 0,8-13-229 0,0 0-632 15,0-1 280-15</inkml:trace>
  <inkml:trace contextRef="#ctx0" brushRef="#br0" timeOffset="34350.98">13822 17271 129 0,'0'0'252'0,"0"0"-24"0,0 0-19 0,0 0-27 15,0 0-11-15,0 0-19 0,0 0-1 0,0 0-12 16,8 15-4-16,-3-8-13 0,-3 1-12 0,4-1-12 15,-1 2-5-15,2 2-9 0,-4-4-9 0,4 5-9 16,0 5-2-16,-1-2-10 0,-4-1-5 0,-2-1-3 0,6-1-5 16,-2 0-4-16,1 3-4 0,-5 0-3 15,0-1-4-15,-5-4 0 0,3 2-1 0,-1-2-3 16,-4 1-1-16,1 1-3 0,-3-3 0 0,-2-2 0 16,1 0-5-16,-2-2-18 0,-3 2-24 0,7-3-27 0,0-1-38 15,-6-2-33-15,6-1-40 0,8 0-43 0,-15-3-166 16,9-1-405-16,6 4 180 0</inkml:trace>
  <inkml:trace contextRef="#ctx0" brushRef="#br0" timeOffset="34946.19">14044 17115 57 0,'0'0'250'0,"0"0"-25"0,3-12-31 16,-3 12-15-16,0 0-15 0,0 0-19 0,0 0-19 0,0 0-10 15,0 0-15-15,0 0-8 0,0 0-7 16,0 0-7-16,-7 27-11 0,7-15-4 0,0-3-10 16,0 5-3-16,2-1-5 0,-2 5-3 0,0-2-5 15,2-1-3-15,1 2-4 0,0 0 0 0,-3-2-4 0,7-2-2 31,-7-1-5-31,5-1-2 0,-2-3 1 0,4 3 1 16,-6-2-1-16,6-3 1 0,1 4-6 0,-8-8 5 16,5 4 4-16,2-4 3 0,-7-2 2 0,10 1 0 15,-10-1 0-15,15-3-6 0,-4-2 4 0,-7 4 6 16,7-10 3-16,-4 4-5 0,3-1 2 0,-4-4 1 16,4 4 14-16,-5-3 8 0,2-4 7 0,1 0 1 15,-3 5 9-15,-3-1 7 0,6-3 6 0,-6 5-8 16,1-1 8-16,-1 4 6 0,4-1-3 0,-6-2-3 15,0 2-18-15,0 3 1 0,4-2-9 0,-4 6-12 0,3-6-5 16,-3 6-7-16,0 0-2 0,8-6-8 0,-8 6 2 16,0 0-9-16,0 0 2 0,13 15-7 15,-6-8 2-15,-4 1-5 0,7 1 0 0,-3 0 4 16,5 1-3-16,-3 2 2 0,3 1-7 0,1-4 5 0,-1 3-5 16,-1-4-3-16,-2-1 4 0,2-2-1 0,-1 2-2 15,0-3 5-15,-3-1-1 0,1-2 1 0,0 2 0 16,-8-3-3-16,22-4 1 0,-14 3-4 0,4-4 7 15,-7 0 2-15,5-5 25 0,-2 3 5 0,0-6 20 16,-1 4-7-16,-1-3 2 0,-4-1-1 0,3-2-5 16,-3-2-3-16,-2 5-4 0,5 0 6 0,-5-3-14 15,0 0-7-15,0-2-3 0,-5 7-16 0,3-7-27 16,-5 6-41-16,7-4-44 0,-6 6-44 0,4-6-49 16,-4 3-55-16,-1 3-65 0,0-1-331 0,-1 1-699 15,5 2 310-15</inkml:trace>
  <inkml:trace contextRef="#ctx0" brushRef="#br0" timeOffset="35508.64">14853 15934 139 0,'0'-4'351'0,"0"-5"-9"0,0 3-43 0,0 6-19 16,7-8-31-16,-7 8-24 0,0 0-26 0,0 0-20 16,0 0-21-16,0 0-15 0,0 0-13 0,21 19-13 15,-8-6-12-15,-3 5-10 0,4 6-9 0,0 5-10 0,0-1-7 16,7 8-5-16,-6 3 0 0,2 2-13 16,-2-2-4-16,-1 0-4 0,0-2-6 0,-4-7-4 15,-4 0-2-15,6 1-2 0,-7 1 2 0,3-3-9 0,-3-1-4 16,-3-1 3-16,3 0-24 0,0-8-19 0,-2 1-27 15,0-4-25-15,-3 3-32 0,0-12-40 0,-3 2-33 16,6-2-34-16,-3-7-65 0,-3 8-167 0,3-8-480 16,0 0 213-16</inkml:trace>
  <inkml:trace contextRef="#ctx0" brushRef="#br0" timeOffset="35789.86">14697 15858 168 0,'-3'-5'312'0,"3"5"-8"0,-10-1-17 0,10 1-9 16,0 0-12-16,-8-3-15 0,8 3-21 0,0 0-23 16,0 0 5-16,0 0-6 0,23-6-2 15,-5 6-4-15,-1 0-2 0,6-2-30 0,5 2-13 16,4-3-12-16,2 2-10 0,11-3-14 0,-9 2-15 0,9 0-10 15,-10-1-8-15,13 0 2 0,-12 3-16 0,9-5-10 16,-10 3-9-16,-5 0-1 0,-1-1-29 16,-7 2-13-16,-1 2-62 0,1-2-43 0,-6 1-38 0,-4 1-49 15,1 2-46-15,-8 1-39 0,5 3-36 0,-7-3-269 16,-3 4-617-16,0 1 273 0</inkml:trace>
  <inkml:trace contextRef="#ctx0" brushRef="#br0" timeOffset="36987.41">15283 16116 138 0,'0'0'194'0,"19"1"-15"0,-11 1-9 0,10 4-12 15,-3 0-9-15,1 3-13 0,4 3-12 0,2 3-12 16,1 0-11-16,-1 4-9 0,1 1-8 0,-7 1-10 16,1 1-9-16,1 3-8 0,-3-3-10 0,0 4 1 15,-5-4-4-15,8 2-6 0,-15-9-4 0,9 1-4 16,-7 3-2-16,0-4-4 0,-5 1 0 0,5-5 7 15,-10-2 18-15,5 1 17 0,-2-4 18 0,-1-2 23 16,-2 3 18-16,-2-3 11 0,7-4 20 0,-13 1-2 16,13-1 22-16,-13-7-9 0,4 1 0 0,8-3-7 15,-4-1-8-15,-3-6-7 0,1 1-17 0,5 0-8 16,-4-2-16-16,6 0-5 0,-2-3-11 0,4 1-9 16,-1-2-22-16,11-2-6 0,-4 5-29 0,0 2-25 15,7 1-15-15,0 3-50 0,-1 0-21 0,9 0-21 16,-2 4-19-16,6-2-16 0,-7 7-20 0,14 1-13 0,-6-1-11 15,4 6-16-15,4 1 5 0,-6 0 1 0,0 0-5 16,0 3 2-16,-1-3 8 0,-7 2 16 16,6 0 12-16,-5 0 15 0,-3-3 18 0,0 2 12 0,-3-3 17 15,-6 1 12-15,1-1 23 0,-4 0 19 0,-8-2 32 16,17-2 15-16,-17 2 32 0,14-6 22 0,-12 3 6 16,-2-3 23-16,0 6 5 0,-2-12 11 0,2 5 2 15,-8 0 9-15,5 0 0 0,-4 1 0 0,2-1-5 16,-3 0-6-16,-2 0-3 0,-1 1 0 0,2 3-10 15,-6-4-7-15,-1 2-8 0,1 3-4 0,-3 1-11 16,1-2-4-16,2 7-5 0,-1-2-10 0,-3 3 2 16,3 2-3-16,-6-3-9 0,8 5 2 0,-6-1-6 15,3 3 0-15,2 0-3 0,0 3 1 0,2-1-5 16,1 1-2-16,1 1 0 0,3-1 2 0,1 2-1 16,4-4 0-16,-1 0-4 0,4 0 3 0,4-2 8 15,1 2-5-15,0-1 3 0,3-2-7 0,7-3 1 16,3 0-3-16,-3-3 0 0,3 0-5 0,4-3 4 0,1-3-5 15,-2 0 0-15,2-3-9 0,-3-1 2 0,2-4-3 16,1-2-2-16,-3 3-2 0,-5-4 3 16,1-3 1-16,-2 2 1 0,-3 2 1 0,1-3 2 15,-2 1 2-15,0 0 9 0,-5 0 2 0,0 2 5 0,-4-1 7 16,-1 4 4-16,0-1 8 0,0 3 3 0,-1 1-1 16,1 7-4-16,0-10-9 0,-2 4-1 0,2 6-5 15,-7-4 8-15,7 4-13 0,0 0-1 0,0 0-4 16,0 0 1-16,-13 16 0 0,6-8-3 0,7 0 3 15,-1 4-3-15,1-1 0 0,1-2-4 0,3 6 0 16,-1 0 0-16,-1-1-7 0,8-1 6 0,-2 1-4 16,3-4-1-16,-4 2-2 0,6-2 2 0,1-2 9 15,-4 0-10-15,4-7 5 0,0 5-7 0,-4-5 5 16,3 2-5-16,2-3-6 0,-4-3 7 0,-1 1-1 16,2-3 1-16,3-4-4 0,-5 3 5 0,3-3-2 15,-6-2 6-15,4-2-2 0,-6 4 2 0,2-3 1 16,-1 3 1-16,-2-1 5 0,2 0 1 0,-1 2 5 15,-3-3-1-15,0 3 6 0,1 3-2 0,0-2 1 16,-3 3-7-16,0 4 0 0,0 0-9 0,3-9 2 16,-3 9-4-16,0 0 2 0,0 0-4 0,0 0 7 0,0 0-3 0,5 21 2 0,0-12 2 15,0 5-2-15,-3-4 8 0,0 0-8 0,3 1 0 16,-4 4-3-16,4-2 1 0,4 2 0 0,-1-5 1 16,-7-1-2-16,6-1 0 0,0 0 0 0,-6-1 3 0,4-3 3 15,-1 3 1-15,2-6 5 0,-6-1-2 0,8 4 4 16,-8-4 14-16,0 0 16 0,15-14 6 15,-6 8 15-15,-4 0 13 0,1-3 18 0,-1-2-6 16,-1 2 5-16,2-2 7 0,2 2 1 0,-4-2 5 0,6-3 1 16,-9 4 7-16,3 1-1 0,-1 1-8 0,5 4-8 15,-8-2-10-15,5 0-11 0,-3-2-10 0,-2 8-3 16,6-5-15-16,-6 2-5 0,0 3-7 0,0 0-6 16,0 0-13-16,24 8-25 0,-19-3-9 0,3 1-35 15,0 2-14-15,4 0-36 0,-2 4-16 0,-2-2-21 16,0-1-29-16,4 2-33 0,-4-3-37 0,4 0-43 15,-2-3-49-15,0 3-296 0,-4-3-678 0,6 0 299 16</inkml:trace>
  <inkml:trace contextRef="#ctx0" brushRef="#br0" timeOffset="37174.89">16457 15780 239 0,'-2'-9'257'0,"-3"6"-24"0,-1-1-24 0,2 0-25 0,4 4-26 16,-5-5-19-16,5 5-18 0,0 0-31 0,0 0-31 15,0 0-48-15,0 0-45 0,12 17-61 0,-5-7-168 16,-4-1-282-16,5-1 124 0</inkml:trace>
  <inkml:trace contextRef="#ctx0" brushRef="#br0" timeOffset="38143.61">16763 15726 146 0,'0'0'213'0,"0"0"-7"0,2 21-3 0,-1-13-16 16,1 2-7-16,-2 7 2 0,3-1-18 0,1 0-12 15,1 1-17-15,-2 4-9 0,4 3-16 0,-1 3-8 16,1-8-10-16,-2 7-7 0,-2-1-7 0,5 2-8 16,-3 0-7-16,0-3-5 0,-1 2-6 0,-4-2-3 0,5 2-8 15,-4-7-4-15,1-1-3 0,4 0-4 0,-6 0-3 16,4-5-3-16,-1 2-1 0,-1-3 1 16,4 0 13-16,1-2 8 0,0-3 4 0,-2 0 4 15,4-1-1-15,1 1-4 0,9-2-7 0,-3-3-11 0,6 0 1 16,1-2-2-16,-3 1-2 0,10-2-3 0,-1-3 2 15,1 0-4-15,-2 1-5 0,0-2-1 0,1-2-1 16,-10 1-1-16,3 0-8 0,1-3-1 0,-1-1 5 16,-3-1-6-16,-4-1-1 0,0 1 0 0,-2-1 2 15,-1 0 0-15,-4 5-2 0,2-6-1 0,-6 2 1 16,-1 2 1-16,-1-5 2 0,3 7-2 0,-5-2 3 16,0-2-1-16,-4 4 5 0,4 1-5 0,-1-3 7 15,1 9-4-15,-2-7 7 0,-1 0 0 0,1 3-3 16,2 4-2-16,0 0-3 0,-5-7 1 0,5 7-10 15,0 0 0-15,0 0 2 0,0 0-1 0,-10 18-3 16,10-13 8-16,2 6-8 0,-2-2 8 0,0 6-7 16,1-4-4-16,3 2-5 0,-1 5-5 0,2-3-7 15,0 0-1-15,3 3 0 0,0-3-2 0,1-1-1 16,4 3 0-16,-3-5-9 0,3 2-2 0,0-1 4 16,1-2-4-16,1-2-8 0,-2-3 1 0,-2 0 6 15,-1-3 2-15,0 0 3 0,-2-3 4 0,4 0 7 0,-5-4 1 16,6 2 2-16,-5-3 3 0,-1 1 0 0,1-4 10 15,-1 0 1-15,-1 0 3 0,3-1 9 0,-8-3 8 16,6 3 10-16,-2-3 6 0,-2 0 8 0,-3 1 2 16,0-5 12-16,0 5-15 0,5-1 0 0,-5 0-1 15,0 2-4-15,0 1-1 0,-5 0-3 0,5 0-6 16,0 0-3-16,0 6 4 0,0 3-8 0,0-12-4 16,0 12-3-16,0-9-6 0,0 9-12 0,0 0-1 15,0 0 0-15,0-4-1 0,0 4 0 0,0 0 0 16,0 0 1-16,18 17-2 0,-16-10-6 0,5-3 6 15,-1 7-5-15,-4-4-1 0,6 1-7 0,-1 2-6 16,1-3-4-16,4 3-4 0,-6-2-9 0,3 1 2 16,-3 1-1-16,4 0 0 0,-3 0-13 0,-1-1-2 15,1-1 4-15,-4 2-1 0,4-3 5 0,-2 0 2 0,3 0-6 16,-8 1 16-16,2-3 5 0,-1-3 0 16,-1-2 9-16,5 8 5 0,-5-8 4 0,2 7 1 15,-2-7 3-15,0 0 9 0,0 0 13 0,0 0 8 0,0 0 8 16,0 0 8-16,0 0 10 0,0 0 12 0,7-16 5 15,-7 10 7-15,0-2 4 0,5-1 6 0,-2-1 5 16,-3 1 16-16,7-2 3 0,-4 2 0 16,2-4-2-16,3 3 8 0,-3-6-13 0,3 9-1 0,1-5-2 15,-3 3-13-15,3 0 10 0,4-4-16 0,-8 2-9 16,5 7 2-16,-2-4-10 0,2 2 0 0,-5 1-9 16,8 1 8-16,-6 3-20 0,-7 1 15 0,15 0-20 15,-7 4-6-15,7 0-8 0,-9 1 25 0,8 6-27 16,-6-7-2-16,0 8 15 0,-1 0-22 0,8 0-7 15,-10-2-29-15,3 2-15 0,0-1-12 0,-3 0-35 16,-1-2-23-16,1 2-54 0,-5-2-45 0,6-1-61 16,-3 1-277-16,-1-1-604 0,1 1 267 0</inkml:trace>
  <inkml:trace contextRef="#ctx0" brushRef="#br0" timeOffset="39770.91">18844 15566 69 0,'-4'-8'284'0,"3"1"-5"0,-3 0-10 15,1 3-10-15,0-4-17 0,3 8-23 0,-7-2-23 16,7 2-24-16,0 0-17 0,-15 0-19 0,15 0-11 16,-16 13-12-16,4 1-13 0,-3-2-4 0,-1 10 3 15,-8 5-2-15,3 7-4 0,1 1 1 0,-5 3-6 16,9-1 2-16,-6 5-13 0,6 0-6 0,1 3 12 0,3 3-21 16,2-2-4-16,5-2-6 0,-1-2-4 15,9 3-7-15,2-3 2 0,8-2-7 0,2-2 0 16,0-10-4-16,8 10-6 0,5-7 2 0,9 1 1 15,-1-6-3-15,5-7-12 0,4-6-19 0,-2-2-29 0,5 0-24 16,-3-8-35-16,0-2-30 0,-9-2-45 0,9-6-53 16,-11 0-59-16,-2-1-230 0,-4 0-551 15,0-6 244-15</inkml:trace>
  <inkml:trace contextRef="#ctx0" brushRef="#br0" timeOffset="40161.5">19199 15741 139 0,'-1'-6'257'0,"1"6"-29"0,-5-5-22 0,5 5-24 16,0 0-16-16,0 0-15 0,10 17-14 0,0-8-15 16,-5 5-13-16,3 5 3 0,4 2-3 0,-3 2-11 15,6 2-6-15,-3 2-10 0,-1 0-4 0,11 9 2 16,-2-8-4-16,-4 10-6 0,-1-13-6 0,-1 2-1 15,-1 0-11-15,2-3-2 0,-5-9-6 0,-4 4-2 0,6-6 22 16,-9 1-5-16,4-6 17 0,-2 0 26 0,0-2 40 16,1-1 51-16,-2-1 53 0,-4-4 13 15,0 0-23-15,0 0-23 0,13-15-14 0,-10 6-9 0,4-5-8 16,-2-5-16-16,-4-1-14 0,3-4-13 0,-4-6-11 16,3 3-13-16,-1-1-7 0,-2 0-10 15,0-1-6-15,1 2-8 0,1 3-9 0,-4-4-8 0,1 11-11 16,1-3-2-16,0 1-5 0,-2 4-8 0,2 3-18 15,2 5-32-15,-2-1-48 0,-2 2-68 0,2 6-72 16,0-11-54-16,0 11 1 0,0 0-16 0,0 0-23 16,0 0-35-16,12 19-45 0,-4-6-42 0,-3-1-235 15,3 5-698-15,4 3 309 0</inkml:trace>
  <inkml:trace contextRef="#ctx0" brushRef="#br0" timeOffset="40380.25">19908 16137 61 0,'10'3'210'0,"-10"1"-24"16,0-4-17-16,0 0-6 0,3 10 2 0,-3-6-16 15,2 8-6-15,-2-3-4 0,1-2-13 0,-2 5-13 16,1 3-10-16,-2 0-10 0,2 2-7 0,0 1-11 16,-3 0-5-16,3 0-6 0,0 1-8 0,-4 1-4 15,-1 1-2-15,2-5-6 0,-2 3-2 0,4-3-6 16,-4-3-4-16,0 1-19 0,3-5-32 0,-1-5-22 15,-1 6-28-15,3-6-48 0,1-4-38 0,0 0-49 16,0 0-103-16,0 0-330 0,0 0 146 0</inkml:trace>
  <inkml:trace contextRef="#ctx0" brushRef="#br0" timeOffset="40895.83">20049 15823 86 0,'-7'3'192'0,"0"2"-12"0,1 5-9 16,4-1-9-16,-5 5-11 0,6-1-13 15,-4 1-8-15,3 6-2 0,2-4-7 0,2 3-9 16,4 1-11-16,-4 6-8 0,3-10-6 0,3 3-5 0,-1-2-2 16,1 1-9-16,7-3-8 0,-8 0-1 0,8-3-5 15,-2-3-3-15,-5-2-5 0,5 0-4 0,-3-3-3 16,2-3-3-16,6-1-2 0,-6-4-5 0,1 3-1 15,2-7-6-15,0-3-3 0,-4 3 2 0,4-3-2 16,0-1 9-16,-5-3 5 0,2 0 9 0,-6 0 20 16,-1 0 19-16,5 2-3 0,-8 1-3 0,3 1 9 15,0-1 6-15,-2 4 10 0,0 1-7 0,1 1-3 16,-3-1-15-16,6 0-3 0,-7 4-11 0,0 3-13 16,8-9-4-16,-8 9-10 0,5-1 3 0,-5 1-5 15,0 0-6-15,12 10 0 0,-7-3-3 0,1 0-7 16,3-3 0-16,4 7-3 0,2-1 0 0,-7 8-4 15,7-9 1-15,-2 4-2 0,2-3 2 0,0-1-11 16,0-3 11-16,-7 1-4 0,4 0 4 0,-4-2 3 0,2-3-3 16,1 0-3-16,-2-1 5 0,-9-1-7 15,16-1 6-15,-16 1 5 0,15-7 21 0,-7 5 8 16,-3-9 9-16,0 0 8 0,0 1-15 0,-1-5 7 0,-3-2-7 16,-1 1-5-16,-1-2-2 0,1 1-7 0,-4 2 5 15,3-1-8-15,-6-3-6 0,4-1-7 16,-5 6-3-16,-2-5-23 0,1 6-27 0,-2-3-28 0,-1 3-39 15,2 4-30-15,0-3-34 0,-5 4-41 0,7 1-50 16,0 2-54-16,0 1-310 0,-1 1-669 0,1-2 296 16</inkml:trace>
  <inkml:trace contextRef="#ctx0" brushRef="#br0" timeOffset="41145.81">20747 15628 256 0,'0'0'309'0,"2"-7"-25"15,-2 7-13-15,0 0-15 0,20 11 1 0,-12-6-1 16,5 5-12-16,-3-2 5 0,10 8-8 0,-4-5-15 16,6 8-17-16,1 0-21 0,0 2-17 0,0 2-18 0,4 0-15 15,-1 8-16-15,1 1-10 0,-9-9-18 0,2 11-6 16,1 4-6-16,-12-8-6 0,4 6-11 15,-6 4-23-15,-7 6-38 0,-7-4-49 0,-8 1-50 0,-6 3-53 16,-6 1-74-16,-6-4-93 0,-27 14-280 0,-3 5-644 16,-6-11 284-16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1:08:44.9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4101 1878 104 0,'2'-8'275'0,"6"1"1"0,-3-2-5 15,3-2-5-15,-1 4-4 0,-5-7-1 0,8 4-4 16,-6-5 3-16,6 2-1 0,-5-1-5 0,2 1-12 16,-2-3-2-16,-3 3-9 0,1-1-13 0,0-1-13 15,-6 0-20-15,6-1-14 0,-1 1-10 0,-4-1-15 16,2 2-11-16,-3-6-10 0,0 4-13 0,-4 1-6 16,0 5-19-16,-1-7-8 0,1 9-11 0,1-5-6 15,-9 2-12-15,5 6-4 0,-5-2-9 0,-5 3-3 16,-1 4-2-16,-7 4-6 0,-2 5 0 0,0-1-5 15,0 7-28-15,-9 3 5 0,-1 6-7 0,7 4 1 16,0 6 2-16,1-3-3 0,2 5-7 0,2 1-22 16,5-1 0-16,-2-1-18 0,14-5-24 0,-3 12-17 15,6-12-4-15,8 0-11 0,0 14 3 0,0-16 13 16,13-1 0-16,-4 1 2 0,12 7 5 0,-4-9 13 16,9-6 3-16,-3 2 6 0,7-5 8 0,2-5 3 15,11 3 1-15,-14-5-1 0,18-3 0 0,-16-4 5 16,2 4 6-16,10-8 2 0,-6-5 4 0,-7 1 5 15,4 0 4-15,-4-3 6 0,5-2-1 0,-9-1 0 16,1-2 9-16,-4 1 2 0,0-3 12 0,-8 4 18 16,0 2 3-16,0-2 15 0,-2-4 5 0,-5 11-2 15,-1-7 5-15,1 3 14 0,-1 0-11 0,0 0-8 16,-1 1-8-16,-4 2-7 0,-1-1-1 0,-1 6-7 16,7-4-4-16,-7 4-10 0,15 0-6 0,-15 0-2 15,20 3 6-15,-12-2-4 0,7 2 0 0,0 2-3 0,1 2-13 16,6 0-2-16,-4-2 11 0,0 2-7 0,4 1 0 15,6 3 4-15,-8-7 1 0,0 3-1 16,1-2 0-16,-1-2 4 0,-3 1 3 0,3-4-5 16,-11 1 6-16,5-1 1 0,-14 0 2 0,16-5 0 0,-2-3-3 15,-13 0 5-15,2 2-7 0,-1-3 4 0,-7-3 3 16,4 6 0-16,-13-9-3 0,6 3 2 0,-2-3-1 16,-6 3 5-16,-6-5-3 0,-3 2-2 15,2 2 3-15,5 4 3 0,-7-1-3 0,-2-1 2 0,3 5 0 16,4 1-2-16,-2 2-2 0,2 2-1 0,-3 0 5 15,3 1-5-15,4 0 2 0,3 0-12 0,3 1-22 16,-4-1-3-16,14 0-1 0,-13 4 7 0,12-1-1 16,1-3 6-16,0 9 0 0,0-9 7 0,16 2 0 15,4-2 11-15,-4 0-7 0,6 0 1 0,9-3 5 16,1-3 3-16,-2 1-2 0,-1 0 2 0,0-3-4 16,-1 1 8-16,0-1-1 0,0-4-1 0,-11 9-1 15,4-5 6-15,1 1 0 0,-6 3 0 0,-1-3-4 16,-3 3 2-16,1 1 1 0,-5 1-3 0,0-2 0 15,-8 4 2-15,14 0 0 0,-14 0-1 0,16 0-2 16,-9 4 11-16,-1 1-7 0,3-1 0 0,-3 4-2 16,1-2 3-16,1 3 2 0,-1 2 2 0,1-4-2 15,2 5-3-15,-3-4 3 0,4 2-1 0,-2-1 1 16,-1-1-2-16,0-3 2 0,0 2-2 0,1 0 1 16,-3-4 2-16,3-2-1 0,-9-1 5 0,16 4 1 15,-16-4-3-15,12-8 0 0,-4 2 2 0,2 1 6 16,-5-2 6-16,3-1 10 0,-3-2 2 0,3 3 6 15,-1-3 12-15,0 0-10 0,-1 1-5 0,-4 3-8 16,5-3 4-16,-1 0 0 0,-4 0-10 0,3 6-1 16,-4-3-2-16,4 1-4 0,-5 5 0 0,9-4-5 15,-9 4-1-15,0 0 3 0,16 7 0 0,-9-2-3 16,-1 1-7-16,3 3-9 0,-3 0 2 0,3 0-2 16,-3-1 2-16,8 4 0 0,-6-4-1 0,2 4-1 15,-4-4 4-15,6-1-1 0,-4 0 3 0,0-2-2 16,-1-1 5-16,1 0 6 0,-1-1-8 0,-7-3 4 0,15-3 0 15,-15 3 0-15,16-6 9 0,-6-1 30 16,-1-1 0-16,-3-3 9 0,-1 3 14 0,2-3 3 16,-1-4 16-16,3 3 0 0,-8-3 5 0,6 6-10 15,-2-5-1-15,0 1 2 0,0 6 3 0,-5-2-18 0,7-2-3 16,-4 5 1-16,2 1-23 0,-5-2-3 0,5 2-14 16,-5 5-1-16,0 0-7 0,8-4-15 15,-8 4 0-15,0 0-19 0,15 13-12 0,-8-6-18 16,-1-2-9-16,2 3-9 0,7 6-7 0,-8-6-18 0,6 4-18 15,4 2-23-15,-4-2-25 0,2-3-42 0,0 3-40 16,1-6-32-16,1 2-256 0,-4-4-575 0,5-1 256 16</inkml:trace>
  <inkml:trace contextRef="#ctx0" brushRef="#br0" timeOffset="265.6">5725 1765 59 0,'3'12'183'0,"0"0"12"0,1 8 1 0,-1-7-2 15,-1 11-2-15,3 2-4 0,5 9-20 0,3 2-15 16,-5 4-3-16,5 2-7 0,2-1-16 0,-1 0-14 16,0 9-9-16,1-8-10 0,-1 1-8 0,-4 1-7 15,3 1-10-15,-5 0-5 0,5-2-8 0,-3-5 3 16,3 3-11-16,-6-11-5 0,1-4-4 0,1 1-5 15,-1-2-1-15,-1-7-1 0,1-6 5 0,-3 1-15 16,3-5-19-16,-3-5-17 0,0 4-32 0,5-6-45 16,-10-2-64-16,0 0-62 0,16-14-190 0,-11-1-441 15,-1-3 196-15</inkml:trace>
  <inkml:trace contextRef="#ctx0" brushRef="#br0" timeOffset="562.44">5626 1905 197 0,'-4'-13'230'15,"4"2"-13"-15,4-1-9 0,5 0-10 0,-9-2-19 16,9 5-13-16,1-7-17 0,-2 9-12 0,0-7-16 16,1 6-14-16,0 3-9 0,5-2-11 0,-6 5-13 0,5-3-2 0,-5 5-9 0,-8 0-7 0,22 0-5 15,-12 7-9-15,3 4-2 0,0-2-2 0,1 6-6 16,-4 2-1-16,-4-3-4 0,2 6-1 0,-8-2-6 15,7 6 1-15,0 2-2 0,-1-3-3 0,-4-3-3 0,-2-1-8 16,0 1-11-16,0-4-13 0,0 2-13 16,-3-3-10-16,-4 1-20 0,2-8-26 0,-2 3-12 15,7-3-16-15,-8-3-20 0,8-5-22 0,-6 2-18 16,6-2-126-16,0 0-325 0,-9-14 145 0</inkml:trace>
  <inkml:trace contextRef="#ctx0" brushRef="#br0" timeOffset="1140.52">5983 1758 81 0,'5'-5'169'16,"2"0"-15"-16,-4-2-15 0,4 6-16 0,-7 1 0 16,0 0 0-16,0 0-5 0,11 8-8 0,-6-3-12 15,-3 5-5-15,1 2-8 0,0-2-10 0,4 9-6 16,-4-5-4-16,2 6-5 0,0-4-8 0,2 0-2 16,0-1 0-16,1 0-7 0,7 2-6 0,-9-3-1 15,3-3-4-15,-3-2-3 0,7 2 1 0,1-3-1 16,-4 0-3-16,-4-6 6 0,9-1 7 0,-8-2 4 15,6 1 2-15,-5-6 1 0,1 0-3 0,-3-1 1 16,2-4 6-16,6-4-2 0,-11 3 6 0,7-3 8 16,-5-1-1-16,0 5 4 0,0-5 8 0,-2 2 8 15,-1 2 1-15,1 2 3 0,-1-1 5 0,-2 5-2 16,1-3-5-16,3-2-10 0,-4 8-10 0,0 3-16 16,1-7-1-16,-1 7-10 0,0 0-1 0,0 0-4 15,0 0-2-15,15 10-5 0,-8 1-4 0,-1-2 0 16,4 3-7-16,4 3-2 0,-4-1 3 0,4 2 1 15,1-4-1-15,0 4 1 0,5 1-8 0,-5-5 4 16,2-2-2-16,2 5-1 0,-4-5-9 0,0-3 5 16,2-1-2-16,1 0-5 0,-8-5-8 0,3-1 0 15,0 0-8-15,-3-3-9 0,2-4-9 0,-2-1-8 16,-2-1-6-16,-1-6-8 0,-1 0-12 0,-2-4-6 16,2-6-3-16,-1-1-18 0,-3-6-15 0,-2-6-16 15,0-5-8-15,-2 0-26 0,2-5-11 0,2-3-21 16,-2 4 12-16,-2 5 41 0,2 1 36 0,0-1 42 15,-1 12 57-15,-3 2 40 0,4 9 34 0,-3-2 23 16,0-6 16-16,1 13 8 0,2-1 4 0,-2 7 0 16,2-3-10-16,0 0 5 0,0 6-30 0,0-3-12 15,0 8-7-15,-1-6-8 0,1 6-7 0,0 0 6 16,1 22-14-16,3-7-8 0,2 5-1 0,-1 4-7 16,2 7 0-16,0 2-3 0,2 6 4 0,6 7-3 0,-1-6-4 15,-1 6-16-15,2-7-8 0,0 7-23 16,-5-6-4-16,4-1-18 0,1 5-23 0,-8-15-28 15,3 3-30-15,6 2-40 0,-6-8-3 0,0-3-26 16,-8-7-21-16,1 0-140 0,-1-4-391 0,3-1 173 0</inkml:trace>
  <inkml:trace contextRef="#ctx0" brushRef="#br0" timeOffset="1673.26">6703 1839 113 0,'-13'-20'192'0,"5"8"4"0,-1-7-2 15,3 4 2-15,-1-1 9 0,4 0-19 0,-2 3-5 0,3 4-15 16,2-3-18-16,2 0-6 0,1 3-25 0,2-2-9 15,7 4-10-15,2-1-12 0,8 4-10 0,0 0-8 32,9 2-6-32,5-1-10 0,-6 6-14 0,15-3-16 15,5 2-10-15,-6 3-18 0,3 2-11 0,-4-3-13 16,1 0-17-16,-11-2-1 0,-1 4-3 0,-1-3-2 16,-1-2-2-16,-2 2 8 0,-8-3 4 0,-3 0 6 15,-1 4 5-15,-8-8 5 0,-1 1-2 0,-7 3 5 16,7-4 2-16,-7 4 0 0,0 0 10 0,-14-12 9 15,6 9 9-15,-3-2 4 0,-1 2 4 0,-5-1 4 16,-4 4 1-16,1-3 3 0,-3 5 6 0,1-2 0 16,3 1-2-16,2 5 0 0,-6-5-5 0,3 6-1 15,3 0-4-15,4 2-2 0,-2-1-1 0,7-4-1 16,0 2 0-16,1 4-1 0,0 0-1 0,6-3 3 16,1 1 0-16,1 2-3 0,4-1-1 0,-1-1 4 15,6-3 0-15,0 9-3 0,1-11 5 0,4 1 3 16,-3-1-3-16,8 0-4 0,-4-3 1 0,-1 0-1 0,5-4 1 15,-4 1 18-15,4-3 1 0,-5-1 6 16,2-3 5-16,-6 6 2 0,-1-9 2 0,5 3 6 16,-2-2 2-16,-4 0 7 0,1 0 7 0,-1 4 17 15,-4-2-12-15,2 1 3 0,-4 2 6 0,1 3 3 0,1-4-10 16,-4 4-6-16,4-3-9 0,-5 7-12 0,4-5-7 16,-4 5-1-16,0 0-10 0,0 0-4 0,0 0 0 15,13 13-5-15,-12-7-7 0,4 3-4 16,-1-3 0-16,2 6-8 0,3 0-6 0,4 1-6 0,2-1-8 15,0 5-7-15,0-7-11 0,3 3-13 0,0-3-12 16,5-1-20-16,4-3-19 0,-4-3-23 0,0-3-26 16,0 0-16-16,10-2-18 0,-15-3-8 0,2-2-15 15,7-7-10-15,-16 0-5 0,4-1-122 0,0-8-371 16,-3-1 165-16</inkml:trace>
  <inkml:trace contextRef="#ctx0" brushRef="#br0" timeOffset="2063.85">7656 1050 208 0,'-5'-12'236'0,"-3"2"-15"0,0 0-18 0,1 6-20 16,1-2-27-16,-1 6-12 0,7 0-18 0,0 0-7 15,-15 13-20-15,13-4-3 0,2 5-12 0,2 6-11 16,-2 7-3-16,12 4-9 0,-4-3-5 0,7 13-4 16,0-1-7-16,0 2-4 0,6 2-2 0,-3-2-2 15,2 3-4-15,-2-3-5 0,7-2-1 0,-3-1-1 16,3 7 0-16,-2-12-4 0,-10-2-3 0,5 2 1 15,-6-7-1-15,1-6-6 0,-3-6 2 0,-3 0-3 16,-1-3 0-16,-4-3-3 0,5-4 3 0,-7 2-5 16,0-7 3-16,0 0-3 0,0 0 9 0,-15-18 21 15,6 9 17-15,1-5 11 0,-5-1 13 0,1 0 17 16,2-2 17-16,-3-2 3 0,5-3 3 0,0 6-8 16,-1-4 11-16,3 1 1 0,-1-1 4 0,-1 5-11 15,3-3-7-15,5 3-2 0,-2 6-2 0,2-2-22 16,5-1-10-16,-2 5-4 0,4-1-11 0,0 4-10 0,1-2 6 15,7 4-14-15,1 2-6 0,3 2-13 0,-3 3 0 16,6-1-8-16,6 5-17 0,-5 1-14 16,5 4-13-16,0-4-12 0,-3 7-13 0,-2 0-6 15,-1 0-27-15,1 1-13 0,-5-1-15 0,-3-2-20 0,2 0-21 16,-9 1-34-16,0-2-21 0,-1-1-28 0,1 1-15 16,-3-5-16-16,-3 2-188 0,-2-3-500 0,-2-3 222 15</inkml:trace>
  <inkml:trace contextRef="#ctx0" brushRef="#br0" timeOffset="2516.94">8322 1555 115 0,'5'-4'266'0,"-4"1"-6"0,-1 3-12 16,7-6-17-16,-7 6-20 0,2-6-23 0,-2 6-21 16,0 0-21-16,0 0-14 0,0 0-13 0,0 0-11 15,0 0-15-15,0 15-7 0,0-3-7 0,0-4-9 16,1-1-5-16,3 5-7 0,-3 0-6 0,-1-1-5 15,7 1-5-15,-4-4-4 0,2 3-5 0,3-2-1 16,-1-2 1-16,0 1-4 0,-1-4 1 0,4-1 1 16,-1-1-8-16,-9-2-3 0,18-2 0 0,-8 1 9 15,1-5-12-15,-2-3-2 0,2 2 0 0,-6-1 8 16,5-7-13-16,-3-1-1 0,3 1-1 0,-5-5-1 16,0 6 1-16,1 0-3 0,-3 0 9 0,9 1 11 15,-10 0 0-15,-1 1-5 0,4 5-3 0,4-1 0 16,-9 4-7-16,3-1-1 0,-3 5-3 0,5-3 2 15,-5 3-1-15,0 0-3 0,23 8-3 0,-13-1 13 16,0 3-11-16,3 2-2 0,-5 1-2 0,7 2 2 16,-1-1 2-16,-1 3-1 0,5 2-1 0,-5-3-2 15,2-1 4-15,-5 0 2 0,2-2-2 0,-1 1 0 16,1-1 0-16,-4-5 1 0,0-1 2 0,2 0 1 16,-5-2-2-16,2-3 3 0,-7-2 7 0,0 0 9 15,15-6 2-15,-9 2 3 0,-4-3-3 0,5-3-2 16,-7 1-3-16,6 0-2 0,-2-2-2 0,-1-4-3 15,-3 3-11-15,5-4-22 0,-3 1-27 0,3-1-36 16,-2 4-49-16,-6 1-65 0,6-4-73 0,0 5-219 16,-3-3-529-16,2 8 235 0</inkml:trace>
  <inkml:trace contextRef="#ctx0" brushRef="#br0" timeOffset="2673.17">8464 1249 203 0,'-16'-11'354'0,"1"-5"-37"16,6 9-33-16,1-1-32 0,2 1-38 0,1-1-59 15,0 3-77-15,0-2-104 0,5 7-119 0,6-7-136 16,-6 7-305-16,0 0 134 0</inkml:trace>
  <inkml:trace contextRef="#ctx0" brushRef="#br0" timeOffset="3298.11">10492 1014 239 0,'-7'-15'279'0,"-1"-2"-17"0,-5 2-16 16,-4 2-17-16,-5-1-19 0,-6 2-19 16,-1 4-19-16,-8 0-10 0,2 6-15 0,-9 1-12 0,-1 4-14 15,-5 9-14-15,6 3-11 0,-3 6-10 0,4 3-11 16,-1 8-1-16,7-3-11 0,1 6-9 0,8 7-1 16,1 1-6-16,7-1-1 0,2 8-6 0,6-5-3 15,8 3-1-15,4-5-6 0,6-1 2 0,7 4-5 16,9-4-4-16,3-2 5 0,6-4-5 0,2-5-3 15,2-2 1-15,1-8 11 0,-4-7-13 0,-2-4-1 16,4-3-1-16,3-4 2 0,-4-3-6 0,12-7-2 16,-11-1-1-16,11-4 1 0,-15-1 0 0,-2-4-2 15,2 0 5-15,-2-2-3 0,-5 0 4 0,-1-5 32 16,-2 5 22-16,-6 2 10 0,-2 0 21 0,1 2 7 16,-1-1 10-16,-4 4 5 0,0 3-5 0,-6 0-13 15,3 3-13-15,-2 0-14 0,4 5-12 0,-7 1-12 16,0 0-3-16,12 7-4 0,-9 2-9 0,-3 3-7 15,6 3 3-15,-1 1-12 0,5 11-20 0,-1-2-10 16,4 0-25-16,-5 2-15 0,7-1-13 0,-7-2-24 16,6-2-15-16,-5-6-23 0,1 3-26 0,0-6-21 15,-1-1-32-15,2-3-31 0,-3-6-47 0,1 0-43 16,2-6-203-16,-11 3-570 0,15-8 252 0</inkml:trace>
  <inkml:trace contextRef="#ctx0" brushRef="#br0" timeOffset="3907.43">10816 1434 181 0,'0'-7'226'16,"2"-1"-6"-16,-1 1-18 0,-2-1-20 0,1 8-19 16,0-7-20-16,0 7-16 0,0 0-13 0,0 0-5 0,0 0-8 15,23 10-6-15,-16-1-3 0,-1 0-6 16,7 1-4-16,1 7-1 0,4 2-6 0,-2-1-12 16,-1-1-2-16,5 2-7 0,-3 1-6 0,-4-2-5 15,2-5-4-15,-7 5-1 0,7-9-5 0,-10 2-3 0,2-2-2 16,-6-2-2-16,6 0 2 0,-7 0 18 0,2-4 5 15,-2-3 1-15,0 0-1 0,0 0 8 16,0 0-9-16,0 0 10 0,-39-15-4 0,26 6 14 16,3-3-19-16,-3 3 0 0,5-7-4 0,1 2-7 0,1-3-9 15,2 2-9-15,8-7-13 0,-1 2 0 0,8 1-21 16,11-1-14-16,1 1-8 0,5-1-7 16,15 1-2-16,2-4 2 0,0 7 4 0,3 0 2 15,0 2 0-15,0 5 6 0,0-6-1 0,-5 9 6 0,-5 1 2 16,-10 3 2-16,0-8 0 0,-5 9 3 0,-6 0 4 15,-2 1 2-15,-7-2 2 0,4 2 7 0,-12 0-1 16,9-3 8-16,-9 3 7 0,0 0 3 0,0 0 4 16,0 0 0-16,-24 19 15 0,9-12-12 0,-5 0 1 15,-3 6 2-15,-2-2-2 0,-2 8-1 0,6-7 0 16,-2 5-4-16,0 0 1 0,3-1-2 0,-3 0 0 16,8-2-3-16,1 1 0 0,1-2-2 0,3-1-4 15,0 0 3-15,5 3-2 0,0-7 3 0,4-1-1 16,1 2 3-16,0-4-3 0,0-5 4 0,8 6 1 15,0-4-5-15,2-1 1 0,2-2-1 0,9-5-3 16,1 4-1-16,-2-7 2 0,1-1-2 0,4-3 1 16,5 1-5-16,-7 0 13 0,-3 0 17 0,-4 2 12 15,4 0 8-15,-3 0 14 0,-6 3 13 0,1-3 12 16,-2 7 0-16,-4-4-1 0,3 3-7 0,-3-1-11 16,-2 4-14-16,-4 1-11 0,0 0-7 0,0 0-6 0,0 0-4 15,0 0-2-15,15 9-5 0,-15-5-7 16,0 4 2-16,0 1-22 0,0 1-13 0,1 2-12 15,6-2-16-15,-1 2-15 0,3-4-9 0,-3 4-24 16,1 0-19-16,1-4-24 0,-1-1-22 0,8 2-40 0,-2-4-40 16,-3-5-37-16,10 0-38 0,-4 0-164 0,-4-2-514 15,5-5 227-15</inkml:trace>
  <inkml:trace contextRef="#ctx0" brushRef="#br0" timeOffset="4126.16">11945 1377 169 0,'7'-6'223'0,"-6"0"-6"0,4 3-9 16,-5 3-23-16,5-6-25 0,-5 6-18 0,0 0-15 15,0 0-8-15,0 0-10 0,10 24 4 16,-8-7-6-16,-2-1-8 0,3 11-4 0,2 2-3 16,0 12-3-16,0 8-6 0,5-3-7 0,-2 5-4 0,7 0-1 15,-2 0 0-15,10 3-7 0,-3 4-6 0,-3-8-8 16,4 0 0-16,-1 2-8 0,-2-10-7 0,2 6 3 16,2-8 2-16,-7-2-10 0,-2-10-4 15,-1-9 2-15,-6-1-3 0,1-4 1 0,-2-3-12 0,-2-2 6 16,2-2-15-16,-3-5-30 0,-2-2-29 0,0 0-27 15,0 0-33-15,-2-24-43 0,-3 0-52 0,3-1-41 16,-1-6-132-16,-7-12-413 0,7-2 183 0</inkml:trace>
  <inkml:trace contextRef="#ctx0" brushRef="#br0" timeOffset="4376.14">12163 1521 139 0,'-11'-25'274'0,"-1"2"-6"15,-1 1-6-15,0-4 2 0,-2 9-2 0,7 2 10 16,-1 2-14-16,1-1-4 0,-4 2-14 0,6 4-5 15,4-3-12-15,0 8-23 0,-2-2-15 0,-3-2-22 16,5-1-18-16,2 8-19 0,0 0-17 0,9-8-14 16,-9 8-10-16,14 1-15 0,-14-1-11 0,29 7-8 15,-10-2-4-15,0 2-9 0,2 1 7 0,-1-1-20 16,5 8-11-16,-7-7-1 0,0 3-3 0,-3 1-9 16,-2 0-13-16,1-2-7 0,-4 3-7 0,-2-2-4 0,-2 2-7 15,-6-2-3-15,0-2-14 0,-3 5-27 16,-3-3-31-16,-6 1-20 0,-1 2-42 0,-4-1-41 15,4 1-47-15,-4-5-62 0,-4 11-162 0,6-13-526 16,0 5 233-16</inkml:trace>
  <inkml:trace contextRef="#ctx0" brushRef="#br0" timeOffset="4876.09">12508 796 171 0,'-5'-11'332'0,"0"0"-16"0,3 2-20 16,-1 2-23-16,-1-1-26 0,8 2-33 0,-4 6-27 0,-4-6-21 15,4 6-17-15,0 0-14 0,0 0-14 0,14 27-10 16,-9-14-14-16,5 12-9 0,-2 3-10 0,10 8-4 16,-5 2-11-16,7-3-4 0,-3 6-7 0,3 7-3 15,-4-2-4-15,6 2-5 0,-7-4-4 0,8 1-8 16,-8-3-1-16,-2 4 3 0,-5-15-5 0,12 4-6 16,-12-8 1-16,1 0-1 0,2-10 0 0,-9 0-5 15,8-2 13-15,-10-5-14 0,3-1 15 0,-1-3 46 16,3-2 49-16,-4-1 21 0,-1-3-7 0,0 0 3 15,0 0 5-15,7-15 2 0,-5 7-1 0,-2-9-8 16,5 3-7-16,-4-2-2 0,7-2-6 0,-3 3-8 16,-3-3-4-16,6 0-5 0,-1 3-13 0,1 0-8 15,-1 2-6-15,0-1-12 0,1 9-9 0,2 0-9 16,-5-5-9-16,3 8-6 0,0 0-3 0,4-1-6 16,-2 8-10-16,5 0-8 0,0 4-21 0,-2-1-17 15,2 7-20-15,0-3-18 0,-2 6-30 0,3-2-25 16,-1 7-25-16,-1-4-29 0,0 5-28 0,-7-9-29 15,1 5-36-15,-1-4-60 0,1-1-62 0,-1 0-276 16,-6-4-723-16,4-2 320 0</inkml:trace>
  <inkml:trace contextRef="#ctx0" brushRef="#br0" timeOffset="6969.64">14381 704 83 0,'2'-12'262'0,"1"1"-11"16,-1 3-13-16,0 1-11 0,-2-1-18 0,0 3-12 15,0 5-12-15,3-8-20 0,-3 8-12 0,0-11-17 16,0 11-10-16,3-3-16 0,-3 3-14 0,0 0-7 16,0 0-17-16,0-5-5 0,0 5-8 0,0 0-5 15,0 0-5-15,0 0-6 0,0 0-6 0,0 0-3 16,0 0 3-16,0 0-10 0,0 0-4 0,-6 19 0 16,6-19-5-16,-4 9 2 0,4-3-5 0,-5 0 2 15,2 1-5-15,-2 4 2 0,-2 0-3 0,4 2 2 16,-9 3-2-16,3 9 1 0,-5-3 0 0,-2 3 10 15,-4 16 11-15,3 0 4 0,-3-2 17 0,6 7-12 16,-1 2-2-16,5 5-4 0,-2 1-2 0,12 1-1 16,0 18-5-16,7-17-2 0,3-2-3 0,8 2-3 15,3-6 2-15,3 1-1 0,7-1-1 0,4-10-6 16,8 2 3-16,5-1-4 0,2-8-2 0,2-7 5 16,6-7-19-16,0 1-32 0,2-7-31 0,-4-6-35 15,-1-4-55-15,6-1-65 0,-11-14-52 0,-4 4-213 16,-6-6-526-16,-2-6 233 0</inkml:trace>
  <inkml:trace contextRef="#ctx0" brushRef="#br0" timeOffset="7703.95">15206 891 179 0,'0'-17'333'0,"6"5"-10"0,1 2-15 0,-6 1-15 16,8 1-20-16,-6-2-13 0,-1 5-19 0,-1-2-22 15,-1 7-27-15,0-5-26 0,0 5-19 0,0 0-20 16,0 0-5-16,0 0-20 0,9 16-5 0,-6 0-13 16,4 2-9-16,-6 2-4 0,1 7-9 0,4 3-2 15,-4-1-5-15,-5 15-9 0,-5-2-5 0,9 0 2 16,-6-1-9-16,5-1-3 0,0-1-4 0,-6-9-1 16,2 1 8-16,-1-2-16 0,-1-2 5 0,-4-5-8 15,5 0-3-15,3-6-5 0,-4-4-4 0,6 0 4 16,-7-6 4-16,5 2-6 0,2-4 7 0,0-4 0 15,0 0-7-15,0 0 11 0,-8-18-8 0,3 5 1 16,5-4-6-16,0-10 1 0,5-2 0 0,-5-2-1 16,2-16 0-16,4 2 0 0,9-1 0 0,-8-1-6 15,3-2 6-15,-4-2-7 0,6 4 2 0,-2 4 1 0,1 4-1 16,-2 0 11-16,-3 9 27 0,-1 3-2 0,2 2 9 16,-2 3 9-16,-3 5 3 0,-1 2-3 15,4 4 8-15,-3 0-2 0,1 2-14 0,-3 3-8 16,2 1-8-16,-2 5-4 0,5-5 5 0,-5 5-16 0,0 0 3 15,15 20-6-15,-7-5 1 0,7 5 3 0,-4 6-5 16,9-1 2-16,-3 4-3 0,4 8 5 0,1-2-6 16,-1 3-17-16,1 1-6 0,3-5-10 0,-4-1-18 15,7 6-16-15,-6-6-19 0,-2-6-12 0,-4 0-15 16,6-3-16-16,-6 0-27 0,1-3-28 0,-7-5-30 16,-2 1-20-16,0-10-37 0,-1 1-32 0,0-4-212 15,-4 4-550-15,-5-4 244 0</inkml:trace>
  <inkml:trace contextRef="#ctx0" brushRef="#br0" timeOffset="8047.67">15346 1179 2 0,'-8'-3'186'0,"0"3"-8"0,8 0-2 0,-10-4-10 16,10 4-13-16,0 0-9 0,0 0-18 0,0 0-12 16,33-8-8-16,-13 5-13 0,11-1-8 0,2 4-9 15,2-4-7-15,15 1-7 0,-1-1-6 0,-1-1-5 16,0 2-8-16,0 3-19 0,0-5-20 0,-1 5-13 15,-18-8-8-15,8 2-6 0,-9 3-4 0,-6-2 0 16,-1 4-2-16,-1-3 2 0,-8 2 4 0,-1 0 8 0,-1 2-2 16,-2-3 1-16,-8 3 3 0,12 3-3 15,-12-3 6-15,7 4 0 0,-7 1 2 0,1 6 15 16,-2-2 2-16,-3 1 6 0,1 6 0 0,0 0 11 16,3 5 1-16,0-1 2 0,3 8 5 0,0 0 17 0,1 4 9 15,0-2-6-15,3 9-1 0,5-2-2 0,-2 2-4 16,-2-7-3-16,7 4 3 0,-2-7-11 15,-5 2 3-15,1-3-7 0,5 6-5 0,-4-11 2 0,0-6-5 16,-5 4 5-16,4-5-8 0,-1 0-2 0,-3-6 2 16,-2-1-3-16,4-1 2 0,-6-2-15 0,-1-6-35 15,7 0-30-15,-7 0-36 0,0 0-30 0,-3-17-37 16,-1 1-37-16,-4-1-108 0,-5-5-331 0,1-10 146 16</inkml:trace>
  <inkml:trace contextRef="#ctx0" brushRef="#br0" timeOffset="8282.02">15975 1029 14 0,'2'-13'247'0,"0"-1"-13"16,-1 1-21-16,4 5-23 0,3 2-32 0,-1 2-12 15,3-3-14-15,2 5-11 0,2 2-17 0,6 1-8 16,3 7-6-16,2 0-11 0,5 3-9 0,-2 4-3 16,-1-4-12-16,-1 2-6 0,1 2-6 0,1 3-3 15,-5 3 0-15,-1-2-4 0,-6 2-4 0,1-3-5 16,-6-1 1-16,-1 2-6 0,-7-1 4 0,-1 2-6 15,0-5 2-15,-2 3-2 0,-7 0-3 0,-3-6 0 16,-5 5-4-16,0-7 2 0,-8 8-17 0,7-9-24 16,-9 5-41-16,3-4-32 0,1-4-54 0,4-2-57 15,-3 1-111-15,-1-3-348 0,6-2 154 0</inkml:trace>
  <inkml:trace contextRef="#ctx0" brushRef="#br0" timeOffset="8516.37">16439 1050 196 0,'5'10'205'0,"1"-6"-3"15,-1 9-7-15,2 2-11 0,-1 4-1 0,3 7-11 16,-3 2-9-16,4 13-16 0,-5-4-11 0,5 5-12 0,-3 5-12 16,1-2-9-16,-6-5-11 0,8 4-9 0,1-4-9 15,-6 1-8-15,-2-11-3 0,6 0-8 0,-6 0-4 16,-1-5-9-16,4 1 4 0,-2-10-6 15,-1-4-8-15,-3-1-22 0,2-2-3 0,3-2-13 0,-4-5-32 16,-1-2-39-16,0 0-9 0,0 0-51 0,0 0-32 16,-1-26-28-16,-4 11-149 0,0-10-375 0,0 1 167 15</inkml:trace>
  <inkml:trace contextRef="#ctx0" brushRef="#br0" timeOffset="8750.76">16450 1211 94 0,'-10'-26'236'0,"4"8"22"0,1 0 4 16,1-2 3-16,-1 4-6 0,4-2-3 0,-1 3 7 15,2 3-14-15,-3 4-15 0,6-2-3 0,-3-2-25 16,0 4-19-16,3 3-20 0,2-3-28 0,4 7-10 16,-1-6-18-16,4 6-11 0,2 1-11 0,5 1-5 15,-3 4-10-15,6-3-11 0,4 0-5 0,-3 5-8 16,7 1-3-16,-8 0-1 0,-6 1-7 0,4 3-6 16,-3-4-11-16,-2 1 9 0,-2 4-14 0,0-1 0 15,-3 2-14-15,-5 1 2 0,-2-7-9 0,1 9-11 16,-8-3-12-16,-1 1-21 0,-5 0-18 0,-5 1-24 15,-1 5-29-15,-7-4-33 0,-7 0-42 0,2-6-62 16,6 5-75-16,-8-4-173 0,1 0-546 0,1-4 242 16</inkml:trace>
  <inkml:trace contextRef="#ctx0" brushRef="#br0" timeOffset="9235.09">17529 643 264 0,'-3'-9'339'0,"6"1"-8"15,-6 1-17-15,6 0-18 0,-3 7-29 0,0-8-34 16,2 4-28-16,-2 4-18 0,0 0-25 0,0 0-14 16,15 17-16-16,-10-4-12 0,5 3-10 0,-2 10-16 15,-1-2-11-15,8 4-1 0,1 14-7 0,-1 0-6 16,-3-1-12-16,3 4-4 0,-7-4-8 0,7 3 0 16,0 5-6-16,1-5-5 0,-11-3-31 0,10 3-15 15,-8-14-22-15,1 1-25 0,-6-3-29 0,4-4-41 16,-1-6-43-16,-5-2-50 0,2-8-49 0,-1 4-196 15,-2-5-506-15,1-7 225 0</inkml:trace>
  <inkml:trace contextRef="#ctx0" brushRef="#br0" timeOffset="9641.31">17558 897 174 0,'0'0'259'16,"-4"-8"-20"-16,4 8-28 0,0 0-26 0,0 0-15 0,0 0-18 15,0 0-12-15,0 0-16 0,0 0-9 0,22 9-11 16,-7-2-13-16,-9-2-8 0,9 6-7 16,2 1-7-16,3-1-6 0,1-1-7 0,-4 3-5 15,4 2 2-15,-1 5-13 0,3-5 1 0,-1 3-7 0,-6-3-3 16,4 0-2-16,3 4-1 0,-1 1-3 0,-6-6-3 16,-1-1-4-16,0 1 2 0,0-6-3 0,-2 3 1 15,-3-2-3-15,2-3-4 0,-2 0 0 16,-5 0 5-16,1-3 5 0,-1 0 32 0,-5-3 5 0,12 0 5 15,-12 0 6-15,0 0 12 0,20-9 1 0,-14 5 2 16,-2-4 8-16,7-1 2 0,-2-5 4 0,-1 1 7 16,2-1-4-16,-4-1-5 0,6-4-6 0,-2 4-5 15,1 0-5-15,6-9-3 0,-7 14 2 0,0-9 10 16,0 4 5-16,-2 3 3 0,0 1 6 0,-3-3 1 16,4 5-4-16,-8 1 6 0,3 1-5 0,-1 1-8 15,-1 0-3-15,1 2-14 0,-3 4-11 0,0 0-2 16,-12-8-11-16,12 8-11 0,-16 1-13 0,16-1-28 15,-20 2-33-15,3 3-30 0,4-2-50 0,5 1-52 16,-9 4-40-16,4 0-32 0,-4 0-46 0,9-4-71 16,-3-1-338-16,7 2-748 0,4-5 331 0</inkml:trace>
  <inkml:trace contextRef="#ctx0" brushRef="#br0" timeOffset="10901.67">19165 790 204 0,'18'-16'276'16,"2"0"4"-16,0-4 3 0,-4-3 0 0,4 4 7 15,-8 4 2-15,1-1-2 0,-7 0-7 0,-1 0-17 16,0 1-27-16,-5 4-12 0,0 1-14 0,0 1-36 16,-1-2-19-16,-3 6-16 0,-7-2-16 0,-2 6-12 0,-2 1-17 15,-3 4-8-15,-7 5-9 0,0 5-10 0,-3 1-7 16,1 5-11-16,-4 7-12 0,-2 4-13 0,5-1-10 0,4 3-19 0,5 6-6 16,4-3-17-16,0-6-3 0,6 1-11 0,3 10-4 15,9-13 10-15,0 1-19 0,4 1 4 0,1 2 3 16,7-10 0-16,0 5-4 0,2 0 0 0,3-8-1 15,8 0-1-15,0-8-17 0,-3-2-6 0,4-6-1 0,3 1-2 16,1-8 4-16,13 0 9 0,-14-8 7 0,1 5 4 16,-8-5 5-16,8-4 8 0,-3 5 7 0,-2-5 16 15,-3-2 14-15,-2-1 18 0,-2 6 15 16,-8-1 18-16,2 4 14 0,-5-7 17 0,0 11 12 0,-3-5 3 16,1 6-3-16,-5-3-4 0,2 2-15 0,-1 3-10 15,2-5-8-15,-6 8-15 0,2-2-4 0,-2 2-1 16,0 0-6-16,15 9-7 0,-10-6-3 15,3 2-1-15,0 3 15 0,2-4-28 0,2 7 2 0,1 1-12 16,2 3-5-16,2-6-12 0,4 5 0 0,-3-4-7 16,1-4 0-16,0 3-4 0,-2-2-11 0,0 0-6 15,-8-6 1-15,1 5 6 0,4-5 0 0,-4 2 0 16,-4-3-8-16,-6 0-3 0,13-10-4 0,-11 2 1 16,-2 3 6-16,-2-6 0 0,-9-1 7 0,8-1 6 15,-12 0 2-15,1-1 5 0,-5-3 2 0,2 2 4 16,0 5 2-16,-2-4 0 0,-5 1 8 0,5 3 1 15,2 1 4-15,-3 1 4 0,7 0 5 0,-2 2 1 16,5 0 6-16,-2 0 6 0,3 3 1 0,0-3 4 16,3 4-3-16,6 2 3 0,-9-5-2 0,9 5 1 0,-3-5 1 15,3 5-2-15,0 0-2 0,0 0-4 16,18-9 3-16,-6 7-3 0,-1-1 1 0,6 0-2 16,1-1 2-16,4 1 2 0,-6-2-6 0,4 4 5 15,2-5-1-15,-6 1 3 0,11 1-1 0,-7-2-2 0,-2 4 3 16,-2-1 5-16,1-1 0 0,-2 1 0 15,-2 1-1-15,0-1-1 0,-3 1-4 0,0 2-5 16,-10 0 4-16,18-2-6 0,-18 2-1 0,14 2 0 16,-11 5-3-16,3-4 13 0,1 1-14 0,-4 3-3 0,1 0 3 15,6 1-3-15,-5-1-2 0,-4 2 1 0,8-2-5 16,-5 2-2-16,-2 2-3 0,5-2 3 0,-1-2 11 16,1 1-13-16,-7-2 4 0,8 0 4 15,-3 0-2-15,-3-3 2 0,6-2 2 0,-8-1 1 0,12 5 11 16,-4-5-11-16,-8 0 0 0,12-5 8 0,-7 2 5 15,6-1 9-15,-8 0 2 0,9-1 5 0,-4-2 5 16,1-1 0-16,-3-3 5 0,1 4-1 0,1-1 13 16,-1 3-16-16,1-3 3 0,-5 2-10 0,2 3 1 15,2-3-6-15,-5 2-2 0,-2 4-1 0,6-7-9 16,-6 7-7-16,0 0 0 0,0 0-4 0,17 8-6 16,-12-4 1-16,1 3-1 0,3 0-2 0,-8 1 0 15,6-1 2-15,1 3-5 0,2 4 5 0,-2-6-3 16,1 5 2-16,-3-6-3 0,4 3 8 0,-3-1 1 15,1-5-2-15,-1 3 0 0,1 0 8 0,-1-6 1 16,1 3-1-16,-8-4 5 0,15-3 11 0,-15 3 7 16,15-4 10-16,-9-1 12 0,3 1 4 0,-3-3 14 15,2-2 7-15,6-1 8 0,-13-3 2 0,11 6 1 16,-5-4-2-16,-4 2-3 0,5 2 3 0,-3-4-3 16,2 3-5-16,-6 1-5 0,6 1-9 0,-2 0-8 15,-5 6-5-15,8-9-5 0,-8 3-18 0,0 6-15 16,2-3-27-16,-2 3-15 0,13-2-16 0,-13 2-23 15,0 0-14-15,18 8-21 0,-8-1-16 0,-1-2-19 16,1 1-23-16,1 3-28 0,1-2-30 0,3 2-35 0,4-1-32 16,-2-1-29-16,-2-2-203 0,0 1-566 15,-2-3 250-15</inkml:trace>
  <inkml:trace contextRef="#ctx0" brushRef="#br0" timeOffset="11136.03">20856 774 109 0,'2'19'134'0,"-2"-7"14"16,2 8-6-16,-1-1-8 0,-1 10 11 0,0 3 0 0,4 10-3 15,-8 2-8-15,3 3-10 0,2 7-12 0,-2 4-12 16,1-2-3-16,5-4-9 0,-1 7-4 0,0-3-9 16,2-1-3-16,1 0-10 0,0 2-2 15,-2-6-7-15,1-2-3 0,1-5-5 0,-1-14 1 0,-1 1-7 16,-1-8-1-16,2-3-23 0,-4-4-37 0,1-8-31 15,-1-1-57-15,1-2-60 0,-3-5-170 0,0 0-368 16,0 0 163-16</inkml:trace>
  <inkml:trace contextRef="#ctx0" brushRef="#br0" timeOffset="11432.88">20798 796 22 0,'-5'-10'318'0,"4"-7"-11"0,-1 9-11 16,-3-4-23-16,5-2-19 0,7 2-17 0,-1 1-20 15,-4 3-18-15,10-3-21 0,-3 2-18 0,0 1-14 16,4 2-19-16,0 2-17 0,2-2-7 0,2 6-16 16,3 1-8-16,-4 3-8 0,1 1-6 0,-2 3-9 15,-1 1-7-15,1 0-5 0,-1 3-2 0,0 3-5 16,-2 3-4-16,0 3-4 0,-4-6-1 0,-3 6-18 15,-3 1-9-15,1-3-12 0,-3 0-8 0,0 2-14 16,-3-2-2-16,-4 0-25 0,7-1-13 0,-8-2-17 16,1-3-14-16,-5 1-26 0,7-5-20 0,-4-2-20 15,2 1-8-15,2-4-15 0,-2-2-11 0,7-2-2 16,-15 0-115-16,15 0-347 0,0 0 154 0</inkml:trace>
  <inkml:trace contextRef="#ctx0" brushRef="#br0" timeOffset="12229.68">21159 786 22 0,'8'-3'79'0,"1"3"-5"0,-9 0-2 16,15 3-8-16,-9 1-1 0,2 1 0 0,-3 3-2 15,2 5-8-15,-2-1 4 0,2 4-4 0,-1-1 7 0,-2 5-16 16,1-5-6-16,1 3-10 0,1-2 0 0,-1 1 2 16,1-2 0-16,1-1 1 0,-3-6-7 15,4 8 5-15,-3-8-5 0,1-5 19 0,1 2-4 16,-1-3 3-16,-2-1-10 0,-5-1 9 0,18-8 6 0,-8 5-1 15,-4-5 2-15,3-6 6 0,-3 5 10 0,3-6-2 16,-3 0 17-16,4-2 8 0,-5 1 4 0,5 1 6 16,-5-4 11-16,2 0 6 0,-6 4 3 15,6-4 0-15,0 4-6 0,-1 3-1 0,-4 3-3 0,4-3-12 16,-1 3-12-16,-1 3-7 0,-4-2-12 0,0 4-10 16,0 4-11-16,0 0-5 0,0 0-3 0,0 0-7 15,0 0-6-15,20 18-9 0,-19-8-7 0,4 5-6 16,2 2-9-16,-4-3-9 0,9 2-7 0,-4 0-12 15,2 1-9-15,-2 1-17 0,4-4-17 0,1 1-11 16,0 0-7-16,-1-2 2 0,4-1-5 0,4-1-23 16,-3-4 6-16,4-3-4 0,-6 3-5 0,7-6 7 15,-6-1 4-15,1 0 12 0,3-6 10 0,-7 4 8 16,2-6 13-16,0-2 6 0,0 0 7 0,-4 0 15 16,1-9 9-16,-1 4 12 0,3-9 3 0,-4 8-2 15,-2-10 9-15,-3 6 15 0,1-8 5 0,1 3 21 16,-4-5-2-16,-3 0 12 0,0-11 12 0,0 9 11 15,0 0 15-15,0-6 11 0,-6 4 18 0,6 2 12 16,-4 2 11-16,1 2 6 0,0 1-6 0,-2 1-7 16,1 1 9-16,0 9-17 0,4-1-4 0,-2 0-2 15,0 10-21-15,-3-1-8 0,5 1-8 0,-1 2-11 16,1 5 5-16,-12-1-20 0,12 1-4 0,-3 15-3 16,-2-6-7-16,0 12-1 0,1 5-1 0,-1 1-6 15,5 12 2-15,0-9-4 0,9 13 0 0,-6 0-2 16,0-5-3-16,4 5 1 0,5-4-4 0,-4-7 5 15,7 9-6-15,1-6 1 0,1 6-1 0,1-5 0 16,4-11-4-16,-4-2-4 0,3 3-2 0,-1-2-1 16,5-6 3-16,-3-2-3 0,1-4 0 0,3 0-3 15,-3-5 0-15,1-2 2 0,5-2-1 0,-10-2 5 0,2-2-3 16,-3-2-2-16,5-5 6 0,-6 4-1 16,0-9-2-16,-3 2 8 0,-2-3-7 0,0 1-4 15,-2-3 3-15,4 1 3 0,-7 1 10 0,-2-1 1 16,2 2 10-16,-4 1 15 0,-3 2 0 0,3 0-6 0,-3 3-3 15,0-1-2-15,-3-1-7 0,3 9-5 0,-5-6-1 16,0 3-2-16,5 3-2 0,0 0-5 0,0 0 3 16,-26 9-4-16,19 0-1 0,2 0 8 15,2 2-7-15,-4 0-2 0,5 5 1 0,-1-3 3 0,3 1-6 16,-3 1 4-16,8-2-2 0,-4 2 2 0,6-3-1 16,-5-1 2-16,3-1 7 0,1-4-21 0,2 1-10 15,2 1-25-15,0-4-25 0,2-1-49 16,9-3-61-16,1-1-65 0,-5-1-73 0,4-2-169 0,1 0-523 15,-1-4 232-15</inkml:trace>
  <inkml:trace contextRef="#ctx0" brushRef="#br0" timeOffset="12418.66">22147 603 252 0,'-30'-12'291'16,"9"9"-12"-16,-1-3-11 0,8 0-7 0,-1 0-5 0,5 1-10 15,3 1-17-15,4-2-22 0,3 1-27 0,0 5-30 16,5-14-46-16,3 7-40 0,7 3-49 16,6-2-73-16,1-2-92 0,-1 4-76 0,8-5-169 15,2 3-428-15,14-4 190 0</inkml:trace>
  <inkml:trace contextRef="#ctx0" brushRef="#br0" timeOffset="13054.35">23794 414 257 0,'-2'-16'278'0,"-4"0"-15"0,3 0-21 0,-7 5-21 15,-2-4-27-15,-3 5-17 0,-1 1-16 0,-4 0-17 16,-2 9-15-16,2-2-14 0,-9 8-12 16,0 6-10-16,0 0-12 0,-13 12-5 0,11 3-9 0,-2 3-6 15,6 5-6-15,-3 1-4 0,6 3-5 0,7 2-8 16,2-1-1-16,5 5-4 0,2-2-2 0,3-1-4 16,3 5 0-16,6-5-1 0,7 1-1 0,1-4-1 15,13 0-1-15,-2-1 1 0,8 1-3 0,-1-8-2 16,6-7 0-16,1-2-4 0,-7-9 1 0,4 1 0 15,9-2-8-15,-9-7-13 0,10-3-3 0,-1-4-7 16,-6-2-5-16,-6-4 8 0,12-7-1 0,-13 8 2 16,0-11 1-16,-2-1 2 0,2 0 3 0,-4-4 14 15,-4 0 15-15,-2-2 16 0,-2 3 27 0,-3 2 21 16,-4 5 37-16,-1 0 30 0,0-1 20 0,-5 8 9 16,2-2-3-16,-4 0-17 0,4 4-14 0,-6 1-22 15,-1 1-18-15,0 4-13 0,0 0-14 0,0 0-7 16,0 0-5-16,0 0-13 0,0 0-3 0,7 20-4 15,-7-13-6-15,0 5-10 0,2 3-20 0,4 0-16 16,-1 2-22-16,-3-6-20 0,-1 6-23 0,6-2-28 16,0 0-20-16,-1 0-21 0,1-3-28 0,-4-4-23 15,2-1-33-15,2 1-45 0,1-7-59 0,0 3-293 16,-8-4-666-16,20-1 295 0</inkml:trace>
  <inkml:trace contextRef="#ctx0" brushRef="#br0" timeOffset="13663.67">24453 795 93 0,'0'-5'274'16,"7"1"-14"-16,-7 4-23 0,4-8-17 0,-4 8-24 0,4-2-24 15,-4 2-16-15,0 0-16 0,0 0-16 0,0 0-10 16,13 13-12-16,-8-7-9 0,2 2-11 16,-4 1-8-16,5 1-9 0,-1 3 0 0,-1 1-7 15,3-1-4-15,-8 3-6 0,6-1-4 0,0-2-7 0,1-1-1 16,-8-3-1-16,6 8-8 0,-1-9 2 0,-1-3-4 15,-4 2 1-15,6 3-5 0,-6-5 2 16,0-5-2-16,5 5 1 0,-5-5 0 0,0 0-6 16,0 0 1-16,0 0-2 0,0 0-2 0,0 0 0 0,-11-20 0 15,11 13 7-15,0 1-12 0,6-6-2 0,-1-3-1 16,2 0-1-16,1-1-5 0,2-3-14 0,8-4-8 16,1 0-13-16,9-9-16 0,6 4-7 15,-2 1-3-15,3 0 5 0,-9 8-2 0,14-4 9 0,-14 5 4 16,3 3 6-16,2-2 2 0,-6 2 10 0,0 3 17 15,-6 5 17-15,-4-4 18 0,-1 6 22 0,-4 1 18 16,-2-3-8-16,0 4-3 0,-1 1-4 0,-7 2-4 16,6-3-6-16,-6 3-4 0,0 0-3 0,0 0 8 15,0 0-16-15,-15 20 1 0,7-11-6 0,-5 4 4 16,0-1-4-16,-6 11-6 0,6-7 0 0,5 3 1 16,-12 3-3-16,5-4-1 0,2 8 1 0,-4-6-1 15,3 5 0-15,0 0-3 0,6-6 2 0,1-2-2 16,2 1-2-16,2-3 6 0,0 1-4 0,3-4-3 15,-4-1-1-15,8-2 3 0,-1-2-4 0,0 1-2 16,7-2-5-16,-1-5-6 0,6 4-6 0,-7-6-1 16,5-3 0-16,9 3-1 0,-6-5 5 0,4-2 3 15,-3 3-3-15,1-6 3 0,-2 2 5 0,-1-2 4 16,2 0 7-16,-4-3 12 0,-3 2 14 0,1-1 16 16,-2-1 13-16,-1 6 20 0,-1-1 9 0,-1-3 12 15,-1 6 9-15,-1-1 1 0,1 0 3 0,-2 0-15 16,-3 3-11-16,0 4-13 0,3-4-12 0,-3 4-13 15,0 0-27-15,2-10-16 0,-2 10-19 0,0 0-18 16,0 0-13-16,0 0-17 0,3 17-17 0,2-11-21 16,-3 3-26-16,4-2-30 0,3 1-39 0,2 6-37 0,6-4-42 15,-1-1-234-15,6-1-547 0,4 2 243 16</inkml:trace>
  <inkml:trace contextRef="#ctx0" brushRef="#br0" timeOffset="15086.92">25762 720 123 0,'-8'-6'246'0,"0"0"-16"0,-6 5-19 0,-2-2-10 15,-4-1-11-15,3 1-17 0,-4 6-10 0,-1 1-14 16,-4-1-11-16,1 1-14 0,-3 7-11 0,10-2-11 16,-7 1-9-16,8 0-11 0,1 5-5 0,-1-4-6 15,-3 7-9-15,9-3-4 0,-1-3-5 0,4 3-6 16,-2-1-2-16,7-1 0 0,-2 2-6 0,3-3-4 15,0-3-4-15,6 3 9 0,1 0-12 0,1-4-1 16,6 4-4-16,3-8-9 0,0 3-12 0,3 1-13 16,-2-7-12-16,8 2-8 0,-1-8-12 0,-3 0-8 15,8 0-8-15,-3-2-8 0,3-5-3 0,-5-3-10 16,3-2-9-16,-2 1-1 0,-1-3-5 0,-2-7-4 16,1 3-2-16,-6-4 4 0,1 2-1 0,-4-17 9 15,-6 12 15-15,1-9 15 0,-1 9 5 0,-7-12 43 16,3 10 22-16,-3 4 47 0,-3-2 31 0,3 3 22 15,-4 6 17-15,1 2 10 0,0-1 8 0,-4 5-7 16,2 0-5-16,2 0-15 0,-6 3-7 0,8 1-11 16,-9 4-16-16,7 0-6 0,-1 0-11 0,-2 3-10 15,6 4-2-15,-9-2-8 0,9 2-11 0,0 0-3 16,-16 6 0-16,11 2-1 0,2 4-8 0,-4 0-2 16,5 3-6-16,-3 1-1 0,4 6-2 0,1 2-4 15,-4-1-5-15,3 4-2 0,2 2-6 0,4 1-7 16,0 0-3-16,0-2-4 0,7 2-15 0,-6 1-7 15,4-3-4-15,12 10-6 0,-7-13-6 0,0 0-8 16,0 1 1-16,-1-1-5 0,1-10 7 0,0 1 5 16,-1-1 13-16,0-3-4 0,1-4 5 0,-1 0 10 15,2-4 7-15,-8-2 13 0,6-2 15 0,1 0 23 16,-4-3 13-16,1-1 17 0,1-3 13 0,3-1 10 16,-6-4 11-16,0 1 22 0,2-5 11 0,-4 2 24 15,2 1-9-15,-3-3 2 0,3-2 5 0,-4 6-11 0,3-4 1 16,-4 1-7-16,1 2-10 0,-3 2-7 0,1 0-11 15,-1 4-11-15,2 1-7 0,-2-1-14 16,-1 3-25-16,-2 4-40 0,3-6-24 0,-3 6-1 16,0 0-8-16,0 0-3 0,9 14-8 0,-3-5-4 0,3 3-9 15,2 2-5-15,-1-1-9 0,5-1-8 0,1 6 1 16,4-3-2-16,4 3-8 0,2-3-13 0,-4-3-6 16,2 3-10-16,6-3-7 0,-2-5 1 0,-6-1-1 15,8-4-2-15,-14 0 11 0,6-1 0 0,-6-4 4 16,6 1 11-16,-2-4 3 0,-7 1 7 0,-2-6 8 15,3 2 10-15,1-2 9 0,-7-1 10 0,3-1-2 16,-7-4 11-16,7 4 20 0,-2-2 18 0,-8 0 16 16,4 0 19-16,-5 0 7 0,-5-2 12 0,5 7-5 15,-8 0-2-15,1-4 0 0,1 5-2 0,-3 2-2 16,-5-4-9-16,5 8-4 0,-6 1-3 0,2-2 3 16,-2 5-8-16,4 2-3 0,-3 1-5 0,-4 0 2 15,12 0 7-15,-9 7-8 0,1 1-3 0,3-1-2 16,4 2 0-16,6-1-4 0,-4 3 1 0,3 1 4 15,9 1-6-15,-7 3 1 0,6-10 2 0,1 5-1 16,1-3-5-16,5 2-4 0,4-4 3 0,-1 0-4 16,-1-2-1-16,7-4 1 0,-6 3-1 0,4-6 0 15,3-1-3-15,-1 0 2 0,-2-1 0 0,1 1 2 16,-2-2 0-16,0-3 3 0,-2 1-2 0,-2-4 0 16,0 4 0-16,-2-2 2 0,-6 1-2 0,3 0 5 15,-4 1 0-15,1-1-5 0,-2 0-2 0,-5 5-3 16,10-2-1-16,-10 2 1 0,0 0 4 0,0 0 1 15,11 12-11-15,-6-8-4 0,-1 1 1 0,-1 0-3 16,0 4-3-16,4-5 6 0,-4 4-2 0,5-2 3 0,-3-3 0 16,-1 1 6-16,7-1 2 0,-4-3 0 15,3 0 2-15,-10 0 1 0,23-3 1 0,-15-1-1 16,9-4 4-16,-1-1-5 0,1-4 7 0,-2 1 1 16,6-5 7-16,-6 2-2 0,7-1 2 0,-2-2 6 0,-6 5 4 15,-2-4 20-15,1 3 6 0,1 2 6 0,-6 2 2 16,-2 0-1-16,3 2 8 0,-3 1-11 0,-1 0-10 15,-1 3-4-15,4 0-6 0,-8 4-7 16,5-4-1-16,-5 4 1 0,0 0-6 0,11 15-3 0,-9-10-1 16,1 6-7-16,2-3-5 0,4 6-4 0,-1-4-4 15,0 7-3-15,0-7-10 0,6 4-2 0,-3-3-8 16,1 2-8-16,8-7-4 0,-5 2-7 0,1-1-14 16,4 0-4-16,10-2-20 0,-2-2-9 0,-2 0 5 15,6-6 5-15,-6 0 1 0,4 1 12 0,3-5-23 16,-3-2-22-16,2-3 2 0,-6-2 9 0,-1-2 10 15,-2-4 20-15,-1 2 8 0,-9 1 2 0,3-6 9 16,-2-4 2-16,-6-3 23 0,0-9 18 0,-3 0 25 16,-3-3 18-16,-1 2 9 0,-2-1 23 0,-1-3 23 15,-3 4 12-15,-3 7 9 0,5 2 11 0,-2 0 5 16,-4 0 3-16,3 1 5 0,-3 3 8 0,3 0 0 16,-3 7-1-16,5 1 1 0,-5 1 1 0,3 4-13 15,-1 4-9-15,7 1-15 0,-2 3-17 0,-3-1-11 16,4 4-10-16,1 3 5 0,0 0-17 0,0 0-3 15,-14 19-4-15,14-10-6 0,0 8-2 0,7 9-4 16,0 3-2-16,1 11-3 0,-1-8 0 0,1 12-1 16,3 2-9-16,4 3-2 0,-5 1 1 0,2 1-8 15,-2-2-13-15,3 1-15 0,0-2-7 0,-1 1-16 16,3-5-30-16,-5-2-19 0,-2-12-18 0,0-2-25 16,-4-1-36-16,1-4-35 0,1-4-38 0,-4-4-18 0,1-4-189 15,-3-2-490-15,0-2 217 0</inkml:trace>
  <inkml:trace contextRef="#ctx0" brushRef="#br0" timeOffset="15274.41">27742 577 14 0,'-12'-24'169'0,"7"5"14"0,-6-4 3 16,1 7 1-16,-2 0 4 0,5 2 1 0,-1-3-2 16,1 7 3-16,6-2-6 0,-6 6-14 0,6-1-18 15,-4-1-14-15,5 2-14 0,0 6-19 0,6-6-8 16,-6 6-14-16,8-2-16 0,6 2-22 0,1 0-28 15,4 3-26-15,5 1-28 0,-3-1-29 0,11 1-46 16,11 0-55-16,0 0-66 0,-10-3-123 0,10-2-381 16,-7 1 168-16</inkml:trace>
  <inkml:trace contextRef="#ctx0" brushRef="#br0" timeOffset="15524.38">28198 42 371 0,'0'0'358'0,"-3"-6"-28"0,3 6-32 0,0 0-30 16,0 0-6-16,0 0 36 0,0 0 16 0,25 20-4 15,-10-7-2-15,10 2-13 0,0 6-15 0,8 5-20 16,1 1-25-16,3-4-23 0,-1 9-21 0,4-2-16 16,-4 6-19-16,2 1-15 0,-1 4-11 0,3 3-15 15,-7 2-12-15,-4 1-12 0,-5 4-11 0,-4 1-14 16,-6 2-30-16,-5 2-38 0,-9 2-45 0,-15 16-49 15,-2-3-48-15,-11 3-30 0,-8-1-29 0,-9 1-14 16,-10-3-32-16,-8 2-51 0,-1-4-49 0,-17-1-302 16,0-7-705-16,1 2 313 0</inkml:trace>
  <inkml:trace contextRef="#ctx0" brushRef="#br0" timeOffset="17352.41">4133 2965 127 0,'0'0'163'0,"-15"2"-9"0,15-2 12 0,0 0 6 0,0 0 2 16,0 0-6-16,0 0-11 0,25 3-6 0,-7-3-9 16,3 0-11-16,12 0-9 0,0 3-7 0,14-8-7 15,-3 2-8-15,8 3-4 0,-1-4-2 0,9 1-4 16,3-5-13-16,21 1-5 0,4-2-10 0,-7-2-3 16,5 6-6-16,-3-6-6 0,4 3-4 0,3-4-4 15,-4 4-1-15,-3 0-8 0,6-3-2 0,5 3-2 16,-6-6 0-16,8 8-4 0,-5-3 5 0,5-3-8 15,-2 6-2-15,2 3-6 0,0-9 2 0,0 1-1 16,-1 4-3-16,2-2-2 0,-2 0 0 0,1-1 1 16,3 1-3-16,0 1 3 0,4-4-2 0,-2-5 0 15,-3 9-4-15,3-8 1 0,1 6 3 0,-3 0-3 16,-4-4 0-16,2-2-1 0,-2 5 1 0,1 2 0 16,-8-3-3-16,1 1 3 0,-5-4-4 0,9 11-1 15,-2-7 2-15,5 3 2 0,-7 0-1 0,1-3 1 16,6 4-1-16,-5-2 1 0,10 5-1 0,-5-4 1 0,11 0-2 15,42-5-1-15,-53 7 2 0,7 0 4 0,0 1-7 16,44-7 5-16,-43 5-1 0,45 6 0 16,-40-10-3-16,39-1 4 0,-46 9-1 0,6-9-2 15,-5-1 2-15,1 3 7 0,0-2-7 0,0 0-1 0,-1 9-2 16,1-2 4-16,-1-6-2 0,-2 3-3 0,-7 4 4 16,4 0-2-16,-4 0 0 0,2-6 3 0,2 8 0 15,-4-1-2-15,0 3-5 0,2-3 10 16,-4 3-9-16,-11-4 2 0,-18 4 2 0,21-1 3 0,-24 1-4 15,4-2 1-15,1-3 2 0,-6 4-6 0,-1 1 6 16,-3-1-2-16,-2 1 1 0,-4 1-3 0,1 0-1 16,-5-2 2-16,-11 1-2 0,1-1-1 0,-2 2 3 15,-3 0-16-15,-2-1-3 0,-1-1-6 0,-6 1-11 16,1 1-12-16,-2-2-11 0,-4 2-19 0,-1 4-14 16,5-2-24-16,-3-3-22 0,-3 0-22 0,8 4-19 15,-6-5-21-15,-1 4-11 0,4 1-107 0,-1-2-344 16,3 1 152-16</inkml:trace>
  <inkml:trace contextRef="#ctx0" brushRef="#br0" timeOffset="24957.53">5061 4432 100 0,'-13'-8'393'0,"3"1"-4"0,-3 2-1 16,4-2-6-16,3 0-12 0,-2 2-15 0,1 4-19 15,0-2-19-15,7 3-33 0,-10-3-32 0,10 3-29 0,0 0-16 16,-11 6 16-16,11 3 6 0,0 2-10 0,3 4-16 15,-3-2-33-15,2 6-20 0,-1 3-14 16,3 5-13-16,-1 0-14 0,4 1-5 0,-6 0-14 0,6 6-9 16,0 1-8-16,1 8-6 0,-5-4-9 0,2-8-30 15,2 11-34-15,-4-12-11 0,7 14-27 0,-7-16-23 16,-1 2-21-16,8-2-36 0,-2-1-20 0,-6-1-36 16,9-5-29-16,-9-2-45 0,5-4-52 0,1-1-74 15,-1-2-327-15,-1-8-766 0,2 3 340 0</inkml:trace>
  <inkml:trace contextRef="#ctx0" brushRef="#br0" timeOffset="25191.89">4838 4412 267 0,'16'-15'263'0,"11"1"-14"15,-2-4-19-15,6 3-14 0,-5 1-17 0,6 1-24 0,-2-1-14 16,-2 2-14-16,2 4-16 0,-1 0-12 16,1 0-13-16,-2 4-12 0,4 1-13 0,-4-2-22 15,-7 5-39-15,-1 0-47 0,-1 2-48 0,-1 1-48 0,-2-1-41 16,1 0-191-16,-9 5-384 0,5-2 169 0</inkml:trace>
  <inkml:trace contextRef="#ctx0" brushRef="#br0" timeOffset="25426.24">5141 4780 123 0,'-9'5'277'0,"3"1"-7"0,1-5-12 16,-4 4-17-16,9-5-11 0,-8 4-22 0,2-1-16 15,6-3-22-15,0 7-12 0,0-7-11 0,0 0-14 16,0 0-6-16,0 0-9 0,0 0-8 0,14 1-9 15,6-1-11-15,-3-1-14 0,13-1 0 0,-1 0-9 16,1-1-11-16,3-1 1 0,0 1-15 0,4 2-26 16,-4 1-32-16,13-4-41 0,-14 3-45 0,11-5-60 15,-7 3-54-15,-1-2-59 0,-4 1-145 0,-1 0-454 16,2-1 202-16</inkml:trace>
  <inkml:trace contextRef="#ctx0" brushRef="#br0" timeOffset="25863.7">5738 4701 300 0,'0'0'316'15,"0"0"-15"-15,0 0-22 0,-10 2-29 0,10-2-24 0,0 0-26 16,0 0-23-16,0 0-19 0,-5 8-15 16,5-8-16-16,0 8-11 0,0-4-12 0,0-4-8 15,-3 17-15-15,3-7-5 0,3 4-7 0,-6 2-5 0,3 0-8 16,3 0-2-16,5 2-8 0,-4 2-5 0,6-1-1 16,-2-4-3-16,2 3 0 0,3 0-4 15,0-4 0-15,11 5-4 0,-10-6-2 0,5-1-4 16,-3-4 2-16,7-1 4 0,-3-3-7 0,2-3-2 0,4-1 2 15,-4 0-6-15,-2-5-2 0,1 0 1 0,-1-5-1 16,-2 0 0-16,-3-4 0 0,2 1-1 0,3-5-3 16,-9-3 1-16,-1 8-2 0,0-14 4 15,-3 8 1-15,-1-1 29 0,-4 0 16 0,3 2 12 0,-5 2 10 16,2-4-4-16,-2 5 1 0,-2 0-10 0,2 3 4 16,0 1-15-16,0 2 2 0,-5 2-9 0,5-1-8 15,0 8-7-15,-2-10-63 0,2 10-55 0,0 0-18 16,0 0-14-16,0 0-28 0,0 0-35 0,0 0-41 15,15 18-43-15,-10-11-44 0,3 1-223 0,1 0-573 16,4 3 255-16</inkml:trace>
  <inkml:trace contextRef="#ctx0" brushRef="#br0" timeOffset="26285.53">6390 4611 69 0,'0'0'255'0,"0"-8"-25"0,0 8-25 16,0 0-21-16,0 0-21 0,0 0-15 0,0 0-17 16,17 11-12-16,-14 0-13 0,2-4-6 0,7 10-8 0,-1-4-8 15,-4 2-5-15,3 2-9 0,-4-1-6 16,8 0-7-16,-6 7-2 0,5-2-7 0,0 1-5 16,-6 1-5-16,1-7 1 0,-1-1-8 0,0 4 1 15,-4-11-3-15,2 8-3 0,1-9-1 0,-2-1-1 0,-3-1 23 16,4 4 35-16,-5-6 36 0,5 1 36 0,-5-4 15 15,0 0-12-15,0 0-10 0,7-18-3 16,-5 12-8-16,-1-4-5 0,6-7-4 0,-2-2-11 16,0 2 3-16,5-3 10 0,-5-5 0 0,6 7 4 0,-4-2-4 15,3-3 3-15,0 6 9 0,-2-1 0 0,2 3-6 16,-2 0-8-16,1 3-8 0,-3 0-13 0,2 4-9 16,-4 4-14-16,4-2-9 0,-5 0-13 0,4 2-10 15,3 2-8-15,-10 2-7 0,13 6-8 0,0 0-18 16,-6 1-14-16,1 1-26 0,5 7-22 0,-3 0-14 15,5 1-19-15,-10 1-26 0,7 1-23 0,6 6-21 16,-3-5-26-16,5 3-19 0,-4-3-31 0,-1 2-44 16,7-2-50-16,-2-11-52 0,0-2-269 0,-1 6-698 15,10-9 309-15</inkml:trace>
  <inkml:trace contextRef="#ctx0" brushRef="#br0" timeOffset="26566.76">7431 4482 64 0,'-10'-6'313'0,"4"1"-12"15,-6 1-19-15,4 1-27 0,0 3-17 0,-7 3-13 16,-2 1-6-16,-3 1-1 0,-1 1-10 0,3 3-9 16,-9 6 5-16,4-3-22 0,3 3-9 0,-5 0-9 0,5-1-20 15,4 2-13-15,-1 0-10 0,6-4-14 16,-4 5-9-16,7-3-10 0,1 2-2 0,0-4-15 15,4 7 0-15,3-7-7 0,3 6 0 0,4-2-10 0,1 0 6 16,7-4-4-16,0-1-8 0,13 4 1 0,2-10-5 16,0 2-3-16,18 1-23 0,-7-3-18 15,4-2-26-15,1-3-29 0,2-3-30 0,-5-5-31 16,-11 3-37-16,16-11-40 0,-9-3-48 0,3-2-44 0,-4-3-41 16,-8-5-204-16,-7 4-575 0,5-5 255 0</inkml:trace>
  <inkml:trace contextRef="#ctx0" brushRef="#br0" timeOffset="27066.79">7694 4037 22 0,'-8'-11'339'0,"-2"-4"3"0,2 5 6 15,6 0-4-15,-3 3-25 0,4 2-31 0,-8 0-21 16,9 5-47-16,-1-5-29 0,1 5-20 0,0 0-21 16,0 0-8-16,0 25-17 0,1-9-17 0,9 7-4 15,2 4-14-15,1 4-8 0,2 1-10 0,2 7 5 16,3 3-17-16,-2 0-10 0,-2 1-2 0,1 0-2 15,-1 3-5-15,-1-4-2 0,2 5-7 0,-4-5-8 16,2 5 5-16,-5-1-13 0,3-7-16 0,0 7-27 16,-4-5-10-16,6-2-7 0,-10-10-25 0,3-1-15 15,-7-2-20-15,6-6-27 0,-2-6-20 0,-3 2-21 16,-2-4 0-16,0-4 6 0,1-2-12 0,-1-6-2 16,5 3 1-16,-5-3 12 0,0 0 15 0,7-13 21 15,-5 2 13-15,-4-2 7 0,2-7 18 0,0 3 18 16,-5-2 15-16,5-6 32 0,-2 3 25 0,-3-3 27 15,-3-1 39-15,6-1 35 0,-3 5 27 0,4-5 14 16,-1 10 17-16,-4-3 19 0,1-2 7 0,5 3 6 16,-2 4 4-16,-3-3 3 0,3 4 3 0,2-1-9 15,-6 3-4-15,6 3-3 0,0-1-16 0,-2 2-18 0,4-1-14 16,-2 5-16-16,0 4-10 0,0-9-18 0,0 9-8 16,13-5-12-16,-6 4-4 0,-7 1-12 15,21 4-5-15,-3 0-11 0,0 0-7 0,1 3-7 0,1 0-7 16,4 0-8-16,4 2-4 0,-3 2-8 0,3-4-3 15,1 0-11-15,-6 6-3 0,5-6-11 0,0 2-4 16,-5 2-14-16,-3-1-5 0,-3-3-12 0,-1 5-4 16,-3 2-4-16,2-6 2 0,-1 5-6 0,-5-1-12 15,-4 0-6-15,-1-2-9 0,-1-1-19 0,2 8-22 16,-5-7-37-16,0 4-37 0,0-2-36 0,0-3-46 16,0 2-192-16,-5-4-533 0,5 2 237 0</inkml:trace>
  <inkml:trace contextRef="#ctx0" brushRef="#br0" timeOffset="27707.35">8666 4461 133 0,'0'0'188'16,"-20"13"-12"-16,17-6-13 0,-4 0-3 0,2 2-7 15,4 3-9-15,1 0-14 0,0 4 0 0,1-1-10 16,-1 5-8-16,9-2-7 0,-6-2-6 0,0 7-10 16,9-7-7-16,-2 1-4 0,0 1-12 0,3-3-3 15,2 0-5-15,0-3-4 0,1 1-4 0,-1 1-4 16,-2-2-5-16,2-6-1 0,0-3 4 0,-2 0-12 16,-1-1-2-16,-2-2-4 0,-2-5 0 0,2-3-6 15,-5 3 0-15,2-4-1 0,-7-1-5 0,1-5 0 0,-2-4-2 16,-3 4-1-16,-1-2 1 0,2-2-2 15,-7-5-1-15,5 1-1 0,-1 5 3 0,-1-1 10 16,-3-6 1-16,5 6-1 0,0 3-1 0,0-2 6 0,2 3 0 16,1 0 2-16,-1 3 0 0,3 3-3 0,3-3-3 15,-1 8-3-15,0-7-1 0,6 8-6 0,-2-2 0 16,3 5-5-16,4 0 2 0,-13 0-4 0,30 8 0 16,-15-1-6-16,8 1-1 0,-8 1 0 0,13 8-5 15,-7-4-1-15,6 3 8 0,-4 1-6 0,-2-2 2 16,-2 6-3-16,2 0 2 0,-4-2 1 0,1 3 0 15,-3-10-2-15,0 4-1 0,-7-4 2 0,5 2 8 16,-1-4-5-16,-2 0 0 0,0-3-1 0,-5 0 3 16,1-1 5-16,-1-3 16 0,2 1 20 0,0-2 10 15,-7-2 16-15,0 0 4 0,14-6 13 0,-7 3 7 16,-5-3 10-16,4-1 21 0,-6-3 4 0,7 1 12 16,-5-1 5-16,3-2-5 0,1 3-7 0,-3-7-5 15,2 6 0-15,4-3-3 0,-1-1-12 0,-1 2-4 16,6 0-10-16,-11 2-8 0,4 3-6 0,2-3-13 15,-4 3-1-15,-1 2-10 0,2 0-10 0,2 0-6 16,1 2-6-16,-1 0-11 0,-7 3-20 0,14 0-10 16,-5 4-18-16,-1-2-11 0,2 5-21 0,1 0-20 15,3 1-23-15,1 2-17 0,-2-1-26 0,0-2-23 0,2 6-26 16,5-2-47-16,-10-2-39 0,6 1-53 16,-1-2-54-16,-5-5-200 0,0 3-631 0,10 4 279 15</inkml:trace>
  <inkml:trace contextRef="#ctx0" brushRef="#br0" timeOffset="28004.2">9800 4263 133 0,'-7'-6'376'0,"7"6"-23"0,-8-3-27 16,8 3-25-16,-7-4-34 0,7 4-27 0,0 0-23 15,-13 5-22-15,13-5-21 0,-7 8-19 0,1-2-13 16,4 2-17-16,2 0-8 0,0 4-10 0,0-1-4 16,5 3-11-16,-3 0-9 0,6 4-8 0,-3-2-10 15,3 0-5-15,2-1-3 0,3 3-6 0,-1-3-2 16,0 3-6-16,1-3-1 0,0 1-6 0,-1 1-5 16,3-4 0-16,-5 3-3 0,-1-5-2 0,0 1-7 15,-1-1 4-15,4 1-3 0,-11-3 7 0,6-2-21 16,-7 4-12-16,0-3-20 0,2-1-18 0,-4 2-24 15,-5-3-25-15,-1-1-29 0,-5-2-34 0,4 6-53 16,-10-8-57-16,-1 1-269 0,-2-1-578 0,-6-1 256 16</inkml:trace>
  <inkml:trace contextRef="#ctx0" brushRef="#br0" timeOffset="28222.93">8699 4095 110 0,'0'0'435'0,"-8"-4"-23"0,5 0-34 0,3 4-33 0,-10-7-34 16,10 7-36-16,0 0-26 0,-4-3-29 0,4 3-30 16,0 0-56-16,0 0-52 0,0 0-38 15,0 0-52-15,-1 15-66 0,1-15-79 0,5 11-89 0,0-7-210 16,1 7-488-16,3-6 216 0</inkml:trace>
  <inkml:trace contextRef="#ctx0" brushRef="#br0" timeOffset="31701.72">11170 4227 62 0,'-6'-13'291'0,"4"3"-14"15,-10-5-19-15,1 5-15 0,-1-2-17 0,-1 2-17 16,-2-1-18-16,4 5-20 0,-9-3-16 0,3 4-17 15,-3 2-11-15,-1 3-14 0,6-1-12 0,-8 2-9 16,1 1-10-16,2 7 4 0,4 0-10 0,-2 0-9 16,3 6-8-16,-5 3-7 0,7 0-3 0,-2 3-5 15,8 5-9-15,-1-1-2 0,4 4-1 0,1-1-6 16,6 2 2-16,1-2-3 0,4-1-3 0,-1-1 0 16,8 1-2-16,-1-3-3 0,1-1-2 0,5-3-1 15,-3 0 2-15,4-1 1 0,1-4-3 0,1-1 0 0,-2-5-1 16,-4 3-3-16,1-6 1 0,-1-1 0 15,4-5 0-15,-7 0 1 0,2-4-1 0,-1 3 0 16,-3-5-1-16,-4-3 3 0,3-3 1 0,1 1-2 0,-4-5-2 16,1-2 7-16,-4-2 10 0,1-5 9 0,-1 0 12 15,-5-1 7-15,0 2 4 0,5 0 4 0,-5 0 16 16,5 5-6-16,-3 2 3 0,3-3-6 0,-4 6-3 16,-1 1-4-16,0 4-13 0,0-1-6 0,2 2-14 15,-2 3-5-15,0 5-8 0,5-4-2 0,-5 4-3 16,0 0-4-16,17 11 0 0,-8-2-3 0,5 2-7 15,-3 2-2-15,-1 2-5 0,5-1-11 0,-3 2 4 16,4-4-7-16,-1 6 3 0,2-3 8 0,-4-2-16 16,2-1 0-16,-2 0-2 0,-3-2 1 0,3-3 7 15,-6-1 6-15,3 0-2 0,-4-5 16 0,3-1-7 16,-1 0 1-16,2-4 0 0,0-3-4 0,-2 0 14 16,0-2 2-16,4-4 5 0,-2-1 18 0,-2-1 14 15,4-4 11-15,1-4 16 0,-3 4 7 0,1 2 8 0,1-1-5 16,-4 2 1-16,6 0-7 0,-8 0-7 15,4 3-9-15,3 1-2 0,-6 4-6 0,8-4-9 16,-8 5-11-16,2 4 0 0,3 0-5 0,-4 0-8 16,6 6-18-16,-5-2-19 0,3 4-21 0,-2 2-12 0,5 5-40 15,0 2-22-15,-2-2-21 0,2 3-26 0,-2 1-38 16,4 4-41-16,-4-3-55 0,4 4-62 16,-9-6-225-16,3-3-632 0,-4 4 279 0</inkml:trace>
  <inkml:trace contextRef="#ctx0" brushRef="#br0" timeOffset="32217.3">12648 3403 40 0,'0'-4'371'0,"0"4"-36"16,4-6-37-16,-4 6-39 0,0 0-23 0,0 0-27 15,0 0-23-15,0 0-20 0,6 24-17 0,-6-13-13 0,7 8-12 16,1 6-11-16,4 2-13 0,-1 12-12 0,3 5-10 16,0-7-5-16,1 5-7 0,0 4-5 15,-6-4-10-15,4-3-2 0,2 1-4 0,-4-1-1 16,-1-9-9-16,-2-2-1 0,-1-4-2 0,3 3-1 0,-5-7-4 15,3-5 5-15,-8 2-10 0,5-7 7 0,-1-3-9 16,1 4 0-16,-5-3 3 0,0-3 19 0,0-5 20 16,8 2-6-16,-8-2 2 0,0 0-3 0,13-14-10 15,-6 9-7-15,1-3-1 0,2-1-2 0,10-5 13 16,-4 4-21-16,6-2-6 0,-1 3-2 0,6-2 1 16,-1 1-7-16,2 5-8 0,2 1 4 0,-7 1-3 15,-1 3 2-15,-1 5-5 0,1-3 9 0,1 3-9 16,-3 2-1-16,-2 5-4 0,0-1 2 0,1 5-2 15,-5-1 3-15,-4-1-5 0,-1 6 2 0,-3-5 4 16,-2 4-1-16,-4 2-5 0,-4-2 6 0,-2 0 3 16,-3 0-6-16,-9 2 1 0,2-2-1 0,-6 1-1 15,1-2 0-15,-4-4-2 0,-2 0-5 0,2-1-8 16,-3-6-22-16,0-1-15 0,7-3-21 0,4-5-25 16,-3 2-21-16,5-1-35 0,4-3-34 0,1-3-49 15,8-1-47-15,-4-4-199 0,9-2-525 0,7-1 233 16</inkml:trace>
  <inkml:trace contextRef="#ctx0" brushRef="#br0" timeOffset="32514.15">13492 3910 168 0,'-3'10'209'0,"2"0"-17"0,1 7-2 0,0 0-10 0,-5 0-6 15,11 1-12-15,-3 0-6 0,1 2 14 0,2-2-11 16,1-2-13-16,3 4-1 0,3-7-3 0,-1 5-4 15,6-6 24-15,0 0-17 0,7 2-12 0,5-5-10 16,-9-2-8-16,-1-3-12 0,0 0 0 0,10-8 2 16,-9 3-2-16,-2-1 0 0,-1-6 10 0,-3-1-3 15,0-2 4-15,-2-1-7 0,-3-3-6 0,-4-8-2 16,-1 4-14-16,-3-1-9 0,-9-5-11 0,1-4-2 16,-4 4-6-16,-3 0-6 0,-9-1-8 0,6 2-2 15,-4 3-3-15,-2 3-7 0,-4 3-6 0,1 2-20 16,7 3-28-16,-2 5-16 0,2-3-29 0,-4 4-27 15,5 4-27-15,-1 1-27 0,5 2-37 0,5 3-36 16,1-4-26-16,5 2-39 0,2-4-266 0,4 11-597 16,9-3 265-16</inkml:trace>
  <inkml:trace contextRef="#ctx0" brushRef="#br0" timeOffset="32764.23">14409 3704 65 0,'2'-5'334'0,"5"1"-19"16,-1-1-27-16,-6 5-29 0,0 0-30 0,0 0-24 0,0 0-20 16,0 0-22-16,0 0-16 0,-13 27-14 0,1-13-12 15,3 2-11-15,-5 7-12 0,1 2-10 0,0 2-9 16,-4 2-9-16,-1 3-3 0,5 2-7 0,-5-2-3 16,3-2-8-16,1-1-4 0,0 0-5 0,-1-2-5 15,5 0-19-15,-3-4-19 0,4-7-23 0,-1 3-22 16,0-8-19-16,4-2-25 0,-3-2-36 0,3-4-18 15,6-3-23-15,-17-2-17 0,17 2-5 0,-15-15-3 16,10 5 2-16,-3-4-111 0,3-2-328 0,5-7 145 16</inkml:trace>
  <inkml:trace contextRef="#ctx0" brushRef="#br0" timeOffset="32936.08">14103 3933 609 0,'5'-30'-7'0,"-5"6"32"16,0-3 52-16,2 7 46 0,3 1 47 0,-5 4 31 16,0 0 20-16,-5 7 10 0,10-1 4 0,-5 2-19 15,1-1-22-15,-1 4-21 0,0 4-19 0,0 0-22 16,0 0-14-16,0 0-13 0,0 0-6 0,9 15-13 15,-3-6-10-15,3 8-6 0,4-3-9 0,2 8-5 16,1 1-4-16,4 1 2 0,10 6-9 0,0 2 0 16,0-1-6-16,4-5-8 0,-1 2-3 0,2-1-36 15,2 0-32-15,2-1-30 0,-4-1-57 0,6-2-86 0,4-8-63 16,-15 0-222-16,1-7-539 0,-1 0 239 16</inkml:trace>
  <inkml:trace contextRef="#ctx0" brushRef="#br0" timeOffset="33295.43">14739 3870 122 0,'0'0'201'0,"0"0"-4"16,18 15-2-16,-11-7-3 0,4-3-15 0,-1-2-13 15,5 6-13-15,0-2-11 0,1-3-12 0,4 2-7 16,4-4-5-16,-8-1-15 0,4 5-8 0,1-6-9 15,-4-3-8-15,5 3 0 0,-6-4 2 0,-4 0 4 16,4-3-3-16,-4 1-6 0,3-3-5 0,-5-4-6 16,1 1-1-16,-1-3-1 0,-8 1-6 0,3-4-4 15,-2 3 5-15,-3-3 2 0,-3 3 7 0,-2 0 14 16,0 1 9-16,-2 4 2 0,1-2 1 0,-6 0 2 16,4 1-8-16,-7 6-14 0,2-4 3 0,-4 2-14 15,2 6-1-15,-1 2-14 0,-4 1-7 0,2 5-4 16,-2 1 3-16,3 3-11 0,-3 0-4 0,5 5 1 15,2 0 1-15,3 0-7 0,-1 4 7 0,4 9-6 16,7-13 0-16,5 11-2 0,-3-1 0 0,11-1-2 16,0-4-8-16,4 2-16 0,4-2-33 0,9-3-31 15,0-4-40-15,3 0-49 0,0-5-66 0,17-2-60 16,-1 0-275-16,-7-7-613 0,-6 0 271 0</inkml:trace>
  <inkml:trace contextRef="#ctx0" brushRef="#br0" timeOffset="33592.36">15727 3592 394 0,'-5'-4'387'0,"-3"0"-20"0,-1 0-6 16,1 1-15-16,-5 2-22 0,3-3-21 0,-2 8-23 16,12-4-27-16,-24 4-26 0,9 0-24 0,0 3-16 15,5 5-23-15,-2 0-15 0,-1 3-12 0,6-2-14 16,-1 4-16-16,6 0-4 0,-3-1-11 0,5 5-7 15,5-1-7-15,-3 0-8 0,11 4-2 0,-3 2-8 16,4-1-7-16,0 1-3 0,8 2-2 0,-7-2-4 16,5-2 6-16,-2-1-17 0,2 0-4 0,-5 0-1 15,1-2-15-15,1 0-5 0,-6-1-13 0,1-7-23 16,-7 2-25-16,3 0-23 0,-1 1-30 0,-7 1-30 16,-7 0-33-16,-1 2-51 0,-9-3-62 0,-3 1-44 15,-4 4-312-15,-13 3-690 0,-4-1 306 0</inkml:trace>
  <inkml:trace contextRef="#ctx0" brushRef="#br0" timeOffset="34984.37">13969 5946 70 0,'18'-23'235'0,"-6"-5"-2"0,-4 2 3 15,-1-2 0-15,-4 2-3 0,-3-1-7 0,-3 2-2 16,-4 2-16-16,-1 4-6 0,0 0-3 0,-7-1-11 16,0 6-19-16,2 0-10 0,-6-4-14 0,1 4-7 15,2 4-10-15,-6 0-16 0,6 5-16 0,-6 0-10 16,1 6-13-16,-1-1-4 0,1 9-6 0,-3 2-11 16,3 7-10-16,-1 0-1 0,7 6-2 0,1 3-7 15,4 10-1-15,1 9-5 0,9-4-2 0,2 9-4 16,6 3 0-16,12 19-1 0,-2-1 2 0,12-1-2 15,-5-16-5-15,8 19-7 0,5-4 6 0,-3 3-1 16,0-2-2-16,-4-3 3 0,-8-16-1 0,14 12-1 0,-11-9-5 16,-1-5 1-16,-2 0 2 0,0-2-11 0,-3-3 13 15,-3 2-8-15,-4-9-11 0,-5-7-20 16,5-3-10-16,-4 2-15 0,-4-9-17 0,-4-3-19 0,4 0-17 16,-5-8-18-16,0 2-13 0,0-4-29 0,-5-3-39 15,5-5-34-15,0 0-24 0,-6 1-190 0,6-1-490 16,-15-14 217-16</inkml:trace>
  <inkml:trace contextRef="#ctx0" brushRef="#br0" timeOffset="35531.19">13756 6591 35 0,'-9'-6'300'15,"-1"1"-8"-15,7 1 3 0,-5 0-22 0,8 4-13 16,-8-7-19-16,8 7-12 0,-7-4-17 0,7 4-23 15,2-6-9-15,-2 6-33 0,21-8-2 0,-8 3-22 16,2-3-15-16,15 2-7 0,0-1-10 0,5-4-14 0,8 2-6 16,0-3-5-16,5 0-4 0,-4 2-6 0,1-3-3 15,0 1-15-15,-11 2-2 0,8-4-5 16,-2-1-5-16,-11 0 1 0,-2 2-4 0,-2-3-6 16,1 5 1-16,-6-5 2 0,-2 6-4 0,-5-2 0 0,-1-1-5 15,1-1 3-15,-4 1 4 0,-1 4 9 0,-3 0 10 16,-4 0 8-16,1 3 7 0,3 1-3 0,-2-2-9 15,-3 7-1-15,4-9-12 0,-3 6-7 0,-1 3-4 16,0 0 1-16,0 0-4 0,0 0 2 0,0 0-7 16,0 0-2-16,7 23-1 0,0-15 0 0,-6 9-5 15,6-2 13-15,0 0-11 0,1 3-8 0,-2-2 7 16,3 4 10-16,2 6-10 0,1-6-3 0,-2-3 1 16,1 1-2-16,3-4 4 0,-1 0-4 0,-2 1 0 15,3-3 0-15,1 1-2 0,-1-3 5 0,1-4 5 16,0-1 0-16,0 1-3 0,-2-5 2 0,1-2-2 15,2-1 9-15,-1-6-11 0,0 1-2 0,0-1 4 16,-2 0 0-16,-3-4-1 0,2-2 6 0,-4 1-3 16,0-3 0-16,-1 1 3 0,1 0-4 0,-1-4 2 15,-7 6 7-15,5-10 20 0,-4 7 12 0,-1-1 20 16,0-1 1-16,2 4 6 0,-2 2 2 0,0 4 1 16,0-1-7-16,-2-1-5 0,2 3-10 0,0 2-9 0,0 5-3 15,0-12-15-15,0 12-29 0,0 0-36 0,0 0-7 16,0 0-4-16,0 0-14 0,0 0-8 0,9 21-9 15,-9-13-11-15,6 4-15 0,-1-3-20 0,-1 4-22 16,7 1-28-16,-1 4-24 0,2-4-32 0,-2 1-36 16,3-3-52-16,-2 3-192 0,6-7-556 0,-2 0 247 15</inkml:trace>
  <inkml:trace contextRef="#ctx0" brushRef="#br0" timeOffset="35959.82">15148 6096 276 0,'0'0'262'15,"-7"-11"-22"-15,7 11-27 0,0 0-26 0,0 0-24 0,0 0-12 16,0 0-20-16,0 0-12 0,0 0-11 16,0 0-10-16,13 31-11 0,-11-23-3 0,9 3 2 15,-2 1 4-15,-1 4-6 0,4-4-11 0,4 5-5 0,-8-4-5 16,7-1-3-16,-1 0-9 0,0 0-3 0,-5-1-6 15,-3-4-2-15,9-2-4 0,-5 2 1 16,0-2-3-16,2 1 21 0,-6-5 9 0,4 4 11 0,-1-5 10 16,-3 2-1-16,2-1 4 0,-8-1-6 0,15-5 10 15,-8 1-2-15,1-2 0 0,-4 0 0 0,4 0 3 16,-3-3 3-16,5 2 3 0,-10-4-15 0,5 3 6 16,3 1 0-16,-3-1 7 0,-2 1-5 0,4-5-11 15,-2 7-5-15,-4-3-5 0,8-1-10 0,-9 2-5 16,6 4-9-16,-4-1-5 0,-2 4-6 0,5-6-9 15,-5 6-4-15,8-2-2 0,-8 2-5 0,0 0 9 16,17 2-19-16,-11 1-12 0,6 0-4 0,-4 1-23 16,1 1-21-16,-1 0-20 0,5 4-16 0,-5-1-19 15,4-5-25-15,-2 5-30 0,1-2-38 0,-1 0-40 16,0-2-48-16,5 6-49 0,-8-5-229 0,1 0-616 16,5-2 273-16</inkml:trace>
  <inkml:trace contextRef="#ctx0" brushRef="#br0" timeOffset="37888.68">16228 5992 168 0,'0'-7'315'0,"0"7"-10"0,0-12-17 16,-1 6-15-16,-4 1-18 0,5 5-20 0,-13-4-27 15,9-1-20-15,-7 5-10 0,11 0-24 0,-20 0-18 16,7 7-18-16,-7 0-5 0,6 0-17 0,-4 7-7 16,-2-2-10-16,6-1-5 0,-5 9-7 0,6-1-16 15,1-3 2-15,3 2-2 0,2 2-5 0,-1-8-6 16,6 4-2-16,2-1-4 0,5 1 5 0,5-1 0 0,1-3-4 16,14 3 1-16,0-3-6 0,7-1-3 15,2-3-7-15,-2-3-12 0,11 2-17 0,-7-6-27 16,-1-2-25-16,10-6-33 0,-14 3-40 0,4-1-34 0,-5-2-40 15,9-11-40-15,-9 3-45 0,13-6-147 0,-16 1-476 16,-6-4 211-16</inkml:trace>
  <inkml:trace contextRef="#ctx0" brushRef="#br0" timeOffset="38123.04">16652 5524 82 0,'-6'-12'286'0,"-1"-3"0"0,2 5-3 16,5 3-12-16,-8-3-19 0,8 3-28 0,-7 4-25 15,7-3-25-15,0 6-20 0,0 0-15 0,0 0-17 16,0 0-10-16,7 16-10 0,1-1-11 0,0 2-11 16,5 4-8-16,6 4-9 0,-8 4-3 0,11 11-7 15,-6-3-5-15,-4-9 0 0,8 15-5 0,-7-4-7 16,-1 5-2-16,4-3-3 0,-1-3-8 0,-3 1-29 0,1 5-17 16,-5-13-21-16,2-1-13 0,-2 9-8 15,-1-10-39-15,-5-1-12 0,3-2-29 0,-5-11-20 16,0 3-19-16,-5-11-18 0,5 5-175 0,-2-7-407 0,-5 1 181 15</inkml:trace>
  <inkml:trace contextRef="#ctx0" brushRef="#br0" timeOffset="38540.3">16790 6073 104 0,'-2'-18'131'0,"2"-1"16"0,0-1 4 0,0 1 19 16,0-1 8-16,2 1 2 0,1 3 1 0,3-1-2 16,-2 3-8-16,4-2-16 0,0 7-18 0,-3-6-10 15,7 4-18-15,-4 4-10 0,7-1-9 0,-3 7-12 0,7-1-9 16,-4 4-8-16,9-2-5 0,-5 5-5 15,-2 2-9-15,11 2-2 0,-3 3-7 0,1 0-3 16,-4 3-2-16,-1 4-1 0,3-2-2 0,-3 4-5 0,1-2-1 16,-2 2-3-16,-6-7-1 0,6 6 0 0,-6-5-3 15,0 0-1-15,-5-2-3 0,4 1-9 0,-5-2-1 16,-1-7-1-16,-1 3 3 0,-4-1-3 0,6 0 4 16,-3-3 0-16,-5-4 1 0,7 1 2 0,-7-1-1 15,0 0 0-15,0 0 6 0,0 0 0 0,10-12 3 16,-10 7 6-16,7-2 0 0,-7 0 3 0,4 6 0 15,-2-11-2-15,0 4-4 0,3-1 1 0,-2 3-4 16,4-5-2-16,1 7 1 0,-3-2-5 0,2 0 2 16,1 2-3-16,-2 2-2 0,1-3-1 0,1 4 0 15,1-1 1-15,-9 2 0 0,16 0-4 0,-9 3 2 16,-7-3-2-16,20 7-3 0,-12-6 5 0,0 6-4 16,0-5-2-16,-1 1 4 0,0 1-1 0,-1-2 0 0,-6-2 2 15,10 1 1-15,-3 4-1 0,-7-5 4 0,0 0 2 31,7 2-3-31,-7-2 1 0,0 0-2 0,0 0 2 16,0 0-2-16,11-11-1 0,-6 8-19 0,-5 3-27 16,0-8-32-16,0 8-40 0,7-8-40 0,-1 1-56 0,-2 2-217 0,-1-2-465 15,5 0 206-15</inkml:trace>
  <inkml:trace contextRef="#ctx0" brushRef="#br0" timeOffset="40711.98">12680 5442 252 0,'0'0'288'0,"-13"-1"-18"0,13 1-25 0,-7-5-19 15,7 5-24-15,0 0-21 0,13-12-16 0,4 2-19 16,3 2-13-16,9 1-11 0,1-5-11 0,20-3-11 16,-1 4-12-16,6 0-5 0,5-4-7 0,6 3-10 15,15-3-5-15,0-1 1 0,4 4 0 0,-4-3-4 16,3 3 6-16,-1-3-11 0,11 3 5 0,2-1-2 15,0-1-2-15,0 1 0 0,3-4-3 0,6 5-3 16,45-6-5-16,-49 4-4 0,2 1-6 0,43-4-2 16,-49 7-9-16,12-5 2 0,34-3-6 0,-42 7 5 15,3-5 1-15,5 4-4 0,37-8-1 0,-42 5-8 16,0 0 3-16,-3-1-2 0,42-4 3 0,-49 5-7 0,7-1-1 16,-8-3 3-16,6-1-4 0,-5 5-1 0,-1 1 5 15,-4-3-2-15,4 3-1 0,-10 2-1 0,6 2-5 16,-8-4 3-16,4 2-4 0,-4 3-4 0,-21 0 6 15,2 1-5-15,-4 1 2 0,5 2 0 0,-3-2 2 16,1 2-4-16,4 0 7 0,-6-2-4 0,-1 4-8 16,2-1-9-16,-4 1-2 0,2 0 2 0,-2 1-9 15,2 2-4-15,-5-3-1 0,5 3-2 0,-3 0-1 16,-1-1 0-16,-4-2-3 0,-2 3 6 0,2-3-5 16,-14 1 2-16,7 2 5 0,-12-1 0 0,1 1 4 15,-7-2 4-15,-2 2 1 0,-5 0 5 0,2-1-1 16,-5-2 5-16,1 2-2 0,-4 1 4 0,-4 0 2 15,4-2-4-15,-12 2 6 0,15 0-1 0,-15 0 3 16,13-5 1-16,-13 5 1 0,5 0 0 0,-5 0 1 16,0 0 1-16,0 0 3 0,10-4-2 0,-10 4 1 15,0 0 1-15,0 0-1 0,0 0-2 0,0 0-4 16,0 0 1-16,12 0-2 0,-12 0-1 0,0 0 1 0,0 0 2 16,0 0-1-16,0 11-5 0,0-11 0 0,0 10 3 15,0-4 1-15,0 5-1 0,0-1-1 16,0 4 2-16,0 4 0 0,1 9 1 0,6 2 0 0,-4 10 1 15,2 3 1-15,7 2-1 0,-2 7-3 0,-4-2 4 16,2 4 3-16,6 2-4 0,6 19 0 0,-4-20 3 16,1 16-2-16,1 4-1 0,3-2-1 0,-4-18 2 15,1 1 1-15,4 1 0 0,-2-2 5 0,1 0-2 16,-3-2 0-16,2-2-3 0,0 0 4 0,-2-3-3 16,4 0 2-16,-9-5 3 0,2-2 11 0,-7-10 11 15,9-3 0-15,-12 0-2 0,3-7-4 0,-1-1-2 16,-2-4-1-16,-2-1 1 0,8-1 4 0,-7-4 5 15,1 2 2-15,-4-3 17 0,6-2-20 0,-5-1 1 16,4 0-2-16,-6 1-2 0,5 0 1 0,-3-1-2 16,3 2-3-16,0 0-7 0,0 0 3 0,6-3-2 15,-6 5-1-15,5-2-3 0,-1 0 0 0,0 4-1 16,0-2 7-16,-1-1-7 0,5 1-4 0,-4 3 2 0,5 1-4 16,-2-1 2-16,-5-1 8 0,1 5-13 0,2-6-1 15,-2 4 0-15,2 0 3 0,0-2-2 0,2 0-1 16,-9-3 1-16,3 1 2 0,-2 2-1 0,1 0-1 15,1-2-1-15,1 0-5 0,-5-1 6 0,-1-1 1 16,4 0-2-16,-3-3 2 0,3 2-6 0,-3 0 12 16,-2-2-12-16,0-5 12 0,3 7-10 0,-3-7 3 15,-3 7-1-15,3-7 5 0,0 0-13 0,0 0 12 16,-7 6-7-16,7-6 1 0,-8 2 12 0,8-2-6 16,-15 0-4-16,15 0 0 0,-15-2-2 0,2 2 4 15,13 0-4-15,-24 0 4 0,6 0-4 0,5 0-3 16,-9 2 2-16,1-2 12 0,-1 2-10 0,-1 1 9 15,-3-1-8-15,-6-2-3 0,3 5 3 0,-8-5 0 16,1 4-1-16,-7-3-1 0,-9 1 2 0,6-1 4 16,-7 1-8-16,-3 4 2 0,1-5 0 0,-6 6-1 15,1-6 2-15,-1 6 0 0,0-4 2 0,-4 2-4 16,-21-2 3-16,5 5 14 0,22-3-11 0,-1 1-4 0,-6-1-1 16,8 4 2-16,-7-3 0 0,2 2-3 0,0-2-2 15,-19 4 4-15,22-4 4 0,-4 5-1 16,1-6-1-16,0 3-3 0,0 0 4 0,-17 3-5 0,16-3 1 15,6 1 5-15,-5-3-8 0,5 2 3 0,-1-3 2 16,1 3 1-16,-2-1-1 0,5 1-1 0,-4-4 2 16,1 1-1-16,3 1-1 0,4 2 4 0,0-1-8 15,-6-4 10-15,3 3 10 0,1-3-11 0,-3 3 12 16,-2 0-2-16,5 0-1 0,-5-3 2 0,5 2 2 16,-4-3 0-16,3 9-3 0,1-5 3 0,-3-3 1 15,1 2 5-15,0 2-5 0,-4-1 3 0,6 2-3 16,0-4-1-16,-3 5-1 0,4-3-4 0,1 0-3 15,0-3 0-15,-1 3 7 0,6 2-8 0,-4-3 1 16,6 2-3-16,1-2 2 0,11-2 2 0,-14 2 2 16,3 1-4-16,6-3 1 0,-6 2 2 0,7-1-8 15,4-1 1-15,-2 2-1 0,-1-1 1 0,0 0 5 16,2 3-9-16,-3-2 3 0,3-3-1 0,-2 3 3 0,-2-1-1 16,1 0 3-16,8-1 2 0,-10-1 2 0,5 3-1 15,0-1 3-15,-4 1-1 0,4-4-3 16,3 2-3-16,-4 1 7 0,4-2-1 0,-3-1 0 0,1 4 12 15,7-2-17-15,-3 1-1 0,0 1 4 0,5-3-9 16,-5 3 0-16,-4-2 1 0,4-1-1 0,-2 4-3 16,1-2 6-16,-1-2 3 0,2 1-5 0,-4 4 3 15,4-3-4-15,7-3 2 0,-1 2-11 0,-8 0 8 16,9 1 3-16,-9 1 2 0,2 2-3 0,6-2 0 16,-1-2 0-16,2-1 0 0,-1-1 5 0,4 5-5 15,-2-3-5-15,-3 1 7 0,1 1-2 0,2-2 1 16,1 1-12-16,-1-2 26 0,0-1-14 0,3 2-3 15,-3 1 1-15,4-4 0 0,-2 1-10 0,4 2 2 16,-2 0 7-16,3-3 3 0,-1 3 1 0,0-1 0 16,4 2 3-16,-4-4 6 0,3 3 15 0,-1-2-3 15,1-1 6-15,1 0 3 0,10 0-2 0,-20 0-5 16,5 3-2-16,8-3-1 0,7 0-1 0,-23 0-1 0,15 2-8 16,-5-2 1-16,3-2-2 0,-2-1 6 0,-3 6-9 15,2-3-2-15,13 0-1 0,-23 2 4 16,10-2-6-16,4 0 1 0,-2 0-1 0,11 0 2 0,-20-2 1 15,7 2-1-15,13 0 27 0,-15-3 24 0,15 3 16 16,-17-1 15-16,17 1 7 0,-15-3 9 0,10 0 9 16,-5 0-3-16,4-6 6 0,-1 6 5 0,0-5-1 15,1 1 1-15,-2-2 1 0,-2-3 1 0,1-3 2 16,-2-1-9-16,-2-7 3 0,1-2-1 0,-1-4 6 16,-9-10-13-16,7 1 2 0,-1-5-2 0,-4 0-6 15,5-7-10-15,-7-2-8 0,-6-17-5 0,7 15-4 16,-2-19-7-16,1 19-1 0,1-19-10 0,-3 19-2 15,1-2-2-15,-7-13-7 0,7 22-5 0,7-6-18 0,-12-19-27 16,8 26 0-16,-2 0 0 0,7 3 0 16,-1 2 0-16,-4 2 0 0,12 12 0 0,-7 0 0 15,5 2 0-15,7 6 0 0,-6-1 0 0,3 5 0 0,-1 0 0 16,5-3-21-16,2 10-155 0,-3-1-54 0,3 2-77 16,3-1-49-16,-1 3-44 0,5 2-42 0,1-1-54 15,-8 4-54-15,20 2-320 0,-12-2-941 0,5 2 418 16</inkml:trace>
  <inkml:trace contextRef="#ctx0" brushRef="#br0" timeOffset="43541.53">9984 6798 242 0,'-14'0'244'0,"14"0"-27"16,-13 4-20-16,6-1-20 0,1 2-20 0,4 2-16 15,-6 1-14-15,1-1-12 0,1 4-12 0,-1 1-10 16,5 1-8-16,-4 4-12 0,4-2 3 0,2 3 6 16,0 1 2-16,2-2-7 0,1-2-5 0,0 0 4 0,4 0-1 15,1-3-2-15,1 0-4 0,4 0-4 0,0-3-2 16,-1 1 0-16,6-2-8 0,-3-5-2 15,0 1-2-15,1-2 0 0,2-2 0 0,-1-2-5 0,-1-2-3 16,3-4 1-16,-4 1-10 0,-1-2 1 0,0 1 6 16,-3-3 0-16,1-3 1 0,-1 1-1 0,-2-3-4 15,-3 1 1-15,1-4 1 0,-7-4-2 0,0 10 1 16,0-11 11-16,-7 6-5 0,1 2 0 0,-3-3 0 16,0 4-2-16,-3 0 7 0,-1 2-17 0,-1 2 7 15,1 3-14-15,-2 0-3 0,-1 2-4 0,-2 0 5 16,1 4-12-16,2 1-12 0,-1-2-18 0,2 3-19 15,1 3-21-15,5 0-16 0,0 3-23 0,-2 0-14 16,6 0-22-16,-1 1-17 0,10 1-21 0,-5-8-23 16,7 14-27-16,1-10-19 0,5 0-191 0,-3 3-467 15,5-5 207-15</inkml:trace>
  <inkml:trace contextRef="#ctx0" brushRef="#br0" timeOffset="43932.11">10323 6736 166 0,'0'0'215'0,"6"-2"-6"0,-6 2-27 16,0 0-22-16,0 0-18 0,0 0-14 0,0 0-14 0,0 13-9 16,2-4-12-16,-2-2-5 0,2 4-12 0,-2-2-6 15,6 1-6-15,-1 1-4 0,-3 5-5 0,3-5-3 16,-2 2-6-16,4 2-2 0,1 1-2 0,-1-5-4 16,4 8-8-16,-1-11 4 0,4 4-2 0,-1-3-3 15,0 2-3-15,0-2 5 0,2-3-6 0,0-2 0 16,-2-2-1-16,4-2 0 0,-4 0 0 0,0-5 11 15,4 1 5-15,-5-4 1 0,-3 4 5 0,6-7 10 16,-6 2 2-16,-1-3 4 0,-1-6 7 0,-1 6 3 16,2-4 8-16,-1 1 8 0,-5 0 5 0,-2 0 6 15,0-2-4-15,-2 5 17 0,2-4 4 0,-2 7 11 16,-3-3 9-16,4 3-19 0,-4 1-8 0,3 1-7 16,2 1-20-16,0 6-4 0,0-9-21 0,0 9-3 15,-3-5-2-15,3 5-15 0,0 0-5 0,0 0-5 0,0 0-9 16,0 0-5-16,10 24-1 0,-9-13-1 15,6-2-20-15,8 3-7 0,-8 2-11 0,6-1-5 16,-2 1-10-16,1-3-12 0,3-2-18 0,0-1-21 16,5-1-27-16,-4 0-25 0,2 0-34 0,-1-4-27 0,-1 2-2 15,1-4-22-15,3-2-34 0,-4-1-4 0,3-3-185 16,-3 1-490-16,-6-2 217 0</inkml:trace>
  <inkml:trace contextRef="#ctx0" brushRef="#br0" timeOffset="44192.03">10935 6376 69 0,'-5'-15'298'16,"4"5"17"-16,-6 1 11 0,7-1 6 0,-3 0 3 15,-1 3 3-15,4-2-9 0,0 9-25 0,-1-8-31 16,1 4-29-16,0 4-29 0,-4-6-30 0,4 6-16 16,0 0-22-16,0 0-18 0,0 0-13 0,4 18-9 15,-3-6-8-15,6 2-12 0,-4 3-9 0,1 5-5 16,2 2-9-16,6 3-4 0,-6 1-8 0,6 2-3 15,3 0-4-15,-2 9-7 16,-3 0 5-16,5-3-13 0,5 2-3 0,-5-1-10 16,6-13-13-16,-7 4-28 0,2-4-25 0,-1 2-18 15,5-5-25-15,-5 1-19 0,1-5-27 0,-1 0-15 0,0-7-47 16,-2 2-48-16,2-3-38 0,2-5-52 0,-6-4-211 16,-1 2-594-16,-10-2 262 0</inkml:trace>
  <inkml:trace contextRef="#ctx0" brushRef="#br0" timeOffset="44379.51">11073 6543 86 0,'-7'-1'366'0,"2"-4"0"16,5 5-20-16,-8-3-4 0,8 3-8 0,-8-4-12 16,8 4-14-16,0 0-19 0,0 0-19 0,0 0-30 15,-7-7-24-15,7 7-22 0,0 0-19 0,20-2-16 0,-2 0-18 16,0-6-16-16,2 5-42 0,10-1-34 0,5-1-38 15,9 1-48-15,9-2-56 0,-5 0-57 16,4 3-73-16,1-5-73 0,-1 4-309 0,5-4-653 0,2 2 290 16</inkml:trace>
  <inkml:trace contextRef="#ctx0" brushRef="#br0" timeOffset="46380.84">11503 11214 49 0,'0'0'194'0,"0"0"7"0,0 6 3 16,0-6 11-16,0 0 6 0,0 0 14 0,0 0-3 15,0 0-8-15,0 0-15 0,0 0-19 0,0 0-16 16,5-20-11-16,-2 13-19 0,4-1-3 0,-2 1-12 16,-2-3-1-16,7-4-14 0,2-3-7 0,-6 2-5 15,8-2 2-15,2-8-6 0,2 5-1 0,0-11-5 16,7-1 3-16,2 2-13 0,-6-8 5 0,7 8-3 16,4-4-9-16,-2-3-3 0,-2-5-1 0,3 5 1 15,2-6-11-15,-3-4 1 0,2-1-4 0,4-19-4 16,2 3-6-16,-1-4-4 0,-6 16-10 0,2-18 6 15,3 3-6-15,-7 18 2 0,7-17 3 0,-5 15-5 16,6-15-7-16,-9 14 3 0,7-16-2 0,-2 21-4 16,-8-6-3-16,18-13-8 0,-15 14 5 0,3 2-4 0,2 2 6 15,-1 1-7-15,-1 1-6 0,6-2 4 0,-7 3-8 16,8-3 4-16,-4 3-3 0,8-3-1 0,-4 6 2 16,0 0 7-16,3 2-9 0,-3-2 0 0,2 1-1 15,3 2-10-15,-6 3 10 0,1-6-3 0,3 3 1 16,-3 1-3-16,3 2 2 0,-3 2 0 0,-1-2 2 15,3 2-1-15,3 3 2 0,-12-4-7 0,6 4 8 16,1 0-3-16,-5 1 0 0,0 2 2 0,0 1 1 16,-8 1-2-16,8-1-5 0,-10 6 4 0,-1 2 2 15,6-1 8-15,-8-3-14 0,3 4 1 0,2-4 4 16,-2 3-1-16,-8-2 0 0,6 2 3 0,-1-6-9 16,-2 6 5-16,4 1 0 0,-6-5 0 0,-1 3-2 15,3-1 4-15,-1-2-1 0,-2 1-5 0,0-4 4 0,1 6-10 16,-3 0 7-16,-6-2 6 0,6 1-7 15,-3 7-1-15,5-6 1 0,-2 5 0 0,-3-3 2 16,-3 4-1-16,1-1 3 0,-1 4 1 0,4 0-5 0,-2-2 4 16,-3 2 1-16,3-1-1 0,-3 4-1 0,-4-1-1 15,4 0-5-15,3 1 9 0,-4-3-1 0,1 6 1 16,-1-3-3-16,-1-3 2 0,2 5 8 0,1-4-9 16,-4 2-4-16,4 2-6 0,1-4-2 0,-1 6-3 15,1-6-5-15,-1 6 13 0,-1-3-2 0,-1 1-3 16,0 0 3-16,2 1 0 0,-2 0 1 0,-2-2 0 15,0 5-1-15,2-4 14 0,-1 2-8 0,-4 5 0 16,3-7 1-16,2 2 2 0,-5 5-2 0,5-7 0 16,-3 2 1-16,-2 5-12 0,1-4 14 0,-1 4-1 15,5-7 2-15,-5 7 1 0,3-7 2 0,2 3-5 16,-5 4 3-16,2-6-2 0,-2 6 1 0,5-6-7 16,-5 6 5-16,2-5-1 0,-2 5 1 0,6-4 11 0,-6 4-12 15,0-7 3-15,0 7-2 0,0 0-1 0,0 0 0 16,2-7-4-16,-2 7-2 0,0 0 0 15,0 0-12-15,0 0-3 0,0 0-8 0,0 0-6 0,0 0 1 16,0 0 0-16,0 0 2 0,0 0 2 0,-25 15 4 16,12-3 3-16,-2 2 4 0,-7 1 1 0,-1 3 6 15,-5 1 0-15,-2 4 4 0,-6 1-4 0,1 2 17 16,0-3-23-16,-1 1 9 0,8-9-1 0,0 5 3 16,0-2 2-16,1-2-2 0,1-2 2 0,1-1 6 15,5-2 0-15,3-3-4 0,4-1 3 0,-2 2 5 16,9-3 2-16,-3-3 4 0,3 0 14 0,-1 1 18 15,7-4 19-15,0 0-4 0,0 0-5 0,0 0-3 16,-1-13-7-16,9 2 1 0,7-1-9 0,0 1-3 0,6-6-4 16,-1-1-2-16,-3 0-4 0,6-2 5 15,-3 4-5-15,1-4-3 0,-4 9-1 0,-1-5-2 16,-1 5-5-16,3-1-2 0,-3 1 1 0,-3 0 0 0,1 7 5 16,-5-2-9-16,1 4-6 0,4-5 1 0,-7 7-2 15,-6 0 2-15,22 3-1 0,-12-1-6 0,3 3 0 16,2 4-6-16,5 5 5 0,-4-1-24 0,9 7-21 15,8 7-27-15,-1 2-30 0,3 2-32 0,1-1-49 16,2 6-70-16,7-8-91 0,-1 7-289 0,-1-5-695 16,-1-4 307-16</inkml:trace>
  <inkml:trace contextRef="#ctx0" brushRef="#br0" timeOffset="47365.13">10656 12106 137 0,'-2'-16'345'0,"2"0"4"0,0-1-7 0,0 2-5 15,0-3 11-15,0 6-2 0,0 0-5 0,0 5-9 16,0-1-27-16,2-1-30 0,-2 3-30 0,0 2-30 16,0 4-27-16,0 0-25 0,0 0-16 0,0 0-18 15,0 0-11-15,14 10-13 0,-7 2-6 0,1 8-15 16,-1-4-6-16,1 8-7 0,5 5-8 0,-4-1-5 16,6 11-10-16,-7-8 0 0,4 7-5 0,-4-8-13 15,3 3-33-15,-6-2-33 0,9-2-44 0,-4-4-29 16,-1 2-22-16,3-1-28 0,-4-1-35 0,-1-5-50 15,1-3-42-15,4-5-57 0,-4 1-291 0,0-4-688 16,-3-4 305-16</inkml:trace>
  <inkml:trace contextRef="#ctx0" brushRef="#br0" timeOffset="47771.34">11053 12120 104 0,'0'0'188'0,"0"0"-19"0,0 0-17 0,0 0-11 16,0 0-3-16,13 12-1 0,-11-4-9 0,-2 0-10 16,6 3-8-16,-1 4-5 0,-1 1-6 0,7-4-9 15,-3 8-6-15,-1-2-12 0,1-3-6 0,1 0-7 16,-1 2-2-16,-1-5-9 0,-1 1-5 0,1-3 3 16,-4-2-7-16,4-1-1 0,-6 0 25 0,4-5 25 15,0 3 29-15,-5-5 22 0,0 0 4 0,5 2-5 16,-5-2-16-16,12-11-6 0,-9 3 8 0,4-4-6 15,-1 0-18-15,-1-8 10 0,2 5 10 0,0-5 9 16,-2 1 1-16,1-4 1 0,1 4 5 0,-1 4-10 0,3-1 4 16,-4-2 1-16,1 4-5 0,-1 0-8 0,0 2-10 15,5 3-13-15,-5 0-12 0,-3-1-7 16,8 7-11-16,-7-4-12 0,4 5-5 0,-7 2-10 0,10-2-4 16,-10 2-1-16,19 7-15 0,-10-2 7 0,-3 4-5 15,9 3-15-15,-5-2-19 0,2 5-26 0,-4 2-25 16,5-4-27-16,-4 4-21 0,-1 1-21 0,-2 2-22 15,6-4-22-15,-7 2-39 0,5-3-37 0,-5-2-39 16,1 1-35-16,-1-5-290 0,2 0-668 0,-4 0 295 16</inkml:trace>
  <inkml:trace contextRef="#ctx0" brushRef="#br0" timeOffset="48609.02">11710 11954 78 0,'0'0'270'0,"0"0"-27"0,5-7-30 16,-5 7-24-16,0 0-14 0,0 0-17 0,0 0-14 15,0 0-12-15,1 23-12 0,-1-14-12 16,9-2-7-16,-6 3-12 0,-1 2-5 0,-1-4-9 0,6 6-6 16,-2-4-4-16,2-3-11 0,-6 1-3 0,1 0-5 15,5-1-2-15,-3 0-5 0,0-2-2 0,-4 0-2 16,6 0 14-16,-6-5 17 0,0 5 18 0,0-5 23 15,0 0 22-15,0 0 22 0,0 0 0 0,0 0-19 16,0 0-13-16,0 0-18 0,0 0-3 0,12-15-12 16,-15 8-5-16,3 7-9 0,0-16-4 0,0 4-8 15,-2 4 1-15,2-6-6 0,-2 5-11 0,2 2-1 16,-5-6-4-16,5 3-7 0,0 3-7 16,0-3 5-16,-6 0-6 0,6 1-4 0,-2-1 1 15,-4 1-1-15,6-2 15 0,-7 4-16 0,7-2-1 0,0-2-8 0,-2 4 4 0,-4-2-1 0,6-2 4 16,-2 7-10-16,-3-6 17 0,3 0 5 0,-3 2 4 15,5-6 1-15,-1 2 6 0,-1 6 1 0,-1-3-7 16,3-1 5-16,0 2-7 0,0-1 3 0,-4 0 3 16,4 1-10-16,0 8 2 0,-5-8-1 0,5-3-7 15,0 7 5-15,0 4-2 0,0-8-12 0,0 8 4 16,-1-9-3-16,1 9-4 0,0 0-3 0,0 0-5 16,1-6-12-16,-1 6 1 0,0 0 2 0,0 0-4 15,14 18 2-15,-8-9 3 0,1 3-6 0,3 0 1 0,1 6 3 16,-1-6 2-16,-3 7-2 0,6 3 0 15,-1 0 5-15,1 2-1 0,0 1 2 0,1-2-1 16,-3 0 0-16,4 2 2 0,-2-4 1 0,1 4-4 0,-5-8 2 16,3 1 2-16,-2 1-3 0,-3 0 2 0,6-1 4 15,-7-5-6-15,4 3 2 0,-3 2-1 0,3-4 3 16,-3 0-2-16,1-6 5 0,-3 3-7 0,1-2 2 16,-4-2-3-16,5 1 2 0,-6-2 9 0,4-1-10 15,-5 2 4-15,0-7 0 0,7 9-4 0,-5-5 6 16,-2-4-5-16,0 7 0 0,0-7 2 0,0 0-2 15,0 0 11-15,0 5-10 0,0-5 1 0,0 0-2 16,0 0-1-16,-2 10 4 0,2-10-2 0,0 0-5 0,-7 7 8 16,7-7-5-16,-6 1 3 0,6-1 0 15,-9 4 7-15,3-3-10 0,1 2 3 0,-3 1-6 16,1 1 4-16,-1-2 2 0,-1 3-1 0,-1 0-3 0,-1-4 7 16,3 5-1-16,-6-4-6 0,3 1 4 0,-4 2 1 15,0 1-4-15,0 0 15 0,-1-1-11 0,4-5-3 16,-3 5 4-16,2-1 0 0,5-5 6 0,-1 3 6 15,9-3 8-15,-13 1 6 0,13-1 19 0,0 0 11 16,-13 3 10-16,13-3 3 0,0 0-5 0,0 0-9 16,0 0-7-16,0 0-9 0,28-18-3 0,-13 13-4 15,6-3-10-15,4-3-14 0,3 3-24 0,0-3-12 16,1 5-30-16,-3-3-37 0,9 0-34 0,-5 5-53 16,-1-1-41-16,-7 5-64 0,6-3-47 0,0-1-48 15,-6-1-305-15,-2 10-741 0,-1-1 328 0</inkml:trace>
  <inkml:trace contextRef="#ctx0" brushRef="#br0" timeOffset="50937.61">16626 11455 71 0,'0'0'268'0,"0"0"-3"16,0 0-10-16,0 0 1 0,0 0-2 0,0 0 6 15,-15-13-7-15,15 13-3 0,0-11 1 0,5 4 9 16,-5-1-1-16,0-4 3 0,1 1-4 0,-7-8-3 16,6 3-5-16,0 1 2 0,5-5-9 0,-2 1-10 15,-3-5-12-15,0-6-6 0,7 3-9 0,-7-3-13 16,0-10-12-16,5-1-12 0,-4-3-12 0,-2 1-16 16,1-2-17-16,-5-2-11 0,-2 1-8 0,4-3-14 0,-15-4-8 15,9 0-10-15,-2-5-6 0,-4-17-8 16,-2 3-5-16,-6-2-7 0,8-2-6 0,-6 1 0 0,2-3-12 15,-2 6 1-15,8 0-4 0,-2 14-3 0,2 2 0 16,-4-22-2-16,4 24-5 0,0 6 2 0,3-9-4 16,-5 0-1-16,1 6-17 0,0 0-2 0,9 1-3 15,-7-2-3-15,-1 2 4 0,6 1 14 0,-1 2-11 16,1 1-1-16,1-1 3 0,4 4 3 0,-5 3-5 16,1-2-1-16,6 12 6 0,0-9-3 0,-2 5 2 15,-3-7 2-15,3 12-1 0,1-10-2 0,-4 9 1 16,3-2 1-16,-4 4 7 0,1-1-12 0,1-2 1 15,-2-1 3-15,1 7 1 0,3-4-7 0,-5 4 6 16,1-2-2-16,4 1-1 0,-4 3 7 0,-1 3-2 16,5 1-2-16,1-1-1 0,-4 2 2 0,-4 0 5 15,6-3-4-15,0 1-3 0,-1 5 4 0,-1-1-4 0,4 0 0 16,-3-2 3-16,4 1-1 0,0 0-3 0,-4 7 3 16,4 1 2-16,-4-4 5 0,1 2-7 0,3-4 3 15,-3 3-3-15,3-1-1 0,-4 3 4 0,4-2 1 16,-1 0-6-16,-3 2-2 0,1-2-1 0,0 4 5 15,1-5-1-15,2 2 1 0,-3 1-3 0,-2-4 5 16,3 3-3-16,-3 0 3 0,3-2-4 0,-2 1-2 16,0-3 7-16,-1-4-1 0,-1 4-2 0,2-1-3 15,-1-2 6-15,2 1-5 0,-4-2 2 0,-3-7 0 16,6 7-3-16,-1-2-1 0,0-5 8 0,-4 2-7 16,3-3 0-16,-1 2 1 0,2 1 2 0,-2-1 4 15,1-1-5-15,-1 5-2 0,-1-6 3 0,3 9-3 0,-3-7 6 16,4 6-3-16,-1 3-1 0,0-2-2 0,2 2 4 15,-2 1-2-15,2-2-3 0,-2 6 3 16,-2 1-1-16,7 1 0 0,-6-2 1 0,4 4 3 0,2-1-3 16,0 3 2-16,-7-2 2 0,7 7-1 0,0-7-3 15,0 7 11-15,-1-9-18 0,1 3 0 0,0 6 2 16,-5-7-2-16,5 7 1 0,0 0 11 0,0-5-7 16,0 5-4-16,0 0 2 0,0 0 0 0,0 0 5 15,0 0-5-15,-2-8-3 0,2 8 4 0,0 0 7 16,0-9-6-16,0 9 3 0,0 0 1 0,0-10-1 15,0 10-2-15,0-8 11 0,0 4-11 0,0 4 2 16,0-9-6-16,0 9 4 0,0-8-3 0,0 8 1 16,0 0 0-16,-5-7 1 0,5 7-1 0,0 0-5 0,0 0-1 15,0 0-8-15,0 0-13 0,0 0-14 16,0 0-17-16,-1-3-18 0,1 3-8 0,0 0 13 16,0 0 6-16,-7 22 7 0,-1-8 8 0,1-4 3 0,0 9 7 15,-8-6 6-15,7 2 4 0,-5 4-1 0,1 3 6 16,1-5 2-16,1 0 1 0,0 0 6 0,-2-2 2 15,4 0-1-15,-4 1 3 0,4-4 5 0,2-3-4 16,-3 0 4-16,4-1 6 0,2-3-4 0,-4 3 1 16,6-4 2-16,-4 3 4 0,1-4 3 0,4-3 4 15,-1 7 5-15,1-7 20 0,-8 3 8 0,8-3-4 16,0 0 0-16,0 0-1 0,0 0-2 0,8-24 8 16,-7 16-15-16,3 0 1 0,1-3-3 0,1-1-5 15,3 0 5-15,-6 1 3 0,9-1-3 0,-4 4-1 16,-2-6-7-16,4 8 0 0,-3-1-3 0,3 0-2 15,0 2-6-15,1 3-1 0,6 0-1 0,1 2-2 16,5 2-1-16,6 5 0 0,0 1-5 0,13 11-16 0,-3 0-19 16,6 0-40-16,0 2-53 0,6 4-58 15,4 3-36-15,-1 3-50 0,13 12-76 0,4-4-87 16,-8 5-348-16,-14-14-855 0,4 2 377 0</inkml:trace>
  <inkml:trace contextRef="#ctx0" brushRef="#br0" timeOffset="51625.04">16363 11721 230 0,'0'0'354'0,"3"-6"-23"0,-3 6-24 0,0 0-31 15,0 0-36-15,0 0-19 0,0 0-26 0,0 0-27 16,0 0-16-16,0 0-14 0,0 0-14 0,10 14-12 16,-5-1-9-16,1-2-11 0,-1 2-6 0,5 2-11 15,-1 4 2-15,2 1-18 0,1-1-4 0,-2 6-4 16,0-8-9-16,1 6-4 0,2 0 0 0,-4-4-5 16,2 4-1-16,1 1 1 0,1-2-10 0,-5-7-14 15,7 2-23-15,-2-1-41 0,1-2-44 0,-4-1-49 16,5-1-51-16,3-1-48 0,-8-4-242 0,6 2-530 0,-3-2 235 15</inkml:trace>
  <inkml:trace contextRef="#ctx0" brushRef="#br0" timeOffset="51984.38">16768 11931 166 0,'0'0'178'0,"0"0"-2"0,0 0-15 15,0 0-6-15,13 21-3 0,-13-12-11 0,2 3-3 16,3 1-13-16,3 1-9 0,-5-1-11 0,1-2-9 16,1 4-9-16,6 1-8 0,-11-4-11 0,5-2-4 15,-3 0-6-15,5-1-8 0,-2 0 0 0,-4-3-6 16,4 1 1-16,-2-1 29 0,1-1 26 0,-4-5 29 0,3 3 1 16,-3-3-10-16,0 0-9 0,15-11-12 15,-15 7 5-15,7-4-11 0,-6-2 2 0,6-3 1 16,-1-3 7-16,4 1 2 0,-5-1 11 0,2-3 18 0,0 0 9 15,-4 4 4-15,4-4 4 0,4 4 2 0,-8 2-1 16,4-3-10-16,1 6-10 0,-3-2-12 0,2 4-13 16,-5 1-11-16,6-2-11 0,-3 3-15 0,1 4-6 15,-1-1-5-15,5 1-11 0,-10 2-3 0,15 1-8 16,-6 3-6-16,-1 0-14 0,0 1-20 0,5 3-20 16,-6 2-28-16,0-1-17 0,2-1-43 0,1-1-22 15,0 5-31-15,-6-2-24 0,4 2-34 0,-1-4-39 16,1 3-41-16,-2-2-44 0,1-5-286 0,1 3-685 0,-1-3 304 15</inkml:trace>
  <inkml:trace contextRef="#ctx0" brushRef="#br0" timeOffset="52312.48">17342 11815 115 0,'0'0'260'0,"0"0"-3"0,0 0 0 0,0 0-7 16,0 0-8-16,0 0-9 0,17 14-9 0,-10-8-13 16,-3-3-21-16,3 3-13 0,0 0-15 0,-1 1-21 15,1 0-11-15,0 0-12 0,-4 0-16 0,4 1-9 16,-3 2-9-16,-2-2 2 0,0 1-16 0,-1 1-1 16,-1-2-4-16,-1 3 1 0,-1-1 7 0,-3 4 5 15,4-4 4-15,-8 0 2 0,1 1 9 0,1 1-15 16,1-6-7-16,4 3-8 0,-5-2-2 0,2 1-5 15,4-4-5-15,-2 0 9 0,3-4 8 0,-4 4 4 16,4-4-4-16,0 0-3 0,17 4-7 0,-4-4-4 0,9-4-20 16,6 1-22-16,1 2-35 0,3-6-31 0,13-8-44 15,4 6-46-15,-4 2-62 0,1-6-76 0,4-1-74 16,-5-6-264-16,-1 1-672 0,1-4 297 0</inkml:trace>
  <inkml:trace contextRef="#ctx0" brushRef="#br0" timeOffset="53610.69">21366 10173 153 0,'0'0'297'0,"0"0"-16"0,0 0-11 0,0 0-8 15,0 0-17-15,-20-12-11 0,17 6-12 0,-2 1-13 16,-2 0-2-16,1 0-5 0,-1-4 5 0,-3 1-20 15,2 3-7-15,-4-3-7 0,4-1-14 0,0 0-7 16,-2 0-7-16,-3-1-4 0,-2 2-10 0,0-1-6 16,1-2-16-16,-7 1-9 0,-4 1-9 0,-3-2 2 15,0-1-4-15,-2 0-6 0,-3-3 1 0,0 8-3 16,-12-10 0-16,0 7-6 0,4-5-1 0,-4-2-2 16,14 7-2-16,-12-10 4 0,0 6 2 0,11 1 0 15,1 3-1-15,-9-8-4 0,9 6 2 0,-7-7-7 16,8 2-5-16,2 2-4 0,-17-11-8 0,9 6-5 0,-1-2 4 15,-2 0 2-15,-3 3-5 0,4-6-4 0,0 1-6 16,-2 2 0-16,1 1-7 0,1-5-1 0,-4 1 7 16,4 3-11-16,-5-1-4 0,0-3-1 0,2 1-1 15,-1 2-1-15,-2 0-4 0,-1-1-2 0,2-3-1 16,-8 0 0-16,1 1-1 0,2 2 0 0,-5-2-4 16,-2-2 2-16,1-2-1 0,-4 6 0 0,0-3-4 15,5 3 3-15,-3-3 0 0,1 1-2 0,4-1 2 16,-6 2 1-16,4 4-4 0,2-7-2 0,-3-1 4 15,4 5 1-15,-1 2-1 0,1-4 4 0,5 2-6 16,1-5 0-16,0 4 1 0,0-1-1 0,6-1 0 16,0-1 0-16,1 7 0 0,2-6 1 0,-1-2-1 15,0 2 2-15,4-4 2 0,4 13-1 0,-5-9 1 0,0 0-1 16,8 6-3-16,-10-5 2 0,7 4 0 16,3 3-5-16,-9-8 5 0,9 7 1 0,-2-1 3 15,6 1-6-15,-17-3-3 0,11 3 0 0,-4 1 1 0,6-3 2 16,-10-3-1-16,5 7 0 0,2-2 2 0,3 1-3 15,-3 3 1-15,0-6-1 0,3 6 1 0,-3-4 1 16,0 5-3-16,-2-4 1 0,5 3-1 0,-4-3 2 16,4 6-3-16,2-1 1 0,1-1 3 0,-3-1-2 15,4 1-2-15,-1 2 3 0,6-2 2 0,-4 4-1 16,5-4 0-16,0 3 8 0,-2 0-11 0,3-1 2 16,-5 2 0-16,3-4-2 0,3 4 2 0,-2-1 1 31,3 0-2-31,-3 2-2 0,4 0 0 0,4 2 6 15,-5-1-2-15,2 3-1 0,2-5 1 0,0 7-2 0,1 0 0 16,1-5 0-16,-3 2 6 0,6 2-6 0,-2 0 1 16,0 2-2-16,2-3 1 0,3 6 1 0,-8-8-3 15,8 8 1-15,-7-3 0 0,7 3-2 0,-5-4-2 16,5 4-11-16,-7-5-11 0,7 5-24 0,-3-6-18 16,3 6-23-16,-5-2-23 0,5 2-23 0,0 0-27 15,-13-7-26-15,10 4-18 0,-2-1-18 0,5 4-16 16,-10-3-23-16,10 3-26 0,-14-3-22 0,14 3-34 15,-10-6-285-15,5 3-687 0,5 3 305 0</inkml:trace>
  <inkml:trace contextRef="#ctx0" brushRef="#br0" timeOffset="54048.15">17288 7308 81 0,'0'0'190'0,"0"0"-19"16,0 0-14-16,1 4-16 0,-1-4-9 0,0 8-9 16,0-8-15-16,0 0-1 0,0 0 2 0,-15 8 0 15,7-5 1-15,7 1-4 0,-11-1 2 0,2 0 1 16,-3 2-3-16,-7-3-4 0,3 5 5 0,-1-3-3 15,0-1-1-15,-10 1-1 0,5-2-3 0,-1 3-3 16,3-5-5-16,-10 4-6 0,2-3 0 0,0 3-2 16,0-4-6-16,6 1-1 0,3 1-7 0,4-4-5 15,-1 2-8-15,4 0-2 0,0 0-8 0,5-1-4 16,8 1-6-16,-14 1-2 0,14-1-7 0,-15 0-2 16,15 0-5-16,-1 9 0 0,-3-6-2 0,4-3 0 15,4 15-2-15,1-4-2 0,-2-3 2 0,5 9-3 16,6 0-2-16,-6-1-2 0,2 0-2 0,6 6 1 15,-2 3 1-15,-3-3-6 0,2 4 4 0,1 1 0 16,-4 1 1-16,4 1 4 0,-7-2-10 0,8 6 2 0,-8-2 1 16,1-2 6-16,-2 1-22 0,1 1-16 0,0-2-34 15,1 4-53-15,0-4-67 0,4-1-79 0,-4-1-276 16,7-4-581-16,2-4 258 0</inkml:trace>
  <inkml:trace contextRef="#ctx0" brushRef="#br0" timeOffset="54688.72">22480 10611 121 0,'0'0'248'0,"-15"3"-9"0,10-2-14 15,5-1-2-15,-3 10-5 0,-4-3-2 0,7 3-12 16,3 0-9-16,-3 0-9 0,0 8-6 0,4-3-11 15,-1 5-9-15,2-3-9 0,2 1-12 0,-1 8-10 16,1-6-14-16,1 5-12 0,0-8-8 0,7 8-8 16,-3-1-7-16,-4 2-10 0,2-3-7 0,3 3-6 15,1-1-8-15,-4-5-28 0,4 6-20 0,-2-8-33 16,0 4-51-16,-1 0-47 0,-1-10-61 0,5 0-57 16,-3 2-262-16,-2-5-553 0,1 2 244 0</inkml:trace>
  <inkml:trace contextRef="#ctx0" brushRef="#br0" timeOffset="55141.8">22910 10716 78 0,'0'0'243'15,"2"-3"-28"-15,-2 3-21 0,0 0-20 0,0 0-10 16,0 0-8-16,8 17-3 0,-8-4-10 0,7-1-12 15,-2 6-12-15,0-5-15 0,1 10-11 0,1-4-8 16,1 7-7-16,-1-5-8 0,1 6-6 0,0-1-8 16,2-1-2-16,-1-3-1 0,-3-2-10 0,1-5-2 15,-2 0-4-15,1-3-4 0,-1 0-1 0,-1-1-3 16,1-7 0-16,-4 0 39 0,-1 1 26 0,5 0 23 16,-5-5-19-16,0 0-7 0,0 0-9 0,14-15 12 0,-11 4 3 15,2 0-2-15,1-5 4 0,-2-2 3 16,2 1 17-16,3-1 1 0,-3-1 10 0,3-6 2 15,4-1 9-15,-8 8 10 0,5 0 10 0,-2 2-3 0,0-1-3 16,4 5-5-16,-4-3-8 0,-1 6-4 0,1-3-20 16,-1 9-12-16,-1-5-14 0,1 3-14 0,3-2-11 15,-4 7-6-15,-6 0-8 0,20 7-4 0,-11-2-10 16,1 2 0-16,1 5-6 0,1-2-3 0,1 3-9 16,2 1-1-16,-7 1-14 0,4-2-25 0,-2 4-24 15,3 0-35-15,-3-4-42 0,5-4-43 0,-2 6-29 16,-5-3-31-16,4 2-37 0,-6-6-47 0,4 1-51 15,5-1-56-15,-6-1-260 0,-1-4-729 0,3 2 322 16</inkml:trace>
  <inkml:trace contextRef="#ctx0" brushRef="#br0" timeOffset="55563.63">23617 10647 214 0,'3'-5'331'0,"2"-3"-10"15,2 0-19-15,0 0-14 0,2 1-18 0,-2-1-14 16,3-2-22-16,-2 4-20 0,6-3-21 0,-1 2-26 16,0 0-9-16,-3 4-23 0,3 2-9 0,2-3-16 15,2-1-9-15,1 5-13 0,-7 0-9 0,4 0-13 16,0 0-4-16,0 5-10 0,0-1-3 0,-8-1-2 15,6 2-10-15,-5-4-4 0,0 6-1 0,-1 1-5 0,5-2-8 16,-9 2 5-16,4-3-6 0,-7 3 1 16,0 1-5-16,0-2-1 0,0 4-2 0,-7-2 3 15,7-2-2-15,-2 4-5 0,-4-3 2 0,6-1-4 0,-7-1 5 16,7 3-4-16,0-3 10 0,-2 0-9 0,-3 2-5 16,10 0-4-16,-5-1 4 0,2-2 3 0,-2 6-4 15,7-2 0-15,-1-2 0 0,3 5 2 0,2-2 3 16,-1 3-4-16,3-1 10 0,1 0-5 0,-3 0-8 15,2 0 5-15,1 0 5 0,1-2 3 0,-4 5-4 16,1-3-1-16,-2 0-2 0,-4-1 0 0,3 0 8 16,-4 1 0-16,1-4 6 0,-6 3 6 0,0 1-5 15,0-1-7-15,-8 2 8 0,1 5-3 0,-8-6-6 16,0 0-4-16,-3 0-37 0,-5 0-34 0,-2 0-48 16,-1 5-59-16,-14-2-106 0,9-1-99 0,-1-1-196 15,2-3-618-15,1 5 273 0</inkml:trace>
  <inkml:trace contextRef="#ctx0" brushRef="#br0" timeOffset="57533.13">22384 10410 281 0,'0'0'352'0,"0"0"-16"0,-3-8-24 0,3 8-32 0,0 0-24 16,0 0-20-16,0 0-35 0,0 0-9 0,0 0-16 16,0 0-22-16,0 0-20 0,0 0-9 0,0 0-12 15,0 0-18-15,0 0-6 0,0 0-11 0,0 0-4 16,0 0-8-16,0 0-4 0,24 5-1 0,-24-5-9 16,22 0-7-16,-14-2 0 0,7-1-8 0,-5 2 1 15,2-2 4-15,3-1-15 0,-7 0 1 0,5-1 14 16,-5 0-18-16,6 0-4 0,-4-2 24 0,-4-1 14 0,1 1 2 15,-2 1-3-15,-4-3-10 0,4 3-8 16,-5-2-2-16,-5 1-17 0,4-4-18 0,-4 7-38 16,-5-2-37-16,2 3-40 0,-11-1-42 0,-2 4-55 0,1 1-70 15,-7 3-315-15,-9 4-646 0,-7 1 286 0</inkml:trace>
  <inkml:trace contextRef="#ctx0" brushRef="#br0" timeOffset="58251.82">16123 11393 112 0,'-10'4'234'15,"5"-2"-23"-15,-5 0-25 0,5 3-15 0,-5-2-21 16,3 4-11-16,4-3-16 0,-2 0-8 0,2 0-13 0,3-4-3 16,0 12 16-16,0-12 6 0,3 8 4 0,4-2-3 15,1-2-5-15,2 0-6 0,1-4-2 16,1 1-4-16,1-1-5 0,-1 3 0 0,-12-3-4 0,21-4-5 16,-9 4-4-16,-1-4-6 0,-2-2 9 0,2 2 4 15,-7-2-18-15,2 0-10 0,1 1-5 0,-1-2-5 16,-6 1-7-16,2 0-15 0,3-2-14 0,-10 1-28 15,5 7-31-15,-8-8-37 0,0 4-42 0,3 0-57 16,-5 0-59-16,-4 4-269 0,-2-3-546 0,-4 3 242 16</inkml:trace>
  <inkml:trace contextRef="#ctx0" brushRef="#br0" timeOffset="59848.87">10417 11658 59 0,'0'0'310'0,"7"-9"-23"16,-7 9-28-16,0 0-27 0,5-3-26 0,-5 3-24 15,0 0-18-15,0 0-16 0,0 0-14 0,0 0-15 16,20 14-12-16,-12-10-11 0,-1 0-9 0,1 3-9 15,-2-2-6-15,4 2-8 0,-3 0-6 0,5-1-6 16,-4 0 0-16,-2 0-5 0,1 0 5 0,-4-5 8 0,4 6 11 16,-7-7 12-16,8 3 11 0,-8-3 15 0,7 4 22 15,-7-4 29-15,0 0 12 0,0 0-18 16,0 0-7-16,0 0-14 0,0-15-13 0,0 15-13 0,-8-15-11 16,3 11-11-16,3-4-14 0,-5 0-27 0,4 0-34 15,-4-2-58-15,1 3-47 0,1-2-45 0,-2 1-56 16,-1 4-73-16,5-4-85 0,-4 1-248 0,2-3-652 15,3 2 288-15</inkml:trace>
  <inkml:trace contextRef="#ctx0" brushRef="#br0" timeOffset="71813.91">10861 8413 327 0,'0'0'360'0,"-4"-5"-20"0,4 5-13 0,-4-9-12 16,0 2-13-16,4 7-8 0,0-7-14 0,0 7-24 15,4-12-23-15,-3 9-19 0,-1 3-26 0,5-6-12 16,-2 3-21-16,4-4-14 0,-2 3-17 0,3 0-15 15,-8 4-6-15,17-4-18 0,-6 0-9 0,4 0-10 16,4 1-2-16,-1 2-7 0,0-1-5 0,3 4-9 16,1-4 0-16,6 4-4 0,0 2-7 0,-3 4-8 0,3-5 2 15,2 2-3-15,-5 2-2 0,3 1-4 0,0 0-2 16,-6 0 4-16,4 2-5 0,-4-1-5 16,-2-1 0-16,-4 2 3 0,7-1-4 0,-8 4-5 0,5-2-1 15,-5 1-5-15,0 3 1 0,0 0-1 0,-4-4 1 16,-1 5-8-16,-2-1 4 0,-1-6-1 0,0 5-13 15,-6 2 8-15,3-3 2 0,-4 4 6 0,-4-2-3 16,1 0 3-16,-4 0 13 0,1-5-14 0,-4 4 3 16,-3 0 4-16,-1-3 0 0,0 1-5 0,-1-2 4 15,0 3 17-15,0-4-7 0,3-5 7 0,-4 6 1 16,-7-5 21-16,8 2 3 0,0-2 16 0,-7-2 12 16,9 0 12-16,5-1 15 0,-7 0 10 0,2-2 9 15,1-2 3-15,12 2 3 0,-18-6 0 0,11 2-3 16,-1-4-6-16,1 1-6 0,2-3-12 0,0-3-7 15,-1 1-7-15,6-2-11 0,-2-2-9 0,2 0-6 16,2-1-7-16,-2-1-5 0,5 3-9 0,1 0-14 0,3 0-10 16,-3-2-14-16,2 2-27 0,2 2-29 0,-3 4-37 15,6-1-35-15,-4 2-39 0,7-3-39 0,2 3-36 16,2 0-25-16,0 5-32 0,-3 0-33 0,4 3-33 16,7-1-26-16,-6 1-325 0,3 4-780 0,-6-1 346 15</inkml:trace>
  <inkml:trace contextRef="#ctx0" brushRef="#br0" timeOffset="73048.17">11764 8358 81 0,'-4'-6'104'16,"4"6"3"-16,0 0 3 0,0 0 8 0,0 0-7 0,0 0 12 15,0 0-2-15,0 0 0 0,6-9 0 0,-6 9 3 16,0 0 5-16,0-6-5 0,0 6 2 0,0 0-3 16,0 0 3-16,0 0 1 0,0 0 3 0,0 0-1 15,-6-7-2-15,6 7 3 0,0 0 1 0,0 0-13 16,0 0-6-16,0 0-5 0,0 0-9 0,0 0-9 15,0 0-10-15,0 0-8 0,0 0-5 0,0 0-17 16,0 0-2-16,0 0-6 0,0 0 6 0,0 0-16 16,-17 13 0-16,12-9-9 0,-2 1 1 0,6 4-3 15,-4-1-3-15,1-3 2 0,-1 3-3 0,-1 1-3 16,6 0-1-16,-8 3-1 0,8-3-1 0,0 1 1 16,0 1 9-16,0-2-12 0,5 3 2 0,-2-1 1 15,-3-5-3-15,11 3 2 0,-2 3-3 0,-3-9 2 16,3 5-4-16,6 0 2 0,-1-5-3 0,1-2-1 0,2 3-7 15,-4-3-3-15,5-1 1 0,-1-1 2 0,-1-4-9 16,-4 3-1-16,0 1 6 0,-1-5 3 16,-1 0-2-16,2 0 2 0,-4-2 1 0,-1-1 0 0,1-1 0 15,-6 1-1-15,-2-6 3 0,0 6-2 0,1-7 2 16,-2 3-4-16,1-1 5 0,-7 4-2 0,0-6 7 16,-1 4 1-16,1-3 4 0,-1 4 2 0,0 1-3 15,0 1 0-15,-1 1-4 0,-2 1 1 0,2 1-2 16,-4 0-5-16,3 1 1 0,0 4 2 0,-1-2-2 15,-4 3 6-15,15 0-11 0,-22 3-12 0,7-2-15 16,7 4-10-16,0-2-17 0,0 4-18 0,-4-2-18 16,5 2-21-16,7 1-17 0,-1 1-5 0,1-2-15 15,0 0-12-15,0-7-11 0,8 10-19 0,-1-5-13 16,6 0-163-16,-3-2-403 0,8 1 178 0</inkml:trace>
  <inkml:trace contextRef="#ctx0" brushRef="#br0" timeOffset="73470.09">12074 8283 107 0,'0'0'208'16,"0"0"-8"-16,0 0-12 0,5-6-21 0,-5 6-18 0,0 0-14 15,0 0-15-15,0 0-12 0,0 0-9 0,0 0-9 16,5 15-6-16,-5-6-11 0,-2-2-4 0,2 1-8 16,-3 1 3-16,3 1-4 0,0 0-6 0,0-1-4 15,3 2-7-15,-3-3-5 0,2 4-5 0,3-3 2 16,-3 1-2-16,-2-1-5 0,6-4 2 0,-4 1-1 15,4-2 0-15,-1 3 14 0,-5-7 12 0,10 5 1 16,-3-5 2-16,-7 0-4 0,17 0-4 0,-17 0-4 16,14-9-2-16,-7 6-3 0,3-4-2 0,-5-1 3 15,3-1-4-15,0-3-1 0,-1-1 5 0,0 3 3 0,-1-7 6 16,1 8-4-16,-7-3 13 0,7-1 14 16,-6 2-5-16,-1-4 8 0,0 6 1 0,2 2 10 15,-2-4-6-15,0 3 7 0,0 8 7 0,0-8-23 0,0 8-11 16,0-8-5-16,0 8-11 0,0-6-8 0,0 6-10 15,0 0-8-15,0 0 3 0,0 0-3 0,0 0 2 16,0 0-5-16,-2 21-4 0,2-13 1 0,2 2 11 16,5-1-22-16,-4 0 0 0,0 2-4 0,2-3-11 15,2 4-5-15,-2 0-6 0,5-2-8 0,-2-1-16 16,2-1-7-16,-2-1-18 0,5-2-17 0,2 2-26 16,-6 0-15-16,4-6-26 0,-5-1-17 0,5 0-19 15,2 0-7-15,-7-4-14 0,1 0-14 0,2-3-6 16,4 2-2-16,-7-2-120 0,-1-3-386 0,0 0 171 15</inkml:trace>
  <inkml:trace contextRef="#ctx0" brushRef="#br0" timeOffset="73688.82">12475 8040 67 0,'0'-18'198'0,"-2"-2"16"0,-5 7 5 16,7-2 15-16,-1 3 5 0,-4 3 3 16,5-3-6-16,0 4-7 0,-2 4-10 0,0-5-19 15,2 9-19-15,0-11-23 0,0 11-15 0,-5-4-17 0,5 4-14 16,0 0-12-16,0 0-11 0,0 0-7 0,0 21-8 15,0-14-10-15,0 1-5 0,0 6 5 0,9-3-21 16,-9 6 2-16,0 1-7 0,6-3-5 0,1 3-4 16,1 0 1-16,-1 1 0 0,1 7-5 0,0-9-3 15,6 6-12-15,-1-6-20 0,-7 2-25 0,3-4-32 16,1 0-40-16,-2 4-40 0,-1-6-56 0,1-3-48 16,-2-1-255-16,3-1-548 0,-9-1 242 0</inkml:trace>
  <inkml:trace contextRef="#ctx0" brushRef="#br0" timeOffset="73891.92">12357 8137 254 0,'-2'-5'332'16,"-4"-2"-21"-16,6 7-21 0,0-13-21 0,0 13-17 15,6-10-26-15,3 2-23 0,-3 0-22 0,9 0-16 0,0 1-16 16,2 0-19-16,2 1-10 0,3 0-18 0,1 2-33 15,5-3-45-15,-6 6-48 0,1 1-58 0,0 1-50 16,5 1-65-16,-6-1-66 0,-4 4-134 0,2-2-430 16,-5 6 191-16</inkml:trace>
  <inkml:trace contextRef="#ctx0" brushRef="#br0" timeOffset="74438.75">11407 9035 149 0,'-10'1'346'0,"-3"-1"0"15,13 0 5-15,-20-1 1 0,12 1 0 0,8 0 2 0,0 0-2 16,-17-4 0-16,17 4-8 0,0 0-5 16,-11 0-12-16,11 0-18 0,0 0-27 0,0 0-31 15,28-22-26-15,-7 10-24 0,9-3-19 0,15-7-19 0,6-3-16 16,10 6-15-16,12-5-13 0,6 0-13 0,-21 1-10 15,25 1-8-15,-20 6-14 0,0-1-8 16,10-4-22-16,-17 6-19 0,-5 2-23 0,2-6-25 0,-8 7-32 16,-2 5-28-16,-11-2-33 0,-4 3-35 0,1 1-36 15,-5 2-34-15,-13 2-25 0,-1 1-34 0,2 0-23 16,-4 4-15-16,-8-4-28 0,8 4-36 0,-8 3-246 16,0-7-680-16,-15 15 301 0</inkml:trace>
  <inkml:trace contextRef="#ctx0" brushRef="#br0" timeOffset="75063.69">11319 9276 191 0,'0'0'290'0,"0"0"-18"0,0 0-9 16,0 0-14-16,0 0-15 0,0 0-20 0,0 0-13 16,0 0-17-16,0 0-16 0,0 0-15 0,0 0-5 15,37-1-12-15,-29 1-14 0,5 0-8 0,7 0-11 0,-3 0 3 16,-2 1-22-16,8-1-6 0,-10 3-10 16,8 0-9-16,-1 2-8 0,-2-2 1 0,6 2-7 15,-6 0-9-15,0 0-2 0,-3 0-9 0,3 7 3 16,0-2-6-16,-4 0 1 0,-3 2-2 0,1-2 0 0,3 2-3 15,-9 3-2-15,3-1 0 0,-1-1-1 16,-2 4-9-16,3-5 5 0,-9 3-1 0,0-1-2 16,0 3 2-16,0-2 1 0,-9 0 1 0,9-1 7 0,-6-1 11 15,3-2 6-15,-9 0 24 0,4 2 15 0,-1-4 21 16,-1 0 16-16,-1 0 14 0,3-5 22 0,-9 1 6 16,5 0 12-16,-2-3 7 0,-5-2 3 0,1 0 1 15,2-2-5-15,-4-4 5 0,3-1 2 0,1-2-3 16,-3 4-8-16,8-8-4 0,-2 4-9 0,-1-3-10 15,8 1-11-15,-2-5-11 0,8 6-14 0,-2-7-12 16,4 1-18-16,-2 2-8 0,11-1-29 0,-3 2-26 16,4 1-27-16,3 3-37 0,3-5-50 0,0 7-54 15,9-4-45-15,-1 4-57 0,1 2-43 0,-6 3-39 16,2-3-51-16,-1 4-62 0,8-1-55 0,-7 2-288 16,-2-2-858-16,-1 2 380 0</inkml:trace>
  <inkml:trace contextRef="#ctx0" brushRef="#br0" timeOffset="75407.41">11892 9144 311 0,'0'0'347'0,"0"-8"-12"0,0 8-17 16,0 0-30-16,0 0-23 0,0 0-32 0,0 0-15 15,0 0-26-15,0 0-20 0,0 0-24 0,0 0-8 0,0 0-10 16,7 17-23-16,-4-10-4 0,0 1-14 16,-1 2-8-16,3-2-4 0,-2 1-12 0,0 3-5 15,1 2-3-15,4-6-5 0,-8 11-7 0,5-11-9 0,-2 6 0 16,2-4 11-16,4 5-12 0,-9-1-14 0,4-2-22 15,0-1-16-15,2-2-31 0,-6-1-31 16,7 0-40-16,-2 3-41 0,0-7-40 0,0 0-48 16,-3 0-55-16,6 0-170 0,-8-4-511 0,13 2 227 0</inkml:trace>
  <inkml:trace contextRef="#ctx0" brushRef="#br0" timeOffset="75829.25">12119 9232 253 0,'0'0'285'16,"-5"-7"-13"-16,5 7-13 0,0 0-14 0,0 0-21 15,-2-4-22-15,2 4-29 0,0 0-18 0,0 0-8 16,0 0-19-16,0 0-14 0,0 0-14 0,0 0-10 16,0 0-12-16,8 20-2 0,-1-13-8 0,-5 0-6 15,-1 1 2-15,4 0-13 0,0 1-10 0,-1 1-2 16,-1-3-3-16,0 1-4 0,2 1-2 0,-2-2 6 0,2-3-10 15,-3 3-1-15,3 2-5 0,0-6-2 16,-2 1 1-16,-3-4 0 0,4 4 3 0,-4-4-5 16,3 5-2-16,-3-5-1 0,0 0 2 0,0 0-4 0,0 0 0 15,11-12-2-15,-7 8 1 0,-1-4 21 0,2-1 7 16,-5 0 14-16,2-1 1 0,3 0 5 0,-2-2 11 16,2 4 6-16,-3-4 11 0,3 2 21 0,-2-2-13 15,4-4 4-15,-7 7-5 0,6 0 9 0,-1 0-4 16,0 5-11-16,-3-7 5 0,1 6-9 0,2 0-11 15,-3 0-8-15,-2 5-10 0,5-3-7 0,-2-3 0 16,-3 6-10-16,0 0-9 0,0 0-2 0,18 6-3 16,-13-3-1-16,2 2-5 0,-1 0 2 0,3 0-7 15,-6 7-25-15,9-6-10 0,-6 2-19 0,1 2-22 16,-4-4-31-16,2 1-19 0,-2 2-13 0,2-2-23 16,0 0-31-16,4-1-38 0,-3 0-45 0,-4-3-40 15,-2-3-44-15,6 6-220 0,-6-6-613 0,7 3 271 0</inkml:trace>
  <inkml:trace contextRef="#ctx0" brushRef="#br0" timeOffset="76219.84">12385 8892 218 0,'0'-6'322'0,"0"6"-2"16,0-12-1-16,0 7-16 0,0-2-10 0,0 7-13 16,7-10-4-16,-6 5-8 0,-1 5-3 0,0-6-10 15,0 6-18-15,0-6-23 0,0 6-18 0,0 0-21 0,0 0-22 16,0 0-15-16,7-8-18 0,-7 8-21 0,0 0-7 15,0 0-10-15,7 18-8 0,-1-10-4 16,-2 1-11-16,2 1-2 0,3 4-5 0,-3-1-8 0,1 4-4 16,-2 0 1-16,5 5-14 0,-4-3 5 0,1 3-4 15,1 3 3-15,7-3-6 0,-10 4-3 0,7-3 5 16,-2-1-8-16,-7-3-6 0,5 1-32 0,2 0-34 16,-2-1-48-16,-3-4-51 0,2 3-34 0,0-3-52 15,1 0-93-15,-2-2-86 0,-1 2-215 0,-1-4-684 16,1-2 303-16</inkml:trace>
  <inkml:trace contextRef="#ctx0" brushRef="#br0" timeOffset="77896.1">14687 8901 17 0,'-4'-3'365'0,"4"3"7"0,-4-10-14 0,4 10-6 16,-5-8-6-16,4 5-4 0,1 3-8 0,0-12-18 15,0 12-24-15,0-6-30 0,0 6-23 0,6-12-24 16,-1 7-24-16,5 1-20 0,5 0-18 0,3-4-19 16,0 5-14-16,2-3-11 0,10 3-10 0,3 3-10 15,-1 0-13-15,-1-3-5 0,1 6-4 0,1-2-9 16,-2 6-6-16,2-2-8 0,-1 5-8 0,-4-5 0 16,2 5-5-16,-7 0-3 0,-2-3-8 0,1 3 2 15,-7 0-6-15,0 2-10 0,-1 2-2 0,1-1-2 16,-6 1-3-16,1 2-1 0,-7-1-3 0,-3-2 3 15,6 4-5-15,-7-5-2 0,-4 4-3 0,3 4 6 16,-4-5 2-16,-3 1 1 0,-2-1 0 0,1-1 3 0,-5 1 0 16,0-2-2-16,2-4 2 0,-7 2 2 0,3-2 1 15,2-3-4-15,1 0 2 0,-6-3 5 0,5 0 3 16,-2-3 10-16,-1 0 11 0,1 0 13 0,3-4 12 16,4 0 11-16,-2-1 5 0,0-3-2 0,1-4 0 15,3 0-8-15,-1 0-7 0,3-5-5 0,4-2-7 16,-5 3-12-16,14-4-18 0,-5 1-13 0,3-4-26 15,8 4-30-15,-5-1-41 0,7-1-37 0,0 6-45 16,-3 0-40-16,7 3-50 0,-2 3-41 0,11-3-61 16,-6 6-66-16,1 0-224 0,7 3-717 0,-14 0 317 15</inkml:trace>
  <inkml:trace contextRef="#ctx0" brushRef="#br0" timeOffset="78724.14">15389 8788 66 0,'0'0'218'0,"-10"-1"-15"0,10 1-23 0,0 0-11 15,-13 8-5-15,13-8-11 0,-8 8-13 0,1-1-12 16,2 1-12-16,-3 0-10 0,5 3-9 0,-2-3-9 15,0 4-7-15,0 2-8 0,0-4-7 0,5 2-3 16,-2 1-8-16,2-3-3 0,0 1-5 0,2 0-1 16,-1 3-4-16,4-6-4 0,2-1-1 0,0 2-2 15,1-3-4-15,2-2-3 0,1-2-1 0,6 4-8 16,0-6 4-16,-3-8-5 0,0 7-1 0,1 1-11 16,-1-3-6-16,0-3-9 0,-4 0-1 0,-2-3-2 15,4 3-2-15,-4-2-4 0,-2-4 1 0,-2 5 0 16,-1-2-1-16,-1-3 6 0,-2 4 0 0,-5-3 0 15,1 3-4-15,-2-1 6 0,1 0 1 0,-3 0 2 16,1 1 0-16,-1 4-1 0,-2-2 0 0,-2 1 2 0,9 1 0 16,-9 1 2-16,12 3-6 0,-16-5 3 0,11 5 2 15,5 0 0-15,0 0-1 0,-15-1 1 0,15 1 1 16,0 0 2-16,0 0 2 0,0 0 2 16,0 0-4-16,0 0 3 0,0 0 4 0,0 0-5 0,0 0 1 15,28-2 1-15,-28 2-2 0,23 0 1 0,-10-4-2 16,-1 3 2-16,-2-1-1 0,0-4-1 0,5 3-2 15,-4 3 4-15,-2 0-4 0,4-1 6 0,-13 1-1 16,16 0-5-16,-4-2 0 0,-12 2 2 0,15 2-5 16,-9-1 0-16,-2 3 4 0,2 1-3 0,-6-5 5 15,7 9 0-15,-5-3-2 0,3 1-2 0,-4 1 7 16,6 1-7-16,-4 1 4 0,2 1-4 0,-3-2 5 16,6 2-2-16,-1-1 4 0,-1-2 0 0,-1 1-3 15,2 1 5-15,0-7 15 0,-4 4 5 0,4-2 9 16,-3 1 6-16,1-2 11 0,2-2-4 0,-7-2-2 15,0 0 1-15,22-2-10 0,-14-2 1 0,-2-4-7 16,3 3 0-16,1-3-3 0,-5-1 5 0,3 1-2 0,-3-1-2 16,2-6-7-16,-3 3-3 0,0 2 7 0,-4-5 4 15,1 6 2-15,4-6-2 0,-3 6 4 16,-2-7 1-16,3 6 5 0,-3 1-2 0,0-1 5 0,0 2 0 16,4 1-2-16,-4 1-4 0,0 6-7 0,0-7-5 15,-4 0-4-15,4 7-1 0,0 0-6 0,0 0 0 16,0 0-1-16,0 0-4 0,0 0 3 0,0 0-3 15,0 0-3-15,10 18 2 0,-8-13 1 0,3 1-2 16,0 0 0-16,-2 1 0 0,5 1 0 0,-3-2 6 16,-3 2-12-16,6-3 3 0,-3 2 0 0,-1-2-1 15,4 2-6-15,-3-4-13 0,2 2-11 0,-1 0-12 16,-6-5-13-16,8 2-19 0,-1-1-15 0,-7-1-23 16,15-4-20-16,-15 4-16 0,7-7-16 0,-6 3-21 15,7-2-11-15,-4 0-23 0,-3-3-139 0,1 3-385 16,1-3 171-16</inkml:trace>
  <inkml:trace contextRef="#ctx0" brushRef="#br0" timeOffset="78942.87">15863 8391 27 0,'-2'-10'250'0,"0"2"1"0,-3 4-5 0,5 4-10 16,0-12-24-16,0 7-21 0,0 5-22 0,-8-6-23 15,8 6-12-15,0 0-14 0,0 0-13 0,0 0-10 16,0 0-9-16,15 24-9 0,-2-9-10 0,-4-3 2 15,-1 4-5-15,5 6-5 0,2-2-4 0,-2 6-4 16,2 2-5-16,-2-2-5 0,7 10-4 0,-7-6-2 16,1-2-3-16,-1 1-1 0,-2 0-1 0,1-1-7 15,-2 2 0-15,-3-14-8 0,-1 6-24 0,1-6-28 16,-4 3-33-16,0 0-44 0,1-6-46 0,-4-1-36 16,3-5-40-16,-3 1-143 0,0-1-406 0,0-3 180 15</inkml:trace>
  <inkml:trace contextRef="#ctx0" brushRef="#br0" timeOffset="79130.36">15896 8607 277 0,'0'-5'256'0,"0"5"-22"0,1-10-24 0,6 4-17 15,-7 6-20-15,8-4-19 0,6-3-16 0,-5 6-12 16,3-2-11-16,1 3-15 0,-3-3-35 0,3 5-35 15,4-1-43-15,-7 2-41 0,8-2-57 0,-1 2-60 16,-6 4-116-16,-1-6-312 0,0 5 139 0</inkml:trace>
  <inkml:trace contextRef="#ctx0" brushRef="#br0" timeOffset="79505.32">15124 9476 309 0,'-13'0'328'0,"13"0"3"0,-1 7 10 0,1-7 11 0,0 0-6 16,0 0-22-16,0 0-20 0,16-15-19 0,-6 12-10 16,8-5-9-16,4-4-23 0,1-1-16 0,7-4-14 15,11 0-28-15,2-5-12 0,3 3-16 0,6-1-16 16,1 0-16-16,3 0-14 0,-3 2-10 0,5-5-13 16,-7 7-4-16,2-2-15 0,0 3-16 0,-2 0-29 15,-7-3-25-15,0 9-36 0,-7-5-44 0,-8 2-38 16,1 4-39-16,-2-2-35 0,-8 6-48 0,-3-1-50 15,-1 2-45-15,-1 2-331 0,-5 1-722 0,-10 0 320 16</inkml:trace>
  <inkml:trace contextRef="#ctx0" brushRef="#br0" timeOffset="80224.08">14896 9864 150 0,'0'0'289'16,"0"0"-16"-16,0 0-18 0,0 0-14 0,0 0-13 0,36-11-12 15,-21 10-7-15,2 2-22 0,3 2-17 16,0-3-10-16,-2 2-15 0,3 0-14 0,1 2-14 15,1-1-10-15,-1 1-9 0,1 4-9 0,5 0-9 0,-12-1-11 16,6 2-4-16,-2 2-8 0,-4 0-8 0,-1 3-2 16,-3-4-5-16,-2 9-6 0,-4-6-4 0,-1 5-6 15,-1-2 4-15,-3 3-6 0,-1-3 6 0,-3 0-8 16,1 2 1-16,-4 2-1 0,-6-5 3 0,1 1 6 16,1 1 0-16,-5-2 13 0,-8 3 8 0,8-4 14 15,0-1 19-15,0-4 13 0,2-2 16 0,-2 1 20 16,3-4 22-16,2-1 16 0,2-3 11 0,8 0 4 15,-20-1-3-15,10-2 0 0,5-8-6 0,-5-2-13 0,7-1-17 16,0-2-10-16,3-4-11 0,0 1-13 16,5-9-13-16,-2 2-12 0,5-1-9 0,-3 3-9 15,7 0-9-15,-2 2-12 0,-2 2-27 0,5 2-24 0,-5 3-27 16,1-2-39-16,-1 10-48 0,-1-4-49 0,12 2-56 16,-2 4-43-16,-2-1-47 0,-2 4-51 0,7 4-53 15,-2-2-66-15,0 4-252 0,-3 0-792 0,-3 6 351 16</inkml:trace>
  <inkml:trace contextRef="#ctx0" brushRef="#br0" timeOffset="80833.39">15485 9805 126 0,'0'0'318'0,"0"0"-14"0,0 0-28 0,0 0-27 15,7-3-26-15,-7 3-24 0,0 0-22 0,0 0-14 16,0 0-14-16,7 19-15 0,-7-14-11 0,0 3-10 16,0 2-12-16,3 2-3 0,-3 0-13 0,5-1-13 15,-5 4-7-15,1 1-1 0,4-5-12 0,-1 2-2 16,1-2-4-16,-4 4-3 0,6-2-6 0,-2-3-2 15,-3 3-4-15,4-6-2 0,-4 5 1 0,3-5-2 16,-4-2-5-16,6-2-3 0,1 2 3 0,-8-5 0 16,7 3-4-16,-7-3-5 0,15-3 3 0,-5 2-3 0,-5-4-1 15,1 2-3-15,1-3 0 0,0-4 16 16,1 2 25-16,-1-1 2 0,1-1 6 0,-2 2 10 16,1-7 3-16,0 4 1 0,-2 4 3 0,0-5 10 0,0 1-11 15,0 2-8-15,0 2-8 0,1-2-5 0,-3 3-5 16,2 1-6-16,-3 1-3 0,5 0-10 0,-7 4-5 15,6-4-1-15,-6 4-6 0,0 0 1 0,0 0-13 16,17 8-6-16,-7-2-6 0,-5 0-11 0,1-2-1 16,1 6-9-16,0-3-4 0,-2-1 0 0,-2 1-3 15,2 1 3-15,1-2 0 0,-2 3 4 0,-3-3-2 16,4-3 9-16,-3 1-3 0,-2-4 5 0,3 8 8 16,-3-8 1-16,0 0-1 0,0 0 12 0,0 0 9 15,12-12 18-15,-7 7 5 0,-3-2 2 0,-2-1 15 16,3 1 14-16,0-2 8 0,-1 0 7 0,4 0 7 15,-1 0 13-15,-3 2-2 0,6-1-3 0,-8 0-3 16,7 1-3-16,-7-4-10 0,7 9-11 0,-1-1-4 0,-4-2-9 16,-2 5-10-16,7-11-3 0,-1 10-8 0,-6 1-6 15,0 0-10-15,0 0-22 0,23 6-27 16,-16-4-23-16,1 2-27 0,0 1-40 0,4-4-31 0,-5 3-30 16,1 3-51-16,-1-1-47 0,-4-4-55 0,5 6-52 15,-3-5-251-15,0 3-690 0,-5-6 306 0</inkml:trace>
  <inkml:trace contextRef="#ctx0" brushRef="#br0" timeOffset="81052.13">15694 9565 341 0,'0'0'320'0,"0"0"-30"15,0 0-31-15,0 0-25 0,1-7-23 0,-1 7-24 0,0 0-18 16,0 0-17-16,0 0-18 0,12 0-36 0,-12 0-41 16,0 0-46-16,20 6-45 0,-13-3-48 0,-7-3-55 15,14 3-63-15,-7-1-135 0,1 0-364 0,1 0 162 16</inkml:trace>
  <inkml:trace contextRef="#ctx0" brushRef="#br0" timeOffset="81348.98">15960 9591 166 0,'0'0'248'15,"9"6"-1"-15,-6-3-2 0,4 1-3 0,-1 1-6 16,2-1-8-16,1 3-10 0,4 0-8 0,-5 1-21 0,0-4-19 16,4 4-10-16,-2 0-20 0,-2 0-10 15,4-1-10-15,-6 1-15 0,3-4-11 0,-1 4-5 16,0 3-11-16,-4-6 4 0,1 5-16 0,-2 2 4 0,-1-5-5 15,-2 5 8-15,0 1 9 0,-2-5 5 0,-1 6 15 16,-6-7 7-16,3 2 9 0,-4-2 2 0,1 2-2 16,3-1 4-16,-1-1 0 0,2 1-3 0,0-4 4 15,0-1 8-15,2 2 4 0,3-5 7 0,0 0 2 16,0 0-14-16,0 0-12 0,0 0-18 0,0 0-22 16,23-8-28-16,-13 4-35 0,5-8-41 0,5 8-45 15,-2-7-62-15,10 2-43 0,-5-3-50 0,1 1-74 16,-3-4-89-16,1 2-381 0,-1-4-833 0,6-2 369 15</inkml:trace>
  <inkml:trace contextRef="#ctx0" brushRef="#br0" timeOffset="82989.45">18637 7884 301 0,'-15'-10'362'0,"0"1"0"0,7-2 12 16,-4-1 6-16,2 5 3 0,0-1-1 0,5-1-9 16,-1 3-16-16,-1-2-16 0,5 1-17 0,1-1-31 15,1 1-26-15,0-1-26 0,0-1-21 0,3 1-22 16,10 0-24-16,-5 2-18 0,9-2-16 0,0 3-16 15,7-2-13-15,6 3-13 0,0 1-8 0,3 3-10 16,0 3-11-16,0 0-4 0,9 5-16 0,-6 2-8 16,-3-1-10-16,9 7-8 0,-6 3-7 0,5 0-6 0,-11-4-9 15,-7 5-9-15,9-3-9 0,-6 3-5 16,-1-1-5-16,10 7-11 0,-10-2-13 0,-5-2-3 16,-1-1-9-16,-2 2 0 0,-1-4 0 0,4 3 0 0,-5-2-3 15,-8-5 3-15,-5 4 4 0,4-3 4 0,-4-3 6 16,-4 0 5-16,-1 0 2 0,-2 0 17 0,-8-2-6 15,-2-2 11-15,0-2-1 0,-7-1 19 0,1 1 11 16,-6-2 4-16,-1-1 10 0,-7-4 4 0,6-2 9 16,-1 0 7-16,7-3 8 0,0 0 8 0,1 3 0 15,2-2 6-15,5-3-6 0,2-2-5 0,11-2-7 16,-4 0-8-16,4 1-14 0,2-5-20 0,3 0-19 16,11-3-21-16,7 2-31 0,1-4-36 0,7-7-36 15,16 5-45-15,-10-5-33 0,8 7-48 0,-3-1-57 16,4-4-54-16,6 2-357 0,-10 3-793 0,3 1 351 15</inkml:trace>
  <inkml:trace contextRef="#ctx0" brushRef="#br0" timeOffset="83708.14">19525 7777 7 0,'-6'7'266'0,"-1"-3"-7"16,4 4-6-16,-7-3-16 0,2 2-15 0,3 0-11 15,-2 1-16-15,-1-1-16 0,3 2-15 0,0 0-15 16,2 0-13-16,-1 0-14 0,4 0-11 0,0 1-7 16,0-1-8-16,4 2-7 0,1-4-5 0,3 1-9 15,0 4-8-15,2-9-7 0,5 6-1 0,0 0-8 16,1-6-2-16,-1 3-9 0,4-5-4 0,-3-1-12 16,1 0-13-16,-2 0-7 0,4-3-7 0,-4-1-5 15,-6 1-4-15,4-6-4 0,-5 1 3 0,-1 4-1 16,1-8 4-16,-8 1 0 0,2-1-2 0,-2-1 3 15,-2 1 0-15,-5-5 0 0,-1 1-1 0,-7 1 5 16,0 0-3-16,0 2 2 0,-1-1 0 0,-9-1 1 16,7 5 1-16,-2 0-2 0,3 3 2 0,2-2 1 15,-1 1 1-15,1 5 1 0,3-1-1 0,4 3-4 16,2-3 1-16,6 4 0 0,-9-3-1 0,9 3 1 16,0 0-5-16,0 0-13 0,0 0-13 0,0 0-5 0,32 0-2 15,-19 0-4-15,7 3 1 0,-4-3 5 0,6 2 2 16,-1 0 4-16,1-2 6 0,-1 1 1 15,-2-1 5-15,-4 3-1 0,-1-2 3 0,0-1 1 0,-4 3-1 16,3-3 4-16,-8 3 2 0,3 2 1 0,-1-1-1 16,-1-1 5-16,-2 2 4 0,-4 2 3 0,5 1 3 15,-4 1 3-15,4 0 3 0,-5 0 1 0,4 2 7 16,-6-3-2-16,4 3 0 0,-2 1 2 0,0-3 0 16,5 1 1-16,-4-1 4 0,-1-1 3 0,7-1 2 15,-1 1 11-15,3-2 1 0,-1 0 2 0,-1-3 1 16,6 1-5-16,0 0-3 0,4-3-2 0,-2-2-4 15,1-3 1-15,1 0-5 0,-1 1 3 0,1-7 5 16,-4 2 8-16,4 1-1 0,-8-4 1 0,5-1-1 0,-4-2 8 16,5 1 3-16,-11-1 0 0,3 1 4 15,0-1 13-15,-4-2 8 0,2 5 15 0,2-1 5 16,-7 0 11-16,1 5 5 0,-1-2-3 0,0-4-3 0,0 8-1 16,0-3-4-16,0-1-14 0,0 9-12 0,0-7-6 15,5 3-7-15,-5 4-12 0,0 0-4 0,0 0-7 16,0 0-5-16,0 0-3 0,0 0-9 0,0 0 3 15,-13 18-11-15,13-9-5 0,0-1-3 0,2 7-6 16,3-4-10-16,-4-2-5 0,6 3-10 0,-5 2-7 16,9-1-16-16,-4-1-2 0,3-3-6 0,-4 1-6 15,3-2-14-15,5-1-14 0,0 1-21 0,1-5-6 16,-2 1-15-16,5-4-25 0,0 4-16 0,-1-8-17 16,-1 0-13-16,3-5-18 0,2 0-13 0,-4 0-17 15,-1-6-164-15,1 3-453 0,3-7 200 0</inkml:trace>
  <inkml:trace contextRef="#ctx0" brushRef="#br0" timeOffset="83895.62">20351 7250 175 0,'-6'-19'238'0,"-1"2"7"0,2 3 3 0,-1 1-1 16,1 7-15-16,5-1-27 0,-4 0-20 0,1 1-20 0,3 6-19 16,-8-3-18-16,8 3-11 0,0 0-10 0,-7 21-13 15,7-13-7-15,2 11-9 0,3-2-2 0,3 8-11 16,-5 2-6-16,6 2-4 0,-3-1-1 0,4 5-8 15,-2-5-4-15,1 4-2 0,4 7-2 0,-5-8-8 16,5-2-10-16,-4-1-32 0,-1-1-42 0,4 0-52 16,-4 0-56-16,0-8-76 0,-3-3-204 0,-2 4-478 15,2-9 211-15</inkml:trace>
  <inkml:trace contextRef="#ctx0" brushRef="#br0" timeOffset="84083.1">20260 7475 146 0,'0'-8'383'0,"0"-5"-32"0,4 7-33 0,-1-5-32 0,4 2-23 15,-2 0-31-15,6 2-25 0,-1-3-14 16,8 6-27-16,2-1-14 0,0 4-20 0,2 2-38 0,2-1-39 16,6 5-53-16,-2 2-58 0,-1 2-68 0,-1-2-83 15,-1 0-226-15,2 9-467 0,1-5 207 0</inkml:trace>
  <inkml:trace contextRef="#ctx0" brushRef="#br0" timeOffset="84473.69">19219 8563 324 0,'0'0'387'0,"-1"-12"-8"0,1 8 4 0,5-7-15 15,1 3-13-15,4-4-7 0,3-2-5 0,12-3-13 16,3-1-17-16,10-6-13 0,5-1-29 0,10-1-26 16,2-1-38-16,28-1-22 0,0-2-16 0,-4 0-18 15,9 7-16-15,-9-1-12 0,2 0-14 0,-19 11-4 0,-3-7-21 16,-1 7-30-16,-3-2-35 0,-1-1-48 16,-2 1-47-16,-6 4-54 0,-3 3-54 0,-13 7-52 15,-2-3-65-15,-7 0-77 0,-1 8-348 0,-10-3-786 0,2 2 348 16</inkml:trace>
  <inkml:trace contextRef="#ctx0" brushRef="#br0" timeOffset="84973.64">19638 8629 39 0,'0'0'298'0,"0"0"-16"0,0 0-16 0,38-4-13 16,-18 4-17-16,0 4-9 0,1-4-20 0,11 5-11 15,-2 1-15-15,13 2-18 0,-4 8-17 0,4-5-2 16,-1 5-12-16,-3-1-5 0,5 6-13 0,-15-7-12 16,-1 1-9-16,-3 2-13 0,2 0-5 0,-6 3-8 15,-3-3-8-15,1 3-7 0,-9-2-13 0,0 3-11 16,-4-3 6-16,-3 1-1 0,-3-2 0 0,0 1 0 16,-9 0 3-16,-1-5 4 0,-4 6 7 0,-4-3 4 0,-7 2 4 15,-4-6 14-15,-3-1 10 0,1-2 25 0,-4-5-13 16,-2 2 7-16,8-5 12 0,-8 1 12 15,7-4 8-15,1-1 9 0,-1-2 20 0,5-3-2 0,4 1 0 16,-1-7-3-16,2 4 0 0,10-4-6 0,-1-2-10 16,2-7-11-16,4 0-10 0,5 7-14 0,4-11-9 15,6 4-16-15,3-2-10 0,3 4-11 0,6 1-36 16,6 1-26-16,10-2-36 0,-8 4-48 0,3 5-44 16,0-1-56-16,-1 6-47 0,2 0-42 0,1 6-53 15,-5 1-65-15,1 0-66 0,-1 1-285 0,-2 1-810 16,-5 3 358-16</inkml:trace>
  <inkml:trace contextRef="#ctx0" brushRef="#br0" timeOffset="85301.82">20360 8673 345 0,'5'-7'413'0,"-5"7"-6"0,0 0-18 0,0 0-33 15,0 0-28-15,0 0-38 0,0 0-34 0,0 0-25 16,0 0-17-16,0 0-25 0,0 0-16 0,5 17-17 15,-2-12-19-15,4 7-9 0,-1 2-15 0,-4-6-13 16,6 7-13-16,5 5-1 0,-3-2-19 0,2-2-22 16,-4 3-28-16,7-3-30 0,0 0-39 0,0-1-36 15,-7-1-47-15,0-1-60 0,7 1-66 0,-3-5-55 16,1-1-263-16,-5 0-625 0,-1-6 277 0</inkml:trace>
  <inkml:trace contextRef="#ctx0" brushRef="#br0" timeOffset="85661.28">20613 8687 90 0,'2'-2'245'0,"-2"2"-12"0,-2-10-23 15,2 10-23-15,0 0-13 0,0-8 1 0,0 8-6 16,0 0-12-16,0 0-10 0,8 21-7 0,-8-14-10 16,4 1-8-16,0-1-7 0,0 3-10 0,2 0-8 15,-1 1-10-15,-1-6-5 0,1 5-6 0,3-2-10 16,-6 3-7-16,3-2-4 0,3-2-4 0,-5 0-2 15,0-3-4-15,4-3-7 0,-7-1 15 0,10 5 2 16,-10-5-1-16,0 0-3 0,22-9 2 0,-16 1 3 16,2 4 6-16,4-4 3 0,-2-7 6 0,2 3 12 15,-3-3 21-15,5 0-13 0,-6 3 17 0,7-4 22 16,-2 2 2-16,-3-2 11 0,5 0 6 0,-7 2 3 16,2 5 3-16,-2-3-8 0,-1 4-10 0,1 0-13 0,-1-2-9 15,0 5-17-15,-2 1-11 0,-1 1-12 0,-4 3-11 16,0 0-4-16,17 3-6 0,-17-3-11 15,7 9-13-15,-2-1-18 0,-2 1-20 0,0 0-28 0,-1 7-29 16,0-4-40-16,1 2-35 0,0-2-22 0,0 6-28 16,-6-9-41-16,3 6-47 0,-1-4-60 0,1 2-66 15,-5-4-256-15,5-3-715 0,-4 2 316 0</inkml:trace>
  <inkml:trace contextRef="#ctx0" brushRef="#br0" timeOffset="85848.76">20628 8404 288 0,'-3'-5'300'0,"-1"0"-29"16,4 5-21-16,-5-5-31 0,5 5-23 0,0 0-21 16,0 0-17-16,0 0-25 0,0 0-44 0,0 0-60 0,0 0-65 15,30 10-70-15,-22-8-73 0,1 5-120 0,7 1-321 16,-1-3 142-16</inkml:trace>
  <inkml:trace contextRef="#ctx0" brushRef="#br0" timeOffset="86333.09">21167 8369 64 0,'-6'-8'318'0,"4"1"-1"15,-3-2-8-15,-3 1-3 0,6 1-10 0,-4 0-9 16,1 0-14-16,1 1-14 0,1-1-16 0,3 7-27 16,-3-11-17-16,3 11-28 0,-7-3-15 0,5-2-20 15,2 5-12-15,0 0-24 0,0 0-8 0,0 0-17 16,0 0-5-16,0 0-16 0,0 0-3 0,22 15-9 16,-17-7-8-16,0 0 2 0,6 0-9 0,-2 4-6 0,1-1-5 15,1 1-6-15,-1 3 1 0,0-3 1 0,2 3-8 16,-4 1-4-16,4 3-4 0,-7-6 3 0,6 6-12 15,-3 1 1-15,1-3-6 0,-1 2-8 0,0 8 3 16,4-9-3-16,1 1 5 0,-6 4-9 0,1-5-4 16,2-5 0-16,-5 5-7 0,5-2-2 0,-4 2 1 15,3-4 0-15,-3-1-3 0,-4-3 1 0,1-4 5 16,1 3 6-16,-1 0 4 0,0-6 3 0,-3-3 4 16,0 6-1-16,0-6 8 0,0 0 4 0,0 0 11 15,0 0 17-15,-21-3-6 0,21 3 4 0,-15-8 2 16,0 2 2-16,5 5 0 0,0-3 1 0,-8-3-6 15,6 6 11-15,1-3-3 0,-1-3-3 0,2 7-2 16,2-4 0-16,8 4-4 0,-15-3 0 0,8 2-4 16,7 1 0-16,-8-4-2 0,8 4-1 0,0 0 3 15,0 0 3-15,0 0-4 0,0 0-2 0,0 0-18 16,0 0-6-16,46-1-8 0,-29 1-17 0,3 0-25 16,0 1-42-16,0-2-44 0,1 1-53 0,1-2-58 0,-1-2-245 15,1-4-551-15,6 1 245 0</inkml:trace>
  <inkml:trace contextRef="#ctx0" brushRef="#br0" timeOffset="117316.58">6134 13572 197 0,'0'0'292'0,"0"0"-16"0,1-6-26 0,-1 6-23 15,0 0-25-15,0 0-24 0,0 0-18 0,0 0-18 0,0 0-12 16,0 0 0-16,0 0-8 0,0 0 1 0,-18 15-15 16,8-4-9-16,4-4-4 0,-9 5-8 0,3 1-3 15,-3-2-4-15,-3 0 1 0,1 0-4 0,-2-3 1 16,-5 5 1-16,3-3-6 0,4-3 1 0,-1-1 1 16,-2-2 16-16,0-1 14 0,6 1 18 0,4-3 24 15,-2-1 7-15,4-6-5 0,-1 3 3 0,4-5-16 16,-3 4-10-16,7-7-11 0,-4 1-7 0,10-4-15 15,-4 3-10-15,7-3-12 0,4-3-3 0,3 1-10 16,2 2-6-16,-3 2-5 0,10 0-3 0,-5 0-8 16,6 5-6-16,3-1-2 0,-4 5-5 0,4 3-8 15,2 8 1-15,-1-2-4 0,-1 10 0 0,2-1-4 0,7 8-1 16,-1 2-4-16,-13-2 3 0,9 11-6 16,-8 1-15-16,1-1-4 0,-3 5-1 0,-1-4-1 0,3 8 3 15,-10 1-1-15,1-3 4 0,-6 2 4 0,4-2-5 16,-7-1-1-16,3 1 5 0,-9-4-2 0,1-4 2 15,-2-5 3-15,-4-1-11 0,-4-1 10 0,1 2 1 16,0-8 0-16,-7-1 1 0,-5 3 0 0,4-9 7 16,-4 2 3-16,-7-2 5 0,-1-2 9 0,-2-2 8 15,2-3 13-15,-3-2 5 0,1-5 14 0,-3-1 16 16,1-3 17-16,8-3 22 0,-3-3 11 0,2-4 8 16,5 7 1-16,6-6 2 0,2 2-2 0,2-1-3 15,3-1-15-15,6 1-10 0,1 4-9 0,8-8-12 16,0 7-8-16,12 0-3 0,5-2-14 0,5 5-2 15,16-1-5-15,-11 7-11 0,15-2 1 0,1 7-7 16,2 6-4-16,0-8-21 0,-4 9-16 0,3 0-24 0,-3-6-23 16,3 10-24-16,-4-4-23 0,-5 4-22 0,5-6-31 15,-7 3-44-15,0-2-35 0,-4-3-42 0,-7-5-28 16,-7 3-50-16,-2-5-65 0,9-5-54 0,-13 3-298 16,3 0-833-16,1-6 369 0</inkml:trace>
  <inkml:trace contextRef="#ctx0" brushRef="#br0" timeOffset="118942.98">7145 13813 261 0,'0'-8'338'0,"0"-1"-8"0,0 1-18 0,0 2-9 15,0 6-13-15,0-12-14 0,0 12-31 0,0-8-27 16,0 8-19-16,0-5-23 0,0 5-23 0,0 0-14 16,0 0-21-16,0 0-10 0,0 0-10 0,-15 14-10 15,8 0-9-15,1-2-9 0,-2 3-9 0,-1 3-4 16,-1 7-8-16,2-8 6 0,-5 4-11 0,5-3-1 16,-4 4-7-16,2-3-5 0,-5 0-1 0,0 2-3 15,4-4-4-15,-3 0-7 0,6-6 6 0,2 3-4 16,-4-7-14-16,5 3-16 0,0-1-16 0,0-3-6 15,5-1 4-15,0-5-5 0,-7 2-18 0,7-2-21 0,0 0-14 16,0 0-13-16,-2-18-11 0,2 9-15 0,2 1-8 16,-2-6-1-16,2 6-1 0,1-11 8 15,-3 3 5-15,0 0 17 0,0 1 5 0,-3 1 16 0,1-4 12 16,2 8 22-16,-2-2 26 0,-4 0 19 0,-1 2 21 16,7 1 17-16,-1 1 15 0,-6 0 6 0,5 2 3 15,-3 1 2-15,4-2-7 0,-4 2-3 0,5 5-11 16,0 0-5-16,0-7-2 0,0 7-3 0,0 0-3 15,0 0 0-15,0 0-3 0,13 21-2 0,-6-14 1 16,-6 1-2-16,4 4-2 0,3-3 0 0,-1 4-4 16,3 2 1-16,-3-3 3 0,6 3-12 0,-5-1-10 15,0-1-10-15,4-1-22 0,-7-4-28 0,0 3-31 16,2-6-24-16,-1 3-22 0,-3-1-22 0,2-4-19 0,-3 2-22 16,-2-5-147-16,0 0-383 0,0 0 170 15</inkml:trace>
  <inkml:trace contextRef="#ctx0" brushRef="#br0" timeOffset="119099.21">6888 13986 50 0,'0'-6'200'0,"0"6"10"0,-5-8 3 0,5 3-6 16,0 5-9-16,10-8-13 0,-3 2-12 0,1 0-12 15,7 3-13-15,7-6-13 0,6 6-13 0,-3-3-8 16,-2 0-15-16,5 4-10 0,3 1-11 0,-4-2-8 16,3 6-17-16,-1-6-38 0,1 6-49 0,-8-2-57 15,6-2-46-15,-7 2-63 0,-2 2-143 0,-4 2-373 16,6 1 165-16</inkml:trace>
  <inkml:trace contextRef="#ctx0" brushRef="#br0" timeOffset="119453.58">7478 13509 335 0,'-2'-7'421'0,"2"0"-6"0,0-3-5 16,-3 5-20-16,-1 0-27 0,4 5-29 0,-1-10-34 16,1 10-37-16,0-9-28 0,0 9-25 0,0 0-20 15,0 0-24-15,0 0-17 0,8 20-14 0,-1-6-10 16,-1 2-15-16,4 4-9 0,-5 0-10 0,7 10-11 15,-1-1-7-15,4 8-3 0,0 1-9 0,7-2-9 16,-11 0-3-16,4 1-2 0,0-1-5 0,-3 5-11 16,-1-13 0-16,-3 4-2 0,6-3-7 0,-6-2-29 0,0 0-20 15,4-3-26-15,-7-6-36 0,6-4-21 16,-4 9-21-16,1-11-18 0,-4 0-26 0,2-5-29 16,1 1-40-16,-2-2-49 0,5-5-45 0,-5 3-247 0,-5-4-634 0,0 0 280 0</inkml:trace>
  <inkml:trace contextRef="#ctx0" brushRef="#br0" timeOffset="119875.42">7820 13767 36 0,'0'-6'323'0,"0"6"-2"0,-6-11-10 16,6 7-13-16,0 4-17 0,0 0-27 0,0-7-33 15,0 7-22-15,0 0-16 0,0 0-26 0,0 0-13 16,0 0-12-16,15 18-17 0,-7-8-9 0,-2 5-14 15,4-3 4-15,2 6-20 0,-2 0-6 0,1-3-8 16,6 7-3-16,-4 2-7 0,-4-1-6 0,5 1-4 16,1-2-7-16,-3 0-2 0,-4-3 1 0,0-2-8 15,1-1-2-15,-3 2-2 0,-6-9-1 0,9 2-4 16,-4-3-4-16,-2 0 2 0,-3-4 3 0,0 3 1 16,0-7-4-16,0 0 1 0,0 0 1 0,0 0 2 0,0 0 12 15,0 0 9-15,0-27 2 0,0 13 11 0,-3-6 4 16,3 6 12-16,0-8 1 0,3-1 2 15,-3 0 14-15,7-1 6 0,1-2 7 0,-5 10 7 0,0-2 5 16,4-2-8-16,0 4-10 0,1 3-3 0,-3 3-6 16,3 2-10-16,0-3-8 0,-1 2-5 0,1 8-13 15,2-4-5-15,4 5-3 0,-1 0-6 0,-2 5-4 16,3 0-4-16,1 7-3 0,-1 0-5 0,3 0-1 16,0 6-1-16,-9-1-10 0,7 7-21 0,0-3-33 15,6 2-15-15,-11-6-30 0,0 6-40 0,-2-4-23 16,2 0-18-16,-3-1-17 0,1-4-44 0,-1 4-51 15,-2-10-52-15,-4 4-45 0,-1-3-235 0,0-3-669 16,9 2 297-16</inkml:trace>
  <inkml:trace contextRef="#ctx0" brushRef="#br0" timeOffset="120562.86">8580 13735 154 0,'0'0'283'0,"-5"-4"-7"15,5 4-12-15,0 0-7 0,-3-8-10 0,3 8-11 16,0 0-12-16,0 0-17 0,0-7-17 0,0 7-21 15,0-9-4-15,0 3-20 0,0 6-9 0,6-9-9 16,-6 2-10-16,2-1-9 0,3-3 10 0,-3 2-18 16,-2-2-4-16,1 0-13 0,4 0-1 0,-3-6-7 15,-2 6 12-15,5-7-26 0,-3 3 5 0,-2-3 2 16,0 3-2-16,0 2 4 0,0-1-3 0,0 5 6 16,0-5 2-16,0 6 0 0,-2 0-5 0,4-3-2 0,-2 11-6 15,-2-8-14-15,4 3-6 0,-2 5-9 16,0 0-10-16,0 0-3 0,0 0-2 0,0 0 0 15,0 0-1-15,0 0-1 0,6 33-5 0,-4-21 0 0,9 6 5 16,-7 1-8-16,7 4 2 0,-2 5-6 0,-1 2-1 16,5-3 5-16,-1 2-5 0,4 7 3 15,-6-8 0-15,3 1-1 0,-3 1-5 0,2-1 1 0,-2-4 3 16,-2-1-3-16,4 0 2 0,-4-6-6 0,0 0 8 16,-6 0-5-16,3-1-6 0,-2 0 9 0,2-6-4 15,-5 1-3-15,0-1 1 0,0-6-2 0,2 3 2 16,-2 1-7-16,3-4 5 0,-3-5-9 0,-3 5 9 15,3-5 2-15,-2 5 6 0,2-5-6 0,-10 6 3 16,10-6 0-16,-11 0-3 0,11 0 1 0,-14 0-5 16,14 0 6-16,-13 0 3 0,13 0-4 0,-20-4 0 15,12 8 0-15,8-4-2 0,-18 2-3 0,8-1 6 0,2 2-7 16,-4-2 4-16,2 4 3 0,2-2 15 0,-4 1-20 16,6 4-2-16,-3-5 5 0,3-2-5 0,6-1 7 15,-4 8-1-15,4-8 7 0,-11 3 6 0,11-3 15 16,0 0 5-16,0 0-6 0,15 6 4 0,-4-6-5 15,-11 0 4-15,32-9 1 0,-6 6-9 0,1-3 0 16,1 0-6-16,2-3-9 0,1 1-19 0,1 1-11 16,1-1-29-16,-10 0-38 0,3-1-32 0,-9-1-34 15,-2 3-45-15,-2 1-59 0,-5-8-64 0,-1 9-49 16,-9-2-230-16,2 7-654 0,-11-8 289 0</inkml:trace>
  <inkml:trace contextRef="#ctx0" brushRef="#br0" timeOffset="121187.8">7387 13212 22 0,'0'0'214'0,"-9"8"-6"16,8-5-8-16,1-3-8 0,-4 9-8 0,3-6-7 16,1-3-9-16,5 10-6 0,-4-5-10 0,1-1-8 15,5 2-7-15,-6 0-3 0,6 0-11 0,-2-1-6 16,1-4-10-16,3 7-2 0,-1-5-6 0,0-3-2 16,-1 1-8-16,-7-1 1 0,16 0-9 0,-16 0 3 15,19 0-6-15,-19 0 13 0,11-3-7 0,-4 2-3 16,1-7-4-16,-8 8-5 0,5-6 3 0,-3-3-3 15,-2 5-4-15,0 4-12 0,-2-14-3 0,-3 9-5 16,-3 1-5-16,1 0-10 0,1-1-2 0,6 5-14 16,-15-4-17-16,6 1-34 0,3-2-28 0,6 5-36 15,0 0-44-15,-17 1-65 0,17-1-55 0,-8 9-282 16,6-2-588-16,2-7 260 0</inkml:trace>
  <inkml:trace contextRef="#ctx0" brushRef="#br0" timeOffset="123661.8">9691 13971 247 0,'-10'-9'375'0,"-2"2"2"0,2 0-7 0,4 3 11 15,-8-2-13-15,8 3-20 0,-1 0-19 0,5-3-22 0,2 6-26 16,-5-6-24-16,5 6-26 0,0 0-24 16,12-7-22-16,-2 5-16 0,10-3-19 0,10 1-13 0,4 4-12 15,-1-1-13-15,17-2-13 0,-4 3-21 0,4-4-17 16,-4 4-21-16,2-1-16 0,-5 1-20 0,-11-2-19 16,-1 2-31-16,-1-1-25 0,-10 1-17 0,2 0-16 15,-6 0-17-15,-4 0-8 0,-7-4-32 0,1 2-22 16,1-3-11-16,-7 5-5 0,0 0 1 0,-15-13 7 15,2 6-11-15,-4-4 9 0,1 2 3 0,-11-6 14 16,1 3 19-16,-2-6 17 0,-1 3 12 0,1-2 12 16,-2 2 41-16,7 0 35 0,2-1 46 0,6 5 44 15,-5-2 26-15,5-1 29 0,9 5 18 0,-4-1 17 16,5 4 2-16,-4 0-7 0,6 3-19 0,3 3-6 16,-12-6-16-16,12 6-10 0,0 0-10 0,0 0-7 15,0 15-5-15,7 1-8 0,-2 1-5 0,7 5 10 0,-6 4-15 16,4 6-4-16,5 7-11 0,-3-1 1 15,3 5-1-15,-1-1-1 0,0 1 0 0,1 0-4 16,-1 1 3-16,1 1-9 0,5-3-8 0,-3-3-31 0,3-3-20 16,-5-7-34-16,1-4-45 0,6-1-62 0,-1-3-67 15,2-5-303-15,-6-4-598 0,11-1 265 0</inkml:trace>
  <inkml:trace contextRef="#ctx0" brushRef="#br0" timeOffset="124411.73">11131 13316 106 0,'-4'-17'363'0,"3"5"-12"16,-1 2-16-16,-8-4-12 0,5 5-14 0,-2 0-2 16,-1 3-41-16,-3 0-25 0,4 1-26 0,-3 2-25 15,-3 1-18-15,0 6-18 0,4 2-17 0,-4 3-15 16,-4 4-2-16,-2 9-9 0,4 5-1 0,1 1-10 16,0 11 4-16,-3 1 5 0,5 4-18 0,1 1-3 15,3 0-5-15,1 6-9 0,5-3 5 0,1 3-5 0,6-7-2 16,5 1-9-16,1 1 1 0,7-4-5 15,4 0-3-15,3-1-5 0,4-4-5 0,6-3-1 16,2-4-4-16,4 2-18 0,0-10-14 0,-1-2-20 0,8-4-55 16,-8-2-51-16,3-8-45 0,-7 0-40 0,-6 0-42 15,7-4-64-15,-6-6-84 0,-3-3-236 0,0 6-678 16,0-2 300-16</inkml:trace>
  <inkml:trace contextRef="#ctx0" brushRef="#br0" timeOffset="124692.96">11597 13387 233 0,'-5'-4'396'0,"4"-4"-11"0,1 0-10 15,-2 1-16-15,0 3-29 0,2 4-33 0,0 0-34 0,-3-8-24 16,3 8-31-16,0 0-24 0,0 0-17 0,0 0-16 15,3 19-17-15,-1-2-10 0,6-2-16 16,-8 3-10-16,9 10-10 0,-1-1-12 0,-2 1-3 0,3 1-12 16,-1 3 2-16,5 5-11 0,-3-8 0 0,2 3-16 15,1-3-28-15,-3-2-12 0,5-2-47 0,0 2-24 16,-4-5-35-16,4 2-48 0,-6-5-49 0,5-3-65 16,-5-7-52-16,2 0-237 0,-2-1-606 0,-1 0 269 15</inkml:trace>
  <inkml:trace contextRef="#ctx0" brushRef="#br0" timeOffset="125083.54">11862 13545 95 0,'0'0'256'0,"0"-6"-27"16,-2 1-22-16,2 5-18 0,0 0-15 0,0 0-1 0,0 0-5 15,0 0-9-15,10 22-14 0,-8-12-11 0,3-4-11 16,0 7-9-16,0 2-8 0,2 2-11 15,-2-2-10-15,3-1-3 0,-2-1-14 0,-1-3-2 0,4 2-3 16,-1-1-7-16,-6-3-2 0,4-1-4 0,3-1 4 16,-8 0 13-16,4-2 13 0,-5-4 10 0,8 2-3 15,-8-2-8-15,17-2-6 0,-17 2 5 0,10-11-6 16,0 0 1-16,-2-1 19 0,-1 0-12 0,-1-6 7 16,3 3 11-16,-3-2 6 0,3 2 3 0,-3-1 6 15,2-2 6-15,-1 5 4 0,0-3 6 0,1 6-2 16,-1 0-7-16,-6-1-12 0,6 10-12 0,-1-9-9 15,1 5-10-15,0 2-9 0,-7 3-9 0,15 0-5 16,-15 0-11-16,14 3-3 0,-4 1-6 0,2 5-4 16,0 2-3-16,1 2-3 0,0 4-3 0,-5 0-3 15,6 6-13-15,-4 0-19 0,-2-7-30 0,3 3-21 0,-4 1-33 16,6 2-26-16,-8-5-27 0,2-2-20 0,-1 3-36 16,-4-3-41-16,5 0-49 0,-4-3-49 0,0-3-316 15,-1 3-717-15,3-5 318 0</inkml:trace>
  <inkml:trace contextRef="#ctx0" brushRef="#br0" timeOffset="128317.61">10973 13495 24 0,'-11'-13'313'0,"-7"-5"-9"0,4 2-12 16,3 1-19-16,-3 4-18 0,0 0-16 0,4 4-26 16,-2-2-17-16,2 4-18 0,-1-1-19 0,4 2-17 15,-3 1-13-15,2 1-19 0,8 2-7 0,-20 4-14 16,12-3-11-16,-1 3-7 0,3 2-2 0,-1 2-11 15,2 0-3-15,2 0-7 0,1 4-6 0,2 0-2 16,2 3-6-16,-1-4-1 0,6 1-7 0,0 4 0 16,3-5-2-16,1 4-1 0,4-3-9 0,0 3 1 15,2-3-2-15,-1 0-1 0,2-5-5 0,1 2-1 16,-1-2-5-16,-2-1-4 0,-1-4 2 0,0 3 2 0,-7-3-4 16,1 3-2-16,2 0-2 0,-3-2 5 0,-6 0-3 15,-2-3 1-15,0 0 1 0,7 4-4 0,-7-4 1 16,0 0-4-16,-15 11 5 0,7-3 0 0,-6-1 0 15,6-3-1-15,-7 5-1 0,0-1 2 0,-1 4-3 16,7-5 2-16,-2 4 0 0,4-3 0 0,-1 3-2 16,5 0 4-16,3 1 2 0,0 1-3 0,5-1 2 15,5 2 3-15,1-1-5 0,4 2 7 0,10 5-1 16,0-3-2-16,-2 3 6 0,7-4-6 0,-2 0 3 16,2-1 7-16,-4 0-9 0,-3-3-2 0,-5-3 2 15,1 1-4-15,-4 2 4 0,-4 0-3 0,-6-1 2 16,2-3-1-16,-6 0 2 0,-2 2 2 0,-6-1 1 15,-1-4-2-15,-5 9 8 0,-4-5 7 0,-4-2-7 16,-1 1 5-16,2-5 3 0,0 3 6 0,2 0-6 16,2 0-3-16,2-3-3 0,8 0 0 0,-1-2 0 15,-3 1-4-15,10-2-16 0,-13 4-1 0,13-4-12 0,0 0-37 16,0 0-56-16,30 7-65 0,-9-9-64 0,12 2-274 16,-3-5-560-16,15 5 248 0</inkml:trace>
  <inkml:trace contextRef="#ctx0" brushRef="#br0" timeOffset="129130.04">12556 13380 248 0,'-2'-8'303'0,"-3"1"-12"0,2 1-13 0,1-3-13 0,-1 0-22 15,3 1-19-15,0 0-15 0,3-1-18 0,0-2-17 16,2 8-18-16,0-5-21 0,2 0-9 15,3 0-14-15,-2 5-8 0,4-5-13 0,-1 4-11 0,-1 1-8 16,2 3-3-16,3 0-14 0,-5 0-4 0,3 0-6 16,2 3-3-16,0 1-8 0,-5 4-6 0,3-1-2 15,0 1 0-15,-5 6-5 0,7-4-2 0,-8 5-4 16,1-6-1-16,-1 6-2 0,-2 0 0 0,0 3-3 16,-2 0-3-16,-1-3 0 0,-2 0 0 0,0-1 0 15,0 3-1-15,-2-3 1 0,-1 1-2 0,-7-2 0 16,8 2-4-16,-9 0 4 0,7 1-4 0,-1 0-1 15,-10-4 5-15,7 5 0 0,0-4-1 0,1-4 1 16,1 1-5-16,-3 2 4 0,-2-7 0 0,6 5-1 16,0-2-2-16,-2 0 1 0,1-3 1 0,2 2 0 15,-1 0 3-15,5-3 7 0,-1 4 8 0,1-8 7 16,-5 9 14-16,5-9 8 0,6 7 21 0,-4-4 6 0,8 5 2 16,1-5-6-16,4-2-3 0,7 3-4 0,-1-4-7 15,1 0-8-15,8-4-3 0,4 1-4 0,-4 2-2 16,2-2-11-16,-3 0-23 0,5 1-24 0,-8-1-35 15,4-1-36-15,-9 3-47 0,1-2-66 0,-7-1-75 16,5 1-99-16,-12-1-221 0,7 3-643 0,-7-3 284 16</inkml:trace>
  <inkml:trace contextRef="#ctx0" brushRef="#br0" timeOffset="129692.49">13380 13578 30 0,'0'0'339'0,"0"0"-12"15,0 0-17-15,0 0-9 0,0 0-14 0,0 0-5 0,0 0-13 16,43-7-13-16,-22 7-4 0,1-2-11 15,8 2-27-15,1-4-16 0,6 0-16 0,7-1-21 0,1-2-17 16,-2 3-12-16,3-2-16 0,-11 1-11 0,10 0-6 16,-12 2-9-16,-2-5-14 0,-2 7-22 0,-8-1-28 15,-1-4-29-15,0 0-23 0,-12 5-29 0,5-6-35 16,-6 4-41-16,0-1-46 0,-4 1-40 0,-3 3-33 16,-3-10-29-16,3 10-38 0,-12-11-174 0,4 3-533 15,-6 4 236-15</inkml:trace>
  <inkml:trace contextRef="#ctx0" brushRef="#br0" timeOffset="129879.97">13670 13305 77 0,'-9'-6'298'0,"6"1"11"0,1 0 3 15,2 5-12-15,0 0-22 0,0 0-32 0,-6-7-29 16,6 7-20-16,0 0-19 0,0 0-13 0,3 23-2 0,0-12-4 16,1-1-6-16,2 8-7 0,3 3-8 15,-3 1-6-15,6 8-15 0,-2 1-7 0,5 6-8 16,1 4-12-16,1-2-9 0,-6-8-7 0,6 7-8 0,4-6-22 15,1 3-41-15,-7-8-36 0,6 2-32 0,-4-4-58 16,3-1-92-16,-4-5-94 0,-1-1-260 0,2 2-615 16,-1-8 272-16</inkml:trace>
  <inkml:trace contextRef="#ctx0" brushRef="#br0" timeOffset="133660.87">13575 13406 144 0,'-1'-8'299'0,"1"8"-6"0,0 0-10 0,1-8-17 0,-1 8-13 15,0 0-24-15,0 0-16 0,2-6-23 0,-2 6-19 16,0 0-11-16,0 0-16 0,0 0-10 0,0 0-2 16,25 14-11-16,-14-6-9 0,-1 0-7 0,5 4-8 15,-3 0-5-15,3 3 0 0,6 5-12 0,-3-1-4 16,4-2-6-16,-7-4-8 0,6 9-4 0,1-3-8 16,1-6-7-16,-3 3 0 0,1-3-4 0,-4 1-5 15,-2-3 0-15,0 3-1 0,1-7-3 0,-1 3-3 16,-3-5 0-16,3 6-7 0,-9-7-4 0,4 0 8 15,-3-1-12-15,-1 1 5 0,3-1-2 0,-9 2 0 16,6-4 3-16,-6-1-18 0,0 0-23 0,0 0-34 0,0 0-25 16,0 0-27-16,10-12-29 0,-10 12-31 15,0 0-41-15,-15-9-29 0,14 6-34 0,-8-3-240 0,3 0-554 16,-1 0 245-16</inkml:trace>
  <inkml:trace contextRef="#ctx0" brushRef="#br0" timeOffset="133942.09">13933 13344 8 0,'-7'-8'272'0,"4"4"-3"0,-2-2-11 0,5 6-16 16,-10-5-16-16,8 0-25 0,2 5-19 0,0 0-19 15,0 0-13-15,-21 7-6 0,11-4-2 16,0 4-7-16,3 4-2 0,-1-2-12 0,-5 6-5 0,6 3-11 15,-3 0-5-15,-3 4-14 0,5-3-5 0,-1 3-6 16,-4 3-7-16,7 1-12 0,-6 0-3 0,4-4-2 16,4-3-4-16,-2 7-6 0,-1-7-5 0,-1-2-5 15,8 1-11-15,-8-2-21 0,3-1-20 0,5-4-27 16,-2 2-38-16,2-1-47 0,0-1-55 0,2-5-56 16,3 2-239-16,-4-3-521 0,8 2 231 0</inkml:trace>
  <inkml:trace contextRef="#ctx0" brushRef="#br0" timeOffset="134442.04">14356 13227 30 0,'0'-11'375'0,"0"4"10"0,0-1-10 0,0 8 0 16,-3-13-4-16,3 7 1 0,-2 1-25 0,2 5-23 16,2-7-35-16,-2 7-25 0,0 0-29 15,0 0-30-15,0 0-25 0,0 0-19 0,0 0-13 0,0 0-15 16,0 0-14-16,-3 18-12 0,3-6-13 0,1 3-8 15,1 2-12-15,1-1-2 0,1 2-10 0,-1 3-5 16,2 3-6-16,5 3-6 0,-5 3-1 0,2-3-13 16,2-1-11-16,-4-1-15 0,5-6-23 0,-5 6-33 15,9 0-26-15,-1-1-39 0,-5-7-28 0,0 5-21 16,2-2-35-16,-5-3-38 0,2-5-48 0,1-1-46 16,-1-2-48-16,-1 1-192 0,1-2-619 0,0-4 274 15</inkml:trace>
  <inkml:trace contextRef="#ctx0" brushRef="#br0" timeOffset="134848.25">14570 13251 16 0,'-5'-3'297'0,"5"3"-25"0,0-8-29 0,0 8-26 15,0 0-21-15,0 0-19 0,0 0-2 0,0 0-9 16,0 0-6-16,-2 20-11 0,4-8-10 0,3-5-4 15,-3 8-17-15,4 0-9 0,1 1-9 0,3 0-3 16,-4 1-11-16,6-4-5 0,-2 0-10 0,3 2-4 16,-3 0-7-16,2-1 0 0,-2-2-4 0,1 0-9 15,-3-4-2-15,2-1-3 0,-5 1-4 0,4-4 18 16,-6-1 19-16,4-2 14 0,-7-1 5 0,0 0-6 16,18-4 7-16,-12-2 7 0,-1-2 7 0,2-2 1 15,-2 3 11-15,-2-8-2 0,4 1-4 0,0 1 9 0,-1-6 6 16,4 4 3-16,-3 1 5 0,1 0 5 15,-3 1-2-15,3-2 3 0,-1 4-7 0,-1 3-7 16,-4 0-15-16,5-2-9 0,-1 8-10 0,-4-5-11 0,5 3-13 16,-7 4-9-16,11-3-6 0,-11 3-6 0,17 4-8 15,-11 1-5-15,3 0-7 0,-1 5-3 0,-1 2-9 16,6 3-19-16,-3 2-27 0,-2-4-28 0,4 2-31 16,-2 3-42-16,1-3-49 0,-3 0-34 0,2 3-22 15,-3-5-33-15,0 2-46 0,-1 0-51 0,1-3-48 16,-4-2-314-16,2 0-785 0,-3-1 348 0</inkml:trace>
  <inkml:trace contextRef="#ctx0" brushRef="#br0" timeOffset="135332.57">15133 13146 221 0,'-7'-7'384'0,"7"-1"-16"0,7 2-10 16,-7-1-5-16,-7-3-30 0,14 2-14 0,-7 0-23 15,6 1-23-15,3-2-38 0,-4-1-10 0,-2 6-22 16,8-4-16-16,-2 1-23 0,11 2-15 0,-4 1-14 16,1 1-12-16,-2 0-11 0,-2 3-14 0,7 0-13 15,-10 0-3-15,3 3-9 0,-3-1-11 0,5-1-8 16,-5 8-4-16,-4-2-4 0,3-2-6 0,-3 1-4 15,-3-2-12-15,-1 5 8 0,3 4-7 0,-5-8-1 16,0 7 1-16,-2-2 1 0,-1-1-9 0,0 1 16 16,1-3-17-16,-3 3 0 0,0-3-1 0,0-1-1 15,2 1 1-15,0 4-4 0,-1-3 4 0,4-1-5 16,-1 2 3-16,2-3-2 0,3 4 0 0,-1-2 5 0,0 1-4 16,6-1 1-16,-3 2-2 0,2 2 5 0,2-2 7 15,2 2-8-15,0-2-3 0,-4-3 4 16,7 7-10-16,-5-6 7 0,-2 0-2 0,2 1 3 0,-4-1 10 15,3 1-16-15,-3-1 4 0,1 1 0 0,-5-1-1 16,4-1-1-16,1 4 0 0,-7-4 0 0,0 1 11 16,0 0 5-16,0-1 3 0,-7-1-1 0,1 1-2 15,-3 1 1-15,-1-1 1 0,-4 4-5 0,2-5 0 16,-6 4-15-16,0-2-30 0,-1-2-39 0,-1 3-43 16,-1 2-43-16,-4-3-48 0,-5 0-62 0,10-4-77 15,1 3-325-15,4 3-724 0,-2-3 320 0</inkml:trace>
  <inkml:trace contextRef="#ctx0" brushRef="#br0" timeOffset="139764.82">16730 13198 371 0,'-7'-1'376'0,"7"1"-8"0,0 0 4 0,0 0-4 15,0 0-2-15,-3-8-1 0,3 8-21 16,0 0-24-16,15-8-28 0,-5 4-29 0,1-2-22 16,6 2-24-16,0-2-24 0,12-1-16 0,-1-1-35 0,2-1-15 15,5 0-9-15,10 1-17 0,-1 0-15 0,1 0-37 16,1 4-40-16,-12-3-43 0,14 3-58 0,-20 0-33 15,1 2-42-15,0 4-46 0,-8-2-52 0,-1 6-52 16,-3-4-44-16,-1 5-255 0,-8-3-666 0,-1 5 295 16</inkml:trace>
  <inkml:trace contextRef="#ctx0" brushRef="#br0" timeOffset="139952.29">17081 13404 54 0,'-8'6'247'0,"1"-2"9"0,0 1 0 0,1-3 3 15,6-2-3-15,-9 5 4 0,9-5-1 0,0 0-9 16,0 0-18-16,0 0-13 0,29 2-28 0,-8-4-13 0,12-5-19 16,14 1-20-16,2 3-19 0,2-9-36 15,9 6-37-15,-2-2-42 0,7 1-41 0,-4-2-62 16,3 1-72-16,24 0-75 0,-35 1-242 0,10-2-529 0,21 2 234 16</inkml:trace>
  <inkml:trace contextRef="#ctx0" brushRef="#br0" timeOffset="140327.26">18383 13011 91 0,'-21'4'298'0,"-7"4"-11"0,8 4-17 0,-3-8-20 0,6 11-18 15,-4-4-18-15,1 7-15 0,5-5-19 16,7 4-11-16,-6-2-11 0,13 4-9 0,-3 0-11 15,4 1 6-15,4 2-19 0,2 2-8 0,6-2-6 0,8 1-9 16,-7-1-9-16,10-3-5 0,5-1-8 0,4-1-11 16,-6-2-2-16,9 0-11 0,-3-11 0 0,11 8-8 15,-12-7-8-15,0-3-2 0,-2-2-2 0,4-4-2 16,-7-3-1-16,2-4-8 0,-5-1-4 0,-1-2 4 16,-7-3-3-16,5-3-5 0,-7-2 4 0,-1-2-8 15,-6-6-2-15,-4 5-2 0,-4-2-9 0,-4 0 14 16,-3 0 14-16,-6 0-3 0,1 4 1 0,-3-2 22 15,-5 0-19-15,-6 8 1 0,5-2-8 0,-8 3 6 16,1 4-9-16,-2 5-4 0,3 0 2 0,-3 6-4 16,4-1-2-16,0 4-22 0,8-1-13 0,-1 6-38 15,1 0-25-15,5 2-21 0,2 3-27 0,6 2-31 16,-1-1-34-16,13 1-36 0,1-2-34 0,6 4-257 0,1-3-572 16,15 5 254-16</inkml:trace>
  <inkml:trace contextRef="#ctx0" brushRef="#br0" timeOffset="140749.1">19024 12934 148 0,'-3'-3'265'0,"3"3"-30"16,0 0-19-16,0 0-21 0,-17 8-10 0,9-2-5 15,1 2-13-15,1 0-6 0,-1 4-7 0,0 3-10 16,6 2-6-16,-1 0-10 0,-3-1 1 0,5 3-19 15,7 1-6-15,-7-1-7 0,6-2-7 0,3 1-5 16,-3-3-6-16,9 6-3 0,2-7-9 0,-4-2-5 16,2 0-5-16,5-5-4 0,-4 1-3 0,4-3-4 15,-2-2-12-15,2 1 2 0,2-4-2 0,-6-4 1 0,1 1-5 16,-1-2-2-16,1-6-3 0,-1 2-5 0,-7-3 2 16,4-3-5-16,-1 0-4 0,1-3 2 15,-2-2 0-15,-2-4-1 0,-1 9 0 0,-1-4 22 0,-4-6 28 16,0 7 12-16,-1-1 15 0,3 3 30 0,-10 1-3 15,5 4 9-15,-2-1 4 0,2 3-7 0,2 2-7 16,-4-2-14-16,-1 3-15 0,0 1-15 0,3 5-13 16,0 0-5-16,0 0-3 0,0 0-11 0,0 0-5 15,0 0-6-15,6 23-1 0,-6-14-13 0,8 7-5 16,-1-1-10-16,8 4-5 0,-2-3-15 0,4 3-15 16,4-2-22-16,-6 1-4 0,2-3-27 0,3-3-28 15,3 0-12-15,5 5-21 0,-2-7-24 0,-4-3-30 16,-2-2-28-16,1-1-23 0,2-2-18 0,-1-4-25 0,-1-2-17 15,1-4-185-15,-2-1-539 0,-4-1 238 16</inkml:trace>
  <inkml:trace contextRef="#ctx0" brushRef="#br0" timeOffset="140999.07">19741 12288 233 0,'-9'-13'326'0,"4"1"-16"16,-3 4-25-16,5-4-24 0,0 6-35 0,-6 3-23 15,9 3-29-15,0 0-9 0,0 0-15 0,-8 15-8 16,8 0 1-16,2 4-2 0,4 10-6 0,3 3 0 16,2 9 3-16,4 0 6 0,2 2-15 0,-3 3-6 15,8 1-11-15,-5 0-13 0,1 3-2 0,0-3-8 16,2 7-16-16,3-5-1 0,-3 0 15 0,-2-2-35 16,9-6-1-16,-11 1 1 0,2 0-15 0,-3-7-8 15,2-7-32-15,-7-1-37 0,3-3-27 0,-5-7-41 0,-1 1-52 16,1-4-63-16,-3-6-52 0,-3 0-73 15,4-1-184-15,-6-2-576 0,9-3 255 0</inkml:trace>
  <inkml:trace contextRef="#ctx0" brushRef="#br0" timeOffset="141186.56">19762 12706 312 0,'-1'-9'443'0,"-4"1"-10"0,3 0-16 0,0 1-40 15,2-2-32-15,2-1-35 0,5 6-37 0,1-2-24 16,5 0-22-16,4 3-33 0,2-1-10 0,5 4-23 16,-3-4-30-16,9 4-46 0,0 5-50 0,0 0-55 15,-7 2-46-15,3 3-72 0,-1 5-83 0,-2-3-93 16,-8 3-256-16,-2 8-617 0,-4-3 274 0</inkml:trace>
  <inkml:trace contextRef="#ctx0" brushRef="#br0" timeOffset="143312.88">11564 13089 30 0,'-3'-6'343'16,"3"6"-17"-16,-2-14-14 0,-1 9-13 0,0 0-22 15,3 5-11-15,-4-6-21 0,-4 2-23 0,8 4-24 0,-5-5-13 16,5 5-22-16,0 0-20 0,-12-2-16 16,12 2-16-16,0 0-10 0,-14 12-11 0,10-7-5 15,-1 1-5-15,4-2-15 0,-4 5-2 0,3-1-5 0,-1-1-9 16,3 1-2-16,0 1-10 0,3-1-1 0,-1-1-6 16,3-1 2-16,-2-2-6 0,2 1 4 0,-3 1-4 15,4-2 1-15,-1-2-4 0,-2 1 12 0,-3-3-15 16,14 4 5-16,-14-4-4 0,11-1-2 0,-11 1-3 15,5-6-2-15,0 0-4 0,-5 6 5 0,0-11-5 16,0 4-3-16,0 7-4 0,-5-12-11 0,2 6-21 16,-4-3-20-16,2 4-31 0,-1 0-36 0,-1 3-47 15,2-2-68-15,5 4-79 0,-5-4-251 0,5 4-606 16,0 0 268-16</inkml:trace>
  <inkml:trace contextRef="#ctx0" brushRef="#br0" timeOffset="158863.28">6733 15462 206 0,'0'-11'298'0,"0"-1"-11"0,-2 4-5 16,2-4-10-16,0 1-7 0,2 0-10 0,-4 2-6 16,2 1-16-16,0 4-14 0,0-3-17 0,0-1-11 0,0 8-21 15,0 0-23-15,-1-12-7 0,1 12-22 0,0 0-10 16,0 0-15-16,0 0 12 0,0 0-36 0,-15 17 17 16,6-10-23-16,-1 0-3 0,-4 5-5 0,-1 0-3 15,-2-4-12-15,1 6 0 0,-6-5-1 0,-1 0-7 16,-4 6 0-16,3-8-8 0,-3 1 5 0,4-2-2 15,1-1-5-15,1-5 6 0,3 0 2 0,-1-4 2 16,5 3 2-16,0-3 2 0,8-1-4 0,-4 0-5 16,5-3 4-16,0-3-7 0,5-1-2 0,5-3-1 15,-4 2-9-15,4-2 2 0,7 1-6 0,5-1-1 16,-3-2-2-16,5 9 5 0,-1-6-2 0,5 7-3 16,5-6 0-16,2 11 1 0,-2-5 3 0,-6 7-6 15,7 0-5-15,-7 2 4 0,6 3 0 0,-3 4-4 0,1-2 1 16,-1 6-1-16,-2 2-1 0,1 2-1 15,-10-4 6-15,6 7-4 0,2 3-4 0,-7-3 2 16,0 2-1-16,-2 3 8 0,-2-6-3 0,-6 7-6 0,0 0 3 16,-5-4 3-16,0 2 3 0,-5 3-4 0,4-3 0 15,-8 0 2-15,-2-1 0 0,1-4 0 0,-8-1 5 16,1 4-6-16,-3-3 7 0,5-9 12 0,-8 8 2 16,5-11 10-16,0 5 13 0,-4-4 9 0,7 1 9 15,-6-2 12-15,6-5 0 0,-2-2 5 0,1-3 1 16,4 0-3-16,-4-2 3 0,11-2-3 0,-5-1-4 15,2 4-10-15,1-9-5 0,7 1-5 0,-2 2-6 16,4-2-6-16,-2 1-2 0,8 0-6 0,-1-1-4 16,1 6 0-16,-1-1-9 0,9-3 2 0,1 6-6 15,1-2 0-15,-3 3-5 0,5 0 0 0,-2 2-15 16,2 2-23-16,1 3-16 0,1-1-14 0,-1 2-29 16,-1 1-22-16,0 2-24 0,2-1-20 0,6 1-21 0,-12 2-15 15,14-3-20-15,-8 1-25 0,-6-1-35 0,4 1-33 16,0-4-32-16,-2-2-41 0,-1 0-218 15,3-1-641-15,-4 4 284 0</inkml:trace>
  <inkml:trace contextRef="#ctx0" brushRef="#br0" timeOffset="159285.1">7541 15346 61 0,'0'0'268'16,"1"-1"-24"-16,-1 1-24 0,0 0 0 0,0 0 0 0,-1 16-11 15,1-16-11-15,-7 15-12 0,7-4-13 16,-7 2-13-16,-1 2-10 0,1 2-7 0,-1 9-18 16,3-8-9-16,-11 4-13 0,1 0-11 0,5-2-6 0,-5 2-8 15,0 1-8-15,0-2-8 0,-3-9-4 0,5 7-5 16,-2-9-7-16,3 3-6 0,-1-1 3 15,-4-3-10-15,6 0-11 0,3-6-15 0,-2-2-13 0,0-1-14 16,10 0-19-16,-17-4-15 0,17 4-19 0,-7-12-10 16,6 0-11-16,1 0-5 0,0-3-2 0,1 0 9 15,1 0 9-15,-2-5 13 0,3 5 2 0,4-1 9 16,-5 1 13-16,3 0 8 0,-4 3 21 0,1 1 14 16,0 1 19-16,-2 4 7 0,5-3 12 0,-5 3-2 15,0 6-10-15,0-8-1 0,0 8-2 0,0 0-4 16,0 0-2-16,0 0-1 0,0 0 0 0,15 19-1 15,-14-12-2-15,2 4 2 0,2 2-3 0,2 1-1 16,1 3 0-16,4-2 0 0,-4 2-28 0,4-3-27 16,-4 3-41-16,0-3-52 0,2 1-38 0,-1-3-200 15,4 1-408-15,-5-2 180 0</inkml:trace>
  <inkml:trace contextRef="#ctx0" brushRef="#br0" timeOffset="159472.59">7248 15549 275 0,'-9'-5'321'0,"8"-2"-14"0,-4 2-24 0,5 5-32 15,0 0-24-15,6-7-23 0,3 6-23 0,-9 1-12 16,21-2-17-16,1 2-19 0,-6 2-9 0,11-1-12 16,-4 4-15-16,7-4-2 0,-2 3-21 0,3-2-32 15,1 1-40-15,2 0-50 0,-4 3-53 0,0-4-60 16,5 2-46-16,-5-2-215 0,-7-2-458 0,-3 0 203 15</inkml:trace>
  <inkml:trace contextRef="#ctx0" brushRef="#br0" timeOffset="159769.44">7809 15118 269 0,'-2'-7'358'0,"0"2"-2"16,-4 1-8-16,1-4-1 0,3 1-18 0,2 7-23 16,-3-5-28-16,3 5-31 0,-3-5-28 0,3 5-24 15,0 0-18-15,0 0-23 0,0 0-15 0,11 27-10 16,-8-13-12-16,6 1-11 0,2 11-11 0,-2-1-11 16,-1 1-11-16,0 1-4 0,4 0-6 0,-1 1-2 15,1 2-11-15,-4-3-2 0,5 2-9 0,2 1 0 16,-8 0-12-16,3-3-46 0,-4-4-15 0,8 4-28 15,-6-5-27-15,0-2-23 0,-1-3-37 0,4 0-40 16,-1 1-47-16,-5-9-53 0,4 1-59 0,-3-2-185 16,3-4-577-16,-3 1 256 0</inkml:trace>
  <inkml:trace contextRef="#ctx0" brushRef="#br0" timeOffset="160160.15">8085 15392 157 0,'0'0'304'0,"-5"-12"-22"0,5 12-29 16,0 0-23-16,0 0-27 0,0-4-15 0,0 4 6 15,0 0-10-15,0 0-16 0,13 23-13 0,-8-15-18 16,0 4-8-16,5 1-13 0,-3 2-9 0,-1 0-13 16,6 0-9-16,-7 3-6 0,5-1-9 0,-2-1-7 15,1-1-7-15,2 1-5 0,-8-1-1 0,9 0-8 16,-7-1-4-16,0-5-2 0,0-1-4 0,2 2-5 15,-6-4 2-15,-1-2-2 0,7 1-4 0,-7-5 1 16,0 0-4-16,0 0 0 0,0 0-3 0,0 0-2 0,8-15-1 16,-8 3 2-16,0 4 22 0,5-5 17 15,-3-1 11-15,-1 1 1 0,4-2 28 0,-3-5-3 16,5 2 18-16,-2 2 7 0,-2 0 5 0,3 0-6 0,1 1 5 16,0 5-7-16,-1 0-10 0,-4 2-13 0,8-3-4 15,0 7-15-15,0 0-6 0,3 1-12 0,-5 3-4 16,6 0-4-16,-14 0-3 0,21 4-4 0,-4 3-7 15,-4 2-3-15,3 1-8 0,-1 3-28 0,-1-1-26 16,-3 0-32-16,4 3-34 0,-2 0-41 0,1 0-27 16,-6 0-25-16,5 1-43 0,-5-4-57 0,4 0-50 15,-7 0-51-15,0-6-211 0,3-1-652 0,-1-1 289 16</inkml:trace>
  <inkml:trace contextRef="#ctx0" brushRef="#br0" timeOffset="160802.28">8732 15213 14 0,'0'0'300'0,"0"0"-19"16,0 0-7-16,0 0-6 0,4-6 2 0,-4 6-18 15,0 0-4-15,0 0-23 0,1-6-15 0,-1 6-17 16,2-6 1-16,-2 6-4 0,3-4-19 0,-1-3-6 16,1 2-8-16,2-2-2 0,-3 0-7 0,-1-1 0 15,1-4-3-15,1 3-15 0,-1-1-8 0,0 2 0 16,-1-4-3-16,3 5-8 0,-4-6-1 0,1 4-8 16,-1 1-4-16,2-4-2 0,-2 3-11 0,0-2-6 0,0 9-5 15,0 2-6-15,0-12-8 0,3 7-7 0,-3 5-16 16,2-5-5-16,-2 5-2 0,0 0-7 0,0 0 1 15,0 0 0-15,3 17-3 0,2-4-2 0,-3-5 2 16,3 10-11-16,3-3 2 0,-6 10-1 0,4-1 3 16,3 2-5-16,-3 1-2 0,4 0 8 0,-1-2-10 15,-3 1-4-15,2 0-11 0,2 1-4 0,-1 0-5 16,-3-8 0-16,2-4-6 0,1 4-4 0,2-4-1 16,-2 0-1-16,-3 0-4 0,1 1 5 0,-4-6 2 15,4-2-5-15,-1 1 6 0,-4-2 5 0,3-3 0 16,-3 3 5-16,4-2 0 0,-6-5 5 0,5 7-1 15,-5-7 9-15,2 2-7 0,-2-2 3 0,0 0-1 16,0 0-2-16,-13 7 0 0,13-7 4 0,-10 1 3 0,10-1 0 16,-20 3 4-16,12-1-2 0,-6-1-2 0,8-1 7 15,-11 1 3-15,4 2 2 0,1 2-1 16,-2-3 3-16,2-1-3 0,-1 0 5 0,1 4 0 0,2 1-3 16,2-6-2-16,-2 2 1 0,2-1 0 0,8-1 0 15,-12 1 1-15,12-1-1 0,-8 5 1 0,8-5 0 16,0 0 0-16,0 0-1 0,0 0 2 0,0 0-2 15,0 0-1-15,28-7-4 0,-15 7-14 0,-1-2-15 16,9-4-23-16,-2 0-30 0,-1-2-17 0,3 3-38 16,1-5-29-16,-6 2-44 0,-1-1-46 0,0-2-57 15,3-1-55-15,-8 0-258 0,3 2-675 0,-6-6 299 16</inkml:trace>
  <inkml:trace contextRef="#ctx0" brushRef="#br0" timeOffset="161286.6">7694 14920 85 0,'0'0'364'15,"0"0"-14"-15,0 0-18 0,-1-7-30 0,1 7-24 16,0 0-27-16,0 0-17 0,0 0-26 0,0 0-6 16,0 0-40-16,0 0-11 0,0 0-17 0,0 0-13 0,0 0-13 15,25 10-13-15,-17-8-1 0,4 1-12 16,-3-3-9-16,5 4-5 0,-3-2-5 0,1-1-11 16,1 3-1-16,-1-3-5 0,1-1-5 0,2 0-2 0,-7-1 0 15,-8 1-8-15,20-5 4 0,-12 2-10 0,-1-3 0 16,-7 0-2-16,0-1 13 0,0-1-24 0,-5-3-1 15,3 4-2-15,-6-1-6 0,1-1-13 0,-1 2-29 16,1-2-24-16,1-2-28 0,-9 4-37 0,7 3-51 16,-1-3-68-16,1 0-76 0,3 2-204 0,5 5-568 15,-15 0 251-15</inkml:trace>
  <inkml:trace contextRef="#ctx0" brushRef="#br0" timeOffset="161817.81">9782 15344 229 0,'0'0'330'0,"0"0"-12"15,11 7-3-15,-3-7-19 0,1 3-11 0,4 1 3 0,9-4-21 16,-6 3-16-16,6-3-15 0,7 0-26 0,1 2-15 15,-2-4-17-15,0-1-20 0,4-1-18 16,-4 1-10-16,2 1-12 0,0-1-14 0,-9 2-11 0,-3 0-16 16,2 1-8-16,2-5-21 0,-6 2-28 0,-1-2-36 15,-8 5-25-15,3-1-25 0,-10 1-33 0,11-3-45 16,-11 3-47-16,0 0-51 0,0 0-41 0,0 0-263 16,0 0-591-16,0 0 262 0</inkml:trace>
  <inkml:trace contextRef="#ctx0" brushRef="#br0" timeOffset="161989.67">10015 15140 242 0,'0'0'318'0,"-7"-7"-25"0,7 7-30 0,0 0-22 0,0 0 19 16,0 0-15-16,-1 20 6 0,1-8-14 16,1 5-24-16,-1 0-6 0,0 9-20 0,7 2-18 0,0 1-12 15,-2 1-21-15,-2 3-9 0,12 6-19 0,-4 1-58 16,-1-2-59-16,7 3-74 0,-2-4-65 0,6 1-92 15,-6-3-298-15,8-1-582 0,-4-9 258 0</inkml:trace>
  <inkml:trace contextRef="#ctx0" brushRef="#br0" timeOffset="162489.62">11195 14790 183 0,'3'-14'349'0,"-3"3"-4"0,0 0-9 15,0 2-12-15,0-2-10 0,-3 3-11 0,6 1-16 16,-3 7-34-16,-3-12-23 0,3 12-22 0,-10 4-20 15,10-4-1-15,-15 11-12 0,0 3 4 0,-4 7 1 16,0 6-1-16,1 0-6 0,-7 12 17 0,4 1-1 16,-1 2-9-16,9 4-6 0,-4-1-22 0,3 4-16 15,0-1-9-15,8 0-10 0,1-2-6 0,5 1-14 16,0-5-7-16,5 1-7 0,6-2-10 0,6-4-2 16,-2-10-8-16,11 8-6 0,-3-13-3 0,12 5-23 0,2-5-31 15,1 0-45-15,1-3-45 0,-4-7-56 0,8-4-52 16,-10-6-43-16,4 2-49 0,-3-4-74 0,0-4-62 15,-3 2-339-15,-5-3-829 0,1-2 367 0</inkml:trace>
  <inkml:trace contextRef="#ctx0" brushRef="#br0" timeOffset="162802.09">11597 14969 281 0,'0'0'359'0,"0"-11"-8"0,0 11-5 16,0-7-8-16,0 7-20 0,0-8-24 0,0 8-27 16,0-4-31-16,0 4-28 0,0 0-22 0,0 0-17 0,0 0-14 15,9 22-7-15,-3-13-24 0,-1 3-11 0,-2 3-10 16,6 3-13-16,-3 4-10 0,4 4-6 0,-1-2-6 15,1 2-4-15,-1 1-5 0,5 0-7 0,-6-2-4 16,7 1-32-16,-4-3-27 0,-1-8-38 0,2 4-40 16,-2-3-35-16,-3 4-51 0,7-9-55 0,-5 3-50 15,2-5-60-15,-4-3-202 0,1-3-587 0,-1 4 260 16</inkml:trace>
  <inkml:trace contextRef="#ctx0" brushRef="#br0" timeOffset="163156.5">11879 14989 166 0,'0'0'232'0,"-2"-3"4"0,2 3 1 15,0 0-11-15,0 0-4 0,0 26-7 16,2-15-3-16,4 3-17 0,-4 4-13 0,3 4-22 16,2-5-14-16,-1 7-12 0,4 3-9 0,-2-1-19 0,4-3-3 15,-5-4-10-15,3-3-8 0,-4 3-7 0,4-4-12 16,0-2-2-16,0-1-10 0,0-3 0 0,-4-2-2 15,1 1-7-15,1-5-1 0,4-3-9 0,-12 0 2 16,17-4-8-16,-11-5 4 0,2-1-6 0,4-5-5 16,-4 2-4-16,1-3 2 0,-8-3 23 0,11 4 15 15,-6-4 10-15,4-4 8 0,-3-4 21 16,1 3 1-16,1 8 23 0,-3-3 13 0,-1 4 10 16,2-1 6-16,-4 1 2 0,4 3 1 0,-1 2-15 0,-2 1-12 0,2 1-14 0,1 1-13 0,-2 2-10 15,3 2-12-15,-8 3-7 0,0 0-9 0,17 3-10 16,-9 4-4-16,-1 0-4 0,4 5-6 0,-3-2-5 15,1 8-17-15,-1-4-28 0,-3 6-30 0,-2-6-49 16,4 1-39-16,-4 5-43 0,-3-1-29 0,3-4-35 16,-6 0-39-16,0 2-54 0,3-3-50 0,-3-6-313 15,-2 0-752-15,1 1 334 0</inkml:trace>
  <inkml:trace contextRef="#ctx0" brushRef="#br0" timeOffset="163375.24">11890 14641 259 0,'-5'-4'371'0,"2"-2"-24"16,0 0-31-16,-1 0-36 0,4 6-17 0,-5-8-41 15,5 8-21-15,0 0-32 0,0 0-32 0,0 0-47 16,0 0-72-16,29 15-83 0,-13-10-94 0,-1 2-250 15,5 4-441-15,-7-2 195 0</inkml:trace>
  <inkml:trace contextRef="#ctx0" brushRef="#br0" timeOffset="164468.88">12622 14835 95 0,'5'-8'332'0,"-5"8"-8"0,1-10-10 15,-1 10-14-15,0 0-11 0,9-6-18 0,-9 6-11 16,0 0-43-16,0 0-20 0,5-3-15 0,-5 3-23 0,0 0-23 16,0 0-13-16,0 0-11 0,0 0-8 15,0 0-17-15,0 0 1 0,0 0-17 0,-15 16-4 16,15-16-3-16,-12 7-11 0,9-3-6 0,-4-2-1 0,1 0-8 16,1 3-5-16,-4 1 1 0,9-6-3 0,-6 3-6 15,6-3 3-15,-8 5 1 0,8-5-3 0,0 0-6 16,0 0 1-16,-14-8-1 0,14 8-2 0,-3-6 2 15,3 6-15-15,0-9 9 0,0 3 1 0,0 6-6 16,7-12-1-16,-4 6-1 0,4 3 2 0,-1 0-4 16,1-3-10-16,-1-1 7 0,3 7 1 0,-9 0 1 15,20-4-8-15,-12 0 5 0,2 5-4 0,-10-1 5 16,21 3-4-16,-9 2 1 0,-1 5-6 0,4-2 3 16,-1 1 0-16,0 6-2 0,0-4 7 0,-4 7 2 15,3-4-7-15,0 4 3 0,-1 1 3 0,-1 1 14 16,3 4-21-16,-6-2 5 0,0-5 14 0,-1 3-19 15,-1 7-1-15,-4-3 2 0,3-7-1 0,-5 3 4 0,-5 0 11 16,5-1-17-16,-5 1 5 0,2-3-5 16,-6-1 9-16,-4-4-5 0,7 4 1 0,-3-4 9 15,-2-1-3-15,-1-2 7 0,-1 1 11 0,0-2 20 0,-2-2 23 16,5-5 9-16,-3 4 21 0,4-3 15 0,-2-2 10 16,11 0 3-16,-25-2 2 0,18-6 9 0,-3 3-13 15,4-6-1-15,-6 3-5 0,4-3-5 0,5-3-9 16,-2 4-6-16,0-4-9 0,5 2-9 0,0-3-5 15,0 3-7-15,0 3-7 0,3-3-2 0,-1 5-12 16,6-3-10-16,-3 1-9 0,5 5-8 0,-2-7-12 16,7 10-10-16,-2 0-12 0,4-1-17 0,-1 4-19 15,-4 0-26-15,8 1-28 0,-4-1-33 0,-1 7-18 0,5 1-26 16,-5-4-21-16,1 5-20 0,-1-1-29 16,0 1-38-16,3 0-34 0,-3-3-38 0,2 0-306 15,-7-2-724-15,5 2 320 0</inkml:trace>
  <inkml:trace contextRef="#ctx0" brushRef="#br0" timeOffset="164765.73">13152 14998 32 0,'-7'-2'398'0,"7"2"8"0,-3-5 0 0,3 5-9 16,0 0-5-16,-5-5-9 0,5 5-35 0,0 0-34 15,13-8-38-15,-5 4-19 0,0 1-24 0,14 2-23 0,-6-2-19 16,4 2-18-16,8-4-20 0,-3 2-15 16,5 0-16-16,0-1-9 0,0 4-15 0,-1-4-23 15,-7 3-26-15,0-2-31 0,-1 3-38 0,1-1-37 0,-3-1-34 16,-2 2-25-16,-7 0-30 0,1-1-26 0,-1 1-39 15,-10 0-50-15,12-4-39 0,-12 4-41 0,7-3-238 16,-7 3-625-16,0 0 277 0</inkml:trace>
  <inkml:trace contextRef="#ctx0" brushRef="#br0" timeOffset="164968.84">13300 14726 287 0,'0'0'310'0,"-3"-7"-21"0,3 7-29 0,0 0-27 15,0 0-16-15,0 0 5 0,0 0 12 0,-6 15-23 16,7-4-5-16,-1 0-23 0,8 6-11 0,-4 2-15 16,-1 0-5-16,5 7-8 0,2 2-19 0,0 0-8 15,3-1-26-15,-3 4 0 0,4-4-5 0,1 1-25 0,-1-4-38 16,1 1-34-16,0-1-43 0,0 1-56 16,0-4-70-16,0-10-70 0,-2 1-72 0,0 0-169 15,4-4-532-15,-7-4 236 0</inkml:trace>
  <inkml:trace contextRef="#ctx0" brushRef="#br0" timeOffset="165423.47">14158 14664 148 0,'0'0'303'0,"3"-8"-2"16,4 4-6-16,-7 4-6 0,0-7 7 0,0 7-22 15,0-11-10-15,0 3-15 0,0 4-14 0,0 4-1 16,0-11-25-16,-9 6-6 0,3-3-20 0,6 8-17 0,-8-1-18 15,8 1-11-15,-15-5-14 0,6 4-13 0,-4 1-9 16,5 4-4-16,-4-2 0 0,-4 3 1 16,1 3 2-16,-2 4-3 0,2 0 0 0,-3 0 4 0,3 3-2 15,-1 4-2-15,6-4-6 0,-3 9-3 0,3-4-3 16,3-3-4-16,0 0-3 0,1 2-10 0,1-1 1 16,-2 9-5-16,11-11-2 0,-4 4-1 0,1-4-3 15,4 2 3-15,0 0-9 0,5-1-6 0,2-1 3 16,-1-4-9-16,6 4-4 0,-2-5 5 0,8 4-24 15,-5-4-16-15,-3-4-16 0,6 3-19 0,-1-2-25 0,0-4-23 16,-3 4-32-16,3-4-33 0,-4 1-23 0,7-3-27 16,-11-2-25-16,1 1-28 0,-3-2-37 0,-3-1-36 15,3-4-46-15,1 0-21 0,-9 0-217 0,3-2-657 16,-5 0 290-16</inkml:trace>
  <inkml:trace contextRef="#ctx0" brushRef="#br0" timeOffset="165642.2">14025 14878 56 0,'0'0'255'0,"-14"-1"10"16,5-3 2-16,9 4 8 0,-11-7 3 0,11 7 3 15,0 0-13-15,-10 0 9 0,10 0-6 0,-5-1-16 16,5 1-18-16,0 0-11 0,0 0-14 0,0 0-21 16,0 0-16-16,16-6-17 0,-16 6-17 0,22-5-14 15,-4 4-18-15,0-1-4 0,0 2-12 0,2-1-28 16,0-3-29-16,-3 4-38 0,3 0-41 0,3-2-32 15,-3-3-43-15,-4 8-52 0,1-7-59 0,1 3-58 0,-8-1-65 16,5-1-207-16,-9 0-603 0,6 1 267 0</inkml:trace>
  <inkml:trace contextRef="#ctx0" brushRef="#br0" timeOffset="166220.26">14297 14371 208 0,'0'0'401'15,"0"0"-5"-15,-5-5-9 0,5 5-25 0,0 0-16 16,0 0-17-16,0 0-38 0,0 0-15 0,0 0-9 16,0 0-10-16,23 1-14 0,-10 3-13 0,4 4-17 15,1-2-13-15,7 6-14 0,1-1-15 0,1 2-15 16,4 2-11-16,-4 1-12 0,14 6-14 0,-11-6-11 16,1 12-3-16,-4-8-19 0,-2 5-5 0,-2-2-9 15,5 9-9-15,-5-9-1 0,-8 4-8 0,7 8-1 16,-1 4-5-16,-11-3-3 0,5 5-6 0,-2-1 1 15,-6 1-4-15,-1-1-2 0,-6-1-2 0,0 0-2 0,0 0-6 16,-5 3 2-16,4-1-3 0,-6-10-3 0,-1-1 0 16,3 0-4-16,-10 0-1 0,7-1-13 0,0-2-19 15,-6 0-27-15,3-5-42 0,-1-8-49 0,4-1-67 16,1 1-49-16,-6-2-46 0,3-4-67 0,5-1-84 16,-3-2-320-16,1-2-832 0,7-3 368 0</inkml:trace>
  <inkml:trace contextRef="#ctx0" brushRef="#br0" timeOffset="166813.97">15502 14548 32 0,'5'-10'368'0,"1"4"-6"0,1-3 1 16,-4 2 6-16,4-1-12 0,-7 2-9 0,7 0-19 0,-7 0-21 15,0 6-34-15,6-8-28 0,-6 8-27 16,0 0-24-16,0 0-20 0,0 0-18 0,-13 19-15 16,5-4-8-16,3 1-21 0,-10 9-8 0,5 1-13 0,3 2-8 15,-8 10-8-15,0-11-5 0,2 12-6 0,-2-3-9 16,4 3-5-16,-1-9-5 0,-1 1-3 0,1-4 2 15,-1 2-11-15,6-5-11 0,-2 0-21 0,2-8-24 16,-1 2-25-16,3-4-37 0,0-4-27 0,0-2-13 16,1-1-4-16,3 0-29 0,1-7-37 0,-7 1-29 15,7-1-18-15,0 0-13 0,0-20-19 0,0 12-16 16,0-3-8-16,5-5-177 0,-5-3-513 0,2 0 227 16</inkml:trace>
  <inkml:trace contextRef="#ctx0" brushRef="#br0" timeOffset="167001.45">15351 14688 163 0,'-1'-9'182'0,"2"2"19"0,-2 0 5 0,-3 2-7 16,4 5-15-16,0 0-16 0,0 0 6 0,-1-7 11 0,1 7 0 16,0 0-8-16,0 0-5 0,5 27-5 0,-4-16-10 15,6 2-4-15,-1 2 1 0,-1 2-25 16,2 3-9-16,6 2-15 0,2 3-4 0,-7-1-14 0,6-5-7 16,-3 0-10-16,1-3-1 0,3 3-14 0,0-4-20 15,-2-2-34-15,-3 1-35 0,1-1-43 0,-2-2-48 16,4 1-53-16,-5-8-49 0,0 2-55 0,-3-3-178 15,-1 0-497-15,-4-3 219 0</inkml:trace>
  <inkml:trace contextRef="#ctx0" brushRef="#br0" timeOffset="167188.93">15249 14885 19 0,'-5'-4'384'0,"-4"0"-6"0,8-7-19 0,1 11-23 16,-5-7-19-16,5 7-26 0,15-13-10 0,-5 6-17 15,4 3-28-15,5 0-23 0,2 0-17 0,7-6-24 0,2 5-18 16,2 4-17-16,4-2-16 0,-1 3-19 0,9 0-36 16,-1 0-35-16,2-5-42 0,-13 7-45 15,2 1-46-15,-4-1-54 0,2-1-62 0,-3-2-64 0,-7 2-257 16,-1-1-584-16,-4 1 259 0</inkml:trace>
  <inkml:trace contextRef="#ctx0" brushRef="#br0" timeOffset="167438.91">16002 14366 20 0,'-2'-8'385'0,"2"5"-20"0,0 3-25 0,-7-8-35 0,7 8-24 15,0 0-37-15,0 0-28 0,0 0 4 16,0 0-18-16,0 24-7 0,7-10-4 0,0 2-10 0,-4 4-21 15,9 6-12-15,-3-1-10 0,3 4-15 0,3-4-14 16,-2 6-12-16,2-4-5 0,3 11-8 0,-4-11-10 16,9 9-8-16,-8-10-35 0,0-3-27 0,-1 1-25 15,-5-6-39-15,6-1-36 0,-10 0-41 0,3-3-50 16,0-1-50-16,-1-8-56 0,-1 3-247 0,3-5-585 16,-9 2 258-16</inkml:trace>
  <inkml:trace contextRef="#ctx0" brushRef="#br0" timeOffset="167829.5">16285 14491 215 0,'0'-5'243'0,"0"5"-28"0,-5-5-11 0,5 5 3 0,0 0-5 16,0 0-12-16,8 17-7 0,-6-6-16 15,3 3-13-15,0-1-14 0,0 1-13 0,0 7-6 0,6-5-11 16,-6 4-8-16,7 4-10 0,-2-3-8 0,-2-5-11 15,2 3-4-15,-2-11-4 0,-1 9-12 0,4-3-1 16,-1-1-4-16,-5-4-5 0,2-1-2 0,-2-6-3 16,3 5-5-16,-1-3-2 0,-1-1-8 0,-6-3 1 15,15-11-6-15,-8 7 4 0,3-4 24 0,-4 1 10 16,4-6 12-16,4-1 2 0,-6-1 17 0,5 2 9 16,-6-2 24-16,3-4 9 0,3 4 17 0,0 1 22 15,-5-3 2-15,6 2 1 0,-4 0-9 0,3 6-16 16,-5-2-4-16,7-1-18 0,-3 8-11 0,-4-1-10 15,2-2-15-15,1 4-9 0,-1 3-8 0,2 0-9 16,-2 6-6-16,6-2-5 0,-1 5-4 0,-3 3-6 16,-4-1-11-16,5 4-20 0,-4-1-25 0,1 2-29 0,3 2-29 15,-5 0-56-15,0-2-38 0,-1 6-32 0,3-6-36 16,-5 3-54-16,-2-2-47 0,4-5-54 16,-4 2-304-16,-1-3-753 0,1-3 333 0</inkml:trace>
  <inkml:trace contextRef="#ctx0" brushRef="#br0" timeOffset="168407.57">17053 14428 82 0,'0'0'385'0,"1"-10"-6"0,-1 4-14 0,0-1-20 15,0 0-35-15,5 2-11 0,-5 5-25 0,4-11-17 16,2 3-34-16,1 5-24 0,-1-1-17 0,-6 4-18 16,17-3-21-16,-5 3-13 0,-2 0-14 0,-10 0-14 15,24 2-10-15,-9 2 5 0,-1-1-28 0,-5 3-19 16,3 0-7-16,1 0-16 0,-6 3-4 0,1-3-9 16,5 1 0-16,-6 5-7 0,-5-4-4 0,-1 2-5 15,-1 1 1-15,0-1 5 0,-1 4-9 0,-1-5 7 0,-5 0 8 16,-3 4-20-16,6-4 3 0,-3 2 1 15,-3-2 6-15,0 5 0 0,5-3-1 0,-2-3-3 16,2 0 2-16,2 4 0 0,2-5 1 0,1 2 2 0,0 3-1 16,1-5 2-16,2 5 4 0,7-1 0 0,2 0 0 15,-2-3 0-15,3 4 9 0,2-1 3 0,0 0 12 16,-2-1-15-16,0-1-1 0,-3 1-18 0,5 1 17 16,-8-5-6-16,4 0 5 0,-7-2-1 0,4 3-1 15,-3 0 0-15,-2-3 3 0,1-2 2 0,-4-2-10 16,-4 7 6-16,4-7 6 0,-11 8-6 0,2-2 1 15,-2-2-19-15,-4-2-21 0,-2-2-31 0,-2-2-31 16,-5 1-33-16,-4-5-35 0,-5 6-43 0,-13-8-56 16,4-2-61-16,-7 0-247 0,-3-2-613 0,0-5 271 15</inkml:trace>
  <inkml:trace contextRef="#ctx0" brushRef="#br0" timeOffset="168782.53">16000 14065 118 0,'0'0'309'0,"2"-2"-8"0,-2 2-24 0,6-7-25 15,-6 7-17-15,0 0-15 0,12 0-9 0,-12 0-14 16,0 0-22-16,23 5-14 0,-15-5-13 0,2 3-18 0,4-3-11 16,-1 4-9-16,0 1-13 0,4-1-9 15,-1-1-10-15,-1 2-5 0,-2-2-8 0,2-3-8 16,0 0 13-16,-8 2 6 0,-7-2 0 0,21-2 3 0,-14 2-9 16,-7 0-8-16,10-8 1 0,-10 5-13 0,5-2 1 15,-5 5-9-15,-5-11-6 0,3 5-5 0,-5-4-6 16,1 3-16-16,-2 2-4 0,3-2-29 0,-5-3-13 15,3 4-24-15,-6 2-22 0,5-3-32 0,-1 3-40 16,-4 1-48-16,5 0-61 0,8 3-274 0,-14 0-582 16,14 0 258-16</inkml:trace>
  <inkml:trace contextRef="#ctx0" brushRef="#br0" timeOffset="169313.73">18099 14328 83 0,'0'0'412'0,"-7"-5"8"0,7 5-9 15,0 0-11-15,-3-4-7 0,3 4-4 0,0 0-7 16,0 0-13-16,0 0-19 0,0 0-33 0,10-9-31 15,-10 9-27-15,16-7-26 0,3 0-20 0,-3 4-27 16,12-5-32-16,4 1-19 0,4-2-30 0,-1 2-25 16,-2-1-37-16,10 3-40 0,-7-3-45 0,-6 2-49 0,5 1-51 15,-5-2-45-15,-2 6-39 0,-5-1-50 0,-6 1-59 16,-3 1-56-16,-2 1-265 0,-5 1-710 16,-7-2 314-16</inkml:trace>
  <inkml:trace contextRef="#ctx0" brushRef="#br0" timeOffset="169501.22">18317 14467 28 0,'-6'11'262'0,"1"-3"5"0,-2-4 3 0,5 2-3 15,-4-1 1-15,6-5-3 0,-2 7 1 0,2-7 11 16,0 6 11-16,0-6-5 0,8 3-15 0,6-3-25 16,-4 0-26-16,9-1-20 0,-2 1-17 0,4-2-23 15,11-1-44-15,-4 0-34 0,5 3-53 0,4-2-48 0,-3-2-52 16,1 3-61-16,2 1-76 0,7-7-88 15,-7 7-281-15,-1-3-629 0,-6 3 278 0</inkml:trace>
  <inkml:trace contextRef="#ctx0" brushRef="#br0" timeOffset="170173.03">19835 14219 143 0,'-7'-5'293'0,"-3"5"-17"0,-3-2-12 0,0 5-6 16,-9 4-14-16,6 0-13 0,-6 2-11 0,6 2-14 15,-11 5-16-15,6 2-6 0,4 3-11 0,-3 3-9 16,6-2-15-16,-3 2-12 0,7 2-9 0,0 1-7 16,5 0-12-16,5-2-5 0,3 1-9 0,4-2-7 15,8 0-14-15,0-2 7 0,6 0-10 0,3-1-9 16,5-2-2-16,13-3-10 0,2 3-4 0,-4-8 8 15,5-3-18-15,-10-5 3 0,9 2 9 0,-7-4-16 16,-8-2 0-16,6-6-15 0,-5 3-3 0,-7-4-12 16,0 0 0-16,-8-4-6 0,0 1-1 0,-3-7-12 0,-2 0-4 15,-4 0 6-15,-6-6 3 0,-1-3-5 0,-8 1 4 16,-2-1 2-16,-4 3-4 0,-7-3 7 16,-7-4-2-16,-1 6 0 0,2 0-3 0,1 10 7 0,-6-7 2 15,3 3-4-15,0 7 2 0,2-1 0 0,-1 8 2 16,2-6 3-16,-1 3-4 0,8 3 2 0,5 3-21 15,0 2-22-15,7-1-8 0,-4 2 0 0,4 2-11 16,8-3-8-16,-6 9-17 0,9-2-12 0,-3-7-24 16,11 15-21-16,3-3-22 0,1-4-11 0,6 1-22 15,11 3-12-15,-4-4-14 0,8 2-3 0,-3-3-149 16,0 1-412-16,-3-5 183 0</inkml:trace>
  <inkml:trace contextRef="#ctx0" brushRef="#br0" timeOffset="170641.73">20270 14317 2 0,'9'-9'172'15,"-6"2"22"-15,2-1 15 0,-2-2 8 0,-3 1 3 16,0 1 6-16,0-2 2 0,0 3-7 0,0-1-6 0,-3 2-20 16,3 6-22-16,-5-11-15 0,2 9-17 0,3 2-16 15,0 0-13-15,-15 1-10 0,15-1-10 0,-15 15-8 16,11-6-8-16,1 0-11 0,0 8-1 0,3 1-8 16,0-5-9-16,3 8-1 0,2-2 8 0,2 1-15 15,6 1-6-15,-1 2 1 0,2-3-7 0,5 0 1 16,2-4-8-16,-3 1 7 0,4-2-2 0,1-3-2 15,4 1-2-15,-11-5-5 0,14-1-1 0,-10-5-2 16,-2-2 1-16,0 0 0 0,-1-2-2 0,-4-2 0 16,2-5-2-16,-4 0-2 0,3-4 0 0,-6-1-3 15,0-1 1-15,-1-3 1 0,3-1-2 0,-7-3-1 16,5-5 1-16,-8 0 1 0,5 3 11 0,-5 8 22 16,0-7 3-16,-5 5 24 0,5-1 12 0,-3 1 14 0,3 1-7 15,-3 8-6-15,3 1-3 0,-2 0 3 16,0 1-24-16,1 2-9 0,1 5-8 0,-3-7-2 15,3 7-12-15,0 0 5 0,0 0-3 0,6 19 3 0,-1-7-12 16,5 1 1-16,-3 4-4 0,1 0 1 0,7 6-3 16,6-3 0-16,-4 2-3 0,3-1-14 0,8 1-13 15,-5-3-9-15,4-3-13 0,-3 4-14 0,0-5-10 16,4 1-13-16,-3-4-10 0,1-1-13 0,-4-4-14 16,-3 0-17-16,1-6-11 0,-2 0-7 0,1-1-12 15,-4-1-13-15,-6-2-8 0,5-5-10 0,-1 1-7 16,0-5-11-16,-5-1-1 0,1-6 5 0,2 0 0 15,1-5 12-15,-7-4 6 0,-5-4 12 0,5 2 12 0,-2-14-86 16,-4 7-269-16,2-8 120 0</inkml:trace>
  <inkml:trace contextRef="#ctx0" brushRef="#br0" timeOffset="170829.22">21138 14034 789 0,'-2'-47'-38'0,"-5"5"35"15,1-1 30-15,1 15 37 0,3-3 15 0,-5 4 34 16,7-4 33-16,-6 12 21 0,6 0 17 0,0 3 9 0,-2 0 1 16,-3 1-9-16,4 3-18 0,1 5-18 0,0 0-20 15,0 7-17-15,0 0-9 0,0 0-13 16,0 0-5-16,0 0 1 0,0 38-4 0,1-18 5 0,6 9-5 15,-1-1 4-15,3 16-9 0,6-2 3 0,-7 1-8 16,5 2-4-16,7 2-6 0,-7-1-5 0,5 1-5 16,-1-1-4-16,3-7-9 0,1 2 15 0,-1-1-19 15,2-5 6-15,-2 1-35 0,8-5-23 0,-7-8-28 16,-6 1-35-16,0-9-46 0,0 0-49 0,5-3-64 16,-5-5-69-16,-5 0-203 0,1-3-551 0,-2-3 244 15</inkml:trace>
  <inkml:trace contextRef="#ctx0" brushRef="#br0" timeOffset="171016.7">21109 14131 191 0,'-6'-4'293'0,"6"4"-31"0,-7-10-25 0,7 10-27 15,0 0-21-15,13-5-17 0,-6 3-15 0,-7 2-17 16,25-3-23-16,-9 6-45 0,3-1-59 0,2 1-64 15,4-3-68-15,3 2-196 0,2 0-339 0,3 1 150 16</inkml:trace>
  <inkml:trace contextRef="#ctx0" brushRef="#br0" timeOffset="171839.92">21919 14251 221 0,'0'0'364'0,"0"0"-9"15,0 0-2-15,0 0-11 0,0 0-1 0,0 0-15 16,0 0-18-16,0 0-27 0,0 0-29 0,0 0-27 15,16-16-20-15,-6 15-25 0,7-4-9 0,-1 0-24 16,16 0-12-16,-4-2-9 0,8 3-9 0,9-5-22 16,6 3-10-16,-3 0-11 0,0 0-15 0,-5-2-32 15,0 3-17-15,-8 2-25 0,-2-4-25 0,0 3-19 16,-1-1-28-16,-4 1-22 0,-10 0-25 0,-3 1-22 0,-2-1-34 16,-1 3-35-16,-9-2-35 0,-3 3-22 0,14-8-28 15,-14 3-179-15,0-2-530 0,0 7 235 16</inkml:trace>
  <inkml:trace contextRef="#ctx0" brushRef="#br0" timeOffset="172043.03">22255 13945 259 0,'-5'-4'282'0,"5"4"0"0,-8-6-12 0,8 6-20 16,-5-3-22-16,5 3-20 0,0 0-27 0,0 0-13 15,0 0-14-15,0 0 5 0,-7 21-4 0,7-14-8 16,5 8-6-16,-3 2-16 0,3 2-12 0,3 7-11 15,-3 0-11-15,3 2-3 0,2 3-10 0,2 0-7 16,4 4-6-16,-6-3-8 0,12 2-1 0,-7-7-25 16,-1 2-30-16,0 0-42 0,1-2-47 0,-1-2-64 15,-2 0-78-15,5-2-73 0,-7-2-189 0,-4-6-532 16,7 0 236-16</inkml:trace>
  <inkml:trace contextRef="#ctx0" brushRef="#br0" timeOffset="178797.24">23274 13794 343 0,'2'-9'365'0,"-2"6"1"0,0-5-16 0,0 8-15 0,0-7-29 16,0 7-21-16,-2-8-34 0,2 8-25 0,0 0-29 15,0 0-7-15,0 0-13 0,5 20 10 0,-1-10 0 0,-1 10 3 16,-1-5-9-16,6 11-6 0,-6-1-9 16,3 2-9-16,3 0-13 0,-7 0-12 0,4 3-11 15,5-5-12-15,-6 5-9 0,2 1-11 0,1-4-8 0,1 0-7 16,-1-4-7-16,-4-4-7 0,4 0-13 0,-1 1-26 15,-2-4-46-15,2-1-43 0,1-4-41 0,-2-2-35 16,-2 1-36-16,4-2-35 0,-6-1-52 0,6 1-76 16,-4-4-66-16,-3-4-245 0,9 1-707 0,-9-1 313 15</inkml:trace>
  <inkml:trace contextRef="#ctx0" brushRef="#br0" timeOffset="179236.23">23634 13875 24 0,'0'0'268'0,"0"0"-2"0,0 0-9 0,0 0-18 0,0 0-12 16,14 18-11-16,-12-9-14 0,5 3-13 0,1 2-21 16,0 3-14-16,2 1-16 0,-1 1-11 0,4 1-15 15,-2 4-17-15,3-1-10 0,-6-7-2 0,3 2-11 16,1-2-5-16,-5 0-10 0,4-4-3 0,-1 2-9 15,-7-2 1-15,2-5-7 0,-1-1 0 0,-1 0 2 16,4-2 29-16,-7-4 38 0,0 0 19 0,0 0-9 16,0 0 0-16,0 0 1 0,0 0 5 0,5-19-1 15,-5 8-1-15,3-4 4 0,-3-1 1 0,7-2 0 16,-7-2-6-16,6-1 5 0,-2 1-2 0,2-6 0 16,1 6 0-16,1 4 3 0,-1-3 2 0,-1 2-3 0,3 4-5 15,-4-3-7-15,3 6-9 0,-7 1-11 0,6 3-6 16,0 0-15-16,1-2-8 0,-1 4-12 15,4 2 5-15,-11 2-18 0,20 3-5 0,-7 5-4 0,2 1 0 16,0 1-8-16,0 2-1 0,8 7 3 0,-10-4-6 16,7 4-2-16,-10-3 3 0,8 7-5 0,-3-3-4 15,0 0-10-15,-5-2-17 0,-2-1-29 0,6-2-30 16,-8 1-32-16,-4-3-37 0,6-4-42 0,-3-2-33 16,-5 1-24-16,0-3-22 0,-5 6-35 0,4-8-34 15,1-3-57-15,-14 5-54 0,6-5-224 0,-5 0-724 0,13 0 320 16</inkml:trace>
  <inkml:trace contextRef="#ctx0" brushRef="#br0" timeOffset="179595.57">23301 13542 206 0,'-5'-8'371'0,"5"8"-31"0,-2-5-35 0,2 5-27 0,0 0-33 16,0 0-22-16,-5-7-25 0,5 7-22 16,0 0-21-16,0 0-11 0,0 0-16 0,0 0-12 0,0 23-8 15,5-19-18-15,-3 3-2 0,0 0-12 0,3-1-1 16,3-2-10-16,-2-1-6 0,4 2-4 0,-3 2-3 15,3-5-8-15,2 1-1 0,-4-3-3 0,3 3-2 16,-11-3-4-16,17-4-2 0,-10 0-5 0,1-3 1 16,-3 2-4-16,-2-5-3 0,0 1 5 0,2 1 5 15,-5 1-5-15,0-5 2 0,-5 3-3 0,0 0-2 16,0-1-6-16,1-4-2 0,-3 6-14 0,-1 1-27 16,-4-1-33-16,4-1-34 0,-2 8-46 0,-8-1-67 15,8 1-84-15,-4 1-255 0,1 1-588 0,5 1 261 16</inkml:trace>
  <inkml:trace contextRef="#ctx0" brushRef="#br0" timeOffset="180361.12">24364 13700 224 0,'-7'-5'357'0,"5"2"3"15,-4-4-1-15,2 2-24 0,4 5-5 0,-5-11-24 16,5 7-24-16,0 4-23 0,0-12-24 16,2 6-25-16,3 3-19 0,3-3-22 0,-3 2-14 0,3 0-22 15,2 0-15-15,0 1-13 0,0-3-8 0,4 4-11 16,-6-1-8-16,2 3-12 0,1-1-5 0,1 1-7 16,-4 4-4-16,5-2-10 0,-3 0-3 0,2 3-12 15,-4-2-9-15,-1 2-4 0,-1 1-4 0,-1 0-4 16,0 1-6-16,0 1 1 0,-3-2 1 0,3 3-4 15,-3-2-1-15,-2 0 17 0,-2 1-17 0,2 1 1 16,-5-1-5-16,3-2 5 0,-4 0-3 0,2 3 1 16,1-3 2-16,1 0 6 0,-4 0-5 0,2-1 3 0,1-1-10 15,3-4 4-15,-6 8 4 0,6-8 0 16,0 5-4-16,0-5 1 0,5 10 6 0,-4-6 3 16,6 2 2-16,-6 1-3 0,9 1-3 0,0-4 2 0,-1 4 0 15,5 3-6-15,6 0 4 0,-5-4 2 0,2 6-8 16,-2-2 12-16,0 1-6 0,-1 0 0 0,0-4 2 15,-1 6-2-15,-3-2-4 0,1 0 1 0,-4-3 4 16,-2 0-4-16,0 3-1 0,0-3 6 0,-2 0 6 16,-1 0 13-16,-4 0 0 0,-4 0 9 0,2 0 1 15,-4-1-2-15,-3-1 5 0,2 2-5 0,-7-5 1 16,-3 1-3-16,3-1-5 0,-6 4-6 0,6-2 4 16,-11-2-16-16,11 1-33 0,-4-5-37 0,5 3-46 15,-1-3-39-15,-3 6-34 0,6-6-37 0,3 0-58 16,10 0-71-16,-10-6-253 0,2 5-655 0,8 1 290 15</inkml:trace>
  <inkml:trace contextRef="#ctx0" brushRef="#br0" timeOffset="181032.94">25057 13789 16 0,'0'-4'299'0,"0"4"-3"0,0-9-7 0,0 9-15 0,0 0-9 16,0-7-23-16,0 7-12 0,0 0-18 0,0 0-21 16,5-8-13-16,-5 8-8 0,0 0-13 0,0 0-10 15,0 0-15-15,0 0-9 0,0 0-8 0,0 0-7 16,0 0-16-16,0 0-3 0,0 0-8 0,0-4-2 15,0 4-3-15,0 0 7 0,0 0-20 0,8-5 7 16,-8 5-4-16,12-3 3 0,-12 3-9 0,5-3 7 16,-5 3 0-16,10-3 0 0,-10 3 0 0,5-8 2 15,3 7 3-15,-8 1-3 0,8-11-4 0,-6 7 1 0,5-2-1 16,-4-3-2-16,2 0-2 0,-2 2-4 0,4 0-6 16,-1 0-3-16,-4-2-3 0,5-2 4 15,-1 4-2-15,-6 2-3 0,5-3-1 0,-1 0-2 0,-4 8 5 16,6-7-5-16,-6 0-1 0,0 7-6 0,7-7-4 15,-7 7-6-15,0-5-6 0,0 5-7 0,3-4-4 16,-3 4 1-16,0 0-7 0,0 0-1 0,-7 16 3 16,4-5 2-16,3 0-2 0,-6 2-2 0,2 2 6 15,1 3-6-15,-2-2-2 0,-5 8 1 0,2-5 2 16,1-1-3-16,-1-1 0 0,1 3 4 0,-1-1-3 16,3-2 0-16,-7 1-3 0,6-2-3 0,-3 2-14 15,-2-6-16-15,3 0-20 0,6 0-34 0,-6-2-19 16,3-5-10-16,3 3-22 0,-5-4-4 0,7 3-4 15,0-7-27-15,0 0-27 0,-6 4-21 0,6-4-25 16,0 0-16-16,0 0-27 0,0 0-22 0,-7-21-216 16,7 14-575-16,0-1 255 0</inkml:trace>
  <inkml:trace contextRef="#ctx0" brushRef="#br0" timeOffset="181204.8">25039 13796 181 0,'0'-8'64'0,"0"-4"37"0,1 3 26 16,-1 1 27-16,0-1 31 0,0 1 13 0,-1 0 9 15,1 2 4-15,0 6-5 0,3-12-15 0,2 9-18 16,-5 3-21-16,0 0-16 0,0 0-14 0,0 0-3 15,0 0-5-15,0 0-6 0,7 12-1 0,-6-5-7 16,6 1 1-16,-2-1-19 0,0 3-8 0,5 4-3 16,-5 0-8-16,5-1-1 0,-2 5-8 0,2-4-8 15,-2 1 1-15,2-1-19 0,2-1-27 0,-6 1-29 16,6-2-41-16,-7-1-49 0,5 0-66 0,-4-3-60 16,1-1-247-16,-2 2-531 0,-2-5 235 0</inkml:trace>
  <inkml:trace contextRef="#ctx0" brushRef="#br0" timeOffset="181392.28">24994 13784 316 0,'-7'-8'354'0,"3"3"-8"0,0 3-18 0,4 2-22 16,-6-7-25-16,6 7-23 0,-5-5-6 0,5 5-50 15,0 0-15-15,15-5-16 0,-4 5-4 0,-11 0-33 16,27 0-20-16,-9 5-31 0,5-5-39 0,-2 0-43 15,8 0-43-15,2 4-51 0,-6 1-65 0,10-2-58 16,-6-2-67-16,1 5-176 0,-2-3-497 0,2 0 220 16</inkml:trace>
  <inkml:trace contextRef="#ctx0" brushRef="#br0" timeOffset="181860.98">25952 13456 164 0,'-5'-7'293'0,"5"7"-5"0,0-9-13 0,0 9-5 0,-6-7-14 16,4 2-11-16,2 5-18 0,-6-6-22 15,-3 3-11-15,9 3-15 0,-13-5-8 0,5 4-14 16,8 1-8-16,-18 1-1 0,6-1-4 0,-3 5-1 0,2-2-4 16,-4 3-11-16,-3 4-1 0,4-2-6 0,-1 1 3 15,2 4 0-15,1 4-7 0,-6 1-5 0,5 5-11 16,0-7-7-16,5-1-3 0,-3 6-5 0,4-1 6 15,-2 5-11-15,8-6 1 0,-2 0-3 0,5 6-3 16,0 1-3-16,5-10-5 0,3 3-1 0,-2 0-2 16,9 0-5-16,0 5-2 0,3-9-8 0,7 1-3 15,-7-4-11-15,6-1-17 0,4 0-13 0,-7-6-20 16,9 2-23-16,-3-3-28 0,4-3-42 0,-1-2-33 16,-7-2-37-16,5 0-29 0,-8-2-42 0,-2 0-50 15,2-5-45-15,-3 3-61 0,-4-5-228 0,-3 3-685 16,3-6 302-16</inkml:trace>
  <inkml:trace contextRef="#ctx0" brushRef="#br0" timeOffset="182157.83">25643 13735 79 0,'0'0'295'0,"-7"-3"2"0,7 3 3 0,0 0-1 16,-6-4-1-16,6 4 6 0,0 0 0 0,0 0-1 0,0 0-2 16,0 0 0-16,0 0-14 0,0 0-12 15,15-12-27-15,-2 12-15 0,2-1-13 0,6-2-15 16,1-1-23-16,4 0-17 0,7 4-16 0,10-4-16 0,-10 0-9 15,4 1-19-15,-7 2-13 0,4-3-30 0,-2 2-37 16,-4 2-45-16,3-1-64 0,-4-3-60 0,-9 8-71 16,2-4-72-16,0 0-98 0,-4 0-358 0,1 0-802 15,-4 1 354-15</inkml:trace>
  <inkml:trace contextRef="#ctx0" brushRef="#br0" timeOffset="210841.51">11753 16495 191 0,'0'-10'294'0,"5"1"-9"0,-3 0-19 0,6-1-10 16,-2-1-19-16,3 3-7 0,4-4-14 0,2 4-10 0,5 1-19 15,0 2-4-15,1-3 14 0,9 5-20 0,-2 3-8 16,8 3-1-16,7-3-7 0,2 9-19 0,-15 2 4 16,15 2-8-16,-2 4-2 0,-2 2-9 0,-1-2-1 15,4 3-18-15,-5 5-2 0,2-3-8 0,-1 4-8 16,-6-4-13-16,-9-6-5 0,12 7-3 0,-11-3-12 15,-1-1-7-15,5-1 1 0,-9 0-7 0,6 0-2 16,-6 0-10-16,-3 0 2 0,2-3 4 0,-10-3-10 16,3 3-4-16,1-1-1 0,-6-1 3 0,0-1 11 15,-8 0 2-15,0 6 5 0,0-3 5 0,-8-2 12 16,1 1 8-16,-6-1 0 0,-2-1 6 0,-6 5 0 16,-6-4 0-16,1 3 2 0,-17-3-1 0,1 2 0 15,-2 0 5-15,-6-3-4 0,0-1 2 0,6-4 8 0,-1-1 3 16,-1 3-2-16,9-9 1 0,4 0 10 15,2-6 0-15,3 1-3 0,3-6-9 0,5-1-7 16,5-2-13-16,5-1-7 0,3-2 3 0,7-2-17 0,7-6 1 16,1-2-2-16,9 0-5 0,11-7-20 0,3 3-20 15,3 1-28-15,2 3-29 0,2 0-20 0,0 9-42 16,-6 1-39-16,-3 7-50 0,14-4-45 0,-13 6-39 16,7 3-29-16,-4 6-34 0,-4 4-47 0,1-3-39 15,0 5-369-15,-5 3-877 0,-2 1 388 0</inkml:trace>
  <inkml:trace contextRef="#ctx0" brushRef="#br0" timeOffset="211763.3">13107 16612 199 0,'0'-2'327'16,"0"2"-12"-16,-22-2-8 0,14 2-11 0,8 0-16 15,-18 0-7-15,8 3-6 0,-3-2-3 0,-4 6-13 16,2 1-1-16,-1 3-3 0,1 1-13 0,-3 0-18 16,3 4-5-16,0-1-24 0,-2 5-14 0,7-2-16 15,-1-2-16-15,1 1-14 0,5 1-12 0,-3-2-11 16,8 4-13-16,0-6-4 0,6 2-11 0,1-4-3 16,3 4-8-16,3-6-13 0,2 2-20 0,1-8-15 15,6 0-17-15,8-4-12 0,-12 0-10 0,8-4-9 0,3 0-12 16,-6-4-3-16,-2-3-12 0,6-2-3 15,-11-1-4-15,4-5-4 0,-10 4 4 0,5-2 5 16,-8-1-3-16,1-1 9 0,-8-1 4 0,-3 4 5 0,-4 0 9 16,-3-1 2-16,-2 0 2 0,-3 1 6 0,-4 4 4 15,5 0 0-15,-2 1 4 0,-7 1 3 0,3 3-1 16,-2 5 2-16,7-6 2 0,-1 4 1 0,3 1-4 16,3 0-22-16,1 1-7 0,9 2 4 0,0 0-6 15,0 0-12-15,0 0-32 0,0 0-33 0,0 0-24 16,0 0-27-16,48 2-12 0,-24-2-12 0,9 2 1 15,-2-2 6-15,-1-2 1 0,-2 4 11 0,7-2 17 16,-14-2 8-16,2 2 10 0,-1-2 10 0,-5-1 20 16,-1 2 7-16,-3 2 27 0,-1-2 24 0,-12 1 41 15,18-1 33-15,-10 1 20 0,-8 0 18 0,0 0 15 16,14-5 13-16,-14 5 11 0,0 0 7 0,0-5 1 16,0 5-3-16,0 0-6 0,0 0 0 0,0 0-6 0,0 0-3 15,-20 11-3-15,20-11-4 0,-8 9-13 0,4 2 1 16,-1-4-7-16,2 5 0 0,0 0-5 15,3 0-6-15,0 2-9 0,0 2 0 0,0-3-2 16,0 4-4-16,3-4-5 0,2 2 0 0,2 1-6 0,-1-3 0 16,2-3-1-16,6-1-2 0,-4-3 1 0,4 1-8 15,3-2 4-15,1-3 1 0,2 0-6 0,-3-2 1 16,7-7-10-16,-5 3 4 0,2-4-1 0,-3 0 1 16,-3-3 3-16,4-1-5 0,-5-1 1 0,1-1-3 15,0-2-1-15,-5-1 4 0,-2 0 3 0,2 1 21 16,-6-2 23-16,2 1 10 0,-6 0 12 0,0 3 16 15,0 2-3-15,0 5 12 0,-1-5 12 0,1 3-2 16,-4 1-4-16,3 2-3 0,1 6-25 0,-2-6-4 16,2 6-8-16,0 0-8 0,0 0-6 0,-13 13-4 15,11-5-6-15,0 1-4 0,4 3-5 0,-4 0-4 16,4 3 0-16,1-1-7 0,4 2-8 0,-2 2-15 16,2 0-10-16,-2-4-14 0,5-1-24 0,-1-3-12 0,0 2-22 15,6-1-3-15,-2-7-34 0,2 3-16 16,3-5-27-16,0 3-15 0,-3-5-12 0,7-2-19 15,-9-3-9-15,3-2-17 0,-1-4-3 0,5-1-12 0,-3-10-11 16,-1 3-152-16,-1-5-447 0,-5-8 199 0</inkml:trace>
  <inkml:trace contextRef="#ctx0" brushRef="#br0" timeOffset="211982.13">14027 16059 250 0,'-3'-15'293'0,"-1"2"10"15,-2 4 0-15,3-3-6 0,-1 6-3 0,4-1-24 16,-3 3-28-16,3 4-5 0,0 0 22 0,0 0-11 15,-12 12 2-15,12 0-16 0,4 3-12 0,-8 11-15 16,8-1-14-16,-3 5-23 0,-1 3-13 0,2 6-17 0,1 1-16 16,6 2-11-16,0 2-9 0,-4 2-13 15,5-5-9-15,5 1-12 0,-3 0-19 0,4-2-15 16,-1-4-22-16,-5-4-30 0,3-3-40 0,2-1-31 0,-1-2-30 16,0-4-32-16,0-4-48 0,-6-3-35 0,5-3-46 15,-4-5-49-15,-1-2-306 0,2 1-685 0,1-6 303 16</inkml:trace>
  <inkml:trace contextRef="#ctx0" brushRef="#br0" timeOffset="212138.36">14020 16394 281 0,'-6'-3'406'0,"6"3"4"0,-3-8-28 0,3 8-23 15,-4-8-33-15,4 8-30 0,13-7-22 0,-4 6-25 16,6-1-28-16,6-3-16 0,9 2-25 0,6-2-16 15,1 1-31-15,6 4-48 0,10-5-61 0,-5 3-61 16,-4-1-58-16,-7 8-82 0,-4-3-74 0,2 3-322 0,-5 1-620 16,-14-3 274-16</inkml:trace>
  <inkml:trace contextRef="#ctx0" brushRef="#br0" timeOffset="212669.56">12259 17439 76 0,'-19'-3'426'0,"4"3"15"0,3 0 3 0,12 0-21 0,-18-1-26 15,18 1-20-15,0 0-17 0,0 0-13 0,66-14-26 16,-6 11-30-16,36-7-24 0,56-12-25 0,3 3-25 15,9-1-23-15,12-3-11 0,-1 0-27 0,-4-2-14 16,4-2-23-16,2-2-30 0,-1-1-24 0,-6 17-36 16,-8-10-46-16,-13 12-60 0,-43-6-62 0,-8 9-56 15,-15 5-61-15,-32-1-82 0,-13-3-85 0,-18 10-271 16,-12-3-752-16,-1 5 334 0</inkml:trace>
  <inkml:trace contextRef="#ctx0" brushRef="#br0" timeOffset="213247.62">12769 17724 185 0,'-8'-3'376'0,"1"-2"-16"0,7 1-20 15,0 4-26-15,0 0-31 0,9-15-24 0,14 12 3 16,3-3-17-16,9 5-7 0,16-1-26 0,2-3-15 16,2 9-7-16,6 0-10 0,0 2-21 0,-1 3-14 0,23 7-12 15,-20 3-16-15,-5-1-9 0,18 10-12 0,-25-3-6 16,4 4-10-16,-12 6-9 0,0-3-2 16,-7 3-9-16,-9-2-11 0,-3 3-2 0,-5 0-2 0,-8-6-6 15,-4 1-1-15,-12 1 4 0,2-5 8 0,-11 2 4 16,-6-2 10-16,-9 5 10 0,-9-3 6 0,-2-2 12 15,-7-5 13-15,-7-3 3 0,-2-4 4 0,-6-2-2 16,1-3-3-16,-2-1 1 0,4-9-2 0,-3-5-3 16,-1-2 3-16,11-5-3 0,2-7 0 0,10-1-5 15,9-7-3-15,11 2-7 0,5-7-15 0,13 3-8 16,12-9-6-16,12-4-6 0,11 0-12 0,2 2-25 16,16 2-27-16,20-10-37 0,-3 9-42 0,6 3-53 15,-19 11-64-15,5 2-53 0,-6 4-62 0,-2 7-63 16,-3-2-89-16,-2 9-403 0,-13 2-951 0,-9 6 421 15</inkml:trace>
  <inkml:trace contextRef="#ctx0" brushRef="#br0" timeOffset="214466.25">14123 17761 207 0,'2'-10'362'16,"3"1"-6"-16,-4 1-9 0,-1 1-9 0,0-1-16 0,0 8-24 16,7-4-35-16,-7 4-17 0,0 0-32 0,0 0-3 15,0 0-7-15,0 23-7 0,0-10-13 16,-2 5-11-16,4 1-15 0,-2 2-12 0,0 5-15 0,0 4-6 16,2-3-18-16,3 0-12 0,1 5-7 0,-4-5-9 15,4-9-6-15,3 1-8 0,-3 1-10 0,4-3 0 16,-5 0-7-16,9-2-4 0,0-3-8 0,1-3-9 15,2-4-9-15,3-2-12 0,1-3 1 0,1-3-11 16,11-5-1-16,-10 0 0 0,5-7-4 0,-5 3-2 16,5-4 3-16,-6 0 5 0,0-4-6 0,-8 3 5 15,6 0 11-15,-8 0-9 0,-1 0-2 0,-2 4 4 16,-3-1 13-16,1-1 2 0,-5 8 10 0,-2-1-1 16,0-2-1-16,0 4-3 0,0 6-4 0,0 0-2 0,-7-4-4 15,7 4-1-15,0 0 3 0,0 0-7 0,-15 20 4 16,12-12-3-16,-1-1 2 0,4 4-2 15,-1-2 3-15,2 1-4 0,4 6 3 0,-3-8-1 0,3 2 0 16,2-1-1-16,-4-4 8 0,9 6-12 0,-4-7 4 16,2 4 2-16,1-6-2 0,1-2-3 0,3 0 2 15,-5-5 1-15,1 0-3 0,4-2 3 0,-1 2-3 16,0-7 0-16,-5 1 4 0,4-1 8 0,-5-5 5 16,4 2 14-16,-2-3 10 0,-2 3 7 0,-1-1 17 15,1 2 6-15,-1-3 9 0,-1 9 8 0,-4-3 5 16,1 3-6-16,2 1-10 0,-5 4-10 0,0 3-12 15,5-5-2-15,-5 5-8 0,0 0-3 0,0 0-4 16,15 18-2-16,-13-6-7 0,9-1-2 0,-3 7-3 16,1-3-5-16,-3 3-2 0,3-6-14 0,2 7-23 15,-1-4-24-15,5 6-30 0,-7-4-33 0,4-4-34 16,-2-2-38-16,3 0-38 0,-6-2-28 0,3-4-22 16,-4-2-35-16,3 2-39 0,-5-5-47 0,-4 0-44 0,0 0-252 15,7-9-736-15,-5 1 327 0</inkml:trace>
  <inkml:trace contextRef="#ctx0" brushRef="#br0" timeOffset="-212905.69">15257 17707 5 0,'0'0'324'0,"0"-10"0"15,0 5 4-15,0 0-13 0,0 5 0 0,0-12 0 16,-2 4 1-16,2-1-2 0,0 9 3 0,-5-9-11 16,5 0-14-16,0 9-19 0,0-7-19 0,-1 0-20 15,1 7-27-15,0 0-16 0,0 0-22 0,1-4-16 16,4-4-16-16,-5 8-15 0,13-3-13 0,-4 3-11 15,1-1-12-15,3 1-5 0,-3 3-11 0,5-2-7 16,1 7-5-16,1-4-7 0,-1 1-4 0,-1 2-6 16,2 5-4-16,-2-2-7 0,-2 0-3 0,2 4-1 15,0-3-5-15,-2 6 1 0,-5-2-2 0,1-1-3 16,-1 3-3-16,-8 2 5 0,5-4-7 0,-5 2 0 16,0 1 5-16,-5-2-1 0,2-1 7 0,-4 1-3 0,-6 0 13 15,4-2 7-15,-1-1 11 0,-1-2 2 16,1 1 1-16,2-1-1 0,-2-6-2 0,1 2 6 15,6-1 0-15,-2-1 3 0,-5 0 5 0,5-2-6 0,2 1 1 16,3-4-7-16,0 0-4 0,0 0-16 0,23 2 8 16,-6-7-9-16,6 4-10 0,7-3-13 0,13-7-21 15,1 0-27-15,6 1-26 0,-4-2-33 16,-1 5-39-16,0 0-45 0,6-8-29 0,-8 3-60 0,-13 0-54 16,-2 4-73-16,3-6-63 0,-12 6-370 0,-4-4-899 15,1 0 399-15</inkml:trace>
  <inkml:trace contextRef="#ctx0" brushRef="#br0" timeOffset="-212062.03">16185 16783 206 0,'0'0'409'0,"-6"5"9"15,6-5 6-15,0 0-6 0,0 0-10 0,0 0-11 16,0 0-6-16,0 0-6 0,0 0-26 0,0 0-24 16,0 0-22-16,0 0-19 0,30-9-27 0,-17 8-26 15,7-6-25-15,1 5-16 0,6-6-19 0,4 2-18 16,1-2-19-16,11 1-9 0,3-1-21 0,-1 0-36 0,-1 0-25 15,-1 0-41-15,-6 5-40 0,6 2-32 16,-13-2-51-16,-1 2-57 0,-7-1-47 0,-1-1-34 16,-4 8-37-16,-7-4-39 0,3 3-40 0,-6-1-50 0,-6 4-309 15,-1-2-783-15,0-5 347 0</inkml:trace>
  <inkml:trace contextRef="#ctx0" brushRef="#br0" timeOffset="-211874.55">16387 16974 67 0,'-11'6'321'0,"4"-3"19"0,-6 3 15 0,5-1 1 16,1-1 1-16,4 2-5 0,-9-3 6 0,10 0 6 15,2-3 9-15,-3 8-6 0,3-8-15 0,5 5-16 16,7-2-24-16,3-1-33 0,4 0-27 0,1-2-26 16,13 1-18-16,-1-1-24 0,13-1-14 0,-1-1-18 15,4 0-30-15,-11-1-42 0,6-1-45 0,-10 3-55 16,2-3-73-16,11-1-84 0,-15 3-75 0,-9-3-60 0,-1 4-115 15,1-5-413-15,-6 2-909 0,3-3 402 16</inkml:trace>
  <inkml:trace contextRef="#ctx0" brushRef="#br0" timeOffset="-208343.65">18168 15760 67 0,'0'-8'365'0,"2"-3"-3"0,-2 0-4 15,2 2 1-15,-2-1 1 0,1 0 4 0,-1 3-3 16,-1 0-5-16,2 1-16 0,-1 6-40 0,0-7-21 16,0 7-39-16,0 0-23 0,0 0-22 0,0 0-17 15,0 0-12-15,0 0-13 0,22 17-10 0,-16-3-4 16,3 1-18-16,-1 1-10 0,2 3-9 0,1 6-4 16,-1-3-17-16,2 2-3 0,8 6-12 0,-10-6-5 15,5 2-3-15,-2 1-8 0,7 0-4 0,-5-2-10 0,1-5-26 16,-1 2-31-16,-2-5-30 0,-1-3-30 15,4 2-31-15,1-1-35 0,-7-6-32 0,8-2-22 16,-8 1-27-16,2-2-34 0,1-5-25 0,0-1-32 0,-5-1-31 16,6-2-34-16,-6-5-216 0,2 0-650 0,-5-3 288 15</inkml:trace>
  <inkml:trace contextRef="#ctx0" brushRef="#br0" timeOffset="-207968.69">18607 15831 42 0,'0'-8'205'0,"0"-1"18"16,2 4 12-16,-2-2-4 0,0 7-13 0,5-5-24 15,-5 5-19-15,0-8-19 0,0 8-11 0,0 0 10 16,0 0 0-16,0 0-10 0,0 0-8 0,8 21-11 16,-5-13-7-16,0 0-3 0,-1 3-12 0,5 8-7 15,-7-3-9-15,6-3-12 0,-4 1-6 0,5-2-5 16,-1-1-9-16,-6-2-5 0,8 5-8 0,-3-5-2 16,2-2-6-16,-5 2 4 0,4-4-3 0,1-2 7 15,-7-3 9-15,10 3 1 0,-10-3-1 0,0 0 2 0,21-8 4 16,-12 3 2-16,-1-5 9 0,2 0 2 15,-2-4 3-15,2 1 10 0,0-2 9 0,0 0-4 16,-2 3 13-16,-1-3 9 0,1 3 0 0,-1-3 7 0,1 4 4 16,-3 3-3-16,-2 0-5 0,6 0-6 0,-4 3-14 15,0-3-10-15,1 2-13 0,-1 3-11 16,-5 3-5-16,8-1-6 0,-8 1-6 0,15 1-5 0,-5 2 1 16,0 3-10-16,-2 4 0 0,1 0-3 0,-3-1-3 15,8 4-5-15,-6-6-14 0,-2 8-15 0,3-3-25 16,4 3-27-16,-5 0-21 0,-1-4-35 0,1-2-27 15,-1 2-26-15,-1-6-18 0,-2 5-25 0,1-3-29 16,1-1-34-16,-4 0-50 0,5-1-25 0,-2-4-274 16,-5-1-679-16,0 0 302 0</inkml:trace>
  <inkml:trace contextRef="#ctx0" brushRef="#br0" timeOffset="-207250.01">18182 15512 63 0,'0'0'302'0,"0"0"-11"15,0 0-23-15,0-11-18 0,0 11-28 0,0 0-22 16,0 0-23-16,0 0-18 0,0 0-14 0,0 0-16 16,0 0-12-16,0 0-16 0,0 0-5 0,3 19-7 15,-2-14-11-15,4 1-6 0,-1-2 1 0,-3 3-8 16,4-2 0-16,0-1-7 0,-1 2-4 0,-4-6-5 15,3 5 6-15,2-1 13 0,-5-4 12 0,3 5 16 16,-3-5 27-16,0 0-28 0,0 0-2 0,0 0-3 16,0 0-5-16,12-14-15 0,-12 8-8 0,0-2-2 0,0-3-6 15,0 4-2-15,0-2-6 0,0 1-8 0,-5-2-2 16,2 1 9-16,3 1-26 0,-4-2-8 16,1 5-28-16,3 0-27 0,0 5-28 0,-8-7-38 0,8 7-25 15,0 0-20-15,-9 0-39 0,9 0-45 0,-13 8-45 16,13-1-242-16,-2 0-568 0,1 2 251 0</inkml:trace>
  <inkml:trace contextRef="#ctx0" brushRef="#br0" timeOffset="-206406.35">19226 15578 314 0,'0'0'315'0,"-3"-12"7"0,3 12-20 16,-5-8-2-16,5 8-9 0,-2-3-6 16,2 3-9-16,2-8-15 0,-2 8-12 0,0 0-14 15,0 0-15-15,-4-7-22 0,4 7-15 0,0 0-19 0,0 0-19 16,-1-9-17-16,1 9-10 0,0 0-14 0,0 0-11 15,13-1-8-15,-13 1-13 0,0 0-10 0,20 0-6 16,-20 0-3-16,10 2-6 0,0 1-4 16,-5-1-7-16,8 3-4 0,-3 0-4 0,-4-1-9 0,6 2 4 15,-9-6-11-15,9 2 4 0,-10 3-9 0,6 1 2 16,3-2-2-16,-9 4-3 0,6-5 0 0,-8-3 0 16,7 8 0-16,-7 2-9 0,0-7 9 0,5 4-2 15,-3-2 0-15,-2-5 7 0,3 12-9 0,-6-6 2 16,3-2 1-16,0-4-2 0,0 11 0 0,-2-7-2 15,2-4-1-15,0 12 1 0,0-12-2 0,-5 8 3 16,5-2-3-16,0-6 1 0,-7 9 3 0,7-9-3 16,0 4 2-16,0-4 1 0,0 8 2 0,0-8 0 0,12 6 0 15,-10-3-1-15,6 2 6 0,-2-1-2 0,3 1 0 16,4-1-3-16,-5 0 3 0,4 1-1 16,-2 1-3-16,3 2 1 0,-5-5-3 0,4 2 3 0,-4-3-1 15,-1 4 7-15,3-2-14 0,-4 3 1 0,-2-3 4 16,1 2-2-16,3-3 11 0,-6 2-5 0,-2 0 5 15,0-5 5-15,-2 12 1 0,-5-4-4 0,-1-4 3 16,1 3 7-16,-3-2-5 0,-4 3-9 0,0 2 12 16,-6-6-9-16,4 6-5 0,-1-3 2 0,-3 0 3 15,4-3-1-15,-4 5-4 0,5-3-5 0,0-2-16 16,2 1-18-16,1-3-36 0,2-1-29 0,2-1-35 16,8 0-30-16,-15 0-42 0,15 0-51 0,-15-1-53 15,15 1-55-15,-1-10-255 0,1 3-670 0,0 7 296 16</inkml:trace>
  <inkml:trace contextRef="#ctx0" brushRef="#br0" timeOffset="-206062.63">19762 15684 253 0,'0'0'382'0,"0"0"5"0,0 0 10 0,0 0-29 15,0 0-7-15,0-6-17 0,0 6-15 0,0 0-26 16,8-4-32-16,-8 4-28 0,7-3-25 0,5 3-20 16,-7-5-20-16,6 3-18 0,2-2-16 0,-3-1-15 15,10 4-14-15,-2-1-10 0,4 1-9 0,-2-3-16 16,-4 4-19-16,4-3-17 0,-2 3-19 0,6-4-16 15,-5 3-30-15,-4-1-25 0,0 2-24 0,0 0-22 16,0-1-19-16,-8-2-18 0,6 3-14 0,-6-3-25 16,-7 3-28-16,8-6-22 0,-7 2-27 0,-1 4-18 0,5-4-16 15,-5 4-26-15,-5-13-181 0,-3 3-526 0,2 3 233 16</inkml:trace>
  <inkml:trace contextRef="#ctx0" brushRef="#br0" timeOffset="-205890.77">19953 15508 51 0,'-14'-7'96'0,"4"1"22"0,2 0 28 16,1-2 17-16,1 4 20 0,3-2 11 0,-6 3 14 15,3 0 2-15,6 3-3 0,-9-4-11 0,9 4-14 16,-8-3-17-16,8 3-21 0,0 0-13 0,0 0-3 16,0 0-1-16,-2 11-3 0,4 0 1 0,0-2-5 15,3 0-7-15,0 8-14 0,-2-2-6 0,2 2-9 16,3 6-8-16,-1-4-5 0,8 10-3 0,-5-3-10 16,1-3-7-16,-1 1-19 0,5-4-25 0,-3 4-25 15,4-2-29-15,-8-7-42 0,7 4-48 0,0-3-43 16,0-7-65-16,7 1-264 0,-2-5-552 0,8 2 244 15</inkml:trace>
  <inkml:trace contextRef="#ctx0" brushRef="#br0" timeOffset="-205515.81">20712 15349 213 0,'0'-4'358'0,"0"4"-14"0,0-9 8 0,2 3-4 16,-2 6-14-16,0-12 0 0,5 11-17 0,-5 1-10 15,-5-10-17-15,5 10-19 0,0 0-17 0,0 0-18 16,-2-8-25-16,2 8-23 0,0 0-18 0,0 0-16 16,0 0-18-16,-18 12-12 0,16-6-10 0,-8-4-6 15,-4 9-4-15,0 1-2 0,4-1 1 0,-5 5-8 16,-1-5-3-16,4 6-8 0,-1 0-9 0,2 0-8 15,-1-1-3-15,4-1-8 0,-1 3-1 0,4-3-5 16,-3 3-2-16,5-3-6 0,-2 0-3 0,5 0-2 16,-2-2-1-16,6 2-3 0,0-3 0 0,3 2-1 0,1-8-5 15,7 8-2-15,-5-7-3 0,5 1-13 16,3-1-12-16,4-2-21 0,3 2-28 0,-2-6-37 16,-5 3-36-16,7-8-44 0,-4 4-38 0,-4-3-34 0,3-1-40 15,-7-2-57-15,2-3-54 0,0 0-61 0,-5-6-234 16,-2 7-743-16,-1-2 328 0</inkml:trace>
  <inkml:trace contextRef="#ctx0" brushRef="#br0" timeOffset="-205343.95">20682 15508 115 0,'-13'-3'249'0,"5"3"14"16,-9 0 13-16,2-1 3 0,4 1 3 0,-1 0-1 16,12 0 1-16,-15 1 0 0,15-1-6 0,-14-1-7 15,14 1-10-15,-10-1-16 0,10 1-18 0,0 0-8 16,-4-7-24-16,4 7-18 0,0 0-18 0,0 0-15 15,25 0-22-15,-25 0-30 0,25-1-31 0,-7 1-38 16,4 0-57-16,1-2-55 0,5 4-52 0,-3-2-69 0,10 1-66 16,-6-2-85-16,4 1-243 0,-6 0-656 0,1 0 291 15</inkml:trace>
  <inkml:trace contextRef="#ctx0" brushRef="#br0" timeOffset="-204656.52">18317 16742 227 0,'-3'0'328'0,"3"0"-6"16,-10 2-12-16,10-2-13 0,0 0 9 16,0 0-7-16,30-4-3 0,-2-4-7 0,20-4-10 0,3-1-6 15,29-8-10-15,7 1-16 0,16-4-16 0,39-10-14 16,-3 4-6-16,14-5-6 0,-13 7-6 0,6-7-6 15,5 1-11-15,-1 2-8 0,-2-2-3 0,-8 2-30 16,-44 16-12-16,0-7-11 0,2 4-11 0,-12-2-11 16,-2 0-6-16,-21 5-11 0,13-7-10 0,-18 8-5 15,-6 0-4-15,-1 2-20 0,-20 2-17 0,6 2-26 16,-9 2-34-16,2-5-36 0,-7 10-45 0,-2-3-43 16,-2 5-39-16,-1 0-36 0,-3 0-31 0,-2 4-40 15,-3-1-43-15,0-2-59 0,-7 8-320 0,5-2-790 16,-3 1 349-16</inkml:trace>
  <inkml:trace contextRef="#ctx0" brushRef="#br0" timeOffset="-202141.15">20202 16899 181 0,'0'0'235'0,"0"-8"-1"0,0 1-14 0,0 7-4 16,-5-6-4-16,2 0-7 0,3 6-9 0,0 0-3 0,-6-6-2 16,6 6-15-16,-7-9-7 0,7 9-18 15,-3-5-6-15,3 5-14 0,-9-2-7 0,9 2-8 16,-8-2-10-16,8 2-5 0,-15 0-11 0,15 0 1 0,-16 7-4 15,2-3 3-15,-1 0-4 0,1 4 5 0,5-3 0 16,-4 3 6-16,-8 2-12 0,6-2 6 0,0 4-4 16,2-1-3-16,-2 1-2 0,-2-2-5 0,2 0-8 15,0 5 0-15,5-4-8 0,-1 4-2 0,-2-4-3 16,3-1-3-16,3 5-7 0,-1-6-2 0,3 5 10 16,3-3 3-16,0 6 2 0,2-7 5 0,0 2-4 15,2 3 8-15,-2-3 2 0,7-1-3 0,1-2 2 16,5 5-2-16,0 2-3 0,2-5-2 0,10 5-6 15,-3-5-4-15,-6 1-4 0,12-2-6 0,2 2 0 16,-2-5-7-16,2 0-3 0,-2-3-1 0,2-1-2 16,0 1-2-16,0 0-1 0,-9-3-6 0,11 2-16 15,-11-6-12-15,-3 2-14 0,2-1-12 0,-7 0-15 0,2-1-27 16,-1 1-21-16,-6-3-30 0,7 0-30 0,-9-3-18 16,1 0-22-16,0 5-24 0,-4-5-22 15,-3 1-31-15,0-3-36 0,0 0-30 0,-7 2-37 0,-1-3-204 16,1 3-630-16,-3-4 278 0</inkml:trace>
  <inkml:trace contextRef="#ctx0" brushRef="#br0" timeOffset="-201844.31">19918 17143 129 0,'0'0'296'16,"0"0"-9"-16,0 0-12 0,0 0-8 0,-12 3-17 15,12-3-9-15,0 0-15 0,0 0-14 0,0 0 3 16,0 0-3-16,0 0 0 0,0 0-8 0,0 0 3 0,33 0-11 16,-18 4-4-16,-3-3-7 0,8-1-10 15,-4 0-15-15,2-1-15 0,6-3-14 0,4 4-11 16,1-3-12-16,5-2-9 0,-8-3-12 0,4 4-8 0,-2-4-9 15,-5 5-16-15,-1-5-24 0,-4 1-33 0,0 2-32 16,-3-1-41-16,0-3-43 0,-2 5-50 0,-5 0-56 16,-1-4-63-16,1 1-72 0,-1 3-272 0,-7-4-684 15,2 1 303-15</inkml:trace>
  <inkml:trace contextRef="#ctx0" brushRef="#br0" timeOffset="-198271.99">20646 14998 78 0,'0'-7'274'0,"-2"-5"-5"0,-3 2-9 0,5-5 7 0,0 4-2 16,-3 2-8-16,0 2-5 0,1-1-3 16,2 1 1-16,-2 0-11 0,2 0 4 0,-1 1-3 0,1 6-16 15,0-11-13-15,0 11-19 0,-3-7-17 0,3 7-21 16,0 0-20-16,0-8-12 0,0 8-9 0,0 0-21 16,0 0-6-16,0 0-5 0,6 30-6 0,-1-18-9 15,-2 7 4-15,-3 0 1 0,5 5 5 0,-3 4 4 16,5 14 0-16,-1-10-5 0,-4 9 3 0,5 6 1 15,-6-5-4-15,9 4-2 0,3-3-7 0,-11 4-3 16,1-5-6-16,4 4-6 0,1-6 0 0,-8 6-8 16,7-7-3-16,-1 1-4 0,-4 1-3 0,5-10-6 0,-6 0 0 15,4 0-3-15,-3 0-1 0,5-4-5 16,-7 1 6-16,0-8-8 0,8 7-2 0,-15-6-3 16,7-3-18-16,0-1-24 0,-1-4-34 0,1 2-52 0,0-6-48 15,0 1-40-15,-2-2-36 0,-5-1-35 0,1 2-52 16,-1-2-66-16,7 1-343 0,-8-4-799 0,1 2 354 15</inkml:trace>
  <inkml:trace contextRef="#ctx0" brushRef="#br0" timeOffset="-197537.69">20197 16735 130 0,'-1'-8'313'0,"1"-2"-10"0,0 1-2 15,-2 2-7-15,2 1-8 0,-3 0-10 0,3-2-18 0,0 8-29 16,-2-7-25-16,2 7-25 0,0 0-13 0,0 0-20 16,0 0-5-16,0 0 3 0,0 31-4 15,0-12 13-15,-1 0-2 0,-1 12 10 0,-3 0 7 0,-7 12-7 16,4-1-3-16,0-2-7 0,-2 7-6 0,-3 2-8 15,-1 2-8-15,-1-1-11 0,-1 7-10 0,1-5-9 16,-5 1-12-16,4 1-9 0,-6-3-6 0,7 3-8 16,-5-8-9-16,4 4 3 0,1-5-12 0,2-4-9 15,1-11-21-15,2-2-36 0,5-1-41 0,-5-8-50 16,9-2-35-16,-1-7-37 0,2 2-27 0,0-7-50 16,0-1-57-16,0-4-72 0,0 0-306 0,21-5-752 15,-11-6 333-15</inkml:trace>
  <inkml:trace contextRef="#ctx0" brushRef="#br0" timeOffset="-197036.05">22025 15678 361 0,'5'-6'390'0,"-5"6"9"16,5-5-11-16,-5 5-22 0,0 0-15 0,6-3-16 15,-6 3-14-15,9-1-17 0,-9 1-16 0,16-4-19 16,-8 0-28-16,1 3-17 0,4-1-19 0,0 1-22 0,4-5-20 16,-2 5-14-16,6-4-18 0,-1 3-10 15,6-2-19-15,3 3-23 0,-6-1-34 0,3 0-37 0,2-2-46 16,6 8-48-16,-8-8-48 0,-4 4-47 0,-1 0-48 16,-3 4-56-16,4-2-68 0,-4 0-334 0,-6-2-743 15,1 1 330-15</inkml:trace>
  <inkml:trace contextRef="#ctx0" brushRef="#br0" timeOffset="-196832.95">22250 15949 171 0,'-10'9'327'0,"-8"1"-5"16,9-2-11-16,4-1-18 0,2-3-18 0,-3 2-20 15,6-6-8-15,-2 4 2 0,2-4 0 0,0 0-10 16,8 7-27-16,0-7-15 0,14-2-16 0,-5 4-18 15,14-4-21-15,-3 0-37 0,5-3-43 0,10 2-47 0,-10-2-39 16,12-1-46-16,-10 3-60 0,11 0-66 0,-1-4-49 16,0-3-71-16,3 6-190 0,-9-2-548 15,-2 0 242-15</inkml:trace>
  <inkml:trace contextRef="#ctx0" brushRef="#br0" timeOffset="-196520.49">23177 15378 25 0,'-5'-6'349'0,"5"6"-21"0,0 0-31 0,0 0-32 15,0 0-27-15,0 0 9 0,0 0-11 0,0 0-6 16,5 25-17-16,-4-15 0 0,4 6-8 0,-1 2-11 0,1 0-8 16,1 0-14-16,1 1-20 0,3 5-7 15,3-1-17-15,-5-4-12 0,2 5-6 0,2 2-13 16,-4-6-6-16,5 3-15 0,-3-3-11 0,2-2-16 0,-2-2-40 16,6 1-30-16,-6-2-36 0,0-3-36 0,2-1-40 15,-1-3-52-15,-2 2-61 0,1-3-57 0,0-5-264 16,-2-1-614-16,0-1 273 0</inkml:trace>
  <inkml:trace contextRef="#ctx0" brushRef="#br0" timeOffset="-196072.72">23519 15400 219 0,'0'0'253'15,"0"0"-14"-15,0 0 0 0,0 0-10 0,-8 14-12 16,8-14-17-16,5 17-11 0,-2-7-10 0,-3 0-22 0,5 1-6 0,0 4-16 0,-1 1-11 0,1-1-13 16,-4 1-10-16,6 0-9 0,-1 1-10 0,1-4-4 15,-5 0-10-15,6 1-5 0,-3 2-5 0,-3-5-9 16,3-2-5-16,-2 2-1 0,0-4-2 0,-3 1-3 16,4-3-2-16,-4-2 2 0,5 4 22 0,-5-7 17 15,0 0-9-15,0 0-4 0,0 0-7 0,0 0 7 0,16-14 5 16,-11 6-6-16,-2-4 5 0,2 0 8 0,2-4 0 15,1-2 11-15,-4 6 0 0,2-6 11 16,1 1 18-16,1-2 10 0,0 4 6 0,1-2 4 0,-4 2 4 16,4 0-3-16,-4 2 6 0,4-1-5 0,-3 2-6 15,-1 4-8-15,-1-4-7 0,2 5-13 0,-1 0-14 16,-1 1-9-16,2 4-11 0,-1-3-9 0,-5 5-8 16,0 0-4-16,22 12-7 0,-12-7-3 0,-1 3-6 15,3 6-3-15,0-1-2 0,-1 2-5 0,4 0-1 16,0 3-5-16,-2-2 5 0,2 4-3 0,0 1-6 15,-2-1 1-15,-4-7-27 0,7 3-29 0,-9 3-37 16,1-6-39-16,-3-3-47 0,3 1-34 0,-3-3-26 16,2-3-17-16,-4 2-16 0,-1-2-19 0,1-2-34 15,-3-3-58-15,0 0-42 0,0 0-261 0,0 0-727 16,0 0 321-16</inkml:trace>
  <inkml:trace contextRef="#ctx0" brushRef="#br0" timeOffset="-195869.62">23415 15099 148 0,'-8'-8'327'0,"0"1"-21"0,3 2-29 16,3 3-28-16,2 2-25 0,-7-6-28 0,4-1-21 15,3 7-28-15,0 0-31 0,0 0-47 0,0 0-49 16,0 0-65-16,0 0-81 0,18 14-80 0,-10-5-108 15,2 0-338-15,-1 0 150 0</inkml:trace>
  <inkml:trace contextRef="#ctx0" brushRef="#br0" timeOffset="-194854.1">24173 15322 61 0,'0'0'276'0,"0"0"1"0,0 0 2 0,0 0-2 16,0 0-4-16,0 0-5 0,-6-5 1 0,6 5 4 16,0 0-2-16,0-10-9 0,0 10 2 0,0 0-12 15,-2-12-10-15,2 8-18 0,0 4-9 0,0-9-18 16,0 9-13-16,0-12-15 0,2 7-15 0,-2-2-14 15,6 2-14-15,-1 1-13 0,-3 0-9 0,4-4-13 16,3 0-12-16,4 5-5 0,-5-1-10 0,5-4-7 16,2 4-5-16,0 0-7 0,5 0-5 0,-5 4-5 15,3-1-2-15,-3 1-3 0,3 0-2 0,-1 0-6 16,-1 1-1-16,-2-1-8 0,1 5-5 0,-6-2-5 0,3 0-2 16,-2 2-11-16,-3-4 2 0,1 2-6 15,-1 3-1-15,1 0 1 0,-5-2-4 0,0 4 5 16,-1-1-1-16,-2 1 0 0,0 1 3 0,-2 1-1 0,-1-2 6 15,0-1-2-15,-4 2 0 0,2 4 1 0,2-8 3 16,-7 3-3-16,5 1 2 0,-3-2 0 0,1-2-1 16,0 2 3-16,3 0 1 0,-3-3 0 0,2-1 4 15,5-3-10-15,-7 6 7 0,7-6 4 0,-5 2 2 16,5-2 2-16,-5 5 11 0,5-5-3 0,0 0-2 16,0 0 0-16,0 0-1 0,0 0-4 0,24 2-3 15,-16-2 5-15,-8 0-1 0,23 5-8 0,-8-4 5 16,0 2-3-16,1 0 6 0,3 2-4 0,-5-4-1 15,1 2-5-15,7 3 3 0,-7 3-5 0,0-1 3 16,1-1 0-16,-3-1-3 0,-4 1-1 0,6 4-4 16,-7-4 4-16,3 5 1 0,-4-1 0 0,1 1-1 15,-1-1 2-15,-4-1 1 0,2 0-2 0,-3-1 4 0,3 4 2 16,-10-4-1-16,2 3 2 0,-2-4 3 16,-5 3 0-16,-2 2 1 0,-1-5 0 0,-4 4-2 15,-11-5 3-15,5 1-3 0,-5-1 0 0,-2 0-1 0,-3-3-3 16,-2-1-29-16,-9 2-38 0,9-5-49 0,3 0-55 15,-6-5-42-15,4 3-48 0,-3-2-65 0,7-2-76 16,-4-1-312-16,4 0-770 0,8 3 341 0</inkml:trace>
  <inkml:trace contextRef="#ctx0" brushRef="#br0" timeOffset="-194071.41">23172 15077 87 0,'-5'-5'313'0,"5"5"-23"0,0 0-30 16,-5-8-28-16,5 8-18 0,0 0-28 0,0 0-17 15,0 0-19-15,0 0-16 0,-7 14-11 0,7-14-14 16,-5 9-12-16,5 0-5 0,5-3-11 0,-5-6-8 16,2 11-6-16,3-3-5 0,-3 1-5 0,4-1-3 15,-4-2 6-15,4-2-1 0,-1 4 0 0,-1-5-2 16,2 3-3-16,6-4-5 0,-12-2 4 0,10 0 0 16,-10 0 4-16,20-2-6 0,-14 0-4 0,-6 2 0 15,12-7-1-15,-7 3-3 0,-3-4-3 0,1-3-2 0,-2 4 1 16,-1-1-5-16,-1 1 3 0,1 1-2 15,-5 0-1-15,0-6-2 0,2 4-6 0,-4 6 4 16,0-3 3-16,-1-3-16 0,1 7-2 0,1-5 16 0,-2 4-17 16,8 2-2-16,-15-3-1 0,15 3 1 0,0 0-7 15,0 0 2-15,-20 5-4 0,20-5-3 0,-8 2 1 16,8-2 2-16,-7 5-3 0,7-5 2 0,0 11 2 16,0-11 0-16,0 4-6 0,0-4 21 0,7 7-15 15,-7-7 2-15,8 5-1 0,-3 0-3 0,-5-5-1 31,8 3-4-31,-8-3 8 0,0 0-4 0,8 3 7 0,-8-3-2 16,0 0-4-16,0 0 2 0,7 3 1 0,-7-3 10 16,0 0-30-16,0 0-36 0,0 0-52 15,0 0-61-15,0 0-91 0,0 0-103 0,0 0-182 0,-22 1-584 16,22-1 259-16</inkml:trace>
  <inkml:trace contextRef="#ctx0" brushRef="#br0" timeOffset="-174710.29">20044 15524 107 0,'0'0'258'0,"0"-7"-13"16,0 7-11-16,0 0-8 0,0 0-4 0,-2-5-11 15,2 5-11-15,0 0-10 0,0 0-10 0,0 0-9 16,7-11-7-16,-7 11-3 0,6-3 0 0,-6 3-5 0,10-2 4 15,-10 2-2-15,5-4-3 0,-5 4 8 0,7-4-5 16,-7 4-2-16,0 0-14 0,5-3-1 16,-5 3-8-16,0 0-12 0,0 0-11 0,0 0-9 0,0 0-6 15,0 0-13-15,0 0-3 0,0 0 2 0,0 0-2 16,0 0-5-16,-12 16-3 0,7-12-5 0,-3 6-4 16,0-1-8-16,1-1-1 0,-6 4-4 0,4 2-8 15,1-6-3-15,-3 8-5 0,-3-4-5 0,3 4-1 16,-3-2 0-16,6 2-4 0,-5-2-4 0,5-1 0 15,-4 4 0-15,2-2-4 0,0-3-4 0,-1 3-15 16,2-3-18-16,1 3-33 0,0-4-32 0,1-3-43 16,6 2-34-16,-6-3-24 0,2 1-28 0,2-3-34 15,1 2-41-15,2-7-44 0,-5 2-54 0,5-2-211 16,0 0-650-16,-5 7 288 0</inkml:trace>
  <inkml:trace contextRef="#ctx0" brushRef="#br0" timeOffset="-174382.2">19777 15609 107 0,'0'-6'324'0,"5"0"-9"0,-5 6-11 0,0 0-11 16,2-8-7-16,3 5-12 0,-5 3-15 0,0 0-20 16,8-1-24-16,-8 1-14 0,16 1-10 0,-4 2-14 15,3 1-11-15,2 1-16 0,-1 6-12 0,1-2-15 16,2 1-8-16,5 6-11 0,4-5 1 0,-3 6-16 16,-4 1-16-16,6-2 2 0,-4-1-23 0,-2 0-23 15,2 4-24-15,6-4-28 0,-8-3-37 0,-4-2-43 0,1 0-57 16,0-1-69-16,-1 3-83 0,-2-9-275 0,-2 2-637 15,2-2 282-15</inkml:trace>
  <inkml:trace contextRef="#ctx0" brushRef="#br0" timeOffset="-164278.81">22751 3271 30 0,'0'-8'251'0,"2"-1"-6"0,5-1-10 0,-7 3-8 15,0-1-10-15,0 3-15 0,0 5-15 16,0-8-24-16,0 8-20 0,5-6-19 0,-5 6-17 0,0 0-11 15,0 0-9-15,0 0-10 0,0 0-3 0,0 24-3 16,0-14-5-16,0 7 4 0,0 0-5 0,1 3-3 16,-1 6-6-16,7 1-4 0,-5 8 0 0,4 5 13 15,-4 2-1-15,4 1 10 0,4 4-13 0,0 4 4 16,-1-2 17-16,-1 2-6 0,5 3-5 0,-5 3 18 16,6-1-6-16,-8-2 10 0,9 19-22 0,-3-16 1 15,-7 2 10-15,11 11 2 0,-3-16 1 0,2 3-12 16,0 2-2-16,3 11-7 0,-3-16 1 0,2 0 13 15,-7 3 2-15,11 18-6 0,1 2-6 0,-4-5-6 16,-6-13-5-16,3-2-7 0,3 14 1 0,-8-13-4 16,6 15-6-16,-2-1 4 0,-1-16-15 0,-5-2 0 15,0 4 3-15,4-3-8 0,-9 1 0 0,4 0-1 0,1-1-1 16,-3 1 6-16,3-1 2 0,-3-1 8 0,0 1 4 16,-5 3-5-16,10 15-2 0,-13-18 0 15,6 19-5-15,1-20-2 0,2 0 3 0,2 21-10 0,-6-27-1 16,5 0-7-16,-2 1 4 0,1 5 1 0,1 1-4 15,0-6 0-15,1 2-1 0,3-3 0 0,-4 3-4 16,0-3-1-16,1-1 2 0,3-4-2 0,-2 0-1 16,-1 7-1-16,0-7 0 0,-1-1 0 0,1-1-2 15,-1 3 1-15,-2-4-1 0,6 11 2 0,-9-6 1 16,3 1-6-16,-2 1 4 0,7-4-1 0,-5-1-1 16,3 5-1-16,-6-2 3 0,5-3-2 0,-7 1 0 15,6 3-2-15,3-4 2 0,-14-1-3 0,11-2 1 16,1 3 0-16,0-3 1 0,-7-5 0 0,6-4 0 15,-3 2-3-15,2-1 4 0,2 9-1 0,-4-1-1 16,2-9 2-16,2 0-4 0,-5-2 1 0,9-2 2 16,-7 2-1-16,9 3 0 0,-5-8 2 0,-1 4-1 0,-2-1 4 15,1-6-5-15,-2-3 3 0,2 1-5 0,1 6 1 16,-1-7 5-16,1 1-16 0,-5-2-39 16,-1-5-59-16,6 0-58 0,-2 1-70 0,-3-6-61 0,-2 3-49 15,0-9-93-15,1 4-285 0,-1-4-783 0,0 0 347 16</inkml:trace>
  <inkml:trace contextRef="#ctx0" brushRef="#br0" timeOffset="-158377.86">23693 3315 135 0,'0'0'289'0,"0"-10"-21"0,0 10-19 0,0-7-30 16,0 7-23-16,0 0-26 0,0 0-16 15,0 0-18-15,0 0-12 0,0 0-10 0,0 0-14 0,-20 15-10 16,12-7-11-16,0-4-4 0,-1 7-7 0,0-3-6 16,-3-1-8-16,-3 5-3 0,7-4-4 0,-5 4-1 15,-2-5 14-15,0-1 4 0,6 0 1 0,-10 2-4 16,5-4 5-16,-4 0 6 0,-3-1 4 0,6 2 8 15,2-3 5-15,-2-7-3 0,3 3-2 0,0 1 4 16,3-5-11-16,-1 3 3 0,1-5 2 0,6-1-12 16,-2 1-5-16,3-3 0 0,-3 0-7 0,5-2-11 15,5-1 1-15,-1 1-9 0,2 4-2 0,1-3-14 16,5 0-2-16,-3 0 0 0,8 4-1 0,1 0 1 16,0 1-12-16,-3 2 2 0,8 3-4 0,-3 0 10 15,0 4-18-15,3 0 1 0,-3 2-5 0,3 2 9 16,2 4 2-16,-2 5-3 0,2 0 1 0,-3 5 10 0,-4 1-19 15,3 1 4-15,-7 4 0 0,2 1 1 0,-1 1-5 16,-7 3 8-16,6 9-6 0,-6 5 9 16,0 0 10-16,-3-1-16 0,-5-6 0 0,2-4 5 0,-10 5-2 15,3-10-6-15,0 12 2 0,-7-13 3 0,0 6-3 16,-1-7 4-16,-5 0 3 0,3-2-4 0,-1-3-2 16,-6-1 4-16,2-1 1 0,0-3 2 0,2-5 26 15,3 0 24-15,-1-5 29 0,1 2 24 0,0-5 25 16,2-2 13-16,-2-2-1 0,2-2 3 0,-2-2-6 15,1-5-8-15,-4-3-11 0,5 1-9 0,-2-7-4 16,7 4-7-16,-1-3-7 0,5 0-9 0,-3-1-8 16,10 2-3-16,1-4-16 0,2 2-8 0,2-4 0 0,6 5-9 15,-6 1-4-15,5 1-12 0,-3 0-4 0,3 3-9 16,7 3 3-16,-5 1-8 0,2 5-4 16,3 0-38-16,-4-2-32 0,6 5-31 0,-3 4-29 0,0-3-33 15,1 2-35-15,-2 5-21 0,2 1-20 0,-4-3-26 16,2 5-32-16,1 2-31 0,-5-6-35 0,1 5-40 15,-1-1-287-15,-4-7-740 0,8 10 328 0</inkml:trace>
  <inkml:trace contextRef="#ctx0" brushRef="#br0" timeOffset="-157956.03">24416 3207 318 0,'0'-3'345'0,"0"3"-5"0,0-14-6 0,4 10-17 15,-4 4-26-15,-5-6-31 0,5 6-36 0,0 0-25 16,0 0-3-16,0 0-34 0,0 0-6 0,-20 18-8 16,10-3-10-16,0 0-5 0,-1 1-3 0,-4 10 16 15,1 1-2-15,4 4-2 0,-8 7-11 0,2 2-9 16,1-4-16-16,0 6-2 0,5 2-5 0,-2 4-6 16,4-5-12-16,3-1 1 0,-3 1-13 0,6-6-6 15,2-4-4-15,7-3-5 0,-4 2-9 0,2-4 1 16,10 2-2-16,-2-4-4 0,-4 1-3 0,5-5-2 15,6 0-20-15,3-2-32 0,-3-3-35 0,7-3-30 16,-4-1-44-16,5-4-38 0,-6-2-44 0,7-1-48 16,-7-3-61-16,4-4-57 0,-6-1-268 0,7-4-696 0,-6 3 308 15</inkml:trace>
  <inkml:trace contextRef="#ctx0" brushRef="#br0" timeOffset="-157690.43">24741 3421 120 0,'0'-4'361'0,"0"-2"0"0,0 6-4 0,0-9-7 16,-3 3-18-16,3 6-36 0,0 0-32 0,-2-6-39 15,2 6-8-15,0 0-40 0,0 0-16 0,0 0-15 0,2 23-17 16,-2-15-13-16,0 4-15 0,3 3-9 15,-3 5-9-15,5-4 3 0,-5 7-15 0,6 0 4 16,-4 4-13-16,5 0-3 0,-2 1-9 0,3-2-1 0,-1-1-25 16,-4-6-36-16,4 3-36 0,1-6-36 0,-2-1-35 15,-6 0-40-15,5 1-40 0,-1-1-39 0,4-7-35 16,-8-2-266-16,5-3-584 0,-5-3 259 0</inkml:trace>
  <inkml:trace contextRef="#ctx0" brushRef="#br0" timeOffset="-157284.22">24968 3468 36 0,'0'0'228'16,"0"0"-22"-16,0 0-12 0,0 0 10 0,0 0-14 16,0 0-10-16,0 0 0 0,0 27-18 0,0-15-14 15,-2 2-14-15,2 0-14 0,0 0-9 0,0 5-10 16,2-2-12-16,-2 2-7 0,5 0-9 0,-4 1-7 15,-1-3-1-15,9 1-7 0,-6-3-8 0,0 0-6 16,5 0 0-16,-4-4-5 0,-3-1-5 0,1-3 0 0,0 3-3 16,-2-5 2-16,5-1-5 0,-5-4-2 0,5 4 0 15,-5-4-3-15,0 0-2 0,11-12-3 0,-4 4 1 16,-1-2-4-16,1-2-2 0,1-3 7 0,-1 2 8 16,0-4 24-16,-1 2 16 0,4-3 13 0,0 3 21 15,-5-5 20-15,2 7 5 0,1-4 17 0,0 5 13 16,-1 0 1-16,-1 0 9 0,1 2-6 0,-5 4-11 15,4-1-14-15,-4-1-17 0,5 7-20 0,-7 1-19 16,6-10-6-16,-6 10-6 0,0 0-10 0,18 10-5 16,-11-3-6-16,-2 2-5 0,2 7-1 0,1-1-6 15,-1 5-2-15,1-2-14 0,-2 2-27 0,1-3-36 16,0 3-36-16,-6-1-38 0,8-1-46 0,-4-1-33 16,-4 1-36-16,4-3-41 0,-3 1-39 0,-2-7-33 0,3 1-286 15,0-5-684-15,-3 2 303 0</inkml:trace>
  <inkml:trace contextRef="#ctx0" brushRef="#br0" timeOffset="-157081.12">25027 3181 39 0,'-6'-3'406'0,"2"-2"-29"0,-2 2-11 15,6 3-22-15,-5-9-37 0,3 4-32 0,2 5-30 16,0 0-34-16,-3-5-29 0,3 5-40 0,0 0-43 16,0 0-32-16,0 0-31 0,0 0-35 0,0 0-46 15,16 14-55-15,-7-6-59 0,-1-3-67 0,0 0-203 16,2 2-463-16,0 3 206 0</inkml:trace>
  <inkml:trace contextRef="#ctx0" brushRef="#br0" timeOffset="-156424.93">25469 3414 116 0,'0'0'271'0,"0"0"0"0,0 0-3 0,0 0-11 0,0 0-16 16,18-8-10-16,-14 5-11 0,2-1-2 0,-6 4-14 16,12-8 3-16,-7 3-14 0,1-3-5 0,3 2 4 15,-4 0-12-15,3-4-3 0,-5 2-7 0,2-1-4 16,2 0-4-16,-1 0-3 0,1-2-7 0,-5-1-5 16,3 4-10-16,-4 0-12 0,1-3-8 0,3 4-13 15,-3-1-10-15,-2 3-11 0,0-2-10 0,0 7-8 16,6-8-6-16,-6 8-16 0,0-7-12 0,0 7-8 15,0 0-5-15,0 0-1 0,0 0-3 0,0 0-4 16,7 18 0-16,-5-9-3 0,4 4 2 0,-4 1-2 0,3 0-3 16,5 4-2-16,-5 0 1 0,1 0 0 0,3 7-6 15,4 1 0-15,-7-8-16 0,3 7-2 16,-1-1-6-16,4-2-4 0,-4 1-11 0,0 1 0 0,-1-4 7 16,-1-1-7-16,-2-5-3 0,1 7-9 0,-2-6 4 15,2 1 2-15,-5-8 19 0,2 1-20 0,-2 1 12 16,0-3 9-16,0-2 6 0,0-5-3 0,-2 11 5 15,0-7 2-15,-1 3 2 0,3-7 4 0,0 0 7 16,0 0 1-16,-7 3 1 0,7-3 2 0,0 0 6 16,-10 0 8-16,10 0 1 0,0 0-16 0,0 0 3 15,-14 0 8-15,14 0 9 0,0 0-15 0,-14 0 2 16,14 0-5-16,0 0 3 0,-15-2 0 0,15 2 0 16,0 0 0-16,-16 0 0 0,16 0-1 0,-13-1 1 15,13 1 3-15,-10 0-3 0,10 0 5 0,0 0-2 16,-19 1-3-16,19-1 7 0,0 0 5 0,0 0 7 15,-6-1 7-15,6 1-2 0,0 0 0 0,0 0-3 0,0 0 0 16,0 0-5-16,0 0-10 0,0 0 1 0,20-9-3 16,-12 4-6-16,5 2-14 0,-5 1-30 0,7-1-16 15,0 2-25-15,-1-7-29 0,4 5-30 0,-5-1-37 16,2-1-44-16,0 1-51 0,3 0-52 0,-8 1-272 16,6-4-649-16,-4 3 288 0</inkml:trace>
  <inkml:trace contextRef="#ctx0" brushRef="#br0" timeOffset="-156143.71">26035 3483 25 0,'0'0'383'0,"-8"-6"-8"0,8 6-5 0,0 0-11 15,0-3-11-15,0 3-21 0,0 0-11 0,0 0-33 16,0 0-17-16,0 0-23 0,0 0-32 0,5-7-23 0,-5 7-28 16,15-2-8-16,-4 1-16 0,3 1-19 0,2-4-6 15,4 8-12-15,0-4-10 0,-2 0-10 16,0 0-14-16,1 0-32 0,2 1-26 0,2 1-33 0,-1-4-30 16,-7 4-25-16,6-4-26 0,-6 2-15 0,-2 0-28 15,1 2-32-15,-6-2-35 0,-8 0-46 0,16-2-35 16,-9 1-242-16,0-7-585 0,-7 8 258 0</inkml:trace>
  <inkml:trace contextRef="#ctx0" brushRef="#br0" timeOffset="-155924.98">26161 3313 12 0,'-5'-8'326'0,"0"6"9"0,5 2-3 0,0 0-6 15,-7-6-12-15,7 6-31 0,0 0-30 16,0 0-34-16,0 0-27 0,0 0-24 0,0 0-19 15,0 0-8-15,-5 21-19 0,5-11-11 0,0 6-7 16,0 0-11-16,4 2-3 0,-1 10-8 0,5-1-11 0,-4-3-7 16,-1 11 0-16,7 4-7 0,2 0-23 0,-6-12-34 15,6 2-43-15,-4-2-52 0,-5-2-49 16,6 2-53-16,5-5-23 0,-7-5-62 0,3 0-212 0,2-3-535 16,-4 1 237-16</inkml:trace>
  <inkml:trace contextRef="#ctx0" brushRef="#br0" timeOffset="-155518.78">26853 3216 134 0,'5'-3'318'15,"0"-3"4"-15,-2 3-6 0,2-3-2 0,-2 1-6 16,2-2-9-16,-5-1-2 0,2 3-14 0,0-2-11 0,-2 7-13 16,6-12-6-16,-6 9-10 0,0 3-11 0,-3-8-14 15,3 8-18-15,0-8-20 0,0 8-19 16,0 0-18-16,-3-8-20 0,3 8-15 0,0 0-11 0,0 0-11 16,-24 8-7-16,15 0-8 0,-5 0-6 0,-2 2-6 15,-2 2-5-15,1 1-5 0,-1 5-5 0,-2-2-2 16,-2 4-5-16,1-1-4 0,6 1 2 0,-5 2-9 15,10 1 0-15,-3-3-1 0,5 0-2 0,1-1-2 16,0-6-2-16,1 8 0 0,6-1-2 0,5-1 2 16,-4-1-2-16,4-5 0 0,5 1 3 0,5 1-3 15,0 0 1-15,5 0-1 0,-3 0-23 0,2-8-25 16,6 1-38-16,7-4-35 0,-3-2-45 0,-2-4-36 16,-6-1-40-16,1-2-38 0,1 1-41 0,-5 0-51 0,2-3-46 15,-3-4-257-15,-1 0-711 0,-6-1 315 16</inkml:trace>
  <inkml:trace contextRef="#ctx0" brushRef="#br0" timeOffset="-155315.67">26760 3393 131 0,'0'0'298'0,"-18"0"-1"0,10 0-2 0,8 0-7 16,-15 0-9-16,15 0-1 0,0 0 9 0,0 0-30 15,-10-2-11-15,10 2-9 0,0 0-24 0,0 0-14 16,0 0-13-16,0 0-11 0,0 0-22 0,0 0-21 15,0 0-9-15,0 0-10 0,38-4-15 0,-20 3-10 16,0 1-23-16,4 0-33 0,-1 0-39 0,-1 0-34 16,2-3-36-16,4-4-34 0,-8 3-38 0,12 3-43 15,-10-6-52-15,10-1-63 0,-10 0-250 0,-4-1-604 16,6 0 267-16</inkml:trace>
  <inkml:trace contextRef="#ctx0" brushRef="#br0" timeOffset="-155003.2">26992 2918 188 0,'-7'-5'346'0,"7"5"-11"0,0 0-8 15,0 0-18-15,0 0-20 0,0 0-36 0,0 0-27 16,0 0-14-16,0 0-6 0,28 20-6 0,-13-12-8 15,5 1-12-15,5 8-1 0,-4 3-34 0,4 0-9 16,0 2-17-16,7 7-6 0,-3 6-13 0,-2-2-9 16,-6 2-4-16,6 1-10 0,-7-1-6 0,-4 0-9 15,6 1-5-15,-14-3-6 0,7-5-3 0,0 11-5 16,-10-9 0-16,-4 2-2 0,4 7-6 0,-3 0-7 16,-4-6-2-16,-3-3-15 0,2-2 0 0,-3 4-64 15,-6-3-13-15,4-2-55 0,-7 0-32 0,0-2-40 16,0 2-64-16,0-4-41 0,-5 0-67 0,10-11-191 15,-13 8-601-15,8-5 266 0</inkml:trace>
  <inkml:trace contextRef="#ctx0" brushRef="#br0" timeOffset="-154284.52">27758 3371 349 0,'0'0'358'15,"0"0"6"-15,0 0-2 0,0 0 3 0,0 0 2 0,0 0-13 16,0 0-13-16,-15-15-12 0,15 15-9 0,0 0-21 15,0 0-30-15,0 0-33 0,20-7-26 16,-5 3-23-16,-2 3-20 0,9-1-13 0,-2-3-13 0,8 1-20 16,2-1-17-16,3 1-13 0,0 4-33 0,-3-3-33 15,-2-1-34-15,-5 0-38 0,7 4-44 0,-2 0-34 16,0 0-27-16,-10 0-27 0,-5-3-25 0,-1 3-27 16,-4-1-29-16,-8 1-34 0,15 0-33 0,-15 0-282 15,2-8-660-15,-2 8 292 0</inkml:trace>
  <inkml:trace contextRef="#ctx0" brushRef="#br0" timeOffset="-154097.04">27945 3189 105 0,'-3'-3'287'0,"-5"-2"8"0,8 5 9 0,-5-4-2 16,5 4-5-16,0 0-15 0,-5-4-24 0,5 4-40 16,0 0-24-16,0 0-23 0,0 0-17 0,0 0-11 15,0 0-8-15,3 25 6 0,4-13-9 0,1 3-17 16,-1 0-3-16,-6 1-14 0,9-1-6 0,2 4-9 0,-6 1-11 15,6-5-6-15,1 9-2 0,-1 2-6 16,1-2-24-16,2-2-47 0,-5 4-52 0,1-4-62 16,-4 1-54-16,1-6-75 0,2 0-79 0,-3-2-205 0,1 5-584 15,4-5 259-15</inkml:trace>
  <inkml:trace contextRef="#ctx0" brushRef="#br0" timeOffset="-153690.83">28508 2980 135 0,'2'-5'369'0,"1"-2"-7"0,-1 4-9 16,3-2-5-16,-5-2-26 0,0 7-42 0,5-7-22 15,-5 7-53-15,0 0-12 0,0 0-14 0,9 18-18 16,-5-9-7-16,2 5-29 0,1 3-8 0,1 3-15 15,1-1-7-15,4 8-10 0,-5 0 1 0,4 0-11 16,1 2-10-16,-3-1-2 0,1 1-9 0,9 1-20 16,-11-3-37-16,5 0-40 0,3-3-31 0,-5 0-39 15,-4-2-49-15,0-2-59 0,4-5-54 0,-4-1-48 16,-6-6-178-16,4 3-543 0,1-3 240 0</inkml:trace>
  <inkml:trace contextRef="#ctx0" brushRef="#br0" timeOffset="-153284.62">28831 3056 123 0,'0'0'188'0,"0"0"9"0,0 0 4 16,0 0-12-16,10 16 4 0,-5-7-15 0,-4 3-11 15,1 3-13-15,1 1-15 0,1 3-8 0,-4-6-18 16,6 5-11-16,-2 1-9 0,-3-2-10 0,2 0-7 15,2-4-7-15,-3 2-7 0,1-6-9 0,-1 3 0 16,0-5-7-16,1 1 1 0,-3-2-4 0,2 0 19 16,1 1 17-16,-3-7-1 0,0 0-5 0,7 3-5 15,-7-3-2-15,0 0-4 0,16-19 5 0,-9 11 6 16,3-7 4-16,0 3 3 0,0-3 8 0,1-1 5 16,2-5 6-16,-3 3 7 0,5-5 11 0,-3 7 4 15,-1-2 10-15,3 5-2 0,-4-6-2 0,3 3 4 16,0 4-1-16,-5-2-8 0,1 7-9 0,-3-1-12 15,3 1-14-15,2 1-13 0,-4 3-13 0,1 3-7 16,-8 0-10-16,15 0-4 0,-5 4-3 0,-4 3-4 16,3 3-4-16,2-1-8 0,-1 6 7 0,-1 5-6 0,-3-7-2 15,6 14-4-15,-6-8-15 0,-1 1-40 0,0-2-36 16,0 0-48-16,-1 2-35 0,1-4-35 0,-5 2-41 16,0 0-40-16,-4-3-41 0,4 0-37 0,0-7-298 15,0 0-704-15,0 3 312 0</inkml:trace>
  <inkml:trace contextRef="#ctx0" brushRef="#br0" timeOffset="-152878.42">29377 2940 347 0,'0'-9'360'0,"0"9"-15"15,8-5-29-15,-8 5-9 0,7-4-50 0,-1 3-24 0,-6 1-25 16,15 1-22-16,0 0-20 0,-1 2-19 0,0 4-13 16,1-2-17-16,2 5-10 0,4 0-9 15,-1 0-9-15,-3 2-8 0,-1 0-12 0,3 7-8 16,-6-6-4-16,-3 5-9 0,3-4 1 0,-3 2-2 0,-4 4-12 15,3-7-3-15,-4 8-1 0,-2-4 0 0,-3-1-7 16,-7-1 1-16,6 0 7 0,-8 0 31 0,3-3-11 16,-1 1 14-16,1-2 6 0,-3-7-4 0,3 6-2 15,1-3-4-15,0-1-3 0,0-3-5 0,2 1-3 16,3-4 5-16,-7 5 4 0,7-5-14 0,-2 7 3 16,2-7-7-16,0 0 2 0,0 0-6 0,12 2-11 15,-2 0-10-15,-10-2-36 0,20-4-35 0,-7 1-42 16,3 2-42-16,3-2-45 0,-4 0-59 0,3-3-65 15,-3 3-62-15,0-3-236 0,4-4-653 0,-4 2 290 16</inkml:trace>
  <inkml:trace contextRef="#ctx0" brushRef="#br0" timeOffset="-152487.83">28652 2581 14 0,'0'0'284'16,"-7"-4"-28"-16,7 4-23 0,0 0-27 0,0 0-23 15,0 0-17-15,0 0-15 0,0 0-4 0,0 0-11 16,19 20-7-16,-13-13-12 0,6 1-7 0,1-3-8 16,-6 2-8-16,11 0-2 0,-8 1-9 0,-2-3-1 15,4 2-1-15,-2-4 10 0,1-1-7 0,-3 6 0 16,-1-5 9-16,-7-3 3 0,15 3 3 0,-15-3-2 16,0 0-6-16,13-6 1 0,-13 6-9 0,4-9-3 15,-4 5-10-15,0 4-7 0,0-12-11 0,0 12-3 16,-9-19-6-16,3 15-15 0,2-2-25 0,-1 0-40 15,-3-1-36-15,-4 2-49 0,3 3-54 0,-5-2-61 0,8 3-64 16,-3-1-202-16,9 2-546 0,-14 3 242 0</inkml:trace>
  <inkml:trace contextRef="#ctx0" brushRef="#br0" timeOffset="-151753.53">30320 2829 284 0,'0'0'315'0,"4"-6"-30"0,-4 6-29 0,0 0-29 0,0 0-29 16,0 0-18-16,0 0-14 0,0 0 25 0,-4 21-10 16,-2-8-4-16,2 2-3 0,-2 5-18 0,3-1-12 15,-9 4-25-15,2 1 1 0,-5 3-10 0,4-5-1 16,-4 2-24-16,0 1-5 0,1-3-5 0,3-3-8 15,1 0-17-15,0-3 6 0,-5-1 4 0,2-1-17 16,5-1-8-16,-6 1-17 0,6-5-23 0,1-1-18 16,3-3-16-16,-6 1 9 0,10-2-18 0,-7 1-25 15,7-5-28-15,0 0-13 0,0 0-15 0,0 0-10 16,-7-17-13-16,14 10 3 0,-7-4-10 0,5 2-8 16,-3-2 12-16,8-8-1 0,-6 0-1 0,3 4 28 0,1-3 13 15,-1 0 14-15,1 0 26 0,-1-2 23 0,0 4 36 16,-6 0 34-16,6 2 25 0,1 5 32 0,-8-2 21 15,3 2 18-15,-1 2 10 0,-2 3 4 16,2-4-1-16,-2 8-9 0,0-9-14 0,0 9-12 0,0 0-15 16,0-6-6-16,0 6-9 0,0 0-1 0,0 0-6 15,11 19 0-15,-4-8-4 0,-5 0-8 0,7 2 3 16,-2 2-8-16,1 3-3 0,6-1-1 0,-4-1 1 16,11 5-5-16,-9-3-4 0,1-3-29 0,3 4-29 15,-1-2-43-15,0-2-41 0,-2-1-60 0,-1-1-37 16,-2-6-60-16,-3 1-145 0,-2-1-453 0,1 1 201 15</inkml:trace>
  <inkml:trace contextRef="#ctx0" brushRef="#br0" timeOffset="-151566.05">30099 3082 60 0,'-7'-7'349'0,"7"1"3"0,-7-5-5 15,6 7-11-15,-6-2-9 0,10 0-38 0,1-2-32 0,4 4-27 16,-3 1-24-16,7-1-13 0,6 2-30 15,3 0-10-15,7 2-17 0,-4 0-12 0,4 2-12 16,-2 0-24-16,6-1-36 0,2 4-32 0,-4-3-51 0,7 3-47 16,-9 1-49-16,3 2-62 0,-3-4-72 0,2 0-257 15,-8-1-562-15,-3 2 249 0</inkml:trace>
  <inkml:trace contextRef="#ctx0" brushRef="#br0" timeOffset="-151316.08">30739 2728 353 0,'0'0'364'0,"-5"-3"-17"0,5 3-31 0,0 0-36 16,0 0-32-16,0 0-28 0,0 0-15 0,0 0-20 15,0 0-14-15,0 17-2 0,2-7-14 0,1 0-12 16,-3-1-13-16,8 7-12 0,-4 0-11 0,6 6-10 15,-2-6-6-15,0 11-12 0,5-3-6 0,1 3-9 16,-3-3-23-16,1 0-32 0,3-2-36 0,-7-7-43 16,5 4-42-16,-4-4-45 0,-1 1-43 0,3-1-48 0,-1-6-50 15,-3 3-178-15,0-5-515 0,-1 0 228 0</inkml:trace>
  <inkml:trace contextRef="#ctx0" brushRef="#br0" timeOffset="-150925.49">31072 2853 224 0,'0'-11'286'0,"0"11"-32"15,0 0-31-15,0 0-14 0,0 0-12 0,0 0 2 16,0 0-12-16,0 0-12 0,-12 26-21 0,9-10-10 16,6 3-18-16,-3-3-10 0,4 2-11 0,-4 3-10 15,8-3-9-15,-8 1-7 0,3 2-8 0,7-1-2 16,-7 0-9-16,6-4-9 0,-4 4-4 0,8-7-1 15,-7 5-14-15,3-6-7 0,4 0-3 0,-3-6-4 16,-5 0-2-16,2 0-4 0,2-5-3 0,-2-1-3 16,6 0 4-16,-13 0-4 0,17-10-2 0,-11 4-3 15,6-8 7-15,-2 2-4 0,0-4 4 0,0 0 16 16,-4-4 12-16,4 2 13 0,-1 0 39 0,4-6 18 16,-3 7 24-16,-4-1 6 0,3 2 13 0,1 1-1 15,3 2 5-15,-8 1 5 0,3 2-5 0,-3 3-8 16,5-1-18-16,-10 3-19 0,5 0-19 0,-3 2-10 0,-2 3-11 15,0 0-2-15,20 4-6 0,-17 1-7 0,0 6-6 16,7-3-4-16,0 7-4 0,-5 0-4 16,-3 4-20-16,1-2-30 0,0 0-31 0,4 1-29 15,-5 0-53-15,4 0-34 0,1-3-33 0,-7 3-50 0,0-2-40 16,0-2-46-16,0-1-34 0,0-5-276 0,3 3-693 16,-3-4 307-16</inkml:trace>
  <inkml:trace contextRef="#ctx0" brushRef="#br0" timeOffset="-150722.39">30784 2392 294 0,'-7'-7'355'0,"6"-2"-27"0,1 3-31 15,-4-2-34-15,4 8-28 0,0-10-25 0,0 10-27 16,0 0-57-16,0 0-47 0,0 0-60 0,0 0-72 0,0 0-90 16,0 0-223-16,18 24-396 0,-16-15 176 15</inkml:trace>
  <inkml:trace contextRef="#ctx0" brushRef="#br0" timeOffset="-149956.83">31668 2771 123 0,'5'-7'322'0,"1"3"-7"0,1-4-24 0,3 1-16 0,1 2-22 15,1 0-14-15,-5-2-21 0,8 6-23 0,-7-2-24 16,7-1-13-16,0 4-18 0,-2-5-16 0,2 5-11 16,3-2-17-16,-6 4-9 0,1 1-9 0,-3-1-7 15,1-1-6-15,-1 5-7 0,-3-3-8 0,-1 4-6 16,3-2-2-16,-3 2-6 0,-1-1-6 0,-1 2-3 16,-1 0-2-16,0 2-2 0,-3-2-2 0,-6-1-7 15,4 0 7-15,-5 4-7 0,1-2 2 0,4 0-5 0,-5-3-4 16,-1 4 8-16,2-2-9 0,-3 0 1 15,4-1-2-15,4 1 1 0,-4 0 2 0,-4 1-2 16,9-2 0-16,-6-3 0 0,12 3 0 0,-6 1-1 0,9 3 0 16,-3-4 2-16,1 1 0 0,6 2-1 0,2-1 0 15,0 0-2-15,1 2 0 0,3-3-1 16,-3 1 0-16,-3 2-1 0,2-2 2 0,0 1-2 16,-3-2-2-16,3 1-2 0,-10-3 2 0,3 3-1 0,-3-3-4 15,-2-1 5-15,1 0-3 0,-1 3 1 0,-3-8 7 16,-7 10 5-16,4-2-3 0,-4-5-7 0,-1 3 5 15,0-3-3-15,-4 3 2 0,-1-5 2 0,-2 4-3 16,-1-2-17-16,-1-2-29 0,2 2-33 0,-5-3-39 16,4 4-36-16,-4-3-45 0,12-2-52 0,-6 1-267 15,4-4-558-15,-3 4 248 0</inkml:trace>
  <inkml:trace contextRef="#ctx0" brushRef="#br0" timeOffset="-149659.99">32454 2830 384 0,'0'0'494'0,"0"0"-11"0,0 0-23 0,0-7-30 15,0 7-9-15,8-7-33 0,0 2-33 0,-8 5-33 16,4-6-35-16,2 4-29 0,1 1-28 0,1-5-23 16,4 4-24-16,3-2-19 0,-2 4-16 0,4-3-18 15,4 0-23-15,-1 6-31 0,1-3-31 0,1 0-30 16,6 3-41-16,-10-2-26 0,-3 2-34 0,5 2-36 16,-3-2-39-16,-1 0-34 0,2 0-38 0,-8 0-39 15,4 2-48-15,-5-3-39 0,5 3-269 0,-4-3-678 16,-9 2 300-16</inkml:trace>
  <inkml:trace contextRef="#ctx0" brushRef="#br0" timeOffset="-149456.89">32513 3011 195 0,'0'0'323'0,"0"8"15"0,0-8 17 0,9 5 10 16,-9-5 7-16,10 6-26 0,1-2-25 0,4 0-33 15,5 0-25-15,2 0-26 0,-1-2-23 0,6 1-25 0,1 0-17 16,-2-1-25-16,2 3-11 0,-1-3-37 16,-6 1-49-16,2 0-54 0,1-2-80 0,-9 1-68 15,4 1-82-15,-4-1-99 0,-6-1-268 0,4 2-651 16,-5-3 289-16</inkml:trace>
  <inkml:trace contextRef="#ctx0" brushRef="#br0" timeOffset="-148238.27">30143 4508 217 0,'-6'-7'343'0,"4"0"-7"0,0 3-8 0,-4-3-3 16,-1 5-17-16,-1 0-25 0,-4-1-27 0,12 3-20 15,-23 0-13-15,2 3-18 0,-1 0-8 0,2 5-9 16,-5 2-14-16,1 3-17 0,0-2-17 0,-2 5-9 16,4 0-13-16,7-3-15 0,-1 2-9 0,4 3-10 15,1-6-5-15,2 6-9 0,3 2-7 0,1-7-5 16,10 6-6-16,-2-2-1 0,9 1-2 0,-1-3 0 16,9 1-5-16,2 3 0 0,4-4-10 0,-1 1-1 15,3-4-3-15,0-5-4 0,0 1-2 0,1-4-7 16,-1-1-12-16,-3-7 0 0,-6 1-9 0,11-5 1 15,-8 1 4-15,4-5 2 0,-9 1 5 0,-2-2-18 16,-5-2 7-16,1 0-2 0,-1-3 0 0,-5 0-6 0,-3-3 17 16,1-6-15-16,-6 6 2 0,-1 5 1 0,-2-6-1 15,-3 5-1-15,0 0 0 0,-1 0 0 16,-4 5 1-16,3-3 1 0,-7 5-2 0,3 3-1 0,0-1-1 16,-2-1 1-16,2 6-7 0,2 1 2 0,2 2-9 15,-6 0-17-15,9 2-18 0,-7 0-25 0,2 2-25 16,4 2-26-16,-1 0-27 0,7 3-20 0,-2-2-24 15,3 1-27-15,-3 4-19 0,5-5-36 0,0 1-35 16,5 2-169-16,-3-5-529 0,1 2 234 0</inkml:trace>
  <inkml:trace contextRef="#ctx0" brushRef="#br0" timeOffset="-147753.84">30446 4461 22 0,'0'0'288'0,"7"-6"-9"0,-7 6-17 16,5-6-18-16,-5 6-28 0,0 0-22 0,0 0-8 0,0 0-9 16,0 0-13-16,0 0-15 0,-27 14-11 0,26-6-11 15,-3 2-11-15,1-1-9 0,-4 4-2 16,-1 1-7-16,8-1-13 0,-3 2-2 0,3 2-11 0,-4-3-4 16,8-2-8-16,-1 3-2 0,2-4-3 0,3 4-6 15,-3-4-6-15,5 5-3 0,0-4 1 0,-3-3-5 16,6 1 1-16,2-2-4 0,-7-4 1 0,7 0-4 15,0 0-5-15,-2-1 0 0,7-3 0 0,-2-3-5 16,2 0-5-16,-7-2 6 0,6 0-5 0,-3-2-9 16,-4-1 8-16,4-2-2 0,-4 0-2 0,1 0 2 15,-5-7-2-15,2 6 1 0,0-4 2 0,-5 3-1 16,0 1 16-16,2-5 10 0,-4 5 12 0,-1-1 5 16,3 1 26-16,-4 0-8 0,-1 4 13 0,0 0-9 15,4-1 1-15,-8 2-7 0,4 6-16 0,0-11-2 0,0 11-12 16,0 0-10-16,0 0-3 0,0 0-7 15,0 0 1-15,0 0-4 0,0 0 1 0,0 0-3 16,7 27-3-16,-7-15 0 0,0 3 3 0,7 0-6 0,-6 5 10 16,6-4-11-16,0 1-10 0,1 3 6 0,-2-5-12 15,3 4-16-15,-1-4-11 0,5-2-24 0,-4 4-11 16,4-5-19-16,-5-5-5 0,5 4-8 0,-4-5-9 16,5 2-15-16,-2-6-13 0,-2 3-15 0,5-5-15 15,-4-2-21-15,1-2-22 0,-4-3-25 0,9-1-17 16,-2-3-19-16,0-1-179 0,-5-4-487 0,0-2 216 15</inkml:trace>
  <inkml:trace contextRef="#ctx0" brushRef="#br0" timeOffset="-147503.87">31049 4092 149 0,'-7'-13'315'0,"5"-2"3"15,-3 6 8-15,4-1 6 0,-1 2 14 0,2-1 3 0,-2 2 0 16,2 7-10-16,-3-10-15 0,3 5-25 15,0 5-32-15,0 0-30 0,0-7-21 0,0 7-34 16,0 0-25-16,0 0-15 0,0 0-11 0,0 0-14 0,8 19-11 16,2-4-9-16,-6 4-11 0,4-2-14 0,-1 5-2 15,1 9-7-15,2-1-4 0,0 6-8 16,-2 4-1-16,-1-7-2 0,-2 8-6 0,-2 0-9 0,3-11-26 16,1 4-22-16,-5-4-33 0,1 3-32 0,0-6-45 15,-1 0-35-15,5 0-38 0,-7 0-29 0,5-6-37 16,-5-3-35-16,3-3-41 0,-3-2-32 0,5 2-221 15,-3-6-640-15,-2 2 284 0</inkml:trace>
  <inkml:trace contextRef="#ctx0" brushRef="#br0" timeOffset="-147300.77">31153 4424 2 0,'-3'-7'299'0,"-9"-3"10"0,7 1 5 0,0 3-10 16,-2-1-7-16,1 3-21 0,-2-4-21 15,3 5-18-15,5 3-24 0,-2-7-18 0,2 7-16 16,0 0-20-16,-7-4-22 0,7 4-16 0,0 0-11 16,0 0-19-16,0 0-30 0,35 4-33 0,-20-4-28 0,2 3-39 15,2 2-31-15,5-2-43 0,-3 4-57 16,7-2-49-16,-3-2-79 0,5 0-149 0,-10-2-484 16,1 3 216-16</inkml:trace>
  <inkml:trace contextRef="#ctx0" brushRef="#br0" timeOffset="-146925.8">31606 4463 157 0,'-6'-4'381'0,"6"4"-19"15,0 0-16-15,-2-7-13 0,2 7-24 0,8-8-31 16,1 7-13-16,-1-2-36 0,7-1-23 0,5 2-29 0,0 2-21 15,1 0-5-15,2 0-22 0,-1 0 2 0,4 2-22 16,-4 5-17-16,1-7-8 0,5 3-7 16,-5-2-23-16,-1 4-20 0,-2-2-16 0,-4-2-37 0,1 2-26 15,-7-1-25-15,0 0-22 0,-2-1-24 0,0 2-25 16,-8-3-15-16,12 0-43 0,-12 0-39 0,0 0-36 16,0 0-181-16,-7-13-493 0,7 13 219 0</inkml:trace>
  <inkml:trace contextRef="#ctx0" brushRef="#br0" timeOffset="-146738.33">31764 4305 241 0,'0'0'260'0,"-5"-5"2"0,5 5-12 0,0 0-15 15,0 0-19-15,0 0-16 0,0 0-31 0,0 0-19 16,0 0-13-16,0 0-11 0,1 16-14 0,3-8 0 16,2 4-7-16,-2 2-6 0,2 2-8 0,-1 7-7 15,8 0-2-15,-4 1-17 0,-1-1-1 0,5 1-5 16,-4 2-9-16,-3 0-26 0,7-1-30 0,-4 1-48 0,-1-1-48 15,0-3-68-15,-1 1-71 0,-1-11-196 16,3 6-474-16,-3-3 211 0</inkml:trace>
  <inkml:trace contextRef="#ctx0" brushRef="#br0" timeOffset="-146097.77">32429 4152 135 0,'0'0'306'0,"0"0"-17"15,0 0-22-15,0 0-29 0,0-3-23 0,0 3-23 16,0 0-22-16,0 0-19 0,0 0-14 0,0 0-13 15,0 0-9-15,-33 4-13 0,23 3-11 0,-2-2-7 0,1-1-14 16,-4 0 11-16,-3 2-5 0,1 2-12 16,2-6 1-16,0 5-13 0,2-3-5 0,-2 0-1 15,7-2-7-15,-5-1 0 0,4 1-5 0,1 1-2 16,8-3 7-16,-15 3 3 0,15-3 8 0,-11-1-2 0,11 1-5 16,-2-8-3-16,2 8 2 0,0-12-3 0,0 6-3 15,8-2-7-15,-1 1 4 0,3-1-5 16,-5 0-7-16,8 1 3 0,0 0-4 0,4 1-3 0,-1-1-4 15,-1 0 5-15,4 7-9 0,-3-1-2 0,1 1 2 16,-4 1-4-16,0-1-2 0,5 7 0 0,-4 1-1 16,0 3-2-16,0 1 4 0,2 4-1 0,-1 3-3 15,0 4 1-15,0 0 0 0,-2 3-2 0,-5-1 2 16,6 1-2-16,-6 1 4 0,0 0 1 0,1 1-1 16,-3 0 5-16,-1-1-7 0,-5 0-1 0,0 0 2 15,0-7 1-15,-5 6-3 0,3-7-2 0,-2 0 4 16,-5 0 2-16,1-2-3 0,1-6-3 0,-6 4 3 15,5-9 3-15,0 0 18 0,-7 3 21 0,1-6 22 16,-2 1 23-16,1-1 21 0,-5-1 10 0,7-4-1 16,-4-1-11-16,-1-1-3 0,5 1 5 0,3-2 2 15,-2-2-4-15,2 1-11 0,2 0-7 0,2-2-4 16,-1 0-2-16,4 1-11 0,1 0-3 0,2-3-3 0,2 2-1 16,6 2-12-16,-3-3-2 0,3 3-10 15,10-2-3-15,-1 4-4 0,3 1-4 0,8-4-3 16,-2 2-6-16,4 4-4 0,-2 1-11 0,2 0-12 0,2 1-13 15,-4-1-30-15,0 3-31 0,-5-1-41 0,8-2-44 16,-11 1-35-16,-3 0-45 0,1 2-55 0,-5-3-66 16,4-3-69-16,-9 1-229 0,2 0-718 0,2-1 317 15</inkml:trace>
  <inkml:trace contextRef="#ctx0" brushRef="#br0" timeOffset="-145660.3">33258 4138 137 0,'0'0'389'0,"0"-12"-10"0,5 9-9 16,-10-4-2-16,5-3-8 0,0 10 0 0,-3-11 0 16,-2 7-10-16,-3 0-13 0,8-4-25 0,-7 1-37 0,7 7-28 15,-8-4-28-15,1 0-24 0,7 4-23 16,-15-4-20-16,9 1-13 0,-9 3-17 0,15 0-12 16,-22 7-15-16,7-3-11 0,0 0-7 0,-4 7-7 15,0 1-8-15,3-1-3 0,-6 6-11 0,7 0-3 0,2-4-6 16,2 7-2-16,-3 1-2 0,-1 1-4 0,9-2-1 15,1-1-2-15,2 7-2 0,4-2 0 16,1-2-5-16,6 5 2 0,0-10 2 0,-1 2-8 0,10 4 5 16,-4-2-8-16,7-1-7 0,-5-4-6 0,-2-4-17 15,3 1-19-15,4 0-27 0,5 0-27 0,-7-4-35 16,2-2-36-16,-3 1-41 0,1-4-43 0,-2-1-38 16,-1 2-40-16,0-5-46 0,3-1-61 0,-8-3-229 15,-1 1-711-15,-3-1 315 0</inkml:trace>
  <inkml:trace contextRef="#ctx0" brushRef="#br0" timeOffset="-145394.7">32997 4381 114 0,'0'0'402'0,"0"0"8"16,-5-7 8-16,5 7-3 0,0 0 0 0,0 0-4 16,0 0-10-16,0 0-24 0,0-8-32 0,0 8-38 15,8-3-31-15,-5-1-27 0,2 1-27 0,4-3-23 16,2 2-19-16,2 2-23 0,-3-3-22 0,10 4-17 16,3-2-25-16,6 3-45 0,-6 0-39 0,3 0-57 0,1 0-66 15,2 1-69-15,1-1-56 0,-8 3-66 16,-1-3-93-16,1 0-338 0,-2 4-797 0,-2-8 353 15</inkml:trace>
  <inkml:trace contextRef="#ctx0" brushRef="#br0" timeOffset="-128737.46">23981 6183 399 0,'-10'-3'421'0,"-3"-6"-1"16,5 4-10-16,1-2-16 0,-1-1-16 0,1-4-19 15,1 8-16-15,6-7-18 0,0-1-27 0,0 4-25 16,11-3-26-16,1 2-19 0,3 0-44 0,14-1-15 15,6 0-17-15,10 1-18 0,6 1-14 0,2 1-11 16,5 6-13-16,5 2-9 0,-2 4-8 0,-3-3-8 0,3 10-10 16,-8 0-4-16,5 7-4 0,-3 4-7 0,0-3-3 15,-6 9-9-15,-4-2 3 0,-5 3-5 16,-4 0-5-16,0 5-3 0,-7-4-3 0,-6 7-6 0,-2-6 2 16,-6-3-4-16,-2 11-2 0,-1-4-12 0,-9-6-45 15,-3-3-28-15,-1-1 9 0,-4-1 5 0,0 1 9 16,0 1 0-16,-2-11 10 0,-4-1 9 0,2 5 4 15,-6-4 9-15,2 1 21 0,-2-8 24 0,-1 3 21 16,-12 0 24-16,11-5 16 0,-10-2 18 0,6-2 11 16,1-2 21-16,-8-1 9 0,5-1 14 0,-7-5 13 15,8 0 23-15,3-1-3 0,-3-4 1 0,6 2-4 16,-4-3-4-16,5-2-12 0,7 2-13 0,-6-5-53 0,11-1-108 16,-2-1 0-16,5 0 0 0,8-1 0 15,4-4 0-15,4 1 0 0,4 3 0 0,13-6 0 16,7 7 0-16,1-1 0 0,11 2-241 0,-8-1-101 0,8 10-74 15,-1-3-63-15,4 3-74 0,-9 3-474 0,4-5-1112 16,-2 7 491-16</inkml:trace>
  <inkml:trace contextRef="#ctx0" brushRef="#br0" timeOffset="-127253.23">25448 6244 298 0,'0'-4'363'0,"0"4"-10"16,0-13-33-16,0 8-31 0,0 5-29 0,0 0-34 16,0 0-24-16,0 0-24 0,0 0-14 0,-24 14-15 15,13-7-20-15,-1 9-14 0,2 1-10 0,-1-2-13 16,-1 7-7-16,1 2-6 0,6-4-9 0,0-1-5 15,0 8-4-15,3-1-11 0,2-6-4 0,2-1-1 16,3 1-3-16,3-5-6 0,2 4 1 0,5-6-2 16,6 5 3-16,-4-7-9 0,13-2 2 0,-2-2-11 15,2-3 17-15,-2-4-14 0,-5-2-5 0,-2-3-1 16,1 0 4-16,3-6-9 0,-5-3 1 0,-6 2 1 16,5-1 1-16,-8-5-6 0,-4 2 7 0,3-5-6 15,-9 1 1-15,-1 2-1 0,-4-6-4 0,-5 2-4 16,-4-2 3-16,-2 7 3 0,-1-4-8 0,-4 2 6 0,3 3-10 15,-9 5 1-15,4-1-3 0,6 4 5 16,-4 2-3-16,3 1 0 0,2 2-23 0,0 2-23 16,5 1-14-16,10 0-9 0,-18 1 9 0,18-1-5 0,-1 8 5 15,6-1 0-15,3-2-12 0,7 2-13 0,6 1-14 16,6 2-8-16,7-2-6 0,-2-4 0 16,3 3-7-16,13-2-4 0,-14-2 7 0,0-3 13 15,-1-3 6-15,1 2 8 0,-5 1 7 0,-8-3 13 0,1 0 15 16,-4-3 18-16,-3 4 26 0,0-3 30 0,-7 1 30 15,5 0 19-15,-5 3 7 0,-3-2 1 0,-5 3-4 16,9-3-8-16,-9 3-11 0,8-4-8 0,-8 4-6 16,0 0-4-16,0 0-1 0,0 0-3 0,-2 19-6 15,-4-11 0-15,-1 3-3 0,5 2-2 0,-3-2-1 16,5 1-1-16,-8 3 2 0,8 3-2 0,0-1 0 16,0-4-3-16,5 2 0 0,-2-3 3 0,4 3 1 15,0-3-2-15,6 2-1 0,-5-9 0 0,7 3 1 16,0-3-1-16,-2-5-1 0,5 1 0 0,2-4 9 15,0-1 2-15,-2-4 9 0,2 0 11 0,0-4 7 16,-3 1 1-16,-3-5 8 0,3 1 8 0,-2-8 5 16,1 3 9-16,-6 1 12 0,0-7 11 0,-1 1 15 0,-3 6 9 15,1 0 10-15,-5 1 9 0,4-2 2 0,-6 8-6 16,0 5-8-16,2-2-10 0,-2 0-17 0,0 0-12 16,0 9-16-16,-2-10-17 0,2 10-21 0,2-5-18 15,-2 5-5-15,0 0-12 0,0 0-16 0,-8 22-9 16,8-12 0-16,0 0-8 0,4 8-2 0,-2-2-1 15,5 1 20-15,1 0-15 0,-1 2 2 0,3-3-2 16,1 0-2-16,-3-3-8 0,6 1 1 0,1 1-8 16,1-8-17-16,-1 2-9 0,3-1-11 0,-1-7-8 15,4 2-6-15,-2-6-5 0,2-5-4 0,-3 3 0 16,0-6-4-16,1-4-4 0,-1-5-3 0,3 0-5 16,-6-3 3-16,0-3 5 0,-2-1 6 0,-3-12 5 15,5-1 9-15,-8-3 6 0,1 2 3 0,-8 1 18 0,0-1 21 16,0 13 33-16,0-3 29 0,-3 4 24 0,-2 2 19 15,-2 7 18-15,7 2 4 0,-8 2 8 16,6 2-14-16,-3 3-3 0,4 2-15 0,-4 0-14 0,5 7-6 16,-4-5-11-16,4 5 3 0,0 0-4 0,-13 17-5 15,10-6 12-15,3 7-18 0,-3 2 0 0,6 8 0 16,0 1-8-16,5 0 8 0,6 17-6 0,1-3-2 16,-7-1-7-16,7 1-7 0,0-2-14 0,5-4-22 15,-4 4-22-15,2-1-7 0,-3-10-26 0,-3-1-31 16,8 7-29-16,-7-9-45 0,2-2-56 0,-5-8-231 15,-2-4-529-15,0-4 234 0</inkml:trace>
  <inkml:trace contextRef="#ctx0" brushRef="#br0" timeOffset="-127079.85">26557 6092 137 0,'-7'-15'442'0,"4"0"25"0,-1 4-13 0,3 2-31 16,-4-2-36-16,5 3-39 0,0-1-36 0,6-1-33 15,8 6-29-15,-1-7-21 0,8 9-29 0,1-5-18 16,4 0-19-16,9 4-18 0,0 3-27 0,-2 6-59 16,15 0-65-16,-2 1-62 0,-3 7-61 0,5-1-57 15,-11 6-59-15,6 0-79 0,-15-3-283 0,-5 3-656 16,4-4 290-16</inkml:trace>
  <inkml:trace contextRef="#ctx0" brushRef="#br0" timeOffset="-126720.52">24774 7209 228 0,'-8'3'464'0,"8"-3"1"0,-12 0-3 15,12 0-20-15,0 0-37 0,0 0-36 0,0 0-22 16,48-15-24-16,0 6-29 0,10 3-29 0,35-6-27 16,6 0-38-16,57-1-20 0,-12-1-18 0,-38 6-17 15,46-4-15-15,-51 7-14 0,0-3-11 16,6 5-11-16,-6-1-18 0,-8-3-42 0,-5 4-54 0,-24-1-77 15,-4 3-60-15,-2 1-56 0,-9 0-68 0,-15 1-62 16,-1-1-88-16,-15 2-236 0,-10-2-724 0,-1 4 321 16</inkml:trace>
  <inkml:trace contextRef="#ctx0" brushRef="#br0" timeOffset="-126220.58">24805 7823 275 0,'-10'-12'388'0,"4"-2"9"15,-6 1-15-15,9 3-7 0,-5 1-11 0,3 2-15 16,3-2-28-16,0 3-28 0,2-2-33 0,4 3-28 16,4-2-24-16,12 7-21 0,5 0-16 0,11 3-20 15,9 2-15-15,6 7-13 0,4 3-15 0,19 12-12 16,-16-3-8-16,20 5-9 0,-22-2-12 0,19 9-3 0,-17-8-8 16,-7 2-5-16,-5-2-5 0,-1 2-5 0,-7 2-5 15,-3-2-6-15,-5-2-5 0,-9-2-1 16,-6 1 1-16,-2-3-10 0,-11-5 0 0,3 8-3 0,-10-1 0 15,-2-1 3-15,-9-2-1 0,-6-2 0 0,-8 6 2 16,-13-6 2-16,0-3 6 0,-1-5 18 0,-9-4 16 16,-2-3 14-16,0-1 15 0,4-5 17 0,5 0 19 15,3-6 17-15,6 1 17 0,6-4 19 0,3-4 5 16,3 1 6-16,7 2-2 0,0-12-6 0,4 9-12 16,6-6-15-16,3 0-11 0,5-1-20 0,7-7-16 15,3 1-16-15,8 3-15 0,5-4-26 0,12 3-48 16,1-1 0-16,6 3-14 0,2 0-72 0,6 6-43 15,1 3-50-15,-3 2-55 0,2 5-65 0,1 1-44 16,0 4-39-16,-8 2-32 0,-6 6-46 0,-1-3-48 16,-6 0-350-16,5 7-928 0,-5-2 410 0</inkml:trace>
  <inkml:trace contextRef="#ctx0" brushRef="#br0" timeOffset="-125954.97">25976 7968 106 0,'0'-5'446'15,"0"1"14"-15,5-2-13 0,-4-1-29 0,-1 7-36 16,2-10-43-16,-2 10-41 0,0 0-30 0,0 0-32 16,0 0-22-16,0 0-22 0,0 0-20 0,0 20-15 15,0-13-15-15,5 5-13 0,-3 3-13 0,-2 2-12 16,6 0-3-16,-4-1-11 0,4 2-19 0,-1 2 4 15,-1-3-24-15,1 2-39 0,3-1-25 0,-1 1-44 0,2-2-26 16,1-4-52-16,-1 2-36 0,1 0-45 16,1 0-50-16,1-6-58 0,-1-2-304 0,-2 0-678 15,1-6 300-15</inkml:trace>
  <inkml:trace contextRef="#ctx0" brushRef="#br0" timeOffset="-125595.64">26345 8056 168 0,'0'-5'296'0,"5"-2"0"0,-4 3-9 0,-1 4-20 16,0-8-37-16,0 8-25 0,0 0-28 0,0 0-12 16,0 0-17-16,0 0-17 0,0 0-10 0,0 0-11 15,-6 26-19-15,6-16-2 0,0 1-8 0,-2 5-9 16,0-4-8-16,-3 6-2 0,4-6-3 0,1 3-8 16,-4 5-5-16,4-11-9 0,4 5 1 0,-4-6-4 15,-4 2-1-15,4-1-6 0,0-4 0 0,0-5-2 16,4 8 1-16,-3-1-1 0,-1-7-2 0,9 3-5 15,-9-3 0-15,20-8-1 0,-12 5 1 0,7-5 21 16,-4-5 15-16,4 2 13 0,-5 2 20 0,5-5 21 16,-2 4 17-16,2 0 19 0,-2-2 10 0,2 4 13 15,-1-1 5-15,-8 1 3 0,4 0-2 0,-2 1-17 0,1 5-15 16,-1-5-15-16,-6 4-19 0,-2 3-12 0,13-4-12 16,-13 4-8-16,11 6-10 0,-6-1-7 0,5-1-6 15,-3 4-2-15,3 2-8 0,-5 5-4 0,5-2-1 16,-2 3-27-16,0-5-31 0,6 5-22 0,-8 0-27 15,4-1-42-15,-3-6-43 0,-1 6-32 0,3-1-21 16,-3-6-34-16,6 3-37 0,-9-5-41 0,5-3-55 16,-3 1-320-16,-5-4-754 0,4 3 334 0</inkml:trace>
  <inkml:trace contextRef="#ctx0" brushRef="#br0" timeOffset="-125423.77">26454 7630 11 0,'-5'-8'290'0,"3"-1"-15"16,1 2-24-16,-1 3-28 0,2 4-24 0,0 0-24 15,2-7-17-15,-2 7-36 0,0 0-41 0,15 11-52 0,-10-4-64 16,6 2-69-16,-3 4-176 0,6 2-302 0,-3 0 134 16</inkml:trace>
  <inkml:trace contextRef="#ctx0" brushRef="#br0" timeOffset="-124939.34">26955 7870 138 0,'-1'-8'369'0,"-4"-6"9"15,3 5-6-15,2-2-4 0,-5-1-11 0,5 0-18 16,0 2-6-16,0-2-21 0,5 3-21 0,-5-2-20 15,2-1-26-15,-2 5-19 0,5-1-20 0,-4 3-24 0,3-2-17 16,-4 7-18-16,3-8-17 0,-3 8-19 16,7-7-11-16,-7 7-14 0,1-4-12 0,-1 4-20 15,0 0-18-15,15 12-4 0,-10-5-16 0,-1 4-12 0,2 2-6 16,1 2-5-16,1 5-2 0,4-1 1 0,-4 4-6 16,5 8-1-16,-5-4-7 0,2-1-13 15,2 1-6-15,-2 1 1 0,-2 4 6 0,2-3-3 0,-5-1-2 16,3 0-13-16,-4-1-10 0,-1 0-5 0,2-1 9 15,-3 0 0-15,-2-9-3 0,-2 6 7 0,0-7 2 16,-1-1 7-16,1 2 3 0,-1-7 4 0,-2 1 2 16,0-2 7-16,3-2 2 0,-1 0 24 0,0-5 11 15,-4 3 21-15,7-5 17 0,-8 5 12 0,8-5 13 16,0 0 12-16,-15-2 9 0,15 2 1 0,-10-10 4 16,3 7-1-16,1-2-7 0,-2-1-6 0,-6 1-10 15,6-3-3-15,-5 1-9 0,0 0-6 0,4 2-8 16,-6-2-4-16,7 3-6 0,0-1 1 0,1 2-6 0,2-1-6 15,5 4 2-15,-15-4-6 0,15 0-14 0,0 4-12 16,-8-6-3-16,8 6-6 0,0 0-1 16,0 0-18-16,23-5-25 0,-10 2-15 0,11 2-53 0,4-5-37 15,7 1-43-15,-2-4-41 0,11 3-61 0,-1-8-75 16,-1 0-304-16,4-6-743 0,5-7 328 0</inkml:trace>
  <inkml:trace contextRef="#ctx0" brushRef="#br0" timeOffset="-124470.64">27780 6816 263 0,'0'0'414'0,"0"0"16"16,-10 1-4-16,10-1-4 0,0 0-5 0,0 0-29 16,0 0-35-16,0 0-35 0,21-13-33 0,-6 11-27 15,7-2-28-15,9-1-22 0,1 1-23 0,1 1-21 16,15-1-19-16,-5-1-11 0,6 3-29 0,-4 1-41 15,-12-2-50-15,5 3-65 0,4-1-56 0,2 2-53 16,-16 2-54-16,-4 0-54 0,-1 2-65 0,-10-1-62 16,2-1-222-16,-8-2-666 0,-1 6 295 0</inkml:trace>
  <inkml:trace contextRef="#ctx0" brushRef="#br0" timeOffset="-124298.78">28053 7022 106 0,'-2'4'279'15,"-6"-1"14"-15,3 1 15 0,5-4 18 0,-7 4 11 0,7-4 8 16,0 0-9-16,0 0-25 0,22 1-38 0,-1-4-29 16,9 1-26-16,5-2-24 0,10 1-14 0,4-6-23 15,-1 3-30-15,12-2-48 0,-6 0-67 0,4-3-62 16,-3 1-54-16,3 0-84 0,0-6-106 0,0 2-288 16,3 0-630-16,15-8 279 0</inkml:trace>
  <inkml:trace contextRef="#ctx0" brushRef="#br0" timeOffset="-123173.89">30309 5837 8 0,'11'-8'304'0,"-2"2"2"0,1 0-14 0,0 3-17 16,-9-3-24-16,6 4-28 0,-7 2-21 0,5-4-25 15,-5 4-21-15,0 0-4 0,0 0-24 0,0 0-15 16,0 0-13-16,-33 12-7 0,16-4-4 0,-1-1-14 16,-2 1-7-16,-1-1-6 0,-8 1-5 0,6 4-7 15,2-7-2-15,4 2-5 0,-3-4-3 0,5 2-2 16,5-3 10-16,1-1 20 0,-3-1 26 0,12 0 28 15,-17 0 12-15,17 0-6 0,-11-7-10 0,11 3-11 16,0-4-14-16,0 8-6 0,8-16-13 0,-1 6-4 16,1 3-10-16,9-6-11 0,-6 1 0 0,4 0-6 15,0 1-4-15,0 3-11 0,0-2-1 0,3 4-3 0,-3-1 1 16,1 3-9-16,-2 1 0 0,-3 3-4 0,1 0-7 16,1 3-1-16,5 1-6 0,-1 3-9 15,3 5 6-15,-4 0-2 0,-4 3-2 0,4 8-1 0,-1 1-2 16,0 3 1-16,0-4 2 0,-2 4-3 0,2 14 13 15,-3-12-4-15,4 13-4 0,-6-3-6 0,3 0 20 16,-4-8-16-16,-4 2 3 0,-2-4 3 0,0-2-5 16,-6 1-3-16,3-1 2 0,-2-8-2 0,1 0 0 15,-4-3 2-15,-2-2 6 0,-1 2-8 0,-5-7 30 16,3-2 17-16,-5 1 13 0,-5-5 16 0,-2-2 17 16,-1-1 13-16,-2-1 14 0,2-6 11 0,-2-2 23 15,1-2-6-15,-3-3 6 0,4 2 2 0,6 0 11 16,1 0 8-16,3 2 3 0,1 0 4 0,2-1-1 15,5 0-16-15,-3 4-9 0,1-2-11 0,7-2-21 16,7 4-20-16,1-2-21 0,7-2-7 0,11 4-11 0,4 1-19 16,15 0-18-16,1 3-29 0,2 1-26 0,5 2-37 15,-1 4-35-15,2 0-41 0,2 3-44 0,2-2-54 16,0 2-40-16,0-2-33 0,-3 2-40 0,-5 3-49 16,1-8-60-16,-18 1-340 0,2 1-878 0,-4-4 388 15</inkml:trace>
  <inkml:trace contextRef="#ctx0" brushRef="#br0" timeOffset="-122845.8">31519 5654 237 0,'0'0'400'0,"3"-10"-23"0,-3 10-29 0,-5-8-27 16,0 3-25-16,5 5-29 0,-15-3-22 16,9 3-28-16,6 0-11 0,-37 3-1 0,16 3-13 0,-3 3-5 15,-5 1-11-15,-1 2-5 0,-7 6-10 0,8-1-12 16,-1 1-19-16,8-2-6 0,-7 3-15 0,7-3-18 16,6 3-2-16,-4 1-6 0,8-5-16 0,2 1-1 15,7 6-2-15,-2-9-5 0,10 5-1 0,-4 0-1 16,8-5-14-16,6 4 6 0,0-2-3 0,11 1-23 15,-1 2-18-15,8-6-37 0,-2 0-39 0,4 0-61 16,0-4-40-16,-7-1-54 0,8-4-64 0,-6-1-76 16,0-2-306-16,-2-6-727 0,-3 0 321 0</inkml:trace>
  <inkml:trace contextRef="#ctx0" brushRef="#br0" timeOffset="-122658.33">31251 5913 308 0,'-12'0'370'16,"2"-2"12"-16,10 2 21 0,-12-3 3 0,12 3-3 16,-14 0-12-16,14 0-22 0,0 0-31 0,0 0-38 0,0 0-28 15,0 0-30-15,21-9-25 0,-4 8-22 0,3-2-27 16,1 3-31-16,-3-3-55 0,14 6-54 0,-6-6-73 16,4 3-70-16,-2 0-61 0,2 4-67 0,-9-1-78 15,-4 2-365-15,6-5-742 0,-3 0 329 0</inkml:trace>
  <inkml:trace contextRef="#ctx0" brushRef="#br0" timeOffset="-122189.62">30244 7038 25 0,'0'0'459'0,"-13"-1"38"16,13 1 11-16,-7-4-3 0,7 4-9 0,-1-10-20 16,-1 4-24-16,2 6-33 0,8-11-37 0,1 4-37 15,1-5-38-15,16-3-28 0,4-1-25 0,15-6-27 16,6 1-24-16,28-6-23 0,4 2-5 0,10 3-32 15,3 3-12-15,3 0-16 0,47-4-23 0,-49 8-6 16,3 3-23-16,4 0-29 0,-3 1-51 0,-2 0-57 16,-1-1-52-16,-5 1-45 0,-2-3-72 0,-14 4-52 15,-24-2-46-15,4 0-61 0,-11 4-69 0,-11-4-315 16,-2 2-851-16,-7 5 377 0</inkml:trace>
  <inkml:trace contextRef="#ctx0" brushRef="#br0" timeOffset="-121658.42">31540 7459 208 0,'-6'-5'343'0,"-1"-1"-23"0,2-1-22 16,-7 0-12-16,-2 1-27 0,-3 3-11 0,-1 3-5 15,-7 2-8-15,-2 0-4 0,-4 9-3 0,1 1-1 0,-13 0-2 16,3 3-23-16,9 1-11 0,0 2-12 0,2 2-20 15,-2 3-12-15,3-4-12 0,6 4-14 0,4-3-9 16,0 2-14-16,3 3-7 0,3-4-7 0,3 1-6 16,7 4-3-16,4-5 0 0,1-2 1 0,7-2-3 15,5 3-4-15,8-1-6 0,-2-3 0 0,9 1-14 16,13-2-25-16,0 0-23 0,0-6-45 0,4-3-52 16,-13-2-57-16,3-2-50 0,9 1-56 0,-9-3-68 15,-6-8-99-15,4 4-242 0,-7-8-724 0,-3 1 320 16</inkml:trace>
  <inkml:trace contextRef="#ctx0" brushRef="#br0" timeOffset="-121455.33">31181 7735 83 0,'-10'0'377'0,"-1"-4"19"0,4 3 35 15,7 1 1-15,-15-7-6 0,15 7-23 0,-5-3-34 16,5 3-36-16,3-7-33 0,-3 7-32 0,14-12-29 15,-4 5-26-15,4 1-23 0,8-3-21 0,4-2-32 16,1 4-49-16,6-1-45 0,-2 0-67 0,8-7-65 16,-3 10-67-16,-3 2-67 0,10-6-74 0,0 1-89 15,-1-2-235-15,-13-4-672 0,6 8 298 0</inkml:trace>
  <inkml:trace contextRef="#ctx0" brushRef="#br0" timeOffset="-121002.24">31325 7231 240 0,'5'-7'410'0,"-3"-1"-8"16,-2 6-18-16,0 2-40 0,0 0-41 0,3-8-34 0,-3 8-31 15,0 0-30-15,0 0-18 0,12 29-16 0,-11-14-5 16,6 13-23-16,-1 3-19 0,-2 11-13 0,-3 8-7 16,3 3-5-16,-4 20-9 0,-4-19-8 0,4 24-3 15,-8-6-4-15,2-14-13 0,1-2 10 0,0 1-23 16,0 0 0-16,3-6-11 0,0 2 4 0,2-4-11 16,-1-4 2-16,-1-2-2 0,2-13-13 0,3-4-36 15,-3-5-48-15,4-6-26 0,1 3-24 0,0-8-34 16,0 0-55-16,1-5-71 0,6-6-68 0,-1-2-239 15,3-8-628-15,0-1 278 0</inkml:trace>
  <inkml:trace contextRef="#ctx0" brushRef="#br0" timeOffset="-120439.79">31373 5597 72 0,'5'-19'372'0,"2"3"-3"0,1-2 17 0,-6 1-26 0,4-1 12 15,-1 3 11-15,-2 1-6 0,4 0-17 0,-5 3-19 16,1-2-14-16,2 7-32 0,-3 1-31 0,-2 0-24 16,3-2-31-16,-3 2-23 0,0 5-29 0,0 0-23 15,0 0-14-15,0 0-10 0,0 25-12 0,-3-6-9 16,1 10-11-16,-8 8-4 0,10 7-9 0,-7 1-4 15,7 9-6-15,-3-1-6 0,3 2-9 0,0 2-13 16,3 17-27-16,6 7-20 0,4-5-27 0,-1-20-29 16,6 18-36-16,0-19-7 0,0-1-32 0,2 0-27 15,-2-4-26-15,10 3-35 0,-8-5-57 0,8-8-65 0,-3-3-351 16,-3-12-770-16,-1-3 341 0</inkml:trace>
  <inkml:trace contextRef="#ctx0" brushRef="#br0" timeOffset="-120080.46">32566 6146 121 0,'0'0'487'0,"0"-10"-6"16,0 10-19-16,5-1-24 0,-5 1-27 15,0 0-26-15,2-11-34 0,-2 11-27 0,5-4-34 0,-5 4-28 16,8-4-28-16,1 0-22 0,-3 1-22 0,7 2-19 15,4-2-16-15,0 2-25 0,4 1-30 0,6 1-39 16,-4-1-47-16,6 0-35 0,1 0-65 0,0 4-60 16,2-2-45-16,-4 3-48 0,-2-1-64 0,-4 3-77 15,-6-3-273-15,-1 0-706 0,-7-3 313 0</inkml:trace>
  <inkml:trace contextRef="#ctx0" brushRef="#br0" timeOffset="-119892.97">32616 6433 284 0,'0'0'313'0,"0"0"-13"15,15 12-11-15,-7-10-23 0,5 0-21 0,4-2-27 0,5 0-25 16,6 0-15-16,-2-2-16 0,6 4-16 0,-4-6-15 16,2 1-19-16,1 1-28 0,-1 2-54 15,-2-5-57-15,0 3-78 0,-3 1-68 0,6-2-89 0,-11 0-136 16,2-3-430-16,-6 0 190 0</inkml:trace>
  <inkml:trace contextRef="#ctx0" brushRef="#br0" timeOffset="-119486.77">33108 5926 64 0,'0'0'328'16,"-15"-1"-14"-16,15 1-14 0,0 0-15 0,0 0 6 16,0 0-40-16,0 0-12 0,0 0-10 0,0 0-16 15,0 0-19-15,30 15-22 0,-14-9-17 0,2-2-22 0,2 6-4 16,2-3-17-16,4 6-8 0,-3-1-8 0,5 0-15 16,-11 3-4-16,-2-6-9 0,8 6-8 15,-8-1-10-15,-2 2-3 0,0-4-4 0,-3 7-4 0,-3-4-5 16,-2 2-4-16,-3 2-5 0,-1-3-2 0,-2 3-3 15,1 0 1-15,-5-3-1 0,-4-1-1 0,3 0 2 16,-6 0 16-16,2 1 17 0,-5-5 11 0,-1 1 11 16,8 0 1-16,-6-1 10 0,-1-1-3 0,9-3 3 15,-1 0 8-15,-1-3 12 0,1 0 7 0,7-4 15 16,-8 8 12-16,6-5 12 0,2-3 13 0,-5 4 12 16,5-4 3-16,0 0-9 0,0 0-23 0,30-1-21 15,-10 1-11-15,10 0-12 0,5-2-18 0,9 1 2 16,4 1-12-16,4-4-19 0,6-1-41 0,-2 5-70 15,-3 0-82-15,10-5-108 0,0 4-100 0,-4 1-119 16,-1-1-519-16,2-2-1061 0,-2-5 469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1:14:13.3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2890 1966 37 0,'0'-7'450'0,"0"7"-14"0,-2-12-26 0,4 7-38 16,-2 5-36-16,0-6-49 0,0 6-28 0,0 0-30 15,0 0-30-15,0 0-18 0,13 22-15 0,-12-9-17 16,4 5-15-16,-1 3 2 0,6 6-23 0,-2 3-13 16,-1 9-8-16,3 2-10 0,-1-12-7 0,3 15-7 15,-2-2-7-15,3 0-4 0,-5-12-16 0,-1 1 8 16,8 8-5-16,-10-10-7 0,0-2-28 0,-2-2-43 0,4-6-38 15,-5-1-33-15,-2-4-30 0,0 0-36 16,-2-2-36-16,4-4-21 0,-2-1-28 0,0-1-54 16,0-6-206-16,-9 2-558 0,9-2 248 0</inkml:trace>
  <inkml:trace contextRef="#ctx0" brushRef="#br0" timeOffset="515.55">2855 2013 337 0,'-5'-15'358'0,"-2"3"-12"16,4 3-13-16,-5-7-2 0,6 6-18 0,-3-2-11 15,5 0-15-15,-2 2-25 0,2 0-31 0,0 0-26 16,5 3-21-16,-3-3-23 0,8 2-21 0,0 5-14 16,11 0-21-16,6 0-1 0,3 5-11 0,-1 2-13 15,19 4-2-15,-18-1-10 0,15 6-7 0,-12 1-7 16,5 6-9-16,-8-4-9 0,0-1-24 0,-4 4-1 0,-1-2-9 15,1 7-19-15,-6-6-9 0,-5 1-2 16,0 4-3-16,-8-4-1 0,1-2 1 0,-8-3 2 16,-7 1 7-16,1-5 3 0,-4 0 5 0,-3 7-4 15,-2-7 4-15,-8-3 1 0,-2-2 7 0,-5 3 19 0,2-2 9 16,3-1 9-16,7-5 23 0,-4-4-1 0,7 4 11 16,4 0 9-16,-1-1-4 0,4-2-1 15,8 3-12-15,-12-6-12 0,12 6-9 0,0 0-9 0,30-10 7 16,-2 3-10-16,4 4-2 0,19 2-5 0,0 1 0 15,7 3 0-15,0 2-2 0,0-1-4 0,-3 5-1 16,-2 1-4-16,-4 2 0 0,-6 0 2 0,-5 5-6 16,-8-4 1-16,-2 1 7 0,-1 1-10 0,-11 0 5 15,-2 0-4-15,-3 3 3 0,-6-2-5 0,-5 1 2 16,0-3 5-16,-5-1 16 0,-6 2 29 0,-9-3 12 16,-2 2 15-16,-4-1 0 0,-7-1-6 0,-14 0-9 15,-1-6-3-15,0 3-4 0,-10-2-4 0,9-4-7 16,-3-4-2-16,1-2-4 0,1-4-2 0,2-2-9 0,4-1 4 15,16 2-10-15,0-3-8 0,9 2-23 16,1-5-37-16,5 4-30 0,3 3-32 0,10-12-56 16,5 7-57-16,3-3-38 0,12-1-51 0,7 1-23 0,4 0-39 15,12 4-310-15,5 2-741 0,5-9 328 0</inkml:trace>
  <inkml:trace contextRef="#ctx0" brushRef="#br0" timeOffset="1218.61">4047 2221 24 0,'4'-7'302'0,"-2"1"-2"0,-2-1 8 0,0 7-5 16,-2-14-1-16,-2 6-20 0,2 1-1 0,-6-1 0 15,-1 4-17-15,-4 3-17 0,-2 1-33 0,0 0-31 16,2 1-24-16,13-1-24 0,-28 4-23 0,11 4-14 16,2-4-11-16,-1 10-17 0,1-3-15 0,-3 5-26 15,3-3-2-15,5 5-27 0,-5 5-8 0,8 2-18 16,-2 1-7-16,5-5-16 0,4-6-4 0,0 4-11 15,4-1-11-15,0-2-9 0,5-3-11 0,2 1-11 16,4-4 1-16,0-1 3 0,2-5-9 0,1-2-9 16,2-4 2-16,-2 2 8 0,3-3 7 0,-4-4 15 15,6-3 7-15,-10-1 13 0,7-4 13 0,-3 0 26 0,-11 3 17 16,8-4 20-16,-6-4 12 0,0 5 14 0,-1-3 19 16,-5-2 12-16,-2 3 10 0,0 0 13 15,0 2 2-15,0-2 3 0,-2 5 0 0,-5 2-14 16,7 0 14-16,-5 2-6 0,2 2-16 0,-2-2-11 0,3 4-13 15,2 4-3-15,-6-1-7 0,6 1-3 0,0 0-6 16,0 0 3-16,-13 16-10 0,17-8 0 0,-4 0-1 16,2 7-13-16,5-1-8 0,-1-1-11 0,1 3-7 15,1 0-6-15,1-4-12 0,-3 5-9 0,7-4-7 16,-4-1-7-16,-1-3-2 0,4-2 4 0,-3-4 2 16,5 2 8-16,-6-1 7 0,5-4 3 0,-13 0 2 15,23-10 7-15,-8 4 6 0,-6 1 10 0,-1-6 13 16,0-1 18-16,4-4 17 0,-2 5-1 0,1-5 6 15,-1 3 1-15,-2-1 3 0,4 3-6 0,-2 0-5 16,5 2-4-16,-7 0-8 0,2 2-1 0,0 0-2 16,0 6-8-16,8-2 3 0,-3 3-1 0,2 1-2 15,4 2-1-15,1 5 0 0,-3 0-4 0,8 7 0 16,-7-3-1-16,8 1 1 0,-3 5-3 0,0-2 0 0,-1-1 2 16,1 8-8-16,-3-7-8 0,-1 3-5 15,1-3-7-15,-9-2-1 0,-3-2 0 0,5 0 0 16,-4-7-6-16,-7 3 3 0,4-2 3 0,-8-3 3 15,0-3 6-15,3 5-1 0,-3-5 3 0,0 0 4 0,0 0 11 16,-28-4 15-16,22 1 11 0,-9-2 8 0,1-2 12 16,6 3 8-16,0-4 8 0,-2 1 8 15,0 2 5-15,2-3-1 0,1 0-1 0,2 1-12 0,2 0 3 16,1 0-5-16,1-1-11 0,2 3-3 0,-1 5-21 16,9-11-14-16,-3 8-13 0,4-2-24 0,3 5-13 15,2 0-24-15,5 0-32 0,-3 11-21 0,2-10-37 16,3 6-48-16,8-2-52 0,-4-2-52 0,1 12-159 15,-7-7-502-15,9 3 222 0</inkml:trace>
  <inkml:trace contextRef="#ctx0" brushRef="#br0" timeOffset="1499.84">5356 2118 195 0,'1'-8'437'0,"-2"1"-4"16,1 1-15-16,0 6-12 0,-4-12-25 0,4 9-30 16,-6-1-33-16,6 4-33 0,-12-7-28 0,12 7-28 15,-16 0-27-15,16 0-22 0,-20 7-20 0,3-2-14 16,2 2-17-16,-4 6-15 0,2-4-11 0,-3 11-8 16,2-1-11-16,3 2-9 0,-2 1-7 0,4 1-7 0,7-5-4 15,-1 7-7-15,0-1-2 0,7-4-5 0,0-1-14 16,7 3-5-16,1-5-13 0,10 1-17 15,1 5-31-15,4-7-52 0,3-2-60 0,-1-5-30 16,5 0-43-16,1-6-58 0,12 1-76 0,-11-4-323 0,-1 0-735 16,1-7 325-16</inkml:trace>
  <inkml:trace contextRef="#ctx0" brushRef="#br0" timeOffset="1671.71">5164 1789 81 0,'-30'-7'319'0,"8"0"-31"0,1 2-29 16,4-1-23-16,4 5-27 0,0-5-21 0,6 4-24 15,-3 0-25-15,10 2-43 0,0 0-48 0,0 0-62 16,0 0-96-16,0 12-208 0,0-12-343 0,17 15 152 16</inkml:trace>
  <inkml:trace contextRef="#ctx0" brushRef="#br0" timeOffset="2484.17">6395 1578 76 0,'0'-6'327'16,"0"-2"-24"-16,0 3-29 0,0-3-30 0,0 8-29 16,3-7-25-16,-3 7-20 0,0 0-19 0,0 0-13 0,24 19-16 15,-16-7-18-15,4 11-4 0,1 2-12 0,0 2-8 16,2 0-3-16,-2 3-13 0,10 8-5 15,-8-8-5-15,-2 7-5 0,1-7-3 0,-6-2 3 16,7 1-12-16,-9-4-5 0,3 1 7 0,-1-5-14 0,-6-2-2 16,4-2-3-16,-6-7 4 0,4 1-7 0,-3-4 1 15,-1 1 5-15,2 0 0 0,0-4 26 0,-2-4 8 16,3 3-4-16,-3-3-8 0,0 0-5 16,10-9-3-16,-5 0 8 0,1 1-16 0,3 1-1 0,6-2-8 15,-1 0 0-15,8-1-6 0,3-1-3 0,5 3 1 16,-1 4-5-16,6 1-2 0,-5 0 0 0,6-2-1 15,-1 8 2-15,-3 2-7 0,-3 2 1 0,0 4 0 16,-1-2-5-16,-4 3 0 0,-7 0-3 0,3-3-2 16,-5 9-1-16,-7-8-1 0,7 5-1 0,-15-3 4 15,0 5 0-15,0 0 1 0,-8-4 3 0,-7 1-1 16,-5 3 15-16,-5-2-15 0,-3-1 8 0,-3-5-2 16,-3 0-3-16,-10 1 6 0,-3-3-2 0,4-5-2 15,7 3 2-15,4-5-1 0,1-2 5 0,10-1-13 16,-1-1-18-16,2-2-26 0,12 0-32 0,-5-5-36 15,11 6-40-15,7-7-27 0,5-2-31 0,11-1-17 16,1-5-19-16,9 4-132 0,12-7-418 0,-5-1 185 16</inkml:trace>
  <inkml:trace contextRef="#ctx0" brushRef="#br0" timeOffset="2812.3">7291 1904 67 0,'8'-5'145'0,"0"5"-15"0,-3-2-11 0,-5 2 5 15,0 0 11-15,0 0 3 0,7 8 2 0,-7-8-9 16,-7 14-7-16,2-7-14 0,4 1-7 0,-8-1-13 15,3 5-8-15,1-3-6 0,0 6-8 0,5-4-6 0,-4-2-5 16,3 1-3-16,1 0-2 0,1 2-4 0,4-1 28 16,4 0 6-16,-3-4-4 0,4 5-4 15,2-3-7-15,-1-2-6 0,8 3-6 0,-1-5-3 0,2 0-8 16,-1-2 0-16,0-3-6 0,2-4-2 0,1 2-5 16,-1-5 0-16,-4-4-6 0,3 2-2 0,-4-5-2 15,-1 4 5-15,0-7-10 0,-2 4 2 0,2-6 3 16,-7 2 3-16,-1 2 12 0,6 2 13 0,-9-3 7 15,1 6 13-15,-5 1 3 0,6-2-6 0,-4 3-5 16,-1 1-5-16,3 0-3 0,-3 1-11 0,-1 6-7 16,0-7-6-16,0 7-8 0,0 0 2 0,0 0-6 15,0 0-6-15,0 0-9 0,0 0-18 0,0 0-12 16,9 20-16-16,-4-10-15 0,-2 2-27 0,5 0-16 16,2 1-30-16,-2 4-31 0,6-7-32 0,2 7-26 15,2-1-28-15,-3-4-152 0,4 1-433 0,-3 0 192 16</inkml:trace>
  <inkml:trace contextRef="#ctx0" brushRef="#br0" timeOffset="4280.99">7989 2029 59 0,'3'-7'209'0,"2"-7"11"15,0-1 13-15,-1 3 14 0,-3 1 9 0,3-1 8 16,-1-2 19-16,0 5-2 0,-3-2 6 0,2 1-1 16,-2 3-8-16,2-3-15 0,-2 5-16 0,0-2-18 15,0 7-22-15,0-8-27 0,0 8-21 0,0-7-20 0,0 7-18 16,0 0-15-16,0 0-10 0,0 0-13 0,0 0-8 15,0 0-12-15,0 0-16 0,0 0-16 16,0 0-28-16,-4 22-5 0,4-15-10 0,2-1-2 16,0 1 3-16,3 1-9 0,-2-2 3 0,2 0-10 0,3 1-2 15,-3 1-8-15,2-4 4 0,-2 3-6 0,8-3-12 16,-7 0-3-16,3 0-8 0,-3 0-1 16,3 0-10-16,-1-2-5 0,-8-2-12 0,12 0-9 15,-3 1-12-15,-9-1-4 0,12 0-6 0,-12 0-6 0,10-1-13 16,-10 1-5-16,12-3-6 0,-9-3 0 0,3 5-4 15,-6 1 2-15,2-7 6 0,-2 7 4 0,5-5 8 16,-5 5 15-16,2-11 18 0,-2 5 4 0,1 0 8 16,6-2 17-16,-7 1-2 0,0-1 13 0,0 1 4 15,0-5 7-15,0 0 13 0,5-3 7 0,-5 0 15 16,5-5 23-16,-5 0 0 0,5-9 1 0,-5 4 5 16,0-4 10-16,0 0 10 0,0 1 7 0,0-3-7 15,0-13 10-15,0 0-7 0,-5 5 22 0,2 0 8 16,1 9 14-16,-3-1 6 0,-2 1 8 0,6 1 3 15,-1 4 1-15,-5 4 1 0,1 1 1 0,-1 2 1 16,-1-1-15-16,8 9-9 0,-7 0-12 0,6 6-10 16,-3-2-13-16,-2 4 0 0,6 2-7 0,0 0-6 15,-12 20 1-15,6-5-5 0,6 6-2 0,-7 8-4 16,7 3 1-16,0 12-5 0,3 3 9 0,4-1-7 16,1 2-2-16,2 2-4 0,2-4 2 0,6-3-3 15,5 1-2-15,-8 0-3 0,1-4-22 0,11-4-13 16,-1 1-9-16,1-6-15 0,-7-9-16 0,8-2-18 15,-7-1-20-15,4-4-22 0,3-2-12 0,2-5-21 0,5-2-8 16,-4-4-1-16,1-2 3 0,3-4 16 16,-6-3 4-16,1-1 14 0,5-4 17 0,-5 0 28 15,0-3 14-15,-6-1 22 0,3-7 16 0,-9 4 23 16,2-1 14-16,-5-3 27 0,-7 0 18 0,0 3 16 0,-3 5 28 16,-5-7 10-16,2 4 13 0,-2 0 15 0,-2-2-9 15,-3 5-4-15,0 2-9 0,-3 3-9 0,-5-2-11 16,-2 1-7-16,-3 7-11 0,1-3-4 15,-4 7-7-15,-1 2-9 0,-6-1-2 0,8 4-6 0,-6 4-4 16,-2 3-2-16,4 0-3 0,3 3-5 0,1-3-2 16,5 3-1-16,-1 3 5 0,1 6-9 0,0 1-2 15,7-8 3-15,3 1-1 0,3 3-8 0,2-3 8 16,7-2-4-16,-1 2 2 0,2-2-3 0,1-3-1 16,6-3-8-16,1-1-16 0,2-1-16 0,-1-5-16 15,4 0-1-15,3-3-6 0,-3-6-4 0,-1-2 1 16,8-2 3-16,-5-2-5 0,0-3 1 0,1-4-11 15,-3-7-5-15,2 2 3 0,-8-3 3 0,3-12 0 16,-3-2 6-16,-5-2 6 0,-2 1 9 0,1-2 6 16,-9-2 11-16,0-1 12 0,0 1 16 0,-5 3 22 15,0-3 16-15,-2 0 27 0,-3 18 19 0,0-3 14 16,5 4 3-16,-3 11-5 0,2-2-7 0,-3 5-8 16,6 2-13-16,-4 0-10 0,1 4-5 0,-3 2-9 15,3 2-5-15,6 3-6 0,0 0 1 0,-17 15-6 16,12-4-2-16,0 7-6 0,7 7 2 0,-2 4 1 15,8 15-4-15,-6-13-1 0,11 8 1 0,-5-1-4 16,4 2-1-16,3 2 6 0,3-1-24 0,4 3-6 16,-4-6-17-16,2 1-18 0,6-6-19 0,-3 3-14 15,-8-9-11-15,5-3-3 0,-3-4-8 0,4 3-1 0,2-8-12 16,-11-1 10-16,3-7 8 0,-5 1 15 16,1-5 7-16,-1 0 7 0,-1-3 17 0,-9 0 17 15,16-6 18-15,-11-3 18 0,3 3 17 0,-6-8 19 16,3 7 19-16,0-8 13 0,0-1 17 0,-2 2 1 0,-1-3 6 15,3 2 2-15,0-1 8 0,-5 5-16 0,0 1 2 16,1 1-18-16,-2 1-7 0,2-1-11 16,-1 5-8-16,0 4-12 0,4-7-2 0,-4 7-6 15,0 0-10-15,0 0-13 0,21 7 3 0,-12-1-19 0,5 3-6 16,1 0-11-16,-1-2 3 0,2 9-8 0,6-8-4 16,-3 2-1-16,-2 2 2 0,11-3-1 0,2 2-3 15,-7-2 9-15,-1-2-6 0,-2-3 3 0,1 0 4 16,-3-1 3-16,5 2 5 0,-4-2-2 0,2-2 7 15,-3 4-1-15,6-7 5 0,-5-1-5 0,-2-1 1 16,4-1 12-16,1-1-8 0,-5 2 4 0,2 1 0 16,-4 1 2-16,2-3-1 0,1 3 1 0,-1-1 2 15,2-2-1-15,0 1 4 0,2 1-4 0,11 0-3 16,-13-2 5-16,10 3 0 0,2 0-5 0,-4-3 0 16,4 0-1-16,-3 0-2 0,4 4 1 0,-3-6-1 15,4-2-5-15,-3-3-1 0,2 4-2 0,-1-3 0 16,12-7-1-16,-13 6-2 0,11-4 7 0,-4-7 1 15,-11 8 1-15,-1 2 12 0,-2-2 14 0,-9-4 18 16,-3 9 16-16,-3-4 5 0,-1-1 2 0,-4-1 4 16,-6 1 6-16,0 4-4 0,-6-2-1 0,-2 1-7 15,-2 1-6-15,-2 3-9 0,-2 0 6 0,-3 5-13 16,0 3-3-16,-8 4-5 0,2 3 0 0,4 3-7 16,-9 7-1-16,6 2-1 0,0 2-1 0,-6 10-1 0,3 11 1 15,4-7-1-15,5 8-1 0,2 4-4 16,4 1 2-16,-2 1 5 0,12 4 0 0,-1-5 2 15,4 3 0-15,4 1 4 0,2 4-2 0,2-2 3 16,6-2-2-16,1-4-2 0,-1-4 1 0,3 4-3 0,-2-2 2 16,-5-15 0-16,5 4-1 0,-9-9-6 0,1-6-16 15,-2-5-34-15,-2-5-20 0,-3 0-31 0,-3-2-71 16,3-8-74-16,0 0-197 0,-22-18-471 16,9 6 208-16</inkml:trace>
  <inkml:trace contextRef="#ctx0" brushRef="#br0" timeOffset="4468.49">9888 1107 102 0,'-5'-8'263'0,"0"1"-28"16,-4 4-27-16,3-2-21 0,-3 0-24 0,0 5-20 15,9 0-48-15,-24 1-67 0,9 2-67 0,-4 3-82 16,-10 3-90-16,5 0-228 0,-6 6 100 0</inkml:trace>
  <inkml:trace contextRef="#ctx0" brushRef="#br0" timeOffset="4827.85">7557 1536 213 0,'-2'-11'533'0,"-3"7"-5"0,5 4-7 16,-1-11-27-16,1 6-29 0,0-3-29 0,0 8-28 16,-7-9-30-16,7 9-43 0,0 0-34 0,0 0-38 15,0-7-25-15,0 7-35 0,0 0-41 0,0 0-45 16,7-3-25-16,-7 3-27 0,0 0-32 0,15 8-36 16,-7-5-37-16,5 2-43 0,2-2-41 0,0 5-44 15,5-3-40-15,-4 0-49 0,1 3-50 0,3-7-59 16,0 8-340-16,-4-5-763 0,1-1 338 0</inkml:trace>
  <inkml:trace contextRef="#ctx0" brushRef="#br0" timeOffset="5499.7">11099 918 266 0,'12'-17'361'0,"-4"5"-14"0,0-3-1 0,-3 5-2 16,2 2-2-16,-2 1-22 0,0 1-35 0,0 0-36 15,-2 0-29-15,4 3-29 0,-7 3-19 0,0 0-17 16,8 12-19-16,-1-1-15 0,-2 5-11 0,3 3-12 15,0 12-5-15,-1-4-14 0,1 1-7 0,0 9-8 16,1 4-1-16,2 0-8 0,-3-1-8 0,1-3-8 0,-1-5 6 16,5 10-7-16,-3-11-5 0,-5 0-1 0,7 1 0 15,-2-3-5-15,-2-2 1 0,5-3 4 16,-10-9-11-16,11 1 1 0,-14-4-4 0,6-2-1 0,-6 0 16 16,7-6-4-16,-4 2 19 0,2-4-16 0,-5-2 1 15,13 0 7-15,-13 0-3 0,17-9-1 0,-2 0-2 16,0-2-4-16,3 1-6 0,0-2 0 0,5-1-3 15,2-1-5-15,-7 6 7 0,11 1-14 0,-8 2-2 16,7-2 0-16,-8 7-7 0,3 3 0 0,-3-3 0 16,2 3-4-16,1 3 3 0,-5 3-5 0,-1 3 2 15,2 0-2-15,-4 1 0 0,-3 4-4 0,-2 1 3 16,-2 0 0-16,-1 2-1 0,-4 0-1 0,-3-5 2 16,-3 11 1-16,-6-6 0 0,-2-1 2 0,-6 1 1 15,-3-1 1-15,-4-7 5 0,-5 4 5 0,-5-6-5 16,1-2-2-16,-1 0-7 0,-2-7-17 0,1 1-28 15,2-4-44-15,-3-2-41 0,4-4-36 0,6 0-33 16,3 1-45-16,8-2-53 0,3-1-65 0,4 2-252 16,6-2-669-16,4 1 296 0</inkml:trace>
  <inkml:trace contextRef="#ctx0" brushRef="#br0" timeOffset="6140.31">11990 1629 187 0,'13'-3'314'0,"-2"0"-9"0,6-6-8 15,0 0-9-15,-3 3-13 0,13-7 4 0,-12 2-17 0,0 0-9 16,1-11-18-16,1 5-7 0,1 0-14 0,4-3-12 16,-6-1-12-16,-1-2-8 0,2-2-22 0,-4-2-8 15,0 0-14-15,-3-3-15 0,5-1-6 0,-2-7-21 16,-3-1-9-16,-3-1-9 0,-1-1-1 0,3 8-17 15,-9-5-13-15,-7-4-2 0,5 14 8 0,-4-2-25 16,4 2-6-16,-5 2-13 0,-1 3-6 0,1 7-6 16,1 0 1-16,-2 2-13 0,-2 2-13 0,0 3-21 15,0 3-6-15,0 3 6 0,-8 3-4 0,3 2 5 16,-2 6-1-16,2 3 6 0,0 4 0 0,-1 1 4 16,-2 10 3-16,8 1 4 0,1 1 4 0,-2-1-6 15,4 16 4-15,7-12 5 0,5 5-7 0,2 9-2 16,-1-15 2-16,4 9 1 0,0-7-8 0,8 3-2 15,-3-11-1-15,4 2-6 0,-5-2-5 0,5-2 2 16,-4-8 3-16,1 0 2 0,-1-4 7 0,3 0-3 16,0 0 2-16,4-6 6 0,-12-3-1 0,10-1 6 15,-5-1 8-15,0-3 0 0,-1-3 3 0,6 4 4 16,-1-1 2-16,-6-4 13 0,2 1 15 0,-2 1 12 0,-5 3 10 16,4-3 0-16,-7 1-3 0,5 0-2 0,-5 3-14 15,-5 2-6-15,10-5-1 0,-10 5-1 16,11 0-2-16,-11 0 4 0,12 8-8 0,-4 1 2 15,0-2-3-15,4 3 2 0,-2 2-4 0,0 0 6 0,5-2 2 16,-2 3 6-16,7 1-12 0,-5-4 6 0,8 1-3 16,-2-4 0-16,2 5-3 0,-1-3 5 0,1-6-4 15,-3 1 0-15,2 0 0 0,1-4 6 0,-7 0-3 16,2-3-2-16,-1-2 4 0,-4 0 2 0,4-5 0 16,-9 1-6-16,4-1 0 0,-7-2-2 0,1-4 0 15,-6-1-1-15,0 0-1 0,-6 1-5 0,-3 0 4 16,-2-10-3-16,-6 2 2 0,1 1-5 0,-1 7 1 15,-3-5 0-15,4 3-5 0,-6 7-14 0,7-1-7 16,-1 0-21-16,-4 4-23 0,0 0-27 0,3 6-29 16,3-2-24-16,0 1-29 0,8 6-29 0,6-3-32 15,-17 0-220-15,17 0-502 0,-3 6 223 0</inkml:trace>
  <inkml:trace contextRef="#ctx0" brushRef="#br0" timeOffset="8702.71">13532 1230 44 0,'2'-11'347'0,"4"4"-14"16,-4-1-18-16,-2-1-20 0,2 2-24 0,-2 7-20 16,-4-9-31-16,-2 6-28 0,6 3-16 0,-15 0-22 15,0 3-16-15,-1 5-19 0,-6 5-8 0,-4 2-12 16,2 4 6-16,4 3-7 0,-4-3-11 0,4 6-2 15,0-1-13-15,3-1-9 0,2 1-7 0,-1-2-7 16,9-2-1-16,4-1 1 0,0 1-8 0,3-3 2 16,5 2-2-16,3-1 1 0,5-6 11 0,5 0 13 15,7 0-4-15,8-2-9 0,4 1 0 0,6-5-5 0,1-3-5 16,3-3 1-16,-3-1-15 0,0-1-12 0,-10-5-40 16,3-4-31-16,-6 4-35 0,4-7-37 15,-5-1-41-15,-2-3-39 0,-3-1-34 0,-2-5-37 16,2-11-36-16,-10 8-174 0,-4-14-526 0,2-2 233 0</inkml:trace>
  <inkml:trace contextRef="#ctx0" brushRef="#br0" timeOffset="9124.58">13873 913 122 0,'-10'-22'228'0,"4"4"23"0,-3 1 14 0,-2 1 13 0,9 4 6 16,-3 1 4-16,2 2-9 0,-2-3-8 0,5 6-20 16,-7 1-29-16,7-2-30 0,-1 3-28 0,1 4-23 15,0 0-14-15,0 0-15 0,16 15-6 0,-13-8-18 16,6 10-10-16,-1 7 1 0,5 1-5 0,-1 2-15 15,-1 9-3-15,4 2-11 0,-1 5-3 0,2 3 0 16,-4-3-2-16,-2 3-4 0,5 4-2 0,-1-3-4 16,-4-2-1-16,2 1-6 0,-2-4-32 0,0-12-8 15,1 9-23-15,-4-10-14 0,-2-2-14 0,3-2-9 16,-6-6-19-16,0-7-16 0,4 3-12 0,-6-10 3 16,3 1-8-16,1 0-30 0,-4-6-28 0,0 0-11 15,0 0-9-15,16-13-9 0,-11 4 9 0,2-9 16 16,-4 2 13-16,4-2 14 0,6-9 12 0,-5 2 22 15,1-2 7-15,10-12 13 0,-5 9 28 0,-3 0 26 16,-6 3 43-16,9-1 57 0,-6 5 32 0,-2 3 30 0,1 1 34 16,-5 8 13-16,4-1 10 0,-6 4-6 15,2 1-11-15,0-2-16 0,-2 5-20 0,0 4-13 16,0 0-13-16,0 0-9 0,0 0-10 0,0 0-5 16,-25 20-6-16,17-10-5 0,-6 3-7 0,-1 2-3 0,9 2-3 15,-4 1-2-15,3 0-3 0,-4 2-3 0,7-5-1 16,-1 2 0-16,5 0-2 0,0-2 2 0,0 0-1 15,7 1 1-15,0-2-2 0,7-2-3 0,1-1 0 16,14-1-14-16,2-1-44 0,2-1-26 0,12-4-59 16,4-1-54-16,1-5-53 0,-4-3-214 0,2-2-479 15,-6-3 213-15</inkml:trace>
  <inkml:trace contextRef="#ctx0" brushRef="#br0" timeOffset="9358.95">14795 1137 202 0,'-16'-8'261'0,"2"4"2"0,-1 2-5 0,-1 4-9 0,-1-2-14 16,-1 1-22-16,2 4-17 0,2 1-15 0,-1 2-21 16,5-1-15-16,1 5-11 0,-3 0-13 0,7 3 6 15,0 0 16-15,0 1-2 0,7 3-3 0,1 6 11 16,2-8 5-16,10 5-5 0,-2 4-7 0,7-6-18 16,3 2-12-16,2-2-7 0,-4 3-9 0,8-5-15 15,-8 6-2-15,4-4-8 0,-5-4-14 0,1 0-22 16,-6-2-40-16,0-1-32 0,-2 1-36 0,-4-1-21 0,-4-5-24 15,-5 7-22-15,-5-6-33 0,-2-2-45 16,-8 3-47-16,-6 3-53 0,-11-1-196 0,-17 2-556 16,2 1 247-16</inkml:trace>
  <inkml:trace contextRef="#ctx0" brushRef="#br0" timeOffset="10108.92">4550 3318 10 0,'-88'15'246'0,"4"0"9"0,27-3-3 0,3-5-5 16,11 4-6-16,13-3-3 0,10-4-11 0,3-1-15 15,6-2-20-15,3 1-15 0,8-2 15 0,0 0 27 16,41-3 4-16,22-4-13 0,99-16-16 0,22-4-20 15,29-8-18-15,29 1 1 0,26-5 7 0,28-1-3 16,25 3-6-16,17-6-4 0,16 7-6 0,15-2-6 16,19 6-16-16,2-3-11 0,4 2-4 0,10 2-16 15,2 0 0-15,-17-3-18 0,-7 12-6 0,-6-7-7 16,-11 9-6-16,-25-3-3 0,-13 7-5 0,-20 6-6 16,-14-5-4-16,-32 3-1 0,-28 3-7 0,-19 6-10 15,-27-5-21-15,-26 7-13 0,-57-3-24 0,-3 1-14 16,-12-4-23-16,-31 6-12 0,-7-3-22 0,-16-3-22 0,-17 3-41 15,-3-1-43-15,-11-1-27 0,-11-3-29 16,-11 6-41-16,-12-4-43 0,-23 1-261 0,-5-5-666 16,-30 7 295-16</inkml:trace>
  <inkml:trace contextRef="#ctx0" brushRef="#br0" timeOffset="11733.87">8055 4749 362 0,'-8'0'356'0,"8"0"-19"16,-7 4-11-16,7-4-22 0,0 0-8 0,0 0-16 16,0 0-16-16,0 0-18 0,0 0-30 0,0 0-13 0,0 0-17 15,0 0-15-15,0 0-12 0,0 0-7 0,0 0-14 16,47-4-12-16,-17 1-13 0,3-1-9 16,0-3-14-16,16 3-8 0,-4 1-7 0,5-4-10 0,-4 0-23 15,-1 3-40-15,1-3-45 0,-14 3-39 0,1 1-34 16,-2-1-38-16,-4 1-41 0,-6 1-42 0,1 1-29 15,-6-6-36-15,-4 5-248 0,-4-1-597 0,-6-6 264 16</inkml:trace>
  <inkml:trace contextRef="#ctx0" brushRef="#br0" timeOffset="11936.98">8386 4509 11 0,'-15'-9'287'0,"1"0"31"0,7 1 4 0,-5 1 15 15,4 1 10-15,0 0-1 0,1 3-18 0,-1-2-38 0,8 5-25 16,-8-4-36-16,8 4-38 0,0 0-12 0,0 0-24 15,-7 11-13-15,12-1-11 0,3 5-18 16,2 3-7-16,2 5-13 0,-4 4-7 0,7 0-8 16,-2 13 1-16,2-1-13 0,2 3-10 0,-2 3-8 0,1 2-42 15,-1 0-28-15,-2-1-35 0,2-3-31 0,-3-4-27 16,-1 0-34-16,-4-8-50 0,0-1-67 16,1-4-73-16,-2-10-224 0,-4 4-609 0,3-11 269 0</inkml:trace>
  <inkml:trace contextRef="#ctx0" brushRef="#br0" timeOffset="12311.97">7728 4339 77 0,'-15'-4'422'0,"3"1"0"16,2-2-2-16,0 1 2 0,2 0-7 0,1 1-9 15,7 3-34-15,-10-7-29 0,5 6-32 0,5 1-31 16,0 0-31-16,0 0-30 0,14-8-22 0,14 5 9 15,20 2-23-15,3 0-17 0,14-4-18 0,17 4-14 16,5 1-15-16,4-4-11 0,-2 3-12 0,4-2-8 16,-6-3-28-16,-4 1-22 0,-23 4-29 0,4 1-32 15,-4-1-20-15,-2-4-31 0,-5 5-28 0,0-2-40 16,-10 2-29-16,-5-3-17 0,-12 3-26 0,-9-3-9 16,4 3-15-16,-14-1-31 0,1-2-44 0,-8 3-45 15,0-8-234-15,0 8-642 0,-28-1 284 0</inkml:trace>
  <inkml:trace contextRef="#ctx0" brushRef="#br0" timeOffset="12921.33">7691 4378 185 0,'-10'-4'263'0,"10"4"-28"16,-8-1-29-16,8 1-23 0,0 0-22 15,-13 10-18-15,13-3-11 0,-9 1-16 0,9 10-7 0,-1 0-15 16,-3 7-8-16,4 6-8 0,4 0-7 0,2 8 0 16,-2 4-8-16,-4 6 22 0,6 0 4 0,1 3-7 15,0-1-6-15,-4 2-8 0,0-3-4 0,2-1-7 16,-3-3 0-16,1 1-8 0,2-2-6 0,-3-3-3 15,3-12-5-15,-5-3 0 0,3 0 21 0,2-2 15 16,-3-6-7-16,-1-6-1 0,6 2-3 0,-7-4 20 16,2-3 24-16,1-1 35 0,-3-2 32 0,2-2 26 15,-2-3 19-15,0 0 10 0,8 5-22 0,-8-5-20 16,16-6-23-16,-1 3-14 0,10-5-16 0,7-2-17 16,11 2-10-16,1-4-13 0,8 2-9 0,1 0-16 15,6 3-13-15,4 3-13 0,20-2-3 0,3 6-15 16,-25 0-4-16,4 2-3 0,17 2-7 0,-17 0-6 15,-4 4-3-15,4 1-1 0,-7 0-3 0,-4 0-3 16,-1 0 1-16,-5 0-1 0,-16-1 2 0,1-1 0 16,-8-1 8-16,-2-2-5 0,-5-1 0 0,-3 2 3 15,-5-3 7-15,0-1 18 0,0 3 34 0,-4-2 32 16,-6-2 21-16,12-6-4 0,-5 2 4 0,-7 4 9 16,6-16 3-16,1 8 13 0,-7-3 12 0,0-7-1 0,1 1-4 15,-2-2 5-15,1-8 0 0,-5-5-1 0,3 4-7 16,0-14-5-16,-1 1-11 0,0-11-14 15,-5 7-71-15,-1-7-40 0,6-1 0 0,-4 2 0 0,1-2 0 16,1-1 0-16,-2 5 0 0,-1 1 0 0,1 0 0 16,2 6 0-16,-5 12 0 0,5-2 0 0,4 5 0 15,-8 4 0-15,1 6-242 0,3 0-111 0,-3 1-83 16,1 7-71-16,6 2-94 0,-4-4-408 0,0 10-1093 16,5 1 484-16</inkml:trace>
  <inkml:trace contextRef="#ctx0" brushRef="#br0" timeOffset="16175.67">6332 7662 137 0,'0'0'257'16,"0"0"9"-16,0 0 0 0,12-9 1 0,-12 9-5 16,5-4-11-16,-5-4-5 0,0 8-1 0,0-8-7 0,0 0 5 15,0 0-16-15,-2-1-7 0,-1-1-14 0,1-1-6 16,-4-7 0-16,2 1-19 0,-2 2 3 15,1-1-10-15,-4 1-12 0,-1-3-12 0,2-7-11 0,-3 8-15 16,1-2-8-16,-2-6-15 0,4 9-8 0,-7 3-11 16,7-1-9-16,-6 1-14 0,5 3-3 0,-3 3-10 15,2-1-15-15,-3 4 2 0,6 3-5 0,-14 5-6 16,6 4-4-16,-2 0-2 0,-4 6-5 0,-1 9 1 16,2-1-6-16,-3 11-4 0,7-7-6 0,2 3-3 15,1 10-12-15,3 2-1 0,5-9-5 0,4-2-9 16,1 4-10-16,6-4 1 0,-4 1-2 0,4-2 2 15,6-2 10-15,0-2-14 0,-1-7 3 0,2-2 4 16,2-5-9-16,0 1 17 0,3-3 5 0,6-2 6 0,-8-6-1 16,4-2 3-16,2-3 4 0,1 0-3 15,-3 0 8-15,-1-7-3 0,3-4 3 0,-2-2 1 16,1 2 18-16,-7 0-14 0,-1 2 5 0,-3-5 22 0,1 3 10 16,-1-5 10-16,-5 12 20 0,2-11 8 0,-2 12 11 15,-2-1-2-15,0-4 3 0,1 8-10 0,-3-2-11 16,3 0-11-16,-3 2-6 0,-1 4-15 0,4-7-3 15,-4 7-7-15,0 0 1 0,0 0-6 0,0 0 1 16,11 12-1-16,-7-1-3 0,-4-8-11 0,4 6-20 16,0 2-14-16,2-5-10 0,3 7-25 0,-3-5-9 15,1-1-27-15,1-3-17 0,0 5-16 0,4-1-30 16,-2-4-30-16,3-2-47 0,0 3-57 0,-3-9-59 16,10 4-293-16,-10-1-708 0,8-5 313 0</inkml:trace>
  <inkml:trace contextRef="#ctx0" brushRef="#br0" timeOffset="17050.64">6599 7293 235 0,'0'0'274'0,"0"0"10"16,0 0-2-16,0 0-4 0,0 0-7 0,0 0-17 15,16-12-13-15,-9 6-14 0,0 0-8 0,4-1-18 16,-1 0-15-16,5-6-10 0,0 6-17 0,1-5-2 16,-1-2-15-16,4 2 5 0,2-4-10 0,-6 0 1 15,11 0-8-15,-6-7-8 0,2 4-6 0,1 0-7 16,-2-4-5-16,8 3-12 0,0-11-10 0,0-2-10 15,0-3-6-15,3 1-9 0,-2-8-7 0,-1 1-6 16,1-5-3-16,0 3-4 0,0-5-1 0,5-3-11 16,3-12-3-16,-9 14-1 0,1 0-4 0,2 1-1 15,-6 0-5-15,4-4-3 0,0 10-1 0,-1-4 4 16,1 5-3-16,-2-1-4 0,1 4 1 0,-6 0-5 0,3 4 4 16,-4 1 1-16,-2 8-5 0,-1 2 1 0,-2-3 2 15,3 3-2-15,0 0 0 0,-4 2 1 0,2-4 6 16,2 5-8-16,-3 0 0 0,1 1-2 0,-1-1 1 15,-1 1-4-15,-3 3 2 0,2 0 6 0,0 6-4 16,0-6-3-16,-2 3 6 0,-4-1-2 0,6 3 0 16,-1-4-1-16,-2 4-2 0,-2 0 3 0,-2 3-1 15,-1-3-1-15,-1 4-7 0,3-1 6 0,-3 1 3 16,3 0 0-16,-4 2 2 0,-2 1 7 0,2-2-9 16,-3 2 2-16,3 1-2 0,-2-2-7 0,-3 6 9 15,3-5 2-15,-3 5-3 0,3-5 4 0,-3 5-6 16,0 0 0-16,0 0-1 0,0 0-4 0,0 0-9 15,2-7 4-15,-2 7-2 0,0 0-14 0,0 0 9 0,0 0-8 16,0 0-1-16,0 0-7 0,0 0-2 16,0 0 1-16,0 0 0 0,0 0 3 0,0 0 4 15,0 0 7-15,0 0-3 0,-15 16 2 0,15-16 7 0,-5 8-2 16,-1-1 0-16,-1 1 0 0,0-3 2 0,-6 5 2 16,0-1 7-16,1 2 12 0,-1 0-13 0,0 1 0 15,-4-4-5-15,2 6 6 0,-4-4 4 0,2 5 0 16,2-4-2-16,2-2-1 0,-4 3-6 0,4-3 8 15,-2 0 2-15,5-1 2 0,0-2-6 0,0-4 9 16,4 8-12-16,-3-8 11 0,3 1 16 0,3 1-12 16,3-4 10-16,0 0 14 0,0 0-13 0,0 0-5 15,0 0-3-15,0 0-4 0,3-20 5 0,3 11-7 16,3-5-1-16,2 2 6 0,4-4-12 0,-3 2 7 16,3-2 7-16,5-7-5 0,-9 8-4 0,6 2 0 15,-6-1-7-15,-4 2 14 0,6 2-9 0,-6 1-5 16,1 1 14-16,-1 4-16 0,-1-2-5 0,-6 1 12 0,0 5-15 15,17-1-2-15,-17 1 2 0,18 8 0 0,-8-3 7 16,-2 3 2-16,5 2-8 0,2 1 2 0,-1 2 0 16,-3 2 11-16,14 2 11 0,-13-2-20 0,9 3-43 15,1 1-28-15,-1-2-31 0,1 0-38 0,1 5-50 16,0-3-77-16,-1-1-77 0,-1-1-243 0,9 1-646 16,-4-5 286-16</inkml:trace>
  <inkml:trace contextRef="#ctx0" brushRef="#br0" timeOffset="18019.36">9295 7116 106 0,'5'-25'375'15,"-3"5"-10"-15,-2 2-16 0,6-2-5 0,1 2 6 16,-5 2-7-16,2 0-12 0,-2 2-13 0,3 5-32 15,-2-2-24-15,1 7-30 0,-3-2-34 0,1 0-20 16,-2 6-20-16,8-8-23 0,-8 8-11 0,0 0-17 0,0 0-10 16,14 14-11-16,-8-8-11 0,-3 3-9 15,2 3-8-15,0 1-6 0,-1 3-2 0,1-5-6 16,-2 5-3-16,2-1-7 0,-5 4-3 0,0-6-6 0,5 2 1 16,-5-3-5-16,2-2-11 0,-4-1-6 0,4-1 0 15,-2-3-3-15,1 1-2 0,-1 2-3 16,0-8 4-16,2 8-2 0,3-5-7 0,-5-3 10 0,10 0-2 15,3 0-3-15,0 0-2 0,1 2 0 0,4-4 8 16,3 4-6-16,2-2 2 0,-3 0-4 0,10 0-2 16,-7 3 1-16,-8-1 0 0,7 0 1 0,4 6-1 15,-8-4-5-15,1 4-4 0,-3-2 3 0,-3 3 2 16,2 2 3-16,-3-3-6 0,1 3 8 0,-8-2-11 16,3 5 19-16,-1-4-14 0,-4 0 1 0,1 1 2 15,-3 1-2-15,-1-3 10 0,-1 1-6 0,-4 1 6 16,0-3 0-16,-10 2 6 0,5-1-3 0,-10 0 0 15,2-5 1-15,0-1-2 0,-6-1-32 0,6-2-12 16,-8-2-41-16,4-1-37 0,-8-10-47 0,1 7-45 16,-3-6-62-16,4 0-97 0,-10-11-257 0,1 3-679 15,1-6 301-15</inkml:trace>
  <inkml:trace contextRef="#ctx0" brushRef="#br0" timeOffset="18597.47">9523 6642 201 0,'0'0'316'0,"0"0"-4"0,7-11-8 16,-7 11 3-16,0 0-23 0,0 0-9 0,-7-13 2 15,1 6-8-15,4 0-16 0,-4 0-8 0,-1-1-5 16,-3-4-13-16,0 0-17 0,-2 0-11 0,-2-4-2 15,-6 0-9-15,1-4-11 0,-2 0-13 0,-9-11-4 16,2 10-7-16,-3-6-10 0,-12-9-12 0,6 7-10 16,-3-2-11-16,-6 3-3 0,5-7-4 0,-1-7-6 0,-2 3-6 15,1-6-6-15,5 6-9 0,-6-1-8 0,6-1-6 16,7 2-6-16,-4 0-6 0,5 0-4 16,2 3-4-16,5 3-2 0,2 6-7 0,6 0 14 0,0 4 5 15,2-2-4-15,3 9-5 0,5-4 0 0,-5 1-7 16,3 4-3-16,1-2-6 0,6 8-1 0,-7 0 0 15,5 2-4-15,2 0-2 0,-5 0-3 0,4 1-3 16,1 6-10-16,0-6-3 0,0 6-3 0,-2-9-7 16,2 9-13-16,-5-4-9 0,5 4-11 0,0 0-14 15,0 0-13-15,0 0-17 0,-5-3-12 0,5 3-13 16,0 0-10-16,0 0-12 0,0 0 0 0,0 0-5 16,0 0 4-16,0 0-3 0,0 0-2 0,0 0-17 15,0 0 2-15,0 0-9 0,5 16-8 0,-5-16-1 16,7 7-18-16,-7-2-23 0,6 1-30 0,-4-3-33 15,5 2-37-15,-7-5-248 0,8 4-608 0,-2-3 269 16</inkml:trace>
  <inkml:trace contextRef="#ctx0" brushRef="#br0" timeOffset="19019.33">8823 5529 227 0,'0'0'223'0,"0"0"-6"0,0 0-6 15,0 0-5-15,-10-8-6 0,10 8-13 0,-8-4-11 16,8 4-13-16,-13-1-5 0,6-3-14 0,7 4-11 16,-21-3-8-16,11 2-13 0,-5 1-10 0,0 0-6 15,-3-4-3-15,1 2-2 0,-4 2-13 0,4-5-5 16,-3 5-6-16,4-1-5 0,-4 1-8 0,0 0-4 15,2 0-8-15,5-2-1 0,-2 2-10 0,1 0-1 16,14 0 9-16,-14 0-16 0,14 0-5 0,-15 0-5 16,15 0-1-16,-7 2-5 0,7-2 0 0,-12 1-2 0,12-1 9 15,-3 11-9-15,3-5 2 0,5 0-2 16,0 1-1-16,5 5 1 0,2-1 4 0,-1 1-4 16,4 0 1-16,7 3-1 0,-9-3-5 0,10 6 2 0,-8-6-1 15,0 4-2-15,6 3 3 0,-1-4 3 0,-3 2-3 16,-2-2-2-16,-2-1-2 0,-3 1 2 0,-2 0 2 15,2 0-11-15,-5 1-21 0,3-1-12 0,-6 0-23 16,0 2-26-16,-6-2-28 0,-1 0-38 0,-1 0-53 16,-3 3-55-16,-4-3-169 0,3 2-471 0,-1-1 209 15</inkml:trace>
  <inkml:trace contextRef="#ctx0" brushRef="#br0" timeOffset="21850.27">8352 4180 133 0,'0'0'327'0,"0"0"-16"0,-2-7-10 0,2 7-12 0,0 0-10 16,0 0-12-16,0 0-9 0,0 0-22 0,0 0-19 15,0 0 0-15,3-8-9 0,-3 8-6 0,0 0-8 16,0 0-1-16,0 0-6 0,0 0-7 0,7-4-11 16,-7 4-13-16,3-9-16 0,-3 6-12 0,0 3-13 15,3-12-11-15,-1 1-10 0,-2 4-7 0,0-5-8 16,3 0-5-16,-1-4-2 0,-2 1-10 0,0-7-2 0,2-3-8 16,-2-2-3-16,0 1-5 0,0-2-5 0,-2-14-4 15,2 3-6-15,-2 0 0 0,2 6 0 16,-3-6-6-16,1-1-3 0,-4 8 5 0,3-9-10 0,-1 13 1 15,3 2 9-15,-1 2 4 0,-6-3 0 0,3 8 0 16,3 4-3-16,-5-1-1 0,7 4-2 0,-1-2-5 16,-4 6-2-16,3 3-2 0,0-4-5 0,-1 4-2 15,3 5-4-15,-3-9-6 0,3 9-7 0,0-8-20 16,0 8-20-16,0 0-6 0,0 0 6 0,0 0 15 16,0 0-4-16,0 0 2 0,0 0 4 0,0 0 4 15,8 31-2-15,-8-26 4 0,2 3 7 0,-2-1 0 16,0 4-6-16,0-2-2 0,5-2 3 0,-4 4-1 15,-1-3-4-15,0-1-4 0,2 4 3 0,3-2-5 0,-5-2-1 16,0 5 10-16,0-3-5 0,2 3-5 16,-2-2-2-16,-2-2-2 0,5 1 7 0,-4 5-2 15,-1-7 11-15,-3 2-2 0,2 3 0 0,-2-1 8 0,3 0-1 16,-4 6 2-16,-1-8 2 0,2 1-1 0,-5-2 2 16,5 3 3-16,0-3-1 0,-2 2 3 0,-4-3 4 15,8 1 1-15,-4-1-2 0,0-1 5 0,1-2-3 16,6 0 9-16,-7 0 1 0,7-4 4 0,-2 4 26 15,2-4 24-15,0 0-2 0,0 0-5 0,0 0 1 16,0 0-6-16,-6-17 1 0,6 3-9 0,6-1-4 16,-4-5 0-16,11-5-6 0,-4 1-1 0,5 0-3 15,0-3-6-15,1 6 1 0,1-5 0 0,-1 7-5 16,5-4 7-16,-10 9-8 0,5 0-3 0,-2 2-4 16,0 1 0-16,-4 4-4 0,-1-1-1 0,0 1-1 15,-1 2-1-15,1 1-8 0,0 4-1 0,-8 0-33 16,20 4-28-16,-5 1-29 0,0 5-31 0,0 2-39 0,1-1-39 15,6 15-63-15,11 0-88 0,-3 4-325 16,1 1-740-16,4-1 328 0</inkml:trace>
  <inkml:trace contextRef="#ctx0" brushRef="#br0" timeOffset="25642.03">15042 4165 199 0,'-7'-4'412'0,"-1"0"3"0,8 4-20 16,-7-5-1-16,7 5-16 0,-8-2-18 0,8 2-19 15,0 0-22-15,0 0-27 0,2-7-27 0,-2 7-23 16,31-6-24-16,2-1-17 0,25 0-16 0,26-2-16 16,4-6-13-16,10 8-18 0,3-6-13 0,41-2-13 15,-44 3-11-15,1 4-11 0,2-1-8 0,-3 0-9 16,-6 0-10-16,-7 0-9 0,-17 2-2 0,-12 0-15 15,4 0-27-15,-9 3-36 0,0-4-50 0,-6 2-21 16,-10 3-30-16,-6-1-33 0,-7 2-26 0,-6 2-21 16,-2-3-37-16,-4 6-32 0,-10-3-18 0,0 0-31 15,0 0-24-15,0 0-237 0,-45 14-633 0,9-9 280 16</inkml:trace>
  <inkml:trace contextRef="#ctx0" brushRef="#br0" timeOffset="26230.47">15088 4270 137 0,'0'0'215'0,"0"0"-23"0,0 8-22 0,0-2-20 16,0 6-15-16,-3 0 9 0,3 4 5 0,-2 4-12 16,2 7-12-16,0 3-1 0,2 1 7 0,-2 1-15 15,3 7-7-15,-3 2-8 0,0 1 2 0,0 1 5 16,2-4-9-16,-2 3-4 0,5-4-9 0,-5-6-1 16,0 6-13-16,0-10-7 0,1 3-5 0,6-6-4 0,-7-3-6 15,3-2-7-15,1-5 2 0,-4-4-1 16,0 2 11-16,1-3 19 0,4-1 15 0,-5-2 38 15,2-1 19-15,-2-1 26 0,0-5 20 0,0 8 22 0,0-8 10 16,6 3-12-16,-6-3-20 0,0 0-16 0,24-6-23 16,-16 1-16-16,13 1-13 0,-1-2-14 0,12-2-11 15,-4 1-10-15,17-2-11 0,-1 1-8 0,8 1-5 16,5 4-4-16,1-2-12 0,24 5-7 0,-21-2-7 16,26 0 2-16,1-1-7 0,-7 0-2 0,7 6-2 15,-28 0-4-15,27 1-5 0,-25-1 2 0,2-3-7 16,-6 4 3-16,-2-3-2 0,-4-1 0 0,-3-1 2 15,-14-1-2-15,1 0-3 0,-6-2 2 0,0 1 1 16,-2-3 3-16,-8 0 3 0,0-2 25 0,0-2 14 16,-7 4 18-16,0-9-2 15,-3 0 2-15,-2-5-2 0,4-2 6 16,-7-5-10-16,0 0-3 0,-7 3-6 0,-1-6-9 0,1 0-2 16,-4 0-4-16,1-1-7 0,-5 0-6 0,3-2-3 0,-3 2-3 15,-3 3-9-15,6-4 5 0,-3 5-19 0,4 1-23 16,-4-1-11-16,2 2-41 0,-2 6-42 0,1 4-50 0,8-4-63 15,-4 7-60-15,2 1-58 0,-1 3-61 16,1 0-73-16,-2 5-410 0,5 3-962 0,-15-2 425 16</inkml:trace>
  <inkml:trace contextRef="#ctx0" brushRef="#br0" timeOffset="26949.19">15795 5242 142 0,'0'0'230'0,"0"0"-22"0,0 0-28 0,0 0-17 0,-8 20-8 16,1-6 7-16,-10 6-7 0,1 7-3 0,-11 14-7 16,2 2-2-16,-4 8-7 0,-13 20-4 0,-11 1-17 15,4 6-11-15,-9 3 1 0,-20 35-1 0,-5 2-2 16,12-4-7-16,-8 0 5 0,1 0 8 0,0 3-6 15,4-6-1-15,-11-2 16 0,4 4-8 0,0-6-6 16,20-28-1-16,-4-6-5 0,-23 35-4 0,29-28 4 16,-2-4-4-16,1-2-5 0,-1 2-8 0,-1-5-7 0,6 1-9 15,8-7-6-15,10-16 15 0,2-7-28 16,1 1-2-16,7-8-15 0,5-4 7 0,8-6-22 16,0-10-28-16,8-2-24 0,4-4 1 0,-2-5-31 0,5-2-31 15,0-2-42-15,0 0-56 0,22-15-60 0,-8 0-63 16,6-8-241-16,7-8-608 0,3-5 268 0</inkml:trace>
  <inkml:trace contextRef="#ctx0" brushRef="#br0" timeOffset="27996.03">13713 8517 221 0,'-5'-15'310'0,"-5"2"-8"0,1-1-8 0,0 1-7 0,-1-2-12 15,-2 3-3-15,-1-4-10 0,-2 5-11 0,-2 2-20 16,-1-1-13-16,0 2-14 0,-2 1-20 0,-3 3-18 15,-7 3-17-15,-1 1-14 0,-4 1-16 0,5 2-17 16,-6 5 1-16,-4 5-22 0,-1 5-5 0,11-6-7 16,2 4-13-16,-1-1-2 0,5 5-4 0,0 2-9 15,5-2 0-15,-3 4-2 0,14-6-8 0,-5 5-3 16,6-4-5-16,4-1-15 0,3 0 4 0,1 0-11 16,6-6 5-16,1 4-2 0,7-6-5 0,5-3-6 15,-3 3-11-15,14-2-7 0,0-5-16 0,-1-2 3 16,2 4-1-16,-3-10-2 0,6 1 5 0,-3 0 5 0,-3-4 5 15,-5-4 2-15,4 3 2 0,0-3 8 0,-5 0-1 16,-8 6-2-16,6-10 5 0,-4 5 18 0,-5-4 19 16,-2 7 28-16,-4 1 11 0,4-1 20 0,-5 3 1 15,2-3-4-15,-4 5-8 0,2-1-13 0,2 1-14 16,-7 3-3-16,0 0-8 0,0 0 1 0,8 10-5 16,-3-1-9-16,-2-3 7 0,2 4-4 0,-2 1-1 15,7 4-5-15,-6-2-2 0,7 4 3 0,-2-2 1 16,0 0-4-16,6 0-2 0,-1-3-8 0,2 0-35 0,1-5-33 15,3-4-38-15,8 2-37 0,-7-2-39 16,1-6-49-16,6-5-56 0,-3-5-68 0,3 1-300 0,0-6-701 16,2-12 310-16</inkml:trace>
  <inkml:trace contextRef="#ctx0" brushRef="#br0" timeOffset="28824.13">15177 5370 129 0,'0'0'203'15,"-8"6"2"-15,8-6 1 0,0 0-3 0,0 0 7 16,0 0-1-16,0 0 1 0,15 6-1 0,-15-6-18 0,20-2-15 16,-10 2-16-16,10-1-19 0,0-2-11 15,-4-1-12-15,7 1-11 0,-1-2-11 0,-1 2-7 16,1-5-11-16,9 1-6 0,-14 3-7 0,4-3-9 0,1 2-3 16,-1-2-4-16,1 2-12 0,-6-3 1 0,4 2 1 15,-5-2 12-15,-2 3 6 0,-3-2 14 0,-3 4 8 16,6 2 15-16,-6-5-9 0,-2 4 7 0,-5 2-9 15,10-7 1-15,-10 7-22 0,6-3-9 0,-6 3-5 16,0 0-10-16,4-5-9 0,-4 5-6 0,0 0-14 16,13 8 8-16,-13-8 5 0,2 15-2 0,3-11-5 15,-2 7 4-15,3 1-11 0,1-1 0 0,1 5 1 16,-1-4 12-16,3 4-17 0,-3 1-1 0,4 0-22 16,2 1-18-16,4 3-24 0,-2-2-17 0,-5-3-30 15,10 4-25-15,-5 2-38 0,-1-5-41 0,-2-2-54 16,0-1-52-16,2 2-212 0,-5-4-575 0,4 3 255 15</inkml:trace>
  <inkml:trace contextRef="#ctx0" brushRef="#br0" timeOffset="29480.36">15939 5235 42 0,'0'0'237'0,"0"0"-24"0,0 0-24 0,0 0-18 15,0 0-17-15,0 0-9 0,0 0 4 0,16 25-13 16,-7-13-6-16,4 0-2 0,5 11-7 0,4 0-8 16,6 8-8-16,3 0-3 0,6 10 6 0,2-1-6 15,23 11-3-15,-3 0-11 0,9 3-2 0,3 3-3 16,4 6-4-16,6-1-7 0,3-2-7 0,35 31-6 16,-9 4-9-16,5-8 0 0,10 1-6 0,-8-3-3 15,-6 1-5-15,-2-5-4 0,-28-22-5 0,-8 6 0 16,8-3-7-16,-6-3 0 0,-9 1 2 0,0-5 6 15,-6-1-17-15,-2-4 2 0,-20-5-1 0,1-8-3 16,0 1 4-16,-3-2-4 0,-3-2 5 0,-8-11-6 16,0 1-1-16,-9 0 1 0,6-5 1 0,-7-5-2 15,-2-2-1-15,-6-6 6 0,1 1-7 0,0 1 3 16,-1-1 10-16,-1-4 11 0,1 2 1 0,-5-1 3 16,4-2-8-16,-6-2 1 0,8 5-3 0,-3-2 1 0,-5-3-3 15,0 0-6-15,0 0-8 0,10 1-1 0,-10-1-17 16,0 0-19-16,0 0-27 0,0 0-22 0,0 0-34 15,7-9-37-15,-7 9-43 0,-5-7-42 0,5 7-41 16,-10-11-164-16,3 3-476 0,-2 0 211 0</inkml:trace>
  <inkml:trace contextRef="#ctx0" brushRef="#br0" timeOffset="30230.33">16546 5391 173 0,'7'-6'301'0,"-7"6"-9"0,0-6-16 0,0 6-10 16,0-9-31-16,0 9-18 0,-7-8-18 0,7 8-19 0,-8-10-22 16,1 8-12-16,-1-3-19 0,1 3-9 0,-7-4-12 15,-1 4-12-15,-7 1-4 0,-1-2-14 0,-8-3 3 16,-4 4-15-16,-10 1-4 0,-1-2-5 0,-2 3-6 16,0 0 0-16,0 0-2 0,5 3-2 0,-2-3 0 15,14 1-7-15,1-1-2 0,-2 0-4 0,11 0-1 16,1 3-2-16,5-3 1 0,7 0-3 0,-5 0 1 15,13 0-9-15,-15 0-1 0,15 0-4 0,0 0 3 16,-14 0-5-16,14 0 1 0,0 0 1 0,0 0 1 16,0 0-7-16,27 17 16 0,-17-8 9 0,10-8 3 15,-5 10 0-15,1-3-10 0,2 0-3 0,-1 1-5 16,-2 2-3-16,1 3 4 0,-1-2-8 0,0 3-2 16,0 6 1-16,0-1 13 0,0 3-15 0,-5 3-3 0,1 2 2 15,-6-1 1-15,4 6-9 0,0-3-5 0,-4 7-22 16,4 6-18-16,-3-3-13 0,3-1-17 15,6 5-31-15,-1-1-49 0,6-3-64 0,5 5-68 0,3 2-254 16,14-5-588-16,-4 0 261 0</inkml:trace>
  <inkml:trace contextRef="#ctx0" brushRef="#br0" timeOffset="30950.58">19027 7761 188 0,'-1'-7'264'0,"1"7"-30"0,0 0-22 15,0 0-24-15,0 0-19 0,-5 19-17 0,5-8-17 16,3 6 9-16,-1 1-5 0,4 9-16 0,-6 2-10 16,2 3-12-16,-2 7-2 0,7 2-13 0,-2 1-9 15,-4-3-4-15,1-9-7 0,-2 4-8 0,6-6-5 16,-6 5-4-16,5-4-2 0,-1-2-13 0,-4-2 5 15,5 0-7-15,-5-6-2 0,0-2-3 0,0-7 2 16,1-1-6-16,-1-1 6 0,0-1 39 0,0-3 28 16,5 2 31-16,-5-6 40 0,0 0-12 0,0 0-13 15,0 0-11-15,0 0-10 0,12-15-2 0,-7 8-7 0,5-7-13 16,1-1-8-16,-1-2-5 0,4 2-9 0,5-1-6 16,-4-2-6-16,4 1 0 0,-5 6-6 15,5-3-2-15,-3 2-4 0,1 6-11 0,4-1 3 0,-4 0-8 16,1 5-8-16,-8 0-15 0,5 2 6 0,6 3-2 15,-7 3-2-15,0 1-5 0,-5-1-5 0,4 10 4 16,-5-3-1-16,4 2-2 0,-9 3 0 0,9 5-2 16,-9-6-2-16,-1 0 0 0,-2 1 3 0,-2-3 1 15,-1 1 1-15,-2 1-4 0,-5-2-6 0,-2 0-1 16,-3-1 3-16,-14-6 1 0,0 3 9 0,0-2-29 16,-16-3-18-16,9-5-34 0,-11-1-35 0,-4-3-40 15,-5-4-37-15,-2-5-39 0,-4 0-49 0,5-5-64 0,-5 2-315 16,4-4-704-16,0-4 312 0</inkml:trace>
  <inkml:trace contextRef="#ctx0" brushRef="#br0" timeOffset="32075.55">15624 4569 259 0,'0'0'305'0,"0"0"-3"0,0 0 2 0,0 0-7 16,0 0 1-16,0 0 0 0,0 0-2 0,0 0-3 15,0 0-14-15,0 0-12 0,0 0-25 0,0 0-8 16,0 0-17-16,0 0-14 0,0 0-18 0,0 0-10 15,0 0-12-15,0 0-13 0,0 0-17 0,10-7-12 16,-10 7-14-16,20-5-15 0,2 4-8 0,6-4-13 16,2 2-9-16,1 0-17 0,5 2-4 0,7-1-3 0,4-3-10 15,-6-3-6-15,-6 4-3 0,-2 1-8 16,-2 2-7-16,-1-3 0 0,2 0-3 0,-12 1-1 16,1 1 0-16,1 0 3 0,-4-1-2 0,-7 1 2 0,3-2-2 15,-4 2 0-15,-4 1-4 0,-6 1 1 0,13-3-1 16,-13 3-6-16,15-1 0 0,-15 1-4 0,7-2-5 15,-7 2-1-15,0 0-2 0,8-2 0 0,-8 2 0 16,0 0-2-16,0 0 0 0,0 0 5 0,0 0-4 16,0 0 2-16,0 0 3 0,0 0 5 0,0 0-4 15,0 0 3-15,0 0-1 0,0 0 1 0,0 0 13 16,0 0-8-16,-21 9 1 0,21-9 9 0,-17 5-1 16,6-2 9-16,-9 2-1 0,2-4 13 0,-6 3-4 15,4 0 4-15,-9-3 1 0,-1 3 0 0,-2-1-1 16,-2 1-1-16,2-3 0 0,2 4-2 0,-6-4-6 15,8 0 1-15,6 2-3 0,1-1 1 0,1 0-3 16,2-1 2-16,3 2 3 0,2-3-8 0,1 1 1 0,0-1 1 16,12 0-4-16,-13 2-1 0,13-2 0 0,-10 1 0 15,10-1 3-15,0 0-5 0,0 0 0 16,-13 0 1-16,13 0-8 0,0 0-5 0,0 0-7 0,0 0-9 16,0 0-17-16,0 0-22 0,0 0-35 0,0 0-41 15,23-8-42-15,-23 8-49 0,17 0-68 0,-6-4-78 16,-4 0-312-16,5 3-748 0,-1-4 331 0</inkml:trace>
  <inkml:trace contextRef="#ctx0" brushRef="#br0" timeOffset="34445.1">15983 4056 219 0,'0'0'282'0,"0"0"-1"0,0 0-9 0,-6-6-6 0,6 6-7 16,0 0-7-16,0 0-3 0,0 0-6 0,0 0 3 15,0 0-6-15,0 0-8 0,0 0-1 0,0 0-18 0,0 0-11 16,0 0-3-16,0 0-12 0,0 0-4 0,0 0-3 16,0 0 1-16,0 0 4 0,0 0 8 15,0 0 9-15,0 0-2 0,0 0 3 0,0 0 7 16,0 0 5-16,0 0 7 0,0 0 10 0,0 0 2 0,0 0-3 16,0 0-21-16,0 0-23 0,3-15-12 0,-3 8-16 15,-1-6-14-15,1-1-9 0,-2-3-14 0,0-1-12 16,-1-1-107-16,3-7-3 0,-3-5 0 0,-2-1 0 15,3-10 0-15,0 0 0 0,-3-1 0 0,-1-3 0 16,4-5 0-16,0 6 0 0,-3-1 0 0,0 4 0 16,2-2 0-16,-2 7 0 0,5 4 0 0,-1 5 0 15,-6-1 0-15,7 2 0 0,-7 7 0 0,7 4 0 16,0-2 0-16,0 3 0 0,0 1 0 0,-1 4 0 16,1 1 0-16,-5 1 0 0,5 1 0 0,0 7 0 15,0-9 0-15,0 9 0 0,0-7 0 0,0 7 0 16,-2-9 0-16,2 9 0 0,0 0 0 0,0-8 0 0,0 8 0 15,0 0 0-15,0 0 0 0,0 0 0 0,0 0 0 16,0 0 0-16,0 0 0 0,0 0 0 16,0 0 0-16,0 0 0 0,0 0 0 0,0-7 0 15,0 7 0-15,0 0-12 0,0 0-39 0,0 0-13 0,0 0-4 16,0 0-9-16,0 0-12 0,0 0-14 0,0 0-10 16,0 0 8-16,0 0 9 0,0 0 9 0,0 0 5 15,-8 24 5-15,3-17-2 0,3-1-9 0,-4 8 1 16,4-6 1-16,-5 7-1 0,1-1 0 0,-1 1-3 15,0 3 0-15,-1-3 7 0,-5 1 7 0,5 3 2 16,-1-3 8-16,-4-1 5 0,5 0 2 0,-5-3 4 16,3 3 5-16,-4-2 8 0,6-3 0 0,1-3 10 15,-1 1 2-15,3 1 4 0,2-5 7 0,-4 0 10 16,2 1 12-16,2 0 15 0,3-5-2 0,0 0 11 16,0 0 8-16,-8-14 7 0,8 6 0 0,1 1-2 15,1-5-2-15,5-3 2 0,-1-1-4 0,3-4 2 16,4-4-2-16,-5 0 4 0,7 3 3 0,-5 3 4 0,6-2 9 15,-6 1-2-15,-1 6-4 0,-3-3-1 0,3 6-2 16,-3 0-10-16,2 2 1 0,-3 1-6 0,-3 0-7 16,0 4-6-16,4-4-1 0,-1 4-11 0,-5 3-3 15,0 0-4-15,0 0 2 0,0 0-5 0,25 12-4 16,-12 0-16-16,1-1-9 0,10 6-13 0,-4 2-18 16,2 0-22-16,11 8-33 0,5 0-53 0,0 1-52 15,3 6-62-15,3-3-63 0,0-1-83 0,6 0-385 16,0-3-884-16,1 3 391 0</inkml:trace>
  <inkml:trace contextRef="#ctx0" brushRef="#br0" timeOffset="39269.42">25067 3688 263 0,'15'-10'363'0,"-5"-2"-7"0,3 0-7 15,-3 1-5-15,-2 6-6 0,2-14 13 16,0 11-1-16,-2-6-16 0,1 1-11 0,-6 5-7 0,2-3-21 15,2 3-20-15,-7 0-29 0,6 4-29 0,-6 4-25 16,3-8-28-16,1 5-29 0,-4 3-23 0,0 0-13 16,0 0-10-16,-13 19-12 0,4-7-7 0,-6 12-5 15,-1 2-11-15,-1 2-17 0,-4 9-19 0,-1-1-17 16,1-1-12-16,-1 3-18 0,-1-2-13 0,3-6-11 16,5-2-13-16,-6-1-13 0,6-1-13 0,0-5-9 15,0-2-8-15,0-1-7 0,2-6-14 0,5-1 7 16,1 0 8-16,0-2 12 0,6-5 15 0,-3-3 8 15,4-1 1-15,0 0-1 0,-14-13-1 0,12 1-1 16,2-2 7-16,2-2 4 0,1-11 4 0,-3 0 3 16,8 0 4-16,-1-3 8 0,1-14 6 0,-1 2 1 15,1 15 10-15,-1 0 11 0,-6 0 21 0,4 3 20 0,-5 5 11 16,8 3 12-16,-3 0 7 0,-5 5 4 0,2 3-8 16,-2 2-9-16,0 0-9 0,0 6-8 0,0 0-4 15,0 0 10-15,0 0-12 0,-2 20-2 0,2 0 0 16,0 6-3-16,2-2 4 0,0 5-5 0,9 11 1 15,-1-1-22-15,-3-1-9 0,8 5-20 0,0-5-16 16,3 2-20-16,-5-12-26 0,2 1-31 0,-2-2-34 16,7-3-51-16,-10 0-42 0,3-10-218 0,-1-2-522 15,-7-7 232-15</inkml:trace>
  <inkml:trace contextRef="#ctx0" brushRef="#br0" timeOffset="39441.29">24716 3781 162 0,'0'0'222'0,"-7"-4"-5"16,7 4 7-16,0 0 2 0,0 0-6 0,22 13-13 15,-6-5-16-15,11 4-12 0,4 0-23 0,14 2-11 0,-7 2-22 16,12-1-9-16,1 0-16 0,0-3-25 0,6 6-61 16,-3-3-67-16,-2-2-74 0,6-4-82 15,-9 4-152-15,-1-3-393 0,0-3 175 0</inkml:trace>
  <inkml:trace contextRef="#ctx0" brushRef="#br0" timeOffset="40722.49">23665 3367 126 0,'-12'-3'335'16,"7"-2"-25"-16,-3-3-27 0,3 2-31 0,5 6-24 0,7-8-25 16,8 1-21-16,16-1-23 0,19-1-13 0,16 1-14 15,28 0-14-15,11 2-12 0,39-2-9 0,-40 3 4 16,43-2-5-16,-3 6 0 0,-41 1-2 0,43-6-8 15,-49 5-10-15,2-1-2 0,-1-3-7 0,-2 3 2 16,-8-5-17-16,-5 0-6 0,-25 1-7 0,-1 0 1 16,-4 2 2-16,-3-4 8 0,-5 2 15 0,-15 1-2 15,-9 1 1-15,2 1 12 0,-5-2 4 0,-4 1 1 16,-8 1-14-16,6 0-1 0,-4 1-8 0,-1 1-9 16,-7 1-3-16,15-2-4 0,-15 2-8 0,5-1-8 15,-5 1-10-15,0 0-2 0,5-4-4 0,-5 4-7 16,0 0-15-16,0 0-2 0,0 0 6 0,11 7-4 15,-11-7 4-15,4 9 4 0,-1-5 14 0,2 3-26 16,-5 0 16-16,3 1-10 0,0 2 4 0,1 1 3 0,2 2 0 16,-2 5 2-16,4 1 11 0,4 8-19 15,-3-3 9-15,6 5 0 0,0-1-6 0,5 15 0 16,3 2 3-16,-1 3 4 0,1 6-6 0,5-4 3 0,-5 3 1 16,19 16-5-16,-16 0 6 0,9-1 2 0,1-4 4 15,-8-13-5-15,-3-2 3 0,-2 0-7 0,-3-3-1 16,-5-1 3-16,2-1 5 0,-4-4-5 15,0-10-1-15,-4-2 16 0,-4-1-14 0,3-1 2 0,-7-6-1 16,-1-5-3-16,5-2 1 0,-10-1 3 0,5-3-3 16,0 1 8-16,0-5 29 0,0 2 17 0,0-7 19 15,-1 8 12-15,-3-5 1 0,4-3 0 0,0 0-6 16,-23-4-7-16,23 4-7 0,-15-8-11 0,5 5-4 16,-3-3-5-16,7 0-6 0,-9-2-6 0,-3 1-4 15,-1 1-1-15,1 0-7 0,-3 0-1 0,-8 0-3 16,-2 2 0-16,-4-1-3 0,-9-1-3 0,-6 3 2 15,-1 0-5-15,-1 1-1 0,-11-1-1 0,-23 3 1 16,-1 0-1-16,-1 3-3 0,0 2-3 0,-8-2 5 0,0 0 3 16,-3 0-4-16,-7 2 2 0,2-1-3 15,1 2 0-15,-41 0-1 0,51 0 1 0,-3-3 0 16,7 3-1-16,3-2 2 0,25 0-1 0,-4 0 7 0,12-7 19 16,0 9 11-16,10-6 17 0,5 3 14 0,12-5 17 15,1 2 18-15,5 0 26 0,5-1 28 0,2-5-1 16,3 3 24-16,-3-3-4 0,6-3 0 0,5-1-6 15,2-2-11-15,0-5-7 0,2 0-9 0,5-10-13 16,4 2-9-16,-1-5-9 0,7-8-11 0,1-2-12 16,-7 2-82-16,4-4-10 0,-1-4 0 0,-6 2 0 15,3 1 0-15,-4 1 0 0,-4 12 0 0,2-12 0 16,-5 15 0-16,-1 2 0 0,-4-2 0 0,3 5 0 16,-1 5 0-16,-4 2-113 0,2 6-143 0,0-2-79 15,-1 4-71-15,-4 3-36 0,-2 6-18 0,4 4-26 16,-2 3-48-16,2 5-327 0,1 6-931 0,0 10 413 15</inkml:trace>
  <inkml:trace contextRef="#ctx0" brushRef="#br0" timeOffset="41130.28">25196 4584 92 0,'0'0'259'0,"0"0"-27"0,0 0-24 0,0 0-24 0,0 0-19 15,0 0-5-15,-21 22 1 0,6 4-6 0,0-1-7 16,-10 12-10-16,-3 4-2 0,0 12-4 0,-15 17 0 16,-5 4 4-16,-7 3-4 0,2 5 5 0,-35 38-3 15,6-8-1-15,24-29-2 0,-30 31 2 0,7-5 13 16,20-28 9-16,-27 34 0 0,8-2 2 0,-1 0 18 0,27-29 0 16,-27 35-2-16,23-40-14 0,-23 41-13 0,23-39-10 15,1 0-16-15,4-3-10 0,2-3-6 16,-10-4-11-16,5-10-8 0,4 7-9 0,12-7-10 0,7-19-34 15,2-3-53-15,3 1-40 0,8-13-54 0,3-3-41 16,1 2-37-16,1-3-40 0,5-7-53 0,5-7-73 16,0 1-321-16,3-5-736 0,2-5 326 0</inkml:trace>
  <inkml:trace contextRef="#ctx0" brushRef="#br0" timeOffset="41911.5">25090 4701 223 0,'0'0'214'0,"0"0"-23"0,0 0-20 16,0 0-21-16,0 0-13 0,0 0-13 0,0 0-12 16,-11 22-15-16,4-10-7 0,-1 2-9 0,-1 1-8 15,1 1-8-15,-4 4-3 0,4-4-8 0,-8 7-8 16,4-7-2-16,-4 2-5 0,-1 1 1 0,-3-3-4 15,4 3 3-15,-4-5 4 0,3-1-1 0,2-4 3 16,0 2-1-16,2-2 5 0,2-2 8 0,-1 0 16 16,7-3 18-16,-3-4 18 0,1 4 11 0,-1-2-7 15,8-2 2-15,0 0-12 0,-10-14-8 0,10 7-11 16,2-5-13-16,6-1 5 0,0-2-14 0,7-2-3 0,-5 5 13 16,5-5-12-16,1 1-6 0,-1 4 2 0,0-2-1 15,2 1-9-15,4 4 5 0,-6 0-6 16,5 1-5-16,-7 4-5 0,5 1 6 0,-6 3-21 0,0-1-3 15,7 6-1-15,-4 2-2 0,2 4 0 0,-2 0-7 16,0 1 3-16,3 8 0 0,-3 2 3 0,-2-5-5 16,5 6-26-16,-6-1-27 0,3 0-27 0,-5 2-35 15,-2-7-39-15,-1 0-51 0,1-3-59 0,0 1-71 16,-3-6-183-16,2 2-551 0,-1-6 244 0</inkml:trace>
  <inkml:trace contextRef="#ctx0" brushRef="#br0" timeOffset="42442.73">25269 4652 16 0,'0'0'257'0,"0"0"-26"0,0 0-22 16,0 0-22-16,0 0-16 0,23 25-5 0,-3-7-4 15,3 6-6-15,10 6-8 0,5 10-10 0,22 14 3 16,-2 5 5-16,3 2-3 0,12 7-7 0,-5 3-9 16,33 23-15-16,-27-25 1 0,27 35-7 0,3-7-6 15,-31-28 4-15,27 25 7 0,-6 7 7 0,-23-36-7 16,22 35-24-16,-29-28 4 0,32 27-10 0,-3 6 1 0,-27-36-11 16,0 4-10-16,-3 0-1 0,2 6-8 0,-1-7-4 15,-4-5-8-15,-2 2-3 0,-4-6-3 16,-17-17-2-16,1-6 4 0,2-3-9 0,-9-2-1 0,-6-11-4 15,-4 0-8-15,1-2 12 0,0-5 11 0,-6-5-17 16,-1-3-1-16,-5-3 21 0,0 0 24 0,3-3 1 16,-6 2-16-16,3-1 4 0,-2-4-3 0,-8 0-8 15,23-4-7-15,-16-1-5 0,1 3-9 0,-3-3-41 16,3 1-32-16,-1-6-35 0,-6 2-39 0,6-1-41 16,-7-2-44-16,0-1-57 0,0-5-50 0,-7-2-284 15,-1-1-653-15,-3-5 289 0</inkml:trace>
  <inkml:trace contextRef="#ctx0" brushRef="#br0" timeOffset="43187.59">25732 4777 183 0,'0'0'216'0,"0"0"-27"16,0 0-17-16,0 0-17 0,0 0-7 0,0 0-15 15,-23-13-14-15,10 11-10 0,6-2-18 0,-4 3 1 16,-8-3-8-16,5 0-3 0,-6 1-5 0,3 0-4 16,-6 3-2-16,1-1-8 0,1-1 6 0,-1 0-2 15,4-1-4-15,-3 2-1 0,-2 2-5 0,1-2-2 16,2 1-1-16,4 1-3 0,-6-1-4 0,6 0-2 16,-3 5-6-16,4-3-5 0,7-2-5 0,-5 1 2 15,3-1-6-15,2 5-2 0,8-5-2 0,-14 1-3 16,8 0-3-16,-1 4-1 0,7-5 3 0,-6 3-3 15,6-3 12-15,-4 9 16 0,-1-6 6 0,5-3 1 16,5 12 2-16,-1-5 3 0,-4 4 0 0,6-2-1 16,4 0-7-16,2 4 0 0,3-1-2 0,6 14-4 15,-1-3-6-15,2 1 0 0,9 7-6 0,-3 2 1 0,2 0-9 16,3 1 0-16,3 2-8 0,-6-1-40 0,0 4-48 16,3 0-52-16,-3 2-57 0,0 2-93 15,-7-5-204-15,2 2-521 0,-12 2 231 0</inkml:trace>
  <inkml:trace contextRef="#ctx0" brushRef="#br0" timeOffset="44156.31">23251 7885 282 0,'-5'-18'309'0,"-5"5"-9"0,5-5-12 0,-6 1-14 0,-1 6-19 16,2-1-23-16,-5 0-16 0,-1 2-20 0,-6 1-20 16,4 6-20-16,-7-1-14 0,-5 3-12 0,-3 2-11 15,0 8-16-15,0-2-15 0,-8 7-5 0,-1 9-8 16,4-4-8-16,4 5-6 0,-3 0-11 0,7 5 8 16,9-4-15-16,-4-1-3 0,4 9-1 0,6-5-9 15,-2-1-3-15,5 4 2 0,8-4-4 0,-5 1 0 16,8-6-4-16,2 2-2 0,8-1 15 0,-5-4-15 15,10-2-1-15,4 1 0 0,-3-3-2 0,6-6-1 16,7 2-1-16,1-4 1 0,2-6-2 0,-8-1 3 0,5-1-3 16,5-5-4-16,-8 0 3 0,5-3-12 15,-7-3 8-15,4-1 3 0,-12 1 26 0,0 1 28 16,-1-4 25-16,0 3 20 0,-3-6 19 0,-4 5 22 0,1-3 16 16,-1 3 12-16,-4 4 8 0,0-3 2 0,2 0-4 15,-1 4-2-15,-1 1-17 0,0-1-19 0,-3 4-9 16,0 4-18-16,5-9-17 0,-1 7-13 0,-4 2-11 15,0 0 0-15,0 0-20 0,0 0-5 0,28 11 0 16,-12-4-2-16,6 9-10 0,6-4-1 0,0 4-11 16,4-1-36-16,12 1-46 0,4-1-62 0,-1 5-66 15,6-5-82-15,-1 3-62 0,-2-2-75 0,8-7-96 16,-2-1-386-16,-4 2-954 0,-3-8 422 0</inkml:trace>
  <inkml:trace contextRef="#ctx0" brushRef="#br0" timeOffset="44937.53">27763 7282 357 0,'2'-4'384'16,"3"1"-14"-16,-5 3-19 0,3-8-19 0,-3 8-40 0,5-4-33 16,-5 4-29-16,0 0-27 0,0 0-21 0,8 12-17 15,1-2-15-15,-6 9-17 0,0 6-15 0,6 2-8 16,-6 3-5-16,0 12-16 0,-1 3-7 0,-4-1-7 16,0 0-10-16,-1 0-5 0,-2 1-3 0,0-1-11 15,4 0 4-15,-4 0-10 0,-4-3-4 0,8-10-3 16,-4-3 4-16,-2-1-9 0,4 0 2 0,-2-4-4 15,2 1 1-15,-1-10-6 0,3-2 0 0,-1-4-1 16,2 3 7-16,-5-5 7 0,10-3 17 0,-5-3-5 0,0 0-3 16,0 0-4-16,18-9-5 0,-6 3-13 15,4-3-1-15,1-3-6 0,8-6 1 0,-1 1-2 16,0 4 2-16,7-7 4 0,-8 4 12 0,4 1 2 0,-4 2 9 16,5-4 11-16,0 7-9 0,-11 3-2 0,1-2-7 15,-2 5-5-15,1 1-3 0,-4 3-6 0,-3 0-6 16,2 3 0-16,3 1-2 0,-4 5 4 0,1 1-16 15,-4-1 5-15,4 6 7 0,-2 1-7 0,-4-1 0 16,1 4-4-16,0 2 2 0,-4-3 2 0,-3 2-9 16,0-1 9-16,0 0-1 0,-3-3 3 0,-4 3-7 15,0 1 1-15,-8-5-1 0,-1 4-8 0,-7 1-12 16,-4-6-20-16,-4 0-29 0,-12-6-39 0,-2-1-50 16,-5 0-52-16,-4-3-76 0,-3-7-88 0,-7 0-327 15,-19-11-756-15,4-1 335 0</inkml:trace>
  <inkml:trace contextRef="#ctx0" brushRef="#br0" timeOffset="64865.78">2489 10320 38 0,'0'0'352'0,"0"-9"-22"15,0 9-31-15,0 0-32 0,-8-5-26 0,8 5-23 16,0 0-24-16,0 0-13 0,-25 15-18 0,17-4-11 16,-2 4-8-16,-4-2-12 0,5 5-6 0,-5 3-15 15,-1 2-14-15,2 1-3 0,5 1-6 0,-5-2-17 16,11 1 2-16,-5-1-1 0,6-3-13 0,-4-1-5 16,10-1-1-16,-4 1 0 0,1-4 10 0,10 0-21 0,-4 0-1 15,0-3 0-15,12-2 4 0,-3-2-1 0,6-5 1 16,-2 2 2-16,7-4-6 0,1-6-2 0,0 4-8 15,-2-8-1-15,1 0 1 0,0-2-7 0,-5-3 0 16,-1-4 0-16,-1-1-4 0,1 0 0 0,-6-4 0 16,-4 1 2-16,-4-2 14 0,-1 0 4 0,-5 0-1 15,-2-3-8-15,-7 1 10 0,2 7 0 0,-7-3 4 16,-3-3-4-16,-4 9 0 0,2 1-3 0,-4-1-5 16,-6 5-11-16,6 2 0 0,-4 0-5 0,5 3-3 15,0 3 2-15,-2 3-10 0,3 0-20 0,2 2-48 16,-1 5-34-16,8-2-26 0,3 2-17 0,-3 1-16 15,4 1-20-15,1 6-28 0,5-2-31 0,1-3-31 0,9 2-33 16,0 3-222-16,5-1-562 0,-2-5 248 0</inkml:trace>
  <inkml:trace contextRef="#ctx0" brushRef="#br0" timeOffset="65303.26">2926 10351 39 0,'0'0'225'15,"7"-3"-32"-15,-7 3-14 0,0 0-21 0,8-1-17 16,-8 1-12-16,0 0-2 0,0 0 1 0,0 16-9 16,0-7 1-16,0 2-8 0,0-2-8 0,0 1-7 15,0 2-9-15,2 2-10 0,3 4-5 0,-2-3-7 16,2 3-6-16,-5-7-2 0,6 2-9 0,1-1-2 16,-2 0-2-16,5 2 0 0,-3-10-7 0,2 5 6 15,-9-3 13-15,9-2 11 0,2 0 7 0,-2-3-4 16,-3-1-1-16,-6 0-5 0,17-8 5 0,-6 3 3 15,-2-6-1-15,-1 3 4 0,5-2 2 0,-3-3-1 0,2 1 6 16,-4-3 4-16,-1-4 6 0,1 6 14 0,-2-3 13 16,-2-2 6-16,-1 4 16 0,-1 2 4 15,-2 2 15-15,0-7 1 0,1 9-5 0,-2 1-14 0,4 2-15 16,-3 5-18-16,-2-12-14 0,2 12-13 0,0 0-10 16,0 0-9-16,0 0-6 0,0 0-6 0,0 0-8 15,-8 23-6-15,8-11-11 0,7 2-15 0,-4 0-15 16,2 4-9-16,0-1-10 0,5 2-16 0,2-4-18 15,-3 4-18-15,6 1-17 0,2 0-18 0,-4-6-11 16,2-1-19-16,2 1-7 0,2-9-10 0,3 5-20 16,-5-5-22-16,4-2-14 0,-1-3-11 0,-4 0-17 15,-1-3-6-15,0-5 0 0,2-1-3 0,-4-2 4 0,0-5 5 16,-3-1 1-16,3-7-136 0,1 0-406 16,-11-9 181-16</inkml:trace>
  <inkml:trace contextRef="#ctx0" brushRef="#br0" timeOffset="65475.13">3552 10236 496 0,'11'-43'5'0,"1"2"68"16,-4 2 54-16,-1 15 29 0,-1-3 30 0,-4 7 26 0,1 4 12 15,-1-3 0-15,0 5 6 0,3 1 13 0,-4 5-19 16,-1-3 5-16,0-1 2 0,4 8-5 0,-1 1-35 16,-3 3-29-16,0 0-21 0,0 0-13 0,0 0-17 15,0 0-9-15,0 0-6 0,-7 24-11 0,7-10-3 16,0 5-12-16,0 5-6 0,0-5-5 0,4 10-5 16,-1 0-9-16,-1 2 1 0,4-1-5 0,1-2-6 15,-1 3-6-15,3-3-30 0,-1 2-27 0,0-4-31 16,-1-1-20-16,3-7-30 0,-5-2-36 0,6 1-50 15,-7 1-53-15,2-6-48 0,9-3-42 0,-10 0-184 16,3-4-565-16,1-1 251 0</inkml:trace>
  <inkml:trace contextRef="#ctx0" brushRef="#br0" timeOffset="65662.62">3669 10213 101 0,'-15'-9'342'0,"4"1"9"0,-6 1-22 0,6 3-9 0,-1-2-21 16,4 1-18-16,-6 1-21 0,6 1-29 0,2-2-28 15,6 5-20-15,-10-1-17 0,5-5-12 0,5 6-11 16,0 0-16-16,0 0-10 0,-2-5-19 0,2 5 3 16,0 0-19-16,31 4 0 0,-9-4-20 0,1 4-28 15,5-1-33-15,4 3-34 0,6-3-42 0,10 1-54 16,-5 7-59-16,1-10-61 0,0 1-72 0,-8-1-191 16,9-1-555-16,1-1 245 0</inkml:trace>
  <inkml:trace contextRef="#ctx0" brushRef="#br0" timeOffset="65876.11">4502 10154 168 0,'0'0'305'0,"-14"4"-4"16,9-3-11-16,5-1-26 0,-11 3-21 0,3 0-26 16,8-3-26-16,0 0-22 0,-7 7-9 15,7-7-11 1,0 0 37-16,0 0 9 0,0 0 0 0,0 0-18 15,0 0-23-15,0 0-11 0,0 0-15 0,36-7-19 16,-27 7-32-16,9 0-63 0,-3 0-68 0,3 2-65 0,-1 1-87 0,4 0-83 0,-6-2-240 16,-2 4-571-16,4 2 253 0</inkml:trace>
  <inkml:trace contextRef="#ctx0" brushRef="#br0" timeOffset="66047.98">4632 10414 238 0,'-13'8'330'0,"0"-2"-8"0,-2 0-17 0,5-1-28 0,4-3-30 16,-4 3-23-16,5 2-23 0,-2-5-23 0,4 3-10 16,-1 1-26-16,4-6-7 0,0 7-11 0,0-7-15 15,9 6-12-15,1-5-2 0,6 1-27 0,4-1-21 16,5-2-33-16,6 1-30 0,4 0-57 0,11-2-55 16,4-2-73-16,0 4-84 0,-4-3-152 0,0 1-472 15,2-1 209-15</inkml:trace>
  <inkml:trace contextRef="#ctx0" brushRef="#br0" timeOffset="66563.58">5589 10248 70 0,'3'-5'236'16,"1"-2"2"-16,-1-5-5 0,0 4 5 0,-3 1 14 16,0-6-6-16,0 2-17 0,-5 0-11 0,-1 2-2 15,2-1-13-15,-5-2-22 0,2 3-20 0,-8 0-13 16,3 3-12-16,-2-2-13 0,-6 7-15 0,3 1 3 16,-1 0-25-16,-7 0-5 0,4 8-8 0,-9-1-14 15,2 3-7-15,3 5 0 0,-2 2-7 0,6 1 7 16,-2-2-15-16,4 4-7 0,1 2 0 0,8-3-5 15,2-4-3-15,-2 5-2 0,5-1-4 0,2-2 6 16,3 1-5-16,0 2 2 0,5-5-8 0,1 1 3 0,4 1 3 16,2-3 3-16,0-1-6 0,7-4 5 0,-4-1-4 15,7-3 2-15,-2-2-5 0,0-3-8 16,4 0 5-16,-2-4 6 0,-1-2-6 0,-2 0-1 0,10-8 11 16,-7 2-15-16,-2 2-4 0,-4-4-4 0,7-4-3 15,-8 3 21-15,2-4-16 0,-7 2 2 0,0 2-8 16,-4-1 19-16,3 1-5 0,-8 3 10 0,6 0 27 15,-7 0 22-15,5 1-3 0,-5 7 4 0,2-7-1 16,-1 6-8-16,-1-2-9 0,0 7-12 0,4-4-4 16,-4 4-5-16,0 0-4 0,0 0-6 0,0 0 3 15,0 0-6-15,0 0-9 0,0 0-18 0,1 28-7 16,1-20-9-16,4 6-23 0,-4-6-10 0,8 9-16 16,-2-2-20-16,1-1-21 0,1 1-31 0,3-2-40 0,2 1-57 15,0-5-65-15,-1-1-276 0,5 2-637 16,-1-3 281-16</inkml:trace>
  <inkml:trace contextRef="#ctx0" brushRef="#br0" timeOffset="66813.58">6137 10221 155 0,'0'0'257'0,"0"0"-24"0,-2-6-18 0,2 6-2 15,0 0-8-15,0 0 21 0,9-3 6 0,4 0-12 16,2 0-24-16,0 1-1 0,6-2-12 0,1 3-22 16,6-4-14-16,2 4-14 0,-1 1-13 0,1 0-11 15,3 1-18-15,2 1-6 0,-5 1-29 0,-2-2-24 16,-5 0-32-16,0 4-35 0,-1-2-45 0,-6 1-52 16,3-2-59-16,-6-2-34 0,-3 0-54 0,0 0-142 0,1 0-455 15,-11 0 202-15</inkml:trace>
  <inkml:trace contextRef="#ctx0" brushRef="#br0" timeOffset="67047.94">6336 9983 281 0,'-4'-2'279'0,"4"2"-14"15,-3-6-22-15,3 6 3 0,-3-6-3 0,3 6-20 16,0 0-24-16,0 0-25 0,0 0-12 0,0 0-21 15,0 0-15-15,0 22-9 0,1-10-11 0,1 7-10 16,5 0-8-16,1 6-5 0,-2 1-15 0,4 1-2 16,-5 1-8-16,5 2-4 0,0-1 0 0,-1 4-13 15,-3-5-35-15,2 1-34 0,-1-2-43 0,1 0-49 16,7-2-63-16,-11-8-64 0,5-2-215 0,-2-1-500 16,1-7 221-16</inkml:trace>
  <inkml:trace contextRef="#ctx0" brushRef="#br0" timeOffset="67485.42">6827 9839 28 0,'0'-8'298'0,"0"2"12"0,0 6 8 15,0-9-31-15,0 3-29 0,0 6-27 0,0 0-27 16,0 0-22-16,0 0-21 0,0 0-17 0,0 0-12 15,7 19-13-15,-6-9-13 0,6 4-7 0,0 1-8 16,1 5-10-16,0 6-10 0,5-1-4 0,2-3-8 16,0 1-3-16,-1 7-8 0,0-9-3 0,3 1-5 15,-5 2-3-15,-3-9-4 0,1 0 1 0,4 1-23 16,-6-5-5-16,4 1-2 0,-3-4 0 0,0-4 2 0,4 4 0 16,-6-4 1-16,4 1-2 0,-3-5-2 0,2 0 0 15,-10 0 4-15,22-6-2 0,-12 5 3 16,3-4-2-16,2 0 5 0,-8 2 8 0,3-2 2 0,1 1 3 15,-3 0 2-15,6 1-1 0,1-2 2 0,-9 1 1 16,4 1-5-16,-3-1-6 0,6 4 1 0,-5-2-3 16,-8 2 10-16,20 3-15 0,-13 0-1 0,3 1 0 15,-4 4-5-15,3-4 2 0,-3 4 0 0,1-1-6 16,-1 3-1-16,-4-1 2 0,1-2-1 0,2 5 2 16,-1 0 1-16,-8-4 2 0,3 5-4 0,-3-3-11 15,1 1-15-15,-5 5-8 0,-4-2-10 0,-4-4-24 16,1 0-21-16,-2-1-30 0,-3 1-43 0,-8-1-40 15,5-1-62-15,-7-1-229 0,-5-3-531 0,4 1 236 16</inkml:trace>
  <inkml:trace contextRef="#ctx0" brushRef="#br0" timeOffset="69299.39">6923 9476 82 0,'-21'-7'133'0,"4"4"-2"0,-11 2-5 0,-2-2-4 16,5 0 3-16,1-3-9 0,0 3 0 0,0 2-10 16,2 1 0-16,-6-2-10 0,5 2-1 0,1 2-10 15,-1-2-1-15,1 0-5 0,-1 1-3 0,2-1-12 0,-1 3-1 16,1-3 1-16,-1 4-7 0,2-2-4 0,1 0 2 16,-1-2 0-16,-2 1-7 0,2 2 2 15,0-3-1-15,2 1-1 0,-5 2-1 0,2 2-5 0,1-3-1 16,-5 3-2-16,5 0-3 0,-6-2-5 0,-8 1 0 15,11-2-1-15,-10-1-5 0,7 4 1 0,-6 1-1 16,2-2-2-16,-1 4-2 0,1-5-4 0,2-2-2 16,0 6 0-16,0-2-1 0,0-2-1 0,6-1 2 15,1 5-2-15,-3-4 2 0,5 2 1 0,2-2 2 16,-1 1-1-16,0 1 2 0,3 0-2 0,0-1 0 16,-3 2-3-16,3-2 1 0,-4 2-2 0,3-1 1 15,1 1 1-15,3 0 0 0,-4 1 1 0,3 1 0 16,1-5 2-16,0 5 2 0,-2-3 3 0,-3 6 2 15,4-2-3-15,-2 1 3 0,0 1-2 0,0-2-1 16,2 2 3-16,-2-4 3 0,0 5-1 0,2 0-2 16,-2-1 0-16,-2 5-2 0,4-8 9 0,-2 3-9 0,0 5-2 15,0-6 0-15,2 2-4 0,3-2 3 0,-5 3 0 16,2 0-3-16,5-4-1 0,0-2 1 16,-2 8-2-16,3-5-4 0,-3 2 3 0,2-3-3 15,0 4 6-15,-1-3-7 0,3-1 3 0,2 1 0 0,-2 2-2 16,1-5 4-16,1 2-2 0,-2 3-3 0,1-5-5 15,-2 7 7-15,4-4-7 0,-4 1 1 0,2 0 2 16,-1 2 0-16,-3-1 1 0,8 3 4 0,-6-3-12 16,1 0 10-16,4 2-3 0,-5-1-2 0,2 1 2 15,-1-3 1-15,4 5-4 0,-6-3-1 0,1 6 5 16,2-4-1-16,-3-1 0 0,1 2 1 0,-1-4-5 16,6 2 3-16,-4-2 1 0,-1 1 10 0,5-1-10 15,-4-1-3-15,4-2 5 0,-4 3-3 0,1-2 4 16,3-1-4-16,0 4 2 0,-3-4 1 0,2-1 2 15,0 3-2-15,1 1-4 0,0-4 2 0,1 3-2 16,1-2 0-16,0-2 8 0,0 0-3 0,0 5 7 16,1-4 1-16,1 0 2 0,3 4-6 0,-2-2 8 0,4 0 0 15,-5 0-3-15,11 2 3 0,-7 0 2 0,3-1-1 16,-1 5-1-16,5-5-1 0,2 4-4 16,-7-4 1-16,7-1 3 0,0 2-2 0,-2 2 19 0,2-2-19 15,5 1-8-15,-3-3 9 0,4 1 3 0,-4-2 2 16,8 5 4-16,-1-1 6 0,-4-2-5 0,4 1 3 15,4-1-3-15,-2-3-2 0,4 4-2 0,-2-5 10 16,-5 2-19-16,5 2 5 0,4-4-2 0,1 2-10 16,-2 1 6-16,-1-3 0 0,5 1-3 0,-2-3-1 15,2 0-4-15,-2 2 1 0,13-2 9 0,-16 0-11 16,15 2 1-16,-9-5-7 0,10 2 15 0,-11 0-15 16,0 0 4-16,10 0 3 0,3-1-11 0,-14-2 7 0,11 4 0 15,-2-3 2-15,0-1-5 0,-6 2 0 16,-4-2-7-16,10 1 8 0,-9-2-1 0,0 1 6 15,0-2-9-15,-2 2 5 0,4-1-6 0,-1-3 5 0,0 2 0 16,9-2 0-16,-12 0 6 0,-4-3-1 0,5 5 8 16,2-5-1-16,-4 2 2 0,2-3-9 0,-1 2 7 15,3-2 1-15,-6-1-4 0,5 0 1 0,-3 1-1 16,2-2 2-16,0 2 0 0,0-1-5 0,-3-2 2 16,2 4 0-16,-4-5-7 0,8 4 3 0,-8-6 1 15,2 2 1-15,0 0-1 0,-2 3-2 0,0-3 4 16,-1-1 7-16,-1-1 2 0,2-1 3 0,-1-1 3 15,-1 3 3-15,-3 0-5 0,5-3 3 0,-3 3 10 16,-5-6 13-16,3 4-10 0,0-4-6 0,-1 2 1 0,1-4-2 16,-5 1 4-16,1 1 11 0,0-2-2 15,-4 0 0-15,0-6-2 0,0 5-1 0,-2-5-3 16,-3 4 0-16,-1-5 1 0,4 0-4 0,-7 0-6 0,1 0 0 16,-7-6-4-16,3 5 1 0,-3-2-3 0,0-2 0 15,-3 2-4-15,-4 0 3 0,1 0-4 16,-7-7-3-16,3 5-1 0,-4 5-1 0,3-2-2 0,-11-5-2 15,4 9 1-15,-7-10-4 0,2 12 1 0,-10-4-2 16,-3-1-1-16,-1 1-2 0,-9 0-6 0,1 1-5 16,-8 4-7-16,-5-2-11 0,-16-4-18 0,14 5-22 15,-26 0-26-15,-2 4-37 0,1-5-37 0,6 3-37 16,-1 4-43-16,1 7-53 0,22 3-52 0,-7 0-71 16,-22 3-305-16,28 4-787 0,1 0 349 0</inkml:trace>
  <inkml:trace contextRef="#ctx0" brushRef="#br0" timeOffset="74247.98">6878 6256 96 0,'0'0'332'15,"0"0"-12"-15,0 0-2 0,0 0-5 0,0 0 11 16,0 0 1-16,0 0-5 0,0 0-1 0,0 0-4 16,0 0-8-16,0 0-6 0,0 0-9 0,0 0-11 15,0 0-15-15,0 0-17 0,0 0-20 0,0 0-17 16,-1-16-22-16,1 16-13 0,0 0-19 0,1-8-13 15,4 4-14-15,-5 4-12 0,0-11-11 0,0 7-14 16,5-4-9-16,-5-2-7 0,0 3-9 0,4-1 1 16,-3-4-16-16,-1 6-1 0,7-5-8 0,-7-2-1 15,2 2-9-15,3 1-4 0,-5 2 2 0,1-2-7 0,4 1-3 16,-3 3-3-16,-2-1-4 0,2 0-1 0,3 2-4 16,-5 5-3-16,1-8-1 0,4 5-5 15,-5 3 2-15,0 0-8 0,0-6-2 0,0 6-8 0,0 0-3 16,0 0-1-16,0 0-1 0,0 0 5 0,0 0-3 15,10 17-2-15,-3-9-4 0,1 4 1 0,-6 7-3 16,4-6-8-16,3 5 0 0,0 2-3 0,0-4-6 16,-3 1-8-16,4 5-8 0,-1-3-7 0,-1 1-2 15,3-2 0-15,-4 1-4 0,3-2-4 0,-5 1 4 16,2-2 3-16,-2-1 2 0,-1-1-13 0,1-4 2 16,2 0 4-16,-4 0 8 0,-3-1 7 0,2-1 3 15,1-1 5-15,-1-1 3 0,-2-6 11 0,2 7 2 0,-2-7 5 16,0 0 5-16,-7 5 1 0,7-5 2 15,-12 4 2-15,12-4-4 0,-9 0 8 0,-3 3 3 16,12-3 0-16,-15 0-1 0,15 0 4 0,-20 0-1 0,10 2 1 16,-3-2-1-16,1 2 4 0,2-2-1 0,2 1 0 15,8-1-2-15,-13 0 1 0,13 0-4 0,-15 3 7 16,7-2-1-16,8-1 1 0,0 0 5 0,0 0-6 16,-8 3 2-16,8-3-1 0,0 0 6 0,0 0 0 15,0 0-1-15,0 0 19 0,0 0 10 0,0 0 0 16,0 0 2-16,38 2-5 0,-22-4-1 0,4-1-2 15,8-1-6-15,-3 3-2 0,1-1-22 0,1-5-30 16,4 2-50-16,1 3-49 0,-7-1-47 0,-4 2-66 0,1-2-70 16,-2-1-84-16,-4 0-244 0,1-3-702 15,-2 2 311-15</inkml:trace>
  <inkml:trace contextRef="#ctx0" brushRef="#br0" timeOffset="76524.07">9441 6545 266 0,'0'0'250'0,"0"0"-22"0,21 0-21 0,-14 0-21 16,-7 0-17-16,13 4-15 0,-3 0-18 0,-3 0-9 16,3 0-15-16,-4 0-10 0,2 3-7 0,2-2-10 15,-3 3-9-15,5-1-9 0,-6 1-6 0,2 1-5 16,6-2-5-16,-6 1-4 0,0 1-2 0,1 1-8 15,-3-5-1-15,7 5-5 0,-6 1-1 0,1-7 0 16,1 1-4-16,-3 2-4 0,2-2 1 0,6-1-1 16,-6 1-20-16,4-4-36 0,-3 1-42 0,0-2-42 0,-9 0-54 15,15-2-48-15,-7 1-141 0,4-4-389 16,-11 0 173-16</inkml:trace>
  <inkml:trace contextRef="#ctx0" brushRef="#br0" timeOffset="77305.28">9368 5943 71 0,'0'0'283'0,"0"0"-4"0,0-9-13 16,0 9-1-16,0 0-13 0,-2-9-7 0,2 9-8 15,0 0-6-15,-1-10 10 0,1 10-27 16,-5-9-3-16,5 9-5 0,0-7-1 0,0 7-6 0,0-7-17 16,0 7-9-16,0-8-3 0,0 1-17 0,0 7-13 15,5-9-14-15,-5 9-10 0,1-8-14 0,-1 4-7 16,0 4-10-16,2-11-9 0,-1 8-3 0,-1 3-11 16,4-7-7-16,-4 7-7 0,1-9-6 0,1 6-4 15,-2 3-6-15,5-6-2 0,-5 6-5 0,0 0-5 16,0 0-3-16,5-3-7 0,-5 3-10 0,0 0-10 15,0 0 2-15,0 0 0 0,0 0-4 0,0 0 1 16,0 0 2-16,12 11-3 0,-9-6-7 0,0 0 2 0,4 2 3 16,-5 1-11-16,4-2 11 0,2 3 1 15,-4 6-2-15,-1-3 0 0,7 0 0 0,-5 3 4 16,0-8 1-16,3 10-1 0,-1 0-13 0,-1-3-5 0,-2 1-1 16,2-1-1-16,1 4-7 0,-2-4-5 0,0 1-8 15,0-2 7-15,-3 2 13 0,1 0-22 0,0-3 2 16,-3-1-3-16,0-3 4 0,2 4 5 0,-2-4 5 15,-2 1 4-15,7 1 1 0,-8-7 2 0,3-3 2 16,0 14 1-16,-2-11 10 0,-1 4 12 0,3-7-9 16,-5 3-1-16,5-3 4 0,-13 0 1 0,13 0 2 15,-12 2 3-15,12-2 0 0,-18-2 0 0,18 2 1 16,-17 0 15-16,9 0-19 0,8 0 4 0,-15 0 1 16,15 0-1-16,-13 0 1 0,13 0 7 0,-15 0 0 15,15 0 0-15,0 0 2 0,-13 0 1 0,13 0 6 16,0 0-6-16,0 0 0 0,-7 2 10 0,7-2 12 15,0 0 7-15,0 0 2 0,0 0-6 0,0 0 0 0,48-2 0 16,-28-1-13-16,0 1 9 0,-2 0-9 0,9-1 2 16,1 2-4-16,-7-1-2 0,2 0-5 15,-4-1-19-15,0 3-23 0,1-2-38 0,0 0-32 0,-10 2-46 16,5 0-56-16,-8-3-80 0,3 3-305 0,-10 0-640 16,0 0 283-16</inkml:trace>
  <inkml:trace contextRef="#ctx0" brushRef="#br0" timeOffset="85130.61">13790 10428 115 0,'-11'-7'347'0,"8"0"-9"0,-11 3-18 0,6-4-19 16,-4 4-16-16,4-2-15 0,0 1-12 0,0 3-19 15,-6 0-30-15,6-1-22 0,8 3-22 0,-20 5-12 16,10 0-20-16,-3 6-12 0,1-2-14 0,1 6-9 16,3-1-14-16,-6 2-1 0,8 2-12 0,-3 3-4 15,8-1-7-15,-3-1-7 0,4 2-4 0,2-3-9 16,0 0 2-16,1 0-2 0,9 0-9 0,-2 0-3 15,5-5 4-15,3-1-4 0,2-1-4 0,6 1-2 16,-4-8-4-16,-3 0-5 0,10-4 4 0,-10-4-3 0,3 3-1 16,1-8-12-16,-1 2 4 0,-4-6-1 0,2 0-1 15,-7-1-1-15,0 0-1 0,-3-4 7 16,2-1-11-16,-7 0 3 0,-2-1 0 0,-1 1 1 0,-4-1-7 16,-1 0-1-16,-2 3 3 0,-4 0 2 0,-2 5 3 15,1-3-7-15,-3 5 5 0,-2 1-3 0,-2 0 1 16,2 3-1-16,2 1-3 0,0 2-4 0,5 1-12 15,-6 0-16-15,14 2-12 0,0 0-5 0,-16 3-1 16,16-3-1-16,0 8 10 0,0-8-3 0,8 8-6 16,0 0-1-16,14-4-7 0,-1 3 5 0,9-2-4 15,-2-3-3-15,2 4 0 0,-2-3 2 0,4-6-2 16,-11 6 0-16,7-3 3 0,-3 0 5 0,-2 0 5 0,-3 0 5 16,-3-3 5-16,3 2 8 0,-7 1 1 15,-3-4 2-15,3 4 5 0,-5-1 0 0,-8 1 2 16,14 0 0-16,-6 1 2 0,-8-1 3 0,6 8 2 0,-4-1-1 15,0 1 0-15,1 0 6 0,-3 0-1 0,2 3 5 16,-2-2-5-16,6 5 9 0,-6-1-2 0,4 2 1 16,-1 0 1-16,5 3 1 0,-6-5 2 0,3-1 0 15,1-2 3-15,1-3 2 0,-2 5 13 0,5-4 13 16,-2-3 7-16,2-1 6 0,2 0-2 0,-1-4 4 16,3-3 2-16,2-2 0 0,2-2 0 0,-1-2 3 15,-2-5 6-15,6 2 9 0,-11-4 0 0,10-5 2 16,-8 4 3-16,4-3 2 0,-7-6 8 0,-1 6 1 15,-2-4 18-15,1 5 10 0,0 1 8 0,-4-2 8 16,0 4 10-16,1 1 0 0,-4 0 4 0,0 6-9 16,0-2-13-16,0 3-9 0,0 0-18 0,0 4-13 0,0 4-13 15,0-7-11-15,0 7-5 0,0 0-2 0,0 0-7 16,0 0-3-16,0 0-3 0,0 19-5 0,5-9-10 16,-2-1-9-16,-3 3-11 0,6-3-7 0,-1 6-10 15,4 0-16-15,-1 0-10 0,4-1-9 0,2-4-20 16,1 5-19-16,-3-6-18 0,5 0-8 0,-1-3-26 0,1 0-13 15,-1 0-21-15,2-3-22 0,-1-3-18 0,-1-5-20 16,-2 1-11-16,1-3-30 0,0-1 3 16,1-4-194-16,-4-3-512 0,-2-3 227 0</inkml:trace>
  <inkml:trace contextRef="#ctx0" brushRef="#br0" timeOffset="85318.1">14903 10118 127 0,'1'-29'103'16,"3"-3"35"-16,-4 4 39 0,0 2 35 0,-4-1 28 15,1 11 7-15,-2 1 0 0,5-5 0 0,0 10 2 16,-2 2-8-16,4-1-21 0,-4 2-30 0,2 1-23 15,0 6-14-15,0 0-20 0,0 0-11 0,0 0-13 16,-3 20-8-16,3-6-10 0,-3 6-15 0,3 10-3 16,3 1-6-16,0 10-8 0,4 2-2 0,1 5-5 15,-6-6 8-15,10 5-19 0,-3 1-6 0,1-1 1 0,0-4-22 16,0-1-15-16,3-3-18 0,1 1-27 16,-4-11-32-16,-2-2-34 0,5-2-52 0,-6-6-55 15,1-3-62-15,0-4-247 0,1-2-571 0,-6-2 253 0</inkml:trace>
  <inkml:trace contextRef="#ctx0" brushRef="#br0" timeOffset="85505.6">14875 10146 40 0,'-10'-14'372'0,"5"5"6"0,-2 2 1 0,5 1-4 0,2-3 0 15,-6 1-33-15,6 3-29 0,0-2-35 0,0 7-39 16,15-8-19-16,-9 1-24 0,9 6-18 0,5 0-43 15,10 1-37-15,0 0-52 0,6 1-48 0,-3 3-52 16,10-2-48-16,8 7-71 0,-6-5-76 0,6 3-81 16,-3-5-179-16,-3 3-552 0,-12-2 244 0</inkml:trace>
  <inkml:trace contextRef="#ctx0" brushRef="#br0" timeOffset="85693.09">15765 10181 202 0,'0'0'428'0,"-10"0"-1"16,10 0-16-16,0 0-13 0,0 0-19 0,0 0-26 15,-8-9-36-15,8 9-33 0,0 0-35 0,0 0-49 16,15-11-54-16,-5 9-68 0,0-2-56 0,3 3-62 16,8-1-54-16,-6 4-71 0,2-2-72 0,3-2-64 15,1 4-209-15,-6-1-552 0,0 3 245 0</inkml:trace>
  <inkml:trace contextRef="#ctx0" brushRef="#br0" timeOffset="85855.8">15846 10405 152 0,'-7'7'276'0,"-1"-2"8"0,2 0-7 16,-1-1-1-16,5-1-1 0,2-3 4 0,0 0 3 16,0 0-28-16,0 0-23 0,17 4-23 0,4-8-19 15,1 1-18-15,8-2-34 0,13-6-42 0,1 2-46 16,-1 0-44-16,2 2-53 0,3 0-65 0,-3-4-76 15,8 3-77-15,-7-4-205 0,5 1-510 0,1-4 226 16</inkml:trace>
  <inkml:trace contextRef="#ctx0" brushRef="#br0" timeOffset="86265.82">16871 10131 146 0,'-4'-6'350'0,"-4"-1"-16"0,-4-1-9 0,1-1-14 16,-1 1-18-16,-1 6-5 0,5-6-9 0,-5 5-21 16,-2-4-30-16,3 3-12 0,-1 1-26 0,-4 2-18 15,-1 2-26-15,1 2-10 0,1 2-10 0,-11 5-13 16,6-1-16-16,-2 8-5 0,1 1-8 0,1 1-10 0,-1 6-10 16,7-1-9-16,0 1-1 0,1 1-6 15,0 2-3-15,9-1 4 0,-1 0-19 0,1-3 4 16,1 1-14-16,4-5-3 0,4-1-4 0,1-3-7 0,1-1-1 15,4-2 2-15,0-3-3 0,7-1 0 0,1-7-10 16,3-2 5-16,3-2-6 0,4-5-5 0,-5-3 7 16,5 0 2-16,-3-6 0 0,0-2-2 0,-4 0 4 15,2-5-1-15,-4-2-4 0,-4 1 8 0,-1-1 1 16,1-2 15-16,-8 4 11 0,0 5 24 0,-1-2 21 16,-1 5 14-16,-2 0 5 0,1 3 1 0,-1 0-6 15,-3 4-12-15,0 1-12 0,0 0-12 0,0 7-7 16,0 0-4-16,-7-5 0 0,7 5-12 0,0 0-4 0,-8 19-7 15,8-11-18-15,0 2-11 0,0 6-9 16,2 0-23-16,1 1-13 0,4 1-35 0,1 1-27 16,2-2-27-16,-2 4-33 0,7 0-50 0,-2-6-56 0,1 0-61 15,2-3-335-15,-1 0-735 0,5-3 325 0</inkml:trace>
  <inkml:trace contextRef="#ctx0" brushRef="#br0" timeOffset="86484.57">17354 10173 188 0,'0'0'399'0,"-2"-8"-11"0,2 8-11 0,0 0-5 16,0 0-16-16,0 0-4 0,15-6-20 0,-3 6-28 16,3 0-30-16,5 0-26 0,-1 0-26 0,10 2-22 15,-6-2-20-15,3 0-20 0,6 1-15 0,-6-2-32 0,4 5-39 16,-2-2-65-16,2-4-49 0,0 2-60 0,-2-3-53 15,-8 6-57-15,-1-7-77 0,3-2-71 16,-4 1-234-16,0-2-639 0,2-2 283 0</inkml:trace>
  <inkml:trace contextRef="#ctx0" brushRef="#br0" timeOffset="86875.18">17917 9701 52 0,'-9'-2'263'0,"9"2"-29"0,-6-5-17 0,6 5-4 16,0 0-2-16,-10 12-3 0,10-4 4 0,-5 6-11 16,5-2-11-16,0 8-13 0,5-2-15 0,-2 8-13 0,2 1-17 15,-3 3-11-15,3 0-15 0,1 1-4 16,-4-1-12-16,5 13-9 0,-6-12-4 0,6-1-11 16,-4-2-2-16,1 1-11 0,-3-2-5 0,6-8-20 0,-7-1-11 15,6-2-13-15,-6-8 0 0,9 4-2 0,-9-5-1 16,6-4-5-16,8 1-4 0,-6-3 0 0,-8-1-2 15,23-5 4-15,-8-3 0 0,0 2 3 0,3-3 2 16,0-2-2-16,2 3 21 0,-2-3 5 0,4 3 9 16,3-4 4-16,-7 5 11 0,3-2 4 0,3 3 5 15,-6 3-5-15,0-2 10 0,3 4-5 0,-4 1-5 16,3 1-11-16,0 6 5 0,-5-3-6 0,0 0-7 16,1 4 11-16,-6 3-13 0,5-3-8 0,-8 7 5 15,2-3-17-15,-4 5 11 0,0-2-5 0,-3 3-1 16,-2-6-2-16,-3 7 8 0,-2-2-2 0,-5-2 0 15,-5-1-2-15,-7 2 1 0,-4 0-5 0,1-5 4 0,-10-2-18 16,6-2-23-16,-18-2-37 0,4 0-42 0,-3-4-55 16,-5-4-64-16,-4-8-82 0,0-2-283 15,-1 2-637-15,1-6 282 0</inkml:trace>
  <inkml:trace contextRef="#ctx0" brushRef="#br0" timeOffset="91722.37">14486 6414 173 0,'0'0'330'0,"0"0"-12"0,0 0-7 0,0 0 2 0,0 0-7 15,0 0-12-15,0 0-2 0,0 0-31 0,0 0-9 16,0 0-13-16,0 0-19 0,-2-12-10 16,2 12-10-16,0-7-16 0,0 7-14 0,-2-9-11 0,2 9-11 15,2-10-10-15,-4 5-13 0,4-6-8 0,-2 7-5 16,0-4-11-16,0 0-4 0,0-2-9 0,2 1-1 16,-2-2-5-16,5 3-6 0,-5-4-10 0,0 0-5 15,0 1-5-15,6-1-3 0,-6 0-6 0,2 5-9 16,-2-1 2-16,0-3-2 0,0 7-6 0,6-2-4 15,-6 0-4-15,0 6-3 0,0-8-4 0,0 8-4 16,0 0-4-16,0-7-10 0,0 7-2 0,0 0-13 16,0 0-17-16,0 0-3 0,0 0 8 0,0 0-1 15,9 14 5-15,-4-7 1 0,-2 0 8 0,0 6-5 16,1-4 2-16,4 9 0 0,-3-4 4 0,0 1 2 16,-2 4 0-16,4-3 1 0,-2 2 0 0,-2-2 3 15,4 4-15-15,-1-4 0 0,-4 2-4 0,3-1-6 0,1 0-3 16,-6 2-2-16,5-4 12 0,0 0-8 0,0-1-18 15,-3 2 11-15,0-7-6 0,1 6 8 16,-1-5 1-16,1 1-2 0,-3-2-12 0,0 0 15 0,0-2-3 16,3 0 18-16,-3-3-15 0,0-4 3 0,2 11 13 15,-4-4-4-15,2-7-7 0,0 8 13 0,0-8-7 16,-3 5 2-16,3-5 1 0,0 7 4 0,0-7 5 16,0 0-4-16,0 0 2 0,-3 5-1 0,3-5-1 15,0 0-5-15,-5 5-1 0,5-5 13 0,-4 5-13 16,4-5 7-16,-5 2-5 0,-1 5 2 0,6-7 3 15,-8 4-1-15,3 0 2 0,0-1 5 0,0-1-6 16,-2 3 6-16,4 0-3 0,-4-1 2 0,7-4 4 16,-12 5 0-16,6 0-3 0,-2-2 5 0,6 0-5 0,2-3 2 15,-8 7 3-15,1-3-2 0,0 0 1 16,7-4 7-16,-6 3 0 0,6-3-5 0,0 0 3 16,-7 5-6-16,7-5 7 0,0 0 1 0,0 0 2 0,0 0-2 15,-8 1 6-15,8-1 1 0,0 0 26 0,0 0 8 16,0 0 14-16,0 0 9 0,0 0 11 0,0 0 8 15,0 0-1-15,0 0-6 0,0 0-4 0,0 0-6 16,0 0-7-16,0 0-4 0,0 0-7 0,0 0-1 16,0 0-5-16,0 0-3 0,0 0-8 0,13-15-4 15,-13 15-6-15,8-7-5 0,-1 5 0 0,3 2-7 16,-3-3-11-16,-7 3-16 0,21-2-7 0,-1-1-16 16,-5 0-26-16,3 2-17 0,0-2-25 0,0 0-21 15,2 1-29-15,0 2-34 0,-2-4-42 0,-1 3-59 16,1-4-64-16,-8 3-248 0,10 1-656 0,-3-1 291 15</inkml:trace>
  <inkml:trace contextRef="#ctx0" brushRef="#br0" timeOffset="93747.61">17442 6236 270 0,'0'0'392'0,"-7"-4"-6"15,7 4-7-15,0 0-1 0,0 0-16 0,0 0-7 16,0 0-15-16,-5-5-22 0,5 5-24 0,0 0-24 16,0 0-23-16,0 0-22 0,0 0-23 0,0 0-20 15,0 0-21-15,0 0-17 0,12-10-13 0,-12 10-9 16,10-3-21-16,-10 3-27 0,18-1-23 0,-8 1-45 15,5 0-45-15,-4 0-46 0,9-4-46 0,-7 5-35 16,2-2-47-16,5 2-48 0,-3-1-67 0,-4 0-55 16,2 3-248-16,1-3-683 0,-1-3 301 0</inkml:trace>
  <inkml:trace contextRef="#ctx0" brushRef="#br0" timeOffset="94466.34">17880 6104 291 0,'0'0'295'0,"0"0"-3"0,0-5 6 0,0 5-10 16,-5-6-21-16,5 6-4 0,-5-9-4 0,5 9-7 15,2-9-8-15,-2 0-6 0,3 1-7 0,2 4-9 16,-5-4-24-16,0-2-12 0,5 2-17 0,-3-1-7 16,3-3-19-16,-5 1-12 0,5 0-10 0,-2 0-10 15,4-2-12-15,-1 0-6 0,-4-2-11 0,0 3 2 16,3 2-11-16,-5-2-10 0,6 8-8 0,-4-4-1 16,-2-2-2-16,0 4-12 0,0 6-3 0,0-11-2 0,0 11-4 15,3-7-7-15,-3 7-3 0,4-4-4 0,-4 4-9 16,0 0-7-16,0-7-10 0,0 7-13 0,0 0-3 15,0 0 7-15,0 0-6 0,0 0 0 0,1 18-6 16,6-10 15-16,-7 0-1 0,0 2 2 0,6 0 0 16,3 5 6-16,-4-1 7 0,-4 4-6 0,9-3-2 15,-5 1-9-15,2 4-9 0,-1 0-1 0,-4-3-6 16,5 3-6-16,4 6-8 0,-1-4 6 0,-5-2-7 16,-1-1-4-16,4-1-9 0,-2 4 8 0,3-7-3 15,-4 6 3-15,1-7-3 0,-1 2 4 0,0 3-1 16,0-6 5-16,-1 1-4 0,0-1 3 0,-2-3 7 15,1-1 13-15,-1-1-11 0,-4-1 6 0,4 1-1 16,-4-2 7-16,4 0 5 0,-2-6 2 0,0 9 4 0,0-9 0 16,-5 9 5-16,5-9 1 0,-6 1 2 15,6-1 0-15,-10 0 1 0,10 0 1 0,0 0 0 16,-17 0 3-16,17 0-1 0,-13 0-3 0,13 0 6 0,-13 0-5 16,13 0 4-16,-15 2-1 0,6-1 0 0,9-1-4 15,-13 5 6-15,13-5 1 0,-15 2-4 0,10 0 1 16,5-2-2-16,-11 7 1 0,6-6-1 0,5-1 4 15,-10 6 3-15,10-6-3 0,-12 1 0 0,12-1 3 16,-5 2-4-16,5-2 6 0,0 0 2 0,0 0 3 16,0 0-2-16,0 0 15 0,0 0 7 0,-10 3 6 15,10-3 8-15,0 0 6 0,0 0-6 0,0 0-4 16,0 0-3-16,0 0-4 0,22-12 3 0,-17 11-10 16,5-7 3-16,-4 7-3 0,4-2-1 0,2-1-6 15,1 1-6-15,0 2-16 0,-1-2-17 0,6-3-25 16,0 4-27-16,1-1-45 0,-1 6-57 0,5-3-65 15,5-3-70-15,-6 3-259 0,7 0-617 0,-2 0 273 16</inkml:trace>
  <inkml:trace contextRef="#ctx0" brushRef="#br0" timeOffset="101354.47">23341 5682 2263 0,'8'-14'197'0,"3"0"-20"0,-1-3-29 0,2 2 6 15,-2 3 4-15,-3-1 7 0,1 1-9 0,0 5-13 16,2-1-9-16,-2 1-4 0,-1 2-18 15,-4 2-9-15,2-2-15 0,3 2-15 0,-8 3 4 0,0 0-22 16,0 0-7-16,10 8-6 0,-3-1-8 0,-5 2-4 16,3 9-3-16,3-2 3 0,-5 7-2 0,1 5-8 15,-4-2 1-15,6 2-14 0,-3 2 10 0,-3 1-1 16,4-3-2-16,-3 2-1 0,-1-2-11 0,0 2 15 16,0-2-9-16,0 0 4 0,0-1 3 0,2-9-10 15,-2 3 6-15,5-3 0 0,-5-3-2 0,3-3 3 16,-3-1-1-16,0-1 2 0,0-3 11 0,4 3-14 15,-3-5 3-15,-1 2 5 0,0-7 24 0,0 0 32 0,5 4 31 16,-5-4-8-16,0 0-7 0,0 0-14 16,0 0-8-16,19-15-6 0,-13 6-3 0,9-2-14 15,-3 0 0-15,-2-1-7 0,3 0-1 0,-5 1-6 0,9-1-5 16,-2 1-5-16,-1 1 2 0,1 3-3 0,-1-4-11 16,0 5 3-16,-2-2-1 0,0 6-6 0,-1-5-3 15,2 7-2-15,-1 0-3 0,-4 0-2 0,6 5-14 16,-3-3 4-16,-1 5-1 0,-2-1 0 0,6-2 0 15,-6 4-14-15,0-1 0 0,-1 1 1 0,-2 1-3 16,-2-3 3-16,2 6 2 0,-5-1 4 0,0 1-2 16,0 0 4-16,-5-4 4 0,-3 3 3 0,-5 0 5 15,3-6 1-15,-5 7 3 0,-7-5-1 0,2-3 5 0,-5 3-2 16,-3 1 0-16,-1-8 2 0,7 1-1 16,-4-2-17-16,4 2-18 0,1-2-27 0,-1 1-42 15,2-11-39-15,5 8-40 0,0 1-47 0,2 0-63 0,10-4-74 16,-9 4-300-16,12 2-725 0,12-16 321 0</inkml:trace>
  <inkml:trace contextRef="#ctx0" brushRef="#br0" timeOffset="104021.24">26955 5733 319 0,'4'-12'331'0,"-4"9"-2"0,0 3 0 16,3-12-6-16,-6 6 2 0,6 0 8 0,-3 6-13 16,-3-12-7-16,3 6-9 0,0-2-14 0,-4 3-11 0,4-4-15 15,0 1-18-15,-1-2-13 0,-4-1-17 16,3 3-15-16,-3-4-23 0,5 4-16 0,-5 0-15 16,0-3-16-16,0 3-15 0,-3 0-13 0,1 1-11 0,2-1-11 15,-4 2-8-15,5-3-13 0,-7 6-6 0,2-3-6 16,-2 3-9-16,-2 0-4 0,-1 3-5 0,1 0-5 15,1 4-11-15,-4-1-11 0,-1 2-5 0,1 2-13 16,-1 5-7-16,1-1-10 0,-1 4-12 0,2 0 1 16,7 1-12-16,-5 1-6 0,6 4 3 0,-1-6-7 15,6 3-4-15,-3 1 9 0,5 1-14 0,0-5 4 16,0 3 9-16,7-2 3 0,1 1 1 0,-1-3 7 16,-1-1 6-16,9-3 1 0,-1 2 10 0,4-1 1 15,0-7 5-15,2 1-5 0,3-3 1 0,-2-1 2 16,6-2 8-16,-6-1 3 0,1-4 4 0,1 0-8 15,0 0 12-15,-8-3 4 0,5 0 1 0,-3 1 10 16,2-3 15-16,-4-1 7 0,0 0 15 0,-5-2 6 16,3 4 12-16,-6-1 9 0,6 0 2 0,-6 1 6 0,-5 1 2 15,6 1 1-15,-5-4-3 0,0 8-1 16,2-2-3-16,-1 3-8 0,-4 3-8 0,0-10-8 16,0 10-13-16,3-7-9 0,-3 7-9 0,0 0-3 0,0 0-1 15,0 0-2-15,0 0 0 0,8 17-4 0,-8-9-3 16,2 2-5-16,5 1-14 0,-4 0-8 0,4 3-3 15,1 1-9-15,3-1-11 0,-1 1-13 0,5 1-20 16,8-1-33-16,-3 0-34 0,8 0-42 0,-4-5-40 16,0 4-54-16,3-5-76 0,8-2-72 0,-14 0-270 15,2-6-757-15,5 3 335 0</inkml:trace>
  <inkml:trace contextRef="#ctx0" brushRef="#br0" timeOffset="108600.73">6878 13266 76 0,'-6'-16'388'0,"6"1"4"0,-8 0 2 0,1 1 0 15,7 2-3-15,-7 0-5 0,6 1-7 0,-4 1-22 16,3 1-21-16,2 1-21 0,0 3-26 0,0 5-28 0,0-11-27 15,0 11-31-15,-2-8-23 0,2 8-26 16,0 0-14-16,0 0-16 0,17 19-13 0,-10-6-7 16,7 5-14-16,-4-2-13 0,2 10-6 0,3-2-6 0,6 15-7 15,-4-3-5-15,-4 3-7 0,0-10 3 0,-3 2-9 16,2-3-8-16,-2 9-1 0,-2-6-6 16,-1-7-12-16,1 7-3 0,-3-7-4 0,-2-4-4 0,4-5 1 15,-5 3-12-15,1-9-2 0,0-2 5 0,6 4 8 16,-9-3-1-16,3-4 9 0,-3-4 5 0,1 3-3 15,-1-3-1-15,0 0 1 0,12-15-2 0,-9 4 0 16,2-4-1-16,-3-4-2 0,6-3 2 0,1-4-4 16,-1-1 1-16,5 3 0 0,-6-2 4 0,4 4 4 0,-1-2 2 15,-2 9 2-15,1-2-6 0,-3-2 2 16,8 5-1-16,-8 5-1 0,3-3-4 0,-3 2-2 16,-4 2 0-16,6-1-16 0,-3 5-12 0,-3 3-9 0,-2 1-8 15,15-2 0-15,-4 2-10 0,-11 0-4 0,17 9-5 16,-9 3 3-16,5-2-11 0,-3 7-1 0,-2-7 4 15,4 9-3-15,0-4 8 0,-2 1-4 0,-1 0-8 16,0-1-6-16,2 2 5 0,-1 1 1 0,-3 0 9 16,1-5 3-16,-1-2 4 0,-2-2 4 0,-2 0 13 15,2-1 7-15,-3-6 11 0,4 1 26 0,-6-3 5 16,0 0 7-16,0 0 6 0,12-10 13 0,-9 1 11 16,2-2 7-16,-2 2 13 0,4-7 7 0,0 1 11 0,1-1 0 15,-1-1 1-15,1-3 5 0,5 0-2 16,-1-3 4-16,-2 7-1 0,-2 1-5 0,0-1-4 15,5 1-12-15,-4 3-4 0,-3-1-25 0,4 4-7 0,-5 0-5 16,5 6-5-16,-5-3-9 0,7 4 1 0,-2 2-10 16,-10 0-3-16,21 5-4 0,-8 1-17 0,2 3-17 15,-3 3-12-15,1 0-22 0,2 6-19 0,0 5-20 16,1 0-22-16,4 0-24 0,-3-3-18 0,3-1-18 16,3 0-12-16,-5 0-15 0,2 0-16 0,2-1-15 15,4-1-28-15,-1-2-40 0,1-10-14 0,2 4-2 16,-1-2-11-16,1-3-197 0,-6-4-581 0,7-3 257 15</inkml:trace>
  <inkml:trace contextRef="#ctx0" brushRef="#br0" timeOffset="108944.47">8431 13270 176 0,'0'-19'239'0,"0"3"4"0,0 1 5 0,0 0 3 0,-8-1-8 16,-1 1-10-16,-2 7-14 0,1-3-14 0,0 3-13 15,-7 4-22-15,1 0-16 0,-6 2-9 16,1 4-20-16,1-1-12 0,-11 6 0 0,7 4-24 0,-2 2-6 15,3 1-6-15,0 2-11 0,1 4-5 0,1-1-11 16,6 1-3-16,-2-1-4 0,6 6-8 0,2-6 2 16,1-6-2-16,1 9-3 0,4-8-5 0,3 4-4 15,-2 2-1-15,4-2-2 0,0-5 2 0,3-1-2 16,-2-4-2-16,2-1-2 0,3-2-2 0,0-2 3 16,7 0-3-16,-6-3-4 0,6-4 1 0,-1-3-4 15,1 3 5-15,4-7 0 0,-1 3-5 0,-5-3 1 16,9-2 26-16,-13 2 10 0,5-4 16 0,-6 6 35 15,5-2 4-15,-5-4 20 0,-1 8 4 0,3-1 10 16,-5-1-1-16,2 5-9 0,-4-2-10 0,2 3-22 16,-5 3-11-16,7-5-17 0,-7 5-15 0,0 0-6 15,0 0-5-15,14 8-13 0,-7-3-19 0,-4 0-27 0,2 4-5 16,5 5-21-16,3-2-31 0,-1 0-31 0,0 3-23 16,1-2-15-16,2-2-32 0,0 1-36 0,5-1-41 15,-2-1-41-15,10-4-30 0,2 1-277 0,-7 1-653 16,5-1 290-16</inkml:trace>
  <inkml:trace contextRef="#ctx0" brushRef="#br0" timeOffset="109178.83">9123 13182 168 0,'-8'-3'248'0,"8"3"0"15,0 0-6-15,-25 9-5 0,10 0-4 0,0 2-4 16,-2 2-9-16,-1 5 1 0,-2 3-25 0,-1-2-9 0,4 7-20 15,-9 5-15-15,11-2-18 0,-2-4-9 16,1 4-10-16,-2 5-12 0,4-5-9 0,3-2-9 16,-1 1-11-16,4-2-18 0,-5-4-19 0,4-2-24 0,3-5-22 15,4 0-36-15,-4-4-30 0,4-3-19 0,-3 0-30 16,3-4-46-16,2-4-49 0,0 0-42 0,0 0-171 16,0 0-467-16,7-20 208 0</inkml:trace>
  <inkml:trace contextRef="#ctx0" brushRef="#br0" timeOffset="109350.7">8866 13299 199 0,'0'-9'270'0,"-5"1"-17"16,4 4-15-16,1 4-26 0,-4-6-22 0,4 6-18 15,0 0-11-15,0 0-11 0,0 0-4 0,-18 18-4 16,15-6-6-16,3-3-9 0,0 11-9 0,0-3-11 16,2 7-9-16,6-1-11 0,-3 4-7 0,5-3-3 15,-4 5-11-15,9-2-16 0,-3 1-34 0,-1-2-43 0,4 1-59 16,7 1-13-16,-1-12-95 0,1 7-255 0,1-7-485 15,0-1 215-15</inkml:trace>
  <inkml:trace contextRef="#ctx0" brushRef="#br0" timeOffset="109913.18">6344 12829 235 0,'-17'-5'346'0,"7"0"-2"0,-1-1 0 16,3 2-11-16,-1-3 6 0,4 2-8 0,2 3-34 0,3 2-28 16,18-13-31-16,12 6-15 0,25 2-30 0,29-3-19 15,17-1-12-15,48 0-4 0,11 8 5 16,-2-7-7-16,16 2-3 0,3 3-4 0,6-7-9 0,3 2-12 16,4-1-11-16,-6-1-14 0,1 3-3 0,-1 3-13 15,-9-4-7-15,-11 3-9 0,-5-1-5 0,-53 1-10 16,3-2-3-16,-6 3-7 0,-7-1-10 0,-10 0-19 15,-3-10-18-15,-30 9-27 0,3 5-26 0,-10-4-22 16,-11 3-27-16,-5-1-27 0,-12 3-16 0,0-3-23 16,-8 3-29-16,-3 3-40 0,-7-3-29 0,8 2-25 15,-8-2-33-15,0 0-27 0,-30 3-203 0,12 2-601 16,-13 0 266-16</inkml:trace>
  <inkml:trace contextRef="#ctx0" brushRef="#br0" timeOffset="110960.02">6526 12918 248 0,'-2'-4'273'0,"-3"0"-13"0,5 4-11 0,-8-5-22 15,8 5-22-15,-7-5-23 0,7 5-20 0,0 0-20 16,0 0-16-16,0 0-13 0,0 15-8 0,7-3-15 16,1 2-5-16,-3 5-4 0,5 5 1 0,-5 4-3 15,3 13-4-15,2-11-13 0,2 12 0 0,-4 0-2 16,-1 4 0-16,8 4 1 0,-9 3 12 0,8 23-10 15,-9-23 3-15,6 4-2 0,1-2 2 0,1 3 7 16,0-2 3-16,2-2-19 0,5 19 4 0,-7-23-7 16,-1 0-2-16,3-7-4 0,3 3 1 0,-2 0 3 15,-1-7-8-15,0-1-4 0,-3-7-4 0,-1-4-3 0,-2 0-4 16,4-3 0-16,-6-5 0 0,1-1 0 0,5 0-3 16,-6-1 1-16,1-5-2 0,0 2 0 15,-1-3 7-15,0-4 1 0,-6 2-5 0,4-3 1 0,3 1 2 16,-6-5 9-16,5 6 10 0,1-4 12 0,-6-1 6 15,4 2 11-15,3 0 6 0,-5-4-1 0,-4-1-1 16,14 1-2-16,-8 2-5 0,-6-3-6 0,15 0-5 16,-15 0-4-16,18-3-5 0,-9 2-4 0,4 0-6 15,-1-1-6-15,4-2 1 0,-1-1-9 0,2 2 2 16,4-1-7-16,1-4-1 0,6 5-5 0,2-6 3 16,-1 3-13-16,6-3 5 0,13 0 3 0,2-3-8 15,6 0-2-15,5-1 2 0,20-4-6 0,9 0 1 0,-4 0 0 16,5 2-4-16,10-4-1 0,-2 4-4 0,7 3 3 15,43-10-4-15,-51 13 1 0,11-2 1 16,35-1-1-16,-46 5 1 0,3-1-2 0,-2 1-1 0,-3-2 2 16,-2 4 3-16,-4 1 0 0,-4-3-4 0,-24 0 3 15,1 3-2-15,-3-1-3 0,6 4 8 0,-8-3-3 16,-5-4 3-16,3 6-5 0,-9-2 3 0,-1 1 0 16,-11-2 1-16,-4 2 1 0,-1-4 1 0,-2 2-3 15,4 1-1-15,-6 3 2 0,-4-2 1 0,-3 3-3 16,-2-5 0-16,1 3 1 0,-1 1 0 0,-6-2-1 15,4 3-2-15,-3-3 2 0,-2 3-1 0,1-2-1 16,-11 2 0-16,17 5-2 0,-9-5 2 0,-8 0 0 16,0 0 1-16,13 0-3 0,-13 0 4 0,0 0-6 15,0 0 1-15,9-5-4 0,-9 5 3 0,0 0-6 16,0 0 1-16,0 0-2 0,0 0 4 0,0 0 1 16,8-3 4-16,-8 3 1 0,0 0 0 0,0 0-1 0,0 0 2 15,0 0 0-15,0 0 19 0,-13-12 10 0,9 8 11 16,-1-4 9-16,-1 4 5 0,1-7 14 0,-2-2 3 15,-3-4 4-15,0-7-2 0,-3-3-6 0,-3-8-5 16,-6-12-2-16,6 2-6 0,-8-7-3 0,-2-1-4 16,-4-16-6-16,0-2-7 0,9 1 2 0,-9-3-3 15,17 20-8-15,0-23-4 0,-2 23-17 0,0-21-16 16,6 20-17-16,3 4-16 0,3-1-15 0,-4 9-5 16,2 1-14-16,2 12-17 0,3 4-24 0,-7 10-31 15,5-4-40-15,2 11-43 0,-3-1-66 0,0 4-49 16,3 5-22-16,-7-3-42 0,7 3-263 0,-11 18-737 15,-1-9 326-15</inkml:trace>
  <inkml:trace contextRef="#ctx0" brushRef="#br0" timeOffset="114991.13">5750 17010 13 0,'0'0'79'0,"-2"9"-3"16,2-9 3-16,-3 9 1 0,3-9 4 0,-5 8-3 16,3-6 7-16,2-2-11 0,0 7 3 0,0-7 2 15,0 0-2-15,-7 5 3 0,7-5 4 0,0 0-2 0,0 7 1 16,0-7 0-16,0 6-2 0,0-6 3 16,0 0-5-16,-8 5-4 0,8-5 2 0,0 0-4 15,-3 4-6-15,3-4-3 0,-3 5-7 0,3-5-2 0,-2 8-6 16,2-8-3-16,0 0-7 0,-5 4-4 0,5-4-2 15,0 0-1-15,0 0-2 0,-2 6-4 0,2-6 1 16,0 0-3-16,0 0-3 0,0 0-1 0,0 8-4 16,0-8 4-16,0 0-5 0,-6 4 2 0,6-4-2 15,-2 5 2-15,2-5 4 0,0 0 0 0,0 0 1 16,0 0-1-16,0 0 1 0,0 0-1 0,0 0-1 16,0 0 0-16,-7 6 2 0,7-6-3 0,0 0 7 15,0 0-1-15,-5 4-2 0,5-4 0 0,0 0-2 16,0 0 1-16,0 0-5 0,0 0 5 0,0 0 1 15,0 0-2-15,0 0-3 0,0 0 1 0,0 0 4 16,0 0-1-16,0 0 0 0,0 0 4 0,0 0 2 16,0 0 2-16,0 0-1 0,0 0 1 0,0 0-1 0,0 0 10 15,0 0-9-15,0 0 0 0,0 0-1 0,0 0-3 16,0 0-1-16,0 0-3 0,0 0 1 16,0 0-5-16,0 0 1 0,0 0-5 0,0 0 0 0,0 0 0 15,0 0 0-15,0 0-3 0,0 0 8 0,0 0-4 16,0 0 4-16,0 0 0 0,0 0-5 0,0 0 0 15,0 0 5-15,0 0 1 0,0 0-6 0,0 0 3 16,0 0-6-16,0 0-3 0,12-18 3 0,-12 18-2 16,2-5-2-16,4 1-1 0,-6 4-3 0,9-7 2 15,-3-1 0-15,6 4 10 0,-7 0-15 0,5-5 4 16,0 1-1-16,0-2-2 0,8 1-5 0,-10-1-1 16,9-2 0-16,-3 2 4 0,-2 1 3 0,3-3-5 15,0 1-3-15,1-1 9 0,-1-1 7 0,2-1-8 0,-1-1-2 16,4-2-3-16,0-2 2 0,0 0-3 15,-3 1-1-15,2-4 8 0,0 2-1 0,2 0-2 16,-4 1 0-16,-2 4-3 0,4-6 6 0,-2 5-15 0,3-6 11 16,-5 9-7-16,5-6 8 0,-2-4-6 0,2 3 6 15,-2 1-2-15,0 1-2 0,-3 1-1 0,2-2 2 16,-4 6 0-16,-3-4 9 0,5 5-2 0,-1-4-3 16,-2 4-3-16,0-3-4 0,-1 3 1 0,-2 0 5 15,4-2 14-15,-5 1-8 0,4 5 9 0,-1-6-6 16,-4 5 5-16,-1 1 3 0,3-3-4 0,-1-1-1 15,0 0 0-15,4 3-3 0,-4 0-5 0,0-3 7 16,-1 4-4-16,6-5-3 0,-3 3 2 0,2-1-3 16,-4 1 3-16,0-3-2 0,4 8-1 0,-2-9 2 15,0 4-11-15,0-4 3 0,-2 5-1 0,2-5 3 16,2 1 4-16,-4 2-3 0,2-4 2 0,1 7-6 16,-1-8 2-16,2 1-2 0,-2-1 1 0,-2 4 2 0,4-4 0 15,-2-2 0-15,1 2-2 0,1 1 3 0,1-2-5 16,-5 2 1-16,5-2 2 0,2 0-2 15,0-3-1-15,-3 3 2 0,-1 0 5 0,4-5-1 0,-1 5-2 16,0 2 1-16,8-9 1 0,-9 4-9 0,4-5 6 16,-2 3 0-16,5 1-3 0,-4 1 7 0,1 0-3 15,-4-2-4-15,2 7 2 0,1-4 7 0,3-2 1 16,-3 7-10-16,-3-3 2 0,4 6-9 0,-7-7 9 16,6 3-4-16,-4-3 3 0,1 3 0 0,2 0-2 15,2-5 1-15,-4 4 3 0,2-2 0 0,0-3-1 16,-4 2-1-16,-1 0 0 0,5-4-11 0,0 0 6 15,-2-2-5-15,0 0-3 0,-1 6-1 0,-4-6-1 16,6 2-10-16,-3-4 10 0,-3 3 2 0,6 2 2 16,-4-4-4-16,-4 6 16 0,7-2-9 0,-6 5 9 15,1 0-12-15,6-9 6 0,-6 10-1 0,3-6-6 16,-2 6 3-16,4 4-2 0,-6-6 8 0,1 3-1 16,0 2 1-16,4-3-2 0,-4 1 3 0,0 0-2 0,-1 3 0 15,1-4 4-15,0 7 1 0,6-5-3 0,-14 7-2 16,8-6 2-16,0 6 2 0,-3-3-1 15,2 4 3-15,1 0-5 0,-1-3 1 0,1 5 2 0,-3-3 1 16,3 2 0-16,-4-2-4 0,7 0 1 0,-9 1 0 16,4-1 6-16,3 3-6 0,-8 0 3 0,4-2 3 15,2 1-4-15,-4 1 4 0,2 0-1 0,0-3-2 16,2 4 13-16,-7 3-15 0,8-5-1 0,-6 0 0 16,-2 5 2-16,6-6 10 0,-4 3-15 0,-2 3 4 15,7-5 1-15,-7 5 1 0,0 0-4 0,6-4 3 16,-6 4-1-16,2-8 4 0,-2 8 0 0,8-4-6 15,-8 4 2-15,7-11 2 0,-6 9-8 0,4-3 5 16,-5 5 7-16,9-9-10 0,-4 5 8 0,-2 0 1 16,-3 4-2-16,8-7-3 0,-8 7 4 0,7-5-2 15,-2 4-1-15,-5 1-4 0,8-9 5 0,-8 9 4 16,0-5-2-16,0 5-6 0,0 0 2 0,0 0 3 0,0 0 1 16,7-5-6-16,-7 5 3 0,0 0 13 0,0 0-14 15,0 0 2-15,0 0-1 0,1-7-1 0,-1 7 0 16,0 0 3-16,0 0-2 0,0 0 4 0,0 0-9 15,0 0 3-15,7-4 5 0,-7 4 1 0,2-6-2 16,-2 6 3-16,0 0-2 0,5-3 2 0,-5 3 5 16,0 0-7-16,6-6-1 0,-6 6 2 0,0 0-3 15,0 0-2-15,2-6-1 0,-2 6 1 0,0 0 0 16,0 0-2-16,0 0 3 0,0 0-8 0,0 0 4 16,0 0 15-16,0 0-17 0,0 0 4 0,0 0-2 15,0 0-2-15,0 0 10 0,-28 6-6 0,20-2-5 16,-2 1 6-16,-5 5-6 0,0-5 1 0,-5 4 1 15,-3 6-5-15,-4-5 8 0,-3 6 2 0,6-1-1 0,-3 1-7 16,2 2 6-16,-3-6 2 0,5 3-3 16,3 3 2-16,-1-8-3 0,4 2 18 0,2 2-18 15,0-6 1-15,7 2 4 0,0-4-1 0,3-2 1 0,-5 1 6 16,10-5-5-16,-8 4 2 0,4-1 6 0,4-3-10 16,0 0 9-16,0 0 0 0,0 0 3 0,0 0-5 15,25-10 3-15,-13 5 0 0,1-5 1 0,0 3-4 16,4-3 2-16,-1-2-3 0,4 0 0 0,-5 0-1 15,2 2-5-15,2-2 7 0,-4 1 2 0,0 1-7 16,0 1 12-16,0 2 15 0,-2 1-2 0,-6-1 1 16,1 2 14-16,0-3-19 0,1 5 0 0,-1-1-10 15,0 0 7-15,-8 4-6 0,12-1-4 0,-12 1 3 16,15 0 1-16,-7 1-2 0,-1 4 21 0,1 1 10 16,7 3 1-16,-4 3-1 0,1 3 13 0,3 0-18 15,6 3-6-15,1 0-11 0,1 0 8 0,7 9 0 16,-2-8-15-16,2 1-19 0,-2-1-43 0,0 3-40 0,5 5-38 15,-8-6-48-15,0 1-66 0,-2-2-81 0,-11-3-310 16,4 1-685-16,-8 1 302 0</inkml:trace>
  <inkml:trace contextRef="#ctx0" brushRef="#br0" timeOffset="116069.22">5559 17796 231 0,'2'-11'236'0,"-4"1"-6"0,4-7 7 16,-2 7-3-16,2-4-4 0,-2 3-9 0,0-5-4 15,-2 3-3-15,-3-2-7 0,0-6-12 0,0 6-2 16,-2 2-6-16,-1-6-21 0,0 6-3 0,-5-1-5 0,6 1 0 15,-3-1-13-15,2 0-11 0,-5 4-14 0,4 2-7 16,-4 1-17-16,5 5-12 0,-12-3-5 0,5 5-12 16,-3 3-6-16,-2-3-4 0,0 7-11 0,2 2 0 15,-5 6-7-15,-2 5-5 0,2-1-5 0,1 1 3 16,1 6-1-16,6 1-5 0,-2-4-11 0,-4 4 6 16,4-3-7-16,2 3-2 0,4 0 3 0,-4 0-2 15,7-1 3-15,-1-1-7 0,3 1 0 0,6-10-10 16,0 6 4-16,0-5-2 0,6 0 4 0,-4-5-8 15,5 1 6-15,1-5 5 0,7 1-5 0,3-4 1 16,-2-4 0-16,14-1-3 0,-10-1 5 0,10-4-3 16,-5-7-1-16,3 2 3 0,-2-4-1 0,1-1 1 0,-6-8 3 15,3 4-9-15,-3-1 8 0,1-4-4 0,-1 4 18 16,-6 5 4-16,0-7 22 0,-2 9 23 16,-3-5 6-16,-3 6 6 0,-1 0 3 0,1 1 0 0,-5 6-1 15,3-3 0-15,-4 1-20 0,-1 0-7 0,8 3-12 16,-8 4-9-16,5-1-1 0,-5 1-4 0,0 0-2 15,10 8-2-15,-5 0-5 0,2-1 1 0,-2 2-3 16,7 5-1-16,-4-1-2 0,5 1-3 0,2-1 1 16,-5 1 3-16,5-2-12 0,-2 0-8 0,2-1-12 15,1-3-20-15,4 3-22 0,-3-6-30 0,6-1-34 16,-3-4-27-16,1 0-26 0,3-3-17 0,-3-2-16 16,-1 2-24-16,-3-9-23 0,-1 0-26 0,2 0-37 15,-3-4-52-15,-5 1-228 0,0-4-645 0,2-7 286 16</inkml:trace>
  <inkml:trace contextRef="#ctx0" brushRef="#br0" timeOffset="118111.2">11059 16940 112 0,'0'0'175'0,"0"0"16"0,0 5 7 0,0-5 10 15,0 0-3-15,0 0-8 0,0 0-9 0,0 0 0 16,0 0-6-16,0 0-7 0,0 0-7 0,-6-20-4 16,6 13-1-16,-2-1 3 0,-3 0 0 0,4 0 7 15,-6-4 2-15,0 6-7 0,1-10 0 0,-1 4 4 16,-1-4-3-16,-1 2-3 0,-4-1-8 0,-3-6-21 15,1 0-7-15,-3 0-3 0,-7-2-1 0,3 1-12 16,-9-11 0-16,1 2-7 0,-1-4-11 0,-4 2-6 16,3-1-11-16,-7 0-2 0,2 0-5 0,1-4-8 15,-1 6-5-15,-1-7 2 0,0 4 6 0,2 5 2 16,1-7-4-16,-5 0-1 0,9 5 2 0,-6 2 6 0,3-4 5 16,4 0-7-16,2 5-3 0,-2-1-8 0,5 6 0 15,0-1-6-15,5 4-3 0,-4-3-4 16,4 0-8-16,-2 3 0 0,1-4-3 0,1 3-3 0,3 6-6 15,-3-9-1-15,1 3-5 0,2 3 0 0,-4-1-1 16,6 9 7-16,3-5-11 0,-3 5-2 0,4-3 1 16,-6 2-2-16,4 0-2 0,-2-1-1 0,2 3-1 15,-4 1-2-15,1-1 6 0,-3 1-5 0,1-3-3 16,-2 1 0-16,5 7 0 0,-4-7-2 0,-1 4 1 16,-2 0-3-16,1-1 2 0,2 2 3 0,-4-2 6 15,2 1-11-15,-1 3 0 0,6-4 2 0,-4 4-1 16,2-5 2-16,3 1-2 0,0 2-3 0,-3-2 5 15,1 3-1-15,0-3 0 0,-2 1-1 0,7-1 3 0,-6-1-2 16,3 3-2-16,5-1 4 0,-2-1 0 16,-2-3 0-16,4 4-1 0,-4-5 0 0,-1-1 0 15,7 5-1-15,-5-1 3 16,0-8 4-16,4 9-3 0,-5-6 2 0,0 1 0 16,3-3-5-16,1 1 1 0,-13-2 6 0,14 2-10 15,-7-2 7-15,4 4-2 0,1-6 0 0,-4 6-2 0,1-5-1 0,3 2 0 16,-6-4 8-16,1-1-10 0,4 6 2 0,-4-3 2 15,6 3-3-15,-5-8-1 0,3 8-1 0,-3 2 6 16,0-3-6-16,1 5 3 0,5-4-1 0,-2 0-3 16,-4 0 2-16,6 6 3 0,1-7 4 0,-2 5-5 15,-1-1 0-15,2 0 5 0,0-2-9 0,-3 2 2 16,5-3-3-16,1 11 3 0,-3-7 1 0,3-1-4 16,-1 5-1-16,4-2 7 0,-4 1-2 0,2 3-1 15,2-2 0-15,-4-1 8 0,2 3-13 0,2-1 0 16,3 6 2-16,-8-9 1 0,6 6-1 0,2 3 1 15,-8-6-9-15,8 6 5 0,-5-10-3 0,3 7-5 16,2 3-2-16,-8-7-6 0,8 7-2 0,-3-5-2 0,3 5-2 16,-9-3-1-16,9 3-4 0,-6-7 0 0,6 7 1 15,-7-2 1-15,7 2 1 0,-6-2-2 16,6 2 1-16,0 0 1 0,-7-6-1 0,7 6-1 0,-3-6-5 16,3 6-2-16,-7-3-4 0,7 3-3 0,-7-5-5 15,7 5-5-15,0 0-18 0,-6-4-6 0,6 4-9 16,-2-8-13-16,2 8-27 0,0 0-31 0,-5-3-27 15,5 3-24-15,-3-5-28 0,3 5-36 0,0-8-55 16,0 8-42-16,5-7-307 0,0 2-737 0,3 2 326 16</inkml:trace>
  <inkml:trace contextRef="#ctx0" brushRef="#br0" timeOffset="118704.93">9093 14536 143 0,'0'0'163'0,"0"0"-12"15,0 0-12-15,0 0 0 0,0 0 5 0,0 0-6 16,0 0 0-16,-13 12-7 0,8-8-5 0,-3 1-7 16,1 0 1-16,-3 1-2 0,-7-3 2 0,4 1-4 15,-2 5 0-15,-6-2-7 0,4-3-2 0,-4-1-6 16,-6 1-3-16,1 1-7 0,-1-1 2 0,-2-2-6 16,0 4-3-16,8-3 6 0,-2-1-13 0,1-2 5 15,4 0 6-15,-2 0 3 0,0 0-3 0,4-2 10 16,6 2 6-16,-2-3 2 0,-3-2 4 0,9 4 1 15,-3-1 4-15,9 2 1 0,-14-4 1 0,14 4 0 16,-14-5-6-16,14 5-5 0,-8-3-12 0,8 3-2 0,-5-2-6 16,5 2-12-16,0 0-1 0,-8-2-9 0,8 2-7 15,0 0-4-15,0 0-10 0,0 0-1 0,0 0-5 16,0 0-9-16,0 0-7 0,0 0 1 0,0 0-4 16,-15 0-6-16,15 0-6 0,0 0-2 0,0 0-7 15,0 0 7-15,0 0-5 0,-2 7 0 0,-1-2 2 16,3 2 0-16,0-7-3 0,3 12 3 0,-3-4 3 15,2 3-3-15,3-4-2 0,-2 2 3 0,2 6-1 16,2-3-1-16,-4 3-2 0,7 1 3 0,-7 10 0 16,9-10 1-16,-2 6-4 0,5 3 2 0,0-2 1 15,-2-3 8-15,-3-2-8 0,5 5-1 0,-2-7 3 16,2 8-6-16,0-2-18 0,-4-5-22 0,-1 6-29 0,5-1-31 16,-3 2-45-16,-4-5-34 0,0 0-44 15,-8 2-60-15,5-2-83 0,-5 3-300 0,2-5-725 16,-4 1 321-16</inkml:trace>
  <inkml:trace contextRef="#ctx0" brushRef="#br0" timeOffset="119736.15">11672 17028 323 0,'0'-5'372'0,"1"0"-17"0,-1 5-26 0,0-8-32 0,0 8-42 16,5-3-25-16,-5 3-25 0,0 0-19 0,0 0-19 15,0 0-16-15,0 21-7 0,2-12-16 0,3 7-18 16,-3-1-6-16,-1 12-6 0,4-3-15 0,-3 3-4 16,5 5-4-16,1-3-7 0,-8 8-9 0,5-5-3 15,1-3-3-15,-2 13 0 0,-1-6-12 0,-3-6-4 16,2 2-4-16,-2-2 3 0,-2-2-10 0,-1-1-3 15,-1 0-1-15,-1-7-1 0,5 1 9 0,-1-5-15 16,-4 3 1-16,5-6 0 0,0-1-4 0,0-3 1 16,0 1 14-16,0-2-11 0,-3-5 8 0,3-3 28 0,3 7 1 15,-3-7 3-15,0 0-9 0,0 0-3 16,28-10-2-16,-13 2 2 0,0-2-7 0,6 0-1 16,-4-4-9-16,4 1 9 0,3-3-5 0,0 5 11 0,3-3-13 15,-2-4 3-15,0 4-6 0,-4 7 2 0,4-5-8 16,-5 4 5-16,1 3-8 0,-4 1-1 0,3 0 3 15,-4 3-14-15,2 1 7 0,-8 0-6 0,10 1 9 16,-12 3-11-16,2 4 1 0,2-2 9 0,-7 2-11 16,0 1-3-16,-3 1 6 0,-2 0-3 0,0 5-2 15,0 1 6-15,-7-5 13 0,-6 6 11 0,-2-2 11 16,-5-1-5-16,-8 6-5 0,3-6 9 0,-8 3-13 16,-5-4-2-16,-7 2-3 0,0-6-1 0,-1 0-2 15,-4-3-1-15,1 0-8 0,6-5-25 0,-2-1-28 16,10-1-37-16,4-2-46 0,8-2-40 0,4-5-35 15,0 5-43-15,4-2-52 0,6-5-64 0,1 0-318 0,3 0-732 16,5-3 324-16</inkml:trace>
  <inkml:trace contextRef="#ctx0" brushRef="#br0" timeOffset="138060.31">4743 15496 52 0,'0'7'232'0,"0"-7"-1"0,0 0-8 16,0 0-9-16,9 2-7 0,-9-2-5 0,0 0-11 15,0 0-6-15,0 7-10 0,0-7 3 0,0 0 9 16,0 0-18-16,0 0-2 0,0 0 4 0,0 0 4 16,6 3 3-16,-6-3 11 0,0 0 9 0,0 0 5 15,0 0 3-15,0 0 0 0,0 0-3 0,0 0 5 16,0 0 1-16,0 0-16 0,0 0-19 0,9-12-18 15,-8 5-12-15,-1 7-8 0,0-10-16 0,3 0-16 16,-1 0-11-16,0 2-9 0,6-6-4 0,-5 2-13 16,-3-6-5-16,7 3-9 0,-4-4-5 0,4 5-3 15,-2-1-6-15,-3 3-2 0,4-1-2 0,-4 4-1 16,3-1-9-16,-4 0-1 0,-1 3-2 0,0-1-5 16,7 1-2-16,-7 2 4 0,0 5-9 0,2-7-3 15,-2 7-4-15,1-5-5 0,-1 5-4 0,4-5-6 16,-4 5-20-16,0 0-4 0,0 0 6 0,0 0-2 0,0 0 4 15,16 11 4-15,-11-5-4 0,0 1 5 16,0 4 0-16,2-2 2 0,-1 5 6 0,1-1 1 16,1 5 2-16,-4-6-1 0,2 7-1 0,1 0 1 0,-1-4-9 15,3 2-11-15,-4 1 1 0,1 1-4 0,-2 0 2 16,2-1-1-16,-1-1-3 0,0-1-1 0,-3 0-2 16,1-1-3-16,2 2 2 0,-3-7-3 0,3 6 1 15,-4-5-1-15,1-3 3 0,0 5 1 0,1-3-1 16,-1-3-3-16,-1 2 5 0,4-5-1 0,-5 3 2 15,2-2 5-15,0 0 0 0,3 1 13 0,-5-6-12 16,0 8 8-16,0-8 0 0,0 0 0 0,0 4 5 16,0-4 2-16,1 6 7 0,-1-6-8 0,0 0 1 15,0 0-4-15,0 8-14 0,0-8-2 0,0 0-6 0,0 0 1 16,0 5 1-16,0-5-3 0,0 0 20 16,0 0-9-16,0 0 2 0,-3 7 5 0,3-7 1 15,0 0 9-15,-3 5-5 0,3-5 0 0,0 0 4 0,-2 5 4 16,2-5 3-16,-7 6-3 0,7-6 6 0,-8 4 0 15,8-4 21-15,-13 4-20 0,8-3 2 0,-5 2 7 16,2-2 5-16,-2 2 9 0,-2-1 8 0,2 1 1 16,-3 0 9-16,0-3 3 0,1 2 7 0,-1 0 1 15,0-2 6-15,-1 3 2 0,4 1 8 0,-4-4-2 16,14 0 1-16,-15 1 3 0,6-1 0 0,9 0 1 16,-15 0-7-16,15 0-2 0,-11 2-1 0,11-2-4 15,-8 1-4-15,8-1-3 0,0 0 4 0,0 0-1 16,0 0-7-16,0 0 0 0,0 0 4 0,0 0-12 15,0 0-1-15,0 0 1 0,0 0-8 0,36-8-1 16,-16 5-4-16,3 1-8 0,-5-3-6 0,14 2-10 16,-6-3-22-16,4 5-8 0,0-6-19 0,3 2-30 15,-2-3-27-15,-3 3-41 0,2 1-29 0,-2-4-30 16,-6 4-34-16,-6-1-36 0,-1 2-59 0,0-2-61 16,-1-2-238-16,-5 3-691 0,0-2 306 0</inkml:trace>
  <inkml:trace contextRef="#ctx0" brushRef="#br0" timeOffset="138935.28">5490 15078 239 0,'0'0'257'0,"0"0"-7"0,-10-6-8 0,10 6-13 15,-5-1-10-15,5 1-13 0,0 0-13 0,-8-11-10 16,8 11-12-16,-2-3-11 0,2 3-11 0,-7-5-14 16,7 5-18-16,-16-2-10 0,4 0-8 0,6-1-8 15,-4 1-5-15,-4 2 3 0,8-3-2 0,-9-1-6 16,-2 3-4-16,2 1-1 0,2-3-1 0,3 3-2 16,10 0 0-16,-23 0 0 0,13-2 2 0,10 2-8 15,-16 0-8-15,16 0 2 0,-14-5-4 0,9 4-5 16,5 1-4-16,0 0-3 0,-9-3-3 0,9 3 3 15,0 0-10-15,0 0-1 0,0 0-5 0,0 0-8 16,0 0-8-16,0 0 3 0,0 0-2 0,0 0 1 16,0 0-3-16,11 16-8 0,-8-8 1 0,4-3 0 15,0 2 2-15,-1-1-4 0,-1 3-9 0,0-3 8 16,2 3 1-16,-1 3-11 0,-1-5 15 0,2 7 0 0,-4-1-7 16,4 6 1-16,1-4-4 0,-1 0 13 0,-1 2-13 15,-1 3 1-15,-1-3 3 0,2 2 2 16,1 1 0-16,3 4-4 0,-10-5 2 0,5 2 3 0,5-2-4 15,-5 1 3-15,0-2-1 0,1 0 13 0,-1 0-20 16,2 1 1-16,0-4 0 0,-6 4-1 0,6-1 2 16,-1-4 7-16,1 0-7 0,-5 4 1 0,4-8 1 15,-6 9-11-15,7-4 10 0,0 2 5 0,-4-6-3 16,0 1-10-16,-1 2 10 0,3-2 0 0,0-4 1 16,-5 4-2-16,3-1 1 0,-1-3 1 0,4-1-3 15,-6-3 7-15,2 3-2 0,-2-2 8 0,7 0-3 16,-7-1 8-16,0-4 3 0,6 5 10 0,-6-5 10 15,7 6 5-15,-7-6-3 0,7 3-11 0,-7-3 7 16,11 0 7-16,-11 0-13 0,15-1-6 0,-3 1-5 16,1-5 3-16,2 2-18 0,3 1-22 0,0-5-42 15,4 2-35-15,-2-2-16 0,-1 1-47 0,3 3-62 16,-2-4-62-16,11-1-42 0,-14-1-305 0,4 0-680 0,-1 1 301 16</inkml:trace>
  <inkml:trace contextRef="#ctx0" brushRef="#br0" timeOffset="140075.92">5928 15366 58 0,'2'-8'183'0,"-2"8"-2"0,3-12-9 0,-3 11 2 0,0 1-2 16,0-9-3-16,-3-1-3 0,6 3-5 0,-3 7-2 15,-3-12-3-15,1 4-5 0,1 0-4 0,-1 0 0 16,-3 1-15-16,0-1 0 0,2 1-10 0,-4-1-5 16,1 1-10-16,-1-1-9 0,-1 1-7 0,1 2-14 15,1 0-7-15,-3-2-4 0,3 6-10 0,-3-3-8 16,-4 2-11-16,13 2-2 0,-16 0-1 0,2 3-6 15,6-3-3-15,1 8-5 0,-6-5-6 0,5 2 7 16,0 3-5-16,-2-4-1 0,-2 7-5 0,5 3 3 16,-1-2-3-16,2 1-3 0,-1-4 5 0,0 6-3 15,6-1-5-15,-6 2 3 0,5-5 0 0,-4 6-2 16,6-7 3-16,-4 3-2 0,8 2-5 0,-4-3 3 16,1 0 18-16,3-3-20 0,-1 3 0 0,2-4 0 15,-2 0 5-15,2 3-10 0,4-5 6 0,-3 0 18 16,2-3-12-16,1 0-3 0,1 0 2 0,0-1-3 0,-10-2-3 15,21-2 1-15,-13-1 4 0,7 0-4 16,-6 0 0-16,2-3 4 0,-3 0-5 0,1 0-1 16,-1 0 19-16,4-3 14 0,-6 1 3 0,-2-1 5 15,2 1 6-15,-1-3 14 0,-2 0 14 0,-1 3-5 0,3-3 11 16,0 3 4-16,-3-1 5 0,-1 3 0 0,1-1-1 16,-2-2 1-16,3 1-3 0,-3 8 6 0,4-7-11 15,-4 7-4-15,0-9-8 0,0 9-3 0,3-4-9 16,-3 4-5-16,0 0-7 0,2-7-6 0,-2 7-4 15,0 0-3-15,0 0-9 0,0 0-5 0,0 0-3 16,0 0-8-16,0 0 1 0,0 0-5 0,0 0 5 16,0 0-3-16,16 11 0 0,-11-3-1 0,0-4-4 15,0 0-13-15,2 3-6 0,1 1-15 0,-1 0-20 16,1-4-22-16,5 3-33 0,-6 1-26 0,3 0-31 16,0 1-31-16,-1-3-41 0,3-3-42 0,0 3-56 15,3-3-322-15,-7 1-710 0,7 0 314 0</inkml:trace>
  <inkml:trace contextRef="#ctx0" brushRef="#br0" timeOffset="140575.99">6144 15077 2 0,'0'0'237'0,"0"0"-16"0,0 0-17 15,0 0-10-15,0 0-12 0,0 0-18 0,41 1-2 16,-31-1-14-16,8 1-15 0,2 2-12 0,0 1-13 15,5-3-7-15,-4 6-13 0,6-2-11 0,1 0-9 16,-7-3-4-16,6 1-6 0,-6 5-6 0,-2-5-4 16,-1 3-6-16,-3 0-5 0,0-2-3 0,-2 1-3 15,-5-1-6-15,0-2-3 0,7 3-2 0,-10-4-1 16,-5-1-1-16,8 4 1 0,-8-4 7 0,9 3 16 0,-9-3 11 16,0 0 7-16,0 0-2 0,6 3 5 0,-6-3 1 15,0 0-5-15,5 4-3 0,-5-4-2 16,0 0 7-16,0 0-9 0,0 0-6 0,-15 8 3 0,10-1-8 15,-1-3 4-15,-1 2 0 0,-1 1-3 0,1 1 0 16,-9-1 3-16,7 4-4 0,-4 0-6 0,-2 2 1 16,0-1-3-16,2 0 0 0,-2 3-7 15,0-6 1-15,1 5-6 0,0-6-3 0,3 4 2 0,1 1-4 16,-5-6-22-16,7 3-33 0,1-2-33 0,4-4-35 16,-4 1-37-16,2 2-39 0,5-7-41 0,-3 7-67 15,3-7-200-15,0 0-531 0,0 0 235 0</inkml:trace>
  <inkml:trace contextRef="#ctx0" brushRef="#br0" timeOffset="141247.84">6715 14837 31 0,'0'0'236'0,"0"0"-24"0,0 0-21 0,0 0-22 16,0 0-16-16,0 0-17 0,0 0-14 0,0 0-10 16,0 0-10-16,0 0 2 0,0 0-7 0,1 22 3 15,4-15-10-15,-3 1-8 0,3 3-4 0,0 4-9 16,1-2-2-16,-1 1-3 0,-1 1-4 0,2 1-7 15,-4 4-1-15,3-7-8 0,-3 5-3 0,4-2-1 16,-6-1-4-16,2 0-10 0,-2-1 3 0,5-1-5 0,-5 3 1 16,0-8-5-16,0 3 1 0,0-3-3 0,0-1 0 15,0-1-2-15,0-6 5 0,0 7 26 16,0-7 10-16,2 3 15 0,-2-3 11 0,0 0 16 16,0 0-2-16,0 0-11 0,0 0-5 0,0 0-8 0,0 0-8 15,0 0-11-15,19-15-1 0,-9 12-12 0,-5-2-2 16,4 0-1-16,-3-2-9 0,2 0-1 0,6 7-3 15,-6-2-4-15,0-3-1 0,5 4-4 0,-3-1 0 16,0 2-8-16,-10 0 2 0,19 0-3 0,-13 2-4 16,7 2 2-16,-6-1-3 0,3-2 1 0,-3 6-2 15,-1 0-6-15,1-1 5 0,-1 1-7 0,-1 0 8 16,-5 0-6-16,4 3 8 0,-4-2-5 0,-4 1 3 16,-1-1 0-16,-1 1 3 0,-6-1 1 0,4 0-4 15,0-2 4-15,-7 3-4 0,0-3 0 0,0 0-2 16,-2-2-15-16,-2 4-18 0,-3-2-26 0,1-5-31 15,2 2-29-15,-1-1-37 0,4-2-45 0,4 3-47 16,-3-3-253-16,6 0-545 0,9 0 241 0</inkml:trace>
  <inkml:trace contextRef="#ctx0" brushRef="#br0" timeOffset="148918.54">6961 14676 36 0,'-3'-3'248'0,"3"3"-5"0,-5-6 5 16,5 6 4-16,0 0-1 0,0 0-5 15,-3-7-11-15,3 7-7 0,0 0-7 0,-5-4-2 0,5 4-12 16,0 0-12-16,-2-7-9 0,2 7-6 0,0 0-25 15,0 0-6-15,0 0-15 0,-3-8-14 0,3 8-15 16,0 0-8-16,0 0-12 0,0 0-9 0,0 0 2 16,0 0-8-16,0 0-29 0,0 0 7 0,0 0-6 15,0 0-7-15,0 0-3 0,13-4-4 0,-6 1 4 16,-7 3-8-16,16 0-1 0,-8-1-6 0,6 1-2 16,-14 0-7-16,20-2 12 0,-12-3-10 0,2 5-2 15,0 0 2-15,-2-1-1 0,-8 1-3 0,16-1-3 0,-6 1 1 16,-10 0-8-16,14 0 8 0,-14 0 1 15,13 0-3-15,-13 0 4 0,0 0-5 0,8 1-3 0,-8-1-8 16,7 1 1-16,-7-1 2 0,0 7-10 0,0-7 12 16,8 5-7-16,-8-5 5 0,3 3 1 0,2 5-1 15,-5-1-5-15,7-3 13 0,-7 3-7 0,0-1 2 16,0 0 2-16,3 2-13 0,1 0 14 0,-4 0 2 16,1 4-2-16,8 0 2 0,-5 3-2 0,3-1-1 15,-5-1 7-15,4 2-3 0,1 3-7 0,-5-8 3 16,4 10-4-16,8-6 3 0,-13 5 1 0,6-4 0 15,1 1-2-15,-3 1 11 0,3-2-6 0,-3-1 5 0,-1-2 2 16,2 3-9-16,-1-3-1 0,0 1 2 16,-2-1 8-16,-1-3-10 0,5 6 7 0,-6-8-8 15,4 6 6-15,-3-4-5 0,5 1 6 0,-7-2-4 0,5-1 7 16,-4 3-5-16,3-2-1 0,1-4-3 0,-5 3 7 16,1 1-5-16,2 1-1 0,-3-3 1 0,2-1-2 15,0 2 4-15,-1 1-2 0,3-4 4 0,-4 3-1 16,0-7-4-16,3 7 6 0,-3-1-5 0,0 0-1 15,0-6 0-15,3 9 7 0,-1-3-6 0,-2-6-2 16,2 8 4-16,-1-3 0 0,3 0 4 0,-4-5-4 16,1 9-2-16,-1-9 1 0,0 8 1 0,0-3-9 15,0-5 5-15,4 8-2 0,-4-8 3 0,0 6 7 16,0-6-3-16,-4 8 0 0,4-8-2 0,0 0 3 16,0 0-4-16,0 7 5 0,0-7-1 0,0 7 4 15,0-7 1-15,0 0 5 0,-1 6 9 0,1-6-4 16,0 0 5-16,0 0 0 0,0 0 3 0,-4 8 5 0,4-8-9 15,0 0 4-15,-8 6 11 0,8-1-8 0,0-5 1 16,-12 9 0-16,3-5-10 0,-1-1 7 0,0 3-6 16,-9 0 4-16,1 2-34 0,0-1-23 0,-12 1-57 15,0 2-63-15,-13 0-62 0,5 1-76 0,-11 1-111 16,7-3-253-16,-7 5-706 0,2-7 312 0</inkml:trace>
  <inkml:trace contextRef="#ctx0" brushRef="#br0" timeOffset="160530.75">9950 15423 57 0,'0'0'290'0,"0"-9"-11"16,0 9-14-16,7-7-4 0,-7 0-21 0,0 3-14 15,5-7-9-15,-3 4-10 0,-2 1-13 0,6-1-12 16,-6-5 4-16,7 4-9 0,-5-1-5 0,3-1-2 16,-4 1-2-16,6-4-13 0,-6 1-3 0,4 0 1 15,-3 0 0-15,-2 0-15 0,7 2-6 0,-6-2-7 16,-1 0-10-16,5 0-7 0,-3 1-3 0,5 3-2 15,-6-3-1-15,3-1-5 0,-3 3-3 0,1-2-4 16,6 4 0-16,-8-1-10 0,0 1-2 0,3-1-8 16,-1 3-7-16,-2 5-5 0,2-8-10 0,-2 8-7 15,0-3-7-15,0 3-5 0,5-6-8 0,-5 6-6 16,0 0-1-16,0 0-2 0,0 0-1 0,0 0 3 0,10 10-5 16,-5 1 0-16,-4-3-3 0,6 0-1 0,-4 6 0 15,2 4-2-15,2-3 6 0,-2 3-7 0,-2 2 1 16,5 3 0-16,-3-3 1 0,4-1-2 0,-3 4 0 15,1-2-1-15,-1 0 3 0,3 4-3 0,-3-7 1 16,3 2 0-16,-1-2-3 0,-1 0 1 0,1 3-3 16,-2-5-2-16,3-1-4 0,-1 2-3 0,0 0-1 15,-1-4-1-15,1 1 0 0,-8-2 2 0,7 2 2 16,-4-8-4-16,0 3 1 0,1-1-3 0,-3-2 3 16,1 0-8-16,0-3 10 0,1 6 2 0,-3-9 0 15,0 7-1-15,0-7 4 0,3 3 3 0,-3-3-2 16,0 0 3-16,-10 7-2 0,10-7 4 0,-11 4-5 0,4-3 10 15,7-1-8-15,-15 3 2 0,7-3-1 0,-5 4 2 16,3-3 0-16,0 2 3 0,-3-2 3 16,3 1 5-16,-2-1-4 0,1 3 5 0,2-4-1 0,-2 1-2 15,-1-1 8-15,12 0 4 0,-16 0 1 0,16 0 0 16,-15 2 1-16,15-2-1 0,-14-2 2 0,14 2 2 16,0 0 1-16,-8 2 3 0,8-2 7 0,0 0 3 15,0 0-3-15,0 0 1 0,0 0-9 0,0 0-2 16,0 0-6-16,33-14-5 0,-15 9-9 0,1 1-7 15,2-2-13-15,-1 1-8 0,8-2-19 0,-3 2-20 16,1-2-33-16,6 4-42 0,-9 1-31 0,7-4-33 16,-10 2-27-16,-4 3-31 0,6-6-46 0,-7 3-59 0,-4 3-60 15,-2-1-224-15,1 0-701 0,-4-1 310 0</inkml:trace>
  <inkml:trace contextRef="#ctx0" brushRef="#br0" timeOffset="161280.72">10765 14958 110 0,'0'0'237'0,"-7"-11"-8"15,7 11-14-15,-5-7-8 0,4 1-12 0,1 6-16 16,-7-7-13-16,-1 3-5 0,4 0-12 0,-1-2-5 16,-8 0-11-16,5 4-6 0,0-3-10 0,-6 1-11 15,4 1-2-15,0 0 0 0,-6-6-10 0,1 5-4 0,0 0-6 16,7-3-4-16,-5 5-8 0,1 0-2 15,0-2-5-15,3-1-2 0,-3 3-10 0,4-3 1 16,8 5-8-16,-14-2-6 0,14 2-4 0,-11 0-3 0,11 0-6 16,-10-5-8-16,10 5 2 0,0 0-2 0,0 0-3 15,-7 11-2-15,7-7 1 0,0-4-4 0,2 11 0 16,-2-11 7-16,0 12-9 0,2-4-1 0,-1 3 4 16,4-2-4-16,-1 3-5 0,0-1-1 0,0 4 2 15,2 3-3-15,1 2 2 0,-2-3 1 0,5 8 0 16,-5 0 10-16,2 2-11 0,-3 0-3 0,3 0 4 15,3 0 1-15,-5 3-1 0,2-2 14 0,-1 3-8 16,1-3 6-16,-5 1-11 0,4-1 9 0,1 5-2 16,-7-4 7-16,6-2 3 0,-4-4 15 0,0 0-11 15,3 1 4-15,-4-5 3 0,6 1-4 0,-7 1 14 16,5-6 4-16,-3 3-10 0,-1-6 12 0,7 7 6 16,-4-11-4-16,-3 4-1 0,4-1 9 0,-3-8 9 0,6 5 6 15,-3 3 1-15,-1-5-3 0,2 0 0 16,1-2-2-16,1 1-7 0,5-1-3 0,1-2-6 15,-3-1-9-15,7-1-2 0,-1 0-7 0,4 0-6 0,-4 0-32 16,1-1-35-16,2-2-36 0,7 0-43 0,-11-2-33 16,6 2-30-16,-1-2-49 0,-4-2-61 0,3 3-58 15,-4-4-291-15,4 0-691 0,-5 0 305 0</inkml:trace>
  <inkml:trace contextRef="#ctx0" brushRef="#br0" timeOffset="162124.44">11187 14878 206 0,'0'0'332'16,"5"-12"-9"-16,-5 11-23 0,0 1-26 0,3-7-33 16,-3 7-25-16,0 0-25 0,0 0-22 0,0 0-18 15,3 16-15-15,-1-4-14 0,0 3-12 0,3 3-9 16,-4 2-9-16,4 3-8 0,-3-3-10 0,3 7-3 15,-2 0-7-15,1-3-6 0,-3 3-6 0,-1-1-7 0,2 2-2 16,0-9-4-16,-2 1 4 0,0-1-13 16,3 0-1-16,-1-1-4 0,-2-5-8 0,0-1 4 15,0-3 0-15,1 1 1 0,-2-2 2 0,2-4 18 0,4 1 25 16,-3 0 31-16,-2-5-9 0,0 0-3 0,0 0-15 16,0 0-3-16,20-14-6 0,-14 14-10 0,4-11-2 15,0 7-4-15,-5-5-9 0,7 3-1 0,-2 1-11 16,5-3 4-16,-6 1-4 0,5 5-11 0,-1-3 3 15,0 2 0-15,-3 1-5 0,3 4-6 0,-13-2-2 16,22 1-1-16,-12 4 0 0,-4 2-3 0,8 0-2 16,-6 0 18-16,0 2-14 0,-1 2-8 0,-2-3 5 15,0 4 6-15,0 4 0 0,-4-8-16 0,4 9 11 0,-5-4 0 16,-1-1 3-16,-4-1-3 0,-2-3 7 16,0 0 3-16,-2 1 0 0,-3-1 6 0,-5 1 0 15,3-3-2-15,-8 0 4 0,2-1-2 0,-3-2-8 0,0-2 1 16,0-1-9-16,-4-1-25 0,7-1-10 0,-1-3-13 15,3 2-22-15,-1-2-30 0,1-3-28 0,2 1-45 16,1-1-53-16,5-3-63 0,10-1-57 0,1 2-218 16,8-7-610-16,-3 2 270 0</inkml:trace>
  <inkml:trace contextRef="#ctx0" brushRef="#br0" timeOffset="162577.54">11736 14913 84 0,'0'0'290'0,"0"0"-25"0,0 0-15 15,0 0-9-15,0 0-19 0,0 0-16 0,0 0-21 16,0 0-16-16,0 0-17 0,30 6-13 0,-22-2-14 16,4 4-13-16,3-4-12 0,1 7-8 0,1 1-7 15,0-3-9-15,2 3-8 0,-2-3-4 0,8 6-8 16,-7-5-5-16,5 5-4 0,-3-6-5 0,-3 2-5 16,4-2-2-16,-8 3-3 0,4-4-4 0,-2-6 1 15,-2 3-5-15,-3-2 0 0,-5 4-4 0,2-3-3 0,-7-4-1 16,8 1 2-16,-3 4 13 0,-5-5 15 15,6 2-2-15,-6-2 9 0,4 5 6 0,-4-5 1 16,0 7 13-16,0-7 3 0,-10 7 4 0,3-2-11 0,-6-2 2 16,3 4-14-16,-8 0 5 0,1 3-17 0,-3 0-5 15,4-2 15-15,-9 9-17 0,0-2-10 16,2-1-1-16,-5 1-4 0,8 1-22 0,0-5-20 0,-1 6-37 16,4-6-24-16,-1 2-43 0,1 0-37 0,7 0-49 15,-1-4-59-15,7-2-66 0,-7 0-198 0,11 1-576 16,0-4 255-16</inkml:trace>
  <inkml:trace contextRef="#ctx0" brushRef="#br0" timeOffset="163218.16">12615 14917 122 0,'0'-9'235'0,"-1"1"-10"0,1-2-8 16,-2 0-3-16,-1-1-9 0,3 4-13 0,-4-1-12 0,-1 0-6 16,4 0-14-16,-4 2-15 0,-4 1-18 15,1-2-9-15,0 2-11 0,0 2-11 0,-6 1-8 16,4 0-10-16,-9 2-4 0,-1 2-6 0,3 0-5 0,1 5-1 16,-4 1-10-16,3 2-5 0,2-3-3 0,-5 7-1 15,12-6-4-15,-7 7-5 0,2 2-5 0,5 0 2 16,-5 0-7-16,4-2-1 0,3 5 0 0,-1-2-1 15,7-2-8-15,5-1 3 0,-5-3-1 0,2 8 0 16,6-9 3-16,-1 2-2 0,1-1 0 0,3 0 0 16,-1-6-4-16,5-2 1 0,7 1-1 0,-1-3 0 15,1-2-2-15,-1-2-2 0,-1-3-3 0,-2 3-2 16,2-6 1-16,-3-1 3 0,-1 0-4 0,4 0 4 16,-8-5-4-16,3 7 2 0,-4-9 0 0,-1 5 5 15,-5-2 24-15,2-4 14 0,-2 4 16 0,-5-3 28 16,1 6 9-16,-1-2 5 0,0 3 12 0,0 1 4 15,-1 2-6-15,1-3 1 0,0 9-19 0,0-8-17 0,0 8-8 16,-5-7-9-16,5 7-12 0,0 0-5 16,0 0-2-16,0 0-2 0,-12 15-8 0,9-6-6 15,3 2-6-15,0 0-10 0,0 4-14 0,0 0-15 0,0-3-18 16,3 3-13-16,0 2-28 0,6-2-22 0,-4 2-29 16,1-5-29-16,4 3-38 0,-3-3-48 15,1-2-53-15,9-2-52 0,-11-4-249 0,8-1-642 0,-1-1 284 16</inkml:trace>
  <inkml:trace contextRef="#ctx0" brushRef="#br0" timeOffset="163796.26">12769 14490 341 0,'-8'-3'349'0,"8"3"8"16,-7-1-2-16,7 1-8 0,0 0-7 0,-8-5-17 0,8 5-21 15,0 0-27-15,0 0-26 0,0 0-30 0,0 0-17 16,0 0-20-16,0 0-20 0,23-6-15 0,-11 6-15 16,-12 0-13-16,21 0-14 0,-11 0-11 0,12 3-8 15,-6-3-9-15,-2 1-7 0,-1-1-11 0,3 3-6 16,-6 1-1-16,2-3-12 0,-2 1-1 0,1-1-6 15,-1 3-6-15,-1-2-3 0,0 0-1 0,0 2 2 16,-3 0-13-16,3-1-2 0,-3 5-1 0,1-4 0 16,-2 1 1-16,0 5-6 0,0-3 3 0,-2 0-3 0,5 5 2 15,-4-4 3-15,-1 1-8 0,5 7-2 16,-1 0 3-16,-5-1-2 0,9 0 0 0,-9 5-4 16,6 6 7-16,-3-2 1 0,3 4 0 0,-1-10 7 0,1 8-6 15,-1-1 2-15,-7-4-4 0,8 3 4 0,0 4 3 16,-4-2 15-16,-1-6 2 0,2 7 6 0,-3-10-3 15,3 9 2-15,-4 0 17 0,1-4 9 0,1-7-15 16,-1 4 10-16,-2 1 4 0,2-2 0 0,-4-3 4 16,4 1 6-16,-4 1 6 0,0 0-4 0,-1-4 0 15,3 2 1-15,-3-3-2 0,-2-3 4 0,3 5 1 16,-3-6 4-16,3 2-19 0,-3 0-6 0,5-1-3 16,-3-1-4-16,-2-1-2 0,-2 0-2 0,6 4-5 15,-6-8 1-15,7 3 0 0,-6 0-5 0,4 3-7 16,-3-3 2-16,3-2 1 0,2-4-1 0,-6 9-4 15,4-4 6-15,-5 1 0 0,1-2 8 0,6-4-4 0,-8 5 3 16,-1 2-9-16,-4-4-1 0,6 2 7 0,-14-1-40 16,6-1-27-16,-7 2-55 0,3-2-66 0,-11 1-89 15,-3-2-101-15,-12 7-90 0,5-6-122 0,-16-2-352 16,0-1-983-16,-29 5 436 0</inkml:trace>
  <inkml:trace contextRef="#ctx0" brushRef="#br0" timeOffset="173082.29">23021 16716 357 0,'3'-9'402'0,"1"0"-3"0,-3-1-3 15,1 2-17-15,0 2-14 0,3-2-26 0,-5 4-28 16,0 4-29-16,1-8-31 0,-1 8-30 0,0-4-27 0,0 4-20 15,0 0-18-15,0 0-15 0,0 0-20 16,0 0-11-16,12 21-8 0,-9-12-12 0,1 6-13 16,-1 2 0-16,5-1-11 0,-5 5-10 0,7 1-3 0,-1 5-2 15,-3-1-7-15,3 2-4 0,-3-2-4 0,2 2 1 16,1-4-13-16,-3 2-17 0,4 0-38 0,-5-7-37 16,9 3-30-16,-6-7-32 0,3 4-28 0,-7-6-30 15,7 5-33-15,-2-7-42 0,-1 1-56 0,0-7-28 16,0-2-243-16,2 2-638 0,-5-3 283 0</inkml:trace>
  <inkml:trace contextRef="#ctx0" brushRef="#br0" timeOffset="173410.4">23344 16848 92 0,'0'-4'231'0,"2"-3"-24"0,-2 7-26 0,0 0-19 15,0 0-16-15,0 0-17 0,0 0-10 0,0 0-11 0,1 20-11 16,4-10-9-16,-3 2-10 0,3 8-10 0,0-5-4 15,0 1-5-15,1 2-3 0,-2 1-1 16,2-4-8-16,6 1 3 0,-2-3-7 0,-4 4-4 0,-1-8-2 16,4 0 22-16,1 0 25 0,-2-1 20 0,-1-6 14 15,6 3 4-15,-5-5-9 0,-8 0-4 0,22-7 9 16,-13 2-7-16,3-3 2 0,1-1 5 0,-3-2 14 16,5-5 7-16,0 3 2 0,-8-4 4 0,6 1 4 15,-2 4 4-15,-1 0-8 0,0-2-7 0,-1 5-7 16,-3 2-10-16,3-2-15 0,-3 2-12 0,2 0-14 15,-1 2-11-15,1-2-5 0,2 7-10 0,-10 0-11 16,18 7-6-16,-9 0-6 0,1-1-16 0,1 1-20 16,-2 8-15-16,2 2-24 0,-1-5-24 0,2 5-36 15,-2-2-21-15,-1 2-26 0,-4-2-26 0,2 1-32 16,0-1-39-16,-6 1-42 0,6-7-55 0,-5 9-243 16,3-14-637-16,-5 4 282 0</inkml:trace>
  <inkml:trace contextRef="#ctx0" brushRef="#br0" timeOffset="174771.24">23610 16343 135 0,'0'0'264'0,"0"0"6"0,0 0 5 0,0 0 13 16,0 0 8-16,0 0 5 0,0 0 17 0,0 0 5 0,0 0-16 15,0 0-15-15,-5-17-11 0,5 17-17 16,0-10-13-16,0 0-14 0,0 0-12 0,0 1-11 0,-1-3-11 16,1-3-15-16,-2-1-16 0,2-3-15 0,0-6-12 15,-2 6-9-15,-2-8-19 0,-1-7-10 0,1-8-10 16,1 2-7-16,0-2-11 0,-2-3-7 0,3 0-9 16,-3-3-7-16,3 0-4 0,2-2-4 0,-6-1-2 15,4 1-9-15,-3 0-4 0,5 0-3 0,0 3-2 16,-6-6 1-16,4 6-6 0,-5 0-2 0,7 0-3 0,-6 9-4 15,4-4 1-15,-5 17 1 0,7-4 6 16,0 4-1-16,-1 6 4 0,-3-3-1 0,4 8 0 16,-3-6-2-16,-2 7-5 0,5 1 6 0,0 3-5 0,0-1-4 15,-2 5-7-15,2 5 0 0,0-12-1 0,0 12-12 16,0-10-9-16,0 10-11 0,0 0-7 0,0 0-6 16,0 0 1-16,0 0 5 0,0 0 2 0,0 0 4 15,0 0 2-15,10 22 1 0,-10-17 5 0,0 5-3 16,5-3 7-16,-5 5 0 0,0-4 2 0,0 1 2 15,0 4-1-15,5-6 5 0,-3 5 3 0,-2 2-7 16,0-2 2-16,-2 3 1 0,2-3 2 0,-5-3-9 16,5 3-7-16,-1-2-3 0,-3 2-6 0,4 3-2 15,-3-3-7-15,-4 2-1 0,2 1-3 0,-4-2-5 16,2 1-2-16,0 4-10 0,1-3-14 0,-3 0-6 16,8-6-3-16,-6 6 1 0,5-6 7 0,-2 0-3 0,-3 0 3 15,5-1 3-15,-4-1 17 0,6-3-4 0,0-4 3 16,0 9 15-16,-4-2 12 0,4-7 19 0,0 0 13 15,0 0 0-15,0 0 2 0,0 0-1 0,4-23 0 16,2 12-1-16,-4-6 4 0,5 2 15 0,1-11-1 16,5-1 6-16,-5 3 3 0,6-8 1 0,-8 7 10 15,2 0 14-15,-1-1 6 0,-4 2 12 0,7 4 10 16,-6 1 11-16,2 1 4 0,-1 1-3 0,-3 4-2 16,-2 1-6-16,2 3-5 0,-2-2-16 0,4 6-4 15,-4-2-13-15,0 7-11 0,2-7-11 0,-2 7-10 16,7-2-4-16,-7 2 0 0,0 0 4 0,15 20-8 15,-2-6-11-15,2 0-16 0,0 6-20 0,5 2-27 0,-4 4-38 16,2-2-31-16,7 0-36 0,8 6-30 0,-3 1-36 16,-2-2-33-16,4 0-56 0,-4-9-54 0,0 3-66 15,-5-11-225-15,4 4-726 0,-6-6 321 0</inkml:trace>
  <inkml:trace contextRef="#ctx0" brushRef="#br0" timeOffset="176005.58">23235 13914 135 0,'11'-9'242'0,"3"-2"-6"0,-1 3-2 16,-5-6-10-16,7 1-3 0,-8-3-5 0,1-2-1 15,0 4-4-15,-3-8-14 0,-2-1-6 16,-3-3-5-16,4 2-9 0,-8 3 0 0,1-5 0 0,-4-1-4 16,1 8-9-16,-4-5 2 0,-5-2-6 0,2 6-9 15,-4-3-9-15,4 10-13 0,-2 2-15 0,2-3-8 16,-4 4-16-16,4 1-9 0,-2 4-10 0,2 1-9 15,6 1-8-15,-9 6-3 0,6-2-10 0,-2 6-6 16,6 3-5-16,-3 7-1 0,3 1 9 0,2 10-14 16,4 0-7-16,4 14-1 0,4 2-2 0,5 2 2 15,2-1-2-15,8 3 5 0,-9 6-8 0,9-4 2 16,-2 3-1-16,2-2 0 0,4-1-2 0,-4-6-4 0,4 1-1 16,-8 2 8-16,1-10-9 0,2 3-1 15,-6-11 3-15,-7 3-5 0,4-5 9 0,-5 0-29 16,0-10-24-16,-6 0-16 0,1 0-31 0,-1-7-19 0,1 0-18 15,-3-1-6-15,0-1-13 0,-5-2-20 0,2-3-26 16,3-3-35-16,-7 5-49 0,7-5-48 0,0 0-217 16,-19-12-584-16,14 1 258 0</inkml:trace>
  <inkml:trace contextRef="#ctx0" brushRef="#br0" timeOffset="176239.94">23135 14077 305 0,'-6'-4'331'0,"1"-4"4"0,0 6-11 0,5 2 2 16,-7-7 1-16,7 7-18 0,-6-4-15 0,6 4-26 16,0-7-35-16,0 7-22 0,13-2-28 0,2-3-18 15,6 3-20-15,2 2-38 0,7-2-26 0,13 1-28 16,-8 1-32-16,13 1-36 0,3-1-42 0,-6 3-41 15,-9 1-53-15,9-2-57 0,-10 0-66 0,-5 4-263 16,1-2-580-16,-9-4 258 0</inkml:trace>
  <inkml:trace contextRef="#ctx0" brushRef="#br0" timeOffset="176829.72">23751 13902 2 0,'-2'-11'290'0,"-1"2"-3"0,3-6-2 0,-2 3-5 16,-2-5-8-16,0-3-13 0,3 7-6 0,2-7-27 15,-2 2-22-15,1 0-15 0,3 0-16 0,-3 0-24 16,6 1-14-16,-4-1-12 0,5 5-12 0,-2 1-11 16,1 1-9-16,-2 1-11 0,1 4-11 0,-4-1-9 0,3 0-9 15,1 2-8-15,-5 5-2 0,9 0-7 16,-9 0-7-16,0 0-4 0,12 12-4 0,-10-5-1 16,3 5-4-16,-4 3 1 0,3 3-4 0,-1-1 3 0,-1 8-5 15,3 1-4-15,-5-3 5 0,1 4-7 0,-1 0 4 16,5 2 2-16,-3 0-1 0,-2-4-1 0,8 1 2 15,-8-3-1-15,7-3-3 0,1 4-1 0,-8-6 1 16,7 0 0-16,-1-3-1 0,3 0 1 0,-3 0 1 16,1-5-1-16,-6-3-3 0,6 2 4 0,-2-4 1 15,-3-2-2-15,4 5-2 0,-6-8 5 0,9 2-4 16,-9-2 2-16,0 0-4 0,0 0 1 0,0 0 1 16,0 0-3-16,0 0 1 0,0-18-1 0,-9 10-4 15,1 5-2-15,-4-5 3 0,4 4 0 16,-7-7-1-16,2 7 0 0,-2-1-1 0,5 4 4 15,-3-5-2-15,6 2-5 0,-4 2 4 0,2 0-1 0,9 2 2 16,-13-4 7-16,13 4-12 0,-11 0-1 0,11 0 6 16,0 0 1-16,0 0 1 0,0 0 2 15,0 0-1-15,0 0-1 0,29 8 3 0,-10-2 0 0,1-5-1 16,8 2 4-16,6-2-8 0,-4 1-2 0,5 1-23 16,-2-1-22-16,2-1-30 0,-5 0-30 0,-2 6-36 15,-2-7-42-15,-6 0-42 0,2-4-52 0,-14 4-214 16,0-3-536-16,-1-1 237 0</inkml:trace>
  <inkml:trace contextRef="#ctx0" brushRef="#br0" timeOffset="178064.05">22339 13282 156 0,'-6'-4'297'0,"-1"1"-4"16,4-2-9-16,-4-3-9 0,5 1-8 0,2 7-34 0,-5-10-20 15,7 4-25-15,1 0-18 0,6 0-20 0,1-1-16 16,5 0-19-16,6 3-9 0,9-4-7 0,19 5-7 16,4-2-13-16,12 0-11 0,24 2-6 0,4 3-6 15,5 0-5-15,3 4-7 0,0 0-5 0,44 4 0 16,-40-9-7-16,-3 9-1 0,-1-3-4 0,0-3-5 16,-7 4-1-16,-1 0 2 0,2 2-4 0,-8-7-2 15,-4 2 0-15,-22-2-6 0,4 4 1 0,-6-5-2 16,-1 0-3-16,-8-3 3 0,-5 3-6 0,-11-3 12 15,0 0-4-15,-13 0-6 0,1-3 1 0,-6 4 2 16,4-2 1-16,-10 3 17 0,5-6 25 0,-9 3 0 16,6 1 9-16,-9-2 6 0,4 2 16 0,1 2-26 15,-8 1-5-15,13-8 1 0,-13 8-5 0,0-3-12 0,0 3 0 16,0 0-5-16,7-5-6 0,-7 5-5 16,0 0-15-16,0 0-3 0,0 0-3 0,0 0 12 0,0 0-8 15,13 13 2-15,-11-2-3 0,-2-4 2 0,2 4 12 16,1 5-14-16,-1 4-3 0,4-2-1 0,1 7 5 15,-1 2-4-15,3 3-7 0,2 10 4 0,1 2-2 16,-2 5 2-16,3-1 7 0,0 8-5 0,-1-3 3 16,1 3 13-16,2 2-18 0,5 16 0 0,-14-18 4 15,4-1-9-15,7 2 13 0,-2-4-4 0,-9-2-1 16,8-5 4-16,1 1-2 0,-7-5 0 0,5-2-2 16,-11-11-5-16,4-1 6 0,1-1-1 0,3-7-7 15,-7 0 16-15,-1-3-7 0,5-3 7 0,-6-3 0 0,-1 0 20 16,5-2 32-16,-3 1 11 0,3-5 21 15,-5-3 15-15,3 8 14 0,-3-4 5 0,0-4 5 16,0 0-1-16,0 0-15 0,0 0-12 0,0 0-9 0,0 0-13 16,7 4-7-16,-7-4-7 0,0 0-8 0,0 0-8 15,0 0-9-15,0 0-16 0,0 0-10 0,0 0-13 16,0 0-7-16,-17-11-4 0,9 6-7 0,-2 3 5 16,-13-2 3-16,1 1-9 0,-1-2 7 0,-5 4 0 15,-10-5 0-15,-5 5-2 0,-5-3 2 0,-8 1 2 16,-4-2 1-16,2 1 1 0,-23-1-8 0,15 0 4 15,-15 4 3-15,-7-4-2 0,5 5-4 0,2-2 7 16,20 4 0-16,-24-2-1 0,4 9-1 0,-1 0 3 0,-9 0-2 16,4 7 2-16,1-5 2 0,5-2 0 15,0 7-2-15,20-5 0 0,1 4 0 0,-4-2 1 16,3 5 1-16,1-2-4 0,4 0 6 0,-4 0-1 0,4-2-3 16,8 6 1-16,0-9 3 0,15 1-3 0,-7 5-2 15,10-10 3-15,0 4 0 0,6 0 3 0,-3 1-5 16,4-4 5-16,1 3 4 0,8-3-2 0,-1-5 0 15,3 2 2-15,2 0 13 0,-1-2 7 0,-1 0 3 16,2-2 0-16,-2-1-1 0,3 0 0 0,9 0 2 16,-22-5 2-16,17 2 6 0,-8-5-5 0,5 4 0 15,-2-1 1-15,3-2 0 0,-6-1-5 0,4-3 0 16,1 3 2-16,-5-3 3 0,3-1-3 0,-2-1-4 16,1-1 2-16,-2-1 4 0,1-3 4 0,0 4-2 15,-1-4 8-15,0 5 10 0,3-5 1 0,-2 0 1 16,-4-3 9-16,-4 0 16 0,5 0-16 0,7 4 11 0,-5-2 14 15,4 1-9-15,-4-6 0 0,3-1-3 0,2-1-8 16,-5-1-7-16,3 0-11 0,1 0 5 0,-2-3-9 16,8-2-7-16,-9 4-5 0,5-2-2 0,-8-15-3 15,9 16-23-15,6 2-12 0,-2 0-16 0,0 0-27 16,2-1-33-16,0-1-48 0,0 4-51 0,2-1-57 16,5-1-62-16,-6 2-60 0,6 7-69 0,3-9-80 15,-3 9-413-15,4 1-998 0,1 2 441 0</inkml:trace>
  <inkml:trace contextRef="#ctx0" brushRef="#br0" timeOffset="181565.45">23423 13197 142 0,'0'0'243'0,"-10"-15"-9"16,10 15 0-16,0 0-8 0,0 0-4 0,0 0-7 0,0 0-8 16,-1-8-5-16,1 8-12 0,0 0-4 0,0 0-7 15,0-4-2-15,0 4-5 0,0 0-4 16,0 0-9-16,0 0-4 0,1-9 5 0,-1 9-16 0,0 0 5 15,-1-9 0-15,1 9-7 0,0-9-1 0,0 3-1 16,0 6-5-16,-4-14 0 0,3 7 1 0,-2-4 1 16,-1 2-4-16,1-2 0 0,0-9 7 0,1 4-1 15,-1-3-2-15,-1-6-6 0,4-5-9 0,-3-3-12 16,0-10-7-16,3-4-9 0,3-6-9 0,0 2-12 16,-6-3-3-16,10-19-11 0,-4 14-5 0,4-17-6 15,1 2-3-15,-2 1-9 0,4 21 5 0,-3-26-7 0,3 22-2 16,-7-1 12-16,10 1 4 0,-3-22-1 15,-1 23 1-15,4-2-1 0,-6-18-2 0,2 19-2 16,-5-2 5-16,-3 3 5 0,6 0-1 0,-4 3 1 0,-3 1-3 16,4 0-10-16,-3 1 3 0,-2 6 7 0,1-3-1 15,0 3-5-15,-4 1 0 0,8 13-2 0,-4 1 1 16,-4-2-2-16,4 4-4 0,-3 0 11 0,-4 1 16 16,7 7-22-16,-1 6 10 0,2-7-18 0,-2 6-6 15,-3 1 0-15,-4-2-3 0,7 4-4 0,1 1 4 16,-4 1-6-16,4 0-9 0,-3 3 19 0,3 6-15 15,0-9-4-15,0 9-2 0,-7-11-3 0,6 9 1 16,1 2-3-16,0 0 2 0,0-10 1 0,0 10-6 0,0 0 0 16,0 0 0-16,1-10 0 0,-1 10 0 15,0 0 0-15,0-5 0 0,0 5 0 0,0 0 0 0,0 0 0 16,7-7 0-16,-7 7 0 0,0 0 0 0,-8-6 0 16,8 6 0-16,1-14 0 0,-1 14 0 0,0-4-6 15,0-2-4-15,7-1-3 0,-7-1-1 0,0 2 1 16,0 0-7-16,0-3 0 0,0-1-2 0,0 3 17 15,0-1-20-15,0-1 3 0,0-1-7 0,0 3 1 16,0-1 6-16,0 1-5 0,0-1 4 0,0 1 1 16,0 7 1-16,-7-12 2 0,6 7-1 0,1-2-2 15,0 7 1-15,0-8-8 0,0 8 1 0,-5-4-14 0,5 4-7 16,0 0-13-16,-4-5-14 0,4 5-14 0,0 0-15 16,0 0-12-16,0 0 7 0,0 0 9 15,0 0 10-15,-15 16 8 0,11-6 9 0,-5 0 7 0,3 4 5 16,-4 2 6-16,6 1 7 0,-11 10 4 0,7-6 4 15,0-4 3-15,-7 11 1 0,2-9 6 0,1 6 3 16,-1-3 1-16,1-4 3 0,4-3 2 0,0 3 4 16,-5-5 2-16,4-1 4 0,3-1 1 0,2-2-1 15,-1 2 4-15,2-7 3 0,-2-1 4 0,5-3 13 16,-3 6 8-16,3-6-3 0,0 0-3 0,0 0 0 16,11-24-1-16,-4 13 1 0,6-5-3 0,-4-2 4 15,7-3-1-15,-1-6 1 0,3 0-1 0,0 0 3 0,-3 0 6 16,4 0 2-16,-5-1 9 0,1 5 5 15,4 0-1-15,-11 8-3 0,5-1-3 0,-6 1 1 16,1 6-7-16,-5 1-4 0,2 5-6 0,3-5-5 0,-3 4-8 16,-5 4-1-16,10-3-1 0,-10 3 0 0,14 8-7 15,-8 2-10-15,3 2-15 0,4 3-21 0,2 6-18 16,5 2-26-16,-4 1-30 0,6 1-38 0,6 7-30 16,2 1-28-16,1-3-36 0,0-3-53 0,-2-3-74 15,4-2-78-15,-7-7-244 0,1 0-765 0,-3-3 339 16</inkml:trace>
  <inkml:trace contextRef="#ctx0" brushRef="#br0" timeOffset="182216.8">23337 9599 164 0,'0'-29'268'0,"-5"-3"-8"0,0 4-2 15,2-2-9-15,-2-12-6 0,-2 3-11 0,-1 9-5 16,2-2-8-16,2 2-8 0,-7-1-3 0,2 4 1 16,-2 4-7-16,1-3-5 0,0 8-11 0,3 3-3 15,-6-1-12-15,5 6-21 0,1 0-10 0,-1 5-19 16,-5-1-15-16,4 6-10 0,9 0-10 0,-28 12-13 16,13 0-8-16,4 3-5 0,-1 0-4 0,-3 11-6 0,5 0-4 15,2 4-2-15,0 12-6 0,3 1 6 0,8-4 4 16,-3 1 6-16,7 5 0 0,3 0-7 15,1 0-3-15,6 9 0 0,3-9-6 0,3 3 0 0,-3 0-5 16,1-1-3-16,1-1-2 0,1-2-4 0,-3-4-2 16,-2 2 0-16,-1-4-6 0,-3 0 2 0,1 0-1 15,-5-10-2-15,-1-1-1 0,-3 0-10 0,-2-4-21 16,-4-2-23-16,0-6-12 0,-4 1-15 0,1-5-15 16,0 1-19-16,-2-5-22 0,-2 0-24 0,0 0-26 15,-3-1-30-15,4-3-32 0,-7-2-44 0,13-1-49 16,-17-5-277-16,2-2-654 0,12 0 290 0</inkml:trace>
  <inkml:trace contextRef="#ctx0" brushRef="#br0" timeOffset="182419.92">23178 9864 15 0,'-6'-3'315'0,"-2"0"-3"16,8 3 0-16,-9-6-9 0,9 6-3 0,-5-3-8 15,5 3-4-15,0 0-24 0,-8-8-16 0,8 8-31 16,0 0-26-16,8-10-24 0,-1 5-32 0,6 3-45 16,4-5-46-16,3 0-49 0,1 1-52 0,7 0-55 15,-3-2-69-15,5 1-74 0,0 1-226 0,14-8-521 16,-11 10 232-16</inkml:trace>
  <inkml:trace contextRef="#ctx0" brushRef="#br0" timeOffset="182748.03">23612 9528 166 0,'0'0'344'0,"0"0"-14"0,0 0-17 0,0 0-15 16,0 0-10-16,0 0-11 0,0 0-12 0,36 3-15 15,-26 0-22-15,5 0-23 0,4-2-13 0,-5 7-24 16,3-4-18-16,-2 3-17 0,0 0-13 0,-4 3-11 15,-1-3-6-15,-1-3-16 0,2 3-10 0,-4 1-8 16,3 3-3-16,-9-2-13 0,3-2-2 0,-1 5 8 16,-6-3 18-16,-1 3 7 0,4-2 10 0,-8 1 6 0,1 1-3 15,-4 0 3-15,4-1-5 0,1-1-5 0,1-4-10 16,-2-2-4-16,4 7-9 0,-4-8-4 16,5 2-4-16,2-5-1 0,-5 5-4 0,5-5 3 0,0 0-4 15,0 0-9-15,0 0-18 0,17 0-24 0,-17 0-24 16,28-13-42-16,-13 6-39 0,2 2-33 0,4-4-38 15,1-3-35-15,-1 3-46 0,-1 3-54 0,5-14-69 16,-2 6-311-16,-3-3-744 0,0 0 330 0</inkml:trace>
  <inkml:trace contextRef="#ctx0" brushRef="#br0" timeOffset="184044.86">22472 9030 122 0,'0'0'345'15,"-12"-3"-8"-15,9-1-6 0,3 4-2 0,-7-4-3 0,7 4-17 16,-6-7-24-16,6 7-34 0,9-9-26 15,1 3-23-15,7-2-23 0,16 4-16 0,0-4-17 16,15-2 0-16,7 5-32 0,4 1-8 0,6 1-11 0,23-2-9 16,-7-3-8-16,1-1-11 0,-15 7-10 0,14-1 1 15,5 3-11-15,-5-3 0 0,-23 3-4 0,1 0-3 16,-7 0-5-16,-1-6-7 0,-3 6-2 0,-5-3 2 16,0 3-9-16,-11-1 2 0,-3-1-3 0,0 0-11 15,-8-1 9-15,1 3-6 0,-1-1 5 0,-4 1 0 16,3-1-1-16,-6-1-2 0,1 2-4 0,-1 0 0 15,-3-3 1-15,-1 3 0 0,0-2-1 0,2 1-2 16,-4-1-5-16,0-1 5 0,-8 3-1 0,17 0-7 16,-17 0 5-16,15 0 0 0,-15 0 11 0,8-1-19 15,0-2 3-15,-8 3 1 0,0 0 0 0,18-1-4 16,-18 1 2-16,10 1 1 0,-3 3-1 0,-7-4-4 0,13 5-3 16,-10-2 2-16,4 2-1 0,0 0 4 0,-2 3 0 15,-2 1-4-15,5-2 4 0,-3 8 0 16,5-5-10-16,-5 7 15 0,3 2-1 0,-1 0-3 0,0 6 2 15,1-2 0-15,0 6 0 0,-1-2-3 0,8 1 0 16,-9 3 5-16,9 10-11 0,-5-11 13 0,2 1 0 16,3 7 2-16,0 1 4 0,-2 0-4 0,2 0 2 15,-2-9-3-15,-3 0-15 0,5-3 17 0,-2 0-4 16,0-4 0-16,-1-3 1 0,-4 8 3 0,2-13-3 16,0-2 9-16,-2 4-4 0,0-4-4 0,-1-1 6 15,0 0-9-15,1-6 8 0,-5 2 8 0,2-4 8 16,2 4 5-16,0-3 3 0,-3-2 3 0,0 8-11 15,2-10 2-15,-6-1-1 0,15 7 1 0,-8-3-7 0,1-3 0 16,-1 2-6-16,4 2 0 0,-1 1-5 16,-1-3 4-16,-1-2-3 0,3 4-2 0,-1 1 1 0,-3 2-5 15,1-4 2-15,4 2-3 0,-4 3 2 0,0-1-4 16,-3-3 0-16,-1 0-3 0,2 4 0 0,1-3 4 16,0 1-4-16,-7-2 1 0,0-5-4 0,3 10 1 15,-3-3 1-15,0-7-1 0,3 7 5 0,-3-7-1 16,-3 8-2-16,3-3 3 0,0-5 1 0,-8 7 0 15,-1-5 3-15,3 1-2 0,-3 2 2 0,1-1 1 16,-5-2 1-16,3-1 3 0,-8 7 1 0,3-1 1 16,-8-2 3-16,-5-1-1 0,1-1 4 0,-6 4 0 15,0 3 3-15,-10-4 2 0,-2-2 3 0,-4 3 2 16,-1 5 0-16,-1-7 1 0,-1 3 4 0,-1 4-4 16,-1-3 7-16,-4 0 4 0,1 3 0 0,-4-1 7 15,-3-6 3-15,1 3 4 0,-22 6 1 0,19-4 7 0,-15-7 0 16,16 6 1-16,3-1 7 0,-1-1-4 0,1-1 14 15,5-2-12-15,-1 1 0 0,3 1-1 0,-1-5-5 16,4-2 4-16,6 1 2 0,11 0-2 0,-1 0-1 16,8-1-1-16,-4-1 2 0,2 2-5 0,11 0-1 15,2 0 2-15,-6-3-1 0,10 1-4 0,3-1-1 16,-2 3-1-16,2-1 4 0,2-1-7 0,8 2-11 16,-13-1-3-16,13 1 0 0,-14-3-7 0,14 3-7 15,0 0 0-15,-14-1-1 0,14 1-2 0,0 0-3 16,0 0-9-16,-15 0 5 0,15 0-3 0,-10 1 0 15,10-1-6-15,0 0 5 0,-12-3 3 0,12 3-2 16,-6-2-3-16,6 2 12 0,0 0 20 0,-15-4 6 0,6 1 9 16,6-2 5-16,-2 2 7 0,-3-1-2 0,1-2-2 15,1 1 0-15,-1 0-12 0,-1-6-50 0,-1-1 0 16,-4 0 0-16,7-6 0 0,-11-2 0 0,2-4 0 16,5-7 0-16,-8-7 0 0,3 1 0 0,-3 0 0 15,0-9 0-15,-1 4 0 0,5-4 0 0,-6-1 0 16,6 1 0-16,-2-1 0 0,1 1 0 0,2-2 0 15,-1 2 0-15,5-2 0 0,-1 6 0 0,-2-2 0 16,5 7 0-16,-1 6 0 0,6 4 0 0,-2 8 0 16,-3-2 0-16,5 3 0 0,2 3 0 0,-6 0-10 15,6 7-270-15,-2 1-61 0,2-2-87 0,0 9-53 16,0 0-41-16,0 0-53 0,0 0-351 0,0 0-1003 0,0 27 443 16</inkml:trace>
  <inkml:trace contextRef="#ctx0" brushRef="#br0" timeOffset="186374.36">20868 9798 245 0,'-12'-1'234'0,"12"1"-18"0,-20 7-16 0,10-6-5 0,-3 8-10 16,-2 2-9-16,2 1-8 0,0 0-14 0,3 0-6 16,-3 5-7-16,6-2-11 0,-1 2-11 0,-1 0-12 15,3 1-4-15,1-2-12 0,3 3-7 0,2-6-7 16,2-3-5-16,3 9 5 0,1-6 8 0,3-3 2 16,4 1-6-16,-3-3-4 0,5-3-7 0,-4 0-2 15,4-2-7-15,2-3-7 0,4-3-3 0,-4-2-9 16,1 1-1-16,-1-4-3 0,-1-4-13 0,2 2 3 0,-3-2 1 15,-3-8-5-15,-2 4-5 0,-2 1-1 0,-1-8 0 16,-6 4-4-16,-1-1 4 0,-1 1-11 0,-3-1 3 16,-4 1-3-16,2 1-4 0,-9 5-1 0,1-3-2 15,0 5 0-15,-3 0 3 0,-3 5-3 0,-3-3 0 16,0 4-8-16,1 4-10 0,-1 1-11 0,7 1-9 16,-4-1-4-16,5 0-13 0,6 5-8 0,-2 2-5 15,4-4-3-15,-1 6-9 0,13-2-15 0,-2-3-12 16,9 2-10-16,3 3-12 0,1-5-5 0,6 1-1 15,6-2-11-15,2 1 3 0,0-4 2 0,-1 2-1 16,1-2 14-16,0-2 12 0,-4 2 17 0,-4-4 10 16,-4 3 10-16,4-6 26 0,-4 0 38 0,-2-1 29 0,1 3 32 15,-10 2 27-15,7-5 19 0,-9 4 24 0,4 0 19 16,-3 0 15-16,-2-3 7 0,4 2 9 16,-5 2 2-16,-3 3-6 0,7-6-23 0,-7 6-14 0,3-6-19 15,-3 6-10-15,0 0-11 0,7-6-9 0,-7 6-9 16,0 0-8-16,0 0-7 0,6 19-6 0,-6-12-1 15,2 3 2-15,3 2-14 0,-3 0-1 0,3-3-4 16,1 3-3-16,-2-3 1 0,1 4-4 0,1 1 3 16,-1-1-8-16,2-1 1 0,-2-2 4 0,3-3-1 15,-1-1-2-15,1 2 2 0,-1-3 2 0,2 1-7 16,3-4-1-16,-5 1 3 0,3-6-3 0,-10 3 2 16,19-5-3-16,-7 1 1 0,-2-2-5 0,0-1 2 0,-2-4 2 15,-1-3 6-15,1 1 24 0,0 4 3 0,-1-5 7 16,0 2 11-16,-1 1-3 0,4-5 7 15,-10 6 5-15,5-2 1 0,-5 0 4 0,7 3 6 0,-4 2 4 16,2-5-3-16,-5 5-3 0,2 4-14 0,3-1-5 16,-5 4-11-16,0-9-8 0,0 9-2 0,6-4-15 15,-6 4-7-15,0 0-2 0,0 0-1 0,0 0-3 16,17 16-1-16,-12-12-6 0,1 7-10 0,3-2-5 16,1-2-20-16,1 5-9 0,-1 2-13 0,5-5-13 15,-2 3-13-15,4 0-19 0,-2-3-22 0,1-1-23 16,1 1-21-16,-2-4-21 0,-4 0-18 0,1 1-21 15,1-6-26-15,-1-3-32 0,-12 3-21 0,16-5-21 0,-11 1-194 16,2-5-557-16,-6-3 248 0</inkml:trace>
  <inkml:trace contextRef="#ctx0" brushRef="#br0" timeOffset="186577.48">21666 9357 178 0,'0'-9'295'16,"0"2"-5"-16,0-1-12 0,0 2-21 0,0 6-27 15,0-9-26-15,0 9-19 0,0 0-23 0,0 0-14 16,0 0-16-16,0 0-16 0,6 18-5 0,-1-6-8 16,-2 0-5-16,2 4-7 0,2 4-13 0,1-2-4 15,6 6 7-15,-6 4-18 0,7 1-5 0,-5-1-5 16,1 4-9-16,-1-2 2 0,2-2-12 0,1 4-25 16,4 4-34-16,-6-5-32 0,1-2-46 0,-7 1-56 15,3-6-63-15,-3-5-254 0,-3-1-514 0,3-1 227 16</inkml:trace>
  <inkml:trace contextRef="#ctx0" brushRef="#br0" timeOffset="186764.98">21609 9651 329 0,'0'-6'355'15,"5"-1"-22"-15,0-3-17 0,2 3-21 0,6 2-24 16,0 0-22-16,4-6-27 0,6 5-23 0,5-2-19 15,-1 6-16-15,4 0-17 0,1-3-63 0,1 9-63 16,0-1-77-16,11 4-92 0,-2 2-116 0,1 3-186 16,-10-3-487-16,3 1 216 0</inkml:trace>
  <inkml:trace contextRef="#ctx0" brushRef="#br0" timeOffset="187963.2">20351 14420 384 0,'-3'-8'388'0,"0"2"-5"0,1 0 9 0,-3-1-12 15,5 7-9-15,0-11-10 0,0 11-23 0,0-9-30 16,0 9-32-16,0-6-34 0,0 6-26 0,0 0-23 16,0 0-22-16,0 0-16 0,0 0-17 0,0 0-14 15,13 17-13-15,-6-10-11 0,1 7-15 0,-1-1-5 16,1 2-8-16,-1 3-9 0,-1-2-6 0,3 7-8 16,-1-5-13-16,-3 0-8 0,2 0-8 0,-6 3-10 15,6-3-4-15,-4-4-12 0,-3 3-3 0,3-6-12 16,-1 1-1-16,3-8 1 0,-3 5 5 0,-2-1 5 0,0-2 4 15,1-3 5-15,-1-3-1 0,0 0 1 16,0 0-1-16,0 0 0 0,15-14-1 0,-10 7 6 16,-3-5-3-16,11-3-1 0,-10-5 3 0,4 5 1 0,1-1 3 15,2-7-1-15,-1 7 9 0,1-2 7 0,1 1 2 16,-3 4 3-16,1-4-1 0,1 4 1 0,0-2-3 16,-2 4 1-16,-2 2-4 0,-2 1-6 0,2 1-2 15,-1 3-4-15,0-2-7 0,-5 6 1 0,10-5-2 16,-10 5-1-16,0 0-2 0,15 11-4 0,-12-3 3 15,4-1-1-15,-2 1-3 0,-2 4-1 0,4-4-3 16,0 7-1-16,-2-3 1 0,-2 0-2 0,3-2-1 16,1 3-1-16,-4-4 3 0,-3-2 0 0,2 0 5 15,1 3-1-15,-1-9 10 0,3 4 3 0,-5-5 5 16,7 3 0-16,-7-3 0 0,0 0-1 0,14-8 6 16,-5 4 4-16,-1-7 11 0,-1 4 9 0,1-2 10 0,4-6 7 15,-3 3 8-15,3-3 7 0,-2 4 6 0,2-1 1 16,-3-1 1-16,1 2 3 0,-3 1-5 15,5-2-3-15,-6 4-7 0,-1 1-5 0,3-1-5 0,-4 3-8 16,-1-3-7-16,5 7-10 0,-8 1-6 0,0 0-2 16,12 0-7-16,-12 0 1 0,12 9-6 0,-9-4-7 15,-1 3-18-15,4-1-12 0,-1 4-14 0,3 0-16 16,-6 1-17-16,3-4-23 0,2 4-20 0,-4 0-24 16,4-2-26-16,-2 0-27 0,1-3-23 0,-3 1-25 15,2-1-27-15,0 0-29 0,0-3-43 0,2-3-43 16,-7-1-281-16,0 0-719 0,0 0 319 0</inkml:trace>
  <inkml:trace contextRef="#ctx0" brushRef="#br0" timeOffset="188166.31">21126 14258 7 0,'3'-7'235'0,"-3"7"-11"15,0 0-2-15,0 0 5 0,0 0-1 0,0 0-4 16,-6 22-16-16,1-17-15 0,5 8-9 0,0-6-21 15,0 5-12-15,-2 1-15 0,4-4-10 0,-2 9-10 16,0-4-11-16,5 1-12 0,-2 0-7 0,0-1-7 16,4 3-10-16,-2-7-25 0,0 0-31 0,6 0-51 15,-2-2-50-15,-1 1-72 0,9-2-58 0,-6-4-212 16,4 2-467-16,2-3 208 0</inkml:trace>
  <inkml:trace contextRef="#ctx0" brushRef="#br0" timeOffset="188635.05">21599 14291 304 0,'-6'-6'307'0,"-4"2"-8"0,0 1-14 0,2 1-19 16,8 2-20-16,-22-2-13 0,9 2-15 0,1 0-16 16,-6 4-12-16,3 3-11 0,0 1-15 0,-1-3-12 15,1 2-4-15,-3 5-13 0,3-1-20 0,5 1-7 16,-7 3-5-16,6-3-14 0,-3 3-12 0,6 0-6 15,-3-3-5-15,4 0-7 0,2 2 1 0,2-2-17 16,1 0 5-16,2-2-6 0,0 0-4 0,0 0 8 16,2-5-11-16,-1 3 1 0,9-5-7 0,-3 3-4 15,8-3-6-15,-2 0-4 0,0-4-5 0,7 1 2 0,-5-5-7 16,3 2-2-16,-1-4 0 0,3-4-6 16,-4 0-1-16,-1-4 0 0,3 3-2 0,1-7-2 15,-8 4-4-15,4-9-4 0,-2-3 4 0,-3 0 2 0,-2-1-4 16,-1-6 2-16,-4 6 3 0,1-2 2 0,-3 2 17 15,1-3 7-15,-2 4 11 0,0 3 26 0,0 5 12 16,-2 1 16-16,2 1 9 0,-1 6 10 0,1 2 1 16,-4 1 2-16,4-2-8 0,-1 3-9 0,1 2-14 15,0 5-11-15,0-8-13 0,0 8-3 0,0 0-6 16,0 0-5-16,0 0-4 0,-4 20-1 0,4-4-4 16,2 1-4-16,-2-4 1 0,2 11-1 0,-1-6-2 15,4 9-4-15,2-2 0 0,1 1-2 0,-3 1 1 16,0-3 0-16,5 0-9 0,2 0-13 0,-2-3-15 15,1 3-32-15,-3-6-34 0,7 3-40 0,-1-9-40 16,-3 2-28-16,6-6-48 0,-7 3-63 0,-4-7-73 0,8 0-316 16,-1-4-753-16,-5 0 333 0</inkml:trace>
  <inkml:trace contextRef="#ctx0" brushRef="#br0" timeOffset="189041.28">21157 14077 230 0,'0'-12'375'0,"0"12"2"16,-3-4-11-16,3 4 2 0,0-9-21 0,0 9-17 15,-1-7-30-15,1 7-32 0,0 0-23 0,0 0-32 16,0 0-23-16,0 0-21 0,0 0-16 0,0 0-16 16,0 0-13-16,0 0-16 0,0 0-6 0,0 0-15 15,1 20-4-15,2-12-9 0,-1-1-5 0,0-2-9 16,-2-5-6-16,6 6-7 0,-6-6 1 0,7 9-8 15,-7-9-1-15,0 4 2 0,0-4-6 0,0 0-7 16,0 0-12-16,0 0-11 0,0 0-16 0,17-12-21 16,-17 8-26-16,1-1-31 0,3-2-26 0,-3-1-33 15,-1 8-38-15,-1-12-49 0,1 12-58 0,-4-7-76 16,-1-1-230-16,0 4-649 0,5 4 288 0</inkml:trace>
  <inkml:trace contextRef="#ctx0" brushRef="#br0" timeOffset="192271.86">23738 11427 273 0,'-2'-6'334'0,"2"6"-10"0,0 0-3 16,-1-8-12-16,1 8-7 0,-4-7-18 0,4 7-10 15,5-7-23-15,-3 2-18 0,-2 5-18 0,8-5-22 16,-3 1-15-16,-5 4-20 0,10-4-10 0,-10 4-12 0,12-2-17 15,-12 2-13-15,16 0-10 0,-1 0-11 16,-7 0-12-16,6 2-5 0,2 2-7 0,4 0-1 16,-3 1-9-16,-3 2-7 15,8 1-5-15,-2 1-6 0,5 0-1 0,-5 0-4 16,-1 3-4-16,0-2-6 0,2 7 6 0,-6-6-11 16,2 0-2-16,-3 1 0 0,0 3-4 0,-3-3 6 0,-2 3-10 0,2 1-1 15,-6 0-1-15,-3-2 2 0,4-4-2 16,-6 2 0-16,0 0 3 0,-6 3-6 0,4-5 1 15,-3-1 9-15,-6 2-9 0,-1 1-1 0,-3-1 5 0,-1-1-2 16,-1-1 0-16,-3-5 8 0,0 3-3 0,0 0 5 16,-1-1 7-16,-1-2 18 0,1-4-2 0,-1 0 11 15,2 0 13-15,4 0 13 0,1 0 15 0,2-4 11 16,-2-2 11-16,7 3 9 0,-2-3 1 0,5 0 2 16,-5 0-1-16,6 0-11 0,-1-1-6 0,2-3-18 15,3 1-11-15,5-1-12 0,2 1-12 0,4-6-12 16,-2 4-12-16,6-1-11 0,3 3-21 0,-2-1-26 15,4 2-34-15,-3 3-41 0,4-4-43 0,7-1-36 16,-6 6-32-16,-1 0-41 0,-1-1-50 0,0 2-63 16,2-3-66-16,-6 4-299 0,2 1-798 0,-6-1 353 15</inkml:trace>
  <inkml:trace contextRef="#ctx0" brushRef="#br0" timeOffset="192803.1">24585 11242 229 0,'5'-8'256'0,"-3"-6"0"16,-2 2-4-16,0 3-15 0,0-3-12 0,5-2 0 16,-10 2-12-16,5 2-14 0,0 0-10 0,0 1-11 15,0-1-10-15,-7-2-14 0,7 2-13 0,-3 5-18 16,-2-2-10-16,-2-1-11 0,1 6-13 0,6 2-16 15,-10-7-1-15,-2 7-10 0,12 0-10 0,-16 7-3 16,7-5-5-16,-4 8-6 0,5-5-4 0,-4 3-6 16,2 3 0-16,-4-1-6 0,7 5-2 0,-1-5 2 15,1 7-4-15,-1 1-3 0,1-2 1 0,4 6-2 0,-2-3-1 16,3 8-4-16,1-6 1 0,2 0-3 16,-1 1 4-16,0 4-5 0,7 1 3 0,-1-3 2 15,-2-5-5-15,4 7 0 0,0-1 1 0,-1 1-6 0,1-2 4 16,-1-5 4-16,-1 0-1 0,1-1-4 0,-2 1 0 15,-2-1-2-15,4-2 2 0,-7-1-2 0,2 0-15 16,-2 2-13-16,0-8-8 0,0 3-13 0,0-3-11 16,-2 3-10-16,-1-5-19 0,-1 5-14 0,1-5-18 15,-2 3-16-15,0-4-18 0,3 0-26 0,-1-5-22 16,3-1-24-16,-3 7-25 0,-4-2-149 0,7-5-433 16,0 0 191-16</inkml:trace>
  <inkml:trace contextRef="#ctx0" brushRef="#br0" timeOffset="193037.46">24377 11529 98 0,'0'0'312'0,"0"0"-7"0,0 0-12 16,-5-8-15-16,5 8-16 0,0 0-17 0,0 0-21 15,0 0-23-15,0 0-20 0,11-7-24 0,-11 7-18 16,10-1-11-16,0-3-12 0,-10 4-12 0,23-1-21 16,-11-1-27-16,6 2-38 0,0-1-42 0,1 1-41 15,-1 0-35-15,3 0-51 0,-4-3-45 0,4 3-50 16,1-3-157-16,-7 1-438 0,0 2 194 0</inkml:trace>
  <inkml:trace contextRef="#ctx0" brushRef="#br0" timeOffset="193615.57">24807 11523 218 0,'0'0'307'0,"10"1"-18"0,-10-1-13 15,0 0-12-15,0 0-21 0,0 0-21 0,0 0-21 16,20-1-24-16,-20 1-14 0,0 0-17 0,13 1-17 16,-6 1-11-16,1 3-14 0,-1-1-15 0,-1-3-7 15,3 4-3-15,-3 1-10 0,2 0-8 0,-1 0-4 16,0 2-9-16,-4-3-2 0,2 2-6 0,2 0-8 15,-6 2-1-15,4 0-6 0,-3-1 0 0,-2 2-2 16,5-3-2-16,-10 1-2 0,5 1 3 0,0-2-7 16,-7 1 7-16,4 2 20 0,-4-1 6 0,1-1 21 15,-1-2 4-15,0 2 8 0,-6-3 3 0,5 3 2 16,0-4 5-16,1-1 5 0,0 1 0 0,2-1 2 16,-1 1 3-16,6-4 6 0,0 0 0 0,0 0 1 0,-8 3-5 15,8-3-10-15,0 0-12 0,0 0-17 0,0 0-25 16,34-3-36-16,-19 0-42 0,7 2-46 15,-1-1-50-15,1-3-48 0,-1 4-59 0,4-2-58 0,3 0-68 16,2 3-296-16,-2-3-719 0,-6 3 318 0</inkml:trace>
  <inkml:trace contextRef="#ctx0" brushRef="#br0" timeOffset="194178.05">23905 12121 92 0,'0'0'368'0,"0"0"-1"0,-13 0 3 15,13 0 1-15,0 0 12 0,0 0-14 0,0 0-14 16,0 0-26-16,0 0-27 0,38-8-26 0,-8 0-25 15,18-1-21-15,5 0-22 0,5-1-17 0,3 2-20 16,20-4-17-16,3 2-15 0,-22 3-14 0,20-8-15 16,-17 10-12-16,-12 0-8 0,5-1-15 0,1-3-31 0,-9 3-36 15,-2 1-52-15,-13 2-42 0,1 2-46 16,-6-2-32-16,-7 3-42 0,-3 0-49 0,-3 0-70 16,-3 0-42-16,-7 3-283 0,-7-3-704 0,7 1 312 0</inkml:trace>
  <inkml:trace contextRef="#ctx0" brushRef="#br0" timeOffset="194773.31">24029 12371 72 0,'0'0'345'15,"0"0"-16"-15,0 0-16 0,0 0-12 0,0 0-16 16,0 0-18-16,0 0-19 0,0 0-13 0,38 5-19 16,-23-3-16-16,-5 4-15 0,5-2-18 0,3 7-17 15,-3-3-10-15,2-1-14 0,-2 4-16 0,-1 2-7 0,1-4-12 16,0 3-10-16,0 3-9 0,-2 0-6 0,-4-1-4 16,6 3-8-16,-7-5-7 0,-2 6-4 15,3-1-4-15,-3 0-2 0,1 0-8 0,-4 0 2 0,-1-2-4 16,-2 3 6-16,-2-3 16 0,-3 1 15 0,-1 1 14 15,1-3 8-15,-7 1 5 0,1-3 4 0,-4 3 3 16,0-3 1-16,-5-4 4 0,3 4 3 0,2-2-12 16,-6-5 1-16,6 6 2 0,-5-8 0 0,5 3 6 15,-1-3 13-15,1-3-1 0,5 0 6 0,-3 0 6 16,13 0 1-16,-22-3-8 0,14-3 5 0,0 3-6 16,3-8-6-16,-2 6 2 0,0-5-11 0,6-2-16 15,1 4 13-15,0-6-26 0,0 2-11 0,5-1-18 0,5-2-15 16,-4 1-16-16,4 1-24 0,2-3-32 15,1 0-41-15,2 2-50 0,3 1-49 0,-3-1-54 16,0 4-51-16,3-4-46 0,0 7-50 0,-3-2-54 0,7 2-52 16,-6-2-342-16,-9 4-899 0,6 3 397 0</inkml:trace>
  <inkml:trace contextRef="#ctx0" brushRef="#br0" timeOffset="195523.29">24517 12527 23 0,'0'0'298'0,"0"0"-15"15,0 0-25-15,2-4-26 0,-2 4-24 0,0 0-18 16,0 0 1-16,0 0-10 0,7 14-15 0,-6-8-14 16,-1 1-16-16,5 0-8 0,-5 3-14 0,0 0-11 0,7 2-7 15,-7 0-9-15,2-2-9 0,-1-3-7 0,-1 3-11 16,7 1-3-16,-7-2-5 0,0-2-8 15,0 3 1-15,0-5-6 0,0 0-4 0,0-5 0 0,5 12 3 16,-5-12-3-16,0 4 12 0,0-4-5 0,0 0-6 16,0 0-1-16,0 0 2 0,10-16-6 0,-5 11-4 15,-4-2 1-15,6-4 3 0,-2 2 8 0,-2-1 8 16,2 1-3-16,2-4 5 0,-4 3 1 0,2 0 7 16,-3 1 4-16,4 3-7 0,1-3 4 0,-5 0-8 15,4 8-8-15,-1-6-1 0,-5 7-12 0,7-8-5 16,-5 3-2-16,-2 5 2 0,0 0-15 0,0 0 2 15,0 0 3-15,19 10-5 0,-15-7-7 0,2 4 2 16,-1-5 8-16,0 9-5 0,0-4-2 0,2 1 3 0,-5 4-6 16,2-5 2-16,0 1 6 0,-1-2-17 15,0 1-1-15,2 1-1 0,-3-2 0 0,3 0 7 16,-5-6 0-16,5 6 3 0,-5-6 4 0,5 3-1 0,-5-3 0 16,0 0 15-16,0 0-28 0,0 0 11 0,13-14 8 15,-10 10 7-15,2-5 22 0,0 3 13 0,0-2 17 16,0 1 9-16,2-1 10 0,-4 1 5 0,4 0 3 15,-2-1 6-15,-3 2-1 0,2-5-1 0,6 9-2 16,-5-3-7-16,7 0-4 0,-7 1-13 0,-3-2-10 16,6 1-7-16,-8 5-7 0,6-2-6 0,-6 2-7 15,14 0-5-15,-14 0-4 0,0 0-10 0,0 0-13 16,15 5-20-16,-15-5-30 0,1 8-13 0,4-1-22 16,-3-2-26-16,-2-2-27 0,7 5-18 0,-6 0-22 15,4-5-7-15,-5 4-8 0,2-2-3 0,4 0-15 16,-6-5-21-16,5 9-15 0,-3-8-5 0,-2-1-9 15,13 5-8-15,-13-5-4 0,10-3 4 0,-10 3 7 0,20-2 15 16,-12-1 27-16,1-1 14 0,6-2 25 0,-9 0 23 16,6 3 28-16,-7-3 43 0,5 0 36 15,-2-5 36-15,-1 9 30 0,2-3 45 0,-2 0 31 0,-2 0 25 16,-2-6 13-16,-1 8 4 0,-2 3 1 0,7-5-1 16,-7 5-9-16,5-3-14 0,-5 3-16 0,0 0-10 15,0 0-7-15,0 0-8 0,0 0-6 0,10 10-9 16,-10-10 0-16,3 12-11 0,-3-7-1 0,1 3 0 15,1-4-9-15,0 7-4 0,1 1 2 0,4-5-6 16,-2 2-3-16,5 5-16 0,1-5-39 0,2 2-45 16,2-3-48-16,5 0-62 0,2-4-55 0,-1 3-189 15,6-1-460-15,1-4 204 0</inkml:trace>
  <inkml:trace contextRef="#ctx0" brushRef="#br0" timeOffset="195945.15">25572 12522 78 0,'-12'-3'254'0,"1"-3"4"16,1 3-3-16,0-2 0 0,-7 5-1 0,-4-2-5 16,2 2 1-16,0 1 0 0,2 0-2 0,-3-1-7 15,4 8-14-15,-1-2-9 0,-1-3-14 0,1 2-8 16,4-1-15-16,3 2-15 0,-3 4-17 0,0-2-17 16,4-4-10-16,1 4-13 0,1 1-8 0,1 0-12 15,4 0-6-15,-3 0-12 0,5 0-2 0,0-1-8 16,5-1 4-16,-3 2-19 0,6-5-9 0,-1 3-8 15,1-3-10-15,7-3-17 0,-2 1-1 0,7-2-17 16,-3 0-11-16,2-2-13 0,0-2 5 0,2-4 10 16,-4 0-14-16,3 0 7 0,-4-4 0 0,6-6 3 15,-1 1-2-15,-4-3 11 0,-1-6-3 0,-1 0 1 0,-3-2 7 16,1-2-3-16,-5 2 3 0,-1-3 8 16,-5 7 17-16,4-4 34 0,-4 2 21 0,-2 7 15 15,-2 4 17-15,-4-6 16 0,6 6 11 0,-2 4 6 0,2 4-6 16,-7-2-10-16,7 2-11 0,-6 0-16 0,4 3-12 15,2 4-9-15,-13-1-7 0,13 1-7 0,0 0 4 16,-15 8-15-16,7 0-2 0,1 3-4 0,-1 4 4 16,3 2-12-16,-4-2-4 0,6 5 2 0,-2-1-10 15,5-2-6-15,-3 1-13 0,3 6-13 0,-3-6-30 16,3-2-34-16,3-1-44 0,0 4-40 0,-3-7-30 16,2-1-53-16,4 1-45 0,-6 0-65 0,9-4-84 15,-4-2-262-15,0-1-761 0,-2-4 336 0</inkml:trace>
  <inkml:trace contextRef="#ctx0" brushRef="#br0" timeOffset="196117.02">25368 12151 140 0,'-10'-7'366'0,"4"1"-24"0,1-1-32 15,-2 0-24-15,2 0-30 0,-3 1-28 0,6 1-23 16,2 5-24-16,-5-2-60 0,5 2-57 0,0 0-49 15,0 0-69-15,0 0-87 0,-21 9-246 0,14-2-418 16,-1 2 184-16</inkml:trace>
  <inkml:trace contextRef="#ctx0" brushRef="#br0" timeOffset="197252.19">24044 15307 135 0,'0'0'340'0,"0"-12"-5"0,0 7-5 15,2-2-12-15,-1 1-8 0,3 2-17 0,-1-4-18 16,2 4-25-16,3-2-16 0,-4 3-20 15,2 0-17-15,6-1-13 0,-2-3-24 0,6 5-18 0,-1 3-15 16,2-1-13-16,1 0-7 0,3 4-15 0,1 3-9 16,-1-3 3-16,3 5-17 0,5 0 1 0,-9 1-19 15,5 1 0-15,-2 2-9 0,-1 0-3 0,-2 0-4 16,-5 2-2-16,-1 1-12 0,3-4-1 0,-2 11-1 16,-4-11-5-16,-1 4-10 0,0 1 8 15,-5 1-4-15,-1-6 6 0,-1 5-5 0,-3-4-6 16,-3-1 1-16,3-3 6 0,-7 4-10 0,-3-4 4 0,2 4 0 0,0-11 0 0,-9 9 15 0,0-3-16 15,-1-3-1-15,0-2 2 0,0 0-1 0,-5 1 1 16,1-4 0-16,2 1 4 0,-5 2 9 0,9-3 17 16,-4-3 14-16,3 2 12 0,4 1 14 0,5-2 17 15,-5-3 6-15,4 2-2 0,3-2-7 0,4-3-7 16,2 0-10-16,0 8-9 0,8-11-8 0,7 0-13 16,0 1-10-16,15 0-13 0,0-2-14 0,3 2-26 0,-2 0-22 15,14-1-28-15,-14 5-28 0,13-3-15 0,0 1-52 16,-9 5-29-16,-10 1-38 0,-4 0-44 15,1 2-54-15,-1-3-50 0,-9 3-275 0,-1-2-710 0,-1 2 314 16</inkml:trace>
  <inkml:trace contextRef="#ctx0" brushRef="#br0" timeOffset="197627.18">25002 15057 267 0,'0'-7'273'0,"-1"-8"0"0,-1 4-14 0,0 5-8 0,-1 0-15 15,-4-5-16-15,3 4-19 0,-5-1-8 0,1 3-11 16,0 2-17-16,-4-4-15 0,9 3-16 15,-9 4-13-15,12 0-12 0,-13-5-12 0,13 5-6 0,-23 5-14 16,15-2-9-16,-7 5-6 0,8-4-7 0,-5 3-7 16,2 1 1-16,6 8-1 0,-6-1 3 0,3 5 4 15,7 1 2-15,0-6 3 0,0 10-1 0,0 2-4 16,5-3-3-16,5 2-16 0,-4-3 7 0,8 2-6 16,-6-3-3-16,7 2-2 0,-7-2-5 0,5 0-2 15,4 0-4-15,-5-3 6 0,1-4 0 0,-3 2-11 16,3-3-21-16,-6 1-20 0,-1-3-25 0,1-1-19 15,-4-1-29-15,7 0-28 0,-7-2-31 0,-1 1-27 16,-2-2-27-16,0-2-21 0,0 1-37 0,0-6-218 16,-5 8-526-16,-5-5 233 0</inkml:trace>
  <inkml:trace contextRef="#ctx0" brushRef="#br0" timeOffset="197845.92">24857 15330 115 0,'0'0'290'0,"-10"-6"-8"0,10 6-3 0,-5-6-21 15,5 6-18-15,-5-3-21 0,5 3-15 0,0 0-23 16,0 0-26-16,0 0-13 0,0 0-27 0,13-8-36 16,-13 8-34-16,22 0-36 0,-7-3-35 0,-1 2-47 15,3 1-42-15,-4-1-52 0,9-2-55 0,-7 1-113 16,6 0-364-16,1-1 162 0</inkml:trace>
  <inkml:trace contextRef="#ctx0" brushRef="#br0" timeOffset="198033.41">25247 15213 74 0,'0'0'258'0,"0"0"-20"0,0 0-26 0,0 0-18 15,0 0 16-15,0 0-4 0,0 0-8 0,0 0-15 16,-8 18-12-16,8-11-13 0,-5 4-11 0,5-2-16 15,0 1-11-15,5 5-7 0,-5 1-14 0,0 2-13 16,2-5-6-16,3 3-8 0,-4 7-28 0,4-5-38 16,-1 0-44-16,1 0-55 0,-4-2-67 0,6 3-63 15,-1-3-192-15,-4-4-449 0,-2-2 199 0</inkml:trace>
  <inkml:trace contextRef="#ctx0" brushRef="#br0" timeOffset="198361.53">24345 15850 180 0,'-10'6'310'0,"0"-4"-6"0,4 0 3 16,-1-1-3-16,7-1 21 0,-8 3 19 0,8-3 3 16,0 0-12-16,0 0-23 0,0 0-27 0,45-6-27 15,-11 0-26-15,11-8-23 0,8 5-18 0,7 2-23 16,4-5-16-16,17-1-13 0,0-1-15 0,-21 3-9 16,0 3-16-16,-1 4-18 0,-1-4-33 0,-5 0-51 15,-3 2-34-15,-1 1-49 0,-14 5-38 0,-2-4-43 16,-1 4-47-16,-16 0-53 0,4 0-59 0,-5 1-43 15,-2 2-227-15,-6-1-646 0,1 1 285 0</inkml:trace>
  <inkml:trace contextRef="#ctx0" brushRef="#br0" timeOffset="198861.51">24486 16098 32 0,'-5'-1'359'0,"5"1"-14"0,0 0-10 0,-5-12-18 16,5 12-21-16,5-8-13 0,-2 0-1 0,-3 8-42 15,12-4-25-15,-4-2-19 0,0 5-19 0,6 1-18 0,-6-2-11 16,12 0-15-16,-4 4-15 0,4 1-17 0,3 7-7 16,1-3 6-16,-3-2-27 0,-1 4-8 15,5-1-3-15,-4 2-6 0,-1 6-9 0,3 0-6 0,-6-2-1 16,-2-1-10-16,0 2 3 0,-2 3-9 0,-3 0 4 16,-4-1-9-16,4 2 2 0,-6-2 5 0,2 2-18 15,-6-3 8-15,0 1-7 0,-5-2 0 0,-3 3 4 16,0-6-3-16,3 3 3 0,-10-6 4 0,0-2 16 15,0 4 18-15,0-3 14 0,-5-4 8 0,1-3 4 16,-1 2 1-16,1-1 9 0,0-2 3 0,0-5 8 16,3 3 7-16,-1-1 9 0,2-4 2 0,2 2 3 15,3-3-5-15,-3 1-5 0,5-4-4 0,3 2-10 0,-4 2-6 16,9-1-12-16,0-4-15 0,0 5-5 16,5-7-18-16,-1 5-18 0,2-3-22 0,9 0-32 15,-1 3-45-15,0 0-47 0,6-1-51 0,5-4-49 0,2 6-38 16,-6 4-48-16,6 0-59 0,7-3-51 0,-2 0-323 15,-4 6-805-15,2-3 356 0</inkml:trace>
  <inkml:trace contextRef="#ctx0" brushRef="#br0" timeOffset="199111.5">25143 16090 211 0,'0'0'273'0,"0"0"-12"0,0 0-9 0,0 0-3 16,-13 8-8-16,10-6-12 0,3 6-19 0,-4 0-13 15,4 1-8-15,0 3-18 0,7 2-17 0,-7-4-5 0,3 3-18 16,0 6-10-16,-1-7-14 0,5 0-11 16,-4-1-5-16,0 3-15 0,2-2-24 0,2-4-24 15,-2 1-32-15,2 1-31 0,-1-2-34 0,1-1-45 0,-2-1-50 16,1-2-58-16,-1-1-30 0,2-1-186 0,-7-2-475 15,0 0 210-15</inkml:trace>
  <inkml:trace contextRef="#ctx0" brushRef="#br0" timeOffset="199503.63">25383 16059 67 0,'0'0'220'0,"0"0"-4"0,0 0-3 15,-5 19-14-15,5-7-14 0,-2-4-7 0,2-2-6 16,2 6-9-16,0-3-14 0,-2-2-5 0,0 5-20 16,5-1-11-16,-4 0-11 0,1 1-8 0,3-4-10 0,2 0-7 15,-7 3-7-15,3-6-5 0,2 2-7 0,0 1-6 16,0-5-2-16,-2 2-3 0,-3-5-3 16,7 3-5-1,-7-3 2-15,0 0 2 0,15-1 5 0,-15 1 0 16,10-3-7-16,-4-2 10 0,1-1 7 0,-1 0 8 15,3 0 3-15,-6-2 8 0,9 1 1 0,-6-1 6 16,6 0-1-16,-6-3 20 0,3 2 14 0,-3 2 8 16,4-7 2-16,0 4 4 0,-2 2 6 0,-1-1 2 15,1 3 3-15,-1 0 4 0,1 1-6 0,-1 1-6 16,-5-2-20-16,6 1-14 0,-5 3-11 0,-3 2-7 0,12-7-11 16,-12 7-7-16,0 0-9 0,13 7-5 15,-6-5-4-15,-1 3-5 0,1 2-5 0,-6-4-3 16,6 2-19-16,0 2-24 0,-1 4-32 0,-4-8-37 0,6 3-41 15,-1-4-44-15,-2 3-27 0,0 3-30 0,-4-4-32 16,1 3-32-16,-2-7-38 0,0 0-41 0,2 4-286 16,-2-4-703-16,0 0 311 0</inkml:trace>
  <inkml:trace contextRef="#ctx0" brushRef="#br0" timeOffset="199753.62">25335 15987 345 0,'-7'-4'426'0,"4"-1"14"16,3 5 3-16,-11-8-2 0,9 6-8 0,2 2-13 16,-2-8-25-16,-1 5-30 0,3 3-38 0,0 0-32 15,0 0-30-15,0-11-28 0,0 11-28 0,0 0-22 16,0 0-32-16,3-5-38 0,-3 5-51 0,0 0-49 15,0 0-61-15,0 0-55 0,0 0-71 0,0 0-57 16,22 13-60-16,-19-10-76 0,2 0-75 0,2 3-222 16,-2 1-714-16,0 1 317 0</inkml:trace>
  <inkml:trace contextRef="#ctx0" brushRef="#br0" timeOffset="206264.14">27611 11146 252 0,'-3'-9'407'0,"-1"4"11"0,3-3 4 0,-1-1-7 0,-3 4-6 16,5-2-14-16,0 7-20 0,0-12-22 0,5 6-30 15,-5 6-29-15,0-6-30 0,0 6-28 0,0 0-24 16,10-1-22-16,-10 1-18 0,28 2-21 0,-11 6-14 16,11 1-13-16,2 1-12 0,-1 5-12 0,6-3-11 15,1 8 1-15,3 2-6 0,2 1-10 0,-3 0-9 0,-2 2-6 16,-1 2-7-16,0 3-4 0,-5-2-5 16,-9-2-6-16,1-3-3 0,6 9-19 0,-8-5-2 15,-5 0 0-15,-4 3-6 0,1-1 3 0,-6-2-4 0,-1 0-3 16,-1-1-5-16,-8-6 4 0,1 0-9 0,-7 2 5 15,-3 1 1-15,-5-5 4 0,-4 2-4 16,-3-3 4-16,-3 3 3 0,-2-10 6 0,-6 4-4 0,0-1 4 16,-12-5 9-16,5 0 11 0,-2-4 7 0,10-2 13 15,0-2 11-15,4-5 19 0,1 5 25 0,2-8 27 16,6 3 5-16,6-4 5 0,1-1 4 0,2-3-5 16,5-2-12-16,1 0-16 0,14-4-14 0,9-5-14 15,1 5-15-15,17-12-27 0,14 8-45 0,-1 0 0 16,2 3 0-16,4 1 0 0,4 2 0 0,-3 0-17 15,4 5-103-15,-13 0-45 0,8 9-47 0,-7-4-51 16,-1 1-56-16,-12 6-32 0,-3 0-41 0,-12 4-45 0,2 1-38 16,-9-1-38-16,-6-2-309 0,0 4-889 0,-5-3 393 15</inkml:trace>
  <inkml:trace contextRef="#ctx0" brushRef="#br0" timeOffset="206748.5">28814 11161 170 0,'10'-16'288'0,"-2"-2"0"16,1-9-1-16,-3 10 3 0,3-2-6 0,-6 1-2 15,0 1 1-15,1 2-10 0,-3-2-4 0,-1 2-6 16,0 0-11-16,-1 4-15 0,-4 0-15 0,0 1-20 16,1 1-22-16,-4 2-15 0,3-1-18 0,-8 2-21 15,1 2-10-15,1 2-14 0,-4 4-12 0,1 3-9 16,-9 2-14-16,7 1-3 0,-4 4-7 0,5 2-4 15,-3 6-11-15,3 7 4 0,-3-4-12 0,4 13 2 16,6-6-6-16,-3 6-1 0,9 5 2 0,-3-1-6 16,5 1-1-16,5 4-2 0,-2-1 0 0,7-1 0 15,-2-3 1-15,6 5-4 0,-1-1-1 0,-3-5-3 16,3 0 1-16,-3-2-2 0,-3-6 0 0,6 6-3 16,-6-7-1-16,-6 0-2 0,6-2-15 0,-7-10-21 0,0 3-26 15,0 1-21-15,0-6-28 0,-2 0-22 16,-3-1-16-16,4-3-25 0,-1-1-24 0,-3-2-20 15,-3-2-25-15,8 0-34 0,-7-3-33 0,5-1-55 0,2-3-208 16,0 0-612-16,0 0 272 0</inkml:trace>
  <inkml:trace contextRef="#ctx0" brushRef="#br0" timeOffset="206951.62">28576 11521 105 0,'-3'-7'393'16,"-2"2"1"-16,3 2 4 0,2 3-7 0,-5-7-24 16,5-2-32-16,0 9-35 0,7-8-27 0,-1 7-31 15,6-5-22-15,-1 6-28 0,6-6-15 0,3 0-20 16,-2 6-21-16,2-1-39 0,10 1-44 0,3 0-45 0,-2-2-48 16,-1 2-55-16,0 2-55 0,5-1-73 0,-6-1-57 15,-4 4-295-15,-3-2-624 0,-1 3 277 16</inkml:trace>
  <inkml:trace contextRef="#ctx0" brushRef="#br0" timeOffset="207310.98">29112 11535 304 0,'0'0'306'0,"0"0"-24"0,0 0-13 16,0 0-16-16,0 0-10 0,0 0-6 0,0 0-8 16,7 6-13-16,-2-3-21 0,0 1-20 0,0 1-10 15,5 0-17-15,-5 4-17 0,1-4-3 0,1 6-23 16,1 0 5-16,-1-3-21 0,1 4-6 0,-1-1 4 0,-1 2-24 16,-2-3-10-16,2 2-2 0,-6-1-8 0,3 3-5 15,-1-4 16-15,-2 2-13 0,0 0 40 16,-2-1 17-16,-1 1 25 0,3-5 13 0,-8 1 16 0,3 1 2 15,2 0 1-15,-4-4 5 0,2-1-10 0,2 3-5 16,3-7 2-16,0 7 1 0,0-7 8 0,-5 5 4 16,5-5-14-16,0 0-13 0,0 0-22 0,0 0-18 15,36-10-5-15,-23 5-42 0,7-2-43 0,7 1-47 16,1 3-51-16,2-5-58 0,6 0-66 0,0 0-61 16,-6 5-71-16,8-6-89 0,4 2-411 0,-9 0-921 15,-2 0 408-15</inkml:trace>
  <inkml:trace contextRef="#ctx0" brushRef="#br0" timeOffset="207623.47">27838 12454 73 0,'-12'5'384'0,"4"-2"36"0,0 0 2 16,-1-2 33-16,3 1 9 0,6-2 3 0,0 0-4 15,0 0-20-15,33 6-30 0,13-7-36 0,12-3-30 0,26 1-26 16,17-6-13-16,42 1-31 0,-41 0-30 16,54 1-18-16,-12-1-25 0,-41 5-19 0,-1-8-14 15,-3 4-22-15,-6 2-14 0,-3-2-36 0,-4-1-54 0,-5 1-59 16,-27 1-65-16,3 0-82 0,-6 0-83 15,-8 3-86-15,-10-5-95 0,-5 4-114 0,-11 1-346 16,-6-2-958-16,-4 4 424 0</inkml:trace>
  <inkml:trace contextRef="#ctx0" brushRef="#br0" timeOffset="208185.95">27839 13179 96 0,'-3'-9'351'15,"-4"-6"-2"-15,4 7-11 0,3 1-8 0,-3-1-24 0,6 1-20 16,-3 1-14-16,5 0-18 0,7 3-12 0,4 1-9 16,4 2-8-16,8 5-10 0,0 0-19 0,15 2-12 15,2 5-13-15,0 1-18 0,3 3-15 0,0 3-17 16,-5 2-12-16,1 0-4 0,-2 0-19 0,-4 6-9 15,-12-12-6-15,7 13-8 0,-1 2-6 0,-14-6-11 16,-1 2 0-16,-2-3-7 0,-2 5-3 0,-7 2-5 16,-4-2 2-16,-4-4-7 0,-1 8-1 0,-5-3 0 15,-2-4 3-15,-7 0 9 0,-2-2 14 0,-5-2 13 16,-2 0 15-16,-4-3 13 0,0-1 13 0,-1 0 11 16,-2-5 11-16,3-1 9 0,-2-5 10 0,1-1 16 0,3-2 12 15,5-3 6-15,1-2 10 0,1-4 4 0,1-6 8 16,5 2-10-16,0-7-3 0,3 0-15 15,9-2-14-15,-2-6-102 0,8-2-58 0,6-7 0 0,4 7 0 16,4 0 0-16,12-7 0 0,8 4 0 0,-1 1 0 16,1-2 0-16,4 7 0 0,0 3 0 0,2 1 0 15,2 4 0-15,-2 1 0 0,-13 6 0 0,5 6-295 16,-6-2-107-16,1 7-60 0,-12 4-59 0,11-6-63 16,-8 6-405-16,-1 3-1069 0,-8 0 474 0</inkml:trace>
  <inkml:trace contextRef="#ctx0" brushRef="#br0" timeOffset="208482.81">29031 13154 301 0,'8'-7'428'15,"-3"3"-11"-15,-1 0-27 0,-4 4-40 0,6-7-38 16,-6 7-38-16,0 0-24 0,0 0-13 0,0 0 2 16,0 0 6-16,5 20-7 0,-5-13-16 0,2 5-12 15,-9 5-14-15,12 0-19 0,-5 1-15 0,2 7-17 16,-2-6-13-16,3 4-6 0,-3-2-17 0,3-1-12 16,-3 1-12-16,7-2-17 0,-5 0-28 0,3 1-42 0,-2-2-48 15,4-5-51-15,-1 6-45 0,-1-6-50 16,5 4-37-16,-5-7-50 0,3-1-73 0,-1-1-325 0,1-3-737 15,1 3 326-15</inkml:trace>
  <inkml:trace contextRef="#ctx0" brushRef="#br0" timeOffset="208873.43">29359 13309 14 0,'0'-7'320'0,"0"7"-8"0,0-8-28 16,0 8-34-16,0 0-22 0,0 0-25 0,0 0-12 15,0 0-3-15,0 0-3 0,0 0-14 0,-10 24-12 16,10-16-15-16,5 2-11 0,-5 6-12 0,1-1-15 16,-1 1-12-16,4-1-3 0,-1-2-11 0,-3-2-6 15,8 1-9-15,-8 0-8 0,7 2 6 0,-7-2-13 0,8-4-7 16,-8 2-2-16,0-1-3 0,4-6 4 0,-4 2 23 16,3 0 7-16,-3-5-3 0,0 0 0 0,0 0-4 15,15-10 3-15,-9 0 3 0,-2 1 5 0,1 1 2 16,1-3 5-16,3-5 9 0,4 1 3 0,-5 3 12 15,4-3 9-15,-1 1 4 0,-4-1 11 0,6 3 10 16,-5-3-1-16,6 1-2 0,-4 4-4 0,3-2-2 16,0 3-9-16,-5 3-14 0,4 1-12 0,-4 0-12 15,2 3-12-15,-2 1-3 0,-8 1-14 0,22 4-3 16,-14 2-7-16,4-3-1 0,-1 3-11 0,3 5-2 16,-6 2-5-16,3-4-8 0,-1 6-27 0,-3-1-30 15,1 3-36-15,-1-2-42 0,-5 3-47 0,4-2-29 16,-6-4-45-16,0-2-30 0,0 3-29 0,-6-1-39 0,6 0-44 15,-5-4-50-15,-2-1-262 0,2-2-748 16,-2 0 330-16</inkml:trace>
  <inkml:trace contextRef="#ctx0" brushRef="#br0" timeOffset="209045.3">29456 12988 293 0,'-6'-7'358'16,"6"1"-28"-16,-7 0-28 0,6 1-37 0,-4-1-27 16,5 6-30-16,0 0-45 0,0 0-31 0,0 0-38 15,0 0-46-15,0 0-54 0,21 15-77 0,-6-8-77 16,-2 6-204-16,2-1-394 0,2-2 175 0</inkml:trace>
  <inkml:trace contextRef="#ctx0" brushRef="#br0" timeOffset="209295.29">30092 13092 94 0,'0'0'404'0,"7"-3"-12"0,-7 3-32 0,0 0-40 0,0 0-31 16,0 0-23-16,0 0-4 0,6 12 6 0,-11 0-3 15,5-2-7-15,-1 2-18 0,-1 3-15 0,2 2-14 16,-5 1-17-16,10 2-21 0,-10 3-16 0,5-3-15 15,5 9-14-15,-3-2-16 0,4-8-6 0,-2 10-15 16,-1-4-10-16,-2-4-31 0,6-5-21 0,-7 3-49 16,8-6-47-16,-3-4-31 0,-3 1-35 0,5 0-40 0,-6-3-55 15,6-1-65-15,0-4-55 0,-7-2-279 16,0 0-678-16,0 0 301 0</inkml:trace>
  <inkml:trace contextRef="#ctx0" brushRef="#br0" timeOffset="209562.43">30200 12353 30 0,'-2'-8'422'0,"2"0"-9"0,3-2-23 0,2 0-20 0,2 3-37 16,-2 4-34-16,8-4-27 0,2-3-28 0,3 3-19 16,0 3-25-16,2 1-22 0,-2-5-14 0,4 5-19 15,-2 2-14-15,1 1-30 0,-3-1-43 0,4-1-41 16,-2 2-46-16,-2 0-51 0,-5 0-55 0,1 2-63 16,-6-4-78-16,-8 2-270 0,15 2-591 0,-15-2 261 15</inkml:trace>
  <inkml:trace contextRef="#ctx0" brushRef="#br0" timeOffset="209734.3">30229 12486 280 0,'0'0'339'0,"0"0"-4"0,0 0-10 0,10 7-22 16,-1-7-27-16,9 0-28 0,-3-4-20 0,5 3-22 0,-1 1-22 15,-4 0-22-15,3 0-36 0,-6 0-56 0,1 0-66 16,-1 0-85-16,-2 1-106 0,-10-1-86 0,13 6-152 15,-11-1-459-15,-2-5 204 0</inkml:trace>
  <inkml:trace contextRef="#ctx0" brushRef="#br0" timeOffset="210578.02">25151 11160 175 0,'-3'6'230'16,"0"4"-13"-16,3-1-9 0,0 2-13 0,0 4-13 15,6 0-5-15,-6 1-6 0,2-2 0 0,5-2-3 16,-1 9 4-16,3-7-3 0,-3-1-4 0,6 1 0 16,-2-4 4-16,1 2 8 0,-1-5 10 0,0 1 9 15,8-2 11-15,-8-2 11 0,10-7 5 0,2 1-6 0,-1-3-4 16,1-3-5-16,2-5-1 0,5-2-5 0,-6-5-13 15,2 1-16-15,3-4-14 0,2-7-5 0,-2-2-3 16,-2-2-14-16,1 2-11 0,-4-2-13 0,-3-2-12 16,0 11-12-16,-6-4-20 0,1 1-10 0,-1 2-13 15,-1-1-21-15,-8 10-23 0,5-1-28 0,-7 3-34 16,0 3-44-16,2 4-77 0,0 0-79 0,-3 5-67 16,-2 3-19-16,0 0-31 0,0 0-63 0,10 24-304 15,-10-10-805-15,5 13 356 0</inkml:trace>
  <inkml:trace contextRef="#ctx0" brushRef="#br0" timeOffset="211364.12">25659 15121 276 0,'0'0'449'0,"0"-10"-3"15,0 5-15-15,0 5-37 0,0 0-39 0,-1-7-43 16,1 7-37-16,0 0-29 0,0 0-23 0,0 0-21 15,0 0-11-15,-5 22-12 0,5-13-9 0,5 5-11 16,-4-2-11-16,4 3-14 0,-3 6-11 0,5-6-25 16,-1 3-4-16,-4-2-15 0,6-1-6 0,-3-3-4 0,2 2-6 15,-2-5-3-15,-2 2 15 0,4-2 18 0,-1-3 22 16,3-4 12-16,-1-2 6 0,2 0-12 0,3-2-9 16,2-3-12-16,2-5-5 0,7-9-3 0,-5 0-4 15,2 1-12-15,4-6-6 0,1-11-6 0,4 1-6 16,5-8-14-16,-7 2-35 0,5-8-42 0,-3 3-57 15,0-5-63-15,5 2-69 0,9-13-61 0,-6 18-63 16,-8 1-78-16,7 7-67 0,-9-3-290 0,-4 3-844 16,-4 11 374-16</inkml:trace>
  <inkml:trace contextRef="#ctx0" brushRef="#br0" timeOffset="-212834.39">30473 11292 137 0,'0'0'372'0,"0"-11"-3"0,-5 4-6 0,5 7 9 15,5-8-12-15,-4 3-5 0,-1 5-3 0,5-11-14 16,-5 11-12-16,0-4-16 0,0 4-17 0,2-7-20 16,-2 7-20-16,0-5-24 0,0 5-26 0,0 0-20 15,8-5-7-15,-1-1-21 0,-7 6-15 0,15 0-9 16,0 3-18-16,4 0-14 0,-2 2-9 0,11 0-12 0,-6 3-10 16,4 2-5-16,-1 1-5 0,-2 2-10 15,2 1-3-15,0 4-8 0,0-1-3 0,-2-1-20 16,-3 4-3-16,-4 0-3 0,4 0-5 0,-10 1-2 0,5 3-6 15,-8 0-4-15,1-6-2 0,-3 6 2 0,-4-1-8 16,-2 4 2-16,-1-9 3 0,-9 4-1 0,4-3 2 16,-1-1 3-16,-7-1-1 0,0-2 2 0,-7 3 2 15,7-5-2-15,-6 6 5 0,3-9-5 0,1 0 7 16,-3-2 8-16,0 2 5 0,4-2 13 0,-2-5 17 16,6-3 13-16,2 5 14 0,-1-5 24 0,11 0 18 15,-20-7 3-15,11 0 3 0,3 1-8 0,4-5 3 16,-4 4-3-16,6-8-17 0,1-3-5 0,4 0-8 15,3 0-7-15,2 1-17 0,9-8-9 0,-3 4-20 16,6-2-25-16,1 3-18 0,3 3-39 0,-1 0-42 16,-2 0-46-16,2 7-55 0,-5 1-62 0,8 1-49 0,-6 0-50 15,1 6-45-15,-5 1-56 0,-1 1-45 16,-4 0-323-16,-3 1-895 0,-2 2 397 0</inkml:trace>
  <inkml:trace contextRef="#ctx0" brushRef="#br0" timeOffset="-212443.78">31370 11214 177 0,'0'-7'335'0,"0"-4"2"15,0 2-20-15,0 6-14 0,0-8-15 0,0 4-18 16,0 7-14-16,-4-9-23 0,1 3-26 0,-2 1-11 0,5 5-27 16,-8-4-15-16,8 4-12 0,-13 0-18 0,13 0-17 15,0 0-11-15,-19 7-6 0,11-2-9 0,-2 0 4 16,2 2-21-16,1 3-4 0,-1-2 13 0,0 4-3 16,0 4 12-16,-1 2-2 0,1-1 5 0,1 4-7 15,2 3 3-15,2-3-3 0,-2 4-7 0,5 1-5 16,0 1-3-16,0 0-8 0,5 0-3 0,0 3-4 15,-5-3-2-15,7 2-8 0,1-1 1 0,-3-1-6 16,2 0-5-16,1 0 1 0,-3-7-1 0,3 7-1 16,-6-8-8-16,3 9-16 0,-2-8-23 0,2-1-27 15,-2-2-40-15,1 0-26 0,-4-7-20 0,1-1-24 16,-2 3-23-16,1-4-29 0,-4-1-35 0,1 2-30 16,-2-5-38-16,3 3-287 0,2-7-646 0,-8 4 285 0</inkml:trace>
  <inkml:trace contextRef="#ctx0" brushRef="#br0" timeOffset="-212230.35">31222 11541 98 0,'0'0'355'15,"0"-10"-4"-15,0 10-16 0,0-10-18 0,2 5-21 0,3 2-35 16,-5 3-23-16,8-7-25 0,-4 6-23 0,6-2-22 0,-10 3-14 0,18-3-17 0,-5 3-24 15,2 0-19-15,1 0-41 0,4 6-39 0,2-5-45 16,-7-1-53-16,3 7-72 0,3-6-52 0,1 1-74 16,-5 3-156-16,2-2-474 0,-2-1 210 0</inkml:trace>
  <inkml:trace contextRef="#ctx0" brushRef="#br0" timeOffset="-211902.23">31592 11517 39 0,'0'0'293'0,"0"0"-7"0,0 0-4 15,0 0-7-15,0 0-17 0,0 0-13 0,0 0-23 16,0 0-17-16,23 14-26 0,-18-10-12 0,-2-3-20 16,2 7-12-16,-2-4-19 0,2 4-6 0,0-1-17 15,-3 2-4-15,0-1-9 0,-2 2-17 0,0-1 1 16,-2 4-3-16,0-3-3 0,-1-1 5 0,0 1 14 15,-4 5 10-15,-1-4 28 0,-4 1-2 0,4 0 5 16,1-3 6-16,1-2-1 0,-3 1 7 0,6-4-1 16,-2 3-6-16,-2-4 4 0,7-3-2 0,-6 5 5 15,6-5 3-15,-2 8 7 0,2-8-3 0,0 0-8 16,0 0-12-16,15 3-15 0,-15-3-10 0,25-3-30 16,-7 2-25-16,4-6-34 0,2 6-37 0,5-3-49 15,-1-3-57-15,0 3-55 0,-2 1-52 0,-4 0-61 0,-1-2-75 16,9 1-68-16,-13 3-243 0,4-1-751 15,-8 2 331-15</inkml:trace>
  <inkml:trace contextRef="#ctx0" brushRef="#br0" timeOffset="-211480.37">30787 12190 30 0,'-11'4'409'0,"11"-4"17"15,0 0 19-15,0 0 17 0,0 0 1 0,-7 1-1 16,7-1-11-16,0 0-13 0,0 0-35 0,0 0-19 16,0 0-51-16,0 0-33 0,0 0-34 0,30-8-22 15,-22 4-30-15,12 4-17 0,1-3-20 0,11-5-18 16,3 4-24-16,11 1-22 0,0-2-34 0,-1 3-44 15,3-3-41-15,-3 10-52 0,-2-7-54 0,6-3-73 16,-2 2-54-16,-1 3-40 0,-13 0-56 0,-1 0-72 16,4-3-72-16,-10 2-276 0,-4 2-817 0,6-5 362 15</inkml:trace>
  <inkml:trace contextRef="#ctx0" brushRef="#br0" timeOffset="-210902.27">30681 12919 85 0,'0'0'404'0,"-8"-4"-3"0,8 4-14 0,0 0-12 15,-8-3-27-15,8 3-28 0,0 0-24 0,0 0-25 16,0 0-27-16,0 0-18 0,34 2-22 0,-22 3-26 16,3 2-15-16,6 0-12 0,-1 2-16 0,3 2-13 15,2 2-15-15,-5 4-11 0,8-1-8 0,-8 0-11 16,-2 6-2-16,2-3-11 0,-5 2-10 0,-2-6-3 16,-3 3-6-16,-1 0-8 0,-1 1-1 0,-5 5-3 15,0 2-4-15,-3-8-2 0,-1 2 17 0,-4-4 13 16,-3 3 11-16,-1 0 14 0,-1-3 14 0,-1 0 5 0,-4-1 15 15,0-3 11-15,2-1 3 0,-2-2 10 0,0 0 1 16,-2-2 7-16,2-1 11 0,2-2 17 0,0-3 7 16,5-1 7-16,-4-3-7 0,1-2-11 0,4 1-15 15,0-4-13-15,6-2-15 0,-3-2 1 0,4-5-26 16,4 2-19-16,4-1-85 0,-1-2 0 0,4 1 0 16,7-3 0-16,4-2 0 0,1 3-45 0,4 4-158 15,1-6-70-15,1 3-76 0,1 6-54 0,0-4-55 16,-3 5-81-16,1-1-449 0,-2 4-1068 0,-4-2 473 15</inkml:trace>
  <inkml:trace contextRef="#ctx0" brushRef="#br0" timeOffset="-210542.9">31300 13005 129 0,'-15'3'343'0,"5"-1"4"0,2 0-11 0,0 5-14 15,-2-3-14-15,0 3 1 0,0 0-11 0,-2-2-11 16,6 6-15-16,-2-5-17 0,1 1-20 0,4 10-19 16,-2-8-19-16,3 0-17 0,2 2-19 0,2-4-12 15,-2 2-16-15,8 2-11 0,-1-3-16 0,1-1-20 16,10 0-20-16,-6 2-23 0,6-5-24 0,-2-1-32 16,1-1-14-16,1 0-26 0,-1-2-9 0,-7-2-6 15,3-3-6-15,2 1-4 0,-7-4-1 0,-1 1 3 0,1-2 8 16,-1 0 1-16,-4-8 8 0,-3 7 9 15,2-7 1-15,-4 5 7 0,-3-5 11 0,-7 2 5 16,4 1 10-16,-7-1 8 0,4 0 5 0,-4 3 2 0,-4 2 0 16,5 0 2-16,-3 3-3 0,0-1 2 0,1-1 0 15,1 5-3-15,-2 1-3 0,8 0-16 0,-3 1-31 16,4 2-26-16,8 0-31 0,-14 4-28 0,14-4-41 16,0 0-42-16,0 0-38 0,0 0-225 0,19 8-522 15,-9-4 231-15</inkml:trace>
  <inkml:trace contextRef="#ctx0" brushRef="#br0" timeOffset="-210167.92">31461 12956 69 0,'0'0'251'0,"8"-3"2"15,-8 3-2-15,0 0-14 0,7-5-9 0,-7 5-20 16,0 0-21-16,0 0-9 0,0 0-3 0,0 0-11 16,0 0-3-16,0 18-13 0,0-12-4 0,-2 2 3 0,-3 0-23 15,5 3-11-15,-2-2 8 0,4 3-28 0,-2-2-5 16,5-1-12-16,-5 5-3 0,2-5-6 15,-2-2-8-15,0 2-4 0,6-2-6 0,-6 0-1 0,9-3 0 16,-4 4-11-16,4-4 2 0,-2 0-9 0,-7-4 17 16,15 0-18-16,-15 0-1 0,20-4 7 0,-10 0-13 15,3-4 1-15,-5 5 14 0,4-1 17 0,-2-2 11 16,3-8 13-16,-5 9 14 0,7-5 14 0,-6 0 12 16,-1 3 21-16,-2-3 7 0,3 2 11 0,-4-1 6 15,0 2 4-15,0-1-5 0,-2 5-5 0,4-5-19 16,-4 5-10-16,2-2-20 0,-5 5-14 0,6-3-11 15,-6 3-9-15,0 0-11 0,0 0-8 0,0 0 1 16,0 14-11-16,-3-6 6 0,3 0-22 0,3-1-12 16,-3 2-23-16,2 1-19 0,-2-1-19 0,2 6-20 15,-1-9-24-15,3 1-20 0,4 4-27 0,-1-2-26 16,3-3-22-16,-2-2-11 0,3 4-12 0,3-4-21 0,-3 0-16 16,2-3-19-16,-4 2-19 0,4-6-16 0,2 0-2 15,-5-2-8-15,5-4-7 0,-4 2-227 16,-2-6-586-16,4-1 260 0</inkml:trace>
  <inkml:trace contextRef="#ctx0" brushRef="#br0" timeOffset="-209963.37">31997 12816 102 0,'0'-18'214'0,"0"7"23"0,0-4 20 0,0 6 14 15,0 1 2-15,-2-2 5 0,2 6 3 0,0 4-8 16,-3-9-32-16,1 5-19 0,2 4-16 0,0 0-11 16,0 0 15-16,-13 12 4 0,10-4 6 0,-2 7-1 0,3-1-6 15,1 6-16-15,-4-1-12 0,5 2-15 0,0 2-18 16,0 4-13-16,0-2-10 0,0-6-14 0,5 8-17 15,-4-5-9-15,6 3-27 0,-4-3-37 0,4-7-53 16,-1 5-64-16,1-5-54 0,3-1-51 0,0 0-59 16,-5-3-75-16,1-4-82 0,4-2-258 0,-6 2-727 15,1-5 322-15</inkml:trace>
  <inkml:trace contextRef="#ctx0" brushRef="#br0" timeOffset="-209791.51">31759 12907 222 0,'-4'-12'384'0,"4"0"-9"0,0 1-10 0,4-5-19 0,1 1-27 16,1-2-27-16,6 3-33 0,1-1-21 0,-1 0-25 15,9 2-28-15,1 1-22 0,-1-2-36 16,2-1-56-16,-1 5-52 0,-6 2-61 0,8 1-74 0,-8 0-86 16,1-1-99-16,-1-3-186 0,1 2-526 0,1-3 233 15</inkml:trace>
  <inkml:trace contextRef="#ctx0" brushRef="#br0" timeOffset="-209463.39">31980 12126 261 0,'0'0'310'0,"0"0"-19"16,4-8-23-16,-4 8-26 0,0 0-24 0,5-9-21 0,-5 9-17 16,0 0-22-16,3-4-17 0,-3 4-13 0,0 0-16 15,7-3-9-15,-7 3-9 0,0 0-10 0,0 0-11 16,0 0-4-16,11 0-7 0,-11 0-5 0,0 0 3 16,0 0 12-16,0 0 11 0,0 0 13 0,0 0-3 15,0 0-4-15,0 0-3 0,0 0 3 0,0 0 2 16,-13-16-10-16,13 16-7 0,-7-7-6 0,7 7-7 15,-10-4-1-15,6-1-12 0,4 5-8 0,-7-7-11 16,4 3-40-16,3 4-37 0,0 0-44 0,-9-4-52 16,9 4-61-16,0 0-64 0,0 0-315 0,-5-5-632 15,5 5 280-15</inkml:trace>
  <inkml:trace contextRef="#ctx0" brushRef="#br0" timeOffset="-208838.3">32351 11124 367 0,'0'-9'430'0,"2"0"0"16,3 0-4-16,-3 2-20 0,2-4-16 0,0 5-23 15,2 0-31-15,4 0-33 0,-1-2-28 0,-1 4-26 16,2 1-30-16,1 0-22 0,1 4-21 0,8-1-20 16,0 2-18-16,-2 3-11 0,3 4-13 0,9-1-14 15,-2 4-8-15,-4 5-14 0,4 0-4 0,-3 2-14 0,-4 2-4 16,6 3-5-16,-9 0-6 0,7 3-5 0,-4 6-7 15,-4-9-3-15,-1 6-3 0,-1 6 3 16,-3-7-13-16,-2-1-5 0,-5-2-5 0,1 1-3 0,-3-2-4 16,-1-4-3-16,-2 0-2 0,-2-3 2 0,-1-2-14 15,2 0 4-15,-9 0 0 0,0-4-1 0,-2 0 8 16,5-5 13-16,-1 0 8 0,-7-2 11 0,2-2 12 16,1 0 12-16,-1-3 9 0,0-3 20 0,3 0 14 15,-2-2 11-15,-2-3 6 0,5 0 7 0,1-2 5 16,1-2-3-16,2-3-8 0,-3-2 0 0,8 1-19 15,3-5-13-15,2 3-11 0,2 0-19 0,8-3-22 16,3 0-18-16,4 1-24 0,1 4-37 0,2 1-47 16,4 0-49-16,0 6-60 0,2-2-49 0,4 4-49 15,-7 4-40-15,2 1-54 0,4 2-69 0,-4 2-361 16,-8-2-897-16,-4 5 398 0</inkml:trace>
  <inkml:trace contextRef="#ctx0" brushRef="#br0" timeOffset="-208463.31">33391 10948 203 0,'0'-8'344'0,"0"-4"-22"0,0 3-8 0,-2 1-16 16,0-2-11-16,1 3-17 0,-6-1-24 0,2 1-19 15,-1 0-16-15,-3 0-19 0,4 0-20 0,-5 6-12 16,0-5-20-16,-1 2-21 0,3 4 2 0,-6 0-35 0,-1 3 2 16,2 1-14-16,3-1-1 0,2 5-14 15,-5-1-1-15,4 0-5 0,3 0-7 0,-1 6-6 16,1 5 5-16,4-2-8 0,2 4 0 0,0-1-1 0,2 10 3 16,4-2-2-16,2 5-7 0,6 5 1 0,-1-7-4 15,5 4-1-15,2 5 15 0,-5-1-19 0,0-2-6 16,6 1 8-16,-7-8-8 0,-4 1-4 0,1-1-1 15,-4-3-5-15,1 3-38 0,-5-4-17 0,2 2-11 16,-10-7-17-16,4 1-15 0,-1-5-15 0,-5 1-16 16,1 0-21-16,-1-4-25 0,-3 1-30 0,-3-4-38 15,1 0-41-15,4-5-244 0,0 4-565 0,-7-6 251 16</inkml:trace>
  <inkml:trace contextRef="#ctx0" brushRef="#br0" timeOffset="-208093.72">33255 11281 256 0,'-5'-7'287'16,"5"1"-13"-16,0 6-3 0,-2-7-14 0,2 7-7 0,0 0-25 16,0-11-22-16,0 11-16 0,2-4-20 15,-2 4-19-15,13 0-13 0,-13 0-16 0,17 0-8 16,-2 1-11-16,-2 1-16 0,7-2-12 0,-2 1-21 0,2 5-13 15,1-5-29-15,1 4-21 0,-1-3-24 0,3 0-21 16,-3-2-23-16,-3 0-6 0,4 0-5 16,-4 0-1-16,0 0 5 0,-1 0 9 0,-1-4 10 0,-4 3 11 15,3 1 26-15,-9-4 30 0,4 3 26 0,-10 1 24 16,12-2 16-16,-12 2 19 0,8-5-3 0,-8 5-1 16,7-2-10-16,-7 2-7 0,0 0-6 0,0 0-8 15,0 0-7-15,6 14-5 0,-6-14 7 0,-6 12 4 16,6-1 8-16,0 0-3 0,0 5-3 0,0 0-7 15,0 3-1-15,0 7-3 0,6-7-3 0,-6 8-2 16,0 3 0-16,2-3-6 0,-2 4-31 0,3-4-42 16,-1 2-61-16,-2-1-81 0,0-1-97 0,2-3-225 15,-2-4-552-15,-4 2 245 0</inkml:trace>
  <inkml:trace contextRef="#ctx0" brushRef="#br0" timeOffset="-207749.98">32585 12096 226 0,'-12'-3'477'16,"5"3"19"-16,7 0 13 0,-14-1-4 0,14 1-7 15,0 0-5-15,-10-2-40 0,10 2-37 0,0 0-46 0,38-4-37 16,-9 4-29-16,19-2-33 0,4 2-13 16,2 2-38-16,8-2-21 0,-4 0-26 0,29 1-5 15,-27 2-24-15,3 0-17 0,-2 0-38 0,-3-2-51 0,-5 1-51 16,-3 1-61-16,-6-1-71 0,-9-1-73 0,-4 3-63 15,-2 0-62-15,-8-3-82 0,2-1-93 0,-13 0-274 16,3 0-858-16,-13 0 380 0</inkml:trace>
  <inkml:trace contextRef="#ctx0" brushRef="#br0" timeOffset="-207125">32689 12598 307 0,'0'0'405'0,"-5"-4"4"0,5 4-16 0,0 0-18 15,0 0-33-15,7-9-24 0,-7 9-28 0,0 0-29 16,21 4-27-16,-9 0-20 0,4 1-19 0,4 1-20 16,-2 2-16-16,2 4-12 0,7 3-13 0,-6 1-10 15,7 1-8-15,-6 4-17 0,6 0-12 0,-5 0-8 16,-1 0-4-16,-6 3-13 0,4-2-3 0,0 1-4 16,-4 3-3-16,-2-4-8 0,-4-1-6 0,-4 3-7 15,1-5 3-15,-4 0-5 0,-3 0-2 0,-6-1 8 16,1-1 12-16,0 2 9 0,-9-6 9 0,3 2 8 15,-11 4 12-15,4-9 2 0,-5 0 5 0,1-1 4 0,6-2 7 16,-12-1 7-16,6-1 6 0,1-1 3 16,-1 0 8-16,6-7 7 0,-6 2-1 0,1-1 14 15,6-4 5-15,-2 0 6 0,2-2-1 0,2-1-5 0,0-1-8 16,8 1-12-16,0-6-10 0,0-3-13 0,8 1-38 16,-1-5-71-16,6 4 0 0,7-9 0 0,2-2 0 15,-1 5 0-15,7 4 0 0,2-2-42 0,-3 6-150 16,1 0-70-16,5 2-75 0,2 4-61 0,-5 0-46 15,-1 9-67-15,-2 0-68 0,9 1-326 0,-11 0-979 16,2 2 433-16</inkml:trace>
  <inkml:trace contextRef="#ctx0" brushRef="#br0" timeOffset="-206859.39">33220 12713 48 0,'0'0'410'0,"0"0"13"0,5-7-11 15,-5 7-19-15,0 0-29 0,0 0-33 0,0 0-36 16,0 0-22-16,0 0-24 0,0 0-17 0,10 14-13 16,-10-5-14-16,7 3-17 0,-7-1-16 0,0 5-15 15,0 3-16-15,1-2-8 0,6 3-17 0,-7-1-10 16,0-1-7-16,5 1-14 0,-2 1-20 0,-3-2-36 15,5-2-53-15,-3-2-51 0,-2-2-57 0,5 0-46 16,-2-3-59-16,-3 2-63 0,5-7-76 0,-3 5-262 16,-2-6-690-16,0-3 306 0</inkml:trace>
  <inkml:trace contextRef="#ctx0" brushRef="#br0" timeOffset="-206484.4">33493 12756 21 0,'0'0'290'0,"0"0"-20"16,7-3-27-16,-7 3-11 0,0 0 3 0,0 0-8 16,0 0-5-16,0 0-14 0,-2 22-14 0,-3-11-9 15,5-2-12-15,0 0-10 0,0 3-13 0,0 1-13 16,0 1-11-16,7 1-13 0,-7 0-15 0,2 0-8 16,1-3-3-16,0 0-7 0,1-3-13 0,-1 1-2 15,3 0-13-15,-4-2 0 0,6-1-9 0,-6 1 2 16,1-4 3-16,-1 0-13 0,-2-4 3 0,13 1-2 15,-13-1-6-15,0 0-5 0,15-5-3 0,-7-2 4 16,-1 0-4-16,0 1-2 0,1-1 27 0,-1-1 21 0,1-3 17 16,-2 3 16-16,4-1 14 0,0-5 15 0,-1 6 13 15,-3 3 9-15,-4-3 3 0,9 2 0 16,-7 0-10-16,2 0-8 0,-1 0-14 0,0 4-16 0,-5 2-14 16,10-6-13-16,-10 6-12 0,9 0-2 0,-9 0-9 15,11 5-6-15,-6 3-7 0,2-3 2 0,-1 0-15 16,1 6-17-16,0-4-24 0,-2 1-29 0,1 0-32 15,-1 0-42-15,3 1-48 0,-3-2-42 0,0 1-31 16,2-1-42-16,-4 1-49 0,-1-1-58 0,3-2-379 16,-2 1-825-16,-3-6 365 0</inkml:trace>
  <inkml:trace contextRef="#ctx0" brushRef="#br0" timeOffset="-206140.66">33412 12489 72 0,'-6'-3'440'0,"2"-3"10"0,-1 0 5 0,5 6-16 16,-6-8-18-16,6 8-21 0,-4-5-35 0,4 5-34 15,-6-4-34-15,6 4-29 0,0 0-33 0,0 0-29 16,0 0-24-16,0 0-25 0,0 0-23 0,0 0-19 15,0 0-19-15,0 0-16 0,0 0-17 0,0 0-10 16,8 17-10-16,-8-17-7 0,2 6-5 0,-2-6-5 16,6 6-1-16,-6-6 0 0,0 0-5 0,7 3 3 15,-7-3-3-15,5 4 4 0,-5-4-7 0,0 0 0 16,0 0-2-16,0 0-4 0,0 0 1 0,10-16-2 16,-10 16-11-16,0-9-23 0,0 6-51 0,0 3-38 0,0 0-51 15,0-11-56-15,0 11-59 0,0 0-70 16,-3-5-87-16,3 5-224 0,0 0-713 0,0 0 317 15</inkml:trace>
  <inkml:trace contextRef="#ctx0" brushRef="#br0" timeOffset="-195830.69">31611 11442 39 0,'-13'-2'203'0,"7"1"-3"16,-8-3-9-16,8 2-7 0,6 2-5 0,-15-5-10 0,7 4-7 15,8 1-7-15,-9-2-9 0,3-2-12 0,6 4-8 16,0 0-12-16,0 0-10 0,-7-5-13 0,7 5-8 15,0 0-8-15,0 0-9 0,0 0-6 0,0 0-5 16,0 0-7-16,-8-3-4 0,8 3-3 0,0 0-7 16,0 0-3-16,0 0-6 0,0 0-11 0,0 0-26 15,0 0-31-15,0 0-37 0,0 0-42 0,0 0-51 16,0 0-218-16,0 0-423 0,0 0 187 0</inkml:trace>
  <inkml:trace contextRef="#ctx0" brushRef="#br0" timeOffset="-194266.72">24549 11286 63 0,'0'0'189'0,"0"-5"1"0,0 5-10 0,-8-7-1 15,1 2-13-15,7 5-10 0,-7-3-13 0,7 3-10 0,0 0-8 16,-8-2-11-16,8 2-15 0,0 0-8 15,0 0-10-15,0 0-8 0,-15 2-6 0,15-2-7 0,0 0 5 16,-15 7-1-16,12-3-3 0,-2 0-3 0,-2 1 0 16,1 1-2-16,-2 2 0 0,1-1 1 0,-5 5 0 15,1 0 1-15,2 2 2 0,0 0-6 0,-3 4-2 16,4-1 4-16,-4 7-2 0,4-7-5 0,-2 6-7 16,-2 0-6-16,7-2-4 0,0 3 3 0,-1-3 1 15,-1 3-3-15,4-5 0 0,-4 5-2 0,4 2-2 16,3-1-1-16,3-7-2 0,-1-1 3 0,3-2 5 15,0 3-9-15,6-2 7 0,-2 1 10 0,6-7 6 16,1 5 1-16,4-4 3 0,8-1-8 0,-3 1 0 16,6-4-1-16,2-3-4 0,-1-1-3 0,4-3-5 15,-3-2 0-15,-1 1-10 0,4-7 6 0,9 1 4 16,-14-1 15-16,6-1 21 0,-9-3 16 0,-5-2 21 0,0 4 4 16,-3 0 9-16,-5-1 4 0,5-5 3 15,-4-4 2-15,-1-1 3 0,-6 1-5 0,2-2-4 16,-7-2-3-16,2-3-2 0,-6-1-8 0,5-3-6 0,-10 3-2 15,2-1-5-15,-4 1-11 0,-4-2-2 0,2 2-4 16,-6 1-8-16,1-2-7 0,-6 5-5 0,-2 3-9 16,-1-3-4-16,0 5 0 0,-5 4-11 0,3-1-4 15,-5 5-6-15,2-1-3 0,-2 4-1 0,0 2-5 16,-1 5-5-16,4 1-8 0,-2 0-18 0,-1 4-28 16,2-1-37-16,6 3-33 0,-1 1-39 0,6 0-35 15,-2 1-19-15,4 0-26 0,0 7-6 0,5-3-7 16,3 4-15-16,1-1-29 0,6 0-26 0,1 2-34 15,9-2-300-15,-5 0-706 0,8 0 312 0</inkml:trace>
  <inkml:trace contextRef="#ctx0" brushRef="#br0" timeOffset="-193579.24">25269 11355 213 0,'0'0'318'0,"-7"-5"-27"0,7 5-26 0,0 0-23 0,0 0-31 15,0 0-24-15,0 0-18 0,0 0-20 0,0 0-12 16,-6 16-11-16,2-9 1 0,-1 2-1 0,5 3 8 15,-1 2-20-15,-4 2-2 0,5-1-12 0,-2 0-9 16,2 6-2-16,-5-6 5 0,5 3-20 0,0-2-2 16,0 0-6-16,5 2-5 0,-5-4-10 0,0 0-4 15,0-2-1-15,7-3-1 0,-6 1-2 0,4-2 0 16,-1 1 5-16,2-3 10 0,7 0 10 0,-4-4-12 16,6-1 0-16,0 2-4 0,6-6-5 0,-4 0-4 15,4-2-6-15,-1-2-3 0,3-2 2 0,-3-4-6 16,-2 0 2-16,4-1-8 0,-1-1 1 0,-4 1-3 0,3-7 8 15,-5 7 12-15,-4-2 18 0,1-3 5 16,-4 0 16-16,5 4 16 0,-6-2 13 0,3 3 4 16,-5-1 7-16,-5 2 3 0,6-3 12 0,-2 5-7 0,-4 2-3 15,3-2-4-15,-1 3-1 0,-2 1-6 0,5-1-10 16,-5 8-1-16,0-7-21 0,0 7-16 0,0-6-9 16,0 6-2-16,1-6-19 0,-1 6-4 0,0 0-7 15,0 0 2-15,0 0-11 0,0 0-3 0,0 0-14 16,2 24-16-16,-2-17-15 0,5 3-17 0,-3 2-16 15,-2-2-13-15,6 4-16 0,1 2-20 0,-1-4-24 16,3 3-19-16,-1-3-27 0,0-1-9 0,-1-3-16 16,6 4-14-16,-5-1-23 0,2-3-28 0,2-4-27 15,3 2-33-15,-5-3-32 0,8-3-248 0,-8 0-664 16,3-2 294-16</inkml:trace>
  <inkml:trace contextRef="#ctx0" brushRef="#br0" timeOffset="-193329.25">25954 10892 195 0,'-2'-20'346'16,"-3"2"15"-16,4 2 13 0,-6 2 11 0,7 2 1 15,0 3-1-15,-1 2-13 0,1-4-27 0,-5 7-34 16,5 4-35-16,0-8-31 0,0 8-29 0,-2-7-28 16,2 7-17-16,0 0-22 0,0 0-13 0,-7 19-14 15,7-4-12-15,0-2-10 0,0 5-8 0,7 8-8 16,-7-1-8-16,7 2-9 0,-6 0-4 0,12 12-7 15,-11-7-6-15,6 1-3 0,-1 6-5 0,6 0-5 16,-6-8-12-16,3 0-22 0,1 0-30 0,-4-4-40 16,3 1-39-16,2-2-40 0,-1-2-34 0,-3-5-38 0,-3-4-39 15,2 2-66-15,1-3-43 0,1-2-322 16,-3-4-745-16,-1 0 330 0</inkml:trace>
  <inkml:trace contextRef="#ctx0" brushRef="#br0" timeOffset="-193126.13">25851 11193 335 0,'-8'-6'392'0,"2"0"9"15,2 1-1-15,-1-2-5 0,2 4-7 0,3 3-27 16,0-12-34-16,3 4-26 0,6 3-36 0,-3-2-27 16,6 0-27-16,6 2-22 0,-3-3-31 0,6 1-33 15,-4-2-39-15,4 6-43 0,8-2-45 0,-6 3-50 16,-2-6-36-16,2 8-49 0,-8 0-52 0,4-1-61 15,-5-2-58-15,-4 5-291 0,2-4-648 0,-12 2 287 16</inkml:trace>
  <inkml:trace contextRef="#ctx0" brushRef="#br0" timeOffset="-192610.53">25578 10968 108 0,'-13'0'246'0,"13"0"-14"16,-10 0-9-16,10 0-17 0,-13 3-14 0,0 0-15 0,13-3-18 15,-15 0-13-15,10 1-15 0,5-1-21 0,-12 8-6 16,6-8-10-16,-3 4-8 0,9-4-11 0,-6 3-7 15,6-3-9-15,-7 5 2 0,7-5-8 0,0 0-5 16,0 7-5-16,0-7-1 0,7 8-7 0,-7-8-1 16,8 3-6-16,-1-2 0 0,-7-1-3 0,0 0 1 15,29-7-4-15,-20 6 0 0,1-3-3 0,0 3-2 16,-2-1-2-16,-8 2 6 0,15-4 17 0,-9-1 7 16,-4 2 3-16,5-2-3 0,-7 5-1 0,0-8-6 15,0 8-8-15,-10-12-1 0,-2 5-4 0,4 0 0 16,-7-1-5-16,-3 1 0 0,0 2-3 0,-1-2-3 15,4 5-3-15,-3-3-3 0,3 0-22 0,4 2-27 16,-1 2-36-16,2 1-33 0,10 0-39 0,-13 4-52 0,11 0-60 16,2-4-166-16,0 0-462 0,17 11 204 0</inkml:trace>
  <inkml:trace contextRef="#ctx0" brushRef="#br0" timeOffset="-190959.15">26270 11193 295 0,'7'-6'281'0,"-5"0"-27"15,-2 6-26-15,-7-8-25 0,7 8-20 0,-15-4-17 16,7 4-10-16,-14 3-2 0,-4 3-5 0,-7 0 0 16,4 1-2-16,-15 9 0 0,-4-3-4 0,-8 5 0 15,-4 1-1-15,-20 7 0 0,3-2-6 0,-8 1-3 16,-2 2 1-16,2 0-7 0,1 0-2 0,-1 2-7 16,-1 3-12-16,5-4-9 0,2-1-11 0,4 2-9 15,1-1 0-15,16-8-8 0,10-4-10 0,0 2-3 16,6 0-15-16,11-5-1 0,1 1-4 0,12-5-3 15,-2 0 1-15,7-3-24 0,3 0-23 0,3 0-2 16,1-5 1-16,6-1-8 0,0 0-21 0,23 5-27 0,-5-5-30 16,12-6-22-16,13-3-23 0,10-3-18 0,0 0-25 15,-2-1-32-15,2-6-32 0,7-3-50 16,-4 0-200-16,0-4-542 0,19-10 240 0</inkml:trace>
  <inkml:trace contextRef="#ctx0" brushRef="#br0" timeOffset="-190724.78">25891 11033 313 0,'4'-8'323'0,"2"5"-13"16,-4-2-18-16,-2 5-24 0,0 0-26 0,0 0-16 15,0 0-7-15,0 0 9 0,0 0 3 0,0 0-1 16,-33 19 7-16,14-6 8 0,1-1 2 0,-8 0 2 16,-2 5-9-16,-9 3-10 0,7-3-14 0,-8 1-17 0,-6 3-17 15,1-3-20-15,-5-2-14 0,5-1-15 16,-5 5-13-16,3-1-11 0,4-4-9 0,-7 5-11 0,6-5-22 15,2 0-29-15,7-3-38 0,0 0-50 0,3 2-48 16,6-7-49-16,2 2-42 0,1-1-34 0,-9 0-44 16,2 2-63-16,3-8-47 0,5 5-325 0,-3-3-761 15,-2 0 336-15</inkml:trace>
  <inkml:trace contextRef="#ctx0" brushRef="#br0" timeOffset="-190209.18">24746 10598 222 0,'-8'-10'385'0,"6"6"-8"0,-5 0-18 16,7 4-27-16,-8-7-28 0,8 7-30 0,-10-2-21 15,10 2-27-15,0 0-24 0,-18 5-23 0,11-1-18 16,1 3-20-16,-1-1-18 0,0 1-6 0,4 7-9 15,-2-5-11-15,5 0-8 0,0 4-13 0,0-4-1 16,3 5-8-16,1-1-8 0,4 1-1 0,0-2-5 16,4 3-4-16,-4-7-5 0,0 0 0 0,9 0-6 15,-2 0 5-15,-4-7-8 0,3 2-8 0,-3 0 4 16,11-3-2-16,-11 0-2 0,1-3 2 0,3 0-5 0,-2-2-5 16,0 1-2-16,-4-7 1 0,-8 4 1 15,6-1-8-15,0-6-2 0,-7 3 0 0,0-3-5 0,-7-1-3 16,0 1 3-16,4 0-8 0,-9-1 0 0,4 3-12 15,-3 0 1-15,1 4-14 0,3 1-16 0,-8 1-16 16,7 1-18-16,0 1-16 0,1-1-33 0,-3 4-28 16,2-1-20-16,8 2-9 0,-14-1-14 0,14 1-26 15,0 0-33-15,0 0-24 0,0 0-204 0,22 13-525 16,-12-8 232-16</inkml:trace>
  <inkml:trace contextRef="#ctx0" brushRef="#br0" timeOffset="-189817.05">25130 10514 253 0,'0'0'260'16,"-7"-11"-6"-16,6 3 1 0,1 8-18 0,-2-7-14 0,2 7-25 15,-7-1-12-15,7 1-34 0,0 0-14 0,0 0-16 16,0 0-8-16,0 0-17 0,0 0-4 0,0 0-12 16,-8 15-7-16,8-8-8 0,0-1-3 0,2 6-6 15,-2-3-8-15,3 0-6 0,-1 2-5 0,-2-3 0 16,1 4-7-16,1-4-1 0,3 1-1 0,-3-2-4 15,3 1-1-15,-2 1-1 0,0-3 0 0,0-3 1 16,4 1-2-16,-7-4 4 0,10 2-3 0,-10-2-2 16,18-2-1-16,-11-2 6 0,3-2 10 0,1 1 8 15,-1-3 2-15,0-1-1 0,2-5 10 0,-4 2 7 16,5 1 11-16,-3-5-1 0,-3 7 12 0,1-2 15 16,-1 1 12-16,-2 2 18 0,-2 3-4 0,4-6 3 15,-7 7-1-15,6 0-15 0,-6 4-16 0,5-7-15 0,-3 2-13 16,-2 5-11-16,0 0-12 0,2-5-14 0,-2 5-6 15,0 0-3-15,0 0-5 0,0 0-17 16,11 17-6-16,-9-13-11 0,-1 0-16 0,6 7 2 0,-2-6-14 16,2 3-9-16,-2-4-16 0,6 6-7 0,-3-3-16 15,6-2-22-15,-4-2-22 0,5-2-21 0,-1 3-17 16,5 1-26-16,-8-5-20 0,2 0-18 0,4-9-19 16,-2 6-14-16,0-6-15 0,0 1-170 0,-2-3-495 15,0-8 220-15</inkml:trace>
  <inkml:trace contextRef="#ctx0" brushRef="#br0" timeOffset="-189629.47">25570 10050 161 0,'-7'-16'316'0,"-1"2"6"0,-2-3-6 15,7 10-7-15,-4-2-18 0,6 3-22 0,-4 0-35 16,5 3-28-16,0 3-20 0,0 0-23 0,0 0-15 16,0 0-17-16,-12 15-10 0,15 1-11 0,6 4-12 15,-4 2-8-15,6 6-9 0,4 0-8 0,3 9-4 16,-3-10-5-16,8 9-12 0,-1 5-26 0,4-8-28 15,-4 3-34-15,-7-9-36 0,1 0-47 0,1-2-62 16,-2-3-65-16,0-1-284 0,-5-6-575 0,-7-7 255 16</inkml:trace>
  <inkml:trace contextRef="#ctx0" brushRef="#br0" timeOffset="-189473.22">25433 10323 267 0,'0'-7'327'0,"0"-3"-35"0,5 6-29 0,5-2-24 0,9 3-27 16,11-1-28-16,15 4-31 0,6 1-45 0,7 5-58 16,22 7-76-16,11-1-92 0,-4 5-208 0,9 3-352 15,5-3 156-15</inkml:trace>
  <inkml:trace contextRef="#ctx0" brushRef="#br0" timeOffset="-188627.96">31744 11445 154 0,'3'-5'314'16,"-3"5"2"-16,2-7-8 0,1 1 2 0,-3 0-11 0,0 6-17 16,-3-9-26-16,1 5-23 0,-8 0-14 0,0 0-21 15,2 3-17-15,-10-1-10 0,-4 2-26 0,-6 0-14 16,-2 3-3-16,-1 5-5 0,-10 2-2 0,-9 3 7 15,-1 3 1-15,3-1 3 0,-5 4 5 0,-4 2 5 16,1 0-22-16,-4 0-5 0,1-2-5 0,1 1-15 16,3-1-4-16,6 1-8 0,2-5-6 0,6 0-11 15,5-3-6-15,6-3-3 0,3 3-9 0,9-3-7 16,-2-3 2-16,5 1-7 0,2 1-15 0,1-5-18 0,6-2-20 16,-1 1-12-16,7-2-8 0,-6 5 1 15,6-5-15-15,0 0-36 0,21 3-31 0,2-3-25 16,-3-7-16-16,8 4-14 0,4-4-11 0,-2 1-19 0,13-8-22 15,0 1-24-15,3-6-32 0,2 0-20 0,-5-3-17 16,-2 0-184-16,2-3-545 0,-5 1 241 0</inkml:trace>
  <inkml:trace contextRef="#ctx0" brushRef="#br0" timeOffset="-188346.72">31413 11346 79 0,'5'-8'151'0,"3"0"27"16,-6-2 7-16,1 0 16 0,-3 4 13 0,2-3 14 15,-2 5 11-15,0 4 9 0,0-14 8 0,0 6 2 16,-2 3 5-16,2-2 2 0,-3 0-12 0,1 3-12 15,-3-4-10-15,0 4-10 0,-2-4-19 0,-1 2-19 16,2 0-19-16,-11-1-16 0,2 2-14 0,-1 2-13 16,-6 0-12-16,-6 0-13 0,-4 6-9 0,-16 0-8 15,5 5-7-15,-8-3-1 0,0 3-12 0,3 7-9 0,-3-8-2 16,1 7-2-16,-1-1-7 0,4 1-1 0,-2 3-6 16,-3-4 8-16,3 4 0 0,4-7-3 15,5 7-1-15,10-7-3 0,-4-3 1 0,4 5-9 0,0-1-2 16,2-2-2-16,6-3 1 0,6-2-5 0,6 0-3 15,-2 0-7-15,2-1-19 0,2-2-14 0,1 4-10 16,7-5-13-16,-8 2-21 0,8-2-13 0,0 0-31 16,0 0-41-16,0 0-34 0,27 5-46 0,-17-5-62 15,8-4-65-15,-5 3-340 0,-3-3-760 0,10-2 336 16</inkml:trace>
  <inkml:trace contextRef="#ctx0" brushRef="#br0" timeOffset="-187440.5">29923 10573 48 0,'-2'-5'339'15,"2"-3"-11"-15,2-1-5 0,1 3-12 0,-1-2-8 16,1 4 6-16,-3 4-39 0,4-14-23 0,-3 12-14 16,-1 2-28-16,7-7-16 0,0 6-22 0,-7 1-17 15,15 0-14-15,-15 0-18 0,16 1-10 0,-1 4-10 0,3-2-10 16,0 8-12-16,4-4-13 0,1 6 1 0,5 1-12 16,-5 3-5-16,7-1 3 0,0-1-17 15,-2 1 5-15,-1 4-5 0,-1-1-8 0,6-1-1 0,-8 2 2 16,1-1-10-16,-3-2 3 0,-1 4-4 0,1-1-3 15,-7-5 0-15,-2 0-1 0,-3 5 2 0,3-4-9 16,-6 0 5-16,1-5-2 0,-1 2 0 0,-6 2 4 16,4-3-15-16,-5 0 2 0,-5-3 7 0,4 1-4 15,-6 0 8-15,-1 2 2 0,-2-7 18 0,-2 1 15 16,-1 3 15-16,-4-2 6 0,-4-6 17 0,-1 3 11 16,4-1 8-16,-2-4 7 0,4 2 8 0,-3-2 6 15,8 1 18-15,-2-4-5 0,1 2 2 0,4-3 4 16,0 2 2-16,-1-4-7 0,4-1-7 0,4 3-9 0,-6-6-19 15,9 2-2-15,-2-2-23 0,5 1-16 16,0-3-24-16,6-3-28 0,4 3-31 0,-2-1-38 16,7-2-35-16,-2 2-42 0,7 2-31 0,2-3-56 0,1 5-40 15,-2 3-32-15,-6-3-42 0,8 8-55 0,2-5-50 16,-8 4-304-16,-1-2-810 0,2 2 359 0</inkml:trace>
  <inkml:trace contextRef="#ctx0" brushRef="#br0" timeOffset="-186960.98">30734 10617 154 0,'0'0'274'0,"0"0"-18"0,-13 0-17 0,13 0-23 0,0 0-24 16,0 0-18-16,0 0-24 0,0 0-15 0,-10 8-14 15,10-8-11-15,-5 7-11 0,-2-4-9 0,2 6-8 16,-1-1-9-16,4-1-6 0,-6 2-5 0,1 3-7 16,2-3-1-16,-1 6-6 0,2 1-8 15,-2-2 0-15,4-1-6 0,-3-2-1 0,3 5-1 16,2-6-4-16,-1 2 1 0,2-2-5 0,3 2 0 0,1-3-3 0,0-3 3 0,0 1-2 0,6 0-3 15,-1-3 1-15,2-1-4 0,1 0 1 0,2-2-4 16,-2-1 0-16,0 0-2 0,2-1 1 0,0 1-2 16,7-3 1-16,-9-4-4 0,0 0 1 0,-3 3 3 15,3-4-6-15,-4 1 1 0,2-2 0 0,-7 0-4 16,4 2 1-16,-3-5 1 0,-4 2 0 0,-1-2 0 0,-1 4 5 16,-4-3 1-16,-3-2-1 0,4 5-1 15,-7-1 1-15,2 2 2 0,-4-4-5 0,3 4 0 16,-3 0 1-16,0 3-4 0,-2 0 2 0,3-1-7 15,1 2 5-15,1 0-1 0,10 3-4 0,-17 0-17 0,7-1-10 16,10 1-15-16,-13 5-15 0,8-3-13 16,5-2-31-16,-10 9-31 0,10-6-35 0,0-3-40 15,0 0-200-15,3 12-442 0,1-9 196 0</inkml:trace>
  <inkml:trace contextRef="#ctx0" brushRef="#br0" timeOffset="-184265.3">31075 10635 140 0,'0'0'307'0,"3"-8"-11"0,-3 8-19 0,0 0-14 0,0 0-22 16,0 0-23-16,0-4-28 0,0 4-21 0,0 0-14 15,0 0-18-15,0 0-19 0,0 0-11 0,0 0-11 16,0 0-10-16,0 0-9 0,7 19-8 16,-4-11-8-16,-3-1-5 0,0 1-5 0,0 0-6 0,0 0-5 15,4 3-3-15,-4 1-7 0,0-3 1 0,0 5-8 16,0-6 4-16,0 4-7 0,0-4 2 0,1 6-2 16,-2-7-4-16,2-1 2 0,-1-2-3 0,0 6-2 15,4-5 2-15,-4-5-2 0,3 5 2 0,-3 1 1 16,0-6 2-16,2 9 4 0,-2-9 1 0,13-3 13 15,-13 3-17-15,18 0-4 0,-8-5 3 0,0 1-6 16,3-1-1-16,2 1 1 0,-3 0-1 0,3-7-2 16,-1 3-1-16,-2 5 3 0,3-9-7 0,-5 7 3 0,0-2-1 15,-2 0 0-15,0-1 14 0,4 1 5 16,-4 1 2-16,0-1 0 0,-1 0-2 0,0 0 5 16,-1 2 1-16,1-2 4 0,-2 4 0 0,-2-2 3 0,-1 1-2 15,0-4 2-15,-2 8 1 0,5-7-12 0,-1 4 8 16,-4 3 1-16,4-6 0 0,-4 6-2 0,0 0-8 15,5-8-2-15,-5 8 2 0,3-3 1 0,-3 3-7 16,0 0 3-16,0 0-12 0,0 0-4 0,0 0-3 16,0 0 16-16,0-7-22 0,0 7 4 0,0 0-1 15,0 0-1-15,0 0-5 0,0 0 2 0,0 0-6 16,0 0 1-16,0 0-2 0,0 0-9 0,0 0-2 16,0 0-19-16,0 0-5 0,0 0-13 0,0 0-19 15,0 0-24-15,0 0-21 0,0 0-27 0,-3 18-40 16,3-18-44-16,0 0-35 0,3 6-263 0,-3-6-575 15,0 0 254-15</inkml:trace>
  <inkml:trace contextRef="#ctx0" brushRef="#br0" timeOffset="-183937.19">31467 10277 65 0,'0'0'348'16,"0"0"-10"-16,2-3-17 0,-2 3-20 0,0 0-24 16,0 0-26-16,0 0-26 0,0 0-21 0,0 0-22 15,5-7-23-15,-5 7-18 0,0 0-14 0,0 0-12 16,2 17-11-16,1-8-13 0,0 3-6 0,6 4-13 15,-4 3-5-15,-4 0-4 0,9 0-7 0,-5 5-6 16,5 2-4-16,2-1-6 0,-4 1-3 0,7 2-2 0,-2-1-9 16,-5-4 4-16,6 0-4 0,-3 0-5 0,1-1-10 15,-4-3-20-15,4-4-23 0,-6 0-22 16,4 0-24-16,-3-3-31 0,3 0-40 0,-4-2-38 0,3-3-32 16,-4-2-45-16,1 3-206 0,-1-8-507 0,-5 0 225 15</inkml:trace>
  <inkml:trace contextRef="#ctx0" brushRef="#br0" timeOffset="-183749.7">31476 10498 282 0,'0'0'287'16,"0"-8"-17"-16,0 8-28 0,0 0-25 0,15-3-20 15,-15 3-22-15,16 0-15 0,-4 0-15 0,4 1-17 16,6 5-14-16,-1 2-9 0,6-1-19 0,3 1-50 15,3 5-60-15,-2 1-71 0,1-2-82 0,-8 1-181 16,6 1-389-16,0-1 172 0</inkml:trace>
  <inkml:trace contextRef="#ctx0" brushRef="#br0" timeOffset="-183046.6">32014 12853 281 0,'0'-4'323'0,"0"4"-15"0,3-11-23 0,-3 11-25 15,3-9-25-15,-3 9-19 0,0 0-24 0,-10-4-15 16,10 4-25-16,-18 0-15 0,3 8-12 0,-1-4-15 16,-4 3-4-16,0 2 0 0,-8 3 9 0,-15 8 1 15,-4-2 13-15,-1 0 6 0,-3 2 2 0,-2-1 5 16,0-3 1-16,-3 4 0 0,-4-1 4 0,4 1-2 15,-25 2 0-15,18-8-10 0,-2 4-11 0,6-7-10 16,1 5-5-16,-2-5-16 0,2 1-8 0,4-1-8 16,6 0-8-16,1-1-8 0,13-4-5 0,4 3-7 0,8-6-4 15,1 5-21-15,9-7-26 0,-6 2-27 0,10 1-24 16,1-1-20-16,1-2-10 0,6-1-26 0,0 0-29 16,0 0-34-16,0 0-38 0,0 0-50 0,44-3-49 15,-17-5-46-15,-1 3-272 0,6-6-679 0,12 0 302 16</inkml:trace>
  <inkml:trace contextRef="#ctx0" brushRef="#br0" timeOffset="-182749.73">31668 12726 171 0,'0'0'270'0,"0"0"-15"0,0 0-12 0,0 0-6 0,0 0-8 15,0 0-8-15,0 0-9 0,-37 7-4 16,26-4-5-16,-4 4-2 0,-3 2 2 0,-12 2 4 0,7-2-3 16,-12 8-8-16,-3-4-2 0,-2 4-3 0,-3 2-10 15,0-5-6-15,-2 4-6 0,4-3-17 0,-5 0-14 16,3 0-9-16,-2 0-16 0,12-4-12 0,0 2-7 16,1 1-12-16,4-2-10 0,-2 1-8 0,5-1-3 15,6-2-7-15,0-2-7 0,3 1-25 0,-1-4-29 16,4 2-44-16,5 2-22 0,1-6-30 0,1 3-15 15,4-3-12-15,2-3-11 0,-7 6-25 0,7-6-44 16,0 0-58-16,9 10-79 0,-9-10-268 0,19 2-665 16,-19-2 295-16</inkml:trace>
  <inkml:trace contextRef="#ctx0" brushRef="#br0" timeOffset="-179393.84">27048 15480 163 0,'-5'-9'382'0,"0"0"-15"0,0 1 0 0,0 1 9 16,0-1-19-16,5 3-18 0,-3-2-24 16,3 7-33-16,-7-8-25 0,7 8-30 0,0-5-24 0,0 5-23 15,0 0-19-15,0 0-17 0,0 0-16 0,22 1-9 16,-9 7-14-16,2 1-9 0,2-2-12 0,9 3-9 15,-1 2-9-15,0 1-7 0,3 2-4 0,3 0-4 16,-6-2-9-16,3 2-2 0,-3 2-5 0,-2 0-8 16,5-1-1-16,-4-1 1 0,-10-2-6 0,1-2-3 15,4 5-7-15,-8-1 1 0,-3-1-3 0,2-2-4 16,-1 3-2-16,-6-3 3 0,0 1-7 0,-3 4 1 16,-3-5 3-16,-2-2 8 0,-7 4-9 0,2-1-6 15,-1-5 7-15,-4 2 1 0,-7 2-5 0,6-1 6 16,-6-5-1-16,-6 4 6 0,8-2 3 0,-3-4 15 15,7 1 7-15,-6-3 13 0,4-2 22 0,5 1 14 0,-1-1 22 16,5-1 15-16,9 1 6 0,-19-4-4 0,13 0 4 16,2-2-8-16,4-3-15 0,0 9-9 0,7-15-14 15,1 0-15-15,2 5-6 0,5-4-23 0,10-1-18 16,-4 0-20-16,4 0-22 0,-8 6-26 0,4 0-34 16,1 3-39-16,6-2-29 0,-6 1-61 0,-1 2-38 15,-4 2-29-15,-1 2-42 0,-3-2-34 0,7 3-41 16,-6 0-36-16,-5 3-246 0,-9-3-734 0,17 1 325 15</inkml:trace>
  <inkml:trace contextRef="#ctx0" brushRef="#br0" timeOffset="-179003.23">27972 15311 16 0,'0'-9'316'0,"0"-2"-9"16,0 8-15-16,-4-8-19 0,1 4-12 0,1 0-11 16,2 0-3-16,-3 0-15 0,0 3-14 0,3 4-10 15,-2-11-23-15,-3 5-17 0,5 6-21 0,-5-3-15 16,5 3-16-16,0 0-13 0,0 0-13 0,0 0 1 15,-18 6-23-15,13 1-4 0,-5 3-8 0,5 3-2 16,-5 1-9-16,7 2-4 0,-4 5-7 0,1 5-8 16,1 1 11-16,3 1-6 0,-5 2 2 0,9 0-4 15,-2 9-1-15,5-11-11 0,-5 3 9 0,2 1 19 16,3-2-24-16,1 4-7 0,-2-6 3 0,1 3-10 0,6-1 11 16,-8-1 1-16,9 3-12 0,-7-4 6 0,2-1 1 15,1-7-5-15,-5-4 1 0,2 7-5 16,2-8-22-16,-1 1-18 0,-4 0-17 0,5-1-27 0,-4-5-22 15,0-1-29-15,-3-4-26 0,9 3-20 0,-9 1-35 16,0-6-46-16,0-3-53 0,0 0-176 0,0 0-527 16,0 0 233-16</inkml:trace>
  <inkml:trace contextRef="#ctx0" brushRef="#br0" timeOffset="-178784.49">27843 15730 156 0,'0'0'342'0,"-7"-5"3"16,7 5-11-16,-5-5-8 0,5 5-22 0,0 0-28 15,0-11-20-15,0 11-11 0,0 0-52 0,7-7-11 16,-1 4-17-16,-6 3-15 0,15-6-38 0,-8 6-25 0,3-3-36 16,1 0-37-16,1 0-30 0,1 1-37 15,4 1-44-15,3-1-39 0,-6 2-45 0,3-1-38 16,-4-2-47-16,2 3-163 0,-2-1-464 0,-4-2 206 0</inkml:trace>
  <inkml:trace contextRef="#ctx0" brushRef="#br0" timeOffset="-177315.79">27780 15782 67 0,'-37'0'219'0,"-7"2"-8"16,-1-2-8-16,9 3-9 0,-1 1-9 0,6-3-9 15,-1 5-16-15,4-5-16 0,7 2-10 0,6 2-17 16,-4-3-10-16,10-1-11 0,0 5-10 0,1-4-4 16,1 3 12-16,7-5 9 0,0 0-3 0,0 0-7 15,25 3-13-15,-3 0-11 0,11-1-2 0,13-7 6 16,0 5-20-16,6-4-4 0,-1-4-1 0,2 3-9 15,-5-5-3-15,0 3-4 0,-7-1-3 0,-9 3-4 16,-4-6-1-16,2 0-1 0,-12 2-3 0,-3 2-2 16,1-1-1-16,-7 0-7 0,-3-1-2 0,-4-2-11 15,-2 4-11-15,-7-1-5 0,-1-1-4 0,-5 0-14 16,-4 3-17-16,-4 0-30 0,-9-3-24 0,-6 3-43 0,-7-2-41 16,-2 1-243-16,-8 1-471 0,-7 0 210 15</inkml:trace>
  <inkml:trace contextRef="#ctx0" brushRef="#br0" timeOffset="-174586.05">13918 12760 287 0,'0'0'315'0,"-2"-7"-15"0,2 7-14 0,0 0-13 0,0 0-11 16,-5-9-11-16,5 9-4 0,0 0-25 0,0 0-19 16,0-4-20-16,0 4-11 0,0 0-20 0,0 0-16 15,0 0-17-15,0 0-13 0,0 0-11 0,0 0-7 16,0 0-6-16,0 0-15 0,0 0-5 0,0 0-9 15,0 0 1-15,0 0-13 0,0 0-5 0,0 0 1 16,0 0-8-16,0 0-4 0,0 0-2 0,0 0-4 16,0 0 13-16,0 0-11 0,0 0-5 0,0 0-5 15,0 0 4-15,0 0 2 0,0 0 4 0,0 0 10 0,0 0-8 16,0 0 2-16,0 0 5 0,0 0-3 16,0 0 2-16,0 0-1 0,0 0-3 0,0 0-6 0,0 0 10 15,0 0-14-15,0 0-3 0,0 0 2 0,0 0 2 16,0 0-4-16,0 0-6 0,0 0 2 0,0 0-2 15,0 0 1-15,0 0 1 0,0 0 0 0,0 0-6 16,0 0 3-16,0 0-5 0,0 0-10 0,0 0-18 16,0 0-25-16,0 0-30 0,0 0-41 0,0 0-49 15,0 0-59-15,0 0-77 0,0 0-314 0,0 0-672 16,0 0 297-16</inkml:trace>
  <inkml:trace contextRef="#ctx0" brushRef="#br0" timeOffset="-172959.59">15876 16332 87 0,'-5'-23'316'15,"-3"4"-4"-15,6 0 0 0,0 2 1 0,2-1-3 16,-5 0-5-16,5 1-2 0,0 4-5 0,0 3-7 16,5-10-13-16,-3 8-9 0,-2 3-24 0,7-1-20 15,-4 0-24-15,2-2-18 0,2 5-23 0,1-2-14 16,5 1-18-16,-5 3-16 0,7 0-10 0,5 3-10 15,0-1-9-15,-2 6-10 0,14-1-8 0,-4 4-6 16,6 0-6-16,6 8-6 0,3-1-7 0,0 4-4 16,0 2-3-16,-3-1-2 0,1 3-5 0,-1-1-2 15,-3 2-3-15,-1 3-3 0,-6-8 1 0,0 1-7 16,3 4 2-16,-5-5-4 0,-8 1-3 0,1 2-2 16,1-4 2-16,-6-1-4 0,-3 1 2 0,2-1 1 15,-6 0-6-15,-1 1-1 0,2 0 1 0,-7-4-1 0,-1 5-3 16,-2-4 1-16,-2 3 4 0,-1 1-2 0,-7-4 0 15,2 4 1-15,-7-5 2 0,-2 3-1 0,-4-1 1 16,-3 1 7-16,0 1 6 0,-3-5 5 0,-1 1 8 16,0-4 2-16,5 1 3 0,1-4 19 0,1 4 9 15,3-8 16-15,-1-1 12 0,9 0 11 0,-3-1 10 16,-2-2 7-16,2-3 0 0,3 0 8 0,2-2-3 16,1 0-5-16,-1-6-9 0,5-1-13 0,-1-2-9 15,3 0-12-15,2 0-12 0,6-7-12 0,1 6-20 16,2 3-15-16,2-2-21 0,9 0-19 0,-3-1-28 15,7 6-33-15,-7 0-34 0,2 1-41 0,2 3-41 16,9 1-42-16,-1-1-31 0,0 4-26 0,-9 4-26 0,7-1-33 16,2 2-21-16,-7-1-30 0,7 1-31 15,-8 4-230-15,1 0-727 0,-2-4 322 0</inkml:trace>
  <inkml:trace contextRef="#ctx0" brushRef="#br0" timeOffset="-172162.74">16996 16254 248 0,'0'0'252'0,"-11"-4"-21"0,11 4-16 0,-13 0-19 16,13 0-11-16,-17 5-9 0,5 2-2 0,4-2-6 16,-7 4-8-16,2 2-9 0,6 1-7 0,-3 0-13 15,-3 2-9-15,3 4-11 0,-3-4-8 0,6 0-15 16,1 6-7-16,1-4-5 0,2-1-10 0,-4 1-6 15,4-4-4-15,-1 2-2 0,4-3-5 0,4-2-3 0,-1 2-6 16,0-2 11-16,1-1-17 0,2-4 1 0,2 2-3 16,-1-1-4-16,1-2-1 0,6-4 6 0,-14 1-16 15,16-5 3-15,-3 2 5 0,-3-3-13 0,4-2 3 16,-8 3-6-16,2-5-3 0,6-5-5 0,-8 2 0 16,1-2 0-16,-5 0 7 0,3 2-15 0,-5-2 5 15,-5 0-1-15,3-1 1 0,-3 1-3 0,-3 3-1 16,-6 2 4-16,11-2-1 0,-10 2-2 0,1 0-1 15,-3 3 1-15,5-1 2 0,-3 6-1 0,5-3-2 16,-5 2-2-16,4 0-11 0,0 3-16 0,9 0-8 16,0 0-3-16,-19 6-2 0,19-1-9 0,0-5-5 15,0 9-11-15,0-9-6 0,14 8-5 0,-8 0-9 0,9-5-6 16,0 3 1-16,2 3 2 0,2-8 12 0,5 3 1 16,-3-3 1-16,1 2-1 0,2-3-7 15,-2 3 17-15,-1-2 8 0,1-2 11 0,-7 1 4 0,3 0 7 16,-6 0 15-16,-1-1 17 0,-1-4 21 0,-2 5 23 15,-1-1 11-15,0-4 8 0,-7 5 12 0,11-6 9 16,-11 6 2-16,0 0-4 0,5-3-10 0,-5 3-8 16,0 0-7-16,0 0-5 0,0 0-5 0,0 0-3 15,4 14-4-15,-8-8-3 0,1 1-4 0,1 3-2 16,-1-2 5-16,0 1-4 0,-2 6-5 0,3-9 1 16,2 6-3-16,0-1 0 0,-2-1-1 0,4 0-2 15,0-1 3-15,-1 2 1 0,6-4-2 0,-7 0 1 16,5 0 7-16,-2-1 18 0,6-2 13 0,-5-1-5 0,-4-3 9 15,15 0 2-15,-15 0-4 0,15-7 0 16,-8 1-7-16,1 0-2 0,0-2 0 0,6-3 6 16,-6 0-14-16,-1 2 1 0,3-2 6 0,-1-2 0 0,-4-2 10 15,7 4 8-15,-4-4 1 0,-3 8 12 0,-3-6 4 16,5 4 0-16,-7 3 11 0,6-5 3 0,-4 2 0 16,-2 3-7-16,5 1-10 0,-5 5-8 0,0 0-5 15,3-8-20-15,-3 8-8 0,0 0-6 0,0 0 6 16,0 0-11-16,0 0-3 0,0 0 9 0,-3 27-16 15,3-15 1-15,0-5-2 0,3 5-6 0,-3-1-1 16,0 2 3-16,5 1-3 0,-3-2 5 0,3 1-2 16,1-1-1-16,1-2-5 0,0 4-12 0,-3-4-10 0,5-3-15 15,2-4-16-15,-2 2-29 0,6-1-10 16,-7-4-19-16,3 0-17 0,-11 0-20 0,24-4-19 16,-15 0-25-16,0-4-27 0,2 4-27 0,3-10-20 15,-4 2-26-15,-2-4-208 0,0 4-537 0,2-6 237 0</inkml:trace>
  <inkml:trace contextRef="#ctx0" brushRef="#br0" timeOffset="-171948.97">17625 15949 253 0,'0'-10'275'0,"0"1"7"0,-3 0 3 0,3 2-3 16,0-1-18-16,0 8-19 0,3-11-20 0,-3 4-29 31,0 7-21-31,0 0-24 0,0 0-9 0,0 0-17 16,0 0-12-16,0 31-9 0,0-17-8 0,2 2-8 15,-2 4-8-15,0 7-7 0,0 0-10 0,0 0 1 0,2 4 2 0,4-2-17 0,-1 5-6 16,-3-4 12-16,5 1-21 0,-1-3-1 0,1 1-9 16,1-1-27-16,-6-2-22 0,4 1-28 0,-6-10-31 15,5 0-33-15,-1 0-45 0,-4-5-39 0,5-4-44 16,-4 0-255-16,-1 1-541 0,5-3 240 0</inkml:trace>
  <inkml:trace contextRef="#ctx0" brushRef="#br0" timeOffset="-171761.47">17567 16232 293 0,'-9'-5'322'0,"5"-1"-3"0,-2 2-17 15,6 4-18-15,-5-4-12 0,5 4-34 16,-4-5-16-16,4 5-25 0,0 0-19 0,0 0-9 0,0 0-26 16,30 2-10-16,-15 1-37 0,8 1-21 0,-5 0-35 15,4 2-40-15,3 0-45 0,6 1-40 0,-4-2-53 16,1 4-58-16,-10-3-64 0,5-2-167 0,-5 3-462 15,-1 0 204-15</inkml:trace>
  <inkml:trace contextRef="#ctx0" brushRef="#br0" timeOffset="-171292.64">16414 17107 252 0,'-13'-3'358'0,"13"3"0"0,-9 3 0 0,9-3 5 16,0 0 9-16,0 0-1 0,0 0-9 0,0 0-23 15,0 0-22-15,0 0-19 0,33-12-26 0,-4 8-24 16,4 1-24-16,11-5-21 0,6 4-22 0,8 0-17 0,-3-4-18 16,6 1-11-16,20-1-14 0,-17 2-15 15,16 0-12-15,-14 0-6 0,-6 3-16 0,3-2-25 0,-9 5-31 16,2-4-36-16,-1 4-42 0,-10-1-56 0,-2 1-58 16,-10 4-43-16,-7 0-51 0,-4-2-58 0,1-2-64 15,-10 2-322-15,-4-1-773 0,1-1 342 0</inkml:trace>
  <inkml:trace contextRef="#ctx0" brushRef="#br0" timeOffset="-170620.79">16419 17591 149 0,'0'0'332'0,"-5"-8"-20"16,5 8-29-16,0-8-22 0,0 8-25 0,8-7-10 15,4 3-14-15,-6-3-7 0,9 3-27 0,3 3-11 16,4-1-11-16,13 0-14 0,-6 2-2 0,1 0-17 16,7 2-6-16,-8 1-11 0,3 4-13 0,1 1-12 15,2-1-9-15,-9 2-4 0,4 5-8 0,-5-2-8 16,1 3-5-16,-4-2-4 0,-6 6-4 0,-4-6-6 16,-2 5 7-16,3 0-13 0,-5 5-2 0,-3-4-1 0,-5 1-4 15,-5 7 10-15,4-10 18 0,-12 9 2 0,3-5 7 16,-9 1 8-16,3-2 8 0,-9 4 9 15,2-7 5-15,-2 0 12 0,-3-2 1 0,3-1 8 0,-5 1 7 16,0-3 10-16,2-3 6 0,0 2 6 0,3-9 2 16,4 3 6-16,-1-3-3 0,1-4 5 0,6 0 2 15,-3-2-1-15,1-2 3 0,7-3-3 0,0-3-11 16,4 1-3-16,1 1-9 0,5-5-12 0,0-2-17 16,5 3-13-16,5-4-11 0,5-1-28 0,3 0-2 15,2-1-25-15,3 4-22 0,2-2-33 0,-2 3-39 16,0 3-41-16,5-3-50 0,-3 7-50 0,-5 1-57 15,3 1-52-15,-5 3-55 0,0 3-43 0,4 0-46 0,-6 0-347 16,3 3-885-16,-9 3 391 0</inkml:trace>
  <inkml:trace contextRef="#ctx0" brushRef="#br0" timeOffset="-170323.93">17099 17751 151 0,'0'0'272'0,"0"0"-13"0,0 0 4 0,0 0 1 16,0 0-4-16,-7 17-8 0,4-10-6 0,3 2-9 0,-5-1-20 15,5 4-11-15,-2-1-21 0,-1 1-19 16,3 0-13-16,0 3-13 0,0 1-11 0,0-6-10 15,0 3-15-15,0-2-8 0,3 1-9 0,-1-1-10 0,-2-3-15 16,5 1-26-16,0-1-27 0,-2-4-26 0,2 3-29 16,4-1-38-16,-1-2-44 0,-3 2-48 15,3-3-52-15,2-3-54 0,-5 4-224 0,5-4-546 16,-10 0 242-16</inkml:trace>
  <inkml:trace contextRef="#ctx0" brushRef="#br0" timeOffset="-169917.69">17331 17750 113 0,'-5'-7'303'0,"5"7"-21"0,0 0-29 16,5-4-29-16,-5 4-21 0,0 0-25 0,0 0-17 16,0 0-9-16,0 0-8 0,6 17-4 0,-2-7-12 15,-3-3-9-15,-1 2-11 0,7 1-9 0,-4 3-13 16,-1 1-9-16,0-1-9 0,1 2-3 0,0 1-6 15,1-2-9-15,-1-1 1 0,-2-3-11 0,3-3-4 16,-4 3 2-16,0-2-5 0,1-4-2 0,1 4 1 0,-2-1-4 16,0-7 28-16,5 7 22 0,-5-7 20 15,0 0-8-15,0 0-8 0,0 0-6 0,0 0 9 16,0 0 13-16,12-22-5 0,-7 18 5 0,0-5 13 0,0-6 11 16,1 4 8-16,2-2 14 0,-1 2 5 0,0-4 0 15,1 8 4-15,2-6-4 0,0 1-7 0,0 1-11 16,-4 0-9-16,8 2 1 0,-6-1-7 0,0 5-5 15,2 1-19-15,-2-2-4 0,-1 1-16 0,3 4-9 16,-10 1-9-16,15 0-3 0,-15 0-7 0,16 9-6 16,-2-5-4-16,-8 3-5 0,1-2 0 0,1 8-19 15,2-4-27-15,-7-1-27 0,1 4-33 0,1-1-37 16,-4-2-45-16,4 1-50 0,-3 1-39 0,-2-3-29 16,0 0-34-16,0 3-32 0,-2-5-32 0,-3 0-52 15,4-3-242-15,-6 3-724 0,7-6 321 0</inkml:trace>
  <inkml:trace contextRef="#ctx0" brushRef="#br0" timeOffset="-169634.91">17324 17518 102 0,'-6'-2'342'0,"-1"0"-4"0,7 2-31 0,-15 0-17 15,15 0-20-15,0 0-10 0,0 0 11 0,0 0 12 16,-8 3-10-16,8-3-16 0,0 0-16 0,0 0-17 16,23 8-14-16,-16-4-20 0,1 0-16 0,0-2-19 15,4 1-14-15,-4 0-13 0,-8-3-14 0,20 2-9 16,-17 0-13-16,5-2-12 0,-8 0-6 0,14 5-9 16,-14-5-25-16,0 0-24 0,0 0-24 0,10-2-23 0,-10 2-20 15,0 0-41-15,0 0-27 0,0 0-25 16,0-7-24-16,0 7-32 0,0 0-37 0,-10-11-36 15,10 11-62-15,-2-12-229 0,2 5-611 0,0 2 270 0</inkml:trace>
  <inkml:trace contextRef="#ctx0" brushRef="#br0" timeOffset="-169275.55">18003 17145 208 0,'0'0'354'0,"0"0"10"0,0 0-15 16,6-3 1-16,-6 3-5 0,7-4-4 0,-7 4-12 15,8-8-16-15,-8 8-14 0,5-4-21 0,-5 4-27 16,12-4-16-16,-12 4-26 0,8-4-25 0,2 2-16 16,-10 2-14-16,18-1-17 0,-9-3-15 0,10 0-12 15,-9 1-12-15,7 3-12 0,-6-1-12 0,9 2-23 16,-5-1-26-16,3 0-36 0,4 3-29 0,-7-3-40 16,1 0-35-16,3 4-23 0,-5-4-30 0,1 0-35 15,-6 1-27-15,2 2-31 0,-11-3-32 0,17 1-33 16,-11 1-270-16,-6-2-643 0,9 6 284 0</inkml:trace>
  <inkml:trace contextRef="#ctx0" brushRef="#br0" timeOffset="-169088.06">18188 17270 59 0,'-6'6'260'16,"-3"-1"9"-16,4 3 1 0,-1-2 1 0,1 2-2 15,1-3-6-15,-2-1-3 0,2 1-3 0,4-5 12 0,-1 7 9 16,1-7 4-16,1 8 4 0,-1-8-8 0,10 8-17 15,-1-5-25-15,1-2-25 0,3-1-15 0,3 0-31 16,4-1-14-16,-3 1-34 0,6-4-46 0,-2 2-61 16,1-4-70-16,0 3-66 0,6-3-61 0,-10 1-76 15,3 0-92-15,-4-3-312 0,3 2-722 0,0-2 320 16</inkml:trace>
  <inkml:trace contextRef="#ctx0" brushRef="#br0" timeOffset="-166913.09">21920 11346 49 0,'-1'-3'380'16,"1"3"-10"-16,-5-6-3 0,5 6-11 0,0 0-10 16,5-10-12-16,-5 10-5 0,0-9-11 0,0 9-24 15,1-7-29-15,-1 7-27 0,5-7-19 0,-5 7-28 16,9-1-21-16,-9 1-18 0,13 0-18 0,-13 0-13 16,18 4-13-16,-5-3-4 0,2 2-19 0,4 2-9 0,-1 2-9 15,10 1-5-15,-5 1-6 0,2 3 2 16,1 0-11-16,-2-2-8 0,-3 5-4 0,-1-4-2 15,-4 2-5-15,1-2-4 0,-2 1-3 0,0 3-4 0,-4-6-6 16,3 0 0-16,-4 3 4 0,-4-3-9 0,1 3-1 16,-1-5-5-16,-2 7 0 0,-1-4 1 0,-3-3 2 15,0 3 0-15,-5-1-2 0,0 3 1 0,-3-3 9 16,0 5-8-16,-7-6 0 0,1 2-1 0,-2-3 1 16,-4 3 1-16,3-2 1 0,1 1 1 0,-6-3 0 15,3 0 3-15,-3-3 8 0,5 1 2 0,-2-2 8 16,4 4 13-16,6-4 12 0,1-2 18 0,8 0 18 15,-20-2 18-15,20 2 7 0,-11-5 5 0,4 2 5 16,4-1-1-16,3-4-22 0,1 1-8 0,-2-5-12 16,6 3-15-16,6-4-12 0,-2-2-17 0,1-2-18 15,11 0-20-15,1-2-22 0,-1 4-23 0,-4-5-30 0,2 8-30 16,-2 1-40-16,-2 0-33 0,6-2-40 0,-4 3-42 16,3 3-38-16,-12 2-48 0,4 0-51 0,1 1-47 15,-3 1-285-15,-2 0-791 0,-1 2 350 0</inkml:trace>
  <inkml:trace contextRef="#ctx0" brushRef="#br0" timeOffset="-166100.62">22472 11406 208 0,'0'0'228'0,"-28"10"-14"0,23-6-11 15,0 0-15-15,-2 0-13 0,0 3-17 0,-1 3-13 16,1-4-14-16,1 1-16 0,-1 2-11 0,2-1-6 16,2-2-11-16,0 2-7 0,1 0-6 0,2 1-5 15,0-1-6-15,2 1 0 0,1-1-6 0,4-3-6 16,4 6-3-16,-1-7-3 0,5-2-6 0,2 3-3 15,2-4-8-15,-2 3-1 0,3-4-1 0,-4 0-3 16,4-1-5-16,-3-3-3 0,-2-1 0 0,-4 2-5 16,1-6 1-16,-2 3-1 0,-5 0 0 0,1-6-3 15,-2 4-2-15,-3 1 2 0,-1-5-2 0,-1 4-1 16,-4 1-1-16,0-2-2 0,0 1-3 0,-5 1 1 16,2-4 2-16,-4 6-3 0,0-2 2 0,2 3 3 15,1-2-2-15,-1 1 0 0,-4 1 0 0,6 1-3 0,0-2 1 16,1 4-8-16,7 1 5 0,-13-3 1 0,5 0 0 15,8 3 4-15,0 0-4 0,0 0 1 16,0 0 3-16,-7 7 1 0,7-7-1 0,0 0 1 0,0 0-4 16,28 8-10-16,-13-5-5 0,2-2-2 0,1 4-2 15,-2-3-4-15,4-1 0 0,-2 2-2 0,2-3 1 16,-1 0 5-16,-3 0 2 0,-4 0 1 0,1-3 0 16,-3 3 3-16,3 3 4 0,-5-3 0 0,-8 0-4 15,15 1 6-15,-15-1-2 0,10 2 1 0,-10-2-2 16,8 1 2-16,-8-1 0 0,4 7 2 0,-4-7 0 15,3 5-3-15,-3-5 7 0,0 8-2 0,3-2-2 16,-3 0 6-16,0-6-3 0,0 14 3 0,0-10 1 16,0-4-1-16,0 8 1 0,0-8 3 0,2 7 2 0,-2-7 2 15,5 6 12-15,-5-6 8 0,7 6 7 16,-7-6 1-16,8 1-5 0,-8-1 2 0,0 0-6 16,16-4 0-16,-6 1-4 0,0-3-2 0,-1 3 0 0,-1-1-1 15,-2-3 4-15,3 3 5 0,2-5 7 0,-2 3-3 16,-1-2 6-16,0 3 8 0,-1-2 6 0,3-2 7 15,-5 2 4-15,1-1 15 0,1 0-1 0,-4 0 6 16,2 2 1-16,-5-2 5 0,7 3-6 0,-7 5 0 16,5-7-2-16,-5 7-20 0,1-2-2 0,-1 2 3 15,9-5-23-15,-9 5-9 0,0 0-10 0,0 0-9 16,0 0-2-16,0 0 1 0,0 0-8 0,0 0-4 16,5 14-5-16,-4-9-8 0,1 3-5 0,0-1-9 15,-2 1-6-15,6 3-9 0,-2-4-3 0,-1 2-12 16,5 2-9-16,-3-6-9 0,2 3-11 0,-1 1-15 15,1-3-14-15,-2 0-22 0,2-1-11 0,1-1-19 16,2-1-28-16,0 0-1 0,-10-3-11 0,13-6-8 0,-6 2-128 16,-2-1-375-16,1-1 167 0</inkml:trace>
  <inkml:trace contextRef="#ctx0" brushRef="#br0" timeOffset="-165881.89">23097 11313 29 0,'0'-18'75'0,"0"-11"17"0,0 4 16 15,0 6 12-15,0-3 21 0,-3-5 23 0,3 11 10 16,-3-2 15-16,3 3 14 0,0 5 8 0,0 1 0 15,-4-1-5-15,3 3-23 0,1-1-19 0,0 8-17 16,0-10-23-16,-4 4-13 0,4 6-13 0,0 0-7 16,0 0-14-16,0 0-5 0,-3 21-7 0,6-8-7 15,-3 3-9-15,0 2-2 0,4 1-3 0,1 6-7 16,1 1-2-16,-4-5-4 0,5 5-2 0,-1 5 2 16,1-4-12-16,-2-2 2 0,0 0 2 0,6-1-7 15,-6-1-29-15,0-6-26 0,0 1-37 0,-3-2-39 16,5 3-46-16,-7-11-46 0,3 0-48 0,0 1-184 15,-6-2-474-15,3-7 210 0</inkml:trace>
  <inkml:trace contextRef="#ctx0" brushRef="#br0" timeOffset="-165694.39">23021 11295 180 0,'0'0'326'0,"8"-9"-19"0,-4 4-5 0,2-2-24 15,3 2-15-15,4 2-28 0,2-2-12 0,0-2-25 16,0 0-21-16,6 2-21 0,-6 2-11 0,5-1-20 16,-4 4-30-16,6-1-48 0,-1 1-53 0,-1 1-54 15,-1 3-65-15,0-2-80 0,-2 4-239 0,-2-3-480 16,-9 8 212-16</inkml:trace>
  <inkml:trace contextRef="#ctx0" brushRef="#br0" timeOffset="-165413.15">22189 12015 305 0,'0'0'457'0,"-12"0"0"0,12 0-2 0,0 0-21 15,0-12-25-15,0 12-28 0,10-10-31 0,-5 2-34 16,11-4-26-16,1 0-29 0,1 3-28 0,9-4-26 16,3-1-25-16,3 0-17 0,8 1-16 0,5 1-19 15,-1 4-16-15,5-1-31 0,-6 2-36 0,6-2-43 16,-5 8-40-16,1-4-49 0,-1 4-47 0,-12 1-44 0,2 1-46 16,-2 4-51-16,-5-4-54 0,-3-1-55 15,-4 4-251-15,1-2-686 0,-6 1 304 0</inkml:trace>
  <inkml:trace contextRef="#ctx0" brushRef="#br0" timeOffset="-164942.91">22089 12210 7 0,'0'0'339'0,"22"-12"-15"0,-16 9-15 0,3 2-5 16,-9 1-34-16,20-2-16 0,-10 0-25 0,4 4-17 16,5 1-27-16,-1 1-14 0,2 3-16 0,-4-3-13 15,7 7-19-15,1 2-10 0,2 5-15 0,-3-6-3 16,4 7-11-16,-2 1-10 0,-4-1-13 0,-4 1-1 15,4-1-9-15,-6 1-5 0,7 4-4 0,-9 1-2 16,0-9-4-16,-3 0 0 0,-8 2-5 0,8-2 9 16,-9 3 23-16,3-4 8 0,-4 2 3 0,-5-7 14 15,0 6 19-15,0-7 9 0,-5 2 14 0,-4 0 11 16,6-4 13-16,-5 0 5 0,-4 0 2 0,2-4 2 16,-4 2 1-16,4-2 3 0,0-3 0 0,0-4 5 0,-3-1 0 15,0-1 3-15,3 1-7 0,0-2 0 16,5-1-12-16,-3-4-9 0,3-1-18 0,0-5-14 0,5 7-17 15,1-4-11-15,4 3-31 0,0-7-21 0,4 2-18 16,1 2-50-16,5 3-45 0,3-4-47 0,-2 5-60 16,4 0-59-16,9-8-53 0,-10 12-50 0,8 1-55 15,-1 0-63-15,1 3-60 0,-1-2-284 0,1 4-875 16,-5 1 387-16</inkml:trace>
  <inkml:trace contextRef="#ctx0" brushRef="#br0" timeOffset="-164474.18">22564 12322 220 0,'0'0'221'0,"0"0"-21"0,0 0-16 0,0 0-4 0,0 0-6 16,0 0-10-16,2 22-12 0,3-20-9 0,-3 6-3 15,-1 2-10-15,8-1-12 0,-3 2-10 16,1-7-10-16,1 7-8 0,-1-3-6 0,3-1-7 0,-4 2-9 15,3-5-9-15,-5 3-5 0,5-2-4 0,-4 2-2 16,1-4-2-16,3-2-2 0,-6 3-3 0,-3-4 13 16,0 0 4-16,0 0 2 0,18-5 6 0,-15-2 2 15,4 4 3-15,-5-2 4 0,1-3 9 0,-1 2 12 16,3-2-10-16,0-1 2 0,-4 4-3 0,1-1-3 16,0-1 18-16,-1 2-17 0,3-2-7 0,-1 3-9 15,-3 4-7-15,3-9-5 0,-3 9-7 0,0-6-9 16,0 6-4-16,0 0-12 0,0 0-12 0,0 0-2 15,0 0-3-15,20 7-20 0,-20-7-8 0,13 8 14 0,-11-4-26 16,3 4 1-16,3-2-3 0,-6 0 2 16,3 0-7-16,3-2-4 0,-6 1 12 0,-2-5-6 15,6 7 3-15,-1-2 5 0,-5-5 4 0,9 6 5 0,-9-6 3 16,0 0 0-16,8 1 4 0,-8-1 2 0,0 0-2 16,0 0-5-16,13-4-2 0,-13 4-9 0,8-4-12 15,-1 0-16-15,-7 4-10 0,13-7-18 0,-6 4-24 16,-1 1-20-16,-2-2-17 0,7 3-24 0,-11 1-14 15,15-5-8-15,-6 0-3 0,0 4-11 0,0-1-5 16,-9 2-130-16,20-1-369 0,-12-2 164 0</inkml:trace>
  <inkml:trace contextRef="#ctx0" brushRef="#br0" timeOffset="-164052.33">23097 12376 101 0,'9'0'190'0,"-9"0"0"16,6-5-1-16,-6 5-1 0,0 0-1 0,0 0-8 0,0 0-3 15,0 0-11-15,0-7-6 0,0 7-10 0,0 0-16 16,0 0-9-16,0 0-13 0,0 0-8 16,0 0-9-16,0 0-10 0,0 0-5 0,-18-3-6 0,18 3-10 15,0 0-4-15,-18 5-6 0,11 0-2 0,-1-4-6 16,1 3-8-16,-3 1 1 0,4-2-5 0,-4 1-3 16,-2 4-2-16,6-5-3 0,-3 3-4 0,3 1-2 15,1 1-1-15,-4-2-7 0,4 3 3 0,2-2-3 16,-3 1 2-16,4-1-1 0,2 1-1 0,0 0 1 15,-2-4 5-15,4 3-10 0,-2-7 2 0,2 11 2 16,4-6-2-16,-1-2-3 0,-5-3-4 0,15 1-7 16,-7-1-5-16,-8 0 0 0,17-8-4 0,-6 7-9 15,-1-6 0-15,2-1-1 0,-2-4 1 0,0 1 3 0,1 0 1 16,-2-5 4-16,-3 1-1 0,3 0 8 16,-1-4-1-16,-3 2 9 0,0-2 12 0,-2 0 9 15,-1-1 9-15,-2-6 9 0,-2-1 10 0,2 7 12 0,0 1 9 16,-3 4 6-16,-1-2 9 0,3 3 1 0,1 4 9 15,-7-1-2-15,7 2-11 0,-3 3-6 0,0-2-16 16,3 2-7-16,0 6-11 0,-7-7 5 0,7 7-14 16,0 0-6-16,0 0-3 0,0 0-8 0,-13 18 13 15,9-11-22-15,4 2-12 0,0 6-14 0,0 0-17 16,-3 5-18-16,3-2-31 0,-3 2-36 0,6 2-50 16,-3-1-66-16,3-6-68 0,-3 6-245 0,5-3-597 15,5-2 264-15</inkml:trace>
  <inkml:trace contextRef="#ctx0" brushRef="#br0" timeOffset="-162942.84">18716 16314 147 0,'-13'-5'344'0,"10"2"-3"0,-2-4 3 16,-2 4 7-16,5-3-6 0,2 6-4 0,-6-8-16 16,4 4-29-16,2 4-30 0,2-9-31 0,-2 9-20 15,15-9-18-15,-7 4-29 0,12 4-12 0,-2-3-18 16,7-1-17-16,5 5-13 0,3-1-8 0,0 2-10 16,-2 6-11-16,7-4-5 0,5 9-12 0,-13-3-6 15,7 4-8-15,-8-3-3 0,3 7-9 0,-6 0-3 16,2 0-5-16,-3 4-1 0,-3 0-8 0,-2 0-9 0,-2 0-2 15,-3 6-9-15,-2-6-1 0,-5-1-2 0,-1-1-3 16,-6-1 5-16,4 1-2 0,-10 1 2 16,4-2 2-16,-6-2-3 0,-4 4-4 0,-3-2 6 0,0-6 5 15,-6 7-4-15,3-5 14 0,-9-2 8 0,1 1 7 16,-5-2 4-16,2-5 9 0,0 1 10 0,-2 0 13 16,2-6 8-16,3-2 9 0,3 1 11 0,3 0 11 15,-1-4 5-15,2 0 11 0,3 1 0 0,0-5 1 16,8 3-14-16,-1-5 2 0,5 0-13 0,3 1-20 15,1-3-21-15,9-1-18 0,5 1-27 0,13-7-33 16,-5 4-33-16,20-2-42 0,4-1-42 0,1-1-33 16,-5 3-59-16,5 1-32 0,0 0-37 0,0 3-42 15,-4 0-50-15,4 1-51 0,-10-5-261 0,-8 12-763 16,0-7 338-16</inkml:trace>
  <inkml:trace contextRef="#ctx0" brushRef="#br0" timeOffset="-162302.17">19583 16392 147 0,'-14'0'255'0,"14"0"-6"0,-12 3-16 0,12-3-9 15,-7 3-10-15,-3 3-8 0,2 1-6 0,1 0-14 16,1-4-14-16,-2 2-10 0,1 3-17 0,0-1-4 16,1 2-23-16,2-2-10 0,-1 1-8 0,2 2-12 15,-2-1-2-15,5-1-15 0,0-3-3 0,0 5-4 16,5-2-9-16,2-1-5 0,-2 0-2 0,1-6-5 15,6 0-10-15,-2 4-4 0,-2-3 1 0,4-2-16 16,-12 0-9-16,18-7-9 0,-8 5-9 0,-2-3-7 16,2 0-2-16,-2-3-4 0,-1-1-4 0,-7-2 5 15,2 0-3-15,1-4 5 0,-3 3 4 0,-3-3 1 0,1-2 4 16,2 3-1-16,-7 2 8 0,4 1 2 16,-7-2 5-16,5 2 2 0,-1 3 2 0,-1 0 0 15,-1 1 0-15,1 2 1 0,0-2 0 0,2 3-6 0,-1-1 3 16,6 5-4-16,-5-7 1 0,5 7-2 0,0 0 0 15,0 0 3-15,0 0 1 0,0 0 0 0,0 0-3 16,0 0 4-16,23 14-3 0,-13-8-1 0,0 2 3 16,1-2 0-16,6 1-4 0,-4 3 2 0,2-3-6 15,-7 1-3-15,6 1-1 0,-3-1-3 0,-1-2 2 16,-2 2 2-16,1-3-2 0,-3 3 2 0,1-4 0 16,1 6-6-16,-1-5 3 0,-5 2 1 0,1-3 0 15,0 2 0-15,-3 0 0 0,0 0 1 0,0-6 1 16,0 10 0-16,0-10 5 0,0 8-2 0,0-8 4 15,-2 9-3-15,2-9 1 0,2 6 4 0,-2-6 1 16,0 3 6-16,0-3 5 0,0 0 15 0,0 0 2 16,0 0 7-16,0 0-9 0,0 0 3 0,22-11 5 0,-16 7 13 15,1-4 4-15,1 1-3 0,0-1 8 0,-1 0 4 16,1-1 16-16,1 1 5 0,1-1 0 16,-2 0 8-16,-2 1 4 0,1 4 2 0,-2-2-1 15,0 0 6-15,-3 2-8 0,-2 4-12 0,6-7-11 0,-6 7-9 16,0 0-17-16,2-4-4 0,-2 4-5 0,0 0-7 15,0 0-1-15,0 0-6 0,5 15-6 0,-3-9-5 16,-2 0-15-16,5 3-11 0,-5-2-10 0,1 1-17 16,1 3-4-16,1-7-11 0,0 7-15 0,2-4-7 15,-1-1-16-15,1-2-24 0,3 1-24 0,-1-2-32 16,3 0-23-16,-4 1-33 0,-6-4-17 0,25-1-19 16,-15-5-6-16,5 3-161 0,-7-3-472 0,0-2 209 15</inkml:trace>
  <inkml:trace contextRef="#ctx0" brushRef="#br0" timeOffset="-162099.05">20101 16127 220 0,'-1'-8'265'0,"-6"-3"-4"0,6 1-12 0,-4 5-14 0,3-3-11 16,-1 4-20-16,3 4-24 0,-4-5-20 0,4 5-15 16,0 0-10-16,0 0-11 0,-13 14-6 0,5-6-6 15,6 4-8-15,-3 2-8 0,5-1-10 0,-6 4-8 16,4 2-8-16,2 1-6 0,0 4-3 0,0 1-11 15,-2 2-3-15,2-2-33 0,0 2-26 0,2-3-37 16,5 3-41-16,-6-5-51 0,6-9-67 0,1 3-259 16,-1 1-507-16,-1-7 225 0</inkml:trace>
  <inkml:trace contextRef="#ctx0" brushRef="#br0" timeOffset="-161895.93">19962 16316 176 0,'-6'-5'383'16,"4"0"-22"-16,-4 2-14 0,6 3-29 0,0 0-39 0,-2-7-18 15,2 7-30-15,15-7-22 0,-4 5-22 0,9-1-5 16,2 1-32-16,6 1-19 0,7 1-38 16,-4 1-32-16,7-1-40 0,-6 2-44 0,-4 1-53 0,0 1-64 15,2 1-75-15,-9 1-275 0,1-2-530 0,-6 1 235 16</inkml:trace>
  <inkml:trace contextRef="#ctx0" brushRef="#br0" timeOffset="-161583.45">19085 17010 346 0,'-6'1'348'16,"6"-1"-9"-16,-10 0-12 0,10 0-2 0,0 0 17 0,0 0-4 15,0 0-4-15,0 0-23 0,0 0-31 0,28-10-25 16,2 4-29-16,21-5-22 0,2 2-19 0,10-1-17 15,15-2-18-15,4 0-19 0,-17 4-10 0,21 0-12 16,-3 0-10-16,-25 1-14 0,1 2-34 0,-1-1-55 16,0-2-54-16,-3 8-59 0,-4-7-49 0,-6 2-54 15,-16 4-64-15,5-1-75 0,-15 1-286 0,0 1-698 16,-4 1 309-16</inkml:trace>
  <inkml:trace contextRef="#ctx0" brushRef="#br0" timeOffset="-160989.72">19041 17514 102 0,'0'0'345'0,"0"0"-11"0,-7-8-15 0,7 8-22 15,0 0-22-15,7-12-20 0,1 8-15 0,3 3-17 16,-1-4-16-16,12 3-10 0,3 1-10 0,1-1-18 0,4 4-6 16,0-1-22-16,1 4-14 0,4-5-9 0,1 4-16 15,-6 7-8-15,0-2-10 0,0 3-7 16,-2 3-6-16,-5-5-13 0,-6 4-3 0,6 1-9 0,-7 6-8 16,1-6-3-16,-9 2-5 0,0 2-4 0,-1-4 2 15,1 5-9-15,-4-2-2 0,-4-1 1 0,-4 3 1 16,-1-3-5-16,-1 0-2 0,-4-2 10 0,0-1-1 15,-5-4 9-15,2 5 0 0,-4-7 13 0,1 0 0 16,-4-4 14-16,-8 3 11 0,4-3 14 0,8-4 11 16,-6-2 16-16,1-3 9 0,-1 1 10 0,1 0 16 15,6-7 6-15,-5-1 1 0,4 1 0 0,2-3-1 16,3 0-9-16,2-4-11 0,3 1-9 0,3-2-16 16,3-1-12-16,4 1-22 0,5 1-22 0,2 1-26 0,8-5-32 15,4 2-39-15,5 5-45 0,-5-2-49 16,7 3-50-16,5 2-49 0,-6 7-48 0,1 0-43 15,0 5-54-15,3 0-51 0,-6 2-346 0,-6 1-848 0,-1 2 375 16</inkml:trace>
  <inkml:trace contextRef="#ctx0" brushRef="#br0" timeOffset="-160270.91">19674 17598 140 0,'-6'-7'278'16,"6"7"-26"-16,0 0-26 0,0 0-22 0,0 0-17 15,0 0-17-15,0 0-8 0,0 0-14 0,15 15-12 16,-9-8-11-16,1 5-11 0,-7-6-13 0,7 3-8 16,-6 3-8-16,8-3-9 0,-6 3-7 0,0-1-8 0,-3-7-5 15,5 5-6-15,-2 1-8 0,1-3 1 16,-3 0-4-16,-1-4 1 0,0 3-6 0,5 2 26 15,-5-8 18-15,2 4 29 0,-2-4 14 0,0 0-6 0,0 0-12 16,0 0-6-16,0 0-11 0,13-13-6 0,-9 7-4 16,2-3-9-16,1-2-4 0,1-4 3 0,0 4 0 15,1-2-4-15,2 2-9 0,2-4-2 16,-3 3-4-16,4 0-9 0,-6 5 4 0,0-1-5 0,5 5 8 16,-6-4-19-16,3 1-8 0,-5 3 2 0,2 2-6 15,-7 1-7-15,14 0-2 0,-5 4-4 0,-3 0 1 16,1 0 21-16,-4 3-18 0,2 1-5 0,-1-1 3 15,2 5-4-15,1-4-2 0,-6 2-2 0,6 0 8 16,-4-3-6-16,1 3 3 0,1-1-3 0,0-1 6 16,-5-3-6-16,1 0 4 0,-1-5 15 0,4 6-8 15,-4-6-2-15,10 4 5 0,-10-4-2 0,0 0-4 16,0 0 1-16,0 0 3 0,13-12-3 0,-7 5-4 16,1 4 7-16,-5-3-12 0,4 0 11 0,1-3 0 0,-5 3-5 15,4 0 3-15,1-3-3 0,-2 3 0 16,-2 0 4-16,4 1 0 0,-2 1-4 0,-4-4 4 15,3 4-9-15,-4 4-4 0,5-4-2 0,-5 4 3 0,6-3-1 16,-6 3-7-16,0 0-4 0,0 0-1 0,0 0-5 16,0 0-9-16,15 7-3 0,-8-4-10 0,-7-3 5 15,6 10-5-15,-4-7 6 0,5 1 2 0,-7-4 1 16,6 7 5-16,-2-6-2 0,-4-1 1 0,9 5 2 16,-9-5 4-16,5 6 2 0,-5-6 8 0,0 0 0 15,0 0 4-15,0 0-8 0,0 0 14 0,0 0 9 16,19-9-14-16,-18 3 11 0,4 3-10 0,2-2 6 15,-5 1 1-15,4-5 3 0,-3 3 6 0,2 3 11 16,-3-3 0-16,-2 6 3 0,7-7 3 0,-6 3-3 16,-1 4 1-16,5-7-6 0,-5 7-7 0,4-3-2 15,-4 3-9-15,0 0-4 0,0 0 0 0,0 0-16 16,0 0-16-16,13 10-9 0,-13-10-17 0,8 11-23 16,-5-10-18-16,4 7-18 0,0-2-20 0,-2 0-19 0,1 0-29 15,6 0-16-15,-2-3 0 0,0 3-12 16,10 3-8-16,-4-6-164 0,-3 3-422 0,6-6 186 15</inkml:trace>
  <inkml:trace contextRef="#ctx0" brushRef="#br0" timeOffset="-159864.67">20535 17631 196 0,'12'-5'34'0,"-4"2"17"0,0-7 26 0,1 4 13 15,-4 2 21-15,-2-4 8 0,-2 0 13 0,3 0 2 16,-4 0 8-16,0 8 7 0,-5-9-6 0,-2 3-1 16,1 2-1-16,2 0 0 0,4 4-6 0,-21-3-11 15,11 3-9-15,-2 5-2 0,-1-3-7 0,1 2-7 16,-6 0-7-16,3 5-6 0,0 1-10 0,2 0-3 15,-2-1-12-15,0 3-4 0,5 0-1 0,-3-3-10 16,7 0-5-16,4 8-2 0,-5-10-7 0,1 4 5 16,4 1-3-16,2-5-5 0,0 2-2 0,0 0-2 15,7-5 0-15,-6 1 1 0,6-2-2 0,1 0-6 16,-1-1-3-16,8-1-2 0,-15-1 4 0,20-6 0 16,-12 3-2-16,7-4-3 0,-7 0-4 0,5 0 0 0,2-6 3 15,-7 3-2-15,6-6 2 0,-3 1-4 16,1-1 2-16,-2-3-4 0,0-5-1 0,-2-1 8 15,0 0-10-15,-6-1 0 0,3-1-1 0,-2 3 8 16,1 3 18-16,-4 2 22 0,0 0 17 0,-5 3 15 0,0-3 5 16,3 0 15-16,0 11-4 0,-4-3-13 0,1 3-8 15,1 0-18-15,-1 0-1 0,2 5-6 16,3 3-5-16,0 0-6 0,0 0-1 0,-18 11-5 0,15 1-2 16,-1-4-15-16,-1 12 5 0,5-2 14 0,-3 6-18 15,3 2 0-15,3 5-9 0,-1-6-9 0,1 2-24 16,2 3-20-16,2-3-17 0,1 0-29 0,-3-8-30 15,2 1-41-15,1-3-42 0,0 0-59 0,-4 0-48 16,2-7-266-16,1-3-624 0,1-1 276 0</inkml:trace>
  <inkml:trace contextRef="#ctx0" brushRef="#br0" timeOffset="-159677.17">20515 17130 115 0,'-15'-6'315'0,"4"-2"-24"0,4 4-34 16,-6-1-23-16,6-2-27 0,-1 4-19 0,1-2-30 15,7 5-36-15,0 0-22 0,0 0-40 0,-13 0-54 16,13 0-80-16,0 0-79 0,0 0-152 0,0 0-329 16,0 0 145-16</inkml:trace>
  <inkml:trace contextRef="#ctx0" brushRef="#br0" timeOffset="-159317.81">20820 16803 16 0,'-5'-7'379'0,"5"7"-9"16,0-7-17-16,0 7-28 0,0 0-20 0,0 0-35 16,0-7-22-16,0 7-26 0,0 0-22 0,0 0-15 0,0 0-29 15,0 0-21-15,0 0-19 0,0 0-7 16,0 0 9-16,0 0-28 0,0 0-10 0,0 0-12 16,0 0 2-16,0 0-13 0,5 16-6 0,-5-16-4 0,0 0-10 15,-5 8 3-15,5-8 8 0,0 0 7 0,0 0-27 16,0 0 11-16,0 0 22 0,0 0 29 0,0 0 5 15,0 0 11-15,0 0 7 0,0 0-6 0,0 0-13 16,0 0-11-16,0 0-11 0,0 0-24 0,0 0-21 16,0 0-41-16,0 0-48 0,0 0-49 0,-15-12-38 15,15 12-50-15,0 0-52 0,0 0-59 0,0-6-73 16,0 6-223-16,0 0-656 0,0 0 290 0</inkml:trace>
  <inkml:trace contextRef="#ctx0" brushRef="#br0" timeOffset="-156957.31">20939 16248 64 0,'0'-6'317'0,"0"6"-14"0,0-10-9 0,2 3-17 15,-1-1-4-15,-1 8-29 0,7-12-23 0,-2 4-19 16,2 0-24-16,-3 1-13 0,5-1-16 0,-1 1-15 16,2 1-16-16,2-1-8 0,-3 0-14 0,8 4-12 15,-2-2-8-15,5-2-6 0,-5 3-13 0,0 4-6 16,8 3-1-16,-3 3-6 0,-1 0-8 0,0-2-1 16,7 7-6-16,-6 1-4 0,5 0-6 0,-2 6-7 0,-1 0-1 15,4 1 0-15,-6 4-5 0,1 1 1 0,-4-2 0 16,6 1 2-16,-5 0-4 0,-1 5 1 15,-2-2-1-15,0-1-1 0,0-1-4 0,-9-2 2 0,1 3 0 16,1-5 1-16,-3 0 12 0,-3-1-18 0,-2-2 2 16,0 1-4-16,-2-4 6 0,-3 2 7 0,-3-4-1 15,-2 3 12-15,-3-6 15 0,-2 2 11 0,-5-4 14 16,3-2 13-16,-1-1 15 0,-7-3 8 0,-3 2 8 16,7-6 6-16,-1 2-4 0,-4-2 1 0,4-2 13 15,2-2 2-15,2-1 8 0,3 1 3 0,0-2-5 16,4-2-8-16,9 4-3 0,-6-8-21 0,3 2-19 15,11 1-17-15,3-3-25 0,11-6-25 0,1 1-33 16,6 0-37-16,12-2-31 0,3 1-33 0,2 3-21 16,4 3-22-16,-1-2-32 0,-19 8-39 0,8 2-43 15,-4-1-50-15,-4 3-66 0,-8 2-225 0,-2-2-675 16,0 2 299-16</inkml:trace>
  <inkml:trace contextRef="#ctx0" brushRef="#br0" timeOffset="-156379.2">21793 16278 213 0,'0'0'259'15,"0"0"-27"-15,0 0-24 0,0 0-23 0,0 0-20 16,0 0-17-16,0 0-16 0,0 0-13 0,2 25-12 15,-2-12-9-15,0-3-7 0,0 7-10 0,6-1-6 16,-6-4-9-16,5 4-8 0,-1-4-3 0,2 2-5 0,-6-4-6 16,7 5-3-16,-6-5-2 0,-1-3-3 15,9 2-3-15,-6-5-2 0,-1 3 1 0,-1-5 22 16,4 5 21-16,-5-7 21 0,7 1-1 0,-7-1-9 16,0 0-9-16,15-5-7 0,-15 5-3 0,6-8 3 0,3 0 3 15,-8-1 4-15,8 0-9 0,-3-4-4 16,1 2-5-16,1-1 3 0,-3 0 6 0,2 5-4 15,-2-1-6-15,0-3-1 0,0 6-18 0,1-3 1 0,-4 1 2 16,0 0-10-16,3 5-7 0,-5 2 0 0,8-5-14 16,-8 5 1-16,0 0-3 0,0 0 0 0,8 10-2 15,-8-10-1-15,2 11 2 0,3-3-10 0,-4-3-2 16,6 6-3-16,-5-3 0 0,1-1-1 0,0 1 1 16,4-1 9-16,-2 1-10 0,0 2 5 0,-3-4-1 15,1-2 0-15,-2 1 1 0,-1-5 2 0,9 4 2 16,-9-4-1-16,5 3 4 0,-5-3 0 0,0 0-1 15,16-7 2-15,-9 6-6 0,1-6 2 0,-1 2 3 16,-1-5 12-16,1 5-15 0,1-6 1 0,-1 2 4 16,3 2 10-16,-5-1 8 0,1 0 6 0,1 0 7 15,-5 1 4-15,4 4-16 0,1-6 9 0,-5 4-7 16,-2 5 0-16,6-5-4 0,-6 0 6 0,0 5-22 0,0 0 4 16,9-4-17-16,-9 4-9 0,0 0 8 0,0 0-17 0,0 0 9 0,11 9-22 0,-8-3-6 15,-3-6-15-15,5 6-11 0,2 1-19 0,0-4-11 0,-4 2-21 16,10-2-31-16,-5 1-30 0,6 4-32 0,1-4-32 15,-2-2-34-15,-2 3-200 0,6-4-520 0,-5-1 231 16</inkml:trace>
  <inkml:trace contextRef="#ctx0" brushRef="#br0" timeOffset="-155863.6">22642 16236 82 0,'0'0'230'0,"0"0"-8"0,0 0-4 16,0 0-3-16,0 0-13 0,0 0-9 16,-26 9-7-16,14-6-7 0,2 1-8 0,-1-1-8 15,-4 5-1-15,5-4-20 0,-5 5-1 0,-3-1-4 0,1-1-20 16,2 4-9-16,0-2-9 0,0 1-7 0,0 1-19 16,1-2 1-16,0 0-9 0,-1 0-8 0,9-1-2 15,-2-3-6-15,1 6-6 0,2-7-4 16,-2 4-2-16,4-4 11 0,3-4-16 0,0 12-3 0,3-5-1 15,4-6-5-15,1 1 1 0,1-1-2 0,0-1-4 16,-9 0-7-16,30-3-4 0,-15-2-8 0,5 2-6 16,-3-4-6-16,4-2-5 0,-4 0-2 0,2-5-6 15,-4 2-1-15,0-3 3 0,-1-1-2 0,2-4 5 16,-3 0 1-16,-4 0 7 0,1 1-5 0,-7-7 3 16,3-1-1-16,-4-3 1 0,-2 2 1 0,-2-6 9 15,-3 6 2-15,4 0 14 0,-6 1 6 0,1 0 16 16,1 0 10-16,1 1 11 0,-2 3 19 0,-1 7 6 15,0-2 9-15,4 3 9 0,0 3 13 0,1 4 0 16,1-4-17-16,-4 5-3 0,5 1-16 0,0 6-7 16,-4-9-19-16,4 9 2 0,0 0-16 0,0 0-10 15,0 0 1-15,0 0-4 0,2 22-3 0,0-4 4 0,3-2-11 16,-5-1-2-16,1 13 2 0,1 2 1 0,3-2-5 16,-4 1 5-16,-1 1-3 0,7 0-29 15,-7 1-22-15,2 0-23 0,1-3-18 0,0-2-15 0,-3-7-20 16,4-1-25-16,-3 0-29 0,3-6-32 0,-1 0-40 15,0-2-41-15,2-5-277 0,-1 1-609 0,-1-3 271 16</inkml:trace>
  <inkml:trace contextRef="#ctx0" brushRef="#br0" timeOffset="-155707.35">22669 15780 50 0,'-9'-5'183'0,"3"1"-14"0,-3 3-23 0,9 1-10 16,-18 5-24-16,12 2-31 0,-3 2-48 16,3-1-40-16,4 7-65 0,-6-3-67 0,3 8-150 15,2 7 66-15</inkml:trace>
  <inkml:trace contextRef="#ctx0" brushRef="#br0" timeOffset="-155347.99">21464 17088 121 0,'-10'1'357'0,"-2"1"-8"16,4-1-11-16,8-1-8 0,-13 5-15 0,13-5-20 16,-7 2-14-16,7-2-12 0,0 0-2 0,-10 4-17 15,10-4-7-15,0 0 2 0,0 0-3 0,0 0-5 0,0 0-1 16,0 0-13-16,0 0-18 0,43-3-20 0,-11 0-18 16,11-3-15-16,6 3-19 0,6 3-12 15,3-12-10-15,23 1-14 0,0 1-10 0,-18 1-2 16,21 0-21-16,-24 2-31 0,19-5-40 0,-19 1-58 0,4 3-48 15,-4-2-53-15,-7 1-39 0,-2 0-34 0,-6 3-42 16,-15 1-51-16,0 1-61 0,-11 3-314 0,-4 2-765 16,-3 0 339-16</inkml:trace>
  <inkml:trace contextRef="#ctx0" brushRef="#br0" timeOffset="-154757.91">21641 17499 3 0,'-7'-5'244'0,"7"5"-18"0,0 0 5 0,0 0-3 16,0 0-6-16,0 0-12 0,43 12-10 0,-28-4-12 16,7 1-5-16,1 3-13 0,5 3-4 0,0-1-13 15,2 1-12-15,0 2-15 0,-2-6-13 0,3 8-9 16,-4-2-15-16,-2 1-7 0,1 1-8 0,-6 1-6 16,-5-4-8-16,-2 2-7 0,-1-1-8 0,-2-2-3 15,-4 1 0-15,-1-1-6 0,-8 0-4 0,3-3 1 0,-7 2-4 0,6-5-1 0,-14 7 0 16,5-6 16-16,-5-3 13 0,5 5 16 0,-5-6 17 15,5-4 19-15,-3 2 13 0,3-3 19 0,-3 1 22 16,-1-2 12-16,3-2 8 0,1 1 4 0,-2-3 0 16,-1 2 5-16,5-6-8 0,-1-4 1 0,1 0-11 15,2-3-7-15,1-1-13 0,5-4-16 0,0 0-16 16,11-6-13-16,-3-1-7 0,4 1-25 0,3 2-24 16,3 0-19-16,4-1-31 0,-6 7-31 0,6-3-45 15,-1 4-49-15,-3 5-56 0,4 2-54 0,-2 5-44 0,-4-2-47 16,3 6-42-16,-1 2-52 0,-3 2-46 0,-7-2-271 15,5 6-793-15,-4 0 352 0</inkml:trace>
  <inkml:trace contextRef="#ctx0" brushRef="#br0" timeOffset="-154117.31">22316 17591 84 0,'0'-8'452'0,"0"8"1"15,0 0-12-15,0-11-22 0,0 11-24 0,0 0-35 16,0 0-30-16,0 0-35 0,0 0-32 16,-2-4-28-16,2 4-34 0,0 0-16 0,0 0-18 0,0 0-21 15,-3 19-8-15,8-11-17 0,-7 0-11 0,2 0-11 16,2 6-13-16,0-1-5 0,3 6-7 0,-4-8-9 16,-1 8-5-16,9-6-10 0,-4 1-9 0,-2-1-10 15,4-1-5-15,-1 0-4 0,2-2-5 0,-1-2-2 16,0 0-4-16,1-1-5 0,0-1-1 0,5-1-5 15,-6 0 9-15,1-5-7 0,-8 0-7 0,24 0 6 16,-15-3-2-16,1 1 1 0,-1-3-1 0,4 0 2 16,-5 1-4-16,0-2 6 0,-1-1 3 0,1 0-4 15,1 0 8-15,-3-1-8 0,3 1-1 0,-6-1 5 16,0 4-2-16,-3 4-1 0,7-8 2 0,-4 4-5 16,-3 4 0-16,3-4-13 0,-3 4-20 0,0 0-12 15,5-5 4-15,-5 5 3 0,0 0 3 0,0 0 4 0,7 10 12 16,-7-10-7-16,2 8 1 0,-1-2 4 0,4 2 2 15,-1-4 0-15,1-3 6 0,-5-1 6 16,8 8-9-16,-3-5 15 0,0-1 3 0,-5-2 10 16,15 1 13-16,-15-1 11 0,11-1 13 0,-11 1 13 0,15-5 8 15,-10 2 19-15,0-2 0 0,7 3 9 0,-9-1 4 16,4-5-1-16,-1 5-6 0,-6 3-10 0,12-8-9 16,-9 5-5-16,2 1-10 0,-2-5-9 0,-3 7-6 15,10-1-11-15,-10 1-7 0,0 0-22 0,12-3-26 16,-12 3-32-16,0 0-41 0,15 4-41 0,-9 0-38 15,-6-4-42-15,15 4-37 0,-8 0-45 0,-5 1-68 16,6-2-74-16,-8-3-293 0,15 2-791 0,-15-2 350 16</inkml:trace>
  <inkml:trace contextRef="#ctx0" brushRef="#br0" timeOffset="-153914.2">22480 17168 380 0,'-15'-8'487'0,"0"1"-23"0,9 4-37 0,-9-1-44 15,6 1-41-15,3-1-33 0,-1-1-35 0,7 5-49 16,-8-4-43-16,8 4-34 0,0 0-47 0,0 0-60 16,0 0-62-16,0 0-75 0,21 12-88 0,-6-9-88 15,-6-2-260-15,4 4-576 0,-5-3 255 0</inkml:trace>
  <inkml:trace contextRef="#ctx0" brushRef="#br0" timeOffset="-153382.96">22256 15912 49 0,'0'0'234'0,"0"0"-26"16,0 0-18-16,0 0-18 0,0 0-17 0,0 0-19 15,-6 15-7-15,6-15-14 0,-5 7-11 0,5 1-9 16,0-8-9-16,7 9-5 0,-4-3-8 0,-3-6-8 16,3 9-3-16,-1-6-3 0,4 1 8 0,-2-1-3 15,-1 4-4-15,-3-7-5 0,7 4 5 0,-7-4 3 0,5 5 1 16,-5-5 11-16,3 3 7 0,-3-3 6 0,0 0 8 16,0 0-11-16,0 0-5 0,0 0-9 15,0 0-8-15,0-17-12 0,0 17-1 0,-3-8-10 0,1 3-24 16,-6 0-33-16,8 5-29 0,-12-6-44 0,1 3-39 15,1 3-53-15,10 0-69 0,-30 3-171 0,10 1-456 16,5-1 202-16</inkml:trace>
  <inkml:trace contextRef="#ctx0" brushRef="#br0" timeOffset="-149464.93">20959 11475 163 0,'-5'-6'408'0,"3"3"-28"16,2 3-28-16,-6-6-43 0,6 6-38 0,0 0-32 15,0 0-29-15,0 0-16 0,0 0-20 0,-5 29-20 16,5-12-7-16,5 10-20 0,-2 2-15 0,4-1-7 0,2 13-17 16,-4-12-2-16,2 2-13 0,5-3-1 15,-2 1-6-15,-2-1 2 0,0-2 1 0,2-2 10 16,-5-6 9-16,5-5 16 0,-5 1 22 0,0-4 27 0,0 0 45 16,-2-3 44-16,5-4 53 0,-1 1 20 0,-7-4-14 15,23-12-22-15,-3 0-20 0,5-4-13 0,1-5-18 16,12-11-20-16,-3-5-24 0,2-4-16 0,4-5-18 15,9-11-15-15,-14 11-19 0,14-23-26 0,-4 0-51 16,2-4-48-16,-3 9-80 0,1-5-75 0,-18 19-85 16,5 1-81-16,4 2-77 0,-11 3-80 0,-1 3-99 15,3 5-340-15,-11 17-1001 0,3 0 444 0</inkml:trace>
  <inkml:trace contextRef="#ctx0" brushRef="#br0" timeOffset="-148308.72">25976 15547 190 0,'0'10'181'0,"-2"2"-9"0,2 1-9 16,0-1-6-16,-5 3-2 0,10-6 3 0,-3 5 2 16,3-6 10-16,-2 3 8 0,4 1 17 15,-1-8 16-15,1 4 19 0,-1-5 20 0,4 0-2 0,2-2 3 16,-1-2 3-16,4-2 2 0,4-3-1 0,-1-3 2 15,2-2 2-15,8-5-7 0,-3-2-11 0,-2-6-11 16,2 4-16-16,-6-5-19 0,10-8-20 0,-8 2-18 16,-1 4-16-16,-3-11-14 0,4 2-20 0,-13 6-29 15,7 3-46-15,3 2-48 0,-1-1-57 0,-4 3-64 16,-1-2-72-16,-4 11-100 0,-1 1-99 0,-2 4-451 16,1 1-928-16,-4-1 411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1:19:08.7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1976 1761 196 0,'7'-27'474'0,"1"3"8"0,0-2 3 0,4 1-3 16,-11 6-13-16,6 2-6 0,-5-1-19 0,3 7-26 0,-4 1-36 15,-1 1-43-15,9 5-43 0,-9 0-34 16,0 4-32-16,0 0-31 0,18 20-3 0,-8 6-22 16,3 2-20-16,3 15-15 0,4 1-9 0,-1 5-9 15,-3 3-17-15,6 16-8 0,-1 5-6 0,-6-19-13 0,5 19-5 16,-2 1-6-16,-6-17-8 0,3 17-7 15,-4-18-2-15,-1 1-5 0,-2-2-1 0,6-2-5 16,-6 0-3-16,-2-5-13 0,1-1-40 0,0-3-44 0,-6-15-49 16,6-2-55-16,-5-8-61 0,3-1-59 0,-4-3-37 15,1-8-19-15,3 1-44 0,-3-5-57 0,-2-3-393 16,0 0-906-16,0 0 400 0</inkml:trace>
  <inkml:trace contextRef="#ctx0" brushRef="#br0" timeOffset="281.23">2570 1869 335 0,'0'-27'394'0,"7"1"24"0,-2 10 0 0,-2-2 13 16,0 0-7-16,1 7-9 0,-1 3-16 0,-3-3-38 16,7 5-40-16,-7 0-37 0,0 6-36 0,5-3-27 15,-5 3-20-15,9 12-21 0,-2 3-14 0,1 3-13 16,7 9-18-16,2 12-13 0,-2 1-10 0,-2 7-8 15,0-2-14-15,9 3-10 0,-9 4-7 0,4 4-3 16,2-2-11-16,1 19-1 0,-2-20-7 0,-1 1-5 16,3 0-3-16,-9-3-5 0,1-4-25 0,-2-1-20 15,3-3-32-15,-5 1-37 0,-1-14-34 0,-2-3-47 16,2-1-55-16,-4-9-51 0,-3 1-47 0,0-2-52 16,0-11-43-16,0 2-349 0,0-3-816 0,0-4 360 15</inkml:trace>
  <inkml:trace contextRef="#ctx0" brushRef="#br0" timeOffset="1218.7">2373 2264 301 0,'-6'-2'369'0,"6"2"-18"0,-10 0-12 15,10 0-21-15,-12-2-17 0,12 2-23 0,0 0-21 16,0 0-20-16,0 0-24 0,0 0 8 0,0 0-13 15,41-3-11-15,-12 3-19 0,4 0-21 0,15 0-14 16,-2 0-17-16,0 3-12 0,12-7-29 0,-6 1-35 16,4-2-47-16,0 2-50 0,-1 3-38 0,-4-4-34 15,-3 4-35-15,-3-3-27 0,-6 0-27 0,-7 1-13 16,1-1-10-16,-5-1-1 0,-6 3 2 0,-1 1 12 16,-3-4 21-16,-6 3 17 0,0 1 27 0,-4-2 21 15,-8 2 19-15,13 2 18 0,-13-2 19 0,7 5 33 16,-7-5 30-16,5 5 23 0,-5 0 12 0,0-5 17 15,-2 12 11-15,2-6 14 0,0 3 7 0,0-2 17 16,0 6 1-16,0 0-2 0,2-1 5 0,3 0-1 16,-4-1 5-16,8 2-2 0,-6-3-9 0,4 10-8 15,2-8 17-15,0 3-3 0,-1-3-9 0,5 0-10 16,-4-3-6-16,-1 0-1 0,5-3-7 0,-6 0-3 16,8-3-5-16,-7 0-3 0,5-3-8 0,0 0 0 15,-3-2-5-15,7-2-4 0,-4-4-5 0,0 0 0 16,2 0 1-16,-2-7-6 0,-4 7 8 0,1 1 1 15,3-6 4-15,-2-2 5 0,-2-5 17 0,2 9 21 16,-1-4-3-16,-1 7-7 0,-3-3 10 0,-3 0-2 0,2-1 3 16,-1 5-4-16,2 1-12 0,-4 3-6 0,-2 3-9 15,5-8-9-15,-5 8-9 0,0 0 4 0,0 0-8 16,20 9-4-16,-17-1-3 0,4 4 7 16,-1-5-10-16,3 7 6 0,-1 1-5 0,5 3-2 0,-5-4-4 15,6 2 5-15,2 2-3 0,-1-3 1 0,-2 2-5 16,2-6-3-16,0 1 11 0,7 0-17 0,-6-7 0 15,1 5-2-15,-2-6 7 0,-2 0-3 0,7-4 3 16,-12 0 0-16,5 0-3 0,1-4 3 0,-6-3 4 16,5-2-5-16,-5 2-2 0,2-4 5 0,2-2 3 15,-6-5 5-15,3 5 3 0,-6 2 7 0,5 0 1 16,-3 4 5-16,5-5-4 0,-5-1-8 0,-5-1-6 16,8 5 2-16,-1 1-6 0,0-4-1 0,8 2-19 15,-5 1-28-15,11 1-28 0,7 1-15 0,19-1-20 16,-4 4-13-16,1 1-13 0,-9-2-20 0,11 4-7 15,4-2 3-15,3-3 3 0,3 5 5 0,-3-1 11 16,0-3 10-16,-2 1 11 0,-1-2 8 0,-5 0 12 16,0-6 9-16,-17 4 10 0,-5 0 12 0,-2-3 21 15,-6 2 23-15,0-2 28 0,-3 0 17 0,-4-3 13 0,-6 4 14 16,-2-1 14-16,-7-1 7 0,-3-3 10 16,-5 3 9-16,-10-6 6 0,-6 3 10 0,8 6 8 15,-5-3-7-15,-9 3-8 0,9 6-9 0,-3 2-1 0,1 2-10 16,2 5-17-16,6 0-3 0,-3 7 1 0,4 5 16 15,1 2 8-15,5 4 0 0,-1 17 17 0,9-2-3 16,5 0-5-16,2 6-8 0,2 4-5 16,11 0-3-16,12 25 5 0,-7-24 23 0,14 20-8 0,-1 0-9 15,1-1-10-15,1-1-6 0,3 3-4 0,-5-5 21 16,-2-16-7-16,-1-2-7 0,-12 1-6 0,6-3-7 16,-2 1-8-16,1-7-6 0,-11-10-6 0,-3-3-2 15,-1-8-3-15,-4 1-3 0,-2-5 0 0,-2-2-2 16,-4-7-3-16,1 2 0 0,-7-7-7 0,-8-6-11 15,-3-2-26-15,-7 0-36 0,-11-10-71 0,3-8-85 16,-7 0-96-16,2-10-121 0,-1-3-462 0,-21-17-956 16,5-10 424-16</inkml:trace>
  <inkml:trace contextRef="#ctx0" brushRef="#br0" timeOffset="1359.32">3863 1872 239 0,'5'-6'277'0,"-5"6"-25"0,0-12-27 0,0 12-25 16,0 0-28-16,0-8-31 0,0 8-48 15,0 0-74-15,0 0-90 0,8 17-188 0,0-11-278 0,-1 2 123 16</inkml:trace>
  <inkml:trace contextRef="#ctx0" brushRef="#br0" timeOffset="2353.89">5400 1458 46 0,'4'-18'419'0,"-4"-3"2"15,3 3-12-15,-3 2-19 0,0 2-17 0,0 2-18 16,3 4-34-16,-3-1-34 0,4 2-42 0,-4 4-26 16,0 3-21-16,0 0-17 0,15 14-20 0,-9 2-16 15,4 11-15-15,8 1-11 0,-6 13-13 0,6-1-7 16,-1 10-10-16,-2 4 1 0,6-4-14 0,-1 0-8 16,-3 3-5-16,-1-1 0 0,-1-2-9 0,0 1-9 15,-2-1 0-15,0-5-4 0,-1-1-6 0,-5-6-2 16,-1-3-4-16,6 2-2 0,-4-10 1 0,-5-9-4 0,4 0-2 15,0-5-3-15,-1 1 2 0,-1-5 24 16,-2 0 30-16,4-5 24 0,0-2-3 0,3-2-8 16,3-2-10-16,8 1-10 0,9-7-8 0,-2-5-6 0,2 1-32 15,13-5-36-15,2 0-39 0,0 0-48 0,-1-1-32 16,3-1-37-16,-4 2-30 0,0-1-25 0,0 4-5 16,-10 2-9-16,-5 5-2 0,0-2 2 0,-5-2 12 15,-5 4 20-15,-1 6 19 0,-4-3 17 0,-5-1 23 16,1 0 24-16,-6 3 12 0,-3 2 13 0,12-3 16 15,-12 3 25-15,0 0 29 0,0 0 21 0,0 0 23 16,0 0 13-16,-15 17 14 0,6-14 6 0,5 4 11 16,-6 1 13-16,3 3 4 0,0-4 2 0,2 6-8 15,4 1 0-15,-3 4-4 0,4-8-2 0,0 9-2 16,2-4-6-16,0 2-9 0,8-2-1 0,-4 0-1 16,8 1 0-16,0 0-8 0,5 2 0 0,-4 0-7 15,3-3 0-15,5 3-3 0,-3-10-2 0,-4 5 0 16,4-6-2-16,-7-5-1 0,-3-1 4 0,4-1-7 0,-1-1-8 15,-3-2-2-15,-4-3-5 0,1-6-6 16,0 3-2-16,-7-3 1 0,0-2-4 0,-4-5 5 16,-6 2 11-16,-1-8-16 0,1 0 2 0,-5 2 0 15,0 0 10-15,-1 3 17 0,-3-3 5 0,3 3 18 0,3 1 8 16,4 1 17-16,-6 3 2 0,7-3 1 0,-5 3 10 16,6 0-4-16,-1 2-3 0,5 3 2 15,-1-2-14-15,4 4 2 0,0 0-21 0,4 0 5 0,1 2-8 16,1 2-3-16,7 3-15 0,2-3 8 0,9 4-5 15,-3 4-6-15,2-1-3 0,4 2-3 0,1 3 1 16,-2-1-5-16,2 5-1 0,-1 2-2 0,-1 1 0 16,-7-3-6-16,-1 6-5 0,5 0 0 0,-3-2-5 15,-4 7 5-15,-1-8-13 0,-1 0 2 0,-8 5-5 16,7-4 1-16,-4 2-3 0,-1-3 2 0,-3-2 1 16,-3-1 6-16,6 0-7 0,-3-1 17 0,-4-5-8 15,4 3-7-15,-3-5 17 0,1 1 6 0,-3-5 4 16,4 4 11-16,-4-4 2 0,0 0-1 0,0 0-2 0,8-12 5 15,-6 4 0-15,3-8 13 0,1 6 6 16,3 0 4-16,-1-5 6 0,5-4-3 0,-1-3-3 16,3-3 6-16,-1 3-1 0,-4 3 11 0,7-5 6 15,-1 1-1-15,3 6-8 0,2-5-4 0,-6 7-4 0,3-2-5 16,-3 6 5-16,-7 2 5 0,6 0-8 0,-6 3-8 16,-1-1-9-16,7 5-5 0,-7 2-2 0,10 3-7 15,-6 1 1-15,-2 4-3 0,7 4-2 0,-4-2 0 16,-2 6-3-16,4 2-1 0,0 4-2 0,-8-3-3 15,3 7-1-15,6 1 4 0,-7 1-9 0,0-1-15 16,-1 0-10-16,-1-4-34 0,-1-2-32 0,-1-1-42 16,1 0-49-16,-2-4-55 0,0 2-61 0,-1-4-50 15,-2 4-54-15,1-9-391 0,4-2-857 0,-5 1 380 16</inkml:trace>
  <inkml:trace contextRef="#ctx0" brushRef="#br0" timeOffset="5761.56">8464 2619 113 0,'5'-18'425'0,"0"6"-15"15,2 4-23-15,-4-3-49 0,2 4-30 0,-2 6-52 16,-3 1-10-16,0 0-26 0,15 14-12 0,-8 2-4 16,8 9-9-16,-7 5 9 0,7 16-13 0,0 1-19 15,-2 4-9-15,7 8-10 0,5 10-5 0,-4 1-10 16,-4-13-11-16,-2-4-7 0,1-1-12 0,1 2-12 15,9 17-12-15,-11-23-8 0,-3 0-4 0,9 0-6 16,-6-3-9-16,-2 0-1 0,4 0-8 0,-5-3-3 16,2 0-6-16,-4-15-4 0,-5 2-2 0,0-10-4 15,2-1-2-15,-2-7 1 0,-4 0-3 0,3-2 4 16,1-1 30-16,-5-1 30 0,0 3 27 0,0-10 23 0,-5 7 22 16,5-7-11-16,0 0-1 0,0 0-6 0,0 0-3 15,0 0 3-15,-25-18-15 0,23 11-4 16,-3-1-8-16,4-4-7 0,1 3-8 0,0 0-12 0,0-1-16 15,8-7-10-15,0 2-6 0,14-3-10 0,4 0-10 16,4 3-26-16,21-6-41 0,2 0-44 0,4 8-36 16,-1 1-34-16,8 1-40 0,18 3-40 0,-23-4-48 15,-1 5-27-15,5 3-20 0,-7-3-16 0,2 5-25 16,-7-3-26-16,4 0-28 0,-7 3-26 0,-13-3-282 16,-5 2-783-16,-6-3 347 0</inkml:trace>
  <inkml:trace contextRef="#ctx0" brushRef="#br0" timeOffset="6386.52">9957 3430 83 0,'-8'-7'71'15,"3"2"39"-15,3 0 37 0,-6-2 23 0,1 0 28 0,-1 1 16 16,-2 0 10-16,0 2 3 0,5-7-3 16,4 10-14-16,-9-3-19 0,10 4-21 0,-14-3-15 15,14 3-18-15,0 0-8 0,-23 8 12 0,17 4-8 16,-3-3-11-16,3 1-9 0,-1 5-8 0,2 0-10 0,2 5-12 16,3 1-5-16,0-1-2 0,3 7-8 0,2-3-6 15,2 3-9-15,1-2 15 0,4-3-23 16,4 2-6-16,-4-7-23 0,8 3-19 0,-4-10-7 0,9 7-22 15,-2-12-20-15,-3 3-3 0,-4-4-8 0,4-1-6 16,-3-6 1-16,-2 1 6 0,5-4 8 0,-9-2 3 16,2-5 3-16,1 0 5 0,-9-3 6 0,-2-5 4 15,4 2 8-15,-7-10 8 0,-5 12 17 0,1-10 11 16,-7 2 17-16,1 0 21 0,-3-1 4 0,-1 2 11 16,-2 1 14-16,1 3 2 0,-2-3 10 0,4 7 0 15,-2-3 5-15,4 6-1 0,1-2 4 0,3 4 6 16,-1-1-2-16,1 5-8 0,7-1 5 0,-6 1-12 15,4 4-17-15,2 3-9 0,0 0-7 0,8-12-11 16,7 12 3-16,-7 0-9 0,12 5-17 0,3-3-19 16,-1 6-24-16,9 1-9 0,2 1-14 0,7 7-4 15,-7-4-6-15,-1 3-6 0,-1 0-5 0,-6-1-1 0,1 1-8 16,4-1 0-16,-10 0-3 0,0-3 6 0,-5 2 8 16,-5-1 6-16,5-1 7 0,-9-1 0 15,1-2 5-15,-4 0 2 0,-3-1 5 0,4-3 6 16,-4 3 6-16,-4-2 11 0,4-6-4 0,-3 9 11 0,3-9 19 15,-8 4 13-15,8-4 10 0,0 0 13 0,-15-10 5 16,15 10 9-16,-12-10 11 0,11 3 6 0,-1-4-6 16,-3 2 2-16,10-3-14 0,-2-3 7 0,4-4 0 15,9 3-12-15,-6-3 1 0,5-3-4 0,3 2 4 16,2-3-6-16,-3 0-6 0,3 7-3 0,-4 1 1 16,-1 3 1-16,2 0-2 0,-2 1-6 0,-1 3-1 15,1 1-3-15,-5 3-9 0,0 0-3 0,5 4-6 16,-7 0-2-16,6 4 2 0,1 0-3 0,-1 6-1 15,0 3 0-15,-4-1-1 0,3 6 3 0,0 0 6 16,0 4-12-16,-4-3 0 0,1 3-1 0,-4 6 0 16,7-4-8-16,-3-1-16 0,-3-4-13 0,-2 0-18 15,-3-3-32-15,3 0-11 0,-4 4-18 0,1-5-6 0,-2-3-39 16,0 0-41-16,-3-6-35 0,-1 3-42 0,3-3-47 16,-6-5-236-16,7-1-605 0,0 0 267 0</inkml:trace>
  <inkml:trace contextRef="#ctx0" brushRef="#br0" timeOffset="6693.92">11508 2803 119 0,'0'-9'477'0,"0"2"-20"16,0-1-24-16,-2 0-32 0,2 8-31 0,-3-9-40 15,0 4-40-15,3 5-34 0,0 0-28 0,-20 7-14 16,12 5-11-16,-9 8-6 0,-9 13-9 0,4-2-20 16,2 7-6-16,2 4-4 0,-2 0-9 0,5 3-16 15,7 5-12-15,-7-1-12 0,8-1-7 0,1 2-9 16,6-3-10-16,0 4-7 0,6-1-7 0,1-2-7 16,8 4-5-16,-2-2-4 0,4-7-8 0,3 1-32 0,3-10-37 15,-2-5-42-15,-1-4-46 0,5-6-40 0,3-3-51 16,2-7-55-16,0 0-40 0,1-5-64 15,5-7-51-15,-6 2-242 0,5-8-709 0,-5-5 313 16</inkml:trace>
  <inkml:trace contextRef="#ctx0" brushRef="#br0" timeOffset="7147">11774 3093 194 0,'0'0'335'0,"0"0"-14"0,0 0-1 0,0 0-23 16,0 0-19-16,0-8-24 0,0 8-25 0,0 0-21 16,0 0-19-16,32 7-22 0,-16-3-14 0,4 0-15 15,2 0-13-15,-1 1-17 0,2 9-10 0,4-5-12 16,1 2-7-16,-1 0-9 0,1 1-8 0,-13 2-4 16,8 3-19-16,-3-6-20 0,-5 5-7 0,-1-3-16 15,0 4-8-15,-4-4-8 0,-4 2-5 0,3 0-3 0,-9-2 1 16,3-1 3-16,-6 2-1 0,3-5 2 15,-4 2 3-15,-1-3 2 0,0-1 9 0,4-6-3 16,1-1-3-16,-9 11 9 0,3-10 10 0,6-1 2 16,0 0 14-16,-15-9 5 0,13 5 13 0,-3-4 7 0,5-4 5 15,-1 0 20-15,7-5-23 0,-4 4 11 0,4-6-2 16,8-7 0-16,-4 2 20 0,1-3 5 16,-1 2 7-16,2 0 19 0,1-3 4 0,-6 10 0 0,6-6 7 15,-5 6 3-15,2 1 9 0,-5 1-6 0,0 1 0 16,0 4-6-16,0 4-10 0,-2 0-19 0,1 2-19 15,-4 5-12-15,0 0-6 0,0 0-5 0,0 0-2 16,0 0-6-16,-4 27-4 0,1-9-6 0,1-3-1 16,1 5-17-16,-1 7-16 0,-1-4-33 0,3 6-38 15,3-4-30-15,2 4-38 0,2-5-44 0,-1 3-37 16,4-2-46-16,0-1-58 0,3-9-62 0,-1 2-309 16,1-7-756-16,4 4 335 0</inkml:trace>
  <inkml:trace contextRef="#ctx0" brushRef="#br0" timeOffset="7334.49">12789 3336 171 0,'0'0'279'0,"7"9"-5"0,-7-9 4 16,-7 15 1-16,0-3-12 0,1 2-18 0,-1 3-14 16,-1-2-21-16,-7 4-25 0,7 1-17 15,-12 6-14-15,8 0-14 0,-4 0-15 0,6 1-12 0,-3 2-12 16,-2-4-31-16,6-7-39 0,-7 8-53 0,1-5-44 15,3-5-68-15,1-5-73 0,1-2-64 0,2-4-182 16,-1-3-485-16,9-2 215 0</inkml:trace>
  <inkml:trace contextRef="#ctx0" brushRef="#br0" timeOffset="7787.58">12994 2913 101 0,'0'0'307'16,"0"0"-11"-16,0 0-18 0,-11 25-16 0,7-15-18 15,4 2-20-15,-3 1-16 0,3 2-22 0,3 0-18 16,1 3-16-16,2-1-11 0,3 1-15 0,-3-4-12 16,2 0-10-16,7-1-9 0,-6-2-9 0,6 1-12 15,1-1-9-15,2-7-6 0,-3 0-18 0,8 1-2 16,-9-6-14-16,7-3-7 0,1 0-5 0,-6 1-2 0,2-5 1 15,-3 0-2-15,2-4 0 0,-2-2 6 0,-2-1-7 16,2-2 2-16,-4 2 8 0,1 1 16 16,-2-3 19-16,2 2 16 0,2 3 25 0,-4-3 15 0,-3 5 11 15,0-1 6-15,1 5 1 0,-1 0-15 0,-6 2-11 16,7 1-11-16,-3-1-18 0,-5 4-8 0,0 0-4 16,17 8-9-16,-4-2-3 0,0 4-8 0,4 5 1 15,-5 2-9-15,4 3 2 0,-1 1-10 0,0 2 8 16,0 3-9-16,-2-1 0 0,0 1-5 0,-3 2-4 15,4-1-1-15,-5 0 2 0,0 11-1 0,-3-10-3 16,1 4-2-16,-5 1-1 0,-2 6 0 0,-2-11-3 16,-3 11 1-16,-7 1 2 0,-1 0 1 0,-8-4-2 15,-3-5 0-15,-7 3 2 0,-2-4-4 0,-5-6-10 16,-4-2-20-16,8-5-45 0,-8-1-42 0,8-7-40 16,-6 1-56-16,3-5-69 0,1-2-58 0,13-3-61 15,1-5-229-15,2 0-675 0,12-3 300 0</inkml:trace>
  <inkml:trace contextRef="#ctx0" brushRef="#br0" timeOffset="7975.07">14012 3545 273 0,'-5'10'326'0,"-3"3"-8"0,0 1-21 0,-1-4-27 16,3 7-25-16,-7-8-23 0,3 6-25 0,-4-5-19 15,4 4-10-15,-3 1-21 0,0-2-13 0,0-3-20 16,1 3-31-16,-1-4-59 0,3 1-73 0,-2-1-79 16,6-1-75-16,2-1-233 0,1-2-473 0,3-5 209 15</inkml:trace>
  <inkml:trace contextRef="#ctx0" brushRef="#br0" timeOffset="8475.03">14232 2987 265 0,'0'-12'457'0,"2"4"-8"0,-4 1-20 16,4 0-31-16,-2 7-40 0,0-10-40 0,0 10-36 0,0 0-34 16,0 0-26-16,0 0-28 0,0 0-13 0,0 0-19 15,-15 25-17-15,12-6-13 0,-2-3-11 16,3 2-11-16,2 3-9 0,0-2-10 0,2 12-5 0,-2-6-26 15,6-3-28-15,1 5-25 0,-5-7-21 0,4-1-20 16,3 0-19-16,-3-6-13 0,1 4-3 0,3-7-2 16,-5 0 0-16,1-2 4 0,1 0 0 0,1-7-4 15,1 2 8-15,0-2 7 0,5-2 2 0,-3-3 5 16,1-4 8-16,3-3 3 0,-2 3 10 0,2-4 11 16,0 1 15-16,0-2 16 0,-4-1 16 0,1-1 12 15,1 0 10-15,2 3 18 0,-2-3 6 0,-4 9-2 16,-1-1 3-16,-2-4-9 0,1 6-13 0,3 2-14 15,-3 2 3-15,-7 1-4 0,0 0-11 0,21 4 2 16,-8 4-1-16,1 1-4 0,-4 1-6 0,4 6 0 16,0-5-5-16,1 6 3 0,-1-2-2 0,5 1-7 15,1-1 2-15,-6 0 17 0,3-3-18 0,-4 0 1 16,2 0-8-16,7-4 8 0,-7 2 16 0,1-6-16 0,-1 0-2 16,-2-3 2-16,0-1 1 0,-4-1-1 0,6-3-5 15,-9 0 2-15,3-8-11 0,-3 2 9 16,4-2 8-16,-10 2-12 0,0-10 3 0,0 3-9 0,-5-5 5 15,-6-2-4-15,2-1 1 0,3-4 0 0,-9 5-17 16,-2-3-34-16,-1-3-32 0,8 6-37 0,-5 0-44 16,0-2-78-16,2 6-83 0,1-4-337 0,1 1-719 15,4 0 318-15</inkml:trace>
  <inkml:trace contextRef="#ctx0" brushRef="#br0" timeOffset="8773.4">15023 2547 394 0,'0'0'391'16,"0"0"-28"-16,0 0-33 0,0 0-37 0,0 0-13 15,14 15 37-15,-6-6 0 0,-1 6-10 0,1 4-22 0,5 5-21 16,4 2-23-16,-4 1-22 0,17 15-22 15,-9-3-17-15,2 3-18 0,4 5-20 0,-6-7-9 16,-2 5-13-16,2-2-11 0,-1 1-12 0,3-2-9 0,-6-3-7 16,-1 3-11-16,-4-11-14 0,-4-1-30 0,5 9-18 15,-6 0-20-15,1-7-41 0,-3 6-45 0,-1-8-29 16,-11 1-44-16,2 8-40 0,-8 1-56 0,-1-13-47 16,0 3-52-16,-11 5-277 0,-8-8-694 0,0 0 307 15</inkml:trace>
  <inkml:trace contextRef="#ctx0" brushRef="#br0" timeOffset="9298.99">16493 2906 236 0,'0'0'388'0,"0"0"4"15,0 0-1-15,0 0-5 0,0 0-13 0,0 0-5 16,0 0-2-16,9 13-11 0,-9-13-2 0,1 3-27 16,-1-3-21-16,20 0-32 0,-5 0-28 0,15-1-27 15,0-1-20-15,6 1-45 0,7-3-46 0,3 0-47 16,-1 0-41-16,-9 2-46 0,11-3-66 0,-14 4-55 16,3-5-56-1,-6 6-56-15,0 0-52 0,1 4-51 0,-11-4-42 16,-5 3-212-16,-2 2-669 0,-11-2 297 0</inkml:trace>
  <inkml:trace contextRef="#ctx0" brushRef="#br0" timeOffset="9455.24">16685 3178 216 0,'-16'12'242'0,"1"-2"23"0,3-3 21 16,-4 2 8-16,9-1 16 0,5-5 31 0,1 4 29 16,1-4 18-16,0-3-3 0,15 6-34 0,1-5-34 15,6-1-25-15,9 0-30 0,12-2-28 0,4-3-26 16,4 0-39-16,-6-2-47 0,4 2-58 0,-4-2-66 15,3-1-85-15,0 3-83 0,-13 3-94 0,11-7-97 16,-15 6-345-16,3-3-764 0,-3-3 339 0</inkml:trace>
  <inkml:trace contextRef="#ctx0" brushRef="#br0" timeOffset="11611.32">18239 2757 281 0,'7'-24'461'15,"0"4"-6"-15,-2 4-2 0,-2 0-8 0,4 1-16 16,-7 4-16-16,1 7-39 0,4-4-43 0,-3 2-40 0,3 0-37 15,-5 6-29-15,0 0-21 0,0 0-20 16,16 25-17-16,-14 1-16 0,10 2-16 0,-4 2-13 16,5 11-8-16,-3 1-11 0,2 0-13 0,4 4-5 0,-8-4-10 15,4 0-8-15,3-1-9 0,0 0-2 0,0-1-6 16,-5-13-3-16,3 0-5 0,-3-1-4 0,1-6-4 16,-2-3-5-16,-1-2-8 0,-1-1-4 0,-2-6-2 15,-2 0 6-15,5-4 2 0,-5-1-1 0,-3-3 0 16,0 0-4-16,19-10-2 0,-11 1-2 0,2-9-1 15,1-4-2-15,6-7 0 0,-5 1-5 0,3-15 2 16,-1 0-3-16,3 1 1 0,4 0 1 0,-7 0 3 16,6 2 9-16,-2 2 0 0,2 0 2 0,-5 13 4 15,-2 4 2-15,-5 4-2 0,2 1-3 0,-2 5-4 16,2 1-9-16,-5 3-5 0,7 2-1 0,-2 3-2 16,0 4 2-16,1 5-3 0,4 4 2 0,0 4-6 15,7 6 1-15,-8 6-2 0,10 0-3 0,-5 12 2 16,-2-3 2-16,5-1-5 0,-8-7-3 0,1-1-9 0,-1 0-10 15,0 0-3-15,0-3-1 0,-6-5 1 16,0-2 3-16,4-3 3 0,-7-2 5 0,0-5 9 16,0-1 8-16,1-1 9 0,-4-3 1 0,-2-2 1 0,0 0 3 15,17-16 10-15,-12 5 15 0,3-2-5 0,0-6 10 16,5-8 3-16,-1-2 15 0,4-8 3 0,-1-4 3 16,-3 4 5-16,9-9-1 0,-6 7 10 0,-8-1 16 15,5 8-13-15,1 4-5 0,0 4-13 0,0-2-2 16,2 9-7-16,-8 2-9 0,1 0-8 0,7 3-7 15,-8 5-13-15,6-1 3 0,-3 4-14 0,8 8-27 16,-2 3-25-16,6 2-21 0,1 7-23 0,0 6-25 16,4-2-25-16,-4 3-34 0,7 10-17 0,3 0-27 15,2-3-7-15,1 3-13 0,0-6-15 0,3 2-14 16,-1-4-14-16,5-3-10 0,-2-2-12 0,2-5-14 16,-2-6-3-16,4-2 7 0,3 0 5 0,-16-6 37 15,1-2 25-15,-4-1 38 0,1-5 45 0,-5-1 35 16,-2-6 36-16,-3 2 28 0,3-3 38 0,-3-4 31 0,-3-4 20 15,-6-2 26-15,1-2 18 0,-4 0 22 16,-3-2 15-16,-3 1 19 0,-2 2 32 0,0 1 29 16,-7-2-6-16,2 3 2 0,-1 6-3 0,-3 2-8 0,-1-3-18 15,2 9-22-15,-2-3-15 0,-1 5-12 0,-9 4-18 16,-3 4-3-16,-4 4-14 0,-1 0-1 0,1 11-10 16,-4 1-8-16,6 4-2 0,-8 9-8 15,3 1-3-15,7-5-7 0,3 2-5 0,4 1-4 0,1-1-19 16,7 1-9-16,-4-2-11 0,10-6-10 0,-4 0 1 15,2-3-1-15,4-1 6 0,0-7-2 0,0 2 9 16,4-4 3-16,2-4 6 0,8-2-1 0,-5-1 3 16,6-3 0-16,5-2-2 0,-5-6 2 0,13-1 9 15,-3-4 11-15,-5-2 12 0,3-5 15 0,-1 3 6 16,-1 2 19-16,-3 1 7 0,2-3 3 0,7 9 9 16,-16 0-1-16,1 4-9 0,-2 0-9 0,1 0-9 15,-2 2-7-15,1 3-6 0,-10 2-11 0,18 5 2 16,-8 2-7-16,-2 2 1 0,0 4-5 0,7 1-7 0,-8 6-27 15,6 1-29-15,-1 3-24 0,4 0-34 16,1 2-17-16,-1-3-43 0,2 1-27 0,4-2-22 16,1-2-42-16,-5-4-37 0,14-3-45 0,-6-6-287 15,-4 0-667-15,9-3 296 0</inkml:trace>
  <inkml:trace contextRef="#ctx0" brushRef="#br0" timeOffset="11814.43">21270 2581 196 0,'3'-15'384'0,"2"11"-4"0,-3-7-23 0,5 7-32 0,-7 1-47 16,0 3-28-16,0 0-25 0,0 0-7 0,0 0-2 15,-22 22-6-15,12-3-2 0,-6 1-20 0,-1 6-17 16,2 2-11-16,-1 10-19 0,-1 2-17 0,-3 2-6 16,4 4-13-16,-4-6-10 0,5 5-21 0,0-6-43 15,2 0-68-15,4 0-44 0,-2-9-26 0,1-3-45 16,0 0-57-16,0-2-62 0,3-7-59 0,2-7-215 15,1-2-590-15,2-2 261 0</inkml:trace>
  <inkml:trace contextRef="#ctx0" brushRef="#br0" timeOffset="12001.92">21109 2725 310 0,'5'-12'434'0,"-5"2"-12"0,0 4-23 0,2 0-44 16,-2-2-38-16,0 8-39 0,0-5-27 0,0 5-27 15,0 0-21-15,0 0-7 0,-7 19-34 0,7-8-10 0,5 2-18 16,-1 6-13-16,1 1-18 0,8 7-58 0,4 2-49 16,14 5-64-16,4 0-74 0,9 0-98 15,28 6-96-15,-18-11-217 0,4-5-599 0,-5-4 265 0</inkml:trace>
  <inkml:trace contextRef="#ctx0" brushRef="#br0" timeOffset="12626.87">22314 1924 64 0,'12'-12'350'16,"1"-1"1"-16,-4 2-12 0,-1-5-3 0,-2 9-8 15,1-4-21-15,-7 0-29 0,3 4-24 0,-3-7-33 16,-3 4-29-16,-4 2-19 0,-3-1-13 0,-3 2-24 16,-3-1-13-16,-9-2-7 0,2 4-11 0,-9 3-13 15,1-5-11-15,-6 4-10 0,3 3-4 0,-11-1-10 0,9 1-4 16,2 1-7-16,1-4-7 0,2 9 2 0,3-3-9 16,8-2-1-16,0 1-4 0,2 3-6 15,3-2-5-15,7 1-4 0,-2 2 10 0,5-3-12 16,0 3-1-16,1 5 2 0,-1-5-3 0,5 5 15 0,5 2-8 15,2 0 17-15,3 8 12 0,8 2-5 0,-1 2-2 16,8 10-5-16,1-2-3 0,-1 3 0 0,-4 3-4 16,11 2-1-16,-7 6 0 0,0 7-6 0,4 19 7 15,1 7 4-15,-8-2 7 0,-1 1 0 0,2 11-3 16,-4-4-2-16,-3 5 9 0,1 2 17 0,2 2 2 16,0-4-3-16,-1 5-5 0,3-9 0 0,3 42 16 15,-6-43 15-15,0 6 2 0,-1-3 6 0,4-9 8 16,1-1 2-16,-6 3 18 0,6-8 10 0,-9-19-6 15,2 1-4-15,0-7-13 0,1 0 5 0,2-3-21 16,1-4-9-16,-4-13-1 0,6-4 4 0,-4-3-20 16,2-1 10-16,10-8-16 0,-5-5-7 0,5-1-15 15,7-6-56-15,5-9-69 0,7-3-84 0,-5-12-100 16,2-5-119-16,18-15-135 0,-7-10-440 0,-1-5-1048 0,-7-4 464 16</inkml:trace>
  <inkml:trace contextRef="#ctx0" brushRef="#br0" timeOffset="13423.68">23200 2514 59 0,'0'0'415'0,"8"-3"5"0,-8 3-1 16,7-6-9-16,-7 6-16 0,0-5-12 0,0 5-18 15,6-5-22-15,-6 5-19 0,2-8-28 16,-2 8-21-16,8-10-16 0,-8 6-27 0,0 4-19 0,0-12-13 16,4 8-27-16,-4-7-19 0,1 6-12 0,1-3-14 15,1 2-16-15,2-5-1 0,-1 2-17 0,-3 2-12 16,4-5-7-16,-1 0-8 0,0-6-7 0,3 5-6 15,-2-6-5-15,0 7-3 0,2-6-6 0,1 2-5 16,-1 0-3-16,1 0-1 0,-7 6-5 0,4 1-3 16,0 1-3-16,0-2 0 0,-1 7-8 0,-4-4-2 15,3 4-11-15,-3 3-7 0,0 0-5 0,0 0 5 16,0 0 4-16,10 16 1 0,-8-1-2 0,-1 6 2 16,1 6-2-16,5 5 4 0,1 9 1 0,3 1 0 15,-4 4-1-15,3-9 1 0,-3 10 0 0,1-3 3 16,8 7-1-16,-2-5-1 0,1-3-2 0,-1 3-3 15,0-2-3-15,2-7-9 0,-1 7-3 0,-2-15 0 0,-4-4-5 16,4-3-6-16,-11-5-5 0,4 0 0 0,1-4 1 16,1-4 1-16,-8 1 6 0,0-5-3 15,5 1 9-15,-3 0 5 0,-2-6 3 0,0 7 10 0,0-7-14 16,0 0 5-16,0 0-3 0,-15 0 7 0,15 0-2 16,0 0 4-16,-23-7-1 0,14 5 2 0,-4-3-3 15,-7 0 2-15,4 2 1 0,1-2-1 0,-7 1 1 16,6 3 1-16,-4-3-1 0,5 0 1 0,0 3-6 15,-2 1 9-15,6-2 0 0,1-1-3 0,2 1 4 16,8 2 1-16,-15-1 8 0,15 1 7 0,0 0 13 16,-15 0 9-16,15 0 4 0,0 0 8 0,0 0 5 15,0 0 2-15,0 0-3 0,0 0-7 0,0 0-3 16,36 1 0-16,-13-1-11 0,6 0-1 0,5-1-8 16,-1-5-12-16,-1 6-28 0,3-1-37 0,-4 1-38 15,4-5-64-15,-2 3-45 0,0-2-60 0,-11 3-60 16,1-1-85-16,7-4-90 0,-7 0-259 0,-7 2-817 15,7-5 361-15</inkml:trace>
  <inkml:trace contextRef="#ctx0" brushRef="#br0" timeOffset="15737.53">24039 2523 172 0,'-2'4'354'0,"-1"1"11"0,0-1 1 16,3-4 2-16,-2 11-4 0,2-11-8 0,-3 11-7 0,3-11-10 16,3 7-8-16,-1 2-4 0,1-2-3 0,7 1-11 15,0-5-18-15,10 3-25 0,10 1-28 0,3-2-23 16,16-3-19-16,4 2-16 0,4-4-22 0,-3 0-14 15,4-3-20-15,-2 3-14 0,-1-5-38 0,-4 1-34 16,7 1-39-16,-16-6-48 0,-11 7-45 0,1-3-50 16,-3-4-64-16,4 3-50 0,-11 1-58 0,-2 2-57 15,-7-8-60-15,0 9-333 0,-4-3-825 0,-9-1 365 16</inkml:trace>
  <inkml:trace contextRef="#ctx0" brushRef="#br0" timeOffset="16315.61">25123 2235 242 0,'4'-7'427'0,"-1"-1"-10"16,-3 2-42-16,0 6-34 0,0-8-55 0,0 8-21 15,0 0-31-15,0 0-24 0,0 0-20 0,-12 24-15 16,7-7-6-16,-3 10-11 0,5-3-13 0,-1 9-13 16,-2 9-12-16,9-1-11 0,-3-2-9 0,0-7-14 15,5 7-2-15,2-5-10 0,1 5-5 0,0-11-18 16,2 2 6-16,0-4-7 0,0-1-4 0,0-7-7 16,2-6 5-16,-6 1-3 0,6 0-2 0,-2-8-2 15,-2-1-9-15,5-4-2 0,-3 0-2 0,8-8 14 16,-1 0-16-16,-2-3 2 0,6-8-5 0,-1-3-3 15,-3 0 3-15,4-4 2 0,-4 3 3 0,3-4 14 0,-4 5 7 16,1-5 10-16,-2 3 5 0,1 0 15 0,-4 9 4 16,-4 0 3-16,5 3-3 0,-8 4-11 0,2 1-7 15,-2-1-13-15,1 4-11 0,3 3-3 16,-9 1-3-16,13 4-3 0,-6 5 0 0,4 1-6 0,1 4-4 16,3 1 0-16,11 7 0 0,-9 2-2 0,4-1-1 15,6 8-1-15,-2 3 0 0,-4-7-4 0,2-4 2 16,0 1 1-16,4-4 0 0,-2-2-2 0,-7-5-2 15,0-2 5-15,-1-2-1 0,-1-3-1 0,2 0 5 16,-1-6-2-16,3-2-2 0,-4-1 1 0,3-2 0 16,-9-4 1-16,4-1 4 0,0-5 2 0,-6 2 0 15,4-8 4-15,-8 1 3 0,0-7-2 0,-3 3-3 16,-1-4-2-16,0-2-4 0,-5-12-2 0,-6 3-1 16,-2-1-2-16,-2 2-19 0,0 0-45 0,0-2-44 15,3 10-56-15,2 3-54 0,-1-3-57 0,3 8-58 16,-4-3-69-16,9 9-83 0,-6 0-283 0,6 4-818 15,0 1 361-15</inkml:trace>
  <inkml:trace contextRef="#ctx0" brushRef="#br0" timeOffset="16623.23">26434 2323 177 0,'0'0'292'0,"0"0"-21"0,0 0-24 16,-3 3-20-16,3-3-17 0,0 0-14 0,0 11-12 15,0-11-12-15,0 0-19 0,0 9-2 0,0-3-18 16,1 0-13-16,1 1-5 0,1 0-11 0,1 0-1 16,-1 1 5-16,0-4-1 15,2 2-6-15,4-3-3 0,-4 3-1 0,3-5-2 16,-2 3 5-16,-6-4-18 0,15 3-3 0,-15-3 11 15,14-7 2-15,-11 4 2 0,-3 3-10 0,8-12-10 0,-3 7-5 16,-5-5-7-16,3 1-7 0,-3-1-5 0,0 2-8 16,-3 1-13-16,0-2-13 0,0 0-30 0,-2 3-36 15,0 1-40-15,-5 0-39 0,3 0-47 0,-5 0-52 16,3 4-64-16,-1 1-292 0,10 0-631 0,-20-2 279 16</inkml:trace>
  <inkml:trace contextRef="#ctx0" brushRef="#br0" timeOffset="17107.57">27272 2167 205 0,'0'0'354'0,"-7"-8"-32"0,7 8-15 0,-15-4-18 0,5 4-20 15,-5-7-2-15,-3 10-1 0,1-3-13 16,-1 1-18-16,-2 4-15 0,-3-3-15 0,2 2-19 0,-7 4-18 16,3-4-13-16,-3 7-12 0,8-6-20 0,-2 5-7 15,-1-5 4-15,3 6-25 0,5-3-13 0,-1 0-5 16,-1 3-9-16,2 0-10 0,4-2-3 0,2 4 0 16,3-6-7-16,-1 4-11 0,7 1 4 0,7-1-5 15,-2 1 0-15,8 3-1 0,10 2-7 0,-1-3-5 16,4-2-8-16,17 6-15 0,5-1-9 0,-3-7-18 15,0-2-3-15,6 4-12 0,-3-5-8 0,2-4 3 16,-2 3 2-16,-7-5 1 0,9 4 4 0,-16-2 7 16,-1-3 0-16,2 0 8 0,-7-1 8 0,-6-1-4 15,-4-4 8-15,2 3 15 0,-3-3 3 0,-9 0 13 16,7 0 16-16,-7 0 15 0,-3-2 6 0,3 1-4 16,-4 3-9-16,-8-7 9 0,4-1-12 0,-8-3-5 15,-5 3-1-15,1-4 7 0,-13 0 1 0,-1-2-1 0,-2 2-3 16,-14-7-4-16,1 4-4 0,0 2-3 15,-9 2-4-15,5 2-2 0,0-4-24 0,9 8-31 16,5 2-25-16,1-1-70 0,8 4-42 0,1 0-45 0,1 4-46 16,3-5-51-16,7 5-29 0,4-2-271 0,6 2-664 15,0 0 294-15</inkml:trace>
  <inkml:trace contextRef="#ctx0" brushRef="#br0" timeOffset="17341.91">27331 1951 188 0,'-6'-9'344'0,"4"6"-27"0,2 3-28 15,0 0-28-15,0 0-16 0,0 0 3 0,0 0 3 16,-15 15 24-16,8-6 10 0,6 9-11 0,-3-2-9 16,-4 4-15-16,6 10-14 0,2 1-20 0,-3 9-21 15,3-1-15-15,3 5-20 0,4 2-15 0,1 2-8 16,-1 0-18-16,1-4-10 0,6 2-10 0,0-1-22 0,3-1-50 15,-2-4-30-15,-4-1-38 0,6 0-37 16,0-12-53-16,-4-1-48 0,0-4-34 0,0 0-56 16,1-7-67-16,-3-3-321 0,-3-4-712 0,1 3 315 0</inkml:trace>
  <inkml:trace contextRef="#ctx0" brushRef="#br0" timeOffset="17670.02">27975 1939 143 0,'0'-8'417'0,"3"-4"-3"15,-1 1-3-15,5 2-5 0,-7 0-14 0,0 0-16 16,-7 0-21-16,5 3-29 0,2 6-36 0,-3-9-23 15,0 5-39-15,3 4-27 0,0 0-19 0,-12 0-14 16,12 0-20-16,-21 17-19 0,9-3-9 0,-1 2-12 16,-2 8-9-16,0 2-3 0,5 2-7 0,-5 1-9 15,4 11-8-15,1-1-3 0,0 5-9 0,8-7-5 16,4-3-6-16,-2 6-1 0,3-10-1 0,9 15-7 16,-4-9-20-16,2-3-29 0,3-4-38 0,-6-5-36 15,8-2-44-15,1-1-48 0,-1-6-42 0,0-3-43 16,8 2-46-16,5-7-52 0,-5-4-52 0,12-3-243 0,-12 0-706 15,10-5 313-15</inkml:trace>
  <inkml:trace contextRef="#ctx0" brushRef="#br0" timeOffset="17888.75">28614 2097 8 0,'0'-6'366'0,"0"6"-8"16,0-8-15-16,0 8-32 0,0 0-27 0,3-4-27 15,-3 4-11-15,0 0-18 0,0 0-1 0,-16 12-18 16,6-5-14-16,0 5-13 0,-5-1-11 0,2 4-17 16,-1 1-16-16,0 6-14 0,-5-2-8 0,1 3-14 15,2-2-8-15,-3 3-8 0,0-2-13 0,-1 4-54 16,5 1-45-16,0-6-50 0,0 1-41 0,0 2-50 16,2-5-51-16,5-4-57 0,-1-2-63 0,-1-3-175 15,4-2-555-15,-3-4 246 0</inkml:trace>
  <inkml:trace contextRef="#ctx0" brushRef="#br0" timeOffset="18107.49">28308 2106 265 0,'-5'-9'298'0,"5"9"-36"15,0 0-24-15,0 0 16 0,0 0 8 0,0 0-7 0,11 28-15 16,-4-14-24-16,5 4-17 0,-4 0-22 0,8 5-15 15,1 0-14-15,-1 3-19 0,6 1-6 16,3 6-20-16,-5-9-51 0,0 2-33 0,4-3-31 16,-4-3-39-16,-2-4-46 0,4 2-70 0,-1-10-65 0,-2 4-243 15,-3-6-512-15,2-3 227 0</inkml:trace>
  <inkml:trace contextRef="#ctx0" brushRef="#br0" timeOffset="18373.09">28771 1941 139 0,'0'-7'422'0,"0"7"2"0,0 0-14 0,7-7-16 16,-7 7-18-16,0 0-13 0,16 5-11 0,-7-2-16 15,7 3-25-15,-1 3-18 0,0 2-10 0,6-1-28 16,4 5-36-16,0-3-19 0,2 6-21 0,-1 1-16 15,1 2-20-15,-3 5-9 0,0-3-20 0,-5 2-16 16,-2 0-27-16,1-4-23 0,-3 9-23 0,-3-3-27 16,-2 2-32-16,-4 4-40 0,-6-5-39 0,0 1-44 15,-11 4-32-15,2-6-35 0,-4 2-56 0,-2-1-61 16,-13 5-67-16,7-11-247 0,-17 4-711 0,1 0 315 0</inkml:trace>
  <inkml:trace contextRef="#ctx0" brushRef="#br0" timeOffset="24312.94">29518 2029 158 0,'0'0'267'0,"0"0"-28"0,0 0-28 0,0 0-19 0,-2 8-22 16,2-8-16-16,-7 10-14 0,7-10-14 0,0 9-10 15,5-3-13-15,-5 3-11 0,2 2-5 0,0-3-10 16,1 3-5-16,7-2-4 0,-3 2-9 0,1 0-6 15,5 1-5-15,0-4-2 0,2 0-2 0,2-1-6 16,-1 0-4-16,2-6-1 0,-1 0-1 0,0 2-2 16,2-6-4-16,0 1 18 0,0-5 17 0,-2 3 13 15,-2-7 18-15,5 4 5 0,-7-5 14 0,2-1 19 16,-5 2 14-16,6-2 11 0,-4-4 9 0,-4 5 13 16,6-3 0-16,0 0 4 0,-5 7 13 0,-1 1 1 15,-3-2-1-15,2-1-1 0,-1 2-6 0,-3 3-16 16,4 1-17-16,-4-1-18 0,-3 5-17 0,7-7-17 15,-7 7-20-15,0 0-10 0,0 0-5 0,15 11-9 16,-10-3-9-16,5 6-3 0,1 3-5 0,-2 10-4 16,6 0-4-16,-4 4-4 0,7 8-2 0,-3 6-1 15,0 0-5-15,3 8-2 0,1-3-2 0,-5 1 0 16,6 5-2-16,4 18-2 0,-8-20 6 0,-1 2-5 0,10 18-5 16,-17-20 0-16,9-3-3 0,-2 2-1 15,-2 1 0-15,-5-11 3 0,-1-1 0 0,-6-9 5 16,-2-3 3-16,2-3 4 0,-2-9 6 0,-4-2 16 15,3 0 38-15,-3-8 37 0,2 0 48 0,-6-2 14 0,-4-5 12 16,-8-2 8-16,-9-8-3 0,-13-4-2 0,2-10-160 16,-6-5-34-16,-2-3 0 0,-19-15 0 15,20 8 0-15,-14-13 0 0,16 11 0 0,11-5 0 0,-6-2 0 16,-4-14 0-16,19 9 0 0,11 0 0 0,0-3 0 16,13 3 0-16,2-2 0 0,10 5 0 0,12 6 0 15,8 4 0-15,6-2 0 0,7 13 0 0,3 7 0 16,12 3-246-16,-1 10-247 0,-4 4-61 0,9 1-78 15,-12 7-413-15,6 3-1131 0,-1-2 501 0</inkml:trace>
  <inkml:trace contextRef="#ctx0" brushRef="#br0" timeOffset="25001.29">30699 2247 333 0,'0'0'381'0,"0"0"-6"15,0 0-10-15,0 0-8 0,0 0-4 0,0 0-12 16,4 3-14-16,-4-3-12 0,0 0-21 0,0 0-20 15,0 0-26-15,0 0-21 0,0 0-23 0,0 0-23 16,6 5-19-16,-6-5-14 0,0 0-16 0,0 0-11 16,0 0-10-16,0 0-13 0,10 7-9 0,-8-4-12 15,-2-3-5-15,3 10-5 0,-3-3-8 0,10 2-7 0,-10-2-4 16,7 2-6-16,-1 2-4 0,1-4-1 0,1 9-6 16,-1-8-5-16,0 0 1 0,1 3-3 15,-8-2-4-15,6 1-3 0,-6-2-2 0,2 1-2 0,5-1-2 16,-7 3 0-16,0-1-2 0,-9-1-1 0,9 2-6 15,-6-3 4-15,-6 4-5 0,1-1-5 0,-3-2-12 16,-4 0-22-16,-5 4-31 0,3-5-54 0,5 1-40 16,-6-3-52-16,4 5-39 0,-1-2-38 0,1-4-46 15,4-2-67-15,3 2-301 0,-3 1-764 0,11 2 339 16</inkml:trace>
  <inkml:trace contextRef="#ctx0" brushRef="#br0" timeOffset="26183.31">31587 2001 288 0,'0'-6'387'0,"0"0"1"16,3-2 14-16,-3 4-2 0,0 4-21 0,3-7-19 15,-3 7-31-15,0 0-33 0,-3-9-31 0,3 9-34 16,0 0-27-16,0 0-22 0,0 0-18 0,0 0-18 16,-15 16-16-16,10-7-13 0,-8 3-13 0,5 3-9 15,-1 0-10-15,-4 4-8 0,5 5-7 0,-4 1-10 16,10-1-2-16,-6-5 2 0,7 8-12 0,-4-6-6 16,10 6 1-16,-4-3-5 0,7 3 1 0,-1 0 0 15,6 3-5-15,-3-14-3 0,10 3 3 0,3 3-2 16,-1-6-2-16,4-4 1 0,-1-4-5 0,2 3-1 15,-1-6-2-15,1-2 2 0,1-3-3 0,-5-3-1 16,-2 2-1-16,6-13 7 0,3 2-13 0,-4-5-3 16,6-8 3-16,-9 4 0 0,-3-1-2 0,-1-5 4 0,-7 3-6 15,3-3-1-15,-2 0-3 0,-11 3 3 0,3-3 3 16,-4 0-1-16,-2 1 2 0,1 2-6 16,-5 0 2-16,0 9-4 0,-5-4-4 0,2 1-21 0,-9-2-18 15,4 7-30-15,0-1-39 0,-6 5-44 0,3 2-58 16,-4 2-42-16,-1 4-39 0,-8 1-50 0,6 0-70 15,2 3-290-15,-6 3-757 0,11-2 334 0</inkml:trace>
  <inkml:trace contextRef="#ctx0" brushRef="#br0" timeOffset="27120.74">32219 1277 250 0,'0'0'363'0,"-2"-7"6"15,2 7-11-15,-3-9-15 0,3 9-13 0,3-10-18 16,-1 5-24-16,4 1-19 0,3 0-29 0,2-4-19 15,-1 0-17-15,12 4-25 0,-6-2-17 0,3 5-14 16,10-3-13-16,1 1-16 0,0 3-11 0,0 0-10 16,4 3-15-16,3 2-8 0,4 1-13 0,-6 0-3 15,-4 1-4-15,3 4-7 0,-3 1-1 0,0 0-8 0,-1 3-14 16,-2 4 5-16,1-7-7 0,-6 8 3 16,3 6-6-16,-1-6-2 0,-3 2-5 0,-6 2-2 15,1-1 0-15,-2 3-4 0,1-2-2 0,-8 3 5 16,1 0 9-16,-9 0-18 0,1 0-3 0,-2 0-4 0,1 0 1 15,-7-2 1-15,0 2 1 0,-1-8 1 0,-3 4-1 16,-1 1-3-16,-3-1 5 0,-5-4-1 16,4 4-1-16,-6-4 1 0,1 0-1 0,-1-3-3 0,7-4 3 15,-6 0 6-15,2 0-8 0,0-2 4 0,2 1 8 16,2-3-10-16,-3 1 4 0,3-2-3 0,5-3-4 16,-1 3 3-16,1-2 4 0,3-1-6 0,4-3 5 15,-4 4-3-15,7-5 5 0,-12 5-4 0,9 0-4 16,3-5 3-16,-5 4 0 0,5 3 1 0,0-7-3 15,8 8-2-15,-1 2 0 0,5-1-3 0,-1-2-8 16,4 6-1-16,3-2 5 0,-1 3-8 0,-1-4-17 16,6 9 1-16,-1 0-11 0,3-4 4 0,-9-2-1 15,9 6 2-15,-9-7-2 0,10 6 7 0,-2 2 2 16,-8-5 4-16,5 4 13 0,-3 1-9 0,-4 3 3 16,-7-7 7-16,1 0 0 0,-5-4-8 0,4 5 6 15,-4-8 0-15,-2 3 5 0,0 3 2 0,0-3-1 16,-2 0-3-16,-3-3 11 0,-3 1-1 0,1 2 4 15,-7 3-1-15,4-4 2 0,-2 4 0 0,-3-4 0 0,-1 2 19 16,-4 1-18-16,7-1-3 0,-2 1-1 16,-2 0 7-16,1 0-6 0,-4 2 4 0,3 7-1 15,6-7 4-15,1 3-4 0,3 0 5 0,-1-1 6 0,9 7 8 16,-1 2 0-16,4 2 8 0,2 1-11 0,8 0 8 16,-5-3 3-16,6 0-2 0,4 1 2 0,2 7 19 15,-3-8-17-15,0-3-3 0,-1 3 2 16,3-3-10-16,-5 0 9 0,-7-4-8 0,4-7 1 0,-4 5 8 15,-6-5-9-15,4 1 8 0,-6-3 2 0,-1-1 20 16,-4-1 3-16,0-1 6 0,-19 1 0 0,0-4-5 16,-24 0-6-16,-12-2-5 0,-1 0 0 0,-27-6-13 15,0 0-33-15,4-4-78 0,-7-3-82 0,0 0-72 16,-3-4-110-16,-1-1-376 0,4-2-785 0,-54-12 347 16</inkml:trace>
  <inkml:trace contextRef="#ctx0" brushRef="#br0" timeOffset="28327.81">22266 2790 56 0,'-6'-1'236'0,"6"1"-2"0,0 0-2 0,-8-6-7 16,8 6-9-16,0 0-10 0,0 0-8 16,0 0-9-16,0 0-13 0,0 0-9 0,0 0-11 15,0 0-13-15,0 0-15 0,0 0-3 0,0 0-24 0,0 0-10 16,0 0-14-16,0 0-5 0,-12 11-8 0,2-3-3 15,0-2-11-15,-5 3-1 0,0 3-3 16,0 0 1-16,-4 0 2 0,-5 7 3 0,3 0 2 0,-1-3 4 16,-1 0-4-16,2 4 0 0,1-2 5 0,5-4-4 15,-2 0-5-15,2-1-3 0,2 0 1 0,5 1 0 16,0-1 6-16,1-5 12 0,4-1 8 0,3 5 7 16,1-4 10-16,8 0 18 0,4 4 3 0,3-4-10 15,31 4-8-15,-6-6-7 0,10-2-8 0,2 1-9 16,2-6-5-16,3 1-36 0,0-4-34 0,0 1-46 15,23-1-68-15,-21 1-74 0,-9 2-106 0,0-7-129 16,-18 4-238-16,-3 0-720 0,-8 0 318 0</inkml:trace>
  <inkml:trace contextRef="#ctx0" brushRef="#br0" timeOffset="45716.42">5304 6028 251 0,'0'0'238'15,"0"0"-24"-15,0 0-13 0,-3 34-9 0,3-7-2 16,-3 3-7-16,3 14-10 0,3 2-8 0,-1 1-13 16,-1 6-11-16,3 2-19 0,2 4-5 0,4 13-11 15,0-14-8-15,3-2-11 0,-3-2-9 0,12 3-6 16,-7-6-6-16,-5 0-6 0,6-7-7 0,1 0-2 15,-4-7-27-15,2 0-29 0,-2-11-50 0,-4-7-47 16,-1-4-59-16,0-3-61 0,-1-4-194 0,-1-4-448 16,1-7 198-16</inkml:trace>
  <inkml:trace contextRef="#ctx0" brushRef="#br0" timeOffset="46133.04">4775 6178 24 0,'-2'-25'376'0,"2"7"0"0,7-5-18 0,-4 7-23 0,10 1-29 0,7-3-23 0,2 1-25 0,7 1-22 16,5 7-12-16,12-5-18 0,2 4-18 0,0 7-19 15,5 1-15-15,-2 4-14 0,4 4-16 0,-1 5-16 16,-1 8-10-16,2-3-11 0,3 11-12 0,-5 4-3 16,16 3-8-16,-21 1 7 0,0 5-27 0,14 8-3 15,-19-6 1-15,0 0-6 0,-4 1 0 0,-4 4-5 16,-5 2 1-16,1-2-9 0,-6 2-1 0,-6-2-7 15,-6-1-5-15,-5 1-1 0,-3-4-6 0,-8-2 0 16,-6 3-3-16,1-14-1 0,-13 5 5 0,-8-6-8 16,-2 1 8-16,-12-6-8 0,-2-3 4 0,-6-1 14 15,-7-7 8-15,-2-2 27 0,-4-4 0 0,3-3 7 0,-6 1 8 16,8-6 13-16,-2-4-1 0,4 2 5 0,4-4 0 16,9-1-12-16,9-3 1 0,13 7-5 15,-1-7-6-15,8-1-8 0,4 0-9 0,9 4-18 0,2-3-22 16,13-1-29-16,11-3-28 0,20 0-41 0,4 3-34 15,12 0-23-15,31 3-15 0,-8 0-21 0,3 4-14 16,0 5-17-16,5 0-12 0,-3 3-8 0,-7-1-21 16,-14 4-9-16,15-6-10 0,4 6-7 0,-27-5 5 15,-2 1-141-15,-3-4-458 0,-4 2 203 0</inkml:trace>
  <inkml:trace contextRef="#ctx0" brushRef="#br0" timeOffset="46648.63">6446 6894 954 0,'22'-8'-25'16,"0"0"39"-16,-8-4 27 0,1-2 38 0,-3 1 34 15,-4-2 23-15,-1 0 12 0,-6-1 18 0,-1-2 5 16,0-1 20-16,-6 2 13 0,3-1 13 0,-4 2 16 0,0-4 13 15,2 5 14-15,-5-1-5 0,-1 8-10 16,7 1-19-16,0-5-21 0,-5 4-19 0,3 4-18 16,-3 0-19-16,3 2-16 0,6 2-17 0,-18 0-13 0,6 6-8 15,4-3-13-15,-7 6-7 0,2 6-7 0,-4-3-2 16,2 6-13-16,2-3-2 0,-7 7-3 0,3 1-9 16,3 1-3-16,4-2-11 0,-4 2-11 0,6-1-13 15,3-5-12-15,2 0-15 0,-2 3-6 0,10-9-18 16,-2 6-11-16,5-8-16 0,4 7-10 0,3-7-16 15,3 1-22-15,10-3-2 0,-5-2-4 0,6-4 1 16,4 1 1-16,0-6 6 0,-3-1 8 0,6-2 16 16,-5-3 7-16,11-7 9 0,-12 4 8 0,-1-5 7 15,1-2 9-15,0 2 8 0,-4-4 10 0,-1 2 24 16,-2-3 21-16,-1 1 25 0,-2 2 33 0,-5 1 13 16,0-2 21-16,-2 5 18 0,-2-1 3 0,-6 4 5 15,9 0-6-15,-8 3-6 0,-2 0-7 0,2 1-11 0,1 4-12 16,3-2-10-16,-5 4-13 0,5 2-4 0,-10 0-10 15,21 5-2-15,-8 5-11 0,2 4 2 16,2-1-1-16,4 4-8 0,3 1-1 0,-8 1-1 0,2 4-1 16,4 1-5-16,-6-5-3 0,4 4-10 0,2-2-10 15,-7 1-3-15,0-2-3 0,1-2-2 0,-9-6 0 16,4 4-2-16,-7-6-5 0,2-1 0 0,-1 1-5 16,-3-4 5-16,1 1 12 0,-3-3 13 0,0-4 1 15,0 0 12-15,0 0 13 0,0 0 11 0,-20-9 15 16,14-1 11-16,-1 0 5 0,2-2 6 0,-3-5-11 15,6-2 5-15,-3-2-10 0,10-8-10 0,-3 1-19 16,6 1-13-16,4-4-24 0,3-7-31 0,6 3-42 16,2 1-47-16,-5 13-21 0,9-3-32 0,-2 5-27 15,1 2-34-15,2 0-28 0,-3 9-33 0,5-2-28 16,-7 6-26-16,4-1-221 0,-11 4-622 0,6 1 276 16</inkml:trace>
  <inkml:trace contextRef="#ctx0" brushRef="#br0" timeOffset="46945.48">7660 6591 126 0,'0'0'169'0,"0"0"9"0,0 6 4 0,0-6-5 16,0 0 14-16,0 0-1 0,5 4-20 0,-5-4-16 16,0 0-12-16,3 10-10 0,2-6-11 0,2 4-10 15,-4-3-15-15,5 6-6 0,2-2-10 0,-2 6-7 16,-1 0-6-16,1 1-6 0,2 2-6 0,3-1-4 16,-4 1-5-16,-1 1-5 0,4-2-6 0,-2-2-2 15,1 3-3-15,-1-5-2 0,-8-3-3 0,3 0-2 16,1-3 0-16,-4 1 5 0,0-4 37 0,3 3 37 15,-5-7 36-15,8 3-7 0,-8-3-10 0,0 0-8 16,0 0 5-16,8-19-8 0,-3 9-4 0,2-7 1 16,-6 1-12-16,6-2-4 0,-4-2 4 0,4-7-2 15,4 4 3-15,-2-3-9 0,-3-3-6 0,3 7-3 16,-3 2-8-16,1 4-9 0,-5-2-3 0,9 5-9 16,-8 1-5-16,2 2-8 0,-3 3-33 0,5-1-39 0,-6 3-44 15,-1 5-27-15,14-5-11 0,-14 5-33 0,16 8-31 16,-8 0-33-16,7 0-37 0,0 1-40 0,12 3-40 15,-7-2-221-15,6 2-597 0,5 2 265 0</inkml:trace>
  <inkml:trace contextRef="#ctx0" brushRef="#br0" timeOffset="47304.83">8610 6555 185 0,'-2'-10'190'0,"-6"2"22"15,-4-6 25-15,-1 2-5 0,-2 4-18 0,-1-1-22 16,1 3-16-16,-2-1-17 0,-9 6-13 0,7 2-21 15,-10 2-7-15,-1 7-15 0,-3-1-10 0,1 4-9 16,4 5-10-16,0-2-5 0,5 4-9 0,0 1-1 16,4 3-8-16,8-8-5 0,-2 7-2 0,6-4-5 0,-1 1-3 15,8-4-6-15,-2 3 0 0,4-4 1 16,6-3-3-16,-1 1 3 0,1-6-9 0,5 1 1 16,9-2-2-16,-7-5-1 0,6 2-4 0,4-6 1 0,-5 0 0 15,10-6-5-15,-7 1 0 0,3-3-3 0,-8 0 8 16,2-1 18-16,-3 4 8 0,6-4 6 15,-11 3 6-15,3-1 6 0,-1 2 2 0,-5 0-4 0,-1 0-5 16,-1 7-9-16,-1-5 0 0,1 3-16 0,-7 3-4 16,0 0 1-16,15 3-10 0,-15-3 2 0,13 7 1 15,-11 0-9-15,6 2-19 0,5 2-4 0,-5 3-17 16,1-2-11-16,9-2-18 0,2 5-26 0,-2-3-26 16,7 2-22-16,5-1-27 0,-6-1-27 0,6-2-20 15,0-5-14-15,-2 0-16 0,0-3-7 0,0-2-123 16,1-2-395-16,0-4 175 0</inkml:trace>
  <inkml:trace contextRef="#ctx0" brushRef="#br0" timeOffset="48212.54">9138 5822 10 0,'-12'-31'375'0,"2"7"-8"0,2 5-5 15,0 4-4-15,1-3-20 0,4 9-27 0,-6-3-37 0,6 1-34 16,-2 10-29-16,5 1-25 0,-10-1-20 0,10 1-17 15,-11 17-12-15,7-2-20 0,-1 9-14 16,4 6-4-16,1 11-9 0,1 1-5 0,1 3-12 0,5 2-4 16,1 8-14-16,5-1-8 0,0 3-26 0,7-2-18 15,-3-1-20-15,-2 0-12 0,1 0-28 0,1-3-12 16,-2 2-13-16,-4-8-7 0,4-3-8 0,-6-1-6 16,-3-10-2-16,2-4-1 0,-8-11 10 0,0-1 4 15,2 2 12-15,-2-7 8 0,-2-3 25 0,2-6 19 16,0-1 15-16,0 0 17 0,0 0 22 0,-23-15 25 15,13-3 15-15,0 1 14 0,4 1 10 0,-3-11 12 16,3 0 5-16,6 0-1 0,0-3 4 0,0 2 7 16,0-1-14-16,3 4-1 0,0-1-10 0,6 6-7 15,-3 1-11-15,4 4-7 0,0 3-5 0,5 4-12 16,0 1-4-16,0 1-5 0,0 6-19 0,6 4 2 16,1 4-33-16,6 4-19 0,-2 4-9 0,3 1-9 15,0 1-6-15,0 9-17 0,2 0-3 0,-3-3-2 0,-6-3-1 16,-1 3-4-16,2-5-2 0,-4 2-1 15,0-3 4-15,-5-3 7 0,1-3 8 0,-2 0 4 16,-5-1 9-16,4-7 4 0,-9 1 5 0,4-3 10 0,-1-1 1 16,-6-1 6-16,0 0 4 0,0 0 7 0,4-19 12 15,-8 8 10-15,3-1 12 0,-4-3 6 0,5 2 3 16,0-6 1-16,-2 3 0 0,-3-2 2 0,5 3-4 16,0-2-1-16,-3 4-2 0,3 1-1 0,3 3 9 15,-3 1-25-15,0 0-23 0,0 8-15 0,0-8-5 16,0 8-11-16,0 0-19 0,0 0-10 0,21 19-16 15,-9-7-18-15,0-3-8 0,3 5-19 0,-1-1-15 16,6 1-5-16,2 2-6 0,-1 1 2 0,3-3 5 16,-8-3 4-16,6-3 8 0,-6 0 17 0,4-4 14 15,-3 0 14-15,4-1 19 0,-4-6 10 0,-4 2 33 16,7-3 17-16,-5-4 23 0,1 1 16 0,-3-5 12 16,-3-2 23-16,4 2 13 0,-1-4 14 0,-3-3 9 15,0 2 3-15,1-8 11 0,-6 9 14 0,2-5 9 16,-1 2-2-16,-2 5 3 0,1-2 1 0,-4 0-8 15,3 6-14-15,-3-2-9 0,1 4-2 0,0 1-22 16,-2 2-17-16,0 5-8 0,0 0-10 0,0 0-17 16,0 0-3-16,0 0-12 0,6 24-7 0,1-10-11 0,0 1-17 15,1 5-14-15,2-5-14 0,3 2-17 0,2 6-14 16,0-2-9-16,3 1-9 0,2-2-10 0,1-2-12 16,6 1 5-16,-4-7 2 0,7 3 22 0,-4-4 4 15,-4-3 9-15,4-3 7 0,-4-2 11 0,-2-1 6 16,1-4 17-16,-4-1 19 0,-1-1 18 0,3-4 18 15,-8 0 14-15,2-6 19 0,-4-1 11 0,-3-2 14 16,1 1 13-16,-5-2 8 0,-2 0 11 0,0 1 18 16,-2-2 8-16,-5 2 17 0,7-1 3 0,-3 8 1 15,-4 3-12-15,4-7-16 0,-4 1-5 0,-3 5-20 16,1 1-9-16,-3 0-5 0,2 6-11 0,-3 1-11 0,-2 0-1 16,3 3-11-16,-3 5-5 0,4 0-6 0,-1 3-4 15,2 4-4-15,4 2-15 0,1 3-13 16,1-1-24-16,4 1-26 0,2 0-36 0,5 6-52 0,1-3-30 15,8 4-45-15,18 0-75 0,-1 4-244 0,11-4-574 16,-1-5 254-16</inkml:trace>
  <inkml:trace contextRef="#ctx0" brushRef="#br0" timeOffset="48775">11839 5814 90 0,'-23'-15'397'0,"1"0"-9"0,2 2 2 0,6-1 6 15,4 4-3-15,-2-3 2 0,5 6 0 0,4-2-15 16,0-1-27-16,3 2-34 0,0 2-32 0,5-5-29 16,3 10-27-16,14-2-21 0,7 3-25 0,8 2-20 15,7 3-17-15,1 4-13 0,6 5-16 0,-3 2-13 16,0 3-9-16,2 1-13 0,-14 3-10 0,-9-4-10 15,6 7-9-15,-11-2-8 0,-4 0-6 0,-5 4-6 16,-3 2-5-16,-5-1-4 0,-5 4 1 0,-3 6-4 16,-9-8-2-16,-5 8-4 0,-2-1-1 0,-3 3-16 15,-3-9-25-15,-5 2-36 0,1-5-44 0,1 5-47 16,6-7-34-16,1 4-45 0,-1-3-28 0,7 1-41 16,2 1-56-16,3-8-63 0,5 4-299 0,10 1-776 15,0 0 343-15</inkml:trace>
  <inkml:trace contextRef="#ctx0" brushRef="#br0" timeOffset="49040.6">12248 6966 211 0,'-8'8'260'0,"-2"-3"-18"15,5 0-14-15,-2 1-8 0,4 3-2 0,-2-2-2 16,3 2 7-16,2 2-5 0,2-2-2 0,3 0-10 15,3 0 17-15,-1 0-30 0,6-2 3 0,0 3-35 16,4-1-9-16,-2-2-13 0,1-3-12 0,-6-2-13 16,5 1-3-16,0-3-1 0,-2 2-3 0,0-4-9 15,-13 2 11-15,17-6-3 0,-11 3-15 0,1-4-8 16,0-2-12-16,-7-1-25 0,-7-2-11 0,0-1-35 16,-6-2-58-16,3-3-56 0,-11 0-57 0,-7 1-90 15,1 1-98-15,-4 1-270 0,-9-10-679 0,2 5 301 16</inkml:trace>
  <inkml:trace contextRef="#ctx0" brushRef="#br0" timeOffset="53497.12">10184 8406 105 0,'-50'-12'419'0,"5"3"14"16,6-4 6-16,11 3-3 0,-7-2-5 0,12 4-8 16,1 1 8-16,7 0-3 0,0 2-12 0,7 0-22 15,1 2-34-15,3-2-32 0,-5 2-39 0,9 3-27 16,15-6-34-16,15 6-12 0,20 2-29 0,36 5-21 16,5 2-17-16,11 6-18 0,1 1-10 0,41 19-12 15,-51-14-13-15,1 12 7 0,4 3-29 0,-6 9-1 0,4 2-8 16,-8 0-9-16,-5 6-1 0,-10 2-14 15,-2 7-16-15,-8-1 1 0,-12 1-9 0,2 1-15 16,-7 3 7-16,-19-15-1 0,6 18-1 0,-15-12 3 0,-3-6-7 16,-7 6 0-16,-3-5-3 0,-3 2 5 0,-4 2-9 15,-11-5 6-15,-5-3-2 0,-9-2 5 0,-1 1-2 16,-3-6 4-16,-9-1 10 0,-3-10 7 0,-7-3 13 16,1-8 22-16,-4-2 14 0,-5-6 26 0,3-7 13 15,-3-15 17-15,-1 2-80 0,1-9-49 0,1-1 0 16,4-5 0-16,7-6 0 0,3-9 0 0,5 0 0 15,10-1 0-15,6-4 0 0,7-4 0 0,15 0 0 16,5-2 0-16,10-4 0 0,17-13 0 0,-1 19 0 0,19-14 0 16,-4 21 0-16,1 4 0 0,7 9 0 15,26-5-258-15,-21 15-191 0,6 8-61 0,-6 3-59 16,4 5-499-16,-6 6-1156 0,0 2 511 0</inkml:trace>
  <inkml:trace contextRef="#ctx0" brushRef="#br0" timeOffset="53887.71">11918 8487 290 0,'2'-12'447'0,"0"3"-27"0,-1-2-48 0,3 4-35 15,-1 1-38-15,2 3-43 0,-5 3-17 0,0 0-34 0,0 0-21 16,17 9-13-16,-9 6-24 0,0 3-2 0,7 9-22 16,0 1-8-16,5 14-2 0,-5-1-15 15,0 7-5-15,-1 0-14 0,0 5-6 0,-1-4-2 0,-5 3-7 16,0-2-4-16,-1 1-9 0,0-2-7 0,-6-3-5 16,-1-2 1-16,7-2-9 0,-7-10-1 0,-7 10 5 15,7-12 5-15,0-2-1 0,-6-2 0 0,6-8 2 16,0 7 9-16,0-5 8 0,5-5-3 0,-5 1 6 15,1-1 6-15,8 1 9 0,-4-3 3 0,8-1 1 16,2-5-4-16,5 1-8 0,11-1-8 0,12 1-3 16,5-8-8-16,5 0-6 0,7 0-11 0,-11-3-19 15,9-2-29-15,-3-4-41 0,3 2-52 0,-5-8-63 0,3 0-54 16,-5 0-66-16,2-5-66 0,-8-4-72 16,-5-4-253-16,-7 1-739 0,-10 3 327 0</inkml:trace>
  <inkml:trace contextRef="#ctx0" brushRef="#br0" timeOffset="54497.04">12983 9065 130 0,'-9'-7'142'0,"-1"6"-1"0,-1-1 11 0,11 2 4 16,-18 3-16-16,8 4 3 0,1-2 1 0,1 3-5 15,-2 6 1-15,4 3-5 0,-1-2 4 0,4 5-7 16,-1-4-9-16,4 14-7 0,0-4-10 0,5 1-7 16,-1 0-6-16,4-2-12 0,0-2-7 0,5 3-3 15,2-2-10-15,0-1-4 0,-1-7-3 0,2 3-9 16,-1-6-1-16,0 1-4 0,6-1-4 0,-6 1-3 15,-1-2 2-15,0-9-6 0,0 2-3 0,-4-1-3 16,3-4 0-16,-5 0-5 0,0-4-1 0,-1-1-1 16,0 2 1-16,-2-8-3 0,-2-2 2 0,-3-2-2 0,-2 0 5 15,-4-5-1-15,4 1 9 0,-5-7 11 0,2 2 9 16,-5-1 13-16,4-2 15 0,-1 0 8 16,-1 1 4-16,3 7 9 0,3-6-1 0,-4 5 4 0,4-1-4 15,2 3 8-15,0-2-20 0,0 7-4 0,2-3-5 16,-2 5-4-16,6 0-8 0,-6 3-6 0,7 0-9 15,-5 2-4-15,11 1-10 0,-7 4-3 0,-6 1-11 16,22 5-7-16,-5-1-17 0,-3 3-7 0,3 5-14 16,4 3-12-16,-2 5-2 0,-1-1-14 0,2 3-5 15,-4-1-1-15,3 4-12 0,-3-3-13 0,4-2 2 16,-2 1-5-16,-3 6 10 0,0-4 2 0,1-3-1 16,-2 4 2-16,-6-5 7 0,5-6 6 0,-6 5 6 0,8-3 6 15,-7-2 5-15,-3-2 2 0,5-4 7 0,-8 1 3 16,1-2 20-16,-1-3 3 0,3 1 15 15,-5-4 15-15,0 0 18 0,0 0 19 0,0 0 23 0,0 0 16 16,0-24 23-16,0 16 9 0,0-6 5 0,0 2 7 16,1-5 4-16,2-1-9 0,1-3 4 0,2-1-7 15,3-5-11-15,-1 3-8 0,5-3-6 0,2 0-3 16,0 3-11-16,0 1-6 0,3 0-8 0,-3 1-8 16,-2 8-7-16,2 3-7 0,0-4-3 0,-3 6-5 15,3 2-7-15,1-1-6 0,-4 4-7 0,6 2 0 16,-7 2-8-16,6 3-1 0,0 5-3 0,4-1-1 15,1 4-6-15,-6 2-6 0,6 3-11 0,-4 4-6 0,-8-2-13 16,6 5-21-16,-4-3-22 0,-2 6-23 0,-2-6-32 16,4-1-29-16,-4 4-24 0,-3-4-33 15,-2-3-41-15,-3 3-49 0,2-4-90 0,-4-2-302 0,1 2-750 16,-1-3 333-16</inkml:trace>
  <inkml:trace contextRef="#ctx0" brushRef="#br0" timeOffset="55811.64">10515 10530 82 0,'-35'4'365'0,"5"-4"19"0,9 0 14 15,4 0-6-15,7 2-3 0,0-4-6 0,10 2-14 0,-5-4-22 16,5 4-33-16,38-12-27 0,22 4-30 0,44-11-26 16,64-4-23-16,14 1-18 0,13-3-18 15,18-1-17-15,9 8-16 0,7-6-13 0,-8 11-15 0,4 2-11 16,-13 5-6-16,-3-1-7 0,-4 2-13 0,-11 3-8 16,-6 4-6-16,-10 0-11 0,-23-2-12 0,-6 10-35 15,-50-2-45-15,-6-1-55 0,-15 3-47 0,-20-2-60 16,-12 3-43-16,-16-3-37 0,0 2-45 0,-14-3-64 15,-6 0-293-15,-5 1-744 0,-8-1 329 0</inkml:trace>
  <inkml:trace contextRef="#ctx0" brushRef="#br0" timeOffset="57781.56">11008 11590 242 0,'-21'-10'425'0,"-1"1"12"15,7 1 4-15,-5 1-8 0,12-5-21 0,-7 3-28 16,9 3-9-16,2-2-28 0,-1-4-31 0,10 5-31 16,3-2-28-16,12-3-28 0,12 0-23 0,19-2-17 15,30-2-19-15,0 4-17 0,10 3-17 0,9 3-12 16,-4 7-27-16,8 6-9 0,-1 1-13 0,-7 6-5 15,0 7-8-15,-9 5-8 0,-4 6-8 0,-5-3-1 0,-7 11-6 16,-23-6-3-16,0 2-7 0,-5 4-5 0,-2 2-3 16,-9 0 2-16,-2 8-8 0,-9-6-2 0,-8 3-1 15,2 1 2-15,-15-1-10 0,-6 7 2 0,-9-10 1 16,-2-2 0-16,-9 0 0 0,1-3 2 0,-10 2 1 16,-3-8 0-16,-13-3 7 0,-2-2 7 0,-3-2 18 15,-4-6 15-15,0-5 13 0,-4-3 18 0,3-8 21 16,1 0 17-16,2-9 21 0,5-9 16 0,3 2 18 15,4-11 7-15,6 1-2 0,12-7-5 0,2-5-7 16,6-2-120-16,10-6-54 0,8 0 0 0,12-2 0 16,7 2 0-16,11 2 0 0,10-6 0 0,20-8 0 15,-8 17 0-15,17-9 0 0,8 6 0 0,-17 14 0 0,18-4-63 16,-20 15-233-16,9 0-64 0,-7 4-56 16,-4 10-62-16,1 2-52 0,1 4-478 0,-4 5-1092 15,-3 2 483-15</inkml:trace>
  <inkml:trace contextRef="#ctx0" brushRef="#br0" timeOffset="58359.64">12983 11563 101 0,'0'-7'414'0,"0"7"-44"15,0 0-35-15,5-6-27 0,-5 6-43 0,0 0-26 16,0 0-27-16,0 0-22 0,0 0-18 0,0 21-19 16,-5-7-13-16,5 3-14 0,0 3-13 0,-4-1-7 15,-1 7-13-15,4-1-7 0,1 4-13 0,-4 3-5 16,3-5-3-16,-1 0-6 0,2 3-11 0,-2-2 0 15,4-9-6-15,-2 5-6 0,2-1-3 0,-1-4-6 16,3 0 0-16,-3-2-3 0,4-6-3 0,-1 0 5 16,-4-3-3-16,5-1-3 0,-4 0-2 0,8-6 3 0,-3 1 1 15,-6-2-5-15,0 0-5 0,30-12 2 16,-15 4 1-16,0-4 10 0,-2 0 16 0,2-1 10 16,0-2 5-16,1 1 6 0,3 1 2 0,-5-2-1 0,1 1-2 15,2 2-3-15,-2 0-6 0,-2 4-7 0,0 0-10 16,-1 2 1-16,-1 1-3 0,4 3-7 0,-6 2-8 15,4 1-5-15,2 8-1 0,0-5 2 0,1 4 0 16,-1 4-1-16,2 0-4 0,3-2 0 0,1 9-2 16,1-3 4-16,-6-4 1 0,11 6-7 0,-11-5 1 15,7 1 1-15,-6-1 5 0,3-6-7 0,0-2 3 16,-1 3 1-16,-2-1 2 0,0-5 6 0,-1-1 39 16,-4-2 21-16,-1-2 15 0,3-5 12 0,-3 0 7 15,-1-3 0-15,-3-5-2 0,-6-4-6 0,6-6-10 16,-10-1-5-16,-1-4-10 0,-2-2-9 0,4-7-6 15,-8 9-7-15,0-11-4 0,4 11-7 0,-3 1 2 0,4-2-12 16,-1 4-17-16,-1 5-34 0,-1 4-48 0,1 3-53 16,6 0-64-16,-3 9-65 0,3-2-70 15,1 7-65-15,0 2-48 0,0 0-365 0,0 0-859 0,0 0 381 16</inkml:trace>
  <inkml:trace contextRef="#ctx0" brushRef="#br0" timeOffset="58609.62">14020 12000 305 0,'0'9'294'0,"5"2"3"0,-3 0-14 0,3 5-10 15,-2 2-6-15,2 1-13 0,-1 3-14 16,2 4-32-16,-1 1-18 0,-3 4-13 0,6-2-21 0,-1 1-12 15,-1 1-5-15,4-1-17 0,2 2-9 0,-4-3-11 16,0 0-15-16,1-2-5 0,4-1-16 0,-6-6-24 16,6 2-39-16,-3-9-41 0,-4 6-52 0,8-9-73 15,-8 2-76-15,3-6-314 0,-1-4-598 0,5-2 265 16</inkml:trace>
  <inkml:trace contextRef="#ctx0" brushRef="#br0" timeOffset="59156.46">15308 9925 198 0,'0'-10'444'0,"0"10"1"0,0-5-15 0,0 5-15 0,0 0-19 15,-5-7-25-15,5 7-22 0,0 0-23 0,0 0-25 16,0 0-23-16,0-9-23 0,0 9-26 0,0 0-20 0,18-1-24 16,-4-4-16-16,1 2-15 0,3-2-15 15,12 3-20-15,-1-5-18 0,1 4-26 0,5-1-29 16,-5 1-53-16,6 0-37 0,9 3-66 0,-10-2-51 0,-4 4-59 16,-1 1-72-16,-2 0-74 0,-7 0-373 0,-2 5-802 15,-6-5 355-15</inkml:trace>
  <inkml:trace contextRef="#ctx0" brushRef="#br0" timeOffset="59328.32">15522 10262 31 0,'-14'12'251'0,"8"-8"-7"16,-4 5-16-16,5-3-1 0,3-3 3 0,-4 3 14 0,4-3 15 16,2-3 9-16,0 8-5 0,0-8-21 15,0 0-23-15,22 3-18 0,-4-3-16 0,2 0-21 16,14-3-37-16,-2-1-44 0,12 0-59 0,3 3-69 0,2-2-79 15,-5-2-80-15,8 2-101 0,-2-1-164 0,1 2-508 16,-1-7 225-16</inkml:trace>
  <inkml:trace contextRef="#ctx0" brushRef="#br0" timeOffset="59687.67">16503 10017 162 0,'0'0'311'0,"0"0"-21"0,0 0-20 0,35-7-17 16,0 4-25-16,18-1-16 0,29-4 11 0,13-6-10 15,52 5-16-15,12-3-17 0,13-3-16 0,9 3 3 16,7 1 11-16,11-4-10 0,8 1 5 0,5 4-1 15,3 3 1-15,10-3 0 0,-17 2-4 0,4-1-2 16,-5-1-4-16,0 2-13 0,3 3-12 0,-6 0-14 16,1-2-12-16,-15-2-11 0,-1 2-8 0,-8-2-10 15,-4-2-7-15,-14 4-8 0,-2-2-8 0,-15 0-4 16,-39 4-6-16,-6-7-7 0,3 8-3 0,-11-4-4 16,-5-7-2-16,-7 8-3 0,-23-1-3 0,0-1-3 0,-13-1-6 15,-14 2-4-15,-3-1-14 0,-5 4-24 0,-4-1-36 16,-5-3-62-16,-5 2-57 0,-6 2-52 15,-3 0-44-15,0 5-54 0,-10-9-62 0,-3 8-308 0,-4 1-756 16,-11 1 334-16</inkml:trace>
  <inkml:trace contextRef="#ctx0" brushRef="#br0" timeOffset="62285.45">10611 13746 250 0,'-20'-18'373'0,"8"5"3"0,1-2 1 0,1 7 4 15,2-3-15-15,1 4-26 0,2-6-23 0,3 5-23 16,2 1-28-16,4-1-26 0,2 0-25 0,13-2-18 16,5 1-22-16,6 5-15 0,7 4-15 0,7 0-17 15,14 5-12-15,0 3-13 0,3 6-9 0,27 3-11 16,-7 9-7-16,0-3-7 0,-1 0-2 0,-6 6-12 15,1 4-8-15,-17-7-5 0,9 11-5 0,3 6-3 0,-15-16-16 16,-4 2-3-16,2 6 1 0,-3-3-2 16,-7 3-8-16,-5-4 3 0,-2 6 3 0,-5-8-4 15,-2 5 1-15,-13-9-8 0,-1 4 5 0,-5-4 4 0,-5 1-6 16,-5 5 3-16,0-7 1 0,-15 3 0 0,-1 0 12 16,-6-1 13-16,-9 2 16 0,-11-2 10 0,-4-4 7 15,-1-2 11-15,-7 0 7 0,1-3 11 0,-2 0 6 16,-3-4 6-16,0-4 8 0,1-3 15 0,0-2 14 15,3-7 13-15,1 1 22 0,8-8 16 0,4-2 4 16,6 2 1-16,8-10-9 0,4 0-9 0,5-4-13 16,3-5-104-16,12-4-65 0,6-12 0 0,12 3 0 15,8-9 0-15,12 0 0 0,15-12 0 0,9 6 0 0,2 0 0 16,7 3 0-16,0 10 0 0,-2 7-61 16,-13 8-216-16,5 4-61 0,-2 5-50 0,1 4-43 15,-6 6-51-15,-1 5-64 0,-17 4-399 0,0 5-1024 0,0 3 453 16</inkml:trace>
  <inkml:trace contextRef="#ctx0" brushRef="#br0" timeOffset="63191.63">12329 13479 214 0,'7'-26'425'0,"-7"10"-9"0,0 1-2 0,3 4-14 15,-3-1-23-15,3-1-25 0,-1 4-29 0,-2 3-30 16,0-2-36-16,5 4-29 0,-5 4-31 0,0 0-20 16,0 0-18-16,0 0-16 0,8 16-15 0,-1-1-11 15,-1 5-11-15,-4 4-8 0,5 3-13 0,-1 14-5 16,-4 1-7-16,4-1-6 0,1 4-7 0,-7 2-7 15,0-2-1-15,0 2-7 0,-7-3-6 0,7 3-4 16,0-2 1-16,0-3-4 0,7-2-6 0,-7 1 0 16,8-11 0-16,1 0-3 0,2-1 0 0,6-5-4 15,-2-5 0-15,1-3 2 0,11-4-3 0,1 2-3 16,2-8 2-16,3-2-3 0,3-4-1 0,7-1-3 16,-6-3-2-16,7-7-1 0,-12 0 1 0,9-5 1 0,2 1-16 15,-11 2-3-15,1-2 5 0,-8-4-1 0,1 0 3 16,-1 7-3-16,-9-3 4 0,-1 5 3 15,-1-4 0-15,-3 3-8 0,-1 1 9 0,-3 4 1 0,1-2 0 16,-6 4-7-16,4-2-1 0,1 3-3 0,-7 3-4 16,0 0 1-16,0 0 0 0,0 0 9 0,1 18-6 15,4-9 7-15,-3 1-13 0,-2 2-2 0,8 6-1 16,-4-2 1-16,-1 0-1 0,4-1-2 0,4 1 2 16,-1-1-2-16,-2-3-1 0,-1 2 0 0,8-2 3 15,-10-3-1-15,2-2-2 0,-3 1 8 0,3-2 1 16,-2-1-4-16,-2-1 12 0,-3-4-2 0,0 0 2 15,0 0 3-15,14-11-1 0,-14 4-2 0,3-2 0 0,-6-3 8 16,1-2-10-16,-3-2 3 0,3-9 0 16,-3-1-5-16,0 8 6 0,0-10 0 0,0 7 1 15,1-1 0-15,0 6 0 0,1-2 0 0,-2-2 1 0,5 5-5 16,5 0 5-16,-2 2-2 0,5-2 0 0,-4 3-3 16,7 0-2-16,-1 1-1 0,5 4 12 0,-3 4-9 15,3-3-1-15,3 6-1 0,0 1-2 0,0 2-7 16,1 2 4-16,-1 2-14 0,0 1-6 0,-2 1 0 15,1 3-4-15,1 2-4 0,-3-3-5 0,0 5 3 16,-3-1 6-16,-2 0-3 0,3 1 4 0,-5-1-7 16,0-2 10-16,-1-3 5 0,0-1-3 0,-4 1-2 15,2-2 6-15,-5-3-4 0,6-1 25 0,-6 3-15 16,4-3 6-16,-1 1 11 0,-3-5 7 0,0 0 3 16,0 0-7-16,0 0 14 0,0 0 0 0,0 0 0 15,3-18 15-15,4 11-14 0,-7-3 2 0,7-2 2 16,3-1-2-16,0-2 0 0,1-3 2 0,4-6 1 0,3 0 3 15,0 3 4-15,6 0 19 0,-5 2 6 0,0-2 4 16,-1-1 2-16,3 4 6 0,-6 5 2 16,0-2 5-16,0 2 0 0,0 3-5 0,0 3-2 0,-2-5-9 15,-5 6-8-15,4 3-3 0,-2-3-7 0,0 5-3 16,-10 1-8-16,20 1-1 0,-12 1-3 0,0 3-6 16,4 3-2-16,-2 3-10 0,0-3-25 0,0 6-27 15,0 4-43-15,1-1-47 0,-1 5-40 0,2 3-37 16,-1-1-59-16,-4 7-64 0,3-8-94 0,-5 8-274 15,-2-8-762-15,0 4 338 0</inkml:trace>
  <inkml:trace contextRef="#ctx0" brushRef="#br0" timeOffset="63613.48">11104 15118 77 0,'-86'2'379'0,"21"3"4"15,8 0-2-15,9-2-25 0,16 2-34 0,4-3-32 16,8-1-26-16,10 2-20 0,9 1 30 0,1-4 12 0,23 9-8 16,31-9-25-16,42 0-23 0,68-5-23 15,18-6-19-15,17-4-18 0,13-5-19 0,9 0-13 16,11-6-16-16,7 2-3 0,9 4-17 0,2-7-11 0,-19 8-10 15,-7 4-6-15,-14-8-17 0,-18 11-30 0,-18 0-34 16,-23-4-54-16,-51 5-70 0,-10 3-65 16,-32 0-59-16,-9 2-66 0,-17 0-61 0,-9 4-320 0,-15 2-758 15,-8 0 336-15</inkml:trace>
  <inkml:trace contextRef="#ctx0" brushRef="#br0" timeOffset="64113.44">11516 16027 72 0,'-23'-16'411'0,"8"1"-15"16,2 2 2-16,3 3-14 0,-2-5-27 0,9 3-31 15,0 0-30-15,6 4-25 0,0 0-32 0,14-4-25 16,8 3-20-16,8-1-22 0,21 7-20 0,3 3-5 16,29 1-23-16,2 9-12 0,1 1-12 0,2 9-10 0,5 3-10 15,-5-2-9-15,-3 4-3 0,3 3-9 0,-8 0-6 16,-6-1-11-16,-22 0-2 0,-5-4-5 15,-4 7-10-15,-1-3-6 0,-17 1-9 0,-7-5-4 0,-1 1 0 16,-8-2-4-16,-7-2 4 0,-5 3-29 0,-9 2 13 16,-4-3-4-16,-10 4 7 0,-13-2 4 0,-7 2 6 15,-2-9 16-15,-15-5 15 0,1 3 16 0,-21 0 22 16,21-7 27-16,4-4 21 0,-3-1 16 0,7-9 19 16,1 1 10-16,4-6 15 0,4-7 13 0,11 3 3 15,3-4-3-15,8-7-6 0,3-2-26 0,9-2-8 16,8-16-9-16,8 6-18 0,14-1-18 0,8 1-16 15,8-5-27-15,25-7-37 0,-15 18-43 0,25-9-49 16,-4 8-53-16,-13 12-45 0,2 0-57 0,27-4-61 16,-26 15-56-16,-4 0-51 0,-4 8-59 0,2 1-57 15,-18-1-342-15,1 11-916 0,-6 1 405 0</inkml:trace>
  <inkml:trace contextRef="#ctx0" brushRef="#br0" timeOffset="64597.78">13209 16062 142 0,'0'-8'365'0,"0"4"-28"0,0 4-32 16,0-8-38-16,0 8-25 0,0 0-24 0,0 0-24 15,0 0-21-15,0 0-17 0,-16 23-10 0,11-14-16 16,5 7-13-16,-7-2-15 0,4 6-6 0,3-5-10 15,-5 1-7-15,10 3-11 0,-5 1-2 0,0-4-9 16,2 6-8-16,1-9 0 0,2 5-7 0,-5-6-3 0,5 0 6 16,-2-3-15-16,4 1-5 0,-6-2 13 15,3 1-12-15,-3-6 7 0,6 4-6 0,0-2 4 16,-7-5 3-16,0 0 3 0,16-5 6 0,-16 5 16 0,17-4 8 16,-6-2 2-16,-4 1 4 0,3 1-8 0,2-4-8 15,2 4 4-15,-4-2-17 0,2 4-4 16,0-2 18-16,2 3-23 0,0 1-3 0,1 0-3 0,-1 0-3 15,3 1-9-15,-2 3 8 0,5 0-10 0,-5 1-2 16,6 6 3-16,-1-4-1 0,-2 1-8 0,-1 1 0 16,1-3 2-16,-1 2-5 0,-1 0-8 0,4-3 10 15,-5-2-1-15,-2 1 6 0,-3 1-1 0,2-5 8 16,-1-2 36-16,-11 2 24 0,20-8 21 0,-13 5 2 16,-2-5 1-16,0-4 2 0,0-3-9 0,-4 0-3 15,-1-8-8-15,-1-1-8 0,-4 5-8 0,3-8-6 16,-5 0-4-16,-1 3-9 0,1-2-2 0,-1 1-14 15,2 3-35-15,1 2-51 0,0 5-65 0,-2 0-46 0,5 0-53 16,-1 6-70-16,3 0-74 0,0 3-71 16,7 0-294-16,-7 6-785 0,0 0 347 0</inkml:trace>
  <inkml:trace contextRef="#ctx0" brushRef="#br0" timeOffset="64957.12">14078 16146 289 0,'-5'-6'376'0,"5"6"-20"15,0 0-37-15,-1-8-24 0,1 8-32 0,0 0-17 16,0 0-8-16,0 0-5 0,0 0-14 0,31 15-4 16,-26-10-35-16,3 1-15 0,7 2-17 0,0-1-16 15,-2 2-12-15,2 2-17 0,0 1-8 0,0-2-16 16,-2 2-7-16,-4-2 0 0,1 1-13 0,-5-4-2 15,3 7-16-15,-3-5 4 0,-4 2 0 0,-1-2 9 0,0 2 18 16,-3-2 28-16,0 2 18 0,-5-2 14 16,1-2 10-16,-1 0 6 0,-1 1 3 0,3-1 1 15,-2-3-2-15,1-3 2 0,0 4-3 0,7-5-1 0,-5 7-2 16,5-7 1-16,-10 3-11 0,10-3-8 0,0 0-15 16,0 0-9-16,0 0-11 0,50-4-17 0,-20-4-14 15,13 0-11-15,2 5-37 0,-1-5-26 0,3-3-42 16,-3 4-52-16,6 2-55 0,-5-3-77 0,-9 4-70 15,-5 0-72-15,3 3-91 0,-3-1-441 0,-3-3-988 16,-6 2 437-16</inkml:trace>
  <inkml:trace contextRef="#ctx0" brushRef="#br0" timeOffset="65316.47">13489 17212 59 0,'-1'-5'391'0,"-4"-5"-24"0,5 8-30 0,0 2-41 16,-2-11-31-16,2 11-28 0,0 0-22 0,0 0-28 0,0 0-7 15,0 0-9-15,0 0-27 0,0 0-7 16,7 31-14-16,-6-22-11 0,2 6-12 0,7-3-5 16,-8 5-12-16,3-4-14 0,-2 3-27 0,2-5-31 0,4 5-34 15,-9-1-32-15,6 2-42 0,-4-3-49 0,4 2-54 16,-2-5-57-16,1 5-218 0,-4 1-512 0,6 0 227 15</inkml:trace>
  <inkml:trace contextRef="#ctx0" brushRef="#br0" timeOffset="65597.7">13605 17754 180 0,'0'7'208'0,"0"0"-12"0,0-7-14 15,3 7-19-15,-3-1-16 0,0-6-12 0,0 9-13 16,2-4-14-16,1 2-10 0,-1 0-11 0,5-1-7 15,-7 3-9-15,5-1-5 0,-4 3-9 0,6-3 1 16,-1 4-9-16,-1 2-6 0,2 1-6 0,0-6-9 16,-1 9-7-16,3-3-6 0,-4 2-8 0,1-4-3 0,-3 2 0 15,1 0 0-15,1-1-1 0,0-4-8 16,-4 0 5-16,-1 2-6 0,0-4 8 0,0-1 13 16,-1 1 18-16,-6 0 21 0,7-1 18 0,-3 1 14 0,-4-3 4 15,1 3 3-15,1-2-1 0,0-1-8 0,-4-2-10 16,4 2-9-16,-1 0-6 0,6-5-8 0,-12 10-3 15,6-5-6-15,4-2-38 0,-1 1-38 0,3-4-54 16,-5 12-68-16,5-12-85 0,0 8-194 0,0-8-470 16,1 7 207-16</inkml:trace>
  <inkml:trace contextRef="#ctx0" brushRef="#br0" timeOffset="66066.41">15972 14459 250 0,'-8'-8'468'0,"1"2"-4"0,-1 0-16 0,6 0-35 0,-3 1-32 16,5 5-31-16,-2-8-34 0,2 8-31 0,9-11-28 16,2 8-25-16,4-3-22 0,3 3-25 0,12-1-29 15,0 0-28-15,5 1-59 0,0 2-38 0,11-2-64 16,-1 0-65-16,-9 6-68 0,-6-1-70 0,0-2-79 15,-2 1-318-15,-12 3-685 0,-4 0 303 0</inkml:trace>
  <inkml:trace contextRef="#ctx0" brushRef="#br0" timeOffset="66207.03">16061 14817 149 0,'0'12'262'0,"0"-9"-15"0,7 2-18 16,-7-5-24-16,25 0-20 0,-2 2-22 0,8 1-12 15,1-3-31-15,16 0-62 0,-2-4-85 0,7 3-87 16,2-7-158-16,-1-1-293 0,6 8 129 0</inkml:trace>
  <inkml:trace contextRef="#ctx0" brushRef="#br0" timeOffset="66519.5">17672 14741 295 0,'0'0'454'0,"0"0"-6"16,36 0-17-16,-8-5-30 0,19 0-36 0,9 1-37 16,35-5-26-16,10 2-31 0,48-5-11 0,13-2-21 15,15 1-13-15,14-1-12 0,24 5 2 0,5-2-9 16,13-1-14-16,12 5-17 0,12 2-10 0,6 1-13 15,5 0-9-15,-11 0-5 0,2 0-12 0,-2 5-11 16,-15 2-7-16,-6 6-13 0,-16-6-4 0,-13 5-12 0,-23-8-10 16,-9 3-6-16,-19-2-4 0,-53-1-8 15,-6 0-10-15,-6 0-28 0,-28-1-35 0,-13 2-49 16,-15-1-66-16,-6-2-91 0,-14-4-113 0,-8-1-100 0,-10-2-446 16,-12 4-961-16,-15-6 425 0</inkml:trace>
  <inkml:trace contextRef="#ctx0" brushRef="#br0" timeOffset="68722.46">24741 8911 154 0,'-3'-22'386'0,"3"4"6"0,-2 0 2 0,4 2 2 15,-2-6 3-15,3 6-3 0,-3 1-8 0,0 4-16 16,0 1-19-16,3 3-33 0,-1-3-33 0,-2 10-31 16,0-5-31-16,0 5-35 0,0 0-22 0,0 0-16 15,1 30-14-15,-1-11-11 0,0 6-16 0,-1 5-11 16,1 4-8-16,0 6-12 0,-2 3-4 0,5 3-9 15,1-4-7-15,-1 0-7 0,2-13-5 0,-2 15-9 16,2-15-2-16,2-1-7 0,0-1-7 0,1-5-7 0,-6-3-1 16,6-4 2-16,-2-2-5 0,-4-4-1 15,8-3-2-15,0-2-1 0,2 0 1 0,2-9 0 16,5-1 0-16,-4 0-2 0,-1-4 1 0,3-6-2 0,3 0 3 16,-7 1-2-16,2-3-2 0,2-5 2 0,-1-1-16 15,-6 8 3-15,0-2 2 0,2-2 0 0,-3 8-2 16,0 0 4-16,-1 2-1 0,-1 4 0 0,-1-1-1 15,3-1-2-15,-6 7-1 0,-3 1 2 0,18 1 0 16,-8 7 3-16,0-1-1 0,5 2 2 0,-5 5-5 16,5-1 2-16,3-1 1 0,3 6 1 0,-1 2 1 15,2-7-1-15,4 5-1 0,-4-3 2 0,-4-3-3 16,2-8 3-16,0 4-1 0,-2-2 4 0,2-1 2 0,-5 0-3 16,-2-6 3-16,-2-2 5 0,3-2 2 15,-4 1 0-15,1-8 5 0,-1 1 0 0,2-5 2 16,-9 2-1-16,4-5-2 0,-7 2-3 0,0-10-1 0,0 2-4 15,0-4-19-15,-9 2-34 0,3 0-46 0,-1 3-52 16,2-7-48-16,-1 5-71 0,-1 11-47 0,0-4-53 16,2 4-68-16,-1 0-349 0,6 5-844 0,-4 3 374 15</inkml:trace>
  <inkml:trace contextRef="#ctx0" brushRef="#br0" timeOffset="68941.19">25828 9219 175 0,'0'6'268'16,"0"1"-7"-16,0 4-8 0,0-2-8 0,-1 0-11 15,-4-2-5-15,1 7-16 0,-2 1-13 0,2-3-20 0,1 3-20 16,0 2-8-16,-2-1-19 0,-2-1-9 0,6 1-8 16,-3 3-14-16,4-4-3 0,0 1-3 15,0-1-17-15,5 1-8 0,-1 1-15 0,4-7-17 0,-2 2-30 16,8-1-37-16,1 0-46 0,-1-4-52 0,1-1-65 15,2-2-64-15,1-4-215 0,-1 0-510 0,3-4 226 16</inkml:trace>
  <inkml:trace contextRef="#ctx0" brushRef="#br0" timeOffset="69144.3">26393 8893 174 0,'0'-7'463'15,"-5"1"9"-15,10-2-8 0,-5 8-20 0,3-8-23 0,-3 1-30 16,3 2-30-16,-3 5-36 0,5-8-34 16,0 5-28-16,4-1-25 0,-1 2-32 0,5 1-38 15,-3-3-40-15,10 0-49 0,-4 4-61 0,8 0-58 0,-8 0-62 16,2 1-56-16,-3 2-58 0,3 2-63 0,-3 1-68 16,-1-3-281-16,-6 0-679 0,3 3 300 15</inkml:trace>
  <inkml:trace contextRef="#ctx0" brushRef="#br0" timeOffset="69316.17">26510 9015 202 0,'-6'4'282'0,"6"-4"19"0,-9 5 14 15,9-5 7-15,-3 3 21 0,3-3 12 0,0 0 6 16,0 0-3-16,0 0-25 0,0 0-28 0,0 0-31 16,0 0-26-16,0 0-29 0,27-3-38 0,-14 3-44 15,-2 3-74-15,8-6-86 0,0 6-79 0,1 0-84 16,2 2-90-16,8-2-114 0,-7 1-214 0,7 1-654 15,3-2 290-15</inkml:trace>
  <inkml:trace contextRef="#ctx0" brushRef="#br0" timeOffset="69597.39">27184 9075 368 0,'-10'-1'540'0,"10"1"10"0,0 0-4 15,0 0-16-15,0 0-4 0,0 0-19 0,-5-8-42 16,5 8-42-16,18-4-41 0,2-3-39 0,13 2-33 16,20 2-26-16,7-6-37 0,36 2-20 0,5 0-27 15,3 2-16-15,40-2-17 0,7-1-18 0,-11 5-21 16,13-2-8-16,0-3-12 0,1 5-15 0,10-6-21 16,-7-6-21-16,6 6-20 0,-1-9-27 0,-3 3-20 15,-7 2-31-15,-8-9-25 0,-48 9-28 0,-2-4-29 0,-11 1-9 16,-27 4-22-16,-3 0-26 0,-8 1-28 15,-17 3-37-15,-6 0-31 0,-7 2-42 0,-9 4-54 16,-4-1-29-16,-2 3-43 0,0 0-284 0,-32-3-795 0,-2 5 352 16</inkml:trace>
  <inkml:trace contextRef="#ctx0" brushRef="#br0" timeOffset="71274.82">25497 13353 2 0,'0'-17'391'0,"0"4"10"0,2-5-4 0,-2 3 9 15,3 3-8-15,-3-3-8 0,0 6-16 0,0 0-19 16,4 0-27-16,-8 1-31 0,4 3-33 0,0 5-33 15,0-10-30-15,0 10-24 0,0 0-16 0,0 0-18 16,-6 20-14-16,1-5-14 0,1 3-10 0,-1 6-9 16,4 7-12-16,1-7-7 0,-5 10 1 0,10 6-13 15,-4 1-9-15,4 1-5 0,-1-13-3 0,2 5-5 16,-1-3-4-16,2-4-6 0,1 1-4 0,-1-10-3 16,-2-2-3-16,5-1-2 0,-7-7-2 0,5 3-2 0,-1-8 4 15,1-2-4-15,5-1-1 0,2-1-1 16,0-1 1-16,-7-5-3 0,12-5 2 0,-5-1 4 0,-2 2 1 15,2-4 4-15,2-1 1 0,-2 0 0 0,0-2-1 16,-2 9-4-16,2-6-2 0,0 3-2 0,-5-1-4 16,0 6-1-16,3-3-4 0,-3 9-2 0,6-5 0 15,-1 6 1-15,2 3-3 0,4 0-2 0,1 1 0 16,-4 4 2-16,0 4-2 0,5 0 2 0,-1 0-1 16,4 0-3-16,-2 3 1 0,0-1 0 0,-4-4 1 15,-3-3-1-15,1 3 1 0,-1-5 0 0,-3 2 4 16,3-6 10-16,-4 3-2 0,-4-5-4 0,-9 1 4 0,21-4 6 15,-13-3 4-15,1 0 6 0,-3-6 0 0,2-3 0 16,-3-2 0-16,0-1-4 0,-1-1-1 16,-4-7-6-16,0 2 0 0,0-4-14 0,-7 2-15 0,5 0-27 15,2 6-39-15,-5 2-53 0,-3 1-51 0,8-2-59 16,-8 5-60-16,1 2-57 0,4 4-66 0,3-3-70 16,0 6-255-16,0 6-811 0,0 0 359 0</inkml:trace>
  <inkml:trace contextRef="#ctx0" brushRef="#br0" timeOffset="71587.3">26419 13669 225 0,'0'0'261'15,"0"9"3"-15,4-6-2 0,-4-3 1 0,11 8 0 0,-1-1-14 16,0 2-9-16,3-1-26 0,4 1-17 0,-1 0-16 15,3 2-14-15,-5-3-19 0,3 3-11 0,-2-1-16 16,0 3-14-16,-5-8-8 0,-2 4-10 0,-1 4-9 16,-2-8-12-16,-2 9-6 0,0-5 5 0,-6 0 13 15,0 3 12-15,-6-2 23 0,3-1 6 0,-3-1 2 16,3 3-1-16,-7-4-6 0,4-1-1 0,1 1-8 16,1-4-6-16,-1 4 1 0,6-6 2 0,2-1 2 15,-5 4-6-15,5-4-16 0,0 0-17 0,0 0-19 16,24-13-27-16,-6 7-27 0,7-6-44 0,9 3-49 15,11-5-53-15,0 1-53 0,1 2-58 0,0-5-80 16,7 0-386-16,-5-2-789 0,9-8 349 0</inkml:trace>
  <inkml:trace contextRef="#ctx0" brushRef="#br0" timeOffset="71915.39">27316 13375 301 0,'-15'0'338'0,"15"0"-15"16,-8-3-15-16,8 3-1 0,0 0 17 0,0 0 20 15,0 0 24-15,0 0-7 0,30 12-24 0,0-9-30 16,18 2-29-16,11-2-26 0,34 4-26 0,8 2-25 16,43-1-19-16,0-2-20 0,3 3-13 0,9-5-18 15,4 6-10-15,3-10-14 0,14 1-8 0,13 2-11 16,9 1-6-16,8-5-11 0,4-1-6 0,3-2-10 15,-1 0-4-15,-12-3-3 0,-9 2-6 0,-4-3-4 0,-14 0 0 16,-22-3-5-16,-44 3-4 0,-9-3-6 0,-11 1 0 16,-2 1 1-16,-31 1-10 0,-7 0-4 0,-18 0-9 15,-2 0-14-15,-13 4-29 0,-4-2-43 0,-4 1-57 16,-7 0-53-16,0 5-52 0,-22-11-45 0,-1 10-48 16,-8-1-66-16,-19 2-345 0,-3 0-811 0,-12 3 359 15</inkml:trace>
  <inkml:trace contextRef="#ctx0" brushRef="#br0" timeOffset="73071.56">26792 13345 11 0,'0'0'357'16,"-2"-7"-2"-16,2 7-15 0,0 0-16 0,0 0-20 15,-3-5-14-15,3 5-13 0,0 0-17 0,0 0-26 0,-2-4-16 16,2 4-18-16,0 0-23 0,0 0-13 0,0 0-20 16,0 0-15-16,20 2-14 0,-20-2-16 0,26 2-29 15,-4 1-33-15,6 5-36 0,2-4-36 0,1 1-38 16,-3 1-34-16,2 2-37 0,-2-3-34 0,2 6-56 15,3-8-54-15,-13 3-221 0,-2 0-549 0,0 0 244 16</inkml:trace>
  <inkml:trace contextRef="#ctx0" brushRef="#br0" timeOffset="73227.8">26934 13611 188 0,'0'8'197'0,"0"-8"-9"0,8 5-15 0,-1-2-21 15,6 2-16-15,4 1-12 0,4 0-13 0,7 0-18 16,2 3-43-16,0 1-66 0,3-2-69 16,-7 1-134-16,1 1-236 0,1 6 104 0</inkml:trace>
  <inkml:trace contextRef="#ctx0" brushRef="#br0" timeOffset="73509.02">26418 15091 125 0,'-5'-5'404'0,"5"5"-20"0,-10-4-18 16,10 4-32-16,-7-4-21 0,7 4-42 0,-8-1-33 15,8 1-27-15,0 0-19 0,0 0-29 0,0 0-6 16,0 0-26-16,-2 17-11 0,2-7-12 0,0-3-7 16,7 11-29-16,-4-2-22 0,0 4-32 0,2 7-40 15,4 2-45-15,-4-1-48 0,0 3-57 0,1 0-55 16,4 0-63-16,-5-1-188 0,0 2-518 0,2-4 230 16</inkml:trace>
  <inkml:trace contextRef="#ctx0" brushRef="#br0" timeOffset="73774.63">26467 15856 57 0,'-5'5'147'0,"4"6"-10"16,-4 1-14-16,-2 1-10 0,5-3-15 0,-1 2-5 16,0 2-15-16,-1 2-1 0,4 3-10 0,-3 1-6 15,1 0-8-15,2-1 2 0,2 1-14 0,-2-1-1 16,3 4-12-16,-1-8 6 0,0 6-6 0,3-3-3 15,-4 0-7-15,-1-1 6 0,2-1 12 0,3-1 14 16,-3 1 16-16,3-5 14 0,-5-2 11 0,0 1 5 16,5-1 13-16,-5-1 11 0,1 1 13 0,1-3 6 15,0-3 7-15,-2-3 3 0,3 8-2 0,-3-8-16 16,3 5-11-16,-3-5-11 0,3 3-21 0,-3-3-49 0,0 0-97 16,0 0-129-16,0 0-314 0,0 0-541 0,0 0 239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1:20:56.1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18953 1077 230 0,'3'-15'334'0,"0"6"-13"0,-1-1-23 0,3 0-18 0,-3 2-20 16,-1-1-23-16,-1 2-25 0,0 7-30 0,5-7-24 16,-5 7-18-16,0 0-16 0,0 0-6 0,15 16-14 15,-6 1-13-15,-3 8-6 0,2 4-9 0,4 0-7 16,-2 13-4-16,3-2-10 0,-5 1-4 0,6 2 0 15,-8 4-4-15,1-4 5 0,-2 2-18 0,0-3-2 16,0 2 1-16,0-4-4 0,-2 2-4 0,-3-11-6 16,2 3-2-16,-4-6 3 0,-1 2 1 0,3-2-2 15,0-8-3-15,0 2-2 0,-2-10 2 0,-1 7-3 16,-2-6 3-16,3 1-5 0,2-9 5 0,-3 5 22 16,3-2 12-16,0-3 23 0,0-5 14 0,-2 6 19 15,2-6 8-15,0 8 5 0,0-8-5 0,5 4 4 16,-5-4-9-16,0 0-20 0,0 0-9 0,32-14-6 15,-17 7-10-15,4-3-6 0,8-1-7 0,4 0-6 16,2-4-9-16,14 2-16 0,-9-6-25 0,8 5-26 16,-1-1-11-16,-14 5-20 0,12-7-6 0,-11 8-4 0,-1-3-7 15,-4 4 2-15,-6 1 2 0,2-1 28 16,-6 1-9-16,-5 4 6 0,-6-3 5 0,2 2 3 16,-1-3 5-16,0 3-3 0,-6 1 1 0,-1 3 10 0,7-9-3 15,-7 9 3-15,0 0 5 0,-13-9 3 0,13 9 2 16,-9-2 2-16,9 2 0 0,-11-1 1 0,11 1 1 15,0 0 1-15,-18 3 3 0,18-3-6 0,-7 6 2 16,0-4 3-16,7-2-1 0,-5 10 2 0,2-3 5 16,3 1-6-16,0-2 7 0,0 0 0 0,8 1 1 15,-8 1-3-15,10-2 4 0,-3-2-3 0,1 4-7 16,2-5-2-16,0 2-4 0,3-4-6 0,2 2-2 16,0-3 2-16,-2 1 5 0,-4 2-2 0,4-3 8 15,-13 0 0-15,16-4 5 0,-9 0 1 0,1-1 0 16,-1-4 4-16,-2 3-8 0,-3-1 8 0,-2-4 11 15,5-1-8-15,-5 4 4 0,1-2-1 0,-2 0 9 16,1 0 2-16,-5-2 5 0,5 4 1 0,5-3 2 16,-10 2 2-16,5-2 1 0,0 4-2 0,0 2-1 15,0 5-2-15,0-15 0 0,5 11-13 0,-5 4 4 16,5-6-8-16,-1 6-2 0,-4 0 4 0,17 0-5 16,-17 0 4-16,20 6-6 0,-7-3 0 0,2 5-5 15,2 0-5-15,-3-3 10 0,1 2-10 0,2 4 2 0,-2 1-3 16,1-1 0-16,-2 1-2 0,1-4 7 0,-11 3-2 15,10-5 3-15,-6 0 0 0,-1 2 1 0,-1-5-4 16,-2 2 4-16,2-2 7 0,1-1 8 16,-7-2 12-16,8 6 16 0,-8-6-5 0,0 0 2 0,0 0 5 15,-3-16 13-15,3 8 23 0,-5-1-8 0,5-3 3 16,0 0 7-16,5 0-5 0,-5 0-4 0,3-6 0 16,2 1-7-16,-3 0 0 0,8 0 1 0,-5 1-13 15,1 4-3-15,2-4-7 0,-1 6-9 0,1 2-3 16,-1-1-9-16,1 2 2 0,-1 4-8 0,1-2-6 15,-3 4-4-15,-5 1 1 0,17 1 2 0,-7 4 1 16,-5-2-1-16,3 4-31 0,-3 4-18 0,3-2-20 16,-1 5-37-16,1 0-26 0,-1-3-18 0,-2 4-32 15,-4-1-36-15,3-1-29 0,2-4-28 0,-1-2-30 16,0 1-38-16,2 3-185 0,-2-7-567 0,0-1 252 16</inkml:trace>
  <inkml:trace contextRef="#ctx0" brushRef="#br0" timeOffset="281.22">20669 1106 149 0,'4'-8'407'0,"-1"2"-6"0,-3 1 9 16,0-2-40-16,0 7-21 0,0 0-33 0,-3-8-38 15,3 8-38-15,0 0-20 0,0 0-24 0,0 0 6 16,-12 32-13-16,4-13-21 0,-1 4-14 0,-2 7-14 15,-1 0-13-15,6 2-14 0,-8 7-12 0,8 7-7 16,-3-7-7-16,3 7-8 0,-1 0-8 0,6-3-6 16,2 4-9-16,6 0-3 0,-6-5 1 0,13-1-18 15,-8-2-25-15,8-3-33 0,4 0-48 0,-5-9-45 16,2-3-44-16,3-3-47 0,7-6-48 0,-10-2-59 16,13-2-61-16,-6-7-231 0,2 0-653 0,6-8 290 15</inkml:trace>
  <inkml:trace contextRef="#ctx0" brushRef="#br0" timeOffset="735.89">20939 1302 258 0,'0'0'319'0,"-7"-6"-12"0,7 6-23 0,0 0-22 0,0 0-23 16,0 0-23-16,0 0-23 0,0 0-16 0,0 0-22 15,0 0-13-15,24 6-16 0,-15-4-14 0,3 2-9 16,-4-2-12-16,7 7-11 0,0-4-3 0,0 2-9 16,0-2-9-16,-5 6-8 0,1 1-3 0,3 0-2 15,-6 0-7-15,0-2-6 0,5 4-2 0,-4-1 1 16,-1 1-5-16,-5 3-3 0,-1-7 0 0,-2 2-4 16,0-3-1-16,-2 3-4 0,-1 0-5 0,0-3 7 15,-2 1-4-15,3 1 0 0,0-5-6 0,-3 2 6 16,5-3-6-16,-6 2 9 0,6-7 9 0,0 5 19 15,0-5 5-15,0 0 18 0,-8 2 0 0,8-2 18 16,0 0-19-16,0-21-4 0,0 15-4 0,1-3-7 16,6-3-3-16,-1-3-14 0,1 0 5 0,3-2-11 15,2 1 21-15,-4-2 3 0,3 2-1 0,-1-1 15 16,-1 0 6-16,6 1 13 0,-10 4 4 0,4-3 12 0,-4 7 0 16,-1 1-7-16,4 2-6 0,-5-2-15 0,1 4-10 15,-4 3-14-15,6-7-12 0,-6 7-8 0,0 0 0 16,0 0 4-16,4 19-7 0,-4-9-2 0,0 1-5 15,0 1 3-15,-4 4-4 0,8 3-5 0,-4-3-12 16,0 3-34-16,0 0-36 0,3-3-46 0,2 0-34 16,-2 6-33-16,2-9-38 0,3 6-25 0,-1-5-33 0,3 2-40 15,3-5-48-15,0 2-269 0,1-2-687 16,-3-8 305-16</inkml:trace>
  <inkml:trace contextRef="#ctx0" brushRef="#br0" timeOffset="1298.33">21659 1536 65 0,'0'0'354'0,"0"0"-16"15,0 0-20-15,0 0-26 0,0 0-37 0,0 0-24 16,0 0-28-16,0 0-23 0,0 0-17 0,0 0-20 16,0 12-9-16,0-12-15 0,-3 14-11 15,3-9-11-15,0 3-12 0,0 1-6 0,0 3-8 0,0-5-2 16,-4 4-9-16,1 0-6 0,1 1-6 0,1-2-29 16,1 0-32-16,0 0-32 0,-2-2-23 0,-1 1-34 15,-4-1-43-15,5-2-47 0,2-2-45 0,-1 4-211 16,1-8-484-16,-7 4 214 0</inkml:trace>
  <inkml:trace contextRef="#ctx0" brushRef="#br0" timeOffset="6951.36">21983 1265 78 0,'-3'-9'310'0,"3"9"-4"15,3-13-7-15,-1 11-22 0,-2 2-4 0,-2-11-13 16,2 11-15-16,-3-8-18 0,3 8-30 0,-2-4-17 0,2 4-10 15,-1-6-18-15,1 6-34 0,0 0-12 0,0 0-16 16,0 0-1-16,0 0-16 0,0 0-7 16,0 0-6-16,0 0 0 0,-7 15-8 0,7-15-3 0,0 11-8 15,-2-6 4-15,-1 0-9 0,3-5-5 0,-1 9-8 16,1-9-3-16,1 12 3 0,-1-12 2 0,3 8-5 16,-3-8-1-16,0 6-2 0,0-6-3 0,2 5-3 15,-2-5 1-15,0 0-2 0,7 9-3 0,-7-9 3 16,0 5 0-16,0-5-2 0,3 2 3 0,-3-2-4 15,0 0 3-15,5 4-9 0,-5-4 20 0,0 0-18 16,8 9 3-16,-8-9 0 0,2 3-6 0,-2-3-1 16,0 0 6-16,5 4 2 0,-5-4 10 0,0 0-12 0,10 3-3 15,-10-3 1-15,0 0-2 0,6 2 4 16,-6-2-4-16,0 0 5 0,0 0-3 0,0 0 2 16,10 2 3-16,-10-2-3 0,0 0-1 0,0 0-4 15,12-11 2-15,-5 8 0 0,-6-3 16 0,6 0-19 0,0 3-1 16,-1-2-1-16,2 0 5 0,-1-4-6 0,1 1 5 15,1 3-2-15,2 0-1 0,-1-4-3 0,-3 1 6 16,1 2-1-16,4 2 2 0,-4-5-5 0,0 4-2 16,0 0 1-16,-1 0 0 0,3 3 4 0,-5-3-5 15,2 2 2-15,-7 3-4 0,9-4 0 0,-9 4 4 16,10-3 0-16,-10 3 5 0,4-3-8 0,-4 3 4 16,0 0-3-16,8-2 1 0,-8 2-1 0,0 0 5 15,0 0-3-15,0 0 1 0,5-5-4 0,-5 5 6 16,0 0 0-16,0 0 6 0,0 0-4 0,0 0-4 15,8-3 7-15,-8 3-1 0,0 0-3 0,7-4-1 16,-7 4 5-16,0 0 2 0,5-3-6 0,-5 3 0 16,0 0 3-16,0 0 1 0,8-4-4 0,-8 4 3 0,0 0-6 15,0 0 0-15,0 0 3 0,3-6-3 16,-3 6 4-16,0 0-1 0,0 0 0 0,0 0-6 16,0 0 4-16,0 0-3 0,0 0-4 0,0 0 4 0,0 0-9 15,0 0 6-15,0 0-3 0,9 18 0 0,-6-9 5 16,-3-1 4-16,2 2-7 0,1 5 3 0,-1 1 2 15,1 10 2-15,-1 0-2 0,6 2-2 0,-5 3-2 16,5 8 6-16,-1 0 0 0,1 3-3 0,1 2 5 16,-1 1 1-16,2-5 6 0,-7 4 21 0,5-5-2 15,-1-7-1-15,-2-4 4 0,-5 1 12 0,2 0 16 16,1-3-17-16,-6-2 6 0,3-6 6 0,-4 0 8 16,1-3 11-16,0-1 22 0,-4-6 23 0,-1 4 10 0,-7-4-7 15,0-1-8-15,-6-3-12 0,-1-3-6 16,-11-1-11-16,0-5-6 0,-2 1-27 0,-10-7-50 15,11 3-65-15,4-6-76 0,0 2-70 0,5 0-80 0,5 0-96 16,-3 0-365-16,8-3-813 0,5 3 359 0</inkml:trace>
  <inkml:trace contextRef="#ctx0" brushRef="#br0" timeOffset="7216.97">22748 1900 216 0,'3'8'228'0,"6"3"-8"0,-4-3-26 15,-4 1-13-15,1 5-17 0,3-2-16 0,-3 6-13 16,1-1-11-16,-3-1-13 0,-3-1-9 15,3 4-11-15,-2-4-10 0,-3 1-4 0,3-8-12 0,1 9-39 16,-4-8-55-16,3 0-47 0,2 0-51 0,0-3-40 16,0-6-127-16,0 8-319 0,0-8 141 0</inkml:trace>
  <inkml:trace contextRef="#ctx0" brushRef="#br0" timeOffset="7654.44">23031 1332 179 0,'0'0'279'0,"0"0"-20"0,-23 3-17 16,16-2-12-16,4 9-6 0,-2-5-21 0,3 3-20 16,1 2-14-16,1-1-14 0,0 6-12 0,3 0-16 0,4 2-9 15,-1-2 0-15,4 0-25 0,2 1-7 0,-1-1-6 16,1-3-1-16,0 3-15 0,4-4 5 15,-4 1-16-15,3-3-5 0,-7-2-4 0,5 3-8 0,-6-8 8 16,4 3-8-16,-6-3-2 0,9-1-7 0,-14-1 0 16,14-1-5-16,-14 1 7 0,14-4-12 0,-8 1 3 15,-6 3-2-15,10-9-3 0,-3 6 3 16,-7 3 11-16,0-4-3 0,0 4-7 0,8-3-2 0,-8 3-8 16,0 0-5-16,0 0 3 0,0 0 1 0,20 7-6 15,-13 3 2-15,3-3 2 0,1-1-6 0,1 5 9 16,3-1-2-16,3-1-4 0,-3 3 1 0,1-3 0 15,-1-3-1-15,2 2 4 0,-2-1 2 0,-1-1-4 16,1-2 8-16,-5-2-3 0,2-1 3 0,1 3 4 16,-13-4 14-16,15-7-5 0,-8 3 2 0,1-2 2 15,-8-3-2-15,3 0-2 0,-3-6-5 0,0 0-8 16,-3-5 4-16,-5 5 9 0,-1-5-13 0,-4-3-7 16,0-2-31-16,1 0-39 0,2-3-39 0,-6 2-49 0,3 1-63 15,4-5-68-15,-1 4-258 0,-1 0-587 16,3 0 260-16</inkml:trace>
  <inkml:trace contextRef="#ctx0" brushRef="#br0" timeOffset="7935.75">23448 851 185 0,'0'0'257'0,"0"0"-28"0,0 0 13 0,0 0 26 0,8 20 6 16,-4-5 6-16,9 8 9 0,5 3-6 0,10 3-15 16,-3 9-25-16,5-2-15 0,0 9-22 0,5-3-25 15,-2 0-15-15,0 3-16 0,-2 0-18 0,1 0-13 16,1-1-11-16,-13 0-10 0,8 3-10 0,-7 2-7 16,-1 1-10-16,-10 1-2 0,-3 2-12 0,-2-1-2 15,-10-4-5-15,-2 1-13 0,0 0-49 0,-7-2-55 16,-1 0-49-16,-7-2-59 0,-4 0-74 0,4 0-88 15,-8-6-290-15,-3-5-679 0,2-2 302 0</inkml:trace>
  <inkml:trace contextRef="#ctx0" brushRef="#br0" timeOffset="8331.74">24569 1195 36 0,'0'0'425'0,"0"0"2"0,0 0-3 16,0 0-34-16,0 0-25 0,-14-3-26 0,14 3-41 16,0 0-22-16,0 0-30 0,27-8-23 0,-17 4-30 15,11 3-20-15,-6 1-15 0,12-2-18 0,-6 2-33 16,9-1-53-16,5 2-51 0,-2-1-51 0,-2 2-46 15,-4-1-52-15,-6 4-52 0,-1-3-69 0,0 2-45 16,-5-1-224-16,0 0-579 16,-7 4 256-16</inkml:trace>
  <inkml:trace contextRef="#ctx0" brushRef="#br0" timeOffset="8478.31">24642 1393 53 0,'-9'5'251'16,"-2"-3"-1"-16,7-1-5 0,4-1-13 0,-5 4-19 15,5-4-19-15,-6 7-19 0,6-7-12 0,0 0-16 16,21 4-12-16,-12-3-20 0,15-2-17 0,3 4-61 0,6 2-78 16,13-5-79-16,-11 1-239 0,13-1-386 0,-5 0 170 15</inkml:trace>
  <inkml:trace contextRef="#ctx0" brushRef="#br0" timeOffset="9431.36">25797 612 129 0,'5'-12'295'0,"-2"3"-10"16,4 0-7-16,-7-8-5 0,0 5-10 0,0 0-10 15,-4-1-18-15,1 3-17 0,0-1-24 0,-7 2-21 16,3 3-21-16,-8-4-10 0,4 3-20 0,-9 0-9 16,2 4-6-16,-7 3-17 0,2 0-8 0,-5 2-6 15,-2 3-6-15,0 2-9 0,0 1-6 0,-1 3-2 16,4-2 2-16,2 3-10 0,6-3-6 0,2 4-4 16,-3-4-5-16,5 2-2 0,2 5-1 0,3-3-2 15,0-3-5-15,4 1 3 0,2 0 0 0,3-2-5 16,2 6 5-16,4-3 2 0,3 3-2 0,6 0-6 15,4 5 4-15,7-4-6 0,6 11-1 0,1-9-2 16,-6 2-3-16,12 3 4 0,0-4-7 0,-6-1 4 16,-6-1-6-16,2 0-1 0,-1 5 3 0,1-6-6 15,-8 3 0-15,1 1 2 0,-4 1-1 0,-4-3 2 0,-5-6-8 16,1 7 3-16,-3-4 9 0,-1 2-10 0,-1 1-3 16,-4-3 9-16,-4 3-2 0,-2-2 16 15,-1-4 11-15,-6 5 18 0,-4-7 2 0,1 1 6 0,-9 2 10 16,-2-1-3-16,-1-4-2 0,0-1-1 0,0 3-4 15,0-8 0-15,3 5-14 0,3-4 6 0,1-5-8 16,3 4-5-16,0 0 2 0,8-2 8 0,-2 0-4 16,4 3 8-16,8-3-2 0,-10 2 0 0,10-2-6 15,0 0-9-15,0 0-1 0,0 0-6 0,30-6-2 16,-12 7-6-16,13-1-4 0,2 3 1 0,-1 2-2 16,1 1-1-16,-2 3 0 0,1 0-3 0,-6 0-1 15,2 7-2-15,1-6-6 0,-6 7-3 0,-7 3 0 16,1-1 3-16,-2 5-3 0,-2 3-5 0,-11 3 16 15,4 9-13-15,-12 3 1 0,1 2 0 0,-7 1 3 16,-1-5 3-16,1 2-3 0,-6 0 3 0,5-1-2 16,-7-1 0-16,7 1 0 0,-2-4 1 0,2-5 1 15,4-5 4-15,1 2 0 0,1-2 1 0,6-10-3 16,-3 6 3-16,4-7 3 0,4-2-1 0,1-1 5 0,0 1 4 16,6-6-3-16,6 2-2 0,-1-4-5 15,6-3-40-15,8-5-86 0,-1 4-86 0,3-8-84 16,1-3-110-16,-10-3-336 0,7 1-797 0,3-8 353 0</inkml:trace>
  <inkml:trace contextRef="#ctx0" brushRef="#br0" timeOffset="10368.79">24560 479 1 0,'4'-7'360'0,"-4"7"-23"16,5-4-29-16,-5 4-29 0,1-3-31 0,-1 3-27 15,0 0-24-15,0 0-24 0,0 0-16 0,0 0-17 16,5 14-12-16,2-9-14 0,-4 6-8 0,4 3-14 16,0 2-7-16,-1 0-13 0,2-2-2 0,-3 4-6 15,-1 1-9-15,2 1-7 0,1 1-3 0,0-3-3 16,-4-1-6-16,0 0-2 0,4-5-6 0,-4 5-2 15,2 1-1-15,-2-9 0 0,1-1-7 0,-4 1 8 16,0-2-1-16,1-3-1 0,4 1-1 0,-5-5 2 16,0 0 18-16,0 0 4 0,0 0-6 0,0 0-3 0,0 0-6 15,9-12 5-15,-1 1 12 0,-8 4-11 0,3-3 1 16,4-4 3-16,1-1 3 0,-1 2-2 16,-1-1 7-16,-4 1 8 0,5-3 2 0,-2 1 0 15,-2 7-7-15,2 0-2 0,-4 1-9 0,3-1-2 0,-3 2-12 16,-1 6-5-16,5-6-8 0,-5 6-7 0,0 0-6 15,0 0-4-15,0 0 8 0,0 0 4 0,10 15-5 16,-3-6-4-16,-7-2 1 0,0 2 2 0,0 2 4 16,0 0 0-16,2-4-3 0,-1 1 7 0,-1 2-8 15,4-3-1-15,4 0 0 0,-8-3 6 0,0 4-1 16,3-5 1-16,-3-3 2 0,7 4 4 0,-7-4-3 16,0 0 0-16,0 0-1 0,28-15-4 0,-16 11-2 15,-1-4 6-15,-4 0-2 0,8-3 0 0,-7-1-2 16,5 1 3-16,-5-4-2 0,6 5-7 0,-6-1 0 15,0 4-1-15,-1-2 4 0,1-2-1 0,-1 4 1 16,-1-1-8-16,1 2 3 0,-5 3-15 0,-2 3-22 16,6-6-38-16,-6 6-33 0,5-4-15 0,-5 4-14 15,0 0-23-15,0 0-19 0,0 0-18 0,0 0-18 0,4 16-21 16,-4-9-21-16,3-3-19 0,-3-4-198 0,3 5-512 16,5 0 227-16</inkml:trace>
  <inkml:trace contextRef="#ctx0" brushRef="#br0" timeOffset="10573.41">25100 483 203 0,'0'0'227'0,"-2"-8"0"0,2 8-3 0,-1-8-12 15,1 8-10-15,0 0-14 0,-5-3-20 0,5 3-16 16,0 0-19-16,-9-7-15 0,9 7-14 0,0 0-9 16,0 0-10-16,-16 11-6 0,11-5-6 0,0 0-8 15,2-2 0-15,-4 6-13 0,7-2-7 0,-7 0-15 16,6 1-25-16,-4-2-29 0,2 1-32 0,-1 1-26 15,3-2-11-15,1-7-20 0,1 8-18 0,4-5-21 16,3 1-32-16,1-4-136 0,-1 3-346 0,-8-3 153 16</inkml:trace>
  <inkml:trace contextRef="#ctx0" brushRef="#br0" timeOffset="10776.53">25282 420 56 0,'2'-3'215'0,"-2"3"2"0,0 0-7 16,5-8-16-16,-5 8-21 0,0 0-21 0,0 0-18 0,0 0-13 15,0 0-8-15,0 0-7 0,0 0-8 0,-17 20-10 16,14-11-6-16,-4 1-9 0,7 2-7 16,-6 0-8-16,6 0 0 0,-4 5-8 0,-1-2-3 0,4 0-5 15,-4 0-1-15,3-5-8 0,2 6-2 0,-5-6-34 16,3 3-35-16,2-5-37 0,-1 0-40 0,-4-1-43 16,5-1-41-16,0-6-113 0,-2 6-338 0,2-6 150 15</inkml:trace>
  <inkml:trace contextRef="#ctx0" brushRef="#br0" timeOffset="10932.77">25188 436 176 0,'0'0'244'16,"16"2"-18"-16,-6 1-19 0,2 3-16 0,3 3-12 16,5 2-17-16,-6 1-11 0,3 1-18 0,11-1-10 15,-5 9-13-15,12 4-11 0,-7-5-8 0,5 5-10 16,4-2-45-16,-11-3-68 0,11 3-89 0,-11-3-222 15,2 3-371-15,7-3 163 0</inkml:trace>
  <inkml:trace contextRef="#ctx0" brushRef="#br0" timeOffset="11573.35">26580 963 61 0,'0'-12'390'16,"1"0"11"-16,-1 1 6 0,5 3-16 0,-5-2-32 16,0 5-40-16,0 5-34 0,0-8-40 0,0 8-27 15,0 0-25-15,0 0-15 0,0 0-16 0,5 21-2 16,-1-6-10-16,-4 4-8 0,3 8-16 0,4-4-5 16,4 18-18-16,-9-9-9 0,11 9 3 0,2 3-6 15,8-7-28-15,-10 4 2 0,2-4-3 0,8-1-10 16,-9-5-2-16,2-7-51 0,2 2-66 0,-1-6-71 15,-2 0-69-15,-4-6-77 0,4-1-82 0,-5-8-288 16,0-2-708-16,-3 1 313 0</inkml:trace>
  <inkml:trace contextRef="#ctx0" brushRef="#br0" timeOffset="11760.83">27020 1191 33 0,'7'-3'391'0,"4"3"-5"0,-6-3 3 0,10 3-21 16,-2-1-10-16,4-3-30 0,1 3-25 16,0-2-27-16,10-1-28 0,4-3-28 0,3 2-22 0,11-5-19 15,-3 1-27-15,-12 2-46 0,17-4-66 0,-16 1-79 16,1 3-76-16,-3-1-84 0,1-1-101 0,-3 0-254 16,2 1-600-16,-5-2 265 0</inkml:trace>
  <inkml:trace contextRef="#ctx0" brushRef="#br0" timeOffset="12229.54">27762 874 232 0,'-4'19'242'16,"4"-14"-7"-16,4 6-3 0,-4-2-16 0,0 1-18 15,0 9-18-15,0-4-12 0,3 5-12 0,-3 0-23 16,0 6-11-16,6-1-6 0,-4 1-17 0,3-7-8 16,3 6-7-16,1-2-9 0,-3-4-5 0,4 0-6 15,0-3-6-15,-2 2-6 0,2-6-4 0,-3-1-4 16,6-1 0-16,-3-4-4 0,0 3-3 0,2-6-4 0,4-2-2 16,-1-5-6-16,-5 3 2 0,7-7-6 15,-3 0 7-15,1 1 16 0,-6 3 10 0,4-10 17 16,-2 4 15-16,1-2 8 0,-5 4 14 0,1 1 4 0,-1-3 0 15,-1 5-3-15,1-3-2 0,-6 2-13 0,8 0-15 16,-4 4-9-16,-5 2-8 0,8-4-14 0,-8 4-1 16,0 0-6-16,13 6 4 0,-6-1-14 0,-1-2 0 15,3 2-5-15,-1 2-5 0,0-2 3 0,2 2-3 16,0 0-3-16,2-3 1 0,-2 3 4 0,-2-3-7 16,2 1 2-16,-2-4 1 0,0 2 11 0,2 1-8 15,-10-4-2-15,17-1 1 0,-7-3-1 0,-4 1-7 16,3-4 0-16,-3-2 10 0,4 2-13 0,-6-2 0 15,1-3-2-15,-2-2-1 0,2-2-4 0,-4 1 1 16,-2-3-10-16,1 1-26 0,-5-2-52 0,5 3-46 16,-7-1-57-16,-1-1-64 0,1 6-71 0,1-3-66 15,-3 3-222-15,-2-2-659 0,-1 7 292 0</inkml:trace>
  <inkml:trace contextRef="#ctx0" brushRef="#br0" timeOffset="12417.03">28634 1008 255 0,'0'0'387'16,"6"1"-17"-16,-6-1-22 0,0 0-25 0,0 0-24 0,0 0-38 16,9-4-26-16,-9 4-33 0,0 0-26 0,0 0-56 15,0 0-58-15,0 0-76 0,0 0-76 0,0 0-94 16,0 0-85-16,0 0-145 0,0 0-448 0,0 0 199 15</inkml:trace>
  <inkml:trace contextRef="#ctx0" brushRef="#br0" timeOffset="12818.5">28955 924 237 0,'-8'3'325'0,"-2"3"-8"0,1 0-11 16,-5 2-13-16,-3 0-18 0,4 1-24 0,-1 5-23 16,0-3-22-16,-1 2-24 0,0-1-16 0,0 2-16 15,5-5-13-15,-3 6-18 0,6-2-9 0,0 6 1 16,-1-5-16-16,8-1-11 0,0 1-6 0,0-5-4 16,8 3-6-16,6 3-5 0,1-4 0 0,4-4-10 15,8 2-10-15,6-2-3 0,0-2-1 0,14-3-10 0,-14 2-9 16,3-3-3-16,9-6-11 0,-9 3 9 0,-9-3-11 15,2 2 0-15,-5-2 2 0,-5 2 2 16,0-2 5-16,-3-2-11 0,-1-4 4 16,-3 3 2-16,-6 1 9 0,-2-1-3 0,-1-1 0 15,-3-1-8-15,-5 1-2 0,-2-3 3 0,-8 3 2 0,-1-3-4 16,-2 0 3-16,-2 4-2 0,0-4-3 16,-8 4-5-16,0 1 1 0,5-2 2 0,6 2-19 0,-5 1-24 15,3 0-24-15,10 2-20 0,-6-3-18 0,1 0-22 16,5 5-24-16,3-1-27 0,-1-1-19 0,7 4-10 15,-5-4-22-15,5 4-7 0,8-14-7 0,2 9-169 16,-1-2-446-16,-1 1 197 0</inkml:trace>
  <inkml:trace contextRef="#ctx0" brushRef="#br0" timeOffset="12990.36">29091 882 765 0,'11'-8'-26'0,"-7"1"41"0,2-1 24 0,-6 0 21 16,5 0 21-16,-10-3 14 0,5 1 24 0,-6 4 14 16,4-5 16-16,-5 2 9 0,1 3-2 0,-3 1 0 15,8-3-15-15,-6 5-14 0,7 3-15 0,-13-3-11 16,13 3-8-16,0 0-3 0,-13 12-8 0,4-5-3 15,8 11-6-15,-4-1-5 0,5 4-3 0,5 6-8 16,-4 0-7-16,8 12 0 0,-3-7-4 0,4 6-5 16,2 9 0-16,3-5-5 0,0 0-1 0,3 2-7 15,-2-4-1-15,-1 1-12 0,-7-11-58 0,7-2-54 16,-1-1-64-16,-6-11-71 0,0 3-239 0,-1-3-510 16,-1-5 226-16</inkml:trace>
  <inkml:trace contextRef="#ctx0" brushRef="#br0" timeOffset="13193.47">29589 731 92 0,'-5'-4'386'0,"5"4"-33"16,-7-4-22-16,7 4-15 0,-15 0-12 0,0 0-28 15,15 0-26-15,-18 9-20 0,5-3-24 0,0 0-16 16,-2 4-21-16,8 4-18 0,-1 4-10 0</inkml:trace>
  <inkml:trace contextRef="#ctx0" brushRef="#br0" timeOffset="15335.95">29552 723 308 0,'0'0'323'0,"2"-11"5"15,1 6-1-15,2-5 6 0,-5 8 12 0,4-5 3 16,-4 7-4-16,3-7-5 0,5 6-12 0,-8 1-9 16,0 0-19-16,0 0-23 0,0-8-23 0,0 8-23 15,0 0-22-15,0 0-25 0,0 0-23 0,0 0-19 16,0 0-14-16,0 0-16 0,-20 12-11 0,14-3-7 16,1 5-10-16,-5 1-8 0,-2 4-7 0,4 1-9 15,0-4-3-15,-1 3-8 0,3 7-4 0,1-5-8 16,3 6 0-16,4 4-2 0,-2-5-3 0,11-1-3 0,-1-2-8 15,7 1-27-15,4 2-26 0,4-7-37 16,7 9-34-16,6-2-54 0,-8-11-51 0,14 3-41 16,-14-9-38-16,5 1-51 0,8-2-67 0,-13-2-357 15,-1-3-826-15,-7-3 365 0</inkml:trace>
  <inkml:trace contextRef="#ctx0" brushRef="#br0" timeOffset="15617.18">30077 765 304 0,'0'0'292'0,"0"0"-24"0,7-3-31 0,-7 3-26 15,0 0-18-15,0 0-3 0,0 0 3 0,-7 23-6 16,-1-15-13-16,1 2-13 0,-1 4-16 0,-2 1-9 15,-2 2-20-15,-1 0-6 0,2-1-15 0,-1-1-5 16,-5 6-10-16,3 0-5 0,-3-6-9 0,4-2-10 16,-2 2-8-16,2 2-32 0,-1-7-33 0,4 2-36 15,-3-3-40-15,5-1-42 0,0-1-31 0,1 1-37 16,0-5-46-16,2-2-173 0,5-1-456 0,0 0 202 16</inkml:trace>
  <inkml:trace contextRef="#ctx0" brushRef="#br0" timeOffset="15789.04">29872 844 206 0,'0'0'237'0,"3"-5"-24"16,-3 5-25-16,0 0-13 0,0 0 27 0,0 0 8 0,0 0-3 15,18 17-10-15,-11-7-7 0,-2-2-22 16,5 4-8-16,-4 3-21 0,6 2-13 0,-2 0-9 16,5-1-8-16,-2-3-13 0,5 5-10 0,-3-1-28 15,0-2-37-15,7 1-46 0,-9-2-52 0,10 4-56 0,-8-12-73 16,5 5-238-16,-4-7-481 0,-1 2 212 0</inkml:trace>
  <inkml:trace contextRef="#ctx0" brushRef="#br0" timeOffset="16023.4">30201 630 292 0,'15'9'337'0,"-8"-2"-7"0,-1 1-3 0,4 4-16 16,4 3-6-16,-3 0-19 0,6 8-25 0,-7-7-21 16,4 7-24-16,1-3-8 0,0 5-22 0,-1 3-28 15,-3-3-13-15,1 1-7 0,-2-2-24 0,-5 3-15 16,8-3-12-16,-8 1-40 0,-2-2-40 0,-3-3-40 16,7-1-40-16,-7 1-51 0,-7 8-49 0,4-9-55 15,-2-1-62-15,-8-1-240 0,4-3-572 0,-4-2 254 16</inkml:trace>
  <inkml:trace contextRef="#ctx0" brushRef="#br0" timeOffset="16335.87">30562 963 53 0,'0'0'422'0,"0"0"-2"16,0 0-23-16,0 0-26 0,0 0-21 0,0-8-29 0,0 8-28 16,0 0-25-16,0 0-32 0,0 0-25 0,0 0-23 15,0 0-20-15,0 0-12 0,0 0-18 16,0 0-13-16,0 0-27 0,0 0-28 0,0 0-36 0,30 8-27 16,-30-8-30-16,6 1-15 0,-6-1-10 0,0 0-8 15,0 0-3-15,0 0-2 0,15-1-9 0,-15 1-4 16,0 0 4-16,2-6 6 0,-2 6 1 0,0 0 5 15,0-6 0-15,0 6-5 0,0 0-12 0,-8-11-14 16,4 8-24-16,-2-1-26 0,-1-1-38 0,2 2-37 16,2-2-43-16,-4 2-153 0,7 3-444 0,-13-7 197 15</inkml:trace>
  <inkml:trace contextRef="#ctx0" brushRef="#br0" timeOffset="16913.95">30741 693 11 0,'0'0'279'0,"0"0"-24"16,0 0 0-16,0 0-6 0,0 0-29 0,0 0-16 15,-2 21-23-15,2-13-12 0,0 1-16 0,2-1-12 0,4 2-14 16,-2 2-11-16,-1-5-12 0,4 2-10 15,-1 0-6-15,-1-2-11 0,7 3-5 0,-6 0-8 16,3-1-6-16,-3-6 1 0,4 3-10 0,0 0 0 16,-2-4-4-16,1-1-6 0,-9-1-4 0,15-1-1 0,-15 1-3 15,15-7-4-15,-4 0-5 0,-8 2 1 0,7-2 3 16,-5-3-4-16,2 2 9 0,0-2 12 0,-2-1 16 16,0 2 14-16,-1-2 13 0,3 1 3 0,-4 1 8 15,2 1 11-15,-3 1-2 0,1-1-2 0,1 3-1 16,-3-2-10-16,-1 7-12 0,7-7-12 0,-4 2-14 15,-3 5-4-15,0 0 5 0,18 7-16 0,-4-2-4 16,-6 3 0-16,7 6-9 0,1 5-2 0,3 2-7 16,-1 3 2-16,3 2-6 0,-2 1 9 0,5 8-2 15,0 3 6-15,-3 2 10 0,1 2-3 0,1 5 1 16,-3-1-5-16,-1 0 14 0,0 1-10 0,1 3-1 16,-4-2-3-16,1 3-7 0,-4-6 4 0,-2 5-4 15,1-7-1-15,-7-2 7 0,5-1 18 0,-10-10 8 16,0 2 10-16,0-5 13 0,0 0 22 0,-7-11 22 15,4 2 16-15,-2-5 14 0,-2-1 19 0,4-1 32 16,-5-5 25-16,0-1 9 0,-2-4 4 0,-7-1-7 16,2-6-9-16,-6-6-13 0,-2-3-18 0,-4-4-75 0,1-3-119 15,-8-10 0-15,5-3 0 0,5 2 0 0,-4-6 0 16,7 3 0-16,3-2 0 0,-1-2 0 16,8 1 0-16,-2-6 0 0,6-2 0 0,5 0 0 0,2 0 0 15,7 5-461-15,1 3-106 0,7 3-100 0,-2 4-416 16,2 12-1173-16,3-3 519 0</inkml:trace>
  <inkml:trace contextRef="#ctx0" brushRef="#br0" timeOffset="17413.91">31683 945 11 0,'0'0'332'0,"0"0"-11"15,13 9-11-15,-7-3-1 0,3-3-15 0,-1 6-12 16,4-2-28-16,4 1-9 0,-3 3-7 0,6-1-41 16,-6-1-18-16,2 4-15 0,0 2-17 0,0 2-12 15,-2-2-14-15,-3 0-3 0,1 0-19 0,-9 0-15 0,6-4-8 16,-3 5-5-16,-3-5-12 0,-4 1-9 0,-3-4-14 16,4 3-24-16,-6-5-30 0,0 4-41 15,-3-3-41-15,-3 0-46 0,-2-1-61 0,0-3-71 16,2 5-278-16,-8-5-603 0,-3-2 267 0</inkml:trace>
  <inkml:trace contextRef="#ctx0" brushRef="#br0" timeOffset="17743.53">32138 837 18 0,'0'0'341'0,"0"0"-2"0,-22 18-11 0,16-14-14 16,1 7-11-16,-2-3-23 0,4 0-22 0,-4 3-20 16,4 4-12-16,3-6-25 0,0 7-26 0,1-2-8 15,4-3-12-15,5 1-8 0,-3 1-13 0,5-1-5 16,2-2 1-16,5-2-20 0,-4 0-12 0,6-4-7 0,-6-3-4 16,10-1-12-16,-7 0-4 0,-1-1-11 15,2-7-2-15,-2 3-7 0,-4-3-4 0,-3 2-10 0,2-7 3 16,-6-1-10-16,-2 1-4 0,-1-4-2 0,-6 0-3 15,-1-1-6-15,-1-1-6 0,-5-6 2 0,-1 8-2 16,-4-8-3-16,-2 6-3 0,1 0 2 0,-2 2-5 16,-2 2-18-16,5 2-34 0,-2 4-38 0,2-3-38 15,-1 4-34-15,-1 1-57 0,6 2-48 0,1 1-58 16,2 3-276-16,-4-1-652 0,12 2 289 0</inkml:trace>
  <inkml:trace contextRef="#ctx0" brushRef="#br0" timeOffset="18290.36">32580 339 337 0,'5'-6'478'0,"-4"-3"-24"15,6-3-13-15,-5 5-14 0,4-7-17 0,2 5-14 16,4-9-14-16,-2 6-24 0,2 2-38 0,2-1-32 16,-2 0-29-16,3 3-30 0,3 0-25 0,-3 2-22 15,3 0-18-15,0 6-19 0,1 0-15 0,2 4-16 16,-3 4-14-16,2 0-9 0,5 5-4 0,-3 4-15 16,-4 2-5-16,-3 2-5 0,6 3-12 0,-6 2-10 15,0 2-7-15,-2-1-4 0,0 0-5 0,-4 4-2 16,-3-2-7-16,-2-1-3 0,-4-1-2 0,-2 0-3 15,-3-1-2-15,2 4-1 0,-6-4 1 0,-2-4 1 16,3 3-3-16,-7-2 2 0,0 0-1 0,2-4 5 16,-2 5-6-16,8-8 1 0,-3 4-4 0,-1-5 1 15,6 3 2-15,-5-2-4 0,3-1 5 0,7 4-2 16,0-3 1-16,5-4 5 0,2 7-8 0,1-2-2 16,0 0 3-16,12 7 1 0,-3-5 1 0,4 2-2 15,7 9 0-15,-10-6 3 0,9 0-4 0,-6 0 4 16,3 0-1-16,5 6-1 0,-5-5-1 0,4 7 1 15,-12-6 3-15,-1-1-1 0,5-3-5 0,-10 1 4 0,3 3-3 16,2-1-2-16,-8-7 2 0,1 9 1 16,-3-9 3-16,-2 2-3 0,4-5 3 0,-2 4 0 15,-2-1-1-15,2-1-1 0,-5 0 1 0,2-5-3 0,-2 5-1 16,-2-8-3-16,0 7-5 0,-9-4-20 0,1 0-24 16,-3 0-54-16,-10-4-54 0,-9 1-63 0,-14 1-69 15,-9 4-56-15,-3-8-76 0,-30 4-393 16,1-3-886-16,-13-2 392 0</inkml:trace>
  <inkml:trace contextRef="#ctx0" brushRef="#br0" timeOffset="19628.9">23986 579 78 0,'0'0'317'0,"0"0"-36"0,0 0-27 0,0 0-24 15,0 0-8-15,0 0-4 0,13 9-3 0,-4-6-12 16,-3 3-8-16,3 0-7 0,-3 2-17 0,4 3-7 15,2 0-20-15,-2 1-6 0,0 1-6 0,3 1-8 16,-2 1-12-16,1-2-11 0,0 1-10 0,-1-1-8 0,-4 2-5 16,-1-6-11-16,3 2-2 0,-3 1-14 15,1-1-2-15,0-6-6 0,-1 1 2 0,-4 3-10 16,-1-2 4-16,4-3 2 0,-5-4-6 0,2 6 32 16,-2-6 27-16,7 2 22 0,-7-2 20 0,0 0-12 0,0 0-8 15,0 0-3-15,0 0-13 0,3-19-6 0,0 10-9 16,-3 2-4-16,0-5-7 0,0 0-11 15,7-4-5-15,-4 2-6 0,2-1-3 0,2-1-7 0,-1-1-5 16,1 2-4-16,1 1 2 0,-1-1-2 0,1 2-5 16,-6 5-5-16,5 1 3 0,1-2-9 0,-3 3-12 15,-4 1 5-15,8 1-10 0,-3 3 4 0,-6 1-5 16,0 0 1-16,22 5-1 0,-12-1 0 0,1 4 2 16,-4 2-2-16,1 3-2 0,2 0 5 0,0 1 0 15,-2-1-3-15,-1 1 3 0,1-2-2 0,-1 4 2 16,0-6 0-16,-4 2-2 0,3-5 2 0,-1 2 0 15,-1-1-3-15,-3-4 3 0,4 3 4 0,-3-2 6 16,-2-5 2-16,5 3 5 0,-5-3 10 0,0 0 2 16,0 0 2-16,0 0 1 0,0 0 4 0,10-15-1 15,-10 4-2-15,7 1 6 0,-6-4 3 0,6 1-3 16,-1-4 1-16,1 4-5 0,-4-5 0 0,6 1-3 16,-4-1-4-16,1 2 1 0,2 0-3 0,-1 1-1 15,0 4-7-15,-1-6-1 0,1 10-3 0,-5 1-5 0,6-3-8 16,-8 4 0-16,5 2-9 0,-5 3-8 15,6-4-15-15,-6 4-9 0,0 0-14 0,10 7-18 16,2 2-19-16,-9-1-34 0,4 1-28 0,1 1-34 16,-1 2-35-16,-1-1-30 0,3 1-32 0,2 0-41 0,-7 0-33 15,4-3-51-15,-3 1-275 0,6-4-739 0,-6 2 328 16</inkml:trace>
  <inkml:trace contextRef="#ctx0" brushRef="#br0" timeOffset="20050.74">24918 440 278 0,'0'-7'316'0,"0"7"-12"16,-10-8-14-16,3 4-20 0,1 1-15 0,6 3-27 16,-17-1-16-16,4 2-12 0,1-1-20 0,1 3-6 15,-4 5-6-15,2-1-14 0,-2 4-19 0,0-1-8 16,0 7-13-16,0 1-13 0,2-6-2 0,-2 10-16 15,3 2-6-15,1-2-12 0,1-4 1 0,5-1-2 16,-2 6-18-16,6-7-1 0,-1 3-4 0,2-3-3 16,3-1-15-16,9 0-18 0,-10-6 0 0,9 3-13 15,4-3-13-15,2-3-7 0,-4-3-2 0,10-2-5 16,-5-1 1-16,4-1 4 0,6-5 6 0,-5 0 3 16,-1-1 1-16,-1-5 1 0,-1 0 6 0,-2 0 1 15,2-2 2-15,-7-1 13 0,-3-2 13 0,5 2 15 16,-3 0 17-16,-2 0 12 0,-2 2 20 0,-2-1 7 15,1 5 19-15,0-3 8 0,-6 5-1 0,1-1 1 16,3-2-14-16,-5 5-10 0,0 5-13 0,5-4-10 0,-5 4-14 16,3-4-5-16,-3 4-6 0,0 0-4 15,0 0-8-15,0 0 5 0,9 13-8 0,-6-6-10 16,-3 1 8-16,1 1-9 0,-1 0-33 0,4-1-31 0,-1-1-38 16,4 4-33-16,-4-2-41 0,-1-2-32 0,6 4-30 15,-6-6-42-15,4 0-37 0,3 1-35 0,-3-1-256 16,-1-1-641-16,-5-4 284 0</inkml:trace>
  <inkml:trace contextRef="#ctx0" brushRef="#br0" timeOffset="20269.48">25418 303 98 0,'0'0'363'0,"3"-6"-10"0,-3 6-30 16,0 0-30-16,0 0-25 0,0 0-13 0,0 0 5 15,0 0 1-15,-21 18-10 0,9-5-24 0,2-2-18 16,0 5-25-16,-1 0-11 0,1 0-16 0,-2 2-14 16,-3 3-20-16,5-3-7 0,-1 5-15 0,1-7-10 15,3 2-30-15,-3-1-45 0,0-1-43 0,4 0-31 16,2-1-49-16,-9 2-40 0,6-7-42 0,1 2-36 16,-1-4-41-16,6-2-44 0,-8 2-190 0,3-7-541 15,-4 3 240-15</inkml:trace>
  <inkml:trace contextRef="#ctx0" brushRef="#br0" timeOffset="20441.34">25175 460 306 0,'6'-7'333'0,"-3"1"10"15,1 0 6-15,-1 1-2 0,-3 5-21 0,5-7-8 16,-5 7-33-16,7-3-37 0,-7 3-22 0,0 0-19 16,0 0-1-16,16 12-10 0,-4-5-22 0,3 4-13 15,8 7-15-15,7 3-14 0,11 10-12 0,2-1-59 16,7 4-80-16,-1 2-88 0,18 10-98 0,0-3-136 0,-10-8-295 15,7 11-688-15,2 1 305 0</inkml:trace>
  <inkml:trace contextRef="#ctx0" brushRef="#br0" timeOffset="22244.37">12039 2826 255 0,'0'-12'405'0,"-5"-6"-5"0,5 3 2 15,-1-3-9-15,2 4-5 0,4 2-4 0,-5 3-11 16,2 1-24-16,5-3-25 0,-7 3-27 0,4 4-27 16,-2-3-33-16,0-2-24 0,4 7-26 0,-1-4-20 15,-5 6-13-15,0 0-22 0,22 10-13 0,-12 0-12 16,5 5-9-16,0 5-15 0,4 7-5 0,0 9-9 0,1 3-5 15,1 2-7-15,-6 1-3 0,5 3-6 0,-4-3-6 16,1 1-5-16,-5-1-12 0,4 0-14 16,-1 1-5-16,-5-6-4 0,5 0-7 0,-10-7-2 0,1-6-3 15,-1 0-1-15,-1-2-2 0,-3-3-3 0,4-6-1 16,-5-2-1-16,0-2 6 0,2 1 6 0,5-3 8 16,-7-3 0-16,0-4 3 0,0 0-2 0,0 0-3 15,0 0 2-15,-9-30-2 0,9 14 3 0,0-6-2 16,-5-3-2-16,5-5 4 0,-1-1-3 0,2-12 0 15,6 4 6-15,0-3-4 0,-1 3-2 0,2-3 4 0,6 3-4 16,-8 8 7-16,3 3 1 0,-3-1 2 0,1 9 1 16,-4 1 0-16,2 2-2 0,-3 1-2 15,4 7-3-15,1-3-10 0,-5 6-2 0,3 6 0 0,-5 0 3 16,0 0-2-16,21 16-1 0,-11 0 1 0,-3 3 2 16,6 4-1-16,0 5-2 0,2 2 3 0,-2 8-1 15,-3-10 3-15,2 3-2 0,-1 0 1 0,4-3-1 16,-5 2-2-16,2-2 1 0,-2-2-4 0,1-5-3 15,-2-3 3-15,-6-2-2 0,7-1 0 0,-7-7 1 16,-3 0 7-16,7-1 5 0,-7-1 2 0,10-4 3 16,-10-2-2-16,0 0-3 0,15-14 4 0,-15 5 4 15,6-4 16-15,1-7 1 0,-1 0 7 0,3-8-2 16,-3 4 8-16,9-6 12 0,-8 0 0 0,8-10 15 16,-9-1 2-16,3 9 5 0,2 4 0 0,-1 1-7 0,-3 1 4 15,-1 9-7-15,3-2-8 0,-6 7-8 16,2 1-3-16,0 4-10 0,-2 0-4 0,-3-1-11 15,5 7-1-15,-5 1-1 0,9 12-1 0,-3-1-3 0,1 5-11 16,-1 3-30-16,-1 8-19 0,5-3-25 0,-1 6-39 16,-1 1-36-16,8 6-32 0,-9-10-44 15,8 2-45-15,1-2-34 0,9 7-27 0,0-10-36 0,5 4-44 16,-2-8-360-16,-5-3-833 0,7-2 369 0</inkml:trace>
  <inkml:trace contextRef="#ctx0" brushRef="#br0" timeOffset="22650.58">13509 2769 68 0,'-5'-9'308'16,"-3"-2"-28"-16,0 6-31 0,-2-2-17 0,-2 7-18 16,-1 0-2-16,-9 7-18 0,1-2-14 0,-2 9-17 15,-6 2-16-15,6 1 5 0,0 4-15 0,0 3-13 16,1 0-5-16,3 3-11 0,2 0-13 0,0-3-7 15,3 6-10-15,2-1-5 0,-3-4-5 0,8 2-8 16,4-3 3-16,-2 2-20 0,5-6-1 0,0-1-2 0,7-6-13 16,-6 4-16-16,13-7-10 0,-6 0-10 15,7 1-3-15,-7-8-5 0,7 0-2 0,3-3 0 16,0 0 3-16,4-5 3 0,-6 0 1 0,1-6 2 16,0-1 3-16,4-6 0 0,-3 3 15 0,5-6 25 0,-6 2 16 15,-5-1 21-15,3 2 15 0,-2-6 23 0,-5 6 17 16,7 1 25-16,-8-1 3 0,2 4 15 0,-4 0 1 15,0 3 4-15,-3 2-3 0,3 2-12 0,-2-1-17 16,-3 3-17-16,5 2-15 0,-5 3-15 0,0 0-13 16,0 0-3-16,0 0-9 0,0 0-8 0,0 0-6 15,9 23-5-15,-8-14-6 0,-1 8-4 0,7-2-28 16,1 0-34-16,-1 0-40 0,1 2-42 0,5-3-50 16,1 4-54-16,-3-4-38 0,11 4-23 0,-4-6-34 15,0 2-37-15,9-7-55 0,-11-1-257 0,6 1-706 16,1 0 312-16</inkml:trace>
  <inkml:trace contextRef="#ctx0" brushRef="#br0" timeOffset="22884.94">14181 2745 329 0,'0'0'356'15,"3"-5"-28"-15,-3 5-29 0,0 0-23 0,0 0-38 16,0 0 2-16,0 0 7 0,-16 22-12 0,6-13-7 0,3 7-20 15,-6 0-19-15,0 4-17 0,-2 1-16 16,0 6-14-16,3-6-14 0,-3 8-11 0,-3-4-16 16,7-1-4-16,-8 3-13 0,6-1-8 0,-2-1-3 0,0-1-28 15,4 0-69-15,1-4-42 0,2-4-37 0,-1-1-43 16,1-1-42-16,3-4-39 0,-3-3-18 0,5 1-32 16,-1-6-238-16,4-2-558 0,-8 0 248 15</inkml:trace>
  <inkml:trace contextRef="#ctx0" brushRef="#br0" timeOffset="23056.8">13954 2903 159 0,'7'-17'280'16,"-7"2"11"-16,5 3 12 0,-2 5 9 0,-3-4-16 15,0 3-20-15,7 5-23 0,-7 3-25 0,1-5-30 16,-1 5-17-16,0 0-5 0,0 0-30 0,0 0-9 16,7 23-19-16,-4-11-9 0,2 7-9 0,7 5-11 15,-2 3-6-15,3-7-8 0,4 6-48 0,4 0-32 16,2 6-33-16,-1-8-43 0,13 10-48 0,-6-6-32 15,13 2-72-15,-4-7-84 0,2-6-163 0,1 3-518 16,-3-1 230-16</inkml:trace>
  <inkml:trace contextRef="#ctx0" brushRef="#br0" timeOffset="23869.24">11452 2454 114 0,'-28'-8'289'0,"8"3"1"16,-7-3-2-16,6 2 3 0,-2 2 10 0,8-3-5 15,1 6-3-15,3-2-17 0,1-2-15 0,10 5-18 16,-7-4-31-16,2 0-21 0,5 4-20 0,0 0-16 16,0 0-5-16,33-2-3 0,10 4-1 0,15-2-17 15,7 1-16-15,24-2-10 0,9 5-12 0,5-3-5 16,45-1 0-16,-38 3-16 0,44-3-11 0,-7-1 0 15,0-6-7-15,-39 5-5 0,41-7-5 0,-2 6-5 0,-5-2-2 16,-39-2-3-16,49-2-6 0,-54 9-1 0,-2-7-5 16,5 2 4-16,-5-4-6 0,-7 0 4 15,-6-2-6-15,-2 4-2 0,-23-2 1 0,-2 1-5 0,-1 1 3 16,3-3-3-16,-7-1-1 0,1 2-3 0,-9-3 1 16,3 3-2-16,-11 1-3 0,-4 1-21 0,2-1-12 15,-5-2-4-15,-1 1 2 0,1 0-9 0,-11 3-8 16,4-3-3-16,-1 1-5 0,-3 5-5 0,2-4-6 15,-7 2-1-15,3 4-10 0,-5-3-7 0,0 2-5 16,-4-3 4-16,3 4-10 0,-9 1-23 0,8-3-20 16,-8 3-17-16,0 0 5 0,0 0-1 0,0 0-14 15,0 0-21-15,0 11-19 0,0-11-28 0,-13 10-35 16,4-4-168-16,-6-2-475 0,-3 3 211 0</inkml:trace>
  <inkml:trace contextRef="#ctx0" brushRef="#br0" timeOffset="25083.46">11602 2511 253 0,'-5'-6'311'0,"5"3"-10"0,0 3-15 16,-6-6-12-16,6 6-18 0,0 0-24 0,-4-8-22 15,4 8-25-15,0 0-25 0,0 0-18 0,0 0-14 16,0 0-7-16,0 0-17 0,5 17-13 0,-5-7-9 0,5 7-6 16,-3 0-9-16,5 0 7 0,-7 14-23 15,6-3-1-15,-6 14-5 0,5-1-3 0,-2 3-4 16,-1 3-6-16,5 2-2 0,-4 1-3 0,0 0 0 16,-1 2-9-16,3-2-1 0,3 4 4 0,-4-7-6 0,2 2 3 15,-1-5-8-15,8 3 5 0,-4-1-3 0,4 0 0 16,-3-6 1-16,5 1-5 0,-2-1 1 0,0 1-2 15,2-2-2-15,-2-11 7 0,-3 13-8 0,4-14-1 16,-6 0 9-16,3-2-2 0,-1 2-4 0,-1-5-1 16,-1-2 2-16,-1-1 1 0,1-3 2 0,0 0 10 15,-1-4-9-15,-1 6 5 0,1-6 0 0,-2-3 6 16,0 0 0-16,-2-3 4 0,0 1-5 0,2-2 6 16,-3 2-1-16,3 0 4 0,-3-4 1 0,3-1-3 15,-5-2-4-15,3 7 0 0,2-3 0 0,-5-4-6 16,3 6 5-16,-3-6-2 0,0 0 4 0,5 3 0 15,-5-3 0-15,9 3-8 0,-9-3 5 0,0 0-5 16,6 3 6-16,-6-3 7 0,10 4 6 0,-10-4 2 16,15 0 12-16,0 0-4 0,-4 0 1 0,6-3-4 15,5 3-7-15,6-2 1 0,6-3-9 0,8 0 0 16,-6 1-2-16,16-7-3 0,5 6 2 0,6-3-3 16,22-7-2-16,4 3-6 0,-4-3-4 0,6 0-1 15,5 0 0-15,5 0 0 0,3-3 2 0,37-3-4 0,-39 6-2 16,-1 1-1-16,-3 3-1 0,-4 0 1 0,5-1 6 15,-3 4-8-15,-1-7 2 0,-6 11-4 16,-3-2-1-16,-3-1 3 0,-19 0 9 0,18 2-8 0,-18-2 5 16,-4 6-6-16,-1-4-6 0,-1 4 0 0,-3-3 7 15,-5-1-5-15,-1 3 1 0,-2-2 1 0,-16 7 1 16,4-6-8-16,-4 0 10 0,-1 1-7 0,3 2-1 16,-5-3 5-16,-5 3 1 0,-1 0-1 0,1 0 0 15,-1-1-1-15,1 1-1 0,-2 0 3 0,9 0-1 16,-5-4-1-16,-5 4 1 0,3-2 1 0,-2 2 0 15,-4-1 0-15,9-4-7 0,-11 3 9 0,0 2 0 16,-6 0-3-16,4 0 4 0,-3-1 1 0,-4-2 0 16,-6 3 1-16,14 0-4 0,-14 0 9 0,8-1 11 15,-8 1 6-15,0 0 10 0,0 0-1 0,0 0-3 16,11-4-1-16,-11 4-5 0,0 0-4 0,0 0 1 16,0-7-6-16,0 7-3 0,0 0 4 0,-11-9 10 15,11 9 3-15,0-6-6 0,0 6 4 0,-8-8 8 16,3 4 4-16,5 4 8 0,-10-11 2 0,5 6 7 0,1 1 4 15,-9-8 6-15,7-1 8 0,-3 1-1 16,3 0-1-16,-1 2 9 0,-3-8-6 0,-3-5-3 16,0-1 3-16,-2 0 7 0,-7-5 0 0,6-8-4 0,1-5 2 15,0 0-9-15,-5-4-18 0,5-2 9 0,0-4-8 16,0-21-9-16,2 21-6 0,1-1 1 0,-2-1-6 16,-5-20-1-16,8 15-9 0,3 6-9 0,-7-1 8 15,-2 0-4-15,1-5-13 0,1 10-7 0,0 0-7 16,1 7-12-16,6 3-27 0,-5 13-41 0,3 2-49 15,5 4-55-15,-5 7-69 0,4 1-89 0,-1 4-69 16,0 3-51-16,4 5-64 0,3 0-307 0,-27 5-906 16,19 9 400-16</inkml:trace>
  <inkml:trace contextRef="#ctx0" brushRef="#br0" timeOffset="31609.29">14029 3979 154 0,'0'0'261'0,"0"0"-9"15,0 0-11-15,0 0-11 0,0 0-4 0,0 0-14 16,0 0-14-16,0 0-10 0,0 0-12 0,0 0-11 16,0 0-13-16,0 0-14 0,0 0-12 0,0 0-12 15,0 0-12-15,0 0-10 0,0 0-5 0,0 0-9 16,0 0-14-16,0 0-8 0,0 0-5 0,0 0-1 15,0 0-6-15,0 0-2 0,0 0-5 0,0 0-9 16,0 0-2-16,0 0-1 0,0 0-2 0,0 0-4 16,0 0-4-16,0 0 8 0,6 9-10 0,-6-9-2 15,0 0-1-15,0 0 0 0,4 8-5 0,-4-8 1 16,3 5-6-16,-3-5 8 0,8 5-2 0,-8-5 3 0,9 8-5 16,-3-5 0-16,2 3 3 0,2 1-3 0,7 4-1 15,-7-2 3-15,11 5 3 0,6-2 1 16,-1 3 0-16,1-2 6 0,3 5-5 0,14 3-3 15,1-2-2-15,6 4 6 0,1 1-4 0,-1 1 6 0,5 2-11 16,-1 1 5-16,1-5 2 0,14 12 0 0,-12-8-2 16,-7 1-4-16,7-1 4 0,-5 3-6 0,0-1 5 15,1-7-2-15,19 16 0 0,-18-14 1 0,3 7 2 16,-5-4-2-16,5 0 1 0,-2 2-6 0,15 4 2 16,-13-6-1-16,20 11 1 0,-24-7 6 0,14 7 15 15,-13-10 9-15,14 14 0 0,-17-14-5 0,2-1 4 16,-4 0-2-16,-2-1-5 0,3 1-2 0,-4 0 20 15,6 0-28-15,-10-2 10 0,5-2-4 0,-7 3 7 16,0-4-13-16,2 0-1 0,-6 1 3 0,-11-7 4 16,6 2-5-16,-6 2 0 0,2-5 8 0,0-2 7 15,-4-2-2-15,2 4-1 0,-9-6 1 0,-2 0-6 16,-5-3 5-16,4 1-3 0,-2 0 7 0,-2-3 10 16,-2 0 1-16,-3 1 2 0,2-3 7 0,-2-1 3 0,-5-1 1 15,8 4 3-15,-5 1 0 0,-3-5-6 16,0 0-3-16,9 3-2 0,-9-3-5 0,0 0-1 15,0 0-8-15,0 0-3 0,6 1 1 0,-6-1-11 0,0 0-10 16,0 0-33-16,0 0-37 0,0 0-52 0,0 0-52 16,0 0-54-16,0 0-76 0,0 0-83 0,0 0-335 15,0 0-769-15,0 0 340 0</inkml:trace>
  <inkml:trace contextRef="#ctx0" brushRef="#br0" timeOffset="32078.01">17190 5481 251 0,'-10'1'283'0,"4"2"-3"0,-6 1-14 16,-1 1-6-16,-1 3-7 0,0 4-10 0,-3-2-10 16,2 2-16-16,-6 3-22 0,-1 5-16 0,4-2-22 15,-2 2-11-15,8-4-14 0,-4 6-14 0,8-3-9 16,-6 1 6-16,14 2-10 0,-1-1 5 0,1-2 6 15,8 4 2-15,-1-4-3 0,7 2 7 0,8 3 0 0,3-6-3 16,3 0-6-16,17 0-18 0,-1-3-5 16,6-3-5-16,3-5-10 0,-3-5-8 0,-4-4 2 15,-1 2-10-15,-9-10-4 0,-3 3 6 0,-1-4 23 0,-6-5 12 16,1 1 5-16,-6-5-8 0,1-1-7 0,-9-6-8 16,-5 2-8-16,-8-6-8 0,-5 0-12 0,-3-7-9 15,-7-2-16-15,-15 6-20 0,2-4-37 0,-12 2-55 16,1 0-59-16,-14 3-68 0,-19-6-61 0,-7 6-66 15,-4 6-87-15,-11 2-306 0,8 3-795 0,-2-2 352 16</inkml:trace>
  <inkml:trace contextRef="#ctx0" brushRef="#br0" timeOffset="33609.14">13756 3984 186 0,'0'0'215'0,"3"-5"-8"0,-3 5-13 0,0 0-5 15,0 0-11-15,0 0-7 0,3-4-11 0,-3 4-8 16,0 0-8-16,0 0-12 0,0 0-9 0,0 0-10 16,7-3-11-16,-7 3-9 0,0 0-7 0,0 0-8 15,0 0-8-15,0 0-7 0,0 0-6 0,0 0-10 16,0 0-3-16,0 0-2 0,0 0-11 0,0 0 0 0,0 0-2 16,0 0-5-16,-10 15-4 0,7-11-4 0,1 4 2 15,-1-4 2-15,-1 4-7 0,-2 2-2 16,-1 2-1-16,-1-1-6 0,0 2 4 0,-2 2-1 15,0 4 1-15,-5 1-1 0,3 3-1 0,-1 0 4 0,0 0-3 16,-2 3 1-16,0-2 1 0,0 1 4 0,0 2 0 16,-5 0 6-16,4 2 6 0,-7 7 14 0,-1 0-6 15,0 0-3-15,-1-1-6 0,2-6 6 0,3 1 0 16,-3 6 3-16,-2-1-4 0,-3 4 4 0,4-3 0 16,-2 0 2-16,-4 3 9 0,5-3 1 0,-1 6-2 15,-4-8-4-15,2 5 2 0,-2-3 0 0,2 2 7 16,5-2 0-16,-7 0 8 0,2 1-9 0,1 0 2 15,-1-3-2-15,2-1 1 0,1 3-8 0,-3-3 5 16,3 0 0-16,-2-3-4 0,9-3 7 0,-2 0-7 16,-3 4 12-16,3-1 13 0,4-6-18 0,-2 2 1 15,-6 1 3-15,10-2 3 0,-5 2-4 0,4-1-3 16,-3 1-3-16,-3-3-4 0,4 0-3 0,-4 2 7 16,6-3-3-16,-2 0-3 0,1-2-1 0,1 0-7 15,-2 3-1-15,1-6-2 0,1 6-4 0,-2-3-1 16,-3-2-2-16,5 4-2 0,1 0 2 0,-1-3-8 15,3-5 1-15,-4 5 1 0,1-2 4 0,0 3-9 0,0 6 8 16,0-6-8-16,-2 4 17 0,1 1 7 0,1-2-3 16,0 0-1-16,-2-5-1 0,3 6-5 0,4-9 1 15,-4 2-7-15,3-1 2 0,-2-1-7 0,-7 7 5 16,11-7-6-16,-5 2 6 0,5-3-3 0,-6 6 2 16,2-5 2-16,0 1 1 0,5-4 4 0,-1 4-1 15,-4-2-3-15,5-4 1 0,3 2 1 0,-5 1 1 16,5-6-1-16,-5 4-1 0,3-4-2 0,-1 3 2 15,2-3-6-15,-1 0 3 0,0-1 1 0,4 1-1 16,-2 1-1-16,-2-2-2 0,4 1 3 0,-4-1-2 16,2 0 1-16,-1 0-4 0,1 1 7 0,0-1-5 15,0 2 9-15,3-6-6 0,-4 3 4 0,2-2 0 16,4 4-1-16,-5-1 4 0,5-4-3 0,0-3-2 16,-10 7-2-16,6 0-2 0,4-7 0 0,-7 7-1 15,5-1-1-15,2-6-1 0,-6 5-2 0,4-1-5 16,2-4 5-16,-5 5-4 0,5-5 2 0,0 0-3 15,-7 6 1-15,7-6 7 0,0 0-10 0,0 0-10 0,0 0-27 16,0 0-39-16,0 0-58 0,0 0-60 0,0 0-100 16,0 0-136-16,-8-20-476 0,13 7-975 15,2-4 432-15</inkml:trace>
  <inkml:trace contextRef="#ctx0" brushRef="#br0" timeOffset="41353.48">11319 7425 135 0,'-15'0'415'0,"15"0"8"0,-8-4 2 0,8 4-9 16,0 0-19-16,0 0-11 0,-10-2-26 0,10 2-18 15,0 0-23-15,0 0-26 0,0 0-24 0,0 0-20 0,0 0-18 16,0 0-17-16,0 0-15 0,0 0-17 0,0 0-14 16,0 0-13-16,0 0-5 0,0 0-9 0,0 0-10 15,42-5-19-15,-21 5-8 0,12 0-24 0,-1-4-10 16,12-1-7-16,4 2-8 0,-1-1-1 0,2-1-10 15,3-1-21-15,-4 5-16 0,0-3-21 0,-2-4-25 16,-3 5-38-16,-12 0-29 0,1 1-43 0,-4 4-44 16,-6-5-34-16,-1 1-30 0,-11 1-29 0,5 1-40 15,-9 1-46-15,-6-1-55 0,14 0-264 0,-14 0-746 16,0 0 330-16</inkml:trace>
  <inkml:trace contextRef="#ctx0" brushRef="#br0" timeOffset="42636.16">11010 7033 113 0,'-15'0'341'0,"15"0"-3"0,0 0-13 16,0 0-2-16,0 0-22 0,-15-3-3 0,15 3-22 0,0 0-4 15,0 0-38-15,0 0-31 0,0 0-17 16,0 0-24-16,0 0-12 0,38-8-15 0,-11 4-4 16,1 3-21-16,3-5-13 0,15 3-10 0,4-3 0 0,6 3-11 15,6-3-12-15,2 0-5 0,-3 2-7 0,22-5 8 16,-2 1-21-16,-20 2-1 0,1 0 6 0,-3 0-15 16,-1 3-3-16,0-1-10 0,-5 0 8 0,-2 0-4 15,-4 0-3-15,1-3 6 0,-17 6-12 0,4-2 11 16,-5 3-12-16,-2-5-8 0,0 5 20 0,-8-1-15 15,1 2 3-15,-4-2-3 0,5-1 3 0,-14 2-5 16,5-1-2-16,0 1 0 0,-4-4 1 0,-1-1 2 16,5 5-3-16,-13 0-2 0,8-2 5 0,-8 2-1 15,0 0-4-15,15-3 15 0,-15 3-16 0,9-1 5 16,-9 1 1-16,0 0-6 0,0 0 0 0,0 0-2 16,0 0 1-16,11 0-4 0,-11 0 0 0,0 0 3 15,0 0-2-15,0 0-6 0,0 0-1 0,0 0 0 0,0 0 3 16,0 0-4-16,0 12 6 0,0-12-1 0,2 6-4 15,3-3 11-15,-4 4-6 0,-1 4-1 16,0-2 0-16,5-2 4 0,-5 8-2 0,0-3 3 0,2 5 0 16,0 1-3-16,-2 1-1 0,6 4-7 0,-1 3 5 15,-3 1 4-15,1 1-3 0,2 3-1 0,10-7 4 16,-8 22 6-16,-1-8-5 0,1-10 1 0,3 9 4 16,-4-7-4-16,3 2 7 0,-3-4-2 0,4 3 0 15,2 0 14-15,-4-4-17 0,-1 0 0 0,3-2-3 16,-4-6 0-16,-1-1 9 0,4 1-3 0,-4-6 2 15,1 2-5-15,-4-3 4 0,4 2-4 0,-2-5 2 16,1-3 22-16,-4-1 14 0,4 3 12 0,-5-4 12 16,0-4 7-16,0 8 7 0,0-8 4 0,9 3 2 0,-9-3-6 15,1 1-5-15,-1-1-4 0,0 0-7 16,0 0-8-16,0 0-6 0,0 0-4 0,-6 12-5 16,6-12-2-16,0 0-5 0,0 0-3 0,0 0-2 0,0 0-5 15,0 0 0-15,0 0-5 0,0 0-1 0,0 7-4 16,0-7 2-16,0 0-1 0,0 0 4 0,0 0-5 15,0 7-4-15,0-7-1 0,0 0 0 0,-7 6 0 16,7-6 1-16,-8 3 1 0,1 0 2 0,2 1-5 16,-5 0 2-16,4-3 4 0,-6 2-4 0,-1-2 0 15,-2 2 1-15,-7 2-4 0,1-2-1 0,-1 0 0 16,-9 3 3-16,-10-3 0 0,2 1 1 0,6-1-3 16,-13 5 2-16,3-2-5 0,-5 3 0 0,0-6 3 15,0 5-1-15,-5 0-3 0,-2 1 3 0,4-1 3 16,3-1 7-16,-2 3 13 0,-1-1-3 0,0 3 2 15,4-8 6-15,-1 3 3 0,4 2 4 0,-4 2 6 16,5-4-2-16,8 0 5 0,2-2-1 0,-13 3 5 0,14-4-1 16,-4-1 6-16,6-1 0 0,-5 5 2 0,4-4-4 15,-2 1-2-15,1 1-1 0,6-2-2 0,-4 1-1 16,2-3 0-16,6 1-7 0,1-2-3 0,-1 1-2 16,7 2 8-16,-6-3-8 0,4 0 3 0,-3 1-5 15,4-1 3-15,-2 0-6 0,1 3 3 0,0-1-3 0,3-2 1 16,0 2-1-16,1-2-6 0,2 0 7 15,-1 0 8-15,0 0 0 0,1 0 8 0,11 0 0 16,-18 0 0-16,8 1 13 0,10-1 16 0,-12-1 5 0,12 1 9 16,0 0 8-16,-15-2-35 0,15 2-63 0,-6-5 0 15,6 5 0-15,0 0 0 0,-9-5 0 0,9 5 0 16,-3-7 0-16,-5 4 0 0,6-2 0 0,2 5 0 16,-7-19 0-16,7 15 0 0,-6-9 0 0,6-1 0 15,-7-6 0-15,5-3 0 0,-4-1 0 0,6-3 0 16,-7-2 0-16,6-3 0 0,-6 1 0 0,0-8 0 15,6-3 0-15,-8 2 0 0,4 2 0 0,0 3 0 16,-4 5 0-16,2-1 0 0,0-1 0 0,6 2 0 16,-4 3 0-16,3 3 0 0,2 5 0 0,-2-1 0 15,-3 4 0-15,4-2 0 0,1 2 0 0,0 5 0 16,-5 3 0-16,10 0 0 0,-5 3 0 0,0 5-419 16,6-6-331-16,-6 6-421 0,22 0-1268 0,-7 4 562 0</inkml:trace>
  <inkml:trace contextRef="#ctx0" brushRef="#br0" timeOffset="49362.95">11602 8199 264 0,'0'0'262'0,"4"-6"-8"16,-3 0-4-16,-1 6-8 0,0 0-11 15,0 0-11-15,0 0-12 0,0-8-12 0,0 8-13 0,0 0-13 16,0 0-13-16,0 0-14 0,0 0-12 0,0 0-9 16,0 0-19-16,0 0-10 0,0 0-3 0,0 0-14 15,0 0-8-15,0 0-6 0,-18 9-5 0,6 2-4 16,1-4-6-16,-4 9 13 0,-7-1 0 0,-1 10 16 15,-8 4 17-15,-7 5 3 0,-2 6 10 0,-16 13 5 16,-9 9 6-16,1 2 14 0,-9 4 20 0,-28 27 4 16,25-29-2-16,-38 30-2 0,11-4 0 0,-8 2 4 15,5-3-5-15,22-32-2 0,-31 23-7 0,-7-5-8 0,39-19-8 16,-34 15-7-16,29-19-7 0,0-3-9 16,1 0-4-16,4 3-8 0,2-4 0 0,3-3-5 15,8-5-13-15,17-10-12 0,2-3 7 0,3-2-20 0,5-3-1 16,13-5-4-16,9-10 4 0,1 3-8 0,5-5 0 15,3-7-21-15,6 0-31 0,6 0-37 0,-7-10-50 16,10-3-71-16,7-1-90 0,7-10-86 0,4 0-96 16,9-11-131-16,5 1-317 0,1-5-964 0,1 4 427 15</inkml:trace>
  <inkml:trace contextRef="#ctx0" brushRef="#br0" timeOffset="50284.76">8448 10433 2 0,'0'0'335'0,"0"0"0"0,0 0-24 0,-15-8-6 0,15 8-8 16,0-13-6-16,1 6-9 0,-1-4-12 15,4 2 2-15,-1-4-12 0,4-1-12 0,-6-3-7 0,4 0-10 16,0-1-10-16,3-6-14 0,-1 9-2 0,3-2-19 16,-5 2-11-16,5-5-9 0,-3-1-9 0,-1 1-13 15,2 1-8-15,-1-1-5 0,1 4-13 0,1-3-6 16,-6 3-7-16,2 3-8 0,3 3-8 0,-5-1-9 15,-1 3-8-15,5 0-10 0,-7 1-7 0,3 2-6 16,0-2-10-16,-1 2-6 0,-2 5-6 0,0 0-5 16,0 0-2-16,0 0 0 0,0 0-6 0,28 19 2 15,-20-7-20-15,1 4 3 0,-3 1-1 0,9 9-1 16,0 1-1-16,-3 0 2 0,-1 4 2 0,3 5-4 16,-3-9 4-16,6 14-1 0,-6-6-3 0,-1-6-2 15,-2 1-1-15,1-6 4 0,-3 3-3 0,-1-5 3 0,-1 1 1 16,2 1 0-16,-4-10-1 0,3 3 0 0,-3-7-2 15,-2 2 3-15,1-4-2 0,-1 0 0 0,5-2 3 16,-5 0 2-16,0-6 4 0,-5 7-4 0,5-7 2 16,-3 7-3-16,3-7 3 0,-7 1 5 0,7-1 6 15,-15 0 3-15,15 0-1 0,0 0-2 0,-18-1 1 16,18 1 2-16,-15-5 0 0,4 5-3 0,-1-2 1 16,12 2 0-16,-16-1-4 0,16 1-2 0,-17 0 3 15,4 1-2-15,13-1 1 0,-15 5-4 0,8-2-1 16,1-2 2-16,-3 4-2 0,3-2-1 0,-3 3-1 15,3-2-4-15,4 3 4 0,-6-6-2 0,8-1-2 16,-7 6 1-16,7-6-1 0,-6 3 3 0,6-3 0 16,0 0 3-16,0 0 3 0,0 0-1 0,0 0 6 0,0 0-7 15,43-9-3-15,-22 3-9 0,6 0-16 16,6-5-18-16,0-1-27 0,10-1-43 0,3-2-54 16,-3-4-56-16,0 0-67 0,5 0-75 0,-1-7-102 0,-1 1-364 15,4 4-893-15,-6-3 395 0</inkml:trace>
  <inkml:trace contextRef="#ctx0" brushRef="#br0" timeOffset="55534.36">11591 8274 73 0,'-2'-5'308'0,"2"5"-5"0,2-8-5 0,-2 1-12 0,0 7-4 15,1-7-8-15,-1 7-13 0,5-6-15 0,-5 6-12 16,0 0-20-16,0 0-16 0,0-7-16 0,0 7-19 15,0 0-12-15,0 0-36 0,0 0 0 0,0 0-10 16,5-5-16-16,-5 5-9 0,0 0-13 0,0 0-6 16,0 0-12-16,0 0-5 0,0 0-5 0,0 0-11 15,0 0 8-15,18 13-3 0,-9-6-4 0,-6-2-11 16,7 3 7-16,-2-2-3 0,7 3-4 0,-2 3 0 16,2-2-9-16,2 1 2 0,4 7 7 0,1-4-8 15,-1 1 0-15,6 0-1 0,-4 1-1 0,0 0 4 0,2-1-7 16,0 5 5-16,0-5-2 0,3 6-9 0,-3-2 8 15,3 3-9-15,8 3 10 0,-1 1 5 16,-10-7-8-16,10 8 3 0,-11-6-4 0,10 9 8 0,-8-9 0 16,0 3-7-16,1-3-2 0,6 5 0 0,-10-3 3 15,2 0-3-15,2-2-3 0,-4 0-2 0,-2 0 9 16,6 2-6-16,-6-3 4 0,4 3-5 0,-5 0 5 16,-2-3 0-16,2-5-3 0,0 8 0 0,-5-8-10 15,5 6 13-15,-7-7 4 0,2-1-4 0,0 2 6 16,0-1-8-16,3-1-1 0,-2-1 3 0,-1 0 19 15,0 0-10-15,0 0 10 0,0-4 3 0,0 2 4 16,5 2 0-16,-5-5 3 0,-1 4-2 0,1-3 1 16,0-1-9-16,0 2 8 0,0-2-7 0,-2 4 3 15,-1-5-5-15,1 0 1 0,-1 2-2 0,3-3 3 16,-1 3-5-16,-4-2-4 0,2-2 2 0,0 3-4 16,-4 2 2-16,5-5 1 0,-5 2 2 0,7 2-2 0,-6 1-3 15,4-5 6-15,-5 2 0 0,5 0 0 0,-4-2 3 16,4 4-4-16,3-1 2 0,-2 1 0 15,1-1 3-15,-4-2-3 0,-1 2-7 0,5 1 5 0,1 1 1 16,-1-2-3-16,-1 1 3 0,2-1-3 0,2 1-4 16,-4 1 2-16,1-2 5 0,-1 1-9 0,1-1 1 15,0 4-1-15,-3-7-1 0,1 4-1 0,2-1-2 16,1 2 2-16,-4-6 1 0,-4 5-5 0,6-2 1 16,-6 0 0-16,0-2 0 0,7 4-1 0,-8-2 2 15,3-2-3-15,0 1-2 0,-2-1 2 0,-2 3 0 16,3-6-2-16,-3 2 0 0,-4 1 2 0,6-1-3 15,-3 2 3-15,-5-5-1 0,12 3 0 0,-9 1-1 16,-3-4 6-16,7 4-8 0,-7-4 2 0,6 3 2 0,-6-3-1 16,0 0 3-16,0 0-1 0,0 0 6 15,0 0 5-15,5 2-1 0,-5-2 0 0,0 0 1 16,0 0-4-16,0 0 2 0,0 0-4 0,0 0-17 0,0 0-31 16,0 0-78-16,0 0-77 0,4-13-83 0,-4 13-104 15,-5-14-444-15,5 9-892 0,0-6 395 0</inkml:trace>
  <inkml:trace contextRef="#ctx0" brushRef="#br0" timeOffset="56534.28">13680 9900 103 0,'0'0'347'0,"-4"-7"-12"0,4 7-9 16,-1-8-17-16,1 8-15 0,0 0-21 0,0 0-19 15,5-7-19-15,-5 7-23 0,0 0-24 16,0 0-21-16,0 0-20 0,0 0-18 0,0 0-6 0,16 10-17 16,-9-4-13-16,-2 3-6 0,0 0-17 0,8 4-2 15,-5 1-4-15,5-1-5 0,-4 3-6 0,-3-1-6 16,3 4-9-16,-1-1-13 0,3-3 8 0,-2 4-8 16,-3-4 4-16,3 0-6 0,-3-1-1 0,4-1 1 15,-7-1-7-15,6-3 5 0,-8-1-7 0,8-2-1 16,-6 0 5-16,0 0-5 0,2-3 7 0,-3 3 27 15,-2-6 29-15,7 5 29 0,-7-5 11 0,0 0-14 16,0 0-9-16,0 0-3 0,3-14 0 0,2 6-6 16,-5-2-9-16,5-2-6 0,-2 0 4 0,-1 0 0 15,3-1-5-15,0-4 4 0,1 0 0 0,-1 4-6 0,-1 3-3 16,4-7-6-16,-5 7-5 0,4-2-3 0,-2 0-7 16,0 4-4-16,0 1-4 0,-2-1-8 0,0 0-2 15,-1 4-6-15,-2 4-6 0,7-3-4 0,-7 3-2 16,0 0 0-16,0 0-6 0,24 11-1 0,-15-1 7 15,-3-1 3-15,-1-1-13 0,5 9-1 0,-3-3-3 16,4-1-7-16,-4 2-5 0,1-4-3 0,-1 2-1 16,-2 2-9-16,1-5-5 0,4 3 0 0,-5-4 1 15,0-2-1-15,0 4 2 0,2-7 5 0,-4 4 8 0,-3-5 12 16,0-3 9-16,7 4 2 0,-7-4 3 16,0 0 8-16,0 0 4 0,13-10 8 0,-11 4 8 15,3-1 7-15,-4-2 4 0,6-1 5 0,-7 2 12 0,7-3 3 16,-6-1 2-16,4 0-1 0,-3 1 1 0,4-5 2 15,3 4-5-15,-9 0 4 0,6-2-15 0,-1 5-5 16,0-2-6-16,0 6-2 0,2-4-6 0,-2-1-4 16,-2 3-4-16,2 3-10 0,-3 1-16 0,6-2-25 15,-8 5-26-15,13-4-37 0,-13 4-32 0,15 1-30 16,-15-1-35-16,17 5-23 0,-6 1-17 0,-1-3-15 16,5 3-22-16,0 1-24 0,0 4-25 0,0-8-32 15,5 2-31-15,-2-2-277 0,2-2-708 0,-4 6 313 0</inkml:trace>
  <inkml:trace contextRef="#ctx0" brushRef="#br0" timeOffset="57784.19">14653 9891 126 0,'0'-13'208'0,"-2"1"9"0,2 4 5 0,0-2 10 16,-5 1-1-16,3-1-1 0,-3 3-7 0,2-2-13 16,-3 0-19-16,-1 2-21 0,2 5-18 0,-5-4-15 15,3 3-13-15,-7 0-13 0,14 3-13 0,-24 3-10 16,9 1-10-16,-4 4-7 0,4-1-5 0,0 4-8 15,0-1-9-15,0 5 1 0,0 0-4 0,2 0-7 16,5 1-7-16,-1-3 0 0,3 2-1 0,-3 0-5 16,3 0-4-16,2-3 4 0,4 3-4 0,0-7 2 15,0 5-8-15,4-4-3 0,4-3 6 0,-5 1 1 16,7 0-9-16,-1-3 10 0,-1-3-7 0,5-1-3 16,-13 0-3-16,23-1-2 0,-9-2 3 0,0 0-1 0,3-3 2 15,-2-5-4-15,-4 8 12 0,3-4 13 0,-6 1 17 16,2-1 16-16,-3 2 12 0,-1-1 10 15,2 3 11-15,-6-6 0 0,5 6 5 0,-4-2-11 0,-3 5-12 16,5-3-3-16,-5 3-14 0,0 0-11 0,7-4 2 16,-7 4-17-16,0 0-7 0,0 0-6 0,0 0-13 15,11 7-11-15,-11-7-9 0,3 11-19 0,2-3-15 16,0-1-12-16,0-2-9 0,0 2-10 0,2 1 2 16,0-1-10-16,-4-2-15 0,4 3-10 0,-1-1-9 15,2 0-8-15,-6-1-7 0,5-6 5 0,-7 0 5 16,11 6 7-16,-11-6 9 0,0 0 13 0,0 0 9 15,17-6 7-15,-16 0 9 0,3-1 7 0,-1 0 10 0,0-1 9 16,1 0 17-16,-3-4 12 0,3 1 10 16,-1-5 8-16,4 4 12 0,-6 3 6 0,4 2 1 15,0-6 5-15,0 4 0 0,2 2-2 0,1-3-2 0,-3 2-3 16,5 1-1-16,-5 4-7 0,3-4 3 0,-1 5-6 16,1-3-2-16,-8 5-1 0,22 3 1 0,-16 0-5 15,7 1 2-15,-1 3-3 0,-2 0 0 0,0-1 3 16,-3 3-2-16,7-2-3 0,-5 4 2 0,2-4 0 15,-2 2-2-15,-3 2 6 0,1-2-6 0,1 5 1 16,-3-7-2-16,-2-2 3 0,4-1-3 0,-7-4 8 16,2 11-6-16,-2-6 1 0,0-5 0 0,1 3 0 15,-1-3 5-15,0 0-7 0,0 0 8 0,0 0 5 16,0 0 5-16,0 0 1 0,0 0 6 0,-13-19 6 16,10 15-7-16,1-3-3 0,2-5 8 0,0 3-10 15,0 2 1-15,2-6-6 0,1 0-2 0,-1-3-1 16,1 6-2-16,-3-3-1 0,5 0-2 0,-5 4 0 0,3 3 0 15,-3 2-3-15,4-5 1 0,-3 2 1 0,-1 7-1 16,2-7 4-16,-2 7-8 0,2-8-2 16,-2 8-5-16,0 0-1 0,0 0 4 0,0 0 0 0,-4-7 2 15,4 7-1-15,0 0 1 0,0 0-4 0,-13 19 2 16,11-11 2-16,1-1-4 0,-4 2 3 0,-2 2 0 16,4 0-2-16,0-1 0 0,-1 0 1 0,4 7 1 15,0-2-1-15,0 0 1 0,4-1-1 0,0 2 0 16,3-5 1-16,0 6 1 0,3 3 2 0,-2-5 1 15,5 3-4-15,2 2 0 0,-2-2 3 0,-3-3-1 16,5 6 7-16,0-5-6 0,-7 0-1 0,2-1 9 16,2 4-9-16,-6 1-5 0,3-9 4 0,-3 7 3 0,-6-2-3 15,9 0 2-15,-9-1-3 0,0-3 5 0,0-2-2 16,-7 2 6-16,5-3 3 0,-4 0 3 16,-6 0 7-16,1-1 8 0,1-3 14 0,-2 0 6 0,-1-2 8 15,3-2 12-15,0 4 5 0,-5-5 8 0,3 0 14 16,12 0 9-16,-21-6 5 0,13-2-1 0,-1 3-2 15,-2-6-7-15,7 0-4 0,0-1-8 0,4-3-11 16,0-1-7-16,0-3-8 0,3-12-8 0,5 8-4 16,0-9-10-16,6 3-11 0,2-10-3 0,1 12-9 15,4-5 1-15,-4 1-3 0,3 8-4 0,-4-3-1 16,6 5-4-16,-7 0 0 0,-2 1 2 0,2 7-3 16,-2 0 1-16,-5 5-3 0,1 1-2 0,-3-3-7 15,2 8-15-15,1-3-9 0,-9 5-6 0,11-1 3 0,-11 1 3 16,9 7-1-16,-9-7 5 0,5 12 4 15,-4-3-2-15,1 3 8 0,-2-2-8 0,6 2 5 0,-1-1 1 16,-3 4-9-16,0-3 1 0,4 1-3 0,-1-5 5 16,-1 4-5-16,2-3 3 0,-6-3-1 0,2 0 4 15,3 0 6-15,-3 0 1 0,-2-6 5 0,6 4 2 16,-6-4-2-16,12 0 9 0,-12 0-5 0,0 0 2 16,16-7-1-16,-11-1 15 0,4 0-15 0,-1 0 16 15,-2 0 8-15,-1-3 14 0,7 0 0 0,-4 2 14 16,1-3-1-16,-3 9 12 0,-1-9 2 0,2 1-1 15,-2 4 2-15,1 2 0 0,1 0 2 0,-2 0-7 16,2 0-10-16,-4 3-8 0,-3 2-5 0,8-6-1 16,-1 2-4-16,-7 4-7 0,8-4-2 0,-8 4 2 15,0 0-4-15,20 8-4 0,-20-8-17 0,10 6-19 16,-5-4-29-16,1 1-24 0,1-1-29 0,-7-2-33 0,10 5-36 16,-5-4-43-16,-2 3-66 0,-3-4-82 0,13 0-309 15,-13 0-732-15,7 2 324 0</inkml:trace>
  <inkml:trace contextRef="#ctx0" brushRef="#br0" timeOffset="59252.82">15985 9386 30 0,'0'0'341'0,"7"-5"-7"15,-7 5-19-15,0 0-12 0,8-1-18 0,-8 1-16 0,5-7-15 16,-5 7-25-16,0 0-22 0,0 0-25 0,3-4-16 16,-3 4-19-16,0 0-10 0,0 0-20 0,0 0-7 15,-29 3-13-15,17-2-7 0,-6 6-15 0,-4-3-9 16,-1-1-2-16,-5 1-2 0,-2 3-6 0,0 0-5 15,-6 1 0-15,-9 1 2 0,-1 3-2 0,-5-5 7 16,1 5-1-16,-3 0-1 0,0-3-3 0,-2 3-7 16,-6-3 1-16,3 3-7 0,-6-3-3 0,4 5-1 15,-6-7-3-15,6 3 3 0,1-3-11 0,-1 3-6 16,-4 0 6-16,4-8 0 0,7 6-1 0,-7-1-9 16,2-6 4-16,1 6 1 0,4-2-6 0,1-1-1 15,3-1 2-15,2-2-1 0,-1 3-4 0,7-2-2 16,4 0 4-16,9-2-14 0,-5 1 10 0,2 5-1 0,-6-6-3 15,9 0 6-15,-3 1-3 0,1-1 1 0,5 3-3 16,-1-3-2-16,-6 4 3 0,4-4-1 0,0 0-1 16,5 1 5-16,1 1-8 0,-6-2 3 0,5 1-4 15,1 3 0-15,6 0 4 0,-2-3-3 0,1 4 1 16,-6-3-4-16,8 1 4 0,-1 2-3 0,1-3 6 16,-4 3-5-16,3 0 3 0,3-5 8 0,1 0-10 15,-1 3-2-15,-4-2 5 0,4 2-3 0,-2-3 0 16,-3 3 1-16,1-1 1 0,2-2-3 0,1 6 0 15,4-6 3-15,-10 1-8 0,5 4 8 0,0-3-1 16,2-1-3-16,-5-1 5 0,-1 3 4 0,8-3-10 16,-1 0 3-16,-1 1-2 0,5-1 3 0,-4 2-2 0,0-1-1 15,3-1 5-15,9 0-6 0,-12 0-5 0,2 7 8 16,10-7-2-16,-7 1 2 0,7-1 1 16,0 0 0-16,-15 0-1 0,15 0 3 0,0 0-8 0,0 0 4 15,0 0 0-15,-6 7 6 0,6-7-5 0,0 0 13 16,0 0-16-16,0 0 5 0,0 0 0 0,0 0 3 15,0 0-8-15,0 0 3 0,0 0 0 0,0 0-1 16,0 0-1-16,0 0 0 0,0 0-2 0,0 0 14 16,-2 8-16-16,2-8 4 0,0 0 2 0,5 15-7 15,0-12 2-15,0 6 1 0,-2-5 1 0,2 7-3 16,-1 2 5-16,6 1 0 0,-5 1-10 0,1 1 11 16,6 8-3-16,-4-1 4 0,0 1-13 0,4 0 11 0,-4 5 0 15,2-2 2-15,-2 0 0 0,-1 1 0 16,1 3-5-16,1-4 1 0,1 4-1 0,-1-4 7 15,0 4-6-15,-3-4-1 0,1 0-2 0,0-4 6 0,1 2 4 16,-6-7-6-16,2 5-1 0,-2-7 0 0,5-1 1 16,1 3 1-16,-8-3-1 0,7-2 4 0,-7-1-1 15,5-1 4-15,-2 0-5 0,-3-4-1 0,2 0-2 16,-2 0 6-16,3-4-5 0,-1 2 2 0,-2-5 8 16,0 8-2-16,5-4 13 0,-5-4 2 0,0 0 10 15,1 7-1-15,-1-7-1 0,0 0 0 0,7 1 8 16,-7-1-6-16,6 3 0 0,-6-3-3 0,10 0-4 15,-10 0-2-15,14 0-1 0,-14 0 0 0,14 0 0 16,-5 0-8-16,2-3 4 0,3 2-1 0,0-3 0 16,-2 1-3-16,10-4-2 0,-3 2 0 0,10-2 0 15,-1-1-4-15,8 1-6 0,7-5 8 0,7 3-3 0,1-2-1 16,0-1-3-16,2 2-2 0,0 1 3 0,5-3-2 16,0 1 0-16,2 4-1 0,-1-2 2 0,4 1 0 15,-3 0-3-15,1 0 5 0,-3-1-6 0,0 2 1 16,0-3 0-16,-3 3 2 0,4-2-4 0,-6 5 4 15,2-4 3-15,-9 2-7 0,-1 0 3 0,1-5-4 16,2 10 2-16,-13-1 1 0,6-3 3 0,-4 3-6 16,-1-4 0-16,-6 3 0 0,6 2 4 0,-3-2-1 15,-1-2 3-15,-1 3-5 0,2 1 6 0,-6-5-4 16,4 1-2-16,-4 3-1 0,3-3 3 0,-2-1 1 16,-7 4 1-16,2 1-2 0,-3-3 1 0,2 0 3 15,-6 0-6-15,6 1 4 0,-6 0-5 0,3-2 0 16,-3 1 1-16,-1 0-4 0,0 2 4 0,-5-3-2 0,3 3-3 15,0-3 1-15,-1 0-6 0,0 4-2 0,-3-1 3 16,5 1 0-16,-1-3 0 0,-5 2-4 16,5 0 6-16,-3 2-2 0,-1-3-4 0,-9 3-1 0,20 0 3 15,-20 0-2-15,21 0-4 0,-13 0 2 0,4 0 0 16,-12 0 7-16,21 3-8 0,-9-6 1 0,0 3-1 16,-2 3-9-16,1-3 5 0,-1 2 7 0,-10-2 1 15,17 0 1-15,-7 0 1 0,-10 0 3 0,16 0 1 16,-16 0-3-16,13 2 2 0,-8-2 6 0,-5 0-5 15,0 0 3-15,15 0 3 0,-15 0-2 0,0 0 1 16,0 0 2-16,13-2 7 0,-13 2 3 0,0 0 13 16,0 0 2-16,0 0 3 0,0 0 4 0,0 0 5 0,4-6 1 15,-4 6 4-15,0 0 3 0,0-8 2 16,0 8 1-16,-7-10 10 0,2 5 12 0,3-2 5 16,-2-1 3-16,-3-2 1 0,0-4 6 0,4 6 3 0,-5-6-2 15,-1-1-6-15,-1-3 8 0,-1-8-17 0,-4 4-4 16,2-5-4-16,1-2-10 0,1-11-1 0,-1 8-6 15,0-7 6-15,6-1-16 0,-6-2 0 0,11 0-1 16,-6-1-17-16,0 4-9 0,7-2-17 0,0 9-13 16,0 0-24-16,0 3-23 0,0 2-35 0,-1 3-54 15,1 4-73-15,0 4-52 0,-5 1-45 0,3 2-72 16,2 2-97-16,-7 4-284 0,7 0-847 0,-6 3 375 16</inkml:trace>
  <inkml:trace contextRef="#ctx0" brushRef="#br0" timeOffset="60127.76">15321 9655 159 0,'0'0'303'0,"0"0"-11"0,0 0-9 0,0 0-10 0,4-4-9 16,-4 4-13-16,0 0-15 0,0 0-22 0,0 0-21 16,0 0-18-16,0 0-12 0,0 0-19 0,0 0-15 15,0 0-17-15,0 0-15 0,0 0-10 0,0 0-7 16,0 0-2-16,0 0-12 0,0 0-6 0,0 0-10 16,0 0-3-16,0 0-1 0,0 0-13 0,0 16 3 15,3-8-5-15,-3-8-6 0,0 0 2 0,7 6-3 16,-7-2-2-16,0-4-1 0,8 8 2 0,-5-7-4 15,-3-1 2-15,12 8-9 0,-9-5 3 0,-3-3-5 16,12 1-1-16,-6 2-3 0,-6-3-6 0,7 3-11 0,-7-3-9 16,0 0-25-16,12 0-38 0,-12 0-50 0,0 0-75 15,0 0-75-15,0 0-277 0,0 0-604 16,0 0 267-16</inkml:trace>
  <inkml:trace contextRef="#ctx0" brushRef="#br0" timeOffset="74632.85">16290 9620 83 0,'0'-7'310'0,"0"7"-1"0,5-10 2 0,0 4-7 15,-4-2 3-15,4 1-8 0,-3 1 1 0,0-3-12 0,3 3-9 16,-2-1-10-16,0-4-7 0,0 5-10 16,-1 3-15-16,3-3-15 0,2 0-21 0,-7 6-20 15,0 0-23-15,3-6-19 0,-3 6-20 0,0 0-16 0,0 0-10 16,0 0-4-16,0 0-15 0,3 21-7 0,-3-11-5 15,-3 1-5-15,0 5-13 0,3 1 1 0,-7 3-7 16,0 4-2-16,4-6-2 0,-3 1 2 0,-1 8-6 16,-1-6-5-16,-2-1-1 0,0 3 0 0,3 0 3 15,-1-8-13-15,1 1 3 0,1-2-3 0,2-1 2 16,-1 1 2-16,-1-4-9 0,-1 0 2 0,5-3-6 16,1 1 3-16,-4-6-2 0,5-2-14 0,-2 11-12 15,2-11-5-15,-5 4-7 0,5-4-7 0,0 0-28 16,0 0-27-16,0 0-22 0,0 0-29 0,13-22-15 15,-6 14-12-15,0-4-20 0,-6 0-8 0,8-3-2 16,-9 3-1-16,6 0 3 0,-6 2 3 0,0-3 14 0,5 2 15 16,-5-1 16-16,2 3 21 0,-4 0 10 0,-3-3 14 15,5 4 27-15,0 1 28 0,-1-5 24 16,-4 4 25-16,5 4 21 0,0-5 18 0,-2 3 21 0,2 6 18 16,0-12 12-16,0 12 6 0,2-5 6 0,-2 5 2 15,-2-7-3-15,2 7-3 0,2-9-7 0,-2 9-15 16,0 0-8-16,6-6-5 0,1 5-7 0,-7 1-8 15,0 0-3-15,15 1-5 0,-15-1 0 0,15 6-10 16,-9 0-2-16,3 0 0 0,-1 3-7 0,3-2-1 16,-2 1 0-16,1 7-4 0,-4-8 5 0,9 13-4 15,-8-9-5-15,3 5-11 0,-4-4-20 0,3 4-17 16,-6 1-22-16,5 1-26 0,-3-1-29 0,-2-3-29 16,2 1-40-16,-3-3-55 0,0-1-54 0,-2-2-208 0,5-2-543 15,-5 4 239-15</inkml:trace>
  <inkml:trace contextRef="#ctx0" brushRef="#br0" timeOffset="74851.59">16258 9810 63 0,'-8'-5'363'0,"1"4"4"16,7 1-2-16,-8-6 6 0,8 6-9 0,-8-1-8 15,8 1-5-15,-7-3-17 0,7 3-18 0,0 0-18 16,-5-7-27-16,5 7-21 0,0 0-22 0,0 0-17 15,0 0-17-15,20-4-19 0,-20 4-18 0,28-1-11 0,-6-4-16 16,9-1-14-16,6-2-33 0,-9 7-35 16,8-5-46-16,-3 5-61 0,19-6-62 0,-1 2-65 15,-6 2-73-15,3-4-88 0,-15 3-102 0,0-1-231 0,3-3-738 16,-9 6 327-16</inkml:trace>
  <inkml:trace contextRef="#ctx0" brushRef="#br0" timeOffset="75679.64">16300 9732 72 0,'-7'-4'264'0,"7"4"-6"0,0 0-8 0,0 0-8 0,0 0-10 15,0 0-7-15,-13-4-14 0,13 4-10 0,0 0-7 16,-10 0-11-16,10 0 2 0,-13 0-7 0,13 0 5 15,-20-4 0-15,11 8-2 0,-5-8-2 0,0 8 3 16,-1-4-4-16,-1 2-9 0,-4-4-6 0,5 2-11 16,-1 0-7-16,2 0-11 0,-2 0-11 0,3 0-12 15,-1 0-15-15,4-4-5 0,0 1-14 0,10 3-3 16,-21 3-12-16,21-3-8 0,-15 0-5 0,10 4-24 0,5-4-29 16,0 0-36-16,-15-4-39 0,15 4-19 0,0 0-8 15,0 0-3-15,0 0-22 0,8 13-23 16,-8-13-42-16,15 7-50 0,-1-4-60 0,-5-3-63 0,5 4-209 15,-1-4-627-15,2 3 278 0</inkml:trace>
  <inkml:trace contextRef="#ctx0" brushRef="#br0" timeOffset="75898.38">16310 9611 33 0,'0'0'327'0,"0"0"-22"0,0 0-26 0,0 0-27 15,0 0-31-15,0 0-23 0,0 0-22 0,0 0-18 16,0 0-13-16,0 0-17 0,14 13-11 0,-7-6-10 16,1 2-32-16,-1 5-43 0,1 2-65 0,4-4-85 15,-2 5-104-15,1 0-142 0,4 3-393 0,-6 7 173 16</inkml:trace>
  <inkml:trace contextRef="#ctx0" brushRef="#br0" timeOffset="78112.42">15611 10537 167 0,'3'-3'193'15,"2"-2"1"-15,-5 5-2 0,5-12-2 0,2 10-3 16,-7 2-7-16,3-9-3 0,1 5-6 0,-1-3-6 16,-3 7-8-16,5-5-7 0,-5 5-10 0,3-3-9 15,-3 3-6-15,3-8-15 0,-3 8-5 0,0 0-11 16,4-6-3-16,-4 6-11 0,0 0-4 0,0 0-10 16,0 0-7-16,0 0-7 0,0 0-10 0,0 0-3 0,0 0-2 15,0 0-8-15,0 0-4 0,0 0-5 16,0 0-1-16,0 0 1 0,0 0-3 0,0 0-1 15,0 0-3-15,0 0-1 0,0 0-2 0,0 0-5 0,0 0 5 16,-15 15 0-16,13-12-2 0,2-3 6 0,-8 15-8 16,0-11 2-16,-1 3 3 0,3 1-8 0,-7 3 8 15,-1-2-2-15,-1 7 1 0,0-4 0 0,1 3 1 16,-1 0 0-16,-5 5-1 0,-3 1-3 0,-2-3 4 16,-8 12-2-16,3 1 3 0,0 0 2 0,0 0-6 15,-3 0 1-15,-2 3 5 0,4-2 2 0,-4 6 6 0,2-2 6 0,2 7-3 0,-6-2-3 16,6-3 9-16,1 3-4 0,0 4 7 0,0-2-3 15,-3-3-3-15,2 4 3 0,1 0 3 0,0-2 2 16,-4 5 2-16,4-2 0 0,0 2-1 0,-3-4 12 16,-2 8-4-16,0-8 10 0,4 4-2 0,-5-1 12 15,4-2-17-15,-4 1 12 0,1-3 1 0,-2 0 5 16,8 1 3-16,-8 3-1 0,1-12 1 0,-1 8-3 16,6-2 2-16,1 1 3 0,-6-11-2 0,4 9 0 15,-2-3 0-15,5 1 2 0,1-2-1 0,-1-4-3 0,-3 3-4 16,4-3 1-16,5-7-2 0,0 2-5 15,-9-1-2-15,1 5 0 0,6-11-7 0,8 4-3 16,-4-2-2-16,-1-2-4 0,7-1-3 0,-4-1 3 0,4-2-1 16,0-3-2-16,0 2-2 0,7-1 2 0,-6-1-6 15,3-2-5-15,-1-2-1 0,6 1 2 0,-4 1-10 16,3-3-1-16,2 3 3 0,-2-3-2 0,-1 1-3 16,5-5-2-16,-4 3-1 0,2 3-1 0,-1-3-2 15,2 0 2-15,-1-5-2 0,2 10-2 0,0-7 0 16,-1 1-1-16,4-5 2 0,-5 7 0 0,2-2 0 15,3-5-2-15,-5 3 2 0,5-3 4 0,0 0-5 16,0 0-12-16,0 0-16 0,0 0-29 0,0 0-58 16,0 0-76-16,3-23-71 0,2 10-83 0,2-8-105 15,3-1-424-15,10-4-941 0,-4 2 417 0</inkml:trace>
  <inkml:trace contextRef="#ctx0" brushRef="#br0" timeOffset="79674.8">15641 10571 6 0,'-8'-10'236'0,"-2"0"0"0,-4 0 1 0,6-1 5 16,0 0 3-16,-4 7 8 0,4-4 1 0,1-4 5 16,-1 7 4-16,1-2-3 0,1 3-15 0,4-2-22 15,-4 1-19-15,6 5-30 0,-7-7-18 0,7 7-20 16,0-6-18-16,0 6-12 0,0 0-12 0,0 0-8 16,15 21-10-16,-2-9-10 0,10 14-1 0,-1-6-11 15,16 9-7-15,5 1-3 0,2 0-2 0,21 13 18 16,2 2-5-16,4-1 11 0,3 2 5 0,3 0 5 15,3-1-4-15,-2 4-1 0,11 5 0 0,29 19-2 16,-30-23 0-16,-1 0-2 0,36 17-7 0,-38-18-4 16,-1 2-5-16,2-7-2 0,1 2-9 0,-7 4-1 15,0-2-4-15,-6-4-6 0,-2-1-1 0,-22-12-3 0,2 4-2 16,-4 1 1-16,-4-2-8 0,0 0 1 0,1-2-1 16,-4 0-2-16,-4-5 1 0,-15-6-7 15,12 6 4-15,-16-6-5 0,6-2-1 0,-3 4 0 0,1-8 0 16,-3 4-1-16,-4 4 6 0,-1-12-6 0,-2 6 2 15,1-7-1-15,-4 0 2 0,-2 2-4 0,-1-5 1 16,6 0-1-16,-3 1 1 0,-4 2-1 0,6-8 1 16,-2 5 0-16,1-2 2 0,4 3 1 0,2-3 1 15,-7 0-3-15,3-3 0 0,0 1-2 0,1 1 1 16,4-2 0-16,-3-1-8 0,-4 3-16 0,1-3-16 16,1-1-39-16,-6 3-24 0,3-3-35 0,-10 0-40 15,19-1-46-15,-19 1-68 0,0 0-78 0,15 0-381 0,-15 0-808 16,0 0 357-16</inkml:trace>
  <inkml:trace contextRef="#ctx0" brushRef="#br0" timeOffset="80488.77">18577 12423 63 0,'-3'-11'421'0,"-1"4"-15"0,4 0-15 0,-3-4-7 15,0 4-9-15,3 7-25 0,-2-9-35 0,2 4-27 16,0 5-35-16,-3-6-31 0,3 6-24 0,0 0-18 15,0 0-19-15,0 0-15 0,0 0-17 0,-5 24-3 16,7-15-20-16,-2 3-10 0,6-2-12 0,-1 7-6 16,2-3-5-16,-2 1 3 0,5-2-14 0,3 1-8 15,-1-1-2-15,2-1-4 0,1 2 1 0,0-9-6 16,0 9-8-16,5-8-3 0,-3-1-4 0,-3-3 0 0,6 1-2 16,-5-3-1-16,2-3 3 0,-1 2-10 0,4-2 0 15,-5-2 0-15,-7-2-2 0,7-5 4 16,0 8-5-16,-7-8 5 0,2 1 25 0,0 3 18 0,-1 0 13 15,-1 0 13-15,2-3-9 0,-2 3 0 0,-1 0-1 16,-2 1 1-16,0 0-3 0,3 3-6 0,-5 1-10 16,2-3-7-16,2 3-10 0,-7 3-4 0,8-3-6 15,-8 3-4-15,15 3-5 0,-2 1-4 0,0 4 1 16,2 4-4-16,0 2-4 0,0 1 1 0,5 4 0 16,0 5-1-16,1-1-5 0,-1 1 0 0,2 3 0 15,-6 0-1-15,7 7 1 0,2 3-5 0,-7-4 0 16,6 6-1-16,-1-4 2 0,-5 4-3 0,-1-3 0 0,-4-4 2 15,-5-3-2-15,7 9 0 0,-10-11-2 0,0 3 3 16,-5-3-2-16,0 0 3 0,0 0-2 16,-3-5 7-16,-4-2 0 0,0-1 10 0,-1-2 23 0,1 0 21 15,-4-6 26-15,-1 5 34 0,-3-8 23 0,-5 0 20 16,4-1 19-16,-6-3-2 0,1-3 4 0,-2-2-2 16,1-4-185-16,-3-4 0 0,-3-3 0 0,2-6 0 15,1 0 0-15,-3-2 0 0,6-5 0 0,-1-9 0 16,0-3 0-16,8-7 0 0,2-1 0 0,5-1 0 15,3-1 0-15,-4-8 0 0,9 6 0 0,4-10 0 16,2 10 0-16,6 1 0 0,3 2 0 0,0 8 0 16,-7 11 0-16,12-5 0 0,-7 17-522 0,4-5-225 0,-4 8-407 15,2 5-1250-15,-2 0 553 0</inkml:trace>
  <inkml:trace contextRef="#ctx0" brushRef="#br0" timeOffset="83479.77">12842 13200 76 0,'0'0'301'0,"-8"-6"10"0,8 6 7 0,-9-6 0 16,9 6 8-16,-5-6-1 0,5 6 3 0,-8-5 2 15,8 5-1-15,-6-6-8 0,6 1-14 0,0 5-16 16,0 0-33-16,-2-7-19 0,2 7-19 0,0 0-20 0,0 0-18 15,2-12-22-15,3 9-19 0,3-1-15 0,0 1-12 16,12 1-12-16,10-5-10 0,3 2-2 16,21 0-20-16,3-1-2 15,7-1-12-15,17-2-7 0,2 4-7 0,3-3-14 0,4 2-10 16,-6-5-10-16,-3 9-10 0,-18-5-13 0,18 3-10 16,-16-2-15-16,-9 3-12 0,-3-3-9 0,0 3-7 15,-7-2-12-15,2 2-6 0,-15-1-12 0,-6 1-1 0,-6 3-8 16,-4-1 7-16,-2-3 1 0,-2 1 8 0,-5 2-4 15,-1 0-23-15,-7 1-22 0,7-5-16 16,-7 5-13-16,0 0-10 0,-15-9-8 0,1 8-24 0,-1-1-15 16,-4-3-20-16,0 1-17 0,-9 3-40 0,-6-1-169 15,2 1-510-15,-3 1 225 0</inkml:trace>
  <inkml:trace contextRef="#ctx0" brushRef="#br0" timeOffset="84151.6">12825 13245 238 0,'-6'-3'313'0,"6"3"-11"0,-8-3-22 0,8 3-21 0,-5-6-29 16,5 6-21-16,0 0-23 0,0 0-22 0,0 0-17 16,0 0-20-16,0 0-13 0,0 0-10 0,0 0-11 15,-2 12-12-15,2-12-7 0,2 18-5 0,3-6-9 16,-4 0-5-16,6 5-12 0,-7-3-1 0,3 4-3 16,0-1-1-16,-1 2-4 0,-2-1-4 0,7 3-2 15,-7 5-5-15,0-8-3 0,1 3 1 0,1 3-4 16,1-3 2-16,-3-3-4 0,0 0 7 0,-3-2-14 15,6-1 5-15,-3-4-1 0,0 1-4 0,0-3 3 16,-3-2 5-16,3 1 8 0,3-1 11 0,-3-7 11 0,-3 8 11 16,3-8 14-16,3 7 14 0,-3-7 7 0,0 0 8 15,2 8 6-15,-2-8 0 0,0 0 2 16,0 0-9-16,8 1-9 0,-8-1-16 0,0 0-4 0,14-9-8 16,-5 9-8-16,3-4-6 0,-2 2-3 0,3 2-5 15,4 0-4-15,4-1-6 0,-1-2-1 0,12 0-3 16,1 6-4-16,3-3 8 0,10 4-13 0,6-2-2 15,-1-2-4-15,2 4 3 0,0-2-3 0,5 1 4 16,-5 4-15-16,11-2 6 0,-4-2 2 0,-4 1 2 16,2 3-10-16,-1-7 6 0,-1 7 3 0,-3-7-5 15,-5 1 2-15,-15 3 0 0,2-4-1 0,-4-4 7 16,-1 4-12-16,-9-1 0 0,1-1 3 0,-6 1 3 16,-1-3 2-16,5-3 7 0,-12 4 23 0,1-2 19 0,2-2 8 15,-7 0 5-15,7-1 1 0,-9-1 1 16,3-1 8-16,-4-2-6 0,-1-5-3 0,0 2-1 15,0-1-7-15,-6-3-4 0,6 0-5 0,-7 2-4 0,1-5-7 16,2 6 0-16,-9-8-5 0,6 6-2 0,-1 0-7 16,3-2 6-16,-3 1-10 0,1 4-6 0,-1 2 1 15,1-3-4-15,-1 3-25 0,5 4-24 0,-2 0-36 16,-2 0-50-16,1 0-55 0,2 0-47 0,-1 6-49 16,-3 0-39-16,8 3-35 0,-15-5-31 0,7 4-45 15,8 1-279-15,-20 4-756 0,10 1 334 0</inkml:trace>
  <inkml:trace contextRef="#ctx0" brushRef="#br0" timeOffset="84839.13">13593 13360 121 0,'2'-8'317'0,"-2"1"-7"16,0 7-11-16,-2-9-15 0,2 9-9 0,2-4-14 16,-2 4-17-16,0-9-21 0,0 9-12 0,0 0-34 15,0-7-22-15,0 7-15 0,0 0-15 0,0 0-20 16,0 0-8-16,0 0-12 0,0 0-5 0,0 0-5 15,-11 20-13-15,6-12-3 0,0 0-8 0,-4 0-6 0,1 0 1 16,0 4-5-16,-1-2-4 0,1 2-6 16,2-3-3-16,-3-1-3 0,1 1 2 0,1 0-7 15,1-1-5-15,-1-4 1 0,1 2 2 0,1-1-1 16,3 0 0-16,2-5 2 0,0 0 1 0,-15 0-4 0,15 0-3 16,0 0 13-16,-15-10-22 0,13 3 5 0,-2-3-7 15,2 0 3-15,-3-1 1 0,5-2-5 16,0-1-4-16,-2 3 2 0,2-5 0 0,0 6 0 0,0 1 1 15,0 1-2-15,-1 1-2 0,1-1 1 0,0 8-5 16,0-10-15-16,0 10-15 0,1-6 5 0,-1 6-15 16,0 0 5-16,0 0 0 0,0 0-15 0,0 0-1 15,2 21-8-15,3-11-8 0,1-1-10 0,1 5-7 16,-5-1-1-16,6 2 1 0,-1 0-8 0,3 0-4 16,0-3-10-16,-1 0-10 0,-2 3-15 0,6 1 5 15,-3-5-21-15,-3 1 10 0,6 2 2 0,-6-6 3 16,-1-4 10-16,-2 2 14 0,1-3 14 0,-5-3 10 15,0 0 7-15,0 0 20 0,0 0 15 0,0 0 23 16,0 0 17-16,-5-21 12 0,-2 15 25 0,0-3 12 16,4-2 19-16,-4 7 24 0,-4-7 15 0,-1-2 10 15,4 6 19-15,-4-1 18 0,4-3 9 0,2 7 6 0,-1-4 2 16,-1 1-3-16,1 3-4 0,0-3-10 0,7 7-18 16,-8-7-7-16,8 2-20 0,0 5-7 0,0 0-13 15,0 0-2-15,0 0-14 0,20 0 2 0,-20 0-5 16,30 3-10-16,-9 2-8 0,9-2 1 0,0 1-9 15,0 0-23-15,4 0-22 0,0 0-21 0,9 3-36 16,-10-2-44-16,0-2-59 0,-2 6-72 0,4-2-72 16,-5 0-191-16,-9 1-547 0,-1-3 242 0</inkml:trace>
  <inkml:trace contextRef="#ctx0" brushRef="#br0" timeOffset="86391.84">11243 13425 129 0,'3'-6'274'0,"1"-2"-3"0,-3-1-5 15,-1 1-8-15,0 0 5 0,0 2-8 0,0-2-3 0,-1 1-13 16,-3 1-1-16,3-1-11 0,-1 0-11 0,-4-2-12 16,1 4-25-16,1-1-16 0,-1-1-7 15,-3 3-24-15,0-1-16 0,-1 1-11 0,1 4-6 0,-3-3-13 16,-11 3-8-16,7 2-10 0,-1-1-6 0,-6-1-5 16,7 1-13-16,-1 4-4 0,-4 2-1 0,12-2-2 15,-7 1-9-15,3-2-5 0,2 1-1 0,3 2-10 16,-6 1 4-16,7-1 1 0,4 5-8 0,0-5 2 15,-3 1-3-15,5 3-2 0,5 1 0 0,-3-3 0 16,5 0-3-16,1 4-3 0,7-1 7 0,-2 0-2 16,2-2-5-16,8 5 4 0,4-2-2 0,-1 1-3 15,1-1 7-15,1 1-2 0,-2-2 4 0,-6-2 2 0,8 0-7 16,-3 4-2-16,-2-1-1 0,-3-4 1 0,-5-1-3 16,0-1-6-16,5 4 8 0,-9-10-5 15,-1 7 5-15,-2-1-8 0,1 0 2 0,-4-2-4 0,-2 2 1 16,2-2 5-16,-10 2-4 0,5-7 9 0,-8 11 4 15,-1-3-7-15,-4 0-2 0,-8-5 4 0,4 4 0 16,-4 2 4-16,-1-6-6 0,-8 5-4 0,9-4-4 16,-1-1-17-16,-6 0-14 0,8 2-12 0,0-5-19 15,1 4-19-15,7-4-18 0,2 1-30 0,0-1-52 16,10 0-43-16,0 0-42 0,-2-10-41 0,2 10-208 16,25-6-568-16,-2 2 252 0</inkml:trace>
  <inkml:trace contextRef="#ctx0" brushRef="#br0" timeOffset="87251.15">11687 13437 206 0,'-7'-3'204'0,"7"3"-20"0,-8-5-15 15,8 5-15-15,0 0-7 0,-18 5-9 0,18-5-5 16,-12 11-10-16,5-7-8 0,1 2-8 0,-9 3-5 16,8-1-5-16,-1 3-9 0,0-4-10 0,-2 6-5 15,1 1-7-15,1-1-6 0,0 2-7 0,3-4-3 16,2 2-7-16,-1-6-5 0,-1 10 0 0,4-3-7 16,-1-9 2-16,2 7 3 0,0-4-10 0,0-1-4 15,2 1 3-15,-1-2-2 0,8 0-2 0,-4-4 1 0,-5-2 1 16,15-2-7-16,-7 4 4 0,-8-2-5 15,30-7-4-15,-22 4 3 0,10-2-5 0,-5-2 3 16,2-2-4-16,-2-1 0 0,2 2 0 0,-1 1-2 0,-6-2 3 16,3 1 1-16,-2-2-3 0,-3 4-2 0,1-1 2 15,-5-1 14-15,4 5 2 0,-4-2 4 0,-2 5-7 16,7-4 2-16,-3 1-7 0,-2-5-3 0,-2 8-2 16,0 0-5-16,8-4-1 0,-8 4 7 0,0 0-5 15,0 0 1-15,12 14 0 0,-9-12-6 0,2 6 1 16,-1-1 0-16,1 1 0 0,-2-4 0 0,2 4 1 15,6-4 1-15,-6 4-1 0,5-1-1 0,-1 0 0 16,-1-3 1-16,0 2 0 0,0-4-1 0,-1 2 7 0,1-3-6 16,-8-1 2-16,12 2-3 0,-12-2 3 15,15-2 1-15,-15 2-1 0,10-4-4 0,-2 1 3 16,-8 3 0-16,7-10-1 0,-2 6 6 0,-2 0 8 0,4-3 19 16,-7-2-7-16,4 2-6 0,-2 3 0 0,3-3 2 15,-2 3-5-15,-1-8 0 0,3 7 0 0,-5-5-4 16,0 5 0-16,5-2 1 0,0 2-6 0,-5 5 1 15,0-5-6-15,0 5 1 0,5-5 1 0,-5 5-4 16,0 0-1-16,10-5-1 0,-10 5 1 0,0 0-1 16,0 0-1-16,11 1-2 0,-11-1 2 0,9 6-1 15,-3 2-2-15,1-4 1 0,-5 4-1 0,4-3-4 16,3 3-6-16,-3-5-6 0,2 5-3 0,-1-4-4 16,3 4-1-16,-5-2 1 0,3-1-1 0,4-3 2 15,-6 3-1-15,3 0 8 0,-1-3-2 0,-8-2 1 16,17 0 1-16,-9 0 3 0,-8 0 2 0,18-7 1 15,-8 2 0-15,-2 0 0 0,4 1 2 0,-4-8 0 0,0 4 1 16,4 3 4-16,0-10-1 0,-1 1 3 0,-1-1-3 16,5 0 1-16,-3 2 1 0,-3-4 1 15,3 3 3-15,-2 1-2 0,-2 2 12 0,1 4 0 0,-3-4 13 16,-4 2 13-16,6-1 5 0,-5 1 8 0,-1 1 3 16,1 3 14-16,1-1-4 0,-4 6-5 0,0-8-4 15,0 8-3-15,0 0-9 0,-4-8-6 0,4 8-6 16,0 0-5-16,-8-3-1 0,8 3 1 0,0 0-5 15,0 0-3-15,-16 11-5 0,16-11 4 0,-7 9-3 16,5-3-2-16,-1 0-3 0,3-6-3 0,0 10 1 16,0-5-1-16,3 2 4 0,6 0-1 0,-3-2 1 15,1 3-12-15,8-1-17 0,1 1-34 0,4-2-49 0,12 3-67 16,1-6-87-16,11 3-299 0,-9-4-601 0,11 2 265 16</inkml:trace>
  <inkml:trace contextRef="#ctx0" brushRef="#br0" timeOffset="87907.35">13502 13806 219 0,'-5'-5'339'0,"5"5"-14"16,-5-5-20-16,5 5-31 0,-9-3-28 0,9 3-26 15,0 0-21-15,-10 8-12 0,3 2-9 0,-6 2 0 16,-2 10 7-16,2 0 9 0,-11 13 4 0,-5 4-1 16,-6 2 1-16,2 6-16 0,-19 16-7 0,3 6-5 15,-9-1 1-15,-2-1-5 0,2 3-2 0,-9-3-5 16,7 1-3-16,-6 2-7 0,1 5-7 0,-31 24-9 15,32-36-8-15,-4 2-7 0,2-3-12 0,-1 0-10 16,1 1-7-16,7-12-10 0,19-5-10 0,-3-4-5 16,1 4-5-16,4-11-1 0,2 2-12 0,6-8-2 15,10-6-6-15,4-5-5 0,2-5-24 0,8-1-32 16,-2-1-23-16,1-3-21 0,7-5-56 0,0-3-52 0,0 0-60 16,26-11-64-16,-9 2-76 0,11-6-95 0,0-4-302 15,10-3-836-15,0-6 370 0</inkml:trace>
  <inkml:trace contextRef="#ctx0" brushRef="#br0" timeOffset="89766.58">11318 15884 57 0,'-5'-7'301'0,"5"7"-5"0,-2-5-5 0,2 5-4 16,0 0 0-16,-3-7-12 0,3 7 3 0,0 0-6 16,0 0-18-16,-4-7-2 0,4 7-13 0,0 0-9 15,0 0-25-15,-1-6-19 0,1 6-20 0,0 0-20 16,0 0-16-16,0 0-18 0,0 0-7 0,0 0-17 16,0 0-12-16,0 0-2 0,0 0-7 0,10 20-13 15,-5-12-4-15,-4 0 3 0,6 7-7 0,-5 1-9 0,9-1-4 16,-9 2-5-16,4 0 0 0,3 0-3 15,-4 2-4-15,3 8-2 0,0-4-6 0,-3-3-5 16,0-2-4-16,0-2-11 0,2 3-6 0,1-3-1 0,-3-7-5 16,3 3-6-16,-6-2-7 0,3 1-1 0,3-3 1 15,-3-1 3-15,-3-1 6 0,-1-2 7 0,-1 1-3 16,0-5 8-16,0 0-3 0,0 0 4 0,0 0-3 16,20-9 8-16,-18 3 2 0,3-1-2 0,-2-4 8 15,2 2 7-15,-2-6 4 0,4 0 9 0,0 3 4 16,-1-2 6-16,1-2-6 0,-4 4-1 0,7-3 4 15,-5 0-4-15,2 5-3 0,-2-1 0 0,1 4-8 16,1 3 1-16,-4-6-2 0,7 3-5 0,0 1-4 16,0 2 1-16,3 1-4 0,-3 2-1 0,12 2 5 15,-2 4-7-15,-1 1 3 0,6 3 1 0,-3 1 0 16,1-2-3-16,7 1 0 0,-4 3 2 0,-1-3-3 0,-5-3 5 16,-2 1-3-16,4 0 0 0,-4 1-1 0,-2-3 1 15,1 1 3-15,-9-5-2 0,6 2 6 0,-8-1 40 16,2-2 36-16,-8 0 18 0,17 0 1 0,-17 0 5 15,15-10-1-15,-13 7 0 0,2-9-3 0,-5-4-8 16,1 1-7-16,-3-1-11 0,1 1-6 0,-8-4-9 16,5-7-3-16,-10-1-9 0,5 2-5 0,2-2-18 15,-5-7-29-15,6 3-26 0,-3 1-42 0,2-2-39 16,3 3-55-16,3-3-54 0,-1 3-45 0,3 1-53 16,0 4-72-16,6-3-82 0,1 3-276 0,8 4-806 15,-3 1 357-15</inkml:trace>
  <inkml:trace contextRef="#ctx0" brushRef="#br0" timeOffset="90594.65">13382 13947 120 0,'-2'-9'195'0,"-5"-1"10"16,1-5 8-16,4 3 4 0,-1 2 1 0,-1-3 6 16,4 1 6-16,-3-4 3 0,0 5 4 0,1-3 11 15,2 7 8-15,0-2 3 0,-2-2-5 0,2 7-11 16,-4-5-18-16,4 9-22 0,4-11-24 0,-4 7-23 15,0 4-20-15,0 0-19 0,2-3-9 0,-2 3-12 0,12 12-11 16,-2 2-6-16,10 4-11 0,1 4-6 16,10 11-8-16,3 3-4 0,5 7-6 0,1 1 0 15,13 12-3-15,12 5-8 0,-6-2-4 0,6-1-4 0,1-3-2 16,2 6-3-16,1-6-1 0,1 5-1 0,-4-5-2 16,0 1-3-16,0 1-2 0,-3-4 6 0,0-1-5 15,-18-11-8-15,-2-6 8 0,2 0-3 0,-9 4 0 16,2-8-5-16,-3 0 2 0,-10-11 1 0,-1 2-1 15,-2-2-2-15,-4 0 0 0,4-1-4 0,-9-7 8 16,-3 5-5-16,-3-9-1 0,9 1 1 0,-11 3 0 16,2-6 2-16,-4-4-1 0,4 3-1 0,-1 4-1 15,1-3-1-15,-6-2 2 0,6-1-3 0,-7-3 5 16,12 7 1-16,-9-2-3 0,-3-5-2 0,13 7 0 16,0-2-1-16,-4 1-8 0,-1 2-20 0,7 0-14 15,0 5-9-15,0-6-24 0,3 3-25 0,-2 2-10 16,1-2-10-16,-2 5-10 0,0-5-5 0,3 4-8 0,-6-1-3 15,4-1-12-15,-4 0-19 0,-2 0-22 0,3 5-24 16,-6-9-38-16,4 2-25 0,-6 2 1 16,2-2-178-16,-7-2-501 0,0 0 221 0</inkml:trace>
  <inkml:trace contextRef="#ctx0" brushRef="#br0" timeOffset="91375.84">15298 15721 88 0,'-15'-1'269'0,"0"-1"-13"0,4 2-13 0,-6 0-11 16,-3 2-8-16,-1 3-8 0,-1-4-9 0,1 3-8 15,-2 4-5-15,-7-2-14 0,2 3 4 0,1 2-5 16,-1 0-9-16,-2 1-6 0,1 0-6 0,0 3-14 16,6-3-8-16,-5-1-6 0,7 2-14 0,-3 1-13 0,10-1-10 15,-1-5-8-15,3 2-8 0,2-2-7 16,4 0-5-16,-1 0-6 0,7 0-1 0,0-2 1 15,7-1-2-15,4-1 0 0,9 2-5 0,15 3-8 0,8-8-4 16,10-1-4-16,0 2-3 0,10-2-5 0,19-11-3 16,-17 8 1-16,19-1-3 0,-4 0-3 0,-21-3-1 15,-1 2-3-15,-5-3-10 0,-3 2 1 0,1 0-3 16,-8 0-2-16,-15 3-4 0,-4-3-2 0,-3 2 8 16,-4 2-4-16,-4-4-3 0,-3 3 1 0,-4-1 4 15,-4-4-6-15,-4 2 1 0,2 6-1 0,-14-17-2 16,-3 9 9-16,-6-2-4 0,-5-2 2 0,-12-1-6 15,-6 2 2-15,-1-4 6 0,-2 5-6 0,-9 0 0 16,10-4 1-16,-7 2-18 0,4-3-25 0,-2 5-18 16,1-1-17-16,8 0-19 0,9 4-30 0,5-1-22 15,7-1-36-15,0 1-26 0,3 5-35 0,10-4-36 0,2 2-44 16,1 1-168-16,2-4-537 0,5 8 238 0</inkml:trace>
  <inkml:trace contextRef="#ctx0" brushRef="#br0" timeOffset="91625.82">15278 15586 67 0,'0'0'279'15,"0"0"-8"-15,0 0-13 0,0 0-23 0,0 0-28 16,0 0-18-16,0 0-12 0,0 0 4 0,0 0-1 16,-1 20 3-16,2-10-8 0,4-2-5 0,5 12-9 15,-5-1-5-15,10 0-10 0,-3 10-23 0,1-2-1 16,7 17-12-16,1-8-14 0,-2 4-9 0,4-1-3 0,-10 5 1 15,8 0-18-15,-6-2-4 0,7 0-8 16,-6-3-9-16,6-1 5 0,-7 1-35 0,-4-14-18 16,-1 5-30-16,2-3-22 0,-2-3-28 0,1-4-33 0,-7-2-51 15,7-4-53-15,-6-7-50 0,0 3-249 0,4-3-559 16,4-6 248-16</inkml:trace>
  <inkml:trace contextRef="#ctx0" brushRef="#br0" timeOffset="91953.92">16192 15531 15 0,'0'0'382'0,"0"-9"-5"0,0 3-11 0,0 6-6 16,0-11-18-16,0 9-28 0,0 2-19 0,0 0-31 0,0-8-28 15,0 8-13-15,0 0-36 0,0 0-19 16,0 0-7-16,-7 18-25 0,6-9-15 0,-6 4 5 16,1 3-26-16,-1 2-4 0,5 2-11 0,-4 7-13 0,-1-6-1 15,5 8 0-15,-4-2-14 0,-1 0 0 0,5 1-10 16,2-1-1-16,2 0-7 0,1 2 3 0,4-2-7 16,-2-1-3-16,2-4 0 0,8 2 4 0,-7-8-7 15,5 6-6-15,4-12-7 0,-4 4-36 0,8-9-38 16,9 3-41-16,-13-8-41 0,8 0-41 0,-2-3-50 15,5-3-59-15,2-5-55 0,-6-4-272 0,6 3-666 16,8-7 295-16</inkml:trace>
  <inkml:trace contextRef="#ctx0" brushRef="#br0" timeOffset="92172.65">16819 15571 240 0,'0'0'279'16,"0"-7"-19"-16,0 7-15 0,0 0-7 0,0 0-11 0,0 0-5 15,-29 14-3-15,22-9-7 0,-1 1-12 0,-2 3-11 16,0 5-13-16,-3-2-10 0,-1 3-10 16,3 1-22-16,1 1-3 0,-10 2-12 0,2 4-14 0,-2-1-8 15,2-1-7-15,-2 1-9 0,-2-4 7 0,7-1-28 16,4-5-24-16,-6 3-39 0,6 2-31 0,-4-2-38 16,3-4-37-16,-1 0-42 0,5-3-41 0,-1-5-61 15,3-2-26-15,-1 4-201 0,7-5-519 0,0 0 229 16</inkml:trace>
  <inkml:trace contextRef="#ctx0" brushRef="#br0" timeOffset="92360.14">16472 15660 63 0,'0'-6'308'0,"-4"-1"1"16,1 0-18-16,3 7-28 0,0-4-24 0,0 4-28 16,0 0-21-16,0 0-15 0,0 0-13 0,0 0-4 15,0 0-5-15,0 0-6 0,12 19-15 0,-6-8 7 16,6 1-23-16,1 0-17 0,4 0-2 0,4 4-7 0,6-1-8 15,-6 0-15-15,4 1-24 0,-2-5-25 16,5-2-40-16,0 4-44 0,1-6-53 0,-5 3-67 16,0-8-79-16,-3 0-218 0,2-2-523 0,-4 0 233 0</inkml:trace>
  <inkml:trace contextRef="#ctx0" brushRef="#br0" timeOffset="92594.49">16935 15412 377 0,'0'-7'384'16,"0"7"-22"-16,0 0-13 0,0 0-3 0,0 0 2 15,0 0 6-15,22 10-3 0,-9 1-1 0,-3 1-5 16,10-1-13-16,1 5-28 0,4 4-27 0,5-4-23 16,3 8-23-16,-10-5-27 0,10 7-15 0,2 7-10 15,-5-6-27-15,-7-3-15 0,-6 1-15 0,2 7-11 16,-5 0-17-16,-8 9-24 0,-6-7-39 0,-6 6-51 0,-9 2-77 15,-3-1-80-15,-9-4-72 0,-8 0-58 16,1 2-62-16,-11-4-77 0,0-4-319 0,-1 3-829 16,-6-6 367-16</inkml:trace>
  <inkml:trace contextRef="#ctx0" brushRef="#br0" timeOffset="111324.95">9590 3661 109 0,'10'11'302'0,"-5"-5"-10"16,1-2-5-16,2 1-8 0,-3 1 5 0,2-2 7 15,1-2 1-15,1-1 0 0,-3 4 5 0,-6-5-1 16,20-5-1-16,-10 4 0 0,2-5-13 0,-3 3-11 16,3-7-9-16,0-1-17 0,1-4-14 0,3 4-12 15,-4-5-2-15,0 0-13 0,-1-10-8 0,2 3-9 16,-1-1-17-16,0-3-15 0,-4 0-8 0,2-12-17 15,0-3-7-15,-2 3-13 0,4-4-6 0,-12-4-15 16,5 5-8-16,-5-2-3 0,0 0-16 0,0-1-4 16,0 0-5-16,-5 3-3 0,5 0-5 0,-5 12-9 15,-2 1-5-15,2 4-1 0,2-2-9 0,-2 5 1 16,0 3 4-16,2 3-7 0,-2 4-2 0,3 3 7 16,0 0-19-16,-1 1 3 0,3 4-19 0,0 4-3 0,0 0-3 15,0 0 0-15,-20 12 0 0,15 0 4 0,-2 6-5 16,3 9 4-16,-1 0 0 0,0 4-7 15,0 12-1-15,0-6-7 0,-2-7 5 0,2 15-1 0,-2-5-3 16,6 2-10-16,1 0-6 0,0-10-5 0,1 7-15 16,6-6-1-16,-7-5-22 0,0 2-13 0,2-6-7 15,3 8-12-15,0-13-4 0,3 6 3 0,0-6-5 16,-1-1 3-16,6-3 6 0,-1-1 6 0,8-4-1 16,-4-3-7-16,16 4 1 0,-6-3 7 0,-1-4 7 15,10-3 6-15,-6-2 25 0,1-3-8 0,-3-4 12 16,1 2 0-16,-8 0 21 0,1 0-1 0,-3 1 6 15,-1-2 11-15,-2-1 19 0,0 0 3 0,-7 1 26 16,0 5 11-16,-1-1 7 0,1-5-1 0,-8 8-5 0,7-6-1 16,-4 4-6-16,-3 2-7 0,0 0-1 15,0 0-2-15,0 0-1 0,0 0-2 0,0 0-1 16,0 0-1-16,0 19-3 0,0-19-11 0,-3 9-14 16,3-5 0-16,0-4-2 0,0 12 4 0,6-8-7 0,-6 3-7 15,4-1-4-15,1-5 3 0,3 5-5 0,2-4-4 16,-5 3 1-16,6-2-5 0,-2-3 4 15,-1 2-3-15,-8-2-1 0,15 0 14 0,-4-5-4 0,-7 3 8 16,7-5 8-16,-9 2 0 0,3-5 4 0,-3 2 0 16,-2-3 0-16,-2 0 6 0,-3 2 6 0,3-6 2 15,-4 3 17-15,-3-1 4 0,-2-4 10 0,4 7 2 16,-1-7 4-16,0 7-3 0,-1 0 8 0,3-2 2 16,-1 4 8-16,1-4 9 0,-1 6-6 0,5 1-4 15,-4-5 3-15,2 5-4 0,3 1-9 0,1 4-1 16,-4-8-7-16,4 8-5 0,9-8 3 0,-3 4-14 15,1 1 3-15,8 3-14 0,-15 0-2 0,23 0-5 16,-8 0-1-16,5 3-2 0,-4-1 2 0,6 0-8 16,-2 2 4-16,-4 0-2 0,4 0-3 0,-2 1-2 15,1-2-4-15,-3 8-3 0,-1-7 0 0,2 4-8 16,-3-1 2-16,0 2-4 0,1-1 2 0,-7-2-9 16,3 6 3-16,1-8-4 0,-5 1-3 0,-1 6-1 0,1-7 4 15,-5 3 0-15,4 2 3 0,-4-1-2 0,3-2 9 16,-4-2 1-16,-1 3 6 0,0-7 0 15,0 10-3-15,5-7 10 0,-5-3-3 0,0 0 4 0,-5 7 9 16,5-7 4-16,0 0 17 0,0 0 4 0,0 0 15 16,0 0 3-16,0 0 5 0,0 0 2 0,0 0 2 15,0-22-3-15,5 14-7 0,-3 0 10 0,0-3-6 16,4 2-2-16,1-9 8 0,0 5-10 0,2-2-2 16,1-1-5-16,-1 1-6 0,-1 0 1 0,7 0 1 15,-7 3-4-15,5 0 2 0,-6 2-6 0,0 3 0 16,-1 1-2-16,3-2-1 0,-1 4-6 0,-2-4-6 15,1 5-1-15,1 0 6 0,-1 1-7 0,-7 2-1 16,18 2 1-16,-6 3-5 0,-2-3 4 0,1 6-4 16,2 1-1-16,-1-1-3 0,0 4 3 0,-2-2 1 15,4 2-1-15,-4 0 2 0,4 1-2 0,-8-1 2 16,9 0-3-16,-8 0 4 0,1-5-1 0,-1 1-8 16,-1 4 15-16,-2-4-15 0,1 3 11 0,-4-7-3 0,-1 3 6 15,5 2 3-15,-10-1-3 0,4-1-3 0,-4 1 1 16,-4-2 4-16,3 0-3 0,-3-3-14 15,4 3-45-15,-4-3-71 0,0 3-84 0,-1-2-107 16,-1-4-370-16,11 0-747 0,-9 5 331 0</inkml:trace>
  <inkml:trace contextRef="#ctx0" brushRef="#br0" timeOffset="134912.57">12062 14408 137 0,'0'0'185'16,"0"0"-7"-16,0 0-12 0,-8-2-13 0,8 2-7 15,0 0-7-15,-6-1-7 0,6 1-9 0,0 0-5 16,-24 4-7-16,18-1-4 0,-3-2-7 0,-2 2-3 16,1 1-2-16,-3-3-2 0,1 5 0 0,1-5-6 15,-6 6-1-15,-3-3-3 0,4 4-3 0,-4-3-5 16,3-2-3-16,-3 4-5 0,4-5 0 0,1 3-9 16,2 1-2-16,1-2-7 0,0-1-7 0,2 4-4 15,-1-6-2-15,3 3-6 0,-1-2-1 0,3 3-1 0,6-5-5 16,-14 4 0-16,8-3 0 0,6-1-1 15,0 8-5-15,0-8 1 0,0 4 0 0,0-4 0 16,6 11-2-16,6-4 1 0,3 0-1 0,2 2-2 0,4-1-3 16,7 0 1-16,-3-1 2 0,5 4-2 0,0 0-1 15,-1-2 0-15,0-5-4 0,2-1 1 0,0 2-2 16,-11-1 1-16,13-2-2 0,-8 0 1 0,-3 3-4 16,-2-3 0-16,-2-2 0 0,0 1-2 0,-3-1 0 15,-4-1 1-15,1 1 1 0,-2 0-1 0,0-2 6 16,-5-3-7-16,5 5 4 0,-7-2 3 0,4-3-4 15,-7 5-3-15,5-12 3 0,-5 4-2 0,1 4 3 16,-2-5-1-16,-1-2 3 0,-8 4 2 0,7-4-2 16,-7-2 0-16,2 1 2 0,-4-2-2 0,-1 2 4 15,0-3-6-15,1 3-1 0,-5 0-1 0,3 4 4 16,-1-3-7-16,0 2-1 0,-2-3-19 0,4 3-23 0,-2 3-17 16,0 0-24-16,2 1-29 0,3 2-34 0,-3 2-29 15,6-2-34-15,7 3-31 0,-13-3-174 16,3 3-449-16,10 0 198 0</inkml:trace>
  <inkml:trace contextRef="#ctx0" brushRef="#br0" timeOffset="135209.44">12039 14322 129 0,'0'0'264'0,"2"-6"-6"0,-2 6-14 0,7-6-16 15,-7 6-22-15,0 0-22 0,0-6-20 0,0 6-18 0,0 0-15 16,0 0-13-16,0 0-12 0,6 18-15 0,-6-12-7 16,2 5-5-16,-2 2-4 0,6 2 2 15,-6 2-1-15,0-1-5 0,5 4-7 0,-5 0-7 0,2 0-4 16,-2 9-3-16,5-4-1 0,0 2-10 0,-5 0-2 16,5-3-1-16,-5-5-6 0,5 1 1 0,-3-1-3 15,-1-2-3-15,6-1 0 0,-2 3-4 0,-4-3 0 16,4-5-8-16,4 5-23 0,-8-10-29 0,8 4-37 15,-3-2-40-15,3-1-48 0,-3 0-38 0,2-5-47 16,4 1-160-16,-5 1-444 0,3-4 197 0</inkml:trace>
  <inkml:trace contextRef="#ctx0" brushRef="#br0" timeOffset="135600.03">12466 14296 91 0,'5'-1'269'0,"-5"1"-10"15,5-9-6-15,-5 9-10 0,0 0-21 0,5-5-21 16,-5 5-20-16,0 0-16 0,0 0-19 0,0 0-21 16,0 0-11-16,0 0-15 0,0 0-9 0,0 0-9 15,-21 15-5-15,19-7-10 0,-5 0-1 0,6 5-11 16,-4-3 1-16,3 2-3 0,-5 0-5 0,3 7-3 16,-5-4-1-16,3-2-2 0,6 2-5 0,-4 3-2 15,-1-5-4-15,5-1-2 0,-1 2-3 0,2-2-3 16,-1-1 0-16,-1-1 1 0,2 0 0 0,-1 4-3 0,9-8-3 15,-4 3 0-15,1 1-11 0,1-2-19 16,8-5-30-16,0 3-39 0,-4 0-43 0,6-5-49 16,-6-1-38-16,9-1-46 0,-3-5-155 0,-4 6-448 0,4-5 198 15</inkml:trace>
  <inkml:trace contextRef="#ctx0" brushRef="#br0" timeOffset="135881.26">12791 14319 59 0,'0'0'247'0,"0"-7"-19"0,0 7-19 0,0 0-16 0,0 0-20 16,0 0-18-16,-5-7-16 0,5 7-14 0,0 0-14 16,0 0-12-16,0 0-6 0,0 0-10 15,-10 23-7-15,8-21-8 0,-3 7-3 0,-3-2-3 0,6-1-4 16,-3 1-4-16,-3 5-5 0,1-1-5 0,-1 1-3 15,1 0-6-15,-1 3-1 0,-2-3-6 0,-1 0 0 16,6-5 0-16,-5 3-2 0,3-3-4 0,-3 3-5 16,5 0-20-16,-1-3-33 0,-3-1-34 0,8 0-35 15,-4 0-29-15,1-3-25 0,4-3-27 0,0 0-140 16,0 0-354-16,0 0 157 0</inkml:trace>
  <inkml:trace contextRef="#ctx0" brushRef="#br0" timeOffset="136099.99">12667 14385 247 0,'-2'-6'248'0,"2"6"-14"0,0 0-18 0,-5-6-16 0,5 6-18 16,0 0-18-16,0 0-17 0,0 0-12 0,0 0-8 16,0 0-2-16,0 0-4 0,0 0-11 0,0 0-12 15,13 21-8-15,-11-15-7 0,3-1-8 0,5 2-9 16,-4 1-3-16,3-3-9 0,2 2-4 0,-3-4-21 15,1 2-23-15,4 3-33 0,2-2-41 0,-7-1-36 16,9-2-50-16,-6-1-52 0,-2 1-180 0,4 2-417 16,2-2 185-16</inkml:trace>
  <inkml:trace contextRef="#ctx0" brushRef="#br0" timeOffset="136381.22">12840 14178 272 0,'-6'-5'290'0,"6"5"-25"0,0 0-23 0,0 0-19 16,0 0-7-16,0 0-3 0,0 0-12 0,0 0-11 16,0 0-9-16,16 12-12 0,-9-4-12 0,0-2-8 15,1 3-9-15,-2 2-10 0,4 0-11 0,4 5-8 16,-1-3-14-16,-5 2-10 0,4 2-6 0,-1-3-8 15,1 4-8-15,-2-2-8 0,1 2-2 0,4 3-8 16,-5-5 0-16,-8-1-4 0,8 3-9 0,-7 0 1 16,-3-1-10-16,2 8-18 0,-4-7-23 0,-5-2-28 15,-1 1-30-15,2 5-34 0,-9-7-36 0,1 2-52 16,3-2-57-16,-9 3-278 0,3-6-576 0,-1 3 255 16</inkml:trace>
  <inkml:trace contextRef="#ctx0" brushRef="#br0" timeOffset="158530.38">14159 11234 219 0,'0'-8'333'15,"0"8"-1"-15,-1-12-15 0,1 12-7 0,0-7-8 16,0-1-12-16,0 8-7 0,-5-6-22 0,5 6-22 0,0 0-22 16,0 0-23-16,0-8-23 0,0 8-21 0,0 0-17 15,0 0-12-15,0 0-21 0,0 0-9 0,0 0-12 16,0 0-8-16,0 0-6 0,0 0-5 0,0 0-9 16,-8 22-6-16,8-17-2 0,0 3-9 0,0-2 1 15,-5 3 0-15,3-3-6 0,2-6-5 0,2 16-1 16,-2-7-5-16,5-6 3 0,-5 8-5 0,1-5-5 15,6 3 1-15,-2-4-3 0,-4-1 2 0,8 2 0 16,-3-3 2-16,4 0-1 0,2-1-3 0,-4-2-2 16,7 0-1-16,-2 0-2 0,-4-2 3 0,5-1-1 15,0 0 0-15,-1 0 0 0,-3-4 5 0,0 2-6 0,1-4 2 16,-1 4 0-16,0-3-2 0,-1 1-3 0,-3 2 12 16,-1-6-8-16,2 7 10 0,-4-3 5 0,2 2-1 15,-2-3 8-15,-1 4 9 0,-2 4-4 0,5-8 1 16,-2 2 3-16,-3 6-4 0,2-8-2 0,3 7-3 15,-5 1-3-15,0 0-5 0,0 0 0 0,0 0-9 16,0 0-5-16,2-8-4 0,-2 8-4 0,0 0-1 16,0 0-3-16,0 0 1 0,0 0 1 0,6 16 0 15,-6-11 3-15,0 3-1 0,3 2-4 0,1-1 0 0,-4 2 3 16,1 3-2-16,4-5 0 0,-3 7 3 16,5-1 3-16,-6 0-3 0,4 1 1 0,0 1-6 15,-1-2 6-15,4 3 1 0,-8 1 0 0,6-2-2 0,1 2 4 16,-4-1 0-16,2-1-1 0,2 4-3 0,0-3 3 15,-1 3-7-15,-4-5 8 0,5 0-4 0,-1 2 2 16,-4-1 0-16,4 0-2 0,-4-2 0 0,3 0-4 16,-3 1 6-16,6-2-1 0,-8 1 5 0,3 0-3 15,-1-3 1-15,-2 0-2 0,0 0-4 0,2-3 4 16,-2 3 3-16,0-3-6 0,-2 0 4 0,0 5 1 16,-1-5-3-16,3-1 2 0,-8 2 2 0,6 0 0 15,-5-1-3-15,1-1 10 0,-2-1 0 0,1-1 4 0,-1 2 7 16,-2-4 8-16,-2 3 7 0,5-2 13 15,-6-2 10-15,3-3 14 0,-3 1 17 0,5-1 0 16,8 0 12-16,-27-4 9 0,16 1 6 0,-4-5 3 0,0-1 5 16,2 2-12-16,3-8 3 0,-2 2-10 0,4-6-4 15,-2-8-11-15,3-1-11 0,1-13-11 0,6 1-17 16,1-1-20-16,6 2-24 0,6-2-33 0,2 4-45 16,-3 6-70-16,8-11-84 0,4 3-88 0,-4 16-103 15,10-5-129-15,-8 8-345 0,14-2-961 0,-6 6 425 16</inkml:trace>
  <inkml:trace contextRef="#ctx0" brushRef="#br0" timeOffset="176997.83">12786 8752 163 0,'0'0'207'0,"0"0"-22"0,-10-6-18 16,10 6-17-16,0 0-15 0,0 0-16 0,0 0-11 0,0 0-7 15,0 0-11-15,0 0-6 0,0 0-11 16,0 15-8-16,0-15-3 0,5 8-9 0,-5-8-5 16,0 0-4-16,1 6-3 0,-1-6 0 0,7 4-3 0,-7-4 1 15,2 4 4-15,-2-4 4 0,0 0 11 0,0 0 7 16,0 0 2-16,0 0 6 0,0 0 0 0,0 0 2 15,13-10 1-15,-13 10 1 0,0 0-8 0,0-9-1 16,0 9-5-16,0 0-5 0,0 0-7 0,0 0-15 16,0 0-19-16,0 0-23 0,0 0-30 0,0 0-36 15,0 0-45-15,0 0-55 0,0 0-75 0,-13 15-150 16,13-6-430-16,6-1 191 0</inkml:trace>
  <inkml:trace contextRef="#ctx0" brushRef="#br0" timeOffset="186450.58">12746 8837 44 0,'0'0'248'0,"0"0"-4"16,0 0-6-16,-7-3-7 0,7 3-8 0,0 0-7 16,0 0-19-16,0 0-10 0,0 0-4 0,0 0-5 15,0 0-11-15,2-11-8 0,-2 11-7 0,0 0 0 16,0 0-7-16,13-6 5 0,-13 6-6 0,0 0-7 15,0 0-5-15,5-3-7 0,-5 3-8 0,0 0-8 16,0 0-5-16,0 0-1 0,0 0-17 0,0 0-6 16,0 0-7-16,0 0-11 0,4-4-8 0,-4 4-2 0,0 0-7 15,0 0-1-15,0 0-10 0,0 0-1 16,0 0-2-16,0 0-3 0,0 0-5 0,0 0-1 16,0 0 0-16,0 0-4 0,0 0-3 0,26 4 6 0,-26-4-3 15,13 0-5-15,-3 0-5 0,3 0 1 0,-13 0 0 16,29-3 0-16,-13 2-2 0,1-1 2 0,3 1-4 15,3 1-1-15,-7-4 1 0,4 0-1 0,2 1-2 16,-4 2 4-16,3-3-4 0,-1 3-2 0,-3-1 0 16,-2 1 6-16,-2 1-5 0,2 0 1 0,-7 0-2 15,5-4 3-15,-4 4-1 0,-9 0-6 0,15-2 7 16,-15 2-4-16,11 0 1 0,-11 0 2 0,0 0-2 16,0 0-2-16,10-2 2 0,-10 2-2 0,0 0-7 15,0 0 0-15,0 0-3 0,0 0-4 0,0 0-6 16,0 0-14-16,0 0-19 0,0 0-27 0,5 5-21 15,-5-5-31-15,0 0-31 0,0 0-32 0,0 0-37 0,0 0-43 16,0 0-49-16,0 0-220 0,0 0-590 0,-13 12 261 16</inkml:trace>
  <inkml:trace contextRef="#ctx0" brushRef="#br0" timeOffset="187341.09">13358 8661 205 0,'0'0'251'0,"0"0"1"16,0-6-9-16,0 6-12 0,0 0-8 0,0-7-12 16,0 7-11-16,0 0-5 0,0-9-13 0,0 9-15 15,0 0-5-15,0-10-11 0,0 6-7 0,0 4-10 16,4-12-5-16,-1 9-14 0,-3 3-10 0,0-12-5 16,0 6-8-16,2 0-1 0,3-2-2 0,-5 1-11 15,1 3-10-15,6-7-1 0,-7 3-2 0,2 1-14 16,3 1 4-16,-4-1-6 0,7-4-8 0,-8 3-5 15,0 0-2-15,5 0-1 0,-5 0-13 0,2-2 6 16,3 4-4-16,-3 0 15 0,-2-2-20 0,3 4 3 16,-3 4-2-16,3-8-5 0,-3 8-1 0,0-4-3 15,0 4-3-15,0 0-2 0,7-4 2 0,-7 4-6 16,0 0-8-16,0 0 2 0,0 0 1 0,0 0-4 0,0 0 4 16,0 0-2-16,7 12-2 0,-6-5 3 15,1 1 0-15,3 4 6 0,1-6 3 0,-4 7-12 16,5-2 8-16,1 6 0 0,-3-2 0 0,2 0 1 0,-2 2 3 15,0-2-5-15,0 3-3 0,-1-2-2 0,0 1 4 16,-3-2-2-16,6 3-5 0,-2 0 9 0,-3-8-5 16,-1 10-3-16,4-5-2 0,-3 0 3 0,5 0-1 15,-6-4-5-15,1 1 4 0,1 0-3 0,-1 0 2 16,4-4 6-16,-4 3-5 0,3 1-5 0,-5-5 3 16,2 1 1-16,3 1 0 0,-2-3 2 0,0 0-2 15,-3-1 4-15,2 0-3 0,-2 0-1 0,0-5 5 16,2 9-5-16,-1-3 5 0,-1-6 2 0,0 4-3 15,0-4-1-15,4 7 7 0,-4-7-5 0,0 8-3 16,0-8-1-16,0 0-4 0,1 4-1 0,-1-4-3 16,0 0 8-16,0 0 3 0,0 0-4 0,4 6 1 15,-4-6-2-15,0 0-2 0,0 0 3 0,0 0 1 0,-5 7 1 16,5-7 0-16,0 0 3 0,-9 7 0 0,9-7-1 16,-10 5 1-16,10-5 4 0,-8 3-4 15,0-3 3-15,3 5-2 0,5-5-2 0,-12 0 2 0,12 0 5 16,-13 2-3-16,5 1 2 0,8-3-1 0,-13 5 3 15,13-5 5-15,0 0 7 0,0 0 4 0,-10 0 3 16,10 0 8-16,0 0 0 0,-12 4 4 0,12-4 4 16,0 0-1-16,0 0 0 0,0 0 3 0,0 0 5 15,0 0 2-15,0 0-2 0,0 0 5 0,0 0-12 16,0 0-1-16,0 0-2 0,0 0-5 0,0 0-5 16,0 0 1-16,0 0-7 0,0 0-4 0,20-16 7 15,-20 16-6-15,11-3 1 0,-6 0-3 0,2 1-12 16,1-2-11-16,6-2-16 0,0 1-18 0,-4 3-25 0,5-3-30 15,5 2-35-15,0 1-56 0,2-2-66 16,7-2-67-16,-5 1-253 0,9 4-623 0,1 1 276 16</inkml:trace>
  <inkml:trace contextRef="#ctx0" brushRef="#br0" timeOffset="206372.4">11227 5211 76 0,'0'0'257'0,"0"0"-8"0,0 0-15 0,0 0-15 16,0 0-13-16,0 0-14 0,0 0-13 0,0 0-14 0,0 0-11 15,0 0-13-15,0 0-5 0,0-20-9 0,0 20-7 16,1-4-5-16,-1 4-3 0,0 0-1 15,2-12-7-15,-2 12-2 0,7-3 1 0,-7 3-2 0,1-6-4 16,-1 6-2-16,5-7 1 0,-3-4-5 0,-1 5 1 16,3 3 0-16,-3-4-4 0,1-1 0 0,1 1-4 15,1 2 0-15,-4-4 0 0,1 1-7 0,-1 3 0 16,0-6-6-16,4 6 0 0,-4-2-6 0,1-2-3 16,1 2-8-16,-2-3-1 0,3 3 1 0,-3 7-5 15,0-10 1-15,5 6-6 0,-5 4-4 0,0-5-2 16,0 5-5-16,0 0-3 0,0 0-4 0,5-8-7 15,-5 8-1-15,0-6-7 0,0 6-1 0,0 0-2 16,0 0-6-16,0 0-6 0,0 0 1 0,0 0 1 16,0 0-1-16,0 0-4 0,0 0 0 0,10 14 7 15,-10-14-9-15,5 13 7 0,-3-5-3 0,4-1-2 16,-2 5 2-16,-1 0-3 0,4-1 1 0,-6 2-1 0,6 5-2 16,0-3-3-16,-6 0-4 0,4 5 6 0,-2-5-17 15,2-2-2-15,-3 3-2 0,5 3-5 0,-1-3-6 16,-4 3 2-16,3-2 1 0,-2 0-1 0,1-1 3 15,-3 0 0-15,4-1-5 0,-3 0 9 0,-2 1 0 16,0-3-2-16,3-4 14 0,0 4-10 0,-6-3-3 16,3 0 3-16,3-1 4 0,-6-1 1 0,3 1 3 15,0-5 2-15,0-4 2 0,-3 9-1 0,3-3 0 16,0-6 4-16,0 8 6 0,0-8-1 0,0 5 1 16,0-5 3-16,0 0-2 0,-2 7 0 0,2-7 4 15,-5 4 1-15,5-4-1 0,-5 1-1 0,5-1 0 16,-10 3 1-16,10-3 1 0,-6 3 2 0,6-3-6 15,-15 4-2-15,15-4 3 0,-15 1 0 0,7 2 4 0,-2 1-1 16,0-2 3-16,3 0 5 0,-3-1-7 16,10-1-1-16,-15 3-3 0,9-3 8 0,6 0 7 15,-15 3-7-15,8-2-3 0,7-1 4 0,-8 5-2 0,8-5 1 16,0 0 9-16,-10 2-2 0,10-2 5 0,0 0 5 16,0 0 2-16,0 0 8 0,0 0-4 0,0 0-1 15,0 0-3-15,0 0-3 0,0 0 2 0,26-11-4 16,-12 8 0-16,2 0-1 0,1-2-4 0,1 4-6 15,-1-3 9-15,2 0-7 0,-4 1-1 0,0 2 21 16,0-1-22-16,-2 1-14 0,2 1-12 0,-6-3-15 16,2 3-22-16,-3-1-26 0,-8 1-33 0,12 0-37 15,-12 0-36-15,0 0-44 0,15 0-53 0,-15 0-233 16,0 0-565-16,5-4 251 0</inkml:trace>
  <inkml:trace contextRef="#ctx0" brushRef="#br0" timeOffset="208012.87">11842 4827 75 0,'0'0'201'0,"0"0"-10"0,0 0-15 0,0 0-5 0,0 0-10 16,0 0-13-16,0 0-7 0,0 0-9 0,0 0-6 16,0 0-6-16,0 0-7 0,0 0-8 0,0 0-9 15,0 0-8-15,-3-9-8 0,3 9-7 0,0 0-8 16,0 0-7-16,0 0-8 0,-13 0-5 0,13 0-4 15,-10-2-4-15,10 2-4 0,0 0-3 0,-20 2-4 16,13-4 0-16,7 2-4 0,-15 3 0 0,15-3-5 16,-21-3 1-16,13 3-1 0,8 0 0 0,-15 0-4 15,6 2 2-15,-2-1-4 0,11-1-1 0,-10 4 1 16,10-4-2-16,-12 1 0 0,12-1-7 0,0 0 4 16,0 0-3-16,0 0-1 0,0 0 1 0,0 0 1 15,0 0 1-15,-15 0-4 0,15 0 1 0,0 0-4 0,0 0 3 16,0 0-2-16,0 0 1 0,0 0 1 15,-8 3 0-15,8-3-3 0,0 0 2 0,0 0 1 16,-5 4 0-16,5-4-1 0,-3 8-3 0,0-4 4 0,3-4 0 16,0 0-1-16,-9 10 1 0,9-10-1 0,-3 5-1 15,-2 2 1-15,5-7-2 0,-5 7-2 0,5-7 6 16,-3 5 1-16,3-5 1 0,0 4-4 0,0-4 1 16,-7 9-3-16,7-9 3 0,-5 6-2 0,5-6 3 15,-3 4 0-15,3-4 2 0,0 0-1 0,-2 2-2 16,2-2-1-16,0 0 0 0,-5 6 0 0,5-6-1 15,0 0 2-15,0 0-1 0,0 0 2 0,-1 9-1 16,1-9 0-16,0 0-2 0,0 0 1 0,0 0 0 16,0 0 1-16,0 0-2 0,0 0 1 0,0 6 3 15,0-6-6-15,0 0 3 0,0 0 1 0,0 0 0 16,0 0 0-16,0 0-1 0,0 0 1 0,0 0 1 16,0 0-2-16,0 0 0 0,-9 3 1 0,9-3 0 15,0 0 0-15,0 0-1 0,-5 3 3 0,5-3-3 16,0 0 2-16,0 0-2 0,0 0 1 0,0 0-2 15,0 0 1-15,0 0-1 0,0 0 0 0,0 0 1 16,0 0 0-16,0 0-2 0,0 0 1 0,0 0 0 0,0 0 2 16,0 0-4-16,0 0 3 0,-5 5-4 0,5-5 2 15,0 0 2-15,0 0 0 0,0 5-1 0,0-5 0 16,0 0 0-16,0 0 0 0,2 12-3 16,0-9 0-16,-2-3 4 0,0 9-2 0,0-9 1 0,1 12 1 15,4-4-2-15,-5-3 0 0,0 0 3 0,2 4-2 16,1-1 2-16,1 2 0 0,-4-2-1 0,1 1 2 15,4-2-4-15,-3 4 3 0,1-2-4 0,0 1 1 16,-1-1 1-16,-2 2 2 0,7-2 0 0,-7 0 0 16,0 1-1-16,3 1 0 0,-3-2 0 0,0-2 0 15,3 7 0-15,-3-5 0 0,0-2 0 0,0 1-3 16,0 1 6-16,0-2-2 0,0 3-2 0,2-3 2 16,-4 1 0-16,4-1-1 0,-2-1 1 0,0 2-2 15,5-2 1-15,-5-1 3 0,0-5-4 0,0 12 1 16,0-4 1-16,0-4-1 0,0-4 4 0,0 8-4 15,0-2 2-15,0 0 0 0,0-6 0 0,0 10 0 16,3-2 6-16,-3-5 4 0,4 3-2 0,-3 0 4 16,3 0-1-16,-8 1-2 0,4-7 1 0,7 8-4 0,-7-4-1 15,0-4 2-15,0 7 1 0,0 0-4 0,0-7 1 16,7 6-2-16,-7-3 3 0,0-3-3 16,1 11 4-16,2-7-8 0,1 0 3 0,-4 1 0 15,0-5-1-15,0 6-2 0,0-6 1 0,1 12 1 0,4-8-1 16,-5-4 0-16,-5 10 1 0,10-9-1 0,-5-1 0 15,-5 12-3-15,10-8 6 0,-5-4-5 0,0 8 1 16,0-8 3-16,0 7-7 0,0-7 5 0,2 8-1 16,-2-2 1-16,0-6-3 0,5 6 1 0,-5-6 1 15,0 7 1-15,0-7-2 0,2 8-3 0,-2-8 2 16,0 6 3-16,0-6 1 0,0 7-3 0,0-7 2 16,1 6 1-16,-1-6-2 0,5 5-2 0,-5-5 1 15,0 7 0-15,0-7 1 0,2 5-1 0,-2-5 1 16,5 4-2-16,-5-4 3 0,0 0 0 0,0 8 1 15,0-8-1-15,2 6-2 0,-2-6-1 0,0 0 3 16,5 3 1-16,-5-3-3 0,0 0 0 0,3 6 3 16,-3-6 0-16,0 6-3 0,0-6 2 0,0 0-2 15,0 0 3-15,0 0 0 0,0 8-2 0,0-8 3 0,0 0 1 16,0 0 14-16,5 5 1 0,-5-5-2 16,1 3-1-16,-1-3 1 0,0 0 2 0,0 0-2 15,0 9 0-15,0-9 2 0,0 0-2 0,0 0 10 16,0 0-7-16,12 3-2 0,-12-3 2 0,2 5-4 0,-2-5 0 15,0 0 0-15,6 3-2 0,-6-3-2 0,9 4 3 16,-9-4-1-16,6 3-2 0,-6-3 1 16,9 2-2-16,-9-2-3 0,14 0 1 0,-2 0 2 0,-12 0-1 15,20-2 5-15,-9 1-17 0,3-1-25 0,1-2-31 16,-4 1-45-16,7-2-59 0,-1 1-65 0,-2-5-273 16,1 3-540-16,-1-2 240 0</inkml:trace>
  <inkml:trace contextRef="#ctx0" brushRef="#br0" timeOffset="210809.57">12024 5036 268 0,'0'-7'256'0,"0"7"-17"0,0 0-19 16,0 0-18-16,0 0-22 0,0 0-21 0,0 0-17 15,9-1-17-15,-9 1-10 0,0 0-15 0,0 0-9 16,0 0-11-16,8 12-7 0,-1-8-6 0,-3 4-4 0,-2-1-5 15,0 1-2-15,4 1-1 0,1 0-6 16,-2 0 3-16,-3 0-11 0,1 0 2 0,2 3-7 16,0 0-1-16,-3-3-4 0,-1 3-4 0,6-2 0 15,-7-2-2-15,0 4-2 0,5-3-1 0,-4 1-2 0,-1 2-5 16,5-4 1-16,-1 1-1 0,-4 1 1 0,0 0 0 16,5-3-4-16,-4 3 2 0,-1-2-2 0,7 1-3 15,-7-2 1-15,0 0-2 0,3-2-13 0,1 3-16 16,-4-2-30-16,1 2-33 0,4-3-37 0,-5-5-38 15,7 10-43-15,-4-5-212 0,2-3-448 0,-5-2 199 16</inkml:trace>
  <inkml:trace contextRef="#ctx0" brushRef="#br0" timeOffset="211137.66">12281 5148 59 0,'0'0'295'0,"0"0"-13"16,0 0-11-16,2-6-10 0,-2 6-16 0,0 0-14 0,0 0-13 16,0 0-19-16,0 0-13 0,0 0-14 0,0 0-7 15,0 0-12-15,0 0-10 0,1-5-9 16,-1 5-10-16,0 0-13 0,0 0-10 0,0 0-4 0,0 0-11 15,0 0-8-15,20 0-15 0,-12 0 0 0,-8 0-4 16,15-1-4-16,-15 1-4 0,22 0-11 0,-7-4-9 16,1 1 1-16,-3-1-14 0,7 1-20 0,-1 1-20 15,-6 0-24-15,8 1-34 0,-6-3-32 0,0 3-39 16,2-1-47-16,-1-2-40 0,-6 1-58 0,3 2-184 16,-1-4-520-16,1 2 230 0</inkml:trace>
  <inkml:trace contextRef="#ctx0" brushRef="#br0" timeOffset="212153.25">12667 4974 127 0,'3'-4'214'0,"-3"4"-14"0,0 0-17 0,0 0-20 15,0 0-13-15,0 0-17 0,0 0-10 0,0 0-17 16,0 0-10-16,0 0-12 0,0 0-5 0,0 0-7 15,11 12-6-15,-11-12-10 0,9 7-4 0,-4 1-8 16,-5-4-2-16,1 2-4 0,8 0-2 0,-8 1-8 0,3-2 1 16,2 4-2-16,-4 0-1 0,4-1-1 0,-4-1-5 15,3 2-4-15,2-2 0 0,-6 2-4 16,1-1 2-16,3-1-4 0,-3 5 3 0,4-5-5 16,-6 0 1-16,5 2-1 0,-3-2 1 0,0-2-4 0,-2 2 5 15,0 1-6-15,6-4 4 0,-6-4-1 0,0 10-3 16,0-10 3-16,0 5-4 0,0-5 2 0,0 7 2 15,0-7-2-15,0 0 3 0,0 5 24 0,0-5 16 16,0 0 8-16,0 0-1 0,0 0-2 0,0 0-1 16,0 0 3-16,0 0-5 0,0 0 0 0,0 0-2 15,5-22 1-15,-5 17-3 0,2 0-6 0,3-6 4 16,-5 5-6-16,1 0-3 0,3-6-3 0,-4 1 5 16,5 7-2-16,0-7 0 0,-5 4 0 0,1-1-1 15,6-1 1-15,-5 2 1 0,3-2-7 0,-4 2 0 16,6 0-5-16,-4 3 0 0,2-2-3 0,-5 1-7 15,0 5 3-15,7-7-5 0,-7 7-3 0,6-5 0 16,-6 5-2-16,7-4-4 0,-7 4-1 0,0 0 2 16,0 0-5-16,0 0 10 0,17 4-8 0,-11 1-3 0,-4 1 1 15,3-3-5-15,1 3 0 0,-2-2-4 16,2 4-3-16,1-2-2 0,-4-3 1 0,2 3-5 16,2 0-3-16,-2 2 2 0,-2-1-2 0,4 2-2 0,-6-1 1 15,4-1-1-15,-3-4-1 0,3 3 4 0,-2 0-1 16,-3-1 4-16,0-5 2 0,5 8 2 0,-3-5 1 15,-2-3 3-15,0 0-3 0,0 0 7 0,0 0 3 16,2 7 11-16,-2-7 9 0,0 0 0 0,0 0 15 16,0 0-2-16,0 0 2 0,0 0 4 0,0 0 4 15,5-18 5-15,-2 13 6 0,-3 5-4 0,1-12 10 16,1 6-1-16,0-2 3 0,3 1 3 0,-4-1-3 16,1 1-2-16,5-1-4 0,-4 3-5 0,2-3 14 15,2 2-18-15,-4 0-11 0,2 0-2 0,1 0-5 16,1 0-2-16,-5 3-8 0,4-2 2 0,1 3-2 15,-7 2-5-15,8-8-2 0,-8 8-12 0,7-2 6 16,-7 2-4-16,0 0-9 0,15 0 1 0,-15 0-17 16,6 5-13-16,1 0-14 0,0-3-6 0,-4 6-13 15,2 1-13-15,3-2-17 0,-1 1-13 0,-6-1-19 16,6 4-20-16,1-2-21 0,-1 0-14 0,5 1-23 16,-6-2-13-16,-2 1-13 0,2-3-173 0,2 0-446 0,-1 2 197 15</inkml:trace>
  <inkml:trace contextRef="#ctx0" brushRef="#br0" timeOffset="212918.81">13322 5041 169 0,'0'-5'218'0,"-2"-2"-2"16,1 0-3-16,-1 0-13 0,0 1-12 0,-1-1-13 16,3 7-15-16,-5-7-16 0,2 2-14 0,3 5-16 15,-12-4-10-15,12 4-10 0,-11 0-12 0,11 0-8 16,-19 4-2-16,11-1-10 0,-2 1-7 0,-1 0-7 15,2 4-4-15,1-2-6 0,0-1-2 0,3 3-4 16,-5 0-4-16,5-1-5 0,-5 1-5 0,5-1-13 16,-2 3-7-16,6-4-9 0,-1-1-3 0,-3-1-9 15,5-4 1-15,0 11-5 0,0-11-3 0,0 8 1 16,0-8-3-16,8 1 3 0,-8-1 4 0,0 0 2 16,17-1 3-16,-17 1-2 0,17-5 6 0,-9 2 2 15,0-5 1-15,0 5-2 0,1-2 2 0,2-2 1 0,-6 3 4 16,7 0 7-16,-4-3-3 0,0 2 6 0,4 1 2 15,-5 0 1-15,-3 1-3 0,3-1 2 16,1 2 0-16,-1-1 1 0,0 0-3 0,-7 3-1 0,0 0 2 16,15-3-2-16,-15 3-1 0,8 0-3 0,-8 0-5 15,13 4 5-15,-6 1 2 0,-6-2 1 0,6 1-3 16,0-1-1-16,-2 4-11 0,-1-3-11 0,1-1 2 16,4 3-5-16,-3 0-4 0,-4-2-3 0,5 1-1 15,1-1 0-15,-1 3-8 0,-1-6 0 0,1 2 6 16,-7-3 1-16,13 1 7 0,-13-1 5 0,10 2 1 15,-10-2 0-15,0 0 1 0,12-3 4 0,-12 3 4 16,0 0 7-16,0 0 9 0,8-8 14 0,-8 8 3 16,6-3 8-16,-6 3 6 0,0 0 6 0,0-5-1 15,0 5 1-15,0 0-12 0,0 0-2 0,0 0-4 16,0 0-1-16,0 0-4 0,0 0 1 0,0 0-5 16,0 0 1-16,0 0-5 0,0 19 6 0,0-13-3 15,0 3-1-15,0 1 2 0,0 1-5 0,2 1 1 0,-2 0 2 16,0-2-7-16,0 7 6 0,0-5-5 0,5 5 3 15,-5-7-5-15,0 4 3 0,0-1 0 16,0-3 2-16,0-1-7 0,0 3 4 0,-5-2 1 0,3-5-1 16,-3 2-4-16,5-2 23 0,-1 1 16 0,1-6 10 15,-8 2 9-15,8-2 7 0,0 0 13 0,-15-2 3 16,15 2 8-16,-12-10-2 0,4 2 3 0,1-1 4 16,5-1-1-16,-4 1 3 0,6-4-5 0,-7-1-7 15,7-4-5-15,0 3-11 0,0 0-6 0,0-4-4 16,2 5-6-16,3-4-3 0,3 8-14 0,-3-5 2 15,5 1-1-15,-10 5-4 0,7-2-2 0,3 4-3 16,-5 1-5-16,4 0-4 0,1 1-10 0,-3 2-6 16,-4 2-7-16,11-3-2 0,-14 4-6 0,14 1-9 15,-14-1-3-15,10 4-4 0,-3-2-4 0,-2 3-9 16,2-4-4-16,-1 3-2 0,-6-4-10 0,5 8-12 16,-1-5-20-16,0 1-14 0,-4-4-22 0,0 0-30 15,2 7-39-15,-2-7-38 0,0 0-187 0,0 0-455 0,0 0 202 16</inkml:trace>
  <inkml:trace contextRef="#ctx0" brushRef="#br0" timeOffset="213121.91">13550 4797 177 0,'-1'-5'359'0,"1"5"-23"0,0 0-29 0,0 0-28 16,0-7-26-16,0 7-27 0,0 0-24 0,0 0-27 16,0 0-45-16,0 0-43 0,0 0-32 0,0 0-48 15,0 0-56-15,0 0-63 0,0 0-73 0,0 0-190 16,-5 19-405-16,5-19 179 0</inkml:trace>
  <inkml:trace contextRef="#ctx0" brushRef="#br0" timeOffset="213668.74">13807 4812 157 0,'0'-8'293'0,"0"8"-18"16,0 0-19-16,0 0-27 0,0 0-24 0,-7-3-22 15,7 3-19-15,0 0-19 0,0 0-12 0,0 0-15 16,0 0-13-16,14 15-9 0,-14-8-8 0,8 0-11 16,0 2-7-16,-1 3-4 0,6 2-6 0,-5-6-10 15,7 11 1-15,2-11-9 0,-1 8-2 0,-4-3-4 16,3-3-4-16,0 2 1 0,0-1-3 0,-1-2-4 0,0 2-1 16,-3-5-8-16,-1 1-1 0,-2 0 0 15,-1-2-2-15,1 1 0 0,-1-3-3 0,1-2-1 16,-3 4-2-16,-3-2 1 0,-2-3-2 0,8 6 1 0,-8-6-3 15,3 5-1-15,-3-5 5 0,0 0-7 0,0 0-1 16,-11 8 0-16,4-1 3 0,1-3-2 0,-3-3 0 16,1 6 2-16,-2-2-1 0,0 1 0 0,-1 3-4 15,-4-2 5-15,2 1 0 0,4 4 0 0,-7-4-1 16,-1 3 1-16,6 0-3 0,-3-3 1 0,1 7 3 16,-2-4-2-16,0-2 6 0,7-1-8 0,0-3-15 15,1 2-27-15,2 1-25 0,-3-4-47 0,0 1-44 16,8-2-50-16,0-3-243 0,0 10-487 0,0-10 216 15</inkml:trace>
  <inkml:trace contextRef="#ctx0" brushRef="#br0" timeOffset="214199.94">14221 4990 166 0,'0'0'237'0,"0"0"-11"0,0 0-22 0,0 0-15 15,0 0-19-15,0 0-15 0,-18 12-14 0,18-12-13 16,-7 11-12-16,0-7-10 0,6 4-9 0,-3 3-8 16,-1-4-10-16,0 2-7 0,4-2-7 0,-4 5-4 15,5 0-6-15,0-4-3 0,0 4-5 0,0-3-2 16,5-1-7-16,-4 5 0 0,6-6-4 0,-4 1-3 15,2 1 0-15,2-2-3 0,-2-4-2 0,3 2-1 0,2-3-3 16,3-1-2-16,-6-1 1 0,-7 0-7 0,21-1 5 16,-12 1-7-16,-1-5 3 0,0 2-5 15,1 0 2-15,-3-8-3 0,-4 1 3 0,4 4-7 16,-1-10 4-16,-1 8-4 0,-1-6 3 0,-1 2-2 0,-2 4 2 16,-2-2 3-16,-1-2 1 0,1 0-1 0,0 4-3 15,-4-3-1-15,-1 3-2 0,1 1 0 0,-1-1 0 16,2 4-15-16,-7 1-16 0,6-2-29 0,-1 3-27 15,-1 0-43-15,0-1-46 0,8 3-57 0,-15-1-160 16,15 1-420-16,0 0 186 0</inkml:trace>
  <inkml:trace contextRef="#ctx0" brushRef="#br0" timeOffset="-214734.34">14269 4726 211 0,'0'0'300'0,"-2"-7"-4"0,2 7-21 0,0-9-14 16,0 9-22-16,2-7-17 0,-2 7-24 0,3-8-16 16,0 5-21-16,-3 3-12 0,7-5-23 0,-7 5-9 15,8-4-12-15,-8 4-10 0,10 0-12 0,-10 0-6 16,0 0-6-16,20 1-14 0,-12 1-5 0,-1-1-4 16,-7-1-4-16,15 7-7 0,-5-6-3 0,-5 0 9 15,3 4-17-15,0-2 1 0,1 3-10 0,-3-5 2 16,1 2-4-16,1-1 1 0,-1 1-4 0,-1 1-4 15,-1 1 1-15,0 1 2 0,2-2-4 0,-2 4-4 16,-2-5 1-16,2 6-1 0,-2 0-3 0,2 0 4 0,-5 0-1 16,4 3 1-16,-1 2-4 0,4 3-1 15,-6-2 4-15,4 4-5 0,-3 0 3 0,0 5-1 16,3 3 0-16,-4-6 8 0,4 4-11 0,-3-6 4 0,4 6 12 16,-4 0-10-16,3-1-3 0,-3-4 3 0,6 7-3 15,-1-6 0-15,-2-3 0 0,-2-1-4 0,0 2 4 16,-1-1 1-16,-2-3 3 0,1 0-5 15,-1-1 0-15,4-4 2 0,-4 2-3 0,0-2 3 0,0-1 2 16,0-1 5-16,-4 2 19 0,4-2-8 0,-1-4 6 16,-4 5 6-16,-3-1 6 0,1-1 2 0,-8-2-3 15,5 4-8-15,-10-1-2 0,4 0-1 0,-12-3-2 16,6 2-12-16,-8 4-33 0,-1-2-48 0,1-5-59 16,-13 8-80-16,13-4-104 0,-6-2-236 0,-7 3-594 15,6-5 262-15</inkml:trace>
  <inkml:trace contextRef="#ctx0" brushRef="#br0" timeOffset="-209140.82">21318 7970 177 0,'-12'-11'281'0,"1"-7"-13"15,-1 5-19-15,-8-8-9 0,4 8-12 0,-2 1-16 16,3 2-13-16,-3 1-13 0,-2 3-19 0,-3 0-15 16,1 6-3-16,-6 0-16 0,-2 4-10 0,2 6-7 15,-8 3-12-15,7 2 3 0,-10 4-9 0,6 5-4 16,-1 3-5-16,3 7-2 0,0 1-4 0,-3 1-7 15,6 1 0-15,5 3-3 0,8-4-4 0,0 6-6 0,0-1-2 16,9 2-10-16,3-3 0 0,-1 4-6 16,14 0-2-16,3-4 2 0,7 5-19 0,2-7 7 15,6-4 2-15,3-1-6 0,6-2-2 0,4-4-3 0,5-4 3 16,-1-8-2-16,6 1-1 0,1-5-1 0,-1-2-9 16,-1-3 3-16,-4-5 14 0,-1-1-19 0,-9-1-1 15,-6-6 7-15,6-4-12 0,-9 0 3 0,1-3 3 16,-3-3-2-16,0-1-8 0,-10-3 9 0,-4 5 13 15,-1-1 28-15,-3 0 1 0,-1 1 20 0,-1 0 6 16,-1 1 9-16,-4-2 12 0,0 8 2 0,0-1 6 16,6 0-5-16,-6 1-5 0,0 1-13 0,0 1-9 15,0 7-12-15,0-7-10 0,0 7-10 0,0 0-9 0,0-9-4 16,0 9-3-16,0 0-2 0,0 0-4 16,7 20 1-16,-4-12-6 0,2 6 1 0,0 4-4 15,0 0-1-15,-2 1-5 0,4 1-10 0,-2 7-9 0,0-8-10 16,3 5-10-16,2 1-22 0,-5-3-20 0,2 5-30 15,-1-9-22-15,3-3-25 0,-3 1-18 0,1 0-19 16,3-5-28-16,-7 1-34 0,5-4-34 0,-1-1-41 16,0-2-57-16,-4-2-234 0,-3-3-664 0,8 0 294 15</inkml:trace>
  <inkml:trace contextRef="#ctx0" brushRef="#br0" timeOffset="-208515.87">21714 8448 195 0,'1'-6'253'16,"-1"6"-26"-16,0-6-22 0,0 6-21 0,0 0-15 0,0 0-13 15,0 0-13-15,0 0-11 0,22 7-11 0,-12 1-9 16,0-4-12-16,-2 7-10 0,7 1-7 16,-2-1-8-16,0 2-8 0,-3 1-8 0,3-1-5 0,1 2-7 15,-4 0 1-15,1 1-8 0,-1-1-6 0,-2 0 1 16,1-3-6-16,-3 3-1 0,-4-6-4 0,3 5-3 15,-3-10-1-15,1 5 1 0,0-2-1 0,-3-2 4 16,0-5 16-16,0 0 16 0,0 0 9 0,0 0 8 16,0 0 10-16,0 0 1 0,-25-13 0 0,22 7-3 15,0 0-9-15,-4-5-2 0,7 1-13 0,0-3-4 16,2-1-14-16,3-3-1 0,3 1-32 0,5 0-19 16,2 1-22-16,7-4-24 0,1 9-30 0,5-3-19 15,12-3-22-15,-4 6-17 0,-6 5-2 0,20-2 3 16,-6-1 14-16,-7 6-8 0,-4 2 17 0,2-2 8 15,1 2 11-15,-5 2 9 0,-2-1 14 0,-8 0-3 16,-6-1 16-16,2 5 10 0,-11-10 24 0,4 10 7 0,-10-5 20 16,10 0 27-16,-10 0 11 0,0 0 21 0,0 0 15 15,0 0 13-15,0 0 8 0,-43 2 2 0,28-1 3 16,-6-1 6-16,-1 3-1 0,1-2 1 0,-6 6-9 16,6-6-7-16,1 5-5 0,0-2-12 0,2 1-4 15,1 1-6-15,-3 2-3 0,2 0-5 0,1-3-5 16,-4 6-8-16,13-4 6 0,-1 1-9 0,1 0-4 15,3 1-2-15,-2 1-4 0,6-2 2 0,1 0 0 16,8 3-2-16,-1-4-3 0,-1 2-1 0,3-3-1 16,4-3-3-16,-5 3 4 0,12-5-3 0,-3-1 0 15,-3 0 7-15,3-4-10 0,3 1-7 0,-4 0 12 16,3-3-7-16,-6-5-3 0,0 1-2 0,2 0 4 16,-5 3 2-16,2-5 12 0,-8 5 21 0,3-2 14 0,0-2 24 15,-1 4-9-15,-4-1-4 0,0 3 3 16,3-2-7-16,-2 0-4 0,-3 2-12 0,0 5 8 15,7-7-32-15,-7 7-18 0,0 0-17 0,0 0-3 0,0 0-18 16,0 0-6-16,0 0-16 0,11 14-11 0,-1-6-24 16,-2 3-28-16,1 2-34 0,6-1-34 0,4 7-14 15,5-8-36-15,4 6-57 0,1-2-185 0,1-3-515 16,2-2 228-16</inkml:trace>
  <inkml:trace contextRef="#ctx0" brushRef="#br0" timeOffset="-207031.64">23010 8470 59 0,'-7'-10'295'0,"2"-2"-6"16,-3 0-3-16,-4 0-23 0,-1 1-19 15,0 4-18-15,3 2-21 0,-7 1-15 0,4 1-23 16,-2 6-13-16,-5-3-18 0,4 2-12 0,-6 0-14 0,7 5-11 16,-6-2-7-16,6 6-10 0,0 1-14 0,0 0-5 15,-2 3-5-15,6-3-5 0,-1 6-5 16,2-7 0-16,2 8-9 0,0-1 1 0,3-3-5 0,3 3-5 15,-4-2-3-15,6-1-1 0,0-3-7 0,0 0 9 16,6-2-8-16,-1-1-1 0,5 1 0 0,-2-4-3 16,6-3-2-16,2-3-10 0,4 0-5 0,0-1-9 15,1-4-3-15,6-1-6 0,-1-9-5 0,-1 3-9 16,-3-6-14-16,4 0-7 0,7-14-13 0,-13 8-10 16,8-10-9-16,-6-2-2 0,-7 6 3 0,3-12 8 15,0 6 10-15,-6-4 10 0,-6 10 23 0,-4-2 19 16,-2-1 26-16,-2 5 27 0,-4-6 24 0,1 3 19 15,-5 3 17-15,3 2 7 0,-1 2 7 0,1 6 3 0,-1 0-2 16,1 4-6-16,1 1-12 0,1 4-6 16,0 3-6-16,0-2-16 0,2 4-10 0,3 4-7 15,-7-6-9-15,7 6 10 0,0 0-21 0,0 0-2 0,-13 14-6 16,11-1 0-16,4 1-4 0,1 3-1 0,0 9-6 16,4-2 2-16,0 3 2 0,2 3-4 0,6 8-1 15,-8-9-6-15,8 12-6 0,-5-9-4 0,1-4-8 16,4 8-6-16,-3-4-10 0,-2-4-3 0,5 0-6 15,-7 2-4-15,7-4-12 0,-5 1-7 0,1-3 3 16,-4-9 3-16,0 0 2 0,-1-5 7 0,1 5 2 16,-4-7 8-16,4-5 3 0,-1 1 9 0,-4-2 0 15,-2-2 2-15,18 0 3 0,-18 0 4 0,12-9 10 16,-2-4 6-16,-2 1 6 0,0-2 4 0,1-1 18 16,4 0-7-16,-3-5 3 0,-2 1 11 0,0 4 4 15,2-5 13-15,-3 1 5 0,-2 2 13 0,2 2 2 16,-1 5-2-16,-1 1 3 0,-2 0-4 0,2 0-3 0,-5 3-4 15,4 2-19-15,-1-4-2 0,-3 8-23 0,3-4-21 16,-3 4-3-16,0 0 0 0,0 0-6 16,19 13-17-16,-15-6-10 0,6 4-4 0,-1 1-5 0,1 3-9 15,1-2-3-15,6 4-6 0,-7 1-5 0,6-6-10 16,2 9-7-16,2-9-9 0,-5 3-7 0,0-2-13 16,2-1 0-16,-2-2-8 0,4-2 1 0,-2-4-3 15,0 1 6-15,1-3 4 0,-8-4 7 0,1 1 11 16,2-3 14-16,-4-4 6 0,-1 2 12 0,0-3 21 15,2-7 13-15,-6 2 23 0,-1-1 21 0,5 0 12 16,-8-3 9-16,3 0 19 0,-1-2 13 0,-4 1 15 16,2 4 11-16,-3-1 13 0,3 0-5 0,-6 1-5 15,2 3 4-15,-1 2-18 0,4 0-8 0,-6 2-9 0,0 2-8 16,-1 1-14-16,1 2-6 0,-2 3 4 16,9 0-5-16,-19 5-6 0,11 1-2 0,-2-2-5 15,3 8 1-15,-1-1-5 0,0 2 1 0,3 2-2 0,3 2 8 16,-3 1-12-16,5 1 1 0,2-2-4 0,5 3-5 15,-2-3-5-15,3 2-6 0,-2-6-6 0,4 6-9 16,2-5-9-16,0-1-1 0,-1-3-13 0,4 0-3 16,0-4-5-16,-2-3 0 0,2-2 4 0,2-2 3 15,-2-1 6-15,3-2 2 0,-3-4 3 0,3 3 6 16,-3-5 2-16,0 1 5 0,0-2 4 0,-1-3 5 16,0 1 14-16,1-1 12 0,-4-3 16 0,-1 2 3 15,2 3 13-15,-7 2 7 0,1 1 7 0,1 1 3 16,0 1-8-16,-1 4-7 0,-3-2-10 0,-3 5-4 15,7-4-11-15,-7 4-7 0,0 0 1 0,0 0 1 16,0 0-7-16,7 12 0 0,-7-3 0 0,1-1-5 16,3-1-4-16,-4 3-7 0,1 0-1 0,1 3-1 0,1-1-1 15,1-1 0-15,-3-3-2 0,4 3 0 0,0-2 7 16,0-2-6-16,-2 0 3 0,1 1-1 16,2-3 3-16,1-1 4 0,-7-4-2 0,13 0 2 0,-13 0-1 15,15-7 3-15,-8 1 1 0,3 0 0 0,-5-2 1 16,6 1-3-16,-6-5 1 0,7 0-1 0,-1-3 5 15,-2 3 9-15,4-3 5 0,0 2-1 0,-5-1 5 16,4 1 2-16,1 1 8 0,-6 0 5 0,4 2 11 16,-2 0 8-16,-3 3-5 0,1 0 5 0,1 2-14 15,-6 2 1-15,3-2-13 0,-5 5-7 0,6-3-3 16,-6 3-6-16,0 0 1 0,7 9-2 0,-4-5-3 16,2 7 6-16,-1-4-5 0,-1 2-2 0,0 5 4 15,7-2-10-15,-5 4 0 0,2-4-4 0,1 3-5 16,0-3-6-16,4 2-4 0,-2-3-2 0,5 2-8 15,1-4-19-15,1-3-6 0,-2 2-2 0,-5-7-6 16,3 2-10-16,4-3-9 0,-3 0-5 0,-2-3-3 0,5-2-6 16,-9-2-7-16,7-4-5 0,-2-2 1 0,-3-1-4 15,-4-5 5-15,8-3 3 0,-8-5 10 16,3-2 5-16,-8-3 9 0,4-7 1 0,-3-6 10 0,-2-3 8 16,0 2 4-16,0-7 6 0,0 5 14 0,0-6 29 15,5 4 18-15,-5-4 24 0,-5 7 20 0,5 2 20 16,-2 3 24-16,2-2 16 0,0 16 2 0,-5 2 13 15,5 1 9-15,0 6 6 0,0 2 2 0,-1 7 2 16,1 0-17-16,-2 0-15 0,2 3-16 0,0 7-25 16,-5-8-11-16,5 8-11 0,0 0-8 0,0 0-5 15,5 28-2-15,-3-8-7 0,-1 7-7 0,6 3 4 16,1 17-5-16,5-1-3 0,-6 2-4 0,6 5-3 0,-1-3-1 16,-6 9 6-16,8-2-2 0,2-3-7 0,-2 1-12 15,-6-1-15-15,5 2-11 0,0-7 0 16,-1 0-19-16,-2-3-19 0,1-2-18 0,1-4-22 0,-2-8-18 15,-3-4-23-15,-3-7-18 0,3-2-20 0,-4 0-21 16,2-8-3-16,-1-4-32 0,4-2-243 0,-3-5-519 16,-5 0 229-16</inkml:trace>
  <inkml:trace contextRef="#ctx0" brushRef="#br0" timeOffset="-206844.16">24686 8094 59 0,'-6'-19'302'16,"-1"2"1"-16,0 0 1 0,4 5-2 0,-2 0 11 15,2 4 1-15,-2 0-4 0,3-3-9 0,-1 7-22 0,0-2-26 16,1 0-26-16,2 6-26 0,-5-11-19 16,5 11-23-16,-2-3-17 0,2 3-33 0,0 0-37 15,0 0-16-15,0 0-27 0,0 0-26 0,0 0-31 0,0 0-34 16,30 6-45-16,-22-4-45 0,2 4-51 0,2-2-58 16,-2-2-71-16,-2 1-181 0,2-3-555 0,0 3 245 15</inkml:trace>
  <inkml:trace contextRef="#ctx0" brushRef="#br0" timeOffset="-206656.67">23857 7622 205 0,'-21'-5'420'0,"4"1"-6"0,2-3 1 15,3 4-17-15,3-1-17 0,4 1-29 0,-4-2-32 16,9 5-31-16,-8-4-34 0,8 4-31 0,-8-3-57 0,8 3-62 15,0 0-72-15,0 0-72 0,36 7-79 16,-19 1-81-16,11 1-93 0,2 5-263 0,-4-3-602 16,-1 1 266-16</inkml:trace>
  <inkml:trace contextRef="#ctx0" brushRef="#br0" timeOffset="-206375.45">25578 8091 366 0,'0'0'448'0,"0"0"-28"15,0 0-24-15,0 0-22 0,0 0-29 0,0 0-24 0,0 0-18 16,0 0-30-16,0-20-24 0,0 20-31 0,0 0-23 15,0 0-39-15,0-4-41 0,0 4-39 16,0 0-40-16,0 0-44 0,22 3-27 0,-12 2-42 0,8-1-43 16,-1 2-42-16,-3 0-42 0,8 1-35 0,-2 0-42 15,0-2-247-15,-2 0-571 0,-3 2 252 0</inkml:trace>
  <inkml:trace contextRef="#ctx0" brushRef="#br0" timeOffset="-206219.21">25365 8196 168 0,'-17'4'224'16,"4"-2"-13"-16,3-1-7 0,-1-1-9 0,2 3 8 0,9-3 5 15,-8 5 5-15,8-5-1 0,0 0-9 0,17 11-20 16,4-6-19-16,2 3-15 0,7 4-12 16,5-3-21-16,8 3-27 0,3 0-61 0,-1 0-77 15,-2 0-95-15,0 0-103 0,-12-5-165 0,1 4-445 0,-6-8 197 16</inkml:trace>
  <inkml:trace contextRef="#ctx0" brushRef="#br0" timeOffset="-194778.59">10546 5316 71 0,'4'7'121'0,"-1"1"-18"0,-1 3-10 0,1-7 3 16,-1 2 5-16,-1 0 5 0,-1-6 5 0,7 7-1 0,-2-2 20 15,-5-5 17-15,11 6 14 0,-11-6 15 0,0 0-5 16,0 0-10-16,20-12-11 0,-13 6-5 16,1-2-6-16,5-5-9 0,-3-2-7 0,4 0-10 0,0-1-9 15,1-7-12-15,0-3-9 0,0 2-13 0,0-1-4 16,3-1-8-16,-3 1-5 0,0 1-8 0,-3 0-5 15,3 0-15-15,-2 1-31 0,-2 7-41 16,-2 2-41-16,1-1-53 0,-1 8-71 0,1 0-68 0,0-1-140 16,-1-1-455-16,1 8 201 0</inkml:trace>
  <inkml:trace contextRef="#ctx0" brushRef="#br0" timeOffset="-193919.3">13873 8485 27 0,'0'5'144'0,"0"-5"-1"0,2 11-9 0,-2-8-3 0,0-3 2 15,3 10 13-15,-3-10 15 0,2 3 19 0,-2-3 11 16,0 0 9-16,10 3 4 0,-10-3-10 0,0 0-8 16,25-16-8-16,-14 13-13 0,2-8-8 0,2 1-16 15,-1-1-13-15,0-4-12 0,3 1-11 0,4-5-9 16,-1 2-9-16,-1-2-11 0,0 7-8 0,3-7-35 15,-7 7-27-15,1 0-36 0,-2-2-36 0,0 5-49 16,1-2-61-16,0 4-64 0,-1 2-245 0,-6 2-523 16,2-1 232-16</inkml:trace>
  <inkml:trace contextRef="#ctx0" brushRef="#br0" timeOffset="-193231.86">13473 11629 25 0,'0'8'137'0,"0"-4"-12"0,0-4 1 0,-5 15-4 16,5-7-8-16,0-1 6 0,5-2 3 0,-2 2 4 15,-3-7 7-15,5 8 9 0,2-5 9 0,-3 2 4 16,1-4-1-16,-5-1-4 0,20-5-3 0,-10 2-3 0,3-2-3 15,4-3-7-15,-4 0-8 0,1-2-2 16,2-2-17-16,-1 0-1 0,8-8-12 0,-8 7-8 16,-2-4-9-16,4 5-8 0,-4-1-11 0,2-1-5 0,0 1-6 15,0-5-8-15,-5 6-29 0,1-4-36 0,4 5-52 16,-7 2-60-16,6 2-67 0,1 0-72 0,-9 4-186 16,4 3-500-16,-10 0 221 0</inkml:trace>
  <inkml:trace contextRef="#ctx0" brushRef="#br0" timeOffset="-192435.06">11136 14640 40 0,'5'-7'305'0,"-4"0"-15"0,1 3-23 0,1-4-27 0,-3 8-25 16,3-4-24-16,-3 4-24 0,0 0-18 0,0 0-9 15,0 0-21-15,0 0-13 0,5 15-10 16,-3-9-10-16,3 3-10 0,-5 3-6 0,2 0-4 0,3 0-9 16,-2 3-3-16,4-3-7 0,-6 0-4 0,4-1-2 15,2-3-3-15,-4 0 9 0,2-1 19 0,0-2 16 16,-2-2 25-16,4 1 2 0,-7-4-2 0,17-4-4 16,-4 1-12-16,2-5-6 0,1 1-9 0,11-6-3 15,-6-2-9-15,-4-1-7 0,4 0-9 0,-1-2-36 16,-3-3-38-16,4-1-59 0,-4 1-74 0,3-5-82 15,-2 0-84-15,-3 6-208 0,1-3-576 0,-6 8 255 16</inkml:trace>
  <inkml:trace contextRef="#ctx0" brushRef="#br0" timeOffset="-189841.29">26429 7812 53 0,'0'0'320'0,"0"0"-6"16,0 0-16-16,0 0-11 0,0 0-19 0,0 0-5 16,0 0-8-16,10-12-13 0,-10 12-5 0,2-6-12 0,-2 6-12 15,3-12-8-15,-3 12-15 0,3-9-12 0,-3 5-16 16,2-3-8-16,-2 7-3 0,3-12-3 0,-1 8-9 15,0-2-4-15,3-3-10 0,-4 1-4 0,-1 1-6 16,4-1-5-16,-3-1 0 0,1 2-1 0,0-4-10 16,1 2-7-16,0 2-7 0,0-4-9 0,-1-1-8 15,0 3-5-15,-1 1-8 0,-1 0-4 0,4-3-4 16,-1 4-7-16,-1 3-4 0,-1-3-4 0,-1 7-4 16,4-9-9-16,-4 9 2 0,1-8-6 0,-1 8-5 15,0-8-11-15,0 8-21 0,0 0-14 0,0 0-16 16,9-2 6-16,-9 2-3 0,0 0 5 0,6 17 2 15,-2-8-2-15,2 3 2 0,1 4 1 0,3-4-1 0,-5 6-4 16,0 2-1-16,1 7 2 0,3-3-7 0,-3 2-1 16,2 1-1-16,2 0-8 0,0 0-2 15,-1-4-2-15,-3 3 0 0,1-4 3 0,-6-2 2 0,6 1-8 16,-5-1 5-16,4-5 8 0,-6 5-1 0,7-1 6 16,-7-4 1-16,0-2 4 0,7 1 7 0,-14-4 6 15,14-1 0-15,-14 0 4 0,14-2 4 0,-7 2 1 16,0-1 1-16,0-4 4 0,0-4 8 0,-7 8 9 15,7-8-7-15,0 7-3 0,0-7 8 0,0 0-1 16,0 0 1-16,0 0 4 0,0 0-5 0,0 0 1 16,-7 7 3-16,7-7-7 0,0 0 2 0,0 0 8 15,-15-4-3-15,15 4 2 0,-14-1-5 0,14 1 4 0,-15 0-9 16,1 0 10-16,6 1-4 0,-3 3 0 0,-1-3 0 16,-1-1 3-16,1 2-3 0,-1-2-4 15,0 1 12-15,3 0-10 0,10-1 3 0,-20 3 3 0,13-1-2 16,7-2 2-16,-13 2-1 0,10 2-1 0,3-4 5 15,0 0 21-15,-9 0-12 0,9 0 0 0,0 0 5 16,0 0 1-16,0 0-6 0,32-6 1 0,-9 4 3 16,-3-1-7-16,11 2 2 0,2-2-1 0,-1-2-4 15,-1 4 3-15,-1-1 9 0,5 1-15 0,-5 1-24 16,3-3-19-16,-7 0-37 0,-4 3-33 0,-2 0-44 16,-2 0-46-16,-8 0-50 0,1-1-57 0,1 1-221 15,-9-4-572-15,-3 4 254 0</inkml:trace>
  <inkml:trace contextRef="#ctx0" brushRef="#br0" timeOffset="-188893.3">27417 7284 69 0,'0'0'206'0,"0"0"-18"0,0-7-10 16,0 7-12-16,0 0-16 0,0 0-12 0,0 0-11 15,0 0-10-15,-16-4-12 0,9 1-1 0,-5 0-8 16,6 2-5-16,-4-2 1 0,-3 0-2 0,4 0-8 16,-4 1-3-16,-2-2-1 0,0 3-2 0,0-3-3 15,1 1 0-15,0 2-2 0,-2-1-2 0,-1-3-6 0,7 3-2 16,-5-3-4-16,2 5-3 0,13 0-3 0,-20-1-6 16,12-2 0-16,8 3-8 0,-13-1-6 0,13 1-2 15,-8-2-5-15,8 2 1 0,-9-5-7 0,9 5-1 16,0 0-4-16,0 0-1 0,0 0-3 0,-10 7 1 15,10-7-7-15,0 0 1 0,0 0 1 0,-3 8 3 16,3-8-2-16,3 11-3 0,-3-2 2 0,2 0-4 16,-2-2 2-16,2 4 1 0,1 1-3 0,2 2 1 15,-3 2 3-15,3 0-3 0,1 4 0 0,2-2-3 16,-1 8 1-16,1-1 1 0,-1 2 0 0,3 0 1 16,-5 0 0-16,6 1-1 0,-6-1-2 0,5 2 4 15,-5-2 1-15,4 1-3 0,0-1 2 0,1 2-1 16,-5 0-2-16,0-1-1 0,2-2 2 0,0 2 2 0,1-2-2 15,-5-2-3-15,0-6 3 0,4 3 0 0,-7-3-1 16,7-1 3-16,-6 6-4 0,3-7 1 16,-1-1 8-16,0 2 11 0,2-2 3 0,-1-1-2 0,-1-2 1 15,-1-2-1-15,3 0-2 0,-4 0 0 0,4-2 3 16,-3 3 0-16,4-2 4 0,-4 0-1 0,3-2 5 16,-3 1-3-16,6-1-1 0,-3 1 3 0,2-2-3 15,-1 2 0-15,-3 2-6 0,9-6-2 0,-2 4 4 16,2-2-5-16,2 3-2 0,1-3 0 0,4-2 2 15,-1 1-12-15,0 2-21 0,5-3-39 0,2-3-50 16,-7 3-58-16,5-5-74 0,-1-2-284 0,8-2-566 16,-10-2 250-16</inkml:trace>
  <inkml:trace contextRef="#ctx0" brushRef="#br0" timeOffset="-188127.75">27714 7650 189 0,'0'0'274'0,"0"-12"-4"16,0 7-3-16,4-5-3 0,-4 2-12 0,0-4-7 15,-4 4-3-15,8-3-4 0,-4-1 3 0,0 1-8 0,0 1-4 16,0-7-11-16,0 4-15 0,0-2-8 0,-4-1-8 15,4-6-14-15,0 8-13 0,0-3-12 0,4 5-12 16,-2-1-12-16,-2 2-14 0,0 2-9 0,0-1-9 16,0 1-7-16,5 2-15 0,-5 3-9 0,0 4-6 15,0-11-19-15,0 11-15 0,2-7-35 0,-2 7-14 16,0 0 8-16,0 0-1 0,0 0-3 0,13 18 1 16,-10-7 4-16,4 1 4 0,0 4 3 0,1 4-5 15,0 5 5-15,4 0-3 0,-2-2 6 0,5 4-4 16,-7 0 1-16,5 0-2 0,-1 0-15 0,4-2-3 15,-8 1-1-15,6 2 14 0,-4-2-20 0,-4-3-12 16,4 1 4-16,-5-8 0 0,0 2 1 0,0-2-5 0,0-1-1 16,-5 2 5-16,5-7 0 0,-5 2 7 0,2-3 5 15,-1-1-1-15,-1 2 4 0,0-2 5 0,0 0 0 16,0-4 7-16,0 0-3 0,0-4 5 0,0 10 3 16,0-10 0-16,0 7 4 0,0-7 1 0,0 6 3 15,0-6-3-15,0 0 0 0,0 0 8 0,0 4-4 16,0-4-2-16,0 0 5 0,0 0 1 0,0 0 1 15,0 0-2-15,-8 5 1 0,8-5-2 0,-10 3 4 16,10-3 0-16,-10 0 3 0,10 0-3 0,-20 0 9 16,9 2-4-16,2-2 0 0,9 0 2 0,-19 0 1 15,19 0-2-15,-15 0 2 0,15 0 3 0,-15 2 1 16,15-2 2-16,-8-2 3 0,8 2 2 0,0 0 9 16,0 0 6-16,-15 0-6 0,15 0 13 0,0 0 6 0,0 0-2 15,0 0 0-15,0 0-3 0,0 0-4 16,0 0-8-16,0 0 12 0,0 0-18 0,21-11-3 15,-9 11-1-15,-1-2-9 0,9 1-17 0,-5-2-22 0,2 0-25 16,2-2-34-16,-2 3-34 0,5 0-44 0,-8-1-53 16,3 1-52-16,3-2-61 0,1 1-217 0,-6 0-593 15,0-5 263-15</inkml:trace>
  <inkml:trace contextRef="#ctx0" brushRef="#br0" timeOffset="-187752.79">28119 7626 294 0,'0'0'333'0,"0"0"-17"0,0 0-5 15,0 0-7-15,0 0-13 0,5-11-15 0,-5 11-25 16,0 0-21-16,10-4-21 0,-10 4-24 0,18 0-24 16,-6-3-5-16,1 3-19 0,5 0-13 0,0 0-11 15,4-3-11-15,-1 3-10 0,4 0-16 0,2 0-3 16,-2 0-9-16,-4 0-7 0,9 0-2 0,-9 1-10 15,1-1 0-15,4 2-7 0,-7-4 11 0,0 1-35 0,-2-1-15 16,3 2-13-16,-5-1-14 0,-5-3-14 16,3 2-15-16,-5 1-24 0,-8 1-28 0,17-5-37 15,-11 5-49-15,-6 0-43 0,12-6-59 0,-7 1-236 0,-5 5-576 16,0-7 255-16</inkml:trace>
  <inkml:trace contextRef="#ctx0" brushRef="#br0" timeOffset="-161984.14">28920 7509 266 0,'0'0'300'0,"0"0"-17"0,0 0-23 15,2-7-25-15,-2 7-28 0,0 0-24 0,0 0-19 16,0 0-20-16,0 0-15 0,0 0-13 0,0 0-12 0,0 0-10 15,0 0-10-15,3 19-10 0,-1-13-5 0,-2 1-8 16,0 0-5-16,1 0-4 0,3 1-6 0,-1-1-6 16,-3 1-2-16,0-1-4 0,0 2-7 0,2-1 1 15,1-1-5-15,-3-1-1 0,0 1-1 0,0 1-5 16,2-1-2-16,-2-7 3 0,0 10-1 0,1-8-4 16,3 6 0-16,1-5-4 0,-5-3 3 0,0 9-2 15,3-6 1-15,-3-3 1 0,0 0-1 0,0 0-3 16,0 0 1-16,3 4 4 0,-3-4 18 0,0 0 16 15,8 5 12-15,-8-5 14 0,0 0 17 0,0 0-11 16,0 0-6-16,14-7-3 0,-8 5-6 0,-6 2 2 16,14-12 5-16,-11 8-3 0,7-5-4 0,0 2-2 0,-5 0 1 15,0-1 3-15,10 3-5 0,-10-2 5 0,1 3-5 16,-1-2 1-16,0 0-4 0,2 0-4 0,-2 0-5 16,-4 3-9-16,-1 3-1 0,9-6-9 0,-9 6-14 15,0 0 3-15,6-1-7 0,-6 1-9 0,0 0 2 16,9 8-4-16,-3 0-8 0,-6-2-2 0,0 3-10 15,7 0-5-15,-6 5-6 0,3-6 2 0,-3 3-7 16,3 0-4-16,-1-1 2 0,-1 2-1 0,3 0-7 16,-4-4 6-16,3 2-2 0,-3-1 3 0,1-2 7 15,0-4 4-15,-2 5 5 0,0-8 4 0,0 9 5 16,0-9 3-16,8 3 6 0,-8-3 16 0,0 0 8 16,0 0 9-16,20-9 9 0,-17 1 10 0,4 2 13 0,-1 1 5 15,1-3 11-15,1-3 8 0,-3 4 2 16,2-3 6-16,1-2 5 0,-5 4 11 0,2-2-5 15,4-1-3-15,-4 3-4 0,1 3-1 0,-3-3-10 0,2 2-7 16,-1-2-5-16,1 4-10 0,-5 4-9 0,5-8-10 16,-5 8-16-16,3-3-34 0,-3 3-42 0,0 0-38 15,0 0-15-15,0 0-35 0,13 11-30 0,-9-5-19 16,2 4-30-16,-3 0-35 0,2 0-42 0,4 5-43 16,-3-3-43-16,4-2-253 0,2 4-681 0,1-5 302 15</inkml:trace>
  <inkml:trace contextRef="#ctx0" brushRef="#br0" timeOffset="-160795.23">29582 7595 252 0,'-1'-11'285'0,"-3"3"-19"0,-4 1-17 0,5 1-21 16,-1-1-22-16,-1 2-19 0,-1 2-19 0,6 3-13 15,-15-3-14-15,15 3-20 0,-15 4-12 16,3-2-14-16,6 3-8 0,-3-1-9 0,0 4-7 0,-3 0-8 15,9 0-6-15,-9 3-4 0,5-3-5 0,-1 6-7 16,2-4-9-16,-1 1-7 0,5 0-8 0,1-1-11 16,-4-2-8-16,5-1-15 0,-2 5-6 0,4-6-11 15,-4-2-5-15,2 4-3 0,0-8-1 0,7 11 1 16,-6-10-7-16,-1-1-5 0,14 0 8 0,-14 0-1 16,9-5 12-16,6 1-2 0,-8-2 7 0,8-3 2 15,0 1-6-15,-2-4 16 0,0 5 11 0,-1-5 20 16,1 1 4-16,0 2 20 0,-3 1 8 0,-3 0 8 15,3-1 4-15,-2 4 11 0,-3-2 2 0,2 1-5 16,-2 3-6-16,-2-3-11 0,-3 6-3 0,7-6-6 16,-7 6-8-16,0 0-5 0,9 0 1 0,-9 0-3 15,0 0-1-15,9 12-2 0,-6-8-5 0,5 3-6 0,-4-2 2 16,-1 5-2-16,4-1 1 0,-2-1 0 0,1 0-2 16,2 6-3-16,2-4-6 0,-5-3-13 0,2 5-7 15,0-1-8-15,4-2-5 0,-3 1-6 0,-3-5-3 16,-3 1 3-16,6-2 0 0,-8 1 2 0,7-1 4 15,-2 1 4-15,-5-5 7 0,0 0-3 0,8 2 4 16,-8-2 4-16,0 0 1 0,0 0 1 0,0 0 4 16,-1-19-1-16,1 19 4 0,-5-10 1 0,3 4 3 15,-3-2 1-15,5 1 2 0,-2-1-1 0,-3-4 1 16,5 2 0-16,0 0 1 0,7-1 0 0,-2 3-3 16,2-3 1-16,1-5 1 0,0 6-2 0,12 1-1 15,-2-3-2-15,2 5 4 0,8-5-4 0,-3 1 2 16,-5 3 2-16,-2 4-1 0,4-5 1 0,-3 2 0 0,-2 3 3 15,3 0 1-15,-7 2 9 0,-1-2 7 0,-2 3-1 16,0-3-1-16,-2 1 4 0,-8 3-7 16,0 0-4-16,11 0 2 0,-11 0-5 0,0 0 0 0,4 8-1 15,-4-8 1-15,-7 14-1 0,-1-4-2 0,1-1 2 16,1 3-2-16,-3 1-2 0,-1 5-1 0,2-1 2 16,-4-2 0-16,8 4-1 0,-8 4 2 0,4-4-1 15,-1 3 2-15,4 3-1 0,0-6 3 0,2 5-4 16,-2 2-1-16,4-5-2 0,1-3 4 0,-5 0 0 15,3 2-2-15,2-3 2 0,0 2 0 0,2-6 3 16,-2 1-5-16,0-6 2 0,0 4-1 0,0-1 1 16,-2-7-1-16,2 3 3 0,0 1 6 0,0-8 11 15,-5 5 8-15,5-5 8 0,0 0 12 0,0 0 6 16,0 0 12-16,-17-1 10 0,17 1 8 0,0 0 3 16,-10-16-1-16,5 13 6 0,2-4 23 0,-3-1-30 15,1 1 6-15,3-1 0 0,-1-4-2 0,1 3 1 0,2-6-8 16,0 7-10-16,0-3-6 0,-3 0-7 0,8 2-9 15,-5-1 0-15,3 0-5 0,0 0-11 16,4 1-8-16,-1 2-14 0,4 3-6 0,-3-4-14 0,5-1-12 16,3 0-12-16,-1 0-16 0,3 1-3 0,1 1-3 15,0 3-16-15,-3-7 1 0,7 3-1 0,-7-1 7 16,0 3-6-16,6 1 0 0,-6-6 4 0,7 1 4 16,-9 4 8-16,5-3 3 0,-8 2 5 0,0 2 3 15,-2-1 8-15,0-2 3 0,1 4 4 0,1-3 4 16,-7 0 4-16,4 2 4 0,-6 0 5 0,4 2 12 0,-5 3 2 15,5-11-3-15,-5 11 0 0,2-5-5 0,-2 5 3 16,3-4-2-16,-3 4-1 0,0 0 0 0,0 0-2 16,0 0-2-16,0 0 1 0,0 0-1 0,0 0 6 15,-16 16-5-15,11-11 6 0,3 2-6 0,-1-2 3 16,-1 1-4-16,3 3 3 0,1-5-4 0,-5 7 2 16,5-7 0-16,-2 4 2 0,2 1-2 0,2-3 0 15,-2-6 3-15,5 7-2 0,-5-2 4 0,0-5-2 16,8 4 0-16,-8-4 2 0,11 0 1 0,-11 0-4 15,15-4 3-15,-6-1-6 0,-9 5 8 0,16-5-1 16,-4-1-2-16,-4-3 2 0,2-1 0 0,-2 6 5 16,2-2 3-16,-5-3 6 0,5 1 12 0,-5 1-1 15,2 2 5-15,-4 0 4 0,0-2 7 0,2 4-5 0,-5 3-2 16,7-7-6-16,-4 5-9 0,-3 2-3 0,7-3-11 16,-7 3-19-16,0 0-6 0,0 0 0 15,0 0-10-15,0 0-7 0,0 0-11 0,0 0-19 0,0 14-22 16,0-14-30-16,0 9-36 0,0-2-32 0,1-2-40 15,-1-5-57-15,4 12-161 0,-1-9-480 0,-3 3 212 16</inkml:trace>
  <inkml:trace contextRef="#ctx0" brushRef="#br0" timeOffset="-160592.12">30360 7402 76 0,'-7'-4'359'0,"7"4"-12"0,-3-5-25 16,2-2-17-16,-3 3-28 0,4 4-38 0,-6-9-14 15,6 9-25-15,-5-7-33 0,5 7-39 0,0 0-51 0,0 0-60 16,0 0-62-16,0 0-72 0,0 0-82 16,16 17-198-16,-9-13-429 0,1 2 190 0</inkml:trace>
  <inkml:trace contextRef="#ctx0" brushRef="#br0" timeOffset="-158519.45">20484 8590 233 0,'0'0'274'0,"-8"-3"-16"15,8 3-21-15,-7-4-18 0,7 4-20 0,13-9-24 16,4 5-15-16,-1-3-13 0,32 0-2 0,5 2-7 15,38-5-1-15,2-3 1 0,56 2-4 0,-2-2-2 16,12 10-8-16,0-9-2 0,3 3-3 0,5 3-6 16,4-1 3-16,4-5-4 0,6 0-2 0,6 11-1 15,-2-10 11-15,12 7 6 0,2-2-8 0,6-2-8 16,8 1-3-16,8 2-13 0,2-2-9 0,7 1-10 16,-3-3-4-16,6 3-10 0,-1 2 3 0,-5 4-5 0,-4-4-1 15,2 3-3-15,-13 1-6 0,-3 5-4 0,-2-9-1 16,-4 8-4-16,-6-8-7 0,-5 9 2 0,-11-3-5 15,-6-1-4-15,-8 8-5 0,-10-9-1 0,-6-1-1 16,-7 1-1-16,-41 4-3 0,-1-1 0 0,-4-6-1 16,3 6-5-16,3-9 3 0,-10 9-4 0,-4 0 1 15,-4-3 8-15,-26-3-14 0,24 3 3 0,-28 3 1 16,-4-3-3-16,-3-7 2 0,-2 5 8 0,-13 0-6 0,1-2-2 16,-8 4 10-16,-6-3 14 0,-4-2 4 15,-1 2 10-15,-4 2-9 0,-1-2-3 0,-1 2 10 16,-1-6-17-16,-3 4-6 0,2 2-8 0,-8 1-19 0,7-4-27 15,-7 4-54-15,0 0-49 0,0 0-43 0,0 0-41 16,0 0-33-16,-36-4-45 0,14 8-63 0,-11 0-318 16,-10 4-738-16,-5-1 327 0</inkml:trace>
  <inkml:trace contextRef="#ctx0" brushRef="#br0" timeOffset="-156502.48">10737 17530 263 0,'0'-9'297'15,"-4"-1"-7"-15,-1 0-5 0,-1-1-4 0,-1 2-8 16,-1 2 5-16,0-7-15 0,-6 5-2 0,4 3-19 16,-1-4-9-16,-4 3-11 0,-7 4-13 0,6-2-19 0,-6 3-18 15,2 2-15-15,1 2-15 0,-8 5-15 16,2 5-8-16,-1-3-17 0,1 5-6 0,-3-1-7 16,6 6-10-16,-6 1-9 0,10 1-5 0,-4 1-11 0,4 5 0 15,2-1-8-15,2 2-7 0,6 1-1 0,0 1-3 16,1 3-3-16,7-5-2 0,0 6-2 0,7-3-1 15,1-3-1-15,5 1-4 0,-4-2 0 0,12 1-3 16,9 4 6-16,6-8-3 0,-7-5-2 0,9 1-2 16,1-1-10-16,3-5 3 0,2-1 2 0,1-6-5 15,0-3-13-15,-15-1-7 0,6-7-6 0,-3 2-8 16,-1-3-9-16,-4 2-4 0,-7-4 0 0,-3 0 0 16,1-4-4-16,-3 4 10 0,-6-4-9 0,2 2-3 15,-6 0 5-15,-1 0 1 0,-5-1 5 0,0-3-9 16,-1 4 9-16,-6-4 3 0,4 3 8 0,-2-1-7 15,-2-1 11-15,-1 4 13 0,5-2 6 0,-2 0 11 16,-4 3 10-16,4 0 8 0,5 1 6 0,-6-1-1 0,6 7-1 16,-7-7-14-16,7 7 5 0,0 0 4 0,3-8-14 15,-3 8 2-15,0 0-6 0,17 0 1 16,-17 0-3-16,21 8-5 0,-12-3 1 0,-1 1-8 0,5 7 9 16,2-3-3-16,-7 7 0 0,6-5-3 0,-4 10-1 15,3-6 4-15,0 5 1 0,-3 4 6 0,-3-5-8 16,-1 4-3-16,-1-3 4 0,-1 3-4 0,9-1 1 15,-8-4-2-15,-5 1-4 0,1-4-4 0,1 0-34 16,5 1-26-16,-7-7-24 0,0 1-15 0,5-4 0 16,-10 0-6-16,5-5-24 0,0-2-46 0,0 0-47 15,0 0-37-15,0 0-43 0,0 0-243 0,0-27-601 16,5 13 266-16</inkml:trace>
  <inkml:trace contextRef="#ctx0" brushRef="#br0" timeOffset="-155335.39">11260 17782 174 0,'-9'-5'330'0,"9"5"-11"16,0 0-22-16,0 0-29 0,0 0-23 0,0 0-26 15,0 0-23-15,0 0-20 0,0 0-19 0,0 0-7 0,0 0-23 16,0 0-11-16,0 0-19 0,0 0-6 0,14 23-11 15,-8-14-3-15,4 1 2 0,0 3-17 0,-3-1-13 16,6 2-1-16,2-2-2 0,-2 4-3 0,-3-4-2 16,2 0-6-16,-1 2-3 0,1-4-6 0,-4 3 7 15,4-1-11-15,-9-2-1 0,4-1-3 0,-1-5-1 16,-4 4-3-16,3-4 3 0,-3 0 17 0,-2-4 22 16,6 8 10-16,-6-8 11 0,0 0-4 0,0 0 10 15,0 0 9-15,-28-5 14 0,28 5-10 0,-15-10-7 16,13 5 3-16,-4-2-13 0,-1-3-7 0,7 0-11 15,-1 2-12-15,2-9-8 0,4 3-12 0,5-5-14 16,2 7-6-16,6-7-13 0,3-1-11 0,6 1-12 16,-2 5-6-16,4-1-6 0,1 1 0 0,3 3-2 15,-3 2-1-15,2-1-11 0,-13 6 5 0,1-2-8 16,2 1-2-16,-1 4-3 0,-2-2-3 0,-9 3 4 16,4-1-4-16,-5 1 10 0,-9 0 1 0,15 1 3 0,-10 1 10 15,-5-2 1-15,0 0 7 0,-2 9 4 0,2-9 7 16,-12 8 3-16,2-3 12 0,-1 1 7 0,1 0 12 15,-5 0-4-15,-3 1 15 0,3 1 3 0,-7 0 5 16,6-1 6-16,1-1-4 0,0 0 8 0,2 0-17 16,4 3-2-16,-4-4 0 0,3-2-4 0,4 2-2 15,-1 2-6-15,-1 1-1 0,1-4 4 0,4 3-5 16,-2-4 18-16,3 6-19 0,-1-5 3 0,3 3-11 16,3 0 11-16,2 2-8 0,0-5 8 0,2 3-5 15,1-6-6 1,5 5 3-16,-4-3-6 0,5 2-9 0,-2-1-4 15,5-4-4-15,-2 1-1 0,1-1-14 0,-1 4 7 16,0-8-3-16,0 3-1 0,-9 1-4 0,8-4-3 0,-6-1-1 0,5 2-11 16,-5-3-2-16,1 3-3 0,-3-2-12 0,3 1-9 15,-1-5-8-15,-3 3-12 0,0 2-9 0,1-3-12 16,-1-2-8-16,5 5-16 0,-6-2-2 0,2 1-14 16,1 2-13-16,-1-1-10 0,1 1-22 0,1-2 1 0,2 4-131 15,-10 1-361-15,12-6 160 0</inkml:trace>
  <inkml:trace contextRef="#ctx0" brushRef="#br0" timeOffset="-153679.28">12163 17824 5 0,'0'0'232'0,"0"0"-8"15,0 0-9-15,0 0-5 0,0 0-7 0,0 0-7 16,-11-9-12-16,11 9-15 0,-8-3-9 0,8 3-11 16,-10-1-6-16,10 1-6 0,-20 4-15 0,11-2-2 15,-4 0-8-15,5 2-7 0,-2 2-7 0,-8 3-5 16,10-4-8-16,-9 3-9 0,4 4-7 0,-5-2-3 16,6-2-10-16,-3 8-5 0,2-8-9 0,3 4 0 15,-5-1-8-15,3 1 4 0,4 0-7 0,0-3-3 16,3-1-1-16,2 1-2 0,1-4 1 0,-1 2-2 0,3-1-1 15,0-6-4-15,8 7 3 0,-2-2-3 0,6-5-4 16,-12 0 0-16,25-5 2 0,-10 0-5 16,3 1-3-16,2-7 4 0,-7 2 1 0,7-2-5 15,1-5 1-15,1-2 2 0,1 2-1 0,-6-4-4 0,3-3 1 16,-7-1-3-16,-2 1 7 0,1-3 18 0,-2 4 20 16,-3-3-1-16,-6 4 22 0,3 4 10 0,-4-1 23 15,1-1 16-15,-2 2-10 0,-3-1 1 0,3 8-14 16,-1 2 0-16,-3-4-12 0,3 1-8 0,-1 7-7 15,0-7-7-15,1 6-8 0,2 5-2 0,-3-8-14 16,-1 5-5-16,4 3-4 0,0 0-8 0,0 0 0 16,0 0-6-16,0 0-9 0,-11 19-8 0,14-8-7 15,0-2 2-15,1 9-8 0,-3-5 2 0,6 7-9 16,-2-3 2-16,0 0-19 0,2 3 1 0,-2-2-2 16,4 6-19-16,-2-5-8 0,1 0-1 0,-1-2-11 15,0 1-4-15,-1-2 2 0,1-1 3 0,-4-2 5 16,2-4-2-16,-5 3 7 0,5-4 2 0,-2-3 12 0,-1 3 4 15,0-2 7-15,1 0 3 0,-3-6 8 0,7 3 5 16,-7-3 4-16,0 0 3 0,0 0 0 16,0 0 10-16,0 0 11 0,0 0 2 0,18-9 6 0,-15 6 7 15,-3 3-3-15,3-12 3 0,4 8-2 0,-5 2-7 16,4-4 1-16,3 3 1 0,-3-5-1 0,3 5-6 16,-9 3 4-16,6-5 7 0,1 3-13 0,-7 2-4 15,15 0 3-15,-15 0-4 0,15 0 5 0,-15 0-6 16,14 6-3-16,-7-3 8 0,-5 3-1 0,9 0-4 15,-1-1 5-15,-1-1-10 0,-3 0 0 0,1 7-1 16,-1-8 2-16,3 3-3 0,2-3 16 0,-1-2-15 16,-5 7-3-16,2-8 6 0,-7 0 5 0,15 3 0 15,-15-3-1-15,10 0 4 0,-10 0 2 0,13-5 6 16,-13 5-8-16,10-7-6 0,-5 7 9 0,-2-3 2 16,2-3-3-16,-5 6 2 0,8-9 4 0,-3 4-2 15,-1 1 0-15,-4 4 1 0,6-3 2 0,-6 3-5 16,5-6 3-16,-5 6-7 0,0 0-2 0,2-6 5 15,-2 6-1-15,0 0-10 0,5-6 5 0,-5 6 2 0,0 0-1 16,0 0-1-16,10 0-5 0,-10 0 0 16,0 0 5-16,15 6-9 0,-15-6-1 0,11 3-2 15,-3-2 16-15,-8-1-10 0,15 0 5 0,-5 0-5 0,-10 0-2 16,12 0 3-16,-12 0 14 0,15-1-12 0,-15 1-1 16,16-3 5-16,-7-2-1 0,-9 5 1 0,8-4 8 15,-8 4 3-15,8-4 5 0,-3 2 0 16,-5 2 3-16,7-5 5 0,-7 5 1 0,0 0 5 0,0 0-11 15,1-7 0-15,-1 7-2 0,0 0-5 0,0 0 1 16,0 0-5-16,0 0-3 0,0 0 1 0,0 0-3 16,0 0 1-16,0 0-4 0,-1 19 4 0,1-19-3 15,1 12-4-15,1-9-4 0,3 2 4 0,3 1-1 16,-1-3 2-16,1 3-5 0,9 0-8 0,1-5-14 16,0 3-9-16,2-3-17 0,2 1-6 0,9-4-16 15,-3-3-15-15,0 2-8 0,-6-4 3 0,-4-2-2 16,3 5 2-16,1-4 9 0,-5-4 2 0,2 1 9 15,-4 1 9-15,-1-7 10 0,-5 1 5 0,6-2 4 16,-8-2 2-16,6-4 11 0,-4-3 3 0,-5-1 3 16,-2-3 1-16,6-1 6 0,-3 0 6 0,2-8 10 15,-5 10 22-15,-2 0 21 0,-2 1 21 0,-3 4 17 16,5 1 14-16,-2-1 16 0,-3 3 7 0,2 6 17 0,-2 4-3 16,-1-6 15-16,4 6 7 0,2 1-2 0,-7 2 0 15,6 2-5-15,-4-4-13 0,3 6-15 16,2 5-16-16,-7-4-8 0,7 4-14 0,0 0-6 0,0 0-5 15,-5 23-8-15,5-7-5 0,5 3-2 0,-3 6-11 16,3 5-1-16,2 12-2 0,-1 1-4 0,-4-4-3 16,4 7 2-16,-4 0-5 0,6 1-1 0,4-4-4 15,-2 0-3-15,-2 2-1 0,5-4 2 0,4-4-5 16,1 2-17-16,-3-10-14 0,2-2-16 0,-1-6-25 16,4 0-17-16,-3-7-7 0,-2-6-34 0,-1 2-32 15,0-8-39-15,-6-2-35 0,4-1-25 0,-1-5-19 16,4-2-19-16,-3-4-27 0,-4-4-194 0,-2-4-551 15,-4-3 244-15</inkml:trace>
  <inkml:trace contextRef="#ctx0" brushRef="#br0" timeOffset="-153538.67">13284 17489 25 0,'-13'-2'249'0,"13"2"-1"16,-19 2-7-16,19-2-15 0,-14 2-9 0,12 3-8 15,-3 0-4-15,3 2-1 0,2-7-10 0,10 13-8 16,-1-5-14-16,4 0-16 0,3-1-14 15,4 1-9-15,8 2-15 0,2-4-22 0,3-2-68 0,12 1-83 16,3-5-110-16,-3-2-307 0,3-4-511 0,0 1 226 16</inkml:trace>
  <inkml:trace contextRef="#ctx0" brushRef="#br0" timeOffset="-152818.46">14462 17768 69 0,'-8'-2'398'0,"1"-1"2"16,1-2 2-16,-6 4-2 0,12 1-7 0,-11-3-11 0,11 3-16 16,-9-4-16-16,9 4-21 0,0 0-24 0,-10-4-19 15,10 4-16-15,0 0-21 0,0 0-29 0,5-8-22 16,-5 8-27-16,30-9-34 0,-3 4-32 0,3 0-34 16,1 0-53-16,12-6-45 0,5 2-61 0,-3 3-29 15,-4-2-31-15,-8 5-30 0,-1 1-32 0,-9 0-43 16,0 2-53-16,-5 0-37 0,-3 2-299 0,-7 2-695 15,-6 1 308-15</inkml:trace>
  <inkml:trace contextRef="#ctx0" brushRef="#br0" timeOffset="-152646.6">14694 17812 7 0,'-28'17'110'15,"1"-2"22"-15,6-1 23 0,-4-1 27 0,9-4 26 16,-3 3 14-16,4-4 4 0,6-3-7 0,0 3 1 16,-2-2-6-16,2 0-8 0,3-3 0 0,4-2 16 15,2-1 1-15,-5 6 3 0,5-6-8 0,15 5-19 0,5-3-19 16,0-2-19-16,11-2-14 0,1-1-24 15,11-5-32-15,6 4-50 0,3-4-55 0,4-2-53 16,-6 1-65-16,-1-3-91 0,4-1-100 0,-11 3-241 16,6-3-610-16,-4 1 271 0</inkml:trace>
  <inkml:trace contextRef="#ctx0" brushRef="#br0" timeOffset="-151412.34">15924 17523 328 0,'0'0'330'0,"0"0"-6"16,0 0-17-16,0 0-13 0,0 0-3 0,-5-15-6 0,5 15-13 16,5-12-17-16,-5 12-10 0,2-12-8 15,-1 7-15-15,4-3-8 0,2-1-9 0,-4-2-23 16,4-4 1-16,-1 0-9 0,3 2-13 0,-3-2-12 0,1 4-9 15,1-9-12-15,0 4-11 0,-1 1-8 0,1-4-14 16,1 2-6-16,-3-1-10 0,2 4-6 0,2 0-7 16,-3 0-6-16,-4 3-5 0,2 1-6 0,-1 3-6 15,1-3-4-15,-4 6-6 0,4-2-5 0,-3 0-4 16,-2 6-7-16,3-4-7 0,-3 4-4 0,0 0 3 16,0 0-4-16,0 0-1 0,0 0-1 0,12 18-1 15,-4-5 3-15,-8 3-4 0,5 4 0 0,-2 7 0 16,2 6 0-16,-1-6-2 0,2 1 1 0,2 4 1 15,-8-2 2-15,4 12-2 0,-1-2-3 0,0-8 4 16,1-3-6-16,-4 11-6 0,0-10-4 0,3-3-2 16,0 4-5-16,-3-4 5 0,2-4-3 0,-4-4-6 15,2-2 10-15,0 1-7 0,0-5-2 0,0 1 2 0,-3-5 6 16,3 2 1-16,0-4-4 0,-3 1 2 16,3 0-4-16,0-3 10 0,3 1-1 0,-3-6 7 15,-3 9-2-15,3-9 6 0,0 0-4 0,-10 4 2 0,10-4 4 16,-15-1-9-16,15 1 5 0,-15 0 7 0,15 0 5 15,-22-3 3-15,11-2-1 0,-1 5 1 0,1-1 0 16,-3 1 2-16,3 0 1 0,11 0-1 0,-20 0-2 16,10 0-2-16,10 0-1 0,-18-2 0 0,18 2-1 15,-10 2 0-15,10-2-2 0,0 0-3 0,-8 1 6 16,8-1 7-16,0 0-3 0,0 0 0 0,26 5 0 16,-6-5-1-16,7 0-2 0,2 0-9 0,-2-6-3 15,6 4-13-15,-2-2-10 0,-1 0-25 0,2 0-23 16,1-3-38-16,-2 2-32 0,-9 1-31 0,-1-3-36 15,1 2-54-15,-7-4-51 0,1 0-71 0,-9 1-297 16,4-2-737-16,-7 3 326 0</inkml:trace>
  <inkml:trace contextRef="#ctx0" brushRef="#br0" timeOffset="-149902.22">17076 17085 74 0,'3'-6'289'0,"-3"6"-7"0,0 0-18 0,2-7-14 15,-2 7-13-15,-5-8-16 0,5 8-17 16,-3-6-21-16,3 6-14 0,-10-3-12 0,10 3-15 0,-9-5-13 15,3 1-13-15,2 1-6 0,-7 1-17 0,1-1-5 16,10 3-8-16,-22-1-9 0,12 0-7 0,-1 1-4 16,-4 0-2-16,0 0 2 0,0-2-12 0,2-1-2 15,3 3 1-15,-2 0-3 0,-4 0 2 0,1 0 7 16,15 0 9-16,-18-3-11 0,8 3 22 0,10 0-14 16,-12-2-9-16,12 2 2 0,0 0-2 0,-10-3-2 15,10 3-6-15,0 0 1 0,-15 0-7 0,15 0-8 16,0 0 3-16,0 0-12 0,0 0-3 0,0 0 3 15,-11 0-10-15,11 0 2 0,0 0-9 0,-3 11 9 0,3-11-5 16,0 7 3-16,-2-2-2 0,2 4-1 16,-5-1-4-16,3 1 3 0,2 4 1 0,0-3-3 15,-1 2-3-15,-1-1 0 0,2 5 1 0,0 1-1 0,-5 1 4 16,5 6-2-16,-2 0 5 0,2 3 9 0,0 0-9 16,0 0 0-16,0 3 3 0,0-2 1 15,-3-1 2-15,3-2 6 0,3 6 10 0,-3-6-17 0,0 5 2 16,0 1 3-16,0-3 4 0,4-1 2 0,-4 4 3 15,3-4-4-15,-1 5 12 0,-1-5 2 0,-2 0 4 16,2 3 2-16,-1-6-3 0,2 2 14 0,3-1-10 16,-5-7 1-16,0 1-3 0,0 4 1 0,0-8-2 15,2 6-4-15,1-6-1 0,0 0 4 0,-3 0-10 16,3-2 0-16,1 2-1 0,-3-4-1 0,6-2 0 16,-7 1-2-16,3-2 3 0,2 0-2 0,0-3-3 15,4 1-1-15,-3-2 3 0,6 0-2 0,-1-3-20 16,-2-1-18-16,10 0-20 0,-2 0-27 0,5-2-43 0,-1-3-36 15,1 0-28-15,-1 2-23 0,9-2-31 16,-2-2-32-16,0 0-53 0,-1-2-22 0,2-3-295 16,0 0-676-16,0-2 300 0</inkml:trace>
  <inkml:trace contextRef="#ctx0" brushRef="#br0" timeOffset="-149558.5">17331 17343 144 0,'0'-8'316'16,"0"8"-3"-16,0 0-16 0,0-7-13 0,0 7-9 15,0 0-18-15,0 0-13 0,0 0-22 0,3-6-21 16,-3 6-12-16,0 0-31 0,0 0-17 0,0 0-12 0,0 0-14 15,12 17-10-15,-9-10-7 0,0 5-7 16,1-3-5-16,2 6-7 0,-1 0-2 0,-3 1-3 16,3-1-4-16,-5 4 0 0,1-2-11 0,1 1-3 0,0 2-3 15,-2-1-10-15,3 1-1 0,-1-1 1 0,-2 0-7 16,0 0-1-16,1-3-5 0,-1 3-2 16,4 0-15-16,1-3-23 0,-2 0-22 0,-1-6-21 0,4-1-31 15,-2 2-34-15,2-4-49 0,2-1-58 0,4-3-62 16,0-3-60-16,-2 1-178 0,3-1-569 0,-3-1 251 15</inkml:trace>
  <inkml:trace contextRef="#ctx0" brushRef="#br0" timeOffset="-149324.14">17759 17463 81 0,'-8'-1'326'0,"8"1"-7"0,0 0-21 0,0 0 9 16,0 0 0-16,0 0 4 0,0 0-10 0,0 0-31 15,32 10-20-15,-21-10-30 0,7-1-19 0,2 1-20 0,2-7-13 16,6 7-17-16,5-2-16 0,-3 0-38 0,-4 2-32 16,6-5-38-16,-2 4-41 0,4-2-48 15,-12 0-51-15,-4 0-58 0,2-2-67 0,1 0-62 0,-6 0-220 16,-5 2-563-16,2-3 249 0</inkml:trace>
  <inkml:trace contextRef="#ctx0" brushRef="#br0" timeOffset="-147761.79">18221 17258 264 0,'0'0'295'0,"0"0"-27"0,0 0-29 16,0 0-22-16,0 0-8 0,0 0-7 0,0 0-4 16,0 0-13-16,7 20-13 0,-2-9-13 0,1-2-7 15,4 5-17-15,-5-2-3 0,4-1-18 0,4 1-12 0,-7 5-10 16,3 1-9-16,-1-9-10 0,4 8-7 0,-4-5-7 16,2 4-4-16,-5-5-7 0,3-1 4 15,-3 0-13-15,-3-2-5 0,4-2-4 0,-4-3-4 0,-2 3 6 16,5 0-3-16,-5-6-4 0,7 5 21 0,-7-5 0 15,0 0-1-15,0 0-7 0,0 0-1 0,0 0 4 16,0 0 1-16,9-17 4 0,-9 8 14 0,5-3-7 16,-3 3 0-16,3-1 5 0,-2-4 0 0,-1 2 8 15,3 0 6-15,2 0 5 0,-4 4-7 0,2 1-3 16,2-6 1-16,-1 6 8 0,-3 3-12 0,2-5-6 16,2 6-8-16,-7-3-9 0,7 1 1 0,-7 5-13 15,8-4-4-15,-8 4 1 0,0 0-4 0,0 0-7 16,21 11 1-16,-14-4-3 0,-2 5-3 0,0-4-3 15,0 5 1-15,2-6 7 0,-4 12-8 0,5-6-6 16,-8-3 3-16,3 2-5 0,1-1-5 0,-4 0-10 16,1-1 10-16,3-1-3 0,-3-3-6 0,-1-2 8 15,2 4 6-15,-2-8 5 0,5 9 5 0,-5-9 3 0,2 3-4 16,-2-3 2-16,0 0-4 0,0 0 6 0,0 0 8 16,6-17-5-16,-4 10 7 0,5-1 7 15,-1 1 9-15,-4-3 2 0,8 0 4 0,-5 2 1 0,5-8 1 16,0 5 6-16,-2-5 2 0,7 5 5 0,-7 0-8 15,7-1-6-15,3 3-3 0,-8-3-4 0,5 3-1 16,0 0-6-16,0-2-4 0,-9 10-3 0,6-5-3 16,0 0-1-16,-6 3 2 0,4-1-11 0,-2 4-8 15,-8 0-11-15,19 4-13 0,-11-2-16 0,0-1-15 16,-1 3-19-16,-1 0-15 0,3 1-16 0,-4 6-25 16,0-4-18-16,0 1-11 0,0 1-10 0,0-3-8 15,1 2-10-15,-1 4-12 0,0-4-11 0,3-1-12 16,1 0-7-16,-3 1-10 0,3-3-11 0,5 0-18 15,-5-3-2-15,11 3 20 0,-9-3 9 0,1-4 8 16,3 2 17-16,6-4 21 0,-8 3 19 0,2-2 27 16,-6-2 21-16,5-1 30 0,0 0 30 0,-4-1 37 0,-2-1 26 15,2-3 17-15,-5 1 23 0,0 2 23 0,-5-4 24 16,6 3 21-16,-1 3 7 0,-5-6 8 16,-1 3 3-16,1 2 0 0,-5-1 1 0,0 1-6 0,0 4-9 15,-5-3-7-15,3 5-5 0,-1-1-4 0,0-2-11 16,8 4-12-16,-30 1 1 0,17 4-8 0,-7-3-6 15,5 3-3-15,-2 5-7 0,2-2-10 0,1 1-2 16,4 1-3-16,3-1-5 0,-1-1-1 0,-2 1-4 16,8 1 2-16,-3-4-2 0,4 2-1 0,1 0-1 15,1-1-6-15,4-6 3 0,3 4-3 0,1 1-2 16,-3-3-2-16,4-2 0 0,2-2 0 0,1-2-4 16,-3 3 6-16,3-4-6 0,4 1 3 0,3-2-4 15,0-1-1-15,-6-3 0 0,1 1 1 0,0 2 3 16,-3-3-5-16,-2 2 2 0,1 2 4 0,-1-2-4 15,-1 3 0-15,-1-3 1 0,-2 2-3 0,3 1 3 16,-8 1-4-16,-1 3 1 0,7-4-5 0,-5 0-5 16,-2 4 4-16,0 0 5 0,11-2-4 0,-11 2 7 0,0 0-9 15,18 6-5-15,-9-3-5 0,-6 1 0 0,10 0-7 16,-3 0-7-16,5 0-2 0,2 4-4 16,2-7-3-16,-2 1-7 0,3 2-8 0,-4 0 0 0,6-3 0 15,-2-2-2-15,-4-1-1 0,-1 0-6 0,7 2 8 16,-14-4 3-16,5 2 4 0,-1 1 6 0,-2-5 2 15,-4-3 3-15,1 4 5 0,-4-2 5 0,2-1 2 16,-5 0 9-16,2 0 11 0,-2 2 2 0,0-2 7 16,0 8 6-16,-5-12 3 0,3 5 3 0,1 2 0 15,1 5-6-15,-5-7 3 0,3 2-1 0,2 5-3 16,0 0-1-16,-8-5-1 0,8 5-3 0,0 0-2 16,0 0-1-16,0 0-1 0,-10 19 2 0,7-10-3 15,3 3 2-15,-2 3 0 0,2 3-2 0,0-1 1 16,0 2-6-16,-3 8 5 0,6 1 1 0,-3-1-2 15,5 4 1-15,-3-1-2 0,4 7 2 0,-3-5 0 16,2-4-1-16,2 4 1 0,-5-4-2 0,1 1-1 16,0-1 1-16,-3-2-3 0,2-6 3 0,-4 0 0 0,-1-5-2 15,0 1 7-15,3-4 19 0,-2-1 29 0,-3-2 19 16,-2-3 19-16,-1-2 24 0,0-2 1 0,8-2 8 16,-22-9 10-16,9 4 6 0,-3-5 14 0,1 0-6 15,0-4 8-15,0 1-5 0,3-5-3 0,-4-5-3 16,9 7-12-16,1-10-7 0,-1 5-14 0,5-9-13 15,2 2-7-15,2-1-9 0,5-3-18 0,1 4-15 16,3 1-6-16,4 1-11 0,0 2-13 0,2 2-12 16,1-2-18-16,0 9-23 0,2 0-19 0,-3 6-25 15,1-3-13-15,-2 8 1 0,1-3-21 0,-1 3-6 16,-4 4 0-16,1 0-5 0,-1-4 6 0,-1 2 0 16,-1 2 8-16,2 0 7 0,-12 0 7 0,18 0 7 15,-10 2 12-15,-8-2 5 0,0 0 14 0,14 0 4 0,-14 0 5 16,11 0 7-16,-11 0 14 0,10-4 10 15,-10 4 8-15,0 0 13 0,8-3 4 0,-8 3 4 16,0 0-2-16,7-4-1 0,-7 4 1 0,0 0-5 16,0 0-2-16,0 0 3 0,8-1-6 0,-8 1 7 0,0 0-5 15,15 5-2-15,-15-5 0 0,9 3 0 0,-9-3-3 16,6 8-1-16,-1-8 6 0,3 3-2 16,-3 3-4-16,4-3 5 0,-3 1 0 0,-2-1-1 0,7 5-1 15,-3-5-4-15,-8-3 7 0,9 1-3 0,-4 2 2 16,-5-3 3-16,8 4 1 0,-8-4-7 0,0 0 5 15,0 0 0-15,0 0-2 0,0 0-12 0,15-8-26 16,-15 8-25-16,1-3-39 0,-1 3-45 0,0-15-53 16,0 10-53-16,-1-2-270 0,-2-1-563 0,-7 0 249 15</inkml:trace>
  <inkml:trace contextRef="#ctx0" brushRef="#br0" timeOffset="-147605.56">19555 17018 289 0,'-5'-7'282'0,"2"5"-26"15,3 2-26-15,-7-5-22 0,7 5-25 0,-8-3-16 16,8 3-34-16,-7-3-46 0,7 3-62 0,0 0-85 16,0 0-90-16,0 0-125 0,-14 9-299 0,9-6 133 15</inkml:trace>
  <inkml:trace contextRef="#ctx0" brushRef="#br0" timeOffset="-146666.59">20065 17088 20 0,'0'0'356'0,"0"-9"-14"0,0 9-16 0,0 0-16 16,0 0-24-16,0 0-23 0,-3-6-5 15,3 6-43-15,0 0-19 0,0 0-15 0,0 0-22 16,0 0-17-16,0 0 2 0,16 15-27 0,-7-11-11 0,-3 4-11 16,9 4-10-16,-3-2-6 0,3 2-6 0,-1 0-4 15,5 2-4-15,2-1-17 0,1 1 1 16,3 3-9-16,-1-4-1 0,1 4 15 0,-2-2-15 0,-4-3-5 16,-1-3-7-16,3-1-1 0,-1 3 12 0,-3-3-23 15,-1-1 2-15,-4-1-8 0,-4 0 5 0,0 0-7 16,-1-4 2-16,6 5-1 0,-11-6-1 0,5 2-6 15,-7-3 3-15,8 4-5 0,-8-4 5 0,0 13-1 16,0-13 1-16,-7 7 11 0,-1 0 7 0,6-2 7 16,-11 6 8-16,3-3 11 0,-3 3-3 0,-2 1 10 15,2 2 0-15,-9-1 1 0,7 1-13 0,-6 4 10 16,6-8-6-16,-8 9-1 0,3-2-8 0,2 2-3 16,1-4-4-16,1-2 0 0,1 1-3 0,3-2-4 0,0 1-2 15,1-3-7-15,-1 2-23 0,4-4-31 16,3-2-40-16,-2 3-37 0,4-5-20 0,1 1-34 15,2-5-56-15,0 0-61 0,0 0-70 0,19 0-267 0,-19 0-675 16,20-5 300-16</inkml:trace>
  <inkml:trace contextRef="#ctx0" brushRef="#br0" timeOffset="-146260.39">20812 17312 357 0,'0'0'347'16,"-5"-4"-24"-16,5 4-11 0,0 0-12 0,-15-3-5 0,15 3-19 15,0 0-23-15,-14 15-16 0,8-7-15 16,-2-4-13-16,1 10-12 0,0-4-11 0,4 0-14 15,-2 2-16-15,-2-4-14 0,12 6-18 0,-10-1-2 0,4 1-5 16,1-1-9-16,0-1-10 0,8-1-7 0,-3 0 1 16,-2-1-13-16,11 2-9 0,0-2-3 0,0-2-10 15,2-4-2-15,2 1-10 0,-1 0-7 0,1-4-10 16,5-2-7-16,-4-2-8 0,0-1-4 0,-2-1-4 16,0-3-5-16,-3 1-7 0,1-5-3 0,0-1-4 15,-2 1-7-15,-1-4 4 0,-2-2-10 0,0 1 0 16,-10-2 1-16,5 3-11 0,-5-4 3 0,-5 1 1 15,0 2-1-15,-5-1-10 0,2 3-19 0,-5 3-16 16,-2-2-15-16,1 2-20 0,-1 5-17 0,-1 2-20 16,-7 1-24-16,6 3-31 0,-3-4-49 0,2 5-43 15,0 0-257-15,-4 0-601 0,3 3 267 0</inkml:trace>
  <inkml:trace contextRef="#ctx0" brushRef="#br0" timeOffset="-145666.7">21131 16848 153 0,'-5'-8'328'16,"5"8"-16"-16,0-12-21 0,3 5-16 0,-3 1-15 16,2-3-17-16,3 1-8 0,0 4-29 0,0-1-18 15,2-1-19-15,1 1-11 0,5 1-20 0,-6 0-2 16,3 3-12-16,1-4-9 0,-1 3-18 0,3 1-3 0,-3 1-8 16,2 0-5-16,-12 0-14 0,16 1-7 0,-6-1 1 15,-3 5-9-15,1-3-8 0,2 0-3 16,-2 5-5-16,-1-2-4 0,1 0-5 0,2 1 0 0,-3 1-2 15,1 1-3-15,0 1 8 0,-1 5-17 0,1-2-1 16,2-1-3-16,-6 5 3 0,2 3-1 0,4-3-3 16,-5 4 7-16,5 7 8 0,-5-3-11 0,2 0 3 15,-1 3 12-15,1 2-13 0,-4 2 1 0,4-1-7 16,-2-2 2-16,1 4-4 0,-2 1 5 0,1-8-7 16,-4 7 3-16,-1 1-1 0,9-5 0 0,-9 1 2 15,0-1-2-15,0 3-2 0,0-8 3 0,0 1 9 16,0 2 4-16,0-8-2 0,3 2 15 0,-6-3-16 15,3 2 9-15,0-4 0 0,3 1-7 0,-6-4 0 16,3 3 3-16,0-7 1 0,0 0-6 0,0 4 0 16,0-4 2-16,0 1-4 0,0-3-3 0,3 1 0 15,-3 0 4-15,0-7-12 0,2 8 4 0,-2-8 3 0,-2 8 1 16,2-8-1-16,0 8-2 0,0-8 11 0,0 4-5 16,0-4 8-16,-7 6-1 0,2-3-4 15,-1 2 5-15,6-5 0 0,-10 2-9 0,-3 1 6 0,4 1-6 16,-6-1 0-16,-3-2-15 0,-7 0-37 0,4 2-42 15,-11-3-60-15,3 2-48 0,-5 0-66 0,5-6-80 16,-4 4-343-16,-17-3-731 0,18 2 324 0</inkml:trace>
  <inkml:trace contextRef="#ctx0" brushRef="#br0" timeOffset="-144698.03">22010 17239 104 0,'-8'-7'334'0,"8"7"-14"0,-4-5-16 0,4 5-28 0,0 0-14 15,0 0-14-15,-5-4-28 0,5 4-16 0,0 0-25 16,0 0-21-16,0 0-13 0,0 0-12 0,0 0-16 16,0 0-3-16,-10 13-13 0,10-7-7 0,0-6-4 0,0 9-8 15,2-2-6-15,-2-7-2 0,-2 12-12 16,4-6 2-16,0-1-5 0,1 0-9 0,-3-5 1 16,3 11-10-16,2-7-1 0,-3-1-5 0,-2-3 5 0,5 6-8 15,-5-6 3-15,0 0-9 0,5 6 6 0,-5-6 5 16,0 0-7-16,0 0 4 0,3 4-5 0,-3-4-3 15,0 0 0-15,0 0-5 0,0 0 1 0,0 0 0 16,0 0-4-16,3-15-1 0,-3 15 4 0,0 0-10 16,0 0 4-16,-3-8-5 0,3 8-1 0,0 0-2 15,-3-7 7-15,3 7-9 0,0 0-4 0,0-7-15 16,0 7-15-16,-8-5-12 0,8 5-23 0,0 0-22 16,0 0-23-16,0 0-27 0,0 0-32 0,0 0-45 0,0 0-50 15,0 0-67-15,0 0-191 0,0 0-565 16,0 0 251-16</inkml:trace>
  <inkml:trace contextRef="#ctx0" brushRef="#br0" timeOffset="-143609.79">22597 16948 229 0,'-1'-7'326'0,"1"7"-9"16,-5-11-10-16,3 7-5 0,2 4-12 0,-1-6-15 16,1 6-12-16,0 0-11 0,-7-9-23 0,7 9-22 15,0 0-25-15,-7-5-22 0,7 5-11 16,0 0-16-16,0 0-10 0,-16 14-17 0,7-6 0 0,0 2 1 16,-6-1 1-16,3 4 1 0,-6 2 10 0,1 8 1 0,-1-5 0 0,2 4-7 0,-6 3-2 15,5 0-6-15,-4 9 0 0,3-10-10 0,4 7-7 16,0-8-8-16,0 6-7 0,6-2-4 0,0 0-8 15,3 0-2-15,8 2-6 0,0-2-2 0,6-2-4 16,4 2-5-16,0-1-8 0,9-7-19 0,-1 2-26 0,6-4-33 16,3-1-49-16,4-4-48 0,-4-3-41 15,15 1-37-15,-15-2-46 0,-1-4-53 0,1-4-53 16,-8 0-329-16,-1-3-757 0,-1 2 334 0</inkml:trace>
  <inkml:trace contextRef="#ctx0" brushRef="#br0" timeOffset="-143359.83">22669 17290 111 0,'0'0'319'0,"0"0"-13"15,-9-5-13-15,9 5-18 0,0 0-17 0,0 0-8 16,0 0-15-16,0 0-17 0,0 0 3 0,0 0-30 15,-3-7-10-15,3 7-2 0,0 0-30 0,0 0-11 16,28 3-19-16,-16-6-12 0,3 2-8 0,3 0-18 0,3-1-29 16,1-1-25-16,1 2-36 0,-3-3-44 0,-4 1-46 15,6 1-51-15,-2-1-57 0,0-1-55 16,-4 0-244-16,-6 4-546 0,5-3 242 0</inkml:trace>
  <inkml:trace contextRef="#ctx0" brushRef="#br0" timeOffset="-143109.84">23106 17009 153 0,'0'-7'277'0,"0"7"-29"16,0 0-18-16,0 0-11 0,0 0 2 0,0 0-7 15,0 0-12-15,0 26-8 0,-4-17-19 0,8 0-5 16,-4 8-11-16,3-1-8 0,-3 0-15 0,0 5-11 15,0-4-12-15,3 1-13 0,-3 9-3 0,2-9-13 16,3 8-6-16,0-7-14 0,-2 1 3 0,-1-3-19 0,3 2-13 16,-4-3-32-16,6-1-31 0,-4-3-42 15,2 6-48-15,0-10-61 0,-3 0-70 0,5 1-238 16,-4-6-527-16,2 1 233 0</inkml:trace>
  <inkml:trace contextRef="#ctx0" brushRef="#br0" timeOffset="-142781.74">23231 16825 72 0,'0'0'324'0,"0"0"-14"0,0 0 3 0,0 0-3 0,0 0-10 15,0 0-2-15,15 20-3 0,3-14-6 0,1 3-4 16,9 7-17-16,0-2-8 0,2 1-12 0,9 5-14 16,1 0-21-16,-7 6-19 0,-5-8-19 0,2 0-18 15,0 3-10-15,-12 0-20 0,2 2-10 0,-2-3-5 16,-3 6-16-16,-5 1-6 0,2-3-6 0,-9 3-10 16,0-1-6-16,-6 1-8 0,3 0-6 0,-10-2-3 0,-1 2-14 15,-1-3-20-15,-1 2-32 0,-2-7-41 0,0 2-44 16,2-3-56-16,-2-2-35 0,0-1-39 0,2 0-53 15,-1-3-77-15,3 2-355 0,-1-6-774 0,7 1 342 16</inkml:trace>
  <inkml:trace contextRef="#ctx0" brushRef="#br0" timeOffset="-142234.84">24092 17235 31 0,'0'0'316'0,"0"0"-14"16,0 0-18-16,0 0-25 0,0 0-19 0,-3-3-22 15,3 3-24-15,0 0-19 0,0 0-18 0,0 0-19 16,0 0-10-16,0 0-13 0,0 0-9 0,0 0-12 16,-5 17-12-16,5-17-6 0,-2 12-7 0,4-5-3 15,-1-1-7-15,-1-2-1 0,7 4-11 0,-7-4-3 16,7 3-3-16,-7 0-5 0,0-7-4 0,8 8-1 16,-8-8-1-16,3 5-1 0,-3-5 6 0,5 5 20 15,-5 1 14-15,0-6 17 0,0 0 13 0,0 0 3 0,0 0-7 16,0 0-4-16,0 0-12 0,0 0-5 0,5-18-1 15,-5 18-9-15,0-12-14 0,-1 7 5 16,1 5-15-16,-4-10 3 0,4 10-15 0,-8-9-24 0,5 5-31 16,-2-3-26-16,1 5-36 0,4 2-47 0,-11-5-45 15,11 5-44-15,-15 0-71 0,15 0-303 0,-17 5-649 16,11-3 288-16</inkml:trace>
  <inkml:trace contextRef="#ctx0" brushRef="#br0" timeOffset="-140733.27">24541 16930 167 0,'0'0'315'0,"-2"-9"-18"0,2 9-22 0,0-7-20 0,0 7-24 15,0-8-29-15,0 8-22 0,0 0-19 0,0 0-19 16,0 0-10-16,0 0-14 0,-20 20-9 0,18-9-13 16,-3-4-10-16,4 2-10 0,-3 10-9 0,1-4-5 15,3-4-4-15,0 1-6 0,0 1-6 0,0 1-3 16,0 2-4-16,7-6-5 0,-6 0 0 0,6 2-3 16,0-8 0-16,1 4-6 0,0-1 1 0,5-4 1 0,2 5-8 15,5-7 2-15,-3-1 1 0,-2-1-4 0,5-3-2 16,-1-3-3-16,-4 0 3 0,4 1-4 0,0-5 1 15,0 3-3-15,0-1 1 0,-2-4 5 0,3 1-2 16,-10 2 20-16,5 0 5 0,-2 1 2 0,-3-2 8 16,-4 2 13-16,1 2 6 0,0 0 4 0,-1 3 2 15,-4-2-10-15,5 1-6 0,-7 5-8 0,8-5-11 16,-8 5-12-16,0 0 3 0,0 0-8 0,13 7-4 16,-11 2-2-16,4 0 1 0,1 5-7 0,3 1 20 15,-5 6-23-15,3 4 16 0,4 0-17 0,-2 10-9 16,10 3 11-16,-4 6 1 0,4 0-5 0,-2-2 15 15,2-1-12-15,-5-1-13 0,-2 2 8 0,2-1 6 16,-3-4-10-16,4 4 9 0,-4-2-2 0,-6-7-7 0,1-2 5 16,-5 2 0-16,4-2 2 0,-6-2 8 0,0 2-3 15,0-6 11-15,-3-4 13 0,0-1 28 16,-9-4 24-16,2 0 24 0,-1 0 17 0,-3-3 14 0,-1-5 11 16,-4 0 4-16,2-1 1 0,-6-3 0 0,-7-3 0 15,-5-9-8-15,6 3 0 0,-6-2 0 0,5-4 5 16,-8-10 5-16,3 7-12 0,9-5 2 0,-9-7 0 15,10 7-9-15,5-1-6 0,4-2-19 0,2-4-8 16,3 0-6-16,8 0-22 0,3-3-14 0,3-3-32 16,10-8-36-16,5 1-56 0,9 3-44 0,8-2-41 15,1 4-31-15,-3 0-44 0,3 8-41 0,8 0-48 16,-3 8-33-16,-11 4-57 0,1 3-70 0,-1 0-59 16,0 3-290-16,-9 2-884 0,-4 0 392 0</inkml:trace>
  <inkml:trace contextRef="#ctx0" brushRef="#br0" timeOffset="-140342.66">25400 17118 180 0,'0'0'196'0,"-5"6"-9"0,5-6-2 15,0 0-2-15,0 10-6 0,0-10-10 0,5 5-6 16,-5-5 5-16,0 0-8 0,3 6-3 0,-3-6-1 16,7 1-8-16,-7-1-5 0,8 4-4 0,-8-4-1 15,10 1 14-15,-10-1-23 0,8 2-1 0,-8-2-3 16,12 0-4-16,-12 0 5 0,0 0-5 0,11-8 2 15,-9 5-10-15,3-1-3 0,-5 4-1 0,3-11-10 0,0 8-15 16,-3 3 5-16,0-8-11 0,0 3-8 0,0 5 0 16,-3-11-11-16,3 11-3 0,-2-9-7 15,2 9-17-15,-6-3-17 0,6 3-26 0,-7-8-22 0,7 8-44 16,-10 0-44-16,10 0-32 0,0 0-49 0,-16 8-49 16,16-8-60-16,-10 4-265 0,8 1-627 0,-1 2 278 15</inkml:trace>
  <inkml:trace contextRef="#ctx0" brushRef="#br0" timeOffset="-138940.98">26403 16944 149 0,'-4'-6'243'0,"1"-2"-5"0,-5 4-11 15,1-2-6-15,-1 0-5 0,1-2-9 0,-1 7-2 16,-5-5-11-16,4 0-5 0,-5 4-9 0,-1-5-8 16,-7 2-3-16,1 4-3 0,-3 1-12 0,3 0 2 15,-9 0-9-15,2 0-2 0,2 0-7 0,1 1-13 0,3 4-10 16,-4 2-8-16,-2 0-9 0,-1 1-4 0,13 0-15 15,-4-2-4-15,-2 3 4 0,8 0-20 16,-1 1-10-16,0-1-2 0,7 1 0 0,-4-3-4 0,2 3-5 16,7 1-3-16,-1 1 3 0,4-1-8 0,0 1-2 15,9 1 2-15,4 1 2 0,5-3-4 0,7 9-2 16,6-8-4-16,-2 3-8 0,15-6-1 0,1 6-1 16,6-8-3-16,1 5-3 0,-4-5-8 0,0-4-10 15,-14-2 3-15,-2-1 0 0,2-1 0 0,-5 5-4 16,-3-10 2-16,-4 5 2 0,-1-4 1 0,-6-2-4 15,2 0 15-15,-7 0-9 0,-1 1-1 0,-4-3 13 16,4 3-5-16,-8-5-3 0,-1 3 2 0,-1-2-3 0,-8 0 5 16,4 1 4-16,-8 2-6 0,-2-7 0 15,0 3 3-15,-1 4 2 0,-4-2-7 0,-5-2-8 16,-3 2 15-16,-2 5-2 0,0-3-6 0,1 0 18 0,-1 3-39 16,-2-1-17-16,3 4-34 0,7-1-19 0,1 2-31 15,4 0-24-15,0 2-29 0,6-2-37 0,-1 1-22 16,6 1-32-16,6-2-44 0,-2 6-203 0,2-6-559 15,0 0 247-15</inkml:trace>
  <inkml:trace contextRef="#ctx0" brushRef="#br0" timeOffset="-138628.52">26308 16673 194 0,'-8'-2'231'0,"8"2"-12"0,0 0 3 0,-15 7-5 16,13 0-5-16,-2 1 2 0,2 3-7 0,-3 1 0 15,10 6 4-15,-5-1-18 0,2 10-8 16,-2-7-14-16,6 10-11 0,-4-1-7 0,4-2-10 0,1 3-12 16,0 11-8-16,-1-2-14 0,3-2-15 0,-3-4 5 15,1-2-12-15,1 12-3 0,-6-3-9 0,9-3-3 16,-2 6-11-16,-8-12-9 0,6 0 3 0,-1 1-16 15,-4-5 4-15,1 2-17 0,1-4-19 0,1-6-26 16,-2 0-26-16,0-3-17 0,1-2-27 0,2-1-35 16,1-4-41-16,-4 1-51 0,7-6-56 0,-2 0-279 15,1-2-597-15,-1-1 265 0</inkml:trace>
  <inkml:trace contextRef="#ctx0" brushRef="#br0" timeOffset="-138050.45">27073 16744 261 0,'0'-4'335'0,"0"4"-17"16,0 0-24-16,2-8-18 0,-2 8-24 0,0 0-26 16,0 0-21-16,0 0-18 0,0 0 6 0,0 0-24 0,-27 8-2 15,21-4-7-15,-1 3-9 0,-5 1-7 0,2 3-2 16,4 2 1-16,-9 2 2 0,8-1 0 15,-3 4 3-15,-3 0-13 0,6 6-1 0,-1-5-6 0,-2 4-14 16,0-4 6-16,10 5-6 0,-8-4-3 0,5 7-11 16,-1-3-5-16,3 5-9 0,1-10-5 0,1 0-6 15,6 1-8-15,-4-2-6 0,7 0-4 0,-5 0-1 16,5 0-6-16,-2-1-5 0,6-4-5 0,-4 4-7 16,5-4-15-16,4-2-18 0,1-1-19 0,-5-2-20 15,3 2-33-15,4-6-35 0,-2 3-43 0,-2-3-29 16,2-1-35-16,-4-2-46 0,3-1-50 0,0-1-52 15,-4-2-317-15,2 0-734 0,1-2 325 0</inkml:trace>
  <inkml:trace contextRef="#ctx0" brushRef="#br0" timeOffset="-137769.21">27669 16809 117 0,'1'-8'274'0,"-1"8"-26"0,0 0-23 16,0 0-21-16,0 0-8 0,0 0-5 0,0 0-11 15,0 0-15-15,0 0-4 0,0 22-8 0,-1-15-5 16,-6 3-11-16,7 1-14 0,-8 1-10 0,5 1-12 16,-4 2-2-16,2 0-18 0,-5 4-8 0,5-4-6 15,-8 1-9-15,5-1-3 0,-7 1-3 0,5-1-5 16,-3 1-3-16,1 7-5 0,-3-9-2 0,5 1-6 15,0 0-14-15,-1-5-21 0,-3 6-22 0,4-8-23 16,4 0-33-16,-2 3-35 0,-1-4-44 0,6-2-37 0,-7-2-41 16,3-2-188-16,-1 3-462 0,2-2 204 15</inkml:trace>
  <inkml:trace contextRef="#ctx0" brushRef="#br0" timeOffset="-137534.86">27404 16965 69 0,'0'-10'279'0,"0"10"-17"0,-2-7-20 16,2 7-25-16,0 0-19 0,0 0-24 0,0 0-13 15,0 0-5-15,0 0-5 0,0 0-9 0,17 17-8 16,-10-8-13-16,-3 0-14 0,6 2-10 0,-1 4-10 16,2-2-7-16,3 2-7 0,0-2-9 0,-4 5-1 15,5-1-7-15,0-5-11 0,7 9-18 0,-2-5-25 16,-4 0-30-16,1-1-37 0,-2-2-39 0,1-1-48 15,-1-5-42-15,-2 1-46 0,0-2-131 0,-4-2-402 16,6-2 179-16</inkml:trace>
  <inkml:trace contextRef="#ctx0" brushRef="#br0" timeOffset="-137206.77">27846 16642 158 0,'0'0'347'0,"-3"-4"-21"0,3 4-21 16,0 0-23-16,0 0-14 0,0 0-2 0,0 0 4 16,0 0 1-16,0 0 4 0,16 15-8 0,-6-6-11 15,3 7-13-15,2-5-16 0,5 12-7 0,2-3-12 16,-1 3-8-16,6 0-22 0,-6 2-9 0,1-3-15 15,7 10-7-15,-7-7-15 0,-2-1-12 0,-2 7-9 16,0-8-13-16,-6 0-9 0,3 3-9 0,-4-1-8 16,-4 4-7-16,-4-4-7 0,-3 2-5 0,0-3-2 15,-5 2-5-15,-5-4-5 0,0 2-15 0,-3-1-21 16,-2-3-33-16,-6 2-42 0,6-1-43 0,0-8-59 16,-7 5-47-16,1 0-33 0,-1 0-44 0,9-4-50 0,0-6-49 15,-2 6-305-15,3-1-756 0,-1-1 335 0</inkml:trace>
  <inkml:trace contextRef="#ctx0" brushRef="#br0" timeOffset="-111812.55">24645 13542 135 0,'0'-25'371'0,"0"3"-16"0,0 6-9 15,-3 1-14-15,1 3-7 0,-1 1-27 16,1 3-27-16,2 1-25 0,-2 2-36 0,-3-3-27 15,5 8-12-15,0 0-25 0,0 0-13 0,0 0-11 0,-6 21-13 16,4-6-16-16,2 11-14 0,-7-1-4 0,7 4-13 16,5 3 1-16,-10-1-17 0,5 1 8 0,0-2-8 15,5 9-2-15,-1-12-4 0,2 3-6 0,6 2-12 16,-7-8 4-16,0 0 2 0,0-6 1 0,-2 0-4 16,5-2-3-16,-1-4-2 0,0-1 2 0,-2-3-3 15,3-1 2-15,-2-1-1 0,4-3-2 0,-1-3 4 16,-9 0-10-16,23-8 13 0,-12 0-14 0,-1-3-1 0,5-1 1 15,7-6-8-15,-4 6 10 0,-6 0-1 16,1 0 2-16,2-3 5 0,-7 6 5 0,-1 2-2 16,1-2-8-16,-1 2 5 0,-1 3-8 0,2 1-9 0,-1 3-9 15,-7 0 2-15,23 3 10 0,-10 9-1 0,2 3-4 16,-1-3 3-16,2 9 0 0,1 0 2 0,1 3 5 16,0 3-4-16,2-6 0 0,-3 4 2 0,1 1-1 15,-2-4 0-15,1 3-3 0,-2-6 21 0,0-6-27 16,-4 4 6-16,-1-5 3 0,5-3-1 0,-7 0 8 15,2-7 44-15,2 0 13 0,-6-2 3 0,-6 0 7 16,24-9 1-16,-11-2 6 0,0-5-17 0,-5-4-2 16,1-7-5-16,2 0-5 0,-7-7-7 0,9-6-7 15,-5-2-1-15,-3-3-5 0,3 2-6 0,-1-1-5 16,-4 3-10-16,2 10-19 0,0-7-16 0,-5 13-24 16,0-1-25-16,-3 7-42 0,1 4-47 0,2-2-48 0,-5 7-53 15,2 2-51-15,0 4-41 0,-2-1-43 0,5 5-292 16,0 0-741-16,-20 9 328 0</inkml:trace>
  <inkml:trace contextRef="#ctx0" brushRef="#br0" timeOffset="-111578.12">25726 13607 326 0,'0'0'379'0,"1"-9"-15"15,-1 4-19-15,0 5-24 0,0 0-26 0,4-10-24 16,-4 10-23-16,0-7-25 0,0 7-25 0,0 0-17 0,10 0-24 16,3-3-15-16,-3 3-33 0,11-2-26 15,-1 3-28-15,8-2-30 0,2 1-29 0,5 1-37 16,-2-1-33-16,-2 1-40 0,4 2-43 0,-5 2-22 0,5-3-21 16,-9 0-33-16,-4-2-20 0,7 3-159 0,-10 1-445 15,-6-3 197-15</inkml:trace>
  <inkml:trace contextRef="#ctx0" brushRef="#br0" timeOffset="-111421.89">26135 13623 59 0,'-12'3'98'0,"-1"1"8"16,1 0 16-16,-6 0 8 0,1 0 17 0,1 4 1 16,1-4 9-16,3-1-2 0,-3 2-5 0,9-1-12 15,-2 1-14-15,-1 1-6 0,3-5 13 0,4 2 14 16,-3 2-2-16,5-5 10 0,0 0-4 0,7 10-8 16,1-2-12-16,10-4-19 0,-3 1-6 0,7-2-6 15,-3 1-10-15,16-2-12 0,11-2-26 0,-2 0-35 16,0 0-46-16,1 1-53 0,3 1-66 0,-3-5-71 15,-14 1-229-15,2 2-487 0,-1-4 215 0</inkml:trace>
  <inkml:trace contextRef="#ctx0" brushRef="#br0" timeOffset="-110890.68">26666 13363 47 0,'-5'-4'372'0,"5"4"-23"16,0 0-33-16,-2-6-38 0,2 6-26 0,0 0-20 15,0 0-33-15,0 0-22 0,0 0-16 0,0 0-18 16,0 24-15-16,0-15-11 0,2 7-13 0,3-1-9 0,-2 2-7 16,2 2-10-16,-3 1-5 0,11 6-10 15,-6 1-7-15,-1-4-4 0,3 4-6 0,-3-7-4 16,-3-1-11-16,6 0 3 0,-4-2-5 0,3 1-3 0,-3-2-2 15,-2-1-10-15,4-2 0 0,1-4-2 0,-3 1-1 16,2-3 3-16,1-4-3 0,-1 1-2 0,3-4 1 16,-10 0 2-16,19-7-5 0,-5-7 2 0,-3 8 1 15,1-6-1-15,1-2-4 0,-3 1 6 0,3-5 11 16,-3 3 19-16,-2 0 13 0,7 0 9 0,-8-2 21 16,1 2 6-16,-1 2 10 0,-1 4-6 0,-2 0-5 15,-1 0-16-15,5 6-7 0,-3-2-10 0,-3-1-10 16,-2 6-5-16,0 0-6 0,15 11-1 0,-7-8-6 15,-1 8-1-15,6 2-4 0,-5-6-5 0,7 10 5 16,0-3-10-16,0 9 2 0,0-6 1 0,0-3-2 16,-2 3 2-16,4-3-9 0,-4 2 4 0,2-5 3 0,0 1-2 15,-2-4-1-15,2-1 4 0,-2-4 1 0,-1-2-9 16,1-2 6-16,-2-1-1 0,4-5 1 0,-3 1 12 16,-4-8 7-16,5 2 1 0,-6-4 1 0,1-3-6 15,-1-1-3-15,1-9-2 0,-1 3-4 0,-1-1-7 16,-4-2 0-16,-2 2-12 0,5-3-20 0,-10 6-6 15,10 4-41-15,-5 0-33 0,0 3-28 0,0 0-28 16,-5 7-49-16,3-2-54 0,-3 5-61 0,4 1-64 16,-6 2-226-16,7 4-662 0,-8-4 293 0</inkml:trace>
  <inkml:trace contextRef="#ctx0" brushRef="#br0" timeOffset="-110656.33">27853 13581 175 0,'0'0'452'0,"1"-8"9"0,-1 8-9 0,5-7-12 0,-5 7-19 16,0 0-21-16,5-3-23 0,-5 3-24 0,0 0-34 15,10-6-34-15,-2 6-28 0,-8 0-27 0,20-3-23 16,-5-5-29-16,7 7-38 0,4 0-42 0,4-1-54 15,5-3-62-15,16-1-71 0,0 2-56 0,1 3-49 16,4 1-68-16,-3-4-85 0,6 3-359 0,-6-3-764 16,5-1 337-16</inkml:trace>
  <inkml:trace contextRef="#ctx0" brushRef="#br0" timeOffset="-110062.64">29458 13193 18 0,'8'0'312'0,"-3"-5"-23"16,-5 5-34-16,0 0-26 0,0 0-27 0,0 0-22 15,14 6-16-15,-13 0-12 0,-1 2-10 0,-5 0-5 16,5 4-7-16,-10 2-1 0,4 3-5 0,-8 1-11 15,0 4-11-15,4 0-5 0,-10 1-9 0,5 0-12 16,-7-4-3-16,1 1-7 0,-2-4 7 0,1 2 3 16,-3-3 3-16,-1 3 2 0,3-6-2 0,-2 3 8 15,-2-6-3-15,9-6 23 0,-3 2 7 0,1-5 19 16,-2 0 12-16,6-2 18 0,-1-6 8 0,1 3-1 16,-1-2-1-16,2-3-3 0,9-2-11 0,-3-5-12 15,3 2-12-15,2-4-7 0,8 1-9 0,1 0-10 16,1 0-10-16,11-2 0 0,-9 5-16 0,9 0-11 15,-6 3-8-15,6 3-6 0,-2 1-8 0,6 1-4 0,-4 3-8 16,1 4-6-16,-2 1-5 0,4 9-2 0,5 5-3 16,-3-3 4-16,-6 3-10 0,6 4-1 0,-1 2 0 15,-1 2-10-15,-2 0-17 0,2 1-16 0,-3-1-16 16,4 5-27-16,-8-3-31 0,2 2-38 0,0-8-35 16,0-6-33-16,-2 4-29 0,2-3-47 0,-1-2-58 15,2-4-63-15,-1-1-320 0,2-2-790 0,1-5 350 16</inkml:trace>
  <inkml:trace contextRef="#ctx0" brushRef="#br0" timeOffset="-109364.74">29993 13399 134 0,'0'0'256'0,"-9"-4"-27"0,9 4-21 0,0 0-21 0,-13 0-20 15,13 0-19-15,0 0-6 0,0 0-14 16,0 0 1-16,0 0 4 0,0 0-1 0,0 0-6 0,0 0-11 16,0 0-8-16,22 15 0 0,-14-14-10 0,4 2-4 15,-9 0-11-15,-3-3-6 0,11 2-6 0,-11-2 6 16,5 2 0-16,-5-2 1 0,0 0 0 0,0 0-5 15,0 0-5-15,0 0-7 0,0 0-10 0,0 0-4 16,0 0-9-16,0 0-22 0,-19-11-29 0,9 8-28 16,10 3-30-16,-15-1-36 0,15 1-42 0,-14-2-49 15,14 2-55-15,-6-5-193 0,6 5-484 0,0 0 214 16</inkml:trace>
  <inkml:trace contextRef="#ctx0" brushRef="#br0" timeOffset="-108833.54">30739 13127 76 0,'7'-15'341'0,"-6"-1"-4"0,-1 3-10 0,0-5-3 16,0 2-3-16,-6 2-19 0,1-2-13 0,-2 0-25 15,-1 1-21-15,-2 0-13 0,2 3-21 0,-7-1-20 16,2 2-15-16,-2 1-16 0,-2 2-17 0,-1 4-14 16,0 1-14-16,-5 1-11 0,1 4-8 0,-3 4-12 15,-1 3-13-15,-4 1-6 0,2 7-4 0,-2-3-8 16,2 6-4-16,5 3 4 0,0 3-22 0,-1-1 2 16,8-1-6-16,1 2 3 0,3 5 0 0,2-4-5 15,7 1 0-15,0-1-4 0,3 3-4 0,3-3 3 16,7-3-2-16,0 2 3 0,3 0-3 0,5-5-1 0,4-5 0 15,4 2-3-15,-1-6-1 0,5 0-1 0,-7-4-1 16,10-4-1-16,-8-1-2 0,5-3 1 0,-2-4-4 16,-8 1 3-16,1-4-3 0,1-2-5 0,-4 1 8 15,2-2 0-15,-2-2-2 0,-5-1 4 0,1-1 3 16,-3 0 8-16,-1 0 24 0,0 1 17 0,-2-2 13 16,-4 4 8-16,2 3 2 0,-2 0 6 0,-3 1-2 15,6 2-7-15,-7-5-10 0,3 6-8 0,1 0-12 16,-4 4-8-16,0 0-8 0,0 0-5 0,0 0-1 15,0 0-6-15,0 0-1 0,0 18-2 0,0-13 1 16,0 9-7-16,0-1-10 0,-4 3-17 0,4-3-17 16,4 5-20-16,-4-3-13 0,0 1-19 0,0 4-25 15,8-6-24-15,-8 3-18 0,0-3-17 0,6-2-16 0,-4-1-21 16,5-4-19-16,-7 3-29 0,6 0-37 16,-4-5-24-16,6 0-34 0,-3-2-258 0,-5-3-656 15,15 0 291-15</inkml:trace>
  <inkml:trace contextRef="#ctx0" brushRef="#br0" timeOffset="-107613.39">31002 13345 129 0,'5'-7'214'0,"-1"1"17"0,1 3 12 0,-4-3-2 15,-1 6 0-15,4-9-7 0,2 4-13 0,-6 5-11 16,0-4-24-16,0 4-15 0,0 0-20 0,0 0-16 16,0 0-15-16,13-1-15 0,-13 1-8 0,14 5-6 15,-8 2-8-15,-2 0-10 0,4-4-8 0,-2 4-3 16,1 1-6-16,1 1-5 0,-1 0-5 0,0-3-6 15,-2 1-6-15,-2 4-2 0,3-2-2 0,-6-2-1 16,7 0-2-16,-7-3-4 0,0 3 10 0,0-7-13 16,-7 9-6-16,1-6 1 0,-2 1 4 0,8-4-7 0,-14 0 1 15,14 0 2-15,-15-5 4 0,15 5 1 0,-11-6-4 16,8 3 2-16,-1-5 2 0,4 1-5 16,4-2-3-16,4 0-2 0,2-2 0 0,5-1-12 0,9-6-8 15,5 2-16-15,9-8-6 0,6 6-7 0,-1 1-11 16,4-2-1-16,1 7 5 0,-2-2 2 0,-1 1 7 15,-15 7 3-15,1-2 6 0,-4-1-1 0,-6 6 4 16,-4-2 5-16,-1-2 7 0,-4 6 15 0,-1-2 5 16,-2 0 3-16,-3-3 4 0,-6 6-8 0,4-3 3 15,-4 3 3-15,0 0-5 0,0 0 7 0,-25-3-2 16,10 6-1-16,-3 0 0 0,1 3 0 0,-4-2 7 16,4 2-13-16,-3-1 4 0,4 6-4 0,-4-6 1 15,5 3 0-15,-3 1 1 0,6-1-2 0,-3 1-1 0,5-1 1 16,4 2-4-16,1 0 4 0,-2 0-2 15,4-3 1-15,-1 3 5 0,8-1-2 0,-1-1 8 16,4 2-10-16,-1-3-5 0,2-2 2 0,4 1-7 0,-2-2-4 16,5 1-3-16,-4-2-1 0,-1-2-1 0,5-2 1 15,0 1-5-15,0 0 7 0,0-6 5 0,-2 1-2 16,-4 4 5-16,-1-5 4 0,5 1-8 0,-5-2 4 16,1-2 6-16,-4 1 8 0,1 0 1 0,-1-2 6 15,-2 6 6-15,2-4 6 0,-1 1 19 0,-1 1-8 16,-1 0-9-16,1 0-1 0,-3 6-5 0,5-7-4 15,-3 4-2-15,-2 3-5 0,0 0-16 0,0 0-5 16,0 0-3-16,13 0-12 0,-13 0-11 0,13 7-14 16,-5-4-17-16,11 5-10 0,0 1-21 0,3-5-14 15,9 10-18-15,-1-5-13 0,5 4 7 0,-4-7-11 16,6 5 3-16,-4-2-10 0,2-2-3 0,-2-3-1 0,-2 4 11 16,-1-7 19-16,0-1 2 0,-2 3 13 0,-3-1 13 15,-9-4 21-15,3-1 23 0,-6-1 30 0,-3-1 20 16,1 1 10-16,-7-2 20 0,1 1 8 15,-2 0 10-15,-6-5 21 0,-4 6 9 0,0-4 9 0,-1 0 9 16,0-1 3-16,-12-1 7 0,5 2 3 0,-3 0 1 16,-4 2-7-16,2 6-1 0,-1-5 1 0,-2 1-13 15,1 3-6-15,1 2-11 0,-2-1-1 0,4 3-11 16,-1 3-2-16,7-1-9 0,-3 5-3 0,1-3-4 16,0 3-4-16,2 2 6 0,-1-2-11 0,8-3-2 15,4 8 3-15,-4-5-5 0,6 0-2 0,0 1-6 16,6 0 0-16,-6-2 2 0,8-1-2 0,1-1 2 15,4 4-5-15,-5-5 0 0,12 0 2 0,-3-5 1 0,1-1-5 16,2 2-1-16,-2-5-1 0,0-3-2 16,4-3-2-16,-3 0 3 0,1-2-6 0,0-6-5 15,2-5-11-15,-4 0-13 0,2 2-8 0,-7-8-11 0,2-11-9 16,0 0-11-16,-5-2-2 0,1-1 0 0,-4-1 5 16,0 0 6-16,-1-3 8 0,-4 15 15 0,-2-11 17 15,0 14 14-15,0-1 15 0,-2 8 11 0,2-2 10 16,-3 10 3-16,0-5 1 0,-2 6-1 0,3 4-1 15,0 0-11-15,-3 1-5 0,5 7-4 0,-8-1 0 16,8 1-4-16,-8 11-1 0,1-1 1 0,4 7-3 16,0 2 1-16,1 6-2 0,2 4-3 0,0 0 2 15,2 2 0-15,4-1 0 0,2 10-3 0,1-8 1 16,4 2-1-16,2-2-1 0,-2-2-1 0,2 0 3 16,0-2 0-16,5-2 1 0,-4-2-12 0,4-1 1 15,-2-5-4-15,-3-2 3 0,0-5-2 0,3-1 4 16,-6-1 4-16,-2-3-6 0,0-3 7 0,0 1-5 0,-2-2 1 15,2-2 5-15,-10 0 10 0,15 0 15 0,-15 0 6 16,11-5 10-16,-11 5 8 0,10-1 6 16,-10 1 4-16,10-3-13 0,-10 3 24 0,9-6-21 0,-3 0-9 15,-6 6-7-15,0 0-4 0,0 0-10 0,10 0 1 16,2-1-3-16,-12 1-2 0,15 5-2 0,-5-3 0 16,1 1 4-16,4 3-15 0,2-5 4 0,4 9-3 15,-1-1 1-15,1-2 2 0,6-3-9 0,-6 5 9 16,8-1-12-16,-10-2 1 0,5 0 10 0,-3-3-18 15,1 0 2-15,-7-2-3 0,3 2 5 0,-3-3-9 16,-2 0-19-16,0-3-8 0,-3 2-15 0,2-3-11 0,-4-3-17 16,0 5-15-16,0-6-37 0,-1 2-39 15,6-2-42-15,-11 1-40 0,5-4-61 0,-6-2-192 0,3 5-551 16,-1-10 244-16</inkml:trace>
  <inkml:trace contextRef="#ctx0" brushRef="#br0" timeOffset="-107457.14">32841 12953 249 0,'0'0'329'0,"-6"-7"-22"0,6 7-29 0,-5-4-27 16,5 4-25-16,0 0-27 0,-5-3-20 0,5 3-22 16,0 0-27-16,0 0-30 0,0 0-43 0,0 0-59 0,0 15-83 15,5-9-88-15,-4 2-194 0,8-1-399 16,-5 1 177-16</inkml:trace>
  <inkml:trace contextRef="#ctx0" brushRef="#br0" timeOffset="-107207.17">33129 12732 109 0,'-5'-4'253'15,"5"4"-20"-15,0 0 6 0,0 0-12 0,-3 16-8 16,5-4-9-16,-2 3-5 0,0 6-1 0,3 6-25 16,-3 0-11-16,3 3-12 0,0 9-16 0,-3 0-13 15,4-6-15-15,-1 9-10 0,-3-2-10 0,2 4-4 16,-2-5-11-16,6-6-8 0,-6 5-5 0,0 2-22 16,0-6-27-16,0-5-41 0,4 1-44 0,-1-2-69 15,-3-8-70-15,3-3-272 0,2 3-522 0,-5-1 231 16</inkml:trace>
  <inkml:trace contextRef="#ctx0" brushRef="#br0" timeOffset="-107035.31">33136 13056 259 0,'0'-12'327'0,"0"5"-25"0,-4-3-28 0,4-2-25 0,7 7-22 16,-7-2-25-16,0 0-22 0,0 7-23 0,7-8-28 15,-7 8-46-15,0 0-64 0,0 0-65 0,16 11-81 16,-16-5-73-16,4-1-140 0,-8 4-367 0,4 1 163 16</inkml:trace>
  <inkml:trace contextRef="#ctx0" brushRef="#br0" timeOffset="-104822.16">13502 17072 103 0,'0'0'195'0,"0"0"-18"0,0 0-16 16,0 0-19-16,17-14-11 0,-4 11 1 0,4-6-5 15,3 1-3-15,6 0 1 16,20-6-1-16,2 0-4 0,14-1-3 0,24-7-3 16,6 1-5-16,11-2-6 0,44-4-6 0,2-4-7 15,0 4 0-15,9 1-8 0,-13-2-6 0,7-3-7 0,11 7-5 16,-1-2 12-16,8 2-9 0,4-6-1 0,0 2-5 16,0 2-5-16,0-1-2 0,3-3-8 0,0 5-1 15,0-4-6-15,2 0-3 0,-4-1-8 0,5 2-1 0,-1-2-1 16,-3 2-5-16,4-6 0 0,-3 0-2 0,-5 1-1 15,2 3-1-15,10-3-4 0,-10 4 0 0,3-2-4 16,-13-4 2-16,4-4-3 0,-4 14 3 0,-3-6-1 16,-4-4 0-16,4 5 2 0,-6-3-5 0,-1 1-1 15,-8 4-1-15,-42 7 0 0,48-11 2 0,-3 3-5 16,-8 2 5-16,-37 12-3 0,48-14-2 0,-49 8 0 16,51-2-2-16,-10-2 3 0,-45 7 5 0,4-1-7 15,1 2 0-15,0-4 0 0,4 5 2 0,34-8 0 16,-41 5-2-16,-3-1 9 0,1 2-7 0,-1-1-5 15,3 3 3-15,-2-4-1 0,4-5 1 0,-7 5-1 16,-3 1 1-16,-1-5 0 0,-4 1-3 0,1 4 2 16,2-6 3-16,-6-1-4 0,-4-1-1 0,0 6 4 15,-2-1-3-15,-2-4 0 0,4 6 3 0,-2-2-2 16,1-3-1-16,-4 2 2 0,-2-4-1 0,-16 6 1 16,0 0-2-16,20-7-1 0,-22 5-1 0,0 3 4 15,-3-5 2-15,5 5-4 0,0-2 3 0,-3-2-2 0,1 3-2 16,-5 0 2-16,2 4 0 0,-8-2 2 0,6 2-1 15,-6 2 0-15,-2 0 0 0,3 2-1 16,-2-2 0-16,-3 3 0 0,-10 1 6 0,6 4-9 0,-7-4 5 16,-1-1-6-16,-1 3 5 0,1-1 1 0,-8 7-2 15,1-3-3-15,-6 0 0 0,4 3 4 0,-3-6-1 16,1 6-3-16,-3 1 3 0,0-1-2 0,1 2 0 16,1 1-3-16,-1-1 3 0,-1 1 3 0,7 1-2 15,-7-1 0-15,1 1 2 0,6 2 0 0,1 1 0 16,5-3-1-16,-7 2-3 0,13 3 4 0,-5-5-3 15,3 4 2-15,-1-3 1 0,2 0-1 0,12 5-3 16,-10 1-1-16,8-5-2 0,5 2-2 0,-3-2 3 16,1 1-4-16,-10 0-2 0,16 0 3 0,-1-1 2 0,0-5 1 15,-1 4-7-15,-4-1 10 0,7-1-4 16,5 0 2-16,-3 0 0 0,3-3 1 0,-2-2 0 16,4 1 5-16,2 0-7 0,1 1-1 0,18-2 7 0,-16 2-2 15,16-4 0-15,-20 2-2 0,1 0-2 0,20-2 3 16,-22 0 2-16,26-1-2 0,-5 3 3 0,-18-2-1 15,2 3 1-15,22-5 1 0,-6 4-2 0,7 0-5 16,-7-3 4-16,2-1 4 0,5 4-2 0,-7 1-1 16,5-2 2-16,-5 3-3 0,2-1 2 0,-20-3-2 15,21 3-2-15,-24 1 1 0,-2 2 3 0,8-4 0 16,-5 2 1-16,18-3 4 0,-16 4-6 0,-6-5 0 16,1 7 2-16,-2-1-1 0,-3-2-1 0,-4-1-3 15,3 3 1-15,-6-1 1 0,0-2 2 0,2 4 0 16,-16-1-3-16,3-3 4 0,-4 1-7 0,-1 2 5 15,-9 0 0-15,1 1 0 0,1-2 2 0,-8 2 0 16,0-3 0-16,0-2-1 0,-2 4-2 0,-1-1 2 0,-1 1 0 16,2-3 6-16,2-3-5 0,-1 6-1 0,2-2-3 15,-3-5 3-15,4 4-4 0,3-7 0 16,-4 7 4-16,6-2-7 0,-2-4 11 0,4 1-2 16,3 1-3-16,4-4 0 0,-6 2-8 0,5-4-11 0,1 4-7 15,-12-1 5-15,9-3-1 0,-7 5 0 0,-4 1 5 16,11-3 1-16,-6-4-1 0,-6 3 3 0,-1 1 2 15,2 2 0-15,-8 1 1 0,3-2 3 0,-2 1 0 16,-3 2-1-16,-2-2 1 0,5 0 2 0,-6 2-3 16,3 2 1-16,1-1-4 0,-8 3-12 0,0 3-7 15,5-8-9-15,-5 8-11 0,4-5-6 0,-4 5-5 16,0 0-10-16,5-7 1 0,-5 7-1 0,0 0 1 16,0 0 1-16,11 0 10 0,-11 0-1 0,8-4-3 15,-4 1 1-15,4-1 6 0,-8 4 3 0,13-4 7 16,-4 0 4-16,-1 1 3 0,2-2 5 0,0 2-1 15,-2 1 6-15,-1-4 7 0,1-1 6 0,0 5-8 16,-1-5 19-16,-2 3 3 0,3-4 5 0,-1 4 3 0,-1-2 4 16,-4 0 11-16,0 3 2 0,4-6 1 0,-1 3 8 15,-3 3 9-15,3-3-4 0,-2 3 3 16,-3-3-5-16,0 6 3 0,7-9 0 0,-7 9-1 0,0-8-6 16,0 8-3-16,0-8-3 0,0 8-4 0,-7-8-2 15,7 8-1-15,-8-4-4 0,1 2-4 0,7 2-4 16,-16-1 6-16,4 1-3 0,-3 0-2 0,-8 0 0 15,0 1 2-15,-5 5-1 0,-2 0-1 0,2-3 1 16,0 4-4-16,1 0-9 0,-1-2 12 0,10 0-3 16,-2 2 0-16,0 0 2 0,5 0-4 0,0-3 1 15,5 1-1-15,0-1 6 0,0-2-2 0,9 3 2 16,-6-2 4-16,7-3 13 0,0 0 4 0,13 5-4 16,-13-5-2-16,24-1-1 0,-8-3-2 0,4 1-2 15,3-5-3-15,7-1-2 0,-7-1 3 0,9-1-2 16,-4 3 0-16,-2 1 0 0,-4-1 2 0,-2 1 6 15,-2-2 5-15,-2 5 5 0,-1-1 8 0,0-4 5 0,-3 7-1 16,-2-2-6-16,-4 1 6 0,1 2-16 0,-7 1-3 16,15-4-9-16,-15 4 2 0,0 0-6 0,0 0 2 15,15 5-3-15,-15-2 1 0,8 3-4 0,-5-3 4 16,1 3-5-16,-4 0 1 0,5-3 0 0,-4 6 1 16,1 0-4-16,3-1 5 0,-2 2-3 0,-1-1 3 15,-1 0-4-15,1 3-27 0,3 2-61 0,-3-4-82 16,3 5-109-16,-4-6-181 0,1 8-492 0,5-9 218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1:27:23.13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4723 2715 139 0,'14'-32'370'0,"-8"4"9"15,3-3 22-15,-3-7 13 0,3 14 14 0,-8-3-3 16,4 3 2-16,2 6 1 0,-4-2-18 0,-3 4-20 16,5-2-35-16,-5 3 12 0,0-2-32 0,0 10-17 15,0-1-21-15,0-4-32 0,0 9-22 0,0 3-31 16,0-12-23-16,0 12-31 0,0-7-10 0,0 7-41 15,0 0-11-15,0 0-15 0,0 22-11 0,5-3-3 16,-2 8-26-16,4 1-10 0,-2 13-41 0,3 0-39 16,-1 8-34-16,1-2-34 0,-1 0-36 0,-1 1-35 15,4-3-34-15,3 8-19 0,2-13-18 0,-1 6-7 16,-3-8-18-16,-3 1-10 0,2-12-24 0,-1 0-32 16,1-12-25-16,-4 3-20 0,1-3-270 0,-2-6-720 15,-4-4 319-15</inkml:trace>
  <inkml:trace contextRef="#ctx0" brushRef="#br0" timeOffset="390.59">4848 2740 22 0,'-14'-47'184'16,"11"1"35"-16,-5 3 37 0,1 1 25 0,7 9 13 15,-6-8 12-15,6 16 11 0,-2 5-2 0,2 4-5 0,-5-4-4 16,5 8-29-16,5-3-29 0,-3 11-27 0,4-4-26 16,-4 4-23-16,4-2-16 0,8 5-20 15,-3 2-5-15,11 9-20 0,6-1-13 0,2 5-11 16,-2 2-6-16,12 10-9 0,1-1-6 0,-3 5-11 0,3 2-13 15,-3 4 5-15,1-2-5 0,0 0-1 0,-4 5-6 16,1-5-3-16,-2-1-6 0,-1 0-4 0,-5-2-10 16,-12-8-7-16,6 1-9 0,-1-6-4 0,-1 2-10 15,-8-7-6-15,1-1-2 0,-1-3 9 0,-4-3 2 16,-1-2 6-16,1 3 7 0,-8-7 1 0,8-7 3 16,-8 7-7-16,15-10 9 0,-5-5 5 0,-5-3 0 15,0-3 3-15,-2-6 4 0,0-14 4 0,-1-1 2 16,0 1 5-16,-2-3 6 0,0-3 12 0,-2 1 17 15,2 4 19-15,2 1 14 0,-4-1 15 0,2 12 3 16,-2 2 1-16,-2 4-4 0,4 3-11 0,-2 1-9 16,-3 4-6-16,3 1-7 0,2 3-11 0,-3 1-9 15,3 2-21-15,0 2-46 0,0 7-78 0,-3-8-103 16,3 8-34-16,0 0-15 0,0 0-36 0,-5 30-44 16,1-10-70-16,8 7-71 0,-1 3-254 0,2-2-772 15,8 15 342-15</inkml:trace>
  <inkml:trace contextRef="#ctx0" brushRef="#br0" timeOffset="1891.97">6048 2760 264 0,'0'0'302'0,"0"0"-24"0,0 0-22 15,0 0-28-15,0 0-25 0,0 0-18 0,5 3-21 16,-5-3-14-16,10 1-13 0,-10-1-8 0,11 7 1 15,1-6-8-15,-6 3 3 0,8-1-11 16,0 1-12-16,1-3-10 0,2-1-3 0,3 3-7 0,1-3-8 16,-4-3-1-16,3 0-2 0,-2-2-1 0,0 0-5 15,-1-4-5-15,-2 1-2 0,-1-4 4 0,0 0-2 16,-1-3 1-16,-3 0-2 0,1-3-8 0,-6 0 7 16,0-2 9-16,-5 1 8 0,0 4 3 0,-1-3 10 15,-4 2 2-15,0 2 1 0,-7-1-15 0,-1 4 1 16,0 4-12-16,-2 0-8 0,-3 0-6 0,-2 6-10 15,-2 2-3-15,-3 7-5 0,4-2-4 0,-7 6-1 16,13-3-3-16,-7 6-6 0,1 3-2 0,-1 0-7 16,11-2 6-16,-1 2-5 0,6 1-5 0,-3-2 8 15,8 3-15-15,1-2-1 0,6 0 0 0,-1-1 2 16,7 1 1-16,3-4-4 0,1 1-1 0,11-1 4 16,-2-2-1-16,8 0 0 0,-4-9-6 0,3-2 0 15,-1 3-2-15,6-8-3 0,1 3-9 0,-12-6 11 16,11-2-4-16,-8-5 2 0,1 1 10 0,-8-1-10 15,6 1 0-15,-13-1 2 0,1 1 7 0,-2-1 1 16,-1 1 13-16,-3 2 9 0,-5-3-2 0,0 5 32 16,1 2 0-16,-2-1 6 0,-3 3-10 0,1-2-3 0,3 4-11 15,-5 3-4-15,5-7-7 0,-5 7-2 0,0 0-4 16,0 0-2-16,0 0-4 0,0 0-4 0,-8 18-8 16,8-7-2-16,0 1-4 0,5 4-4 15,-2-1 1-15,0 3-2 0,2-3 0 0,3 3-5 0,-1 1 1 16,3 4-5-16,0-7 11 0,1 3-6 0,4-3 3 15,5 2-1-15,-5-5 6 0,-3-1 0 0,3-4-2 16,-2-2 10-16,3-3-4 0,4-2 4 0,-5-1 2 16,2-3 5-16,3-4-6 0,-7-5 2 0,2 4 5 15,-5-5 7-15,10-8-4 0,-6-3 13 0,-5 6 8 16,-1-1 10-16,0-7 17 0,4 0 21 0,-9 7 19 16,0-1 10-16,2 1 17 0,-5-1 3 0,7 4 1 15,-7-2-5-15,3 5 3 0,-3-1-21 0,-3 5-7 16,6 1-13-16,-3-2-12 0,2 2-7 0,-2 8-17 15,0-5-48-15,0 5-51 0,0 0-22 0,0 0-13 16,0 0-22-16,0 0-18 0,0 19-20 0,5-4-21 16,-2 1-7-16,6 0-16 0,-3 3-9 0,2 1-11 15,1-4-12-15,4-1-17 0,-5 1-12 0,5 2-8 16,2-2-4-16,0-3-1 0,-6-1-5 0,4-5 7 0,2 0 8 16,-4 0 25-16,6-6 19 0,-9-1 20 15,7 0 29-15,-7-2 36 0,6-6 45 0,-6 3 52 16,5-4 41-16,-5 2 40 0,-1-1 34 0,6-4 27 15,-8 5 12-15,5-2 6 0,0-5 13 0,-3 4 11 0,8 0-1 16,-7 1-5-16,3-1-9 0,4 3-12 0,-5-1-7 16,3 6-18-16,2-5-13 0,2 3-9 15,1 4-12-15,-3 0-1 0,3 1-11 0,-3 2-6 16,2 4-10-16,4 3-3 0,-1-1-3 0,-5-1-6 0,1 4-4 16,4 1 8-16,0 1-16 0,-10-1 3 0,5-1-6 15,-2 5-2-15,-4-4-7 0,0 1-2 0,-4-4-8 16,4-4-1-16,-8 3 0 0,4 0 0 0,-3-3 7 15,-2-6 1-15,3 3-1 0,-3-3 9 0,0 0 8 16,0 0 12-16,-15-15 12 0,10 6-2 0,0-5 0 16,5-1-12-16,4-4-6 0,2-1-13 0,4-7-22 15,10 0-16-15,12-7-23 0,6 2-17 0,0 4 3 16,5-2-4-16,0 4 3 0,2 2 4 0,-1 0 11 16,1 2 6-16,-4 9 5 0,-13 2 6 0,-1 2 0 15,-6 2-1-15,-6 5 0 0,-1-3 3 0,-4 1 3 0,3 8 6 16,-13-4-3-16,8 11 2 0,-8-3 6 0,-8 0 4 15,-1 4-3-15,-4 5 0 0,-3 4 4 0,-3-2-1 16,0 4 3-16,-3 1 7 0,1 0-3 16,-1-5-3-16,-1 1 1 0,1 1 4 0,6-1 3 0,1-5-6 15,3 1 7-15,4-5-5 0,1-1 2 0,1-1 0 16,3-1 7-16,-2-1 1 0,5-4 2 0,0-3-3 16,13 7-1-16,-13-7 3 0,21-4 8 0,-4-2-12 15,4 0-1-15,3-5 0 0,0-1 2 0,1-1-4 16,3-1 6-16,-4 1-2 0,4-5 1 0,-10 7-2 15,-3 2-1-15,3-6 1 0,-1 11 0 0,-1-2-1 16,-9 0-2-16,1-1 0 0,-1 2-5 0,-1 3-1 16,-6 2-1-16,0 0 2 0,0 0 3 0,13 3 0 15,-13-3-2-15,2 15-1 0,-2-6 4 0,0-1-4 16,0 7 4-16,7-3 2 0,-4 2-4 0,2-1 0 16,5 2 0-16,-7-3 4 0,4 2 1 0,3-1-1 15,3-1-1-15,4-2 6 0,-3-1-3 0,8-1 2 16,-5 1 2-16,9-3 2 0,-8-4-5 0,12-4-1 15,-2-1 2-15,2-2 1 0,0-5 1 0,-2-4 1 16,2 1 6-16,-2-4 15 0,-3-5 1 0,9-3-2 16,-5-9 3-16,-1-2-5 0,-2-2-7 0,-4-8 2 15,-4 0 0-15,0-2-8 0,4-2 1 0,-9-7-5 16,-3 2-1-16,-5-3 0 0,-4 3 13 0,-2 5 48 16,-4-3 33-16,0 4 22 0,-7 4 11 0,-1-1 24 0,5 11 9 15,-4 3-6-15,-3 3-11 0,5 2-6 16,-3 2-14-16,3 9-13 0,-5 2-15 0,7 1-14 15,-5 5-11-15,3 5-13 0,-3 3-9 0,-7 3-7 0,5 7-9 16,3 7-7-16,-4 8-2 0,6 2-9 0,-5 17-6 16,13 1-5-16,2 6-3 0,2-2-6 0,3 7 0 15,3 3-14-15,0 11-12 0,9 8-28 16,3-6-33-16,8 3-42 0,-10-23-33 0,12 19-24 0,-7-20-15 16,4 3-34-16,-4-2-52 0,-2-8-63 0,1-2-353 15,-12-10-760-15,8-7 337 0</inkml:trace>
  <inkml:trace contextRef="#ctx0" brushRef="#br0" timeOffset="2449.46">3161 2083 375 0,'-15'-46'437'0,"0"2"-8"0,0 2-15 16,0 2-14-16,4 9-3 0,-6-7-3 0,7 11-11 15,-3 3-18-15,-2-2-15 0,9 11-31 0,-1 3-33 16,0-3-34-16,7 10-30 0,-8-3-34 0,6 5-22 16,2 3-18-16,0 0-17 0,-5 31-10 0,10-4-14 15,5 17-13-15,2 4-23 0,-2 6-24 0,16 15-22 16,-4 3-30-16,-2 8-33 0,5-6-36 0,-2 4-37 15,0 6-36-15,0-4-31 0,-1-1-21 0,-3 4-23 16,0-10-26-16,-9 1-34 0,-5-17-35 0,-2-6-42 16,-1 2-299-16,-4-7-711 0,2-8 315 0</inkml:trace>
  <inkml:trace contextRef="#ctx0" brushRef="#br0" timeOffset="2808.8">3610 2586 40 0,'8'-20'351'0,"0"12"-16"0,-1-3-25 0,-1 2-31 16,-1 3-33-16,-1 3-28 0,2-2-24 0,-6 5-20 0,0 0-21 15,9 14-6-15,-9-2-19 0,0 1-17 0,1 7-7 16,4-2-12-16,-5 10-10 0,7-3-1 0,-2 3-12 16,0-2-8-16,0 2-7 0,3 0-3 0,-6-2-9 15,4 0 3-15,1-9-8 0,1 3-1 0,-6-5-5 16,3-3 0-16,0-1 0 0,-4-3 0 0,6 0 0 15,0-4-1-15,-1-4 13 0,-6 0 14 0,17-5-4 16,-9-3 9-16,7-4 27 0,-2 1 5 0,-5-5 26 16,6-1 22-16,-4 1 19 0,8-7 10 0,-8 7 15 15,-2 0 13-15,4 2 13 0,-1-1 9 0,-4 1-10 16,-1 6-7-16,1-2-19 0,0 3-24 0,-4 2-19 16,4 0-24-16,-7 5-14 0,6-3-11 0,-6 3-23 15,13 7-15-15,-4-1-24 0,7 9-21 0,-6-3-47 16,5 13-30-16,3-5-38 0,4 7-48 0,6 8-48 15,-5-1-47-15,7-2-50 0,1-1-74 0,3-5-86 16,-10-6-356-16,4 0-881 0,2-5 390 0</inkml:trace>
  <inkml:trace contextRef="#ctx0" brushRef="#br0" timeOffset="3699.34">10161 2101 225 0,'10'-43'466'15,"-2"7"-1"-15,-3 4-24 0,-4 5-19 0,-1 0-20 16,0 3-16-16,-3 5-20 0,0 3-23 0,1 0-16 0,1 6-29 15,-1 1-34-15,2 3-37 0,0 0-30 16,0 6-21-16,0 0-15 0,0 0-20 0,0 0-14 16,-10 33-20-16,13-8-23 0,-6 4-17 0,8 12-16 15,2-2-14-15,-1 4-13 0,1-4-17 0,4 7-13 0,1 0-14 16,-2-3-9-16,-2-1-7 0,-1-3-6 0,-1-11-8 16,-1-1-12-16,-1-7-6 0,-1-3-14 15,0-4 3-15,-1-1 2 0,3-5 29 0,-5-2-5 0,0-5 11 16,0 0 4-16,0 0-5 0,-7-36 11 0,7 21 4 15,-3-17 4-15,-2-13-2 0,5-1 7 0,0-1 1 16,2 1 4-16,-4-2 7 0,7 1 16 0,-2 2 17 16,4 6 7-16,-2 11 11 0,-2 1 9 0,4 8-2 15,-7 3-5-15,1 5-10 0,4 0-10 0,-1 8-3 16,2 1-4-16,-6 2-2 0,27 17-1 0,-11 4-1 16,6 6-5-16,4 8-3 0,6 7-5 0,-9-2 7 15,7 7-2-15,1 2-1 0,-3 3-1 0,10 12 3 16,-6-15-4-16,-1-1 1 0,2-3 1 0,-8-3 1 15,0-3-2-15,-5-12-2 0,-2-5 1 0,-5-5 4 16,1-5 7-16,-1-3 37 0,-6-4 43 0,2-4-4 16,-9-1-5-16,20-15-3 0,-11-5-3 0,-1-4-2 15,3-19-6-15,-7 0-6 0,-1-7-5 0,-3-7-5 16,0-2-6-16,-3-22-9 0,3 7 0 0,-2-3-4 0,2 20-6 16,-2 3-4-16,4 0-5 0,0 6-8 15,-4 3-5-15,2 15-6 0,2 4-14 0,-2 10-18 16,-2 2-56-16,2 2-84 0,0 8-61 0,0 4 10 0,0 0 2 15,0 0-9-15,3 39-15 0,2-8-12 0,-1 13-8 16,2 4-24-16,-2 2-16 0,6 2-26 0,-5 1-16 16,4 2-204-16,5-4-591 0,-3 5 261 0</inkml:trace>
  <inkml:trace contextRef="#ctx0" brushRef="#br0" timeOffset="4011.81">11347 2430 73 0,'25'-15'248'0,"-5"-1"11"0,2-3 11 0,1-3 11 0,-2 2 7 15,-1 0 12-15,-3-6-2 0,-2 3 5 0,-1 1-13 16,-5 3-12-16,-1 1-16 0,0-1-17 0,-4 2-14 16,2 2-8-16,-4 1-12 0,3 2-14 0,-3 0-20 15,-2 3-16-15,0 3-22 0,-2 1-16 0,2 5-16 16,-12-11-14-16,2 11-8 0,-8-4-10 0,2 8-9 16,-1 3-5-16,-3-3-8 0,4 4-6 0,-4-4-4 15,3 8-3-15,-4-1-6 0,6-2-7 0,0 3-2 16,2-3-1-16,-2 1-8 0,2 1-4 0,4 0-4 15,1-1-13-15,0 3-6 0,3-1-4 0,3 0-1 16,2-1-5-16,0 1 2 0,8 0-6 0,7 3-9 0,7 0 10 16,6 0-44-16,2-2-26 0,14-1-20 0,3-5-19 15,1 0-14-15,1-3-19 0,6-7-11 16,-9 2-15-16,9-5-14 0,-9 0-25 0,6-8-26 16,-1-2-30-16,-5-8-25 0,-1 0-209 0,-4-5-562 0,-3-8 249 15</inkml:trace>
  <inkml:trace contextRef="#ctx0" brushRef="#br0" timeOffset="4183.67">12120 1623 72 0,'-21'-36'299'0,"4"12"4"0,-3-2-11 16,-1 6-10-16,4 1 1 0,2 4-8 0,4 5-26 15,1 1-20-15,0 4-15 0,5-2-34 0,-5 6-17 16,0 1-21-16,10 0-14 0,-3 11-14 0,3 5 4 16,2 7-21-16,2 4-4 0,13 12 3 0,-2 5-28 15,1 1-4-15,4 1-8 0,4 5-5 0,-3 0-21 16,-1 3-12-16,-4-1-27 0,6-2-35 0,-5 3-37 15,-3 0-44-15,0-4-44 0,-1-7-56 0,3 0-58 16,-9-1-214-16,-2-13-539 0,0-2 239 0</inkml:trace>
  <inkml:trace contextRef="#ctx0" brushRef="#br0" timeOffset="4824.24">11963 2001 281 0,'-10'-15'373'15,"9"-1"-11"-15,-9 5 2 0,5-1 4 0,3 4-8 0,2 1-24 16,-5-1-30-16,5 3-30 0,0 5-29 16,0-8-32-16,0 8-18 0,8-4-25 0,6 4-16 15,0 4-13-15,3-1-19 0,3 6-26 0,10-1-19 0,-7 0-24 16,10 4-17-16,-2-1-30 0,7 7-25 0,5-1-17 16,-13-6-14-16,2 3-19 0,11-1-18 15,-10 3-16-15,-2-9-10 0,1 5 0 0,-2-4 7 16,-2-1 8-16,-12-1 9 0,4 1 8 0,-3-2 8 0,-7-2 10 15,-2 1 6-15,0-2 11 0,-1-1 17 0,-1 4 6 16,-1-3 6-16,-5-2 2 0,10 5-2 0,-8 0 0 16,-2-5 1-16,2 6 4 0,-2-2-3 0,0 3 1 15,0-7 2-15,-4 13 0 0,6-1 1 0,-4 0 1 16,2 2 1-16,4 2 3 0,2 0 1 0,-1 1 1 16,2-2 2-16,1-2 2 0,0 4-4 0,1-2 6 15,-1-3-3-15,3-1 8 0,1 2 7 0,0-6 10 16,-4-4 10-16,7 6 10 0,-5-7 5 0,1-2 7 15,6-6 8-15,-9 1-2 0,7 2 6 0,-2-4 9 16,2-10-4-16,-8 7 3 0,8-14 17 0,-2 7 3 16,2-3 7-16,0-2 4 0,-2-1 1 0,-5 6-1 15,1-1 2-15,0 3-7 0,1 2-3 0,-5 2-7 16,2 0-1-16,-2 4-12 0,-2-1-22 0,1 4-7 16,-4 4-28-16,8-3-8 0,-8 3-4 0,0 0-3 15,15 9-6-15,-9 0 7 0,4 6-18 0,-1-3 5 16,4 12-13-16,2-3-7 0,0 0 0 0,3 0-5 15,0 4 2-15,-1-2-4 0,9 3 5 0,-11-5-3 0,8 1 5 16,-3-2-7-16,-3-7 1 0,-3-1 6 0,3-2 8 16,0-3 2-16,-3-2 8 0,-2-1-3 15,0-4 10-15,-2 0 15 0,-2-8 10 0,3 0 16 16,-9-2-6-16,3 0 7 0,-2-7-2 0,-4-1 12 0,1-3-4 16,-7-3-3-16,-1-6-5 0,-1 6-9 0,-2-3 3 15,-1 0-5-15,-1 2-4 0,1 2-5 0,3 4-20 16,-3-1-29-16,2 6-37 0,3-2-47 0,6 4-42 15,-6-2-40-15,7 5-51 0,-2 2-53 0,9-1-52 16,3 5-44-16,0 2-211 0,10-3-654 0,-4 5 290 16</inkml:trace>
  <inkml:trace contextRef="#ctx0" brushRef="#br0" timeOffset="5683.53">13645 2103 95 0,'8'2'230'0,"-8"-2"-4"0,0 0-3 0,0 0-11 15,0 0-9-15,0 0-13 0,0 0-15 0,0 0-12 16,0 0-20-16,-15 8-18 0,9-1-8 0,6-7-15 16,-10 5-9-16,1 0-5 0,4 1-12 0,4-2-9 15,-6 3-7-15,2 1-2 0,3 0-4 0,2 1-6 16,0-2-5-16,2 4-3 0,3-3-1 0,0 0-1 16,-2 0-5-16,4 3-4 0,5-6-7 0,-1 2-7 15,4 1-11-15,-2-3-6 0,7 0 0 0,-3-3-4 0,-2 3 0 16,1-5 0-16,-3 0 3 0,6-2-1 0,-1-1 4 15,-10-1-3-15,7-1 4 0,-2 2 6 16,-3-1 9-16,-3-2 14 0,-1-1 16 0,1-1 12 0,-2-2 10 16,-2 2 17-16,4 0 12 0,-7 1 6 0,7-1 15 15,-6 1 9-15,4-1 8 0,-3 3 7 0,-2-2-1 16,0 7-17-16,0 0-12 0,0-8-13 0,0 8-7 16,6-8-21-16,-6 8-16 0,0 0 0 0,0 0-6 15,0 0-6-15,20 9-10 0,-11-3-4 0,-1 2-10 16,0 0 2-16,4 1-7 0,-2 5-2 0,3-2-5 15,-2 0-3-15,3 2-4 0,-6-1-5 0,4 1-11 16,-3-4 9-16,0 5-20 0,1-11-2 0,-7 8-4 16,5-9 1-16,-1 7 7 0,-5-3 5 0,1-4 11 15,-3-3 1-15,3 3 2 0,-3-3-3 0,0 0 7 16,0 0 7-16,-15-23 9 0,9 15 5 0,-3-8-4 16,1-2-4-16,1-1 2 0,-6-5 0 0,5-3 0 15,0 0 1-15,1 0-16 0,4-1-13 0,-1-15-23 16,9 3-31-16,0-2-42 0,7 1-52 0,6-2-34 0,4 0-49 15,-2 1-41-15,9-5-23 0,-2 5-8 16,-4 6 6-16,7 3-158 0,-9 9-507 0,-1 0 225 16,-3 5 1959-16,-2 5-1353 0,-4-3 41 0,1 4 48 15,-7 4 45-15,1-1 26 0,1 4 24 0,-4-1 12 0,2 3 14 16,-5-4 11-16,0 8 14 0,0-9 10 0,0 9 7 16,-5-6 0-16,5 6 1 0,-5-2-8 15,5 2-7-15,0 0-10 0,0 0-9 0,0 0-4 0,-16 5-6 16,16-5-7-16,-9 12-6 0,8 0-5 0,-4 1-4 15,5 6 1-15,0 1-3 0,0 5-3 0,3 5-3 0,5 9-4 0,1 3-17 0,-3 0-3 0,1 2 0 16,3 3 1-16,0 0 3 0,0-1 0 0,0 1-2 16,1-1 5-16,-2 4-3 0,0-5-8 0,1 2-4 15,-5-5-11-15,2-13-10 0,1 3-12 0,-3-5-15 16,-3-7-13-16,3-6-10 0,-5 4 1 0,3-7 11 16,-3-5 7-16,3 0 0 0,1-5 13 0,-4-1 13 15,0 0 24-15,0 0 17 0,0 0 16 0,16-20 7 16,-9 1 11-16,0 7 12 0,6-11 14 0,-5 3 20 15,0-3 17-15,7 0 29 0,-1-3-15 0,0 2 21 16,-5 8 15-16,-1-3 13 0,4 4 6 0,-4 0 3 16,-2 6 3-16,-4-2-13 0,5 3-18 0,-2 4-18 15,-2 0-20-15,4-3-19 0,-7 7-15 0,0 0-12 16,0 0-8-16,0 0-9 0,5 16-2 0,-5-2-7 16,0 1-6-16,1 3-22 0,-2 0-19 0,4 8-20 15,-1 1-20-15,3-2-16 0,3-6-25 0,3 7-13 16,4 1-32-16,2-2-29 0,3 1-42 0,-2-7-67 0,8-2-74 15,11 2-368-15,-4-9-764 0,-3-1 339 0</inkml:trace>
  <inkml:trace contextRef="#ctx0" brushRef="#br0" timeOffset="8576.7">7196 4402 366 0,'-6'-29'391'15,"4"6"-18"-15,-5 5-18 0,7-2-19 0,0 12-26 16,0-1-35-16,-1-2-34 0,1 5-34 0,0 6-25 15,0 0-14-15,0 0-21 0,0 0-15 0,15 31-11 16,-7-5-13-16,0 2-15 0,7 11-16 0,-2 3-10 16,-4 4 4-16,4 0-9 0,-5 4-3 0,7 1-5 15,-8 1-1-15,1-1-7 0,0 5-14 0,-3-1 4 16,-5-4 7-16,2 1-8 0,-1-4-8 0,-1-1-6 16,0-6 3-16,0-11-3 0,4-2-2 0,-8-2-5 15,3-7 5-15,2-1-4 0,-1-6-1 0,0 0 6 16,4-5 1-16,-1 1 20 0,2-3 24 0,3-3 12 15,9-3-9-15,8 0-7 0,8-9-6 0,11-5-6 16,8 0-5-16,-1-6-7 0,4 2-6 0,-2-4-5 16,0 3-18-16,1 0-18 0,-11 2-19 0,7-2-20 0,-5-2-28 15,-1 1-19-15,-16 7-12 0,4 2-7 0,-11-3-7 16,-1 8-1-16,-5-1-3 0,-2-1-2 16,-3 5-7-16,-5 1-14 0,0 3 0 0,2-5 8 0,-7 5 25 15,0 0 7-15,0 0 10 0,0 0 9 0,0 0 7 16,-12 20 13-16,12-14 5 0,-5 0 4 0,5 1 6 15,-5 2 6-15,5 2 7 0,-1-2 0 0,1 0 4 16,0 3 10-16,6 1 5 0,-1 1 19 0,4-1 7 16,1 1 8-16,-1 1 5 0,0-3 4 0,1 3 8 15,5-6 4-15,-1 7 6 0,-5-6 0 0,4 0 4 16,2 0 8-16,-4-2 2 0,-1 3-4 0,-1-9-4 16,-3 5 11-16,3-1 16 0,-3-4 5 0,2 3 18 15,-3-3 17-15,-5-2 26 0,0 0 22 0,12 4 20 16,-12-4-2-16,0 0-17 0,0 0-18 0,0 0-15 15,-5-18-13-15,-2 10-12 0,2 1-13 0,-3-7-8 16,2 7-6-16,-1-5-8 0,-3 1-3 0,-2-5-6 16,7 5-1-16,-6-6-8 0,6-1-7 0,-5 1 1 0,5-1-9 15,-2 0 0-15,6 5-6 0,1-6 0 0,0 4-3 16,0 1-1-16,1 0-7 0,6-1-5 16,0 3-7-16,1 1 5 0,4 1 4 0,4 0-9 15,-1-1-1-15,6 3-5 0,-4 3 3 0,3-3-13 0,0 2 3 16,5 5-6-16,-6 2 0 0,3-1-4 0,-1 3-6 15,-2 6 0-15,1-2-7 0,-2-4-7 0,2 9-2 16,-4-1-1-16,4 0-2 0,-3 6-11 0,-9-6 15 16,7 5-19-16,-2-1 5 0,0-1-2 0,-4 3 10 15,-3-4 7-15,2 2-3 0,1 0-1 0,-9-4 2 16,5 1 4-16,-4-5 0 0,-1 2 13 0,0-3 3 16,0 0 2-16,0-6 10 0,0 11 29 0,0-11 18 15,0 0 18-15,-6 3 21 0,6-3 9 0,0 0 5 16,-9-20 2-16,9 11 1 0,0-4-4 0,0-6-5 15,5 4-11-15,-1-1 0 0,1-2-4 0,1 1-7 16,1-8 1-16,3 1-5 0,-2 4-5 0,5 0-9 16,-3 4 0-16,0-3 0 0,0 10-8 0,-2-10-8 0,1 11-3 15,-1 2-7-15,0-2-7 0,2 1-2 0,0 7-3 16,2-1-1-16,-1 2-6 0,3 2-7 16,0 1-13-16,1 7 0 0,0-3-7 0,-3 0-5 0,-1 7 2 15,3 2-14-15,4 1-12 0,-8 1-12 0,0-2-17 16,-4-2-23-16,6 1-18 0,-4 4-7 0,-1-5-4 15,-4 4-21-15,4-4-18 0,-7-1-4 0,6 2-13 16,-6 0-35-16,0-9-46 0,0 5-32 0,0-4-33 16,-6-1-253-16,6 2-638 0,0-3 282 0</inkml:trace>
  <inkml:trace contextRef="#ctx0" brushRef="#br0" timeOffset="8967.29">9653 4456 277 0,'0'-13'358'0,"0"-3"-13"16,1 2-4-16,-7-2-6 0,6 5-7 0,0-1-29 15,-7 3-31-15,5 6-31 0,-4-1-28 0,6 4-25 16,-17-2-18-16,6 8-16 0,-6 2-32 0,2 7 5 16,-6 5-21-16,-1 3-1 0,1 4-17 0,-4 8-1 15,2 4-13-15,3 1-8 0,0 1-8 0,5 2-3 16,7 5-2-16,-1-1-2 0,9-3-9 0,0 7 7 15,7-2-14-15,0-7 7 0,3 6-11 0,8-8 1 16,2 1-19-16,8-7-25 0,2 2-23 0,1-6-37 16,-5-9-41-16,13 3-60 0,-11-9-70 0,1-5-89 15,5-2-273-15,-3-8-658 0,-1 0 291 0</inkml:trace>
  <inkml:trace contextRef="#ctx0" brushRef="#br0" timeOffset="9508.79">9854 4721 147 0,'0'0'362'0,"-9"-7"2"15,9 4 7-15,0 3-1 0,-9-4-6 0,9 4-4 16,0 0-10-16,0-8-14 0,0 8-27 0,0 0-23 16,0 0-28-16,9-7-28 0,-9 7-24 0,6-9-19 0,-4 5-19 15,6-3-18-15,-1 3-14 0,3-2-17 0,0 4-11 16,1-1-13-16,2 2-10 0,2-3-9 15,7 4-9-15,-6-2-6 0,4 2-9 0,2-1-3 0,-6 2-17 16,2 2-6-16,1 0-11 0,1 0-16 0,-4 0-7 16,1 4-5-16,-2 3-14 0,-1-2-4 0,0 1-19 15,-3 2-14-15,-4 1 4 0,1 0 1 0,0 3-1 16,-4 0-2-16,1 1 2 0,-4 3 2 0,-1-4 3 16,0 1 4-16,-1 0 8 0,-4-2 9 0,1 1-11 15,-1 2 11-15,-1-7 0 0,3-2 6 0,-4 2 2 16,2-3 2-16,2-2-1 0,-2 2 9 0,1-4 9 15,4-3 13-15,-6 7 7 0,6-7 8 0,0 0 13 16,0 0 0-16,-12-17 1 0,12 11-2 0,0 6 4 16,5-21-11-16,3 9-3 0,1-5-7 0,4-5 2 15,-3 5-1-15,10-6 0 0,-4 1-7 0,2 0 0 16,4-2-2-16,-2 0 3 0,0 0 0 0,-4 6-1 0,4-2 18 16,-7 3 16-16,-3 6 14 0,-3-4 9 0,1 6 15 15,-1 3-3-15,1-2-4 0,-5 3-11 16,2 2-11-16,-5 3-16 0,5-5-9 0,-5 5-6 0,0 0-5 15,0 0 1-15,0 0-7 0,-5 20 3 0,5-13-2 16,-5 11-2-16,0-4-4 0,4 2-2 0,-4-1-4 16,10 11-16-16,-4-4-17 0,4-3-15 0,0 8-26 15,0-1-21-15,5-2-29 0,4 6-19 0,0-6-10 16,6 0-18-16,2 2-37 0,1-8-54 0,2 1-62 16,3-4-57-16,3-3-262 0,-4-2-694 0,3 1 307 15</inkml:trace>
  <inkml:trace contextRef="#ctx0" brushRef="#br0" timeOffset="9727.52">10907 4897 169 0,'0'0'261'0,"0"0"-21"0,0 0-25 16,0 0-20-16,0 0-10 0,0 0 2 0,0 0-6 0,0 0-10 15,7 26-14-15,-7-20-15 0,0 4-15 0,0 2-8 16,0-1-13-16,1 2-10 0,-2 2-9 15,1 2-5-15,0 0-14 0,0 0-4 0,-4 1-5 16,-1 6-4-16,1-9-10 0,-1 5-29 0,0 1-30 0,-2-1-45 16,-3 4-59-16,3-11-81 0,-1 5-241 0,-5-9-476 15,1 1 211-15</inkml:trace>
  <inkml:trace contextRef="#ctx0" brushRef="#br0" timeOffset="13117.73">11184 4501 292 0,'0'-6'366'16,"0"6"-11"-16,6-4-29 0,-6 4-32 0,2-5-33 0,-2 5-22 16,0 0-33-16,0 0-23 0,0 0-14 0,0 0-20 15,0 0-16-15,13 9-12 0,-13-3-11 16,2 2-14-16,-1 1-7 0,4-2-7 0,-1 3-11 0,2-1-6 15,1-1-8-15,0 3-2 0,-1-2-10 0,2-3 0 16,1 2-5-16,-3-3-2 0,4 6-3 0,-3-10 20 16,3 2-25-16,1 1 1 0,-2-4-2 0,4-5 14 15,0 3 6-15,4-3 13 0,-11-2 7 0,14-1 5 16,-5-3 11-16,-5 2 9 0,7-5-4 0,-1 1 6 16,-1-2-2-16,-5 2 8 0,3-1-2 0,-5 2 2 15,2 1-2-15,2-1-2 0,-4 5-4 0,-1-1-8 16,-1 0-11-16,-2 1-7 0,2 5-16 0,-1-1-9 15,-5 3-7-15,9-4-6 0,-9 4-4 0,13 12-4 0,-7-1-1 16,6 1-8-16,-4 6 1 0,6 6-3 16,-3 1-3-16,1 4-2 0,8 10 1 0,-5 0 0 15,1-3-2-15,-1 10-6 0,6-2 7 0,-1 2-1 16,-3-1-1-16,4 2 2 0,-6-6-2 0,2 3-3 0,-6-5-2 16,3 0 5-16,-4-10-6 0,-2-4 4 0,-6-6 7 15,3-1-4-15,-1-2 7 0,-2-4 10 16,-2 0 26-16,0-3 45 0,-5-3 38 0,-3-2 24 0,0-4 16 15,8 0 8-15,-35-12 10 0,8 1-16 0,-1-6 0 16,-8-7-4-16,1-1-14 0,-3-2-13 16,10-7-14-16,3 2-10 0,2-6-25 0,6-2-44 0,6 10-49 15,6-13 0-15,1 13-2 0,8-1-112 0,2 3-68 0,8 2-68 0,5 2-75 0,6 4-62 16,0 5-64-16,10 2-71 0,8-4-471 0,-12 10-1076 16,12 2 476-16</inkml:trace>
  <inkml:trace contextRef="#ctx0" brushRef="#br0" timeOffset="13352.08">12178 4819 178 0,'0'0'261'0,"4"9"-19"0,-4-9-10 0,6 6-12 15,-2 2-19-15,0-4-15 0,0 7-17 0,4 1-19 16,-8-8-10-16,5 12-16 0,0-3-10 0,2 5-10 0,-2-2-10 15,-2 4-7-15,-3-2-11 0,3 3-2 16,1 1-10-16,-8-2-7 0,1-1-5 0,0 3-14 16,-9 2-28-16,4-8-38 0,-2 2-33 0,-3-6-47 0,4 3-39 15,-2-9-56-15,-1 0-185 0,1-2-420 0,1-4 186 16</inkml:trace>
  <inkml:trace contextRef="#ctx0" brushRef="#br0" timeOffset="13805.16">12564 4114 156 0,'0'0'315'0,"3"-10"-29"0,-3 10-27 0,10-1-32 0,-10 1-23 15,0 0-21-15,17 15-20 0,-2-3-15 0,-2 3-16 16,-2 7-15-16,8 5-7 0,-1 0-11 16,2 9-7-16,-5 2-8 0,-2-9-10 0,2 12-6 0,6-1-5 15,-12-1-11-15,9-2-2 0,-8-8 1 0,1 1-5 16,-1 9-4-16,3-8 2 0,-3-4 4 0,5 1 3 16,-8 1-2-16,0-7-7 0,-1-3-2 15,-3 1 1-15,6-6-2 0,-6 1 19 0,0-7 30 0,2 1 38 16,0 1 43-16,-3-3 63 0,0-1 54 0,-2-6 52 15,0 0-4-15,0 0-24 0,0 0-27 0,6-21-16 16,-4 9-14-16,3-3-16 0,-5-3-13 0,5-6-12 16,-2-6-16-16,5-12-24 0,-1 5-9 0,1-9-21 15,1 3-24-15,2-3 0 0,-3-1-17 0,6-3-10 16,-1 4-7-16,-2 1-12 0,4 1-18 0,0 2-19 16,-8 13-21-16,6 2-21 0,-5-3-18 0,1 7-31 15,-3 8-40-15,1 0-42 0,-5 6-58 0,3-2-84 16,-4 4-77-16,6 2-36 0,-7 5-6 0,0 0-37 0,0 0-48 15,-7 24-398-15,7-4-954 0,-8-3 423 16</inkml:trace>
  <inkml:trace contextRef="#ctx0" brushRef="#br0" timeOffset="14055.14">13277 4824 70 0,'7'6'265'0,"-2"3"-6"16,-2-3-12-16,2 4-14 0,3 4-18 0,-6-5-12 16,3 9-17-16,0-6-6 0,-3 6-22 0,-2 0-14 15,0 0-17-15,-4 3-7 0,-1 5-13 0,0 1-13 16,-4 1-7-16,-3-1-12 0,2 2-2 0,-5-4-8 16,-3 4-5-16,3-4-4 0,-3-1-7 0,-2 2-9 15,3-7-28-15,-2 0-23 0,4-5-35 0,5-4-37 16,-4 1-26-16,8-8-42 0,-1-2-61 0,7-1-208 15,0 0-453-15,-8-12 202 0</inkml:trace>
  <inkml:trace contextRef="#ctx0" brushRef="#br0" timeOffset="14539.47">13683 4443 119 0,'0'0'229'0,"0"0"-6"0,0 0-12 0,0 0-21 0,-17 20-17 16,11-7-15-16,-1-1-15 0,-1 3-14 0,1 3-11 16,4-3-11-16,-2 5-9 0,2-4-9 0,-1 3-10 15,3 1-6-15,1-1-7 0,0 1-9 0,0-5 0 16,5 4-5-16,0-7-3 0,1-1-3 0,1 1-4 16,1-5-4-16,-3-2-1 0,3 2-2 0,1-3-4 15,-1-3 0-15,5-1-4 0,-5-5-2 0,-1-2-7 16,5 2 1-16,-1-2 1 0,-4-8-1 0,6 5 11 15,-8-1 24-15,7-4 9 0,-6 4 11 0,2-5 11 16,-1 5 7-16,0 2 7 0,-6-2 10 0,6 4-9 16,-7-2 0-16,0 3-12 0,0 6-8 0,7-9-13 15,-6 6-11-15,-1 3-14 0,0 0 2 0,0 0-4 16,0 0-5-16,20 12-11 0,-13-2 2 0,-1-5-3 16,-4 3-1-16,6 4 2 0,4-2-11 0,-2 7 6 15,5-5 0-15,-2 0-5 0,2 1-9 0,0-4 5 16,0 2-4-16,1-4 5 0,-1 2 3 0,5-2 5 15,-4-3-10-15,3 2 4 0,-1-8-3 0,-3 2 3 0,1-4-1 16,-1 0-3-16,-2-5 8 0,1-1-1 0,-6-2 5 16,0-1 15-16,-1-4-11 0,-1 1 6 15,3-8-9-15,-9-2-6 0,0-1 5 0,0 0-7 0,5 0 3 16,-10 2-10-16,5-1-17 0,-7 7-14 0,5-1-27 16,-4 1-31-16,-1-1-32 0,1 8-46 0,2-6-45 15,-7 11-56-15,7-3-68 0,-9 3-236 0,8 4-612 16,-5-1 271-16</inkml:trace>
  <inkml:trace contextRef="#ctx0" brushRef="#br0" timeOffset="14851.94">14277 3996 257 0,'3'-6'443'0,"-3"6"-23"0,2-6-45 0,-2 6-35 0,0 0-37 16,0 0-40-16,0 0-25 0,0 0-20 0,0 0-26 15,8 17-14-15,-4-4-21 0,7 3-11 16,-4 3-12-16,3 4-17 0,1 3-11 0,1 2-3 16,8 11-14-16,-4-1-1 0,-1 0-6 0,0-10-11 0,7 8-7 15,-1 2-3-15,-3 2-8 0,1-3-4 0,-5 4-3 16,6-2-10-16,-5 1-1 0,-5-1-3 15,-2 8-6-15,-3-1 2 0,-3 3-7 0,-2 0-34 0,-10 0-26 16,-5 4-40-16,-11 1-31 0,3-5-22 0,-6 4-31 16,-4-10-47-16,0 3-57 0,-2-11-56 0,-3 4-250 15,2-8-620-15,9-11 274 0</inkml:trace>
  <inkml:trace contextRef="#ctx0" brushRef="#br0" timeOffset="15461.26">15229 4284 3 0,'0'0'383'15,"0"0"6"-15,0 0 10 0,0 0 8 0,0 0-10 0,0 0-2 16,0 0 1-16,0 0-12 0,6 6-29 0,-6-6-31 16,0 0-34-16,20-9-25 0,-13 5-29 15,1 0-27-15,0 0-18 0,7-2-24 0,5 4-16 0,-2-4-23 16,4 1-29-16,4 1-30 0,4-1-38 0,-2 3-36 15,4 2-42-15,-7-3-50 0,3 3-46 0,-7 0-44 16,2 0-43-16,-8 3-47 0,-3-3-49 0,-2 2-43 16,3-1-296-16,-6 0-720 0,-7-1 319 0</inkml:trace>
  <inkml:trace contextRef="#ctx0" brushRef="#br0" timeOffset="15648.74">15373 4410 175 0,'-7'6'230'0,"7"-6"6"0,-7 4 7 0,4 0 2 16,3-4-3-16,-5 4-3 0,5-4 3 0,-1 6 5 16,1-6 5-16,0 0 12 0,6 9-7 0,-6-9-19 15,13 1-23-15,-3-1-18 0,9 3-17 0,-5-1-20 0,8 1-14 16,-1-3-23-16,1 2-37 0,3-4-51 0,1 4-55 16,-3-1-60-16,-1 0-68 0,-7-1-78 15,15 0-86-15,-14-1-266 0,-1 1-626 0,3-1 277 16</inkml:trace>
  <inkml:trace contextRef="#ctx0" brushRef="#br0" timeOffset="18449.02">19082 3351 55 0,'10'-7'311'0,"3"-7"-5"0,-1 6-21 15,-7 3-9-15,3-2-13 0,-1-2-15 0,-2 3-16 16,3-1-8-16,-5 2-14 0,0 0-8 0,-3 5-24 16,2-7-15-16,-2 7-12 0,2-4-17 0,-2 4-16 0,0 0-22 15,0 0-9-15,0 0-9 0,-23 0-5 16,6 4-7-16,-11 4-4 0,-4 4-4 0,-11 0 7 15,-8 2 3-15,-5 2 9 0,0 0-8 0,-24 6-3 0,1-2 7 16,-2 0 3-16,-6 1-2 0,5 0-9 0,1-2-2 16,1 1-1-16,21-5-5 0,-18 8-5 0,19-8-1 15,9 1-5-15,-4 0-7 0,10-1 5 0,11-1-12 16,-1-4-7-16,8 1-5 0,6-5 0 0,7 3-5 16,0-6-1-16,6 5 3 0,6-3-1 0,0-5-3 15,21 14 2-15,16-6 1 0,12-1-4 0,11 3 1 16,28 2-3-16,1 1 1 0,4-3 6 0,-2-3-11 15,3 4-4-15,-6 1-10 0,-5 0-1 0,-24-5-9 16,1 1-9-16,-6 4-4 0,-4-3-11 0,-4 5-6 16,-16-2 6-16,-3 1 5 0,-2-6-4 0,-7 4 5 15,-5 1 0-15,-5-1 4 0,-1 2-9 0,-5 1 11 16,-4-2 14-16,-5 4-7 0,-8 1 6 0,-6 2 2 0,-4 2 0 16,-11 5-2-16,-7 1 7 0,-7-3 0 0,-1 4 3 15,-24 5 10-15,1 0 2 0,-6 1-2 16,-1 0 8-16,0-2 23 0,-2-1-6 0,-3-3 9 0,5 3 5 15,5-4-3-15,18-4 10 0,7-4 0 0,-1 3-1 16,3-3 1-16,11-2-8 0,8-4-6 0,12-3 2 16,-1-1-3-16,6-1-3 0,2-2 7 0,6 0 33 15,-4-6 50-15,9 0 33 0,28 6-2 0,6-6-7 16,28-4-15-16,28-5-11 0,51-2-8 0,-37 4-19 16,50-9-9-16,-7 3-7 0,2-2-10 0,-5-2-3 15,-46 7-9-15,-2-7-25 0,3 5-21 0,-3 2-44 16,-12 0-41-16,-3 3-58 0,-23 2-59 0,-6-2-40 15,-8 7-44-15,-10 0-54 0,-13 3-58 0,-4-1-51 0,-9 1-320 16,-6 1-822-16,-2-4 364 0</inkml:trace>
  <inkml:trace contextRef="#ctx0" brushRef="#br0" timeOffset="19053.14">18137 5268 160 0,'10'-19'367'0,"-9"11"-2"0,6 0-13 0,-5-2-14 0,6 0-11 16,0-4-8-16,4 1-10 0,-1-4-8 16,-1 7-16-16,2-7-12 0,-2 7-15 0,1-5-10 15,3 4-7-15,-6-4-22 0,-1 3-20 0,1 4-21 0,-2 1-12 16,3 1-24-16,-1-1-16 0,4 3-16 0,-6 0-12 15,3 4-14-15,-9 0-7 0,16 6-14 16,-3-3-4-16,2 12-4 0,5 1-6 0,0 10-3 0,1-6-7 16,-2 8-2-16,5 2-7 0,0 6-1 0,-3 1-6 15,1 1-2-15,-1 2-1 0,-4 4-1 0,3-7-5 16,-4 4 1-16,-1-4-3 0,-2 2 1 0,1 0-2 16,-5-9-2-16,-4 1 0 0,-3 0 0 0,3-4 3 15,-5 4 2-15,0-4 2 0,-5-7 6 0,3-2 6 16,-3 0 21-16,-9-1 15 0,5-1 24 0,-4-4 18 15,-2 3 16-15,2-6 18 0,-2 0 23 0,-5-3 1 16,-5-3 4-16,5-3 3 0,-1 0 8 0,-6-6-3 16,-2-3 2-16,4 0-5 0,-2-5-139 0,4 1-34 15,2-8 0-15,1 4 0 0,5-6 0 0,-2 0 0 16,4-3 0-16,5-2 0 0,8-2 0 0,-2 0 0 16,9-12 0-16,1 3 0 0,9-3 0 0,3 6 0 0,3-1 0 15,0-1 0-15,5 5 0 0,-2-1 0 0,6 3-263 16,3 6-198-16,-12 1-57 0,10-3-69 0,-8 11-474 15,0-5-1148-15,-4-1 508 0</inkml:trace>
  <inkml:trace contextRef="#ctx0" brushRef="#br0" timeOffset="19349.98">18628 4767 256 0,'0'0'302'0,"0"0"-27"16,-6-5-30-16,6 5-23 0,0 0-26 0,0 0-17 16,0 0-24-16,0 0-17 0,0 0-11 0,0 0-12 0,0 0-9 15,0 15-12-15,0-15-10 0,6 7-6 16,1-3-5-16,-5 0-7 0,4 1-8 0,-6-5-1 16,9 3-6-16,-9-3 18 0,0 0 12 0,11 1 12 0,-11-1 11 15,0 0 0-15,0 0-2 0,0 0-10 0,8-10-3 16,-8 10-6-16,0-7-7 0,-5-1-6 0,5 8-5 15,0-12-9-15,0 6-3 0,-8 1-12 0,8-2-3 16,-1 1-27-16,-4 0-34 0,-2 0-46 0,7 6-42 16,-10-6-57-16,3 3-70 0,7 3-64 0,-8-3-231 15,8 3-576-15,-13 0 255 0</inkml:trace>
  <inkml:trace contextRef="#ctx0" brushRef="#br0" timeOffset="19584.34">18820 5034 269 0,'0'0'312'0,"7"3"-7"0,-5 1-9 16,-2-4-11-16,10 3-12 0,-10-3-9 0,10 3-24 15,-2-1-21-15,0 0-23 0,10-2-17 0,1 1-23 0,4-1-6 16,-7 0-17-16,9 3-20 0,-2-3-20 0,-6 1-42 15,16 2-29-15,-3 1-37 0,-14-3-57 16,1 2-44-16,-6-2-47 0,-1-1-44 0,2 0-37 0,-4 2-213 16,-8-2-495-16,7 4 220 0</inkml:trace>
  <inkml:trace contextRef="#ctx0" brushRef="#br0" timeOffset="19740.57">18920 5222 31 0,'-10'7'172'0,"2"-3"1"16,4 0 2-16,-2 1 0 0,1 0 11 0,5-5 17 15,0 6 14-15,0-6 8 0,6 4-11 0,4-1-16 16,12-3-23-16,-6 0-20 0,4-4-2 0,8 1-22 16,7-1-20-16,-5 0-25 0,1-3-38 0,2 2-44 15,-1 0-49-15,-1-3-52 0,14-4-68 0,-2 5-71 16,-13-3-146-16,0-2-414 0,-1 0 184 0</inkml:trace>
  <inkml:trace contextRef="#ctx0" brushRef="#br0" timeOffset="19928.06">19557 4990 168 0,'0'0'268'16,"5"-4"-24"-16,-5 4-23 0,0 0-22 0,0 0-13 16,0 0 11-16,0 0-1 0,-5 19-1 0,3-9-2 0,1 0-16 15,-3 2-11-15,4 2-7 0,-5 5-17 0,2 1-11 16,3 7-9-16,0-2-5 0,-2 0-16 16,-3 2-9-16,9 2-7 0,-4-10-12 0,1 11-10 0,4-4-31 15,-3-1-29-15,1-5-56 0,2-2-68 0,2-2-109 16,-2-8-291-16,0 3-565 0,1-7 249 0</inkml:trace>
  <inkml:trace contextRef="#ctx0" brushRef="#br0" timeOffset="20553">18461 2438 322 0,'5'-8'384'0,"-3"2"-14"0,1 1-18 15,0 0-27-15,-3 5-33 0,0-7-31 0,0 7-26 16,2-4-20-16,-2 4-26 0,0 0-27 0,0 0-13 0,0 0-20 16,12 12-10-16,-7-4-17 0,-2 2-6 0,4 5-14 15,-2 0-9-15,0 3-7 0,1 3 1 16,-1-1-9-16,-2-1 0 0,2 2-10 0,2 6-7 0,-5-3-2 16,-1 6 1-16,3-6-4 0,-1 3-11 0,4 0 0 15,-4-3-24-15,0 2-20 0,-1 2-22 0,1-10-23 16,-3-2-32-16,3 8-33 0,1-6-54 0,-1-2-48 15,7-4-66-15,-8-4-254 0,3 2-596 0,0-1 264 16</inkml:trace>
  <inkml:trace contextRef="#ctx0" brushRef="#br0" timeOffset="20927.96">18898 2640 220 0,'0'-5'340'0,"0"5"-17"0,4-11-18 0,-4 11-21 16,0-7-28-16,0 7-26 0,0 0-25 0,0 0-24 16,0 0-16-16,-10-1-16 0,10 1-17 0,0 0-12 15,-19 8-16-15,11-1 1 0,3-1-20 0,-6 0-9 16,2 3-9-16,1-2-5 0,-5 4-4 0,-2-2-4 16,0 2-8-16,0-1-6 0,0 0-2 0,0 4-6 0,-5-5 6 15,4 2-11-15,3-1-1 0,-4-1-3 0,2-1-3 16,4 0-2-16,-4-3-3 0,6 1 4 0,3-5-7 15,-2 7 4-15,3-5-6 0,5-3 2 16,-7 6 6-16,7-6-10 0,-8 3 4 0,8-3-1 0,5 12 17 16,-5-12 8-16,8 9 8 0,5-3 1 0,2 0 4 15,2 2 1-15,2 0-2 0,-2-3-3 0,13 5 1 16,-4-5-6-16,2 6-2 0,-1-6-7 0,-6-2 6 16,3 5-12-16,-3-4 1 0,-3 3-9 0,1-4-3 15,4 2-42-15,-8 0-32 0,1-3-44 0,-4 2-54 16,-6 0-69-16,3-2-85 0,-3 3-304 0,3-4-666 15,-9-1 294-15</inkml:trace>
  <inkml:trace contextRef="#ctx0" brushRef="#br0" timeOffset="22226.24">20108 3546 311 0,'0'-8'349'0,"0"0"-4"15,5-1-4-15,-3 2 12 0,-1-3 0 0,-1 1 1 16,0 1-10-16,4-3-17 0,-4 4-14 0,0 7-21 0,0-9-26 15,3 4-27-15,-3 5-25 0,0-7-25 16,0 7-24-16,0 0-20 0,0 0-22 0,0 0-12 16,0 0-11-16,0 0-10 0,0 0-6 0,-3 26-10 15,-2-9-10-15,3-4-8 0,-3 13-7 0,3 1-9 0,-4 0-15 16,4 0-14-16,-3 0-16 0,5-2-13 16,0 2-18-16,-1 0-5 0,1-1-14 0,0-1 3 15,-5-4-6-15,10-2 0 0,-4-2-5 0,-1-2 6 0,7 1 2 16,-1-5 6-16,-4 0 4 0,6-4 9 0,-1 1 5 15,5-4 3-15,-1-4 0 0,1 0 3 0,-1-3 3 16,8-6 9-16,-3 6 6 0,1-6-7 0,1-1 17 16,0-4 2-16,-1 2 20 0,2-3 14 0,3-5 3 15,-7 6 12-15,0-6 3 0,-2 3 5 0,-5 5 0 16,6-3 8-16,-6 5-3 0,0 1-2 0,-1 3-7 16,1-3-7-16,-3 4-6 0,-2 0-5 0,1-2-12 15,-1 4-7-15,-3 3-6 0,0 0-4 0,0 0-2 16,13 11 0-16,-5-4-1 0,-8 4-3 0,14 2 2 15,-8 2-5-15,1 2 1 0,4 1-2 0,3-3-3 16,-8 3 3-16,4-3 2 0,7 0-2 0,-7 0-4 16,3 1 0-16,2-1 4 0,-4-3 5 0,4-2-6 0,0-3 4 15,-1-4 1-15,-6 3 2 0,5-5-2 0,4-2 12 16,-4-2-3-16,0-2 9 0,-5 1 1 0,6-8 18 16,-4 3 8-16,-2-8-1 0,-2-2 3 0,1 3 0 15,0-4-5-15,-7-9 1 0,8 4-2 0,-8-5-8 16,0 0 2-16,-8 1-6 0,8 1-6 0,0 4 2 15,-2 3-8-15,-3 1-19 0,5 1-23 0,-8 1-27 16,3 5-41-16,3 4-56 0,-4-1-67 0,-1 3-73 16,5 2-50-16,2 5-28 0,-5-3-52 0,5 3-349 15,-8 12-826-15,6-4 365 0</inkml:trace>
  <inkml:trace contextRef="#ctx0" brushRef="#br0" timeOffset="22757.44">21071 4106 196 0,'2'-7'324'0,"5"3"-8"0,-1-2-12 0,1-6-15 16,-4 4-11-16,4-1-7 0,4 1-11 0,-7 0-21 15,7 1-22-15,-4-1-12 0,1 5-19 0,1-5-20 0,-3 4-21 16,2 0-8-16,-1 0-16 0,0 1-16 0,-1 1-17 16,-6 2-3-16,9-2-13 0,-9 2-11 15,11 4-7-15,-4 3-6 0,1-2-6 0,-3 6 14 0,2-2-22 16,-1 6-4-16,3 0 11 0,-3 7-19 0,1 2-3 15,1-1-1-15,0 4 2 0,1 0-6 0,-1 0-2 16,2 0 1-16,3 1-2 0,-8 2-1 0,7 1 0 16,-4-3-5-16,2 3 4 0,3-4-1 0,-5 0 3 15,1-1-5-15,-3-8-2 0,4 0 1 0,-5 0 6 16,-3 2-5-16,6-2-5 0,-5-5 11 0,-1-2 3 16,0 6 21-16,-4-9 15 0,2 2 29 0,0-2 37 15,-5-5 33-15,-3 3 19 0,3-4 13 0,5-2 7 16,-22-2-8-16,4-3 3 0,-3 4-6 0,2-6-9 0,1-4-6 15,-7 0-14-15,9-2-15 0,-6-2-9 16,1 0-14-16,7-1-11 0,0 1-14 0,-1-4-18 16,8 3-32-16,-1-4-28 0,8 0-42 0,-2-5-64 0,4-2-68 15,4-2-75-15,3 2-70 0,7 0-64 0,9-8-81 16,0 1-86-16,3 0-301 0,-5 12-912 0,7-10 403 16</inkml:trace>
  <inkml:trace contextRef="#ctx0" brushRef="#br0" timeOffset="22991.8">21278 3744 312 0,'0'0'324'0,"0"0"-17"0,-8-1-15 0,8 1-4 16,0 0-42-16,0 0-19 0,0 0-21 0,0 0-17 15,0 0-18-15,0 0-19 0,0 0-16 0,0 0-18 16,0 0-3-16,0 0-20 0,0 0-9 0,0 0-18 16,0 0-21-16,0 0-22 0,0 0-22 0,0 0-34 15,0 0-45-15,0 0-74 0,0 0-69 0,0 0-270 16,0 0-529-16,17-8 234 0</inkml:trace>
  <inkml:trace contextRef="#ctx0" brushRef="#br0" timeOffset="23304.27">21674 3504 168 0,'0'0'342'0,"-15"-1"-19"15,15 1-31-15,0 0-27 0,0 0-25 0,0 0-25 16,0 0-25-16,0 0-13 0,0 0-22 0,0 0-15 15,0 0-12-15,-12 8-15 0,12-8-12 0,0 0-6 16,2 12-9-16,-2-12-9 0,7 7-5 0,-7-7-7 16,6 7-8-16,-2-1 1 0,-1 0-8 0,2-2-5 15,1 0 2-15,-6-4-8 0,9 4-1 0,-6-3-1 16,-3-1 0-16,12 2 12 0,-12-2-1 0,0 0-5 16,10 1 2-16,-10-1-8 0,0 0-1 0,0 0-6 15,0 0-8-15,0-12-19 0,0 12-25 0,-7-10-31 16,7 10-33-16,-8-6-41 0,1 3-50 0,-5 0-57 15,4 0-63-15,-2 1-199 0,-5-1-535 0,7 2 237 16</inkml:trace>
  <inkml:trace contextRef="#ctx0" brushRef="#br0" timeOffset="24476.03">22884 2907 319 0,'5'-9'319'0,"-5"2"-13"16,0-1-10-16,0 2-18 0,0 6-17 0,1-12-27 15,-1 12-24-15,4-5-24 0,-4 5-26 0,0 0-16 16,0 0-17-16,0 0-13 0,0 0-10 0,0 0-9 15,1 27-11-15,3-11-13 0,-4-1-1 0,6 1-10 16,-6 0-6-16,9 7-6 0,-8-4-2 0,4 0-9 16,0 0-1-16,-2 1-1 0,1-1-2 0,-1-4-6 15,-1 5-1-15,-2-4-5 0,5-1-4 0,-5 0 0 16,0-2 1-16,-5-2-3 0,5 1-1 0,-2-1-2 16,2-4 5-16,-2-3-4 0,-3 4 5 0,-3-4 7 15,2 1 9-15,-4-2 23 0,-4-2 12 0,1 2 11 0,-3-1-14 16,-6-2 6-16,1-2-13 0,2 2 10 15,-2-3-14-15,1 3-11 0,-2-1 0 0,3 1-4 16,-13 0-4-16,11 1-6 0,-7 4 0 0,1-2-6 0,6 2-2 16,-1 0-7-16,0 3 6 0,3 0-6 0,2 0-3 15,-4 3-2-15,4 1 2 0,0-1-2 0,-1 1-3 16,5 1 2-16,3 1-8 0,-3 1 0 0,5-2-1 16,1 1 4-16,-1-1-5 0,4 2 6 0,1-3 1 15,6 4 7-15,-1-3-7 0,3-1-4 0,3-2 5 16,4 5 2-16,9 2 1 0,3-3-8 0,2 0 2 15,-1-2 3-15,8 0-2 0,-2-1-4 0,14 1-2 16,-13-4 1-16,1 3-2 0,10-3-2 0,-14-4-5 16,3-3 7-16,-6 2-4 0,-6 1 1 0,0-1 4 15,2-3-6-15,-6-3 4 0,-4 3 2 0,-2-5 4 16,3 3 7-16,-6-2 8 0,-1 3 11 0,1-6-7 16,-6 0 7-16,-1 7-1 0,-5-12-3 0,-3 7-2 15,0-5 1-15,-7 2-4 0,-5-1 0 0,-10-1 0 0,7-2-2 16,-5 3-1-16,-3-2 8 0,-1 4-11 0,-1-2-3 15,3 5-6-15,0-4-8 0,6 2-38 16,2 3-46-16,2-3-67 0,4 5-52 0,1-1-53 0,0 4-73 16,3-2-74-16,4 1-232 0,8-1-690 0,-7 4 306 15</inkml:trace>
  <inkml:trace contextRef="#ctx0" brushRef="#br0" timeOffset="25007.24">23723 2886 137 0,'8'-7'383'0,"-8"0"-2"0,5 3-9 15,-3 0-16-15,0-3-37 0,-2 7-29 0,0 0-29 16,0 0-31-16,-10-4-17 0,10 4-24 0,-25 15-25 16,8 0-13-16,-6 5-15 0,0 3-10 0,-7 11-1 15,2 0-2-15,-10 3-4 0,8 4 2 0,-5 4-6 16,6-1-7-16,0-1-14 0,3 2 4 0,4 1-13 15,-1 3-6-15,8 3-2 0,2 2-2 0,5 3-10 16,8-3-3-16,6-3-4 0,6 0-4 0,6 0-6 16,7-3 0-16,10-5-5 0,5 1-17 0,-1-10-20 15,3 0-35-15,12-11-52 0,-7-1-63 0,2-3-64 16,3-4-86-16,2-8-105 0,-1-7-298 0,-10-1-756 16,7-10 335-16</inkml:trace>
  <inkml:trace contextRef="#ctx0" brushRef="#br0" timeOffset="26015.57">24062 3264 162 0,'-1'-5'355'0,"-1"0"-11"0,-1-2-23 0,3 7-19 0,0 0-29 15,0 0-29-15,-4-5-27 0,4 5-22 0,0 0-25 16,0 0-17-16,0 0-19 0,0 0-11 0,9 21-12 15,-3-10-14-15,4 6-9 0,2 2-4 0,3 1-5 16,0 6-9-16,1 1-2 0,-1-4-10 0,0 8-2 16,0-4-4-16,3-4-5 0,0 13-5 0,-3-6-2 15,0-3-6-15,0-1-3 0,0-1 3 0,-9-6-10 16,6-3 4-16,-4-2-4 0,-3-4-5 0,2 0 4 16,-2-1 3-16,0-4 33 0,-4 1 39 0,3-3 24 15,1 1 39-15,-5-4 31 0,6 8 27 0,-6-8-10 16,0 0-21-16,0 0-12 0,0 0-8 0,7-18-23 15,-9 9-9-15,2-2-5 0,0-5-18 0,2-4-6 0,-2-3-11 16,0-3-9-16,2-2-10 0,-2-1-5 16,6 0-10-16,-1-2-4 0,0 1-9 0,5 2-8 15,-2-6-17-15,2 7-21 0,2 3-19 0,-1 0-24 0,-4 6-25 16,-2-2-37-16,3 4-41 0,-3 3-45 0,-1 3-60 16,4 2-52-16,-8 2-41 0,7 3-27 0,-7 3-26 15,0 0-31-15,0 0-291 0,0 0-775 0,11 13 344 16</inkml:trace>
  <inkml:trace contextRef="#ctx0" brushRef="#br0" timeOffset="26499.9">24618 3727 46 0,'4'5'281'0,"-4"-5"0"0,0 0-8 0,0 0-8 16,0 0-8-16,0 0-9 0,0 0-17 0,13-10-5 15,-11 4-12-15,6 2-4 0,-5 0-7 0,0-4-4 16,2 1 0-16,2-1-10 0,-4 0-10 0,2-9-6 16,2 8-8-16,-4 1-3 0,4-8-10 0,1 5-12 0,-1 6-12 15,-1-2-19-15,1-5-3 0,-2 8-13 16,0-2-11-16,-2 0-5 0,-1 0-11 0,-2 6-11 15,5-8-11-15,-5 8-4 0,0 0-6 0,0 0-5 16,15 18-8-16,-7-7 0 0,0 10-10 0,2 0 5 0,4 4 7 16,-3 5-12-16,9 6 0 0,-13-6-1 0,6 11-5 15,2 0 6-15,0 2-5 0,0-1 0 0,-1 1-4 16,-7-5 0-16,8 2 4 0,-7-2-3 0,-1-4-2 16,-2-5 5-16,-5-5 3 0,1 3-4 0,-1-7-8 15,-1-4 8-15,1 0 15 0,-5-1 4 0,3-3 25 16,-4-3 41-16,-6-1 25 0,2-3 18 0,-3-3 14 15,5-3-4-15,-14 0 8 0,7-9-10 0,2 2 9 16,-7-1-26-16,-6-9 5 0,9 4-27 0,-3-6-2 16,2 0-14-16,6-6-7 0,-3 6-14 0,2-7-16 15,10-1-26-15,-4-2-29 0,9 0-51 0,-2 1-63 16,7-13-74-16,7 3-79 0,8 0-73 0,-2 5-80 16,5-2-86-16,4 3-377 0,-7 12-962 0,4 0 426 15</inkml:trace>
  <inkml:trace contextRef="#ctx0" brushRef="#br0" timeOffset="26703.01">24858 3387 355 0,'0'0'399'0,"0"0"-19"0,-8-1-19 16,8 1-19-16,0 0-28 0,0 0-30 0,0 0-33 15,-11-2-18-15,11 2-21 0,0 0-64 0,0 0-57 16,0 0-73-16,0 0-84 0,0 0-89 0,0 0-104 16,0 0-226-16,0 0-526 0,39 2 234 0</inkml:trace>
  <inkml:trace contextRef="#ctx0" brushRef="#br0" timeOffset="27062.35">25348 3344 208 0,'-8'1'272'0,"8"-1"-31"0,0 0-19 0,-5 4-25 0,5-4-23 16,0 0-13-16,-7 7-15 0,7-7-13 15,-1 4-15-15,1-4-7 0,-7 7-12 0,7-7-9 16,0 5-10-16,0-5-6 0,0 11-9 0,0-11-4 0,0 4-5 15,0-4-5-15,5 9-6 0,-5-3-1 0,0-6-6 16,3 4-1-16,-3-4-4 0,7 5-2 16,-7-5 1-16,0 0 9 0,0 0 24 0,5 3 3 0,-5-3-1 15,0 0 3-15,0 0 4 0,0 0 4 0,0 0 2 16,0 0-4-16,12-11 8 0,-12 11 9 0,0-9-20 16,0 9-5-16,0-8-9 0,0 8 8 0,0-8-24 15,0 8-10-15,0-6-2 0,0 6-27 0,0 0-36 16,-5-8-40-16,5 8-41 0,0 0-39 0,0 0-55 15,0 0-71-15,0 0-246 0,0 0-567 0,0 0 252 16</inkml:trace>
  <inkml:trace contextRef="#ctx0" brushRef="#br0" timeOffset="27499.95">26154 3123 281 0,'0'0'386'15,"0"-12"-26"-15,-8 6-16 0,1 1-23 0,-4 2-27 16,3-1-33-16,-11-4-15 0,3 5-17 0,-6-1-20 0,-1 4-19 16,3 0-19-16,-9 3-15 0,0 0-21 0,0 5-10 15,5 0-10-15,-4 1-12 0,-2 5-7 0,4-5-16 16,3 6-9-16,6-3-1 0,-6 3-8 0,8 0-6 15,0 0-8-15,5-2-3 0,0 4-7 0,5-4 0 16,4 3-11-16,2 0-2 0,4 0 0 0,7 2-2 16,6 2-2-16,10-4 10 0,-1 2-28 0,13 1-2 15,6-3-11-15,-3-5-4 0,5 2-1 0,-2-6-8 16,4 0-2-16,-5-2 1 0,-1-3 4 0,-12-1 1 16,3-2-2-16,-6-1 5 0,-7-2 19 0,1 0-14 15,-10-1 8-15,5-4 8 0,-13 3-5 0,4-1 23 16,-3-4-1-16,1 2 0 0,-7-3 2 0,-7 0-5 15,-1-2-2-15,-7 1 2 0,-13-4-1 0,0 5-4 0,-9-8-1 16,-4 4 1-16,1-2-1 0,-4 5-8 16,2-1 6-16,9 9-2 0,2-6-1 0,3 5-19 15,-2 3-15-15,8-1-38 0,7 2-25 0,-6 1-28 16,3 1-13-16,-1 0-19 0,10 1-14 0,0 1-17 0,3 2-27 16,6-4-42-16,-2 6-32 0,2-6-232 0,0 0-556 15,15 6 246-15</inkml:trace>
  <inkml:trace contextRef="#ctx0" brushRef="#br0" timeOffset="27734.26">25999 2868 56 0,'-2'-8'343'0,"-4"1"2"0,4 2-14 16,-3-2-18-16,5 7-35 0,0-8-31 0,0 8-23 15,0 0-23-15,0 0-20 0,-15 15-20 0,8-4-12 16,7 7-7-16,-3 8-6 0,-2 2 11 0,5 5-9 15,8 5-2-15,-8 6-3 0,5 0-9 0,2-2-10 16,3 4-12-16,1 1-9 0,4-1-6 0,2 1-8 16,-1 2-9-16,3-2-5 0,-3-1-6 0,1-3-36 15,3 3-22-15,0-7-33 0,-4 0-40 0,-8-12-42 16,4-1-69-16,-7-2-95 0,6-8-56 0,-7-1-244 16,6-6-626-16,-2-3 277 0</inkml:trace>
  <inkml:trace contextRef="#ctx0" brushRef="#br0" timeOffset="28079.5">26682 3004 204 0,'5'-7'432'0,"-5"-3"-6"0,2 0-2 0,-2 3-13 16,-2 1-13-16,2 0-13 0,0 6-21 0,2-10-24 15,-4 3-30-15,-3 3-34 0,5 4-27 0,0 0-31 0,-6-6-22 16,6 6-19-16,0 0-20 0,-22 7-19 16,14-2-13-16,0 9-13 0,-6-3-12 0,0 3-11 15,-1 7-9-15,1 0-6 0,0 3-9 0,4 0-5 16,-4 3-2-16,4-3-9 0,2 0-4 0,3 3-4 0,0 0-6 16,4 0-3-16,6 0-3 0,-2 1-10 15,7-1-12-15,1-1-7 0,-4-3-10 0,8 1-15 16,0-4-18-16,3 0-32 0,0-5-38 0,10-3-48 0,-3 2-43 15,3-6-36-15,0 2-33 0,2-5-38 0,0 0-38 16,0-3-28-16,-2-4-281 0,0-6-712 0,-5 1 316 16</inkml:trace>
  <inkml:trace contextRef="#ctx0" brushRef="#br0" timeOffset="28266.98">27217 3119 14 0,'8'-15'315'0,"-1"7"12"16,-1-4 24-16,-2 5 26 0,-3 0-5 0,4-2-2 15,-3 4-7-15,-2 5-25 0,7-8-26 0,-7 8-36 16,0-5-35-16,0 5-27 0,0 0-22 0,0 0-22 16,0 0-18-16,-14 18-13 0,9-7-15 0,-6 2-12 15,1 6-11-15,-5 1-8 0,0 2-9 0,-3 3-11 16,1 1-10-16,-2-6-5 0,2 6-37 0,-3 0-34 16,2-1-60-16,-2-1-40 0,5 2-43 0,-1-4-37 15,-4-1-51-15,5-2-72 0,0-4-70 0,2 1-241 16,3-6-679-16,-2-2 302 0</inkml:trace>
  <inkml:trace contextRef="#ctx0" brushRef="#br0" timeOffset="28485.71">26977 3132 259 0,'2'-5'379'0,"-2"1"-34"0,0 4-29 0,-2-7-34 0,2 7-34 16,0 0-25-16,0 0-20 0,0 0-23 0,0 0-11 15,8 20-20-15,-1-9-10 0,1 5-16 0,4-1-10 16,-1 4-10-16,4 0-9 0,3 5-15 0,1-3-3 16,5 1-1-16,8 5-5 0,-9-7-17 0,0-1-34 15,4 3-44-15,-4-6-46 0,0 0-64 0,-5-5-76 16,0-2-74-16,4 1-210 0,-7-5-537 0,1-2 237 16</inkml:trace>
  <inkml:trace contextRef="#ctx0" brushRef="#br0" timeOffset="28735.69">27566 2964 301 0,'0'-4'405'0,"0"4"-28"16,0 0-32-16,5-7-30 0,-5 7-21 0,0 0-50 15,0 0-20-15,0 0-18 0,0 0-24 0,15 22-18 16,-13-10-13-16,6 1-16 0,-1 3-10 0,-2 2 2 15,5 2-26-15,-2 3-6 0,0 4-11 0,2 1-9 16,0-1-5-16,-2 2 1 0,5-1-12 0,-4 3-5 16,-1 0-2-16,-1 1-20 0,1-3-34 0,-1-1-39 0,-3 1-41 15,-2 1-45-15,-2-6-55 0,0-5-69 0,0-1-74 16,0-6-222-16,-2-1-592 0,-2 2 263 0</inkml:trace>
  <inkml:trace contextRef="#ctx0" brushRef="#br0" timeOffset="29095.03">27778 2598 161 0,'-8'-6'522'0,"3"4"10"0,2-2-8 0,3 4-19 16,0 0-29-16,-12-5-43 0,12 5-44 0,0-5-37 16,0 5-34-16,0 0-37 0,0 0-26 0,0 0-28 15,23 17-22-15,-10-2-19 0,14 2-21 0,-4 5-12 16,15 9-9-16,2-1-13 0,6-2-8 0,2 3-10 0,17 13-4 16,-21-5-18-16,14 10-13 0,-18-8-6 15,1-1-10-15,-4 3-3 0,-6 3-9 0,-1 1-6 16,-8-2-6-16,-1 1-7 0,-13 3-10 0,1 4 4 0,-3-2-21 15,-21 3-16-15,-1 23-4 0,-12-10-33 0,-15 5-44 16,-5-5-47-16,-9-3-46 0,-2-1-78 0,-7-2-54 16,-7-1-45-16,0-3-69 0,5-4-403 15,-6-5-904-15,-6-1 401 0</inkml:trace>
  <inkml:trace contextRef="#ctx0" brushRef="#br0" timeOffset="38153.91">29134 3391 52 0,'0'0'438'0,"-14"0"25"0,14 0 9 15,0 0 0-15,-8 2-8 0,8-2-22 0,0 0-18 16,0 0-19-16,0 0-15 0,0 0-19 0,-10-6-15 0,10 6-24 16,0 0-17-16,0 0-30 0,0 0-28 0,0 0-18 15,27-12-33-15,-7 9-21 0,8-2-20 16,16 2-34-16,1-2-22 0,5-5-27 0,4 5-24 0,3 5-43 16,-11-2-41-16,10-1-62 0,-6 1-65 0,-2-5-80 15,-3 2-69-15,-16 5-59 0,4-1-74 0,-1-2-82 16,-16 0-319-16,6 2-905 0,-7-1 401 0</inkml:trace>
  <inkml:trace contextRef="#ctx0" brushRef="#br0" timeOffset="38810.08">30261 3031 124 0,'0'0'331'0,"0"0"-26"0,0 0-26 16,0 0-26-16,11-1-33 0,-11 1-29 0,0 0-15 0,0 0-14 15,4 12-24-15,-4-8-11 0,0 1-12 0,0 2-11 16,3 4-11-16,-1-5-10 0,-1 3-6 0,3 3-9 15,-1-4-6-15,-1-1-5 0,8 5-4 0,-6-3-3 16,0-2-10-16,4 1-2 0,0-1 9 0,2-2-13 16,5 2 2-16,0-2-8 0,-5-3-1 0,8-2 1 15,-10 0-7-15,6-2 0 0,1 2 1 0,1-5 14 16,-1 2 14-16,3-1 8 0,-8-2 9 0,5 0 3 16,-3 2 10-16,3-3 3 0,-4 2-1 0,-6-2 18 15,8 2 3-15,-4-3 5 0,-3 5 3 0,3-5-5 16,-3 5-8-16,1-1-9 0,-4 1-11 0,5-3-12 15,-8 6-10-15,14 0-14 0,-14 0-2 0,13 8 2 16,-3-4-12-16,3 4 0 0,0 5-5 0,-6 1-3 16,6 2-2-16,2 7-3 0,0 0 0 0,-2 4-4 15,0 2-10-15,1 13 11 0,1 3-8 0,-4-9 3 16,1 9 9-16,1-5-15 0,-6 13 4 0,1-2-2 16,-2 0 4-16,1-5-3 0,-5 1-1 0,4-3 2 0,-6-3 2 15,0-7-2-15,0 6 6 0,0-10-2 0,-6-2 2 16,4-1 6-16,-3-2 17 0,-3-8 18 0,6 2 23 15,-4-6 39-15,-6 1 32 0,9-6 36 0,-9-1 43 16,4-2 17-16,-9-6 6 0,-3 0-7 0,-3-9-9 16,-7-5-14-16,-6-4-8 0,1-4-14 0,2-3-8 15,-3-3-5-15,8-1-125 0,-4-3-60 0,4-5 0 16,8 1 0-16,4-7 0 0,1 2 0 0,5-4 0 16,5-1 0-16,5 1 0 0,8 2 0 0,7-2 0 15,8 4 0-15,-1-2 0 0,11 10 0 0,3-1 0 16,2 7 0-16,9 1-289 0,-4 4-196 0,3 8-83 15,10-1-105-15,-8 5-357 0,5 3-1115 0,-6-1 494 16</inkml:trace>
  <inkml:trace contextRef="#ctx0" brushRef="#br0" timeOffset="39575.65">30302 1545 47 0,'-6'-3'272'0,"6"3"-20"0,-7-5-31 0,7 5-20 15,0 0-23-15,0 0-6 0,8 22 9 0,5-9-2 16,16 18-1-16,0 3 2 0,4 3 1 0,9 7 0 15,11 20 3-15,18-3-6 0,-3 3-3 16,3 3-5-16,35 35-3 0,-3-11-2 0,1 7-9 0,-2 9-10 16,-6-4-11-16,-6 8-8 0,4 3-14 0,-41-31-11 15,5 40-11-15,-15-37-11 0,0 41-7 0,-26-38-8 16,-6 6-6-16,-7 39-5 0,-4-7-2 0,-9-33-4 16,-4-1-8-16,-8 39 1 0,-9-40-8 0,0-3-4 15,-6-1 2-15,-9-1-7 0,-8-4-2 0,-33 23-1 16,20-37-2-16,-37 24 0 0,29-33 4 0,-44 16-6 15,35-22 1-15,-44 19-3 0,34-27-31 0,-3-1-50 16,0-6-59-16,-46 15-47 0,42-21-65 0,4-6-92 16,-3 0-366-16,3-6-754 0,3-7 334 0</inkml:trace>
  <inkml:trace contextRef="#ctx0" brushRef="#br0" timeOffset="40483.33">17569 2527 2 0,'-8'-15'327'0,"-2"0"-26"0,-2 5-27 16,4 1-27-16,-2 4-27 0,-1 0-22 15,-4 5-20-15,-7 5-19 0,1 10-16 0,-8 8-15 16,-2 13-9-16,-2 9-2 0,-8 26-4 0,-3 2 2 0,0 8 13 16,-12 40 6-16,16-35-5 0,-15 44 11 0,-1-2 22 15,10 3 11-15,-2 2 1 0,3 6 9 16,8-2-10-16,1 3 2 0,3-7-13 0,3-1-14 0,12-37-3 15,1 37-13-15,12-38-5 0,12 37-9 0,6-41-4 16,22 38-10-16,1-42-9 0,27 33-7 0,-18-38-8 16,20-4-1-16,39 25-12 0,-26-38-7 0,-1-9-29 15,10 3-44-15,2-8-70 0,47 8-85 0,-52-22-93 16,4 2-99-16,-2-10-120 0,0-2-254 0,-2-6-793 16,-29-12 352-16</inkml:trace>
  <inkml:trace contextRef="#ctx0" brushRef="#br0" timeOffset="41494.91">30900 1214 256 0,'0'0'281'0,"0"0"-29"15,0 0-24-15,0 0-23 0,0 0-12 0,0 0 7 16,23 10-5-16,-7-4-5 0,6 3-18 0,6 1-13 15,2-1-7-15,0 3-7 0,-1 1-6 0,1 4-14 16,-2-5-10-16,2 5-7 0,-8-2-13 0,7 0-10 16,-7 0-13-16,-7 0-7 0,-2 0-5 0,-3-3-10 15,-2 3-4-15,-3 1-6 0,2-1 0 0,-7 2-3 0,-7 0 5 16,2-3 15-16,2 0 15 0,-9 2 29 0,4-6-1 16,-2 4 12-16,2-6 18 0,1-1 3 15,2 4 4-15,-3-7-2 0,1 1 15 0,7-5 10 0,0 6 15 16,-6-1 13-16,6-5 2 0,0 0-3 0,0 0-20 15,13 3-15-15,4-5-16 0,12 1-19 0,19 1-18 16,7-7-29-16,5 6-32 0,4 2-39 16,22-2-54-16,-5 1-51 0,2-3-96 0,-2 2-91 0,-16 1-93 15,22 0-128-15,-25-4-319 0,2 0-903 0,-4-2 400 16</inkml:trace>
  <inkml:trace contextRef="#ctx0" brushRef="#br0" timeOffset="110813.53">4076 7174 187 0,'0'-7'339'0,"0"0"1"0,4 0-20 16,-4 4-16-16,0 3-19 0,0-15-23 0,0 15-24 15,1-4-16-15,-1 4-19 0,0 0-17 0,0 0-22 16,0 0-22-16,0 0-22 0,0 0-13 0,0 0-9 16,5 19-6-16,-5-11-13 0,4 4-5 0,-4 6 1 15,6 3-3-15,-6 5-9 0,0 1-9 0,0 4-9 16,5 0 0-16,-5 10-1 0,-5-1-6 0,12 9-3 16,-14-5 4-16,7 0-15 0,-1 2 4 0,1 1 0 15,1 4-11-15,-2-6-18 0,1 5-22 0,0-4-25 16,-5-6-15-16,5 2-27 0,5 4-25 0,-4-15-30 15,4-1-43-15,-3 3-47 0,6-7-51 0,-3-3-244 16,3-3-573-16,1 7 254 0</inkml:trace>
  <inkml:trace contextRef="#ctx0" brushRef="#br0" timeOffset="111094.75">4383 7235 73 0,'0'-29'371'0,"6"2"-3"0,-6 6-4 0,0 5 11 0,2-1-17 16,-2 7-13-16,0-4-30 0,0 5-28 0,0 6-30 15,1-5-30-15,4 4-39 0,-5 4-11 0,0 0-21 16,0 0-16-16,0 0-16 0,17 22-9 0,-5-3-13 16,-3 6-1-16,6 14-23 0,-1 2-7 0,1-2-4 15,1 8-7-15,-1 6-2 0,-2-1-10 0,0 1-1 0,2 2-6 16,-6-2-2-16,1-1-9 0,-1 5-1 15,-4-7-18-15,2 1-16 0,-2-5-34 0,2 1-20 16,-4-4-14-16,-3-2-16 0,2-13-18 0,-4 3-13 0,2-8-14 16,0 0-29-16,0-10-28 0,-5 4-36 0,5-4-27 15,-3-5-39-15,-1-2-252 0,1 0-591 0,0-3 262 16</inkml:trace>
  <inkml:trace contextRef="#ctx0" brushRef="#br0" timeOffset="111657.2">4288 7627 259 0,'-3'-2'257'15,"-4"-1"-16"-15,7 3-24 0,-5-7-17 0,5 7-20 16,0 0-14-16,0 0-19 0,0 0-15 0,0 0-9 16,0 0-10-16,0 0-17 0,35 10-7 0,-22-8-8 15,2 6-6-15,3-2-10 0,4 3-4 0,8 0-6 16,-1-1-5-16,0 2-6 0,2 1 0 0,2-4-10 15,-1 2-2-15,2 2-3 0,-2-4-2 0,3 1-4 16,-4 2-2-16,-1-3-6 0,-7 3-4 0,0-2-4 16,-5-3 0-16,-1 1 0 0,3 2-1 0,-5-4-3 0,-5 2 0 15,1-3-2-15,-6 0 0 0,5 0 1 0,-3-2-4 16,-4 4 2-16,-3-5-2 0,8 3 0 16,-8-3 1-16,7 4 0 0,-7-4-2 0,2 7 2 0,-2-7 3 15,5 5-7-15,-5-5 4 0,0 7-2 0,0-7 5 16,0 7-4-16,0-7 4 0,1 6-4 0,-1 0 3 15,0-6-2-15,5 9 4 0,-5-5-3 0,2 3 3 16,-1-1 0-16,6-1 6 0,0 0 1 0,-1-2-4 16,6 5 5-16,-2-4-2 0,3-2-1 0,-1-1 1 15,6 3-4-15,0-4 1 0,-5 0 0 0,4 2 2 16,3-4-2-16,-12-1 2 0,5 2 0 0,-3-2-2 16,3 0 2-16,-4-5 12 0,-4 6 10 0,1-6 7 15,-4-1 4-15,5 0 13 0,-7 0 4 0,-2-2 6 16,-3 1 5-16,-2 1 6 0,1 0 9 0,-9-5-9 15,5 1-8-15,-10-1-5 0,5 2-5 0,-3 1-2 16,-7-1-4-16,7 1-5 0,-4 3-10 0,4 1-8 16,-2 2 0-16,0-2 3 0,4 2-11 0,-2 1-2 0,3 3-34 15,3-1-19-15,2-1-39 0,10 3-19 0,-10-1-12 16,10 1-13-16,0 0-16 0,0 0-18 16,0 0-17-16,0 0-20 0,0 0-20 0,28 7-14 0,-9-6 2 15,1-1-8-15,-4 3-134 0,6-3-393 0,-3 0 174 16</inkml:trace>
  <inkml:trace contextRef="#ctx0" brushRef="#br0" timeOffset="112157.22">5053 7692 932 0,'15'-4'-56'0,"0"4"27"0,-2-2 29 0,-5 0 19 16,5 2 19-16,-4-3 4 0,-9 3 11 0,16-2 12 16,-11 0-3-16,-5 2-3 0,0 0 6 0,17 2 3 15,-17-2-6-15,0 0 0 0,11 5-11 0,-11-5-5 16,10 5 0-16,-10 0-13 0,9-4 1 0,-1 8-4 16,-2-2-3-16,6 2 0 0,-4-3-3 0,1 6-2 15,4-3-4-15,-3 2 0 0,1 1 1 0,-1-5-2 16,0 5-2-16,0-4-4 0,-2-1 1 0,-1 0 1 15,1-2 0-15,-1 2-2 0,0-3 0 0,-4-3 28 16,3 2 26-16,-6-3 16 0,9 5-4 0,-9-5-6 16,0 0-2-16,0 0-1 0,13-13 7 0,-8 6 1 0,0 0 0 15,0 1-4-15,-5-1 2 0,2-4-8 0,6 2-3 16,-8 0-3-16,5-1-2 0,3 2-8 16,-8 1-4-16,7-1-4 0,-1-3-7 0,-4 7-6 15,0 0 1-15,3-3-7 0,-5 7-1 0,13-4-4 0,-10 1-6 16,-3 3 1-16,20 6 1 0,-13-2-5 0,1 1 1 15,2 1-8-15,1-2 8 0,-2 5-2 0,-3-1 1 16,3-1-3-16,4 4 2 0,0-3-1 0,-3-3-7 16,0 3 6-16,0-2 3 0,-2 0-8 0,0 0 2 15,-1-3 2-15,0 2 3 0,-4-4 0 0,5 2 17 16,-8-3 10-16,13 0 4 0,-13 0 10 0,0 0 7 16,7-4 2-16,-7 4 5 0,10-11 5 0,-7 5 13 15,1-1-8-15,4-1 12 0,-5-1-6 0,-1-1 1 16,3-1-2-16,-2 0 0 0,4 2-6 0,-6 2-3 15,3-1-8-15,4-2-7 0,-6 4-8 0,-1 3-4 16,4-3-6-16,-3-1-7 0,5 2-7 0,-1 3 2 16,-6 2-11-16,15-3-3 0,-15 3-18 0,15 8-13 0,-5-4-14 15,2 4-24-15,-4-2-3 0,5 6-17 0,0 0-11 16,-3-1-14-16,5 1-16 0,-2 1-26 16,1-1-22-16,-4-2-23 0,4 2-26 0,0 0-30 15,1-1-30-15,-2-4-236 0,-3 1-555 0,3-4 246 0</inkml:trace>
  <inkml:trace contextRef="#ctx0" brushRef="#br0" timeOffset="112688.42">6023 7378 169 0,'-2'-10'309'15,"-3"1"-2"-15,4 0-21 0,-3 0-18 0,4 0-22 16,-1 1-24-16,1 8-21 0,-2-8-25 0,2 3-21 15,0 5-19-15,0 0-10 0,0 0-11 0,0 0-7 16,3 25-13-16,1-13-13 0,-1 3-9 0,2 4 3 16,-4-1-17-16,8 7-1 0,-4 2-9 0,1 0-10 15,3 0-13-15,1-3-3 0,-9 6-10 0,9-3-5 16,-3 1-13-16,-2-2-9 0,1 1-13 0,3-1-3 16,-4-5-8-16,1-5-2 0,-1 3-1 0,-2-4 4 15,4-3 3-15,0-1 6 0,-4-2 2 0,4-2 6 16,-1 0 6-16,-6-2 6 0,7-3 3 0,-7-2 15 0,0 0 7 15,16-6 4-15,-4 2 14 0,-5-4 8 0,-4-3 2 16,10-1 3-16,-5 2 8 0,6-3 5 16,-8 2-5-16,4-1-5 0,-3 1 1 0,3-2-7 0,1 1-7 15,-4 6 0-15,0-4-6 0,3 3-7 0,-2 2 12 16,0 3-18-16,4-2 3 0,-4 4-5 0,2 0-9 16,5 4 4-16,-5-1-4 0,0 1-2 0,5 8 1 15,-1-4 0-15,1 1 0 0,4 5 3 0,-3-6 5 16,-1 7-14-16,0-6 13 0,0 1-13 0,-2-2 4 15,-3 1 1-15,3-6-3 0,-5 4-2 0,1-6 14 16,-3 3-9-16,1-2-1 0,-7-2 3 0,0 0 4 16,21-6 8-16,-17 2 18 0,1-3 12 0,-5 0 5 15,0-5 11-15,5-1 1 0,-5 1 9 0,-5-5 0 16,5-2-2-16,0 2-5 0,-7-1-2 0,4-8-14 16,-2-1-2-16,-2 8-1 0,6 0-13 0,-6-1 1 15,5-6-7-15,-3 7-13 0,5-5-21 0,-1 9-27 16,-3 5-18-16,3-3-36 0,1 0-39 0,0 7-40 0,0 1-57 15,0-2-56-15,0 7-31 0,6-8-26 16,-6 8-223-16,0 0-601 0,22 10 265 0</inkml:trace>
  <inkml:trace contextRef="#ctx0" brushRef="#br0" timeOffset="113469.59">7013 7599 85 0,'0'0'250'0,"0"0"3"16,-19-9-16-16,19 9-15 0,-18-6-11 0,8 6-15 16,10 0-15-16,-21-3-20 0,6 3-11 0,7 0-16 15,-6 3-11-15,-1 0-19 0,7 0-7 0,-5 2-10 16,5-4-11-16,1 5-5 0,-6-2-7 0,4 1-7 16,1 1-9-16,5 0 2 0,-2-2-7 0,-2 2-4 15,4 1-5-15,3 2-2 0,0-9-2 0,3 10-1 16,4-4-3-16,1-4-4 0,5-1-1 0,4 3-4 15,-2-2 2-15,1-2-4 0,-2 0-2 0,7 0 2 0,1-2-1 16,-2 2-5-16,-4-3-1 0,4 1 2 16,0 0 0-16,-2 2-2 0,0 0-1 0,2 0-3 15,3-3 2-15,-8 2-2 0,0 1-1 0,0 0 0 0,-7 1-3 16,12 2 1-16,-7-3 0 0,-3 3 1 0,4-2-2 16,-6 4-4-16,0 2 4 0,5-2 0 0,-4 1-1 15,4-3-1-15,-7 3 1 0,3 1-2 16,-3 0 0-16,-2-2 2 0,1-2-1 0,0 8 3 0,-2-5-3 15,-3-6 0-15,2 7 2 0,3-4 0 0,-5-3 1 16,0 7 1-16,0-7 6 0,0 0 7 0,0 0-1 16,0 0 4-16,0 0-3 0,0 0 1 0,-22-11-4 15,19 3-1-15,-2 0 0 0,-2-2 2 0,5-2-8 16,-1-1-5-16,1-3-11 0,1-2-6 0,2-10-14 16,-1 3-19-16,5-4-23 0,2-1-15 0,10-12-18 15,-7 3-29-15,4-4-4 0,6 1-11 0,0 3 16 16,-8 11 10-16,3-3 11 0,0 6 33 0,-6-4 34 15,3 7 41-15,-2 2 23 0,-3 8 30 0,-2-4 14 0,1 7 8 16,-4 0-5-16,3 0-9 0,-4 3-7 16,3 1-11-16,-4 5 0 0,0 0-12 0,0 0 0 15,0 0-5-15,0 0 3 0,0 26-4 0,0-17-1 16,0 6-1-16,-5 0-2 0,5 6-2 0,5 9-1 0,-5-3-4 16,3 1 4-16,-1 2 0 0,3-3-3 0,0 4 0 15,0-3-1-15,1 2-1 0,4-3 1 16,-5-3-3-16,2-2 2 0,-1-2 3 0,1-2-4 0,1 0-5 15,-1-6-4-15,0 2-3 0,-6-6-2 0,6 0 2 16,-7-2-2-16,6-1 4 0,-6-5-1 0,9 0 3 16,-9 0 2-16,0 0-9 0,16-17 10 0,-12 8-2 15,4-6 4-15,-2 2 9 0,-4-6 5 0,6 4 19 16,-3-1 12-16,2 0 18 0,1-3 15 0,-8 9 18 16,4-7 13-16,1 9 15 0,1 0-10 0,-6-3-11 15,2 4 2-15,-1 2-21 0,3-2-13 0,-4 7-15 16,1-9-7-16,-1 9-8 0,0 0-8 0,0 0-11 15,0 0 4-15,14 24-1 0,-11-17-2 0,5 10-23 16,-1 1-9-16,6-2-19 0,-1 3-13 0,4 1-21 16,1 6-41-16,3-3-41 0,-2 1-54 0,8-2-65 15,-2-1-67-15,5 0-194 0,6 1-562 0,2 1 249 16</inkml:trace>
  <inkml:trace contextRef="#ctx0" brushRef="#br0" timeOffset="113938.29">4553 8773 311 0,'-26'3'300'15,"6"2"-24"-15,1-2-23 0,10 0-17 0,-1-3-5 16,10 0 3-16,0 0-10 0,0 0-18 0,77-12-20 16,11-3-16-16,53-3-18 0,18-6-14 0,-2 0-15 15,18-2-11-15,2 7-11 0,6 2-9 0,0-8-8 16,-2 15-20-16,-6-4-30 0,-8 5-36 0,-5 2-43 0,-8-1-59 15,-48 9-77-15,42-1-96 0,-47 7-210 16,3-4-527-16,-15-2 234 0</inkml:trace>
  <inkml:trace contextRef="#ctx0" brushRef="#br0" timeOffset="117916.85">9331 8583 156 0,'0'-16'325'16,"0"-1"-5"-16,-8-1-17 0,2 3-1 0,4-1-19 15,2 2-2-15,-8-3-8 0,3 9-11 0,-4-3-12 0,8 2-20 16,-4 2-20-16,-2-2-22 0,0 2-22 16,6 4-28-16,1 3-13 0,-17-3-12 0,17 3-5 15,-26 11-17-15,11 1-9 0,-3-1-10 0,3 4-9 0,-7 4-8 16,1 4-5-16,1 2-1 0,2 2 7 0,-7 4-16 16,8 10-7-16,2-14-5 0,2-3-6 0,5 3-4 15,0 1-3-15,6-2-6 0,2-2-12 0,8 2 0 16,1-2-2-16,7-5-2 0,6 2-2 0,7-3-12 15,13-2-7-15,6 1-9 0,1-9-16 0,3 5-12 16,7-9-6-16,-2-4-7 0,1 0-5 0,-2 0 0 16,7-10 7-16,-4 3 10 0,-1 1 3 0,-5-6 6 15,-2 1 7-15,-6-4 3 0,-3 3 10 0,-11-1-1 16,-6-4 7-16,1 0 8 0,-3 2 8 0,-8 2 11 16,-1-2 14-16,-6 1 19 0,3 1 0 0,-9-2 4 15,0 3 8-15,-2-1-2 0,-7-1-6 0,-1 3-6 0,1 3 3 16,-8 0-6-16,0-3 1 0,1 7-10 0,-8-2-6 15,1 3 4-15,4 6 3 0,-5-2-4 16,3 1 0-16,-6 3-4 0,3 2-3 0,-1 5-9 0,3-4-12 16,4 2-13-16,-1 2-11 0,6 2-8 0,-1-2-1 15,0 3-1-15,6-3-2 0,6-1-5 0,-4 0-1 16,6 1-4-16,-2-3-1 0,5-2-2 0,5 5 2 16,-2-5-3-16,6-3 6 0,-5-1 7 0,6-3 2 15,4 0 5-15,-5-2 7 0,5-2 3 0,1 0 8 16,-4-4-1-16,-4 0 10 0,8 4 13 0,-9-7 20 15,-1 4 12-15,2 1 10 0,-4-1 11 0,0-1 5 16,-1 1 0-16,1 2 0 0,-1-1-3 0,-6 3-7 16,4-3-8-16,-5 6-1 0,9-3-8 0,-9 3-1 0,0 0-4 15,0 0 0-15,0 0-2 0,13 9-3 16,-12-3-4-16,4-2 11 0,-3 5-13 0,5 1 3 16,-1-2-3-16,3 3-1 0,-1 1-2 0,3-1-5 0,-1 1 4 15,4-2-3-15,1-3 2 0,-1 3-9 0,1-5 6 16,2 3-3-16,-2-5 0 0,-2-2 2 0,7-1 3 15,-4-1-3-15,1-5-1 0,-2 0 3 0,0-5 2 16,0-1-4-16,0 1 0 0,-2-8 0 0,2-6 5 16,-2-1 1-16,-3-1 3 0,3-15 1 0,-5 5-1 15,-8 8 4-15,5 1-3 0,-3-17 13 0,-2 6-1 16,0 7 14-16,0 0 29 0,-2 0-11 0,-3 5 9 16,5-2 8-16,-6 6 11 0,4 4 0 0,0 0-4 15,-2 4-4-15,-3 0-1 0,7 5-4 0,-2 2-4 16,-3-1-12-16,5 3-6 0,0 0-13 0,0 6 6 15,-8-6-20-15,8 6 1 0,0 0-8 0,0 0 4 16,-17 18-7-16,11-4-2 0,1-3-10 0,3 6 2 0,-4 2-6 16,4 1-2-16,-3 6-4 0,3 1-7 15,2 0 7-15,0 1-1 0,0 2-9 0,2-3-13 16,3 1-7-16,0 1-12 0,5-1-11 0,-2-1-8 0,7-1-11 16,0 1-6-16,0-2-12 0,6-5-23 0,1-2-30 15,6 2-35-15,-3-5-45 0,3-7-36 0,3 1-34 16,1-1-178-16,1-6-523 0,3-1 233 0</inkml:trace>
  <inkml:trace contextRef="#ctx0" brushRef="#br0" timeOffset="119494.81">10965 8521 59 0,'0'-17'227'0,"0"3"1"0,-7 4 0 16,6-1-7-16,-6-3 3 0,1 7-19 0,-3 1-10 15,3-1-15-15,-4-2-10 0,-2 2-15 0,1 4-17 16,-3 0-18-16,-1 2-10 0,-3 1-7 0,2 0-8 15,-3 1-15-15,1 2-5 0,2 5-13 0,-1-4-4 16,-1 8-4-16,1-4-6 0,2 6-3 0,2-1-6 0,3 2-2 16,-3-1-3-16,6 5-6 0,2-6 2 15,4 6-5-15,-7-4 0 0,9 1-3 0,6 2-7 16,-2-3 0-16,1 3-6 0,3-7-6 0,-1 0-11 0,7-2-13 16,0 3-19-16,5-7-14 0,-4 1-11 0,7-3-1 15,5-2-3-15,-8-2 6 0,0-2 4 0,8-3 8 16,-13 0 6-16,7-2 4 0,-7 1 6 0,3-2 7 15,-3-5 16-15,1 4 21 0,-6-2 20 0,3 3 17 16,-4-3 8-16,-1 0 10 0,-3 3 6 0,-3 2-3 16,3-4 6-16,-4 7-6 0,-1-3-4 0,5-2-8 15,-3 2-7-15,-2 4-9 0,0 3-6 0,0 0-4 16,0 0-1-16,0 0-7 0,0 0 1 0,0 0 3 16,0 0-15-16,0 0-1 0,-2 22-6 0,2-13-1 15,0-1-5-15,2 2-3 0,0 2-1 0,4-1-2 16,-1 0 2-16,-3-2-2 0,4-1-7 0,-4 0 1 15,5-1 1-15,4-3 2 0,-2 3 1 0,-1-4 0 0,0-2 3 16,-8-1 4-16,20 0 0 0,-10-3-5 0,-2-4 2 16,0-1 4-16,6 1 7 0,-8 1-1 15,8-5 6-15,-3-2 9 0,-1 1 7 0,-3 3 5 0,-2-4 4 16,6-1 8-16,-4 2 0 0,-4 3-2 0,4-2-3 16,-2 4-3-16,-2 2-2 0,4-3-5 0,-7 8-4 15,0-7-7-15,0 7-5 0,5-3-4 0,-5 3 3 16,0 0-4-16,0 0 2 0,11 14 2 0,-4-6-5 15,1-1-2-15,4 6 4 0,-4 1-4 0,0-1 0 16,6-1-6-16,-5 0 2 0,10 2-4 0,-3-1 0 16,-1 1-8-16,7-5 3 0,-7 2-9 0,8-3 1 15,-5-3 0-15,0 0 2 0,2-4 1 0,-2 3 2 16,4-8-3-16,-6 1 8 0,1-3 1 0,-1-4-1 16,-6-1 2-16,3-4-1 0,-4 0 6 0,-1-2-2 15,4 1 3-15,-7-10 4 0,-2 1 2 0,-3-2 15 16,0-3-5-16,-3 3 6 0,-2-13 0 0,-2-1-4 0,-3 1 3 15,0 2-7-15,2-5 14 0,1 14 4 0,2-4 7 16,0 7-6-16,-1-2 7 0,-1 2-1 0,0-1 1 16,4 8 5-16,-2 4-6 0,2-2 5 0,-2 2-17 15,3 8 2-15,-1-1-8 0,1 1-4 0,1-3-27 16,1 10-7-16,0 0 3 0,0 0-2 0,0 0-1 16,0 0 4-16,-2 27-5 0,4-10 2 0,1 1-1 15,2 8-5-15,-2-1 2 0,1 2-13 0,2 2-4 16,1 1 3-16,-1 1-11 0,4-1-1 0,0 1-4 15,3 9 7-15,-1-11-12 0,1-1-10 0,6 6 0 16,-5-7 7-16,3-3-5 0,-2 0-8 0,6-2-5 16,-7-2 3-16,7 0 2 0,-4-8-1 0,6 3 2 15,-7-4 11-15,1-3 10 0,1-5 1 0,0 1 6 16,1-8 3-16,0 3 8 0,-2-5 4 0,3 2 9 16,-4-5 12-16,1-1 12 0,-7-2 10 0,0 4 13 15,1-3 12-15,-6 2 2 0,0-2 0 0,-5 4-4 16,2-2-2-16,-2 2-2 0,0 0-6 0,0 7-3 0,-8-13-4 15,-1 10-2-15,9 3-4 0,-21 0-2 0,6 0-1 16,0 3 0-16,-5 3-4 0,2-3 1 0,-3 3 1 16,4 0 0-16,-3 0-4 0,7 0 0 0,-2 3-2 15,3-1-3-15,1 0-2 0,6 0 0 0,-3 1 0 16,-1-6-4-16,9 1 1 0,0 3 2 0,0-7-2 16,0 0 1-16,7 8-2 0,-7-8 6 0,15 0-1 15,-2-1 3-15,0-1-2 0,4-2-2 0,-1-1 5 16,1-2-1-16,1-1 7 0,-3 4-7 0,2-2 3 15,-1 0-3-15,-1 0 6 0,0-2-4 0,0 4 5 16,-4 3 3-16,-2-1-7 0,-1-4 0 0,-1 3-2 16,-7 3-3-16,15 0-3 0,-15 0 0 0,0 0 1 15,14 7 2-15,-14-3-3 0,7 0 0 0,0 4 0 0,-4 0 2 16,2 3-4-16,2 0 3 0,-1 1 0 16,2 3-5-16,1 1-6 0,-3-8-11 0,9 5-7 15,-3-3-16-15,4-2-15 0,-1 1-26 0,2 0-16 0,4-3-11 16,-1-3-4-16,0-3 4 0,0 0 14 0,-5-3 3 15,6-2 6-15,-4 1 10 0,3-7 11 0,-5-2 9 16,-2-4 10-16,3-2 7 0,-9-1 7 0,1-7 5 16,6-1-3-16,-13-12 0 0,4 8 1 0,-10-15 12 15,5 3 2-15,0-3 2 0,-1-1 7 0,-4 0 22 16,-4 6 29-16,1-5 24 0,1 7 27 0,-1-1 12 16,2 11 13-16,4 2-2 0,2 1 6 0,-7 0 5 15,2 11 6-15,4-6-5 0,-3 9-5 0,1 1 1 16,3 1-13-16,0 3-15 0,0 1-12 0,0 2-12 15,0 5-13-15,0 0-8 0,0 0-7 0,0 0-1 16,0 0-8-16,3 20-9 0,1-5 8 0,4 4-4 16,-1 5-5-16,-1-1-5 0,9 4 0 0,-7 2-5 0,1 4 3 15,6-5-2-15,-2 10-5 0,0-8-9 0,-5 2-1 16,2-4-5-16,7 11-2 0,-12-9-4 0,1-3-6 16,6 0-1-16,-5 0 3 0,-1-4-2 0,-3-3 5 15,4-1 4-15,-2 0-1 0,-3-1 0 0,1-3 0 16,-3 0 2-16,3-8-1 0,-1 4 5 0,-2-2-1 15,2-2 7-15,-1-2 4 0,3 0 2 0,-4-5 4 16,10 0-8-16,-10 0-4 0,14-5 2 0,-5-1-1 16,2-1 1-16,3-2-1 0,-3-1-1 0,2 3 1 15,2-3-2-15,0-3-1 0,-3 4 0 0,-1-1 3 16,3 1-2-16,-1 1 1 0,-5 1 1 0,-6 1-1 16,4 3 0-16,1-4-1 0,-7 7-4 0,8-4-3 15,-8 4-4-15,5-3 13 0,-5 3-9 0,0 0 1 0,0 0 5 16,-5 18-7-16,-1-11-4 0,4 2 7 0,2-1-2 15,0 0 2-15,-5-1 1 0,5 2 7 16,5-1-5-16,-5-2-2 0,2 3 4 0,4-2 3 0,-1-2 0 16,-1 1 3-16,7 0-1 0,-3-3-15 0,6 0-23 15,2-2-30-15,-1-1-41 0,8-1-40 0,-3-3-44 16,3-5-49-16,-1 3-52 0,-1-1-165 0,6-5-493 16,-2 2 218-16</inkml:trace>
  <inkml:trace contextRef="#ctx0" brushRef="#br0" timeOffset="119666.67">12710 8105 213 0,'-15'-7'325'16,"5"4"-4"-16,-2-1-9 0,4-2-15 0,3 1-25 16,5 5-9-16,-2-9-44 0,2 9-27 0,0-8-34 15,5 1-47-15,2 3-60 0,3 3-82 0,5-2-77 0,8-4-88 16,-2 3-205-16,9 3-432 0,-2-1 192 0</inkml:trace>
  <inkml:trace contextRef="#ctx0" brushRef="#br0" timeOffset="120698.6">14204 9255 174 0,'-15'-12'360'0,"7"1"-14"0,-5 0 0 15,4 3-23-15,3-3-3 0,-1 4-7 0,6 2-12 0,1-5-42 16,0 4-24-16,1-1-27 0,11 5-18 0,-2-4-20 16,11 3-21-16,14 6-8 0,8-2-18 15,5 7-14-15,3 4-11 0,7 3-11 0,0 3-7 0,0 3-11 16,23 9-5-16,-8 1-7 0,-18-4-8 0,-2 0-5 16,-4 4-5-16,3 2-4 0,-8-4-2 0,-2 10-5 15,-4-5-6-15,-5 1 1 0,-5-1-1 0,0 2-5 16,-8-2 8-16,-8-9-20 0,-4 5 5 0,-3 2-2 15,-2 1-1-15,-6-9-2 0,-4 4-2 0,-8-5-1 16,0 3 1-16,-6-6 8 0,-2-1 0 0,-5-8 13 16,-15 6 11-16,-2-3 16 0,4-4 17 0,-7-4 9 15,1-3 12-15,-2-5 8 0,1 1 11 0,4-11 13 0,11 4 9 16,2-2 7-16,4-2 9 0,3-3-9 16,7-2 0-16,2 2 6 0,4-1-33 0,7 0-13 15,6-1-11-15,0-1-23 0,11 3-24 0,10-8-31 0,5 7-44 16,15-10-43-16,4 10-42 0,2 1-51 0,4-3-44 15,7 6-29-15,-9 2-31 0,5-1-39 0,-3 4-60 16,2-1-60-16,1 4-325 0,-3-4-823 0,-3 5 364 16</inkml:trace>
  <inkml:trace contextRef="#ctx0" brushRef="#br0" timeOffset="121604.75">15335 9141 74 0,'3'-8'336'0,"2"-1"-14"0,-2 4-14 15,4-3-22-15,-2 1-17 0,-2 4-24 0,2-5-36 0,-5 8-15 16,8-3-23-16,-8 3-17 0,0 0-14 0,17 11 0 16,-10-4-30-16,1 4-13 0,-3 3-13 15,0 1-8-15,0 5-6 0,5 7-4 0,-4 3 2 0,-1-3-13 16,-5 1-11-16,7 1-6 0,-2-1 2 0,-5-1-6 15,1 2-1-15,-1 0-10 0,2-1 2 0,1 2-5 16,1-6-1-16,1 2 5 0,-4-1-5 0,1-6-4 16,5-1 14-16,-1 1 2 0,-4-4 6 0,5-2-4 15,1 2-1-15,7-2 8 0,-10-5 1 0,10 2-7 16,-1-2 0-16,6 0-1 0,-3-4-1 0,6-4 6 16,-1 0-21-16,7 1 9 0,0-5-6 0,0 1-3 15,1-6 2-15,0 1-5 0,-4 1-3 0,1-3 0 16,1-1-7-16,0-3-10 0,-5 1-2 0,0-2-4 15,-4 2-1-15,-3 0 1 0,-1 4 1 0,0-4 2 16,-7 3-2-16,1 2 6 0,-3-3 11 0,-1 6-13 16,2-3-1-16,-4 2-3 0,2 1-4 0,0 2-1 0,-5 3 8 15,0 0-1-15,0 0-7 0,0 0 3 0,0 0-1 16,0 0 1-16,0 0 1 0,-12 20-1 16,11-11 8-16,1 1-3 0,0 1 2 0,0 3 16 0,3 0-21 15,4 0 2-15,1 2-5 0,-1-1 9 0,4-3 2 16,-1 3-2-16,5 2-2 0,-3-5-1 0,3 6-3 15,-1-7-1-15,1-1-5 0,4-1-7 0,-5-3 1 16,0 1 5-16,-4-2-5 0,3-2 2 0,0 0-2 16,-5-3 3-16,-8 0 6 0,15-9-1 0,-8 6-1 15,1-4 0-15,-8 0 5 0,7-2 2 0,-7-3 1 16,5 1-5-16,-5-8 7 0,-5 4 7 0,5 2 5 16,-2-2 3-16,-3 0 5 0,5-1 4 0,-3-1-2 0,-2 7 3 15,3-6 4-15,-3 8 7 0,5-2 4 16,-1 0 8-16,-4 1-10 0,5 1-1 0,-2 3-2 15,0-2-3-15,2 7 6 0,0 0-14 0,2-12-2 0,-2 12-1 16,7-1-1-16,-7 1-6 0,16 0-6 0,-16 0 5 16,17 12-12-16,-6-9-6 0,-2 3-1 0,5 1-5 15,0 7-4-15,1-4-4 0,-2 1 4 0,2 5 4 16,0-5-1-16,0 4-5 0,-1-2 4 0,-4 2-4 16,2-3-4-16,-2 3 0 0,1-3 2 0,-2 2 0 15,-3-5 1-15,-1 3-5 0,0-5 5 0,4 1 0 16,-8 1 7-16,4-3-1 0,-5-3 5 0,7 2 1 15,-7-5 11-15,1 3 5 0,-1-3 7 0,0 0 16 16,0 0 6-16,0 0 3 0,9-15 4 0,-9 3 6 16,6 2 12-16,-6-6 6 0,7 5 5 0,1-3 3 15,-3-4 1-15,-2-1 3 0,11 2 4 0,-4-2-1 16,1 3-1-16,2-6-13 0,1 3 2 0,1 6-5 0,-4-2-6 16,2 0-5-16,1 3-2 0,-1 0-5 0,-1 5-5 15,1-1-8-15,-7 2-1 0,4 4-6 16,0-2-6-16,-1 4-6 0,-9 0 1 0,18 8-3 0,-7-4-1 15,-2 4-12-15,1 0-17 0,-1 6-19 0,3-1-30 16,-4 6-20-16,-3 0-24 0,9 2-27 0,-8 6-38 16,1-5-46-16,-2 5-56 0,1-3-41 0,-1-4-291 15,-3 10-662-15,-2 0 293 0</inkml:trace>
  <inkml:trace contextRef="#ctx0" brushRef="#br0" timeOffset="121932.85">14596 10534 197 0,'-18'7'301'0,"-2"-4"-14"0,10-2-3 0,-1-1-4 16,3 4 8-16,1-2 18 0,7-2 18 0,0 0 18 16,0 0 0-16,43-6-28 0,17 2-29 0,26-7-29 15,13-2-25-15,53-10-25 0,4-3-16 0,3 11-20 16,-2-1-16-16,2 4-18 0,3-8-13 0,-5 1-18 16,-9 10-6-16,-39-3-11 0,38-2-13 0,-43 3-24 15,-1 3-34-15,0 0-54 0,-6-3-54 0,-12 3-50 16,-31 5-39-16,-1-3-36 0,-20 4-46 0,-4 1-60 0,-10-2-66 15,-9 6-248-15,-3-2-689 0,-5 2 305 0</inkml:trace>
  <inkml:trace contextRef="#ctx0" brushRef="#br0" timeOffset="122526.54">15206 11115 313 0,'-7'-3'307'16,"7"3"-12"-16,-3-5-14 0,3 5-16 0,0 0-13 15,-7-2-20-15,7 2-15 0,0 0-26 0,0 0-12 0,0 0-6 16,36 7-15-16,-17-4-9 0,14 6-15 15,-2 1-11-15,2 2-12 0,17 2-6 0,-2 7 2 16,5-2-11-16,-7 1-9 0,9 2-8 0,-9 4-3 0,1 1-11 16,-3 1-10-16,-4 1 4 0,-7-2-9 0,3 3-2 15,-16-4-12-15,-3-1-4 0,3 2 6 0,-12-1-2 16,0-3-10-16,-1 4-9 0,-7 0-3 0,0-4 7 16,-13 2 2-16,-2-2 7 0,-5-1 13 0,-5-2 13 15,-15-1 24-15,-1 4 8 0,-9-11 13 0,1 4 13 16,-6-8 8-16,0 1 9 0,-2-3 6 0,0-2 10 15,1-4 5-15,6-4 9 0,1-2 6 0,16-3 9 16,-1 0-2-16,5-9-1 0,7 5-6 0,1-7 0 16,6-1-4-16,6 4-13 0,6-8-11 0,6 0-16 15,12-1-8-15,13-4-21 0,9 4-15 0,3-1-18 0,9 0-28 16,4 5-44-16,7-1-39 0,-6 4-53 0,6-1-55 16,-7 7-57-16,7 2-64 0,-2 3-56 0,-7 6-52 15,-8 4-68-15,5-2-73 0,-13 4-351 0,1 5-952 16,-13 5 421-16</inkml:trace>
  <inkml:trace contextRef="#ctx0" brushRef="#br0" timeOffset="124135.75">16280 11241 166 0,'0'-6'318'0,"0"0"-8"0,0-5-12 0,0 5-12 0,0 6-18 16,0-10-15-16,0 10-23 0,0-7-17 16,0 7-24-16,0 0-20 0,0-8-22 0,0 8-19 15,0 0-17-15,0 0-12 0,0 0-10 0,0 0-8 0,-7 20-6 16,4-12-9-16,-2 6-6 0,5-4-8 0,-2 1-4 15,-3 7-6-15,5 0 4 0,-6-1-16 0,6-1 2 16,0 2-3-16,0 0-1 0,-2-1 0 0,0 0-5 16,-3 2-3-16,5-3-2 0,0-1 0 0,0-3-6 15,0 0-2-15,5 0 2 0,-5 0-4 0,2-2 9 16,0-1-14-16,-2 1 0 0,5 0-3 0,-4-1 3 16,4-4-1-16,-3 2 1 0,6-3-3 0,-3 1 1 15,2-3 1-15,-2 3 1 0,-5-5 1 0,16 4-4 16,-7-4 4-16,-9 0-5 0,16-5 11 0,-3 1-8 15,-3-1-1-15,2-1-1 0,-1-5 0 0,1 8 1 16,1-7 2-16,-4 1 11 0,2 1 4 0,2-5 7 0,-1 1 3 16,-4-3-4-16,2 3 14 0,-2-2 9 0,1 5 2 15,-3-6 7-15,-1 5-13 0,0-2 8 16,-1 3 4-16,2-2-3 0,-4 4-3 0,4-2-7 0,-6 1 2 16,4 1-5-16,-1 1-8 0,-3 6-3 0,0-7-2 15,0 7-10-15,2-7-3 0,-2 7 0 0,5-4-7 16,-5 4 1-16,0 0-5 0,0 0 1 0,0 0-2 15,5 16 3-15,-2-6-3 0,-3-3 0 0,8 3 2 16,-8 0-10-16,7 3-1 0,-1 2-1 0,8-6 5 16,-4 7 5-16,3 1-5 0,2-1-6 0,-7 1-3 15,7-5 9-15,0 3-1 0,0-3-3 0,-2 0-6 16,2-3 3-16,0 4 5 0,-2-5-5 0,0-1 8 0,-3-3-2 16,3-4 3-16,-3 0-4 0,4 0 7 15,-4-4 0-15,3-1 7 0,-2-2-8 0,-1 0 7 16,-1-2 3-16,-1-3 4 0,2-2 2 0,-2 1 0 0,2-4-2 15,-3-7 5-15,-6 8 1 0,-1-3-5 0,7-1 1 16,-7-1-6-16,-3 1 4 0,3-1-5 0,-4 2 3 16,3 0 1-16,-4 0-4 0,3 4-3 0,0-2 3 15,-3 6-26-15,2 2-28 0,0-2-43 0,3 4-42 16,-2-2-52-16,-5 6-49 0,7 3-37 0,0 0-46 16,-9 0-53-16,9 0-195 0,-9 12-608 0,6-3 268 15</inkml:trace>
  <inkml:trace contextRef="#ctx0" brushRef="#br0" timeOffset="127901">23243 7650 292 0,'3'-17'329'0,"-3"1"-3"0,0 1-20 15,0-3-11-15,-3 3-13 0,1-3-6 0,-3 8-8 16,0-9-6-16,-3 4-32 0,0 2-13 0,1-2-18 16,-1 3-21-16,0 0-23 0,-1 5-20 0,-4 0-1 15,0 6-29-15,-4 1-12 0,-4 1-3 0,-1 6-26 16,-6 0-1-16,-2 14-1 0,6-3-5 0,-5 1-11 0,0 9-5 16,4-5-2-16,-2 9-7 0,6-5-6 15,6-5-8-15,7 5-4 0,-6 2-17 0,6 1 4 16,0-3-5-16,9 0-4 0,-1 0-2 0,0-1-1 0,7-7 2 15,1-1-1-15,6-1-3 0,-6-2-3 0,5-2 3 16,4 0-1-16,-1-7 6 0,4 1 0 0,2-2 6 16,-3-5-8-16,0 0 2 0,4-3 5 0,-2-4-6 15,1-1 7-15,-1-4 0 0,-6 0-2 0,8-4 4 16,-1-3-6-16,-7 3 4 0,0-4-4 0,0-2 12 16,-4 7-5-16,-1-4 9 0,-3 2-5 0,1 1 9 15,0 1 12-15,-3 1 6 0,-5 2 4 0,2 0-7 16,3 8 0-16,-2-2-8 0,-3-3 1 0,4 4-8 15,-4 5-15-15,1-5-15 0,-1 5-6 0,0 0 3 16,0 0 1-16,0 0-5 0,7 22 7 0,-7-15-6 16,0 8 1-16,2-3-12 0,1 5 7 0,-2 0-1 15,1-1-4-15,5-4-1 0,-6 6-5 0,4-3 4 0,2 2 2 16,-5-9 13-16,6 3-15 0,-8-2 5 16,5-2 0-16,2 1 6 0,-4-2 1 0,-2-1 7 15,6-4-1-15,-7-1 5 0,0 0 2 0,15-6-4 0,-10 0 6 16,2-2-3-16,-1 0 2 0,-2-6 3 0,4 1 1 15,-2-6-1-15,3 3 1 0,-3-2 3 0,3 1 12 16,-3-2-2-16,1-4 11 0,-1 8 3 0,4-1 16 16,-5 1 2-16,0 0 1 0,2 2-4 0,-4-3-4 15,-1 6 1-15,5 2 4 0,-3-1-8 0,-2 2-1 16,6 3-9-16,-1-3-4 0,-7 3-1 0,8 1-8 16,2 1 0-16,-10 2 18 0,18 2-24 0,-4 4-4 15,-4-3 1-15,3 3 4 0,2 1-7 0,0 3-9 16,0 2 7-16,-1-2-4 0,1 4 2 0,0-1-3 15,-2-3-10-15,1 6 9 0,-4-8-8 0,3 7-4 16,-6-6 7-16,-3 1-5 0,5 0 1 0,-6-1-6 16,-1-1 2-16,1 2 7 0,-1-3 0 0,-2 0 2 0,0 0-2 15,-5-1 1-15,1 0 6 0,-2-2 3 0,-1 3-1 16,1-3 2-16,1-1 1 0,-7-2-2 0,7 4 4 16,-5-2 7-16,10-3-7 0,-15 3 2 0,15-3-2 15,-8 0 7-15,8 0-1 0,0 0 10 0,0 0-6 16,0 0-2-16,-20-3 2 0,20 3-6 0,0-8-9 15,0 8 0-15,0 0-8 0,5-10 4 0,-5 10-11 16,8-9-2-16,-4 5-6 0,6-3-8 0,-5 2-4 16,1-2-9-16,2 4-8 0,-1-1-8 0,1-1-9 15,2 1-8-15,-1-2-6 0,0 0-7 0,3 0-12 16,-4 3-11-16,2-6-9 0,-1 1-8 0,0 5-9 16,0-2-3-16,1-2-7 0,0 0 1 0,-2 0 0 15,-2 2 7-15,3 0 12 0,-4-2 14 0,1-1 8 0,1 6 17 16,0-3 8-16,-7-3 8 0,6 6 13 0,-6 2 14 15,10-7 14-15,-10 7 11 0,0-4 19 16,0 4 18-16,0 0 14 0,0 0 8 0,0 0 6 0,0 0 19 16,12-6 6-16,-12 6-3 0,0 0 13 0,3-2-5 15,-3 2-6-15,0 0 3 0,0 0-1 0,5-6 0 16,-5 6-1-16,0 0-6 0,2-4-10 0,-2 4-1 16,5-5-1-16,-5 5 3 0,0 0 3 0,1-5 2 15,-1 5-5-15,4-8-1 0,-4 8-2 0,5-6-7 16,-5 6 8-16,0 0 1 0,5-3 5 0,-5 3-6 15,1-8-3-15,-1 8-6 0,5-7-1 0,-5 7-5 16,2-6-4-16,-2 6 1 0,1-7-4 0,4 0-4 16,-3 2 0-16,-2 5-1 0,7-7-4 0,-1 3 0 15,-6 4-1-15,9-8-2 0,-9 4-1 0,5 0-1 16,-5 4-3-16,6-8 4 0,-6 8-1 0,0 0 4 16,5-4 5-16,-5 4 1 0,0 0 0 0,5-4-2 0,-5 4 0 15,0 0-2-15,0-6-3 0,0 6 1 0,0 0-3 16,0 0-2-16,0 0-2 0,0 0 5 15,0 0-5-15,0 0-4 0,0 0-1 0,0 0 0 0,0 0 3 16,0 0-5-16,0 0 3 0,12 11 1 0,-12-11-4 16,5 6 6-16,0-1-5 0,1-1 1 0,-4 0 1 15,5 3 5-15,-1 0-5 0,-3-1 2 0,4 1-2 16,0 4-1-16,-2 1-4 0,1-1 5 0,3 2 1 16,-3 1 0-16,-1-4-3 0,-2 5 1 0,1 0-4 15,-1-3 4-15,0 3-1 0,1 0 1 0,-3-3-1 16,-1-1 3-16,0 1-2 0,-1-4 1 0,1 4 0 15,-5-4-6-15,3 3 6 0,-1-4 3 0,-1-1 0 16,-2-3 0-16,1 1-1 0,-2 3 9 0,2-4 10 0,-5 1 5 16,5-3 3-16,5-1-3 0,-16 0 4 15,16 0-4-15,0 0 3 0,-13-1 4 0,13 1-5 16,-12-4-4-16,12 4-9 0,-5-7-11 0,5 7-14 0,2-7-28 16,-2 7-42-16,5-9-38 0,1 3-41 0,6-2-40 15,-2 3-34-15,5-3-193 0,0-3-462 0,1 4 204 16</inkml:trace>
  <inkml:trace contextRef="#ctx0" brushRef="#br0" timeOffset="128322.83">24259 7563 50 0,'-6'-7'223'0,"6"0"-4"0,-7 2-3 0,5-2-7 16,-3 3-5-16,5 4-11 0,-1-11-19 0,-1 7-12 15,2 4-21-15,0 0-15 0,-7-3-16 0,7 3-11 16,0 0-10-16,0 0-7 0,0 0-9 0,-13 9-8 15,13-9-9-15,-1 12-1 0,-3-4-7 0,4 0-3 16,0 3-8-16,0 1 0 0,0 3-6 0,5-2-1 0,-5 6 0 16,7-6-3-16,-1 5-2 0,1-3-5 15,1 3 1-15,1-5-8 0,-3 3-1 0,3-5-2 16,-1 1-3-16,-5-3-1 0,5-1-3 0,1-2-4 0,-1 0-1 16,0-3 4-16,-1-3 0 0,-7 0-1 0,21-1 2 15,-14-3-3-15,1-3 2 0,-1 3-2 0,3-4 9 16,-4-3-5-16,1-1 4 0,3 4 6 0,-2-11 10 15,-3 9 13-15,2-8 11 0,-1 3 15 0,1 0-6 16,-5 2 12-16,6-1 4 0,-5 2 11 0,1 3-4 16,-3-3-1-16,4 3 6 0,-3 1-12 0,1-1-1 15,-3 2-4-15,4 3-12 0,-4 4-1 0,0-11-25 16,0 11-21-16,0-3-14 0,0 3-7 0,0 0-9 16,0 0-6-16,0 0-3 0,4 18-19 0,0-11-10 15,-4 4-15-15,6-2-14 0,1 6-16 0,-4-4-23 16,-1-3-21-16,5 4-22 0,-2-3-26 0,4-1-10 15,-4-1-22-15,5 3-190 0,0-3-454 0,-1-1 201 16</inkml:trace>
  <inkml:trace contextRef="#ctx0" brushRef="#br0" timeOffset="128963.39">24709 7571 123 0,'0'-8'207'0,"2"1"20"0,-2-1 13 0,3 2 2 15,-1 0-16-15,3 0-5 0,-5 6-12 0,5-8-21 16,-5 8-16-16,0-7-18 0,0 7-16 0,0-6-19 15,0 6-18-15,0 0-8 0,0 0-8 0,0 0-9 16,0 0-11-16,5 15-6 0,-3-9-10 0,3 5-3 16,-2-4-11-16,2 2-6 0,0 5-2 0,-2-4-9 15,2 4-8-15,2-4-10 0,3 2-6 0,-2 1-12 16,-1-5-5-16,1 3-3 0,0-6 0 0,-1 3 1 16,6-3 2-16,-3-3 4 0,-4 1 2 0,8-1 4 15,-14-2 3-15,0 0 2 0,15-5 2 0,-9 3 8 16,-6 2 12-16,9-8 9 0,-9-1 9 0,6 0 6 15,-4 3 5-15,4-3 5 0,-6 1 7 0,5-2-3 16,-3 1 10-16,-2 0-2 0,0 3-5 0,2-2-1 0,6 1-6 16,-8 2-6-16,3 1-3 0,-3 4-5 15,0-9-5-15,0 9-6 0,2-6-7 0,-2 6-14 16,0 0-10-16,0 0-1 0,0 0 1 0,7-3-11 0,-7 3 1 16,0 0-4-16,0 0-1 0,14 10 0 0,-7-5-7 15,-7-5-3-15,8 6 1 0,-1-1-1 16,-7-5-2-16,8 4 2 0,-3-1-1 0,-5-3 6 0,8 4 3 15,-8-4 4-15,12 2 0 0,-10 1 3 0,-2-3 4 16,0 0-1-16,0 0 2 0,0 0 7 0,15 0-4 16,-15 0 1-16,0 0 1 0,0 0-1 0,0 0 0 15,0 0 0-15,11-3-11 0,-11 3-8 0,12 3-3 16,-12-3-5-16,10 3-5 0,-2-2-2 0,4 1-2 16,-2-1-5-16,1 3-1 0,4-3-5 0,-2 1 5 15,5-1 7-15,2 2 3 0,-1-3 5 0,2-3 6 16,1 2 0-16,-1-1 0 0,2-3 4 0,-3 4 4 15,-3-5 2-15,4 0 3 0,-6-1 9 0,7-1 18 0,-8-3 8 16,0 3 11-16,-4 0 12 0,3-4 8 16,-5 1 9-16,-1 0 10 0,-6 0 7 0,4 0 8 15,-1 2-2-15,-4-3 2 0,0 5-6 0,-5-1-6 0,1-2-2 16,1 3-11-16,-2 2-6 0,-1 0-9 0,-3 0-3 16,1 3-5-16,0-6-6 0,-1 7-3 0,9 1-1 15,0 0-6-15,-24 11-2 0,14-4 0 0,3-1-2 16,-1 3-4-16,1 3 6 0,1-2-4 0,4 10-1 15,2-5-9-15,0 7-12 0,2-5-18 0,4 2-27 16,6 1-41-16,3 1-33 0,8 0-74 0,15 3-91 16,2-5-177-16,3 4-508 0,0-6 225 0</inkml:trace>
  <inkml:trace contextRef="#ctx0" brushRef="#br0" timeOffset="129494.59">27033 6968 95 0,'0'-21'356'0,"-5"3"19"0,10 2 18 16,-5-3 8-16,2 7-6 0,-2-3-4 15,0 4 13-15,0-1-16 0,0 0-17 0,0 5-23 16,3-1-20-16,-3 3-32 0,0-2-29 0,0 7-32 0,0-7-24 16,5 4-30-16,-5 3-23 0,0 0-16 0,0 0-15 15,7 15-14-15,-2-1 0 0,-2 2-23 0,10 11-9 16,-4 0-7-16,-1 4-8 0,3 10-3 0,-1-1-10 15,2-1-20-15,0 4-7 0,1-5-20 0,-3 3-20 16,6 0-17-16,-4-3-23 0,-4-7-17 0,4 8-31 16,-1-11-34-16,-4-1-33 0,6-5-31 0,0 4-20 15,-4-11-21-15,-1 3-34 0,-1-6-38 0,4 0-44 16,-1-6-36-16,-2-5-275 0,-1-1-722 0,8 0 319 16</inkml:trace>
  <inkml:trace contextRef="#ctx0" brushRef="#br0" timeOffset="129853.93">27669 7033 139 0,'0'0'224'0,"1"-6"-26"0,-1 6-16 16,0 0-24-16,0 0-9 0,0 0-5 0,0 0-4 0,0 0-9 16,-26 15-12-16,16-7-11 0,2-1 3 0,-7 4-10 15,7-2-4-15,-9 3-12 0,2 0-7 0,0 2-8 16,-3-6-3-16,3 3-1 0,0 4 5 0,-1-4-2 15,-1-4-7-15,2 5-3 0,-5-4 2 0,7 1-2 16,-2-1-2-16,4-4 4 0,-1 2-2 0,5-4 5 16,1 3-1-16,-4-2 11 0,5 1 8 0,5-4 15 15,-10 3 7-15,10-3 9 0,-12 4 7 0,12-4 3 16,-1 5 0-16,1-5-10 0,0 0-5 0,0 0-11 16,0 0-11-16,13 3-11 0,-3 0-11 0,2 1-2 15,-3 0-8-15,5-3-7 0,2 6-3 0,2-2-8 16,-1 3-2-16,3 1 7 0,1 0-29 0,4-1-25 15,0 0-25-15,0 6-7 0,-7-6-39 0,5 5-25 16,-1-6-30-16,1 4-38 0,-6-2-49 0,1 3-51 0,-3-3-48 16,4-6-230-16,-2 4-601 0,3 5 266 15</inkml:trace>
  <inkml:trace contextRef="#ctx0" brushRef="#br0" timeOffset="130088.28">27987 7068 185 0,'0'-6'385'16,"0"6"5"-16,0 0-2 0,0 0-8 0,0-8-26 16,0 8-28-16,0 0-31 0,13-9-31 0,-7 6-24 15,3-1-25-15,-1 1-18 0,7 1-20 0,0-2-17 16,5 1-20-16,1-1-13 0,1 0-19 0,-1 3-27 15,2-1-45-15,-1 1-40 0,-1-2-43 0,1 2-48 0,-2 1-34 16,1-2-51-16,-2 4-59 0,-1-1-56 16,-3-1-282-16,0 3-625 0,-2 0 278 0</inkml:trace>
  <inkml:trace contextRef="#ctx0" brushRef="#br0" timeOffset="130291.38">28164 7215 107 0,'0'0'338'16,"0"0"5"-16,-9 1-4 0,9-1-19 0,0 0-22 16,0 0-27-16,0 0-19 0,0 0-28 0,30-8-22 15,-17 6-19-15,1 0-15 0,7-2-19 0,6 4-15 16,-7-3-22-16,9-2-34 0,-2 2-40 0,4 3-44 16,-1-1-50-16,0 1-65 0,0 0-77 0,14-3-63 15,-12 0-225-15,-4 2-526 0,2-1 233 0</inkml:trace>
  <inkml:trace contextRef="#ctx0" brushRef="#br0" timeOffset="130666.34">28809 6726 253 0,'-6'-5'308'0,"6"5"-10"15,0 0-9-15,-10-1-10 0,10 1-14 0,0 0-18 16,0 0-21-16,0 0-2 0,0 0-19 0,0 0-9 16,0 0-26-16,23 19-6 0,-8-11-25 0,0 0-1 15,-2-1-12-15,3 5-18 0,-1-3-7 0,-1 5-7 16,2-1-12-16,6 6-13 0,-6-5-1 0,-1-1-18 16,-5 2 1-16,2 0-7 0,-4 5-6 0,2-5-5 15,-7 3-4-15,5-1 0 0,-8-1-6 0,0 0 1 16,-1 2-4-16,-6-2 4 0,4 0 8 0,-7-1-15 15,-2 0 8-15,1-2-2 0,1-2 7 0,-2 1-6 0,1-1-2 16,1-3 14-16,1 0-9 0,3-4-1 16,2 4 5-16,0-2 8 0,-3-3 13 0,7-3 22 15,0 0 18-15,-3 1 16 0,3-1 2 0,0 0-10 0,0 0-12 16,21 8-7-16,-3-9-11 0,5 2-13 0,6 0-21 16,-1-1-33-16,3 0-30 0,19-1-75 0,-5 0-62 15,6 2-72-15,5 0-105 0,-1-2-107 0,3-2-269 16,1 0-776-16,1 0 343 0</inkml:trace>
  <inkml:trace contextRef="#ctx0" brushRef="#br0" timeOffset="132384.92">27518 8598 214 0,'0'0'292'0,"0"0"-16"16,0 0-5-16,-11 0-7 0,11 0-5 0,0 0 2 15,0 0 8-15,0 0 5 0,0 0 15 0,-10-3-10 16,10 3-4-16,0 0 7 0,0 0-6 0,0 0-15 16,0 0-25-16,5-13-21 0,-5 13-19 0,10-11-19 15,-4 3-19-15,-1 1-16 0,2-1-12 0,1-4-15 16,-3 4-9-16,5-4-10 0,3-2-10 0,-5-1 5 15,6 2-9-15,1 1-6 0,-7-3-8 0,-1 3-9 16,4-2-2-16,-6 6-9 0,5-1-6 0,-3 2-4 16,-2 1 1-16,1 0-10 0,1 0-6 0,-6 1-2 15,-1 5-10-15,7-4-6 0,-7 4-21 0,7-1-5 16,-7 1-4-16,8 8 2 0,-1 0 0 0,1 6 0 0,3-1 11 16,-2 3-6-16,-1 9 1 0,4 2-1 0,-2 1 6 15,-2 3 0-15,5 7 1 0,-10-10 0 16,11 13 3-16,-6 0-1 0,2-1 3 0,-5 1 1 0,5-11 0 15,-7 2-12-15,2 0 0 0,2 5 1 0,-4-5 1 16,2-2 1-16,-3 3 2 0,-1-6 4 0,-1 0-2 16,-1 0 3-16,1-8-2 0,0 1 2 0,-2-2 1 15,-3 1 3-15,3-5 5 0,-3-4 0 0,2 7 2 16,-2-8 7-16,2-1 9 0,-2-1 13 0,3 2 23 16,-3-6 19-16,2 1 26 0,0 1 14 0,3-5 19 15,-12 4 10-15,0-4 3 0,12 0 11 0,-16-9-6 16,4 3 2-16,1-1-4 0,-3-5-8 0,1 0-4 0,0-5 2 15,5 4-18-15,-7-5-7 0,1 2-13 16,6-7-100-16,0-1-2 0,3-3 0 0,0 1 0 16,2-2 0-16,6-5 0 0,2-9 0 0,0 12 0 0,10-9 0 15,0-2-94-15,6 6-116 0,-6 8-50 0,13-9-45 16,-3 3-72-16,5 5-45 0,-7 6-59 0,10-11-42 16,-11 14-398-16,4 1-996 0,-6-1 442 0</inkml:trace>
  <inkml:trace contextRef="#ctx0" brushRef="#br0" timeOffset="132619.26">27949 8032 220 0,'-4'-4'381'0,"1"-2"-9"0,3 6-8 16,-7-8-12-16,7 8-8 0,-3-4-20 0,3 4-7 0,0 0-19 15,0 0-21-15,-5-8-26 0,5 8-26 0,0 0-21 16,0 0-21-16,-10-4-24 0,10 4-40 16,0 0-41-16,0 0-64 0,0 0-56 0,0 0-51 0,0 0-41 15,0 0-38-15,0 0-62 0,0 0-69 0,17 23-281 16,-9-19-633-16,-1 5 279 0</inkml:trace>
  <inkml:trace contextRef="#ctx0" brushRef="#br0" timeOffset="132869.25">28299 8299 347 0,'0'0'385'0,"0"0"-14"0,15-11 6 16,-5 6-52-16,-1 2-19 0,4-5-26 0,2 1-32 0,0-1-24 15,6 4-19-15,4-7-5 0,3 4-38 0,-5 1-17 16,5 0-19-16,4 1-1 0,-4 0-41 16,0 3-38-16,2-1-47 0,0 1-43 0,-9-1-49 0,2 6-54 15,-3 2-49-15,-3-3-52 0,4 3-60 0,-7-1-179 16,-1 3-527-16,-5-1 233 0</inkml:trace>
  <inkml:trace contextRef="#ctx0" brushRef="#br0" timeOffset="133057.1">28498 8520 70 0,'-5'1'346'0,"5"-1"2"0,0 0-7 15,0 0-25-15,0 0-22 0,0 0-36 0,0 0-18 0,20-12-24 16,-3 7-26-16,-1-2-11 0,4 0-18 16,11-2-18-16,-1 8-17 0,-2-5-15 0,2-2-41 15,0-3-41-15,0 7-46 0,-1 0-59 0,0-1-74 16,0-2-82-16,1 0-263 0,-3 5-534 0,-1-3 236 0</inkml:trace>
  <inkml:trace contextRef="#ctx0" brushRef="#br0" timeOffset="133426.68">29061 8110 301 0,'0'0'346'0,"-13"-4"-6"16,13 4-7-16,-9-1-16 0,9 1-18 0,-6-3-8 16,6 3-22-16,0 0-15 0,0 0-16 0,0 0-19 15,0 0-9-15,0 0-29 0,0 0-16 0,0 0-13 16,15 12-16-16,-2-4-17 0,2 0-10 0,5 3-8 16,-4-1-9-16,6 3-13 0,1-1-15 0,-2 8 5 15,-4-8-11-15,4 6-8 0,-1 1-8 0,-6-2-3 16,0 2-5-16,-5-1-2 0,-1-1-4 0,0 2-5 15,-4-2-7-15,-3 3 4 0,-2-3-6 0,-3 0 2 16,4-2-5-16,-6 3 2 0,2-4 0 0,-2 0 4 16,-1-1 6-16,0-3-4 0,4-3 9 0,-2 0 9 0,0 3 8 15,2-8 10-15,1 3 17 0,2-5 22 16,-5 10 23-16,5-10 19 0,-1 5 15 0,1-5 8 16,0 0-5-16,10 5-20 0,-10-5-11 0,29-2-17 0,-7-1-9 15,13 2-11-15,11-2-13 0,4 0-16 0,4 2-15 16,3-3-52-16,2 1-57 0,-1 2-73 0,26-5-94 15,-26 1-81-15,28 4-99 0,-4-3-149 0,4-3-300 16,-2-3-934-16,-3-3 413 0</inkml:trace>
  <inkml:trace contextRef="#ctx0" brushRef="#br0" timeOffset="137768.28">27265 9082 263 0,'0'0'336'0,"8"-20"-18"15,2 9-19-15,7 2-15 0,-1-3-22 0,12-3-20 16,4 4-15-16,18-7-29 0,1-1 3 0,10 7-19 16,20-8-21-16,14 4-6 0,-6 3-19 0,5 0 14 15,4 4-22-15,3-1-2 0,0 4-2 0,-4-9-11 16,-1 7-9-16,2 4-9 0,-4-3-5 0,2-4-10 0,-8 3-12 15,2 1-4-15,-4-2-2 0,-4-2-14 16,-22 6 0-16,3-5 0 0,-5-2-6 0,-4 3-17 16,-4 2 9-16,-4-5-2 0,-3-3-11 0,-13 6-15 0,0-5-26 15,-2 4-17-15,-8 0-23 0,-2 2-25 0,-3-1-28 16,-3 0-41-16,-6 1-47 0,-1 1-43 0,-5-2-39 16,-5-2-32-16,-5 4-229 0,-4-2-588 0,-5 1 260 15</inkml:trace>
  <inkml:trace contextRef="#ctx0" brushRef="#br0" timeOffset="138096.38">27541 8597 219 0,'0'0'338'0,"-13"-2"3"0,7-3 8 0,6 5 7 16,-9-4 6-16,9 4-7 0,-1-8-8 0,1 8-24 0,6-8-27 15,-1 1-28-15,10 0-24 0,13-8-28 0,7 3-19 16,15-5-22-16,6 1-19 0,38 0-16 0,2 3-14 16,10 1-15-16,43 0-10 0,-45 0-17 0,1 5 0 15,40-4-10-15,-47 2-8 0,0 2-5 0,3-2-7 16,0 0-3-16,-4 0-7 0,-7 3-3 0,-4-1-6 15,-22 0-9-15,-4 0-10 0,-6-2-19 0,4-5-20 16,-6 9-18-16,-9 0-39 0,-10-4-33 0,0 3-22 16,-8 0-32-16,-5 0-25 0,-4 4-45 0,-1 1-46 15,-7-3-49-15,-1 0-54 0,-7 4-225 0,0 0-662 16,0 0 294-16</inkml:trace>
  <inkml:trace contextRef="#ctx0" brushRef="#br0" timeOffset="165570.4">28053 9915 208 0,'6'-8'303'0,"-6"4"-6"0,5-4-7 0,-1 4-9 15,-4 4-2-15,0-11-21 0,0 7 0 0,0 4-15 16,0-10-11-16,0 10-14 0,0-13-6 0,0 13-9 15,0-4-28-15,-9-1-12 0,9 5-24 0,-8-3-14 16,8 3-9-16,-28 0-8 0,11 2-15 0,-2-1-9 16,-3 4-8-16,-4 2-10 0,-1 4-8 0,2 1-4 15,-3 0-7-15,2 3-3 0,4 0-8 0,-3 1 4 16,2-4-12-16,2 8-3 0,6-6-1 0,2 2-5 16,-2-1 0-16,1 0 5 0,6 0-9 0,1-3 3 15,6-2-5-15,-2 4 2 0,3-5 8 0,3 0 4 0,3 1-1 16,1-2 0-16,10-1-3 0,-2-2 2 0,1-1 1 15,9-2 2-15,1-2-9 0,4-3-1 16,-2-3-5-16,0 0 13 0,2-3-12 0,0-3 0 0,-7-2 3 16,5-4 5-16,-3 2 8 0,2-5 8 0,1-12-1 15,-5-2-1-15,-3 11 1 0,-2-13 0 0,-5 12 8 16,2-2 5-16,-7-5 12 0,1 3 9 0,1-2 12 16,-7 3 3-16,4 1-7 0,-2-2 4 0,-4 8 2 15,1 1 8-15,-2 1 0 0,3 1 0 0,-1 5-6 16,-4-4-2-16,2 8-2 0,0-3-6 0,0 3-5 15,2 3-6-15,-2-2-12 0,0 3-4 0,0 5-12 16,-5-11-1-16,5 11-13 0,3-9-17 0,-3 9-19 0,0 0-5 16,0 0 2-16,0 0 3 0,0 0-1 0,-3 28-1 15,3-16 2-15,0 3 2 0,0 0 6 16,3 5-7-16,-3 6 2 0,2-1 0 0,-1-1 2 0,1 5-7 16,3-2 0-16,-2-2-3 0,4 2-9 0,3 2-15 15,-5-4-20-15,5 1-16 0,-2-6-22 0,0 0-28 16,6 6-25-16,-3-8-28 0,4-5-20 0,0-2-36 15,7 5-29-15,-1-5-33 0,9-1-48 0,-2-8-38 16,0 2-348-16,-6-3-792 0,7 1 350 0</inkml:trace>
  <inkml:trace contextRef="#ctx0" brushRef="#br0" timeOffset="165789.24">28786 9690 254 0,'0'-8'349'0,"0"8"2"0,0 0-4 0,0-7-7 0,0 7-11 16,0 0-5-16,0-8-20 0,0 8-14 0,0 0-25 16,2-4-26-16,3-1-22 0,-5 5-23 0,15 0-19 15,-15 0-17-15,24 2-18 0,-9-4-30 0,5 4-31 16,0 1-39-16,7-1-53 0,1-2-42 0,0 2-43 16,2 1-49-16,-12 2-58 0,3-5-67 0,7 0-65 15,-11 0-226-15,5 0-611 0,-8 0 271 0</inkml:trace>
  <inkml:trace contextRef="#ctx0" brushRef="#br0" timeOffset="165945.47">28940 9849 257 0,'-8'4'252'0,"-2"3"-4"0,3-3-4 16,7-4-3-16,-8 3-2 0,5-2 3 0,3-1 0 15,0 0-3-15,0 0-22 0,11 8-7 16,-11-8-30-16,27 2-10 0,-7-4-22 0,1-3-8 0,6 2-39 15,2 1-37-15,-1 3-48 0,2-7-50 0,2 1-76 16,-4 0-93-16,0-5-84 0,2 0-183 0,-2 1-508 16,-3-3 225-16</inkml:trace>
  <inkml:trace contextRef="#ctx0" brushRef="#br0" timeOffset="166351.68">29428 9609 129 0,'0'0'377'0,"0"0"-3"0,0 0-7 0,-1-6-9 16,1 6-13-16,0 0-24 0,1-9-20 0,-1 9-30 0,0 0-27 16,0 0-25-16,14 0-23 0,-14 0-21 0,0 0-15 15,16 3-16-15,-16-3-20 0,15 6-9 0,-7-1-17 16,4-2-10-16,-2 2-9 0,-4 5-9 0,8-5-10 15,-6 4-7-15,7 2-6 0,-10 1-3 0,3 0-10 16,-1 2-1-16,-1 2-3 0,-1-4-3 0,-3 6-1 16,-2-3-5-16,0-3-7 0,-2-3 6 0,-1 9 6 15,-2-3-7-15,-2 2 6 0,2-1 13 0,-5-2-3 16,4-1 11-16,1-2 13 0,-5 1-1 0,7-4 13 16,-4 3 5-16,5-3 7 0,-3-3 8 0,4 1 9 15,-1 1 15-15,2-7 12 0,-3 7 18 0,6-1 2 16,-3-6-1-16,10 3-4 0,3-3-18 0,5-3-11 0,16 3-6 15,-1-3-15-15,18 0-11 0,-6-3-8 16,11 3-25-16,-3-8-51 0,3 2-70 0,0-10-100 16,26-4-126-16,-26 11-113 0,25-19-140 0,0 10-389 0,-21 6-1017 15,-2-6 451-15</inkml:trace>
  <inkml:trace contextRef="#ctx0" brushRef="#br0" timeOffset="174225.96">17339 11551 185 0,'3'-4'399'0,"-3"4"5"0,4-11 15 16,-4 11-8-16,0 0-22 0,3-5-24 0,-3 5-18 0,0 0-3 15,0 0-9-15,0 0-9 0,0 0-10 0,0 0-14 16,-3 22-13-16,3-8-12 0,0-2-12 0,0 6-12 16,-4-2-17-16,3 5-18 0,1-2-19 0,-4 7-18 15,1-2-23-15,3 2-13 0,-8-6-13 0,8 6-14 16,-2-1-18-16,2 0-5 0,-2-6-11 0,-2 1-3 15,4-4-15-15,4 0-10 0,-4 1-25 0,4 1-35 16,-4-7-37-16,5-1-40 0,-2-3-38 0,0 3-53 16,1-6-66-16,7-1-69 0,-2 0-63 0,4 0-67 15,3-9-70-15,-6 0-368 0,5 2-949 0,0-8 420 16</inkml:trace>
  <inkml:trace contextRef="#ctx0" brushRef="#br0" timeOffset="175147.74">17973 10172 397 0,'0'0'398'0,"0"0"-13"0,-7-13-3 16,7 13-8-16,0 0-28 0,0 0-13 0,0 0-17 15,7-4-23-15,-7 4-23 0,0 0-28 0,0 0-25 16,7-5-20-16,-1 2-22 0,2 1-19 0,9-3-11 16,1 0-16-16,2 2-16 0,3-1-22 0,10-1-7 15,-4 1-23-15,2-2-45 0,0 1-40 0,6-2-41 16,-9 2-37-16,2 0-30 0,-2 2-45 0,-5-2-37 16,-1 5-34-16,-3-2-36 0,-7 4-22 0,0-4-34 0,-4 5-198 15,-8-3-584-15,7 5 259 0</inkml:trace>
  <inkml:trace contextRef="#ctx0" brushRef="#br0" timeOffset="175303.98">18157 10328 65 0,'-4'8'222'0,"-1"-3"5"0,-1 2 2 0,4-2 3 16,-1 0 1-16,3-5-6 0,0 0-22 0,6 5-18 16,-6-5-18-16,15-3-17 0,-15 3-14 0,28-2-13 15,-8-3-18-15,7 2-30 0,-2-3-64 0,-1-2-79 16,11 1-86-16,-3-1-247 0,-3 0-432 0,6 0 193 15</inkml:trace>
  <inkml:trace contextRef="#ctx0" brushRef="#br0" timeOffset="175600.82">18945 10243 70 0,'0'0'432'0,"0"0"-7"16,-14 0-19-16,14 0-41 0,0 0-33 0,0 0-31 15,30-10-25-15,0 1-26 0,5 5-24 0,18-1-21 16,5-1-22-16,24-4-17 0,13 4-9 0,1-1-24 0,5 2-11 16,3-3-14-16,43 0-5 0,-1 10-13 0,-47-4-11 15,9-1-11-15,-2 3-7 0,-5-3-7 16,1-2-3-16,-6 3-3 0,-1-7-4 0,-6 1-11 0,-24 4-1 15,-8-4-2-15,-2 3-15 0,-4-3-19 0,-3-1-24 16,-15 8-39-16,-6-6-38 0,-6 5-34 0,-2 0-34 16,-6 1-47-16,-3-4-52 0,1 5-59 0,-11 0-257 15,12-2-637-15,-12 2 282 0</inkml:trace>
  <inkml:trace contextRef="#ctx0" brushRef="#br0" timeOffset="176493.38">14585 12937 182 0,'0'0'372'0,"-8"-4"5"0,8 4-30 0,-7-6-15 15,7 6-16-15,2-9-35 0,-2 9-7 0,19-11-13 0,-2 7-3 16,3-4-27-16,10 7-14 0,1-1-18 0,4 1-11 16,13 1-11-16,-13 0-19 0,9 4-13 0,1 1-16 15,0 2-12-15,3 4-15 0,-7 1-6 0,9 0-11 16,-4 6-11-16,4-2-6 0,-6 7-11 0,-2-2-2 15,-6-2-6-15,-3 7-5 0,2 1-5 0,-12-6-5 16,-3 3 1-16,-2-3-10 0,-3 3-3 0,-2 0-2 16,1 2 0-16,-6-3-2 0,-6-1-3 0,1-3 2 15,-6-1-2-15,-4 1 3 0,-1 6 9 0,-7-8 2 16,3-2 11-16,-9 2 20 0,-6-2 16 0,-3-3 14 16,-16 6 17-16,1-6 8 0,-3-8 3 0,2 1 4 15,5-3-1-15,-7-5 12 0,3-2 2 0,10 2-5 0,1-6 18 16,2-5-30-16,4 6 6 0,3-8 3 0,10 3-7 15,-3-1-6-15,8 1-18 0,3-5-7 16,1 0-12-16,12 2-26 0,3-4-8 0,12-6-29 0,4 6-36 16,10-6-43-16,6 5-43 0,-3-2-44 0,9 7-47 15,4 1-44-15,0 1-53 0,1 2-43 0,-4 5-55 16,-2 2-61-16,0-2-64 0,-11 4-332 0,8 3-921 16,-10 0 408-16</inkml:trace>
  <inkml:trace contextRef="#ctx0" brushRef="#br0" timeOffset="177321.42">15924 12714 116 0,'0'-8'365'0,"0"3"-11"0,0-2-20 15,0 7-25-15,0-8-36 0,2 3-31 0,-2 5-21 16,0 0-17-16,0 0 0 0,0 0-11 0,9 24-1 15,-9-13-9-15,4 6-9 0,-4 3-10 0,1 4-12 16,-1 3-18-16,0-2-4 0,0 6-23 0,0 0-2 16,-1-1-11-16,-3-2-6 0,1 4-7 0,-2-3-11 15,2-1-9-15,-2-1-5 0,5 0-5 0,-7-1-6 16,6-7-3-16,1-2-8 0,0 0 1 0,1-2-3 16,-1-4 10-16,7-2-4 0,-2-2 0 0,3 1 1 15,7-2-15-15,2-1 4 0,4-1-3 0,9-5-2 16,-2-1-4-16,0-4 1 0,2 0-3 0,0-2-3 15,1 0 1-15,-1-3-6 0,0 5 3 0,-2-5-6 16,-5 1 5-16,-1 2-3 0,-7-4-2 0,4 4-4 0,-2 0 5 16,-7 4-1-16,3-4-3 0,-6 2 1 0,-1 1 7 15,-1-2-8-15,0 2 1 0,0 2-5 0,-5 3 2 16,7-2-12-16,-7 2 7 0,0 0-1 0,0 0 1 16,0 0 0-16,0 0 2 0,-7 17-3 0,6-12 3 15,1 2-3-15,-4 1-1 0,4 1-5 0,0 0 0 16,4-1-4-16,-3 0-2 0,3 0 1 0,-1-1 5 15,4 1-1-15,-1-4 0 0,-1 5 0 0,2-2 0 16,-1-4 3-16,3 2-8 0,1-3 12 0,1-1-3 16,-11-1-3-16,18 4 5 0,-8-9-2 0,-10 5-1 15,15 0 6-15,-7-3 1 0,1-3 1 0,-3 0-5 16,1-1 1-16,1-4 4 0,-3 3 7 0,3 1-15 0,-1-1 1 16,0 1 5-16,-2-2 0 0,0 1 1 0,0-2-1 15,-4 3 5-15,4-1-1 0,-1 2-2 0,-4-2 3 16,6 4-3-16,-6-2 0 0,0 6 2 0,7-8 5 15,-7 8-10-15,5-2-1 0,-5 2-2 0,0 0 3 16,10 0 1-16,-10 0 0 0,8 7 1 0,-8-7-4 16,8 9-4-16,-3-5-20 0,3 5 0 0,-3-1-9 15,5 4 7-15,-3-2-6 0,-2-1 0 0,0 1 1 16,0-3-1-16,1 2-3 0,3 0 5 0,-8-2 5 16,3 0 5-16,-1-2 6 0,-3 2-2 0,5-4 8 15,-5-3-3-15,0 0 3 0,0 0 1 0,0 0 6 16,0 0-1-16,0 0 0 0,22-11 13 0,-16 3 4 0,2 4 2 15,-1-4 14-15,-2-3 0 0,7-1 4 16,1 1 5-16,-2-4 13 0,4 3 4 0,2-3 10 16,-2 5 5-16,3-4 2 0,-3 2-1 0,1-9-2 0,3 14-5 15,-3-3 3-15,-1 2-7 0,0-3-10 0,0 6 0 16,-4 1-9-16,-1 0 0 0,2 2-7 0,-2 1-4 16,-10 1 2-16,21 1-7 0,-14 2-3 0,3 4 0 15,-5-2-14-15,2 6-13 0,-1-1-56 0,-3-1-38 16,2 7-49-16,-3-4-43 0,1 11-54 0,-1-4-71 15,0-2-64-15,-4 2-282 0,0 8-720 0,-3-1 318 16</inkml:trace>
  <inkml:trace contextRef="#ctx0" brushRef="#br0" timeOffset="177587.02">15343 13902 180 0,'-35'4'435'0,"5"3"10"0,9-6 12 0,-1 3 0 0,7-2-13 16,1-2-14-16,5 0-25 0,9 0-26 0,0 0-29 16,0 0-30-16,47-7-27 0,4 0-31 0,37-5-29 0,8-4-20 15,11 2-25-15,41-10-17 0,7 0-14 16,-9 6-18-16,-40 8-18 0,41-11-28 0,-46 6-39 15,-3-2-56-15,-2 4-75 0,-2-5-84 0,-5 0-79 0,-8 5-81 16,-23 1-95-16,-5-2-85 0,-10 5-251 0,-6 5-813 16,-9 0 359-16</inkml:trace>
  <inkml:trace contextRef="#ctx0" brushRef="#br0" timeOffset="178055.72">15315 14420 185 0,'-5'-4'361'0,"5"4"-17"16,-2-7-16-16,2 7-26 0,0 0-22 0,22-4-18 16,-2 0-15-16,6 4-1 0,9 4-16 0,9 0-8 15,8 5-11-15,1 0-14 0,6 4-11 0,1 2-6 16,-2-1-13-16,0 4-16 0,-5 1-15 0,3 0-10 16,-11 4-16-16,-1 0-14 0,-6 3-2 0,-11-9-11 0,-2 3-12 15,-4 2-5-15,-7-5-7 0,-5 5-7 0,-5-2-2 16,-4-1 0-16,-2-2 4 0,-8 4 9 0,-5 0 13 15,-8 1 14-15,-5 0 17 0,-8 5 2 0,-11-11 7 16,1 0-3-16,-7-4 5 0,5 0 0 0,-5-4 5 16,2-1 6-16,1-3-3 0,5-4 3 0,14-5-11 15,-4-1-1-15,12-3-6 0,1 2-9 0,8-5-12 16,0-3 20-16,6-4-9 0,8 4-36 0,5-12-15 16,12 2-16-16,4 2-19 0,10-7-27 0,13 3-30 15,7 7-45-15,-2-4-50 0,3 2-59 0,4 2-71 16,2 0-58-16,0-1-62 0,3 6-66 0,2-2-66 15,-10 1-324-15,0 8-911 0,-3 1 403 0</inkml:trace>
  <inkml:trace contextRef="#ctx0" brushRef="#br0" timeOffset="178524.42">16412 14475 46 0,'0'0'312'15,"0"0"-19"-15,0 0-15 0,0 0-14 0,0 0-9 16,-15 11-15-16,14-7-20 0,-3 4-7 0,3 2-19 16,-1-2-16-16,0 2-4 0,2 7-29 0,2 0-8 15,-2-2-15-15,2 7-14 0,-2-6-10 0,1 5-8 0,3-3-14 16,-3-2-5-16,3 4-4 0,1-4-11 0,0 1-3 16,-2-2-4-16,0-3-7 0,-1-3-3 15,1-1-5-15,0 0-5 0,-1-3-4 0,-2 1 6 0,0-6-8 16,0 0 2-16,0 0-6 0,0 0-2 0,17-21 0 15,-11 14-5-15,-1-1 1 0,-2-1 0 0,4-1 3 16,1-1 12-16,2-4 10 0,-5 6 8 0,2 0 8 16,0-3 9-16,-1 4-2 0,-4 1-7 0,4 1 0 15,1 3-12-15,0-1-3 0,1 0-9 0,0 3 7 16,-8 1-3-16,22 6-8 0,-7-3 0 0,0 1-4 16,-2 4-9-16,8 4 4 0,-6-2-5 0,7 7-1 15,-6-10 4-15,1 4-2 0,-2-3-1 0,3 0-3 0,-3 0 4 16,1-1-2-16,1 0-6 0,-1-2 2 15,-4-3 0-15,1-2 2 0,-1-2 3 0,-1-2 7 16,-4-2 13-16,6 0 12 0,-4-9 9 0,-4 4-2 0,0-4 4 16,1-2 6-16,-6-3-4 0,0 3 0 0,0-2-13 15,0-1-3-15,-2 1-2 0,-4-2-2 0,-1 3-7 16,1 1-3-16,2 2-15 0,-7 2-26 0,6-1-29 16,-2 6-48-16,1 0-55 0,-3 2-49 0,4 1-63 15,0 2-51-15,5 3-59 0,-15-1-324 0,15 1-749 16,-5 11 332-16</inkml:trace>
  <inkml:trace contextRef="#ctx0" brushRef="#br0" timeOffset="178946.35">17104 14653 246 0,'2'5'384'16,"-2"-5"2"-16,0 0-6 0,3 6-3 0,-3-6-2 0,0 0-10 15,5 4-15-15,-5-4-18 0,5 8-17 16,0-5-27-16,-2 3-23 0,2-3-26 0,-2 4-20 0,4 0-21 15,-4 2-23-15,1-2-11 0,-3 2-19 0,3-2-13 16,-1 4-16-16,-3-2-7 0,0 2-16 0,0 0-6 16,0-3-10-16,-3 4-6 0,-2 0-7 0,1-3-4 15,1 3-4-15,-5-4-2 0,1-3-2 0,1 4-4 16,2 2-3-16,-2-8-6 0,1 1-4 0,1 1 1 16,4-5 3-16,-5 6 2 0,5-6 2 0,0 0-5 15,0 0-6-15,0 0-5 0,29-14-7 0,-10 10-16 16,0-5-23-16,10-6-28 0,1 1-38 0,12-7-47 0,-3-1-61 15,6-3-62-15,-4-5-80 0,4-2-99 16,1-2-420-16,4-1-925 0,16-19 410 0</inkml:trace>
  <inkml:trace contextRef="#ctx0" brushRef="#br0" timeOffset="179196.32">18072 13446 180 0,'-5'-6'402'0,"0"3"-5"16,2-1-14-16,3 4-22 0,-3-8-30 0,3 8-33 0,0 0-31 15,3-12-23-15,0 9-23 0,4-1-20 0,1 0-28 16,4 4-42-16,-1-4-45 0,9 4-54 0,-6-3-51 15,2 2-57-15,4 1-65 0,-5 0-62 0,3 0-64 16,0 0-234-16,-6 1-541 0,1 3 239 0</inkml:trace>
  <inkml:trace contextRef="#ctx0" brushRef="#br0" timeOffset="179352.56">18137 13561 80 0,'0'0'288'0,"-12"2"5"0,12-2-6 15,0 0-13-15,0 0-22 0,0 0-25 0,0 0-24 16,0 0-20-16,0 0-19 0,0 0-28 0,28-14-40 16,-16 14-62-16,5 0-83 0,2 0-82 0,5-3-95 15,-3 2-127-15,9 1-380 0,-7 1 169 0</inkml:trace>
  <inkml:trace contextRef="#ctx0" brushRef="#br0" timeOffset="179649.4">18738 13518 52 0,'0'0'426'0,"1"-6"1"0,-1 6 11 0,14-6-25 0,-6 0-16 16,10 1-28-16,0 0-22 0,14-2-23 0,1 0-22 15,8-4-22-15,9-1-23 0,1 4-29 0,7-4-21 16,22-2-22-16,7 1-17 0,4-3-16 0,-3 5-18 15,-2-1-15-15,0 1 4 0,8-1-14 0,1-1-11 16,-1-4-9-16,4 5-9 0,3-4-10 0,-2 0-15 0,0 0-22 16,-1 1-19-16,-12-3-20 0,-8-3-13 15,-15 7-14-15,-2-1-25 0,0 3-35 0,-11-1-31 16,5 2-25-16,-11-1-25 0,-12 5-25 0,-3 1-42 0,0-3-49 16,-8 4-67-16,-3 5-336 0,1 0-749 0,-5 0 331 15</inkml:trace>
  <inkml:trace contextRef="#ctx0" brushRef="#br0" timeOffset="180664.99">15278 16022 7 0,'-15'-17'356'0,"2"-5"0"15,-2 7-11-15,12 1-13 0,-9 1-14 0,6 3-11 16,4 0-11-16,2 1-32 0,0 1-27 0,2-1-17 15,9 1-11-15,8 1-27 0,0 6-15 0,13-1-12 16,11 4-16-16,8 6-10 0,-1 2-12 0,5 4-4 16,7 2-12-16,-2 5-6 0,21 12-10 0,-8 1-9 0,3-2-8 15,-18-3-6-15,-5-1-6 0,0 0-9 0,-2 6-4 16,-4-2-3-16,-6 3-7 0,2-4-1 16,-13 1-2-16,0 4-8 0,-9-11 3 0,-6 2-6 0,-8 0-2 15,-1 0 2-15,-6-1-11 0,-6-2 2 0,-1-1 10 16,-11 0 16-16,-4 0 10 0,-4-3 11 0,-19-4 12 15,0 1 9-15,-4-4 9 0,1-4 7 0,-4-2 5 16,1-4 9-16,2-3 6 0,5-4 2 0,8 1 9 16,8 0 1-16,0-10-7 0,3 2-10 0,10-4-13 15,3 0-7-15,6-5-13 0,6 1-7 0,6-5-29 16,6-6-21-16,10 6-29 0,12-6-36 0,4-2-46 16,5 10-53-16,4-3-50 0,2-2-39 0,3 4-35 15,-6 8-32-15,4 0-43 0,-4 3-48 0,-1 2-56 0,-15 4-295 16,4-1-804-16,-7 5 356 0</inkml:trace>
  <inkml:trace contextRef="#ctx0" brushRef="#br0" timeOffset="181493.03">16498 15907 335 0,'4'-8'374'0,"-4"-4"2"0,0 9-25 0,0-4-31 16,1 2-29-16,-1 5-33 0,7-11-25 0,-7 11-18 16,13 3-22-16,-1 3-14 0,-1 1-27 0,-4 0-6 15,8 6-20-15,-2 1-3 0,-5 1-6 0,14 5 2 16,-7 3-8-16,-2 3-11 0,0 1-3 0,-3 9-8 16,-2-5 1-16,-1-3 0 0,-2 1-5 0,-3-1-1 15,-4-2-8-15,-1 6 3 0,3-9 2 0,-5 3-6 0,-5-1-5 16,1-5-6-16,3-1-6 0,3 1-6 15,-4-8-3-15,2 3-2 0,3-8-5 0,-4 4 0 16,6-3-6-16,5-3 2 0,-2 0 0 0,10-5-4 0,7-2-4 16,0-1-3-16,8-1-7 0,5-2-3 0,0-3-8 15,9-8-8-15,2 2-9 0,-4 2-12 0,3-5 5 16,-13 3-4-16,11-2 1 0,-11 4 0 0,-2-2-1 16,-3-2 1-16,-5 7 1 0,-4-4 1 0,-2 2 5 15,-4 5-1-15,0 1 4 0,-6 0-1 0,-2 2 1 16,3-3 8-16,-2 3-13 0,-3 4 3 0,0 0 7 15,0 0-11-15,0 0 8 0,0 0-5 0,0 0 3 16,-26 7-1-16,21 1 6 0,-2-2-7 0,4 3 4 0,-2 0-1 16,5 0 4-16,-2-1 10 0,2 4-13 15,0-3-5-15,0 1 5 0,2-1-2 0,-2 0-3 16,3 1-8-16,1-2-11 0,1 0 0 0,3 0-10 0,-5 0 9 16,7-5-10-16,-5 3 6 0,5-4-2 0,0-2 0 15,-2 4 3-15,-8-4-3 0,15-4-1 0,-15 4 7 16,13-8-1-16,-11 2-6 0,5 0 6 0,-6-3 5 15,6 2 2-15,-7-3-1 0,0 0 5 0,0-2 6 16,0 0 4-16,0 2-1 0,0 0 1 0,0 0 18 16,0 1-18-16,-7 1 2 0,7 0-1 0,0 8 1 15,0-9 5-15,-1 2-2 0,1 7-2 0,1-8 1 16,-1 8-7-16,7-4 6 0,-7 4 2 0,0 0-6 16,17 4 7-16,-8 0-3 0,1-1-1 0,-3 5 3 15,1 1 1-15,6 1 2 0,2 0 1 0,-8 7-4 16,6-7 0-16,0 7 3 0,0-2-5 0,-1-2-3 15,4 1-6-15,-9 0-7 0,0-3 3 0,-1 1-5 16,3-5 0-16,-7 1 2 0,4 1 4 0,-1-1 6 0,-4-5 7 16,3 0 1-16,-5-3 0 0,0 0 5 15,0 0 14-15,0 0 0 0,0 0 7 0,11-15 6 16,-7 4-1-16,-1-2 11 0,4-2 4 0,-2 0 10 0,-2 0-1 16,4-1 3-16,1 0 13 0,0-2-1 0,2 4-15 15,0-1 13-15,-2-3 4 0,0 2 0 0,6 4 1 16,-8 4-2-16,3-2-10 0,-8 5-7 0,6-3-2 15,1 2-8-15,-1 1-6 0,1 2-3 0,-8 3-2 16,0 0-8-16,18 8-16 0,-16-5-13 0,6 6-23 16,-1 0-32-16,-2 0-37 0,-2 2-35 0,4 4-32 15,-7 2-41-15,5 2-70 0,-4 0-53 0,4 7-337 16,-10-1-727-16,-1-1 322 0</inkml:trace>
  <inkml:trace contextRef="#ctx0" brushRef="#br0" timeOffset="181758.63">16008 16991 104 0,'-31'10'362'0,"3"3"6"0,6-8 25 0,6-1-29 16,2 3-13-16,8-3 1 0,4-1 5 0,2-3-1 15,0 0-15-15,43 4-26 0,2-8-31 0,19 3-28 16,29-9-25-16,8-2-25 0,41-4-19 0,12-8-17 16,0 3-18-16,2 5-11 0,4-1-17 0,-11 2-12 15,2-8-13-15,-60 13-24 0,-2-7-34 0,-1 7-35 16,-22 1-33-16,-8-2-56 0,3 1-79 0,-11 1-59 16,-15 6-52-16,-4-3-55 0,-14 0-67 0,-4 4-315 15,-6-1-769-15,-7 0 340 0</inkml:trace>
  <inkml:trace contextRef="#ctx0" brushRef="#br0" timeOffset="182430.44">16422 17397 205 0,'-5'-3'345'15,"5"3"-7"-15,-11-4-19 0,9 0-29 0,2 4-23 16,0 0-29-16,0 0-17 0,16-4-9 0,-2 4-1 0,14 1-14 16,3 2-11-16,-4 4-3 0,21 5-1 0,-5 1-9 15,8 4-15-15,-6-1-11 0,3 0-19 0,0 6-6 16,0-1-14-16,0-1-14 0,-12 6-4 0,1-3-12 16,-3 4-7-16,-12-3-5 0,-2-1-5 0,-2 3-9 15,-8 1 9-15,-2-3-13 0,-3 2-6 0,-10 2 0 16,-3-4 2-16,-5 0 1 0,-4-2 2 0,-8-2 6 15,-3-1 3-15,-10 5 9 0,-10-6 4 0,0-2 1 16,-3-6-3-16,1-1 2 0,0 0-1 0,4-7-1 16,0-1 8-16,-2-1 3 0,18-3 7 0,-5-6 7 15,9 2 5-15,-1-2-1 0,12-1-1 0,5-6-8 16,4 4-9-16,4-7-6 0,4-1-1 0,13-6-21 0,-2 4-17 16,12-2-20-16,6-3-22 0,12 0-31 0,-1 6-41 15,4-2-41-15,-1 1-62 0,-1 1-30 0,-2 6-36 16,1 0-33-16,-12 7-57 0,6 4-66 0,-8-4-386 15,0 7-857-15,-13 1 379 0</inkml:trace>
  <inkml:trace contextRef="#ctx0" brushRef="#br0" timeOffset="183024.13">17385 17452 18 0,'0'0'345'0,"0"0"-18"0,4-7-29 0,-4 7-37 15,0 0-21-15,0 0-8 0,0 0-5 0,0 0-7 16,8 18-2-16,-5-6-17 0,2 3-10 0,4 1-19 0,-8 1 4 16,6 3-12-16,4 2-20 0,-2 4-3 15,-1-4-5-15,5-1-24 0,-1 5-1 0,-1-1 1 16,-1-3-6-16,4-5-18 0,-6 1 5 0,3-3-13 0,-4-2-2 16,5-1 3-16,-6-2-5 0,1-2 7 0,1-3 16 15,-1 1 24-15,-1-2 10 0,-6-4 0 0,9 4-8 16,-9-4-10-16,16-8-2 0,-11 2 0 0,2-2 0 15,-4-1-1-15,4-4-8 0,4-5-11 0,-9 2-4 16,-2-4-6-16,8-4-11 0,-8 0-6 0,7-6-9 16,-7 6-3-16,5-6 4 0,-4 3-14 0,1 0-6 15,-2 2-4-15,5-1-27 0,-5 5-23 0,0 5-19 16,-5-3-23-16,3 4-36 0,-4-1-40 0,6 5-41 16,0 7-59-16,0-4-35 0,-2 1-29 0,2 7-33 15,0 0-30-15,0 0-33 0,0 0-325 0,-8 18-778 16,3-10 344-16</inkml:trace>
  <inkml:trace contextRef="#ctx0" brushRef="#br0" timeOffset="183242.86">17885 17685 254 0,'2'3'281'0,"3"6"3"0,-5 1 3 15,0-2 0-15,0 4-4 0,0 0-3 0,0 3-14 16,0-1-5-16,-5 2-13 0,3 2-18 15,2-1-21-15,0-1-21 0,0 5-18 0,-3-4-17 0,3 7-14 16,0-5-24-16,-2 7-1 0,2-9-16 0,-5 3-22 16,10-8-45-16,-5 6-47 0,0-3-34 0,5 1-43 15,-5-5-52-15,2 0-55 0,3-6-76 0,0 0-303 16,-2-1-628-16,4-2 278 0</inkml:trace>
  <inkml:trace contextRef="#ctx0" brushRef="#br0" timeOffset="183570.95">18461 16662 152 0,'0'-4'380'0,"0"4"-3"0,5-8-10 0,-5 8-37 16,2-11-30-16,4 10-22 0,-4-5-32 0,5 1-10 0,4-3-33 16,1 4-26-16,1-1-22 0,7 3-11 15,-3-6-18-15,4 1-20 0,-4 4-37 0,11 1-35 16,-7-2-37-16,2 3-39 0,-6-1-49 0,1 4-55 0,-1-2-67 15,1 0-64-15,-6 1-208 0,-6 0-526 0,6 2 234 16</inkml:trace>
  <inkml:trace contextRef="#ctx0" brushRef="#br0" timeOffset="183727.18">18577 16845 256 0,'-7'3'315'0,"1"0"-2"0,6-3-12 0,-2 6-14 15,2-6-8-15,0 0-8 0,-3 6 0 0,3-6-22 16,0 0-25-16,18 0-35 0,-8 3-8 0,-10-3-25 16,27-7-47-16,-6 3-50 0,1 1-52 0,-1 2-65 15,1-2-88-15,2-1-91 0,0-3-268 0,2 3-546 0,-3 3 242 16</inkml:trace>
  <inkml:trace contextRef="#ctx0" brushRef="#br0" timeOffset="184070.9">19203 16577 191 0,'0'0'381'0,"0"0"-5"0,1 4 2 16,-1-4-12-16,22 0-21 0,-10 0-19 0,16-3-14 15,5 2-11-15,16-6-18 0,-2 3-22 0,9-1-24 16,2-2-15-16,23-2-21 0,3 2-18 0,11-1-11 16,1 0-15-16,1 1-13 0,6-5-14 0,0 6-10 0,44 0-5 15,-39-5-6-15,-4 4-13 0,51 1-8 0,-52 0-10 16,46-2-5-16,-53 3-10 0,10 2-5 16,-7-5-6-16,6 4-8 0,4-1-2 0,-7 3-4 0,-12-5 0 15,-31 1-7-15,-2 3-7 0,-13-3-11 0,-12 0-12 16,-12 3-27-16,1 3-34 0,-6-3-65 0,-5-2-65 15,-3 4-65-15,-7 1-59 0,0-6-69 0,0 6-400 16,-19-8-848-16,0 4 375 0</inkml:trace>
  <inkml:trace contextRef="#ctx0" brushRef="#br0" timeOffset="187070.68">24766 13182 55 0,'1'-16'344'0,"-1"0"-6"0,0 1 6 0,0 3-4 0,0 2 0 15,0-2-9-15,0 4-19 0,-1 1-33 0,1 7-28 16,-4-5-33-16,4 5-20 0,0 0-22 0,0 0-11 16,0 0-24-16,-10 19-17 0,5-3-12 0,2 0-7 15,0 6-11-15,6 5-9 0,-6 1-13 0,6 3-7 16,-1-1-7-16,4 2 1 0,1-2-14 0,1 1 8 16,-1-2-9-16,3 1-5 0,5-3-3 0,3 7-5 0,-3-10 0 15,3-2-3-15,-3-6 2 0,7-4-6 16,-8 0 12-16,6-8-8 0,2 1-7 0,1-5-6 0,0 0 0 15,2-2 1-15,1-5 2 0,-4-1-4 0,1-8 0 16,2 0 4-16,-5-4-7 0,-7 5-3 0,0-11 3 16,2 3 0-16,-5-5 3 0,2 1-5 0,-6-3-4 15,-1 3-4-15,2-1 2 0,-7 2-1 0,0 9 6 16,3-3-5-16,-3 3-6 0,-3 0 0 0,3 3-7 16,0 2-16-16,-2 7-15 0,-3-5-31 0,4 1-36 15,1 3-28-15,-4 1-19 0,4 5-7 0,0 0-27 16,0 0-32-16,0 0-35 0,0 0-17 0,-3 20-33 0,6-13-19 15,7 4-169-15,-5-3-535 0,5-1 236 16</inkml:trace>
  <inkml:trace contextRef="#ctx0" brushRef="#br0" timeOffset="187461.26">25711 13037 56 0,'0'-5'243'0,"-4"-4"-8"16,4 9-21-16,-6-11-8 0,-1 10-12 0,2-2-10 16,-6 0-12-16,-1 3-12 0,12 0-13 0,-21 3-14 15,11-1-14-15,-9 0-10 0,5 6-10 0,-1 1-7 16,5-1-4-16,-4-3-11 0,8 6-5 0,-2-2-9 16,1-2 2-16,4 5-8 0,-1-2-8 0,8-1-3 15,-1 3 6-15,4-4-8 0,1 4 1 0,7 0-3 0,0 2-3 16,6-2-5-16,-4-1 5 0,1 1-13 0,3 3-1 15,4-2 0-15,-5-2-5 0,-3-3-1 16,-1 2-4-16,1 0 2 0,-6-4-5 0,-2 0 1 0,2 0-3 16,1 5-2-16,-7-1 2 0,0-4-2 0,-4 0-1 15,-6 1 5-15,4 0-2 0,-4 0 7 0,-5-1 3 16,0 0 0-16,-2-2 6 0,-4 0 1 0,-6 0 3 16,2-1-5-16,-3-2 4 0,0 4-7 0,2-5-2 15,1 0-2-15,5 2-6 0,-8-4 10 0,8 0-9 16,0 2 4-16,7-3-1 0,-2 1-14 0,10 2-11 15,-10-6-12-15,10 2-16 0,0 4-28 0,0 0-24 16,6-15-30-16,8 13-34 0,0-4-17 0,1-1-25 16,17-5-21-16,-4 8-29 0,0-8-161 0,0 8-438 15,4-5 194-15</inkml:trace>
  <inkml:trace contextRef="#ctx0" brushRef="#br0" timeOffset="188211.19">26055 13181 107 0,'3'-4'204'0,"1"-2"5"0,-4 6 5 0,1-10 4 15,1 4-6-15,-2 6-2 0,-2-9-7 0,4 3-14 16,-2 6-9-16,-2-8-18 0,2 8-18 0,0 0-14 16,-1-7-15-16,1 7-14 0,0 0-9 0,0 0-10 15,0 0-9-15,-14 15-5 0,14-5-5 0,-1-2-7 16,2 1-5-16,-1 1-5 0,2 1 1 0,1 1-14 16,-1 1 2-16,5-3-7 0,-1 3-3 0,1-1-7 15,1 0-5-15,0-5-13 0,1 3 0 0,-1-1-7 16,7 1 0-16,1-4-7 0,1-2-4 0,0 1-3 15,1-2 2-15,-5-3 2 0,4 0 3 0,-3-3-4 16,-4-2 8-16,0 3 0 0,4-3-1 0,-4-7 3 0,-2 2 3 16,-2 3 0-16,1-4 6 0,0-3 13 0,-1 4 1 15,-2 0 12-15,-1 0 9 0,-1 0 5 16,-2 2 0-16,0-1 11 0,0 3 1 0,5 1-12 0,-5-1-7 16,0 6-3-16,0-9-10 0,0 9-2 0,0 0 0 15,0 0-4-15,0 0-1 0,0 0 8 0,0 0-11 16,0 23-2-16,4-19 0 0,-4 7 0 0,4-3 1 15,2 0-3-15,-2 3-3 0,2-2-1 0,1 0 0 16,1 0-6-16,-3-1 0 0,3-3-2 0,-3 5 8 16,-1-9-8-16,4 7 2 0,-3-5 2 0,3-2-5 15,-8-1-4-15,10 6 8 0,-3-6 4 0,-7 0-3 16,13-7 0-16,-8 4 0 0,-5 3-1 0,10-9 3 16,-3 4-2-16,-6-4 0 0,4 5 1 0,2-4-1 0,-1 2-1 15,3 0-1-15,-1 2-9 0,4 1-4 16,1-4-7-16,7 3 3 0,3 3-10 0,7-4-8 15,4 5-8-15,11 0-6 0,1 0-4 0,6 0 3 0,2 1-4 16,-1-1 2-16,2 0 4 0,3 0 5 0,-2 0 6 16,2-4 4-16,-2 0 3 0,2-3 4 0,-6-1 1 15,-1-4 5-15,-1-2 0 0,-19 2 4 0,12-6 2 16,-5-1 4-16,-10 2 4 0,-5-1 2 0,-9 1 20 16,-4 4 11-16,-4-3 10 0,-6-2 13 0,-3-1 6 15,-7 2 8-15,-2-6 11 0,-7 4-2 0,-3 4 1 16,0-4-6-16,-4 7 1 0,0 4-7 0,1-1-8 15,3 7-1-15,1 2-6 0,-1 3-6 0,1 3-4 16,-1 3-1-16,1 11-8 0,2 0 7 0,4 7-2 16,4 5 4-16,4 7-2 0,4 5 8 0,6-1-4 15,6 8-5-15,2-1 2 0,2 5 1 0,6-1 0 0,9 16 2 16,3-4-2-16,-9-14-4 0,1 3-3 0,3-4 0 16,-1 0-6-16,0-3 1 0,-3-3 2 15,-3-6-5-15,-4-2-2 0,-1-13-4 0,-3-4 2 0,-6-2-3 16,0-3-9-16,-3-6-5 0,-2 2-9 0,-2-7-9 15,2-4-10-15,-13 0-23 0,-2-3-12 0,-2-10-16 16,-7 2-25-16,-5-7-32 0,0 3-42 0,-11-12-59 16,2-6-56-16,1 2-231 0,-7-5-569 0,-3-5 251 15</inkml:trace>
  <inkml:trace contextRef="#ctx0" brushRef="#br0" timeOffset="188383.05">26775 12829 180 0,'2'-10'319'0,"-4"-7"-29"15,2 10-28-15,-3-6-24 0,-1 2-25 0,3 2-35 0,-4 0-50 16,-2 0-61-16,2 5-60 0,2-3-51 0,3 7-58 16,-7-5-188-16,7 5-313 0,0 0 138 15</inkml:trace>
  <inkml:trace contextRef="#ctx0" brushRef="#br0" timeOffset="189617.3">28766 12699 105 0,'-1'-27'284'0,"-6"0"-1"0,0 3-4 0,-6 1-4 16,5 1-10-16,-2 3-16 0,-3 4-26 0,1 1-18 15,-5 5-19-15,1-5-21 0,-4 12-17 0,2-1-9 16,-4-1-20-16,2 8-12 0,-4 0-11 0,-1 11-12 16,-3-4 1-16,3 8-12 0,-2-1-14 0,1 4-3 15,9 2-8-15,-3 3 2 0,7 3-15 0,5-3-5 16,0 5 6-16,1 1-10 0,7-3-3 0,3 0-3 15,7 8-4-15,-1-10 1 0,5-2-1 0,1 2-1 16,5-4-2-16,-3-2-2 0,11 0-5 0,-7-2-7 16,8-3-2-16,-3-5-3 0,1-2-8 0,1 2-2 15,-8-8-2-15,4-3-8 0,-2 2 0 0,6-1 5 0,-3-2 2 16,-9-5-3-16,8 0 2 0,-10 1 3 0,5-7 0 16,-4 7 0-16,-4-4 5 0,1-2 2 15,-4 3 2-15,-1 0-1 0,-1 0 0 0,3 3 9 0,-4-4-3 16,-1 5-2-16,0 0 0 0,-1-3 2 0,-3 6-4 15,10-3 3-15,-10 3-4 0,0 0 6 0,13 9 2 16,-9-4 0-16,2 0 0 0,-1 3-2 0,5 4-1 16,2-5-1-16,-1 5 3 0,3-1-2 0,4 0 3 15,-10-1 1-15,7-3-3 0,6 5-1 0,-6-4 3 16,0-2-1-16,-2 0-2 0,2-4-3 0,0-1 2 16,0 2-4-16,-2-3-4 0,1-3-2 0,-6 0 2 15,2-2 3-15,-4 1-6 0,8-4 1 0,-11-4 0 16,2 2 5-16,2 1-2 0,-6-9 6 0,-1 1-7 0,0 2 4 15,-1-4-4-15,1 3 7 0,-7-4 0 16,0 2 3-16,1 1-2 0,-3 1 7 0,0 1-6 16,-1 1 1-16,0 2 2 0,5 4 0 0,-7 0 3 0,1 0-3 15,7 1-2-15,-2 1 2 0,-6 1-3 0,10 1 0 16,2 4 1-16,-13-1-5 0,13 1 6 0,0 0-2 16,0 0 4-16,0 0 1 0,0 0-3 0,0 0-1 15,0 0-1-15,0 0 4 0,13 19 1 0,-4-18 0 16,2 4-1-16,-1-3-3 0,3 2 3 0,1-3 0 15,-4 2 1-15,9-3-2 0,-7 0 1 0,3 2 2 16,3-4-4-16,-3 2 0 0,-2-3 2 0,-1 2 1 16,1 1-1-16,0 0-1 0,1-3-1 0,-14 3 2 15,18 0-4-15,-8 0 12 0,0 4-12 0,-4-1 2 16,4-1-1-16,-2 1-3 0,-1 2 4 0,1-3 2 16,-4 3-3-16,1 1 0 0,1-3-1 0,1 3 0 15,-5 1 1-15,6 0 0 0,-5 0 3 0,0 2-3 0,2-5 2 16,-1 1-3-16,-1 1 3 0,-1-2-2 0,-2-4 2 15,6 7 4-15,-6-7 3 0,0 0-1 16,7 2 8-16,-7-2-6 0,0 0 2 0,0 0-4 0,8-12 1 16,-1 8 6-16,-6-4-1 0,6 4 2 0,0 0 2 15,-6-4 2-15,4 0-1 0,-3-2-4 0,6 2 5 16,-4 3-6-16,-1-3 4 0,2-1-2 0,-4 3-1 16,4 2-5-16,-3-3 7 0,-2 7-7 0,5-2-8 15,-5 2-2-15,0 0 6 0,0 0-2 0,0 0-2 16,0 0 1-16,12 10 1 0,-7-3-5 0,-4 1 1 15,-1-1 5-15,2 1-1 0,1 1-1 0,-1 1-2 16,3-1-3-16,-3 2 0 0,6-4 0 0,-7 1 2 0,4 0-1 16,2-3 5-16,0 1-7 0,-1-1 5 15,1-2 1-15,-2-2 1 0,6 1 1 0,-11-2-2 16,17-2 0-16,-7 1-3 0,0-3 6 0,0-3 1 0,-2 2 14 16,0-2 4-16,2 0-1 0,-1-1 6 0,0 1 6 15,0-5 19-15,4 2-13 0,-8 0 2 0,2 2 0 16,-2 0-5-16,1 2-4 0,2-2 1 0,-3 3-6 15,-3-2 8-15,6 3-14 0,-8 4-6 0,5-8-7 16,-3 5-12-16,-2 3-8 0,0 0-9 0,13-1-17 16,-13 1-15-16,0 0-18 0,8 12-35 0,-3-9-29 15,2 3-39-15,-4 0-51 0,4 0-35 0,1 0-239 16,-1 3-539-16,9-2 239 0</inkml:trace>
  <inkml:trace contextRef="#ctx0" brushRef="#br0" timeOffset="189882.9">30099 12745 6 0,'0'11'273'0,"0"4"-4"0,0 4-4 0,6 7 2 15,-2 2-24-15,0 1-9 0,3 12-11 0,1 1-13 16,1-2-11-16,4 6-24 0,-5-2-5 0,4 1-15 15,-4 5-19-15,2-4-13 0,0 4-8 0,-2-6-15 16,-5 2-8-16,4-2-2 0,-2-3-12 0,-3-1-13 16,3-2-11-16,-4-3-10 0,1-7-18 0,0-1-23 15,3-8-36-15,-5 1-38 0,0-5-35 0,0 0-27 16,1-8-35-16,3-2-45 0,-4-1-46 0,0-4-180 16,0 0-475-16,0 0 209 0</inkml:trace>
  <inkml:trace contextRef="#ctx0" brushRef="#br0" timeOffset="190226.61">30047 12724 256 0,'-10'-16'319'0,"5"2"-7"0,0 2-11 0,0 4-2 0,2-3-15 16,1 0-20-16,1 2-10 0,1 2-20 0,1-2-21 15,4 3-27-15,0 1-16 0,0 1-13 0,4 3-18 16,1-1-11-16,1 2-19 0,4 0-6 0,5 0-13 16,-4 3-15-16,4 3-9 0,-3 0-1 0,-2 3-10 15,8-2-6-15,-10 7-6 0,7-2-1 0,-8 3-5 16,1-2-2-16,0 1-8 0,-3 4-2 0,-3-1-6 0,-1 2-7 16,-1-4-6-16,-1 5-5 0,-1-4-12 15,-3 0-9-15,0 1-9 0,-5-2-8 0,3-3-13 16,-3-2-11-16,-1 1-7 0,-1-2-14 0,-5-5-11 0,1 3-16 15,3-2-18-15,-2 2-19 0,-2-3-20 0,4-3-14 16,0 1-9-16,8-2-6 0,0 0-4 0,-12-6 1 16,12 6-2-16,-8-8-3 0,8 8 9 0,8-12-109 15,-3 5-329-15,2-1 145 0</inkml:trace>
  <inkml:trace contextRef="#ctx0" brushRef="#br0" timeOffset="190617.2">30350 12777 106 0,'18'-10'42'0,"-3"-1"13"15,-3 0 28-15,1 2 19 0,0 5 15 0,-4 0-7 16,-3-3-1-16,4 6-8 0,-10-3-11 0,0 4-12 15,0 0 18-15,0 0 6 0,0 0-4 0,20 10-5 16,-18-4-1-16,-2 2-3 0,5-3-8 0,-4 10-3 16,6-7-5-16,-7 4-4 0,7 0-5 0,-6-2-5 15,6 5-8-15,8-3-1 0,-15 2-1 0,11-6-9 0,-7 2-2 16,4-1 1-16,2-1-7 0,-2-1-4 0,0-4 3 16,1 1 1-16,-1-1 12 0,0-3 3 15,-8 0-5-15,15-3 7 0,-7-2-4 0,-1-2-1 0,1 0-2 16,-4-1 3-16,2-4 8 0,1 3-3 0,-2-6 6 15,5 3 9-15,-7-3 4 0,2 5 5 0,3-2 8 16,-6 2-4-16,0 2 6 0,4-2-4 0,-1-1-2 16,-5 3 0-16,2 3-7 0,1-2-13 0,-3 7-5 15,2-5-7-15,-2 5-9 0,0 0-4 0,0 0-3 16,0 0 1-16,10 13-6 0,-5-2-1 0,-4-3-5 16,4 11 1-16,0-9-6 0,0 10 5 0,5-4 6 15,-5-3-11-15,3 5-2 0,-1-2-8 0,6-3-2 0,-4 2-5 16,2-3-5-16,1-2-9 0,-4-1-8 0,5-2-11 15,0-2-15-15,2-2-12 0,-6 0-15 16,4-3-15-16,0-3-22 0,-1 0-15 0,1-2-16 0,-1-7-9 16,-1 3-18-16,2-5-13 0,-3-4-19 0,4-4-14 15,-6-4-6-15,3 0 7 0,-2-1-112 0,-1 0-356 16,-1-1 159-16</inkml:trace>
  <inkml:trace contextRef="#ctx0" brushRef="#br0" timeOffset="190851.54">31027 12570 796 0,'0'-42'-41'0,"0"0"28"0,-6-2 31 15,4 7 35-15,2 5 34 0,-2 4 36 0,2-2 15 16,-5 2 14-16,2-3 10 0,1 12 13 0,-1 1 5 15,3 0 3-15,-2 0-4 0,2 3-3 0,-5 0 1 16,9 6-8-16,-8 3-13 0,4-3-16 0,-1 0-21 16,1 9-8-16,0-9-15 0,0 9-16 0,0 0-1 15,0 0-4-15,0 0-13 0,8 33-7 0,-1-18 11 16,-1 8-21-16,4 4-2 0,-3-2-2 0,1 5-7 16,7 9-3-16,0 3-5 0,-2 0 2 0,-1 3-8 0,-1-8 2 15,2 9-1-15,2-4 0 0,-6-2-4 0,-1 1-15 16,5-4-13-16,-6-7-12 0,-6-3-18 0,6 1-19 15,-7-2-20-15,0-13-25 0,0 10-21 0,0-8-20 16,0-3-17-16,-7-3-15 0,6-2-12 0,-6-2-18 16,-1-3-16-16,8-2-2 0,-20-4-162 0,12-3-419 15,-7-1 186-15</inkml:trace>
  <inkml:trace contextRef="#ctx0" brushRef="#br0" timeOffset="191335.87">31085 12829 1312 0,'-13'-10'-103'0,"-2"-7"24"0,7 4 24 0,-7-5 27 0,5 3 32 16,2 0 5-16,-4-2 20 0,9 1 10 0,-4 1 14 15,2 1 12-15,3 0 2 0,1 3 4 0,1 2-8 16,3 0 3-16,4 1-5 0,1 1-8 0,4 4-8 15,4-2 0-15,1 4-8 0,6 1-7 0,5 1-5 16,2 7 0-16,-2-1-1 0,2 3-3 0,-1-3-1 16,6 3 0-16,-5 2-5 0,-2 0-6 0,4 0-2 15,-1-1-8-15,-4 1 1 0,1-5-4 0,-8 0-6 16,-1-2 7-16,-2-2-1 0,4 1 4 0,-14-4 0 16,6 1 7-16,-4-1-7 0,-9 0 13 0,8-8-2 0,-3 3-2 15,-5 5 3-15,-5-14 11 0,-3 5 6 0,1 1 3 16,-3-2 8-16,-2 1 1 0,-2 1 2 15,-8-3 1-15,7 4 0 0,-3 3-3 0,0-1-7 0,1 2-1 16,1 6-2-16,4-3-4 0,-3 4-2 0,-1 0-3 16,6 4-2-16,-2-4-1 0,5 3 1 0,-2 1 2 15,4 1-1-15,3 3 5 0,2-2 1 0,0 1 3 16,2 1 7-16,-1 0 0 0,4-1 3 0,3 1-3 16,-1-7 3-16,5 3 0 0,1-2-3 0,-3-2-5 15,1 1-3-15,3-3 3 0,-1-2 4 0,-3 0 4 16,3-5 0-16,-1 0-1 0,-1-2 6 0,-2-3-14 15,7 0 1-15,-4-5-7 0,3 5 5 0,-1-4-8 16,-7 2 2-16,6-4 4 0,-4 2 5 0,-1-2 3 0,5 1 2 16,-5 3 6-16,1 0 2 0,-3 1-5 15,-1 2 5-15,-1-1 10 0,1 1-20 0,-4 3 0 16,4 1-6-16,-3 1-5 0,-2 4-8 0,5-8 0 0,-5 8-4 16,0 0 2-16,0 0-3 0,0 0-2 0,16 15-4 15,-11-7-6-15,-1 1-9 0,1 0-15 0,3 1-11 16,-5 1-12-16,7 3-17 0,-7-4-22 0,6 5-23 15,-9-6-27-15,10 0-19 0,-5-1-34 0,5 0-32 16,-2-4-27-16,2 1-196 0,-2-3-480 0,-1-1 212 16</inkml:trace>
  <inkml:trace contextRef="#ctx0" brushRef="#br0" timeOffset="191992.06">31798 11973 200 0,'-6'-11'259'0,"-1"7"-30"0,4 0-22 15,3 4-19-15,-3-4-21 0,3 4-7 16,0 0-2-16,-15 11-4 0,11 1-2 0,3 3-3 0,2 0-7 16,3 3-7-16,2 8-10 0,3 4-5 0,1-1-11 15,4 10-11-15,5 8-7 0,2-3-12 0,-4 2-9 16,-4 2-3-16,7 0-4 0,-5-1-5 0,1-3-8 15,1 7 0-15,-2-4-10 0,-4-2-1 0,2-3-8 16,-4 1-14-16,-3-12-17 0,-2 1-19 0,-4-3-21 16,0-9-17-16,-2-4-19 0,-3 3-16 0,3-3-18 15,-4-6-17-15,2-2-10 0,-2-3-26 0,-2-3 4 16,8-2-16-16,-15-2-5 0,5-3 0 0,5-3 12 16,-2-4 16-16,-1 0 19 0,3-8 21 0,-2 7 17 15,7-13 28-15,-6 6 22 0,11-7 9 0,-5 1 16 16,1 1 14-16,6 1 25 0,-2-2 32 0,-2 0 26 15,4 7 22-15,-1 1 7 0,-2-1 0 0,6-3 5 0,-4 7 13 16,-2-2-1-16,2 2-1 0,1 0-6 16,-1 4-6-16,3 2-7 0,-3-2-10 0,3 7-13 15,-3 1-7-15,4 2-7 0,-10 1-6 0,17 1-8 0,-7 5-6 16,5 2-4-16,-5 4-2 0,4 0-8 0,-2 1 1 16,0 1-5-16,1 1-5 0,2 1 0 0,0 8-1 15,0-3-5-15,-7-3-1 0,2 0-1 0,1 6 0 16,-2-1 1-16,-1-7-7 0,2 2 1 0,-5-2-1 15,0 3 0-15,1-6-2 0,1-2-1 0,-5 0-1 16,4-4 1-16,-6-2 1 0,7 2 3 0,-7-7-1 16,2 7 0-16,-2-7 1 0,4 1-1 0,-4-1-4 15,0 0-2-15,0 0 2 0,10-18-3 0,-6 14 6 16,-1-2 15-16,-3-3-5 0,8 0 1 0,-1 1 5 16,0 1-4-16,1-2-1 0,3 2-8 0,-1-1 8 15,2 0 1-15,0 0-5 0,2 1 1 0,3 3-4 16,0 0 1-16,-3 0 6 0,-2 1-8 0,1 2-3 15,2 1-2-15,0 0 1 0,-5 0 0 0,2 0-3 0,-12 0 0 16,23 0 0-16,-17 1 1 0,3 2 1 0,4-1-1 16,-7 0-3-16,4-1-10 0,-3 2-26 15,0 0-24-15,-2 2-36 0,-5-5-40 0,10 3-45 0,-4-1-59 16,-6-2-234-16,0 0-510 0,0 0 226 0</inkml:trace>
  <inkml:trace contextRef="#ctx0" brushRef="#br0" timeOffset="192163.91">32315 12096 24 0,'-10'-17'282'0,"2"5"-30"0,-4 2-27 16,9 3-21-16,-2 4-27 0,-5-2-20 15,10 5-45-15,-18 6-45 0,8 3-70 0,0 4-59 16,-2 4-178-16,-3 5-259 0,-1 1 116 0</inkml:trace>
  <inkml:trace contextRef="#ctx0" brushRef="#br0" timeOffset="192820.1">29289 14223 186 0,'-16'-27'304'16,"-4"0"-20"-16,2 3-21 0,-9 1-25 0,-4-7-17 15,1 15-3-15,-11-6-19 0,2 6-13 0,-5 7-19 16,7 1-8-16,-6 7-17 0,10 2-9 0,-11 6-12 15,9 1-5-15,-8 9-4 0,0 2-11 0,5 7 4 16,1 1-13-16,2 0-8 0,6 6-1 0,4 4-8 16,-3-2-12-16,9 0 1 0,3 4-11 0,-1-1-2 15,11-1 0-15,4 2-2 0,2-9-9 0,8 3 2 0,9 2-10 16,-2-7 4-16,3-4-6 0,13 6 7 16,4-1-7-16,3-9-10 0,5-3 4 0,2 1-7 0,0-11 4 15,-1 0-3-15,4-7 1 0,-1-2-6 0,-12-2 1 16,-2-2 0-16,-4-3-2 0,1-4 10 0,-2 1 24 15,-8 0 10-15,2-4 8 0,-6 3 16 0,-1-1 12 16,-7-1 12-16,6 2 7 0,-6 2 0 0,0 1 5 16,-6 1-2-16,5 4-8 0,-1-4-12 0,-3 4-10 15,-3 4-17-15,4-1-7 0,-4 1-5 0,0 0-6 16,0 0-8-16,5 17 4 0,-9-5-13 0,8 2-10 16,-3-2-13-16,3 0-15 0,-1 7-16 0,-1 1-16 15,4-1-21-15,1 1-28 0,0-4-34 0,1 4-19 0,2-5-23 16,3 3-18-16,-1 0-35 0,-1-9-32 15,-4 3-29-15,4-8-24 0,1 1-29 0,-5-2-34 0,1-3-197 16,-8 0-608-16,15-3 269 0</inkml:trace>
  <inkml:trace contextRef="#ctx0" brushRef="#br0" timeOffset="193445.04">29524 14491 175 0,'0'0'171'0,"7"-2"2"0,-7 2 5 0,0 0-2 15,16 9-4-15,-6-2-12 0,-5-1 0 0,7 4-3 16,-2 4-7-16,1-5-9 0,-2 7-7 0,4-5-6 0,-3 9-10 16,1-9-11-16,-2 6-9 0,-3-3-9 15,6-2-13-15,-9-5-7 0,1 5-4 0,1-4-6 16,-2-4-7-16,-3 3 6 0,3-2 11 0,-3-5 5 0,-3 7 5 16,3-7-6-16,0 0-8 0,0 0 0 0,0 0-3 15,-30-8-8-15,23 1-2 0,2 0-6 0,0 1-4 16,1-1-6-16,2-4 0 0,-3 0-6 0,10-1-3 15,1-1-11-15,3-2-16 0,7 3-7 0,6-6-12 16,4-2-15-16,2 7-15 0,12-8-18 0,5 3-5 16,-2 0-2-16,0 2 3 0,2 1 4 0,-2 4 5 15,-9 2 6-15,8 2 8 0,-6-1 3 0,-6 1 7 16,-8 2 0-16,-3-1 6 0,-2 3 10 0,-9-3 22 16,14 3 15-16,-16-1 4 0,3 4-3 0,-4-5 2 15,-5 5-3-15,0 0 7 0,-12-9 6 0,4 4 3 16,-6 5 0-16,-2-1 2 0,-1 7-2 0,-2-3 2 15,-5 3-2-15,0 0 1 0,-1 1-3 0,2 7 1 0,-6-1 1 16,10 1-6-16,-5-2 2 0,6 4-2 16,3 1-2-16,2-2-3 0,3 0-5 0,-2-1 3 15,6 2 1-15,-2-4-5 0,6 6 5 0,2-10-3 0,0 5-1 16,3-1 3-16,4-8-4 0,6 15-2 0,0-12 1 16,2-1-5-16,3 1 6 0,-4-5-3 0,11-2 0 15,-9 0 0-15,6-2-3 0,-3-2-2 0,3 3 2 16,4-10 8-16,-9 2-13 0,5-2 1 0,-6 1 1 15,-1-3 0-15,-3 2 20 0,1-4 17 0,-5 5 8 16,2-1 13-16,-3 0 12 0,-6-1 5 0,6 4-1 16,0-3 5-16,-6 2-5 0,4 3-1 0,-3 0-14 15,1 0-11-15,-3 6-6 0,2-8-12 0,-2 8-1 16,0 0-1-16,0 0-6 0,0 0-3 0,0 0-1 16,0 0-6-16,-12 19-7 0,11-12-9 0,2 1-12 15,-1-1-13-15,5 5-14 0,-3-3-21 0,1 0-13 16,2 1-15-16,7 2-22 0,1 3-41 0,-3-8-39 0,0 0-45 15,3 0-37-15,0 0-36 0,4-3-229 0,-2-1-580 16,0-3 257-16</inkml:trace>
  <inkml:trace contextRef="#ctx0" brushRef="#br0" timeOffset="193960.61">30633 14382 37 0,'0'-8'231'16,"0"8"-17"-16,0 0 14 0,0 0 4 0,0 0-4 15,-11 19 6-15,4-11-5 0,5 9-6 0,1-2-1 16,-4 11-7-16,-2 1-7 0,7 1-11 0,-2 11-16 16,-3 5-10-16,9-4-8 0,-3 6 1 0,4 2-12 15,4 2-1-15,-3-2-16 0,6 3-8 0,-1-3-20 0,3-2-5 16,-9-2-15-16,8 2-8 0,0-4-2 16,-6-10-9-16,3-3-6 0,1-2-8 0,-6-8 2 0,2-1-8 15,1-1-5-15,-3-10-4 0,3 2-7 0,-4-3 0 16,-1-3-7-16,4 0-9 0,-7-3-5 0,0 0-8 15,11-12 0-15,-7 0-4 0,-4-2-6 0,-4-2-1 16,1-4-11-16,3-8-12 0,-8 1-3 0,1-3-1 16,0-10-6-16,-1 8-7 0,3-10 7 0,-3-2 0 15,6 4 5-15,-3 7 7 0,-3-11 4 0,3 7 0 16,2 5 8-16,-6 1 0 0,8 0 14 0,-4-1 10 16,3 2 15-16,-3-1 9 0,5 4 21 0,-3-2 17 15,-2 2 15-15,5 0 4 0,-2 0 6 0,2 1 7 0,0 7-6 16,0 1-5-16,0-2-13 0,0 4 3 15,2-2-11-15,0 0-5 0,1 2-4 0,0 8-8 16,2-10-4-16,-3 10-4 0,4 3-6 0,3-5-9 0,-1 6-4 16,5 1-6-16,-3 3-8 0,2-1-6 0,3 4-12 15,0 4-2-15,-1 3 0 0,1-2-5 0,-1 7-8 16,0-3 0-16,3 12-4 0,-4-9 2 0,4 7-8 16,-11 1-2-16,8 0 0 0,-8-4-19 0,3 6 5 15,-8-6-17-15,3 0-10 0,-3 2-7 0,-6 1-8 16,4-3-5-16,-6-1-14 0,-1-2-9 0,-6-3-8 15,8 1-14-15,-11-2-14 0,4 0-20 0,-2-4-27 16,0-1-38-16,-1-3-16 0,2-2-35 0,0-2-250 16,-1-2-584-16,1-2 259 0</inkml:trace>
  <inkml:trace contextRef="#ctx0" brushRef="#br0" timeOffset="194351.2">31054 13894 3 0,'3'-3'257'0,"4"2"-9"15,-7 1-2-15,0 0-2 0,14 15-7 0,-4-2-18 16,2 9-4-16,-4 5-11 0,12 8-16 0,-3 1-5 16,-2 5-14-16,-2 2-14 0,2-4-17 0,5 5-11 15,-6 0-11-15,3 0-10 0,-2-7-11 0,1 3-10 16,-1-12-5-16,-1 1-8 0,-3-1-2 0,-1-1-12 15,2-3 11-15,-4 2-21 0,-3-13-4 0,-2 2-7 16,-1-7 4-16,3-1-6 0,-2 1 12 0,0-5 9 16,-3-3 13-16,0 0-12 0,0 0 7 0,12-14 3 15,-7 10 2-15,-3-2 6 0,6-6 4 0,-1-2 6 16,-1-1 5-16,2 2 13 0,4-4 0 0,-2 4 1 0,5-1-2 16,-7 1 5-16,7-2-1 0,0 4-10 0,-2 2-10 15,2 1-6-15,0 0-13 0,0 2-5 16,5 3-8-16,-10 5-6 0,1-2-9 0,-1 4 5 0,5 5-14 15,0 1-3-15,-2 1-7 0,-3 1-10 0,3 3-27 16,-4 3-26-16,-4-4-42 0,5 2-33 0,-7 3-46 16,-1-2-30-16,-4 2-42 0,-6 3-62 0,1-3-65 15,-5 1-357-15,-4-5-779 0,-6 4 344 0</inkml:trace>
  <inkml:trace contextRef="#ctx0" brushRef="#br0" timeOffset="196330.73">8184 7510 330 0,'0'0'417'0,"-1"-7"0"0,1 7-16 0,0 0-10 15,-7-8-19-15,7 8-17 0,0 0-22 0,0 0-19 0,0 0-19 16,0 0-23-16,0 0-36 0,0 0-22 16,0 0-23-16,0 0-9 0,0 0-25 0,0 0-13 15,0 0-15-15,0 0-11 0,15-1-16 0,-15 1-7 0,20 0-11 16,-9 0-19-16,6-4-25 0,0 5-27 0,4-1-30 15,4 0-46-15,-5 0-56 0,10 3-53 0,1-3-48 16,-3 0-56-16,0 0-77 0,2 0-78 0,-10-3-239 16,-2 2-725-16,4-1 321 0</inkml:trace>
  <inkml:trace contextRef="#ctx0" brushRef="#br0" timeOffset="196565.09">8853 7135 322 0,'0'-4'367'0,"3"-2"-9"0,-3 6-11 0,4-9-24 0,-4 9-26 15,0 0-35-15,0-9-31 0,0 9-34 0,0 0-12 16,0 0-10-16,0 0-27 0,0 26-16 16,-4-7-16-16,4 3-1 0,-6 5-18 0,1 3-5 0,-2 1-10 15,2 11-8-15,-1 2-1 0,-1 1-15 0,0 2-2 16,2 1-30-16,-3-2-33 0,3-1-47 0,0 3-36 15,2-1-47-15,1 1-35 0,2-3-52 0,0-4-75 16,0-11-226-16,0-2-569 0,0-1 251 0</inkml:trace>
  <inkml:trace contextRef="#ctx0" brushRef="#br0" timeOffset="200181.69">865 7452 221 0,'9'-15'309'0,"-4"3"-8"0,-4 4-20 0,3 0-17 16,-1-3-22-16,-3 5-27 0,0 0-22 0,0 6-20 15,0 0-16-15,0 0-13 0,-7 28-12 0,1-13-8 16,-3 12 5-16,1 5-21 0,0 7 1 0,-4 2-14 15,2 2-10-15,0 5-14 0,0 0-3 0,2 0-8 16,2-2-3-16,-3-2-2 0,8 3 9 0,-8-6-24 16,4 4 0-16,2-16-9 0,3 4-1 0,-3-5 1 15,3-1-4-15,-4-8-5 0,1 0 2 0,1-3-1 16,4-1 7-16,-2-6-12 0,0 2 0 0,-2-2 38 16,4-3 37-16,-2-6 9 0,0 0-9 0,0 0-11 15,0 0-8 1,0 0-7-16,0-35-8 0,0 20-6 0,0-5-4 15,0-12-8-15,0 2 7 0,3-13-11 0,-1 1-6 16,-2-7 0-16,2-2-10 0,3-1 2 0,-2-4-5 16,2 2-7-16,2 1 6 0,-1-1-3 0,2 4 0 15,-1-3 0-15,3 10 26 0,-3 1 14 0,-7 10 4 16,1 2 7-16,8 2 0 0,-4 2 3 0,-5 10 5 16,6-4-2-16,-4 2-5 0,1 9 1 0,0-1 0 15,1 1-8-15,-1-3-11 0,-3 6-10 0,0 3-7 16,0 3-8-16,7-5-2 0,-7 5-3 0,0 0-4 15,23 22 0-15,-15-6-4 0,0 8 2 0,6 6 4 16,1 8-5-16,-1-1 0 0,6 7-5 0,-11-1 1 16,7 4 0-16,-11-1-2 0,10-4 1 0,-7 8-9 0,-1-2-11 15,3-1-9-15,-4-1-16 0,1-8-14 0,-5-3-16 16,3 4-14-16,0-11-16 0,-5 2-26 16,0-6-20-16,1-4-24 0,-1-2-2 0,0-3-13 15,-1-3-10-15,-3-3-4 0,3 0-5 0,-4 0-10 0,1-6-15 16,4-3-12-16,-11 5 7 0,11-5 2 0,0 0-6 15,-18-12 4-15,9 4 5 0,1 1 11 0,-5-7 26 16,0 1 15-16,-1-3 22 0,-1 0 24 0,1 1 34 16,4 0 35-16,-9-3 45 0,11 6 32 0,-8 0 32 15,6 0 23-15,-2 0 23 0,4 4 12 0,1 1 14 16,1-1 7-16,-3 3 8 0,3-2 3 0,2 3-1 16,1-2-2-16,3 6-11 0,-7-6-5 0,7 6-11 15,-1-6-10-15,1 6-17 0,0 0 0 0,8-9-10 16,0 6-6-16,2-2-5 0,2 4-9 0,6-2-5 15,0-3-7-15,4 1-15 0,6-2-12 0,2-1-14 16,1 3-20-16,-3-5-19 0,-1 1-20 0,3 1-17 16,-2 0-21-16,-2-1-17 0,1-1-7 0,-1-1-15 15,-6 3 5-15,-5-4 0 0,0 2 7 0,0 0 6 0,1-2 15 16,-9 4 7-16,-1-2 9 0,-1-4 15 16,-3 6 20-16,-2-1 18 0,0 2 19 0,-7-1 25 15,1 4 19-15,6 4 25 0,-7-9 16 0,-8 7 6 16,7 1 7-16,8 1 3 0,-23 1-4 0,13 1-7 0,-2 3-2 15,2-4-5-15,-1 2-4 0,4 4-6 0,-3 2-2 16,4 1 2-16,2-2-3 0,-1 4-3 16,4 2-4-16,2-1 2 0,4 7-1 0,0-5 0 0,10 0-3 15,-5 1-2-15,15 1-6 0,-4-2-7 0,4 0 4 16,2 3-6-16,1-3-2 0,-3 2-1 0,-4-6-3 16,7 5-2-16,-11-8 1 0,3 0-4 0,-4-1-3 15,-1 1-2-15,-3 0-3 0,-4-4 0 0,-1-1 1 16,-4 1-1-16,-3-4-3 0,-3 8 3 0,-4-2-1 15,-6-4 4-15,-2 3-3 0,-2-5-4 0,-2 0 0 16,-5 3-1-16,-4 0-1 0,-2-1 3 0,1-4-4 16,-1-1 4-16,2 3-1 0,3 0 0 0,7-1-3 15,0-1 1-15,3 2 4 0,1-4-5 0,6 1-10 16,3-4-8-16,4-3-16 0,1 6-11 0,6-8-14 16,4 1-20-16,13-5-17 0,2 1-22 0,2-1-9 15,2-3-22-15,13-6 3 0,2 4-6 0,1 0-1 16,0 2-14-16,-4 0 0 0,2-3 4 0,-3 1 17 15,-14 6 15-15,1 2 14 0,-1-1 17 0,-9 1 21 0,-2 3 28 16,-2 2 27-16,-3 0 26 0,-5 0 11 16,-2 1 11-16,1-1 13 0,-4 5 17 0,0 3 14 15,-7-5 9-15,7 5 12 0,-17-5 6 0,6 3 3 0,-4 5 6 16,0 2-3-16,0 1-7 0,2 0-5 0,-4 1-5 0,2 4-11 0,2-3-4 16,0 2-4-16,1 0-6 0,7 1-3 0,-1-2-3 15,6 1-1-15,0 7 4 0,3-7-3 0,0 7 1 0,4-5-3 16,3 3-5-16,3-1-5 0,0-1-5 0,2 1-3 15,2-2-2-15,-4 0-3 0,2 1-4 16,0 1-2-16,0-6 0 0,-2 3-3 0,-3 0-2 16,-2-3-5-16,2 0-1 0,-3 0-1 0,-4-3 5 0,-3 3-7 15,5-1 2-15,-10 0-1 0,5-7 2 0,-10 12-2 16,0-8-3-16,0-1-1 0,-5 3 2 0,-6-1-1 16,-2 2 0-16,3-5-1 0,-2-1 2 0,6 2 0 15,-4-3 4-15,3 0 4 0,4-3 6 0,5 2 8 16,-7-1 0-16,8-4-5 0,1 3 0 0,6 3-6 15,0-12-1-15,5 0-6 0,6 1-2 0,6-4-10 16,-1 5-4-16,8-5-3 0,5 0-9 0,-1-3-3 16,1 0-7-16,5 3-14 0,4-4-15 0,-9 4-5 15,0-4-10-15,0 7-4 0,-5-5-8 0,1 4-7 16,0-3-2-16,-10 3 5 0,3-1 1 0,-5 1-1 16,-3 3 11-16,0 0 10 0,-5 1 6 0,2 1 1 15,-1-4 11-15,-4 4 4 0,-2 0 11 0,0 0 7 16,0 4 11-16,-2-3 5 0,-4 0 1 0,6 7 5 0,-7-7-2 15,7 7 2-15,0 0 2 0,0 0 0 16,0 0 0-16,0 0 6 0,-10 14 1 0,10-6 4 16,0 3 1-16,2-2 3 0,5 9 10 0,-1-2 2 0,2 4-3 15,-6 6-2-15,13-3 2 0,-10 4-1 0,3 5-1 16,4-2 20-16,-2 0 1 0,3 9-1 0,4-2-7 16,-11-7-1-16,6 8-5 0,-9-7 3 15,4 1 0-15,1-1 4 0,-3 1 9 0,-3-2-4 0,3-3-3 16,-4 4-1-16,-1-5-2 0,0 1 11 0,-6-3 5 15,4-5 18-15,-5-2-3 0,-1-2 11 0,1 0 15 16,-6-3 15-16,7-1 13 0,-3-7 18 0,1 2 6 16,0-1 6-16,-6-5-2 0,14 0-5 0,-14-2-15 15,2-7-12-15,2 5-9 0,5-7-14 0,-5-2-8 16,4-2-8-16,6-5-8 0,-4-1-12 0,8-6-10 16,-3-2-14-16,12-1-7 0,-6-12-19 0,8 2-9 15,0-3-10-15,5-1-22 0,-5-3-5 0,1 7-11 16,-1 4 4-16,2 7 5 0,-3 2-1 0,0 3 6 15,-3 8-2-15,-1-2 11 0,2 5 5 0,-4-1-8 16,-1 6-9-16,-2-1-7 0,0 5-4 0,-4 3 5 16,-1 1 3-16,0 0 2 0,0 0 5 0,0 0 4 15,7 19 1-15,-7-9 5 0,0 2 2 0,0 0 1 0,0 3 0 16,-2 4 8-16,2-4 2 0,0 1-4 0,0 2 5 16,0-5-2-16,4 2 2 0,-4-3 4 15,3-2-6-15,-3-1 6 0,0-4-3 0,-3 2 10 16,3-7 1-16,3 6 3 0,-3-6-1 0,0 0-1 0,0 0-3 15,0 0 11-15,0 0-7 0,16-17 2 0,-9 7 3 16,-2 0-2-16,0-2 1 0,2-1 7 0,-1-1-4 16,4-1-1-16,-3-1 4 0,1 0-3 0,-1 1-2 15,4 1 9-15,-2-1-14 0,-3-2-7 0,2 9 9 16,-1-3-3-16,0 2 3 0,-4 6-7 0,9-5-9 16,-6 3 2-16,-1 0-6 0,0 3-1 0,-5 2-5 15,13-3 5-15,-13 3 4 0,0 0 4 0,15 10-11 16,-13-5 7-16,5 0-3 0,-1 0 2 0,-6-3 1 15,7 6-6-15,-6 1 1 0,4-3 1 0,-1-2-2 16,-4 3 1-16,3-3-1 0,-1 2-3 0,1-3-1 16,-3-3 1-16,7 6 0 0,-7-6 6 0,0 0 2 15,3 6-2-15,-3-6 8 0,0 0-2 0,0 0 2 16,0 0 0-16,8 0-1 0,-8 0 0 0,0 0-4 0,8-9 9 16,-3 5-3-16,-5 4-3 0,5-8-3 15,0 4-4-15,-3-4 1 0,5 2 4 0,-6 3-3 16,-1 3 2-16,7-12-1 0,-4 6 6 0,-1 5 9 15,-2 1-11-15,3-6-1 0,-3 6 5 0,0 0-5 0,7-9 2 16,-7 9-2-16,0 0 0 0,0 0 1 0,0 0 0 16,0 0 2-16,0 0-3 0,0 0 6 15,0 0 1-15,6 15-3 0,-6-15 7 0,4 10-5 0,-3-3 3 16,3-3-2-16,-4-4 2 0,6 8-1 0,1-1 0 16,1-2 2-16,-3 0 1 0,3 1-2 0,-1-3 5 15,0 2-8-15,1-2 5 0,0-2 0 0,-8-1 0 16,12 4 3-16,-7-1-1 0,-5-3 1 0,15 0-3 15,-15 0 2-15,0 0 0 0,6-7 0 0,-6 7 1 16,10-3-1-16,-6-2 3 0,-4 5-3 0,1-4-1 16,-1 4 3-16,4-6-4 0,-4 6 4 0,0 0 3 15,0 0-5-15,-5-10-6 0,5 10 11 0,0 0-6 16,0 0-7-16,0 0-1 0,0 0 0 0,0 0-8 16,0 0-20-16,0 0-19 0,0 0-17 0,0 0-21 15,0 0-21-15,0 0-31 0,21 13-4 0,-13-9-16 16,-1-2-24-16,1 3-21 0,-1-4-11 0,-7-1-128 15,15 2-377-15,-2-2 167 0</inkml:trace>
  <inkml:trace contextRef="#ctx0" brushRef="#br0" timeOffset="200447.29">2904 7316 110 0,'4'-8'264'0,"-4"-3"5"15,-4 3 5-15,4 0-13 0,0 2 28 0,4-2 31 16,-4 8 1-16,-4-10-20 0,4 4-30 0,0 6-15 16,0-8-28-16,0 8-15 0,0 0-39 0,0 0-19 15,0 0-17-15,0 0-11 0,0 0-13 0,9 23-10 16,-6-8-11-16,0 1-8 0,1 4-9 0,-1 7-12 16,-1 3-1-16,3 15-7 0,0-9-7 0,-2 7-3 15,-3-4-10-15,7 0-17 0,-7-7-37 0,0 9-32 16,3-1-33-16,-2-9-31 0,3-1-34 0,-3 2-37 15,4-5-52-15,2 2-30 0,-2-4-15 0,5 1-284 16,-10-10-612-16,7-1 271 0</inkml:trace>
  <inkml:trace contextRef="#ctx0" brushRef="#br0" timeOffset="200634.77">3080 7713 42 0,'0'-18'285'0,"-7"9"-10"0,7-3-10 0,-1 3-8 15,-6-2-17-15,7 6-19 0,0-4-22 16,0 2-21-16,0 7-19 0,-2-8-14 0,2 0-14 16,0-1-12-16,2 0-14 0,5 5-6 0,1-3-12 0,5 0-9 15,5 4-25-15,-1-3-49 0,3 5-45 0,8 1-68 16,2-3-78-16,1 3-248 0,6 1-470 16,-9-1 209-16</inkml:trace>
  <inkml:trace contextRef="#ctx0" brushRef="#br0" timeOffset="201040.98">3456 8090 82 0,'0'0'324'0,"0"0"-22"0,11 0-25 16,-11 0-26-16,0 0-27 0,10 0-13 0,-10 0-13 16,22 1 14-16,-21 2-19 0,-1-3-17 15,15 3-14-15,-10 2-18 0,5-2-11 0,-5-1-15 0,-2 6-11 16,6 1-13-16,-6 0-8 0,-1 3-4 0,-1 0-12 16,-1 4-11-16,-1-1-16 0,-1 0-18 0,-5 8-25 15,-3-8-28-15,-6 6-28 0,1 1-44 0,-3 2-62 16,-4-2-69-16,9-2-269 0,-10-1-540 0,0 1 239 15</inkml:trace>
  <inkml:trace contextRef="#ctx0" brushRef="#br0" timeOffset="204184.95">4296 7749 6 0,'0'0'250'0,"-3"-6"0"0,3 6-4 0,-3-5-9 0,3 5-2 16,0 0-9-16,-2-7-10 0,2 7 0 0,0 0-9 15,-3-8-10-15,3 8 0 0,0 0-9 0,0 0-16 16,-5-3-11-16,5 3-13 0,0 0-11 0,0 0-16 15,0 0-8-15,0 0-17 0,-10-1-7 0,10 1-5 16,0 0-11-16,-22 3-11 0,16-2-5 0,-6-1-2 16,4 3-4-16,-2 2-8 0,3-1-6 0,-1-1-1 15,8-3-2-15,-13 4-11 0,6-3-1 0,7-1 1 16,0 0-4-16,-8 3-10 0,8-3 4 0,0 0-4 16,0 0 2-16,0 0 3 0,0 0-2 0,31-6-2 15,-9 1-2-15,-1 1-6 0,9-4 8 0,0 4-1 16,3-7 14-16,0 2-21 0,-5 4 1 0,2-3-12 15,0-1 7-15,-8 4 5 0,-1 0-12 0,-1 3 10 0,-4-4-1 16,-6 0-3-16,2 3 0 0,-4-2 9 0,1 2 2 16,-3 2 1-16,-6 1-5 0,10-3 2 15,-10 3-5-15,0 0 1 0,0 0 1 0,-30-5 0 0,9 7-3 16,4 3-1-16,-11-3-1 0,-3 5 1 0,2-3 4 16,-2 4-5-16,-2-4 2 0,1 0-28 0,-2 6-15 15,2-3-26-15,1 1-19 0,3-1-29 0,11 3-28 16,2-2-43-16,0-1-49 0,9 1-37 0,2-2-49 15,4 1-172-15,0 0-535 0,7-3 236 0</inkml:trace>
  <inkml:trace contextRef="#ctx0" brushRef="#br0" timeOffset="209089.5">18844 17817 290 0,'0'0'326'0,"10"-2"-14"0,-10 2-21 16,0 0-19-16,0 0-16 0,0 0-13 0,0 0-12 16,0 0-20-16,0 0-3 0,0 0-4 0,0 0-14 15,0 0-17-15,0 0-7 0,0 0-15 0,0 0-15 16,0 0-9-16,0 0-12 0,0 0-12 0,0 0-8 16,0 0-7-16,0 0-8 0,0 0-12 0,11 0-2 15,-11 0-10-15,0 0-3 0,5 5-6 0,-2-1-7 16,2 1-30-16,-5-5-20 0,10 9-19 0,-3-3-34 15,0 1-26-15,-6 0-20 0,4 1-30 0,0 0-28 16,-2 7-27-16,-3-4-33 0,9 5-26 0,-9-3-23 0,0 5-23 16,0-1-161-16,0 0-496 0,-9-1 220 0</inkml:trace>
  <inkml:trace contextRef="#ctx0" brushRef="#br0" timeOffset="209261.36">18928 18204 153 0,'0'0'214'0,"0"0"11"0,3 7 4 0,-3-7-9 15,0 0-14-15,0 0-16 0,0 0-17 0,0 0-18 16,0 0-18-16,0 0-12 0,0 0-13 0,0 0-10 16,0 0-18-16,0 0-5 0,9 3-16 0,-9-3-27 15,0 0-28-15,1 5-35 0,-1-5-32 0,4 7-24 16,-3-3-29-16,6 0-22 0,-7 2-14 0,3 0-15 16,0 1-135-16,-3 1-323 0,0 1 144 0</inkml:trace>
  <inkml:trace contextRef="#ctx0" brushRef="#br0" timeOffset="209448.84">18991 18378 60 0,'5'3'90'0,"-3"4"23"0,4-2 12 16,-6 1 17-16,0-6 12 0,8 8 12 0,-8-7 7 16,0-1 0-16,5 6-6 0,-5-6-9 0,4 9-7 0,-4-9-11 15,0 0-10-15,3 4-11 0,-3-4-12 16,2 5-9-16,-2-5-7 0,0 7-10 0,0-7-5 16,0 11-8-16,-5-7-9 0,5 3-4 0,0-7-5 0,-4 14-11 15,-1-6-14-15,5-1-23 0,0 5-29 0,0-1-8 16,5-2-33-16,-1 1-29 0,-4 2-38 0,5 2-28 15,3-1-35-15,-1 2-151 0,-1 2-376 0,1-2 166 16</inkml:trace>
  <inkml:trace contextRef="#ctx0" brushRef="#br0" timeOffset="-190734.48">10752 6453 76 0,'6'-27'340'0,"1"-3"-2"0,-4 6 2 16,5-3-4-16,-6 6 5 0,-2 6 8 0,2-4 0 15,-1 5 3-15,-1-1-14 0,0 8-24 0,-1 1-31 16,1-1-33-16,-2 2-31 0,2 5-25 0,0 0-18 16,-15 12-13-16,2 1-5 0,-4 8-9 0,-11 14-7 15,0 5-13-15,0 2-9 0,0 4-9 0,5 3-15 0,-6 0-8 16,0 19-10-16,6-17-6 0,4-1-10 0,4 0-5 15,1-3-4-15,4-1-8 0,6-1-1 16,4 0-6-16,7-6-1 0,3 3-4 0,11-6-5 0,3-2-11 16,5-2-17-16,11-5-26 0,1 3-38 0,7-3-54 15,5-8-48-15,0-4-55 0,7 1-45 0,-2-8-49 16,0 0-66-16,3-5-70 0,-6-6-268 0,-4 0-776 16,-5-2 343-16</inkml:trace>
  <inkml:trace contextRef="#ctx0" brushRef="#br0" timeOffset="-190515.79">11457 6639 308 0,'-5'-13'325'0,"5"5"-7"16,-9-1-17-16,9 1-29 0,-3 4-30 0,3 4-26 16,0 0-20-16,0 0-23 0,0 0-11 0,0 0-20 15,2 31-10-15,-1-13-10 0,8 9-11 0,-3-1-13 0,1 3-7 16,1 2-15-16,5-3-5 0,1 10-6 0,-3-7-6 15,7 6 3-15,1 3-30 0,-8-16-20 16,-1 3-18-16,2 0-29 0,-1-3-27 0,-1-5-33 0,0-2-44 16,-5 0-38-16,-2-9-45 0,6 0-39 0,-6-2-171 15,0-1-467-15,-3-5 206 0</inkml:trace>
  <inkml:trace contextRef="#ctx0" brushRef="#br0" timeOffset="-189672.06">11384 6543 45 0,'0'-17'273'16,"0"-1"-7"-16,-7 4-6 0,7 1-12 0,0 1-19 16,7 5-19-16,-4-1-22 0,2 1-20 0,7 2-17 15,4 3-15-15,-1 2-4 0,7 7-23 0,6 3-14 16,3 0-11-16,-3 6-5 0,12 5-7 0,-2 5-5 16,4 1-6-16,-4 1-6 0,-2 3-6 0,0-1-6 15,-4 4-6-15,1-2 0 0,-5-1-6 0,-8-6 0 0,-5 2 3 16,1 0-14-16,-4-1 2 0,-5-3 3 0,-6 1-6 15,4 2-1-15,-10-2 1 0,2-8-5 16,-12 7 5-16,-3-1 18 0,-7-2 4 0,-1-4 4 0,-6-1 8 16,-8 4 15-16,-1-7-8 0,10-4 12 0,-4-3-2 15,5 1-5-15,0-2 1 0,2 1 14 0,10-3-7 16,0-4 20-16,3 2-17 0,5 0 5 0,10 0 4 16,-15-6-21-16,13 0-9 0,2 6-1 0,10-9-10 15,0-2-2-15,12 4-13 0,7-5 2 0,16 1-21 16,5-2 0-16,8 1 5 0,1 0-29 0,-2 1-6 15,2 0-11-15,-4-1 1 0,3 3-8 0,3-4-1 16,-6 0 1-16,-4 4 0 0,-5-1 2 0,-1-6 3 16,-2 8 1-16,-13-4 5 0,-2 2 2 0,-12 2 5 15,-1-3 3-15,9 2 1 0,-13-3 4 0,-3 1 7 16,-1 4 6-16,-5-2-2 0,-4-2 21 0,0 4-12 16,-4-1 3-16,-6 1 10 0,2 1 13 0,-1 0-2 0,-6 1 13 15,-4 2-14-15,6 2 1 0,-5 2 8 0,3-1-14 16,2 5-7-16,0 1-2 0,1-3 1 0,2 3 2 15,2 0-2-15,7 2 4 0,-4-1-8 0,2 3-7 16,5 0-2-16,0-2 1 0,7 3 0 0,3 2 10 16,8-2-14-16,5 4-3 0,9-6-10 0,-3-2-19 15,19 7-16-15,-1-8-15 0,6-3-10 0,-5-3-13 16,3 1-8-16,0-1-11 0,-4-1-9 0,4-2-3 16,-6-2-1-16,-1-2 6 0,-11-5 8 0,0 3 13 15,-3 0 7-15,-2-6 9 0,-1 5 7 0,-9-2 9 16,-6-2 9-16,-1 3 20 0,-4-2 13 0,-7 5 22 15,2-2 15-15,-4-2 4 0,-5 3 9 0,-1 2-4 16,-7-4 11-16,0 6 1 0,-6 0 2 0,-2 3-1 0,1 2-1 16,-8 0 19-16,0 7-10 0,-6 1-32 15,6 0 1-15,0-1 0 0,2 5-6 0,5 0-1 16,-3 0 0-16,6 0-3 0,2 0-2 0,3 2-3 0,0 1-6 16,5-2 0-16,2 1-6 0,1-4 3 0,4 8-6 15,3-9 3-15,0 1-3 0,5 2-1 0,0-4 2 16,1-5 2-16,2 5 3 0,4-4 9 0,3-3-9 15,-2 2 0-15,9-6 0 0,-7-1-1 0,6-5 3 16,-6 3-2-16,8-3 3 0,-1-6 1 0,-7 6 1 16,4-7 1-16,-7 5 2 0,6-5 1 0,-9 2 4 15,4 2 10-15,-5 3 9 0,0 0 12 0,-3 1-2 16,0-1-6-16,0 5 0 0,2-2-13 0,-6 1-2 16,3 1 3-16,-4 4-33 0,0 0-3 0,0 0-4 15,0 0-8-15,0 0-6 0,5 12-12 0,1-5-11 16,-2 2-14-16,-1-1-10 0,5 1-16 0,4 0-18 15,3 3-22-15,1 0-16 0,11-1-24 0,-1-3-29 16,9 2-24-16,-4-3-12 0,6 5-150 0,6-11-421 0,-7 4 187 16</inkml:trace>
  <inkml:trace contextRef="#ctx0" brushRef="#br0" timeOffset="-188265.86">13600 6825 136 0,'2'-8'178'0,"3"3"9"15,-5-5 1-15,-5 3 2 0,-2 1-9 0,2-1-5 16,-6 2-10-16,-6-1-9 0,-1 5-9 0,1-1-12 15,-1 2-11-15,-3 3-7 0,-6 3-8 0,-3 0-5 16,0 1-2-16,-4 4-7 0,11-2-9 0,-6 5-8 16,3-1-6-16,4 1-9 0,-4-1-8 0,8 1-5 15,3-4-5-15,0 7-2 0,2-4-7 0,4 2 0 16,-4-3-7-16,11 0-2 0,-2 3 2 0,2-6-6 16,0 3-2-16,6-3 2 0,0-1 1 0,3-3-3 15,-4 3 3-15,11-2-5 0,-1-5-2 0,3 2-5 16,4-3 3-16,-1-4-4 0,0 1 1 0,3-6-6 15,4 0-2-15,-4-4-7 0,6-6-4 0,-6-1-14 16,7-11-11-16,-7 6-13 0,1-9-15 0,-1-4-6 0,-1 0-5 16,1-4 8-16,-14 1 6 0,5 4 4 15,-3-5 12-15,-7 13 15 0,-1 0 27 0,-2 1 26 16,-2 1 21-16,-1 0 16 0,0 7 12 0,-1 2 4 0,1 0 21 16,-2 0-6-16,-3 6 11 0,6-2-5 0,-3 4-12 15,4 3-7-15,-6-4-16 0,0 3-5 0,7 4 6 16,-3 0-35-16,3 4-5 0,-7-7-1 15,7 7-13-15,0 0-5 0,-10 14-4 0,7-5-6 0,2 6-2 16,2-2 2-16,2 7-2 0,-3 4-4 0,10 3-1 16,-3 3-3-16,1 0-13 0,4 0-4 0,8 5-8 15,-5-8-14-15,0 4-14 0,6 0-1 0,1-2-16 16,-1-3-10-16,1-6-13 0,-1 3-15 0,4 1-18 16,1-7-8-16,-4-1-17 0,3-4-10 0,-9-1-18 15,6-6-14-15,-1 0-5 0,-1-5 12 0,-3 0 11 16,-1-2 12-16,3-2 25 0,-8-3 13 0,2-5 17 15,2 0 10-15,-1-2 14 0,-5-9 14 0,5-1 15 16,-9-3 4-16,6-4 16 0,-6-1 5 0,3-3 10 0,-4-11 14 16,-4 4 17-16,1 2 23 0,3-2 12 15,2 3 20-15,-6-3 45 0,-3 14 14 0,0 1 14 16,-1 0 13-16,-1 3 5 0,2 2 1 0,-3 6-9 16,-3 2-13-16,3-1-13 0,-6 6-16 0,5-1-8 0,-2 8-15 15,-5 2-6-15,-1 2-11 0,-1 8-3 0,-1-2-6 16,-3 8-4-16,6-1-6 0,-6 8-2 15,5 1-4-15,0 3-3 0,0 0-4 0,7 6 0 0,1 7-6 16,-1 1 1-16,8-1 0 0,0-2-1 0,1 2-4 16,6-8 0-16,8 5 0 0,-2-8-4 0,2 1-3 15,7 6-2-15,-1-11-2 0,-4-1-1 0,4-2-10 16,1-2-1-16,-1-1-12 0,-4-9-5 0,3 0-11 16,-2 1-2-16,3-8-1 0,1-2 1 0,-7-1 2 15,6-1 6-15,-4-1 1 0,4-6 4 0,-7-3 6 16,0 2 4-16,1-6 1 0,-1 3 5 0,-3-7 11 15,-6 3 11-15,2-3 17 0,-2 0 13 0,0-1 13 16,-2 2 6-16,-1 1 5 0,-4-2 5 0,4 7-4 0,-2-3 2 16,0 6-1-16,0 3-5 0,0-5-11 15,-2 7-6-15,2 4-11 0,2-9-19 0,-2 9-6 16,0 0-2-16,0 0-4 0,0 0-8 0,0 0-2 16,-7 18-6-16,7-8-2 0,2 1 0 0,1 4-6 0,5-4 1 15,-4 6-9-15,1-5-1 0,3 2-5 0,0 2-2 16,2-4-5-16,-2 0 2 0,-1 2 1 15,-2-5 2-15,5-2 7 0,-2-2 1 0,-1 2 4 0,-2 0-2 16,0-5 8-16,-5-2 3 0,13 2 1 0,-13-2 8 16,0 0 2-16,16-11 8 0,-11 8 4 0,0-2 5 15,-3-3 15-15,1 2-2 0,-1-3-1 0,1 1-2 16,-1-2-1-16,1 2-1 0,-1 1-3 0,1 1 2 16,-3 0-2-16,0 6-7 0,2-9-3 0,-2 9-6 15,5-4-12-15,-5 4 0 0,0 0 0 0,0 0 1 16,0 0 1-16,15 10-6 0,-15-2-1 0,8-3-3 15,-5 4-6-15,2-1-4 0,2-1-4 0,1 1 1 16,4 3 1-16,-4-4 0 0,-1 1 6 0,1-1 2 0,0-1 3 16,1-2 1-16,2-1 1 0,-3 2 6 15,1-5-1-15,-9 0 8 0,15-2 1 0,-2-1 5 16,-5 0 4-16,0-2 6 0,-1-2 9 0,0 0 5 16,1-1 7-16,-1-2 5 0,-1 1 4 0,2-3 5 0,-3 0 3 15,2 0-3-15,-2 0 6 0,-5 1 1 0,5 4-1 16,-3-2-5-16,3 1-4 0,-2 1-4 15,-1 2-5-15,1 2-5 0,-3 3-6 0,1-7-8 0,-1 7-11 16,5-8-2-16,-5 8-3 0,0 0 2 0,0 0 0 16,0 0 0-16,17 14-3 0,-10-10-3 0,1 1 3 15,-1 2-1-15,1-2 1 0,3 2-2 0,1 1 0 16,1 1 1-16,5-3-1 0,1 2 0 0,2-2 2 16,-4-1 1-16,4 0-4 0,6-1 2 0,-2-2 0 15,4-1-3-15,-7-1 5 0,8 0 0 0,-12-1-1 16,5-2 1-16,0-3-2 0,-6 1 1 0,6-2 3 15,-5 1 0-15,0-3 1 0,2 0 5 0,-3-2-3 16,-2-2 0-16,-2 2 5 0,0-4 1 0,-3 3 8 0,-3 2 8 16,1-4 14-16,-1 4 1 0,-7 0 5 15,6 0 2-15,-12 3 7 0,6-2-14 0,-9 1 4 16,8 1-15-16,-6 4-6 0,-5-3-2 0,4 6-6 16,0-2-10-16,8 2 3 0,-22 2-2 0,9 4-2 0,5-3-3 15,-7 8 2-15,2 0-2 0,6 1-5 0,-3 4 5 16,0-1 2-16,4 4-2 0,1-6-1 15,-2 5 4-15,5 2-3 0,1-1 1 0,2-2 0 0,8 1 1 16,-6-2-2-16,5-1-1 0,7 4-9 0,2-6-15 16,6 5-37-16,-5-9-45 0,7 3-54 0,5-5-70 15,-2 1-79-15,2-6-167 0,-2-1-513 0,-5-2 228 16</inkml:trace>
  <inkml:trace contextRef="#ctx0" brushRef="#br0" timeOffset="-187937.75">14547 6082 137 0,'-10'-1'368'0,"2"-2"-18"0,8 3-20 0,-7-3-24 15,7 3-25-15,-10-2-33 0,10 2-24 0,-7-4-28 16,7 4-18-16,0 0-23 0,0 0-19 0,0 0-9 15,0 0-18-15,0 0-8 0,0 0-9 0,0 0-12 16,-8 12-10-16,8-12-8 0,2 9-11 0,-2-3-6 16,6 2-5-16,-6-8-14 0,7 5-13 0,-5 2-5 15,3-3-2-15,-2 0-11 0,2 4 2 0,-5-8-3 16,7 4 3-16,-4-1-2 0,0 2 2 0,-3-5 2 16,0 0 3-16,0 0-3 0,0 0-2 0,0 0-13 15,0 0-7-15,17-12-20 0,-12 7-22 0,-5 5-23 16,1-6-37-16,-1 6-45 0,2-10-53 0,-2 10-65 0,-2-7-157 15,4 0-483-15,-2 7 214 0</inkml:trace>
  <inkml:trace contextRef="#ctx0" brushRef="#br0" timeOffset="-185265.97">15975 6771 96 0,'0'0'338'16,"-8"3"-14"-16,8-3-11 0,0 0-16 0,0 0-15 16,0 0-14-16,0 0-15 0,0 0-18 0,0 0-12 15,0 0-19-15,0 0-16 0,0 0-7 0,0 0-19 16,0 0-7-16,0 0-16 0,0 0-14 0,0 0-10 15,0 0-15-15,41-6-10 0,-21 1-13 0,3 4-33 16,2-2-24-16,3-5-37 0,2 5-51 0,-2-1-49 16,2 1-63-16,-2-2-75 0,-6 3-91 0,-1-4-195 15,1 1-587-15,-1 2 260 0</inkml:trace>
  <inkml:trace contextRef="#ctx0" brushRef="#br0" timeOffset="-184711.41">16348 6391 312 0,'0'0'313'0,"-9"-4"-10"0,9 4-20 15,0 0-12-15,0 0-23 0,0 0-18 0,0 0-21 16,0 0-25-16,0 0-20 0,17-11-15 0,-4 10-23 16,5-2-5-16,2-8-10 0,7 9-15 0,4-1-9 15,2-2-6-15,0 2-11 0,2-3-5 0,-3 1-8 16,1 0-10-16,-9-2 3 0,11 4-6 0,-10-2-8 16,-2-2-2-16,-5 3 0 0,-3 1-4 0,-3-2-4 15,1 4 12-15,-5-2 6 0,-1 0-4 0,-7 3-10 0,13-1-3 16,-13 1-1-16,12-4-10 0,-12 4 1 0,0 0-7 15,11 8 4-15,-11 0-4 0,4-4-5 0,-1 8 4 16,-1 0-3-16,4 3-1 0,-1 1 11 0,-1 10-14 16,2 0-1-16,1 1 4 0,1 2-1 0,0-2-2 15,4 12 0-15,-5-9 2 0,3 2-1 0,-4-5 2 16,7 3-1-16,-3-3-4 0,-3 6 4 0,8-8 0 16,-10-1-2-16,1-4 1 0,-1-2-3 0,-1-2 1 15,-3-1-1-15,4-4 1 0,-3-2-1 0,1 0 4 0,-3-3 22 16,-3 2 30-16,1-1 44 0,-3-6 30 15,0 2 16 1,-5 2-13-16,10-5 0 0,-21-3-7 0,6 1-9 16,-6 1-12-16,4-1-11 0,-3 1-8 0,4-10-10 0,-6 6-9 15,4-2-4-15,1 4-10 0,1-2-18 0,6 2-27 0,-2-2-40 16,4 1-39-16,1 1-44 0,1-2-43 16,4 2-44-16,2 3-46 0,0 0-38 0,10-12-38 0,2 8-56 15,-2-3-268-15,11 3-701 0,-3 0 311 0</inkml:trace>
  <inkml:trace contextRef="#ctx0" brushRef="#br0" timeOffset="-183555.2">17200 6306 221 0,'-5'-8'302'0,"3"1"-15"0,2 2-22 0,0 0-28 16,0 5-24-16,-3-10-27 0,3 10-17 15,0 0-17-15,0 0-14 0,0 0-16 0,0 0-10 16,0 0-11-16,10 26-10 0,-8-8-8 0,4 3-2 0,1-1-14 16,0 2-6-16,1 5-6 0,5 1-5 0,-3 1-7 15,-3-2-5-15,6 0 1 0,-5 2-7 0,0-2-3 16,-1-3-3-16,1-1-2 0,-3 0-2 0,-3-10 1 16,5 5 2-16,-7-1-11 0,6-2 2 0,-4-4-5 15,-2-1 3-15,5-2-1 0,-2-3 1 0,-3 3 2 16,0-4 6-16,0-4 27 0,3 5 17 0,-3-5 2 15,0 0-5-15,0 0-2 0,0 0 8 0,0 0-8 16,9-20 1-16,-6 13-3 0,2-2-3 0,0-2 3 16,2-1-5-16,1-4 0 0,-3 5 1 0,6-5-9 15,-2 5 5-15,-3-4-6 0,3 6-11 0,-5 1-2 16,1 1 1-16,2 2-2 0,0-2-3 0,1 3-12 16,-3 1 0-16,-5 3-12 0,15 0-9 0,-15 0-10 0,20 6-11 15,-10 2 8-15,-2 1-33 0,0 2 0 16,7 1-11-16,-10 2-6 0,7 3-16 0,-4-4 4 15,3 2-12-15,1-3-1 0,-2 3-7 0,-2-3 0 0,7 2-4 16,-10-6 3-16,5 2-4 0,-5-5 7 0,2 0 0 16,1 1 9-16,-1-5 4 0,1 3 9 0,-8-4 5 15,15-4 9-15,-15 4 4 0,6-8 9 0,3 0 4 16,-8 1 5-16,4-4 7 0,2 2 3 0,-4 0 14 16,2-5 11-16,2 1 16 0,-2-1 10 0,-2-1 12 15,2 0 6-15,-3 8 9 0,3 1 0 0,-5-8-2 16,0 5-3-16,0 5-10 0,1-3-3 0,-1 7 1 15,2-8-12-15,-2 8 1 0,0 0-4 0,0 0-3 16,0 0-4-16,13 15-3 0,-11-7-4 0,4 0-2 16,-1 4-6-16,-1-7-2 0,2 10-7 0,-1-5-5 15,4 6-4-15,-3-6-4 0,1-2 1 0,-2 2 0 16,1-1 5-16,3-1-1 0,-3-3 4 0,1-1-1 0,1 1 4 16,-1-5 2-16,-7 0 2 0,0 0 1 0,15-1 1 15,-15 1 2-15,8-8 2 0,-5 3 1 16,2 0 3-16,-5-3 12 0,0-1-1 0,2 2 9 0,1-4-1 15,-3 2 2-15,0-3-1 0,0 2-4 0,0 0 1 16,2 0-3-16,-4-2-1 0,4 4 0 0,-4 1-3 16,4 0 0-16,-2-1-7 0,0 3 4 0,0 5-7 15,5-8-11-15,-5 8-10 0,0-6-10 0,0 6-9 16,8-6-6-16,-8 6-3 0,7-3-4 0,-7 3 1 16,0 0 3-16,0 0 0 0,26 4 1 0,-14-4 3 15,-6 3 5-15,-6-3 7 0,15 0 1 0,-5 0 4 16,2 2 4-16,-4-2-2 0,5 2 4 0,-4-2 11 15,6 1-6-15,-4-1 4 0,1 3 4 0,-2 0-2 0,0-3 4 16,-2 1 4-16,-2 4-9 0,-6-5 7 16,15 4-1-16,-10 3-1 0,0 0 7 0,0-7-4 15,0 3 1-15,2 3 0 0,-7-6 2 0,5 9 2 0,-5 0 1 16,0-9 1-16,0 4 0 0,0-4-1 0,0 9-2 16,-3-2-9-16,3-7 4 0,-5 8-6 0,5-8-13 15,-4 3-7-15,4-3-19 0,0 0-2 0,0 0-19 16,0 0 4-16,0 0-12 0,0 0 4 0,-5-15 4 15,5 15-1-15,2-13 2 0,3 7 10 0,0-6 5 16,0 1 9-16,5-5 1 0,-2 5 4 0,5-5 7 16,-1 1 0-16,3-5 2 0,-4 4 0 0,8-5 4 15,-6 4 6-15,-2 0 18 0,3-3 25 0,-1 6 20 16,-7 3 36-16,3 0 3 0,-3 2 7 0,1 2 2 16,-5-1-12-16,6 5-6 0,-8-2-13 0,0 5-8 15,7-1-3-15,-7 1-1 0,0 0-5 0,13 10-6 16,-13-2-4-16,6-1 3 0,-4 3-4 0,3 0-4 0,-3 0 1 15,3 6-7-15,-4 0 0 0,6-4-4 0,-5 6-1 16,6-2 6-16,-2 3-10 0,1-6-1 16,1 5 4-16,-3-3-2 0,2 0-5 0,-2-2 5 0,2 1-3 15,-2-5 3-15,-4 3-1 0,2-5-6 0,-3 5-1 16,-3-1 4-16,2-7 1 0,-6-2-2 0,2 4-1 16,0 0 1-16,-5-3 4 0,0 0-4 0,3 1 1 15,7-4 3-15,-9 2-6 0,9-2 4 0,-12 1-5 16,12-1 0-16,0 0-6 0,0 0-18 0,0 0-19 15,0 0-29-15,0 0-26 0,13-15-32 0,2 5-13 16,7 7-110-16,6-11-273 0,2 4 121 0</inkml:trace>
  <inkml:trace contextRef="#ctx0" brushRef="#br0" timeOffset="-183148.97">18910 6511 111 0,'0'0'173'0,"0"0"3"0,0 0-10 0,-17-8 2 16,7 4-9-16,-8 4-6 0,2 0-4 0,-4 2-9 0,-5 1-4 15,3 0-14-15,-7 5-4 0,0 0-13 0,5 3-9 16,-5-2-10-16,10 1-7 0,-3-1-10 16,6 2-5-16,1 1-6 0,-2-1-8 0,5 2-6 0,4-4-3 15,-5 1-3-15,6 1-3 0,4-4-1 0,-2 2 0 16,5 2-1-16,0-4-1 0,7 0-2 0,-6 2-2 16,4-4-1-16,7-2-2 0,-1-1-3 0,1 1-1 15,8-5-4-15,-8 1 0 0,4-5-1 0,6-2-6 16,-8-2 4-16,3 1-5 0,3-9 0 0,0 8-1 15,-4-13-2-15,-4 4-3 0,4-4 0 0,-2-1-6 16,-3-3-3-16,1-1-2 0,-4-1 1 0,-1-10 2 16,-4 4 5-16,2 8 0 0,-5-4 0 0,0 7 17 15,-5-4 20-15,0 6 19 0,0-5 12 0,5 9 8 16,-8-1 5-16,3 6-6 0,2-4-3 0,-2 8 1 16,3-3-10-16,-5 4-5 0,4 4-13 0,0-4-7 15,-1 4-3-15,4 4-12 0,0 0 2 0,0 0-2 0,-16 12-10 16,14-6-4-16,-1 3-7 0,5 7-1 0,-1 1-1 15,6 8-3-15,1-1-10 0,4 3-9 0,3 3-15 16,-4-3-24-16,9 0-22 0,0 8-27 0,-2-7-33 16,10 2-43-16,-5-6-30 0,14 2-11 0,-16-6-18 15,22 5-164-15,-6-3-441 0,-6-8 195 0</inkml:trace>
  <inkml:trace contextRef="#ctx0" brushRef="#br0" timeOffset="-182430.24">19299 6547 24 0,'-4'-9'204'0,"3"1"15"0,-16-1-4 15,9-4 0-15,1 4-8 0,-8-1-7 0,2 2-9 16,2 1-20-16,-8-2-17 0,3 1-17 0,3 4-13 16,3 1-15-16,-5 2-12 0,2 2-8 0,-1-1-11 15,4 3-6-15,-1-2-11 0,1 4-4 0,3-2-8 16,1 3-14-16,2-2-4 0,-2 4-14 0,6-4-8 16,0 7-15-16,1-2-15 0,6-2-16 0,-2 3-23 15,0-3-29-15,8 0-15 0,-6 0-9 0,6-6-18 0,2 3 1 16,-5-2-16-16,1-2 3 0,6 0 9 0,-4 0 9 15,2-6 18-15,-2 1 12 0,-1 2 15 0,0-4 24 16,-3 1 21-16,6-5 26 0,-3 4 19 0,-2-2 16 16,1-3 18-16,-1 1 27 0,-1 1 21 0,4 2 15 15,-5-1 15-15,0-3 3 0,-1 8 9 0,-5-3 4 16,4-1 3-16,-1 2-6 0,-3 1-14 0,-2 5-14 16,7-4-8-16,-4 0-11 0,-3 4-14 0,3-7-9 15,-3 7-9-15,0 0-7 0,0 0-3 0,0 0-3 16,8 15-6-16,-1-12-1 0,-5 5 2 0,-2 1-16 15,6 1-9-15,-1-1-10 0,-1 2-16 0,1-2-12 16,3 5-16-16,-3-2-19 0,-2 1-13 0,5-3-21 16,-3 7-15-16,-1-8-12 0,2 1-20 0,1-2-4 0,-2-1-12 15,0 1-1-15,-2-5 7 0,2 1 14 16,-2 1 11-16,-3-5 3 0,9 2 16 0,-9-2 16 16,0 0 16-16,0 0 17 0,18-7 28 0,-13 3 30 0,-5 4 13 15,10-8 17-15,-7 1 25 0,2 2 20 0,-2-1 14 16,4-3 7-16,-2 5 5 0,-2-4 0 0,4 1-2 15,-4-1-4-15,1 1 11 0,1-1-9 0,-2 4-5 16,2-4-1-16,-2 5-7 0,-3 3-9 0,5-7-6 16,0 2-8-16,-5 5-6 0,10-4-6 0,-10 4-5 15,0 0-5-15,0 0-4 0,17 4-4 0,-11-1-2 16,2 2-3-16,-1 1-6 0,0 3-2 0,-1 0 1 16,6 5-5-16,-1 1 0 0,-4 0-1 0,8 9-4 15,-13-5-1-15,13 8-2 0,-9 1-1 0,7 2 1 16,2 9 0-16,-1-3 0 0,0-6-1 0,-4 9-1 15,-1-7-2-15,2 5 4 0,-3-8-5 0,2 1 7 16,-5-3 8-16,0 0 10 0,-1-8 12 0,-1 1 8 0,-1-2 16 16,-2-3 23-16,-2 2 30 0,-1-9 46 0,-1 2 48 15,-1-1 32-15,0-5 13 0,-3 2 3 16,-3-5-13-16,-4 4-11 0,-4-10 1 0,3 4-28 0,-1-6-13 16,-1-5-21-16,3 1-19 0,-13-5-16 0,5-2-11 15,6-5-16-15,-4 2-8 0,1 0-20 0,5-1-27 16,2-4-39-16,1 3-49 0,2-2-53 0,4 1-70 15,2-1-79-15,8-4-86 0,2 2-90 0,4-2-106 16,10-9-295-16,5-1-880 0,6 4 389 0</inkml:trace>
  <inkml:trace contextRef="#ctx0" brushRef="#br0" timeOffset="-180349.36">20499 6340 147 0,'0'0'302'0,"-4"-8"-5"0,1 1-11 0,3 7-21 16,0 0-19-16,0 0-23 0,-2-7-21 0,2 7-25 0,0 0-14 15,0 0-26-15,0 0-14 0,0 0-14 0,-21 15-19 16,13-6-8-16,-1 0-10 0,3 4-6 15,-3 1-1-15,3-1-4 0,-2 2-7 0,1-1-3 0,0-1 0 16,1 7-10-16,6-4-1 0,0-1-7 0,0 2-1 16,0-2 5-16,6-1-4 0,1-1-3 0,1-3 0 15,2 1-2-15,8-3-5 0,-1 0 4 0,3-4-3 16,1 0-3-16,-2-4-7 0,2 0 5 0,1-4 0 16,-3-3-5-16,1 2-2 0,-2-5 7 0,6-2-10 15,-9-1 3-15,1 2 4 0,-3-5-2 0,2 0 6 16,-13-2 5-16,5 2 5 0,-1-4 3 0,-4 6 11 15,-2-6-4-15,-2 5 1 0,-4 0 2 0,-3 0-15 16,4 3 1-16,-8 5-3 0,-2-5-2 0,4 4-8 0,-6 1 2 16,-1 1-5-16,0 3-7 0,-1 3-22 15,3 0-19-15,-1 3-23 0,1-2-24 0,1 4-23 16,2 1-17-16,4 2-17 0,-1-1-20 0,5 1-26 0,0 0-27 16,7-1-43-16,5 6-226 0,-6-7-521 0,11 4 231 15</inkml:trace>
  <inkml:trace contextRef="#ctx0" brushRef="#br0" timeOffset="-179552.51">21126 6359 65 0,'0'0'250'0,"0"0"10"15,0 0 6-15,0 0 11 0,0 0-2 0,0 0-3 16,0 0-5-16,0 0-11 0,0 0-9 0,-8-26-16 16,4 22-9-16,-1-3-3 0,-1-2-10 0,4 1-9 15,-4 0-18-15,-1-1-12 0,-1-4-9 0,1 2-16 16,0 3-13-16,6-5-10 0,-6-1-14 0,1 5-12 15,-1-6-2-15,7 0-14 0,-8-2-15 0,8 3-3 0,-2-1-19 16,-3 6 1-16,10-5-15 0,-3 4-6 0,-2 3-13 16,3-7-3-16,2 6-9 0,-5 1-17 15,7-2-7-15,-1 5-11 0,2-4-5 0,1 4-15 0,4 2-4 16,-6-3-2-16,1 5 3 0,7 0-2 0,-4 0 0 16,-11 0 5-16,24 0 1 0,-11 5 6 0,-3-2-6 15,1 1 4-15,-2 3 0 0,0 0 12 0,0 1-2 16,-4-1-1-16,3-1 2 0,-1 8 3 0,-1-7 13 15,-2 3-4-15,-1 7-1 0,-3-4 1 0,2-1 4 16,-2-2 6-16,-2 9 0 0,-1-4 4 0,-1 3 0 16,-2-2 4-16,-1 2-4 0,2 1 0 0,-5 0 4 15,3-1 1-15,-6 4 2 0,5-2-1 0,0 6 2 16,-1-7 3-16,-1 2-1 0,-1-2-1 0,6-1 3 16,-3 2 1-16,1-5 7 0,-1 1-10 0,6 1 5 15,0-3-6-15,2 1 7 0,0 0 3 0,-5-5 5 16,5-3-5-16,5 4 3 0,-1 0-1 0,4-4 6 0,-1 1 6 15,4-1-2-15,4 2-8 0,0-8 20 0,2 1-20 16,2-2-2-16,0 1 5 0,1-4 9 0,1 3-14 16,-4-1-1-16,1-3 0 0,-3-6 1 0,3 6 6 15,-10-2 17-15,5-3-11 0,-6-1 17 0,-4 0-12 16,4 1-1-16,0-6 0 0,-4 3 3 0,0-4-3 16,-6 5-1-16,0-4-5 0,-4 5 11 0,-1-3-17 15,-1-1 1-15,1 5-8 0,-5-3-1 0,-2 4-18 16,0-2-8-16,0 7-17 0,-1 0-24 0,-3-4-24 15,3 3-27-15,-4-1-36 0,3 5-46 0,3 0-51 16,-1 0-60-16,0 1-187 0,5 3-536 0,0-4 237 16</inkml:trace>
  <inkml:trace contextRef="#ctx0" brushRef="#br0" timeOffset="-178255.69">21614 6403 221 0,'0'0'291'0,"0"0"-1"0,0 0 1 16,0 0 4-16,0 0-5 0,0 0 20 0,0 0-22 16,0 0-6-16,0 0-16 0,0 0-23 0,0 0-20 0,17-16-15 15,-9 13-21-15,-3-2-19 0,7 1-18 0,-2 0-14 16,1-3-15-16,1 3-11 0,3-4-9 15,1 1-13-15,1 2-9 0,-2-3-11 0,6 0-4 0,-8 2 0 16,7 3-17-16,-3-2-15 0,3 4 2 0,-10-2-36 16,5 0-22-16,1-2-31 0,2 5-34 0,-6-1-26 15,-1-1-36-15,4 2-33 0,-5 0-45 0,4 0-44 16,-1-1-50-16,0 2-261 0,-3-2-633 0,0 2 281 16</inkml:trace>
  <inkml:trace contextRef="#ctx0" brushRef="#br0" timeOffset="-177536.89">22369 6124 247 0,'0'0'257'0,"0"0"-24"0,0 0-27 15,0 0-18-15,0 0-19 0,0 0-14 0,-21 11-5 16,17-8-6-16,-2 3-10 0,1 3-15 0,-4 1-10 16,1-5-7-16,0 5-10 0,0-2-7 0,3-1-5 15,-4 5-11-15,3-7-1 0,1 5-3 0,1-1-2 16,-1 3-4-16,5-4-3 0,-6-1 0 0,2 1-3 16,3-2-2-16,-2-1-3 0,3-5 9 0,0 8 3 0,0-8 3 15,0 0 24-15,0 8-1 0,0-8 17 0,0 0 15 16,3 4 15-16,-3-4 0 0,0 0-13 15,0 0-8-15,0 0-16 0,0 0-13 0,11-19-4 0,-7 11-8 16,-1 1 8-16,4-2-17 0,-7-2-8 0,6-1-5 16,-2 0-1-16,1 4-6 0,-2-6-4 0,2 2-7 15,0-3-1-15,-4 6-3 0,1-4-3 0,1 2-2 16,-3-4-4-16,2 4-10 0,3-1 4 0,-5 4 2 16,0 0 0-16,2-4 0 0,-1 5 0 0,-1-5 0 15,0 1-5-15,2 3 0 0,-2 0 1 0,-2 1-4 16,4 2-1-16,-2 5 2 0,-2-11-2 0,2 11 2 15,2-11 0-15,-2 11-2 0,0-2-1 0,0 2-2 0,0 0-1 16,0-11-2-16,0 11 7 0,0 0-17 16,0 0-7-16,0 0-8 0,0 0-3 0,0 0 3 15,0 0 0-15,0 0 7 0,7 24 2 0,-7-17 4 0,0 2 1 16,0 5 1-16,0 4 2 0,0-3 1 0,3 3-2 16,0 9-1-16,-1-4 7 0,1 1-8 0,4 1 6 15,-6 2-8-15,6-2-2 0,-4-1-12 0,4 3-19 16,-4-1-5-16,-1-2-18 0,-2-6 10 0,2 6-27 15,3-3-10-15,-2-4-11 0,4 2-20 0,-7-2-20 16,5-4-21-16,-2-1-27 0,0-3-32 0,0 0-26 16,4-5-39-16,-2 3-189 0,-2-3-523 0,4-3 232 15</inkml:trace>
  <inkml:trace contextRef="#ctx0" brushRef="#br0" timeOffset="-177271.27">22631 6021 310 0,'-4'-7'329'15,"4"-3"-3"-15,0 6-9 0,-1-4-11 0,1 8-28 0,0-7-24 16,0 7-33-16,0 0-30 0,0-9-18 0,0 9-15 16,0 0-17-16,0 0-11 0,0 0-24 0,6 25 4 15,1-15-19-15,-4 0-3 0,7 7-8 0,-5 0-9 16,7 1-3-16,-4 5-15 0,2 1 3 0,3 0 9 15,-6 0-25-15,3-4-3 0,-7-1 2 0,7 6-20 16,-2-2-16-16,-1-7-23 0,-1 3-21 0,1-3-28 16,0 0-19-16,-6-2-26 0,1-2-33 0,3-1-40 15,-5 1-34-15,2-5-27 0,-2-1-240 0,3-2-528 16,-3-4 234-16</inkml:trace>
  <inkml:trace contextRef="#ctx0" brushRef="#br0" timeOffset="-177035.39">22899 6214 1 0,'0'0'324'0,"0"0"5"16,0-7-9-16,0 7-13 0,6-7-19 0,1 0-12 16,0 7 7-16,1-3-38 0,2-4-8 0,10 2-23 15,-7-2-34-15,7 2-10 0,-4 2-16 0,6-4-15 16,4-2-21-16,-4 8-4 0,4-6-2 0,-4 3-36 15,-1 0-45-15,4-3-41 0,-8 2-55 0,4-2-53 16,-1 3-64-16,2 0-75 0,-6-4-291 0,1 4-594 16,-4 1 264-16</inkml:trace>
  <inkml:trace contextRef="#ctx0" brushRef="#br0" timeOffset="-176352.79">23466 5919 28 0,'0'-6'351'0,"0"6"-22"0,0 0-15 15,-8-5-22-15,8 5-27 0,0 0-20 0,0 0-25 16,0 0-24-16,0 0-23 0,0 0-10 0,0 0-23 15,30 13-17-15,-14-8-11 0,-9 3-8 0,15 0-10 16,-7 3-8-16,11 3-11 0,-4 4-9 0,-1-2-8 0,-4-2-4 16,-3 1-9-16,3 1-3 0,0 3-3 0,-3 1-4 15,-4-1-7-15,4-3 8 0,-4 2-14 16,-5 0 0-16,-2-3-4 0,3 4-4 0,-6-7-1 0,-4 3 2 16,-1 0-4-16,1-4 1 0,-4 2 1 0,1-2-2 15,1-2 0-15,1-2 1 0,-4 0-5 0,5-2 4 16,-3 2 0-16,4-4-8 0,-2 2 9 0,0 0 1 15,5-5-7-15,-4 6 13 0,4-6 7 0,0 0 7 16,0 0 4-16,0 0-6 0,0 0-1 0,0 0-4 16,19 1-15-16,-19-1 4 0,28-5 1 0,-13 1-7 15,1 0-1-15,2-2-18 0,1-3-10 0,4-4-14 16,5 0-7-16,0 0 1 0,-5-1-2 0,-1-7 3 16,6 6 1-16,-10 3 5 0,2-6 3 0,-4 6 4 15,-2 2 4-15,1 0 10 0,-9 2-5 0,1 0 5 16,1 1 5-16,-1-1 8 0,1 5-3 0,-3-1 2 15,-5 4-3-15,3-8-3 0,-3 8 1 0,0 0-3 0,0 0-1 16,0 0 3-16,0 0 2 0,0 0 0 0,-15 24 7 16,14-10-11-16,-1-6 7 0,-3 2-3 15,5 3 0-15,-2-1 0 0,-1 0 2 0,6-1 3 0,-1-2 1 16,3 3-2-16,-3-2 0 0,3-1 3 0,0-1-1 16,1-2 1-16,1 3 1 0,0-3-4 0,1-5 3 15,3 4 1-15,-6-5 1 0,5 2 2 0,-10-2-2 16,20-3 1-16,-15-4-2 0,3 2 0 0,-1-3-1 15,0 1-4-15,-6-1 9 0,4-3 3 0,-3 2 1 16,-2-2 2-16,0-6 0 0,0 0 1 0,-2 4-3 16,-3-5 7-16,-1 5-5 15,-3-2-4-15,3 3 1 0,-1-3-6 0,-4 3-2 16,2 0 1-16,-2 1-14 0,4 3-13 0,-3 1-19 16,2-1-26-16,1 4-34 0,-1 0-34 0,1 2-41 0,7 2-41 15,0 0-44-15,-11-2-221 0,11 2-521 0,0 0 231 16</inkml:trace>
  <inkml:trace contextRef="#ctx0" brushRef="#br0" timeOffset="-175035.46">24327 5940 264 0,'0'0'328'0,"0"-14"-14"0,0 9-9 0,2 0-9 16,-2 5-17-16,0 0-15 0,5-10-11 0,-4 7-41 15,-1 3-14-15,14-7-28 0,-8 6-6 0,4 1-5 0,3 0-32 16,4 0-20-16,3 0-5 0,1 1-9 0,-4 6-13 16,4-4-5-16,1 6-11 0,-7-3-8 15,6 3-4-15,-4 1-5 0,-2 0-3 0,-4 5-13 0,-1-3-1 16,2 3-9-16,-4-3 2 0,0 5-6 0,-8-2-2 16,5 3 1-16,-3-2-4 0,-4-1 2 0,-3 4 2 15,5-12-4-15,-6 9-4 0,4-5 1 0,-3 2-1 16,4-1 0-16,-6-7 0 0,7 7 5 0,-2-6-5 15,-3 0-4-15,5-6-3 0,0 9 2 0,5-5 1 16,-5-4 12-16,13 5-17 0,-3-5-1 0,5 0-6 16,7-3-9-16,1 1-16 0,7-1-13 0,0 1-10 15,-1-5-15-15,8 0-10 0,-7-4-15 0,4 1-19 16,-10-4-15-16,7-1-14 0,-3-1-11 0,-1 1-8 0,-6-1 8 16,2 0 6-16,-8 0 12 0,0 1 17 15,-5 1 18-15,2 1 6 0,-2-1 24 0,-4 0 19 16,-1 1 17-16,-5 4 7 0,2-3 13 0,-2 5 10 0,-2-1 6 15,2 3 1-15,-3-3 0 0,3 8-1 0,-4-6 0 16,4 6-2-16,-8-3-1 0,8 3 4 0,0 0-1 16,0 0 10-16,-13 7 4 0,13-7 0 0,-5 12 4 15,3-1-2-15,2-4 1 0,0 2 1 0,2-1-1 16,3 2-7-16,-5-2 5 0,0 4 1 0,7 3 4 16,-6-6-3-16,1 2-1 0,1-3-1 0,1 3 0 15,0-7 4-15,3 3 0 0,-2-2 6 0,2-2 7 16,-2 1 1-16,-5-4 4 0,13 4 0 0,-6-4-2 15,-7 0 0-15,16-4 5 0,-8 0 2 0,1-3 4 16,-3 3 7-16,3-4 11 0,-3 0 9 0,6 0 6 16,-6 0 6-16,4 2 5 0,-5-2 0 0,0 3 11 15,7-3 14-15,-11 2-3 0,6 3 3 0,0-3-5 16,-7 6-9-16,1-8-9 0,4 4-8 0,-5 4-12 0,0 0-12 16,4-3-14-16,-4 3-4 0,0 0-6 15,0 0-6-15,0 0 0 0,13 12-2 0,-7-5-3 16,-4 2-3-16,3 4-2 0,3 1-15 0,-1 0 0 0,1 2-21 15,1 1-26-15,2-2-23 0,4 6-18 0,-3-1-25 16,1-7-36-16,0 5-32 0,2-5-25 0,8 5-56 16,-10-4-59-16,6-1-232 0,-6-4-592 0,7 3 262 15</inkml:trace>
  <inkml:trace contextRef="#ctx0" brushRef="#br0" timeOffset="-174379.24">26287 5622 28 0,'6'-5'329'0,"-6"-7"-9"16,7 8-19-16,-7-4-32 0,0 8-24 0,0-7-34 16,0 7-19-16,7-1-22 0,-7 1-18 0,0 0-10 15,6 19-18-15,-2-6-8 0,-1 2-7 0,4 5-9 16,-3 4-9-16,6 2-14 0,-1 1 0 0,-8 0-9 15,13 0-8-15,-13 0-3 0,14 1-10 0,-8-1 1 16,1 3-4-16,-1-4-7 0,4 2 2 0,-2-4-12 16,-1-1-13-16,0-4-17 0,-3-3-26 0,0 1-27 15,0-2-36-15,2-1-44 0,-7-2-49 0,5-5-56 16,-4 1-218-16,-1-4-497 0,0-4 220 0</inkml:trace>
  <inkml:trace contextRef="#ctx0" brushRef="#br0" timeOffset="-173676.07">26767 5727 320 0,'0'-9'321'16,"-2"-1"-5"-16,-1 4-3 0,1-3 10 0,2-2-7 16,0 8 0-16,0 3-24 0,0-11-27 0,0 11-32 15,-3-9-33-15,3 9-17 0,0 0-25 0,0 0-21 16,0 0-9-16,0 0-16 0,0 0-3 0,5 24-25 16,-2-7-7-16,2 1-5 0,0-2-14 0,-3 10 0 15,6-3-18-15,-1 4 11 0,-1-2-10 0,4 0-7 0,-3 2-13 16,1-1-21-16,0-1-20 0,2-1-15 15,-1 3-26-15,-1-2-19 0,-2-8-30 0,1 2-29 16,1-3-38-16,-6 0-43 0,3-6-53 0,3 2-62 0,-6-5-187 16,3 1-565-16,1-3 250 0</inkml:trace>
  <inkml:trace contextRef="#ctx0" brushRef="#br0" timeOffset="-173347.95">27200 5953 93 0,'2'7'165'0,"-2"-7"-6"0,5 9-3 0,3-2-9 16,-8-3-3-16,4 1-4 0,-4-5 4 0,6 3 0 15,-4 1 5-15,-2-4 6 0,0 0 5 0,0 0 7 0,0 0-5 16,0 0-13-16,0 0 6 0,0 0-5 15,13-10 11-15,-13 10-22 0,-2-8-1 0,2 8-3 16,0 0-1-16,-3-13-17 0,0 5 8 0,-2 3-9 16,5-1-10-16,-5-1-6 0,2 2-15 0,-1-2 6 0,-1 5-21 15,0-4-10-15,0 2-18 0,-3-1-25 0,3 2-24 16,5 3-42-16,-11-7-33 0,11 7-33 16,-9-1-41-16,9 1-34 0,-13-3-53 0,13 3-43 0,0 0-223 15,-10-3-549-15,10 3 244 0</inkml:trace>
  <inkml:trace contextRef="#ctx0" brushRef="#br0" timeOffset="-173035.46">27156 5643 33 0,'-4'3'163'15,"-1"0"-7"-15,5-3 2 0,-8 7-2 0,7-4-9 16,-1 5-2-16,2-8 3 0,0 8-4 0,0-8-4 16,2 7 3-16,-1-3-4 0,6 1 1 0,-1-2-6 0,-6-3-5 15,15 4-7-15,-13-2-4 0,6 0-7 0,-8-2 7 16,18 0-13-16,-18 0 0 0,12-2-3 16,-12 2-3-16,12-6-3 0,-6 5-5 0,-2-9-5 0,2 9-8 15,-6-5-7-15,0 6-12 0,3-10-1 0,-3 3-7 16,0 7-5-16,-3-10-9 0,0 7-14 0,3 3-16 15,-10-9-30-15,5 4-23 0,5 5-24 0,-12-3-26 16,12 3-27-16,-13 0-40 0,13 0-38 0,0 0-35 16,-8 7-214-16,8-7-488 0,-3 7 216 0</inkml:trace>
  <inkml:trace contextRef="#ctx0" brushRef="#br0" timeOffset="-172676.1">27619 5512 108 0,'0'0'225'0,"0"0"-18"16,0 0-8-16,0 0-11 0,-16 5-12 15,9-1-4-15,4-1-3 0,-1 4-4 0,3 1-4 0,2 0-6 16,-1 3 0-16,7 1-4 0,0-4 0 0,-6 7-10 15,9 2-3-15,-5-2-4 0,10 4-4 0,-8-5-7 16,13 9-4-16,-6-2-16 0,3-2-9 0,-4-4-11 16,2 1-6-16,-2-1-8 0,2 1-10 0,-1-1-13 15,-5-2 0-15,1 2 1 0,4-3-7 0,-8 2 0 16,4-2-17-16,-5 0 8 0,0-2-4 0,2-1-5 16,-6-1 1-16,-1 2-6 0,0 0-9 0,2 0 19 15,-5-3-12-15,1 1-2 0,-6-3 2 0,3 2 1 16,-7-2-5-16,6 0-8 0,-9-1-15 0,0-2-16 15,-2 2-19-15,-1-4-29 0,-5 0-29 0,-7-3-39 16,2 0-35-16,-10-1-47 0,8-5-55 0,-1 1-223 16,3 1-546-16,3-5 241 0</inkml:trace>
  <inkml:trace contextRef="#ctx0" brushRef="#br0" timeOffset="-172144.87">27662 5592 195 0,'0'0'244'0,"8"-3"-15"0,-1-1-10 15,0 2-17-15,8-3-19 0,-7 2-15 0,5-1-9 16,7 1-16-16,-2 0-12 0,9-3-14 0,-2 5-9 16,-6-2-11-16,11-2-9 0,-5-1-9 0,5 3-6 15,-9-3-7-15,7 2-8 0,-4-3-3 0,-5 3-6 16,5-2-7-16,-3 0-3 0,-4 0-4 0,4-3-2 15,-3 1 4-15,-1 0 18 0,-4-1-6 0,-3 3 0 16,-2-3 4-16,1-2-1 0,-4 5 0 0,0-2-7 16,-4-1-9-16,1 4-6 0,-4-2-2 0,1 0-4 15,-4 3-4-15,0-1-2 0,-7 1-2 0,-1-1-3 16,-2 5 0-16,-2-2-3 0,-2 4-3 0,2-2 1 16,-3 3-2-16,-1-1-1 0,6 2 0 0,0 1 1 15,-5 3-2-15,3-3-1 0,11 0-5 0,-9 0-2 16,5 3 0-16,5-2-5 0,0 0-3 0,0-3 5 0,2 8-4 15,6-6 6-15,4 3-2 0,-4-1-1 0,5 1 7 16,2-2-4-16,5 1 2 0,0 3 3 16,3-2-2-16,-3-3-1 0,0 2 0 0,-2 1 1 0,2 1 6 15,-2-3-8-15,-3-2 4 0,-3 4-4 0,1 1 1 16,-1 0 1-16,1 3-1 0,-1-3-4 0,1 5 5 16,-3-1 6-16,-3 5-8 0,4-5 2 0,-6 6-2 15,5-1 2-15,-5-1-1 0,0 3 2 0,2-1-2 16,0 1 4-16,-2 1 2 0,1-1-1 0,4-4 0 15,-3 3 5-15,-2 0-4 0,5-4-3 0,0 1-22 16,0 0-37-16,-2-2-47 0,-1 3-61 0,4-9-62 16,-1 3-233-16,0-5-499 0,5 1 221 0</inkml:trace>
  <inkml:trace contextRef="#ctx0" brushRef="#br0" timeOffset="-171346.5">28457 5074 28 0,'-2'-4'368'0,"2"4"-14"16,0 0-21-16,0 0-26 0,2-7-19 0,-2 7-41 16,0 0-20-16,0 0-28 0,0 0-14 0,28 13-13 15,-12-4-20-15,6 8-13 0,-1-1-20 0,6 8-9 16,3 3-6-16,3 7-10 0,0 0-9 0,0 1-14 15,-5 3-2-15,2 4-9 0,0 2-6 0,-4-1 1 16,-1 3-4-16,-2-2-9 0,-1 2 9 0,-2 1-19 16,-6 2-5-16,0 0 1 0,-9-2-9 0,-7 3 2 15,7 2 16-15,-20 21-23 0,2 0 2 0,0-18-21 16,-16 18-35-16,-2-2-38 0,-7-3-41 0,-3-5-42 16,-12-2-53-16,8 2-33 0,-8 2-302 0,-3-11-595 15,13-16 263-15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5T11:42:31.68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4361 2176 169 0,'0'-4'312'0,"0"4"-14"16,0-12-23-16,0 9-27 0,0 3-27 16,0 0-22-16,0-9-22 0,0 9-21 0,0 0-12 15,0 0-14-15,15 23 1 0,-8-8 3 0,-1 1-5 0,2 11-11 16,1-1-6-16,6 11-7 0,-5 2-7 0,1 3-11 15,4-3-5-15,-3 2-9 0,-2-1-5 0,-1-10-9 16,6 9-3-16,-5-11 6 0,-1 1-20 0,-1-1 2 16,0-1-11-16,-1-1 0 0,1-1-6 0,-1-8-5 15,-1 1-2-15,3-3-7 0,-5 0-13 0,0-3-14 16,1-4-14-16,-2-2-6 0,0 1 3 0,1-5-14 16,-4-2-27-16,0 0-27 0,0 0-23 0,8-15-21 15,-8 7-27-15,0-7-15 0,-3-5-11 0,-2-2-5 16,-2-3 1-16,-5-16 6 0,1 9 16 0,-6-7 21 15,4-3 13-15,3 12 20 0,-3-10 29 0,5 12 26 16,-1-1 35-16,-2 2 36 0,3 0 39 0,-1-1 27 16,1 5 26-16,1 7 23 0,1-3 17 0,4 4 16 15,-3 5 12-15,3 0 0 0,-3 1-8 0,5 1-13 16,-1-1-18-16,1 9-12 0,0-8-12 0,0 8-6 16,8-1-9-16,-8 1-11 0,20 9-8 0,-3 0-4 15,7 1-7-15,3 8 0 0,3-1-9 0,8 10-6 16,-2 0 0-16,2 0 4 0,4 0-12 0,-3 3 4 0,4 0-11 15,-5-3-4-15,2 3 1 0,-2-3-5 16,-6 3-4-16,2-6 4 0,-12-2 3 0,6-2-7 16,-3-1 1-16,-4 1-2 0,-4-1-4 0,-2-7-3 15,0 2 4-15,-4-2-1 0,-2-4 0 0,-1 0-1 0,-2 0 3 16,-1-4 1-16,-1 1 26 0,1-2 55 0,-5-3 24 16,0 0 6-16,0 0-7 0,0 0 0 0,8-15-3 15,-10 6 3-15,4-9 7 0,0-2 3 0,-4 3-7 16,2-13-2-16,-2-1-12 0,-3-11 4 0,5-4-10 15,-1 4-5-15,1 0-7 0,-5-3-6 0,5 3-7 16,0-1-6-16,0 4-8 0,0-4-7 0,0 15-3 16,0-2-4-16,0 3-7 0,-2 8-3 0,4-1-3 15,-2 5-7-15,0-3-3 0,0 9-20 0,0 1-39 16,-2-2-60-16,4 4-73 0,-2 6-29 0,6-3-24 16,-6 3-28-16,0 0-34 0,15 21-45 0,-5-12-68 0,0 11-298 15,2-4-756-15,-1 7 335 0</inkml:trace>
  <inkml:trace contextRef="#ctx0" brushRef="#br0" timeOffset="609.3">5629 2438 244 0,'0'0'344'0,"-33"-5"-3"0,26 6-17 15,-4 6-23-15,4-2-33 0,-3 2-25 0,0-2-33 16,-2 5-18-16,3-1-26 0,2 4-10 0,-8 1-14 15,2 2-18-15,5 0-12 0,-1 4-15 0,-4 5-4 16,6-9-4-16,-1 7-16 0,3-3 0 0,3-4-12 16,1 6-10-16,-4-6-8 0,10-1 0 0,-4 1-5 15,1-1-3-15,5-1-2 0,4-1-4 0,-7-5-1 16,7 0-4-16,-2-4-3 0,-1-1-3 0,5-3 6 16,4-1-11-16,-1-4-3 0,-1 0 1 0,0-3 1 15,-2-3-3-15,2-1 1 0,-2-3-4 0,1 0 1 16,-5-2-2-16,3-1 8 0,-4 1-11 0,-4-3-1 15,4-1 3-15,-6 8 4 0,-1-7 5 0,1 2 16 16,-4 0 14-16,2 0 14 0,-1 2 6 0,1 2 7 16,1-4 5-16,-4 6 4 0,0 3-16 0,1 1-1 15,-1 1-6-15,1-1-5 0,2 3-7 0,-2-2-7 16,2 7-15-16,-1-4-4 0,1 4-21 0,0 0-28 16,0 0-9-16,5-6 2 0,-5 6-1 0,0 0 0 15,28 10-8-15,-13-2-4 0,6 3-2 0,-6-4 1 16,2 3-2-16,11 1 3 0,2 3 0 0,-4-1-6 0,2-1 5 15,-3 3-1-15,-2-3 0 0,-3 0 3 0,-3-6 2 16,4 5 4-16,-4-2 9 0,-2-2 3 16,1-1 2-16,-4 0 6 0,-6 0 6 0,3-3-1 15,-4 0 13-15,1-2 23 0,-2 2 32 0,-4-3 43 0,0 0 8 16,0 0 8-16,0 0 2 0,11-12 13 0,-9 5 15 16,-2-1-13-16,1 4 4 0,-1-8-4 0,4 1-5 15,1 4-4-15,-5-5-8 0,5 0-10 0,-4 1-6 16,8-1-4-16,-4 2-18 0,-4-2-6 0,9-1-7 15,-5 2-7-15,7 5-8 0,-2-6-2 0,-4 6-3 16,9 3-9-16,-8 2-7 0,8-3-17 0,0 4-13 16,-2 4-18-16,2 1-16 0,1 5-25 0,-1 0-24 15,2 2-20-15,4 6-21 0,-1 3-21 0,-3 0-17 16,1 2-18-16,-2 0-15 0,-1 4-20 0,-2 0-37 16,-1-3-38-16,5-1-38 0,1 1-279 0,-5-2-666 15,-5-5 295-15</inkml:trace>
  <inkml:trace contextRef="#ctx0" brushRef="#br0" timeOffset="843.67">6827 2504 290 0,'0'-8'435'0,"0"8"-14"0,-3-6-8 0,3 6-33 0,-3-5-29 16,3 5-34-16,0 0-38 0,6-7-24 0,-6 7-30 15,0 0-22-15,0 0-16 0,0 0-21 16,23 7-20-16,-9-5-17 0,0 1-35 0,8 2-32 16,6 0-54-16,2-3-56 0,1 4-50 0,4 0-48 0,10 2-55 15,0-3-58-15,-1 0-69 0,-1 1-220 0,2-3-591 16,-10-3 261-16</inkml:trace>
  <inkml:trace contextRef="#ctx0" brushRef="#br0" timeOffset="1121.85">7939 2218 18 0,'0'-7'268'0,"0"7"-31"0,0 0-26 16,0 0-21-16,0 0-16 0,-6 18-3 0,6-6-8 16,0 3-10-16,-3 11-6 0,3 2-11 0,0 5-14 15,3 12-9-15,0 6-11 0,5 0-11 0,1 8-8 16,-1 12-8-16,7-13-7 0,6 16-7 0,-11-18-4 15,9 0-6-15,-5-1-3 0,1 1-2 0,-1-2-8 16,4-6-2-16,-2 1-5 0,1-5 0 0,-2-6-4 16,-5-9-3-16,0-2-9 0,3-8-7 0,-5-4-6 15,-1 0-4-15,1-6 2 0,-3-1-5 0,5-5-12 16,-5-3-20-16,-5 0-25 0,11-12-40 0,-7-4-34 16,4-7-31-16,-8-8-47 0,0-12-163 15,-7-4-406-15,2-10 180 0</inkml:trace>
  <inkml:trace contextRef="#ctx0" brushRef="#br0" timeOffset="1369.59">7982 2443 67 0,'-14'-28'268'0,"0"4"8"0,4-5 8 0,-1 5 3 0,3 5 6 16,-1-1 10-16,9 4-11 0,-6-2-6 0,4 3-23 15,2 3-25-15,2 2-25 0,4-1-23 0,1 0-21 16,6 3-20-16,2 0-8 0,3 2-20 0,10-2-8 16,-3 6-17-16,8 2-9 0,-3 1-11 0,2 5-3 15,1-1-8-15,-7 3-14 0,4 6-7 0,-2-1-15 16,-6 3-12-16,4 3-17 0,-6 0-10 0,-4 2-4 15,-6 6-2-15,0 2-9 0,-5-1 5 0,-5-1-2 16,-5 0-5-16,-3 5 5 0,-7-10 0 0,-3 2-2 16,-4 0-4-16,-4-1-7 0,3-5-12 0,-5-3-13 15,4 1-11-15,3-4-19 0,3-1-18 0,0-7-12 16,4 0-25-16,6-3-53 0,8-1-33 0,0 0-42 0,0 0-208 16,0 0-521-16,43-20 232 0</inkml:trace>
  <inkml:trace contextRef="#ctx0" brushRef="#br0" timeOffset="1713.31">8918 2331 205 0,'-15'-5'210'0,"15"5"-3"0,-28 4-10 16,4-3 2-16,-4 6-3 0,-1 1-7 0,-3-2-10 0,2 6-15 16,-3 1-16-16,2 1-17 0,3-1-12 0,3 2-8 15,-2 5-14-15,11-1-10 0,-6 0-6 0,9 1-10 16,5-2-8-16,1 2-5 0,0-4-5 0,6 4-6 15,2 1 0-15,4-3-7 0,4-3-3 0,-3 4-6 16,9-4 1-16,-2-3-2 0,4-2-11 0,5 0-1 16,1-7-3-16,-3 1-2 0,1-4-5 0,1-4 0 15,2-7-5-15,1 1 1 0,-7 1-2 0,4-9-2 16,-4 1 2-16,-3-4-1 0,-2-2 2 0,1-4 0 16,-6 5 0-16,0-2 4 0,-1 5 3 0,-7-4 12 15,1 6 13-15,-1-2 7 0,-1 0 4 0,-3 4-2 16,1 0-3-16,0 6-6 0,-2-2-5 0,2 3-6 15,-2 1-12-15,3 2-21 0,-3 1-23 0,5 4-19 16,-13 0-17-16,13 0-21 0,-9 9-10 0,6-1-26 16,0 2-28-16,6-2-34 0,-3 1-24 0,3 6-33 15,2 0-125-15,-1 0-399 0,2-4 176 0</inkml:trace>
  <inkml:trace contextRef="#ctx0" brushRef="#br0" timeOffset="3620.92">9048 2446 162 0,'10'-5'217'0,"2"-6"-2"16,3 0-13-16,-7 4-12 0,5 6-14 0,-3-4-20 16,3 2-15-16,-1 3-13 0,3-4-14 0,3 5-10 15,-1 3-11-15,4 3-11 0,-6-3-7 0,2 5-9 0,3 0-5 16,-6 1-2-16,0 5-11 0,1-3-6 16,-5 5 3-16,4-4-9 0,-7 2 0 0,5 2-8 15,-4-5-1-15,-1 2-5 0,-4-2-2 0,-2-1 1 16,3-3-3-16,-4-4 3 0,0 7 10 0,0-5 22 0,0-6 23 15,-7 7 6-15,7-7 16 0,0 0 11 0,0 0 1 16,-20-13 0-16,12 2-2 0,5 4-11 0,-1-5-12 16,4 0-10-16,0-7-9 0,4 0-9 15,7 3-1-15,1-5-24 0,4-3-14 0,6 3-18 0,13-6-28 16,6 3-18-16,2 3-20 0,2 1-11 0,6 0-15 16,-3 6 6-16,-3-3 6 0,1 9 4 0,1-6-2 15,-6 5 6-15,-11 3 8 0,1 1 7 0,-3 4 4 16,-6 1 4-16,-6-1 3 0,4 1 6 0,-12 0 0 15,6 2 4-15,-14-2 2 0,8 5 6 0,-8 1 5 16,0-6 6-16,-8 12 16 0,-6-8 11 0,5 4 18 16,-11 2 9-16,-8-2 12 0,4 4 8 0,-10-4 8 15,7 5 5-15,-6-4-2 0,7 4 7 0,-8-1-15 16,8-1-6-16,-2 0-4 0,8 1-2 0,-3-4-10 16,3 3-3-16,5-2 2 0,5 3-9 0,-1-5 0 15,2 3-7-15,3 0 0 0,-1 0-4 0,7-1 0 16,5 5-2-16,2-5-1 0,-2 0-3 0,11 3-5 15,-1-3 0-15,2 0-4 0,4-3-7 0,7 0-7 16,-6-1-7-16,-1-5-6 0,6 0-4 0,-2-5-2 16,-1-1-1-16,-4 0 5 0,5-4 3 0,-3-3 2 15,-8 0 2-15,8-5 5 0,-5-2 3 0,-4-2 1 16,2 0 12-16,-9 5 6 0,3-1 27 0,-3-1 18 16,-4 2 33-16,4-1 30 0,-6 0 24 0,5 3 18 0,-5 5 1 15,2-3-3-15,-2 6-13 0,0-2-11 0,-2 0-15 16,2 9-15-16,0-7-14 0,-5 3-16 15,5 4-14-15,0 0-7 0,0 0-11 0,0 0-17 16,0 0-23-16,0 0-22 0,-14 15-3 0,14-1-9 0,0-1-3 16,5 4 1-16,-4 1-2 0,6-3-12 0,1 3-6 15,-1 0-5-15,1 0 1 0,4 0 3 0,-1-4-5 16,-4-1 4-16,6 2 1 0,-5-4 13 0,7-1-1 16,-7-1 7-16,6-5-1 0,-4 0 6 0,1-3 5 15,2-1 3-15,-3-3 3 0,4-2 8 0,-1 3 3 16,-2-9 17-16,3 4 13 0,-4-4 21 0,0 2 34 15,1-5 17-15,-4 4 12 0,-1 1-5 0,3-4 14 16,-1-1 7-16,-1 4 2 0,-1 0 4 0,1 3-5 16,-6-5-6-16,6 6-13 0,-7-1-13 0,7 3-11 15,-6 0-9-15,-1 4-9 0,7-7-10 0,-7 7-17 16,0-7-35-16,0 7-7 0,0 0-6 0,0 0-4 16,15 14-10-16,-8-10-14 0,-1 4 0 0,-4-4-8 15,9 8-1-15,-4-1-7 0,1 0 0 0,2 1 2 0,-3-4-2 16,4 1 0-16,-2 6 7 0,-1-7 6 0,0-1 4 15,-1 0 3-15,-2-3 10 0,0 2 5 16,1-1 7-16,-1-3-1 0,-5-2 3 0,0 0 9 16,10 0 4-16,-10 0 26 0,12-7-1 0,-10 2 7 0,3 1 4 15,-5 4 2-15,4-11 0 0,-4 7 0 0,0 4-11 16,5-9 6-16,-3 3-5 0,1-2 1 0,-3 8 0 16,2-4-11-16,-2 4-6 0,0-6-10 0,0 6-26 15,0 0-22-15,0 0-21 0,0 0 4 0,0 0 2 16,0 0 3-16,22 10 2 0,-19-2 0 0,4-2 3 15,1-2 3-15,3 4 9 0,-2-2 8 0,4 0-8 16,-2 1 10-16,6 0 3 0,-2-2 1 0,3-1 5 16,-3 0 2-16,5 0-1 0,-4-4 1 0,-1 0 5 15,5 0 6-15,-3-7 0 0,-4 4 1 0,2-3 4 16,0 0-2-16,0 1 1 0,-2-2 3 0,-1-3-3 16,-1 3 2-16,-1 3 2 0,5-11 0 0,-10 12 3 15,2-5-4-15,2 4 0 0,-2-1 4 0,1 1-1 16,-3-2-6-16,-1 1 5 0,2 4-4 0,-6 1 3 15,13-3-1-15,-13 3 0 0,0 0 2 0,17 4 1 16,-9-4 1-16,1 7-5 0,2-6 2 0,-4 8-8 16,8-7 4-16,0 3 2 0,1-3-1 0,6-1-2 15,-2 4-3-15,1-3-1 0,9 3-5 0,-2 0-1 16,2-3 6-16,-4-1 1 0,-6 2 1 0,3-3 6 16,-1-4-4-16,-2 2 0 0,-4-3 3 0,1 0-1 15,-2-2 7-15,0 3 9 0,-2-2 6 0,-7 1 14 16,3 0 20-16,-3-2 8 0,-6 3 10 0,2-2-11 0,3-2-1 15,-12-1-1-15,6 6-10 0,1 3-10 0,-19-9-7 16,11 6-2-16,-2-1-3 0,-3 4-2 0,0 3-6 16,-4-2 1-16,-3 2 11 0,4 2-20 15,1 1 1-15,-2 4-4 0,9-2-7 0,-2-1-3 0,5 3-8 16,2 0 0-16,1 0-1 0,7 6 0 0,0-6-4 16,2 3-3-16,6 1-8 0,10 1-15 0,4-2-21 15,4-1-16-15,-1-4-24 0,20-4-27 0,-4 4-22 16,-3-5-15-16,8-3-11 0,-6-3 0 0,1-6 5 15,4 0 10-15,-12-9 12 0,-2-5 16 0,7 1 15 16,-11-5 9-16,-7 3 15 0,-2-11 3 0,2 0-8 16,-5-9-7-16,-6-1 1 0,-4 0 6 0,-6-6 15 15,-4 0 22-15,-7-2 38 0,-1-2 34 0,-2 5 52 16,-5-2 38-16,0 4 41 0,0 6 27 0,4 1 28 16,-8 2 21-16,9 11 27 0,-1 1 9 0,-1 5-5 15,4 7-1-15,-4-1-28 0,6 0-14 0,2 10-22 16,0-2-28-16,-3 3-19 0,5-2-26 0,2 7-15 15,0 0-19-15,-13 17-9 0,13-8-11 0,0 11-5 16,5 7-10-16,-3 4-3 0,3 0-5 0,5 12-3 0,-4 4-4 16,2-5-10-16,4 8-3 0,-4-2-8 15,4-2-10-15,-1 4-12 0,3-1-5 0,-6 1-13 16,0-3-13-16,-1-3-11 0,3 3-1 0,-4-5-4 16,-1-3-2-16,-1-12-3 0,-1 2 2 0,0-10 3 0,-1-1-1 15,1-3 10-15,-3-3 12 0,0-3 5 0,2-3 17 16,0-3 8-16,-2-3 13 0,0 0 21 15,0 0 10-15,11-16 9 0,-4 5 0 0,-4-4 5 0,9-1 1 16,-4-3-2-16,9-3 10 0,-6-2-4 0,1 0 5 16,3-2-8-16,-1 5 4 0,1 6-2 0,-1-1 0 15,1 1-8-15,-1 3-3 0,-2 1-8 0,3 3-3 16,-5 1-1-16,3 6-3 0,4-3-6 0,1 5 0 31,-3 2-6-31,1 1-8 0,-1 4-6 0,5 1-2 16,-3 5-6-16,6 2-6 0,-8-1 3 0,5 3 2 15,-4-1-8-15,1 1-8 0,4 7 0 0,-6-2 0 0,7-1-1 16,-9-9-6-16,-3 6 1 0,5-4 1 16,-4-2 5-16,-1 1 3 0,-3-6 1 0,-1-1 7 15,3-2 0-15,-3 0 4 0,-6-2 2 0,0-3 4 16,0 0 5-16,0 0 1 0,0 0 1 0,15-12 2 0,-15 6 6 16,5-3 4-16,-3-2 14 0,-2 1 13 0,0 0 10 15,5-1 9-15,-2-4 20 0,2-2 2 16,-2 7 17-16,2-7-10 0,2 10 0 0,-5-2-2 15,3-2-9-15,-2 7-7 0,2-8-15 0,-4 6-4 0,6 1 5 16,-7 5-16-16,10-1-4 0,-10 1-10 0,0 0-12 16,22 11-20-16,-14-6-17 0,3 3-17 0,-1-4-28 15,2 11-16-15,1-4-22 0,-1 5-26 0,-1-4-17 16,1 8-37-16,3-5-30 0,5 0-53 0,-5-7-61 16,6 7-180-16,2-5-559 0,-8 0 248 0</inkml:trace>
  <inkml:trace contextRef="#ctx0" brushRef="#br0" timeOffset="3855.34">13373 2211 312 0,'-1'-9'355'0,"-6"1"-9"0,-8 1 6 16,-6-1-8-16,-1 3-13 0,1-2-15 0,-9 4-17 15,0 2-18-15,-1-2-18 0,2 6-28 0,0 0-23 0,-1 3-19 16,8 1-29-16,-4 5-11 0,9-4-16 15,-4 1-14-15,4 1-9 0,1 2-15 0,2 3-4 16,4 2-12-16,-1 1-9 0,8-2-10 0,-1 7-3 16,4-4-7-16,5 0-7 0,7 4-10 0,-2-4-12 0,8 5-23 15,10-5-36-15,2-1-35 0,6 0-64 0,7-3-38 16,-8-8-51-16,2 1-55 0,7-5-62 16,1-3-316-16,0-3-709 0,-2-8 314 0</inkml:trace>
  <inkml:trace contextRef="#ctx0" brushRef="#br0" timeOffset="4011.57">13195 1822 244 0,'-30'-13'349'16,"2"-5"1"-16,4 4 28 0,10 2-30 0,-1 2-29 16,1 0-28-16,8 1-35 0,-2 1-30 0,1 2-16 15,0 2-72-15,7-1-85 0,0 5-90 0,0 0-93 16,20 0-113-16,-3 6-216 0,11-2-497 0,2 9 220 15</inkml:trace>
  <inkml:trace contextRef="#ctx0" brushRef="#br0" timeOffset="5105.22">14596 1872 61 0,'0'0'184'15,"14"16"-10"-15,-6-7-17 0,-1 5-7 0,1-1-6 16,-2 5-5-16,4 10-4 0,-1-3-3 0,1 4-9 16,6 6-8-16,-3 7-13 0,-4-11-9 0,2 0-7 15,-1-3-9-15,2 1-8 0,-2 1-5 0,3 0-5 0,-3-3-5 16,-3-4-5-16,1-4-6 0,0-6-4 16,-3-3 0-16,-3-2 27 0,3 0 29 0,-2 3 38 15,2-7 41-15,-5-4 29 0,0 0-20 0,0 0-17 0,0 0-3 16,8-23-32-16,-3 13-13 0,-3-8-9 0,4 3-11 15,-4-6-3-15,5-6-3 0,1 2-10 0,-1-2 10 16,4 1-30-16,-7 2 13 0,2 4 3 16,7-3 3-16,-6 4-10 0,1 3 2 0,-1-2-6 0,1 6-10 15,-5 0-7-15,9 0 1 0,-10 6-14 0,-1-1-11 16,4 2-5-16,4 3-8 0,-9 2-9 0,0 0-9 16,18 8-2-16,-10 1-8 0,0 9 6 0,2-6 6 15,2 3-20-15,-2 8 4 0,-4-6 4 0,6 9-6 16,0-8 5-16,-7 2-8 0,6-3-5 0,-1 6 4 15,0-8 2-15,-3-3 5 0,1-3-1 0,-1 5 6 16,-7-9 10-16,8 3-10 0,-8-2 1 0,3 2 16 16,-3-8 11-16,5 1 7 0,-5-1 3 0,0 0 10 15,13-9-3-15,-4 3 0 0,-4 0 12 0,-2-1 5 16,8-10 4-16,-4 3 13 0,-4-1-5 0,9-1 4 16,-2 1 2-16,3-1 1 0,-5 2-3 0,1-3-7 15,-3 2-5-15,6 2-8 0,-5 4-4 0,-4 0 4 16,2 0-17-16,1 3 0 0,-2 5-10 0,2-1-10 0,-6 2-3 15,17 2-12-15,-17-2-8 0,26 5-10 0,-12 6-9 16,1-4-5-16,-1 4-6 0,11 2-1 16,-2 1-16-16,4 4-14 0,13-3-8 0,1 4-7 0,-3 0-7 15,-8-8-2-15,13 6-1 0,-3-5 2 0,3 0 5 16,-9-5 4-16,-2-4 9 0,4 5 4 0,-6-11 8 16,5 6 4-16,-10-11 5 0,-4 5 7 0,1-4 5 15,-4-5 3-15,-5 0 2 0,2 2 5 0,-3-7 7 16,-2 4-2-16,-7-4 5 0,0 0 1 0,-3 0 7 15,-1 6 9-15,-4-7 5 0,-2 3 4 0,2-2 1 16,-8 9-3-16,1-6 5 0,-1 5-6 0,-7 3 4 16,0 0-5-16,-3 3-1 0,3 3 1 0,-1 3-4 15,-3-2 0-15,1 6 3 0,2-2 0 0,6 8-4 16,-3-3 5-16,3 4 0 0,3-1 4 0,4 5-3 16,1-3 3-16,2 0 2 0,5 5-1 0,4-1-2 15,4-1 3-15,-1 0-2 0,6-3 1 0,5 6 3 16,2-4-2-16,5-4 1 0,-4 3-1 0,9-5 2 15,0-7-1-15,-2 1 0 0,7 1-2 0,-6-6 4 16,5-2-3-16,-6-7 0 0,2 8-3 0,-1-8 5 16,-2-4 0-16,-2 2-6 0,-2-4 12 0,-2 2-6 15,1-1 7-15,-1-1 5 0,-6 3 25 0,-3 0 23 16,-2 2 28-16,0 3 5 0,-7-3 2 0,4 2 4 0,-1 3-7 16,-2 0-13-16,-4-1-15 0,0 6-13 0,6-3-23 15,-6 3-10-15,0 0-3 0,0 0-8 0,0 0 3 16,0 0-16-16,-1 24 1 0,2-11-6 15,4 3-5-15,-2-3 1 0,4 6 1 0,6 4-2 0,-1 4 0 16,6-3-11-16,-3-3-8 0,2 2-5 0,-1-3-8 16,2-4-17-16,7 2-19 0,-8-5-13 0,9-1-23 15,-9-3-27-15,4-3-26 0,1-2-34 0,-2-4-41 16,-4-4-39-16,6-2-232 0,-6-1-560 0,2-4 249 16</inkml:trace>
  <inkml:trace contextRef="#ctx0" brushRef="#br0" timeOffset="5277.08">16616 1572 53 0,'-5'7'60'0,"5"5"-4"0,0-1-31 0,-7-2-35 15,7 3-21-15,-6 2-33 0,4-4 14 0</inkml:trace>
  <inkml:trace contextRef="#ctx0" brushRef="#br0" timeOffset="5636.42">16359 1880 180 0,'0'-8'341'0,"0"-1"1"0,2 0 10 0,-4 0-8 0,2 3-15 16,0 6-18-16,-3-9-28 0,6 3-29 15,-3 6-34-15,0 0-28 0,0 0-21 0,-6-5-30 0,6 5-7 16,0 0-17-16,-14 23-8 0,6-7-12 0,3 6-10 16,3 3-13-16,-4 4-5 0,4 3 9 0,1 6-26 15,1 7 10-15,1-3-19 0,1 7-7 16,4-3-9-16,1 3-14 0,3-2-8 0,2 1-18 0,4-1-25 16,2-1-19-16,-1-3-26 0,4-7-39 0,-12-6-40 15,4-4-36-15,-2-1-53 0,3-11-56 0,1 2-232 16,-4-9-584-16,1-2 259 0</inkml:trace>
  <inkml:trace contextRef="#ctx0" brushRef="#br0" timeOffset="6381.4">16667 1723 81 0,'0'-4'338'0,"-3"-4"-34"15,1 4-32-15,0-2-31 0,2 6-28 0,0 0-25 16,0 0-19-16,0 0-16 0,-8 20-14 0,10-7-13 16,-1 3-14-16,-2 11-10 0,1 0-9 0,-5 3-11 15,8 1-4-15,-1 1-9 0,-1-2-7 0,4 13-7 0,-3 0-7 16,-2-1-4-16,2 0-4 0,-2 0-3 16,3-10-5-16,-1-2 1 0,-1 10-4 0,6-12-2 15,-7 1-3-15,2-5-1 0,-2-3-4 0,3-6 0 16,-1 0 0-16,-1-3 0 0,-1-2 3 0,0-2 29 0,2 0 45 15,-2-8 16-15,3 3 11 0,-3-3-1 0,0 0 1 16,17-14-6-16,-12 6 2 0,3-5-7 16,0-1 15-16,2-1-8 0,2-1-2 0,-2 0 2 0,-2-3-9 15,4 4-4-15,-2 0 8 0,-4 2-1 0,2-2-9 16,-1 4-10-16,1 6-12 0,-8-3-5 0,7-1-16 16,0 3-12-16,-7 3-30 0,0 3-38 0,0 0-10 15,0 0-14-15,0 0-16 0,0 0-20 0,14 21-10 16,-7-8-30-16,-2 4-7 0,5 1-1 0,-2 6-5 15,-1-2-10-15,8-2-11 0,-9-2-6 0,4 0-12 16,4-3-11-16,0 4-13 0,1-4-13 0,7-3-9 16,-11-2-12-16,6 0-9 0,0-7 6 0,2 1 5 15,-2-4 24-15,-2-1 14 0,1 2 22 0,-2-6 22 16,1-2 32-16,-1-1 28 0,0-4 32 0,-6-2 40 16,0 5 32-16,1-2 37 0,-5-1 25 0,1 4 26 15,2-7 20-15,-4 7 13 0,-3-4 6 0,0-2-1 16,0 7-4-16,0-5-12 0,-3 4-15 0,-2 3-9 15,3-4-14-15,-1 2-11 0,1 1-8 0,-1 1-7 16,3 5-9-16,0 0-9 0,-10-4-4 0,10 4-9 0,0 0-1 16,0 0-7-16,0 0-3 0,9 22-1 0,-9-12-6 0,4-6 0 0,3 4-3 15,1 4-4-15,1-6 3 0,6 3-2 0,-2 1-1 16,2-2-3-16,0-4 2 0,-2 5-1 0,-5-6 2 16,0 4-3-16,6-6 0 0,-6 3 0 0,-8-4 5 15,13-1 0-15,-13 1 3 0,10-4 2 0,-10 4-6 16,0-10 6-16,0 10 3 0,0-13-7 0,-3 5 0 0,-2-3 0 15,1 3 2-15,0 2 1 0,-5-3 1 16,1 0-4-16,-4 2-4 0,7-4 2 0,-5 2-3 16,6 3 2-16,0 3-8 0,-2-3-2 0,-1 0-14 15,7 6-12-15,0 0-13 0,0-5-18 0,0 5-18 0,20-1-31 16,-4 1-34-16,6 0-29 0,9 0-24 0,4-3-16 16,2 6-12-16,7-9-3 0,8 12 10 15,-1-5 10-15,2 2-114 0,5-3-344 0,-2 0 152 0</inkml:trace>
  <inkml:trace contextRef="#ctx0" brushRef="#br0" timeOffset="6787.61">17907 2245 681 0,'26'-4'-1'15,"1"-2"36"-15,-7 1 31 0,-7 4 25 0,-3 0 16 16,-2-6 2-16,-1 3-1 0,-1-5-2 0,-6 3-3 16,0 6 2-16,-10-11-2 0,-1 6 2 0,1-2-4 15,-3 4-2-15,-7 2-4 0,-3 1-6 0,-7 1-6 16,3 7-7-16,-6-2-6 0,-2 3-2 0,6 2-6 16,0 0-5-16,0 6-5 0,4 0-4 0,-12 5-6 15,16 0 1-15,1 1-6 0,5 4-2 0,0-6-3 16,5 4-4-16,4-1 0 0,-1-4-3 0,7 1 2 15,5 4-3-15,-3-6 2 0,6 0-4 0,0-1 3 16,7-1 4-16,-3-4 2 0,4 1-6 0,4-7 1 16,2-2-1-16,4-9-4 0,7 3-2 0,-5-2 0 15,7-5-2-15,2-11 0 0,7 0-6 0,-9-4 0 16,1-7-3-16,1 0-3 0,-1-6-3 0,-4-8-3 16,-2 2-10-16,-1-4-16 0,3-2-11 0,-7 2 1 15,-2-4 5-15,-5 3 7 0,-3-2 19 0,-4 5 21 16,-1-1 36-16,-5 5 42 0,-5 7 23 0,-1-6 13 15,1 7 4-15,-4 4-4 0,-2 1-4 0,1 11-8 0,0-6-8 16,-3 7-3-16,1 3-24 0,-1 4-15 0,-1 1-9 16,3 3-4-16,-3 4-12 0,9 0-2 0,-18 11-12 15,12-3-10-15,-3 11-1 0,-2 1-18 16,3 5-7-16,-1 1 1 0,4 3-16 0,5-1-1 0,-6 6-18 16,4-6-19-16,2 3-17 0,3-2-20 0,2 1-18 15,-3-3-29-15,1 3-32 0,1-3-60 0,1-11-59 16,-2-1-258-16,2 2-598 0,1-8 265 0</inkml:trace>
  <inkml:trace contextRef="#ctx0" brushRef="#br0" timeOffset="6959.47">17394 1488 287 0,'-12'-10'407'0,"-1"-4"-19"0,3 5-13 15,3-3-19-15,7 0-44 0,0 0-30 0,7-2-26 16,0 1-24-16,2-1-28 0,5 5-32 0,-3-1-39 16,7 2-73-16,-1 4-61 0,0 1-61 0,2 1-68 15,-5 4-77-15,4 0-88 0,-7 3-167 0,1 2-500 16,-2 0 222-16</inkml:trace>
  <inkml:trace contextRef="#ctx0" brushRef="#br0" timeOffset="7678.15">2712 2703 374 0,'-9'-2'417'0,"-5"1"-15"0,14 1-27 0,-20 0-26 0,14 0-26 16,6 0-30-16,-10-3-28 0,10 3-22 0,0 0-23 15,0 0-29-15,0 0-21 0,28-11-15 0,18 4-23 16,14-2-26-16,29-6-58 0,4 3-61 0,-4 0-42 15,7 1-48-15,-6 4-47 0,-2-2-64 0,-1-2-91 16,-24 10-233-16,-2-8-581 0,-3-3 257 0</inkml:trace>
  <inkml:trace contextRef="#ctx0" brushRef="#br0" timeOffset="7896.88">3217 2438 47 0,'-21'1'318'0,"1"-2"-19"0,7 1-31 16,3 1-26-16,10-1-26 0,-15 0-24 0,8 2-11 16,7-2-21-16,-3 5-13 0,3-5-10 0,12 12-12 15,1-4-9-15,5 1-11 0,10 3-9 0,7-3-12 16,-4 3-7-16,14 3-4 0,-2 0-8 0,0-2-8 16,2 6-7-16,-15-3-12 0,13 3-18 0,-19 0-14 15,5 0-22-15,-6 4-25 0,-3-3-34 0,-7 4-43 16,-2 2-41-16,-2-7-43 0,-8 9-216 0,-6-1-454 15,-1 0 201-15</inkml:trace>
  <inkml:trace contextRef="#ctx0" brushRef="#br0" timeOffset="10104.37">10758 4064 335 0,'-10'-27'413'16,"-1"5"-18"-16,2 6-21 0,1-9 1 0,1 11-10 15,-6 6-15-15,13 0-27 0,-6 0-36 0,4 1-35 16,0 3-28-16,2 4-26 0,-5-4-27 0,5 4-13 16,0 0-23-16,5 23-11 0,-3-10-8 0,6 13-12 15,5 5-9-15,2 11-13 0,-6-2-5 0,7 7-8 16,-1-2-7-16,3 0-11 0,-4 0-22 0,0 0-21 15,1-2-13-15,-3 4-19 0,1-6-17 0,-3-13-27 16,3 0-19-16,-4 2-20 0,4-3-19 0,-5-3-22 16,-1 2-23-16,1-11-27 0,-1 3-31 0,-1-9-40 15,3-6-60-15,-3 0-233 0,-6-3-608 0,0 0 268 0</inkml:trace>
  <inkml:trace contextRef="#ctx0" brushRef="#br0" timeOffset="10432.46">11347 4123 36 0,'9'-1'198'0,"-9"1"-20"0,0 0-19 16,0 0-16-16,0 0-13 0,0 0-13 0,-30 27-11 15,15-14 5-15,-3 10 2 0,-4-2-15 0,1 1-4 16,-1 4-6-16,-4-3 2 0,3 0-7 0,-2 0-6 16,-2-2 5-16,4 0-3 0,2 0-2 0,-1-5-4 15,1-1-1-15,6-4 5 0,-2-3 7 0,4 2 14 16,0-4 15-16,9-2 27 0,-2-1 21 0,6-3 19 15,-14 5 4-15,14-5-13 0,0 0-12 0,0 0-18 16,0 0-10-16,0-15-16 0,0 15-13 0,20-6-12 16,-11-1-8-16,-1 0-9 0,7 2-14 0,5 1-4 15,-4 4-5-15,4 0-6 0,2 4-4 0,4 0-9 16,2 5 2-16,0 1-11 0,0 2-1 0,2 2 4 16,2 1-9-16,-1 0 3 0,-4 0-9 0,11 12-12 0,-4-5-5 15,-2-6-16-15,-2 0-24 0,-1-2-6 16,1 3-22-16,3-6-22 0,7 10-20 0,-10-15-24 15,5 0-25-15,-11-1-31 0,3-5-34 0,1-7-42 0,-6 4-31 16,-4-4-196-16,3-3-541 0,-7-5 240 0</inkml:trace>
  <inkml:trace contextRef="#ctx0" brushRef="#br0" timeOffset="10948.09">12009 4033 31 0,'0'-10'280'0,"0"4"-20"0,0 0-27 0,0 6-27 15,-6-5-25-15,6 5-19 0,0 0-18 0,0 0-15 16,-10 20-10-16,10-5-1 0,-3 4-10 0,3 8-7 16,3-3-6-16,2 5-10 0,-5 0-6 0,5 9-10 15,-5-6-6-15,8-2-4 0,-5 1-4 0,2 1-5 16,9-1-4-16,-8-2-6 0,3-1-3 0,-3-1-5 16,2-1 1-16,-1-8-6 0,0 1 1 0,-4-4-4 15,2-3-7-15,2 0-3 0,-6-4 2 0,4-1-1 16,-3-2 2-16,-2-2-2 0,0-3-3 0,0 0-2 15,0 0-2-15,0 0 0 0,-2-32-3 0,-4 14 0 16,4-7 8-16,-5-2-9 0,4-3-2 0,0 2 3 16,-4-14-4-16,0 10 6 0,-1 3 24 0,6 1 32 15,-2-2 24-15,-3 9 18 0,5 3 7 0,-3 0 6 16,5 3 23-16,-1-2-24 0,1 8-9 0,0 2-18 16,0 1-17-16,0 6-14 0,1-9-5 0,-1 9-9 15,0 0-6-15,33 19-5 0,-18-7 1 0,8 5-2 16,6 4-11-16,4 6 4 0,8 4-4 0,-1-4 0 0,3 0-7 15,2 0-1-15,-4 0 3 0,4-1-3 16,-2-1-1-16,-5-6 4 0,-9-3-10 0,3-4 3 16,1 0 2-16,-3 0-11 0,-9-9 12 0,1 3-2 0,-7-2 3 15,5 1 15-15,-14-5 24 0,6-3 13 0,-4 0 1 16,-1-6-1-16,-6 1 1 0,-1-4-8 0,0-4-4 16,-8-10-8-16,0 2-6 0,-5-7 5 15,-2 3-9-15,0-10-5 0,-2 0-4 0,2 2-5 0,4 8-10 16,-4 1-12-16,2 0-25 0,1 1-27 0,4 11-26 15,-4-1-47-15,9 0-37 0,-2 8-44 0,0 1-61 16,3 0-70-16,2 2-60 0,0 5-230 0,12-2-677 16,-12 2 299-16</inkml:trace>
  <inkml:trace contextRef="#ctx0" brushRef="#br0" timeOffset="11520.56">13027 4017 19 0,'0'-6'295'0,"0"6"-30"0,0-8-31 15,0 8-25-15,0 0-23 0,0 0-20 0,0 0-16 16,-6 26-16-16,6-10-12 0,0 10-8 0,6 1-16 16,-6 6-9-16,7 9-8 0,1 0-7 0,1-2-6 15,4 5-9-15,2-6-4 0,-2 5-1 0,2-3-3 16,1-2-9-16,-4-11-4 0,-2-1-2 0,3 0-6 15,-5 0-2-15,4-9-5 0,-9-5 0 0,4 1-1 16,-2-2-1-16,-2-8 4 0,1 4 7 0,0-4 2 0,-4-4-2 31,0 0-1-31,0 0 4 0,-4-19-2 0,-1 4 8 16,-2-2 5-16,-1-5 4 0,-6-6-2 0,4-1 7 16,-1-10-6-16,-4-1 11 0,0 1 6 0,7 7 13 0,1-6 23 0,-6-4 4 15,10 12 10-15,-4 2 1 0,0 1 3 0,7 0-5 16,0 6-4-16,0 6-10 0,0-3-7 0,0 2-9 15,0 4-15-15,2-2-9 0,3 6-6 0,2 3-15 0,1 5-12 16,0-4-8-16,-8 4-7 0,30 9-8 16,-8 1 2-16,-1 3 1 0,10 9-5 0,-6-2 0 15,13 7-9-15,-8 1 6 0,2 2-2 0,-3-1 1 16,-5-7 1-16,-3 4 7 0,6-3-5 0,-6-4-9 0,-4 5-3 16,3-5 7-16,-11-8-1 0,6 2-2 0,-8-1 5 15,3-5-2-15,-5-2 16 0,1 3-11 0,1-2 28 16,0-3 34-16,-4 0 39 0,2 2 44 0,-5-5 15 15,0 0-4-15,0 0-12 0,15-10 2 0,-8 2-4 16,-3-1 11-16,0-2-8 0,2-4-1 0,-2 0 2 16,1-6-8-16,1-5-18 0,3-1-7 0,-4 0-15 15,0-1-12-15,1-2-12 0,-3-3-8 0,1 1-20 16,4-7-15-16,-3 8-13 0,2-1-30 0,-2 1-51 16,1 3-58-16,1 2-51 0,-1 0-47 0,1 7-65 15,-7 1-64-15,2 9-79 0,4-4-79 0,-6 5-370 16,0 2-945-16,0 6 419 0</inkml:trace>
  <inkml:trace contextRef="#ctx0" brushRef="#br0" timeOffset="12707.94">17044 3247 216 0,'0'-30'273'0,"-5"6"7"0,4 5 5 0,-4 1-6 15,2 5-18-15,-4-3-28 0,2 6-28 0,0 2-22 16,-2 7-23-16,7 1-17 0,-26 15-15 0,11-3-15 16,-7 14-12-16,-6 11-10 0,3 5-5 0,-3 9 0 15,-1 18-1-15,-1 8-2 0,2-3 2 0,16 3-6 16,-3 5-9-16,9-8-4 0,2 4-7 0,8-3-4 15,5-5-1-15,3-14-11 0,6-3 2 0,5-3-4 16,6 3-2-16,7-8-2 0,2 0-4 0,25 3 1 16,-15-15-12-16,2-5-7 0,6-4-32 0,0-2-37 15,7-9-55-15,-2-1-72 0,20-7-103 0,-26-5-287 0,0-7-618 16,-4 0 273-16</inkml:trace>
  <inkml:trace contextRef="#ctx0" brushRef="#br0" timeOffset="13521.89">18049 4227 109 0,'13'-13'254'15,"2"-4"3"-15,0-3-4 0,0-5 1 0,3-1-2 16,-3 3 0-16,-2-4-11 0,-4-5 2 0,2-6-2 16,2-2 0-16,-3-6-9 0,0 2-13 0,-3-7-12 15,1 1-9-15,-4-2-13 0,4-1-16 0,-8-5-14 16,5 3-3-16,-10 1-6 0,5 1 0 0,-5 5-9 16,2-3-4-16,-4 3-5 0,-1 1-5 0,-1 7-16 15,-4 1-11-15,5 8-2 0,1 1-2 0,2 4-3 16,-5 2-6-16,5 6-8 0,0 1-6 0,0 5-8 15,2 2-8-15,0 1-9 0,0 1-15 0,-2 1-28 0,5 7-9 16,0 0-11-16,0 0-2 0,0 0 2 16,-9 27 1-16,9-3-2 0,0 9 2 0,2 3 0 15,5 9-4-15,1-5 0 0,3 12-4 0,3-3-4 0,1 2-8 16,3 0 4-16,5 20-3 0,-2-21-5 0,8 1-8 16,0 2-9-16,8 14-1 0,-7-18 8 0,1-5-9 15,5 0-8-15,1-7-8 0,-2 1-7 16,3-6-10-16,-2-4-3 0,1-2-2 0,-8-10-5 0,8-5 5 15,-7-6 6-15,8 1 14 0,-7-6 6 0,-3-6 6 16,5 1 9-16,-5-6 2 0,2-1 7 0,0-8 6 16,-5-2 4-16,-4-2 10 0,-4-3-1 0,4-9 4 15,1 0 7-15,-7-3 10 0,-9 10 16 0,1 2 17 16,0 0 23-16,-7 0 5 0,-5 4-1 0,3 3-5 16,-5 1-9-16,-2-1 0 0,-5 9-3 0,-1-5-7 15,-4 9-6-15,-3-1-1 0,-4 4-3 0,-4 2-2 16,-2 4-7-16,1 8-1 0,3 3-2 0,-2 3 2 15,5 0-5-15,-1 2 4 0,2 7-9 0,3-2-15 16,6 1 2-16,0 2-2 0,8-1 0 0,-2 0 1 16,4-1 0-16,5-4-5 0,0-1 0 0,0 3 6 15,6-9 0-15,2 5-3 0,-3-7 4 0,4-3 6 16,-1 1-7-16,5-2 5 0,4-6 3 0,-2-1-1 0,3-1 2 16,0-6 3-16,0-2 1 0,-1 1 0 0,8-6 4 15,-7-6 4-15,0 1 9 0,-5 4 8 16,1 0 20-16,2-7 15 0,-8 4 32 0,1 2 9 15,1 1 8-15,-5 0 5 0,0 5 7 0,0 1-3 0,1 1-20 16,-3-1-5-16,-1 6-16 0,3-2-20 0,-5 5-29 16,2-7-4-16,-2 7-19 0,0 0 8 0,0 0-10 15,6 24-6-15,-6-14-11 0,7 5 3 0,1 2-15 16,-6 0-17-16,11 8-15 0,-5-2-16 0,7 4-19 16,-1-2-14-16,0 1-17 0,1-2-12 0,0-1-22 15,-3-5-37-15,3-3-36 0,-4-3-53 0,4-2-53 0,-3-3-185 16,3 1-567-16,-5-6 252 0</inkml:trace>
  <inkml:trace contextRef="#ctx0" brushRef="#br0" timeOffset="14047.81">19277 3538 26 0,'-3'-10'317'0,"6"4"-4"0,-6 0 1 0,0 0-13 0,3-1-18 16,0 7-28-16,0-8-14 0,0 8-33 0,0 0-25 15,0 0-21-15,0 0-17 0,6-4-16 0,-6 4-11 16,0 0-13-16,0 0-10 0,22 5-13 0,-14 2-4 16,0-1-9-16,6-1-3 0,0 3-14 0,-5 0-13 15,4-1-6-15,0 9-9 0,-5-8-3 0,7 7-12 16,-3-3-3-16,0 3-3 0,-6-6-13 0,2 5 7 16,-3-2-9-16,2 1-1 0,-4-4-1 0,-3 3 0 15,0-2 2-15,0 3 0 0,-6-3 8 0,2 1-4 16,-1 0 0-16,-3 3 2 0,2-6 0 0,-3 2-2 15,6-1 2-15,-4 0-1 0,2 2 0 0,-1-2 2 16,4-1-2-16,0 3 2 0,-3-2 0 0,5 3 1 16,0 3 6-16,9 3 3 0,4-2 6 0,2 8-5 15,6-1 2-15,9 8-3 0,2-1 2 0,1 4-2 16,0-2 2-16,0 0-3 0,-2 1 2 0,1 2-2 16,-2 1-3-16,-1-2 8 0,-2 4-6 0,-6-11 1 15,-4 0-2-15,-4 1 0 0,2-4-3 0,-5 4 0 16,-3-2 3-16,-4-8 2 0,-3 0 13 0,-5 0 38 0,0 0 34 15,-2-3 39-15,-7-5 38 0,-3 5 20 0,0-6 11 16,-12-1 2-16,-4-2-5 0,1-5-7 0,-18-2-4 16,2-2-10-1,0-6-5-15,0-5 1 0,0-2 1 0,4-4-2 16,7 0 0-16,8 0-9 0,0-1-10 0,0-12-13 16,10 9-13-16,5-5-12 0,5-14-18 0,6 2-13 0,10-5-51 15,7-2-35-15,10-5-49 0,5 2-50 0,29-18-62 0,0 3-87 16,7 5-60-16,-1-3-29 0,-1 14-31 0,-11 15-34 15,15-12-29-15,-17 17-335 0,0-2-836 0,-4 6 370 16</inkml:trace>
  <inkml:trace contextRef="#ctx0" brushRef="#br0" timeOffset="14485.27">19991 3509 94 0,'-14'12'117'0,"6"1"7"0,-5-1 1 0,5 3 9 15,-1 0-2-15,3-3 0 0,2 6 8 0,-1-1-4 16,4-2-3-16,1-2-3 0,-2 2 1 0,5-3-4 15,-1-3-5-15,5 1 4 0,-1 0-1 0,-1-3-12 16,4 1 4-16,-1 1-4 0,0-4-1 0,4 0-8 16,-2-3-8-16,1-2 0 0,6 0-4 0,-1-2-10 15,-1-4-1-15,0 2-10 0,-2-7-6 0,2-1-4 16,0 1-4-16,0-4-4 0,0 2-5 0,0-3-5 16,-2-3-6-16,0-3-1 0,-1 6 6 0,-1 0 12 15,-2 1 15-15,1 3 2 0,1-4 0 0,-4 9 9 16,-1-2-13-16,1-1-14 0,-2 6-7 0,-2-2-5 0,1 4-6 15,-4 2-8-15,0 0-2 0,21 11-8 0,-16 0 3 16,5 5-6-16,2 0 11 0,3 8-11 16,3 3 0-16,3 12-5 0,-1-1-5 0,5 3 7 15,-2 3-3-15,2 2 0 0,0-2-1 0,-4 9 0 0,7-5-4 16,-3 5-3-16,-2 1 5 0,-1-4-2 0,4 1 3 16,-4-2 0-16,-4-6-4 0,-3 2 1 0,-2-4 2 15,-3-1 19-15,-5-11 8 0,2-7 6 0,-7-2 33 16,0-1 34-16,-7-4 41 0,6-3 37 0,-13-2 23 15,-1 1 10-15,-6-8 0 0,-4-5-19 0,-10-2-15 16,-11-8-12-16,1-4-19 0,-4-4-14 0,-3-7-2 16,-2 0-26-16,1-4-11 0,5 0-16 0,5-4-36 15,1-2-47-15,9 1-66 0,5-1-72 0,7-3-89 16,12-4-92-16,3 2-92 0,21 1-111 0,4 0-350 16,15-4-944-16,17-13 419 0</inkml:trace>
  <inkml:trace contextRef="#ctx0" brushRef="#br0" timeOffset="15844.59">21773 2816 166 0,'-8'-13'292'0,"-5"1"-21"0,13 5-14 16,-9 2-26-16,9-2-21 0,-6 2-24 0,6 5-26 15,0-4-16-15,0 4-14 0,0 0-13 0,0 18-1 16,5 0-13-16,0 0-3 0,0 7-7 0,1 5-10 16,9 11-5-16,-3 3-10 0,-2-4-6 0,1 5-3 15,-1 3-5-15,-2-6-5 0,1 7-4 0,-3-1-5 16,1 1 0-16,0-3 1 0,-2 2-6 0,-4-2-3 15,6 0-3-15,-1-3-1 0,-4-1-4 0,5-2 1 16,-4-6 2-16,4-4-6 0,1-2 3 0,-1 0-1 16,4-3 8-16,-3-9-6 0,6 0 1 0,-3-4-2 15,4 0 4-15,7-1-4 0,7-7-5 0,8 1 2 16,-1-5 0-16,7-5-6 0,10-2 1 0,-3-3-2 16,-2-4 1-16,5 1-3 0,-2-13-2 0,6 3-1 15,-6-7-5-15,3 5 4 0,1-2-3 0,-10-6 1 16,-1-2-2-16,-1 4-3 0,-11-1 7 0,-1 0-2 15,-12 7 0-15,-5 1 8 0,1 0 23 0,-1 6 21 0,-14 1 15 16,0 0-2-16,-7-3-7 0,0 7-7 16,-1-2 4-16,0 3-19 0,-5 0-4 0,-2 5-8 15,-5 0-6-15,2 5 1 0,-6-1-2 0,5 3-9 0,-3 3-1 16,1-1-4-16,4 6-1 0,-3-2-2 0,5 6-3 16,4-3 12-16,-1 5-11 0,2 2-6 0,7 0 13 15,3-1-16-15,3 5-1 0,7-1 6 16,-2-4 2-16,20 19 1 0,1-17 2 0,7 8 1 0,10-3-8 15,6 2-4-15,6-6 6 0,-7-2-9 0,10 2 1 16,-1-6-3-16,1 5-2 0,2-10 0 0,-5 3 0 16,0-6 2-16,-4-4 6 0,1-4-8 0,0-6 2 15,-4 3 5-15,-8-6-7 0,-5-3 2 0,5-2 4 16,-13 2-5-16,-2 1 7 0,-2-2-1 0,-14 6 4 16,3-10 4-16,-7 6 8 0,-1-2-3 0,-5 0-8 15,-2 1 3-15,-2 1-4 0,-5-1 1 0,-4 1 3 16,-4 3-4-16,-3-2-4 0,-1 6 0 0,-7-5 2 15,-4 7-4-15,5 6 2 0,-8 0 4 0,3 4-9 16,-6 4 3-16,6 4-3 0,-1-5 14 0,-2 7-9 16,6-2-2-16,4 6 7 0,-4 0-9 0,8 4 4 15,4 0-3-15,-2-3-3 0,9-1-1 0,1-1 10 16,2 2-8-16,0-2-3 0,2 0 0 0,6 1 4 16,-1-9-7-16,-2 2 7 0,7 1 2 0,-1-5-1 0,2 1 4 15,1-4 5-15,4-1-3 0,4 1-1 16,-3-9 7-16,0 2-6 0,2-11 7 0,4 7 9 15,-2-6-3-15,4-1 8 0,-6-3 8 0,4-3 7 16,3 1 19-16,-9-3 10 0,-3 5 20 0,2 2 11 0,-1-1 16 16,-4 1 12-16,1 2 12 0,-3 3-9 0,1 2-12 15,-5 1-10-15,2-2-12 0,3 6-15 0,-5-2-16 16,-2 5-27-16,6-3-4 0,-6 3-14 0,0 0-3 16,0 0-9-16,2 16-5 0,-2-9-12 0,0 4-11 15,7 9-6-15,1-4-6 0,-5 0-10 0,6 9-9 16,2-5-16-16,1-3-14 0,4 5-14 0,-1-7-8 15,3 8-18-15,1-3-15 0,2-5-7 0,1-3-20 16,-6-5-12-16,6 1-13 0,-1-4-14 0,-4-4-11 16,3 0 9-16,1-3 14 0,-4-1 19 0,-2-4 18 15,-1-3 16-15,5-4 20 0,-3-4 24 0,-3 6 34 16,-1-7 21-16,1-1 32 0,-1 4 21 0,-2-2 26 16,-2 4 22-16,0-1 22 0,2 4 22 0,-5-5 21 15,2 3 3-15,1 4 0 0,-3 1 3 0,0-2 5 16,-3 7-15-16,3-2-15 0,-2 3-13 0,-3 3-8 15,8-7-12-15,-8 7-8 0,15 3-3 0,-7 1-10 16,2 0-8-16,5 5-2 0,-3 2-3 0,6 3-1 16,0 6-9-16,4 1 1 0,-1 5-1 0,7 5-4 0,-4 0 0 15,-9-4-3-15,4-5-7 0,-4 3-3 16,0-3 2-16,-7-3-2 0,1-4-3 0,-1 2 0 16,-3-7-1-16,-3-1 0 0,-1 0 18 0,4 0-6 15,-5-3 24-15,0-6 15 0,-10 2 16 0,10-2-2 0,-18-8 22 16,10-2 19-16,-4-4 18 0,-1 2 5 0,-2-11 8 15,2 7-1-15,6-7-11 0,1 7-10 0,-1-2-12 16,7-7-15-16,0-2-21 0,13 4-23 0,-4-2-30 16,2-1-38-16,6 7-56 0,6-7-59 0,3 6-68 15,9-4-63-15,5 2-71 0,4 2-69 0,-4 10-332 16,-10-2-797-16,0 4 353 0</inkml:trace>
  <inkml:trace contextRef="#ctx0" brushRef="#br0" timeOffset="16622.39">24761 3359 143 0,'0'0'349'0,"0"0"-4"15,0 0 7-15,0 0-16 0,1-22-23 0,-1 22-24 16,0 0-37-16,0 0-26 0,0 0-22 0,0 0-29 16,0 0-17-16,0 0-14 0,0 0-21 0,12 14-3 15,-5-5-4-15,-4 3-23 0,2 2-20 0,-5 2-14 16,6 0-13-16,1-1-6 0,-4 2-7 0,6 2-6 15,-1 3-20-15,-3-9-4 0,5 5-8 0,-10-3-4 0,5 1 2 16,0-5-1-16,-2 2 1 0,4-6 1 16,-6-3 4-16,6 4 1 0,-2-7 0 0,-5-1 1 15,10 0-1-15,-10 0 6 0,15-9 2 0,-4 3 14 16,-2-6 7-16,4-1 1 0,-3-3 1 0,-2-2 6 0,5 4 1 16,2-11 11-16,0 6 2 0,-2 1 1 0,2-8 14 15,-5 11 14-15,-2 2-3 0,-3 3-2 16,2-1-6-16,0 3-13 0,-4 3-3 0,2-5-3 0,-3 6-15 15,-2 4-26-15,5-6-18 0,-5 6 14 0,0 0-19 16,0 0-2-16,0 0-4 0,3 13-1 0,-3-5 3 16,0 3-4-16,3 1-3 0,1-4 0 0,-4 4 5 15,3-1 9-15,0 1-10 0,-1-1 7 0,1-3-4 16,4 0 10-16,-6-1-1 0,3 0 8 0,6-5 4 16,-4 3 0-16,-1-2 12 0,-5-3-7 0,22-1 0 15,-14-3 1-15,5 1 7 16,2-1 1-16,0-4 7 0,0 1 0 0,0-1-1 0,0 3-2 15,6-4 0-15,-6 1-2 0,7 1-2 0,-1-3-6 16,6 6 0-16,2-2-2 0,5 0-3 0,15 5 4 16,-2 1-9-16,7 0 12 0,-1 1-13 0,-7 2 10 15,11-2-17-15,-3 4 10 0,4 2-9 0,5 1-4 16,20 2 1-16,6-5-18 0,4 6-20 0,0-7-4 16,-6 3 3-16,0-5-2 0,-26-4 9 0,2 1 3 0,-9-6 4 15,-1-1 4-15,-3-3 4 0,-7-7 1 0,-13 8 6 16,-1-5 1-16,-4 1 4 0,-6-1 9 15,-10 2-2-15,3-6 28 0,-4-1-5 0,-8 1 13 16,-5 0 2-16,-10-3 15 0,-1 0-6 0,-6 0 7 0,-4 3-3 16,1 4-8-16,-3 2-2 0,-2 2-4 0,0 7-5 15,2 0-4-15,-10 9 2 0,8 2-9 0,1 5 2 16,0 3-2-16,0 2-6 0,7 7 3 0,-8 9 0 16,7 6-3-16,13 3 5 0,0 4 0 0,5 8 18 15,2 20 19-15,8 1-1 0,12 6 1 0,2-10 13 16,5 9-13-16,-1 1 1 0,5 3-2 0,7-7-2 15,-1 2-8-15,3-2 2 0,-1-9-7 0,-14-20-1 16,4-1 0-16,-8-3-6 0,-4-5-4 0,2-14-1 16,-6-1 0-16,-5-9-2 0,-2 0 0 0,-1-4 0 15,-4-3-4-15,-1-3-1 0,-7-5-17 0,-5-7-14 16,-13-6-16-16,-8-10-31 0,-1-7-54 0,-7-2-67 16,-18-20-62-16,3-5-72 0,1-5-82 0,-13-7-310 15,-25-29-770-15,30 22 341 0</inkml:trace>
  <inkml:trace contextRef="#ctx0" brushRef="#br0" timeOffset="16763">25593 3015 338 0,'-6'-11'328'0,"6"1"-21"0,-2 3-27 0,-3-5-24 16,3 4-25-16,2 1-25 0,-6-3-19 0,6 1-19 15,0 2-28-15,0 3-45 0,0 4-63 0,6-12-83 16,3 8-92-16,-9 4-253 0,26 5-429 0,-9-2 190 15</inkml:trace>
  <inkml:trace contextRef="#ctx0" brushRef="#br0" timeOffset="17106.72">26802 2388 3430 0,'-17'-3'47'0,"4"-3"-24"0,3 4-22 0,3 2 1 16,7 0 2-16,0 0 2 0,0 0 20 0,30 20 11 16,6 6 13-16,14-3 27 0,21 18 22 0,0 4 9 15,4 0 23-15,4 7 3 0,2 0 2 0,1 3-6 16,28 26-4-16,-28-21-6 0,-3 4-15 0,-10-2-7 15,4 4 15-15,-2-3-14 0,-11 5-11 16,-7-1-10-16,-8 3-8 0,-9 4-8 0,-14-1-6 0,-7 8-4 16,-15 5-3-16,-9-5-6 0,-16 0-6 0,-14 6-7 15,-34 27-13-15,7-37-36 0,-37 19-55 0,-16-13-66 16,-2-3-59-16,-3-11-58 0,-7-5-64 0,37-25-89 16,-40 8-301-16,38-17-770 0,0 0 341 0</inkml:trace>
  <inkml:trace contextRef="#ctx0" brushRef="#br0" timeOffset="146173.51">4649 7099 208 0,'7'-10'282'0,"-1"-3"-13"0,-1-2-12 0,-1-2-12 0,-3 2-16 15,2 4-7-15,-1 1-11 0,0-2-12 0,-2 3-18 16,3-2-11-16,-3 4-12 0,-3-2-10 0,1-3-10 15,0 9-16-15,-1-5-12 0,2 1-16 0,-6 2-3 16,0 1-15-16,-1 1-9 0,-2 0-5 0,-5 1-6 16,-1 2-5-16,-8 0-6 0,-2 7-9 0,-4-5-1 15,-3 9-5-15,-5-3-7 0,-5-1 5 0,7 5-5 0,-9 0-5 16,2 3-1-16,13-3 3 0,-8 0-4 16,5-5-1-16,1 5-3 0,8 0-4 0,7-1 0 15,-3-2 0-15,5 1-2 0,2 2-2 0,5 2 0 0,-1-5-1 16,3 7 8-16,6-6-7 0,6 7-1 0,3-6 0 15,4 7 8-15,9 0 1 0,9 8 1 0,5-1-4 16,7-3 5-16,0 4-2 0,4-1-2 0,-1 4-4 16,4-2 2-16,-1-3-1 0,-1 3 0 0,0 0-5 15,-1 1 1-15,2-1 4 0,-4 4-7 0,-7-3 9 16,5-1-6-16,-8 0-1 0,-10-5 0 0,1 1 2 16,-6 1-4-16,-3-1 3 0,-7-7-4 0,-2 0 4 15,-3 4-3-15,-5-3 8 0,-5 0-4 0,-3-2 7 16,-7 0-2-16,-7 0 5 0,1 4 14 0,-9-6 8 15,-13 2 15-15,13-6 8 0,-6-2 2 0,-7 1 3 16,10-4-6-16,-10 1 10 0,8-10 4 0,2 10-1 16,-2-10 5-16,5 3-3 0,2-3 4 0,6-1-1 0,6 3-1 15,1-8-7-15,0 6-5 0,5-4-8 16,4 1-9-16,1 1-4 0,5-3-5 0,1 1-8 16,6 1-18-16,-4-2-29 0,10-2-43 0,-1 0-29 0,3 2-20 15,8-2-21-15,-1 0-5 0,6 0-27 0,-5 1-12 16,8 2-16-16,2-3-13 0,-3 6-10 0,0-6-15 15,0 3-12-15,5-1-10 0,-4-5-11 0,0 6-15 16,4-3-184-16,0 0-498 0,-5 4 221 0</inkml:trace>
  <inkml:trace contextRef="#ctx0" brushRef="#br0" timeOffset="146517.24">5076 7568 40 0,'7'0'75'0,"-7"0"16"16,15 0 12-16,-15 0 4 0,14 1 0 0,-5 2 5 15,-9 3 7-15,6-3 7 0,-6 4 4 0,5 0-1 0,-3 1 2 16,3 0-5-16,-5 3-9 0,2-3-5 15,-1 3-3-15,-1 0-6 0,7 5-6 0,-7-3-9 16,6 1-7-16,3 6-11 0,-3-4-5 0,3 2-7 16,4-2-3-16,0 1-5 0,-1-2-6 0,4-3-2 0,1-2-5 15,-1 2-2-15,1-4-2 0,3-1-6 0,1 1 0 16,1-5-2-16,-4-3-4 0,4 0 0 16,-1-3-2-16,1-5-1 0,-1-2 10 0,1 1 15 0,-4-6 19 15,-5 0 3-15,0-1 10 0,-4-3 7 0,5-1 7 16,-7 0 14-16,1-1 18 0,-6 4 11 0,5-2 10 15,-4-5 3-15,-1 6 7 0,1 1 0 0,-3 2-5 16,-3-1-4-16,3 2-7 0,0 5-17 0,0 1-12 16,0 1-12-16,3 3-15 0,-3 4-10 0,0 0-11 15,0 0 2-15,0 0-10 0,0 0-5 0,0 0-5 16,-3 35-31-16,6-22-40 0,0 8-21 0,4-5-48 16,1 8-24-16,-5 2-30 0,9 1-15 0,-4 0-31 15,6-2-31-15,-3 1-31 0,2-3-18 0,6-3-34 16,-8-5-254-16,1-3-614 0,4 0 272 0</inkml:trace>
  <inkml:trace contextRef="#ctx0" brushRef="#br0" timeOffset="146798.47">5998 7622 11 0,'7'-17'264'0,"-7"8"3"16,3 0-5-16,-1-2-8 0,-1 6-11 0,-1-3-21 0,0 2-26 15,0 6-25-15,0 0-16 0,0 0 2 0,0 0 14 16,0 0-5-16,5 19-2 0,-5-4-1 0,0 7-8 15,0 5-7-15,-5 12-2 0,2 5-21 0,0 14-4 16,-6-4-12-16,3 1-10 0,-1 18-9 0,4-14-11 16,1 14-5-16,-1 1-11 0,3-20 3 0,3 4-12 15,2-2-3-15,0 1-7 0,5 19-1 0,-3-22-9 16,3 0 1-16,-2-4-6 0,2-5 1 0,-2 0-4 16,4-3-9-16,-6-12-30 0,-1-3-15 0,2-3-29 15,-1-12-16-15,3 0-4 0,-9-3 6 0,5-3-8 16,-4-6-14-16,-1 0-15 0,0 0-14 0,9-21-23 15,-9 4-25-15,5-10-24 0,-4-13-31 0,4-6-31 16,-3-4-210-16,1-8-505 0,0 4 225 0</inkml:trace>
  <inkml:trace contextRef="#ctx0" brushRef="#br0" timeOffset="147871.42">6120 8235 509 0,'-6'-51'48'0,"-2"4"22"0,-7 1 19 0,1 3 16 16,0-3 13-16,-1 4 15 0,0 1 11 0,0 2 7 16,2 1 16-16,-2 8 8 0,5 3 5 0,-2-3 3 15,4 5-2-15,5 10-2 0,-4-11-1 0,2 6-5 16,5 5-1-16,-2 1-2 0,4 1-18 0,1 4-6 15,1-3-17-15,1 4-9 0,1-3-13 0,4 2-15 16,-2 2-9-16,6 0-9 0,1 3-6 0,8 1-3 16,-7 2-10-16,6 5-7 0,-1-4-4 0,9 4-2 15,-2 3-5-15,4 1-9 0,-6 3 3 0,2 1-8 16,4 1 1-16,-4 2-7 0,-5-3-17 0,5 8-2 16,-6-5-7-16,-1 2 0 0,-4 0-4 0,-9-5-2 0,0 11 1 15,1-4 4-15,-3 0-2 0,-6 0 6 16,0 1-2-16,-8-1 8 0,0-3-6 0,-7 8-5 15,-8-4 11-15,-2-5 0 0,-7 1 0 0,-6 6-3 0,-5-9-2 16,-1-1 9-16,-6-5 2 0,5 1-5 0,1-2-7 16,-4 0 10-16,6-6-9 0,6 0 21 0,1-2-16 15,8 2 2-15,8 0 4 0,-3-4-6 0,1 0 1 16,11 1-2-16,-2-2-19 0,10 2-27 0,2-3-27 16,0 6-16-16,24-17-23 0,-5 13-19 0,11-4-14 15,20-2-10-15,3 2-6 0,5-4-5 0,5 5 2 16,16-2 3-16,-14 1-3 0,-4 3-2 0,7-5-1 15,-10-2-11-15,6 5 7 0,-4-5 13 0,-2 0 10 16,-9 3 20-16,-2-3 19 0,-17 5 39 0,-1-4 26 16,-1-1 29-16,-8 1 28 0,-1 3 28 0,-6-4 22 15,-7 4 14-15,-2-3 12 0,2-1 18 0,-6-1 4 16,-1-1 8-16,-6 7 8 0,5-4 2 0,-9-3-6 16,3 6 4-16,-4-2-7 0,0 1-2 0,7 2-9 0,-9 1-5 15,2 4-9-15,0-1-10 0,-6 3-12 16,3 0-6-16,2 1-8 0,-5 2-2 0,3 4-7 15,-2 1-8-15,2 4-3 0,4 0-1 0,-6 4-6 0,7-1-8 16,-3 9-3-16,5-4 1 0,0-2 3 0,-1 1-3 16,4 7-1-16,5-6-5 0,-1-1 1 0,2-3-12 15,-1 1-5-15,7-2-2 0,0 0 0 0,1-3-3 16,-2-3-1-16,3-2-3 0,-1-7 1 0,5 3 1 16,1-4 2-16,-1 1 1 0,3-3 2 0,3-8-1 15,0 2 3-15,5-2 20 0,-3-8 8 0,2 2 10 16,-5-2 8-16,4 3 7 0,-4 1-1 0,5-4 12 15,-1 0 0-15,-9 9 2 0,9-10 3 0,-6 8 5 16,-1 0-8-16,0 8-1 0,2-2-13 0,-3-3 0 16,0 6-9-16,6-2-1 0,-6 5-6 0,5 3 1 15,0 5-11-15,1-2 1 0,5 3-6 0,5 3 2 16,-9 3-5-16,3 1-1 0,4-4-3 0,0 5-6 0,-5 1 6 16,-1 0 0-16,1-2 1 0,-3 3-4 0,-4-6-4 15,-1 1 1-15,0-1 4 0,-7-9-9 16,1 4 6-16,-3 1-3 0,-3-3-1 0,1-3 5 15,-4-3 0-15,0 0 0 0,0 0 3 0,-13 4-5 16,13-4-1-16,-15-7 6 0,10 1-4 0,-5-3-2 0,5-1 2 0,-5 0-5 0,2-3 4 0,3-1-3 16,0-1-1-16,-2-1 2 0,5 0-2 0,4-4-3 15,1 1-1-15,2 2 2 0,2-1-1 0,1 0 3 16,7-2-6-16,-3 3 0 0,3 2 2 0,-4 1-3 16,4-1-2-16,-2 5 0 0,2-3 0 0,-3 8-1 15,-1-2 2-15,3 3 3 0,-3 1-8 0,7 3 9 16,-4 0-1-16,2 5-3 0,-1-1-1 0,7 4 9 15,-9 0-10-15,3 4 2 0,6 8 4 0,-1 1-1 16,1 0-1-16,-2-2-4 0,3 5 6 0,2 8 2 16,-9-10-1-16,9 1-8 0,-2-5 7 0,-6 3-4 15,-2-2-6-15,1-3 2 0,-4-8 10 0,3 3 1 16,-7 1 2-16,-1-11 0 0,1 2 9 0,-1 2 9 16,-7-5 7-16,13-2 1 0,-13 2 10 0,10-6 3 0,-7-1 5 15,0-2 9-15,2-3 9 0,2-4 7 0,-5-3 4 16,1 0 7-16,2-1 3 0,0-7-2 15,0 4-7-15,0-1-7 0,0-3-3 0,-4 5-11 0,6-2-7 16,-4 5-5-16,2-4-3 0,0 7-5 0,-1-2-4 16,1 6-2-16,-2-5-10 0,0 10-27 0,-3-1-45 15,2 1-58-15,1 6-63 0,-3 1-53 0,0 0-20 16,10-4-11-16,-10 4-24 0,8 11-31 0,-3-5-30 16,4 1-17-16,-1 4-285 0,0-2-698 0,0-2 309 15</inkml:trace>
  <inkml:trace contextRef="#ctx0" brushRef="#br0" timeOffset="148090.15">8261 7613 208 0,'0'-7'252'0,"1"3"17"0,1-7 8 0,-2 4-5 0,0-1-5 15,6 3 3-15,-6-2 9 0,0 0 9 16,0 7-9-16,0-6-27 0,0 6-27 0,0 0-24 16,0 0-18-16,0 0-9 0,0 0-27 0,0 0-13 0,0 28-21 15,0-9-3-15,-6-2-13 0,12 1-7 0,-6 11-7 16,5-2-9-16,-5 0-8 0,2 3-57 15,-2-6-29-15,7 3-26 0,-1 0-27 0,1-3-29 0,1 3-21 16,-1-8-22-16,-1 1-23 0,3-1-24 0,-1-4-30 16,7-4-36-16,-8-7-56 0,4 7-179 0,4-5-534 15,3-6 237-15</inkml:trace>
  <inkml:trace contextRef="#ctx0" brushRef="#br0" timeOffset="149011.93">8752 7623 221 0,'0'-18'287'0,"-5"4"1"0,-1-1-1 16,2 7-6-16,-6-8-1 0,4 9-11 0,-4-1-6 16,3 4-14-16,-8-5-6 0,4 6-22 0,1 0-13 0,-5 2-22 15,15 1-17-15,-22 4-16 0,16-1-14 16,-3 2-15-16,1 2-10 0,0 1-12 0,3-1 0 16,5 3-25-16,0 1-5 0,0-2-6 0,5 8-12 0,3 0 2 15,-1 1-5-15,3-1-6 0,-4-2-7 0,9 1 0 16,2 4-5-16,1 1-11 0,-1-5-24 15,2 1-12-15,-4 1 1 0,-3-3-15 0,1-2 1 0,-1 2-5 16,-4-1 7-16,-6-2-5 0,4 0 5 0,-4-3 7 16,-2 2 5-16,-2-1-5 0,-8 0 7 0,-1 3 0 15,-4-3-1-15,-2 1 23 0,-1-6-19 0,-2 3-2 16,-6 2 1-16,4-2-4 0,1-5 5 0,4 1 3 16,-3-2 3-16,12 4-1 0,-5-5-3 0,6 4-3 15,7-5-7-15,0 0-18 0,0 0 1 0,0 0-9 16,0 0-15-16,42-17 1 0,-13 9-2 0,6-1 5 15,13-2 6-15,0-4 7 0,7 2 0 0,-1-5 7 16,1-1 1-16,3 4 3 0,-5-4 2 0,3-5 5 0,-3 1 1 16,-7 3 3-16,-1-3 3 0,-4-1 3 15,-4 1 2-15,-14 10 3 0,-3-4 11 0,-5 7 13 16,-5-4 9-16,-2 4 10 0,-3 0 7 0,-3 0 3 0,-2 0 6 16,-2 3-9-16,-6 0-4 0,3 3-8 0,-4-2-5 15,1 4-3-15,-5 1 4 0,-2-1-1 0,15 2-7 16,-21 3 3-16,6 2-7 0,6-1-3 0,1-1-3 15,-5 5 1-15,8-2-5 0,2 2-8 0,-2 2-17 16,5 0 0-16,5-3-11 0,4 5-17 0,10 1-11 16,-3-1-19-16,12 0-17 0,2 0-16 0,15 3-3 15,-5 0-21-15,8-3-17 0,1 0-10 0,8-5 5 16,-8 0 2-16,2 0 7 0,6-2 4 0,-6-4 8 16,-1-1 20-16,1-1 9 0,-3-3 10 0,-12 1 12 15,-4 2 12-15,-11-3 41 0,-1-3 52 0,-3 3 44 16,-7 1 14-16,0-3 5 0,-9 3 3 0,-1 3-3 15,-1-8 11-15,1 8 1 0,-22-7-2 0,9 6-8 16,-9-6-1-16,1 7-3 0,-2 0 1 0,-7 7-3 0,-3-2-5 16,8 3-8-16,-1 3-2 0,-1 0-6 15,1 1-5-15,2 7-2 0,1-3-13 0,0 2-3 16,3 0 1-16,10-1-6 0,-1 0 2 0,2 3-6 0,3-3-4 16,2 0 0-16,-1 3-6 0,10-1 3 0,-1-4-4 15,1 2 1-15,1-3-2 0,1-1 0 0,-4-3 3 16,11 1-6-16,2-3 1 0,1-3-7 0,-2-3 6 15,6-4-3-15,6-2 4 0,-4-8-1 0,6 3-5 16,0-5 5-16,-6-1-3 0,13-12 2 0,-6-4-6 16,0-5 2-16,0 1 0 0,-2-7-2 0,-5 2-1 15,3-5 0-15,-2-5-1 0,-1-5 0 0,-3-17-1 16,-6 24-2-16,-4-9-2 0,-5 2 28 0,-1-1 39 16,-6 2 20-16,-1 5 22 0,-4 1 5 0,-3 4 0 15,-5 5 17-15,4 0 17 0,-3 12 15 0,1 0 8 16,-2 4-6-16,7 4-7 0,-4 6-14 0,4-2-16 15,0 7-21-15,1-3-7 0,-3 10-15 0,4 1-13 0,6 0-4 16,-20 16-9-16,13-1-6 0,-3 6-6 0,4 6 2 16,2 15-11-16,-2 4-7 0,1-1-22 15,5 10-18-15,-2 5-22 0,2-4-28 0,2 15-35 0,3-14-35 16,-4 2-35-16,13-5-28 0,-13 0-24 0,9 4-42 16,0-7-40-16,-3 2-41 0,3-13-34 0,-2-10-303 15,0 1-737-15,1-11 326 0</inkml:trace>
  <inkml:trace contextRef="#ctx0" brushRef="#br0" timeOffset="149183.79">9285 6996 176 0,'-26'-13'304'0,"11"4"-23"16,-2-1-31-16,-4 2-26 0,6-1-26 0,-2 7-45 15,4 2-44-15,3 0-44 0,10 0-57 0,-10 11-77 0,10-3-215 16,3 2-307-16,4 3 137 0</inkml:trace>
  <inkml:trace contextRef="#ctx0" brushRef="#br0" timeOffset="150320.81">11851 6918 283 0,'-4'-20'342'0,"-1"0"-18"0,-3 1-21 0,1 0-11 16,2 3-19-16,-6-3-9 0,6 7-14 0,2 2-16 16,-4-2-23-16,5 7-26 0,-3-2-23 0,5-1-25 15,0 8-13-15,0 0-17 0,0 0-6 0,0 0-13 0,12 31-6 16,-4-12-7-16,5 2-10 0,2 5-6 15,-1 4-8-15,5 5-9 0,-4 8 3 0,2 0-5 16,-1-4-2-16,-4 4-6 0,1-1-4 0,-4 2-4 0,2 1 1 16,-6-2-4-16,0-2 2 0,-5-1-7 0,2 2-6 15,-4-10 6-15,2-1-4 0,-7-1 0 0,-1-3-5 16,2-4 19-16,-8-7-21 0,3 3 9 0,-4-6-13 16,0-1 18-16,-3-2 9 0,1-2 8 0,-3-1 20 15,4-2 16-15,-1 1 9 0,2-5 4 0,-5-1-4 16,10 0-3-16,-3-1-3 0,13 1 6 0,-15-2-3 15,7 0 5-15,8 2-5 0,-12-5-8 0,12 5-16 16,0 0-8-16,0 0-8 0,22-10-15 0,0 8-15 16,14-3-6-16,10 4-1 0,9-1-16 0,0 4-3 15,4-2-2-15,4 1 3 0,21-2-3 0,2 6-5 16,-3-4-8-16,3 2-12 0,-3-11 1 0,-23 12-2 16,3-4 4-16,-2-4 0 0,0 1 9 0,2 2 1 0,-8-10-1 15,1 6 12-15,-11-5-2 0,-11 1 3 16,-1 1 0-1,-4-2 10-15,-6 0-2 0,-3-1-2 0,-11 0-1 16,6-3 0-16,-10 5 5 0,-3-7 15 0,-2 5-11 16,-7-7 0-16,-1 6 1 0,0-5 4 0,-7 5 5 15,-7-7-4-15,8 8-1 0,-6 3 3 0,0-1 1 16,2 1 2-16,-6 6-3 0,0-6-1 0,4 4 1 16,-3 8-1-16,1-3 0 0,1 5-6 0,4-3 6 15,-3 3-8-15,4 5 20 0,1 0-18 0,1 6-3 0,1-2-6 16,5 6-2-16,8-3-3 0,-2 8-4 0,12-1-8 15,-3-3-4-15,13 2 3 0,9 5-9 0,8-2-6 16,3-2 6-16,11-2-16 0,2-7-7 0,8-1 1 16,2 0-7-16,18-5 1 0,-16-8 10 0,14-2 1 15,-16-1 8-15,2-2 2 0,-4-3 10 0,3-6 0 16,-6 0 8-16,2-8 4 0,-10 3 5 0,-6-5 12 16,-1-3 15-16,-5 3 6 0,-13 0 13 0,-5 1 20 15,-5-9 13-15,0 10 11 0,-9 1-3 0,3 2 6 16,-9-5 1-16,0 3-5 0,0 1-10 0,-9 1-13 0,3 2 4 0,-9 7-1 0,-2-4-6 15,-1 4-10-15,-5 2-2 0,0 0-2 0,-5 3-3 16,-2 0-5-16,-2 9 0 0,-2 0-6 0,4 3-2 16,0 3 0-16,0 1 0 0,-6 10-3 0,8-5-4 15,3-2-4-15,-2 5-13 0,6-1-4 0,1 1-12 16,3 0 1-16,3 1-3 0,-3-7-10 0,9 1 4 16,1 0-1-16,-1-1-2 0,1-4 2 0,7-3 7 15,0 4-4-15,0-4 7 0,0-1 6 0,2-2 3 16,3-1 15-16,-5-4-7 0,8 2 8 0,-8-2 12 15,20-9 4-15,-10 3 20 0,-3 0 8 0,7-6 18 0,0 0 11 16,-6-4 25-16,7 4 10 0,0-2 19 0,-4-1 3 16,3-2 3-16,-3 1-3 0,-3 1-2 15,6 0-4-15,-6-5-6 0,0 9-2 0,1-8-7 0,-3 12-16 16,1-2-4-16,-2 1-10 0,-2 3-8 0,0 0-13 16,1-1-18-16,-4 6-24 0,0 0-9 0,0 0-12 15,0 0-30-15,15 12-20 0,-14-3-22 0,6 1-10 16,-1-1-24-16,1 8-27 0,1-7-22 0,1 9-32 15,1-3-1-15,1 2-16 0,2-2-2 0,2 4-24 16,0-4-28-16,0-2-27 0,8-1-20 0,-3-3-13 16,0-2-16-16,-2 1-193 0,4-2-578 0,-6-4 256 15</inkml:trace>
  <inkml:trace contextRef="#ctx0" brushRef="#br0" timeOffset="151008.24">14029 7556 221 0,'10'-14'97'0,"-7"2"4"0,5 3 48 0,-3-3 18 0,-3-3 5 15,3 0 0-15,-2-1 2 0,0 1 3 16,1 1-5-16,-3 5 2 0,4-2-1 0,0 2-14 0,0 2-16 15,0 2-17-15,2-2-12 0,-4 4-14 0,10-2-12 16,-4 4-9-16,4 2-3 0,7 3-13 0,-4 0-5 16,-1 2-7-16,7 2-3 0,3 4-8 0,3 3-1 15,-5 4-7-15,-2-6-1 0,4 8-1 0,-2-1-6 16,-1-3 0-16,-1 2-6 0,-2 2 0 0,-8-6-1 16,1 1-2-16,-4 1 0 0,0 0-5 0,-4-4 1 15,-4 1-5-15,-4-4-3 0,-4-1-2 0,5 0 10 16,-10-2-4-16,4-2-1 0,-4-2 1 0,-5-1-2 15,1-4 2-15,4-1 0 0,0-5 9 0,0-1 17 16,-2 2 8-16,5 1 7 0,3-3-1 0,1-1-2 16,1-3-3-16,3 1-8 0,4-1-3 0,3 1 12 15,-2-6-17-15,7 6 1 0,0-4-7 0,5-6 1 0,-2 13-9 16,3-2-6-16,4 3 4 0,-2-3 6 0,11 4-8 16,-13 4-3-16,11 1 4 0,-6-1-3 15,7-1 2-15,2 4-5 0,-5 3 0 0,5 3 1 0,-7-4-4 16,3 5 2-16,-2-6-22 0,7 7-7 0,-3 3-3 15,2-7-9-15,-2 5-9 0,3-2-5 0,13 4-6 16,5 1-2-16,1-5-1 0,-2 4-8 0,8 1 1 16,2-9 10-16,-3 6 4 0,9 0 8 0,19-2 2 15,0 1 7-15,-2-1 1 0,5 0 5 0,0-7 4 16,2 0-1-16,-4-3 7 0,2-6 3 0,-1 2 2 16,-1 0 3-16,-1-5 8 0,-24 1 1 0,4-4 7 15,-3-2 9-15,24-5-2 0,-26 3 1 0,-7-1 0 16,-8 0 2-16,-3-3 7 0,-5 0 10 0,-12 4 0 0,-3-1 2 15,-5 5 1-15,-8 0-1 0,-1 2 1 16,-4-1-4-16,-2 2 0 0,-7-3-3 0,-3 3-2 16,-6-1-2-16,-3 4-6 0,-2 4 1 0,-14 0-2 0,-11-2 0 15,1 12-4-15,-4-5 0 0,-3 6 0 0,8 6-3 16,-3 0-1-16,-2 7-2 0,4 4 3 0,2 1-1 16,-2 5-2-16,9 3 1 0,-1 9 0 0,8 1-3 15,2 4 10-15,2 4-12 0,9 4 3 0,4 19-1 16,2-15 5-16,8 18 1 0,2-1 0 0,2 0 6 15,6-22-5-15,6 20 2 0,-1 1 3 0,2-19-4 16,3 14 0-16,0-18 0 0,-1-2-4 0,-1 1 5 16,3-3-2-16,-8-5 1 0,2-2-6 0,-8-10 2 15,-1-12 2-15,1 0 2 0,-5-2-4 0,-5-9 5 16,-2-3 0-16,-1-1 0 0,-4-4-13 0,-4-4-25 16,-1-3-32-16,-8-8-54 0,-3-2-74 0,-7-11-94 15,2-5-233-15,-15-1-556 0,5-9 245 0</inkml:trace>
  <inkml:trace contextRef="#ctx0" brushRef="#br0" timeOffset="151180.1">15588 7278 253 0,'0'-18'354'0,"-7"-2"-44"0,-1 3-49 16,1 3-67-16,-8-6-76 0,7 8-79 0,-5-5-68 15,6 6-75-15,1-3-129 0,6 7-253 0,0 2 113 16</inkml:trace>
  <inkml:trace contextRef="#ctx0" brushRef="#br0" timeOffset="154242.31">19087 6756 177 0,'3'-20'297'0,"-1"4"-5"16,-2-4-16-16,5 5-20 0,-5 2-17 0,-5-4-8 16,5 7-20-16,-2 4-17 0,2-5-6 0,0 6-32 0,0 5-23 15,-3-8-4-15,3 8-22 0,0 0-5 0,0 0-19 16,-23 13-8-16,14 2-10 0,-5 8-7 16,-1 1-7-16,1 2 5 0,-7 9-18 0,4 4 2 0,-4 3-11 15,3 2-3-15,-1-2 4 0,-2 1-5 0,-1 4-2 16,4-1 1-16,3 1-6 0,2 5-4 0,-2-4 1 15,2-3-2-15,5 2 4 0,4-2-4 0,4-1 5 16,0-1-7-16,9-4-2 0,1 0 5 0,1-9-1 16,1 0-4-16,3-2 3 0,9 6-1 0,-4-10 0 15,5-4 1-15,12 5-5 0,2-3-5 0,-4-3-26 16,-4-5-24-16,11 2-47 0,-11-7-57 0,16 1-62 16,1-9-68-16,-2 2-221 0,0-3-544 0,4-6 241 15</inkml:trace>
  <inkml:trace contextRef="#ctx0" brushRef="#br0" timeOffset="154507.92">19756 6969 315 0,'0'-8'315'0,"0"3"-11"0,-2-4-35 16,2 9-36-16,-2-5-28 0,2 5-22 0,0 0-21 15,0 0-13-15,0 0-21 0,0 0-7 0,4 32-16 16,1-16-6-16,-4 4-12 0,7 5-8 0,-1 5-9 16,1 1-8-16,-1-2-6 0,0 1-3 0,3 15-5 15,-1-6-3-15,-2-8-10 0,-2 8 1 0,5 0 0 16,-2-10-5-16,4-1 2 0,-6-1-29 0,1 0-21 16,1 2-24-16,-1-10-35 0,1 4-43 0,2-5-49 15,-2-5-55-15,1 1-214 0,1-2-473 0,-2-4 210 16</inkml:trace>
  <inkml:trace contextRef="#ctx0" brushRef="#br0" timeOffset="154945.37">20270 7160 158 0,'-3'-7'284'0,"3"7"-28"15,0 0-31-15,0 0-22 0,0 0-20 0,0 0-22 16,0 0-16-16,-3 17-17 0,3-8-10 0,3 0-15 16,-1 4-6-16,3 2-13 0,0 4-12 0,1 6-2 15,-1-7-3-15,2 6-8 0,-2-5-5 0,5 4-7 16,-4-4-3-16,-2 1-10 0,1-5 3 0,1 4-2 16,-1-7-5-16,-5 7-4 0,10-11 0 0,-7 7-2 15,1-10 1-15,-1 2-1 0,-3 0 22 0,0-7 37 16,0 0 25-16,7 4-8 0,-7-4 4 0,0 0 9 15,5-18-1-15,-2 9 6 0,-1-4 8 0,4-9 0 16,1 7-1-16,1-9 1 0,-1 5 5 0,9-5 3 16,-9 6 0-16,4-2-2 0,-1-2-2 0,-3 7-4 0,6 0-5 15,-4-3-5-15,-1 4-4 0,-3 2-7 16,1 5-12-16,-2 2-12 0,2-3-10 0,1 0-12 16,-4 5-6-16,4 0-11 0,-7 3-2 0,0 0-8 0,26 10-3 15,-11-1-8-15,-5 4-3 0,3 4-10 0,2 3-22 16,-3-4-13-16,3 10-25 0,8 9-42 0,-5-12-19 15,5 12-30-15,-8-7-10 0,-3 2-24 0,3-3-31 16,-2 0-38-16,2-1-53 0,-5-2-56 0,1-1-315 16,-1-4-724-16,-3-6 321 0</inkml:trace>
  <inkml:trace contextRef="#ctx0" brushRef="#br0" timeOffset="155212.49">21118 7273 233 0,'0'0'257'0,"0"0"-25"0,0 0-1 15,0 0-9-15,0 0-6 0,8 31-2 0,-5-14-1 16,1 10-15-16,1 3-15 0,-2 13-14 0,0 4-17 16,-1 2-15-16,6 3-15 0,-5 1-12 0,1-1-9 15,2 8-11-15,1-5-10 0,-5-2 0 0,9 2-9 16,-6-6-9-16,8 3-9 0,-6-2 4 0,3-8-6 15,2 1-6-15,-6-12-8 0,3 0-21 0,-3-8-33 16,1-6-32-16,-4 4-34 0,5-5-29 0,-1 0-34 16,0-8-35-16,1-1-42 0,0-3-51 0,-3-4-151 15,-5 0-460-15,0 0 204 0</inkml:trace>
  <inkml:trace contextRef="#ctx0" brushRef="#br0" timeOffset="155540.59">21136 7262 174 0,'-10'-26'311'15,"2"6"-8"-15,-1 4-4 0,3-2-6 0,-1 3-12 16,6 1-18-16,-6 3-11 0,7 0-23 0,-2 3-27 16,2 1-19-16,0-2-7 0,2 3-37 0,-2 6-7 15,7-3-23-15,-7 3-1 0,21 0-19 0,-21 0-6 16,25 6-13-16,-9 0-4 0,1 3-12 0,5 5-4 15,-4-2-5-15,7 3-6 0,-1 4-2 0,0-2-1 16,-5 1-11-16,3 3 11 0,-4-1-12 0,-5 2-9 16,4-2 0-16,-4-1 0 0,-3-3-7 0,-5 3 0 15,-5 1-4-15,0-4 18 0,0 6-21 0,-5-4-5 0,-5-1-3 16,0-2-8-16,-1 2-5 0,-4-2-16 0,0 4-10 16,-3-5-14-16,3-1-17 0,-2-1-11 15,1-4-18-15,2-1-16 0,5 0-17 0,0-2-14 0,3 0-27 16,-1-2-31-16,7-3-25 0,0 0-9 0,0 0-164 15,0 0-443-15,28-12 197 0</inkml:trace>
  <inkml:trace contextRef="#ctx0" brushRef="#br0" timeOffset="156149.91">21662 7302 75 0,'10'-9'225'0,"-5"0"4"0,2 3 5 16,-2 1-17-16,1-1-26 0,-2 2-23 0,-4 4-17 15,6-6-17-15,-6 6-13 0,0 0-14 0,9 12-11 16,-9-3-9-16,1 3-11 0,4 0-8 0,-5-2-6 0,2 7-3 15,4-2-9-15,3 0-6 0,-4 3 0 16,0-2-5-16,5 0-5 0,-2 0 0 0,0-4-1 16,4 3-2-16,4-8-5 0,-9 2 2 0,1-1-4 0,0-1 3 15,4-2 18-15,-2-3 9 0,3-2 5 0,-13 0 5 16,22-7 1-16,-9 4 3 0,-3-4-4 0,0-7-2 16,1 3 6-16,-1-5-2 0,2 3 0 0,-2-5 3 15,1 2 5-15,-2-3 17 0,-8 4-1 0,8-4 6 16,-3 4-1-16,-1 2-5 0,-1-6 9 0,-1 4-8 15,-3 7-2-15,5-3-8 0,-5 2-13 0,0 3-11 16,0 1-4-16,2-2-22 0,-2 7 0 0,1-8-13 16,-1 8-3-16,0 0-1 0,0 0-1 0,0 0 9 15,15 20-13-15,-12-13-9 0,4 7 5 0,0 2 1 16,-2 1-10-16,5-2 5 0,-4 3-4 0,4-2-15 16,3 8-1-16,1-4-9 0,-6-3 2 0,7 5-1 15,0-4-17-15,-7-4 1 0,5-1 4 0,-5 0-7 0,7-3 4 16,-8-2 2-16,5-3-2 0,-4 1 5 0,0-5-7 15,0-1 1-15,-8 0-4 0,22-3-9 16,-16-2-7-16,4-6-11 0,-3-1-8 0,5 0-3 0,-7-6 0 16,5-2 0-16,-1-4-2 0,-2-3-6 0,-5-1 3 15,3-13 0-15,-5 2 3 0,0-4-2 0,-5-2-6 16,3-4 10-16,2-3-5 0,2-2-11 0,-2 1 12 16,5-6 10-16,-4 5 21 0,6 3 54 0,-7 3 32 15,2 2 26-15,-2 3 33 0,5 13 22 0,-10 2 14 16,5 1 23-16,3 9 13 0,-3 1 20 0,2 1 3 15,-2 5-13-15,0 4-22 0,-2-2-20 0,2 3-13 16,0 6-18-16,0 0-11 0,0 0-10 0,0 0-6 16,-12 24-8-16,12-5-3 0,-3 7-8 0,0 16-8 0,1-3 10 15,2 6-17-15,0 0-1 0,2 4-4 16,3 1-5-16,-2 0-10 0,4 2-17 0,-1 2-15 16,7 0-15-16,-3-3-19 0,4 3-27 0,1 2-13 0,1-7-19 15,-3-3-25-15,6-4-21 0,-5 0-29 0,3-3 11 16,-7-8-39-16,5-11-70 0,5 3-262 0,-7-11-591 15,-1 0 262-15</inkml:trace>
  <inkml:trace contextRef="#ctx0" brushRef="#br0" timeOffset="156337.39">22316 6961 154 0,'-16'-14'308'0,"2"4"10"0,1-2-10 16,6 2-20-16,-3 7-20 0,4-3-26 0,1-2-27 15,5 8-24-15,0 0-11 0,0 0-33 0,0 0-3 16,0 0-24-16,40 15-6 0,-22-7-10 0,12 5-40 16,-4 1-42-16,14 4-49 0,5-1-62 0,-2 3-75 15,10-1-87-15,-5-3-192 0,0 3-480 0,3 0 213 16</inkml:trace>
  <inkml:trace contextRef="#ctx0" brushRef="#br0" timeOffset="156540.5">23266 7579 146 0,'-2'9'295'0,"4"-1"-18"0,-4-1-4 16,2 1-23-16,0-1-12 0,0 2-17 0,-1 5-14 16,-4-1-21-16,-2 5-13 0,2 4-21 0,-3 3-14 15,1 2-13-15,-4 1-8 0,-2 1-15 0,-7 11-2 16,0 1-37-16,-5 3-49 0,2-4-61 0,-9 6-88 15,6-8-110-15,-7 5-197 0,8-6-478 0,2-5 211 16</inkml:trace>
  <inkml:trace contextRef="#ctx0" brushRef="#br0" timeOffset="157571.65">23950 7189 63 0,'0'0'354'0,"0"-10"-32"0,-5 4-26 0,1-2-32 0,-2 3-26 15,-1 0-27-15,7 5-21 0,-15-2-22 0,15 2-12 16,-20 14-24-16,6-2-13 0,-1-2-9 0,5 9-14 15,-2 6-8-15,2 4-10 0,4-6-4 0,-4 8-7 16,6 1-7-16,4-2-4 0,7 2-4 0,0 2-3 16,1-5-7-16,0 1 1 0,7-3-8 0,2 0-3 15,2-5 0-15,1 1 1 0,0-7 9 0,0-4 5 16,-2-2 2-16,4-1 1 0,3-6 1 0,-4-2 6 16,-1-1 0-16,3-4-2 0,-5-4 2 0,12-3 6 15,-17-2-1-15,9-6-7 0,-7-3-2 0,0-2-4 16,1-1-7-16,-11-4 0 0,5-13-7 0,-7 11-1 15,-6-1 4-15,0-11-5 0,-9 14-1 0,2-2-3 16,-3 7-5-16,-3-3-2 0,-6 2 1 0,2 3-14 0,-6 4 5 16,-1 4-1-16,4 6-10 0,-5-2-3 15,6 10-11-15,1-8 3 0,1 7-35 0,0 2-21 16,5 3-10-16,2 3-7 0,-2 0-8 0,8-1-1 0,6 6-8 16,1 0-10-16,1-2-6 0,6 4-9 0,6 3-9 15,4-4-6-15,8 5-9 0,1-3 9 0,7-3-2 16,9 0 6-16,2-1 10 0,-1-4 5 0,9-2 11 15,-11-4 20-15,4 2 7 0,-14-6 7 0,4-3 13 16,-5-3 16-16,0 0 30 0,-6-3 28 0,-4 1 32 16,-3 3 24-16,-4-4 16 0,2 2 12 0,-7-3 11 15,-1 2 13-15,1 3 3 0,-1-3-4 0,-6 2-9 16,4 3-3-16,-3 1-7 0,5-2-15 0,-7-1-12 16,0 8-9-16,0 0-8 0,0 0-5 0,0 0-10 15,0 0-7-15,0 0 2 0,-19 23-4 0,16-8-5 16,1 0-2-16,-4 6 1 0,2 5-4 0,4-4-11 15,0 6 7-15,4-1-5 0,2 0 0 0,3 0-4 0,-3-1-9 16,3-1 3-16,4-10 10 0,-3 5-10 0,3-4 0 16,0-2-1-16,0-2 2 0,-3-4-3 15,5-3 2-15,-3-3 3 0,4-1 0 0,-1-4-1 0,0-1 2 16,0-4-3-16,2-1 13 0,-2-1 0 0,-1-5 6 16,6-6 17-16,-3-2 5 0,-2 0 22 0,0-5-17 15,0 3 14-15,-1-4-1 0,8-6 6 0,-9 9-13 16,-4-2 0-16,5 5 2 0,-9 4-9 0,4-1-2 15,-3 6 9-15,1 0-1 0,-4 6-6 0,4-2-2 16,-7 1-9-16,0 4-8 0,6 2-16 0,-6 3 5 16,0 0-9-16,0 0-6 0,0 0 1 0,7 13 5 15,-7 1-8-15,2-4 5 0,3 10-5 0,-4-1 2 16,8 8 1-16,-3-1-1 0,3 1-13 0,-3-3 5 16,9-1-8-16,0 4-6 0,-2 0-8 0,2-4-5 15,2 0-2-15,1 1 0 0,-2-8-10 0,1-2-16 16,1-2-3-16,0-3-10 0,-1-5-11 0,3-1-11 0,-4 0-15 15,6-7-13-15,-7-3-19 0,6-4-18 0,6-1-16 16,-6-3-12-16,1-5-17 0,-2 1-17 0,6-14-13 16,-4-3-9-16,1 0-15 0,-3-6-159 0,-5 3-450 15,-1-8 200-15</inkml:trace>
  <inkml:trace contextRef="#ctx0" brushRef="#br0" timeOffset="157759.13">25497 6832 129 0,'-10'-43'78'0,"4"1"31"0,-6 11 34 0,4 0 33 15,-5 4 25-15,3 2 11 0,1 10 7 0,-2-3 0 16,6 9-16-16,0-2-20 0,-2 3-19 0,1 1-18 15,-3 6-17-15,9 1-14 0,0 0-10 0,-21 12-10 16,13 1-7-16,3 6-6 0,-4 4-7 0,6 8-2 16,-2 9-7-16,2 2-9 0,-2 3-2 0,3 2-4 15,2 0-6-15,2 4-3 0,3-1-1 0,-2 1-5 0,4-2-9 16,-1 2-29-16,1 2-24 0,0-2-45 16,1-5-42-16,-2 0-60 0,3-9-49 0,-1-5-46 15,0-5-148-15,-1-6-448 0,1-5 198 0</inkml:trace>
  <inkml:trace contextRef="#ctx0" brushRef="#br0" timeOffset="158180.97">25275 7243 277 0,'-13'-27'322'15,"-2"3"3"-15,7-3 1 0,-5 7 6 0,1 0 3 16,2 5 8-16,2 1 6 0,3-1-4 0,2 5-14 16,-4 3-26-16,4 0-29 0,3 3-29 0,-3-4-29 15,3 8-26-15,0 0-24 0,13-3-38 0,-13 3-32 16,26 7-31-16,-8-2-34 0,11 6-31 0,0 0-33 15,16 5-38-15,0-1-21 0,4 1-36 0,4-5-32 16,0 5-28-16,5-5-22 0,-6 5-20 0,6-8-9 16,-6 3-9-16,5-3 12 0,-11-6 2 0,-13-2 29 0,0 2 16 15,-3-2 16-15,-8-2 44 0,-3 0 49 0,-9-2 40 16,2 0 36-16,-2-3 25 0,-5 5 18 0,-2 0 10 16,-3 2 9-16,4-6 5 0,-4 6-4 15,0 0-5-15,0 0-6 0,0 0-6 0,0 0-5 0,0 0-5 16,0 0 3-16,-12 22-2 0,5-8 8 0,6 6 0 15,-6 7 3-15,7 5-2 0,-8 10 2 0,3 0-8 16,-3 7-1-16,1 4-3 0,4 0-8 0,-4 2 4 16,-5 18-4-16,4-18-1 0,1 3-3 0,-1 14-2 15,2-13-2-15,-3-5 4 0,3-3-6 0,-3 2 0 16,3-9 1-16,4 3 1 0,-4-5-1 0,2-12-5 16,1-2 4-16,0-2-11 0,3-5-11 0,0-3-13 15,3-3-10-15,-3-6-9 0,0 0-5 0,0-4-22 16,0-1-33-16,0-4-32 0,0 0-33 0,0 0-36 15,13-16-37-15,-11 6-161 0,6-6-428 0,2-8 189 16</inkml:trace>
  <inkml:trace contextRef="#ctx0" brushRef="#br0" timeOffset="158462.19">25969 7192 126 0,'-7'-15'355'0,"7"-7"-4"0,5 5-3 15,-3 2 7-15,3-1-15 0,-3 4-11 0,4 0-25 16,1 1-26-16,-1 4-29 0,1 3-33 0,1-3-13 16,9 2-25-16,-9 1-18 0,4 3-21 0,-1 1-13 15,8 1-14-15,-3 4-12 0,4 2-9 0,-3 0-8 16,-1 1-11-16,-1 3-7 0,-2 2-11 0,2 1-6 16,0 1-3-16,-7 2-8 0,1-1-1 0,-3 0-4 15,2 2-10-15,-3 4-8 0,-3-3-12 0,1-1-10 0,-6 1-18 16,3 1-13-16,-7 6-27 0,3-1-14 15,-6-4-15-15,1 3-12 0,1-1-14 0,-7-5-18 16,9-1-18-16,-9-5-21 0,3 8-19 0,0-2-38 0,4-5-31 16,0-5-25-16,3-1-187 0,-5 0-518 0,7 0 230 15</inkml:trace>
  <inkml:trace contextRef="#ctx0" brushRef="#br0" timeOffset="159102.76">26429 7248 158 0,'17'-24'239'0,"-7"4"14"0,1 1 9 0,-1 7 1 16,-2-6 0-16,1 6-3 0,-8 3-24 0,3 1-20 16,1 1-24-16,0 3-26 0,-5 4-22 0,0 0-10 15,0 0-15-15,0 0-12 0,0 0-8 0,3 16-9 16,-3-4-12-16,2 3-7 0,-2 4-11 0,5 1 0 16,1-2-14-16,-3 9-14 0,4 0-7 0,5-2-15 15,-1 1-17-15,1-2-10 0,4-2-11 0,-4-1-8 0,3-3-5 16,-4-2-7-16,4-5-3 0,0 3 5 15,0-6 2-15,-2-6 5 0,2 5 6 0,-1-7 5 16,-5-4 4-16,10-1 2 0,-8 0 8 0,6-3 15 0,-6-5 9 16,1-1 13-16,-2-2 21 0,5-5 9 0,0-5 11 15,-10 7 1-15,3-5 9 0,-5 5 4 0,4-1 10 16,-2 1 15-16,0 2 2 0,-2-2 8 0,-1 5 9 16,1-1 2-16,0 4-10 0,-3-1-12 0,0 8-14 15,0-1-20-15,0 5-8 0,0 0-9 0,0 0-8 16,0 0-1-16,0 0-6 0,0 0-9 0,5 26-4 15,-3-9-6-15,-2 1-8 0,2 1-7 0,4 8-3 16,-1-5-10-16,-1 5-8 0,2 0-5 0,1-7-3 16,9 6-14-16,-6-6-5 0,0 0-2 0,7-1-8 15,4-1-8-15,-6-2 0 0,0-8-4 0,8 3-4 16,-3-3 5-16,-3-3-1 0,2-5 1 0,3 0 2 16,-2-7 3-16,0 1 0 0,0-5 0 0,4-5 0 0,1-3-3 15,-7-4 0-15,11-9 9 0,-8-3 5 0,2-2 2 16,0 0-7-16,-1-4 6 0,-4-5 3 15,-1-1 4-15,3-5 4 0,-4-2 3 0,-3 0 3 0,9-21 5 16,-4 0 2-16,-1 22 7 0,7-20 16 0,-7 17 16 16,6-18 26-16,-8 28 23 0,0 0 20 0,0-1 27 15,-2 7 28-15,-3 13 19 0,-10 1 15 0,7 7 16 16,1 4-9-16,-3 6-8 0,-3-2-20 0,3 4-22 16,-4 2-19-16,-1 5-12 0,0 0-13 0,0 0-6 15,-13 23-9-15,5-3-9 0,1 8-7 0,-9 17-1 16,1 0-5-16,-2 27-6 0,-3-18-3 0,7 19-2 15,-4 4-7-15,4-22-3 0,-2 22 4 0,5-7-5 0,4-11-12 16,-3-1-21-16,4-1-25 0,4 18-37 16,2-18-22-16,4-6-30 0,-3-1-23 0,5-4-21 15,-2-3-41-15,0-10-41 0,5-5-50 0,-4-10-57 0,-1-3-289 16,2-6-695-16,4 0 307 0</inkml:trace>
  <inkml:trace contextRef="#ctx0" brushRef="#br0" timeOffset="159290.24">27478 6829 115 0,'-29'-19'312'0,"6"4"-13"15,-9-2-15-15,6 5-19 0,9 2-18 0,2 4-28 16,2 0-26-16,1 3-19 0,2 1-13 0,10 2-17 16,0 0-15-16,-15 9 4 0,15-1-28 0,7 4-8 15,8 2-33-15,0 1-32 0,6 5-51 0,3 2-53 16,17 3-73-16,4-1-78 0,-2 1-196 0,5-4-455 15,3-7 202-15</inkml:trace>
  <inkml:trace contextRef="#ctx0" brushRef="#br0" timeOffset="159587.09">28104 6309 3 0,'-18'-11'371'0,"3"4"-6"0,-3-2-1 16,10 5-18-16,1-3-29 0,-1 6-25 0,8 1-32 15,-14-3-32-15,14 3-15 0,-5 8-10 0,5-8-34 16,4 22-17-16,4-4-19 0,7 4-7 0,5 5-13 16,3 14-7-16,7 1-16 0,6 5-4 0,12 14-16 15,-1-1 5-15,-1-2-13 0,-13-8 2 0,8 13-15 16,-6-13-5-16,-10-1 1 0,1 3-8 0,-4-1-2 15,-6 2-5-15,-4 1 0 0,-9 1 0 0,-3 3-2 0,-16 16-14 16,-7-1-3-16,-17-1-29 0,-6 1-16 16,-12-2-53-16,-42 23-27 0,24-25-38 0,-36 24-50 15,4-6-65-15,19-35-77 0,-39 25-214 0,37-26-603 0,-1-8 267 16</inkml:trace>
  <inkml:trace contextRef="#ctx0" brushRef="#br0" timeOffset="160868.22">24670 8404 112 0,'-14'-3'321'15,"3"1"15"-15,1-3 9 0,3 3 10 0,-3 1 16 16,10 1 4-16,-5-6-1 0,-1 2-25 0,6 4-32 0,13-12-31 16,4 0-29-16,12-2-28 0,21-4-22 0,11 1-21 15,27-7-19-15,6 8-31 0,9-2-14 16,44-5-12-16,1 4-8 0,-3 10-15 0,3-4-8 0,-44 3-9 15,40 6-8-15,-38-8-2 0,0 4-7 0,46 1-4 16,-49 1-3-16,-2-1-9 0,-2 5-3 0,-5-7-1 16,1-2-15-16,-8 8-4 0,-1-2-10 0,-28-2-8 15,-5 2-1-15,-3-2-7 0,-5 2-1 0,-17 3-8 16,0-3-4-16,-12 4-1 0,-2-1-8 0,-1 2-5 16,-5-1-9-16,2-2-18 0,-10 3-12 0,7-6-3 15,-7 6 10-15,0 0-2 0,0 0 6 0,-19-6 10 16,6 6-5-16,-2 0 14 0,-5 0 4 0,-3 3-3 15,-8-3 6-15,-2 3-7 0,-12 0 2 0,0 3 3 0,1-3-6 16,-6 3 9-16,-5 1 0 0,-1 0 0 16,-2-2 1-16,-23-2 3 0,17 2 3 0,-26-2 6 15,-7 5 7-15,-8-7 15 0,-2 6-16 0,-41-11 1 0,42 7 3 16,-44 0 2-16,42-3 4 0,-37 0-2 0,40-2 2 16,-40 4 0-16,49-2-1 0,5-2 3 0,-4 4 5 15,8-4-1-15,29 4-3 0,0-5 4 0,3 3-5 16,12 0 12-16,15-3 6 0,6 3 4 0,6 0-1 15,6 0 10-15,3-3 9 0,7 3-1 0,0 0-4 16,32-3-1-16,12 1-2 0,13 4-6 0,4-2 0 16,30 2-4-16,8 2 2 0,4 2-1 0,3-1 17 15,41-1-25-15,-44 2-1 0,-1 2 1 0,1 2-2 16,1 1 5-16,-8-3-5 0,-8 3 2 0,1-3-15 16,-8-1-2-16,-19-1-11 0,-8 1 4 0,-2 1-9 15,-1-1 9-15,-21-2-18 0,0-3 0 0,-9 2-6 16,-4 0-1-16,-4-4-2 0,-5 2 2 0,-8-2 3 15,7 2-1-15,-7-2 5 0,0 0 7 0,0 0 2 0,0 0 2 16,-50-2 1-16,30 2 4 0,-8-2-1 16,-7-1 6-16,-9 2 3 0,1-3-4 0,-5 4 4 15,3-2-10-15,-3 1-23 0,-7-3-20 0,4 1-19 0,-4 2-24 16,2 1-30-16,2 3-45 0,1-3-54 0,6 1-246 16,12 4-523-16,-4-5 231 0</inkml:trace>
  <inkml:trace contextRef="#ctx0" brushRef="#br0" timeOffset="161461.91">26083 8467 154 0,'0'0'367'16,"0"0"-24"-16,0 0-23 0,0 0-32 0,0 0-33 15,0 0-27-15,4 8-28 0,-4-8-18 0,0 0-20 0,-2 12-17 16,2-5-13-16,0 3-14 0,0 2-14 0,3 7-5 16,-3 2-15-16,3-2-8 0,-1 8-8 0,3 2-3 15,-3-1-7-15,-1 1-8 0,6 13-1 0,-7-3-5 16,2 0-3-16,-2-9-5 0,5 9 1 0,-4 0-9 15,-1-5-7-15,7-2-19 0,-7-2-29 0,0 0-27 16,0-2-44-16,2 4-36 0,3-8-44 0,0-6-53 16,3-2-58-16,-7-1-169 0,9 2-496 0,0-8 220 15</inkml:trace>
  <inkml:trace contextRef="#ctx0" brushRef="#br0" timeOffset="161946.24">26063 8475 135 0,'-8'-1'233'0,"8"1"-24"15,0 0-18-15,-16 1-22 0,9 4-12 0,2 2-18 0,-5-1-18 16,3 2-9-16,-4 3-13 0,3 0-8 16,-1 5-7-16,1 0-10 0,-4-1-7 0,4 0-6 15,0 2-6-15,3-7-4 0,-3 3-6 0,1 2-5 0,2 0-6 16,2-6 0-16,-4 0-2 0,5 1-3 0,-4-5-5 15,6 2 2-15,-2 1 1 0,2-8 33 0,-3 7 27 16,3-7 29-16,0 0 22 0,0 0-13 0,0 0-11 16,0 0-6-16,11-19-8 0,-4 13 0 0,1-4 4 15,1-6 2-15,-3-2 9 0,7 5 6 0,-3-5 6 16,4 0 1-16,-1 3 5 0,2-4-6 0,0 5-3 16,-2 1-10-16,-2 2-5 0,4-1-9 0,-8 1-12 15,3 4-7-15,0-2-10 0,-2 3-9 0,0 5-11 16,4 1-6-16,-2 0-12 0,6 1-7 0,1 5-46 15,0 7-27-15,7 5-41 0,-2-1-43 0,-1 4-56 16,3 3-81-16,5 6-97 0,0 5-310 0,-6-3-731 0,-3-8 325 16</inkml:trace>
  <inkml:trace contextRef="#ctx0" brushRef="#br0" timeOffset="163571.09">3575 11374 180 0,'-2'-17'287'0,"-4"-2"-8"0,4 1-20 0,0 8-19 15,1 3-23-15,-4-1-21 0,5-1-23 0,-4 6-21 16,4 3-18-16,0 0-16 0,0 0-13 0,-10 17-12 16,10 2-6-16,-6 7-11 0,4 3-9 0,0 17-7 15,-1-3-1-15,3 7-9 0,-6-1-5 0,4 1-6 16,0 5-4-16,-3-3-2 0,4 4-5 0,2-2 1 16,-2-5-4-16,4 1-3 0,2-4-2 0,3-4-1 15,0 7-1-15,2-10-1 0,5-3-3 0,-3-9 5 16,3 1-5-16,5-6 0 0,-4-10 3 0,1 2 17 15,3-2 13-15,1-7 8 0,7-2 2 0,2-5 1 16,0-4 5-16,1-3 16 0,-3-8 7 0,0 1 15 16,9-7 7-16,-6-7 3 0,-3 1-2 0,1-6 5 0,-1-1-6 15,-2-4-10-15,-4 2-13 0,-6-9-5 16,3 3-9-16,-10-3-8 0,5 1-4 0,-6-4-8 16,4 2 2-16,-7 4-12 0,-1 0 2 0,3 12-8 0,-7 2 1 15,0 3-5-15,3 1 0 0,-6 7-8 0,1 4-9 16,2 4-18-16,0-1-38 0,2 5-45 0,-2 2-57 15,0 5-14-15,0 0-10 0,0 0-16 0,0 0-32 16,0 24-38-16,3-9-45 0,-3 11-63 0,4-2-183 16,-3 7-589-16,1-4 260 0</inkml:trace>
  <inkml:trace contextRef="#ctx0" brushRef="#br0" timeOffset="163992.93">4472 11776 137 0,'7'8'125'0,"-3"6"-5"0,1 0-1 0,5 4 3 0,-1 2-8 16,-1-1-9-16,5 4-9 0,-5 1-11 16,2 3-10-16,-1 3-3 0,1-2-9 0,0 2-4 0,-6 2-15 15,5-8 5-15,-6 2 0 0,2-1 0 0,-3-5-9 16,1-4 2-16,-1 2 20 0,-2-1 12 0,-2-5 8 15,2-4 20-15,-3 0 28 0,1-2 27 0,2 3 36 16,0-9 21-16,0 0-6 0,0 0-2 0,0 0-4 16,0 0 13-16,-8-19-7 0,4 12 0 0,4-12 6 15,0 2-3-15,0-2-5 0,4-8-1 0,-1 1-2 16,0 1-20-16,6 1-5 0,-3-3-6 0,8 0-20 16,-6 0-12-16,3 1-13 0,3 4-12 0,-3 7-13 15,9-6-12-15,-13 8-6 0,8-1-12 0,-1 2-9 16,-2 6-7-16,-2 0-9 0,12 0-6 0,-9 5-7 15,8 1 0-15,-4 1-8 0,3 5-10 0,-4 3-8 16,11 3-16-16,-11 3-15 0,6 1-22 0,-4 2-22 0,5 5-29 16,-5 0-41-16,1-3-42 0,0 6-20 15,-4 1-11-15,0 0-31 0,-2 0-29 0,-4 1-42 16,1 1-38-16,-4-3-41 0,-1-3-289 0,-3-4-736 0,3 0 326 16</inkml:trace>
  <inkml:trace contextRef="#ctx0" brushRef="#br0" timeOffset="164836.6">5647 11658 61 0,'0'-17'332'0,"0"0"-10"16,-5 0-12-16,0 4-3 0,3-2-27 0,-7 3-20 15,2 1-12-15,-5-5-23 0,1 7-19 0,-2-1-21 16,1 3-17-16,-3-1-18 0,0 4-14 0,5 1-6 0,-5 1-20 16,0 4-13-16,4-2 5 0,-4 7-26 15,-2 0-11-15,9 1-2 0,-5 2-8 0,0 0-10 16,3 7-4-16,0-4-8 0,5 3 5 0,0 3-9 0,-3 0 3 16,6 5-7-16,-3 2 1 0,5-7-8 0,0 2 2 15,5 6-4-15,-3-3-4 0,6 1-4 0,-2 1 5 16,8-1-4-16,-6-1 1 0,5 1 1 0,-3-1 0 15,3-4-4-15,1 4-4 0,-6-4 9 0,2-3-8 16,0 2 2-16,-2-3 1 0,0 1-2 0,-1 0-7 16,0 0 8-16,-6 0-5 0,6-2 2 0,-7 4-1 15,0-7 8-15,-7 2-6 0,1-2-1 0,4-1 0 16,-11-3 2-16,6 1 2 0,-3-2 6 0,-8 0-6 16,1-1 4-16,2 1 5 0,-6-7 12 0,6 3 14 15,-3 1-14-15,0-4 3 0,3 0-3 0,0-4 7 16,3 3-1-16,-1-1-10 0,1-3 1 0,3-2 2 15,-3 2-3-15,10-2 0 0,-8 3-3 0,5 0-7 0,-1-4-13 16,4 1-5-16,0 0-19 0,4-2-21 0,1 4-8 16,4-6-17-16,1 4-13 0,7-1-17 0,2 0-17 15,1 1-21-15,2-1-17 0,1-2-14 0,11 3-7 16,-1-1-1-16,14-2 4 0,3-1 9 0,-10-1 7 16,7 8 5-16,-14-3 2 0,4-2 21 0,-5-1 8 15,-1 4 15-15,3 0 11 0,-6-3 9 0,-6 3 18 16,-2 0 26-16,1 3 28 0,-9-6 26 0,3 7 27 15,-5-2 16-15,7 1 9 0,-10 2-1 0,0-4-7 16,-5 5-3-16,12-2-12 0,-12 2-5 0,0 0-2 16,13 3-5-16,-13-3-2 0,8 11-3 0,-3-5-3 15,-2 1-1-15,2 1 0 0,-1 1-6 0,1 3 1 16,-2-4-4-16,4 5 1 0,-1-2-3 0,2 2 0 0,1 1 1 16,2-4 1-16,-2 2-1 0,2-3-1 15,1-1 10-15,-1 0 4 0,-1 0-4 0,0-4 1 16,3-1 6-16,1-1 6 0,-4 0 3 0,3-2 4 0,2-2 3 15,-2 0 3-15,2-5 4 0,0-2 3 0,-2 0-2 16,-3-3 5-16,5 3 11 0,-2-4 1 0,-3-4 17 16,0 0 19-16,-2-3 0 0,-1 5 7 0,-2-7 19 15,1 3 9-15,3 2 16 0,-6-2 13 0,-1 1 0 16,-1-2-3-16,3 4 5 0,-3 3 0 0,-2-4-7 16,1 8-8-16,1 0-11 0,-1-1-19 0,0 2-10 15,0 4-17-15,2-3-10 0,-2 7-11 0,0-9-22 16,0 9-11-16,0 0-6 0,0 0-8 0,0 0-17 15,8 16-16-15,-5-6-20 0,1 3-31 0,1 3-33 16,3 0-37-16,-1 2-23 0,1 0-14 0,0 4-19 16,4-2-24-16,-4-1-31 0,5 7-24 0,-1-3 5 15,8-6-52-15,-5 1-54 0,1-4-285 0,-3-2-697 0,9-4 310 16</inkml:trace>
  <inkml:trace contextRef="#ctx0" brushRef="#br0" timeOffset="165539.66">6807 11850 222 0,'0'-6'296'0,"-5"0"-15"0,5 2-25 15,0 4-22-15,0 0-27 0,0 0-24 0,0 0-15 16,0 0-20-16,0 0-13 0,7 19-10 0,-4-1-4 16,4 2-8-16,-2 5 2 0,5 6-12 0,0 16 0 15,3 1-13-15,8 24-2 0,-6 0-8 0,0 7-10 16,0 9-4-16,-8 5-10 0,6 38 1 0,-13-38-10 0,10 0-1 15,-8 2-7-15,4-7-5 0,3 1-3 16,-3-5-3-16,2-6-3 0,-1-3 2 0,-2-18-12 16,-5-2 5-16,-5-5 2 0,3-5-7 0,-3-2 2 15,0-16-1-15,-1 0 0 0,-1-13-2 0,2-4 0 0,-1-3 2 16,-4-7 1-16,10 0-1 0,-15-9-1 0,2-6-1 16,3-2-1-16,-5-12-1 0,0-8-9 15,0-8-10-15,-3 0-12 0,9-7-13 0,-2-4-16 0,-4-21-23 16,3-2-23-16,7-2-24 0,-3 0-20 0,6 3-6 15,-2-3 0-15,2 9 15 0,2 13 20 0,0-15 2 16,0 20 12-16,0-2 12 0,0 5 18 0,0 3 24 16,-5-3 12-16,3 6 20 0,2 6 17 0,-3 4 9 15,0-5 12-15,3 11 22 0,0 2 11 0,-2 0 8 16,2 2 6-16,0 1 7 0,2 2 11 0,-2 0 2 16,6 6-3-16,1-7-5 0,-1 4-1 0,-4-2 1 15,6 3-9-15,-3 3-4 0,7 0-5 0,-2-3-8 16,-2 3-4-16,0 2-9 0,6 0-5 0,1 3-4 15,-2 0-5-15,-2 2-5 0,8 4-1 0,-4-3-6 16,3 5-3-16,2 0-1 0,-4 2-4 0,6 4-2 16,-2-1 3-16,-4 2-3 0,6 4-3 0,-6 0-1 0,9 4-4 15,-7 0-3-15,-3 0-7 0,3 0-4 0,0 9-5 16,-3-2 3-16,0 2 1 0,-1 2 1 0,-6-5-7 16,0 4-1-16,5 0 2 0,-4 5-4 0,-4-10 1 15,-4 11 0-15,-1-3 6 0,0-7-3 0,-1 1 0 16,-6-1 2-16,-1-3 7 0,-4-1-4 0,-4-3 6 15,-4 1 1-15,-4 1 4 0,-5-9 1 0,-1 0 18 16,0 4-10-16,-6-8 2 0,4 1-1 0,2-4 6 16,4 1 1-16,-5-3-1 0,2-3-1 0,8 2 0 15,-1-2 0-15,7 6 0 0,1-2 2 0,2-6-5 16,5 3-1-16,2 3-8 0,0-3-14 0,5 0-12 16,0 6-20-16,15-8-18 0,-8 4-23 0,13 0-22 15,3 0-14-15,8 3-22 0,3-1-13 0,10-5-28 0,8 2-11 16,-3 0-10-16,-1 3-6 0,3-7-7 15,6 5 6-15,-4-4-133 0,0 0-371 0,0 1 163 16</inkml:trace>
  <inkml:trace contextRef="#ctx0" brushRef="#br0" timeOffset="166320.82">7483 12121 1211 0,'44'-12'-89'0,"-1"2"31"0,-13 1 38 16,2-4 16-16,-4 1 19 0,-12 2 28 0,4-2 26 15,-5-1 20-15,0 3 22 0,-3-2 17 0,-4-2 12 16,-5 5 8-16,0-6 7 0,1 4 9 0,-4-1-3 16,0 0-3-16,-4 4 1 0,-2-6-9 0,-2 2-13 15,-4 2-11-15,-1-1-13 0,1 4-10 0,-6-1-12 16,0 2-12-16,-2 4-3 0,3-1-7 0,-6 6-7 15,2 2-5-15,1-2-9 0,-3 3 8 0,1 3-16 16,-3 4-2-16,4 5-3 0,1 2-7 0,2-4-5 16,6 3 0-16,7 0-6 0,-3-1-4 0,8 2-3 15,0 4 8-15,5-1-13 0,1-6-8 0,4 1-4 16,5-2-7-16,2 3-5 0,4-1-8 0,7-4-4 16,-4-4-7-16,4-2 3 0,-7-3 1 0,9-2 3 0,1-2-3 15,-1-2 7-15,-10-2 3 0,2-5 1 0,6-4 5 16,-2 2-1-16,-9-2 6 0,1 0 12 0,-3 0 10 15,0-3 23-15,-2-2 2 0,-5 2 10 0,6-2 6 16,-6-1 14-16,0 1-7 0,5 2-3 0,-4 1-10 16,-3 1 18-16,3-1-15 0,-1 2-5 0,-2 4-10 15,6 0-2-15,-4 2-6 0,2 1-1 0,3 4-4 16,2 1 0-16,2 0-5 0,1 6 5 0,0 0-8 16,6 3-2-16,4 5 5 0,-2 2-5 0,-1-4-1 15,3 6 0-15,-3 3-4 0,1-2 0 0,-4 3 0 16,1-3 2-16,2-1 0 0,-12-1-4 0,2-3-1 15,-2 0 1-15,-4-1 1 0,-3-2 0 0,-1 0-1 16,-2-3 19-16,-1-1 5 0,-4-2 23 0,-1 2 23 0,3-7 13 16,-11 5 6-16,11-5-4 0,-17-4-5 15,17 4-3-15,-21-8-6 0,9 1 0 0,2-1-4 16,5 1-7-16,-12-5-7 0,11 3-4 0,-2-4-10 0,1-4-9 16,-1 5-8-16,8-3-17 0,0 0-14 0,0 0-18 15,8-2-33-15,-1 1-29 0,1 1-33 0,12-6-22 16,-12 2-17-16,14-3-23 0,-1 2-21 0,-3-2-19 15,7 5-13-15,-7-2-18 0,5 1-1 0,-1 2 5 16,1 0 1-16,-3 7 11 0,-5-2 16 0,0 5 11 16,0 1 25-16,0 1 17 0,-9 1 18 0,4 2 19 15,-3 1 30-15,-7 0 6 0,18 5 19 0,-15 0 28 16,4 3 22-16,0 2 17 0,1 5 18 0,-2 0 2 16,3 1 24-16,-4 3 18 0,5 8 9 0,-4-2 3 15,1 2 12-15,6-5 11 0,-1 8-2 0,1-2-5 16,0-1 15-16,4 0 5 0,-2-7-2 0,-2 3-12 15,-2-8 15-15,-1 0-3 0,5 0 5 0,-8-7-9 0,3 4 9 16,-2 0 14-16,-1-5 27 0,-1-4 30 0,-2 0 42 16,-1 0 21-16,-3-3-16 0,0 0-21 15,15-9-11-15,-15 9-12 0,3-12-6 0,-1 1-11 0,1 1-8 16,0-5-3-16,1-3-4 0,-4 2-12 0,0-2-8 16,6-1-3-16,-6 2-4 0,2-5-4 0,5-5-8 15,-6 2-15-15,-1-2-7 0,5 10-6 0,2-10-8 16,-6 7-14-16,8 0-18 0,-4 2-20 0,-4 1-24 15,8 2-26-15,-9-1-43 0,6 9-47 0,1-2-70 16,-2 1-58-16,-3 4-54 0,6 2-52 0,-8 2-47 16,13-3-51-16,-13 3-263 0,15 6-776 0,-7-3 344 15</inkml:trace>
  <inkml:trace contextRef="#ctx0" brushRef="#br0" timeOffset="166539.57">9302 11842 133 0,'0'0'379'0,"0"-7"-2"0,0 7-21 0,0 0-31 16,0 0-30-16,0 0-34 0,0 0-29 0,0 0-7 15,0 0-33-15,0 0-17 0,-2 29-17 0,-3-19-16 16,5 7-11-16,-2 0-7 0,2 6-9 0,2 0-12 16,-2 5-12-16,0 2 6 0,5 0-29 0,-3-3-15 15,-2 3-40-15,5 0-26 0,-4-11-41 0,6 12-44 16,-5-8-43-16,4 3-54 0,2-8-61 0,4-3-292 15,-2 0-594-15,2-8 262 0</inkml:trace>
  <inkml:trace contextRef="#ctx0" brushRef="#br0" timeOffset="167633.21">9676 11915 134 0,'-7'-17'280'0,"0"3"-7"0,-1 1-2 16,7 1-2-16,-4 3-13 0,-2 1-15 0,5 3-17 0,-4-3-13 15,6 4-22-15,0 4-20 0,-9-8-17 0,9 8-13 16,-8 0-18-16,8 0-9 0,0 0-17 0,-11 12-4 16,11-3-12-16,-5-1-7 0,1 0-7 15,4 4 5-15,0 0-17 0,0 2 0 0,0 1-1 0,0 1-10 16,0 0-10-16,4 3 2 0,1-7 0 0,-1 11-9 16,-2-4 0-16,3-1-2 0,-2 0-3 0,-1 1-4 15,1-2-1-15,-1 1-2 0,5-3 2 0,-9 0-1 16,2-3 0-16,2-3-7 0,-2 3 4 0,-2-3-2 15,-3 0-1-15,3-2-6 0,-3-2 11 0,-3 2-8 16,6 0 1-16,-11-2-3 0,5 0 4 0,1-2-6 16,-6 1 3-16,3-2 4 0,-3-2-3 0,1 1 1 15,-4-4-5-15,6 3 2 0,-5 0-1 0,2-4 2 16,3 3-6-16,0-3 6 0,-2 0-1 0,4 1 6 16,1 0-6-16,7 3 4 0,-13-5 0 0,10 2-9 15,3 3 3-15,0 0-9 0,-5-7-17 0,5 7-13 16,0 0-7-16,0 0-12 0,16-5-8 0,-4 5-6 0,-2-1-12 15,3-3-7-15,4 2-6 0,3 1-11 0,1-3-11 16,1 0-3-16,9-2 0 0,-8 1 1 0,12 1 6 16,-5-7 13-16,0 4 8 0,-1-2 14 0,1-3 6 15,-3 1 6-15,-3 1 7 0,5-2 6 0,-6-2 7 16,2-1 20-16,-4 0 19 0,-1-1 20 0,-5 5 19 16,0-5 20-16,0 4 14 0,-2-6 15 0,-5 3 8 15,-1-2 8-15,1 2 6 0,-1 2 3 0,-6-1 8 16,4 2 1-16,-3 4-8 0,5-1-9 0,-7-1-10 15,0 3-6-15,0 2-7 0,0 5-9 0,0-8-10 16,0 8-4-16,0 0-3 0,-15 1-11 0,15-1 0 16,-20 9-6-16,17 0 1 0,-7 0-3 0,0 2-9 0,3 2 1 15,-1 1-2-15,1 1-4 0,1 2 2 0,4 1-10 16,2-1 4-16,0 2 1 0,0-4-4 0,8 4-8 16,-1-3-11-16,1-2-6 0,5 3-14 15,9 0-14-15,-6-5-18 0,11 1-23 0,4-4-17 0,14 5-18 16,1-6-39-16,4-3-13 0,8-2 6 0,0 0 19 15,0-6 16-15,1 0 16 0,4-1 7 0,2-4 7 16,-6 1 16-16,6-5 7 0,-4 3 6 0,0-6 11 16,-1 0 22-16,-5-1 35 0,-6-1 33 0,-9-4 33 15,-7 9 35-15,-10-4 14 0,-8 5 10 0,-5-5 3 16,-5 5-10-16,-5-1 7 0,-2 1 6 0,-6-2 5 16,-3 1 6-16,-6 1-1 0,-9-4 8 0,1 5 3 15,-8 3 2-15,1-3-12 0,-3 6-3 0,-6-2-7 16,-4 1 2-16,-1 10-6 0,15-3-6 0,-14 4-9 15,3 1-12-15,9 3-4 0,-1 1-12 0,4 1-9 16,0 3-13-16,5 1 1 0,0 0-5 0,1 0-10 16,4 3-3-16,3 0 6 0,7 1-19 0,0 6 6 0,0-10-7 15,9 3-12-15,-3-3 0 0,4 3-3 0,5-2-11 16,2 2-11-16,1-1-3 0,7-2-11 0,-2-5-13 16,4 0-11-16,-1 1-14 0,14-3-9 0,-10-2 9 15,10 0 1-15,1-6 7 0,-2-2 1 0,0-1 5 16,-1-3 8-16,2 2 12 0,0-10-2 0,-3-1 3 15,-3-3 3-15,4-2 2 0,-4-3 10 0,5-10-2 16,0 0 8-16,-6-6 9 0,2-5 0 0,-6 1 0 16,1-4 9-16,-10 0 5 0,5-9-1 0,0 2 15 15,-15-2 10-15,5 0 11 0,-5 5 13 0,-5-8 8 16,2 8 7-16,-4-1 1 0,-6 5 1 0,5 2 1 16,-1 12-4-16,3 2-4 0,-4 3 4 0,1 0 7 15,6 9-2-15,-3 2-8 0,1 6-11 0,1 3-12 0,-1 1-5 16,5 6-4-16,0 0-5 0,0 0-5 15,-15 28-5-15,14-2-4 0,1 4-2 0,0 10-3 16,-4 7 0-16,8 1-3 0,-3 3-3 0,6 4-1 0,0 1-7 16,3-3-9-16,-2 2-17 0,3-1-13 0,3 3-17 15,-4-10-29-15,3 3-31 0,2-6-18 0,5 1-35 16,1-9-19-16,-11 1-16 0,12 1-27 0,-9-11-28 16,-5-10-41-16,5-1-45 0,-4-7-58 0,-1-3-249 15,2-5-698-15,0 1 309 0</inkml:trace>
  <inkml:trace contextRef="#ctx0" brushRef="#br0" timeOffset="167820.69">10073 10963 141 0,'-23'-18'346'0,"8"2"-39"0,2 1-28 15,-1 2-29-15,4 4-31 0,-3 1-62 0,12 2-59 16,-4 2-43-16,5 4-48 0,0 0-58 0,0 0-65 16,29 13-166-16,-9-3-306 0,2 6 135 0</inkml:trace>
  <inkml:trace contextRef="#ctx0" brushRef="#br0" timeOffset="169586.15">12782 11016 52 0,'-8'-21'351'16,"-3"6"-8"-16,7 2-11 0,-1-3-12 0,-3 6-26 16,3 2-32-16,3 1-27 0,2 1-27 0,0 6-25 15,-6-3-17-15,6 3-14 0,0 0-19 0,5 23-14 16,-2-4-11-16,4 11-11 0,6 14-11 0,2 2-8 15,0 7-7-15,0 2-4 0,13 19-12 0,-5 0 0 16,2 4-1-16,-5-4-11 0,1 1-13 0,2-3-2 16,-9-18-11-16,0 21 2 0,-2-19 2 0,-4-2-1 0,-4-2 1 15,2-7-4-15,-6 0-3 0,0-3-5 0,-6-13-2 16,-4-2 6-16,-2-4-4 0,0-6 1 16,-2-3 3-16,-5-2-4 0,-9-9 6 0,2-2 24 0,-4-4 16 15,2-5 11-15,-9-4 16 0,-6-3 11 0,5-9 14 16,-5-1 5-16,7-2-4 0,-1-6-3 0,14 10-1 15,-2-11 1-15,6 5-5 0,5 2-3 0,6-3-3 16,5 3-12-16,3 3-7 0,8 1-7 0,4 6-11 16,9-1-7-16,7 7-12 0,15 1-12 0,9 1-9 15,1 8-10-15,11 2-3 0,24 8-9 0,1 3-3 16,7 9-9-16,-6-5-15 0,9 6-12 0,-6-4-10 16,3-1-15-16,-2 5 3 0,4-6-5 0,-4 2 0 0,0-4 1 15,-9-6-5-15,-21 3 17 0,17-7-11 16,-23 3 8-16,-5-7 16 0,4-3-6 0,-8-2-3 15,-7-4 6-15,-8-3 13 0,-6-1-2 0,-3-9 5 0,-2-2 2 16,2 0 4-16,-7 1 5 0,-3-20-6 0,0 5 13 16,-8 0 16-16,-7 3 0 0,0 4 14 0,-7 4 0 15,-1-5 2-15,1 4 2 0,-8 1-5 0,1 5 6 16,-8 2-8-16,7 6-2 0,-5 4-1 0,0 4-5 16,-3 3-1-16,2 5-1 0,-7 2-3 0,1 5 7 15,2 5-15-15,4 5 9 0,-1 6 1 0,1-2 0 16,6 6-3-16,2 8-15 0,4 1 3 0,8-10-16 15,2 3 6-15,6 7-4 0,0-5-2 0,16 3-16 16,3 0-2-16,1-5-1 0,12-5-19 0,0-2-7 16,4-1-13-16,3-4-5 0,0-4 1 0,4-2 6 15,6-10 7-15,-3 1 10 0,3 0-2 0,-3-7 10 16,-1-2 9-16,1 1 1 0,-9-11 10 0,1 4 1 0,-9-8 11 16,7 2 11-16,-14 1 11 0,-3-5 4 0,1 1 12 15,-6-4 12-15,-4-1 4 0,-2 0 17 16,-7-4 8-16,-2-1 3 0,-4 4 2 0,-2-1-1 0,-5 3-1 15,-5-1-11-15,-1 1-6 0,-1 7-6 0,-6-1 1 16,0 5-5-16,-4 4-4 0,-3 2-7 0,-3 0 3 16,0 3-5-16,-3 4 7 0,1 4-9 0,2 3-1 15,-4 3 0-15,4 4-2 0,0-1-3 0,1 5-5 16,3 3 3-16,0-2-2 0,6 4 3 0,2 1-4 16,4-3 0-16,5 3-6 0,1 0-2 0,3-3 0 15,3-3 13-15,3 0-12 0,2-2 0 0,-2 1 1 16,5-2 3-16,4-3-5 0,-2-3 6 0,5 0-1 15,0-2 3-15,3-3-4 0,0-4 8 0,-3-2-2 0,0 0 10 16,0-6 11-16,8 0 16 0,-11-1 14 16,-3-5 12-16,5 1 12 0,1-4 10 0,0-2 11 15,-9 1 8-15,4 1 2 0,-5-2-4 0,3 1-4 0,-1 1-5 16,-2-2-9-16,2 7-11 0,-6-3-8 0,1 6-3 16,3 1-16-16,-4 0-21 0,-1 1-32 0,0 7-9 15,10 0-9-15,-10 0-9 0,0 0-32 0,17 12-9 16,-9-1-15-16,12 1-2 0,-8 3-11 0,4 3-11 15,4 2-10-15,0 0-7 0,0 4-14 0,0-5-8 16,3-1-3-16,7-2-12 0,-4 2-5 0,-1-3-25 16,10 0-12-16,-12-3-15 0,7-2 25 0,-4-2 12 15,-9-4 23-15,3 3 11 0,-6-6 18 0,-2-1 9 0,1-1 34 16,-4-2 20-16,-1-2 24 0,-5-1 25 16,4-2 20-16,-7-1 14 0,-4 2 25 0,3-8 9 15,-4 4-1-15,-3-1 10 0,-1-1 0 0,-1-1 4 0,-1 1 4 16,1 4 5-16,-2-1 5 0,2-4 2 0,2 2 6 15,1 4 3-15,1 1-8 0,1 1-5 0,3 0-11 16,2 6-7-16,-8-8-1 0,8 8-12 0,0 0-1 16,0 0-5-16,0 0-6 0,0 0-2 0,28 10 0 15,-11-3-1-15,-1 2-4 0,12 0-2 0,4-2 4 16,-7 3-7-16,8-1-3 0,1-5 6 0,-2 4-9 16,16 2-1-16,0-2-2 0,-5-1-1 0,2 2-1 15,3-8 4-15,0 7-3 0,1-5-2 0,-4-2-1 16,5-1-2-16,-2 0-8 0,-4 0-5 0,8 0-2 15,-1-4-7-15,-1-1 1 0,9 0-7 0,-1-1-3 16,3-1-3-16,24 2-1 0,-3-9-2 0,-15 5-6 16,20 0-1-16,-4-5 3 0,5-5-1 0,0-1 3 0,1 4 2 15,0-2 3-15,-1-5 3 0,-4 2 4 0,-2-6 4 16,-6 2 0-16,-27 5 4 0,-1-4 23 16,-3 0 16-16,-10 2 10 0,-14-1 11 0,1 3-2 0,-14 0 0 15,-3 1-5-15,-5-4 2 0,-10-2-4 0,-6 0 0 16,-9 8 6-16,-12-8 1 0,-11 3-1 0,-3 7-4 15,-5 4-1-15,0 1-3 0,-4 5-2 0,-5 5-4 16,6 8-2-16,4 4-2 0,-1 7-3 0,10 5-1 16,1 6 1-16,3 7-4 0,6 0 8 0,6 6 6 15,10 9 7-15,-3 0 6 0,8 2 3 0,7 1 9 16,8 2 22-16,8 17 2 0,-1-19 3 0,10 21 8 16,9 0-2-16,2-1-3 0,-3-22 3 0,11 18-11 15,2 6 0-15,-1-5-7 0,-4-24-8 0,0 0-3 0,-1 5-9 16,-6-7 1-16,0-6-6 0,1-1-4 15,-14-4-6-15,2-8-11 0,-8-8-17 0,-6-4-15 16,-1-1-22-16,0-8-22 0,-8 1-37 0,1 0-30 0,-2-3-31 16,-11-8-51-16,-2-1-54 0,-1-5-64 0,-3-4-328 15,-13-7-701-15,-2-9 310 0</inkml:trace>
  <inkml:trace contextRef="#ctx0" brushRef="#br0" timeOffset="169758.01">16687 11406 267 0,'-2'-27'426'0,"1"0"-40"16,-9 2-41-16,-2-7-55 0,-1 6-57 0,-10 3-61 16,1-1-73-16,1 2-76 0,6 7-82 0,1-1-88 0,11 7-193 15,-2 0-367-15,5 3 163 0</inkml:trace>
  <inkml:trace contextRef="#ctx0" brushRef="#br0" timeOffset="170956.18">19804 10892 76 0,'-10'-27'323'0,"1"1"-7"0,-1 3-9 0,-3 4-17 0,5 3-18 16,-5-3-21-16,3 7-18 0,-5 5-26 0,3-1-25 16,-3 5-15-16,2 5-16 0,-3 10-17 15,-8 0-14-15,-2 12-10 0,6 10-9 0,-6 5-9 0,4 5-3 16,4 8-5-16,3 4-1 0,-5 22-5 0,5-2 0 16,2 5 5-16,6 0-2 0,1 2 14 0,6-3-10 15,3-4-9-15,4-1-6 0,-4-20-6 0,10-1-4 16,7 19-5-16,-3-21-1 0,4-3-3 0,4-2-12 15,5 6-1-15,6-10-14 0,1-7-9 0,6 1-31 16,1-5-26-16,3-6-39 0,-1-3-55 0,2 1-58 16,0-5-68-16,7-11-68 0,-11 4-266 0,-7-10-645 15,7-4 286-15</inkml:trace>
  <inkml:trace contextRef="#ctx0" brushRef="#br0" timeOffset="171221.78">20558 11153 375 0,'-1'-8'408'0,"1"4"-3"0,-5-4-22 0,3 2-41 0,2 6-37 16,0 0-37-16,0 0-30 0,0 0-26 0,0 0-17 15,0 0-20-15,-2 30-24 0,4-6-8 0,-2 6-16 16,2-2-15-16,3 16-8 0,1 0-10 0,-2-1-9 15,2 0-12-15,1 6-7 0,-1-2-4 0,3 0-4 16,7 1-5-16,-11-3-6 0,4-2-19 0,2-1-15 16,1-1-21-16,-1-9-10 0,-2-1-27 0,-1-3-26 0,0-1-22 15,7-5-30-15,-7-5-40 0,-1-6-36 16,4 4-36-16,-2-7-44 0,4-7-269 0,-3 2-594 16,-3-4 262-16</inkml:trace>
  <inkml:trace contextRef="#ctx0" brushRef="#br0" timeOffset="171565.49">21157 11300 221 0,'-3'-5'199'0,"0"1"-15"16,-4-1-19-16,7 5-19 0,-15 0-14 0,15 0-12 16,-20 9-11-16,12-1-12 0,-5-1-10 0,0 3-7 15,-1 5-10-15,-2-3-5 0,1 11 0 0,-6-4 19 16,4 1-5-16,-5 2-3 0,1-5-4 0,4 2 2 15,-6 0 3-15,0 0 1 0,-2-3-1 0,0-2 1 16,-3-1 3-16,3 1 1 0,-1 1 3 0,9-6 5 0,-2 0 1 16,2-2 7-16,2 1 9 0,-1-4 4 0,4 1 2 15,4 1 12-15,1-5-2 0,0 4 2 0,-1-3-2 16,8-2-4-16,-10 1-7 0,10-1-16 0,-6 4 0 16,6-4-20-16,-4 3-3 0,4-3-6 0,0 0-8 15,10 17-8-15,0-11-5 0,-2 3 1 0,12 1-9 16,3 2 1-16,7 2-7 0,0 3-2 0,11 3 0 15,2 0-16-15,-1-3-19 0,-1 2-21 0,4-1-27 16,1 0-26-16,4-3-26 0,-5 1-34 0,-4-4-40 16,-1 3-43-16,-6-7-49 0,-2-4-51 0,-4 3-248 15,-6-6-616-15,4 2 274 0</inkml:trace>
  <inkml:trace contextRef="#ctx0" brushRef="#br0" timeOffset="171799.85">21512 11547 88 0,'-7'-7'297'0,"7"7"-12"15,0 0-19-15,0 0-23 0,0 0-12 0,0 0-1 16,0 0-5-16,0 0-11 0,0 0-16 0,0 0-12 16,0 0-8-16,15 19-15 0,-7-11-18 0,-1-4-12 15,8 2-13-15,1 3-6 0,4-1-11 0,8 0-5 16,2 2-21-16,0-5-14 0,1 4-37 0,6-2-34 15,-6-2-52-15,2 1-61 0,-3-1-76 0,2-1-79 0,-3-1-228 16,-2-1-545-16,4-4 241 0</inkml:trace>
  <inkml:trace contextRef="#ctx0" brushRef="#br0" timeOffset="173113.77">22162 11308 123 0,'0'-4'389'0,"0"4"-2"0,-6-8-25 0,6 8-24 15,0-5-41-15,0 5-31 0,0 0-26 0,0 0-32 16,0 0-20-16,0 0-23 0,19 20-14 0,-12-8-10 16,1 5-15-16,1 1-13 0,5 6-12 0,-2 2-14 15,3 1-7-15,-3 0-7 0,2 1-6 0,3 3-7 16,-2-2-22-16,-4-2-14 0,-2 0-11 0,-1-5-15 15,2 4-10-15,-5-10-8 0,2 1-1 0,-1-2-6 0,-1-6-1 16,-2 3 6-16,1-6-2 0,-1 1 9 16,0 0 2-16,-3-7-3 0,0 0 14 0,0 0 6 15,0 0 7-15,12-14 10 0,-5 6 10 0,-7-4 9 0,8-1 5 16,-2-2 24-16,1-4 11 0,-2 0 13 0,0 2 9 16,8-8 8-16,-4 1 7 0,-3 5-3 0,1-2-7 15,-1 2-9-15,3 0-7 0,-3 1-10 0,3 1-7 16,-4 6-6-16,-4 0-13 0,6 4-5 0,-6-1-10 15,6 4-4-15,-2 3-18 0,-5 1-7 0,0 0-14 16,17 11-13-16,-7-2-5 0,-4 3-8 0,6 5-7 16,-2 1-12-16,5 4-11 0,-2 4-14 0,0 1-9 15,-1-3-2-15,-1 2 2 0,-1-4-3 0,2 2-5 16,-4-7 4-16,0 0 1 0,1-2 9 0,-3-4 5 16,1 0 4-16,1 1 8 0,-6-7 10 0,4-2 9 15,3 2 3-15,-9-5 15 0,6 0 15 0,-6 0 10 16,10-8 15-16,-7-4 27 0,-1 4 1 0,5-3 14 0,-7-2 13 15,6-4 14-15,-4-1 19 0,5 0 9 16,-1-6 7-16,1-2 11 0,-2 7 9 0,-2 1-6 0,4-3-3 16,1 3-9-16,-6 1-6 0,3 0-16 0,-4 3-7 15,8-1-10-15,-6 6-11 0,0 0-10 0,4 3-6 16,-1 3-12-16,1-2-10 0,6 5-16 0,-13 0-10 16,22 7-10-16,-7 0-4 0,1 3-6 0,-1 4-8 15,8 2-3-15,4 4-18 0,-4-1-5 0,0 0-12 16,0 3-7-16,1-4-13 0,0 4-8 0,1-2-7 15,5-1 3-15,-2 0 5 0,9 6-3 0,-8-10 22 16,1 0-14-16,0-3-3 0,1-3 8 0,4 1 15 16,-3-7-3-16,2 4 8 0,-2-7 7 0,-1 1 10 0,-3-1-10 15,-8-1 23-15,0-2-2 0,-3-2-1 16,4-1 7-16,-6-6-2 0,2 1 5 0,2-1 2 16,1-7-1-16,-5 6 5 0,0-2 2 0,-3-4 30 0,1 3-8 15,2-5 6-15,-2-3 5 0,0 2 7 0,-8 0-8 16,4 2 5-16,-4 1-4 0,-2 0 1 0,0-1-4 15,-3 4-7-15,-6-1 2 0,1 1 0 0,-4 4-5 16,1-4-1-16,-7 7-11 0,0 1 7 0,-1 3-2 16,-3 1-4-16,-4 1 1 0,-2 6-1 0,4 1 0 15,-6 3 0-15,-4 1-3 0,8 3 4 0,0 1-10 16,4-1-6-16,3 2 0 0,8 2-3 0,8 3 3 16,-5 2-3-16,11-4 12 0,9 10-4 0,8-6-8 15,12 11-18-15,2-8-3 0,7 1 14 0,9 2-14 16,23 1-27-16,2 0-21 0,8-6-11 0,0 5 4 15,-1-11 14-15,2 2 4 0,-1-2 8 0,-3-7 10 16,-23-1-2-16,-1 1 10 0,-1-7 1 0,-5-1 8 0,-1 3 4 16,-4-7 8-16,-4 0 3 0,-16-3 15 0,-1-3 20 15,-9 0 12-15,2 2 17 0,-10-7 11 16,0 4 10-16,-2-6 11 0,0 0 8 0,-1-1 11 0,-7-1 9 16,0-7-1-16,-7 8 9 0,-1-7-2 0,0 2-2 15,-7-2-7-15,2 2 6 0,-2 2-15 0,5 4-9 16,-12-1-9-16,7 2-3 0,-1 5-7 0,-6-5-7 15,3 7-5-15,-6 2-4 0,3 0-8 0,-4 3-2 16,-4 4-3-16,2 0-5 0,-4 4-7 0,4 4 0 16,-2 2-3-16,1 4 2 0,0-1-7 0,5 4-12 15,0-3-18-15,3 5-11 0,3 2-1 0,1 0-13 16,2 0-2-16,9-2-8 0,-3-2-2 0,6 2-3 0,3 1-18 16,0-5 11-16,3 0 2 0,6 1-4 0,-3-2 3 15,8-1 2-15,-6-3 7 0,8 2 3 0,-1-7 3 16,7-3 12-16,-6-1-6 0,4-1 10 0,2-1 3 15,-6-1 6-15,6-2-1 0,-1-5 7 0,7-3 0 16,-4-2 12-16,-1-2 19 0,3 0 8 0,-9-6 17 16,4 0 18-16,-1 3 16 0,-2-3 27 0,-4 4 17 15,-1-3 14-15,0 5 5 0,-5 2 6 0,2-1 0 16,-5 5-5-16,2 0-9 0,-2 2-10 0,-5 4-13 16,5-4-12-16,-4 2-11 0,4 1-14 0,-5 5-9 0,0 0-6 15,0 0-5-15,0 0-3 0,5 26-5 0,-5-17-6 16,2 7-9-16,0 2-13 0,-1-1-14 15,3 4-15-15,-1-3-10 0,4 1-19 0,1 7-16 0,-3-7-14 16,1 1-31-16,4-1-22 0,-1-3-14 0,4 0-21 16,-1-4-16-16,2 3-11 0,-2-8-22 0,1 4-15 15,-3-2-15-15,3-5-12 0,1-2-10 0,-6-2-9 16,5 0 0-16,-3-6-20 0,3 0-14 0,2-4-159 16,0 2-508-16,0-8 225 0</inkml:trace>
  <inkml:trace contextRef="#ctx0" brushRef="#br0" timeOffset="173457.48">25079 11652 1160 0,'16'-23'-54'0,"-1"0"47"16,-2-3 31-16,0-3 25 0,-4 11 20 0,-3-2 33 15,3-6 18-15,-6 5 10 0,0 3 6 0,-1-2 7 16,-2 4 5-16,0 4 1 0,0-2 3 0,-2 5-1 0,2 2-10 16,-3-1-16-16,0 1-14 0,3 7-13 15,0-8-14-15,0 8-5 0,0 0-8 0,0 0-9 16,0 0-5-16,-9 20-4 0,6-10-9 0,3 6-1 0,0 0-3 16,3 3-2-16,-1 0-6 0,5 1-7 0,-4 6 5 15,5-2-5-15,-1 3-6 0,3-4 5 16,-7-4-5-16,2-1 0 0,3-3 0 0,2-1-4 0,0-1-1 15,-3-3 0-15,1-2 2 0,-1-4-1 0,-1 1 0 16,3-2 20-16,-3-3 14 0,-6 0 23 0,17-8 16 16,-9 4 10-16,-1-7 14 0,6-1 10 0,-5 0 15 15,4-4 13-15,-4 0 16 0,4-1 12 0,-6 0-1 16,4-2-5-16,-2 1-6 0,2 0-8 0,4 3-15 16,-6 0-16-16,2 0-11 0,0 3-10 0,-2 0-11 15,-1 4-8-15,-2 1-12 0,0 3-11 0,1-3-12 16,1 6-5-16,-7 1-19 0,0 0-14 0,16 6-13 0,-7 0-10 15,-3 3-15-15,3 3-18 0,2 1-19 0,1 3-24 16,-6-1-30-16,8 1-24 0,0 0-34 0,1 4-28 16,0 1-21-16,5 0-21 0,2-2-49 0,-4-2-51 15,2-7-46-15,0 1-331 0,4 1-779 0,1-3 345 16</inkml:trace>
  <inkml:trace contextRef="#ctx0" brushRef="#br0" timeOffset="173801.2">26293 11256 178 0,'-10'-17'302'16,"-1"4"3"-16,1-1-2 0,-12-3-3 0,1 7 0 0,-1-2-2 16,1 3-1-16,-4 4-6 0,-1-5-10 15,2 10-19-15,3-3-25 0,-1 3-21 0,-1 3-21 16,7-1-18-16,-4 4-21 0,5 1-13 0,0 1-14 0,8 1-11 15,-3 5-11-15,4 3-9 0,1 5-5 0,5 1-12 16,5 3-4-16,8 2-16 0,-3 1 1 0,5-2-5 16,5 0-6-16,3 12-9 0,3-3 3 0,-1 0-4 15,-3-15-9-15,1 4 0 0,3 7-5 0,-9-11 0 16,4 0-5-16,-7-6 0 0,-3 1 6 0,-2-4-14 16,-3 3-3-16,2-6-1 0,-3-1-5 0,-5-2-3 15,0 3 1-15,0-5 0 0,-9-1 1 0,-3 2-3 16,2-2-4-16,-8-3-19 0,10 0-17 0,-14 3-41 15,0-3-33-15,-1-3-32 0,-5 3-48 0,2 0-36 16,-2 0-60-16,4-1-62 0,-4-1-330 0,0-3-737 16,7 4 326-16</inkml:trace>
  <inkml:trace contextRef="#ctx0" brushRef="#br0" timeOffset="174144.92">26335 10727 108 0,'0'0'401'0,"-13"0"-9"15,13 0-4-15,-14-4-30 0,14 4-26 0,0 0-34 16,0 0 3-16,5 12 15 0,4 2-3 0,4-2-15 15,8 8-16-15,4 0-11 0,8 6-10 0,2 1-13 16,5-2-23-16,-1 5-17 0,3-6-22 0,1 10-17 16,-2-4-15-16,2 2-15 0,-6 7-12 0,-3-2-16 0,-4-8-12 15,-7 9-9-15,-1-2-12 0,-7 3-28 0,-2 0-10 16,-10 3-13-16,-6-3-6 0,-5 6-12 16,-5 3-8-16,-11 0-22 0,-7 2-33 0,-19 16-45 0,-8-5-61 15,-11 0-46-15,-2 4-53 0,-10-2-51 0,-42 22-78 16,-8-5-413-16,14-6-868 0,27-22 384 0</inkml:trace>
  <inkml:trace contextRef="#ctx0" brushRef="#br0" timeOffset="175785.39">14337 13344 49 0,'-15'-28'287'0,"1"1"14"0,3 4-3 0,-1-3-4 16,4 9-9-16,1 2-3 0,1-4 1 0,-1 4-12 16,4 7-17-16,1-3-13 0,-1 3-36 0,-5 4-26 15,8-2-25-15,0 6-18 0,-9-2-17 0,9 2-7 16,-6 20-13-16,-1-1-16 0,-1 12-3 0,1 6 4 16,2 10-27-16,-5 5-10 0,5 2 0 0,-6 26-1 15,-3 1-6-15,6 2-1 0,-5-2-4 0,0 0 12 16,3-3-21-16,-2 2-5 0,4-6 2 0,1-1-13 15,-1-19 4-15,6-3 3 0,-4 0-9 0,6-1 3 0,0-5 1 16,6-1 4-16,-1-2-2 0,0-13 17 16,10-3-15-16,-8-1 7 0,8-3 1 0,5-5 3 15,3-4 2-15,10 3-5 0,7-8 0 0,9 0 0 0,6-2 7 16,3-5-12-16,8 3-4 0,15-9-2 0,-13 2-2 16,16-5-3-16,-1 3-1 0,-17-1-10 0,15-2-21 15,7-4-21-15,-25 6-16 0,18-6-34 0,-20 3-31 16,-3 1-45-16,-5-2-57 0,0 2-61 0,-3 1-68 15,-7 1-236-15,-8-3-641 0,-7 2 284 0</inkml:trace>
  <inkml:trace contextRef="#ctx0" brushRef="#br0" timeOffset="176191.6">16402 14085 360 0,'5'-21'388'15,"-1"6"-7"-15,-3-6-7 0,-1 4-19 0,0 7-24 16,-1-1-25-16,1 3-28 0,0 0-18 0,-4 2-46 0,4 6-21 16,0 0-17-16,0 0-20 0,0 0-15 0,-10 24-16 15,10-6-10-15,0 8-13 0,-1 1-7 16,1 1-14-16,0 19-4 0,1-7-10 0,3 1-5 0,-1-1-10 16,-1 4 3-16,3-1-10 0,-2 0-4 0,-3-4-4 15,5 5-6-15,-4-14-16 0,1 12-11 0,-2-11-28 16,7 0-24-16,-2-3-30 0,-4-1-24 0,-1-8-25 15,4 1-33-15,-3-2-38 0,1-6-32 0,0-1-29 16,4-6-33-16,-6-5-44 0,7 0-175 0,-7 0-553 16,15-15 245-16</inkml:trace>
  <inkml:trace contextRef="#ctx0" brushRef="#br0" timeOffset="176550.94">16758 14199 70 0,'0'-12'265'0,"5"5"-12"16,-5-4-23-16,2 7-26 0,-2-3-19 15,0 7-23-15,0 0-15 0,0 0-16 0,0 0-13 0,6 22-13 16,-4-10-8-16,3 4-17 0,-3 3-4 0,-1 5-5 16,6 1-8-16,-5 0-6 0,1-3-8 0,3 2 1 15,-1 2-7-15,5-2-3 0,-5 0-7 0,2-5-1 16,0-4-6-16,-1-1 2 0,-1 3-5 0,2-9 5 16,-4 0 0-16,-1-1 31 0,4 0 26 0,-1-5 25 15,-1 1 14-15,-4-3-5 0,0 0 5 0,21-7 8 16,-13-1 4-16,4-7 4 0,-4 3 5 0,7-3 13 15,0-1 5-15,0-5 4 0,0 2 2 0,5 0-1 0,-4-3-3 16,4 2-5-16,-5 4-6 0,2 4-7 16,-1-3-12-16,-1 6-14 0,-2-5-11 0,1 7-15 15,-5 1-13-15,5 3-6 0,-3 3-11 0,3 0-9 0,-5 3-5 16,8 2-6-16,-2 3-6 0,-4 7-2 0,6-1 0 16,0 7-11-16,-3 3-2 0,1 0-10 0,-1 2-19 15,-6-3-18-15,7 4-31 0,-4 12-26 0,-6-8-6 16,2-4-56-16,5 13-17 0,-7-7-35 0,-2-5-12 15,3 4-20-15,-2-5-10 0,-1-3-37 0,4 3-26 16,-4-9-37-16,2 3-44 0,-2-12-226 0,6 7-656 16,0-8 291-16</inkml:trace>
  <inkml:trace contextRef="#ctx0" brushRef="#br0" timeOffset="176832.16">17821 14421 239 0,'0'0'270'0,"0"-5"-28"0,0 5-16 16,0 0-6-16,0 0-2 0,0 0-4 0,5 29-1 15,-5-14-6-15,6 3 0 0,-4 0-22 0,3 11-11 16,3-1-18-16,-1 5-7 0,3 14-18 0,1-4-6 16,1 8-7-16,3-2-13 0,-2 10-14 0,0 13-5 15,-4 0-8-15,-1-15-8 0,-2 18-7 0,3 1-11 16,4-5 1-16,0-12-6 0,-6-4-3 0,3-3-6 15,1-5-2-15,-7-1-15 0,4-1-25 0,-1-14-19 16,-2-3-39-16,-2-4-26 0,-6-5-28 0,-2-4-20 16,5-3-32-16,-4-2-35 0,-1-6-40 0,-1-3-48 15,6-1-167-15,-22-5-495 0,12-5 219 0</inkml:trace>
  <inkml:trace contextRef="#ctx0" brushRef="#br0" timeOffset="177191.51">17852 14385 257 0,'-3'-14'351'0,"-4"2"-19"0,7-1-12 15,0-2-34-15,0 6-11 0,7-9-24 0,-1 7-43 16,3-5-25-16,2 7-14 0,6-3-18 0,4 3-14 15,-4 1-22-15,4 3-5 0,1 0-14 0,-2 3-6 16,1 2-17-16,-2 0-8 0,0 8-10 0,1-2 2 16,-2 3-6-16,-1 3-11 0,-4 2-1 0,4 1-7 15,-7-1-4-15,1 11-2 0,-4-5-4 0,0-3 2 16,-6 9-5-16,-1 1 1 0,-1-8-1 0,-1 1-3 16,-6 3 12-16,-4 1-14 0,-1 2-3 0,1-10 1 15,-1 6-3-15,-2-6-4 0,-5 4-11 0,2-4-14 0,0-5-20 16,1-3-20-16,2 3-20 0,2-2-16 0,3-5-14 15,0 3-16-15,5-4-38 0,0-2-33 0,5-1-24 16,0 0-14-16,0 0-19 0,28-9-145 0,-13 2-430 16,2-3 190-16</inkml:trace>
  <inkml:trace contextRef="#ctx0" brushRef="#br0" timeOffset="177800.83">18274 14525 75 0,'23'-17'69'0,"1"3"20"16,-5 6 16-16,-2-3 21 0,-2 3 15 0,-9 3 27 15,9-2 11-15,-10 6-11 0,2-2-10 0,-2-1-20 16,0 0-13-16,-5 4-14 0,0 0-19 0,0 0-3 15,0 0-10-15,20 12-6 0,-20-5-8 0,3 3-3 16,2-1-9-16,-3 1-1 0,-1 4-8 0,4-3-1 16,2 5-5-16,-4-3-5 0,4 7-2 0,-1-8-3 0,6 6 1 15,-4-6-7-15,4 3 2 0,1-4-2 16,-5-3-7-16,7 1 3 0,-1-3 2 0,0-4-5 16,3 0 3-16,-5-2-6 0,3-4 2 0,-4 0 1 0,7-3-2 15,-4-4-4-15,0 1 0 0,1-4 2 0,2-1 1 16,-2-8 34-16,0 3 11 0,0 0 11 0,-2-4 17 15,2 2 7-15,-2-1 12 0,-3 0 14 0,-2 7 20 16,2-2 6-16,-5 1 17 0,2 2-10 0,-2 7 0 16,0-1-8-16,-4-1-12 0,3 3-19 0,-4-1-13 15,3 4-14-15,-3 4-12 0,0 0-7 0,0 0-10 16,0 0-3-16,15 16-12 0,-12-3 3 0,4 8-3 16,1-6-9-16,0 4-6 0,6 4-11 0,-8-4-14 0,6-1-24 15,-1 4 2-15,4 0-19 0,5 0-5 16,-3 3-11-16,4-4 0 0,-4-3 4 0,3 4-10 15,-6-12 9-15,6 1-6 0,7 0-9 0,-9-6 1 0,-1 1-1 16,2-5 2-16,3-2-8 0,-6-2 5 0,3-3-1 16,-6-3 5-16,7-3-1 0,-7 0-5 0,2-2-9 15,5-5-5-15,-9-5-5 0,6-1-6 0,-2-1 2 16,-2-1 10-16,2-11 7 0,5 4 7 0,-5-6 4 16,1 1 7-16,-1-4 7 0,-2 3 0 0,1-2 9 15,-1-4 7-15,-5 0 6 0,0 0 13 0,-1-1 25 16,-5 4 15-16,-1 1 21 0,1 11 19 0,-4 0 17 15,1 4 15-15,-1-3 14 0,-1 6 18 0,1 7 15 16,0 0-4-16,-3 2 10 0,2 6 1 0,3 0-8 16,0 0-17-16,-5 4-13 0,5 0-19 0,0 5-14 15,0 0-6-15,0 0-8 0,0 0-2 0,0 0-11 16,-3 28-1-16,5-9-9 0,1 7 2 0,2 2-6 0,1 4-6 16,3 10 0-16,4 1-3 0,-3 6-2 0,3-2-5 15,0 4-15-15,-3-1-11 0,4 0-29 16,-3-3-33-16,2 3-29 0,2 1-31 0,-6-1-22 0,5-3-20 15,-4 0-50-15,0-3-54 0,2-15-55 0,-1 13-278 16,-4-10-655-16,8-1 290 0</inkml:trace>
  <inkml:trace contextRef="#ctx0" brushRef="#br0" timeOffset="177988.31">19446 14241 342 0,'-8'-17'345'0,"1"4"-8"16,-1-3-21-16,1 6-18 0,6 1-27 0,-4 2-29 16,5-1-24-16,0 8-25 0,6-7-20 0,3 6-20 15,4 2-15-15,-13-1-9 0,33 6-13 0,-8 0-26 16,4 1-29-16,1 1-34 0,5 3-58 0,-2-3-66 0,0 4-74 16,15 0-75-16,0 2-238 0,-3-1-525 0,6 1 232 15</inkml:trace>
  <inkml:trace contextRef="#ctx0" brushRef="#br0" timeOffset="179675.65">20689 14312 219 0,'3'-16'335'0,"-1"-2"-11"0,-2-1-11 16,3 7-23-16,-3 0-5 0,2 0-8 0,3 3-16 16,-2 2-12-16,-6-1-28 0,6 2-22 0,-3-2-32 15,0 8-20-15,0-5-22 0,0 5-9 0,0 0-12 16,0 0-8-16,4 22-16 0,-3-5-4 0,-1 6-6 15,0 0-7-15,2 5-11 0,5 1-5 0,-3-1-3 16,5 4-9-16,-8-5 7 0,6 0-12 0,0 4-3 16,1-8 2-16,-1 3-10 0,1-6 3 0,-2-3-1 15,-1 0-5-15,2-1-4 0,-4-5 4 0,4-2-2 0,1-2 8 16,-1-2-5-16,4-4-2 0,1-1-3 0,0-5 8 16,6-2-6-16,-5-3-7 0,2-3 4 0,8-3 7 15,-3-9-5-15,8-7 1 0,-6 10 13 0,2-3-26 16,3-6 8-16,4-2 10 0,-9 11 4 0,1-4 11 15,2 2-6-15,-5 1-1 0,3 4 3 0,-8 7 0 16,3 0 1-16,-3 0-10 0,-3 3-3 0,-1 3-5 16,-1 1 3-16,3 5-12 0,-3 4 0 0,8 0-3 15,-3 4 2-15,-1 0 7 0,2 7-8 0,-1 1-1 16,-2 3-1-16,4 7-1 0,1-1-2 0,-6 2 4 16,-4-1-1-16,5-1 7 0,-5 2-14 0,1-8-11 15,-4 7-11-15,-4-6-11 0,-1-1-12 0,5 0-14 0,-10-3-15 16,4 2-15-16,-8-4-16 0,3-3-26 0,-6 0-24 15,2-4-49-15,-5 2-47 0,-1-6-52 16,-2-2-254-16,1 2-611 0,-3-3 270 0</inkml:trace>
  <inkml:trace contextRef="#ctx0" brushRef="#br0" timeOffset="179863.13">20917 14014 156 0,'-6'-8'297'0,"6"-3"-30"16,-2 2-30-16,2-2-24 0,0 7-33 0,0 4-44 0,0-9-42 15,0 9-30-15,0 0-47 0,0 0-66 16,23 10-72-16,-9 1-128 0,1-4-269 0,9 10 119 16</inkml:trace>
  <inkml:trace contextRef="#ctx0" brushRef="#br0" timeOffset="180472.45">22583 13972 185 0,'5'-19'380'0,"-5"-6"4"0,0 6-1 0,0-3 5 0,0 7-13 16,0 0-15-16,0 3-23 0,0 5-32 0,1-6-32 16,-1 11-34-16,0 2-32 0,2-7-21 0,-2 7-19 15,0 0-19-15,5 29-14 0,0-7-15 0,0 9-12 16,0 12-8-16,1 2-13 0,-2 5-8 0,6 5-6 16,-5 5-8-16,4 11-5 0,-2-15-13 0,1 23-3 15,1-8 2-15,-3-17-4 0,-2 5-6 0,7 18-1 16,-1-4-5-16,-3-19-2 0,3 3 0 0,-4-6 1 0,1 3-10 15,-1-2-2-15,3-3-16 0,-3-6-17 16,1 2-26-16,-5-15-23 0,4 0-32 0,-4-7-24 16,-2-3-26-16,5-1-14 0,-5-3-15 0,2-1-18 0,1-3-13 15,-3-5-12-15,3 0-11 0,-3-5-39 0,0-2-24 16,0 0-252-16,0 0-591 0,0 0 262 0</inkml:trace>
  <inkml:trace contextRef="#ctx0" brushRef="#br0" timeOffset="180784.92">22826 14412 47 0,'-22'-34'292'0,"-1"0"8"15,7 7-1-15,-4 3 9 0,-3-3 0 0,3 3-7 16,2 4 13-16,-6-2 11 0,6 3-8 0,3 6-4 16,4-1-13-16,1 2-11 0,1 3-13 0,3 0-17 15,3 2-19-15,-4 2-23 0,7-1-23 0,0 6-24 16,0 0-22-16,7-9-19 0,-7 9-22 0,16 3-22 0,1 1-14 15,11 7-12-15,-2 0-11 0,6 2-4 16,6 5-8-16,0 5-5 0,5-3-6 0,-7 3-18 16,1 1-4-16,-16-5-13 0,6 0-9 0,-4 1-9 0,-3 3-11 15,-2-4-3-15,-8 5-6 0,-4-9 8 0,-1 0-7 16,-3 2 7-16,-2-3 2 0,-7-3-3 0,-1 0 12 16,-7-1 2-16,-5 4-2 0,-3-3 12 0,-7-4-17 15,1-1-18-15,-1 0-35 0,0 0-24 0,-5-4-29 16,4-1-45-16,-4-1-38 0,5 1-36 0,1-2-43 15,7-2-41-15,4 0-263 0,5 1-656 0,3 1 291 16</inkml:trace>
  <inkml:trace contextRef="#ctx0" brushRef="#br0" timeOffset="181378.62">23054 14223 149 0,'0'-9'337'0,"0"3"-15"16,0 0-26-16,7 0-29 0,1 2-29 0,-1-1-23 0,4 3-26 15,8 1-18-15,-1 1-16 0,3 0-13 0,1 3-17 16,4 3-13-16,2 1-9 0,1 5-15 0,0 0-4 16,9 10-11-16,-8-10-7 0,-2 6-6 0,1 1-5 15,-6-2-7-15,2 1-3 0,-4 4-7 0,-3-1-4 16,-1 0-5-16,-6-6 2 0,-1 1-6 0,-1-1 1 15,-3 0-7-15,-4 2-2 0,-2-8-2 0,0 1-5 16,0 1 1-16,-7-2 0 0,7-3-5 0,-6 0 2 16,-3-3-1-16,4 3-2 0,-6-6 1 0,4 3-1 15,7-3 2-15,-21-9 5 0,14 6-2 0,0-2 0 16,-1 1-1-16,2-2 4 0,-1-1 5 0,5-3 6 16,2 5-3-16,0-6 7 0,0-1-1 0,2 3-3 15,5-2 3-15,1 0 2 0,5-3-6 0,2 2-6 0,-2 4-1 16,5-4-2-16,-4 8-8 0,7-5 19 0,1 3-14 15,-7 3-8-15,6-3 3 0,-4 6-3 16,4 0 1-16,-1 1-2 0,-2 6-2 0,2-2 12 0,-3-2-12 16,4 5 2-16,-6-4-2 0,3 4-2 0,-5-1 3 15,1 1 3-15,1 4-4 0,0-6 1 0,3 3-5 16,-8 2 5-16,5-4 0 0,-4-1 2 0,-1-3 1 16,2 1-2-16,-2 1 1 0,3-3 3 0,-3-2-5 15,-10 0 3-15,20-5 12 0,-7 0-6 0,-3 1 13 16,5-2 3-16,-9-1 9 0,8-4 3 0,-3 0-2 15,-4-2 0-15,-1-1 1 0,3-2-1 0,-4 0-5 16,-4-3 2-16,-1 2-4 0,-1-1 1 0,-4 2-7 16,-4-3-3-16,3 1-8 0,-4 1-8 0,-2 4-13 0,1-2-23 15,-4 1-24-15,2 6-23 0,-2-3-18 16,0 3-21-16,0 7-22 0,2 1-18 0,13 0-25 16,-29 4-33-16,20-2-35 0,-1 4-26 0,0-3-212 0,3 5-529 15,-1-3 234-15</inkml:trace>
  <inkml:trace contextRef="#ctx0" brushRef="#br0" timeOffset="181691.09">24115 14208 99 0,'7'-8'252'0,"1"3"4"0,-1-2-5 0,-1 3-10 16,3-4-19-16,-3 4-17 0,1 1-25 0,1 0-19 16,-8 3-18-16,0 0-8 0,22 6-18 0,-16 2-12 15,4-3-13-15,-5 6-7 0,8 4-10 0,-4 1-6 16,-1 3-7-16,5 0-5 0,-4 1-7 0,10 3-3 15,-9 0-4-15,7 3-7 0,-2-5-1 0,-4-6-3 16,4 1-8-16,-5 0-2 0,3-2 1 0,1-5 2 16,-6 2-3-16,0-6 5 0,0 3 28 0,4-6 12 0,-4 2 6 15,-1-4 1-15,-7 0 6 0,17-9 9 16,-16 3 4-16,6-3 18 0,1 0-12 0,-3-3 13 16,3-5-19-16,-4 1 1 0,-1-2 0 0,-1 0 1 0,4-3-10 15,-3-5-8-15,1 5-11 0,-4 2-6 0,6 0-5 16,-4 0-28-16,1 2-16 0,1 2-39 15,-4 0-37-15,6 4-41 0,-6 3-39 0,2 3-61 0,3-2-55 16,-3 3-62-16,-2 4-289 0,13 0-662 0,-13 0 292 16</inkml:trace>
  <inkml:trace contextRef="#ctx0" brushRef="#br0" timeOffset="182956.59">24827 14230 120 0,'0'0'337'0,"0"0"-3"15,0-7-13-15,0 7-20 0,0 0-36 0,0 0-12 16,0 0-36-16,0 0-23 0,0 0-20 0,0 0-17 16,0 0-14-16,-5 23-14 0,5-13-12 0,0 2-4 15,0-3-16-15,5 10-8 0,-3-7-10 0,6 8-2 16,2-5-16-16,0-1-12 0,5 7-17 0,1-1-17 16,2-5-21-16,4 5-27 0,3-5-18 0,5 0-36 0,-2 3-33 15,3-8-25-15,10 5-7 0,-6-10-1 0,-2 1 0 16,12-5 0-16,-2-1 1 0,7-1-1 15,-7-5 30-15,3 0 9 0,-1-9 14 0,-2 4 18 0,0-6 20 16,-3 0 17-16,-12-1 20 0,-10-3 35 0,3 1 31 16,-2 5 30-16,-11-1 24 0,0-7 15 0,-1 8 8 15,-7-4 5-15,0-1 6 0,-8 8-2 0,-4-4 1 16,4 1-4-16,-6 0-17 0,0 3-1 0,-1-1-13 16,-2 5 0-16,-4 1-8 0,-8 0-12 0,6 3-11 15,-7 3 0-15,2 2-11 0,2 8-4 0,-2 0-4 16,0 0-5-16,-1 7-2 0,5-1-1 0,-5 0-3 15,6 5-6-15,2-1-2 0,1-2-9 0,-3 7 3 16,10-3-2-16,-2-6 1 0,3 11-1 0,2-10 1 0,5 2-5 16,2-1-6-16,3 0-3 0,5 0-6 0,-2-7-4 15,4 5-8-15,1-3-7 0,5-1-5 16,-1-3-1-16,3 3-4 0,1-6-2 0,1-2 3 0,3-2 3 16,1-2 3-16,1-2 5 0,-4-2-2 0,10-5-1 15,-1-2 9-15,-1-1-1 0,2-6 2 0,-5 0 2 16,14-8 0-16,-11-3 2 0,6-2-1 0,-3-2 4 15,1-3-6-15,-7-8 6 0,4 2-6 0,-6 4 7 16,-4-6 8-16,-2 2 11 0,-2-2 11 0,-1 4 18 16,-7 1 13-16,0 10 6 0,-5-1 11 0,-4 0 1 15,3 4 8-15,-3 7 7 0,-2 2-7 0,-1-2-5 16,1 5-10-16,-3 4-2 0,4 1-8 0,-3 4-10 16,1 3-7-16,-1 2-5 0,8 1-4 0,-21 1-2 15,14 8-7-15,-3 3 0 0,-2 6-3 0,6 8-10 16,-4 2 7-16,3 2 1 0,-1-2-2 0,3 10-3 15,10 5-5-15,-3-5 0 0,4 4-10 0,9-3-3 0,-2 1-12 16,2-11-8-16,8 7-4 0,7-3-19 0,2-4-5 16,1-1-25-16,-2-2-5 0,-3-6-12 15,14 5-8-15,-2-9 0 0,4 0 8 0,-2-4 12 0,-11-1 13 16,0-7 3-16,3 0 7 0,-1-4 7 0,0-2 6 16,-3-4 6-16,-6-1 19 0,5-4 14 0,-10 3 18 15,0-5 17-15,-4-2 22 0,6 3 17 0,-14-4 26 16,6-2 9-16,-2-8 18 0,-6 9 26 0,4 2-5 15,-9 0-7-15,6-1-6 0,-6 1-21 0,0 6-8 16,0-2-13-16,0 4-13 0,0 2-10 0,0 5-3 16,-1-10-21-16,1 10-21 0,0 0-14 0,0 0-27 15,0 0-10-15,0 0-18 0,0 0-8 0,0 0-7 16,6 30-8-16,3-15-19 0,-1-3-7 0,15 6-14 0,-1-1-22 16,6 1-20-16,11 2-15 0,4 0-4 15,2-6-9-15,0 0-7 0,11-1 1 0,4-3 8 16,-4 1 15-16,0-5 17 0,5-1 12 0,-6-3 16 15,-2-2 16-15,3-2 32 0,-11-2 19 0,-14-3 36 0,3 0 36 16,-15 0 32-16,0-2 17 0,-3-2 13 0,-3-3 4 16,-11 6 6-16,-2-4 8 0,-7-2 10 15,-1 1 5-15,-7-1 3 0,-5-1-2 0,-4 2 0 0,-6 1-11 16,-13-2-4-16,-2 7-12 0,0-1-6 0,2 4 0 16,-8 7-6-16,6 0-3 0,1 7-6 0,9-2-4 15,-6 2-3-15,-1 9-7 0,12-3-3 0,9-3-2 16,-7 5-7-16,11-4 4 0,2 7-6 0,0-5-4 15,9 1-5-15,-1 1-6 0,1 0 9 0,4-2 8 16,4 0-16-16,1 0-8 0,7-1 1 0,-4 0-1 16,6-4-2-16,0 2-5 0,7-6-1 0,-4 2 3 15,2-1-7-15,4 1 0 0,1-8 6 0,-1-1-7 16,1-1-4-16,3-9 9 0,-4 2 4 0,9-3 3 16,-3-1-11-16,2-3 3 0,-4-4 0 0,13-6 11 15,-10-4-10-15,9 1 1 0,-11-7-2 0,-1 0 7 16,2-4 2-16,-6-1 12 0,-3-5 12 0,2 0-4 0,-10-3 4 15,3 2 5-15,-8-4 11 0,-1 3 15 0,-6 1 6 16,0 4 0-16,-3-2 3 0,5 2 6 0,-8 14 1 16,1-3 3-16,1 4-3 0,-1 4-2 0,4 5 3 15,0 5-7-15,-1 3-7 0,-1 3-7 0,0 1-8 16,-3 2-10-16,0 4-8 0,8 0-3 0,-18 8-6 16,4 4-4-16,1 3 0 0,-2 5-3 0,0 4-3 15,7 5-1-15,-5 8-2 0,4 7-1 0,-4-2-2 16,7 4-6-16,2-2-14 0,-1 0-14 0,5 0-21 15,5 1-26-15,-3-3-27 0,0 0-15 0,9-3-42 16,-7-9-30-16,2-2-29 0,1 3-38 0,6-6-20 16,-6 2-56-16,-1-8-51 0,-1-5-294 0,5 1-726 15,-2 1 322-15</inkml:trace>
  <inkml:trace contextRef="#ctx0" brushRef="#br0" timeOffset="183222.19">24314 13277 398 0,'-23'-11'445'0,"0"4"-9"0,8-2-17 15,0-1-21-15,3 3-40 0,2 1-36 16,2 0-35-16,-2 0-53 0,7 3-57 0,-6 0-40 0,9 3-78 16,0 0-45-16,0 0-55 0,0 0-52 0,0 0-56 15,40 16-57-15,-22-5-70 0,6 3-211 0,2 2-527 16,-1 0 233-16</inkml:trace>
  <inkml:trace contextRef="#ctx0" brushRef="#br0" timeOffset="185232.68">28053 13971 173 0,'-2'-12'333'0,"-6"1"-20"0,-4 4-15 0,4-1-31 16,1 1-25-16,-1-1-18 0,0 7-31 0,8 1-23 15,-13 1-14-15,1 2-18 0,2 8-13 0,2 2-9 16,0 5-16-16,-2 6-9 0,0 3-11 0,8 0-6 16,-3 0-7-16,5 4-7 0,0 0 0 0,2-4-11 15,3 3-2-15,1-2-8 0,8-1-1 0,-3-1-2 16,1 2 2-16,6-5-8 0,0-2-6 0,2-2 4 0,3 1-3 15,-3-6-5-15,-2-6 0 0,4 0-2 0,-1 1 0 16,1-6 0-16,-2 0-5 0,-2-3-5 16,2-4 9-16,-2-3-3 0,0-5-1 0,-3 2 1 0,-2-7-3 15,-1 0-2-15,-1-8 1 0,-1-2-4 0,-1-1 0 16,-9-2-2-16,6-10-2 0,-6-1 4 0,-6 1 1 16,2-3 5-16,-1 12-14 0,-1-2 10 0,2 4-4 15,-1 1 11-15,4 4 7 0,-4-3 17 0,-2 7-8 16,6 3 4-16,-1 3-1 0,2 4-9 0,0 0-1 15,2 3 10-15,-1-1-25 0,6 7 2 0,1 0-3 16,-8 1-1-16,28 9-9 0,-6-2-10 0,6 4 5 16,-3 5 1-16,16 8-5 0,-3-1-4 0,-1-3-3 15,-1 6-8-15,0 1-1 0,-2-2 0 0,2 7-4 0,-6 1-7 16,-2-9-3-16,-8-2-1 0,3 2-4 16,-7-2 0-16,-2-2 2 0,1-3 3 0,-2-2 0 15,-7 0 2-15,-2-4 1 0,1-1 7 0,-4 0 0 0,6-2 5 16,-7-1-1-16,0-3 13 0,0 4 0 0,0-8 9 15,0 0 16-15,0 0 22 0,0 0 15 0,0 0 1 16,-13-19 8-16,13 10 5 0,0-5 1 0,0 1 10 16,5-5-4-16,-4 0 12 0,6 0-7 0,0-9-2 15,-1 1-1-15,3 1 8 0,0-2-10 0,3 3 1 16,1 2-8-16,-8 0-10 0,5 9-2 0,0-3-5 16,5 5-11-16,-3-4 3 0,-7 7-7 0,5 1-12 15,-4 1-15-15,2 4-8 0,1 1-7 0,-9 1 0 16,18 6-19-16,-8 1 6 0,0 3-3 0,0 3-1 15,5 5 5-15,-4-2 1 0,6 8 6 0,3 1-5 16,-4-3 10-16,6 2-14 0,-1-2 4 0,2 4-3 16,1-3 3-16,-1-3-4 0,2 3 5 0,-1-7-9 0,6 4 10 15,-3-5 10-15,4-1-11 0,-1 3 0 0,5-14 16 16,-6 5-10-16,8-7-4 0,-4 2 4 16,0-6 1-16,2 1 0 0,-2-5 15 0,-2-3-11 0,1-3 0 15,-2-4 15-15,-4 0-18 0,2 1 1 0,7-15-8 16,-9-3-11-16,1 3-3 0,-6-8 15 0,-2 3-21 15,0-6 0-15,-2 6 6 0,-2-5-7 0,-2-5-10 16,0-5 0-16,-8 8-7 0,-1-4-4 0,-4-6 6 16,0 6-7-16,-7-3-5 0,-3-1 3 0,4 5 5 15,-9-1 7-15,1 1 6 0,-2 0 2 0,-4 7 9 16,-2-3 18-16,-1 8 10 0,0-2 4 0,2 15 4 16,-1 0 8-16,1 1-1 0,-3 4-4 0,3 5 2 0,-1 3 1 15,7 4-3-15,-6 4 2 16,6 0-2-16,-6 8-1 0,4-1-1 0,0 7-2 15,1 7 2-15,-1 2-1 0,2 5 0 0,1 11 5 16,4 3-6-16,1 4 3 0,3 8-3 0,4-3 4 16,2 3-1-16,3 5-1 0,4-6 1 0,1 6 0 15,6-5-1-15,2 0 1 0,7 17 3 0,-5-23-3 16,6-1 2-16,0-8 2 0,5-2-4 0,0-1 1 0,-7-11 0 16,6-3-3-16,-5-2 0 0,7-5-6 0,-2-3-3 15,0-4-6-15,-1-2-1 0,-6-8 3 0,2 1-2 16,2-7 4-16,0-2 2 0,-2-3 0 0,0-7 0 15,1 2 3-15,2-5 6 0,-6 1 10 0,-4-2 10 16,4 3 8-16,-3-2 6 0,-2 1 7 0,0-3-6 16,-2 10-3-16,-6 0-5 0,2 3-2 0,0 1-2 15,-3 3-9-15,1 1-1 0,0 4 0 0,-1-2 0 16,-6 5-5-16,17 3-1 0,-9 2-3 0,2 2-7 16,2 5 1-16,2 2 0 0,5-1-5 0,6 6-3 15,-6 0-4-15,3-1 8 0,1 6-11 0,0-3 6 16,-1-2 7-16,1-2-9 0,-8-4 5 0,11-1-3 15,-6 0 3-15,-3-4 4 0,1-4 1 0,-2 3-2 0,3-6 2 16,-3-2 1-16,-4-1 8 0,6-5 15 16,-3 0 0-16,0 0 18 0,0-8 9 0,1 3 7 15,1-11 10-15,4 7 13 0,-2-5 10 0,-5 3 19 0,1 2 20 16,5-4 8-16,-5 5 7 0,0 1-4 0,0-1-4 16,-2 6-8-16,0-6-12 0,-1 8-16 0,0 2-8 15,-3-2-10-15,0 7-13 0,4 2-10 0,-3 5-8 16,5 3-7-16,5 10-6 0,-4 4-1 0,4 13-5 15,0 4-4-15,0 6-2 0,0 5-5 0,-4 1-1 16,12 18-1-16,-4 0-3 0,-10-11 0 0,13 10-4 16,-6 6-1-16,-2 3 2 0,-1-1-3 0,-2-3-1 15,-6-23 12-15,4 25-17 0,-8-20 6 0,-1-3-1 0,-2 0 4 16,-3-5-3-16,0-2 3 0,-8-1 4 16,0-8 4-16,-7-7 14 0,0-4 23 0,-3-5 24 15,-7-2 38-15,-3-4 21 0,-3-10 18 0,-14-4 13 0,-3-4 2 16,-7-8 2-16,2-6-4 0,-6-7 0 0,-11-17-3 15,19 10 0-15,-19-20 0 0,11-4-1 0,4-5-8 16,9-2-9-16,3-9-13 0,13 3-122 0,7-7-14 16,3 3 0-16,13 16 0 0,19-19 0 0,8-2 0 15,11 5 0-15,9-1 0 0,16-3 0 0,9 2 0 16,37-20 0-16,-24 27 0 0,41-12-126 0,9 10-244 16,-36 29-61-16,8 10-80 0,42-9-91 0,-46 22-424 15,-5 4-1110-15,0 2 491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48D6-4649-314E-5B3E-2E612037F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A66A3-610D-E0AA-1D43-D03B372BC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7BDFD-870D-4F55-5B6C-B8D6EEF8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EF002-B91D-6E3C-7E24-CEE81C10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EBD78-7891-0C24-58EB-A22814FE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2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1BE0-0FDB-4549-5C0E-1923C5EC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4582C-BA27-4229-09E1-B26F3F38B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F8723-F9C9-FAD6-0212-306FB25E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6A467-B5C4-4A0D-2A75-30F68829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C3653-AC17-BFCF-A69F-1D0A25DF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9DC2-E5FB-01C6-0165-D07D62AF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3A029-ABBD-2F36-0282-D60FABF15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7D540-D83E-A629-6D5B-3846199D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5601-CD0A-EFCD-7FF2-67C61994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6C202-F0BF-165D-8D34-8AC939D3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9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C287-9DA0-69CC-C055-DE18CBF8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37207-A218-51F4-0835-ACFB66FCD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4504A-E1BF-8966-8F92-6CCCC0279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BCE80-9DA0-ABF2-51C3-0C2460C1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31A2E-11CE-E938-E5CC-0E333ED0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880C3-373A-E6F3-0EDA-17892033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DD44-7DC2-E00B-9720-E44FE008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64FF-F36F-BBD4-36CA-D21B8FFA4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DEC8D-4520-6891-2369-8CDC6A4A4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60AA0-0BF7-C202-8B24-3CA0FF6D5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16A18-4EE4-AC37-1A9E-EF11AF63A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71C83-0066-E098-4179-9D5C0FC6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817AD-E6D6-EAC9-D659-CB411735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813CB-BF58-E5CB-BD5B-DDFE9302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5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344F-47D7-DE54-9E98-A3985F6D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8C3B4-A11E-D1A6-8025-297FD59E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F2DF8-D407-9F18-3A60-042315F4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C6232-4460-691B-F569-8B7F0EA3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5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CC496-FD2D-D38C-5E47-281B485BA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20A89-7B02-574E-9E01-BA436E94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BC35B-CDD7-8547-A319-E15DF773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B4EA-6C04-4426-0562-EF823B2F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C680F-3590-4FF3-932E-4BF078CA2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F7134-A55C-33F1-A696-C92A6CAD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B01EA-367A-2200-D31A-207D372D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F6073-6DFB-E00A-E02B-543E211B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A37FD-811B-60BC-B9DB-CB0228DA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5D8C-BC4A-3573-11A0-DBAC1B64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7C91C-1C35-CA41-2ED0-40A4A7AE5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42EA7-0DEA-7C0D-789A-60FEFCF9C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85956-9825-21CE-129F-F17F5346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32A8B-51F3-3AC4-990C-1C933158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BFCD4-3487-AA37-0155-F7ABFA74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2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B975-7C39-9FE2-B592-6A6FA9DD1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D352B-921C-380A-6ED4-112F08374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A23-E7DB-CB4A-5278-DD0F1675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6188D-1F33-CC83-5C6C-515BB00D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40EC2-87AD-A267-C022-9A19A6A4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0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45770-4766-AEF2-EC86-C38381A9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7652A-2D66-3107-BF1D-5699215A6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0F7CC-B36B-FAB7-B3CC-4DCBA921F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28560-D8DC-C702-F8E0-0B3AF30D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C8FBE-556F-B47B-F563-125233F7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4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6AE74-4065-0098-C7DB-934A3B5C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D556E-53E4-0720-3E4D-7000C5DA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11244-19E5-EABB-3F13-29EB1C91D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BB714-6927-44A9-A747-56B649A33C3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5F2D2-E8D7-5246-F712-C08EF0C72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3B1B7-FE5A-0DEF-7B11-A51398435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0DF69-9BEB-44A5-8C3E-EB4D88FB2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231A-2846-44AA-ED81-E65DBC924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F8C42-D2EA-2C4E-ADF6-41B6581DD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1CA5-30C2-2A6C-1FDD-DB6E630A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5E7FE-1A1A-88BD-726A-9B352D514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546C3C-AA3A-805F-30C2-AC25365A5A75}"/>
                  </a:ext>
                </a:extLst>
              </p14:cNvPr>
              <p14:cNvContentPartPr/>
              <p14:nvPr/>
            </p14:nvContentPartPr>
            <p14:xfrm>
              <a:off x="1145160" y="261720"/>
              <a:ext cx="10821600" cy="6581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546C3C-AA3A-805F-30C2-AC25365A5A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5800" y="252360"/>
                <a:ext cx="10840320" cy="66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56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C28F-D165-D5E1-359F-019867B8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2AE7-0550-A610-D72C-CB3CAFA3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8430-912B-9755-2BBB-68FD5D374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51D2A2-0BBC-6696-2573-1761A14F7BD9}"/>
                  </a:ext>
                </a:extLst>
              </p14:cNvPr>
              <p14:cNvContentPartPr/>
              <p14:nvPr/>
            </p14:nvContentPartPr>
            <p14:xfrm>
              <a:off x="532080" y="395640"/>
              <a:ext cx="11552040" cy="4953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51D2A2-0BBC-6696-2573-1761A14F7B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2720" y="386280"/>
                <a:ext cx="11570760" cy="497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039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1FB1-9444-1011-D60B-F0BD42F6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3777-7E7F-4866-97C3-52245DF2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DFFC-1A93-5F50-DFDB-234769928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0A729D-3923-A40D-2393-D5CEB9BD982F}"/>
                  </a:ext>
                </a:extLst>
              </p14:cNvPr>
              <p14:cNvContentPartPr/>
              <p14:nvPr/>
            </p14:nvContentPartPr>
            <p14:xfrm>
              <a:off x="649440" y="253800"/>
              <a:ext cx="11197440" cy="596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0A729D-3923-A40D-2393-D5CEB9BD98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080" y="244440"/>
                <a:ext cx="11216160" cy="598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226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7EFA-AE7C-F123-31D7-371FD0FE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2063-5356-F041-35C8-26266588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9ADC3-8749-FDE1-B45C-916E25FE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A427DF-6345-1518-C4F3-07AB71B03561}"/>
                  </a:ext>
                </a:extLst>
              </p14:cNvPr>
              <p14:cNvContentPartPr/>
              <p14:nvPr/>
            </p14:nvContentPartPr>
            <p14:xfrm>
              <a:off x="721440" y="468720"/>
              <a:ext cx="11260800" cy="556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A427DF-6345-1518-C4F3-07AB71B035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080" y="459360"/>
                <a:ext cx="11279520" cy="55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585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FDBD-5093-29C0-B67D-D3C6D654D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A4AC-7F63-F3FD-5ECE-38C44FED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DE981-39CA-5437-8F2A-414BF56D9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C0AEFC-95EA-0BA3-9694-4E97F322F316}"/>
                  </a:ext>
                </a:extLst>
              </p14:cNvPr>
              <p14:cNvContentPartPr/>
              <p14:nvPr/>
            </p14:nvContentPartPr>
            <p14:xfrm>
              <a:off x="957240" y="451440"/>
              <a:ext cx="10503000" cy="550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C0AEFC-95EA-0BA3-9694-4E97F322F3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7880" y="442080"/>
                <a:ext cx="10521720" cy="552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991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2BF3A-0396-98CC-3882-0E1EC242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9947-3652-2733-099B-92F53A9E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8FD5-89D2-491D-1493-9FBFDABC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85DA95-A57F-4B11-3710-AB4563F02E79}"/>
                  </a:ext>
                </a:extLst>
              </p14:cNvPr>
              <p14:cNvContentPartPr/>
              <p14:nvPr/>
            </p14:nvContentPartPr>
            <p14:xfrm>
              <a:off x="382320" y="375480"/>
              <a:ext cx="11791800" cy="5875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85DA95-A57F-4B11-3710-AB4563F02E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960" y="366120"/>
                <a:ext cx="11810520" cy="589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38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D541-1988-30E1-6E41-E57548D3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27BC-C732-3811-E413-F9044501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D3C72-BCE5-8236-30CF-E88FDB39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0ED1D8-87CC-3979-C594-DBC1100608C2}"/>
                  </a:ext>
                </a:extLst>
              </p14:cNvPr>
              <p14:cNvContentPartPr/>
              <p14:nvPr/>
            </p14:nvContentPartPr>
            <p14:xfrm>
              <a:off x="586800" y="437040"/>
              <a:ext cx="11565720" cy="588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0ED1D8-87CC-3979-C594-DBC1100608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440" y="427680"/>
                <a:ext cx="11584440" cy="590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78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0B95-A871-C231-659C-541F1346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060F-AC96-67C6-702E-344EA02C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A654-91B7-2D3B-068F-D8B87CB0B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5EDB6C-56EA-ED8A-03C5-180886865D03}"/>
                  </a:ext>
                </a:extLst>
              </p14:cNvPr>
              <p14:cNvContentPartPr/>
              <p14:nvPr/>
            </p14:nvContentPartPr>
            <p14:xfrm>
              <a:off x="1215000" y="201960"/>
              <a:ext cx="10331640" cy="493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5EDB6C-56EA-ED8A-03C5-180886865D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40" y="192600"/>
                <a:ext cx="10350360" cy="495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935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23DD5-F82D-484F-BF48-C50AFC14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A9AC-28C5-91B1-FF67-306593F3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A930-7AF7-E2D9-199D-BD090304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DB30FD-231B-B68A-A2FD-BCD4B99B5BBE}"/>
                  </a:ext>
                </a:extLst>
              </p14:cNvPr>
              <p14:cNvContentPartPr/>
              <p14:nvPr/>
            </p14:nvContentPartPr>
            <p14:xfrm>
              <a:off x="958680" y="288360"/>
              <a:ext cx="11273400" cy="537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DB30FD-231B-B68A-A2FD-BCD4B99B5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9320" y="279000"/>
                <a:ext cx="11292120" cy="539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469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B010-EFB8-260A-6CD7-00F1795B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6CC8-F0EC-163F-A177-74B65703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6C77-103D-2D99-0A9F-A322AB689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8E16F1-49D7-358E-AB17-FE48365E6C64}"/>
                  </a:ext>
                </a:extLst>
              </p14:cNvPr>
              <p14:cNvContentPartPr/>
              <p14:nvPr/>
            </p14:nvContentPartPr>
            <p14:xfrm>
              <a:off x="607680" y="45720"/>
              <a:ext cx="11545560" cy="643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8E16F1-49D7-358E-AB17-FE48365E6C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8320" y="36360"/>
                <a:ext cx="11564280" cy="645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49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82C1-5258-848F-466A-83F25116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26038-E9FA-367D-4D35-1417FD4A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F6E38-7D8B-77CF-0F2B-7155AC80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E77F96-3E39-B952-1735-68296BC402A3}"/>
                  </a:ext>
                </a:extLst>
              </p14:cNvPr>
              <p14:cNvContentPartPr/>
              <p14:nvPr/>
            </p14:nvContentPartPr>
            <p14:xfrm>
              <a:off x="964080" y="96840"/>
              <a:ext cx="10769040" cy="627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E77F96-3E39-B952-1735-68296BC402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4720" y="87480"/>
                <a:ext cx="10787760" cy="629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4019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0213-3B1D-D514-77F3-12BE2F6E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BD7D-667D-5823-7CFD-67E6D5B3E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0FF0F-0710-9814-295F-F93685316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DE5A35-16E8-1F3C-C188-2D0152E88730}"/>
                  </a:ext>
                </a:extLst>
              </p14:cNvPr>
              <p14:cNvContentPartPr/>
              <p14:nvPr/>
            </p14:nvContentPartPr>
            <p14:xfrm>
              <a:off x="1285920" y="96840"/>
              <a:ext cx="10080360" cy="584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DE5A35-16E8-1F3C-C188-2D0152E887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6560" y="87480"/>
                <a:ext cx="10099080" cy="58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483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911E4-7428-5021-CA0C-872982CC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59D8-0B16-D96B-3C03-B9296578B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F7B4-3ADC-A999-B5BA-391F38280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48C10F-3E7D-EC26-B75C-06BA07BF6738}"/>
                  </a:ext>
                </a:extLst>
              </p14:cNvPr>
              <p14:cNvContentPartPr/>
              <p14:nvPr/>
            </p14:nvContentPartPr>
            <p14:xfrm>
              <a:off x="1316160" y="78120"/>
              <a:ext cx="10707120" cy="5204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48C10F-3E7D-EC26-B75C-06BA07BF67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800" y="68760"/>
                <a:ext cx="10725840" cy="52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056BBF-4C2A-9CFB-1DC3-AA7467AA0436}"/>
                  </a:ext>
                </a:extLst>
              </p14:cNvPr>
              <p14:cNvContentPartPr/>
              <p14:nvPr/>
            </p14:nvContentPartPr>
            <p14:xfrm>
              <a:off x="4713120" y="2961720"/>
              <a:ext cx="6908760" cy="2571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056BBF-4C2A-9CFB-1DC3-AA7467AA04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03760" y="2952360"/>
                <a:ext cx="6927480" cy="259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032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4957-E971-F1A5-E62F-246E6A89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3A94-5B4B-B35C-B559-A5891713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124D-B7F0-19FE-F861-01585FCFA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02081B-FA53-E613-C49F-756FFC3C4064}"/>
                  </a:ext>
                </a:extLst>
              </p14:cNvPr>
              <p14:cNvContentPartPr/>
              <p14:nvPr/>
            </p14:nvContentPartPr>
            <p14:xfrm>
              <a:off x="1066320" y="260640"/>
              <a:ext cx="11132280" cy="606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02081B-FA53-E613-C49F-756FFC3C40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6960" y="251280"/>
                <a:ext cx="11151000" cy="608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0975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AB32-507E-1CFC-F227-86C177CB1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3074-3A53-C368-3438-003B5D3F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816F-CEA3-39BF-3E9F-A7535F56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904A71-BB33-31D8-E5E2-445D062C37EA}"/>
                  </a:ext>
                </a:extLst>
              </p14:cNvPr>
              <p14:cNvContentPartPr/>
              <p14:nvPr/>
            </p14:nvContentPartPr>
            <p14:xfrm>
              <a:off x="1305360" y="-360"/>
              <a:ext cx="10945800" cy="662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904A71-BB33-31D8-E5E2-445D062C37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6000" y="-9720"/>
                <a:ext cx="10964520" cy="66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7941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BF53-56CF-6ACA-0ABE-91D2BCAE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8AD8-AF2F-E008-5A1A-958C6920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7454-4300-3492-D3D4-236E74DB0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0DB405-9948-D5EA-09C5-B8EEA2C1A71D}"/>
                  </a:ext>
                </a:extLst>
              </p14:cNvPr>
              <p14:cNvContentPartPr/>
              <p14:nvPr/>
            </p14:nvContentPartPr>
            <p14:xfrm>
              <a:off x="841320" y="278640"/>
              <a:ext cx="11327400" cy="621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0DB405-9948-D5EA-09C5-B8EEA2C1A7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1960" y="269280"/>
                <a:ext cx="11346120" cy="623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9242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AEAA-B427-77FD-7B2D-FE84A7FF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BDBB-2C25-91E2-F9FA-BDDB75CF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7E482-27BA-4B97-D226-D34ACCC1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1FB579-2817-771D-ECE5-65E72E4334AD}"/>
                  </a:ext>
                </a:extLst>
              </p14:cNvPr>
              <p14:cNvContentPartPr/>
              <p14:nvPr/>
            </p14:nvContentPartPr>
            <p14:xfrm>
              <a:off x="711360" y="433440"/>
              <a:ext cx="11158200" cy="610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1FB579-2817-771D-ECE5-65E72E4334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000" y="424080"/>
                <a:ext cx="11176920" cy="61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053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6D983-ECBA-B69F-0D5E-C11C317B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D62A-0549-2937-9784-6FA15632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1B447-D9B3-15EF-79E3-C77AE51DB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3A7581-5CF5-14F4-CB7D-1B66A6C8EB59}"/>
                  </a:ext>
                </a:extLst>
              </p14:cNvPr>
              <p14:cNvContentPartPr/>
              <p14:nvPr/>
            </p14:nvContentPartPr>
            <p14:xfrm>
              <a:off x="3035880" y="69120"/>
              <a:ext cx="8945280" cy="650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3A7581-5CF5-14F4-CB7D-1B66A6C8EB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6520" y="59760"/>
                <a:ext cx="8964000" cy="65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155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05B02-A1A2-C71E-2A27-2E618AFE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0322-7055-53BD-D8B7-ED88E8FD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F3F08-C766-336E-3AAE-04914AEC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E6F4A5-0FAE-D18F-FE16-DAFF563D9FDD}"/>
                  </a:ext>
                </a:extLst>
              </p14:cNvPr>
              <p14:cNvContentPartPr/>
              <p14:nvPr/>
            </p14:nvContentPartPr>
            <p14:xfrm>
              <a:off x="271440" y="437040"/>
              <a:ext cx="11465280" cy="6265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E6F4A5-0FAE-D18F-FE16-DAFF563D9F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080" y="427680"/>
                <a:ext cx="11484000" cy="628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8322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E225-8C84-3CB0-5C78-D5CCA3BCB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3E18-184B-FFFE-B3BF-11D85913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2DD4-E56A-594A-039B-8DBEB146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03D6CB-BA94-9CBC-FCF6-9DF076788F48}"/>
                  </a:ext>
                </a:extLst>
              </p14:cNvPr>
              <p14:cNvContentPartPr/>
              <p14:nvPr/>
            </p14:nvContentPartPr>
            <p14:xfrm>
              <a:off x="955080" y="483120"/>
              <a:ext cx="10455120" cy="5171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03D6CB-BA94-9CBC-FCF6-9DF076788F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5720" y="473760"/>
                <a:ext cx="10473840" cy="519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9679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E12B-D6A9-0A8B-3568-4312ED96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14C6-D32F-1C30-68E9-E08397C4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42D8F-1BFF-38CA-671B-70BAD23FA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39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D698-728A-7CFC-E0C2-33D5446A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29D1-25D6-D2C9-9CBB-A2AF383E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9FEF-5F84-B354-257E-AB7448CD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56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8854A-D3F2-2074-21B4-3A377E95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44AE-88CD-D509-F487-FCD32880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B65B7-A1E9-D6A3-10B4-87C670973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73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092A4-262E-7A38-5810-6E8A5D60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7B7D-9BE8-8615-7327-56583D92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0D71-F6AE-99CC-8E13-7C9AD0E28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06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Week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3</cp:revision>
  <dcterms:created xsi:type="dcterms:W3CDTF">2024-10-29T09:39:31Z</dcterms:created>
  <dcterms:modified xsi:type="dcterms:W3CDTF">2024-11-05T11:48:46Z</dcterms:modified>
</cp:coreProperties>
</file>