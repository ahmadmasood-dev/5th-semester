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376.76465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1-07T09:34:26.932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C00000"/>
    </inkml:brush>
    <inkml:brush xml:id="br2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1988 1587 176 0,'0'0'213'0,"-3"-5"-6"0,1 1-9 0,2 4-6 15,-3-4-9-15,3 4-7 0,0-5-6 0,0 5-5 0,-4-3-4 16,4 3-9-16,-3-2-6 0,3 2-9 16,0 0-6-16,-4-6-4 0,4 6 0 0,0 0-20 15,-6-1-3-15,6 1-12 0,0 0-9 0,-5-2-6 16,5 2-13-16,0 0-7 0,-13 2-6 0,6-1-6 15,-2 2-11-15,-1 0-10 0,-1 2 1 0,-4 0-6 16,-2 3-2-16,1 2-5 0,4 2-1 0,-3-1 0 16,-4 1-7-16,4 3 0 0,0-2 2 0,0 3-6 15,0 0 11-15,4-1-10 0,0 3-2 0,0-2 1 16,2 1-1-16,2 0 8 0,-1 0-10 0,4 1-2 16,1-6-1-16,0 6-7 0,3-6 1 0,2 2-2 15,2-2-4-15,1 1-4 0,1-3 0 0,3 2 4 16,4-4-8-16,3 2 2 0,0-1-8 0,3 1-3 15,2-5-5-15,-1 0-9 0,-1 1-6 0,3-4-6 16,-2 1-6-16,0-3 2 0,-2 0-5 0,1-1 6 16,-5-1 2-16,-1 0 4 0,0-1 4 0,-1-1 6 15,-4 2 5-15,0-1 6 0,-1 1 4 0,1-2 8 16,-4-1 6-16,2 1 11 0,-5 0 6 0,2 0 11 16,-3 0 10-16,0 4 2 0,1-6 15 0,-1 2 6 15,0 4-2-15,2-5 7 0,-2 1 5 0,0 4 7 16,0 0 3-16,-2-5 3 0,2 5-4 0,0 0-1 15,0-5-5-15,0 5 1 0,0 0-7 0,0 0 0 16,0-5-8-16,0 5-4 0,0 0-4 0,0 0-4 16,-1-4-2-16,1 4-6 0,0 0-2 0,0 0-5 15,0 0-7-15,0 0 0 0,0 0-4 0,0 0-2 16,0 0 3-16,0 15-1 0,0-8-2 0,1-1 2 16,-1 2 0-16,0-1 0 0,0 4-1 0,0-1 0 15,2 4-1-15,0-4-1 0,-2 4 3 0,2-1 1 16,-2 5-2-16,1-5-26 0,2 0-11 0,-3-2-23 15,5 2-23-15,-5 0-28 0,4-2-44 0,-2-2-43 16,0-2-54-16,2-1-178 0,-1-2-461 0,0 0 204 16</inkml:trace>
  <inkml:trace contextRef="#ctx0" brushRef="#br0" timeOffset="2078">2090 1944 41 0,'0'0'162'0,"0"0"-10"16,0 0-1-16,0 0-8 0,0 0-1 0,0 0-18 16,24-6-9-16,-18 4-12 0,2 0-5 0,-1-1-12 15,4-1-8-15,0-1-11 0,-2 2-5 16,2-2-6-16,-3-1-4 0,0 0-2 0,3-1-9 15,-4 3 1-15,-2-2-7 0,4-2-2 0,-5 4-5 16,2-1 11-16,-3 1 11 0,0-3 6 0,-3 7 4 0,4-8 4 16,-4 5 13-16,0 3-9 0,-4-10 0 0,4 10-1 15,-3-7-7-15,0 3-9 0,0 0-1 0,-1 1-5 16,4 3-7-16,-7-3-4 0,7 3-3 16,-10 0-4-16,10 0-2 0,-11 1-6 0,4 1-2 15,1 3-5-15,-1-2 1 0,1 2-4 0,0 0-4 16,-1 3 4-16,0 0-1 0,0 0-1 0,-1 2-3 0,4 0 2 15,0-1-5-15,1 1 3 0,2 0-3 0,-2 0 3 16,3-2-4-16,-3 3 1 0,6-4-1 16,1 2 2-16,-1-1-3 0,1-3 4 0,7 3-2 15,-3-2 0-15,3-1-2 0,1 0 1 0,-1-2-2 16,1-2 2-16,4-1-3 0,0-1-1 0,3-3-2 16,-7 0 1-16,3-2-1 0,0-2 1 0,-2 2 1 15,-2 1 1-15,4-8-2 0,-4 4 5 0,-3 0-7 16,3-1 4-16,-1 1 1 0,-5 0 2 0,1 0 3 15,0-1 10-15,-2 0 9 0,0 1 13 0,-2 0 10 16,-1 3 3-16,-1 0 4 0,3 2 11 0,-2-1-6 16,-1 5-1-16,2-8-5 0,-1 6 4 0,-1 2-18 15,1-7-5-15,-1 7-4 0,0-4-6 0,0 4-7 16,0 0-5-16,0 0 2 0,0 0-4 0,0 0 3 16,0 0-4-16,11 12 3 0,-7-11-6 0,-1 4 1 15,1-2 0-15,0 2-3 0,0 0 2 0,0-1-6 16,3 2-2-16,-3-2-4 0,2 0-1 0,-2 1-5 15,0 1 4-15,1-4-6 0,-2 2 0 0,2-2 3 16,-2 1 4-16,1-1-1 0,-4-2 3 0,3 4 0 16,-3-4 5-16,1 3 3 0,-1-3-3 0,0 0 3 15,0 0-2-15,0 0 2 0,7-10 1 0,-6 4 5 16,1 1 3-16,1 0 2 0,-6-1-3 0,7-1 1 16,-1 1 5-16,-2 0-8 0,3-2 4 0,-3 0 6 15,1 2-4-15,3-1 1 0,-3 0-3 0,0 2 1 16,1-2 1-16,1 1-3 0,-4 3-3 0,3 0-1 15,1-2 2-15,-4 5-7 0,5-5 4 0,-5 5-5 16,3-2 1-16,-3 2-5 0,10 0 0 0,-10 0 2 16,6 4-4-16,1-1 3 0,-2 3-3 0,1-2 1 15,1 1-2-15,1 4-2 0,3-4 1 0,-3 2-5 16,2 1 0-16,-1 0 0 0,1-1-5 0,2 1 5 16,0-3-1-16,0 0 2 0,1 2-5 0,0-4 3 15,-2 0 0-15,1 0-4 0,1-2 3 0,-1 0 0 16,0-2-1-16,-1 1 4 0,1-1-5 0,0-4 6 15,-5 4-1-15,5-3 0 0,-2-2 2 0,-2 1-2 16,-1 2 2-16,0-7 4 0,-3 4-2 0,0 0 0 16,-3 0-4-16,3-4 2 0,-1 4 3 0,-3-2 2 15,0 2 4-15,-1 1-2 0,-1-3-2 0,-2 2 2 16,3-1-1-16,-2 2-1 0,-1 1 0 0,-1-2-1 16,1 3 1-16,0 2-1 0,-2-3 0 0,-1 4-2 15,7 0-1-15,-16 4 1 0,10-3-1 0,1 2 5 16,-2-1-4-16,-1 2 3 0,3-1-4 0,-2 2 4 15,3 0 0-15,-2 0-1 0,3 0-2 0,2 1-4 16,1-1-2-16,-4 0-1 0,4 0-1 0,4 0 4 16,-4-1-1-16,0-4 6 0,4 7-6 0,-1-4 2 15,0-1 0-15,1 1-1 0,-4-3 4 0,11 0 1 16,-11 0 0-16,15-3-3 0,-9 1 6 0,5-1 2 16,0-2-4-16,0 0 3 0,1 0-1 0,-2-1 0 15,2 2 0-15,0-1-1 0,-2-2 3 0,2 3-4 16,-1 1 3-16,0 0 8 0,0-1-10 0,2 2 2 15,0 0-1-15,-3 0 7 0,1 0-9 0,-1 4 4 16,3-1-4-16,-3 3 4 0,0 1 0 16,-1-1-1-16,2 1-2 0,0 3 4 0,0-1-5 0,-3 4 3 15,-1-4-2-15,3 2 5 0,-4 0-2 0,-2 1 1 16,1 1-1-16,0-5-5 0,-3 2 5 0,0-2 1 16,2 0-2-16,-4-2-2 0,1 2 5 0,-1-1-4 15,0-5 4-15,0 0 1 0,4 6 5 16,-4-6 7-16,1 4 8 0,-1-4 4 0,0 0 0 15,0 0-2-15,0 0-3 0,0 0-2 0,0 0-5 0,0 0-2 16,9-15-4-16,-5 11-2 0,-1-3-2 0,2 1-5 16,3-5-9-16,0 2-8 0,-1-2-10 0,1 1-1 15,7-2-2-15,-11 2-1 0,6-1 2 16,-1 3 6-16,-2-1-2 0,0 0 0 0,-6 0 2 16,5 3 8-16,-5-1 8 0,1 2-2 0,-1-1 0 15,-1 6 3-15,-1-8 2 0,1 8-5 0,-6-4 4 0,6 4-3 16,-11 0 8-16,11 0-5 0,-16 3-1 0,16-3 3 15,-18 4-2-15,9 1 0 0,-1 1 3 16,3 1-5-16,-5-2 4 0,4 1 0 0,0 3 3 16,4-5-7-16,-2 3 5 0,-1 3 1 0,6-4 3 15,-2 4-4-15,3-3 0 0,-1-1 4 0,2 1-5 16,1-1 5-16,0-2-6 0,5 0 1 0,-3 2-5 0,2-2 2 16,-1-3 0-16,-5-1 1 0,14 0 1 0,-14 0-1 15,13-1 2-15,-6-2 2 0,0 1-4 16,1-3 3-16,0 1 2 0,-2 0-2 0,2 0 0 15,-2-3 2-15,0 2-3 0,-2 0 20 0,0 2 9 16,2-2 6-16,-3-1 6 0,-3 6 1 0,6-7-2 16,-3 4-2-16,-3 3-4 0,1-7-2 0,-1 7-5 0,6-5-6 15,-6 5-2-15,0 0-7 0,0 0 3 16,0 0-2-16,0 0 0 0,5 13-2 0,-1-9 2 16,2 1-2-16,-3 2 0 0,3 0-3 0,-2 1 2 15,6 0-2-15,-2-1 4 0,1 1-2 0,1 0-2 16,0-2 1-16,0-1 0 0,4-1-1 0,-4 0 3 15,3 0-4-15,-1-3-1 0,3-1-1 0,-1 0 1 0,-2-3-4 16,0 1-2-16,2-3 1 0,1-2-1 16,-7 1 0-16,4-1 0 0,-4-3-1 0,1-1 0 15,-2-1 4-15,0-4-4 0,-1 0 1 0,0 0 2 16,-1-1 0-16,-1 0-1 0,2-1-2 0,-4 0 4 16,-2-1 2-16,0 0-1 0,0-1-2 0,-1 0 3 0,-2 2-4 15,-1 6 9-15,4-5 4 0,-1 5-1 16,-3 1 7-16,2 1 1 0,-2-1 7 0,0 3-2 15,0 1 0-15,2 0-8 0,-3 3-1 0,4 0-4 16,-3-1-4-16,4 5-3 0,-7 0-2 0,7 0 0 16,0 0 2-16,-11 7-2 0,6-2 2 0,1 1-1 0,-2 0-1 15,2 3 1-15,0 0 1 0,1 0-3 16,-1 2 2-16,1 1-6 0,1 1 8 0,2 0-4 16,0 0 4-16,2 3-2 0,-2 6 0 0,3-4 2 15,3-2 0-15,-5 1-3 0,4 0 1 0,2-1 0 16,-3-4-4-16,3 4-5 0,1-4 2 0,2 2-4 0,0-2-3 15,0-2-1-15,0-2-7 0,-1-1 4 16,2-1-1-16,0 0-1 0,-3-1-1 0,4-3 1 16,-2 1 0-16,2-4-5 0,-1 1 8 0,0-4 5 15,1 0-2-15,-4-1 1 0,2 0 4 0,-6-2 3 16,7 2-2-16,-3-5 3 0,-5 4 4 0,1 1 5 16,0-7 9-16,-4 3 10 0,4 1 6 0,-4 1 12 0,4-1 5 15,-3 0 4-15,-1 1-5 0,3 0 11 16,-3 3 0-16,0-2 0 0,0 2 2 0,1 0-3 15,-1 4-9-15,0-5-4 0,2 1-7 0,-2 4 6 16,0 0-12-16,-3-5-13 0,3 5-3 0,0 0 0 16,0 0-1-16,0 0-4 0,0 0 2 0,0 0-5 0,8 13 4 15,-5-8-4-15,1 0-2 0,-1 1 0 16,1 2 0-16,1-1 6 0,-2-1-5 0,1 1-2 16,2 3 0-16,-1 0-10 0,-1 0-12 0,0 2-17 15,1-5-16-15,-2 4-20 0,1-6-30 0,-2 2-25 16,0-2-33-16,0 1-41 0,-2-6-26 0,4 5-180 15,-4-5-441-15,0 5 195 0</inkml:trace>
  <inkml:trace contextRef="#ctx0" brushRef="#br0" timeOffset="3015.51">3884 1670 182 0,'4'-5'203'0,"-4"4"-3"0,0 1-14 0,3-6-15 16,-3 6-16-16,0 0-16 0,3-3-13 0,0 0-15 16,-3 3-8-16,0 0-14 0,5-4-6 0,-5 4-9 15,0 0-11-15,5 0-6 0,-5 0-4 0,0 0-9 16,0 0-5-16,0 0-1 0,14 5-2 0,-14-5-4 16,5 2-6-16,-5-2-5 0,10 4-3 0,-9 1 0 15,-1-5-5-15,4 7 1 0,-4-3-5 0,3 0 2 16,-3-4-4-16,4 9 4 0,-3-4-5 0,1 0 5 15,-1 2-4-15,-1 0-4 0,2 1 3 0,-4 2-4 16,2-1 1-16,0-1-3 0,2 3 4 0,-1 2-2 16,-1 0 1-16,0 1 8 0,1-6 0 0,3 10 4 15,-4-5 1-15,8 3 0 0,-5-3 6 0,0 5-6 16,2-1-4-16,5-1 5 0,-5 1-2 0,2 2 1 16,-2-2 5-16,4 1-3 0,0 1-2 0,3-2-1 15,-1 0-2-15,0 0-1 0,-1 2-2 0,-1-2-4 16,3-1 5-16,-5 0-2 0,4 3 0 0,1-3-4 15,-4-1 4-15,-6-3-3 0,3 0 3 0,0 1-2 16,-3-3-1-16,-2 2 6 0,-1-2 18 0,0-1 26 16,-1-1 22-16,-6 2 17 0,1-4 24 0,-5 2 23 15,2-3-7-15,-2 0 0 0,-1 0 4 0,0-1-1 16,0-3 2-16,-1-1 4 0,0 2 5 0,1-4-19 16,-1-1-7-16,2-1-5 0,1-3-9 0,0 1-13 15,5-4-8-15,-4 1-11 0,3-8-12 0,7-1-18 16,0 0-12-16,0-9-20 0,7-1-28 0,4-5-29 15,1-1-25-15,6 1-24 0,-1 0-15 0,2-2-19 16,1 2-9-16,1 1-13 0,-3 0-5 0,5 2-2 16,-3 1-2-16,2 0 14 0,-7 5 16 0,1-1 10 15,-5 10 14-15,-1-1 6 0,5 0 10 0,-7 1 10 16,-3 3 6-16,1 2 11 0,1 0 5 0,-6 0 8 16,3 3 3-16,-4 1 4 0,1 0 6 0,-1 0 0 15,-1 3 5-15,-3 0-2 0,4 3 6 0,0 0 1 16,-14-6 0-16,14 6 3 0,-15 4-1 0,5 0 1 15,0-1 5-15,-1 4-1 0,-1-2 7 0,1 2 0 16,0 2 2-16,3 0 4 0,-4 0-2 0,2 0-3 16,-2-2 7-16,4 5-3 0,-2-5 0 0,2 3 1 15,1 1-1-15,2-2 1 0,2-1-3 0,0-1 5 16,1 1-3-16,2 1 5 0,-2 3-3 0,4-7 7 16,-1 1-1-16,3 3 3 0,0-5-2 0,2 0 5 15,2 3-8-15,0-3 2 0,3 0-3 0,4-3 1 16,-6-1-1-16,5-1-2 0,-2 0 0 0,-5-2-3 15,0-1 4-15,1-1-4 0,4-1 3 16,-5 1 0-16,4-4 1 0,-2 4-1 0,-3-6 4 0,-2 6 2 16,0-1 9-16,-1-2 15 0,0 2 18 0,-2-1 12 15,-1-1 11-15,1 5 9 0,-1 3 2 0,0-8 2 16,0 8 6-16,0-8 0 0,0 8-11 0,0-5-11 16,0 5-13-16,0 0-2 0,0 0-11 0,0 0-7 15,-2-5-4-15,2 5-3 0,0 0-3 0,0 0-1 16,0 0-6-16,0 0 2 0,0 0-5 0,8 21-2 15,-7-15-6-15,3 1 1 0,2-1-5 0,-1 1-3 16,3 5-5-16,0-6-5 0,3 5-22 0,-1-5-13 16,-1 2-21-16,2 0-24 0,-1-6-33 0,3 3-41 15,0-4-47-15,0-1-55 0,2-1-184 0,-7 1-488 16,7-5 216-16</inkml:trace>
  <inkml:trace contextRef="#ctx0" brushRef="#br0" timeOffset="3281.11">4474 1377 73 0,'-2'-4'266'0,"-1"2"-25"16,3 2-30-16,-3-4-23 0,3 4-19 0,0 0-19 16,0 0-21-16,-7 7-8 0,6-2-14 0,1 2-4 15,0-1-13-15,0 4-9 0,1 3-6 16,1-1-7-16,2 6-8 0,0-2-3 0,0 2-6 15,3 0-2-15,2 1-5 0,-3-1-8 0,2 8 2 16,-1-8-4-16,1 2-3 0,0-2-2 0,2 9 6 0,0-7-10 16,-4-2-8-16,2-1-6 0,-2-4-20 0,-1 0-25 15,2 2-26-15,-5-7-30 0,5 1-41 16,-4-3-21-16,1-1-16 0,-4 0-21 0,4 0-104 16,-4-5-318-16,0 0 142 0</inkml:trace>
  <inkml:trace contextRef="#ctx0" brushRef="#br0" timeOffset="3577.96">4492 1612 189 0,'0'-2'244'15,"-1"-2"-5"-15,1 4-10 0,0-4-13 0,0 4-12 16,0 0-16-16,0-6-15 0,0 6-17 0,2-4-16 16,-2 4-14-16,9-3-12 0,-4 2-11 0,2 0-9 15,-2 0-8-15,2 1-8 0,1 1-8 0,2-1-8 16,-1 1-6-16,2 2-2 0,1-2-8 0,1 3 3 15,-2-1-14-15,-1 4-3 0,4-3-5 0,-6 5 0 16,7-4-4-16,-4 1-4 0,-2 3-4 0,1-1 1 16,0 2-4-16,-1 2 0 0,-1-4-1 0,-1 3 0 15,1 0-3-15,-2 2-2 0,-1-2-12 0,0 0-8 16,-2 1-9-16,-1-5-12 0,-1 2-14 0,-1-2-13 16,0 4-17-16,0-4-33 0,-1-4-26 0,1-3-34 15,0 10-35-15,0-10-173 0,0 6-409 0,0-6 181 16</inkml:trace>
  <inkml:trace contextRef="#ctx0" brushRef="#br0" timeOffset="4249.76">4920 1648 17 0,'0'0'168'0,"0"0"-4"0,6 13-12 16,-6-13-7-16,0 8-7 0,1-1-8 0,-1-7-16 15,0 10-6-15,3-4 1 0,0 0-9 0,-2 1-8 16,3 3-5-16,-2-2-7 0,4-1-6 0,-3-2-6 16,2 2-4-16,5 0-7 0,-6 0-4 0,0-2-2 15,0 0-10-15,2-1 0 0,0 0-2 0,0-2-3 16,-2 2-1-16,-4-4-7 0,11 2 1 0,-11-2-2 16,12 0-5-16,-12 0 1 0,0 0-2 0,0 0-1 15,0 0-2-15,10-6 3 0,-10 6-6 0,-3-7-2 16,3 7 0-16,-4-9-4 0,1 2-2 0,-1 3 3 15,1-2 17-15,-1-2-1 0,-4 1 8 16,4-3 7-16,-3 3 3 0,2 1 5 0,1-1 6 0,-1 1-3 16,0 0 5-16,3-1 0 0,0-1 3 0,-2 3 3 15,0-2-11-15,4 3 2 0,-1-3-4 0,1 7-3 16,-2-8-4-16,2 8-5 0,2-8-4 0,-2 8-4 16,5-4-6-16,-5 4-6 0,8-1 4 15,-8 1-6-15,11-3 3 0,-11 3-4 0,19 1-7 0,-10 1 0 16,2-1-3-16,3 3-7 0,-3-1-4 0,-3 1-5 15,7 2 0-15,-4-3-4 0,-1 5-2 0,2-3 0 16,-3 2-1-16,1-1 0 0,-1-1-4 0,-2 4 7 16,1-4-5-16,-2 1 3 0,-2 0-1 15,4-1 1-15,-4 0 0 0,-1-2 0 0,-2 2 6 0,-1-5 0 16,6 7-2-16,-6-7 4 0,0 4 4 0,0-4 9 16,0 0 1-16,0 0 18 0,0 0 10 0,-6 7 6 15,6-7 14-15,0 0 1 0,0 0 9 0,0 0 1 16,0 0 2-16,0 0 9 0,-10-12-7 0,10 12 3 15,-1-8-5-15,1 8 1 0,1-9-11 16,-1 9-9-16,2-8 1 0,-2 2-8 0,1 1 3 0,-1 5-3 16,4-9-11-16,-1 4 0 0,1 0 10 0,-1 0-17 15,1 1-5-15,3 0-2 0,-2 0-2 0,1 2-3 16,-1-1-1-16,-5 3 1 0,12-4-5 0,-5 3-4 16,-7 1 7-16,12 0-14 0,-5 4 8 0,3-2-3 15,-2 2-3-15,0 0 2 0,0 3 2 0,3-1-9 16,-3-1-14-16,2 3-9 0,-1-5-5 0,-2 2-28 15,3 2-14-15,-5-1-20 0,6 3-22 0,-7 0-26 16,1 0-27-16,-2-2-50 0,0-1-43 0,0 0-254 16,-3 0-565-16,0-6 251 0</inkml:trace>
  <inkml:trace contextRef="#ctx0" brushRef="#br0" timeOffset="4452.87">5007 1414 363 0,'-5'-6'357'0,"-3"-2"-33"0,7 1-29 16,-5 2-30-16,2-1-29 0,0 2-24 0,1 0-30 16,-2 3-46-16,-1 0-54 0,6 1-51 0,-9 2-61 15,3 3-78-15,-3 2-86 0,-1 2-165 16,1 1-388-16,-6 4 172 0</inkml:trace>
  <inkml:trace contextRef="#ctx0" brushRef="#br0" timeOffset="6160.77">1738 2378 174 0,'-6'1'204'0,"6"-1"-9"0,0 0-15 0,0 0-18 16,0 0-13-16,-8 0-16 0,8 0-4 0,0 0-19 16,0 0-9-16,0 0-10 0,0 0-10 0,0 0-8 15,0 0-8-15,0 0-4 0,0 0-4 0,0 0-6 16,0 0-6-16,0 0-3 0,0 0-1 0,0 0-3 0,0 0-6 15,0 0 2-15,14 4-4 0,-5-3 3 16,-2-1-7-16,4-1 2 0,4 2-3 0,0-2-4 16,8 1-1-16,-3-1-2 0,12 0 3 0,-9-3-5 15,7 3 1-15,1-2-3 0,3-1 1 0,-3 3 0 16,-1-2-5-16,3-1 7 0,-3 2-6 0,-7-2 1 0,8 3 1 16,-1-2-5-16,-7 2 2 0,9-3 0 15,-8 3-4-15,-1-1 5 0,7-1-8 0,-8 2 7 16,2-1 5-16,-1 1-12 0,-1 1 4 0,1-1-5 15,0 0 0-15,7-5-1 0,-8 5 4 0,4 1-1 16,1-3 0-16,-5 2-4 0,1-1 4 0,1-1 1 16,0 1-1-16,6-3 1 0,-2 2 5 0,-5 1 10 15,3 1-2-15,-3-3-1 0,7-4 1 0,0 7-3 16,-9-4 1-16,3 3-2 0,-2-3 1 0,6 1-4 16,-6-2 0-16,1 3 0 0,-1-1-7 0,1 0 7 15,-1 0-4-15,-2-1 0 0,3 2 2 0,-4 1 1 16,2-2-4-16,-4 2-2 0,1-1 0 0,2 2 1 15,-2-1-1-15,1 2-1 0,0-2 0 0,0 0-4 16,0 2 4-16,-1-1-1 0,-3 1 0 0,0-2 0 16,4 2 1-16,0 0-1 0,0-2 1 0,3 1-2 15,-2 0-2-15,-2 0 0 0,5 1 2 0,-4-2-1 16,2 1 1-16,0 0-2 0,-2-2 4 0,0 2-3 16,0-1 0-16,-2 0 3 0,6-1-3 0,-4 2 0 15,-3 1 0-15,3 0 1 0,1 0-2 0,-2-1 1 16,3 1 0-16,-3 0-1 0,2 0 2 0,-5-1-3 15,2-1 6-15,2 2-3 0,1-1 0 0,-1 0-2 16,2 1 6-16,1 0-3 0,3-1-4 0,-2 0 3 16,7-1 2-16,-7 0-2 0,8 0-3 0,0 1 0 15,-1 1 4-15,0-2-2 0,4 2 0 0,-3 0 2 16,2-1-3-16,-3-1 1 0,8 0-1 0,-4 1 2 16,0 1-4-16,0-2 4 0,2 2 0 0,0-1 23 15,1 2 2-15,-3-2 0 0,0 1 0 0,0-2-6 16,-3 2 2-16,-1-1-3 0,0-1 1 0,-7 5 1 15,7-4 0-15,-7 1-6 0,-4-3 0 0,4 2 1 16,-2 1 1-16,-2 1-1 0,4-2-4 0,0 1 10 16,-2 0-7-16,-1-3-1 0,2 4 2 0,-2-1-4 15,3 2-1-15,2-2-2 0,-5 1 6 0,2-1-10 16,1 0 2-16,0 0-1 0,0 0 4 0,6 1-6 16,-1-1 3-16,-3 2-1 0,3-2-2 0,-3 1 1 15,2-1 1-15,-4 2-3 0,8 0-2 0,-10-2 2 16,1 2 2-16,-1-2-1 0,-1 0-3 0,-2 2-1 15,-4-2 3-15,2 0-1 0,-2 0-4 0,-5 0 9 16,1 0-3-16,-3 0 0 0,1 0 0 0,-8 0 2 16,9-2 0-16,-9 2 1 0,9-1-1 0,-9 1-15 15,4-2-35-15,-4 2-40 0,-3-7-44 0,3 7-53 16,0 0-71-16,-4-9-227 0,-3 6-518 0,4-1 229 16</inkml:trace>
  <inkml:trace contextRef="#ctx0" brushRef="#br0" timeOffset="6613.85">5825 2057 137 0,'-3'2'201'0,"3"-2"-20"0,-11 4-13 16,6-1-16-16,-2 0-13 0,0 0-17 0,3-1-10 15,-3 3-9-15,3-3-10 0,-1 1-15 0,1-1-9 16,4 2-7-16,0-4-3 0,-7 5-1 0,4-3-11 15,3-2 0-15,0 5-4 0,0-5 0 0,0 0-4 16,0 0-3-16,7 5 1 0,-7-5-8 0,0 0 2 16,0 0-1-16,12-7-8 0,-8 5-1 0,0-2-2 15,1 0-1-15,0 0-1 0,-1-1-1 0,-1 0-1 16,1-2-1-16,-3 2-3 0,-1-1-2 0,0 1-1 16,3-2 10-16,-6 1 0 0,2-1-3 15,-3 2 4-15,1 1-3 0,0-1-8 0,2 0 3 0,-3 1-4 16,0 0 1-16,0 1-1 0,-2 2-2 0,6 1-16 15,-9-3-34-15,3 2-25 0,6 1-41 0,-8-2-43 16,8 2-185-16,-12 5-365 0,12-5 162 0</inkml:trace>
  <inkml:trace contextRef="#ctx0" brushRef="#br0" timeOffset="6988.82">5771 1872 118 0,'0'0'309'0,"-10"0"-8"0,7-4-20 16,3 4-20-16,0 0-23 0,0 0-25 0,0 0-16 16,-9-1-10-16,9 1-31 0,0 0-16 15,0 0-16-15,0 0-11 0,-7-1-14 0,7 1-12 16,0 0-4-16,0 0-14 0,0 0-5 0,0 0-7 15,0 0-6-15,0 0-1 0,0 0-9 0,0 0-6 0,26 0-2 16,-26 0-2-16,9 0-5 0,-9 0-3 0,8-2 2 16,-5 0-3-16,0 0-5 0,-3 2-1 15,4-7 2-15,-4 4-1 0,1 0-1 0,2-1-2 16,-3 4 4-16,-4-8-4 0,4 4-1 0,-3-1-3 16,2 0 3-16,1 1-4 0,-3 0-1 0,0 1-5 15,3 3 0-15,-6-2-14 0,6 2-17 0,0 0-26 0,-11 0-30 16,11 0-29-16,-6 7-37 0,6-7-52 15,-1 9-50-15,1-4-204 0,0 1-492 0,4 0 219 16</inkml:trace>
  <inkml:trace contextRef="#ctx0" brushRef="#br0" timeOffset="7207.55">6037 1991 185 0,'4'3'217'0,"-1"-1"6"16,-3-2-1-16,7 5 3 0,-2-3-6 0,3 1-9 15,2-1-9-15,2-1-10 0,2 2-14 0,0-3-23 16,6 1-10-16,-1 0-18 0,-1-1-11 0,2-1-11 16,0 0-10-16,2-1-10 0,-3 1-41 0,-5 0-51 15,1 1-69-15,-6 0-90 0,5 0-280 0,-5 0-485 16,-2 0 214-16</inkml:trace>
  <inkml:trace contextRef="#ctx0" brushRef="#br0" timeOffset="139849.93">3347 3071 152 0,'0'-5'320'0,"-2"-1"-14"0,1 0-2 15,0 2 2-15,-2-2 2 0,-1 1-4 16,4 1-7-16,-4-2-7 0,3 0-11 0,-2 2-14 16,3 1-9-16,-2-2-15 0,2 5-15 0,-1-6-14 15,-3 4-23-15,4 2-16 0,0-4-22 0,0 4-12 16,0 0-21-16,0 0-13 0,-2-6-15 0,2 6-16 15,0 0-7-15,0 0-19 0,0 0-5 0,0 0-7 16,2 14 4-16,-2-8-4 0,3 2-6 0,-2 0-4 16,0 2-4-16,1 1-1 0,-1-1-1 0,2 2-1 15,0-1 0-15,-3 1-6 0,1 1 0 0,3 0-2 0,-1 0 3 16,-1 0-36-16,1-2-23 0,0 1-9 0,-2 0-11 16,1 0-14-16,-1-2-23 0,0-1-14 15,-1 1-19-15,0 2-13 0,3-5-13 0,-3 0-25 16,-3 0-20-16,3 1-29 0,0-1-32 0,0-1-29 0,0-1-34 15,-1 2-193-15,1-5-566 0,-1 2 250 0</inkml:trace>
  <inkml:trace contextRef="#ctx0" brushRef="#br0" timeOffset="140209.28">3082 2983 261 0,'0'0'326'0,"0"-4"-11"0,0 4-13 15,0-7-28-15,0 7-23 0,0-5-24 0,2 2-24 0,0 0-16 16,0-1-19-16,1-1-21 0,6 1-12 0,1 0-18 15,1 0-14-15,1 0-6 0,2 1-17 0,6-2-2 16,-2 2-10-16,1 0-3 0,3 1-12 0,-3 2-6 16,4-3-8-16,-3 3 5 0,5-1-5 15,-3 1-4-15,2-1-1 0,-5-1-7 0,0 2-3 0,0 2-8 16,1-4-14-16,-6 2-13 0,0-1-15 0,2 1-19 16,-8-1-14-16,3 1-16 0,-4-1-15 0,-3-1-15 15,-4 2-18-15,11 0-27 0,-11 0-35 0,6-3-44 16,-6 3-216-16,0 0-481 0,0 0 213 0</inkml:trace>
  <inkml:trace contextRef="#ctx0" brushRef="#br0" timeOffset="141052.94">3499 3139 250 0,'0'0'302'0,"0"0"-24"0,4-4-24 16,-1 1-24-16,-3 3-23 0,0 0-25 0,8-1-16 15,-8 1-19-15,8 1-17 0,-8-1-13 0,11 3-12 16,-3-2-10-16,-1 2-10 0,1 1-9 0,3 1-8 15,0 0-5-15,1 1-8 0,-2 2-8 0,2-2-1 16,0 2-4-16,-1 0-7 0,-3-1-2 0,3 1-3 16,-3-2-2-16,2 1-1 0,-5 2-2 0,6-2-3 15,-7 0-1-15,6-1-5 0,-7 1 0 0,-2-2 0 16,-1-3-2-16,3 2 1 0,-2 0 5 0,-1 0 8 16,0-4 20-16,0 0 20 0,-1 6 20 0,1-6 12 15,-4 1 12-15,4-1 12 0,-9 2 12 0,9-2-1 16,0 0-5-16,-9-7-7 0,5 5-7 0,2-2-11 15,-2 0-7-15,3-1-7 0,-3 0-11 0,4 0-13 16,0-2-11-16,1 1-15 0,3 1-28 0,7-4-25 16,-3 0-29-16,10 1-36 0,1-2-31 0,1 2-21 15,3 2-24-15,5-4-22 0,-1 5-21 0,-4 0-16 16,0 0-18-16,2 1-10 0,5 0 0 0,-2-2-3 16,1 0 7-16,-9 5 0 0,2-2 19 0,-2 1 24 15,-5 1 16-15,-1-2 18 0,-2 1 18 0,-1-1 43 16,0 1 33-16,-6 0 50 0,-1 1 16 0,0-2 13 15,-4 3 23-15,2-4 18 0,-2 4 19 0,0 0 14 16,-14-5 8-16,6 4 10 0,0-1 3 0,-4 1 5 16,-2 1 3-16,3-1-2 0,-5 2-1 0,2 0-2 15,2 1-10-15,-2-1-4 0,2 2-12 0,-1 1-10 16,3-1-5-16,-5 1-7 0,7 2-11 0,-3-1-3 16,0 1-5-16,3 2-2 0,1-2-2 0,-1 3-10 15,4 0 0-15,-3-2-7 0,3 1-2 0,0 0-2 16,4-1-2-16,0 0-5 0,0 1 1 0,0-1 0 15,3-1 0-15,-2 0 1 0,5 0-6 0,3-3 5 16,2 1-6-16,0 0-5 0,1-3-1 0,2-1-2 16,-4-3-1-16,4 2-2 0,0-3 3 0,-2-1-1 15,-1-1 1-15,1 1 2 0,-2-3-2 0,-2 1 2 16,-1-1 2-16,6 2 21 0,-10 0 25 0,2-2 17 16,0 3 14-16,-3-2 30 0,1 3 11 0,2-2-2 15,-3 0 11-15,-2 4 5 0,1-2-8 0,-1 4-13 16,1-5-9-16,1 1-20 0,-2 4-10 0,0 0-9 15,4-3-8-15,-4 3-8 0,0 0-7 0,0 0-4 16,0 0-6-16,4 9-11 0,0-6 3 0,-3 1-6 16,4 2-11-16,1 1-8 0,-2 1-5 0,6-2-11 15,-2 2-36-15,0-1 8 0,3-2-24 0,-4 1-21 16,6 1-26-16,-3-1-30 0,1-2-38 0,-2-3-36 16,4 3-50-16,-2-4-55 0,-2 0-307 0,1-1-682 15,-5 0 302-15</inkml:trace>
  <inkml:trace contextRef="#ctx0" brushRef="#br0" timeOffset="141302.91">4295 3109 151 0,'0'0'281'0,"0"0"-13"16,0 0-11-16,0 0-21 0,0 0-19 0,0 0-20 15,0 0-23-15,0 0-17 0,0 0-14 0,0 0-17 0,0 0-15 16,0 0-9-16,0 0-11 0,0 0-8 0,6 13-9 15,-3-8-7-15,0-1-6 0,1 1-5 16,-3 2-6-16,2 0-5 0,4 2-2 0,1-1-6 16,-4 2-3-16,3 0-1 0,-4-1-4 0,1-3-9 15,0 1-24-15,3-1-27 0,-5 1-29 0,2-1-32 0,1-1-35 16,0 0-41-16,-1-1-46 0,3 0-195 0,-2-2-441 16,1-2 196-16</inkml:trace>
  <inkml:trace contextRef="#ctx0" brushRef="#br0" timeOffset="142224.71">4462 3090 272 0,'3'-2'289'16,"-3"2"-14"-16,0 0-11 0,1-6-13 0,-1 6-20 0,0 0-22 15,0 0-17-15,0 0-19 0,2-5-23 0,-2 5-15 16,0 0-9-16,0 0-20 0,0 0-9 15,0 0-14-15,16 6-7 0,-11-1-7 0,-1-2-9 16,0 2-5-16,3 0-4 0,3 3-7 0,-2 0-4 16,-3 1-4-16,5-1-3 0,-1 0-3 0,1 2-1 0,-5-1-4 15,1 0-7-15,3-1-2 0,-5 3-11 0,0-5-4 16,1 1-3-16,-3-1-2 0,1 0 1 16,1-2-4-16,-2 1 4 0,3 0 2 0,-4-1-1 15,2-3 4-15,-3-1 0 0,0 0 2 0,0 0 0 16,0 0 0-16,0 0 1 0,0 0 7 0,0 0 4 0,0 0 5 15,-3-13 1-15,6 8-3 0,-6-1 1 0,3-1 7 16,0 1 0-16,3 0 1 0,-2-2 3 0,2 2-5 16,1-3 7-16,2 1-16 0,-2 1 3 15,-3 2-4-15,3-3-1 0,3 1-4 0,-3 2-2 0,0 0-2 16,4 1 1-16,-2 0-4 0,-2 2-3 0,4 1-5 16,-1-1 3-16,-7 2 1 0,12 2-2 0,-4-1 0 15,-1 1-7-15,5 2 7 0,-6 2-2 0,3-1 4 16,-3 1 1-16,2 1-12 0,-1-1-4 15,-1 2 5-15,1 1-7 0,-1-3-1 0,-2 1 3 0,0 0-2 16,0-1 2-16,1 0-2 0,-4-1-1 0,2 0 4 16,-1-3 6-16,2 1-3 0,-3 0 10 0,-1 1-1 15,0-4 12-15,4 1 16 0,-4-1 9 0,0 0 4 16,0 0 4-16,0 0 10 0,0 0 14 16,3-8-7-16,-2 3-1 0,1-1-2 0,-1 1 1 0,3 0 7 15,-4 0-14-15,4 0-1 0,-4-2-8 0,4 1-5 16,0 1 0-16,-2-2 0 0,3 1-2 0,-1 3-11 15,0-2-2-15,2-1-5 0,-1 2 0 0,1 1-5 16,2 1-1-16,-3 1-4 0,6-1 4 0,-3 0-2 16,5 4-7-16,1-5 3 0,-3 4 0 0,8 3-17 15,1-3-2-15,1 2-5 0,2 1-8 0,-1-2-8 16,9 3-5-16,-9-3 3 0,3 2 1 0,-2-4-3 16,-4 1 4-16,7-1 0 0,-3 0 2 0,1-1 4 15,-5-1 5-15,2-1 0 0,-1 0 1 0,-5-1 5 16,4-1 2-16,-8-1 1 0,1-1 1 0,0-1 6 15,-2-1 2-15,-1 0-7 0,-3 0 9 0,-2-1 5 16,0 1 5-16,-3-1-1 0,-1 1 6 0,-1 2 1 16,-3 0 9-16,4-1 0 0,-3 2-1 0,-1-2 19 15,0 4-16-15,-1 0-5 0,1 0 1 0,-2 0-5 16,-1 2-4-16,7 2-4 0,-15 0 1 0,9 5 0 16,-4-2-3-16,3 2 11 0,1 0-13 0,-4 5-5 15,3-2-1-15,0 3-1 0,-2 5-4 0,1-1 7 16,5 2-1-16,0 1 3 0,3 3 5 0,0-2 10 15,0 3-19-15,4 4 1 0,5 1-13 0,-2 0 15 16,3 0-3-16,-2 0 5 0,2 2-1 0,1 0 3 16,1-1 3-16,0 0-1 0,-4-2-2 0,2 3 3 15,1-10-7-15,-5 1 5 0,0 0 4 0,2-1-6 16,-1-1-1-16,-2-3 2 0,-2-2 3 0,1-3 2 16,-1 0-7-16,1-4 4 0,-4 0 4 0,0-1 9 15,-1 0 6-15,-2-3 1 0,-3 0-1 0,-3 0-4 16,-1-4-16-16,-3 0-43 0,-8-1-59 0,-9-3-79 15,-1-5-124-15,-3-1-343 0,0-5-698 0,1-1 310 16</inkml:trace>
  <inkml:trace contextRef="#ctx0" brushRef="#br0" timeOffset="142396.57">4651 2856 67 0,'-7'-16'385'0,"3"2"-19"0,-2 2-35 16,1 1-31-16,4 1-29 0,-3 0-28 0,1 3-30 0,3 1-59 16,-1 1-80-16,-2 1-85 0,3 4-65 15,0 0-83-15,0 0-201 0,0 0-390 0,11 13 173 16</inkml:trace>
  <inkml:trace contextRef="#ctx0" brushRef="#br0" timeOffset="143896.43">6002 3053 161 0,'0'0'263'0,"0"0"-18"16,4 2-16-16,-4-2-14 0,0 0-18 0,0 0-12 15,0 0-16-15,5 3-14 0,-5-3-10 0,0 0-15 16,15-4-13-16,-7 3-9 0,-1-2-12 0,7 0-9 16,-3-2-6-16,-2 0-14 0,6 2-2 0,-4-2-4 15,2-1-5-15,-2 0-11 0,-1 1-3 0,2 0-5 16,-4-2-2-16,-2 2-1 0,-1-2-3 0,1 2-5 16,-1-3-3-16,-1 0 3 0,-1 2-7 0,-3-2 3 15,0-1-7-15,0 1 3 0,-3 2-3 0,-1-1 3 16,-1 1-7-16,-2 0 3 0,-4 0-3 0,-1 4-3 15,4 1-3-15,-3-1 4 0,-4 2-3 0,4 2-2 16,-8 0 1-16,7 2-1 0,1 1-3 0,-3 2 2 16,3-1-3-16,-1 1 0 0,1 0-2 0,3 1 3 15,-3 0-1-15,6 1-2 0,-2 1 7 0,4 0-5 16,3 0 1-16,-3-1-1 0,6-1 0 0,0 2 2 16,8-2-1-16,1 1 4 0,-1-3 1 0,6 2-2 15,-3-4 3-15,9 1-4 0,-2 1 1 0,1-2-2 0,2-3 3 16,5 1-1-16,-5-4 1 0,-1 2-2 15,-1-1-3-15,0-1 11 0,-1-1-9 0,-3-1-3 16,2 1 6-16,-7 0-5 0,3 0 2 0,-5-2 3 16,2 0-6-16,-3 1 4 0,1 1-1 0,-2 0 1 15,1 0-3-15,-2 1 3 0,-2 1-4 0,2-1-1 0,-3-1 1 16,2 2-5-16,-7 1 3 0,11 0-5 16,-3 1 40-16,0 0-12 0,-1 1-1 0,0 2-5 15,6-2 2-15,-3 3-1 0,-3-2-3 0,2 1-4 16,-1 2-2-16,-1-1-3 0,1 2 5 0,0-2-2 0,-2 0 0 15,-2 0 1-15,2 0 2 0,-5 1-5 0,3-1-1 16,0 0 0-16,-4-2-1 0,-4 2 6 16,3-2-4-16,-3 0 0 0,-3 1 5 0,1-3-4 15,-2 1 3-15,0-2 7 0,2 2 11 0,-2-2 8 16,-1-2 27-16,2 1 9 0,-1 0 11 0,2-2 1 0,-1 0-5 16,4-2 7-16,0 0-14 0,2-1-9 0,2 0-2 15,-1-2-11-15,4-1-1 0,3 0-12 16,1-1-1-16,0 1-5 0,3-1 10 0,0 0-14 15,-2 3-4-15,6-2-4 0,2 5-1 0,-4-2-4 0,-1 0 1 16,3 1-5-16,-4 1-2 0,0 1 2 0,4 2-6 16,-3-2 8-16,2 2-4 0,-2 1-3 0,-1 1-8 15,-2 2-7-15,1-1-19 0,-3 0 9 16,0 2-4-16,-1-1-4 0,3 2-3 0,-4-1 2 16,1 1 4-16,-1-1 5 0,0 2-7 0,-2-1 4 0,1 0 3 15,0 2-3-15,-2-1 5 0,-2-2-3 0,1 2 0 16,-2-3 2-16,1 2 6 0,-3 0-2 0,2-2 3 15,-4 1 3-15,4 0 5 0,1-4 1 0,0 5-1 16,0-5 0-16,-5 4 6 0,5-4 12 0,-3 2 13 16,3-2 14-16,0 0 4 0,0 0 7 0,0 0-27 15,0 0 27-15,0 0-11 0,-8-9 5 0,5 4-9 16,6 0 2-16,-2-1-8 0,3-1-9 0,2 1 6 16,-1-4-4-16,1 0 0 0,0 0-6 0,3 0-12 15,0 1 1-15,-1-3-2 0,0 3-6 0,1-1-8 16,1-1 4-16,1 5-6 0,0-5-7 0,-1 3 4 15,1 1 1-15,-3-1-4 0,1 5-2 0,-3 0-4 16,2-1-10-16,-3 1-5 0,1 2-1 0,-6 1-10 16,8-2 6-16,-8 2 1 0,4 3 6 0,-3 1 3 15,5 0 4-15,-5 3-2 0,2-2 5 0,-2 4 4 16,-2-2-4-16,1 1 11 0,1 2-3 0,2 1 2 16,-3-1 6-16,5 2-5 0,-2-3 3 0,0 2 2 15,2-1-1-15,-2-3 3 0,1 3 0 0,-1-4 1 16,-3 1 8-16,4-1-3 0,1-1 5 0,-2 0 0 15,-2-1-1-15,3 1 0 0,-1-2 3 0,0-2-4 16,1 1 9-16,-4-2 9 0,7 0-7 0,-7 0 1 16,0 0 1-16,9-6-2 0,-6 2 6 0,0 0 3 15,-1 0-18-15,0-2 7 0,2 0-6 0,-1-1 5 16,-1 0 0-16,3-3-2 0,0 2 0 0,0-1-4 16,-1 0 0-16,3 0 0 0,-3 3 1 0,1-2-3 15,0 2 3-15,2 1 4 0,-2-1-3 0,1 1 2 16,2 1-12-16,-3 2 4 0,0-2-6 0,1 1 1 15,2 3-1-15,-2-1 5 0,3 1-3 0,-1 0 5 16,3 2 4-16,1 1-5 0,-2 0-6 0,1-1 0 16,1 3-3-16,2 0 12 0,-1 0-6 0,-2 0 11 15,3 0 0-15,-1 1 4 0,5 1 5 0,-6-5 2 16,-4 4 3-16,2-1 3 0,-3-2 3 0,1 1 13 16,-4-3 9-16,0 2-6 0,3-2 33 0,-2 0 16 15,-1 2 17-15,-4-3 25 0,4 1 22 0,-4-1 23 16,0 0 13-16,0 0-18 0,0 0-17 0,7-5-14 15,-7 0-12-15,3 2-17 0,-3-3-14 0,0 0-10 16,1 1-25-16,2-3-32 0,-3-1-39 0,3-2-58 16,2 1-60-16,-1 0-75 0,0-3-87 0,0 0-105 15,6-1-461-15,-1-3-925 0,1 1 410 0</inkml:trace>
  <inkml:trace contextRef="#ctx0" brushRef="#br0" timeOffset="148188.34">5108 4573 59 0,'-4'-12'334'0,"4"1"2"0,-1 3-15 0,1-3-2 16,-2 5 1-16,1-1-1 0,1-1 3 0,-2 4-5 15,0-1-19-15,2 0-28 0,0 5-24 0,2-7-27 16,-4 5-28-16,2 2-22 0,0 0-23 0,0 0-19 16,0 0-5-16,0 0-20 0,0 0-7 0,5 19-15 15,-3-7-7-15,-1 1-4 0,3 3-11 0,0 3-1 16,-1 2-6-16,0-1-7 0,1 7-1 0,0 0-6 15,2 0 0-15,-1-8-6 0,-1 4-2 0,0-2-1 16,-1-1-4-16,1 0-1 0,0-1-5 0,-4 1-5 16,5-2-24-16,-2-3-28 0,0-2-19 0,-1-1-18 15,0 2-31-15,-1-4-20 0,3-1-11 0,-2-2-23 16,-1-1-18-16,0-4-7 0,-1 2-39 0,0-4-68 16,0 0-59-16,0 0-215 0,0 0-612 0,0 0 271 15</inkml:trace>
  <inkml:trace contextRef="#ctx0" brushRef="#br0" timeOffset="148422.69">4946 4491 23 0,'3'-4'258'0,"0"-1"-24"15,1 1-12-15,0 0-13 0,6 1-18 0,0-2-17 16,0 1-13-16,4 1-15 0,-1-1-14 15,2 2-13-15,4-4-9 0,-3 5-11 0,2-3-17 16,1 2-4-16,0 0-8 0,0 2-5 0,3-2-10 0,-3 2-5 16,1-1-14-16,-5 2-28 0,4-1-29 0,-4 0-36 15,-1 1-45-15,6-2-45 0,-6 2-45 0,-3 0-143 16,-3 1-360-16,-1-1 159 0</inkml:trace>
  <inkml:trace contextRef="#ctx0" brushRef="#br0" timeOffset="149610.07">5218 4760 125 0,'6'-3'232'0,"-1"-1"-21"16,-1 3-21-16,0 0-19 0,3-2-13 0,1 2-16 15,2 1-20-15,-3 1-17 0,2 1 0 0,6 1-16 16,-4 1-11-16,1 1-8 0,0 1-4 0,6 0-9 16,-7 2-9-16,3 3-3 0,-1-4-6 0,0 6 0 15,-3-1-2-15,-2-3-5 0,2 2-7 0,-4 0 2 16,1 0-6-16,-1 2-2 0,-2-3 2 0,-1 2-5 15,-2-3-2-15,-1-2 4 0,0 0-3 0,0-3 1 16,0 2 2-16,0-2 25 0,-2-2 24 0,2-2 18 16,-6 5 16-16,6-5 5 0,-11 1 8 0,11-1 11 15,-12-6-1-15,8 3-5 0,0-2 2 0,-2-2-8 16,1-2-7-16,0-1-11 0,0 1-13 0,4-2-3 16,-2-1-11-16,6 1-10 0,0-2-3 0,0 1-16 15,1 1-12-15,4-2-16 0,0 2-18 0,0 1-14 16,4 0-31-16,3-1-19 0,-2 3-20 0,1 3-20 15,3-3-16-15,3 4-22 0,-1-1-12 0,-5 4 5 16,6-1-6-16,-2 1 2 0,1 0 5 0,-3 1-4 16,-1 1 11-16,-2-1 5 0,1 1 13 0,-1 1 17 15,0-2 9-15,-3 1 8 0,-2-2 11 0,-1 2 13 16,-7-1 21-16,11 0 22 0,-11 0 19 0,6 0 10 16,-6 0 4-16,0 0 22 0,0 0 9 0,2-5 12 15,-2 5 12-15,0 0 11 0,-10-5 4 0,10 5-3 16,-12-4 11-16,5 3 4 0,0-2-3 0,-1 3-11 0,-4 0-3 15,4-1-5-15,-6 2-7 0,-1 2-5 0,3-1-3 16,-3 3-7-16,3 0-1 0,-2 2-7 16,2-1-4-16,-2 2-4 0,2 1-1 0,4 0-7 15,-3 0 1-15,2 0 6 0,0 1-11 0,4-1-2 0,-1 3 4 16,2-5-7-16,2 5 3 0,2-5-1 0,2 5-1 16,1-7 0-16,0 3 3 0,2-2 0 0,4-3-1 15,0 4-5-15,3-4 3 0,-1-1 1 16,4-2 0-16,-1-1-6 0,2-1 5 0,-2-1-2 0,0-3 2 15,0 0-2-15,2-1-5 0,1-1 4 0,-7-1-5 16,2 2 3-16,-3-1 3 0,-2-1-6 0,1 2 21 16,-1-3 17-16,-2 3 14 0,-2 0 11 0,3 2 5 15,-5 0 3-15,0 0 3 0,2 1 11 16,-3 0-19-16,0 4-8 0,1-5-10 0,2 3-2 0,-3 2-13 16,0 0-7-16,0 0-4 0,0 0-2 0,0 0-1 15,0 0-5-15,-8 13 1 0,8-6-9 0,0-1 2 16,0 0-3-16,0 2-4 0,0-1-6 0,4 1 3 15,-4-2-3-15,4 1 0 0,1 0 2 0,-2-2-3 16,0 1-3-16,1-1 0 0,0-2 12 0,2 0-10 16,0 1 0-16,-2-3 6 0,5 0 0 0,-4-1-4 15,3-2 3-15,-1-2 0 0,4 1 0 0,-3-1-2 16,1-3 7-16,-2-1-5 0,3 1 3 0,-3-4-3 16,2 6 2-16,-2-7-4 0,1 2 15 0,-2 1-9 15,3 0-3-15,-6 0 8 0,1 3 9 0,-1 1 5 16,-1 0 5-16,2 0 5 0,-1 1-4 0,-1 0 1 15,-1 1-15-15,-1 3-2 0,3-5-4 0,-3 5-10 16,3-1 2-16,-3 1-1 0,0 0-1 0,0 0 9 16,6 13-4-16,-6-9-7 0,0 2 0 0,0 1 0 15,1-1-1-15,2 1 3 0,-3 0 1 0,1-1-2 16,2 2 0-16,0-1-6 0,1-3 3 0,-1 4 1 16,-2-1-2-16,2-5 22 0,2 2-22 0,-2-2 1 15,1 3 1-15,-3-2 10 0,-1-3-1 0,6 1 10 16,-6-1 4-16,0 0 6 0,11-4-2 0,-6 1 21 15,-1 1 11-15,-1-1 10 0,1 0 8 0,0 1 6 0,-1-1-4 16,2-2 1-16,-2 1-7 0,1-1 4 16,0 1-8-16,-3 0-5 0,4 1-6 0,-3 1-9 15,-2 2-1-15,0 0-8 0,7-4-10 0,-7 4 2 16,3-1-3-16,-3 1-10 0,0 0-2 0,0 0-2 0,16 3 4 16,-14-1-23-16,4 0-18 0,0 1-14 0,1-1-21 15,1 3-19-15,-3-3-21 0,2 2-24 16,0-2-29-16,2 1-33 0,-3 1-38 0,-1-1-43 15,2-3-54-15,-3 1-288 0,-4-1-662 0,10 0 293 0</inkml:trace>
  <inkml:trace contextRef="#ctx0" brushRef="#br0" timeOffset="149781.94">5956 4579 69 0,'-3'-5'314'0,"3"1"-10"15,-3 1-26-15,3 0-30 0,0 3-25 0,0-7-22 16,0 7-20-16,-1-3-20 0,1 3-23 0,0 0-18 16,0 0-32-16,0 0-34 0,0 0-45 0,0 0-50 15,0 0-50-15,16 7-57 0,-11-2-51 0,2-1-120 16,3 1-344-16,2-1 152 0</inkml:trace>
  <inkml:trace contextRef="#ctx0" brushRef="#br0" timeOffset="150652.31">6251 4480 115 0,'1'-3'324'0,"3"-2"-6"16,-4 0-5-16,4 3-12 0,-2-2-14 0,0 2-21 15,-2 2-22-15,2-4-28 0,-2 4-28 0,0 0-26 16,0 0-16-16,0 0-15 0,0 0-12 0,5 11-15 16,-4-3-13-16,2 3-4 0,-2 0-8 0,1 6-12 15,-2-1-5-15,3 2-5 0,1 2-5 0,-3 0-5 16,3-1-7-16,0 2 1 0,1 1-6 0,0-2-2 15,-4-1 0-15,4 2-10 0,-2-1-2 0,-1-5 0 16,-2 2-4-16,0-4 0 0,0-2-3 0,0 0 2 16,0-2-2-16,-3-1 0 0,0 0-2 0,-1-1 5 15,3-1 8-15,-2-1-13 0,-2-1 5 0,2-2 32 16,-1 1 6-16,4-3 21 0,-7 1 13 0,7-1 8 16,-7 0 7-16,7 0-8 0,0 0 3 0,-7-4-7 0,7 4-8 15,-2-6-7-15,2 6-7 0,2-6-7 16,-2 6-14-16,7-5-12 0,0-1-14 0,1 2-9 15,6 1-14-15,-2 0-22 0,8-2-14 0,1 1-24 16,1 0-20-16,-1 2-19 0,1-1-4 0,1 1-27 0,-1-1-11 16,0 5-7-16,0-5-7 0,-1 1 2 0,-2 2 0 15,-5-2 0-15,2 3 10 0,-4-2 7 16,3-1 14-16,-5 1 10 0,-2 0 16 0,-2 0 7 16,0-2 10-16,-2 2 9 0,-4 1 9 0,3-4 12 0,-3 4 18 15,0 0 9-15,0 0 14 0,-7-8 13 0,2 6 13 16,5 2 14-16,-6-4 10 15,2 3 0-15,4 1 9 0,-7-3 12 0,7 3-8 16,-6-1-3-16,6 1-8 0,0 0 6 16,-8-2-18-16,8 2-3 0,0 0-2 0,0 0 1 0,0 0-14 0,0 0 3 15,-7 3-4-15,7-3-3 0,0 8 0 0,0-4 14 16,3 1-16-16,-2-1-7 0,2 2-2 16,-1 0-6-16,4 0-7 0,-4-1-1 0,4 1-8 15,-2 0-10-15,0-2-1 0,-3 1-2 0,4-1-4 0,4 2 5 16,-8-5 6-16,2 1 4 0,1 1 3 0,-4-3 5 15,6 1 1-15,-6-1-1 0,0 0 5 0,0 0 1 16,8-7 9-16,-7 4 5 0,1-4 12 16,3 2 8-16,-4-1 7 0,2-1 9 0,-3 1 2 0,4 0 7 15,-3-2 1-15,2 1 2 0,0 0-2 0,1 1 15 16,0 1-18-16,-1 0-5 0,1-1-9 0,-2 2 3 16,3 1-11-16,-4-1-5 0,-1 4-1 0,5-3-4 15,-5 3 0-15,7 0-2 0,-7 0-10 0,0 0 9 16,11 5-5-16,-4-1 0 0,-3 1 5 0,-1-1-9 15,4 1-4-15,-3 2 2 0,2-2-8 0,-3 1 0 16,3 1-1-16,-1-1 1 0,-1-1 0 0,-1 2 4 16,1-3-2-16,0 0 1 0,-3-1 2 0,2 1 3 15,1 0-2-15,-4-4 5 0,4 2 18 0,-4-2-4 16,0 0-6-16,7 0 18 0,-7 0 5 0,0 0 11 16,8-7-3-16,-4 1 17 0,-1 1 6 0,0 2 9 15,1-4 4-15,-2 2-4 0,1 0-7 0,0-1 3 16,0-1-2-16,-1 3-9 0,1-1 0 0,1 1-8 15,-3-1-2-15,2 2-5 0,-1 1-14 0,-2 2-3 16,4-6-1-16,-4 6-11 0,2-2-7 0,-2 2-19 16,0 0-1-16,0 0-45 0,0 0-12 0,14 4-18 15,-7 0-12-15,-5 0-34 0,4 1-32 0,1 0-35 16,-3 1-55-16,7 0-61 0,-2 1-278 0,-1-2-643 16,-2 0 284-16</inkml:trace>
  <inkml:trace contextRef="#ctx0" brushRef="#br0" timeOffset="150964.74">7269 4485 107 0,'-2'-5'413'0,"-2"2"-25"0,1 0-23 0,-1 0-19 16,4 3-40-16,-10-4-42 0,2 4-15 0,8 0-23 15,-15 4-27-15,6-1-20 0,-1 3-25 0,2 2-15 16,-3 2-5-16,2 0-12 0,-1 7-22 0,-1 0 1 16,3-2-16-16,-3 10-3 0,7-6 2 0,-4 0-25 15,5 0-5-15,-1 2-1 0,3 7-12 0,2-7 2 16,0 5-6-16,4-5-3 0,4 4-12 0,-4-4-1 16,5-2-13-16,-2-1-12 0,4 1-23 15,1-3-28-15,3-2-29 0,0-4-37 0,2-1-55 0,-2 0-59 16,6-7-66-16,-3 1-268 0,0-3-617 0,0-3 274 15</inkml:trace>
  <inkml:trace contextRef="#ctx0" brushRef="#br0" timeOffset="151464.69">7505 4609 45 0,'0'-4'316'0,"-5"0"-17"0,5 4-28 0,-3-5-29 16,3 5-27-16,0 0-21 0,0 0-22 0,0 0-20 15,0 0-11-15,-10 7-18 0,6-1-8 0,3-2-11 16,-2 3-13-16,1-1-10 0,0 4-9 0,2 1 5 16,0-1-20-16,-2 2-1 0,4 2-7 0,-1-4-3 15,0 4-4-15,2-2-3 0,0-1-4 0,1 1-10 16,2-1-10-16,-2-2-8 0,1-2-9 0,-2 0-14 16,2-3-13-16,-1 0-11 0,2-2-16 0,1 0-8 15,2-2-2-15,-9 0 7 0,14-3 4 0,-6-2 6 16,0 0 5-16,0-1 4 0,0-2 11 0,-1 0 17 15,1-1 23-15,-1 2 28 0,-3 0 24 0,3 1 22 16,-4 1 15-16,3-2 8 0,-3 2 12 0,0 0 1 16,-2 1 12-16,0-1-21 0,2 1-5 0,-1 3-16 0,-2 1-10 15,2-4-7-15,-2 4 1 0,0 0-30 0,0 0 3 16,0 0-6-16,10 7-8 0,-9-2 5 16,6 0-7-16,-3 1-2 0,0 1-3 0,4 0-4 15,1 1-1-15,0 1-5 0,-1-2-4 0,5 1 1 0,-3-1 1 16,0 1 0-16,-1-3 1 0,2 0 0 0,-1-2-1 15,2 0-6-15,-4-2 6 0,2 0 5 0,-2-2-10 16,1-2 3-16,-2 2 6 0,0-2-13 16,-2-1 5-16,1-2-2 0,2-2-4 0,-4-1-2 0,-3-2-4 15,3 3 1-15,-4-4 2 0,2 2-5 0,-6-1 2 16,2 0-7-16,-2 2 7 0,0-3-12 0,-2 2-9 16,0 2-19-16,-1-3-15 0,2 4-23 0,-5-2-22 15,2 5-25-15,-3-3-32 0,4 5-34 0,-2-4-51 16,-1 4-51-16,2 1-221 0,0-3-557 0,3 3 246 15</inkml:trace>
  <inkml:trace contextRef="#ctx0" brushRef="#br0" timeOffset="151745.91">7977 4443 5 0,'0'0'344'0,"0"0"-30"0,0 0-31 16,4-2-28-16,-4 2-29 0,0 0-24 0,0 0-20 16,5 8-19-16,-3-3-1 0,-2 1-26 0,5 0-7 15,-1 4-13-15,0 1-11 0,2 0-10 0,3 4-5 16,-3 0-9-16,6 1-9 0,-5 1-8 0,2 1-1 16,3 0-8-16,-2 0-4 0,0 0-6 0,2 5-2 15,-4-5-5-15,0 0-1 0,0-1-6 0,-4 2-1 16,0-2-7-16,-1 0 1 0,0-4-11 0,-3 4-22 15,-2-5-18-15,1 0-23 0,-2 0-26 0,-2-2-32 16,1 0-46-16,-3-2-67 0,0 0-58 0,0-3-147 16,3 1-461-16,0-4 205 0</inkml:trace>
  <inkml:trace contextRef="#ctx0" brushRef="#br0" timeOffset="151995.88">8476 4578 140 0,'0'0'422'16,"-4"-4"-7"-16,4 0-19 0,0 4-12 0,0 0-18 0,-3-4-29 16,3 4-24-16,0 0-34 0,-1-4-34 0,1 4-20 15,0 0-24-15,0 0-25 0,9-3-10 0,-6 1-23 16,-3 2-29-16,12-1-27 0,-5 1-32 15,4 0-39-15,0 0-43 0,1-1-45 0,3 2-46 0,-6-1-49 16,1 1-55-16,5-2-71 0,-4 1-62 0,-3 1-183 16,0 1-582-16,-1 0 257 0</inkml:trace>
  <inkml:trace contextRef="#ctx0" brushRef="#br0" timeOffset="152167.75">8481 4691 186 0,'-1'1'286'0,"-3"0"-7"0,0 3 2 0,4-4 1 16,-4 2 7-16,4-2-17 0,0 0-16 0,0 0-18 16,0 0-25-16,0 0-21 0,0 0-20 0,0 0-19 15,0 0-14-15,19 0-44 0,-10-1-46 0,-2 0-61 16,4 0-65-16,1-2-73 0,0 2-85 0,3 0-250 16,3-2-526-16,-2 3 234 0</inkml:trace>
  <inkml:trace contextRef="#ctx0" brushRef="#br0" timeOffset="152716.17">9251 4651 87 0,'-4'3'297'0,"4"-3"-8"0,0 0-11 0,0 0-11 15,0 0-10-15,0 0-6 0,0 0-6 0,0 0-16 16,0 0-23-16,23-3-11 0,0 2-12 0,-1-2-18 15,13-1-19-15,3 0-17 0,6 2-13 0,13-2-8 16,7 0-11-16,-3 0-10 0,3-1-9 0,-1 4-7 16,1-2-9-16,2 0-8 0,-6 0-5 0,4 3 0 15,-7-1-8-15,0-1-4 0,-16 1-8 0,0-2 3 16,-7 2-10-16,0 1 5 0,-4-2-6 0,-8 0 2 16,-2 0-4-16,-6 2-8 0,-2-3-2 0,0 2-26 15,-5 0-19-15,0 0-30 0,-7 1-44 0,7 0-51 16,-7 0-51-16,0 0-66 0,0 0-45 0,0 0-188 15,0 0-553-15,-25 0 245 0</inkml:trace>
  <inkml:trace contextRef="#ctx0" brushRef="#br0" timeOffset="180796.42">4251 2908 177 0,'0'0'180'0,"-2"-4"-11"0,2 4-7 16,0 0-11-16,-2-4-11 0,2 4-10 0,0 0-12 16,0 0-13-16,0 0-7 0,0 0-9 0,0 0-14 0,0 0-8 15,0 0-5-15,0 0-6 0,-4-2-5 0,4 2-9 16,0 0-3-16,0 0-3 0,0 0-1 0,-5 9-6 15,5-9-4-15,-4 6 0 0,2-3-4 16,2-3-3-16,-2 5-3 0,2-5 0 0,1 5-3 0,-1-5-3 16,1 4 1-16,-1-4-2 0,2 5-4 0,-2-5 1 15,5 1-2-15,-5-1-7 0,10 2 12 0,-5-1-3 16,3-1-1-16,-8 0-2 0,11-4-1 0,-4 2 3 16,-4-1-1-16,2 1-1 0,-1-1-1 0,-1-1 5 15,1 0-1-15,-2 0 1 0,3-1 4 0,-4 1 2 16,0-1 1-16,-1 0 8 0,0 1 15 0,0-1 7 15,0 5 12-15,-4-8 4 0,3 5 2 0,-1-1 5 16,0 1-3-16,-3 0-3 0,2 1-5 0,3 2-8 16,-8-3-9-16,3 2-3 0,5 1-2 0,0 0-16 15,-14 3-2-15,14-3-14 0,-6 3-12 0,2 2-29 16,1 0-32-16,3 0-44 0,2 0-72 0,-1 1-236 16,6-1-457-16,4 2 203 0</inkml:trace>
  <inkml:trace contextRef="#ctx0" brushRef="#br0" timeOffset="207235.21">9859 4152 115 0,'0'-11'308'0,"0"1"5"15,1 0-3-15,1-2-15 0,-2 2-8 0,-2-2-4 16,2 1-1-16,0 1-12 0,0 1-12 0,-1 1 1 15,1-2 3-15,-3 2-18 0,3 2-5 0,0-1-21 16,0 1-6-16,0 2-14 0,0 0-18 0,0 4-15 16,-4-5-18-16,3 2-23 0,1 3-13 0,0 0-16 15,0 0-8-15,0 0-16 0,0 0-7 0,0 0-7 16,0 0-5-16,-8 17-6 0,6-7-13 0,-3-1 5 16,4 4-10-16,-2 4 3 0,2 2-4 0,-1 0-1 15,1 7 2-15,-1 0-8 0,1 3 5 0,1-4-8 0,0-2-1 16,-1 5-1-16,2-9-3 0,0 0-27 15,2 0-48-15,-1-3-54 0,-1 4-45 0,2-4-56 16,-2 2-48-16,-1-5-73 0,5 0-79 0,-9-1-294 0,4-1-771 16,0-1 341-16</inkml:trace>
  <inkml:trace contextRef="#ctx0" brushRef="#br0" timeOffset="207828.96">9451 4934 43 0,'-3'-6'323'0,"2"-1"-12"0,-2 2-13 16,0-1-10-16,2 0-13 0,-1 2-8 0,2 4-17 0,-2-6-19 15,2 2-21-15,0 4-38 0,-3-2-22 0,3 2-18 16,0 0-11-16,0 0-16 0,3 12-5 0,-1-5-15 15,1 6-8-15,3 0 1 0,-5 5-2 0,3 2-3 16,5 4-2-16,-5-2-12 0,2 6-4 0,-3-1-3 16,1 0-7-16,0 0-8 0,-1 1 8 0,1 0-12 15,0-2-4-15,-2-4-4 0,-1 3 2 0,2 4 2 16,-2-9-4-16,-1 0-2 0,5 2-5 0,-2-3-5 16,-2-1-26-16,2-4-30 0,-1 3-38 0,-1-3-45 15,3-1-49-15,-3-2-63 0,5 0-49 0,-3-1-261 16,3-5-594-16,-2-1 262 0</inkml:trace>
  <inkml:trace contextRef="#ctx0" brushRef="#br0" timeOffset="208203.93">9735 5053 36 0,'-1'-5'310'0,"1"1"-7"0,0 4-23 0,0-8-27 16,0 8-25-16,0 0-29 0,0-5-23 0,0 5-16 16,0 0-18-16,0 0-11 0,1 14-15 0,-1-6-10 15,2 1-11-15,0 2-8 0,4 1-1 0,-6 1-16 16,4-2-4-16,-3 7-7 0,3-5-6 0,-1 5-5 16,-2-3-6-16,2 2-1 0,0-3-4 0,1 2-8 0,-3-3-38 15,2-1-35-15,-2-2-37 0,1-1-35 0,-1-1-46 16,2-2-35-16,-3 0-45 0,0-3-142 15,0-3-416-15,-7 4 184 0</inkml:trace>
  <inkml:trace contextRef="#ctx0" brushRef="#br0" timeOffset="208549.12">9654 5042 222 0,'4'-1'239'0,"-3"-4"-15"0,3 1-6 15,0 2-1-15,0 1-13 0,6-1-6 0,-2 0-11 16,4 0-9-16,2 2-21 0,5 2-14 0,-8-1-14 16,5 2-16-16,-2-1-6 0,1 1-12 0,-3 3-11 15,7-1-9-15,-8 3-8 0,6 1-4 0,-4-1-4 16,3 2-10-16,-4 1-6 0,3 2 0 0,-7-3-8 16,2 1 2-16,-2 2-7 0,3 0 0 0,-7 2-4 15,0 1 0-15,-4-4-2 0,0 2 0 0,0 1 0 0,-4-2-2 16,-3 2-6-16,-5 1 12 0,0-3 6 15,-3 0 8-15,-1 2 0 0,-1-5 8 0,1 1-10 16,-3-3-9-16,1 2 0 0,1-2-2 0,-1 0-3 0,3-3 10 16,1-4-12-16,-1 2 0 0,4 0-9 0,2-1-1 15,5-1-20-15,-2-1-27 0,6 0-37 0,0 0-49 16,0 0-42-16,0 0-37 0,7-11-43 0,4 8-43 16,0-1-177-16,0-2-498 0,9 1 220 0</inkml:trace>
  <inkml:trace contextRef="#ctx0" brushRef="#br0" timeOffset="208857.34">10052 5203 123 0,'0'0'342'16,"-1"-6"-10"-16,1 6-16 0,0 0-25 0,0 0-32 15,0 0-28-15,0 0-29 0,0 0-21 0,0 0 0 0,0 0 7 0,-3 13-2 16,2-5 10-16,-1 0-10 0,1-1-3 0,0 4-8 16,-2 0-5-16,2 2-12 0,-2-1-18 0,1 3-10 15,2 1-15-15,-1-1-15 0,1-3-6 0,3 1-6 16,-5 0-7-16,2 0-8 0,0-2-10 0,5 4-4 16,-4-4-6-16,-1 1-4 0,3-3-6 0,1 1-1 15,1-2-3-15,-1 1-3 0,0-3-28 0,2-1-24 16,-1 0-38-16,1-1-44 0,2 0-33 0,0-2-39 15,0-1-40-15,-1-1-41 0,1 0-44 0,3-1-46 16,-3 0-251-16,-1-3-640 0,1 2 283 0</inkml:trace>
  <inkml:trace contextRef="#ctx0" brushRef="#br0" timeOffset="209716.63">10010 5386 64 0,'-5'-1'321'0,"-1"-2"-5"16,2-1-7-16,4 4 3 0,-8-3-8 0,5 0-14 0,-1-1-13 16,4 0-26-16,0 4-28 0,0-8-29 15,4 3-4-15,-2 1-26 0,0 2-20 0,5-2-18 16,-3 1-16-16,3-1-8 0,0 2-7 0,2-1-16 16,3 3-20-16,-1-1-22 0,0 1-20 0,-4 0-10 0,7 1-11 15,-1 2-15-15,-2 1-8 0,0-2-6 0,1 5-1 16,-1-5-8-16,0 3 3 0,1 0 0 0,-1 2-1 15,-3-2 3-15,3 1 0 0,-3 0-3 0,2 0-1 16,-5-1 7-16,2 0 3 0,-3-1 0 0,0 1 4 16,2-1 2-16,-3 0 1 0,-2 0 3 0,-1-1-1 15,3 0 6-15,-3-3 1 0,-3 5 2 0,3-5 2 16,-1 4 4-16,-4-2 6 0,1 1 8 0,4-3 10 16,0 0 2-16,-11 1 7 0,11-1 6 0,-10 0 2 15,10 0 6-15,-6 0 13 0,6 0-15 0,0 0 0 16,-11-2 2-16,11 2 2 0,-4-3-4 0,4 3-4 15,-1-3-6-15,1 3-8 0,0 0 2 0,8-7-5 16,-4 4-3-16,2 0-2 0,-1-1-2 0,4 0-3 16,1-1-8-16,1 0 8 0,1 1-10 0,-2 0 7 15,1-1-13-15,1 4 2 0,-4 0-2 0,0-3-2 16,-1 1 4-16,0 0 3 0,1 1 1 0,-4-1-3 16,3 2 5-16,-7 1-2 0,8-1 1 0,-8 1 3 15,4-1-7-15,-4 1 12 0,5-2-3 0,-5 2 2 0,0 0 3 16,0 0-3-16,0 0-1 0,0 0 4 15,0 0-12-15,0 0 4 0,0 0 0 0,0 0-4 16,-17 4 1-16,17-4-3 0,-8 4 4 0,3 1-1 0,4-2-1 16,-4 1 2-16,3-2 0 0,2-2-3 0,-4 6-2 15,3-2 1-15,1-4 3 0,0 7 1 0,0-7-3 16,2 4 7-16,1-2-5 0,-3-2 3 0,7 4 1 16,-3-2-1-16,0 0 0 0,3-2-1 0,-7 0 3 15,14 0-1-15,-5-2 1 0,-9 2 0 0,12-1-3 16,-5 0 10-16,-1 0-11 0,-1-2 5 0,-1 2-4 15,0-2-3-15,3 1 5 0,-7 2 2 0,5-3 0 16,0 0 2-16,-5 3-2 0,5-5 0 0,-2 4-1 16,-3 1 1-16,1-5 2 0,-1 5 1 0,0 0-8 15,4-2 13-15,-4 2-14 0,0 0-5 0,0 0-2 16,0 0-3-16,0 0 10 0,0 0-1 0,0 0-3 16,4 10 3-16,-4-10-9 0,-4 6 6 0,4-2 0 15,4-1-1-15,-4-3-6 0,0 7 0 0,3-4 4 16,-3-3-4-16,1 5 4 0,1-4 1 0,-2-1 1 15,5 3 2-15,-5-3 1 0,0 0-3 0,11-4 5 16,-7 2 0-16,1-1 10 0,1-1-3 0,-2 0 2 16,0 0 18-16,0 1 3 0,2-2 8 0,-2 2 15 0,1-4 4 15,-1 5 10-15,-1-2 5 0,0 0-3 0,-2-1-1 16,0 2-2-16,-1 3-11 0,2-3-13 0,-2 3 1 16,4-4-7-16,-4 4-5 0,4-1-14 15,-4 1-21-15,0 0-34 0,0 0-20 0,0 0-30 0,0 0-36 16,0 0-47-16,0 0-45 0,0 0-44 0,8 6-75 15,-8-6-175-15,0 0-554 0,0 0 246 0</inkml:trace>
  <inkml:trace contextRef="#ctx0" brushRef="#br0" timeOffset="209919.74">10400 5171 344 0,'-1'-4'326'0,"-2"-4"-9"0,-1 5-9 0,4-2-27 16,0 1-23-16,-1-2-17 0,1 6-25 0,-1-8-24 16,-1 5-17-16,2 3-31 0,0-5-50 0,0 5-52 15,0 0-45-15,0 0-42 0,0 0-47 0,0 0-57 16,0 0-67-16,0 0-190 0,0 0-440 0,0 0 196 0</inkml:trace>
  <inkml:trace contextRef="#ctx0" brushRef="#br0" timeOffset="210216.77">10649 4867 397 0,'0'0'411'0,"-1"-4"0"0,-2 0-4 16,3 4-23-16,0 0-32 0,0 0-40 0,0 0-29 15,0-6-36-15,0 6-28 0,0 0-27 0,0 0-20 16,0 0-12-16,7 14-2 0,-6-7-11 0,5 3-10 16,-2 3-8-16,0 0-11 0,1 3-1 0,3 2-5 15,2 10-5-15,-3-2-8 0,2 3-6 0,0 2-6 16,0-4-8-16,-1 4-4 0,3 0-7 0,-4-2-5 16,3 3-9-16,-1-3 2 0,-1 0-10 0,-4-2-4 15,3 0-7-15,1-6-10 0,-4-2-33 0,3-1-35 16,-3-1-45-16,0-6-60 0,-2-1-62 0,-1 1-70 15,0-5-77-15,2 0-76 0,1-1-272 0,-3-4-763 16,-1-1 337-16</inkml:trace>
  <inkml:trace contextRef="#ctx0" brushRef="#br0" timeOffset="211326.18">11876 3917 175 0,'5'-5'309'0,"0"-1"-12"0,-1 2-11 0,-2 0-16 16,1 0-24-16,-3 4-25 0,2-5-23 0,-2 5-24 15,0 0-16-15,0 0-17 0,0 0-13 0,-22 12-11 16,8-6-7-16,-2 4-15 0,-10 3-2 0,0 1-9 15,-4 0-6-15,0 1-6 0,-2-1-1 0,-1 4 5 16,-2-1 2-16,-5-3-9 0,2 0-1 0,1 0 1 0,-1-1-6 16,0 1-4-16,2-2 2 0,7-3-1 0,2-4-11 15,4 3-3-15,8-5-2 0,5 0-3 16,1-1 0-16,2 1-1 0,-1 0 7 0,2-2 0 16,3 0-3-16,3-1-5 0,0 0-2 0,0 0-11 0,36-2-6 15,-12 1 7-15,8-4-4 0,7 5-7 0,-1-4 1 16,4 2-6-16,-1 2 2 0,0 1 2 15,1 0-11-15,-4 2 3 0,-2 1-1 0,-4 1 0 16,-2 0-9-16,-7 0 3 0,-3 6-4 0,-2-4 3 0,-3 5 3 16,-4-6-10-16,-4 5 3 0,2-3 1 0,-7 4 2 15,-5 1 3-15,-5-2 0 0,-2 4-3 0,-10 4 7 16,-7 0 0-16,-3 3 13 0,-4-2 10 0,-14 7 8 16,1-3 7-16,-4 1 7 0,-2-3 6 0,3-1 13 15,13-5 3-15,-1-1 1 0,4 3-2 0,4 0 0 16,3-4-6-16,-2-1-4 0,11-3-7 0,2-1-4 15,3-1-13-15,5-3 1 0,2-2 0 0,2 3 4 16,4-1 21-16,6-3 21 0,6 2-3 0,11-1-1 16,15-3-10-16,22 1-6 0,1-5-4 0,8 0-8 15,28-3-6-15,-29 1-4 0,30-4-7 0,-33 5-7 16,2-1-30-16,-2-2-31 0,-2 2-49 0,-6-1-64 16,-3-2-73-16,-15 3-76 0,1 3-79 0,-2-2-75 15,-15 0-327-15,9 1-841 0,-10 1 373 0</inkml:trace>
  <inkml:trace contextRef="#ctx0" brushRef="#br0" timeOffset="212213.08">11392 5088 33 0,'0'0'358'0,"-7"-6"-17"0,7 6-19 0,0 0-12 16,0-6-15-16,0 6-17 0,4-8-20 0,0 5-17 15,0-4-25-15,-1 3-19 0,3-2-20 0,0 2-19 16,-3-3-11-16,0 0-21 0,2 3-9 0,3-5-18 15,-2 4-7-15,6 1-17 0,-4 0-4 0,3-1-4 16,1 1-16-16,-2 2-6 0,2-1 0 0,-1 2-2 16,-3 1-4-16,-1 1-7 0,5 2-9 0,-4-2-5 15,1 4-3-15,1 2 5 0,-3-5-16 16,0 2 2-16,0 0-12 0,-2 2 1 0,2-1-4 16,-3 2-1-16,-4 1 7 0,1-1-3 0,2 2-5 15,-6-1 5-15,2 2 3 0,1-2-2 0,-4-2 1 16,-3 3 1-16,3-2 3 0,-1-1 0 0,-1-1 3 15,-1 0 0-15,2-2-1 0,0 1 0 0,-1-1 2 16,-1 0-4-16,6-2-2 0,1-1 15 0,-10 1 10 0,10-1 13 16,0 0 4-16,-5-5-11 0,5 5-2 0,0-8 1 15,0 1 0-15,5 1-4 0,-2-4-11 16,4 3-3-16,-2-3 6 0,4 2-2 0,0-8 0 0,-1 10-3 16,-1-1-5-16,-1-1 2 0,3 0 2 0,-5 4 6 15,2 0 4-15,-2 2 5 0,0-2-11 0,0 1 3 16,-3 0-9-16,4 0 0 0,-5 3-6 0,0 0-10 15,0 0 3-15,0 0 4 0,0 0 0 0,0 0 3 16,10 8 0-16,-10-3-3 0,0-1-8 0,0-2 12 16,3 2 0-16,-2 2 1 0,-1-1-1 0,2 1 5 15,-1 1-6-15,-1-2 5 0,0 2-8 0,3-1 0 16,-2 2 7-16,0-3 5 0,2 0-13 0,0 2-23 16,1-3-31-16,0 3-19 0,-1-2-22 0,2-1-28 15,-1 2-34-15,2-1-36 0,2-1-42 0,-1 0-36 16,1-3-36-16,1 3-224 0,-1-1-575 0,3 0 255 15</inkml:trace>
  <inkml:trace contextRef="#ctx0" brushRef="#br0" timeOffset="212384.93">11846 5142 81 0,'0'0'242'16,"3"-4"3"-16,-3 4-5 0,0 0-9 0,0 0 9 16,0 0 7-16,0 0 2 0,0 0 2 0,0 0 3 15,0 12-5-15,0-12-4 0,-3 8-15 0,3-5-19 16,-1 4-19-16,-1-3-21 0,-1 3-17 0,1 1-15 15,-1 0-10-15,2 4-10 0,-2-1-11 0,2-3-13 16,-2-1-5-16,0 1-15 0,-1-1-21 0,3-1-42 16,-2-2-48-16,3 0-42 0,0-4-39 0,-4 7-44 15,4-4-73-15,0-3-78 0,0 0-291 0,0 0-652 16,0 0 288-16</inkml:trace>
  <inkml:trace contextRef="#ctx0" brushRef="#br0" timeOffset="212822.39">11927 4998 152 0,'0'0'265'0,"0"0"-16"0,0 0-9 0,0 0-1 16,0 0-8-16,0 0-8 0,0 0-12 0,-2 14-20 0,2-14-18 16,0 5-17-16,0-1-14 0,0-4-13 0,2 6-8 15,-1-3-11-15,-1-3-11 0,3 7-5 0,-2-4-9 16,-1-3-7-16,9 4-7 0,-7 0-6 0,2-4-5 15,-4 0-3-15,9-1-3 0,-3-2-13 0,0 0-3 16,4 1-2-16,-6-1-3 0,3-2-3 0,1 4-1 16,0-2-5-16,-4-1-4 0,3 0 1 0,0-2-3 15,-2 4 0-15,-1-2-1 0,3 1 0 0,-4-1 2 16,1 2-2-16,-4 2 1 0,4-2-7 0,-4 2-4 16,6-2-6-16,-6 2 4 0,0 0 0 0,9 6-3 15,-3 1 0-15,-1-3 3 0,-1 2 2 0,3 4 0 16,0-1 14-16,-2 2-1 0,1 0 4 0,2 1 18 15,-3 3-15-15,3 1 6 0,-2-3-4 0,-1 2 14 16,2 4-15-16,-4-7-3 0,2 0-6 0,-1 2-4 0,-2-1 3 16,0-3 5-16,-2 1-4 0,0 0 8 0,0-2-3 15,-2-1 8-15,0-1 3 0,-6 0 6 16,3-2 1-16,-3 1-2 0,-1-4 11 0,0 1-16 0,-1-3 0 16,1 0-8-16,0-1-2 0,-1-3-20 0,2-1-34 15,-2-1-45-15,2-2-41 0,1 0-53 0,3-1-59 16,0-2-76-16,3-1-66 0,2-1-209 0,3-3-625 15,4-3 277-15</inkml:trace>
  <inkml:trace contextRef="#ctx0" brushRef="#br0" timeOffset="213119.24">12507 4895 292 0,'0'-3'357'0,"0"-1"-13"15,-1-2 7-15,-2 1 7 0,3 5-11 0,0-3-21 16,-4-2-12-16,-2 3-28 0,2-1-26 0,4 3-30 16,-9-1-17-16,9 1-19 0,-15 6 2 0,4 0-13 0,0 0-14 15,3 1-17-15,-7 2-11 0,4 2 3 16,-4 3-4-16,4-1-7 0,-1 5-12 0,0-1-11 16,4 1-12-16,-2-2 0 0,5 2-16 0,-2-1-4 0,6 1-11 15,2-2 0-15,-1-1-6 0,7-1-5 0,-2 3-4 16,-1-5-4-16,6-1-3 0,1-2-2 0,0 0-10 15,0-1-37-15,3-3-41 0,4 1-51 0,1 0-55 16,-2-6-56-16,2-1-39 0,2-1-50 0,-4-1-51 16,2-3-61-16,-7 2-324 0,0 1-792 0,0-9 350 15</inkml:trace>
  <inkml:trace contextRef="#ctx0" brushRef="#br0" timeOffset="213306.72">12469 5059 86 0,'-5'-1'310'15,"-5"0"11"-15,2-1 1 0,1 2 9 0,7 0 2 16,-13 0-4-16,13 0-3 0,-6 0-14 0,6 0-10 16,0 0-11-16,-9-1-19 0,9 1-18 0,0 0-28 0,0 0-23 15,0 0-23-15,0 0-18 0,0-5-16 16,0 5-31-16,12-1-56 0,0 1-56 0,-1-3-60 16,4-3-50-16,-3 4-56 0,4-1-71 0,2 1-70 0,1 0-87 15,3-1-214-15,-2-1-655 0,1-5 290 0</inkml:trace>
  <inkml:trace contextRef="#ctx0" brushRef="#br0" timeOffset="214281.63">12799 4866 225 0,'3'-5'324'16,"0"-2"-9"-16,0 2-8 0,-2 3-11 0,2-1-7 16,-3 3-25-16,3-5-29 0,-3 5-32 15,0-4-26-15,0 4-14 0,0 0-15 0,0 0-8 0,5 13-10 16,-1-7-5-16,-4 2-2 0,4-1-13 0,-4 4-7 16,1 2-10-16,1-2-8 0,-2 2-6 0,1-1-7 15,-1-1-13-15,2 1 0 0,-4-2-1 0,2 1-8 16,0-1 0-16,0-2-13 0,0-1 8 0,2 2-15 15,-2-5-1-15,2 1 12 0,-2 1-17 0,0-6-5 16,0 4-19-16,3-1-10 0,-3-3-7 0,0 0-14 0,1 3-19 16,-1-3-37-16,0 0-39 0,0 0-35 0,0 0-41 15,13-5-47-15,-7 1-50 0,-6 4-248 16,3-6-590-16,1 2 261 0</inkml:trace>
  <inkml:trace contextRef="#ctx0" brushRef="#br0" timeOffset="-214418.3">12874 4938 203 0,'0'-7'281'0,"0"7"4"15,0-6-3-15,0 6-10 0,0-4-12 0,0 4-15 16,3-3-15-16,-3 3-31 0,0 0-27 0,0 0-22 15,0 0-19-15,0 0-7 0,0 0-17 0,0 13 7 16,0-5-4-16,0-1-6 0,0 3-10 0,0 1-3 16,2 0-9-16,-1 1-6 0,-1 4-7 0,1-6-14 15,-1 8-2-15,2-5-2 0,0 3-9 0,0-3 1 16,3 1-7-16,-5-3 1 0,4 0-17 0,-3-1-34 16,2 0-27-16,-3-4-37 0,2 1-34 0,-1-2-35 15,2 0-29-15,-3 0-33 0,0-5-52 0,4 3-236 16,-4-3-539-16,0 0 239 0</inkml:trace>
  <inkml:trace contextRef="#ctx0" brushRef="#br0" timeOffset="-214043.28">12763 4871 256 0,'0'0'310'15,"-1"-2"-8"-15,1 2-9 0,0 0-19 0,-2-6-22 0,2 6-22 16,3-5-17-16,2 0-20 0,3 1-10 0,-2 2-20 16,4-2-5-16,0-3-15 0,3 4-14 0,0 0-11 15,-1 1-7-15,1 1-15 0,-1 1-5 0,0-2-13 16,-1 2-9-16,4 3-15 0,-4-2-1 0,1 3-3 16,2 1-9-16,-1 1-1 0,-3 1-4 0,1 3-9 15,2 4 2-15,-2-1-1 0,-1 2-4 0,-1 3-1 16,-1 1-3-16,-2 0-1 0,-1 0-1 0,1 2-1 15,-2-3-3-15,-3 2-1 0,-1-2-5 0,3-1 3 16,-6 0-1-16,3 1 3 0,-5-6-9 0,-1 1 8 16,0-1 5-16,-3-1-7 0,-1 0 0 0,-7-1-1 15,2 1 3-15,0-7-8 0,-1 5 7 0,2-4-3 16,1-2-4-16,-5-1-29 0,2 2-19 0,3-1-21 16,1-1-25-16,0-1-37 0,5-1-40 0,-1 0-40 0,8 0-46 15,-9-2-53-15,9 2-199 0,-6-1-547 16,6 1 243-16</inkml:trace>
  <inkml:trace contextRef="#ctx0" brushRef="#br0" timeOffset="-213730.87">13138 5148 182 0,'0'-6'338'0,"0"4"6"0,0 2 4 0,0-7 0 16,0 7 2-16,0-3-14 0,0 3-22 0,0 0-28 16,0-5-30-16,0 5-36 0,0 0-28 0,0 0-21 15,0 0-14-15,0 0-10 0,-10 11 3 0,8-5-11 16,-2 1-8-16,0-1-9 0,1 6-8 0,0-3-6 16,-1 1-4-16,2-1-17 0,-1 3-5 0,-1-2-10 0,3 0-3 15,-1 0-6-15,2 1-6 0,-1-3-6 16,4 3-8-16,-2-1 3 0,3-1-8 0,1 0 2 15,1-1-2-15,2-1-5 0,0-2-11 0,4 2-32 16,-2-1-24-16,-2-2-32 0,7 1-30 0,3-3-34 0,-3 4-30 16,-2-4-27-16,2-2-29 0,0 3-32 0,-3-2-39 15,1-1-27-15,-2-2-35 0,-3 0-235 16,-2 1-632-16,1-1 280 0</inkml:trace>
  <inkml:trace contextRef="#ctx0" brushRef="#br0" timeOffset="-213246.54">13117 5274 11 0,'-6'-3'267'0,"1"0"1"16,-3 1 5-16,3-1 0 0,1 2 1 0,4 1 0 15,-5-4 2-15,2 1-16 0,3 3-15 0,0 0-25 16,-1-5-26-16,1 5-25 0,5-6-18 0,1 5-13 16,1-1-16-16,3-1-8 0,-1 1-15 0,2 1-8 15,3 1-13-15,-3-2-10 0,0 5-4 0,4-1-12 16,0 1 3-16,4 1-9 0,0 0-6 0,-8 0-9 15,5-2-3-15,-3 3-14 0,0 1-10 0,-2-1 1 16,1-1-6-16,-2 1-7 0,-3 1-3 0,2 0-9 16,-5-1 0-16,2 1 1 0,-1-1-7 0,-1-2 2 0,0 2-2 15,-2 1 2-15,0-2 4 0,-2-1 4 16,0-3 0-16,-1 5 2 0,1-5 13 0,-6 3-6 16,6-3-6-16,-7 2 5 0,7-2 11 0,-7 2-6 0,7-2 9 15,0 0 3-15,0 0 13 0,-11-4 8 0,8 1 5 16,3 3 5-16,-1-6-2 0,1 6 4 0,0-6-13 15,0 2-1-15,0-1 20 0,1 1-23 0,0 0-4 16,2-1-3-16,1 2-7 0,0-1 0 0,-1 1-2 16,3 2 1-16,0-1-3 0,-6 2-3 0,10-2 14 15,-2 2-14-15,-8 0-8 0,15 2 4 0,-10 0-6 16,3 1 7-16,-2-2-4 0,2 2 7 0,0-1-9 16,-2 3 6-16,1-3 8 0,-2 3-14 0,2-2 13 15,-1 0-10-15,0 1 1 0,-2-1 1 0,2 0 0 16,-2-1-4-16,-4-2-3 0,6 1-13 0,-2 1-2 15,-4-2-15-15,0 0-34 0,0 0-41 0,10 0-46 16,-10 0-53-16,0 0-65 0,8-3-60 0,-4-1-187 16,-4 4-568-16,4-6 252 0</inkml:trace>
  <inkml:trace contextRef="#ctx0" brushRef="#br0" timeOffset="-213074.68">13491 5135 180 0,'-3'-6'280'0,"-1"-1"-24"16,1 2-22-16,-1 0-25 0,-1-1-23 0,2 0-19 15,-1 0-24-15,-2 3-44 0,1 0-63 0,-1-1-49 16,2 0-61-16,-2 0-74 0,0 1-112 0,-1 2-281 16,2-1 125-16</inkml:trace>
  <inkml:trace contextRef="#ctx0" brushRef="#br0" timeOffset="-212402.87">12957 3848 132 0,'0'-6'308'0,"2"-2"6"0,-2 1 1 0,1 4-3 16,-1-3-18-16,0 1-24 0,0 5-25 0,0-6-30 15,0 6-30-15,0 0-20 0,0 0-18 0,0 0-13 16,0 0-13-16,0 19-6 0,3-10 4 0,-2 3 6 15,2 3-21-15,2 2-13 0,0 2-5 0,-3-1-8 16,6 3 8-16,-4-3-16 0,-1 3-7 0,4-5-6 16,-1 4-9-16,0-1-4 0,-2-1-6 0,0 1-1 15,-4-6-8-15,3-2 3 0,-2 2-8 0,1-1 4 16,-1-2-2-16,-2 1-4 0,1-2-2 0,-2 0 5 16,0-2-1-16,0-2 1 0,-3 0 10 0,-2 3 12 15,-1-3 5-15,-2-1 3 0,-2 1 3 0,3-1 4 16,2-3 0-16,-3 0 0 0,2 2 1 0,4-2 3 15,-3 0 2-15,7-1 0 0,-8 4-6 0,8-4 1 16,-3 1-2-16,3-1-5 0,0 0-8 0,0 0-6 0,0 0-6 16,0 0-2-16,25-2-6 0,-3-1-2 15,2 1-4-15,6-3-19 0,-3-3-17 0,10 4-25 16,-8 2-15-16,2-2-27 0,0 0-24 0,-1-4-30 16,-7 7-25-16,2 0-21 0,-5-1-19 0,3 1-19 0,-9-1-19 15,-1-2-15-15,-2 3-14 0,-2 0-18 0,-2-1-14 16,-1-1-1-16,-2 2-187 0,-4 1-529 0,4-3 234 15</inkml:trace>
  <inkml:trace contextRef="#ctx0" brushRef="#br0" timeOffset="-211824.8">13353 4133 1365 0,'0'0'-104'0,"-6"-2"28"0,0-1 31 0,3 2 36 16,3 1 33-16,-8-4 19 0,4 3 33 0,4 1 20 15,-7-4 16-15,7 4 7 0,0 0-2 0,-6-2-6 16,6 2-9-16,0 0-13 0,0 0-9 0,-9 4-4 16,9-4 11-16,-3 5 2 0,2-2-3 0,-3 2 0 15,4 1-4-15,0 0-6 0,0-2-9 0,-1 3-4 16,2 0-6-16,-1-1-1 0,4 0-8 0,0 4 0 15,-4-4-9-15,2 1-4 0,0-2-2 0,1-2-5 16,0 2 4-16,1 1-8 0,-3-4-2 0,3 1-7 16,0 1-6-16,-4-4 2 0,3 3-5 0,-3-3-9 15,0 0-9-15,0 0-4 0,0 0-2 0,10-8 2 16,-9 5-5-16,0-4 2 0,-2 2 3 0,2-3 1 16,-2 0 2-16,1 1 1 0,0-4 0 0,-1 3 3 15,-1-4 2-15,4 6 6 0,-4-2 2 0,2-1 7 0,0 3 4 16,0 0 8-16,0-2 3 0,0 3 1 0,3-2 1 15,-3 1-2-15,3 1 0 0,0 3-7 16,-1-2-2-16,3 3-5 0,2-2 0 0,0 2-2 16,-7 1-2-16,11 1 2 0,1 2-2 0,-2-1-2 0,-5 1 6 15,9 0-9-15,-3 1 3 0,-3 2-1 0,4 1 1 16,-1 2-6-16,-3-1 4 0,0-1 4 0,2 4-3 16,-2-3-1-16,-2 2-1 0,0 0 3 0,1-2-2 15,-4 2-1-15,0-5 1 0,-1 1-3 0,0-1-1 16,-1 0 2-16,3 0 7 0,-4 0-1 0,0 0 0 15,0-5 3-15,-4 3 13 0,4-3 6 0,0 0 12 16,-4 5 6-16,4-5 5 0,0 0 5 0,0 0 20 16,0 0-2-16,-14-5 0 0,14 0 14 0,-4-1 2 15,3-1 1-15,1 2-15 0,0-1-5 0,1-2-11 16,3-1-3-16,-4 0-7 0,7 2-3 0,-1-5-9 16,-1 3 10-16,1 1-14 0,1 1-11 0,3-1-3 15,-6 3-1-15,7-1 0 0,-6 1-5 0,1 1-2 16,-1 1-3-16,2 0-4 0,-3 2 8 0,3 0-15 15,-7 1-1-15,5-1-7 0,-5 1 0 0,10 2 9 16,-10-2-6-16,4 7 7 0,0-2 3 0,-2-1-2 16,-2 1 3-16,2 1-6 0,2 1 15 0,-4 0-19 15,3 0-15-15,-2 4-44 0,-1-3-28 0,0 1-25 0,3 2-23 16,-3-2-36-16,4 3-41 0,-2-2-41 16,3-3-44-16,-2-1-238 0,2 0-587 0,5 0 260 15</inkml:trace>
  <inkml:trace contextRef="#ctx0" brushRef="#br0" timeOffset="-211512.25">13987 3885 60 0,'-5'-4'426'0,"0"-1"-5"0,1 1-23 0,0-1-34 15,-4 4-22-15,0-2-36 0,1 1-20 0,-5 3-14 16,5-1-26-16,-4 1-19 0,-4 3-17 0,4 1-16 16,2 3-9-16,-5 0-9 0,5 1-13 0,-5 3-11 15,3 1-9-15,0 2-16 0,3 0-12 0,-1 0-8 16,5 3-13-16,0-3-6 0,2 3-5 0,2 0-9 16,0 0-9-16,3 1-3 0,2-1-8 0,6 0-1 15,4 6-4-15,-6-7-10 0,5 0-24 0,0-4-34 16,1-2-42-16,0 3-46 0,4-6-48 0,-4 0-47 15,5-2-50-15,-6-4-55 0,5 1-60 0,-3 0-321 0,-2-4-745 16,0-5 330-16</inkml:trace>
  <inkml:trace contextRef="#ctx0" brushRef="#br0" timeOffset="-211012.3">14111 4027 259 0,'-3'-6'325'0,"3"6"6"15,-4-4-2-15,4 4 0 0,-3-4-6 0,3 4-5 16,0-4-13-16,0 4-17 0,0 0-20 0,-3-2-30 16,3 2-25-16,0 0-22 0,0 0-23 0,0 0-20 15,0 0-20-15,0 0-10 0,0 0-11 0,17 1-8 16,-8 1-9-16,-2 1-14 0,3 2-5 0,-2 0-4 16,4-1-11-16,-2 4-7 0,-1-3-5 0,3 1-4 15,-2 1-6-15,-2-1-5 0,4-1-6 0,-6 2 1 16,2-1-5-16,-5 1-6 0,5 0-2 0,-3 0-11 15,-1-1 8-15,-1-1-7 0,0 2-6 0,-3-1 8 16,0-1-5-16,-2 0 4 0,2 1-5 0,-2-1 3 16,0-1 2-16,-2-1 3 0,1-1-1 0,-1 2-1 15,-1-2 7-15,5-2-8 0,-4 1 9 0,4-1 0 16,-7 3 0-16,7-3-1 0,0 0 6 0,0 0 2 16,-7-8 0-16,7 4-4 0,0 0-1 0,0-3 0 0,0 0-3 15,3 1-6-15,0-4 1 0,1 2 1 0,1-2 0 16,1 1-2-16,-1-3 3 0,3 3-4 15,-2 0-1-15,2-1 5 0,-3 0-7 0,2-1-1 0,0 4 5 16,-4-1 0-16,1 2 0 0,0 1 1 0,0-1 7 16,1 0 4-16,-3 3 8 0,0 0 0 0,0-1-3 15,-2 4-5-15,0 0-7 0,3-6-7 0,-3 6-2 16,0 0-3-16,0 0-2 0,0 0 2 0,0 0 0 16,-6 15 2-16,5-7 1 0,-1-1-2 0,-1 2 2 15,1 1 3-15,2 2-3 0,-1 1 4 0,-2 0-5 16,6-2-6-16,-2 2-37 0,-1-1-45 0,5-1-42 15,-1-1-35-15,3 7-59 0,0-6-62 0,4-1-68 16,-2-1-342-16,1-2-753 0,6 1 334 0</inkml:trace>
  <inkml:trace contextRef="#ctx0" brushRef="#br0" timeOffset="-210793.57">14632 4159 81 0,'0'0'325'0,"8"0"-2"0,-8 0-10 15,0 0-10-15,0 0-19 0,0 0-14 16,0 0-13-16,0 0-18 0,0 0 8 0,0 8-12 0,0-5-22 16,0-3-15-16,-1 11-18 0,-1-6-21 0,1-1-9 15,0 1-18-15,-2 1-8 0,0 2-10 0,0 0-18 16,-2-1-19-16,-2 3-44 0,0-2-60 0,3-1-52 16,-3 1-53-16,-1-2-61 0,-1 0-69 0,3-2-67 15,-2 0-227-15,-2-3-601 0,4-2 266 0</inkml:trace>
  <inkml:trace contextRef="#ctx0" brushRef="#br0" timeOffset="-210309.25">14768 3898 201 0,'0'0'305'15,"0"0"-10"-15,-8 10-17 0,8-6-9 0,-3 0-24 16,3 1-20-16,-1 0-22 0,1 1-21 0,0 0-15 16,0 0-15-16,1 0-8 0,2 2-20 0,-2-1-12 15,2-3-9-15,1 6-9 0,0-3 8 0,1-3-26 0,-1 0-8 16,-1 2-9-16,1-3 4 0,2-1-13 0,0 0-11 16,-2-1-10-16,-4-1-6 0,13-1-7 15,-13 1-1-15,13-2-5 0,-6 0-1 0,-1-2 4 16,-1-1-2-16,2 0-4 0,1 1 0 0,-3-3-1 0,-1 0 1 15,3 3 1-15,-1-3 14 0,0-1 14 0,0 3 1 16,-2-2 19-16,4-1 1 0,-4 3 16 0,-1 0 3 16,0 2 6-16,1-2 1 0,-2 3-5 0,1-1-4 15,-3 3-17-15,3-3-14 0,-3 3-10 0,0 0-2 16,5-2-1-16,-5 2-2 0,5 7-1 0,-3-4-9 16,1 3 0-16,0-1 4 0,2 1-4 0,-1 1-1 15,0 2 0-15,0 1-8 0,-1 0 7 0,5 1 0 16,-5 0 2-16,5 2-5 0,-4-2-1 0,0 3 1 15,0-1 5-15,2 4-4 0,-5-1-3 0,2 1 1 16,-3-5-1-16,1 2-1 0,3-2-3 0,-8 7-1 16,3-4 2-16,1-5 3 0,-4 3-7 0,-2 0-2 15,-2-2-25-15,0 1-27 0,-3-4-35 0,2 3-32 16,-6-5-38-16,0 2-49 0,-4-2-52 0,5-2-56 16,-1-1-35-16,6-1-222 0,-4-1-617 0,5 0 274 15</inkml:trace>
  <inkml:trace contextRef="#ctx0" brushRef="#br0" timeOffset="-210090.51">15241 4217 295 0,'1'4'307'0,"-1"-4"-11"0,0 0-13 16,-1 5-9-16,1-5-20 0,0 5-18 0,0-5-24 15,-7 5-21-15,3-1-19 0,0 1-15 0,0 0-19 16,-3-1-12-16,2 1-12 0,-1-1-17 0,1 0-59 16,-2-1-47-16,3 2-54 0,-4-2-54 0,4 4-56 15,2-4-51-15,-2 0-210 0,4-3-471 0,-1 3 209 16</inkml:trace>
  <inkml:trace contextRef="#ctx0" brushRef="#br0" timeOffset="-209543.61">15397 3931 335 0,'0'0'325'16,"0"0"-26"-16,0 0-33 0,0 0-21 0,-6-1-18 15,6 1-19-15,-6 7-24 0,1-4-15 0,1 1-13 0,1 2-12 16,0 1-13-16,1 1-14 0,0-1-6 0,1 1-15 15,-2 1-5-15,3 2-10 0,3-3-6 16,-2 5-7-16,1-3-6 0,0 0-5 0,1 0-7 0,-2-2 0 16,2-1-16-16,0-2-17 0,2-1-14 0,-5 0-4 15,1-1-2-15,1 1 1 0,-2-4-1 0,5 4-5 16,-5-4-6-16,7-1 1 0,-7 1 1 0,8-4 0 16,0 0 2-16,-4-1 1 0,5-2 7 0,-4 1-4 15,2-3-1-15,1 1 4 0,0 0 7 0,1-3 4 16,-4 5 15-16,2-5 13 0,1 5 15 0,-4-1 14 15,-1 0 17-15,1 3 0 0,0-2 17 0,-1 2 2 16,-2 0-2-16,4 1-5 0,-5 3-13 0,0-4-16 16,0 4-8-16,6-4-15 0,-6 4-10 0,0 0 3 15,0 0-1-15,0 0-7 0,0 0-6 0,8 6 2 16,-7-2 13-16,2 1-20 0,0 0 1 0,1 1-2 16,1-2 4-16,-1 4-7 0,0-2 0 0,2-2 2 15,4 5 0-15,-5-4-3 0,0-1-1 0,3 2 2 0,-1-1 2 16,2-3 1-16,-2 1-3 0,3-1-1 15,-4-1 2-15,4 1-2 0,-4-2-1 0,2-2 3 16,0 0 4-16,0 1-7 0,-1-3 2 0,0 1-2 16,0-2-3-16,-2 0 0 0,-2 0 3 0,4-4 1 0,-5 1 0 15,2-2-5-15,-4 3-3 0,3-4 1 0,-6 2-1 16,2-1-1-16,-3 0-8 0,-4 0-11 0,5 0-24 16,-1-1-42-16,-4 2-35 0,1 0-35 0,-4 2-35 15,5-1-48-15,-3 3-52 0,2-1-39 0,0 1-273 16,0 1-650-16,1 1 287 0</inkml:trace>
  <inkml:trace contextRef="#ctx0" brushRef="#br0" timeOffset="-209231.14">15668 3687 316 0,'0'0'376'0,"0"0"-23"0,0 0-35 15,0 0-34-15,0 0-31 0,0 0-22 0,0 0 14 16,8 13 20-16,-2-10-15 0,1 5-10 0,3 0-9 0,-3-1-12 16,7 5-11-16,1-1-13 0,1 2-12 15,2 0-26-15,-1 1-18 0,4 4-14 0,-5-2-11 16,-1-1-11-16,0-3-13 0,-3 5-7 0,3 1-7 0,-5 0-7 15,-2 1-8-15,3 6-3 0,-6-5-7 0,-3 5-2 16,-4 5-8-16,2-8-7 0,-4 5-37 16,-5 0-23-16,3 2-50 0,-5-4-62 0,-1 4-54 0,-3-4-57 15,-2 1-70-15,0-4-63 0,-2 4-290 0,0-5-728 16,-7-4 322-16</inkml:trace>
  <inkml:trace contextRef="#ctx0" brushRef="#br0" timeOffset="-207528.17">3321 4844 85 0,'0'0'357'0,"0"0"-16"0,0 0-28 16,-4-3-30-16,4 3-30 0,0 0-30 15,0 0-29-15,0 0-21 0,0 0-22 0,0 0-16 0,0 0-9 16,-3 8-14-16,3-8-9 0,1 12-11 0,2-6-7 16,-2-2-9-16,4 7-5 0,-3-3-9 0,4 1-4 15,-2 0-6-15,0 0-7 0,-1-1-3 0,1 1-7 16,0-1-1-16,-1-1-2 0,-2 0-3 0,3-1-2 15,-3-2-1-15,1 1-5 0,1-1 2 0,-1-2-2 16,-2 2 3-16,0-4 4 0,7 2 12 0,-7-2-2 16,0 0-4-16,0 0-1 0,5-8 7 0,-3 4 0 15,2-1 18-15,0-3-11 0,0 2-1 0,0 0-1 16,0-5 0-16,4 2-1 0,-4 0 1 0,2 2-10 16,2-1-2-16,-4-1-4 0,1 4-8 0,1-1-6 15,-1 1 0-15,0 2-4 0,0-1 4 0,2 1-13 16,-2 3 6-16,2-1-12 0,-3-1 7 0,-4 2 1 15,14 3-3-15,-9 1-8 0,2 2 8 0,0 2-3 16,0-3 1-16,-2 2 1 0,2 0-1 0,0 2-3 16,-1 0 5-16,-3 0-1 0,3-2 2 0,-1-1 2 15,-4 1-5-15,2-1 0 0,1-1-3 0,-4-1 7 16,6 1 2-16,-5-3 7 0,0 1 3 0,-1-3 9 16,0 0 20-16,0 0 20 0,0 0-2 0,0 0-6 0,0 0 3 15,3-12 14-15,0 6 3 0,-2 1 6 0,2-2 3 16,-2 0 0-16,4-2 6 0,-2-1 0 15,1 3-2-15,2 0-4 0,-3-1 6 0,1-2-11 0,0 3-9 16,5 0-8-16,-3 0-4 0,-1 3-9 0,2 0-6 16,-4-1-7-16,5 3-8 0,-3-1-2 0,-2 2-9 15,5 1 13-15,4 0-17 0,-5 3-5 16,1 2 1-16,2 3-1 0,-1-1 1 0,1 2-14 16,0-1-21-16,-1 1-18 0,0-2-21 0,1 2-30 15,-2 0-30-15,0-1-29 0,2 1-44 0,-2-1-25 16,0 1-36-16,-3-2-37 0,1 0-29 0,-2-1-51 15,2-2-299-15,-4-1-728 0,3 2 323 0</inkml:trace>
  <inkml:trace contextRef="#ctx0" brushRef="#br0" timeOffset="-207309.44">3981 4825 110 0,'0'0'373'0,"2"-7"4"0,0 5 14 15,-2 2-17-15,0 0-23 0,0 0-33 0,0 0-33 16,0 0-29-16,0 0-28 0,0 0-28 0,0 0-18 16,0 0-18-16,0 0-14 0,4 11-15 0,-3-8-11 0,-1 3-16 15,4 2-10-15,-1-1-9 0,2 3-10 0,-1-2-20 16,2 2-50-16,-1-1-46 0,2 1-51 16,3-2-51-16,-3 1-56 0,1-2-67 0,2 0-62 0,-3-1-246 15,-1-2-616-15,2-1 272 0</inkml:trace>
  <inkml:trace contextRef="#ctx0" brushRef="#br0" timeOffset="-206918.86">4217 4781 287 0,'-1'-5'300'0,"1"5"-9"15,0 0-30-15,0 0-30 0,0 0-25 0,0 0-19 16,0 0-11-16,0 0-7 0,0 0-13 0,-3 15-15 15,3-10-10-15,0 1-16 0,1 1-10 0,-1 0-10 16,5 4-4-16,-5-5-16 0,1 2-6 0,3 0-5 16,-1 4-10-16,-2-6 0 0,2 1-6 0,0 0-18 15,1-1-11-15,-3-3-15 0,4 2-4 0,-2-2-3 16,0-1-1-16,-3-2 1 0,0 0-2 0,0 0-2 16,12-3 4-16,-5-1-2 0,-3-1 1 0,4 1-3 15,2-3 4-15,-6 1 4 0,5 1 9 0,2-2 13 16,-4-1 21-16,1 4 19 0,-2-5 5 0,2 4 4 15,-1 0 16-15,2-1 9 0,-5 2 9 0,2-1-12 0,2 2-9 16,-4 2-5-16,5-3-12 0,-3 3-8 16,-1 1-6-16,-5 0-7 0,14 3-6 0,-5 0 0 15,-3 0-9-15,-1 1 3 0,5 1-4 0,1 2-1 0,-3-1-8 16,-1 3-10-16,1-4-37 0,1 0-47 0,-3 3-37 16,-1-3-44-16,-1-1-45 0,2 2-55 0,-1-2-48 15,-2 0-48-15,-2-1-178 0,2-1-570 0,-3-2 252 16</inkml:trace>
  <inkml:trace contextRef="#ctx0" brushRef="#br0" timeOffset="-206731.37">4330 4508 354 0,'-5'-3'399'16,"2"-4"-29"-16,-1 4-33 0,1-1-38 0,-1 1-37 15,1 2-22-15,3 1-37 0,0 0-17 0,-14 1-30 16,8 3-54-16,-2 2-60 0,0 4-62 0,-3 7-75 16,1-3-87-16,-2 9-261 0,0 2-479 0,-2-1 213 15</inkml:trace>
  <inkml:trace contextRef="#ctx0" brushRef="#br0" timeOffset="-206064.66">3921 5533 265 0,'-7'-4'285'16,"7"4"-27"-16,0 0-25 0,-3-1-20 0,3 1-26 15,0 0-22-15,-7 5-13 0,6 0 3 0,-3 2-6 16,-1-1-11-16,1 4-2 0,1 0-14 0,-1 2-11 16,0 0-11-16,2 2-9 0,-2 1-11 0,4-3-6 15,-3 0-7-15,2 1-4 0,1 0-7 0,0-2-6 16,0-2-2-16,0 0-3 0,4-4-5 0,-4 3-4 16,1 0-2-16,5-4-1 0,-2-1 0 0,0 0-1 15,-4-3-6-15,12-1-3 0,-8-4-4 0,3 3 2 16,3-1-2-16,-2-2-4 0,3-3 3 0,-4 1-6 15,1-2-1-15,3 3-5 0,-3-3 5 0,0 1-1 16,0 4-5-16,-1-4 4 0,-2 3-3 0,-1 2 0 16,-1-1-6-16,3 1-3 0,-4 2-2 0,-2 1 0 0,10 0-1 15,-3 3 3-15,-3-1 0 0,0 2 0 16,3 2 5-16,2 0 2 0,-1 1 3 0,1 1 0 16,3 1 7-16,-3-2 0 0,-1 3 3 0,3-3 6 15,-1 2 8-15,-1-2 9 0,2-1-2 0,0-1 18 0,0 0 9 16,-2-2 13-16,1-1 19 0,-2-3 9 0,-1 1 16 15,2-4 6-15,0 2 1 0,-3-2-1 16,-3-3 2-16,3-1-6 0,-1-2-3 0,-4 4-6 0,2-6-10 16,-6 4-10-16,2-7-12 0,0 1-7 0,-5 0-6 15,2 1-11-15,-1-5-6 0,1 6-12 0,-3-3-30 16,1 3-60-16,0 1-57 0,3-2-78 0,-1 4-97 16,-2-2-124-16,4 3-396 0,2-2-868 0,0 4 384 15</inkml:trace>
  <inkml:trace contextRef="#ctx0" brushRef="#br0" timeOffset="-199529.02">2543 7018 52 0,'1'-20'395'15,"-1"0"-1"-15,0 1 7 0,0 1 2 0,0 6-4 0,0-2-12 16,0 4-10-16,-1-2-10 0,-3 6-20 0,4-2-26 15,0 1-35-15,4 4-36 0,-8 0-32 0,4 3-29 16,0 0-21-16,0 0-13 0,0 0-15 0,5 14-14 16,-2 0-14-16,-2 8-12 0,6 4-7 0,-4 5-9 15,0 4-8-15,-1-2-5 0,1 7-8 0,4-2-6 16,-2 11-6-16,-2-13-3 0,5-1-3 0,-5 0-6 16,4 1-1-16,-1 0-6 0,0-2-8 0,2 0-19 15,-1-2-28-15,-3-4-39 0,5-2-42 0,-3-8-54 16,-2-6-50-16,0 6-51 0,-1-6-54 0,-2-2-53 15,3-5-41-15,-2 2-329 0,3-3-797 0,-5-4 353 16</inkml:trace>
  <inkml:trace contextRef="#ctx0" brushRef="#br0" timeOffset="-199122.8">2974 7219 284 0,'1'-4'301'0,"-1"4"-10"0,4-5 2 0,-4 3-3 16,0-3-12-16,0 5-5 0,-4-6-20 0,4 6-18 16,-2-5-21-16,-4 4-23 0,6 1-5 0,-6-2-39 0,6 2-12 15,0 0-17-15,-13 6-17 0,4-2-7 0,6 0-11 16,-4 1-8-16,5 0-8 0,-3 1-6 15,1 3-5-15,1-1-3 0,3 4 7 0,2-4-11 16,2 3-13-16,0-1 0 0,3 0-5 0,1 1 0 0,3 0-7 16,-3-1 5-16,3 0-3 0,4 1-12 0,-5 0 9 15,-1 0-10-15,2-4 4 0,-4-1 0 0,0 5-8 16,2-5 2-16,-5-1 0 0,0 3 1 0,-1-3 4 16,-3 2 9-16,-3-1 11 0,-1-1 3 0,-5 2 1 15,-2 0-6-15,-3-1-2 0,-4 2-1 0,-2 1-2 16,2-3-6-16,-1 1-10 0,1-2 3 0,1-1-4 15,5-3-35-15,-2 0-41 0,3-1-41 0,3 0-61 16,0 0-76-16,8 0-90 0,-5-3-325 0,5 3-712 16,6-10 315-16</inkml:trace>
  <inkml:trace contextRef="#ctx0" brushRef="#br0" timeOffset="-198779.08">3877 7148 56 0,'2'-5'369'0,"-1"-1"-17"15,-1 2-7-15,3-1-8 0,-3 5-28 0,0-3-26 16,0 3-27-16,0 0-34 0,0 0-26 0,0 0-12 16,0 0 4-16,-9 12-8 0,5-1-5 0,0-1-11 15,-1 1-11-15,1 6-11 0,1 0-7 0,3-1-6 16,0 3-13-16,-3-1-15 0,6 1-7 0,-1 1-15 16,-1-4-1-16,3 4-6 0,4-2-9 0,-7 1-4 15,5-1-6-15,-2-7-33 0,3 1-47 0,-4 1-39 16,4-5-45-16,-1 3-33 0,-2-6-43 0,0 0-44 15,2-1-48-15,-1-2-64 0,-1-2-244 0,7-1-637 16,-7-3 282-16</inkml:trace>
  <inkml:trace contextRef="#ctx0" brushRef="#br0" timeOffset="-198419.75">4087 6794 64 0,'-2'-7'369'0,"-3"0"8"0,1 2-5 0,1-2-3 16,0 2-14-16,1 1-13 0,-1 2-17 0,3 2-25 16,0 0-31-16,-3-7-33 0,3 7-27 15,-4-2-29-15,4 2-6 0,0 0-27 0,0 0-16 0,0 0-7 16,-1 16-3-16,2-9 4 0,-1 4-12 0,0 2-6 16,1 0-13-16,2 5-5 0,-1 3 7 0,-1 1-1 15,0 4-5-15,-2 5 7 0,1-3 4 0,1 3-9 16,-1 1-4-16,-1-1-10 0,1 4-7 0,1-5-6 15,1 1-4-15,-1-2-10 0,0 1 1 0,2-3-10 16,-1 0-1-16,3-1-2 0,2-6-7 0,-2 0 2 16,2-1-5-16,0-1 0 0,3-4-1 0,3 2-1 15,-2-2-2-15,1-7-2 0,-1 3-7 0,2-5-17 16,1-3-28-16,1-1-34 0,4 0-40 0,0-2-42 16,-1-1-51-16,2-1-44 0,-2-4-50 0,-2-1-56 15,3-5-60-15,-5 2-357 0,2-6-826 0,-1 0 365 16</inkml:trace>
  <inkml:trace contextRef="#ctx0" brushRef="#br0" timeOffset="-198216.64">3897 7101 17 0,'-9'-4'282'0,"8"-1"-20"16,-2 1-17-16,2-1-12 0,2-2-14 0,3-1-9 15,2-2-17-15,3 1-20 0,2 0-16 0,1-1-19 16,5-2-12-16,0 5-10 0,4-1-19 0,-1 1-45 16,-1 1-57-16,-5 4-69 0,7-4-76 0,-1 4-75 15,0-3-120-15,-8 3-373 0,3 1 165 0</inkml:trace>
  <inkml:trace contextRef="#ctx0" brushRef="#br0" timeOffset="-198060.41">3880 6863 134 0,'-7'-1'283'0,"0"0"-29"16,2-1-39-16,5 2-50 0,-10-2-60 0,5 1-65 0,5 1-51 15,0 0-61-15,0 0-114 0,0 0-201 0,0 7 90 16</inkml:trace>
  <inkml:trace contextRef="#ctx0" brushRef="#br0" timeOffset="-196355.55">5711 7008 109 0,'4'-14'327'0,"1"-2"2"0,-2 5 9 16,-2-1-1-16,2 1 0 0,0 1-6 0,-1 0-7 15,0 2-8-15,1 2-22 0,-3 2-25 16,1-1-26-16,-1 5-30 0,0-6-27 0,0 6-22 16,0 0-16-16,0 0-20 0,0 0-9 0,1 17-8 0,-1-5-10 15,0-1-5-15,3 6-11 0,-3 1-4 0,4 1-10 16,-4 1-3-16,1 1-10 0,-1 4-7 0,0-2-2 15,2-2 1-15,0 5-8 0,1-5-7 0,0-1-8 16,-2-1 4-16,3 0-31 0,2-1-30 0,-6-5-46 16,4 0-40-16,1-2-36 0,-3 0-38 0,0 0-31 15,2-2-42-15,-2-3-44 0,-1-1-36 0,1 0-286 16,-1-3-680-16,-1-2 301 0</inkml:trace>
  <inkml:trace contextRef="#ctx0" brushRef="#br0" timeOffset="-196105.57">5467 6853 277 0,'-6'-4'379'0,"1"2"-4"16,3-2-1-16,-2 1-11 0,2-2-9 0,1 1-13 0,1 4-36 15,7-10-29-15,2 2-19 0,10 1-30 0,-1-1-24 16,9-3-22-16,3 1-13 0,0 1-23 0,0-1-7 15,6 4-16-15,-3 0-11 0,1-3-13 0,3 1-12 16,-3 3-10-16,-1-2-5 0,-3 5-41 0,-1-2-34 16,-4 2-35-16,-4 0-60 0,0 2-45 0,-6 0-46 15,1 2-45-15,-5 1-43 0,0 1-44 0,-4 5-286 16,0-4-659-16,-6 3 292 0</inkml:trace>
  <inkml:trace contextRef="#ctx0" brushRef="#br0" timeOffset="-195204.42">5946 7172 22 0,'4'-1'229'0,"3"-1"-7"0,0 1-20 16,-7 1-15-16,12 0-17 0,-5 1-15 16,2 2-3-16,-2-1-7 0,1 3-11 0,3 1-16 0,1 0-10 15,-1 0-12-15,-1 1-5 0,3 2-13 0,1 4-4 16,1-3-11-16,-6 0-7 0,6 3-5 0,-9-4-5 16,2 2-4-16,0 0-2 15,0-1-5-15,-2 0-3 0,-2 1 0 0,-3-5-2 16,1 1-9-16,-4-1 5 0,4 0-6 0,-2-1 0 15,-2-2-2-15,-3 0 1 0,1 0-2 0,-3-1 5 0,7-2 7 16,-11-2 5-16,11 2 6 0,-14-4 9 0,5 0 4 16,6-1 5-16,-5-1 5 0,1-2-3 0,3 1-5 15,1-4-2-15,-1 0-8 0,3-1-2 0,4-1-4 16,1 1-4-16,0-3-4 0,4 1 0 0,3-1 3 16,-2 4-16-16,2-4-1 0,2 3-3 0,-3 3 10 15,1 1-12-15,0 3 0 0,1-3-8 0,-2 4 7 16,2 1-10-16,-4 1 3 0,0 2-3 0,1 2-4 15,0 0 9-15,-1 2-12 0,-4 1 2 0,3 0 0 16,-3 2 3-16,3 4 0 0,-3-2 2 0,-1 2-3 16,0 0-1-16,-2 1 5 0,2-1-3 0,-2 2-2 0,-1-5 9 15,-1 3-8-15,1 0-2 0,-3-3-2 16,3-2 0-16,0-1 3 0,0 1-2 0,-1-4 6 16,1-2-4-16,-2 5 7 0,2-5 2 0,0 0-4 0,0 0 0 15,0 0 0-15,0 0-2 0,2-18 1 0,2 11 0 16,-3-2 0-16,3-1 1 0,2-1 1 0,0 3 10 15,-3-5-6-15,2 4 0 0,1-4 6 16,1 3 0-16,-3 1-1 0,2 1 3 0,-1 1-2 0,0 2-5 16,-4 0-4-16,4 2-1 0,-3 0 5 0,3 2-10 15,-5 1-2-15,10 0 2 0,-10 0 4 0,7 6-5 16,0-2 3-16,-2 2 0 0,6 1 0 0,-4 0 3 16,4 1-5-16,-3 0 7 0,1 1-5 0,5 2 2 15,0-1-1-15,-5-3 4 0,5-2-1 0,-2 2 3 16,3-2-3-16,-3 0-3 0,3-4 4 0,0 3 0 15,-1-3-1-15,1-1 3 0,-2-1-4 0,2-3-1 16,-4 0 4-16,2 1-3 0,-3-6 0 0,3 5 2 16,-5-5-2-16,1 0-3 0,-1 1 2 0,-2-4-3 0,-2 2 5 15,3-1-3-15,-7-1 4 0,4 1 16 16,-4 1-5-16,0 0 15 0,-2 1 14 0,0 2 4 16,-1 1-2-16,-1 0 1 0,3 1-11 0,-5 0-2 15,2 3-1-15,-3-3 0 0,-2 4 5 0,-2 2 10 0,1-1 7 16,-2 3-2-16,1 1-1 0,2 2-5 0,-2 0 0 15,4 1-10-15,0 1 3 0,2 1-7 16,1 0-4-16,1 0 3 0,3 1-1 0,4-1 2 0,3 1-10 16,1-1 3-16,3 1-5 0,5 2-38 0,7-4-41 15,-2-2-50-15,10 3-48 0,-1-3-51 0,4 2-47 16,3-4-60-16,-3 0-58 0,-3-3-197 0,6-1-613 16,-1 0 272-16</inkml:trace>
  <inkml:trace contextRef="#ctx0" brushRef="#br0" timeOffset="-194813.75">7443 6982 351 0,'0'0'400'0,"-2"-5"-27"0,2 5-15 15,-2-4-13-15,2 4-35 0,0 0-40 0,0 0-23 0,0 0-27 16,-16 7-14-16,9-1 5 0,2 2-22 0,-6 2-14 15,6 0-13-15,-5 6-12 0,3 1-10 16,-1 1-16-16,4 0-17 0,1-2-2 0,3 2-12 0,0 0-8 16,0-2-7-16,7 2 0 0,1-2-12 0,-4 1-10 15,9-4-1-15,-7-1-5 0,6-3 4 0,-2 3-16 16,1-5 0-16,5 2-3 0,-5-5-1 0,3 0-4 16,-3-2-2-16,1-2 1 0,0-1-12 0,-1-2 4 15,0-1 4-15,1-3-13 0,-4-2-4 0,3 2-3 16,-5-6 0-16,-1 0 1 0,-1-2-5 0,-2-2-2 15,-2 0-3-15,-2-1 4 0,-6 1-2 0,1 1-3 16,-4 0-3-16,0-1-3 0,-3 1 3 0,0 2 2 16,-4 1 2-16,2 2-5 0,-3 2-2 0,0 1-3 15,1 3-24-15,1 1-33 0,6 1-16 0,-3 3-41 16,0-1-21-16,5 1-29 0,0 3-30 0,0 0-31 16,4 0-17-16,2 1-15 0,3-1-24 0,0-3-23 15,3 8-194-15,2-6-554 0,7 1 245 0</inkml:trace>
  <inkml:trace contextRef="#ctx0" brushRef="#br0" timeOffset="-194360.6">7741 6685 112 0,'2'-5'316'0,"-2"0"-8"15,0 5-22-15,0-6-21 0,0 6-27 0,0-4-23 16,0 4-23-16,0 0-13 0,-7 11 5 0,4 1 0 15,0-1 3-15,1 5-23 0,0 1-18 0,-2 3-16 16,0-1-12-16,3 9-7 0,-3-2-17 0,1 1-6 16,2 0-4-16,-1-6-11 0,4 7-7 0,-2-2-8 15,0-4-2-15,0-3-10 0,3 2-1 0,-2-2-8 16,-1-1 3-16,5-4-7 0,-5-2 13 0,4-2-19 16,-2 1-3-16,0-3 2 0,5-1 2 0,-3-3-2 15,0 1-2-15,4-3-1 0,-1-2-8 0,4 1-18 16,-1-1 19-16,2-2-3 0,-1 1-1 0,4-4 0 0,-3 1 2 15,7 1-7-15,-4-1 14 0,-3 2-12 16,2-3-6-16,2 3-4 0,-5 0 2 0,3 1 12 16,-2 1-20-16,0 1-2 0,-5 1 3 0,1-1 1 0,-2 3-3 15,-1 0 4-15,1 2-1 0,-4 0 4 0,0 2-4 16,-2 0 1-16,-3 2 7 0,-3-1 2 0,1 2-6 16,-9 1 3-16,1 1 9 0,-5-1-10 0,2-1-1 15,-2 1 5-15,0-6-2 0,-2 3-3 0,0-4-9 16,-2-1-15-16,1 1-20 0,6-3-9 0,2 0-20 15,0-4-15-15,3 2-23 0,2-2-20 0,2-3-26 16,1 3-17-16,5-5-21 0,1-1-10 0,6 1-9 16,0-5-20-16,5-2 7 0,0 1-2 0,6-1-141 15,5-3-400-15,4 1 176 0</inkml:trace>
  <inkml:trace contextRef="#ctx0" brushRef="#br0" timeOffset="-194094.99">7997 7030 399 0,'19'-9'27'0,"-1"0"26"0,-9 3 23 15,6-1 25-15,-9 4 9 0,6 0-2 0,-3 1 0 16,-2 1 2-16,0 2 8 0,0 3 12 0,1 1 11 0,0 3 11 15,0 3 10-15,1 5 5 0,0-1-1 16,-1 3 3-16,0 10 8 0,6-4 1 0,-2 2-12 16,-1 1 3-16,3 3-1 0,-2-1 23 0,3 2-21 15,0 2-2-15,0 2-10 0,-2-2-2 0,6 15 12 0,-1 1-11 16,-7-11-10-16,4 10-15 0,-7-12 8 0,0 0-8 16,-1-1 0-16,-3 0-5 0,-4-3-2 0,3-1-13 15,-9 0-6-15,2-6-3 0,-5-7-8 0,-2 0 0 16,-3-2-11-16,-2-5-6 0,-3-2-5 0,0-1-5 15,-11-5-9-15,-3-3-1 0,1-3-9 0,-4-6 2 16,-3-4-14-16,2-4-26 0,-11-7-38 0,4-4-32 16,11 4-22-16,3-1-38 0,3 0-27 0,4-4-31 15,6 0-50-15,0-2-49 0,6-1-66 0,11-1-67 16,-3-6-337-16,7 3-808 0,11-12 357 0</inkml:trace>
  <inkml:trace contextRef="#ctx0" brushRef="#br0" timeOffset="-193907.5">8224 6717 225 0,'-4'-2'261'16,"1"-1"-6"-16,3 3 3 0,-5-3-19 0,2 1-27 16,3 2-21-16,0 0-26 0,0 0-12 0,0 0-13 15,0 0-16-15,0 0-29 0,0 0-39 0,-4 9-35 16,7-3-45-16,1-1-46 0,0-2-60 0,1 4-56 15,1 2-146-15,4-3-357 0,0 1 158 0</inkml:trace>
  <inkml:trace contextRef="#ctx0" brushRef="#br0" timeOffset="-193484.22">8445 6976 198 0,'0'0'233'0,"6"2"-2"0,0 1-5 16,0-3-8-16,0 1-9 0,2 1-12 0,4-1-15 15,-2-1-12-15,2 0-10 0,2-1-7 0,-5 1-14 16,5-2-13-16,-2 0-6 0,-1-1-14 0,1-1-7 0,1 2-9 16,-4-2-9-16,3-1-7 0,-5 1-7 15,-1-1-3-15,2-1-3 0,-2 1-2 0,-3 0-6 16,1 1-4-16,-2-1-2 0,-2 1-5 0,0-2-2 0,0 6-7 15,-6-8-12-15,1 6 4 0,-3 0 0 0,-6-1-8 16,1 1 3-16,-1 2-6 0,-1 0 1 0,-3 0-4 16,-5 4 0-16,5-2 3 0,-3 2 11 0,0 2 2 15,3 1 0-15,-2-1-1 0,1 3-2 0,4 1-2 16,-4 0 3-16,8 3 7 0,0-1 5 0,2-1-6 16,-1 3 1-16,2 2 2 0,5-2-5 0,-1 1 4 15,4-1-7-15,4 1 5 0,3-1 9 0,0 2-17 16,4-5 1-16,1 2-3 0,6-1-1 0,1-2-5 15,1-1-2-15,1-1-15 0,7 1-50 0,4-4-27 0,-3-1-37 16,4-3-42-16,-2 0-41 0,2-3-36 0,0-1-34 16,-2 1-33-16,3-2-183 0,-2-5-524 0,1 0 232 15</inkml:trace>
  <inkml:trace contextRef="#ctx0" brushRef="#br0" timeOffset="-193218.62">9062 6991 95 0,'-4'-6'248'0,"4"-1"0"0,-7 2 15 0,0-1 17 15,-5 1 20-15,-6-2 11 0,1 2 8 0,0 2 13 16,-4 0 9-16,-1 0-22 0,-1 3-16 0,-5 1-19 16,4 1-14-16,1 3-22 0,0-1-25 0,2 2-22 15,1 2-21-15,0 0-15 0,2 2-18 0,7-1-14 16,2 1-15-16,-4 2-10 0,5 4-10 0,4-3-8 16,0-3-7-16,5 5-10 0,2 3-1 0,3-7-10 0,7 4-1 15,-2-1-11-15,4 1-5 0,3-3-12 16,6 4-34-16,-4-6-30 0,2-2-25 0,7-2-37 15,-6-1-27-15,7-1-30 0,4-1-26 0,-6-6-18 0,2-1-15 16,-1-2-16-16,-1-3-19 0,-2-3-15 0,0-2-11 16,-3-1-10-16,-1-4 6 0,0-3 9 0,-2-4 8 15,-2-2-8-15,-1-2-6 0,0 0-140 0,-1-2-444 16,-5 1 196-16</inkml:trace>
  <inkml:trace contextRef="#ctx0" brushRef="#br0" timeOffset="-192187.46">9300 6794 681 0,'0'-31'-14'0,"0"0"45"0,-3 5 53 15,1-2 33-15,-1 7 31 0,-1 2 26 0,-3 1 12 16,0-1 10-16,-1 3 23 0,1-1 17 0,-1 5-2 15,5 2-16-15,-5-4-6 0,4 6-13 0,0 2-13 16,-2 1-33-16,0-1-14 0,3 5-10 0,-2 0-21 16,5 1-17-16,-10 4 0 0,7 1 8 0,-1 4-27 15,0 2 12-15,2 6-23 0,0 2-7 0,4 4-7 16,-2 9 1-16,5-1-4 0,-1 2 10 0,0 3-27 16,0 1 7-16,2 0-2 0,-1 2-3 0,4 10-5 0,-3-11 2 15,-2-3-5-15,-3 4-6 0,5-4 2 16,-1-1-9-16,-2-2-19 0,-3-5-13 0,0-6-8 15,0-2-13-15,0-2-1 0,0-5-7 0,0 0 4 0,-1-5 4 16,-1 1 15-16,-2-3-4 0,0-1 18 0,1-3-8 16,3-1 3-16,0 0 2 0,0 0-2 0,-17-7 8 15,14-4 5-15,-2 3-1 0,2-3 4 0,0-1 6 16,3-1 2-16,0-5-1 0,0 0 2 0,2-2 10 16,3 1 5-16,-1 0 0 0,4 0-4 0,-1 1 0 15,1 0 1-15,2 3 3 0,-4-1-3 0,4 2 0 16,-2 3-2-16,2 0-17 0,-1 4 6 0,1 0 6 15,-1 2-7-15,2 0 1 0,-4 4-2 0,1 1 1 16,0 1 11-16,4 3-20 0,-1 1 6 0,0 3 3 16,-1 2-3-16,2 4-3 0,0 2 9 0,-4 2 1 15,2 0-9-15,2-1 2 0,-4 0 3 0,2 3 3 16,-6-1-1-16,7-1-1 0,-3 0-2 0,-4-2-2 0,3-3 0 16,1-4 17-16,-4-1-14 0,-1-1-2 0,-2-1 2 15,2 1 10-15,1-4-3 0,-4-1-2 16,0-2 2-16,0 0 2 0,0 0 1 0,0 0-9 15,4-10 17-15,-4 3 9 0,0-1 6 0,0-2-3 0,0-1 4 16,3-1 2-16,-2-4-12 0,-1-1-2 0,3 0-1 16,-2 0-11-16,2 5 4 0,-2-2 0 0,2 2-3 15,1 1-4-15,-1 0 11 0,-3 5-17 0,1 0-1 16,2-1-5-16,-3 3-2 0,3 2-1 0,-3 2 1 16,0 0-3-16,0 0-4 0,7 9-2 0,-6-1-15 15,4 0-10-15,-2 4-7 0,0 2 4 0,-2-2-2 16,5 4 0-16,-2 0 12 0,0 2-13 0,1-1 8 15,0-3-6-15,1-1 14 0,-1 3-14 0,1-6 2 16,-2 0 2-16,4-1 6 0,-7-2 2 0,3-2 3 16,1-1 9-16,0-2 1 0,-1-1 2 0,-4-1 4 15,0 0 2-15,15-7 2 0,-11 1-1 0,-3-2-2 16,6-4 5-16,-4 1-2 0,4-6 7 0,-3-1 8 0,4 1 15 16,-4-1-7-16,2 1 4 0,2-1 9 15,-4 0-1-15,1 0-1 0,-2 1 7 0,1 5 3 16,-1 0 1-16,-2 0 2 0,2 2 10 0,-2 2-14 0,1 1 0 15,0 2-9-15,1 0-4 0,-1 2-3 0,-1-1-7 16,-1 4-5-16,0 0 0 0,0-4 5 0,0 4-11 16,0 0 6-16,0 0-3 0,11 9-1 0,-9-3 8 15,1 0-10-15,1-1 8 0,0 4-2 0,3 0-5 16,1-2 8-16,0 2-7 0,1 0 1 0,0 0 1 16,-1-1-4-16,9 4-4 0,-5-5 8 0,0 1-6 15,6-4 1-15,-2 3 6 0,3-2-3 0,-2 1-1 16,0-4-3-16,2-2-1 0,0-1-2 0,0 2-1 15,-1-3 6-15,1-4-14 0,-2-1 13 0,1 1 2 16,0-4-8-16,-3 3-3 0,1-2-5 0,-1-3 10 16,0 1-7-16,-7 2 16 0,2-3-13 0,1 1 2 15,-6 0-3-15,2 2 4 0,-1-3 1 0,-4 3-4 16,-2-1-3-16,0 0 11 0,-2 3 0 0,-3-2 0 0,1 5-8 16,-1-2 8-16,-6 1 3 0,-1 1 10 0,2 4 1 15,-6 0 3-15,2 1 5 0,-5 2 10 16,1 0 5-16,2 7 2 0,-3-4-1 0,6 6 6 0,-1 0 5 15,2 2-2-15,1 2-4 0,0-1-5 0,4 1-2 16,3 2-1-16,3 0-7 0,1 0 6 0,1 0-4 16,7 0-7-16,3 2 5 0,-1-2-2 0,7 2-1 15,-2-5-2-15,4-2-1 0,3 4-6 0,1-9-35 16,6 4-28-16,-6-7-55 0,-3 2-45 0,13-2-51 16,-13-5-55-16,3-1-61 0,0-4-44 0,-6-1-266 15,6-3-675-15,-4-1 300 0</inkml:trace>
  <inkml:trace contextRef="#ctx0" brushRef="#br0" timeOffset="-192031.23">9953 6580 67 0,'-41'-14'321'0,"4"-2"-16"0,3 3-27 16,6 2-28-16,6 1-24 0,0 3-20 0,10 1-25 15,-1 3-15-15,0-2-18 0,6 2-35 16,-1 1-50-16,7-1-48 0,1 3-47 0,0 0-63 0,0 0-48 15,0 0-203-15,0 0-373 0,20 10 166 0</inkml:trace>
  <inkml:trace contextRef="#ctx0" brushRef="#br0" timeOffset="-191484.41">10870 6679 249 0,'-10'-17'323'0,"-2"0"-9"16,5 2 1-16,-3-4-21 0,6 3-19 0,3-2-1 15,-3 1-20-15,8 0-1 0,-3 3-20 0,2 1-3 16,4 2-19-16,1 1-24 0,2-1-26 0,0 2-10 16,3 3-17-16,3-2-18 0,-2 4-10 0,1 1-11 15,-2 3-11-15,2-1-12 0,-3 2-10 0,2 1-1 16,4 4 1-16,-1 3-20 0,-4-2 0 0,0 3 1 15,2 2-7-15,-2 2-8 0,-1 0 0 0,0 0 4 16,-4 3-15-16,4-2 3 0,-3-1 1 0,-4 6-3 16,-1-4-2-16,3 0-5 0,-7 0 1 0,0 2 1 15,-5-4 5-15,2-3 3 0,-4 5 13 0,-4-1 4 16,-4 2 7-16,0-1 7 0,-1 0 3 0,-5 2 4 16,-2-2 5-16,0 2-7 0,0 0-5 0,1 2-1 0,6-7-5 15,-7 5-5-15,4 1-4 0,1-3-1 16,4-1-3-16,1 0-7 0,2 1-4 0,4 2 3 15,-1 0-4-15,1 2 3 0,7 1-1 0,0-3-4 0,3 0-5 16,5 0-32-16,-1 0-37 0,5-2-30 0,2 1-69 16,-1-1-50-16,5 0-53 0,-2-3-51 0,3 1-59 15,1-5-50-15,-3 3-241 0,2-6-711 0,3 2 315 16</inkml:trace>
  <inkml:trace contextRef="#ctx0" brushRef="#br0" timeOffset="-191203.18">11090 7386 170 0,'0'5'257'0,"-1"3"-9"16,1 1 8-16,0-3 2 0,1 2-20 0,0 0-7 16,2 2 4-16,-1-3-15 0,0 1-9 0,1 1-18 0,2-3-13 15,-2-1-23-15,1 2 2 0,-3-2 1 16,4 1-11-16,-3-2-1 0,1 0-9 0,0-3 8 15,-3-1-12-15,5 3-6 0,-5-3-14 0,8 2-7 0,-8-2-10 16,0 0-8-16,11-5-2 0,-9 2-12 0,0-2-10 16,0 0-5-16,-1 0-9 0,-1-3-12 0,0 2 2 15,-1-1-7-15,-2-1-7 0,-1 1-22 0,-3-1-32 16,1-3-50-16,-3 6-43 0,0-3-53 0,-4 2-55 16,-3 2-60-16,2 1-57 0,-6-3-269 0,-2 4-663 15,-8-3 294-15</inkml:trace>
  <inkml:trace contextRef="#ctx0" brushRef="#br0" timeOffset="-190328.27">3190 8858 46 0,'-9'-17'331'0,"1"2"-16"0,-1 0-2 15,4 3-11-15,0 1-10 0,1 0 8 0,-2 3 10 16,5 1-10-16,-5-1-23 0,4 5-35 0,-1 0-32 16,3 3-21-16,0 0-20 0,0 0-19 0,0 0-14 15,5 21-10-15,4-6-10 0,-1 4-9 0,5 6-2 16,-2 1-12-16,0 3-6 0,1 0-8 0,-2 2-6 0,0-1-6 15,0 1-10-15,0 1-2 0,-1 3-6 16,-3-3-4-16,2 1-6 0,-4-2-5 0,1 0 0 16,0-2 3-16,-4-2-11 0,3-7-8 0,-3 1-32 0,2-3-29 15,-2-4-56-15,3-2-43 0,-2-4-37 0,-2 0-31 16,2 0-31-16,-2-3-27 0,5-2-44 0,-5-3-292 16,1 2-654-16,-1-2 289 0</inkml:trace>
  <inkml:trace contextRef="#ctx0" brushRef="#br0" timeOffset="-190000.17">3235 8800 2 0,'-1'-5'304'0,"-2"0"-10"15,3 3-9-15,0 2-15 0,3-7-23 0,-3 7-25 16,0-4-26-16,0 4-20 0,7-2-13 0,-7 2-9 0,19 7-13 15,-10-1-12-15,10 4-15 0,0 0-6 16,6 6-5-16,2 0-13 0,-1 3-6 0,4 0-8 16,-2 4-3-16,4 2 1 0,-1-1-8 0,0 2-7 0,-2 0 3 15,-1 2-16-15,8 9-6 0,-9-9-2 0,-3 4-5 16,-2-4 9-16,-3-2-10 0,-2 0-6 16,0-2 0-16,-4 0-5 0,-3-6 0 0,-2-3-1 0,-2 2-4 15,2-6 1-15,-5-1-2 0,-1-3-4 0,1-1 5 16,-2-1-6-16,1-3-5 0,-2-2-29 0,0 0-28 15,0 0-25-15,0 0-31 0,0 0-23 0,-11-12-31 16,8 2-28-16,1-1-29 0,-2-2-39 0,-1-5-193 16,0 0-490-16,2-5 217 0</inkml:trace>
  <inkml:trace contextRef="#ctx0" brushRef="#br0" timeOffset="-189750.2">3695 8800 155 0,'-7'-11'267'0,"2"-1"9"0,-2 1 12 15,2-1-7-15,-4 4 3 0,5-2 2 0,0 3 7 16,0-1-11-16,0 3 0 0,1 0-10 16,2 1-18-16,-2 0-23 0,3 4-30 0,-4-5-21 0,4 5-20 15,0 0-19-15,0 0-14 0,0 0-15 0,0 0-7 16,15 17-17-16,-8-5-8 0,-2 2-5 0,5 6-9 16,-1-2-4-16,2 6 3 0,-1 2-13 0,-2-1-5 15,1 2-12-15,-2 1 3 0,4-1-3 0,-3 3-6 16,-1-2 0-16,0 0-9 0,0-2 0 0,2-1-28 15,-1 1-22-15,-1 1-37 0,1-9-29 0,0 0-19 16,2 0-39-16,-5-7-30 0,5 3-32 0,-1-4-37 16,1 0-38-16,0-4-32 0,3-3-258 0,-2-1-628 15,4-2 278-15</inkml:trace>
  <inkml:trace contextRef="#ctx0" brushRef="#br0" timeOffset="-189343.99">4065 8909 35 0,'0'0'304'16,"0"0"10"-16,-16 5 11 0,8-1 7 0,-2 7 2 15,-1-4-22-15,-1 4 4 0,-2 1-9 0,3 1-14 0,2 1-27 16,-1 0-25-16,1 2-19 0,5-5-19 0,1 2-22 16,2 1-13-16,1-1-18 0,4 5-14 0,0-1-8 15,8-2-12-15,-1-1-10 0,4-1-10 0,1-1-8 16,3-2-7-16,2-4-7 0,2 2-8 0,5-2-8 15,1-1-4-15,2-5-5 0,-8-1-4 0,7 0-8 16,-9-3-20-16,-1 0-16 0,4-3-19 0,-3-3-14 16,-2 0-4-16,0 0-24 0,-4-4-9 0,1 1-2 15,-6-5 1-15,-2 0-8 0,0-1 12 0,-4-1-2 16,-4-1 0-16,0-6 8 0,0 6-1 0,-4-5 10 16,-4-3 6-16,0 3-3 0,0 6 14 0,-3-4 10 15,-3 6 10-15,3 1 26 0,-5 1 17 0,-3-6 11 16,1 10 8-16,1-1 15 0,-9-2-4 0,0 5-4 0,1 2-4 15,0 1-5-15,-7 3-4 0,1 3-5 16,1 3-5-16,8 1-13 0,2 1 8 0,-3 0-5 16,4 5-4-16,1 0 0 0,2 3-6 0,2 1-49 0,6-3-41 15,0 1-51-15,8 1-48 0,0 1-51 0,8 4-57 16,4-2-70-16,-1-1-283 0,7 0-690 0,2-3 306 16</inkml:trace>
  <inkml:trace contextRef="#ctx0" brushRef="#br0" timeOffset="-188515.94">3332 9551 110 0,'-22'5'249'0,"0"0"-1"16,-6 3-2-16,6-1-3 0,4 0-7 0,-1-1-9 16,0-2-10-16,8 1-17 0,0 0-15 0,5-2-11 15,-1-1-10-15,3 0-10 0,0 0-11 0,0 1-14 16,1 0-11-16,3-3 15 0,5 6 24 0,10-6 1 15,15 0-18-15,9-1-15 0,24-4-7 0,5-1-13 16,30 1-13-16,0-4-9 0,-1 1-6 0,-2 2-8 0,-22 2-8 16,28-4-7-16,-2 3-5 0,-27 3 5 15,25-3-15-15,-32 4-4 0,0-2 0 0,-2 1-4 16,-6 0-1-16,0 1-7 0,-21 1-1 0,-1 0-1 0,-4-2-2 16,1 4 11-16,-12-2-11 0,-8 0-3 0,0-2-6 15,-3 2 8-15,-4 0 12 0,3-1-1 0,-8 1-4 16,0 0-3-16,0 0-2 0,0 0-5 0,-19-3 0 15,-3 0-1-15,-5 1-3 0,-5 0 2 0,-4 2-7 16,-1-1-1-16,-3 0 3 0,-1-1-3 0,0 1-1 16,-19 1 2-16,-2-2-3 0,3 1 0 0,-2 1 1 15,1 1 2-15,-1-1 0 0,1 2-2 0,3 2 0 16,1-1-3-16,18-1-1 0,-3 2-4 0,6-1 5 16,0 1-24-16,2-1-23 0,14-1-19 0,0 0-15 15,5-1-15-15,2-1-27 0,5 1-22 0,2 1-5 16,5-2 2-16,0 0-10 0,0 0-17 0,24 1-34 15,6-2-33-15,3 1-26 0,1-2-43 0,1-1-173 0,2 0-523 16,6-1 233-16</inkml:trace>
  <inkml:trace contextRef="#ctx0" brushRef="#br0" timeOffset="-174826.45">3631 3685 11 0,'0'0'92'0,"4"-2"3"0,-4 2 5 16,0 0-1-16,0 0 8 0,0 0-2 0,0 0 12 16,0 0-15-16,0 0-2 0,0 0-6 0,0 0-4 15,0 0-6-15,0 0 0 0,0 0-11 0,0 0-3 16,0 0-7-16,0 0-5 0,0 0-4 0,0 0-8 15,0 0-10-15,0 0-5 0,0 0 6 0,0 0-6 16,0 0-5-16,10 1-2 0,-1-1 1 0,-3-1-3 0,6 1-2 16,-1-1-5-16,2 0-1 0,1-1-2 15,6 0 0-15,5 0 4 0,-4 2-7 0,9-5-2 16,-1 4 0-16,2-1 4 0,-3-2-7 0,3 1 2 16,-1-3-2-16,5 2-5 0,-5 1 7 0,1 2 0 0,-7-4 0 15,7 2-3-15,0 0 2 0,2 0 0 0,-13 1-4 16,2-1 4-16,0 0-7 0,-2 1 2 15,3-2 5-15,-5 3-5 0,2 0 0 0,-2-1 6 16,-4 0-5-16,0 0 2 0,0 1-2 0,2-2-8 0,-5 2 8 16,3 1-1-16,-2-1 7 0,0-1-6 0,3 2-3 15,-4-2 4-15,0 2-5 0,3-2 3 0,-2 2 1 16,0-1 2-16,0 2-1 0,2-2-1 0,-2 0-7 16,2 1 4-16,-1-2 2 0,1 2 2 0,1-1 1 15,3 0 3-15,-3 0-2 0,1-1-5 0,3-1 1 16,-4 4 3-16,4-4-6 0,0 1 5 0,0 1 0 15,0-1 2-15,-1-2-2 0,2 2 2 0,-5-1 0 16,0 2-3-16,7-3-1 0,-3 4 2 0,0-2 2 16,1-1 0-16,-1 0-2 0,2 2 0 0,-1-2-4 15,-6 2 2-15,6-1-3 0,-2 0 5 0,4 1 6 16,-2 0-5-16,-1 0 0 0,0-1-3 0,-5 1-5 16,6 0 7-16,-6 2-2 0,8-2-2 0,-2 1 1 15,-1 0 2-15,1-2 1 0,-1 1 1 0,2 0-5 16,-1 2 3-16,-1-1 0 0,0 0-1 0,4 1 4 15,-1-1-4-15,0-1 0 0,-3 1 4 0,4 1-1 16,-4-2-1-16,4 0 0 0,-1-1 1 0,1 4-3 16,0-5 1-16,-1 2 4 0,9-2 0 0,-1 2-6 15,-8-1 4-15,9 2-5 0,-1-3-3 0,-8-1 7 16,1 1-2-16,7 3 2 0,-10-3-4 0,3 1 2 16,7-1 2-16,-9 1 0 0,1 1 0 0,2 0 2 15,-5 1-8-15,3-2 3 0,-2 2 4 0,1 0-3 16,-1-4-1-16,2 3 3 0,-3 0 0 0,1-5-4 15,1 6 1-15,-4-3 7 0,4 3-7 0,-7 0 3 16,6 2 0-16,0-4-2 0,1 2 0 0,-1-1 0 0,0 0-2 16,4 1 5-16,-3 0-7 0,1-1 5 15,-4-1 4-15,4 1-5 0,-1-1 2 0,1 4-3 16,1-4 2-16,-1 0 0 0,-2 0-1 0,1 1 0 16,0 0 0-16,0-1 2 0,-3 2-2 0,2-4-2 0,-6 4 4 15,2-1-1-15,-2-1-1 0,0-5-1 0,2 7 1 16,-3-2-5-16,-2 2 5 0,4 0 0 15,-3-1-4-15,-1-2 2 0,2 3 1 0,-3-1 2 16,1 0-2-16,1 1 4 0,-5-1 3 0,1-1-10 16,0 1 4-16,-1 1-2 0,-7 0 3 0,12-2-2 0,-6 2 0 15,-6 0 0-15,11-2-1 0,-11 2-13 0,9-1-26 16,-9 1-36-16,3-2-58 0,-3 2-181 0,0 0-340 16,0 0 151-16</inkml:trace>
  <inkml:trace contextRef="#ctx0" brushRef="#br0" timeOffset="-68638.74">12071 9802 60 0,'-6'-6'235'0,"2"0"-4"0,-7 4-23 0,3-2 4 0,-6 4-9 15,0 0-6-15,-4 2-9 0,-3 3-4 0,0 5-3 16,-8 0-8-16,-4 8 0 0,4 1-6 0,-3 4-6 16,2 0-10-16,3 4-1 0,0 2-13 0,5 1-18 15,0 1-4-15,5-3-10 0,3-2-9 0,3 4-14 16,3-2-5-16,7-2-14 0,4-4 2 0,6-2-11 16,7 3-5-16,9-4-3 0,6-2 0 0,9-3-8 15,15-2 2-15,4-4-9 0,5-2 0 0,-2-9-3 16,2 2-11-16,-4-8 5 0,1 1-3 0,-1-5-1 15,-1 2 2-15,-5-9-2 0,-15 7-2 0,-2-3-5 16,0-3 3-16,-6-3 2 0,-2 1-4 0,-5-4-6 16,-1-3 2-16,-4 0 1 0,-5-3-1 0,-9 1-2 15,-2-3 1-15,-3 2 1 0,-7-1 0 0,-5 1 11 0,-6 1 1 16,-6 2 8-16,-5-1 3 0,-13-2 5 0,-5 3 1 16,11 10 0-16,-21-4-6 0,5 5 3 15,-1 3-6-15,15 5-6 0,-7 1-9 0,7 6 14 0,-1 2-35 16,2 0-46-16,4 8-45 0,3-1-32 0,6 4-30 15,5 0-11-15,8 2-17 0,4-1-15 0,6 5-31 16,6 0-31-16,2 1-28 0,11 5-188 0,1 0-522 16,4 2 231-16</inkml:trace>
  <inkml:trace contextRef="#ctx0" brushRef="#br0" timeOffset="-68091.92">12879 9705 143 0,'1'-5'258'16,"-1"-2"-7"-16,1 3-11 0,-1-1-4 0,2 3-15 15,-2 2-21-15,1-7-21 0,-1 7-18 0,0 0-16 16,0 0-18-16,8 12-10 0,-4-4-10 0,0 2-13 16,3 4-8-16,1 3-8 0,3 1-9 0,3 4-1 15,-1 5-6-15,1 1-9 0,-2 2-3 0,6-2-2 16,-2 0-7-16,-2 0-6 0,1-4 2 0,1 2-7 0,-4-1-1 15,-2-7-4-15,1 0-4 0,-2-2-1 16,-1-5-2-16,1 4 0 0,-3-4 12 0,-1-6 7 16,-1 3 27-16,1-4 31 0,-1 0 30 0,-3-4 14 0,-1 0-5 15,0 0 8-15,6-11-10 0,-5 4-8 0,5-10-3 16,-5 3-9-16,-1-5-4 0,4-2-8 0,-2 2 0 16,0-9-7-16,5 6-9 0,-3-9-8 0,0 2-8 15,2 1-7-15,-5 0-7 0,6 1-4 0,-2 6-6 16,2 1-5-16,-3 2-3 0,2-2-2 0,2 4-10 15,-3 4-13-15,-1 2-14 0,2 1-22 0,-2 3-46 16,-3 0-48-16,3 0-50 0,0 4-21 0,-4 2-24 16,0 0-18-16,11 2-21 0,-7 2-22 0,-1 0-23 15,1 3-8-15,-1-1-17 0,-2 2-182 0,5-2-546 16,-2 3 242-16</inkml:trace>
  <inkml:trace contextRef="#ctx0" brushRef="#br0" timeOffset="-67418.58">13496 9802 79 0,'4'-4'142'0,"3"-3"6"0,-3 4 9 16,0-2 1-16,0-2 10 0,-1 1-6 0,0-1-6 15,-2 1 0-15,3-1-1 0,-2 1-2 0,0 0 0 16,-2 2 0-16,-2-3 0 0,4 2-8 0,-6 2-4 16,4-1-4-16,0 4-14 0,-7-7-13 0,5 5-9 15,2 2-10-15,-13 0-14 0,13 0-3 0,-16 2-3 16,8 4-10-16,-4-1-5 0,-1 2-5 0,0 1-14 0,2 1 3 15,-3 3-1-15,-2 1-5 0,4 3-2 0,2-1-6 16,-1 1-2-16,3 2-3 0,3-6 1 16,-1 4-2-16,6 1-2 0,0 1-3 0,0-1 1 0,4 1-1 15,3-1-3-15,1-2-1 0,6-1-5 0,-5-2 0 16,5 2-2-16,2-4 1 0,-1-2 1 0,4-2 1 16,0-2-10-16,0 0 8 0,2-4-1 0,-1-1-1 15,-1-5 2-15,0 3-2 0,-1-5-6 0,1 2 4 16,-3-3 4-16,-3-1-2 0,2-2 0 0,-3 1-6 15,0-1 5-15,-3-1-3 0,1 2 3 0,-6-2-2 16,4 1 8-16,-3 0-5 0,1-2-3 0,-2 1 4 16,0 2-3-16,2 0 5 0,-2-1 4 0,1 1 4 15,2 1-1-15,1-1 4 0,-2-1 7 0,1 4-9 0,2-3 0 16,-2 5 4-16,2-4-5 0,1 3 3 16,2 1-3-16,-1 1 2 0,1-1-3 0,-4 6 2 15,3-3-4-15,4 1-1 0,-3 2-2 0,-2 2-2 0,2-2 1 16,1 2 1-16,-4 3-8 0,3-1 3 0,-5 1 12 15,4 0-9-15,-2 2 0 0,-5 2 1 0,3-3-11 16,0 6 8-16,-5-3-3 0,0 1 2 0,-2 2 1 16,3-1 0-16,-6 1-9 0,2-3 8 0,0 1 1 15,-1-1-2-15,-2 1 6 0,1-5-8 0,-1 1 7 16,0 0 3-16,1-1 14 0,-1-3 12 0,0 1 8 16,4-3 4-16,-6 1-9 0,6-1 1 0,0 0-6 15,-6-7 7-15,9 2 3 0,-2-2-3 0,2 1-8 16,1-5 0-16,1 1-6 0,3-1 4 0,1 1-6 15,0-2 1-15,2 3-6 0,0-5 3 0,2 1-6 16,-3 3-2-16,5 1 12 0,-7-3-17 0,3 3 0 16,-3 2 1-16,4 1-4 0,-2-3-11 0,1 4 6 0,1 2 1 15,-2 0 0-15,-2-1-18 0,-3 3 3 0,5-1-10 16,-2 1-20-16,-8 1-6 0,12 1-25 16,-4 1-10-16,-1-1-28 0,-3 2-27 0,3-2-28 0,-3 2-31 15,3-1-32-15,-2 1-31 0,-1 0-26 0,3 0-243 16,-3-1-571-16,4 3 253 0</inkml:trace>
  <inkml:trace contextRef="#ctx0" brushRef="#br0" timeOffset="-67028">14664 9350 261 0,'-4'-14'302'0,"-1"2"-6"0,-1 2-10 0,2-1-25 0,-4 0-17 16,4 6-6-16,-3-2-5 0,3 0-22 0,-3 1-24 15,-2 6-37-15,2 2-33 0,0 1-16 0,0 5-7 16,-2 0-8-16,5 4-11 0,0 4-8 0,0 4-5 16,0 7-9-16,2 2-4 0,-1 4-8 0,6 0-2 15,-1 0-1-15,3 1-7 0,2 3-1 0,0 1-2 16,-1-1-5-16,3 11-8 0,0-1 2 0,-1-9 2 15,2 0-2-15,-1 9-1 0,1-9 0 0,2 10-3 16,-2 3-1-16,-3-15-4 0,-2 1 2 0,2-2 1 16,-5-1-7-16,0 0 5 0,-2-3 8 0,0-1-12 15,0-3 1-15,-4 4-3 0,-3-10 4 0,3-1 1 16,-4-2-4-16,-1 0 5 0,1-4-3 0,-2 0-4 16,1-4-10-16,4-2-17 0,-2 1-15 0,-1-4-16 0,5 0-23 15,-1-3-42-15,-1-1-36 0,5-1-40 16,0 0-33-16,-2-9-50 0,2 1-161 0,4-2-478 15,0-3 212-15</inkml:trace>
  <inkml:trace contextRef="#ctx0" brushRef="#br0" timeOffset="-66684.05">14560 9873 10 0,'-6'-6'271'0,"2"1"5"16,3 1-5-16,0-1-15 0,1 5-18 0,1-6-12 15,0 1-20-15,4 1-9 0,4 1-19 0,0-1-20 16,5 2-10-16,2-2-15 0,-1 1-14 0,6 1-6 16,-4-1-10-16,6 2-10 0,-5 0-6 0,1 0-8 15,0 1-9-15,-4-3-8 0,5 3-5 0,-6 0-10 16,2 0 1-16,-3 0-6 0,2 0-1 0,0 0 1 16,-2 3-12-16,1-2-5 0,-2-1 0 0,1-1-2 0,-4-2-6 15,-1 3 3-15,-1 0 3 0,-7 0-10 0,15 0 1 16,-10 0-3-16,-5 0-3 0,8 0-8 15,-8 0 2-15,7 3 8 0,-3-1-9 0,-4-2-1 0,4 4-1 16,-2 1 1-16,0-1 2 0,-2 4-8 0,2-2 7 16,0 3-8-16,1 0 3 0,1 1 0 0,0 0-4 15,3-1-2-15,-2 3 0 0,4-4-8 0,-1 3-7 16,1-1-8-16,6 4-15 0,0-9-20 0,0 6-26 16,0-4-30-16,4-1-18 0,-1-1-20 0,-3-4-22 15,1-1-15-15,1-1-15 0,2-4-17 0,-6-1-137 16,-1 0-397-16,1 0 175 0</inkml:trace>
  <inkml:trace contextRef="#ctx0" brushRef="#br0" timeOffset="-66371.61">15299 9376 157 0,'0'-11'261'15,"-1"0"19"-15,1 2 3 0,0 0-8 0,0 1-16 16,-3 2-12-16,3 0-22 0,0 1-27 0,0 3-22 15,0 2-19-15,0-6-25 0,0 6-9 0,0 0-11 16,0 0-13-16,0 0-12 0,0 0-9 0,0 19-6 16,3-9-9-16,-2 3-2 0,4 4-11 0,-1 2-2 15,-3 1-6-15,3 1-6 0,0 5-3 0,2 4-6 16,-1-1 1-16,-1-2 0 0,3 3-4 0,0-2-3 16,-2 1-3-16,3-3 1 0,1 2-4 0,-4-2-3 15,3-1 0-15,0-6-9 0,-1 2 2 0,1-2-3 16,-2 0 2-16,3-2-20 0,-2 0-15 0,1-2-22 15,-1-3-21-15,1-2-26 0,-2 0-23 0,-1-1-24 0,2-3-32 16,-2-1-25-16,3-2-50 0,-1-1-179 16,-1 0-467-16,1-4 207 0</inkml:trace>
  <inkml:trace contextRef="#ctx0" brushRef="#br0" timeOffset="-66059.13">15578 9360 150 0,'-7'-11'308'16,"1"-1"2"-16,2 2-9 0,0 4-5 0,1-1-11 15,0 2-20-15,0 0-21 0,2 0-19 0,-2 2-24 16,3 3-25-16,-4-6-18 0,4 3-18 0,0 3-15 16,0 0-15-16,0 0-6 0,0 0-10 0,4 17-16 15,2-8-8-15,-2 2-3 0,0 5-5 0,2 4-9 16,0 0 1-16,-2 9-18 0,4-3 7 0,-1 5-8 0,-1-3-5 15,0 2 1-15,0-1-2 0,-2 1-7 0,1-2 1 16,-2 3 1-16,0-4-11 0,1 0-3 16,-4-5-5-16,2-3-9 0,1 7 0 0,-3 0-14 0,0-6-13 15,0-2-14-15,0-1-18 0,-3 0-24 0,1-4-17 16,1-2-18-16,1 3-22 0,0-5-22 0,-2 1-29 16,4-5-20-16,-2 0-33 0,0-2-208 0,0-3-493 15,0 4 219-15</inkml:trace>
  <inkml:trace contextRef="#ctx0" brushRef="#br0" timeOffset="-65199.76">15355 9662 119 0,'-9'-1'211'15,"3"0"-1"-15,1 0-8 0,-2-2 2 0,7 3 1 16,-5-1-13-16,5 1-15 0,0 0-14 0,0 0-14 0,0 0-22 15,20-3-8-15,-5 4-13 0,7-1-11 0,9 2-9 16,2-4-8-16,3 4-9 0,2-1-6 16,-2-1-10-16,2 1-1 0,-2-1-4 0,0 3-6 0,-1-2-7 15,-2 0-4-15,-3 1 1 0,1-1-6 0,-9 0-3 16,-3-1 0-16,-4 3-1 0,-3-2-7 0,1 0 0 16,0 2-3-16,-5-2 0 0,-1 3-6 0,1 0 3 15,-4 1-2-15,2 0-2 0,-1 0-2 0,-2 2-3 16,1-3 6-16,-2 3-1 0,0 1 1 0,1-1 0 15,2 2-4-15,-2 0 1 0,-2-1 0 0,3 3-3 16,2-3 1-16,-2 2 2 0,0-2-5 0,1 2 4 16,2-5 2-16,-3 2-3 0,0-1 3 0,3-2 0 0,1 1-1 15,-1-1 5-15,3-1-6 0,-3-1 1 0,2-3 1 16,-2 1 4-16,0-1-3 0,2-2 1 16,-1-1 3-16,0-2-1 0,2 0-1 0,-1-2 3 0,0 0-1 15,0-4 2-15,-2 4-3 0,2-5 1 0,-2 3 4 16,0-1 8-16,0 0 4 0,2 0 4 0,-6 3 24 15,3 1 12-15,-4 1 2 0,1 1-8 0,1 0-5 16,0-1-3-16,-4 4-12 0,3-1-4 0,-3 3-7 16,1-5-11-16,-1 5 1 0,0 0-4 0,0 0-4 15,0 0-3-15,0 0-5 0,7 9-3 0,-6-3 0 16,1-1-1-16,-1 0 4 0,3-1-13 0,-2 3 2 16,4-1-4-16,-1-1 12 0,1 2-16 0,4-1 3 15,-2 1-1-15,4 0-4 0,6 0 0 0,-2 2-8 0,6-5-7 16,-2 1-1-16,1-3-6 0,2 1 0 15,6 1 0-15,2-3 0 0,-4-1 7 0,4 0-2 16,-1 0 6-16,-7-3 1 0,9 0 2 0,0-4 3 0,-2 3-1 16,-1-1 3-16,2-5-4 0,-1 0-2 0,0 1-4 15,0-3 2-15,2-2-14 0,1 2-20 16,-2-3 2-16,-4 1 1 0,1-2 14 0,-8-1-5 0,-1 3 14 16,-6-2 6-16,1 0 7 0,-7 0 21 0,4-1 11 15,-4 1 8-15,-6-2 10 0,-2 0 10 0,-2 2 3 16,-4-1-4-16,-1 2-1 0,0-1-8 0,-5 2-1 15,-1 1 0-15,-5 2-7 0,0 0-1 0,-2 5 2 16,-2 0-4-16,1 2-1 0,1 2-3 0,-2 4-3 16,3 1 0-16,-3 2-2 0,3 1-1 0,-3 3 1 15,5 2-5-15,1 4 2 0,3 0-1 0,-1 2-1 16,1 6 0-16,6-3 0 0,0 7 1 0,4 3 2 0,4 0 3 16,1-1-3-16,5 2 1 0,2 4-5 0,3-3 5 15,-2 1 4-15,6 4-1 0,-2-1-2 16,7 11 5-16,0 0 1 0,-2 1 1 0,0 0-1 0,-3-2 0 15,-2-9-1-15,1 10-1 0,-3-12-2 0,-3 1-1 16,0 0 3-16,-7-1-2 0,-1-2-1 0,-1-4 1 16,-4-1 3-16,-4-2-2 0,-3-7-3 0,1-4 6 15,-1 1-5-15,0-7-11 0,-1 1-15 0,-3-4-33 16,1-1-44-16,0-3-66 0,-1-5-63 0,-3-3-219 16,0-2-483-16,1-3 214 0</inkml:trace>
  <inkml:trace contextRef="#ctx0" brushRef="#br0" timeOffset="-64652.82">16159 9300 223 0,'0'0'305'0,"-3"-5"-11"0,3 5-28 0,0-5-25 15,0 5-23-15,0 0-24 0,0 0-25 0,0 0-11 16,0 0-20-16,0 0-14 0,0 0-14 0,0 0-9 16,0 0-16-16,0 0-8 0,0 16-10 0,3-11-4 0,-3 0-6 15,1 2-8-15,2-2-1 0,-1 1-6 0,0 0-4 16,-2 0-4-16,3-1-2 0,1 0-3 15,-1-1-4-15,-2 0-1 0,2 0-1 0,-3-1-2 0,0-3 4 16,4 4-4-16,-4-4-4 0,4 5 6 0,-4-5 12 16,3 1 21-16,-3-1 9 0,0 0 1 0,0 0-6 15,0 0-5-15,0 0-4 0,5-7-2 0,-5 7-1 16,2-6-6-16,0 3 1 0,-2 0-7 0,0 3-2 16,0-8-10-16,3 5 4 0,-3 3-9 0,0-6-6 15,0 6-21-15,1-4-33 0,-1 4-38 0,-4-7-51 16,4 7-54-16,0 0-63 0,0 0-46 0,-5-1-222 15,5 1-555-15,0 0 245 0</inkml:trace>
  <inkml:trace contextRef="#ctx0" brushRef="#br0" timeOffset="-63043.6">11618 10895 37 0,'-8'1'129'0,"1"-1"-5"0,0 0-6 16,0 2-6-16,7-2-5 0,-8 1-12 15,8-1-4-15,0 0 0 0,0 0 4 0,0 0-2 0,20 3 2 16,-6-2-10-16,16-2-3 0,5 2-8 0,6-1-2 16,15-1-8-16,2 0-5 0,4-1-3 0,3-2-1 15,4 3-7-15,-1 0 3 0,37-3-4 0,-37 3-2 16,35-1-6-16,-2 1 0 0,1 0-6 0,4-1 2 15,7 0 2-15,1-2-1 0,-1 4-4 0,4-5 0 16,1 5-1-16,6-5-4 0,1 5 4 0,0-2 4 16,-2-3 8-16,-1 3-3 0,-1 0 2 0,3 1-1 15,0-1 2-15,1-2 2 0,-1 4-5 0,-3 4-6 16,-5-3-1-16,-4-5-4 0,1 2-1 0,3-1-2 16,-2 2-1-16,0-3-2 0,0 4-3 0,-9-4-1 15,2-1-2-15,-8 4-2 0,-27-4-2 0,33 2 1 0,-4 3 2 16,-30-3-3-16,30 0-2 0,-29 0-3 0,27 2 0 15,-29-3 3-15,0 2-4 0,28-8-2 0,-31 10 2 16,-2-3-1-16,3 1 1 0,0 1-2 0,-4 0-2 16,-1 1 1-16,-1-1-2 0,-2-1 1 0,-3-2 5 15,-2 3-6-15,-16 2 2 0,2-1-3 0,-5-2 0 16,-1 0 3-16,-3 4-1 0,-10-4-1 0,-10 4 0 16,2-4-2-16,-1 4-5 0,-6-5-1 0,-1 3-11 15,-6 0-33-15,0 0-47 0,0 0-54 0,0 0-61 16,-17-6-210-16,-2 1-456 0,-6 2 202 0</inkml:trace>
  <inkml:trace contextRef="#ctx0" brushRef="#br0" timeOffset="-62246.8">14897 9492 180 0,'0'0'182'0,"0"0"-15"0,0 0-18 0,0 0-16 16,-4-3-12-16,4 3-14 0,0 0-9 0,0 0-8 15,0 0-10-15,0 0-7 0,0 0-10 0,0 12-4 16,0-12-2-16,1 6-2 0,0-2-10 0,1 0-1 16,1 0-2-16,-2 1-3 0,3-1-4 0,0-1-1 15,-2 2-2-15,2-3-2 0,0 1-3 0,1-2 2 16,-5-1 5-16,8 1 2 0,-8-1 4 0,0 0 7 0,11 0 9 16,-11 0 1-16,6-3 5 0,-2 0 3 0,-2-1-5 15,-2 4 0-15,3-8 0 0,-3 5-3 16,0-1-4-16,1 0-8 0,-1-1-3 0,0 5 0 0,-1-8-6 15,1 6-7-15,0 2-4 0,0-6-8 0,0 6-32 16,0 0-51-16,0 0-27 0,0 0-54 0,0 0-76 16,0 0-169-16,-9 12-425 0,9-6 189 0</inkml:trace>
  <inkml:trace contextRef="#ctx0" brushRef="#br0" timeOffset="-50890.02">9254 12049 77 0,'0'0'97'16,"0"0"-13"-16,0 0 6 0,0 0 15 0,0 0-5 0,0 0 2 16,0 0-7-16,0 0 3 0,0 0-4 0,0 0-12 15,0 0 5-15,2 11-8 0,-2-11-8 0,3 5-1 16,-3 0-8-16,1-2 2 0,2 1-4 0,-3 0-7 16,2 1 1-16,-1 0 0 0,2 0-4 0,-3 0 4 15,1 2-1-15,-1-1-10 0,4 1-1 0,-4-1-3 16,3 3 6-16,1 1-2 0,-1-2 2 0,-1 2-7 15,1-2 0-15,0 3-5 0,-2-2-3 0,3 1-2 16,0 1-4-16,-2-1-2 0,-1 0-3 0,2 0 2 16,2 2-4-16,1 0-2 0,-5-1 3 0,3 0 7 15,-4 1 2-15,4-1-2 0,-1 1-2 0,0 1-1 16,-1 0-2-16,1-3-2 0,0 0 0 0,1 2-3 16,-3-3 0-16,3 2-3 0,-2 0-3 0,-1 0 3 15,2 1-5-15,-1-3 2 0,0 2-3 0,1 1-1 0,-2-2 3 16,2 2 1-16,-1-3-6 0,0 1 2 15,-1 0 1-15,2 0-2 0,2-1-2 0,-3 1 3 16,0-1 0-16,0 2-4 0,0-1 2 0,0-2-1 0,-1 0 2 16,3 0 0-16,-1 1 0 0,-3 0-4 0,3-1 2 15,-2-1 1-15,1 4-1 0,0-3 3 0,0 4 7 16,0-7 15-16,1 7-4 0,-2-6-4 16,-1 2 0-16,2 0-4 0,-1-2 3 0,0 1-4 0,-1 1-1 15,2 0 1-15,-1 1-3 0,-2 1 0 0,2-1-3 16,0-1 0-16,1 2 0 0,-2 0-1 0,0-1 1 15,0 0-4-15,1 0-2 0,-1 2 2 0,0-3 0 16,0 2-3-16,3-3 4 0,-3 3 1 0,1-2-1 16,-1 4 10-16,0-5 9 0,3 4 0 0,-2-1-5 15,2 0 4-15,-3-1-6 0,0 1-3 0,2 0-2 16,-2 0 4-16,2 0 0 0,-2 0-4 0,1 0 2 16,-1 1-2-16,3 0 9 0,-3-1 0 0,3-1 0 15,-3 3 0-15,1-5-5 0,-1 6 0 0,0-4-3 0,0 1 1 16,0 0-3-16,0 1-2 0,0-1-1 15,0 0 0-15,3 0 0 0,-3 0-1 0,0-2 1 16,0 3-2-16,0 0-2 0,0-1 4 0,0-2-2 16,1 2-2-16,-1-1 6 0,2 2-7 0,-1-3 4 0,-1 2 4 15,0 1-4-15,0 1 3 0,3-1-2 0,0-1-1 16,-2 2 1-16,2-1 5 0,-2 1-9 16,-1 0 4-16,0-1-1 0,1 0 0 0,3 1-1 0,-4 1-3 15,3-2 3-15,-3 2 7 0,3-2-10 0,-2 1-2 16,1 0 1-16,0 0-2 0,-2 0 6 0,0-2-3 15,3 2 2-15,-3 1 9 0,1 0-8 0,2-2 2 16,-3 0 0-16,0 2-2 0,2-1 0 0,2 0 0 16,-3 0 1-16,2 2-3 0,-2-1 1 0,-1-1 1 15,5 0 0-15,-5 1-3 0,0 0 2 0,4 1 1 16,-4-3-3-16,3 4 0 0,-1-2 1 0,-1 4 0 16,3-4 10-16,-3 1-13 0,2-1 3 0,0 4-1 15,-2-3 3-15,2-1-2 0,-2-1 4 0,3 5-3 16,-1 1 1-16,-3-4-3 0,1-1-2 0,2 1 3 15,-2-1-2-15,1 1 2 0,1 2 7 0,-2 1-9 16,-1 0-1-16,0-4 0 0,0 3 0 0,0-2-3 16,3 4 4-16,-6 1-4 0,6-1 2 0,-2 0 0 0,-1 2-3 15,0-1 6-15,0 1-3 0,0 1 0 0,0-1-2 16,0-1 3-16,0 2 0 0,0-1 2 16,0 2-3-16,0-1 3 0,0-1 2 0,0 7 9 0,3-7 12 15,0 9 2-15,-5-3 7 0,4-5-13 0,-2 0-3 16,1 6 0-16,-1-6-10 0,1 1 4 0,-1-2-1 15,0 5 0-15,3 3-2 0,-7 0 1 0,3-6 1 16,-2 3 2-16,0 2-12 0,3-5 11 0,-1 6-6 16,1 1-5-16,-3-8 5 0,0 7-4 0,0 2 4 15,-2-1-1-15,5 1 0 0,-4-2 1 0,0-2-2 16,1 2-4-16,2-7 4 0,-5 7-6 0,5-2 3 16,-3-5 0-16,4-2-3 0,-3 0 0 0,0 2 2 15,-1-3 4-15,3-1 2 0,-3-1-4 0,0-5-2 16,4 1-5-16,0-3-8 0,0-2-21 0,0-2-12 15,0 3-20-15,0-4-20 0,0-4-36 0,0 4-53 16,0-4-52-16,0 0-58 0,0 0-234 0,4-16-562 16,-4 8 249-16</inkml:trace>
  <inkml:trace contextRef="#ctx0" brushRef="#br0" timeOffset="-49890.12">9240 12087 93 0,'0'0'180'0,"0"0"-14"0,-5-1-15 0,5 1-14 15,0 0-10-15,-9 4-12 0,9-4-7 0,-6 6-6 16,-1-2-6-16,4 1-9 0,-1 3-5 0,0 0-9 16,0 1-5-16,-3 0-5 0,3 2-6 0,0-2-5 15,-4 3-3-15,4-1 0 0,-3-2 3 0,0 2-2 16,0-1-1-16,2-2-4 0,-2 2 3 0,3-4 1 16,-1 0-1-16,1 0 0 0,0-1 10 0,-1-2 13 15,3 0 9-15,-1 1 18 0,3-4 18 0,-3 2-7 16,3-2-7-16,0 0-1 0,0 0-8 0,-4-12-5 0,5 5 0 15,2-2-16-15,0-3-15 0,1 2 1 0,2-1 6 16,0-2-2-16,2 3 3 0,-1 0 0 0,1-3 2 16,-1 1 4-16,0 1 4 0,-2 0-1 0,1 3-1 15,-2-2 8-15,0 4-4 0,0 0-8 0,0 1 4 16,0-1-4-16,-1 3-10 0,-2 0-2 0,2-1-10 16,-3 4-6-16,4-3-8 0,-4 3-7 0,7 0 0 15,-7 0 0-15,12 5-6 0,-6 0-2 0,0 1-6 16,5 2 1-16,0-1-26 0,3 5-17 0,2-1-37 15,-1 2-28-15,3 0-36 0,5 4-47 0,0-1-58 16,4 0-62-16,-2 2-46 0,-4 0-224 0,0 0-615 16,2-2 272-16</inkml:trace>
  <inkml:trace contextRef="#ctx0" brushRef="#br0" timeOffset="-47644.71">9050 15036 117 0,'-6'3'136'0,"6"-3"-4"0,0 0-1 0,0 0-3 16,0 0-8-16,0 0-14 0,-4 1-2 0,4-1-14 0,0 0 2 15,0 0-12-15,0 0 2 0,0 0-12 0,0 0-3 16,0 0-3-16,0 0-7 0,0 0 5 15,0 0-5-15,0 0-2 0,0 0-3 0,0 0-5 0,0 0 6 16,0 0-6-16,0 0-9 0,0 0-1 0,22-5-5 16,-15 3-5-16,2 1-2 0,2-1-2 0,0-1-2 15,0 2 0-15,3 0-3 0,-2-2-4 0,0 2 2 16,-1 0-2-16,3-1-3 0,-1-1-2 0,2 2-2 16,-1-1 4-16,1 0-7 0,-4 0-1 0,1 1 5 15,4-1-3-15,-5-1-2 0,1 3 1 0,-1-2 2 16,3 1 2-16,-3-1-2 0,0 0 1 0,-1 2-6 15,-2-1-1-15,1 1 4 0,-1-2-2 0,1 1 0 16,-2 1-1-16,0-1 3 0,1 0-2 0,0 1-2 16,-1-2-1-16,-7 2 6 0,15 0-7 0,-10-1 6 15,2 0-1-15,1 1-2 0,1 0-1 0,-3-1 3 16,-6 1-3-16,14-2 3 0,-10 1-3 0,6 0 0 16,-4 0 1-16,3 0 0 0,-3 1 0 0,8 0 3 0,-3-2-4 15,0-1 4-15,-2 3-6 0,2-1 1 0,0 0 5 16,-2-1-4-16,2 0 2 0,0 1-6 15,0 0 3-15,-5-1 1 0,3 2 0 0,-3-1 3 0,3 0-1 16,-1 1 1-16,-1-1-2 0,1-1-2 0,2 2 1 16,-3-1 0-16,1 2 0 0,0-1-1 0,3 0 1 15,-3 0 1-15,0 0-1 0,0-1 0 0,3 2-1 16,-4-1-2-16,4 2 2 0,-3-2 0 0,0 0-2 16,2 2 0-16,2-1 4 0,0 1-4 0,2-1 1 15,-2 1 3-15,-1-1-3 0,2-1 2 0,1 2 4 16,1 0-2-16,-4 1-5 0,6-5 2 0,0 2 1 15,3 0 2-15,-7 0 0 0,7-1-2 0,-1 2 2 16,-5-1-1-16,6-1-1 0,-2 2 2 0,-1 1-4 16,-3-4 4-16,2 1-1 0,-2 0-2 0,6 2 1 15,-2-3-1-15,-2 2 2 0,-2 0 0 0,2-2-1 16,-2 1-3-16,6 1 3 0,-2-1 2 0,0 2-2 16,-4-1 2-16,2-1 0 0,-2 1-1 0,4 0-5 0,-3 0 1 15,4-2 3-15,-4 3 0 0,0-1-1 0,8-1 4 16,-4 2-5-16,-1-1 0 0,1 2 0 15,-1-2 4-15,2 0 0 0,-1 0-5 0,0 0 3 16,0 1 0-16,3-1 2 0,-3 2-1 0,0-2-2 0,1 1 2 16,-2 0-4-16,1-1 3 0,0 0-1 0,0 1 1 15,-4-2 3-15,6 2-3 0,-2 1 2 0,1-2-3 16,-1-2 1-16,-1 4 0 0,1-2 2 0,0-2-2 16,0 4 0-16,0-2 0 0,1-2 3 0,-3 4-1 15,3-4-7-15,-1 4 5 0,-4-2-2 0,3 0 2 16,1-3 0-16,-4 2-2 0,1 2 4 0,-1-1 0 15,-1 0 1-15,0 1-8 0,2 1 4 0,-3-2-2 16,1 2 8-16,0-2-5 0,0 0 1 0,-1 2 1 16,0-2-1-16,-1 0-2 0,2 0 1 0,-2 0-2 15,2 0 4-15,-2 0 0 0,0 1 2 0,3-1-3 16,-4 0-4-16,4 1 3 0,1 1-3 0,5-2 6 16,-3 1-3-16,2-1 3 0,-8-1 0 0,4 1-4 15,-2 0-1-15,5 0 2 0,-4 0 1 0,0-2 1 0,0 1-4 16,0 1-2-16,0 0 5 0,4-1-2 15,-3 1 2-15,2 0-2 0,1 0-2 0,-5-1 6 16,2 1-6-16,2 0 4 0,1-1-1 0,0-1-1 0,-2 0-1 16,1 2 4-16,1 0-5 0,-3 0 5 0,2-5-3 15,3 5 3-15,-4 0-5 0,1 0 5 0,2-1-2 16,-2 0 1-16,-3 2-1 0,0-2 0 0,4 1 0 16,-2-2 2-16,4 2-1 0,-2-2 0 0,-5 1-1 15,1 1 2-15,-2-1-6 0,8 2 5 0,-1-2-3 16,-1 0 2-16,0 1 1 0,-4-2-2 0,5 2-7 15,-2 0 8-15,4-1 1 0,-2 1 0 0,3-3-2 16,-2 0 2-16,2 3-1 0,-3 2-3 0,2-4 3 16,-1 0 3-16,0 2-2 0,2-2 1 0,-3 2-3 15,3-2 2-15,0 5 1 0,-3-7-3 0,2 4 1 16,-2-1 1-16,1-2 1 0,-1 2-2 0,2 1-2 16,-3-1 2-16,3-1 1 0,-1 1-1 0,-1-2 0 15,-2 1 1-15,4 1-2 0,-4-1 0 0,5 2 1 16,-4 0 1-16,0 2 0 0,0-4-1 0,-2 1 0 15,3 2-1-15,-1-2 0 0,-1 1-2 0,-4 1 3 16,2-1 7-16,-2-1-6 0,3 1-5 0,2 0 4 0,-5 0 2 16,2 0-2-16,2-1-2 0,1 2 3 0,1-2 0 15,-6 2-2-15,2-2 0 0,2 1-1 0,-4 0 3 16,0 1-2-16,5-2 2 0,-4 0-8 16,5-1 8-16,-4 4 2 0,3-2 1 0,2 0-5 0,-6 1 2 15,4-2-1-15,-1 2-1 0,1-2-2 0,0 1 4 16,0-2 1-16,0 1-2 0,0 1-1 0,0 3 2 15,0-3-1-15,0 0 0 0,6-3 1 0,-4 4 3 16,1 1-5-16,8 0 0 0,-8-1-1 0,1-1 4 16,0 0-3-16,3-1 3 0,-4 2-1 0,1 1-3 15,0-2 1-15,0 1-1 0,-1 0 4 0,1 0 3 16,0-1-7-16,0-1 0 0,-5 2 1 0,2-1 2 16,0 0-1-16,0 0 0 0,-1 0 2 0,-1 0 0 15,-4 0-4-15,-1-1 1 0,0 0 0 0,-2 1 1 16,2-1 3-16,-3 2-3 0,-1-1-3 0,-1-1 3 15,-3 2-1-15,-5-1-3 0,15 1 3 0,-11-1-3 16,-4 0 3-16,10 0-5 0,-10 0 8 0,6-1 2 0,-6 1-3 16,4-1 2-16,-4 1-6 0,0 0-1 0,0 0 4 15,0 0 2-15,0 0-1 0,9 2-2 0,-9-2-1 16,0 0 5-16,0 0-4 0,0 0 1 16,0 0-2-16,2 2-1 0,-2-2-2 0,0 0 2 0,0 0-6 15,0 0-13-15,0 0-14 0,0 0-16 0,0 0-24 16,0 0-36-16,0 0-28 0,0 0-24 0,0 0-126 15,0 0-315-15,0 0 140 0</inkml:trace>
  <inkml:trace contextRef="#ctx0" brushRef="#br0" timeOffset="-47269.75">13973 14814 60 0,'0'0'182'0,"0"0"-20"16,0 0-6-16,-10 0-20 0,10 0-11 16,0 0-4-16,0 0-2 0,0 0-5 0,0 0 9 15,0 0-5-15,0 0-8 0,0 0-6 0,20 5-11 0,-12-3-6 16,-1 1-8-16,1-2-7 0,-1 1-5 0,3 1-12 15,-1 1 1-15,-1-2-8 0,0 1-4 0,-1 0 2 16,0 0-6-16,-2 1-1 0,2 0-3 16,-3-2-7-16,2 3-2 0,-1-2-2 0,0 2-1 0,-2-2-3 15,-2 1-3-15,2 0-1 0,-3 2 0 0,0-1-4 16,0 0 2-16,-4 3 5 0,0 0 2 0,-5 2-6 16,3-1 2-16,1-1-4 0,-5 1 3 0,1-1-2 15,-4 2 0-15,4-3-6 0,-6 3-33 0,0 0-49 16,0 0-63-16,3-3-81 0,-7 1-166 0,6-3-414 15,-4 3 183-15</inkml:trace>
  <inkml:trace contextRef="#ctx0" brushRef="#br0" timeOffset="-46551.07">10490 12742 150 0,'0'-4'269'0,"0"4"-7"0,-3-5-16 16,3 5-17-16,-2-4-19 0,2 4-21 0,-3-4-16 15,3 4-15-15,0 0-20 0,0 0-18 0,0 0-14 16,0 0-9-16,0 0-10 0,0 0-8 0,-7 11-8 15,6-3-8-15,-2 0-8 0,-1 2-4 0,0 2-2 0,-2 2-7 16,1-3-3-16,1 2-1 0,-4 5-8 16,0-2 3-16,-2-1-10 0,2-1 2 0,-3 0-5 15,-1 0 0-15,5-3-5 0,2 0-21 0,-4-1-26 16,5-1-29-16,-5-1-30 0,3-3-47 0,5 0-34 0,-3-1-59 16,0-3-162-16,4-1-426 0,0 0 189 0</inkml:trace>
  <inkml:trace contextRef="#ctx0" brushRef="#br0" timeOffset="-46347.92">10429 12803 42 0,'0'0'164'0,"0"0"-10"0,0 0-11 0,0 0 5 15,0 0-7-15,0 0-11 0,7 9-5 0,-6-5-1 16,2-2-6-16,2 3-7 0,-1 2-8 0,2-3-10 15,2 1-8-15,3 3-6 0,0-3-8 0,1 3-8 16,3 0-6-16,-3-1-3 0,3-1-10 0,1 2-20 16,2-2-39-16,-6 0-54 0,2-3-60 0,1 1-181 15,-3-1-337-15,-1-2 149 0</inkml:trace>
  <inkml:trace contextRef="#ctx0" brushRef="#br0" timeOffset="-46004.2">11177 12697 95 0,'3'-5'299'0,"-3"5"-6"0,1-4-15 0,-1 4-18 16,3-4-22-16,-3 4-12 0,0 0-29 15,1-7-22-15,-1 7-22 0,0 0-14 0,0 0-17 16,0 0-11-16,0 0-12 0,0 0-1 0,-9 13-19 16,6-6-6-16,0-2-7 0,-5 4-10 0,4 1-5 0,-1-2-8 15,-1 2-19-15,-1 0-17 0,-1 2-24 0,0-2-22 16,3-1-24-16,-4 1-22 0,0 1-36 15,-1-4-42-15,3-1-32 0,-1 0-50 0,-1-2-131 0,2 0-407 16,0-3 180-16</inkml:trace>
  <inkml:trace contextRef="#ctx0" brushRef="#br0" timeOffset="-45832.34">11037 12764 41 0,'1'-3'214'0,"-1"3"-22"0,4-3-5 16,-4 3-8-16,0 0-13 0,0 0-17 0,14 6-5 15,-10-4-14-15,-1 1-9 0,5 2-16 0,0 1-8 16,2 1-9-16,-1 1-9 0,3 0-8 0,2 3-5 16,1 3-15-16,-7-6-34 0,7 6-38 0,-3 1-60 15,1-3-67-15,0 2-161 0,-3 1-333 0,1-1 149 16</inkml:trace>
  <inkml:trace contextRef="#ctx0" brushRef="#br0" timeOffset="-45519.87">11442 13155 229 0,'0'0'221'0,"0"0"-25"0,0 0-16 15,0 0-18-15,-20 6-15 0,14-4-15 0,2 3-13 16,-4-1-13-16,4-1-10 0,-3 3-9 0,3 0-8 16,0-2-7-16,0 5-9 0,-4-1-7 0,5 0-4 15,-2 0-4-15,-1 0-2 0,2 4-12 0,0-2-17 16,-4 0-14-16,4-1-29 0,-3 0-25 0,2-1-28 15,0-2-41-15,-1-2-30 0,-1 1-137 0,0-2-310 16,0-1 137-16</inkml:trace>
  <inkml:trace contextRef="#ctx0" brushRef="#br0" timeOffset="-45348.01">11245 13257 87 0,'4'-3'214'0,"-4"-1"-4"0,0 4-1 15,6-6-12-15,-1 4-7 0,-1 0-15 0,-4 2-16 0,8 0-15 16,-8 0-7-16,11 2-12 0,-3 1-10 0,-1-1-16 15,0 1-9-15,0 2-5 0,6 0-10 0,-2 2-10 16,7 2-3-16,-6-2-4 0,-1 1-15 0,4-1-3 16,0 1-23-16,0-3-48 0,-3 2-61 0,6-1-55 15,-5 0-241-15,1-3-420 0,-5 0 186 0</inkml:trace>
  <inkml:trace contextRef="#ctx0" brushRef="#br0" timeOffset="-44910.56">10885 13711 98 0,'0'0'220'15,"0"0"-20"-15,0 0-22 0,0 0-15 0,0 0-18 16,-10 6-11-16,5-1-16 0,-1 0-9 0,1 1-13 16,-5-2-3-16,5 3-11 0,-5 1-7 0,2 0-11 15,-3 0-2-15,2 0-7 0,-2 1-4 0,0 0-6 0,1 0-9 16,-2 0 1-16,3-1-1 0,-2 1-7 16,-1 0-13-16,1-1-30 0,0-2-38 0,0-1-47 15,0-1-35-15,0-1-32 0,-1 0-114 0,1-3-303 0,3-1 134 16</inkml:trace>
  <inkml:trace contextRef="#ctx0" brushRef="#br0" timeOffset="-44754.32">10630 13785 168 0,'0'0'200'15,"3"-5"-5"-15,-2 3-12 0,-1 2-15 0,3-4-17 16,-3 4-14-16,0 0-14 0,0 0-6 0,8 0-11 16,-8 0-7-16,8 4-9 0,-1-2-9 0,-4 1-5 15,6 0-10-15,1 3-3 0,0-2-8 0,3 2-8 16,-1-1 1-16,1 2-8 0,4-1-11 0,1-1-32 15,-5 2-52-15,9-5-59 0,-4 2-90 0,-3-3-107 16,-1 1-338-16,-1 0 150 0</inkml:trace>
  <inkml:trace contextRef="#ctx0" brushRef="#br0" timeOffset="-44363.73">10184 14105 46 0,'3'-4'275'0,"-3"4"-27"0,0 0-27 16,0 0-21-16,0 0-19 0,0 0-19 0,-15 8-19 15,11-5-17-15,-3 2-6 0,-1 1-12 0,-3 1-10 16,0 0-10-16,1 1-12 0,-2 2-6 0,0 2-6 0,0-3-6 15,0 4-5-15,-2-2-7 0,-1-1-5 0,4 0-20 16,-1-2-21-16,1 1-28 0,0 0-44 16,-6 0-48-16,7-4-47 0,-2-2-176 0,-1-2-373 0,7 1 165 15</inkml:trace>
  <inkml:trace contextRef="#ctx0" brushRef="#br0" timeOffset="-44176.25">10013 14117 193 0,'1'-3'181'0,"3"1"-9"0,-4 2-19 0,4-3-14 16,-4 3-13-16,0 0-10 0,0 0-14 0,12 7-6 16,-7-5-6-16,-1 2-8 0,0 0-6 0,3 2-7 15,-1-1-2-15,2 3-11 0,4-1-3 0,0-1-8 16,1 2-3-16,-2-3-16 0,1 0-45 0,2-4-60 16,1 3-81-16,-3-4-111 0,0 0-295 0,2-2 131 15</inkml:trace>
  <inkml:trace contextRef="#ctx0" brushRef="#br0" timeOffset="-42832.64">11744 12617 90 0,'-5'-3'228'0,"5"3"-25"0,-4-3-18 16,4 3-23-16,0 0-15 0,0 0-12 0,0 0-18 15,-10 6-10-15,10-6-1 0,-3 6-7 0,3-1-6 16,0 0-6-16,3 0-2 0,-3 0-6 0,1 3-6 16,2-5-4-16,1 2-1 0,-1 4-5 0,0-7-5 15,2 2-2-15,-1 2 1 0,3-2-4 0,-3-1-3 16,2-2-6-16,-1 0 2 0,2 0 6 0,-7-1-5 16,11-1-1-16,-3-1-6 0,-4-2-1 0,3-2-3 15,-2 3-1-15,2-2-6 0,-2-3-1 0,1 0 0 0,-2-2-1 16,-3 1 2-16,6-1-10 0,-6 0 1 0,2-2 0 15,-3 2 2-15,0-2-2 0,3 5 0 0,-6-1-1 16,3 0-2-16,0-1-7 0,-3 3 1 16,2 1-5-16,-7 2-13 0,4-1-14 0,-3 2-20 0,-1 2-18 15,-6 2-24-15,5-2-25 0,-5 4-25 0,5 1-39 16,-1-1-39-16,-2 1-181 0,0 2-422 0,6-4 186 16</inkml:trace>
  <inkml:trace contextRef="#ctx0" brushRef="#br0" timeOffset="-42160.82">11139 12343 182 0,'0'0'230'0,"0"0"-17"0,0 0-22 0,0 0-19 16,-7 0-20-16,7 0-11 0,0 0-15 0,0 0-16 16,0 0-10-16,0 0-12 0,0 0-6 0,8 7-7 15,-6-5-8-15,0 3-9 0,5-1-4 0,-3 3-3 16,2-2-3-16,2-3-6 0,-1 2-5 0,-2-1-2 15,2 1-5-15,1-3-4 0,-1 3-1 0,0-3-2 16,2-1 0-16,-5 0 0 0,-4 0-2 0,15-2 4 0,-11-1 11 16,0 2 6-16,2-3 2 0,-5-1 1 0,1-2 1 15,0 5 2-15,-2-4-6 0,-2 0 1 16,2 0-4-16,-2 0-7 0,1 0-2 0,0 4-2 0,-1-2-3 16,-3 0-5-16,2 2-8 0,0-3-15 0,-1 3-22 15,4 2-22-15,-12 0-31 0,12 0-20 0,-11 8-44 16,7-3-50-16,-2 4-208 0,2 0-433 0,-2 3 192 15</inkml:trace>
  <inkml:trace contextRef="#ctx0" brushRef="#br0" timeOffset="-41270.15">11140 13602 128 0,'0'0'254'16,"-1"-5"-11"-16,1 5-10 0,-4-5-13 0,4 5-16 15,-7-3-24-15,7 3-15 0,0 0-20 0,0 0-11 16,0 0-13-16,-12 4-9 0,9 0-5 0,3 1-10 16,-4 1-7-16,1 1-9 0,2 2-6 0,-3 0-1 15,1 0-9-15,3 3-6 0,3-4-5 0,-3 4-1 16,5-3-5-16,-5-1-1 0,4-1-6 0,0 1 0 15,2-3-4-15,1 3-3 0,-2-3 4 0,2-2-1 16,-2 0-2-16,4-3-6 0,-4 4-4 0,6-5 0 16,-11 1-3-16,13-4 1 0,-6 1 6 0,-2-2 7 15,1-1 3-15,-3 2-1 0,1-3 11 0,-1-1-12 0,-2 3-6 16,-1-5-6-16,0 4 4 0,-1-1-4 0,-3 0-3 16,-2 0-11-16,2-2-11 0,-4 2-25 15,2 2-19-15,0 1-32 0,-4-1-35 0,2 1-34 0,0 2-53 16,1-1-64-16,1 2-219 0,-1-2-522 0,7 3 231 15</inkml:trace>
  <inkml:trace contextRef="#ctx0" brushRef="#br0" timeOffset="-40645.26">12435 13143 139 0,'0'0'300'0,"0"0"-21"0,0 0-19 16,0 0-23-16,0-5-25 0,0 5-25 0,0 0-21 15,0 0-15-15,0 0-12 0,0 0-16 0,0 0-11 0,0 0-10 16,0 14-6-16,0-9-7 0,4 0-7 0,-2 2-7 16,0-3-7-16,4 2-3 0,-2 1-2 15,1-2-13-15,5 0 1 0,-5 2-6 0,6-2-1 0,-2-3-3 16,1 1-5-16,1 1-5 0,1-2-3 0,-1-2 0 15,-3-1-5-15,3 0 4 0,-1-3-3 0,-2 1 2 16,3-1 10-16,-3-2-2 0,0-2 8 0,-1 2 6 16,-2-5-8-16,1 4-1 0,-2-3 2 0,0 2-4 15,-4-6 0-15,0 3-1 0,-3 0 1 0,0-1-9 16,-1 2-2-16,0 2-7 0,-6-2-5 0,1 3 5 16,-2 1-16-16,-2-1-23 0,-4 1-18 0,-2 3-24 15,1 3-19-15,0 3-22 0,-1-1-34 0,-2 4-45 16,4 1-49-16,0 2-72 0,1 3-160 0,-3 0-503 15,4 0 223-15</inkml:trace>
  <inkml:trace contextRef="#ctx0" brushRef="#br0" timeOffset="-39629.65">12147 13675 273 0,'-7'-3'282'0,"4"1"-17"0,3 2-24 0,-13-2-17 16,3 4-23-16,5 0-14 0,-5-2-20 0,5 2-13 15,-2 2-14-15,0-1-13 0,2 2-10 0,-1 0-8 16,2 0-10-16,0 2-7 0,1-1-5 0,1 0-7 15,2 0-6-15,2 2-9 0,0-2-3 0,-1 1-7 16,3-1-3-16,6 1-1 0,-1-1-7 0,2-2 1 16,1-2-9-16,3-1-2 0,-2 1-5 0,-1-2 0 0,3-2-4 15,-3 1-2-15,0-3 0 0,-2 1 0 16,-2-1-2-16,0 0-1 0,0 0 1 0,-4-1-3 16,0 0-2-16,-2 0 2 0,-2-2-7 0,0 3 1 15,-2-3-4-15,-2 3-6 0,0-1-5 0,-6-3-19 0,-1 3-17 16,2 3-21-16,-4-3-21 0,0 2-29 0,1 0-30 15,-3-1-44-15,2 3-55 0,-4-1-225 16,-1 1-503-16,4 1 222 0</inkml:trace>
  <inkml:trace contextRef="#ctx0" brushRef="#br0" timeOffset="-39213.06">11873 13126 246 0,'0'0'237'0,"0"0"-25"0,-10 0-13 0,10 0-19 16,-6 5-24-16,2-3-10 0,4-2-15 0,-3 7-8 16,3-3-13-16,3 2-11 0,-3-2-4 0,4 1-11 0,2 0-4 15,-1 1-6-15,4-1-10 0,0 1-2 0,2 0-7 16,-1-2-2-16,1-2-4 0,-2 1-1 0,0 0-4 16,3-3-1-16,-1 0 0 0,-3 0 3 0,-1 0 6 15,0-4 5-15,0 0 3 0,-2 3-3 0,0-3 0 16,1-3-3-1,-3 1-1-15,-2 1-8 0,-1-5-6 0,-1 2-2 16,-1-2-3-16,-2 0-2 0,0 1-6 0,0 0-2 16,-4 0-5-16,1 2-10 0,0 1-21 0,-5 0-24 0,3 3-32 0,-4 1-35 15,1 3-28-15,-3 0-35 0,0 3-45 0,-1 1-224 16,-5 3-470-16,3 2 207 0</inkml:trace>
  <inkml:trace contextRef="#ctx0" brushRef="#br0" timeOffset="-38666.15">11257 14524 55 0,'-2'6'217'0,"2"-2"-19"0,0-4-17 16,0 9-12-16,2-5-14 0,1 0-13 0,0 1-11 0,-1 2-8 15,5-4-11-15,-3 1-13 0,3-1-6 0,1 0 6 16,6 3-4-16,-4-5 0 0,0 2-7 15,1-3-4-15,4 0-7 0,-1 0-6 0,-2-2-2 16,3 0 2-16,-4 0 11 0,0-2 5 0,0-1 3 0,-5 3 1 16,0-2 1-16,-1 0 1 0,-1-4-7 0,-1 5-9 15,-2-2-8-15,-3-5-5 0,0 5-7 0,-6-5-8 16,1 2-2-16,-1 2-6 0,-3-2-2 0,-1 2-11 16,-2 0-12-16,-3-1-16 0,3 3-23 0,-1 0-28 15,0 2-27-15,2 1-36 0,-1 1-43 0,-1-1-61 16,1 2-60-16,2-1-158 0,4 2-472 0,-1 1 209 15</inkml:trace>
  <inkml:trace contextRef="#ctx0" brushRef="#br0" timeOffset="-37525.53">10767 14571 162 0,'3'-2'268'0,"0"-2"0"0,1 0 5 15,-4 4 1-15,3-6 1 0,-2 4-7 0,-1 2-18 16,0 0-19-16,4-2-24 0,-4 2-25 0,0 0-20 16,0 0-15-16,3-3-23 0,-3 3-8 0,0 0-12 15,0 0-15-15,-8 12-7 0,5-6 1 0,-4 1-16 16,3 3 8-16,-4-1-26 0,0 1 6 0,-3 4-14 16,0-1-3-16,2 1-2 0,-2 0-16 0,-1-2-18 15,2-1-18-15,2 1-19 0,-3-3-17 0,3 1-24 16,-2-3-32-16,0 4-29 0,4-6-39 0,1 2-47 15,2-4-44-15,-1 1-210 0,2-3-516 0,2-1 229 16</inkml:trace>
  <inkml:trace contextRef="#ctx0" brushRef="#br0" timeOffset="-37322.43">10666 14564 190 0,'0'0'201'15,"0"0"-11"-15,0 0 3 0,0 0-8 0,6 11-6 16,0-7-3-16,2 4 0 0,2-2-19 0,2 2-12 16,0 0-19-16,6 0-10 0,-2 0-13 15,3 2-10-15,3-2-9 0,-2 1-7 0,2-3-12 0,1 2-28 16,-1-3-38-16,0-1-46 0,-2 1-54 0,-1 0-69 16,-4-1-193-16,-1-1-393 0,-2-3 175 0</inkml:trace>
  <inkml:trace contextRef="#ctx0" brushRef="#br0" timeOffset="-35877.44">11098 14158 140 0,'0'0'265'16,"0"0"-14"-16,3-6-17 0,-3 6-15 0,0-3-19 15,0 3-23-15,0 0-19 0,0 0-18 0,0 0-13 16,0 0-14-16,0 0-9 0,0 0-8 0,-7 14 1 0,3-9-8 16,1 1-8-16,-4 1-7 0,3 2-8 0,-1-2-9 15,1 5-4-15,-2-2-5 0,1-1-2 16,1 0-4-16,-3-1-8 0,0 1-1 0,2-2-6 0,2 0 0 16,-1-1-20-16,1 0-21 0,-1 0-15 0,1-1-19 15,1-1-19-15,-3-1-21 0,3 1-17 0,-1 1-24 16,3-5-28-16,-5 2-37 0,5-2-169 0,-6 1-393 15,6-1 175-15</inkml:trace>
  <inkml:trace contextRef="#ctx0" brushRef="#br0" timeOffset="-35688.43">10989 14202 163 0,'0'0'226'0,"0"0"-16"0,3-6-14 0,-3 6-14 15,6-1-7-15,-6 1-8 0,9 0-13 0,-9 0-11 16,15 0-11-16,-8 1-16 0,2 2-9 0,6 2-11 16,-5-1-9-16,3 0-9 0,1-1-10 0,2 8-5 0,2-4-6 31,1 2-5-31,-1-1-7 0,1 1-26 0,-3 1-41 16,-1-2-52-16,8 0-61 0,-8-1-78 0,-1-2-136 15,-3-1-378-15,1 2 168 0</inkml:trace>
  <inkml:trace contextRef="#ctx0" brushRef="#br0" timeOffset="-33312.7">11612 13962 208 0,'0'0'217'16,"0"0"-3"-16,0-4-13 0,0 4-9 0,0 0-13 0,0 0-2 15,0 0-8-15,0 0-15 0,0 0-14 16,-4-4-12-16,4 4-14 0,0 0-11 0,0 0-16 16,0 0-8-16,0 0-6 0,0 0-10 0,0 0-5 15,-7 11-3-15,6-6-6 0,-2-1-5 0,-1 2-6 0,2-3-1 16,0 4-1-16,2-2-3 0,0 1-6 0,0 2 1 16,0-4-4-16,4 2 0 0,0 1-1 15,-1-2-2-15,1-1-1 0,2-2 3 0,-1 2-6 0,3-1 2 16,6-3-7-16,-3 1 1 0,-3-4 1 0,7 0-4 15,-6-1 2-15,2 0-3 0,-1-1 2 0,-1-3-1 16,-2 1 1-16,-2 0-3 0,2-1 12 0,-3-2-3 16,-2 1 1-16,-1 1 3 0,0 0-5 0,-3 0 0 15,0 0 2-15,-2 3-5 0,0-2 0 0,-1 0-5 16,-2 2-5-16,3 1-30 0,-4 0-36 0,2 3-41 16,-5 1-43-16,5 0-52 0,6 0-77 0,-14 4-147 15,6 0-456-15,4 1 202 0</inkml:trace>
  <inkml:trace contextRef="#ctx0" brushRef="#br0" timeOffset="-31234.79">11174 12292 67 0,'0'0'75'0,"0"0"-1"15,0 0-6-15,0 0-7 0,0 0 2 0,0 0-5 16,-12 3-3-16,12-3-4 0,0 0-1 16,0 0 3-16,-5 1-2 0,5-1-5 0,0 0-8 15,-7 3 13-15,7-3 1 0,-7 1-4 0,7-1-3 0,-4 1 1 16,4-1-8-16,0 0 3 0,-9 1-4 0,9-1 5 15,-6 2-2-15,6-2-14 0,0 0 7 0,-8 1 4 16,8-1-15-16,0 0 12 0,-6 2-8 0,6-2-7 16,-4 2-4-16,4-2 4 0,0 0-4 0,-5 3 0 15,5-3-4-15,-7 3 6 0,7-3 2 0,-4 3-6 16,3-1-4-16,-1 2-2 0,2-4-6 0,-7 7 5 16,6-5-2-16,-2 1 4 0,3 3-1 0,-1-4 2 15,-3 3-1-15,4-2-3 0,0 2-1 0,-1 0 1 0,1-5 6 16,0 8-7-16,0-3 0 0,0-1 2 15,-3 0 3-15,6 1-1 0,-3-1-2 0,0-4 3 16,1 8 2-16,-1-5 0 0,4 0 0 0,-4-3 1 16,3 7 7-16,-1-2-2 0,0-3-7 0,2 2 12 0,-1-2 7 15,-3-2 1-15,5 3 4 0,-1-1 0 0,-4-2-4 16,11 1-1-16,-11-1 0 0,10 0-3 16,-10 0-3-16,9 0-1 0,0-1-2 0,-3-1 1 0,1 0-4 15,-2-1 9-15,1 2 3 0,-6 1-4 0,12-2 8 16,-8 0 4-16,3-1 0 0,-7 3 2 0,7-2 2 15,-2-1-3-15,-5 3 5 0,7-3 2 0,-4 1 1 16,-1-1 4-16,-2 3-2 0,6-5-3 0,-3 2 1 16,-1-1-1-16,0 0 1 0,0 0 5 0,-2 4-2 15,6-8-4-15,-5 3-1 0,3 3-8 0,-4-2 5 16,4-1-2-16,-2-3-3 0,-1 5 9 0,0-2-3 16,1 0 0-16,-1 2-2 0,-1-1 5 0,1 0 6 0,2-4 7 15,-3 4-1-15,0 4 5 0,0-6-7 0,0 1 2 16,0 5 0-16,-3-7-10 0,2 2-1 15,-2 3-7-15,1-2-4 0,0 0-8 0,2 4 1 0,-7-6-8 16,5 3-4-16,-4 1-13 0,2 0-24 0,4 2-25 16,-12-1-33-16,5 1-40 0,7 0-30 0,-13 5-53 15,7-2-71-15,-1 0-261 0,0 1-578 0,1 0 256 16</inkml:trace>
  <inkml:trace contextRef="#ctx0" brushRef="#br0" timeOffset="-29565.51">14356 15125 143 0,'1'-5'240'0,"-1"5"-22"16,0 0-25-16,0 0-17 0,0 0-19 0,0 0-16 16,0 0-13-16,0 0-10 0,-14 9-10 0,10-3-4 0,-1 0 3 15,-2 0 0-15,0 4-8 0,-1 1-1 0,-1 2-6 16,-4 1-6-16,2 0-6 0,-1 0-3 15,1 0-10-15,0 1-6 0,-2 3-6 0,-1-4-4 16,1 2-4-16,0-2-4 0,1 0-6 0,1-1-4 0,2-3 2 16,-2-1-8-16,3 2-1 0,0-3-3 0,1 1-3 15,-3-2-12-15,6-2-28 0,0 0-29 0,0 0-28 16,1-1-29-16,-1 0-42 0,4-4-47 16,-3 1-207-16,3-1-435 0,0 0 192 0</inkml:trace>
  <inkml:trace contextRef="#ctx0" brushRef="#br0" timeOffset="-29331.16">14074 15251 41 0,'1'-4'190'15,"-1"4"-13"-15,0 0-13 0,0 0 1 0,0 0 2 16,13 4-14-16,-8 2-14 0,-1-3-7 0,0 1-8 15,3 2-8-15,1 1-6 0,3-1-17 0,0 2-6 16,-3-1-10-16,6 0-8 0,1 4-4 0,1-4-8 16,0 2-7-16,3 0-10 0,-3-3-24 0,-2 2-44 15,0-3-46-15,2 4-50 0,-3-5-49 0,0 0-133 16,-2 0-331-16,0 1 147 0</inkml:trace>
  <inkml:trace contextRef="#ctx0" brushRef="#br0" timeOffset="-29128.05">14528 15379 140 0,'3'3'237'0,"1"3"-6"0,-2-3-8 0,0 2-10 16,1 1-7-16,-2 1-8 0,4-1-27 0,-3 3-20 0,-2-1-12 15,5 1-10-15,-2 3-13 0,3-3-12 0,-5 2-9 16,6-1-9-16,-4 0-11 0,2 2-2 15,0-2-12-15,-2 0-15 0,3 1-39 0,-2-3-54 16,-2 0-72-16,1-3-63 0,0 2-211 0,-2-4-424 0,-1 0 187 16</inkml:trace>
  <inkml:trace contextRef="#ctx0" brushRef="#br0" timeOffset="-28142.23">8733 11930 145 0,'0'-7'260'0,"1"2"0"0,0-1-7 0,-1 1-3 16,0 0 12-16,0 0-9 0,0 0-12 0,0 0-11 15,0 5-14-15,-1-5-19 0,1 5-25 0,-1-5-22 0,1 5-12 16,-3-3-17-16,3 3-12 0,0 0-17 16,0 0-9-16,-12 7-10 0,6-1-5 0,-2 4-8 15,-2 0 0-15,-1 3-2 0,-2 2-15 0,-4 7-6 0,4-7 5 16,0 3-10-16,2-4-3 0,-4 1-7 0,1 2-20 31,2-1-16-31,1-1-19 0,0 0-15 0,-4-1-26 16,7-2-23-16,4 1-31 0,-3-4-18 0,-1 0-37 15,6 0-36-15,-3-5-39 0,1 1-202 0,2-2-498 16,2 1 221-16</inkml:trace>
  <inkml:trace contextRef="#ctx0" brushRef="#br0" timeOffset="-27923.5">8553 11964 66 0,'0'0'213'0,"0"0"-11"16,-3-3-19-16,3 3-14 0,0 0-14 16,0 0-18-16,0 0-12 0,0 0-8 0,0 0-11 0,0 0-11 15,0 0-5-15,11 9-10 0,-8-5-3 0,1 2-11 16,6 3-6-16,-1-3-5 0,-2 3-4 0,0-1-6 16,6 2-2-16,-2-2-8 0,-1 3 0 0,5 1-8 15,-3 2-15-15,2-1-36 0,-6-3-23 0,3 3-49 16,1-3-48-16,-4 0-179 0,2-1-349 0,-5 1 155 15</inkml:trace>
  <inkml:trace contextRef="#ctx0" brushRef="#br0" timeOffset="-27506.97">8809 12116 165 0,'0'0'171'0,"7"0"-9"0,-7 0-14 16,0 0-5-16,0 0-12 0,0 0-4 0,0 0-12 0,9 1-11 16,-9-1-13-16,3 4-14 0,-3-4 4 0,0 0-2 15,0 3 0-15,0-3-3 0,0 0-4 16,0 7-9-16,3-4-3 0,-3-3 6 0,0 6-2 15,0-6-4-15,-3 8-3 0,3-6-4 0,0-2-6 0,0 7-2 16,0-4 0-16,0 4 0 0,0-3 9 0,0 1 0 16,0 1-3-16,0-2-6 0,0-4-1 0,-3 5-4 15,3-1-1-15,0-4-2 0,0 0 7 0,0 6 2 16,0-6 7-16,0 0 4 0,0 4 5 0,0-4 8 16,0 0 9-16,0 0 5 0,0 0 8 0,0 0 1 15,0 0-4-15,0 0-4 0,0 0 0 0,0 0-16 16,0 0-10-16,19-10-9 0,-7 5-18 0,-2-2-28 15,7 0-40-15,0 1-46 0,2-5-56 0,0 4-72 16,7-6-81-16,-7 4-240 0,8-2-576 0,-8 3 255 16</inkml:trace>
  <inkml:trace contextRef="#ctx0" brushRef="#br0" timeOffset="-19197.72">11087 11931 129 0,'0'0'179'15,"0"0"-13"-15,0 0-13 0,0 0-2 0,3-4-7 16,-3 4-11-16,0 0-7 0,0 0-10 0,0 0-11 0,0 0-10 15,0 0-10-15,0 0-10 0,0 0-10 16,0 0-4-16,0 0-7 0,0 0-8 0,0 0 3 16,0 0-10-16,0 0-3 0,-11 11-3 0,8-9-3 0,2 2-3 15,-3-2-1-15,-1 4-7 0,0-2-2 0,0-1 0 16,1 2 3-16,-2 1-4 0,2-1-2 0,-5 0 1 16,3 1-4-16,1 0 0 0,-2-1 0 0,-1 1-2 15,4 1 2-15,-6-2 2 0,6 1-5 0,-4-1 2 16,1-1-3-16,3 2-5 0,0-1 5 0,-1 0 0 15,1 1-4-15,-2 0 1 0,1-1 3 0,1 0-2 16,0 0-2-16,-2 2 0 0,2-2-3 0,1 1 1 16,1-1 0-16,-5 2-1 0,4-2 0 0,1 0 0 15,-1 0 2-15,-1 1 0 0,0 0-2 0,2 0 2 16,-2-2-4-16,1 4 5 0,-3-4-1 0,3 1 1 16,0 1-3-16,-1-1 0 0,1-2 0 0,-1 2 0 15,1 1 0-15,2-2 0 0,-2 0-3 0,2 2 1 16,1-2 2-16,-3 1 0 0,1-2 0 0,-1 1-1 0,0-1 2 15,3 1 2-15,-2 0-4 0,2-4-1 0,0 4 4 16,0-4-1-16,0 6-2 0,0-6 1 0,-2 5 0 16,2-5 0-16,0 4 2 0,0-4 2 0,0 7-2 15,0-7 4-15,0 5-10 0,0-1 6 0,0-4-4 16,0 6 0-16,0-6 0 0,0 5 0 0,0-5 4 16,0 5-1-16,0-5 0 0,0 7 1 0,0-4-3 15,0 2 3-15,0-2 2 0,0-3-4 0,2 7 0 16,-2-4 1-16,0 2-1 0,1-2 1 0,-1-3-3 15,1 7 1-15,1-5 4 0,-2 3-5 0,1-1 2 16,-1-1-2-16,3 1 1 0,-1-1-3 0,0 2 7 16,-1-2-5-16,-1-3 5 0,1 5-5 0,-1-5 6 15,3 8-4-15,-3-5 0 0,4 1 2 0,-4-1-1 16,0-3-1-16,4 5 0 0,-2-1 0 0,-2-4 3 0,0 7-4 16,1-5-3-16,-1-2 6 0,3 5-2 0,-2-2-2 15,-1-3 3-15,3 2-2 0,-2 2 1 0,-1-4 2 16,2 4 2-16,2-1-4 0,-4-3 2 0,5 3-5 15,-5 0 6-15,4 1 1 0,-4-4-2 0,4 3-2 16,-2 2 1-16,0-2 0 0,1 1-1 0,0 0 0 16,-2 0 1-16,2-2-1 0,-3-2-1 0,7 6 1 15,-5-3 3-15,1 0 0 0,0-1 1 0,-2 2-4 16,3 0-2-16,-1-1 1 0,0-1 0 0,0 1 2 16,-3-3-2-16,5 4 2 0,-5-4 2 0,5 4-4 15,-3 0 1-15,-1-1 3 0,-1-3-2 0,5 3-2 16,-5-3 1-16,3 2 4 0,-3-2-3 0,6 4 0 15,-6-4 4-15,4 5-2 0,0-3 0 0,-4-2-4 16,1 4 1-16,-1-4 0 0,8 2 0 0,-8-2 2 16,3 1 0-16,1 2 0 0,-4-3-1 0,3 5-2 15,1-4 2-15,-4-1-2 0,4 4 4 0,-2-1 2 16,-2-3-5-16,5 2-1 0,-5-2 3 0,5 5-4 0,-2-2 6 16,-2-1-5-16,-1-2 1 0,4 3-2 0,-1 0 4 15,-3-3 0-15,7 3 0 0,-7-3-2 16,7 3 2-16,-5-1-1 0,4 0 1 0,-6-2 0 15,4 3-2-15,0 0 2 0,-4-3 1 0,4 3-1 0,2-2-1 16,-6-1 2-16,6 4 0 0,-3-2-1 0,-3-2 1 16,5 3 5-16,-5-3-8 0,5 2 2 0,-5-2 1 15,5 3 1-15,-1-1-3 0,-1 1 3 0,-3-3-1 16,5 3-1-16,-5-3 2 0,7 2-2 0,-6 0-2 16,-1-2 3-16,7 2-2 0,-7-2 1 0,6 3 0 15,-6-3 0-15,3 1-5 0,2 1 5 0,-5-2-2 16,0 0 0-16,7 3-1 15,-7-3 1-15,5 2 1 0,-5-2-4 0,3 3 3 16,-3-3 3-16,3 3-6 0,-3-3 5 0,4 2-1 16,-3 1-2-16,-1-3 0 0,4 2 2 0,-4-2-2 0,7 2 3 15,-7-2-2-15,4 4 1 0,-4-4-2 0,4 2 1 16,-4-2 5-16,5 3-5 0,-2-1-2 0,0 1 2 16,-3-3 1-16,6 2-2 0,-3 1 2 0,-3-3 0 15,9 2 2-15,-7 0-6 0,1 2 1 0,3-2-1 16,-4 1 4-16,4-1-2 0,-2 1 1 0,1-2 2 15,-1 1-3-15,0 2 4 0,3-2-2 0,-4 1 1 0,3-1-4 16,-1-1 2-16,0 2 1 0,-1-1 2 0,0 2-4 16,2-1 3-16,-5 0-4 0,4-1 2 15,0 0-1-15,0 1 2 0,-1 1 1 0,0-3-3 16,-4-1 3-16,4 5-2 0,2-2-1 0,-1 1 2 0,-1-2-1 16,-2 1 0-16,-2-3 1 0,5 3-1 0,-1 2 2 15,-1-3-5-15,1 2 4 0,-3 0-1 0,5-2 0 16,-6-2-1-16,5 7 1 0,-2-5-3 0,0 2 3 15,1-1-1-15,1-1 3 0,-2 2-3 0,-2-2 4 16,6 3-3-16,-4-2 3 0,-1 1-6 0,4-1 3 16,-2 0 0-16,0 2-1 0,2-3 2 0,0 2-1 15,-2 0 0-15,0-1 0 0,-1 1 0 0,3 0 0 16,-4 0-1-16,3 0 1 0,-1 1 0 0,-2-1-2 16,4 0 2-16,-4 1-3 0,0-3 0 0,3 2 5 15,-2 0-1-15,1 1 3 0,0-2-4 0,-1 0 0 16,1 0 1-16,0 2-2 0,-3-2 2 0,2 1 0 15,1-2-2-15,-1 1 2 0,1-1 0 0,0 2-1 16,-2-2 2-16,0 3-2 0,2-2 1 0,-1 0 1 0,2 1-4 16,-2-2 1-16,-2 1 2 0,2 1-4 15,0-2-3-15,1 2 6 0,-1-1-1 0,-3-3 1 16,4 6 3-16,-2-3-3 0,1-1-2 0,0 2 1 0,1-1 3 16,-4-3-1-16,4 5 2 0,0-3-1 0,-4-2-4 15,6 4 2-15,-5-1-1 0,3-1-1 0,-4-2-1 16,4 5 3-16,-3-2-2 0,2-1 2 0,1 1 0 15,-1 0 2-15,0-1-4 0,-3-2 2 0,4 5-1 16,-3-2 2-16,3-1-2 0,-4-2 4 0,7 6-3 16,-3-4-2-16,-4 1 2 0,0-3 2 0,4 6-3 15,-1-5-1-15,-3-1 3 0,3 5 0 0,-2-2-2 16,-1-3 2-16,4 5-1 0,-4-5-1 0,3 5 0 16,-2-4 2-16,-1-1-7 0,5 7 9 0,-5-7-4 15,2 6 2-15,-1-2-3 0,1-1-2 0,-2-3 4 16,2 3 0-16,0 2 3 0,-2-5-2 0,4 5-3 15,-4-5 3-15,3 5-2 0,-2-3 1 0,-1-2 0 16,1 5 2-16,-1-5 1 0,2 6-7 0,-2-6 2 0,1 3 1 16,-1-3 0-16,1 5 1 0,-1-5-4 15,2 5 6-15,-2-5-2 0,0 6 1 0,0-6-2 16,0 0 4-16,0 5 0 0,0-5-3 0,-2 4-1 0,2-4 1 16,0 0-2-16,2 5 6 0,-2-5-6 0,0 0 3 15,0 6 2-15,0-6-5 0,-2 4 4 0,2-4-1 16,3 6-3-16,-3-6 6 0,-1 5 1 15,1-5-3-15,0 5 4 0,0-5-1 0,-2 5 4 0,2-5-3 16,0 5-1-16,0-5-1 0,-1 3 5 0,1-3-1 16,0 6-3-16,0-6 1 0,-1 5 0 0,1-5-1 15,-3 4-2-15,3-4 6 0,-1 4-6 0,1-4 1 16,-2 6 0-16,2-6 0 0,-4 5 1 0,4-1-2 16,0-4-3-16,-1 3 3 0,-1 0 0 0,2-3-2 15,-1 6 2-15,1-6-3 0,-3 6 6 0,3-6-7 16,-3 3 4-16,-2 0-3 0,5-3 3 0,-1 4 0 15,-2 0-2-15,3 0 1 0,0-4 1 0,-4 6 0 16,4-5-4-16,0-1 2 0,-3 9-1 0,3-6 0 0,0-3 0 16,-4 6 1-16,4-2-1 0,0 0 0 15,0-4 2-15,-4 5-1 0,3-1 1 0,-2-2 1 16,3-2-1-16,-3 8-1 0,3-4 1 0,-4 0 0 16,2 0-1-16,0-1 2 0,1 1 2 0,1-4 4 0,-4 6 2 15,1-3 3-15,3 1 0 0,-3-1-1 0,2 0-4 16,1-3 3-16,-3 6 0 0,-1-4-2 15,4-2-2-15,-3 7-3 0,3-4 1 0,0-3-1 0,-5 5 2 16,5-5-4-16,-5 6 2 0,3-4 2 0,2-2-2 16,-3 6-5-16,3-6 6 0,-4 2-3 0,4-2 3 15,-2 5-1-15,2-5 0 0,-5 4 3 0,5-4 3 16,-4 5 4-16,2-1 3 0,2-4-1 0,-4 1 0 16,-2 1 0-16,6-2-2 0,-4 3-3 0,4-3-1 15,-4 5-2-15,4-5 4 0,-3 3-4 0,3-3 0 16,-5 4-3-16,2-2 2 0,3-2 0 0,-6 3-2 15,6-3-2-15,-6 1-2 0,3 3 3 0,3-4-1 16,-5 3 1-16,2-1 0 0,3-2-2 0,-7 3 3 0,7-3-1 16,-6 3-5-16,6-3 4 0,-6 2 3 15,6-2-3-15,-4 4 0 0,4-4 3 0,-4 2-3 16,4-2 2-16,-6 3-3 0,6-3 1 0,-8 2 1 16,8-2 1-16,-6 2-1 0,6-2-2 0,-6 3 4 0,2-1-2 15,4-2-3-15,-7 2 4 0,4 1-2 0,3-3 0 16,0 0-1-16,-9 3 5 0,5-2 1 15,4-1 1-15,-4 2 4 0,4-2 0 0,-7 3 2 0,7-3-2 16,-6 1 2-16,6-1-4 0,-4 3-1 0,4-3 2 16,0 0-3-16,-10 2-2 0,10-2 0 0,-7 1 1 15,7-1-3-15,-6 2 1 0,6-2-4 0,-8 0 6 16,8 0-5-16,-8 1 4 0,8-1-3 0,0 0-2 16,-8 2 4-16,8-2-7 0,0 0 5 0,-10 0 0 15,10 0-4-15,0 0-2 0,-8 0 3 0,8 0 1 16,0 0 3-16,-9 0-7 0,9 0 5 0,-6 1-1 15,6-1-3-15,-4 1 1 0,4-1 1 0,0 0 1 16,-7 1 3-16,7-1 5 0,-8 2 4 0,8-2-2 16,-5 1 0-16,5-1 1 0,0 0-2 0,-9 0-7 15,9 0 5-15,0 0 0 0,0 0 1 0,-8-3-7 16,8 3 3-16,-8-1-1 0,8 1 0 0,0 0 1 16,-8 3-3-16,8-3-4 0,0 0 7 0,-10-2-5 0,10 2 6 15,0 0-4-15,-10 2-1 0,10-2-1 0,-6 0-2 16,6 0 3-16,-8 0-2 0,8 0 0 15,-5 1 0-15,5-1-5 0,-9 1 8 0,9-1-2 16,0 0-5-16,-9 1 12 0,9-1-9 0,-7 2 7 0,7-2-8 16,-7 1 2-16,7-1-3 0,-5 1 1 0,5-1 0 15,0 0-1-15,-11 3 0 0,11-3 1 0,-4 2 3 16,4-2-2-16,-7 2-4 0,7-2 2 0,-4 2 2 16,4-2-5-16,-4 2 4 0,4-2 5 0,-7 2-6 15,7-2 4-15,-4 3-4 0,4-3 2 0,-4 2 1 16,4-2-1-16,-8 2-2 0,5 1 4 0,3-3-2 15,-4 4-1-15,4-4 0 0,-8 2 0 0,5 0 6 16,3-2-7-16,-4 5-1 0,0-3 4 0,4-2-2 16,-6 5 3-16,2-3-5 0,4-2-3 0,-4 4 5 15,-1-3 1-15,5-1-2 0,-1 4 1 0,1-4 4 16,-3 7-6-16,3-7 1 0,-4 3 1 0,2 0-4 16,2-3 2-16,-5 6 2 0,5-2 2 0,0-4-4 15,-3 4 3-15,3-4 2 0,-1 2 0 0,1-2 1 0,-3 6-4 16,3-6 0-16,-4 6-1 0,3-4-1 15,1-2 0-15,-2 4 4 0,2-4 1 0,-5 4-3 16,5 0 1-16,0-4-3 0,0 4 1 0,0-4 4 16,-3 5-3-16,1-3 0 0,0 2-4 0,2-4 5 0,-3 7 2 15,3-5-4-15,0-2 1 0,-2 7 4 0,2-5-3 16,0 4-1-16,0-6-1 0,-2 6-1 0,2-2 2 16,-1-1 1-16,1-3 1 0,1 8 0 0,-2-4-4 15,1 0 0-15,0 1 3 0,-3-1-4 0,3 0 3 16,0-4 1-16,3 8 1 0,-3-4-2 0,0-1 4 15,0-3-4-15,1 9 1 0,-1-5-2 0,0 3 2 16,0-7 0-16,2 6 2 0,-1-3 1 0,-1 2-2 16,0 0-3-16,1-3-1 0,-1-2 5 0,2 9-5 15,1-5 3-15,-3-1 2 0,2 0-4 0,-2-3 0 16,0 8 3-16,0-4-1 0,0-4 1 0,0 6-3 16,0-3 3-16,0-3-1 0,3 5 1 0,-3-5-3 15,1 4 1-15,-1-1 1 0,0-3 0 0,4 4 0 16,-4-4 3-16,0 6-6 0,0-6 3 0,3 3-1 0,-3-3 5 15,3 5-5-15,-3-5 4 0,4 4-2 16,-3-1-4-16,-1-3 3 0,3 4 0 0,-2-2 0 16,-1-2 1-16,4 7 1 0,-2-5-2 0,-2-2 3 15,3 4-10-15,-3-4 7 0,4 5 1 0,-3-2-1 0,3-1 0 16,-3 2-4-16,2-2 3 0,-2 3 0 0,3-1-6 16,-2-1 8-16,1 1 0 0,-2 0 2 15,-1-4-4-15,4 7-1 0,-4-5 2 0,0-2 2 0,4 5 1 16,-1-3-3-16,-3-2 2 0,5 7-6 0,-2-4 3 15,-3-3 3-15,1 3-2 0,2 1 0 0,0-1 1 16,0 2-5-16,-2-1 9 0,2-3-9 0,-3-1 7 16,1 8-3-16,3-7 2 0,-4-1 0 0,2 6-6 15,0-3 7-15,-2-3-6 0,4 6 4 0,-1-3-2 16,-2 1 1-16,1-2 0 0,-1 2 3 0,-1-4 0 16,4 5-2-16,-4-1-2 0,3 0 3 0,-2 0-3 15,2 0 5-15,-2-2-6 0,-1-2 0 0,3 5 3 16,-3-5-3-16,3 5 2 0,-2-1 0 0,3-3 0 15,-4-1 0-15,3 5 10 0,-3-5-12 0,1 5 5 16,-1-5-3-16,3 3-2 0,-2 1 4 0,-1-4 1 16,3 6-4-16,-3-6 1 0,3 3 0 0,-2 0 1 15,-1-3-1-15,3 3-1 0,-2 0 2 0,-1-3-1 16,3 4 3-16,-3-4-4 0,1 4 0 0,-1-4-3 0,3 3 6 16,-3-3-4-16,0 0 1 0,4 3 1 15,-4-3-2-15,1 3 3 0,-1-3-3 0,0 0 1 16,0 0 0-16,0 5-1 0,0-5 2 0,0 0 1 0,3 3-2 15,-2 2 2-15,-1-5 0 0,0 0-5 0,3 2 6 16,-3-2 0-16,0 4-2 0,0-4 0 0,0 0 6 16,2 4-6-16,-2-4 1 0,0 0 1 15,1 6-1-15,-1-6-2 0,1 3 3 0,-1-3-4 0,2 4 2 16,-2-4 1-16,0 3 9 0,0-3-14 0,1 5 3 16,-1 0 1-16,0-5 9 0,4 5-13 0,-4-5 4 15,2 6 2-15,-2-4-4 0,2 1-1 0,-2-3 4 16,2 5-4-16,-2-5 4 0,1 5-3 0,-1-5 0 15,0 5 2-15,1 0-3 0,-1 0 2 0,4 0 2 16,-2-3-2-16,-2-2-1 0,1 8 2 0,-1-6 0 16,0-2 3-16,1 7-3 0,-1-7 2 0,3 6-7 15,-3-3 2-15,0-3 3 0,0 6 0 0,0-6 0 16,1 4-2-16,-1-4 3 0,0 5-1 0,0-5 1 16,0 4 7-16,0-4-8 0,3 5 0 0,-3-5-6 15,-3 5 10-15,3-5-6 0,3 4 0 0,-3 0-4 16,0-4 7-16,0 6-1 0,0-6 0 0,0 7 3 15,0-7-3-15,2 2 0 0,-2-2 0 0,0 0-2 0,0 5 2 16,0-5 2-16,0 0 0 0,-2 5-7 0,2-5 0 16,-3 4 6-16,3-4 7 0,0 4-6 15,0-4 1-15,0 0-5 0,-1 5 1 0,1-5 4 16,0 0-3-16,0 0 3 0,0 6-2 0,0-6-2 0,0 0 3 16,0 5-4-16,0-5 0 0,-3 3 4 0,3-3-3 15,0 0 2-15,0 0-4 0,0 0 3 0,-1 5 1 16,1-1 1-16,0-4-3 0,0 0 1 0,0 5 1 15,0-5 1-15,-1 4 1 0,1-4-4 0,0 0 2 16,-2 3 0-16,2-3 1 0,0 5-2 0,0-5 2 16,0 0-4-16,0 5 2 0,0-5 4 0,-4 4-5 15,4-4 1-15,-1 4 0 0,0-2 3 0,1-2-3 16,0 0-3-16,-2 4 3 0,2-4 0 0,0 5 0 16,0-5 5-16,-2 4-6 0,2-4-1 0,0 0 2 15,-2 4-2-15,2-4 1 0,-1 4-2 0,1-4 7 16,0 0-7-16,-3 5 3 0,3-5-2 0,-3 3-2 15,3-3 4-15,-1 5 0 0,1-5 2 0,0 4-1 16,0-4 2-16,-3 3-3 0,3-3-2 0,0 5 4 16,0-5-2-16,-1 4 0 0,1-4 2 0,-2 4 1 15,2-4-5-15,0 0-1 0,-4 5 3 0,4-5 0 16,0 4 0-16,0-4 0 0,0 4 3 0,0-4-4 16,-1 3 4-16,1-3 3 0,0 0-8 0,-2 5-1 0,2-5 3 15,0 0 0-15,0 0 0 0,-2 5 8 0,2-5-11 16,0 0 3-16,0 0-1 0,0 0 1 15,-1 3-2-15,1-3 3 0,0 0-4 0,-2 4 0 16,2-4 3-16,0 0 1 0,-1 4-2 0,1-4 6 0,0 0-7 16,0 0-1-16,0 0 1 0,0 7 2 0,0-7 2 15,0 0-1-15,-1 2-1 0,1-2 2 0,0 0-1 16,0 0-1-16,-2 6-4 0,2-6 6 0,0 0-5 16,-1 4 5-16,1-4-2 0,0 0 7 0,-2 4-9 15,2-4 4-15,-1 4 0 0,1-4-3 0,0 0 0 16,-1 3 4-16,1-3-4 0,-3 3-2 0,3-3 5 15,0 4-3-15,0-4 2 0,0 0-1 0,-1 6 0 16,1-6-1-16,-3 3-1 0,3-3 4 0,-3 3-5 16,3-3-1-16,-1 4 15 0,-1-1 3 0,2-3-2 15,-5 4-3-15,5-4-1 0,0 8-1 0,0-4 4 16,0-4-2-16,-1 6-7 0,-2-2 3 0,3 1-1 16,0-1-1-16,-1 1-1 0,1 1 1 0,-3-3-2 15,2 2 3-15,-1 0-2 0,-2-1 3 0,4 2 6 0,0-2-11 16,-3 1 0-16,2 1 0 0,1-1 0 15,-1 0 0-15,-1-1 1 0,-1 1 2 0,1 0 0 16,-1 0-2-16,1-1-2 0,0 0 2 0,-2 0 0 16,4 1-2-16,-1-3 2 0,1-2-4 0,-3 7 5 0,2-5 4 15,-4 4-7-15,5-3-1 0,0-3-1 0,-4 4 3 16,4 0 2-16,-1 1-2 0,-2-2 1 16,3-3 2-16,-5 5-3 0,2-3 2 0,1 3 0 0,0-1-3 15,2 2 0-15,-4-3 3 0,4 2 1 0,-3-1-3 16,0 2 0-16,1-3 1 0,-1 2-3 0,0 1 1 15,-2 0 1-15,0 0-2 0,0 0 2 0,1 1 0 16,0-2 6-16,0 1-6 0,0 4 1 0,1-4-3 16,-2 0 2-16,-2 3-4 0,4-2 6 0,-1-1-5 15,0 3 3-15,-1-3-2 0,-2 5-2 0,3-4 9 16,1 3-3-16,-2-2 2 0,1 1 1 0,-2 0 3 0,2 0 2 16,-3 0 9-16,-1 0-3 0,4 0 9 0,0-1-7 15,1 2 0-15,-2-1-3 0,-2 0 7 16,2 0-6-16,-1 0 1 0,-1-1 4 0,-1-2 0 15,4-1 2-15,-1 7-6 0,-3-5 2 0,2 2-5 0,-3-2 4 16,3 2-9-16,1-2-1 0,-5 1 1 0,3 0 2 16,-2 0 0-16,2 1-4 0,-3-2-1 0,1 0 3 15,2 0-3-15,-1-1-4 0,1-1-2 16,-2 1-4-16,-2 0-15 0,4 3-27 0,-1-4-35 0,-3 2-45 16,1-1-57-16,5-4-87 0,-3 3-308 0,-3-2-625 15,4 1 277-15</inkml:trace>
  <inkml:trace contextRef="#ctx0" brushRef="#br0" timeOffset="-4846.54">11436 15851 131 0,'-2'-10'280'16,"-1"3"-2"-16,1-4-2 0,-1 3-14 0,-1-3-13 16,2 2 6-16,-2-1-9 0,0 5 7 0,-1-4-6 0,5 4 2 15,-1-3-4-15,-1 2-1 0,1 4-13 0,-3-3-12 16,4-1-16-16,-3 4-22 0,3 2-12 15,-3-5-16-15,3 5-14 0,0-5-15 0,0 5-11 0,0 0-15 16,0 0-10-16,-4-3-13 0,4 3-7 0,0 0-13 16,0 0-7-16,0 0-10 0,0 0-2 0,0 0-6 15,0 0 0-15,0 0-5 0,0 0-2 0,4 19-2 16,-4-11-3-16,0 2 5 0,0 0-6 0,0 0-2 16,-1 2-2-16,1 0-4 0,0 5 0 0,1 1-2 15,-1-1-1-15,0 0-1 0,3 1 2 0,-2-2 1 16,1 0-12-16,-2 0 9 0,3 1 1 0,-2-1-2 15,-1 1 6-15,3-1-9 0,-2-3 1 0,4 0 1 16,-2 5-3-16,0-8 1 0,-1 5 1 0,1-2 7 16,1-4-7-16,0 3 4 0,-1-2-5 0,1 1-1 15,4-1 2-15,-5-1 1 0,2 0 6 0,1-3-11 16,-2 1 3-16,0-1-22 0,3 1-1 0,-2-4 5 16,1 2 3-16,-2-1 7 0,4 0-5 0,-4-2 1 15,3 1 5-15,1 1-2 0,-1-1 1 0,1-3 0 16,0 1 0-16,-1 0 3 0,5-1-5 0,-4 0 6 15,3-1-2-15,0 0-4 0,0-3-6 0,-1 1-12 16,-1-1-15-16,0 2-21 0,1-3-17 0,-2 2-24 16,1-1-29-16,-2 2-22 0,-1-4-22 0,-2 3-37 0,2-2-36 15,-4 0-42-15,2-5-30 0,0 3-268 0,-6-1-639 16,4-2 283-16</inkml:trace>
  <inkml:trace contextRef="#ctx0" brushRef="#br0" timeOffset="-4565.33">11370 16009 202 0,'0'0'214'0,"-5"0"-8"15,5 0-12-15,0 0-13 0,0 0-4 0,0 0-14 16,-7-1-15-16,7 1-12 0,0 0-3 0,0 0-18 15,0 0-11-15,0 0-9 0,0 0-5 0,0 0-15 16,0 0-4-16,0 0-7 0,0 0-5 0,0 0-6 16,0 0-5-16,19-1 0 0,-19 1-9 0,15 0-7 15,-7 0-8-15,4 0-19 0,-4 0-19 0,5 0-32 16,0 0-38-16,-3 0-39 0,5-1-48 0,0-1-46 16,-3 2-121-16,4 0-364 0,-5 0 162 0</inkml:trace>
  <inkml:trace contextRef="#ctx0" brushRef="#br0" timeOffset="-4112.24">11661 16011 53 0,'0'0'146'0,"10"5"-8"0,-9-3-14 0,5 1-17 16,-2-1-8-16,0 1 7 0,5 2-3 0,-5-1-3 15,3 0-15-15,0-1-7 0,2 5-17 0,0-4 0 16,0 2-5-16,-1 2-5 0,3-3-10 0,-4 0 3 15,1 5-10-15,0-3-2 0,-4 4 3 0,3-3-7 16,-3 3-2-16,-4-4 16 0,3 1 8 0,-3 2 4 16,0-2 10-16,-3-2 12 0,-1 4 9 0,1-2 11 15,-1-3 16-15,0 2 9 0,0-2 13 0,2-2 34 16,-4 0 4-16,3 1 27 0,3-4 6 0,-8 3-8 16,8-3-13-16,-7-7-14 0,3 3-9 0,3-2-19 15,-2-2-12-15,3-2-9 0,3-1-14 0,-3-1-16 16,4-2-11-16,0-3-16 0,3 2-8 0,-6 1-30 15,3 2-23-15,5 1-38 0,-3-3-38 0,-2 4-43 16,3 2-34-16,-3-1-38 0,-1 3-50 0,1 1-47 16,2 2-46-16,-1 0-220 0,-1 2-596 0,-4 1 264 0</inkml:trace>
  <inkml:trace contextRef="#ctx0" brushRef="#br0" timeOffset="-3752.9">12022 16091 53 0,'0'0'149'0,"-10"11"-8"0,10-11-16 0,-3 5-5 15,3-1-10-15,0-4-3 0,3 4-3 0,-3 0-8 16,0 0-2-16,2 0-5 0,0-1-6 0,0 0 3 0,2 0-5 16,-4-3 1-16,6 2-6 0,-6-2-4 0,10 0-6 15,-10 0-7-15,8-2 9 0,-8 2 7 16,10-5-1-16,-5 1-1 0,-1 0-3 0,0 0 1 16,-2 0-6-16,-2 4-3 0,4-7 1 0,-4 3-12 0,0 0-4 15,0 4 0-15,-4-9-13 0,-2 8-7 0,2-1-15 16,-1 0-20-16,5 2-26 0,-14-4-31 0,9 2-37 15,-1 0-49-15,-2 2-49 0,8 0-146 0,-15 4-374 16,11-3 166-16</inkml:trace>
  <inkml:trace contextRef="#ctx0" brushRef="#br0" timeOffset="-2784.24">12283 16071 109 0,'0'0'164'0,"0"0"-13"0,0 0 1 16,8 0 3-16,-8 0-2 0,0 0-10 0,13-1-6 15,-10-1-10-15,5 1-13 0,-1 0-10 0,3-3-9 16,3 0-7-16,-2 0-15 0,3 0-4 0,-6-4-3 15,4 2-9-15,0 1-3 0,-2-3-6 0,0 1-1 16,0-1 4-16,0 1 5 0,-3 0 4 0,-3-1-4 16,-3 2-3-16,3-1 6 0,-1 1-9 0,-3 1-2 15,-2-2 0-15,1 4-7 0,-3-2 0 0,0-1-7 16,0 3 0-16,-3-2-2 0,3 3-6 0,-7 1-3 16,0-1 1-16,3 2-3 0,-4 0-3 0,-3 2-4 15,7-1 0-15,-6 2-4 0,3 2 2 0,4 0-6 16,-3-1 3-16,2 2-1 0,2-1-2 0,-1 2 0 15,1 0-4-15,0 0 1 0,2 1 1 0,1 0 1 16,2 0-3-16,-1 2 0 0,2-2 1 0,2 2 4 16,1-1-6-16,-2 2-2 0,3-5 5 0,3 3-2 15,2 0-1-15,1-2 4 0,-2 0-2 0,4-2-2 16,-8 2 3-16,9-1 0 0,0-2 2 0,-1-2-4 16,3-1 2-16,-4 1-2 0,2-2 2 0,0 0 1 15,-3-3-2-15,1 1 0 0,1-2-2 0,-1 2 0 16,-3-5 1-16,3 1 0 0,-6 3-1 0,1-2 8 15,-1-3-9-15,2 3 3 0,-5-5 3 0,4 3 7 16,-3 2 12-16,-1-4 4 0,1 3 5 0,0 0-3 16,-2-1-3-16,5-1-1 0,-2 3 2 0,-2-1-4 15,1-1 2-15,1 0-6 0,-1 3-1 0,0 0-3 16,1 0-2-16,0 0-2 0,0 2-4 0,4 1 2 16,-4-2-6-16,3 2 1 0,0-1 3 0,2 2-7 0,-1 2-1 15,-1 1 3-15,4-1-1 0,1 2 1 16,-1-1-4-16,-4 2-2 0,5 1 2 0,-5 0 2 15,1 0-2-15,2 1-6 0,-2 1 1 0,-3 0 3 16,4 0 1-16,-8-1-7 0,3-1 0 0,0 1 3 16,-3-1 0-16,-1 2-3 0,0-3 3 0,0-3 4 0,0 2-1 15,0-4 1-15,0 8 4 0,0-8 3 16,-5 5 7-16,5-5 13 0,0 0 10 0,0 0 10 16,0 0-2-16,0 0 1 0,0 0 9 0,-11-12-13 15,11 6-5-15,0 2-3 0,2-4 1 0,3 2 0 0,-2-4-12 16,-2 2 8-16,6-1-14 0,1 0 3 0,-3 2-3 15,4-1-3-15,-3 0 0 0,4 2-7 0,-2-1 7 16,-1 2-1-16,1 1-4 0,-1 1 1 16,0 0-7-16,-2 3 1 0,4-1-4 0,-9 1 6 0,11 1-7 15,-4 1-4-15,0-1-6 0,1 1 12 0,-4 2-6 16,3 0 1-16,-6-1-1 0,4 2-1 0,-1 0 3 16,0 1 1-16,1-1 0 0,-1 0-2 0,0-1 2 15,-4 1 9-15,2-1-11 0,2 0-1 16,-4 0 7-16,1-2-3 0,-1-2 7 0,0 4 20 0,0-4 30 15,0 0 26-15,0 0 31 0,0 0-1 0,0 0-7 16,0 0-1-16,0 0 6 0,0 0-1 0,4-15-8 16,-5 10-12-16,-2-3-3 0,3 0-11 0,0-1-6 15,3-1-7-15,-3-1-2 0,3 0-13 0,-1 0-9 16,0-1-15-16,4 0-18 0,-3 1-25 0,1 2-26 16,0-2-45-16,3 0-51 0,0 1-53 0,1 1-50 15,-4 5-58-15,3-3-68 0,0 4-300 0,-3-1-727 16,-4 4 322-16</inkml:trace>
  <inkml:trace contextRef="#ctx0" brushRef="#br0" timeOffset="-2065.56">13162 16006 185 0,'0'0'209'0,"0"0"-9"0,0 0-7 16,0 0-12-16,0 0-6 0,7-16-9 0,-4 12-7 16,0-1-9-16,1 0-7 0,0 0-10 0,-1-2-14 15,1 2-8-15,0 0-10 0,1 0-10 0,1 0-4 16,-2 0-9-16,0-1-8 0,0 4-6 0,2-1-7 16,-1-2-4-16,-1 2-8 0,0-1-4 0,-1 1-6 15,1 2-1-15,4 1-4 0,-8 0-9 0,8 0-1 16,-8 0 0-16,11 1-1 0,-5 2-4 0,-1-2-1 0,4 3-1 15,-3-1-4-15,2 3 0 0,-2-2 0 0,3 4 0 16,-1 1-3-16,1-3 2 0,0 3-4 16,-1-2 1-16,2 1-2 0,-1 1 0 0,-5 0-3 15,6-1 7-15,-3-1-4 0,1 1-2 0,0 0 3 0,-1-3-4 16,-2 0 1-16,-1 0 3 0,2-2 3 0,-3 1 25 16,-1-3 14-16,-2-1 21 0,8 2 6 15,-8-2 18-15,8-1-11 0,-8 1 2 0,7-4-3 16,0-2-2-16,-1 1 4 0,-1-2-2 0,3-2-9 0,-1 2-5 15,1-2-3-15,0 0-9 0,-1 1-12 0,0-1-2 16,1 1 2-16,-1-1-12 0,-2 2 1 0,2 2-1 16,-3-2-1-16,0 2-12 0,0-1-5 0,-1 2-14 15,2 0-30-15,-3-1-43 0,-1 1-45 0,-1 4-43 16,0 0-45-16,0 0-24 0,0 0-31 0,0 0-47 16,0 0-192-16,0 0-542 0,-8 16 239 0</inkml:trace>
  <inkml:trace contextRef="#ctx0" brushRef="#br0" timeOffset="-1487.49">13238 16268 17 0,'0'0'184'0,"-6"3"3"16,6-3 2-16,0 0 5 0,0 0 11 0,0 0-5 15,-3 1 3-15,3-1-3 0,0 0 1 0,0 0-4 16,0 0-6-16,0 0-6 0,0 0-2 0,0 0-16 16,0 0-16-16,0 0-10 0,0 0-12 0,0 0-13 15,0 0-10-15,-8-6-12 0,8 6-10 0,0 0-8 16,2-10 4-16,-2 10-15 0,0-5-1 0,1 3-7 15,4-1-12-15,-5 3-2 0,3-9-4 0,1 7-3 16,0-1-8-16,2 1 7 0,-1-3-9 0,-2 2 3 16,2 0-8-16,-1 1-3 0,-1-1-3 0,3 2-5 15,-1 0 2-15,-5 1-2 0,8 0-3 0,-1-3-2 16,-7 3 2-16,12 3-5 0,-8-2 5 0,2 1-3 16,2 0-1-16,-3 0-3 0,2 1-1 0,0 1 1 15,-1 1 1-15,1-3 2 0,-1 1 2 0,2 1-5 16,-4 1-1-16,3-1 3 0,1-2-2 0,-2 2-2 15,-1-3-2-15,-1 4 2 0,0-2 6 0,1 0-1 16,1-1 1-16,-2 1 3 0,-4-3-3 0,7 0 10 0,-7 0-1 16,11 0 6-16,-11 0 2 0,7-1 21 0,-7 1-15 15,9-4 2-15,-5 1 3 0,2 0 0 16,-1-2 1-16,2 2 14 0,-2 0-10 0,1-1 0 16,-2-2-15-16,1 2 7 0,1 0-2 0,-1-2-10 0,2 0 6 15,-1 3-2-15,-2-1-7 0,1 0 8 0,-1 2-9 16,1-3-2-16,2 3-2 0,-4-2-15 0,0 2-17 15,1 0-29-15,1 0-34 0,1-1-31 16,-6 3-39-16,6-2-35 0,0 1-49 0,-6 1-60 0,10-2-48 16,-6 1-213-16,-4 1-607 0,10-3 268 0</inkml:trace>
  <inkml:trace contextRef="#ctx0" brushRef="#br0" timeOffset="-956.3">13859 15949 129 0,'-4'-5'228'0,"1"1"-11"0,1 2-9 0,2 2-16 16,0 0-4-16,-8-4-13 0,8 4-11 0,-6-1-5 16,6 1-17-16,-7 0-13 0,7 0-13 0,-9 5-12 15,5-4-9-15,-2 1-9 0,2 1-12 0,0 0-2 16,-1 2-5-16,-1 0-10 0,1 1-2 0,-1 1 1 16,2-1-4-16,0 4 4 0,0-1-11 0,-1 2-4 15,3-3 8-15,-2 2-12 0,1 1-2 0,2-1-1 16,1 2-2-16,0-2-1 0,1-1 2 0,1 0-4 15,-1-3 8-15,5 4 4 0,-1-2-7 0,-2-2 6 16,2-1-2-16,3 0 1 0,-2-1-2 0,5-2-3 16,2 0-8-16,-2-2 1 0,0-1 0 0,3 0-7 15,-1-3 0-15,2 0 2 0,-1 0-8 0,5-3 2 16,-7 2 2-16,-1-5-4 0,1 4 4 0,-2-3 7 16,-1 0 19-16,-1 2 1 0,1-4-5 0,0 1 3 15,-5 0-5-15,1-2-7 0,-2 1 11 0,0-2 21 16,-3 3-14-16,0-2-3 0,-6 2 8 0,4 0-12 15,-3 0 1-15,-1 1-3 0,-4 1-5 0,1 0-4 16,-3 1-4-16,1 3-17 0,-4 1-23 0,4 0-28 16,-4 2-32-16,1 1-48 0,-1 1-37 0,-5 4-51 15,9-3-79-15,-8 3-305 0,-1 6-641 0,2-5 283 16</inkml:trace>
  <inkml:trace contextRef="#ctx0" brushRef="#br0" timeOffset="1795.5">11279 16042 15 0,'0'0'210'0,"0"0"-10"0,0 0-4 16,0 0-5-16,0 0-4 0,0 0-7 0,0 0-5 16,0 0-5-16,0 0-5 0,0 0-9 0,0 0-2 15,0 0-11-15,0 0-11 0,0 0-7 0,0 0-16 16,0 0-7-16,0 0-10 0,0 0-7 0,0 0-12 15,14-7-4-15,-9 6 0 0,-5 1-15 0,10-3 7 16,-1 2-18-16,1-3-1 0,2 2-6 0,0 0-5 16,3-3-2-16,4 2-4 0,-5 1-9 0,5-2 10 15,3 0-13-15,-2 0-17 0,0 0-21 0,2 1-36 16,-3-1-30-16,-3 1-39 0,-2 0-50 0,-3 0-54 16,-3 1-208-16,0-1-479 0,-1 1 213 0</inkml:trace>
  <inkml:trace contextRef="#ctx0" brushRef="#br0" timeOffset="4560.92">11695 16914 210 0,'0'-5'218'0,"-3"-2"-11"15,-1 0 5-15,0 0-2 0,2 0 0 0,-1-2-13 16,-4 0-3-16,3 3-6 0,-3-2-10 0,-1 1-7 16,4 0-10-16,-1 1-4 0,-4-2-17 0,-3 3-14 15,3 0-11-15,-4 3-13 0,1-1-9 0,-3 1-10 16,3 2-6-16,-3 2-11 0,0 0-10 0,4 2-3 16,-4 1-3-16,-4 4-11 0,3 3-2 0,2-1-5 15,-1 1-5-15,7-2-2 0,-3 5-9 0,4-3 3 16,-2 3-1-16,5 3-4 0,0-4 2 0,5 3-4 15,-2 1-5-15,5-1 2 0,-3-1 2 0,6-1-1 16,0 1 1-16,4-2-4 0,0 0 2 0,3 1 2 16,3-4 0-16,2 0-3 0,0-1-1 0,0-2 0 15,1 1 1-15,2-4 1 0,-3 0-7 0,4 0 38 16,-2-2-1-16,-1 0-10 0,-1-3 0 0,-3 0-2 16,2-2-7-16,-4 2 13 0,-1-1-15 0,-2-2-3 15,-3 1 1-15,2-1 1 0,-5 1-3 0,2-1 3 16,1-1-6-16,-4-1 4 0,2 1-5 0,-5-1 4 15,3 0 11-15,-1-2-15 0,-2 6 5 0,2-4 6 16,-3 0 8-16,0 0 2 0,0 1 13 0,0 4 5 16,0-7 3-16,0 7-5 0,-3-5-5 0,3 5-7 15,0 0 2-15,0-6-13 0,0 6-8 0,0 0-3 16,0 0-3-16,0 0 2 0,0 0 7 0,0 0-11 16,0 0 0-16,3 14-2 0,-3-10-1 0,0 0-2 15,4 4-1-15,-2-2 1 0,4 1-4 0,-6 3 5 0,4-1-3 16,-1-3 1-16,1 4-3 0,-1 1 2 15,-2-3 0-15,3 0 1 0,3 0-6 0,-4 0 8 16,-2-1-3-16,3 0-4 0,-1-1-11 0,2 1-12 16,0-2-24-16,-4 1-21 0,3-1-32 0,1-2-26 15,-5 3-30-15,2-2-22 0,-1-1-36 0,-1-3-37 0,0 0-46 16,3 2-249-16,-3-2-593 0,0 0 262 16</inkml:trace>
  <inkml:trace contextRef="#ctx0" brushRef="#br0" timeOffset="6451.37">11989 17094 116 0,'-4'-2'264'16,"4"2"-11"-16,-6-1-22 0,6 1-22 0,0 0-18 0,0 0-20 15,0 0-17-15,0 0-17 0,0 0-14 0,0 0-5 16,0 0-14-16,0 0-10 0,0 0-6 15,0 0-4-15,0 0-15 0,25 1-4 0,-21-2-7 16,4 0-4-16,-1 1-8 0,7-3-1 0,-9 0-2 16,3 1-8-16,2 0 0 0,-4 1-5 0,1-2-1 0,-1 0-1 15,-1 2 2-15,0-4 0 0,0 1 0 0,-4 0 9 16,3 1-1-16,-4-2 5 0,0 5-2 16,0-8-2-16,0 4 1 0,-1 0-4 0,-2-1-5 15,-1 1 0-15,-3 0-8 0,2 0 6 0,-1 1 0 16,-2 0-4-16,4 0 2 0,-4 2-8 0,1 0 4 0,-1 1-9 15,-2-2 0-15,10 2-3 0,-12 2 0 0,4-1 3 16,1 0-8-16,-1 2-2 0,4 0-2 0,-1 0 4 16,-1 1-4-16,2 2-2 0,1 1 4 15,0-1-5-15,1 3 1 0,-1-1 0 0,3 1 2 16,3 1 1-16,-3 1-1 0,5-2 0 0,-2 2-5 0,1-3 2 16,2 2 5-16,3-1 1 0,-2-3 0 0,1 0-4 15,2-1-4-15,0 1 4 0,0-1-1 0,-2-1 0 16,2-2 1-16,-1-1 0 0,2-1-1 15,-1 0 3-15,-1-2-3 0,1-1 1 0,-3 0 1 16,-1-1-1-16,5-3-4 0,-3 2 5 0,-2-2-3 0,3 0 2 16,-3-2-1-16,-1 1 0 0,-1 2 4 0,2-5-3 15,-1 4 10-15,-1-2 15 0,0 3 6 0,-3 0 7 16,2-1 0-16,-1 1 1 0,-1 0 2 16,0 3-1-16,-1-1-7 0,0 4-7 0,3-5-1 15,-3 5-11-15,2-6-4 0,-2 6-2 0,0 0-5 0,0 0 2 16,0 0 0-16,0 0-4 0,0 0 2 0,9 11-4 15,-5-7 3-15,0 1-9 0,0-1 4 0,0 2-4 16,-1-1-8-16,3 0 0 0,-4 2-7 16,1-1 5-16,2-1 1 0,-1-1-3 0,-1 1 0 15,-2 1 2-15,2-2 0 0,-3-4 1 0,3 3 3 0,1 0 0 16,-4-3 16-16,1 5-12 0,-1-5 4 0,0 0 2 16,0 0-1-16,0 0 1 0,10-10 6 0,-10 8 9 15,4-2 14-15,-3-1 0 0,-1 0 12 16,0 0 6-16,2-1 2 0,-1 1 11 0,2-2-23 15,-3 2 21-15,1 0-5 0,3 0-2 0,-2-1-3 0,-1 3-9 16,-1 3-1-16,4-5 1 0,-4 5-7 0,0-5-10 16,0 5 0-16,0-5-19 0,0 5 7 0,0 0 0 15,0 0-15-15,0 0 16 0,16 10-7 0,-9-7-4 16,0 1-8-16,-3 0 1 0,0 1-7 0,3 0-9 16,-2-1 13-16,6 1-9 0,0 1 0 0,0-3 0 15,0 1-3-15,0-3-1 0,1 0 4 0,-1 1-6 16,2-2 1-16,-3 0-7 0,-2 0 2 0,2-2 0 15,-4 1 8-15,3-4 0 0,-4 2-1 0,0-1 4 16,-1-1 5-16,2-1-1 0,-3 1-1 0,-2 0 8 16,-1-1-7-16,3-1 9 0,-3 1-4 0,-3-1-3 15,3 1 12-15,-4 0-5 0,3-1 3 0,-5 3 10 16,3-1-10-16,1 0-1 0,-2 2 1 0,0 1-4 16,-2-1 3-16,2 2-1 0,-1-1-2 15,-5 0 0-15,10 2 1 0,-11 0-1 0,11 0 3 0,-8 4 0 16,8-4 3-16,-7 3-3 0,2-2-5 0,5-1 1 15,-3 5-1-15,3-2 3 0,0-3 5 0,-2 5-4 16,2-5 2-16,0 0 3 0,5 5 0 0,-5-5 0 16,8 2 0-16,-8-2-5 0,8 0 8 0,-8 0-3 15,11 0 3-15,-11 0-4 0,15-1 6 0,-7 1-6 16,3-1 2-16,-2 1 10 0,1 0-13 0,3 1 1 16,-6-1 20-16,3 0-15 0,-2 3-9 0,-1 0 1 15,5-1 0-15,-2 3 2 0,-1 0 0 0,-1-1 0 16,1 3-6-16,-5-2 0 0,4 2-5 0,0 0 1 15,-5-1-5-15,1-1 0 0,1 2-5 0,-2-2 2 16,1 1 2-16,-1-2 0 0,0 0 2 0,0 0-1 16,0-3-2-16,-3 4 2 0,0-5 6 0,4 2 1 15,-1 1-3-15,-3-3 4 0,0 0 1 0,0 0 0 16,11-6 2-16,-7 2 0 0,1 0 0 0,2 0 0 16,0-5 2-16,4 2 0 0,1-2 1 0,1-3-2 15,3 1-1-15,-3-2 3 0,2 3 0 0,-1-2 1 16,2 3 0-16,-5 1-2 0,-1 1 3 0,-1 0-1 15,-2 1-2-15,-2 2 3 0,1 0-5 0,-3 2-1 16,-1 0-6-16,-2 2 5 0,0 0-3 0,0 0 5 16,0 0 1-16,0 0-3 0,0 0 5 0,-5 12-3 15,2-8 2-15,-2 1-1 0,1 1 2 0,-2-1 0 16,-2 2-2-16,4-1 1 0,-1 0 0 0,-1 1 1 16,2-2 0-16,1 0 1 0,-2-1-7 0,2 1 7 15,-1-1 1-15,3 0 1 0,-2-2 1 0,3-2 0 16,-1 4 3-16,1-4-1 0,0 0 2 0,0 0-4 15,0 0 0-15,5 3 2 0,-5-3 4 0,0 0-4 16,13-5 0-16,-7 3 0 0,0-1-2 0,-1 0 3 16,-1 1-5-16,2-1 2 0,0 0 2 0,0 1-2 15,-1 0-2-15,-2 0 3 0,-3 2 0 0,8-3-3 16,-8 3 3-16,8 0-4 0,-8 0 4 0,0 0-5 16,0 0 2-16,0 0 0 0,11 4-1 0,-11-4-2 15,4 4 4-15,-4 0-3 0,3-3 6 0,1 2-3 16,-4-3-2-16,8 4 2 0,-4-3-1 0,-3 1 0 15,-1-2 0-15,13 2 2 0,-13-2-1 0,13-2 0 16,-9 1-2-16,5-1 2 0,-1-1-2 0,-3-1-1 16,5 0 3-16,-5-1-3 0,1 1 2 0,2-1 1 15,-2 0 0-15,1-3 1 0,-4 3-2 0,4-5 2 16,-1 1-1-16,-2-1 4 0,-2-2-1 0,1-1 0 16,-2-5 0-16,-1 6-1 0,-1-6 2 0,1 1 0 15,-3-1 0-15,1 2 2 0,0 3 5 0,-2-5 2 16,0 5 14-16,1 0 3 0,-1-1 4 0,0 6 3 15,3-3-2-15,-4 2-3 0,4 2-4 0,-3 0 0 16,3 1-7-16,0 2-4 0,-2-1 2 0,3 5-10 16,-2-7-4-16,2 5-4 0,0 2-5 0,0 0-2 15,0 0-1-15,0 0 0 0,0 0 1 0,0 0-1 16,2 16 1-16,-1-8 1 0,2 2 1 0,-2-1 2 16,3 4-2-16,-3-3 2 0,4 3-3 0,-1 4 4 15,0-1-2-15,-3 1 3 0,5 2-4 0,-3-6 2 16,3 5 3-16,-2-1-4 0,0-4 4 0,2 3-1 15,-1 0-3-15,1-1 2 0,-2-2-1 0,1-3-3 16,3 1 4-16,-5-2 0 0,3-2-1 0,-1 0-2 16,2-2 3-16,-5 0-2 0,2 0 4 0,2-2 1 15,-3-1 1-15,-3-2 0 0,8 1 2 0,-8-1 1 0,11-3 3 16,-11 3 9-16,8-3 14 0,-4-2 6 16,-3 3 1-16,4-3 10 0,-3 1 5 0,1 0 6 15,2 1-4-15,-2-2 2 0,-2 2-6 0,-1-1 5 16,3 1 4-16,-3 3-7 0,3-3-3 0,-3 3-8 15,0 0-2-15,1-6-12 0,-1 6-5 0,0 0 1 0,0 0-8 16,0 0 0-16,0 0-2 0,0 0 3 16,11 8-2-16,-9-5-6 0,0 0-1 0,3 1-18 15,-2 2-7-15,1-3-7 0,3 2-17 0,-4-1-19 16,4 0-21-16,2 0-28 0,-3-1-22 0,-1-2-29 16,2 1-34-16,-3 0-40 0,4-1-38 0,-1-1-28 0,-7 0-162 15,12-3-500-15,-12 3 222 0</inkml:trace>
  <inkml:trace contextRef="#ctx0" brushRef="#br0" timeOffset="7263.87">13257 16886 240 0,'0'0'244'0,"0"0"-13"0,-4-5-14 15,4 5-7-15,0 0-16 0,0 0-14 0,0 0-20 16,1-5-17-16,-1 5-11 0,0 0-17 0,0 0-9 15,0 0-12-15,0 0-11 0,0 0-6 0,16 9-9 0,-12-6-6 16,2 0-1-16,-1 4-13 0,0-3-5 16,5 4-1-16,-4-2-5 0,-2 0-6 0,1 4-2 15,2 0-4-15,0-2 1 0,-2 3-7 0,1 0 1 16,-1 1-3-16,-1 1-1 0,4-2-2 0,-4 1-3 0,3 0-2 16,-1 1 0-16,3 3-3 0,-4-1 1 0,2 1 0 15,0-4 0-15,-3 2-2 0,-1-3-1 16,5 6 1-16,-4-4 1 0,0 0-3 0,-1 0 1 15,1-2 0-15,-2 1 1 0,-1-1 5 0,0-1 2 16,-1 2 19-16,0-3 10 0,-1-1 15 0,0 0 21 0,-5-1 14 16,3 1-2-16,-1-3 37 0,0-2-1 0,-2 0 7 15,0 1 3-15,0-1-3 0,-2-1-5 16,3-1-4-16,-6-1 2 0,11 0-18 0,-15-3 0 16,8 1-5-16,1-3-11 0,-3 0-8 0,4 0-10 15,-1-2-7-15,1 2-6 0,-2-5-1 0,3 1-14 0,3-2-14 16,1-1-11-16,3-2-26 0,-1-2 5 0,5-2-20 15,4 0-14-15,-3 1-3 0,8-7 13 16,-5 7-26-16,4-5 13 0,0 7 0 0,-2-2-4 16,1 3-1-16,0-2-8 0,1 1-5 0,-4 1 8 0,2-1-3 15,-5 6 7-15,-1-1 1 0,2 1 11 0,-3-2-1 16,-2 4 8-16,-1-1-7 0,-2 2 8 0,-1 0-7 16,-1 0 8-16,-2 1 0 0,-1 1 3 0,0 2-17 15,-1-1 16-15,-2 1 6 0,7 2-1 16,-14-2-2-16,6 4 1 0,0-1 4 0,1 0-4 0,0 2 2 15,-1 1 0-15,4 0 3 0,0 1-11 0,-1 1 12 16,3-1 0-16,1 3-9 0,1-2 9 0,0 0 4 16,1 0 3-16,5 0-2 0,-1-1 7 0,3 4-2 15,-2-4-3-15,3-1 0 0,2 1-3 0,0-1 3 16,-1-1 0-16,1-3-2 0,-2 1 7 0,2-1-6 16,-3 0 4-16,0 0 2 0,0-1 0 0,-2-2-1 15,-1-1 4-15,2 3 2 0,-2-3 4 0,-1 1 8 16,-1 1 15-16,0-2 7 0,-2 0 11 0,-1 4 10 15,3-8-2-15,-2 7 2 0,-1 1 5 0,3-4-3 16,-3 4-6-16,0 0-4 0,0-6 1 0,0 6-13 16,0 0-9-16,0 0-8 0,0 0 1 0,0-3-10 15,0 3-4-15,0 0-3 0,0 0-7 0,0 0-6 16,0 0-24-16,6 13 14 0,-1-9-12 0,-4 4-13 16,3-3-5-16,-1-1-9 0,4 2-16 0,-3-2-9 15,3 4-11-15,2 0-17 0,1-3-7 0,2-4-12 16,2 3-19-16,-3-2-16 0,3-2-17 0,-1 1-23 15,2-2-12-15,-2-1-9 0,0-1-9 0,2 1 0 16,-4-2 6-16,2-2 6 0,-2 0 12 0,-3-3-113 16,2 1-345-16,-5-2 152 0</inkml:trace>
  <inkml:trace contextRef="#ctx0" brushRef="#br0" timeOffset="7888.81">13850 16843 565 0,'0'-19'-37'0,"-2"-2"28"0,-1 2 24 16,0-1 29-16,-1-9 39 0,-1 11 18 0,4 1 21 15,-3-1 17-15,1 1 10 0,0 5 8 0,2 0 6 16,-2 0 4-16,-1 2 7 0,4 3 3 0,-4 2-5 15,3-1-17-15,1 0-23 0,0 6-12 0,-3-3-23 16,3 3-6-16,0 0-11 0,0 0-8 0,0 0-11 16,3 16 2-16,-2-4-9 0,3-1-4 0,-2 6-7 15,2 2-3-15,-2 2-5 0,4-2-3 0,-2 2-1 16,2 5-5-16,-2-4 1 0,2 5-4 0,-2 0-2 16,-1-7-4-16,4 6 2 0,-3-5-2 0,0-2-5 15,1 0-8-15,-2-5-8 0,0-1-14 0,-2-2-15 16,2 0-15-16,-3-3-14 0,0-1-15 0,5-1-7 15,-5-1-2-15,2 0-4 0,-1-2-12 0,-1 0-16 16,0-3-8-16,0 0 5 0,0 0 5 0,0 0 5 16,0 0 13-16,0-14 2 0,0 7 12 0,0 1 4 15,-1-4 5-15,-1 1 14 0,0-2 15 0,0 0 14 16,1 2 19-16,1-3 13 0,-3 2 17 0,3 1 24 16,0-2 8-16,0 2 18 0,0 2 1 0,3 1 14 15,-6-2 5-15,3 1-8 0,3 0-3 0,-3 2-5 16,3-1-2-16,2 1-10 0,-2 1-7 0,0-2-5 15,-1 4-3-15,6-1-8 0,-2 1-2 0,-2 1-3 16,3-1-3-16,-7 2-3 0,8 3-3 0,-8-3-3 16,14 4-2-16,-9 1-3 0,1-2-2 0,-1 2 5 15,0 0-7-15,1 1-3 0,1 2 2 0,-3 1 0 16,3-1-1-16,-2 0-1 0,0 1-3 0,1 0 2 16,-1 0-3-16,-1-2 1 0,1 1 0 0,1-1-1 15,-3 1-1-15,2-2 0 0,-2-4 2 0,1 4-3 16,0-2 0-16,-2-2 1 0,-2-2 2 0,5 3-1 15,-5-3 3-15,5 1-2 0,-5-1 2 0,0 0 5 16,0 0 13-16,11-8 9 0,-8 6 4 0,1-2 5 16,-2 0 8-16,0 0-4 0,4-3-4 0,-5 4-3 15,4 0 1-15,-1-1-7 0,2 1-4 0,-2-2-1 16,0 2 0-16,0 2-9 0,4-2 2 0,-1 3-4 16,0-1-3-16,-7 1 2 0,12 1-1 0,-2-1-4 15,-5 3 0-15,3-2-3 0,-1 2-5 0,3-1 3 16,-5 2-1-16,2-2-7 0,0 2-4 0,1-4-12 15,-3 1-21-15,-1 3-23 0,-4-4-23 0,10 1-26 16,-7 1-46-16,-3-2-52 0,0 0-51 0,10-2-186 16,-10 2-483-16,0-6 213 0</inkml:trace>
  <inkml:trace contextRef="#ctx0" brushRef="#br0" timeOffset="8060.66">14128 16689 304 0,'-1'-4'277'16,"-2"2"-28"-16,-3-2-26 0,3 1-21 0,0-1-36 15,3 4-48-15,-5-3-50 0,5 3-60 0,0 0-75 16,-6-5-82-16,6 5-85 0,0 0-252 0,0 0 111 16</inkml:trace>
  <inkml:trace contextRef="#ctx0" brushRef="#br0" timeOffset="9685.57">14656 16883 174 0,'0'0'221'0,"0"0"-17"15,0 0-17-15,-3-4-13 0,3 4-20 0,0 0-13 16,0 0-12-16,0 0-9 0,0 0-11 0,0 0-11 15,0 0-5-15,0 0-5 0,0 0-2 0,0 0-4 16,0 0 0-16,0 0-10 0,0 0 0 0,18 6-10 16,-10-6-6-16,-2-2 3 0,1 2-11 0,-1-2-3 15,1 0-4-15,3-2-8 0,-3 2 2 0,-1 0-6 16,1-2-1-16,0 0-1 0,-2 1-3 0,-1-2-1 16,2 2 0-16,-2-1 5 0,-4 1 1 0,3-2 1 15,-3 5-5-15,-3-6-4 0,3 6-3 0,-1-5 1 16,-5 2-6-16,2 1 0 0,-3 0-2 0,-1 1-1 15,1 0 0-15,-1 3-4 0,-2-2-1 0,1 3 0 16,0-1 1-16,-2 2-1 0,1 0-1 0,5 0-1 16,-5 0-4-16,5 1 3 0,-6 2 0 0,8-1-2 15,-1 1 0-15,3 0 0 0,-1-1 4 0,2 2 1 16,3 0-2-16,0-1 4 0,1 3 1 0,5-2-2 16,1 2 0-16,1 0 1 0,4-4-4 0,1 0 2 15,5 1-2-15,-3-4-1 0,3 1-2 0,-1-1 4 16,2-3-1-16,-5 0-2 0,0-2 2 0,-2-1-3 15,3-1 0-15,-6 0-3 0,0-3 3 0,-1 1-5 16,0-1 2-16,-2 0 2 0,-2-3 0 0,0 1-1 16,-1-1 0-16,-4 3 1 0,5-2 1 0,-8-1 2 15,2 4-1-15,-1-2 3 0,0 1-1 0,0 2 1 16,1-1 3-16,-1 1 5 0,0 1 4 0,0-1 2 16,3 2-3-16,-3 3-6 0,-3-6 0 0,3 6-2 15,0 0 0-15,4-2-2 0,-4 2 4 0,0 0-5 16,0 0 1-16,17 5 0 0,-13-3-2 0,3 1-2 15,-2 0 3-15,1 3-4 0,2 0 3 0,-3 2 0 16,3 0 0-16,2-2-2 0,-3 3 1 0,-3-3-3 16,1 1-1-16,1 0 0 0,0 0-1 0,-3 1 0 15,0-2-3-15,-2 0 2 0,-1 0-2 0,0-2 0 16,0 2 0-16,0-1 3 0,0 0-3 0,0-5 3 0,-4 3 2 16,3 0-1-16,1-3 5 0,-6 4 3 15,6-4-3-15,0 0 2 0,0 0 0 0,-8-7 0 16,8 7 5-16,-2-6-5 0,2 1 1 0,2-3 2 15,1 3-2-15,-2-3-3 0,3 1 3 0,3-2-4 16,-3 0-3-16,3 1 3 0,1 1 2 0,0 0-1 0,-1 3-2 16,0 1 0-16,1-1 2 0,0-2-2 0,2 4 0 15,-2-1-1-15,-1 2-1 0,0 2-2 16,-1 1 1-16,3 0 2 0,1 1-3 0,-8 1 0 16,3 2-2-16,-1-2-1 0,0 3 4 0,1-2 1 15,0 1 1-15,-3 0-3 0,4 1 3 0,-5 0-2 0,2-2 2 16,-2 2-3-16,-1-1 0 0,3-1 3 0,-1-2 0 15,-1 2 2-15,2-1-1 0,-3-4 2 16,0 5 16-16,0-5 15 0,0 0-2 0,0 0-1 16,0 0-2-16,0 0 6 0,0 0 1 0,0 0-5 0,-6-17-4 15,5 12 0-15,-1-2-5 0,2 0-4 0,0 0 1 16,0-1-8-16,3-1-2 0,-1 1-15 0,3-2-14 16,-3 2-10-16,2-3-33 0,5 2-24 0,-4-2-21 15,5 1-18-15,-3 2-26 0,1 0-25 16,1 0-3-16,2 1-17 0,0 2 3 0,-4 3 12 0,1 0 13 15,-1 2 15-15,1-2 12 0,-1 2 14 0,-7 0 13 16,10 2 13-16,-10-2 11 0,5 3 14 0,-4 0 22 16,-1-3 12-16,0 7 23 0,-1-1 22 0,-2-1 15 15,2 0 17-15,-3 0 15 0,0 0 11 16,1 0 3-16,-4 1 6 0,3 4 3 0,-3-4 9 0,3-1-3 16,0 4-4-16,0-3-8 0,1-1-3 0,-1 2-4 15,1-2-6-15,2 1-4 0,-3 1-4 0,4-2 3 16,0 2 3-16,0-3-2 0,0 1-2 0,0-2 3 15,5 2-5-15,-2-1-3 0,1-3 0 0,0 4-5 16,-1-2-3-16,1-1-2 0,-4-2-3 0,12 1-4 16,-12-1-3-16,10-1 2 0,-5-3 5 0,1 3-13 15,-1-3-4-15,2 2 1 0,0-1-2 0,-2 0-3 16,2-3 2-16,1 0-1 0,-2 2-1 0,-2-2 1 16,3-2 1-16,-3 3-4 0,0 0 3 0,-1-1-4 15,0 0 0-15,0 0 2 0,1 2 13 0,-2-1 16 16,0 1-4-16,1 0-3 0,1 1 1 0,-4 3 0 15,3-4-3-15,-3 0-2 0,0 4-6 0,4-2-4 16,-4 2 1-16,0 0-3 0,11 0-2 0,-11 0 0 16,7 3-2-16,0 1-6 0,-2 0 5 0,2 0-1 15,2 2-2-15,-3 1 0 0,3 0-1 0,-1 2-1 16,2 1 2-16,-2 1-3 0,-1-1 1 0,2 0 1 16,0 0-4-16,-4 1 1 0,1-3 0 0,-1 3-4 15,-3-5 2-15,1 1 0 0,1-1-1 0,-1-2 0 16,-2 1 3-16,1-1 2 0,-2-4 11 0,1 6 31 15,-1-6 10-15,0 0 2 0,3 2 5 0,-3-2 4 16,0 0 3-16,0 0-1 0,1-16-8 0,-1 10-4 16,0-2-4-16,0-3-15 0,2 0-3 0,-1 1 5 15,3-2-1-15,1-2-8 0,-2 3-10 0,1-2-5 16,3-2-29-16,-1 3-36 0,-1-1-34 0,3 2-57 16,-2 2-67-16,-1-2-74 0,3 1-243 0,-4 2-568 15,3 1 251-15</inkml:trace>
  <inkml:trace contextRef="#ctx0" brushRef="#br0" timeOffset="11982.31">11327 16755 222 0,'2'-3'269'0,"-2"0"-21"15,0 3-26-15,0 0-23 0,3-5-25 0,-3 5-15 16,0 0-18-16,0 0-11 0,-10 10-5 0,4 1 3 0,-1-1-5 15,0 6 3-15,-2 1-5 0,-1 2-10 16,-1 8-1-16,-4 0-2 0,2 4-3 0,0-3-9 16,-3 1 24-16,4 1-10 0,-4-1-4 0,0-1-9 15,0 0-8-15,3-1-19 0,-1 2 8 0,-1-2-5 0,0-3-17 16,4 1 6-16,-1-1-14 0,1-6-2 16,3 0-2-16,0 2-10 0,2-3-5 0,1-6-21 15,0 2-35-15,2-4-32 0,0 1-37 0,2-2-43 16,1 2-46-16,0-6-69 0,1 0-67 0,-1-4-164 15,6 1-524-15,-6-1 232 0</inkml:trace>
  <inkml:trace contextRef="#ctx0" brushRef="#br0" timeOffset="12622.88">10034 16943 203 0,'0'-6'313'16,"-1"1"2"-16,1 1-2 0,-1-2-5 0,-2 3-10 15,3 3-16-15,0-6-22 0,-3 5-20 0,3 1-30 16,0 0-38-16,0 0-3 0,0 0-12 0,0 0-24 16,-16 10 5-16,15-2-37 0,-2 0-5 0,0 5-13 15,-1 0-5-15,1 4-10 0,2 0-7 0,-1 1-3 16,2-1-1-16,0 3-16 0,0-1-8 0,2-3 10 16,-1 2-7-16,-1-5-3 0,3 0-3 0,1 1-15 15,-1-1-14-15,0-2-12 0,-2 2-24 0,2-3-30 16,-2-3-28-16,-1 1-16 0,4-2-27 0,-1-1-24 15,-3 0-21-15,1-1-52 0,3 0-44 0,-4-4-231 16,0 0-550-16,0 0 243 0</inkml:trace>
  <inkml:trace contextRef="#ctx0" brushRef="#br0" timeOffset="12857.23">9801 17003 31 0,'4'-5'230'16,"-1"1"-21"-16,3 0-13 0,1 0-20 0,3-2-8 15,2 1-16-15,0 2-13 0,0-3-15 0,5-3-14 16,3 1-8-16,-2 1-9 0,1-2-12 0,-3 6-10 16,3-6-2-16,-2 4-11 0,0 1-8 0,-2 0-11 15,-3-1-24-15,-1 4-37 0,1-2-46 0,-4 2-46 16,-1 1-46-16,0 0-132 0,1 3-316 0,-5-1 140 15</inkml:trace>
  <inkml:trace contextRef="#ctx0" brushRef="#br0" timeOffset="13466.54">10160 17181 109 0,'0'0'142'0,"12"-5"-6"0,-8 2-8 0,3 0-13 15,-3 0-11-15,1 0-13 0,4-1-5 0,-5-1-12 16,2 0-2-16,2-3-12 0,-2 2-2 0,1-1-3 16,-3 2-1-16,1-1 2 0,-1-1 2 0,0 2-11 15,0-1 10-15,-2 1-2 0,1 1-2 0,-3 0-1 16,1-1-7-16,-1 5-2 0,-3-7-2 0,3 7-6 15,-5-3-2-15,-1 1-2 0,6 2-5 0,-13 0-6 16,13 0-1-16,-17 2-3 0,8 1 3 0,-1 1-4 16,2-1-2-16,-4 3-3 0,5 0 2 0,-4-1-2 15,3 2 0-15,0-2-3 0,1 2-3 0,0 2 0 16,5-4 1-16,-3 3-2 0,4-3 2 0,-3 1 4 16,4 0-1-16,0 0 7 0,4-1 4 0,0 0 5 15,0 0 1-15,3-2 0 0,0-1-1 0,5 2 0 16,-2-3-2-16,2-1 0 0,0-1-4 0,2 0-2 15,-1-2-1-15,1 0 1 0,1 0-3 0,-1-2 0 16,0 0-2-16,-1 0-3 0,-1-3 2 0,7 0-2 16,-9 2 2-16,2 1 22 0,0-1 3 0,-6 0 6 15,4 1 2-15,-3 2 1 0,0-2 2 0,-3 3-4 16,0-1-3-16,-1 1-7 0,4-2-1 0,-7 4-7 16,5-2-2-16,-5 2-3 0,8 1-4 0,-8-1 1 15,7 5-1-15,1-2-4 0,-2 1 1 0,-2 1-3 16,1 1 1-16,3 0-4 0,-2 2 2 0,-1-2 0 15,1 0 1-15,-1 1-3 0,-1-1 0 0,-4 1-4 16,4 1 2-16,1-2-1 0,-5 0 4 0,0 1-3 16,-2-1 0-16,1 0 1 0,-2-1-1 0,-4 1 0 15,3-1 3-15,0-1-4 0,-4-1 3 0,4 0 0 16,-2 0-2-16,-2-2-8 0,4 2-7 0,-7-3-15 16,11 0-10-16,-9-2-12 0,3 1-20 0,2-1-22 15,1-3-20-15,3 5-22 0,0-8-27 0,3 3-25 16,-2-3-10-16,4-2-6 0,0-1-105 0,3-1-329 15,3-4 146-15</inkml:trace>
  <inkml:trace contextRef="#ctx0" brushRef="#br0" timeOffset="13716.52">10617 16834 152 0,'0'-8'229'0,"-2"3"12"0,2 1-1 15,0-1-9-15,0 1-12 0,0 4-22 0,-1-6-25 16,1 6-18-16,0 0-15 0,0 0-16 0,0 0-9 0,-11 10-11 15,8-2-7-15,2-1-8 0,-2 4-5 16,3 6 0-16,-1 0-8 0,-2 0-2 0,6 2-11 16,-3 1-6-16,1 0-5 0,2 0-3 0,0-1-6 15,0 3-3-15,3-3-5 0,-2 1-2 0,0-1-4 16,3 0-3-16,-3-2 0 0,3-1-3 0,0-3-6 0,1 2-10 16,-1-3-15-16,-3-2-24 0,5-2-26 15,-1 1-33-15,-2-4-38 0,0-1-38 0,-1-1-52 16,-1-3-212-16,4 0-467 0,-8 0 208 0</inkml:trace>
  <inkml:trace contextRef="#ctx0" brushRef="#br0" timeOffset="13888.38">10644 16981 278 0,'-7'-2'316'0,"4"-2"-13"15,2-2-20-15,1 6-17 0,-3-6-30 0,3 2-19 16,0 4-22-16,3-8-24 0,1 5-13 0,4-2-19 0,-1 0-12 15,4-1-12-15,2 1-30 0,7-2-40 16,1 3-47-16,8 0-59 0,3-4-74 0,5 6-92 16,-1-5-192-16,6 2-453 0,-3 1 201 0</inkml:trace>
  <inkml:trace contextRef="#ctx0" brushRef="#br0" timeOffset="59803.25">10940 12294 69 0,'0'0'91'0,"0"0"-1"0,0 0 2 0,0 0 0 16,0 0-11-16,0 0-2 0,0 0-1 0,0 0-15 15,0 0-1-15,0 0-4 0,0 0 2 0,0 0-3 16,0 0-5-16,0 0 2 0,0 0 0 0,0 0-7 16,0 0-2-16,0 0-9 0,0 0-1 0,0 0-7 15,0 0-7-15,0 0 6 0,0 0-2 0,0 0-5 16,0 0 3-16,0 0-7 0,0 0-2 0,0 0-3 15,0 0 15-15,0 0-2 0,0 0 5 0,0 0-3 16,0 0 2-16,0 0-5 0,0 0 5 0,0 0-6 16,0 0-1-16,0 0 3 0,0 0-5 0,0 0 1 0,0 0-5 15,0 0 7-15,0 0-5 0,0 0-1 0,0 0-16 16,0 0 13-16,0 0-2 0,0 0-3 16,0 0 5-16,0 0-9 0,0 0 5 0,0 0-1 15,5-4 3-15,-5 4 4 0,0 0-4 0,0 0 5 0,0 0-1 16,0 0 2-16,0 0 2 0,0 0-2 0,0 0-2 15,0 0 0-15,0 0-3 0,0 0 5 0,0 0-4 16,0 0 3-16,0 0-2 0,0 0 0 0,0 0 8 16,0 0-2-16,0 0-3 0,-13 11 1 0,9-8 1 15,3 3 3-15,-2-4 2 0,-4 3 2 0,6-1-2 16,-3 3-1-16,0-4 1 0,0 3-4 0,0 0 0 16,1 0-1-16,-1-1-4 0,1 1 1 0,-2 0-2 15,2-2 0-15,0 1-5 0,-1-1 3 0,3 3-1 16,-3-3 2-16,2 1-7 0,-1-2 0 0,3-3-1 15,-1 7 2-15,1-4-2 0,-4-1 0 0,4-2 0 16,0 6-6-16,0-6 3 0,-1 4 1 0,1-4-3 16,-2 4-3-16,2-4-6 0,0 0-14 0,0 0-6 0,0 0-18 15,0 0-25-15,0 0-12 0,0 0-20 0,0 0-13 16,0 0-21-16,0 0-16 0,0 0-19 16,0 0-100-16,0 0-295 0,0 0 130 0</inkml:trace>
  <inkml:trace contextRef="#ctx0" brushRef="#br0" timeOffset="60209.46">10830 12338 83 0,'0'0'181'0,"0"0"-6"16,0 0 1-16,-3-5-6 0,3 5-2 0,0 0-5 16,3-2-6-16,-3 2-6 0,0 0-6 0,0 0-12 15,0 0-11-15,0 0-12 0,0 0-9 0,0 0-10 0,0 0-4 16,4-3-6-16,-4 3-5 0,0 0-6 16,0 0-8-16,0 0-3 0,14 5-9 0,-10-1-1 15,3 1-4-15,-5-3-5 0,1 3-4 0,1-3-2 0,2 3-4 16,-1-1-4-16,-2 2 0 0,4-3-9 0,-2 3 3 15,-1-1-3-15,0 2-1 0,2-3 0 0,-2 1-4 16,-3-1 0-16,3 1-1 0,3-1-1 0,-4 0-2 16,1-2 1-16,0 2-3 0,0-3 0 0,-1 2-1 15,-3-3-3-15,4 3 3 0,-4-3-3 0,9 2-3 16,-9-2-1-16,2 3-10 0,-2-3-12 0,0 0-20 16,0 0-26-16,0 0-25 0,0 0-24 0,0 0-24 15,0 0-33-15,0 0-28 0,0 0-160 0,0 0-394 16,0 0 174-16</inkml:trace>
  <inkml:trace contextRef="#ctx0" brushRef="#br0" timeOffset="60771.91">10955 12314 101 0,'0'0'101'0,"0"0"-12"16,0 0-5-16,0 0 16 0,0 0-1 0,0 0-1 15,0 0 1-15,0 0-4 0,0 0-5 0,0 0-7 0,-4 17 3 16,4-15-9-16,0 2 1 0,0 2 3 0,-1-1-4 16,1-5-5-16,-5 6-1 0,2 0-9 0,0 0 1 15,0-3-14-15,-1 1 6 0,0 1-6 0,1 0-5 16,1 0-6-16,-5 0-5 0,4 0-1 0,1 0-3 15,-1 1-5-15,0-1 0 0,-2-1-7 0,3-1-6 16,-2 3-11-16,3-2-25 0,-2 1-17 0,-2-2-17 16,3 1-25-16,2-4-20 0,-4 4-32 0,4-4-142 15,0 7-299-15,-1-4 133 0</inkml:trace>
  <inkml:trace contextRef="#ctx0" brushRef="#br0" timeOffset="61224.99">10860 12352 97 0,'0'0'164'0,"0"0"-20"16,0 0-12-16,0 0-12 0,0 0-9 0,0 0-6 15,0 0 13-15,0 0-11 0,0 0-8 0,0 0-10 16,10 10-10-16,-6-5-1 0,0-3-7 0,0 2-4 16,3 0-12-16,-3 1-5 0,1-1-1 0,-1 0-2 15,2 1-5-15,-1-2-6 0,-1 2-2 0,4-2-3 16,-1 2-5-16,-3-2-6 0,3 1 0 0,-4-1 3 0,2 0-9 16,1 2-3-16,-1-1-2 0,-1 1-8 0,0-1-18 15,-1 0-15-15,0 0-19 0,1 0-26 16,-4-4-25-16,5 5-25 0,-5-5-22 0,4 2-100 0,-4-2-270 15,2 6 119-15</inkml:trace>
  <inkml:trace contextRef="#ctx0" brushRef="#br0" timeOffset="61709.32">10962 12324 94 0,'0'0'166'15,"0"0"-2"-15,0 0-7 0,0 0-12 0,0 0-13 16,0 0-3-16,0 0-17 0,0 0-9 0,0 0-10 16,0 0-12-16,0 0 4 0,0 0-7 0,0 0-5 15,-11 8-5-15,11-8-9 0,-1 10-4 0,-3-6-6 16,4 1-6-16,-3 3-6 0,-1 0-6 0,0-5 2 16,0 5-6-16,1 0-14 0,-1 2-23 0,-4-1-22 0,5 2-39 15,1-1-32-15,-1-3-47 0,-1 5-128 16,-2-3-299-16,2 2 133 0</inkml:trace>
  <inkml:trace contextRef="#ctx0" brushRef="#br1" timeOffset="94734.58">11476 13005 14 0,'0'0'95'0,"0"0"-11"0,0 0-7 0,0 0 4 16,0 0-2-16,7-3-1 0,-7 3 2 0,0 0-1 16,0 0 13-16,0 0-1 0,0 0 0 0,0 0 2 0,0 0-4 15,0 0-4-15,0 0 6 0,3-4-7 16,-3 4 0-16,0 0-6 0,0 0-6 0,0 0 4 16,0 0-8-16,0 0-2 0,0-6-5 0,0 6-7 0,0 0-1 15,0 0-4-15,0 0-2 0,0 0-5 0,0 0-4 16,0 0-1-16,0 0-4 0,0 0 0 0,0 0-4 15,-3-6-4-15,3 6-1 0,0 0 0 0,0 0-1 16,3-3-4-16,-3 3 1 0,0 0 3 0,0 0 1 16,0 0 0-16,0 0 0 0,0 0-2 0,-2-6 2 15,2 6-1-15,0 0 2 0,0 0-2 0,-4-3 0 16,4 3 7-16,0 0-8 0,-4-3-1 0,4 3 3 16,0 0-1-16,0 0-4 0,-5-4 1 0,5 4 2 15,0 0-2-15,-4-1-3 0,4 1 0 0,0 0-1 16,0 0-1-16,-6-4 2 0,6 4-2 0,0 0 2 15,-2-2-1-15,2 2 0 0,0 0-1 0,0 0-1 16,-7-3-2-16,7 3 3 0,0 0-3 0,0 0-3 0,0 0-1 16,-4-2 0-16,4 2-2 0,0 0 1 15,0 0 0-15,0 0 0 0,-12 3-3 0,12-3 2 16,-5 3-2-16,5-3-1 0,-5 4-3 0,4-2-1 0,1-2 2 16,-7 4 4-16,3-3-5 0,-3 1 2 0,6 3 0 15,-3-1-3-15,1-2 0 0,-3 3 4 0,6-3-1 16,-4 2-1-16,3 1 1 0,-2 1-1 0,2-3 7 15,-2 0 1-15,-1 1-2 0,4 2 0 0,-3-1-2 16,6-2 7-16,-3-3-7 0,-3 10 5 0,3-6-4 16,3 0 1-16,-3 1 4 0,0-1-1 0,0 0-3 15,0-4 2-15,0 7 0 0,5-4-5 0,-5-3 1 16,4 5-2-16,-2-2 3 0,-2-3-2 0,5 4 3 0,1-2-2 16,-2 1 8-16,-4-3-8 0,12 2 3 15,-7-2 0-15,4 1-1 0,-4 1-2 0,3-2 1 16,-1 1-2-16,-7-1 0 0,11-1 2 0,-11 1-5 0,13-2 3 15,-6 2-2-15,-4-2 3 0,-3 2-4 0,12-1-3 16,-5-1 0-16,-2 0 2 0,2 2 0 0,-4-3 5 16,-3 3-5-16,6-2 0 0,-1 1 0 0,-5 1 2 15,4-5 0-15,-4 5-2 0,5-2 8 0,-5 2 3 16,4-3 2-16,-4 3 1 0,5-2 0 0,-4-2-1 16,-1 4-11-16,1-4 18 0,-1 4-9 0,3-4-2 15,-3 4 2-15,0 0-2 0,1-5 2 0,2 3-8 16,-3 2 9-16,0-5-4 0,0 5 7 0,2-4-4 15,-2 4 2-15,-2-7 1 0,2 7 2 0,0-4-1 16,0 4 0-16,-3-6 0 0,2 3 3 0,1 3 2 16,0-7-2-16,0 7-5 0,-3-3 3 0,2-1 4 15,1 4-2-15,-6-6-1 0,5 3 1 0,1 3-4 0,-5-4 2 16,2 2 0-16,3 2-4 0,-7-5-3 0,5 4-2 16,2 1-3-16,-6-3 3 0,6 3 4 15,-8-1-5-15,8 1-1 0,-9 0-1 0,9 0 1 0,-9-1 2 16,2 2-1-16,7-1-3 0,-8 3-3 0,2-1-2 15,0-1-8-15,3 3-34 0,3-4-48 0,-8 4-61 16,4-2-83-16,3 3-93 0,-1-2-191 0,-4 0-564 16,6-3 250-16</inkml:trace>
  <inkml:trace contextRef="#ctx0" brushRef="#br1" timeOffset="96822.93">10981 12264 148 0,'0'0'189'0,"3"-5"-12"0,-3 5-6 0,3-3-8 16,-3 3-4-16,0-5-5 0,0 5-5 0,2-3-2 15,-2 3-4-15,3-5-4 0,-3 5-2 0,3-2-4 16,-3 2-8-16,0 0-2 0,3-4-7 0,-3 4-11 0,0 0-4 16,0 0-10-16,0 0-4 0,1-4-9 15,-1 4-6-15,0 0-9 0,0 0-3 0,0 0-7 16,0 0 0-16,0 0-8 0,1-5-2 0,-1 5-10 0,0 0-1 16,3-3-2-16,-3 3-1 0,0 0-5 0,0 0-4 15,0 0-3-15,1-5 1 0,-1 5-3 0,0 0 3 0,0 0-7 0,0 0-2 0,0 0-1 16,3-3-3-16,-3 3 4 0,0 0-1 0,0 0 1 15,0 0-3-15,0 0-2 0,0 0 2 0,2-4-2 16,-2 4 2-16,0 0-1 0,0 0-1 0,0 0-2 16,0 0 0-16,0 0-2 0,0 0 2 0,0 0 0 15,0 0-4-15,0 0 1 0,0 0 2 0,0 0 3 16,0 0-7-16,0 0 6 0,0 0-3 0,-11 10 3 16,9-6-1-16,-2 0-4 0,1 1 0 0,1-1 3 15,-4 2-2-15,2-1 2 0,1 0-1 0,-1 0-1 16,0 3 1-16,-1 0 1 0,1-2 0 0,-3 5 0 15,2-5 9-15,-2 3-8 0,0-3-2 0,1 3 4 16,-3-2-2-16,6-1 0 0,-2 1 10 0,-1 0-11 16,-2 3 0-16,5-3 1 0,-3-1-2 0,3-2 2 0,-1 0-2 15,0 0 5-15,0 1-4 0,2 0 2 16,-2-3-1-16,1 1-1 0,3-3 4 0,0 0-2 16,-2 5 0-16,2-5 3 0,0 0-4 0,-2 4 1 0,2-4-2 15,0 0 5-15,0 0-4 0,0 0 0 0,0 0 4 16,0 0-6-16,8-10-3 0,-1 6-8 0,-4-1-4 15,-3 1-8-15,4 0-10 0,0-1-4 0,3 0-2 16,-3-1-5-16,-1-1 1 0,0-1 4 0,2 5 2 16,-1-4 0-16,0 1 1 0,0 1 5 0,3-2 2 15,-4-2 5-15,1 4-4 0,-3-3 8 0,5 2 0 16,-4 1 4-16,0 0 2 0,1 0 2 0,2 0-1 16,-4 1 2-16,3 0 0 0,-1-1 4 0,-3 5 3 15,3-8 5-15,-3 6 4 0,0 2 1 0,2-4 4 16,-2 4 0-16,0 0-2 0,2-4-3 0,-2 4 0 15,0 0 1-15,0 0-1 0,0 0 2 0,0 0-1 16,0 0 3-16,0 0 0 0,-4 15-1 0,1-10-3 0,0-1 0 16,3 4 1-16,-4-3-3 0,-1 0 0 0,4 3 0 15,-1-1 0-15,1 0-6 0,-2-1-23 16,0 0-25-16,-1 1-47 0,4-3-18 0,-4 0-35 0,4 2-32 16,-1-4-40-16,1-2-161 0,-3 6-414 0,3-6 184 15</inkml:trace>
  <inkml:trace contextRef="#ctx0" brushRef="#br1" timeOffset="97572.84">10852 12256 25 0,'0'0'209'0,"0"0"-8"0,3-3-15 16,-3 3-13-16,4-4-9 0,-4 4-9 0,0 0-12 15,5-3-10-15,-5 3-9 0,4-1 0 0,-4 1-6 16,0 0-2-16,0 0-5 0,11 5-7 0,-7-4-2 15,3 3-4-15,-4 0-8 0,-2 0-5 0,3 0-4 16,0 2-2-16,-1-2-5 0,0 2-6 0,1 1-6 16,-3-2-7-16,2 1-5 0,-2 2-1 0,5-2-5 15,-2 3-5-15,-3-2-7 0,2 0-2 0,-2 1-1 16,2-3-1-16,-2 4-1 0,1-2-3 0,0-4-5 16,1 4-4-16,0-2-1 0,2 3 1 0,-1-5-3 0,0 2-1 15,-1 0 2-15,0 1 1 0,1-4-3 16,0 1-3-16,-1-1-1 0,-3-2 3 0,8 3-8 15,-8-3 11-15,5 0-6 0,-5 0-3 0,6 1 3 0,-6-1-2 16,5 1-6-16,-5-1 6 0,0 0-1 0,0 0 3 16,9 0-3-16,-9 0-2 0,0 0-1 15,0 0 1-15,0 0 5 0,5-3 4 0,-5 3 3 0,0 0 3 16,0 0-1-16,0 0 1 0,0 0-6 0,0 0 5 16,1-4-4-16,-1 4 0 0,0 0-4 0,0 0 4 15,0 0-7-15,0 0 1 0,0 0 4 0,0 0-3 16,0 0-2-16,0 0 3 0,-1-5 3 0,1 5-12 15,0 0 8-15,0 0-3 0,0 0 0 0,0 0-1 16,0 0-4-16,0 0 0 0,0 0 5 0,0 0-3 16,0 0 0-16,0 0 1 0,0 0-4 0,0 0 4 15,0 0 2-15,0 0-5 0,0 0 2 0,0 0 2 16,0 0-1-16,0 0 2 0,0 0 7 0,0 0 1 0,0 0 6 16,0 0-3-16,0 0 1 0,0 0 0 15,0 0 2-15,0 0-4 0,0 0 2 0,0 0-1 16,-3-6-2-16,3 6-1 0,0 0-1 0,-7-3-5 0,7 3 5 15,-5-3 0-15,1 1 15 0,4 2-17 0,-6-7 7 16,-2 5-5-16,4-2 2 0,0 0-6 0,-3 0 0 16,0-1 2-16,3 0 0 0,-5 1-2 0,3-2 0 15,1 2 1-15,-2 2-4 0,2-3-8 0,-2 0 8 16,3 2-33-16,1 1-34 0,3 2-48 0,-9-1-61 16,9 1-70-16,-3-1-73 0,3 1-202 0,0 0-560 15,0 0 248-15</inkml:trace>
  <inkml:trace contextRef="#ctx0" brushRef="#br1" timeOffset="133148.54">16125 16571 205 0,'-8'-3'251'0,"5"-2"-12"0,-4 2-9 16,6 0-13-16,-4 1-8 0,5 2-7 16,-9-3-10-16,4 1-16 0,5 2-16 0,-5-3-17 0,5 3-9 15,-3-2-10-15,3 2-13 0,0 0-10 0,0 0-13 16,0 0-7-16,0 0-5 0,0 0-6 0,0 0 19 16,0 0-11-16,0 0-2 0,0 0-5 0,16 5-6 15,-12-3-7-15,3 2 0 0,-1-2-6 0,0 3-4 16,5-4-1-16,-4 3-4 0,3-1-4 0,3 1-1 15,-2 3-7-15,0-1 1 0,5-1-4 0,-2-1-2 16,1 3 0-16,3-4-21 0,-1 2-7 0,2 2 6 16,-1-1-3-16,1-1 2 0,0 0-4 0,0 1 1 15,-1-3 0-15,-5 2 15 0,6 0-16 0,-2 3 3 16,-4-4-7-16,0 0 3 0,-1 0 5 0,0-2-3 16,-4 2 0-16,0-1 3 0,0-1-8 0,-1 2 4 15,0-1 1-15,-1-1 2 0,-1 1 8 0,-4-2-11 16,-1-1-1-16,7 3-1 0,-7-3 2 0,4 1-1 15,-4-1 3-15,6 4 7 0,-6-4-5 0,-2 4-3 16,2-4 2-16,0 0-3 0,-8 7 5 0,4-4 8 16,-3 2-10-16,-4 0-1 0,0 0-2 0,-2 2 1 15,-2 3 3-15,-5 2-6 0,-1-4 3 0,-2 8 2 16,-4-2 0-16,2-2 9 0,-3 4-1 0,1-3 4 16,1 1-2-16,1 0-7 0,-5 1 11 0,11-3-8 15,-4 3-3-15,3-2-6 0,-2-4 7 0,6 1 1 16,3-4-6-16,2 1 2 0,-1-2-4 0,5-1 7 15,3 0-23-15,-1-3-22 0,3 3-25 0,2-4-20 16,0 0-27-16,0 0-33 0,0 0-45 0,22-12-52 16,-10 6-49-16,-1-1-193 0,3 1-523 0,4-4 233 0</inkml:trace>
  <inkml:trace contextRef="#ctx0" brushRef="#br1" timeOffset="133961.03">16626 16451 232 0,'0'0'226'15,"0"0"-15"-15,0 0-22 0,0 0-17 0,0-6-20 16,0 6-14-16,0 0-15 0,0 0-13 0,0 0-11 16,0 0 14-16,0 0-6 0,13 10-7 0,-10-7-8 15,5 3-10-15,-4-1-7 0,3 0 0 0,0 2-2 16,1 0-9-16,0 1 0 0,0 1-11 0,3 0-4 16,0 0-5-16,1-2-5 0,-2 1 7 0,6 2-13 15,-3-2-5-15,3 4-2 0,-5-6 0 0,3 7-4 16,-1-7 1-16,0 3-7 0,5 1 2 0,-3-6-3 15,0 5-2-15,4-3 1 0,-7-2-4 0,3 0 5 16,-2 0-6-16,0 0-1 0,2-2 0 0,-5 2-3 16,2-1 2-16,-5 0-3 0,-1-2 0 0,-3 0 1 15,4-1-1-15,-2 3-4 0,-5-3 5 0,7 1-3 16,-3 1 8-16,-4-2 10 0,0 0 7 0,4 4 4 16,-4-4 9-16,-4 6 5 0,0 0 3 0,-1-1 3 15,-2 1 6-15,-1 3 1 0,-2-1 0 0,0 1 5 16,-3 2-13-16,2-1 7 0,-4 1 5 0,2 4 1 15,-5-2-2-15,3-2-5 0,-1 5-3 0,-1-3-4 16,3-1-4-16,3 1-5 0,-3 2-5 0,0-3 4 16,3 1-9-16,1-4-3 0,1 1-3 0,0-1-3 15,1 0-1-15,5 1-5 0,-4 0 0 0,5-4-6 16,-1-3-23-16,-1 4-27 0,1-3-22 0,3 0-15 16,-3 1-9-16,3-5-13 0,0 2-24 0,0-2-38 15,7 2-44-15,-7-2-51 0,11-6-48 0,-5 4-177 16,1-4-522-16,2-2 231 0</inkml:trace>
  <inkml:trace contextRef="#ctx0" brushRef="#br1" timeOffset="134382.85">17322 16597 111 0,'0'0'254'15,"0"0"0"-15,0 0-15 0,0 0-16 0,0 0-6 16,-14 13 0-16,10-7-15 0,2 0-7 16,-3 0-4-16,0 2-6 0,4-1-5 0,-3 3-13 15,0-1-23-15,2 1-9 0,1 1-14 0,0 1-8 0,1 0-17 16,0 0-14-16,1-1-2 0,0-2-1 0,1 2-8 15,3-2-7-15,-1 0-14 0,8-2 10 0,-3 2-15 16,4-4-2-16,-1 0-3 0,5-1-3 16,-1-3-3-16,6-3-13 0,-2 0 19 0,3-3-17 15,6-2-2-15,-7-1-5 0,-2 0 2 0,2-2-1 0,-3 0-3 16,-1-3-1-16,-4 0-2 0,0 2-1 0,-2-2 4 16,-2 3-3-16,-2-5 3 0,-4 3-2 0,0 0 10 15,-4 2 0-15,-4-2 4 0,0-1 7 16,-4 5 7-16,-2-3-12 0,-6 3 6 0,2-3 1 0,0 5-5 15,-4-3-6-15,-3 2-2 0,1 4-12 0,-5-1-35 16,2 3-53-16,0 1-50 0,3 1-61 0,-10 5-92 16,9-2-355-16,-7 4-687 0,2 4 305 0</inkml:trace>
  <inkml:trace contextRef="#ctx0" brushRef="#br0" timeOffset="169695.95">20295 11252 19 0,'0'-3'223'0,"0"-2"-1"0,-2 1-5 16,2 4-6-16,0-6-12 0,0 6-15 0,-2-5-19 16,2 5-17-16,0 0-16 0,2-3-14 0,-2 3-13 15,0 0 5-15,0 0 3 0,0 0 2 0,0 0-3 16,2 14-4-16,-2-9 4 0,2 1 0 0,-2 2-10 16,1 1-3-16,-1 1 2 0,3 2-1 0,-2-2-3 15,1 1-5-15,0 4-7 0,1-2-7 0,-3-2 1 16,0 4 6-16,1 3-14 0,-1 0-3 0,0 0-1 15,0 1 3-15,4-1-11 0,-4 0-6 0,0 4 1 16,-4 6 3-16,8-9-2 0,-4 2 0 0,2 5-2 0,-1 0-3 16,0 0-5-16,1 2 3 0,-2-8-5 15,4 6-1-15,-3-5 0 0,2 5-2 0,-2 3 6 16,-1-2-4-16,0 0-3 0,3 1 11 0,-3-3-12 0,0-3 6 16,1 3-5-16,1 3-1 0,-1-1 6 0,2 1-3 15,-3-7 5-15,0-1-5 0,1 6 1 0,-2-6-2 16,1 0-3-16,1 8 1 0,2-8-2 0,-3 1 2 15,1-1-5-15,-1 1 1 0,0 0-3 0,0-1-2 16,1 3-10-16,2 2 8 0,-3-6-4 0,2 9 2 16,-2-10 2-16,2 3 2 0,-2-1 1 0,0 0-4 15,2-1-3-15,-2 0-1 0,-2 2-2 0,4-1-1 16,-2-2 2-16,0 3 3 0,0-1-2 0,2 0-2 16,-4 0 1-16,2 0-2 0,-2 3 2 0,2-2-1 15,0 6 0-15,-2 0-3 0,2 0-2 0,0 0 0 16,2-1-1-16,-2 2-3 0,-2-8 0 0,2 7 0 0,0 0-1 15,0 0-1-15,0-7-1 0,2 6-2 0,-2 1 4 16,-2 1-2-16,4-1 5 0,-2-6 4 0,0 8 1 16,2 0-1-16,-2 1 1 0,0-1 2 0,2-1-2 15,0 5-4-15,-4-5 0 0,4 2 1 0,-2 5 4 16,0-4 1-16,0-1-4 0,0 4 1 0,0-1-3 16,0 1 0-16,0-2-1 0,0 1 6 0,1 1-7 15,-1-2 3-15,0 0-5 0,0-1 3 0,0 0-1 16,3-1-1-16,-2 0 1 0,2-2-4 0,-3 1 0 15,2-1 0-15,0-1-2 0,1-7 0 0,-2 8 1 16,0-10 0-16,2 2-4 0,-3-1-1 0,4 2 13 16,-4-3-33-16,0-6-27 0,4 3-19 0,-1-4-26 15,-1 2-20-15,0-3-22 0,0-4-35 0,-1 1-19 0,3-2-23 16,-2-2-29-16,3 0-32 0,-3-1-49 16,-2-2-59-16,11-5-344 0,-5 1-782 0,1-4 346 15</inkml:trace>
  <inkml:trace contextRef="#ctx0" brushRef="#br0" timeOffset="170649.05">20278 11270 189 0,'0'0'221'0,"0"-5"-15"16,0 5-20-16,0 0-18 0,0 0-15 0,0 0-1 0,0 0 4 15,0 0-9-15,0 0-7 0,-8 16-2 0,8-9-6 16,-5 0-12-16,4 6-8 0,-2-3-7 16,-1 1-9-16,0 1-2 0,-3-3-4 0,3 4-7 0,-4 0-4 15,4-2-3-15,-3-1-2 0,-1 0-6 0,1 0 0 16,-1-2-4-16,3 0-8 0,-1-1 7 0,1-2 3 15,1 0 9-15,0-3 9 0,0 1-10 0,4-3 9 16,0 0-24-16,0 0-1 0,-3-9-6 0,4 1-15 16,6-2-1-16,0 0 1 0,6-6-10 0,0 0 0 15,4-7 14-15,-2 0-19 0,0 7-2 0,0-8 4 16,0 7-5-16,-4 1 10 0,0 0 7 0,1 2 15 16,-4 4 7-16,-2-1 10 0,3 4 5 0,-3-2-2 15,0 4-1-15,-3 1-5 0,0-2-7 0,-2 3-7 16,2 1-11-16,-3 2-3 0,0 0-4 0,12 5-11 15,-8 1 5-15,2 3-3 0,1 2-1 0,-2 6-40 16,7 1-39-16,5 4-11 0,0 3-24 0,-2 3-25 0,7-3-33 16,-2 0-47-16,2 3-67 0,7-2-64 0,-5-1-279 15,2 1-655-15,-3-1 290 0</inkml:trace>
  <inkml:trace contextRef="#ctx0" brushRef="#br0" timeOffset="172195.77">19834 14019 12 0,'0'0'170'16,"0"0"-2"-16,0 0-11 0,0 0-13 0,-8 2-6 16,8-2-2-16,0 0-6 0,0 0-6 0,0 0-5 15,0 0-10-15,0 0-10 0,0 0-2 0,0 0-6 16,15-8-11-16,-8 6-3 0,2 2-2 0,-2-2-11 15,4-1-5-15,3 2-6 0,-1-1 1 0,2-1-9 0,3 1 1 16,1 0-7-16,1 0 0 0,-1-2-8 16,2 0 0-16,2 1-5 0,0 1-1 0,-3 1-5 15,3-2-1-15,2 2-2 0,-2-1 1 0,-2 0-5 0,4 0 1 16,-2-1-5-16,-1 1 2 0,8 1-2 0,0 0-1 16,-7 2 3-16,0-2-8 0,3 0 3 0,0 1 1 15,0 0 0-15,-3 1 1 0,7-1-1 0,1 1-7 16,0 2-3-16,-1 1 5 0,2-1 0 0,-4 0 1 15,2-2 3-15,4 1-7 0,-3-2 2 0,2 2 1 16,0-1-1-16,-1 1 2 0,1-1 0 0,1 1-1 16,0-2-2-16,4 1 0 0,-3 2-1 0,1-1 1 15,-1-2-1-15,-1-1 2 0,3 1 1 0,5 1 1 16,-5-1-12-16,2 0 10 0,-2 0-2 0,1 0 5 16,2-1-6-16,-2 3 6 0,4-2-2 0,-3 0-5 15,-2-2 3-15,1 1 2 0,4-1-3 0,-2 1-3 16,1 0 5-16,-1-1 1 0,1-1 0 0,-3 2-9 0,2 0 5 15,-1 0 4-15,-2 1 1 0,2-4-2 0,-3 3-1 16,3 2 2-16,-4-2 0 0,2 1-3 16,-3 0 3-16,0 2-1 0,-1-2-1 0,-1 0 0 0,1 0 0 15,-2 0-2-15,3-2 2 0,0 2 3 0,0 0-3 16,-1 1 3-16,-2 0-3 0,0-1 2 0,2 0-2 16,-2-1-1-16,2 1 0 0,1 1 2 0,-1-2-2 15,2 2 1-15,-1-1 2 0,0 1-1 0,0 2-1 16,-1-3 0-16,1 0 3 0,1 1-2 0,-1-2-3 15,3 1 4-15,-2 0-3 0,-1 0 3 0,-1 0-2 16,2 0 0-16,-1 1 1 0,0 0-7 0,0-1 6 16,2 0 4-16,3 0 0 0,-1 2-4 0,-3-4 1 15,-1 0-1-15,6 2 1 0,-5-1-3 0,5 1 3 16,-4-2 1-16,4 0 0 0,-5 0 0 0,2 0 1 16,4 1-4-16,-5-1 0 0,1-2 1 0,-1 3-1 15,2-2 2-15,0 0-3 0,-4 1 0 0,1 0 1 16,-2 2 4-16,2-1-4 0,-1 0 1 0,-2-2 1 0,3 2 1 15,1-1 0-15,-2 1-4 0,-1 1 1 0,1-1 2 16,0 1-1-16,0-3 3 0,0 2 0 16,0 0 0-16,0 1-4 0,3-1 2 0,-5 1-1 0,5 0 3 15,-3-2-2-15,0 2 3 0,-1-1 3 0,0 2 6 16,-1-3 4-16,1 2 0 0,-2 0-1 0,-1 1-1 16,-5-1-2-16,4 0 0 0,3 0 1 0,-1 1-6 15,-7-1 1-15,6 2 1 0,-8-2-2 0,0 0-3 16,-3 0-2-16,4 0 2 0,-4-3 2 0,4 2-2 15,-5 2-1-15,-2-1 2 0,-5-1-1 0,3 1 0 16,-3 0-1-16,-2-1 2 0,-1 1-1 0,-2 0-2 16,-6 0 0-16,9 1 2 0,-9-1 7 0,10 0-3 15,-10 0 2-15,5-1-2 0,-5 1-2 0,0 0-1 16,0 0-3-16,0 0-5 0,0 0-14 0,0 0-23 16,0 0-17-16,0 0-28 0,0 0-25 0,-12-7-41 15,12 7-37-15,-7-5-46 0,2 2-118 0,1 2-379 16,4 1 167-16</inkml:trace>
  <inkml:trace contextRef="#ctx0" brushRef="#br0" timeOffset="172570.73">25057 13811 115 0,'-7'3'176'15,"7"-3"3"-15,0 0-7 0,2 4 2 0,-2-4 3 16,5 5-8-16,-1-2-7 0,3 0-9 0,0 1-14 16,1-1-8-16,4 1-12 0,2-1-10 0,3 5-8 15,0-3-14-15,-4 0-7 0,7 1-8 0,-4-1-8 16,1 2-5-16,-4-4-4 0,-2 2-4 0,-1-2-4 0,-3 2 0 15,1-1 1-15,-2-1-8 0,-2 0 4 0,1 2 5 16,-5 1 15-16,0-2 3 0,-1 1 4 16,-6 1 2-16,-1 2-8 0,0-1-2 0,-6 1-7 0,-1 0-3 15,-4 0-12-15,1 0 1 0,1 2-4 0,-1-2-5 16,-4 1-20-16,-3 5-32 0,4-3-34 0,2-4-29 16,-3 4-47-16,-1-5-62 0,4 4-65 0,0-1-206 15,0-1-500-15,1 0 222 0</inkml:trace>
  <inkml:trace contextRef="#ctx0" brushRef="#br0" timeOffset="173416.55">21281 13249 131 0,'0'0'209'0,"0"0"8"0,0 0-6 0,0 0-7 0,0 0-13 16,0 0-18-16,0 0-14 0,0 0-4 0,0 0 2 15,0 0-7-15,-9 10-9 0,7-6-11 16,-2 1-9-16,-1 0-11 0,-3 2-9 0,2-1-10 0,-3 1-10 15,2 3-10-15,-2-3-3 0,2 1-11 0,-3 3-1 16,-1-5-9-16,2 4-5 0,1-3 1 0,-3 0-7 16,5 3-5-16,-3-6-24 0,3 2-28 0,0-1-46 15,2-1-42-15,-2-1-49 0,5 1-44 0,1-4-238 16,0 0-474-16,0 0 209 0</inkml:trace>
  <inkml:trace contextRef="#ctx0" brushRef="#br0" timeOffset="173869.63">21175 13308 67 0,'0'0'214'0,"0"0"-3"0,0 0 5 16,0 0-1-16,0 0-6 0,0 0-7 0,0 0-16 15,0 0-18-15,0 0-15 0,0 0-15 0,0 0-12 16,0 0-5-16,0 0-6 0,0 0-10 0,0 0-8 16,8 6-10-16,-6-2-5 0,2-1-10 0,0 1-5 0,-1 1-9 15,2 1-1-15,0 3-7 0,0-4-7 0,1 1-5 16,0 3-5-16,2-3-10 0,0 4-34 15,-4-5-41-15,4 4-48 0,-1-2-54 0,-4 0-61 16,4-2-223-16,-3-2-473 0,1 0 211 0</inkml:trace>
  <inkml:trace contextRef="#ctx0" brushRef="#br0" timeOffset="174588.3">21436 12406 113 0,'0'0'279'0,"0"0"-4"15,0 0-22-15,0 0-19 0,0 0-18 0,0 0-13 16,0 0-19-16,0 0-16 0,0 0-17 0,0 0-16 0,-5-4-15 16,5 4-13-16,0 0-6 0,0 0-11 0,-10 7-7 15,10-7-9-15,-8 4-8 0,4-2-8 0,-1 3-4 16,-1-1-8-16,1-1-14 0,-3 1-17 0,1-1-22 16,2 1-17-16,-1 0-21 0,-1-3-24 0,-1 2-21 15,3 0-24-15,2-2-4 0,3-1-15 0,-7 2-18 16,7-2-7-16,0 0-8 0,0 0 3 0,0-9 10 15,0 9 10-15,0 0 16 0,7-7 14 0,-3 4 23 16,-1-1 23-16,2 2 16 0,-2-2 26 0,-1 1 23 16,-2 3 23-16,6-6 22 0,-3 3 20 0,-3 3 29 15,4-3 15-15,-3 0 14 0,-1 3 5 0,0 0-6 16,3-4-9-16,-3 4-18 0,0 0-10 0,3-3-8 0,-3 3-10 16,0 0-4-16,0 0-7 0,0 0-8 0,0 0 4 15,10 7-11-15,-5-2-25 0,0-1-42 16,1 0-59-16,3-2-68 0,2 2-206 0,1 0-390 0,0 0 173 15</inkml:trace>
  <inkml:trace contextRef="#ctx0" brushRef="#br0" timeOffset="175213.24">22168 11835 26 0,'-3'-1'242'0,"3"1"-17"0,0 0-18 0,-10-2-18 16,10 2-16-16,-6-2-18 0,6 2-14 0,0 0-15 16,-11 4-14-16,11-4-11 0,-7 3-7 0,2 0-10 15,1 0-10-15,0-1-7 0,1 2-3 0,0-1-8 16,-2 1-7-16,2-2-15 0,0 1-21 0,-2-1-27 16,1 1-25-16,0 0-20 0,1 1-14 0,3-4-20 0,-4 2-5 15,4-2-4-15,0 0-14 0,0 0 5 16,0 0 6-16,0 0 9 0,0 0 11 0,0 0 8 15,0 0 7-15,-7-7 15 0,7 7 26 0,0 0 29 0,0 0 31 16,7-7 29-16,-7 7 27 0,3-4 27 0,-3 4 18 16,3-2 10-16,-3 2 2 0,2-4-3 0,-2 4-8 15,3-2-13-15,-3 2-6 0,0 0-13 0,9-1-6 16,-9 1-11-16,0 0-5 0,0 0-13 0,11 3-3 16,-6 1-7-16,-1-1-6 0,1 1-25 0,2 0-37 15,0 1-50-15,2-1-56 0,3 0-67 0,-5 1-227 16,4 0-446-16,5-2 198 0</inkml:trace>
  <inkml:trace contextRef="#ctx0" brushRef="#br0" timeOffset="175806.93">22820 11587 120 0,'-2'-3'249'16,"2"3"-7"-16,-5-5-14 0,2 3-18 0,3 2-15 15,-6-5-18-15,6 5-19 0,-6-2-15 0,6 2-13 16,-7-1-16-16,7 1-9 0,0 0-11 0,-12 2-8 15,5-1-11-15,2 2-4 0,-2 0-10 0,3-1-7 16,-2 1-4-16,1 1-5 0,-3-3-5 0,2 1-4 16,2 1-4-16,1-1-4 0,3-2-2 0,-5 2-1 15,5-2-4-15,-7 4-4 0,7-4-3 0,0 0-6 16,0 4-6-16,0-4-9 0,0 0-7 0,0 0-6 16,0 0-6-16,0 0-4 0,18-12-1 0,-17 8 0 15,3 0 4-15,-1 1 1 0,0-1-2 0,1 1 2 0,-4 3-2 16,1-5 5-16,2 2-3 0,-3 3 1 0,1-5 6 15,-1 5-1-15,0-3 0 0,0 3 4 0,0 0 0 16,0 0 3-16,-5-4-4 0,5 4 9 0,0 0-2 16,0 0-2-16,0 0 3 0,-14 5 1 0,14-5 1 15,-1 5-3-15,1 0-14 0,0-1-9 0,0-4-12 16,1 5-16-16,-1-5-24 0,0 6-24 0,3-3-30 16,0 1-16-16,-3-4-121 0,0 5-298 0,0-5 132 15</inkml:trace>
  <inkml:trace contextRef="#ctx0" brushRef="#br0" timeOffset="176416.25">23524 11198 210 0,'4'-2'294'0,"0"-1"-12"0,-4 3-13 15,3-2-13-15,-3 2-13 0,4-4-9 0,-4 4-9 16,3-2-11-16,-3 2-15 0,1-5-29 0,-1 5-6 16,0 0-10-16,4-6-21 0,-4 6-10 0,0-5-2 15,0 5-22-15,0 0-11 0,0 0-5 0,-4-3-8 16,4 3-12-16,0 0-3 0,-6-3-7 0,6 3-8 0,-9-1-8 16,9 1-1-16,-8 0-11 0,8 0-16 0,-13 1-9 15,13-1-6-15,-10 1-10 0,3-1-3 16,7 0-5-16,-12 0-11 0,12 0-4 0,-8 0-9 0,8 0-3 15,-7-1-8-15,3-1-5 0,4 2-8 0,-9-3-8 16,6 0-15-16,3 3-18 0,-3-4-19 0,3 4-19 16,0-3-25-16,0 3-5 0,1-8-14 0,-1 8-1 15,5-7-1-15,-4 6 6 0,-1 1-113 0,2-6-330 16,1 2 146-16</inkml:trace>
  <inkml:trace contextRef="#ctx0" brushRef="#br0" timeOffset="176525.7">23460 11117 740 0,'0'-4'-53'0,"0"4"26"15,0 0 14-15,0 0 14 0,0 0 7 0,0 0 4 16,0 0 10-16,0 0 12 0,0 0-4 0,0 0 12 15,0 0 0-15,0 0-7 0,0 13 5 0,0-13 3 16,3 5-6-16,-2-4-7 0,1 3-1 0,-2-4-3 16,7 8-4-16,-3-6-10 0,1 0-32 0,3-1-66 15,-2-1-82-15,-6 0-182 0,9 1 81 0</inkml:trace>
  <inkml:trace contextRef="#ctx0" brushRef="#br0" timeOffset="177072.52">23908 10652 104 0,'0'0'278'0,"1"-5"-16"0,-1 5-14 16,0-4-12-16,0 4-21 0,0 0-20 0,-1-8-21 0,1 8-18 15,0 0-15-15,0 0-19 0,0 0-9 0,0 0-15 16,0 0-11-16,0 0-8 0,0 0-7 0,-17 10-6 16,13-8-7-16,-4 1-4 0,4-2-11 0,0 1-18 15,-3 3-20-15,3-2-19 0,-3-3-20 0,-1 4-23 16,1-3-24-16,3 1-15 0,4-2-26 0,-16 0-13 16,16 0-5-16,-9-3-8 0,4 2 7 0,5 1 6 15,-6-7 7-15,3 3 9 0,1 1 18 0,-1 0 7 16,3 3 17-16,-2-10 28 0,2 6 20 0,0 0 21 15,-1 0 25-15,1 4 24 0,-3-10 20 0,3 6 20 0,0 4 17 16,-1-4 12-16,1 4 2 0,-2-6 5 16,2 6-10-16,-1-4-7 0,1 4-9 0,0 0-12 15,0 0-8-15,0 0-10 0,-1-4-7 0,1 4-4 0,0 0-7 16,0 0-4-16,0 0-1 0,0 0-3 0,2 16-27 16,0-13-37-16,3 2-56 0,2 3-64 15,0-4-240-15,0 6-418 0,2-3 185 0</inkml:trace>
  <inkml:trace contextRef="#ctx0" brushRef="#br0" timeOffset="179573.33">24721 10395 25 0,'0'0'228'0,"0"0"-17"0,0 0-8 0,0 0-18 16,-3-5-20-16,3 5-19 0,0 0-12 0,0 0-12 16,0 0-4-16,-10 1-7 0,10-1-14 0,0 0-8 0,-7 5-8 15,4-3-11-15,3-2-3 0,-3 4-8 16,3-4-6-16,-3 5-12 0,3-5 2 0,-1 3-3 15,1-3-3-15,0 0-3 0,1 6-2 0,-1-6-1 0,0 0 2 16,0 0-1-16,0 0-2 0,0 0-5 0,0 0 3 16,18-7-3-16,-15 3-5 0,2 0 1 0,-1 1-2 15,-1-2-4-15,-3 2 1 0,4-3-4 0,-4 1 2 16,0 0-6-16,0 0-3 0,-4 1-13 0,1-1-21 16,-1 1-24-16,-1 1-35 0,-2 0-44 0,0 1-65 15,0 0-173-15,-5 0-400 0,0 2 176 0</inkml:trace>
  <inkml:trace contextRef="#ctx0" brushRef="#br0" timeOffset="184304.14">21125 13661 70 0,'0'0'203'0,"0"0"-6"0,0 0-10 0,0 0-8 15,0 0-1-15,0-10-6 0,0 10-4 0,0 0-16 16,1-4-9-16,-1 4-13 0,0-5 0 0,0 5-15 0,0 0-1 16,0-6-7-16,2 3-6 0,-2 3-1 0,1-7-11 15,0 4 5-15,-1 3-9 0,2-7-3 16,-1 2-7-16,1 1-8 0,-1 0-5 0,0-1-7 16,1 0-2-16,-1-3 6 0,-1 3-1 0,4-2-6 0,-1-1-1 15,-2 0-10-15,2 2 1 0,-1-4-3 0,1-1-3 16,1 1 1-16,-1 1 1 0,0 1 1 0,0-1-10 15,-2-3-2-15,4 1 2 0,-1 0-2 0,-2 1-3 16,0 0 1-16,1-2-9 0,0 1 2 0,-2-1-4 16,3-5-1-16,-2 6 2 0,2-2-1 0,-1 0-5 15,0-1 0-15,4-2 2 0,-5 4-2 0,0 1 0 16,1-1-8-16,0-1 8 0,1 2-1 0,0-1-5 16,1 2 2-16,-2-2-2 0,4 1 3 0,-6 0-5 15,3 0 4-15,1 2-9 0,-1-4 5 0,-3 4 4 16,0-3-2-16,3 3-1 0,0-3 2 0,-2 4-1 15,3-2-8-15,-2 0 6 0,1-2-3 0,0 2 5 16,0-2 3-16,-1 4-2 0,2-4 8 0,-1 2-11 16,2-2 3-16,-2 0-8 0,0 2 6 0,2-1-4 15,-1 1 5-15,-1-1-6 0,0 0-1 0,2 1 2 16,-2 1-1-16,0-2 2 0,1 3-2 0,0-4 5 16,1 2 3-16,-2-1-3 0,0 1-1 0,2 0-7 0,-2 1 7 15,-3-3-5-15,6 5 2 0,-4-5 1 0,1 4 1 16,0-3 14-16,1 2-16 0,-2 1 4 15,1 0-4-15,1-2-4 0,-1 0 6 0,1 1 0 0,-1 0 1 16,1 2-1-16,-1-2 1 0,0-1 1 0,0 3 0 16,3-3-1-16,-1 1-2 0,-1-1 2 0,2-1-1 15,-4 6 2-15,3-3-5 0,0 1 4 0,-1-1-1 16,-3-1-2-16,2 3 5 0,1 0 0 0,-1-1-2 16,4-2-3-16,-5 4 17 0,1-3-14 0,0 1-2 15,3 0 0-15,-3 1 1 0,0-1-1 0,2 1 0 16,-2-1-4-16,1 0 6 0,-1 1 1 0,-1-1-4 15,4-1 4-15,-2 0-10 0,-1 2 10 0,3 0-1 16,-4 0 2-16,2-3-7 0,2 4 3 0,-3-4 1 16,0 5 0-16,3-5-2 0,-1 2 1 0,-1 0-5 0,4-2 6 15,-5 2 1-15,2 2 5 0,-1-1 0 16,1 0-3-16,2 1-3 0,-3-2-3 0,1 0 4 16,-1 2 0-16,2-1 0 0,-3 1 0 0,4-1-7 0,-2-1 8 15,-2 2-8-15,4-1 6 0,-4 0 3 0,1 1 0 16,2 0-6-16,-3-4 2 0,3 4 15 15,-1 1-15-15,0-4 1 0,0 5 3 0,-2-4 2 16,0 2-11-16,0 0 3 0,3 0 4 0,-2 0-2 0,-1-1 1 16,2 3 0-16,-2-2-2 0,0 0 3 0,3-1-3 15,0 1 0-15,-2 0 4 0,1 0-4 0,0 3 0 16,1-4 0-16,-2 2 1 0,1-2 3 0,-2 2-1 16,4-1 1-16,-3 1-8 0,-1-1 5 0,2 1 3 15,0 1-4-15,-2 0 0 0,1-1 16 0,-1 0-11 16,-1-1-3-16,1 4-3 0,1-3 1 0,0 1-4 15,-1-1 6-15,0 0 1 0,1 1-5 0,-2-1 15 16,1 1-15-16,3-2 6 0,-3 3-2 0,1-2-7 16,2 3 8-16,-3-2-4 0,1-1 4 0,2 0-4 15,-1-1 2-15,-1 2 6 0,2-1 4 0,-1 0-7 16,0-1-3-16,1 0 0 0,1 0 1 0,-1 0 0 16,0 0-2-16,0 2 4 0,-2-2-5 0,2-3 1 15,0 3-2-15,-1 0 2 0,3-2 5 0,-1 1-2 0,0-1 1 16,-1 2-3-16,1 0 0 0,-4 0 2 15,3-1-1-15,0 1-2 0,-1-1 5 0,0 2 0 16,-1-2-6-16,2 4 0 0,4-4 3 0,-6 2 0 0,1 0-4 16,1 1 7-16,-4-1-7 0,3 3 4 0,2-3-3 15,-5-1 1-15,3 2 4 0,-2 2-4 0,-4 1 6 16,9-2-1-16,-9 2 8 0,7-4-14 0,-7 4 0 16,4-4 4-16,0 1-3 0,2 1 4 0,-6 2-5 15,8-3 0-15,-3 1-1 0,1-1 3 0,-1 2 3 16,-1-3-2-16,0 1 1 0,3-1 2 0,1 1-12 15,-1-1 12-15,0-2-3 0,0 4 1 0,1-2-5 16,-3-1 6-16,2 1-3 0,0-1 3 0,1 0-4 16,-1 1 1-16,0-1 5 0,1-2-3 0,3 1 4 15,-2 1-4-15,2-2-7 0,0 1 6 0,-2 0 3 16,-2-2 0-16,5 2 0 0,-5-2-2 0,3 3-1 16,1-1 2-16,-2-1-2 0,-1 1-4 0,3 1 16 15,-3-3-8-15,5 3-5 0,-4-2 0 0,-1 4-6 0,-1-2 7 16,3 1 1-16,-1-3-3 0,-2 5 0 0,1-2-1 15,-2 0 16-15,1 0-18 0,0 0 5 16,2 0-2-16,-4 2-4 0,3-2 5 0,0-1-1 16,-4 1 2-16,3 0 0 0,0 0 0 0,-1-1-1 0,3 2 2 15,-1-4-1-15,-1 2 0 0,0-2 0 0,2 1-6 16,-3 1 12-16,-1 0-11 0,5-3 4 0,-1 3 3 16,-2-4 2-16,0 1-10 0,0 3 9 0,2-3-5 15,-2 2 5-15,1 0 0 0,0-3-7 0,3 1 20 16,-3 2-9-16,1 0 5 0,0-2-20 0,2 1 16 15,-6 4-12-15,4-4 15 0,1 1-11 0,0-1-7 16,-2 2 9-16,-1 0-8 0,0 1 3 0,-1-1-4 16,1 2 6-16,0-3 3 0,0 2-4 0,-2 1 2 15,1-1-2-15,-1-1 1 0,2 2-2 0,-3-1 5 16,4 2-5-16,-4-1 1 0,5-2 2 0,-4 1 3 16,4 1-8-16,-3 1 5 0,1-3 0 0,0 1 1 15,2 0-2-15,-2 0 1 0,2 2-3 0,0-5 3 16,1 1 2-16,-1 3-1 0,3-2-5 0,-4 0 3 0,1 0 0 15,0-2 4-15,1 1-8 0,-3 2 8 16,4-2-7-16,0-2 7 0,-3 2 1 0,3-2-3 16,-3 3 0-16,3-3-1 0,-7 3 1 0,4 0-1 0,-2 0 11 15,-1 0-12-15,6-2 18 0,-7 2-19 0,5-1 2 16,-5 1-5-16,4-3 6 0,-2 4-2 0,-1-3-4 16,0 1-5-16,1 1 6 0,0-1-4 0,-2-1 0 15,4 4 0-15,-1-5 3 0,0 3 1 0,-4 0 5 16,6-2-8-16,-2 2 2 0,-1 0-2 0,-1 1 7 15,4-1-3-15,-2 1-2 0,-3-1 0 0,3 0 2 16,0 1 3-16,0-1-4 0,1 2-2 0,-3-2 3 16,2 0-2-16,1 1 4 0,-1 0 0 0,-1-2-4 15,3 1 4-15,1 0 1 0,-4 1-3 0,1-1 3 16,0-1-3-16,2 2 2 0,-2-1 3 0,-1 1-2 16,2-4-4-16,1 3 2 0,1 0-1 0,0-2 1 15,-1 4-1-15,1-1 2 0,-1-2 0 0,-1-1 0 16,3 3-2-16,1-1-5 0,-5 1 13 0,4 0-11 0,-1-2 10 15,1 2-9-15,-1-4 4 0,1 3 4 16,-1 0-4-16,2-1-3 0,-1-1 6 0,-1 1-11 16,3 2 8-16,-3-3 4 0,-1 2-2 0,0-1 1 0,-2 1-1 15,4 0 11-15,-1-3-12 0,-1 3-2 0,0 0 3 16,0-1-6-16,0 2 7 0,1-1 6 0,-2 2-12 16,-1-2 1-16,2 1 0 0,0 2 0 0,1-1 4 15,-1-2-3-15,0 0 4 0,3 1-3 0,-3 0-2 16,0 0 0-16,1 2 0 0,-1-2-3 0,2 1-1 15,0-1 1-15,0 2 3 0,-3-1 1 0,0 1-6 16,3-1 0-16,0-1 8 0,-1-1-4 0,0 1 3 16,0-1-3-16,-1 2 1 0,1-2 3 0,-3 2-1 15,1 0 0-15,0-1 2 0,-1 0 0 0,1 2 0 16,-3-2 0-16,0-1-3 0,1 3 0 0,2-2 0 16,-2-2 8-16,-1 4-9 0,2-1 1 0,0 0 1 15,0-1 0-15,1 0-2 0,-3 3 4 0,2-4-6 16,1 2-4-16,-4-1 4 0,5 0-4 0,-3 3 3 0,1-3 1 15,0-1-2-15,-2 2-1 0,2 0 4 16,-1 1 0-16,-2-3-1 0,4 1 2 0,-1 0-2 16,-2 2 1-16,3 1 3 0,-1-1-3 0,1 0 9 0,-1-1-8 15,1-1 1-15,2 2 0 0,-1-2-2 0,-2 1-3 16,1 1 2-16,4-2-3 0,-1 0 1 0,-1-1 0 16,-1 2 1-16,2 2 2 0,-1-4 3 15,-1 4-6-15,1-2-1 0,-2 0 4 0,0 0 6 0,0-1-6 16,-1 1 6-16,0 0-7 0,-2-1 6 0,3 0-5 15,-1 1 2-15,-1-1 2 0,-1 3-5 0,1-1 3 16,0-1-1-16,0 1-1 0,1-3 0 0,-3 4 1 16,3-1 2-16,-1-1-3 0,2 1 1 0,-3 1-4 15,1-2 6-15,2-1-7 0,2 6 7 0,-6-7 0 16,4 3-16-16,-1-1 6 0,1 1-3 0,-1-2 0 16,0 2 5-16,1 0-5 0,-1 0 0 0,5-1 3 15,-4 3 1-15,0-3 2 0,3-2 1 0,-4 4-2 16,5-1 1-16,-4 2-1 0,3-2 0 0,1 1 2 15,-2 0 6-15,1-2-4 0,0 2 0 0,0-1 2 16,0-1-2-16,2 1-2 0,-3 0 3 0,1 1 0 16,2-2-2-16,-3 3 4 0,-1-2-3 0,5 0 3 15,0-2 3-15,-4 2-4 0,-3 0 3 0,4-1 0 0,0 0 0 16,0 2-3-16,-2 1 2 0,2-3 4 0,-4-1-5 16,4 0 2-16,-3 2-2 0,1-2 1 15,0 2 1-15,-2-1 0 0,5 1 0 0,-3-1-2 0,1-1 1 16,-2 1 3-16,1 1-1 0,-3-1 1 0,4 1-1 15,-3 1-2-15,0-2-2 0,0 1 1 0,0 1 2 16,1-1 0-16,-4 0 1 0,4 0 1 0,-1-1-3 16,-3 2 0-16,4-1 3 0,-4-1-5 0,3 1 0 15,0 0 2-15,-1-1 2 0,2 2-1 0,-3 0-1 16,1 0 2-16,-1-1 0 0,2 1-1 0,1-1 1 0,-3 1 0 16,2-2 1-16,-1 2-3 0,-1 0 1 0,2-3 2 15,1 2 9-15,0-2-12 0,-2 3 1 16,4-1 1-16,-5 0-1 0,1 1 0 0,1 0-2 15,-1 0 1-15,2-2 1 0,-6 0 3 0,5 2-1 0,-7 1 6 16,10-3 5-16,-6 2 5 0,-4 1-5 0,5-4-2 16,-5 4-2-16,6-2-4 0,-6 2 5 0,0 0-4 15,0 0 1-15,5-1-2 0,-5 1 0 0,0 0-12 16,0 0-14-16,0 0-26 0,0 0-39 0,0 0-53 16,0 0-45-16,0 0-57 0,0 0-218 0,0 0-496 15,-23-3 219-15</inkml:trace>
  <inkml:trace contextRef="#ctx0" brushRef="#br0" timeOffset="191817.65">25135 9616 145 0,'2'-5'225'16,"0"1"-1"-16,-2-2-6 0,0 1-9 0,0-1-6 16,0 3-6-16,0-4-11 0,0 7-11 0,-2-9-12 15,0 4-9-15,0 0-13 0,2 0-13 0,-4 1-10 16,3-2-15-16,-3 3-9 0,0 0-10 0,-2-1-10 16,1-1-9-16,-1 3-10 0,-2 1-5 0,1 0-8 15,-6-2-7-15,-1 3 2 0,-1 0-6 0,0 1-3 0,-6 1-5 16,0 1-5-16,3 0 0 0,-2 2-3 0,-2 0 2 15,3 1-5-15,-1 1-5 0,-2-1 4 16,3 1-2-16,-1 1-1 0,0 2 1 0,0-4 1 0,1 4-7 16,3-1 1-16,-3 2-2 0,5-3 1 0,-2 4 0 15,-1 0 1-15,5-1-1 0,-3 1-1 0,3-2-2 16,4 0 0-16,-2 0 1 0,-2 3 1 0,4-3 0 16,1 2-2-16,-1 3-2 0,-3-1 2 0,6-1-1 15,-2-2 6-15,0 1-3 0,0 1 2 0,-1 3-4 16,4-6 2-16,-1 3-1 0,-2-2-1 0,0 4 0 15,-1-1 6-15,1 2-5 0,0-1 1 0,2-1-3 16,0-2-1-16,-1 3 2 0,-1 2-1 0,3-1 1 0,-4 0 1 16,3 1-1-16,-1-2 0 0,3-3 0 0,-1 3-1 15,1-2 1-15,-1 3-2 0,2-2-1 16,-3 2 2-16,4-5-1 0,-3 3 0 0,2-1 3 0,0 0-1 16,1-1 5-16,-1 2-6 0,2-1 0 0,-4-1 2 15,4 1-2-15,-1 4 2 0,1-4-2 0,-1-1 1 16,1 1 0-16,0-2-2 0,-2 1 1 0,2 0 3 15,-1 0 1-15,1-1-2 0,-2-1 1 0,4-3 0 16,-1 4-2-16,-1 1 5 0,0-5 1 0,2 2 10 16,-2 1-1-16,0-5 2 0,0 4-3 0,1-4 0 15,0 2-2-15,-1-1-2 0,0 1 0 0,0 0-1 16,0 0 2-16,2-3-3 0,0 2 0 0,-2-1 0 16,0 0-1-16,2 0 1 0,-2 0 0 0,0 0-3 15,0 0 0-15,0-2 2 0,0 1-2 0,0-4 1 16,0 9-5-16,0-6 2 0,0 1-2 0,0-4 1 15,1 6-4-15,-1-6 5 0,-1 7 0 0,1-4 2 0,0-3-1 16,-2 6 0-16,2-6 3 0,0 4-5 0,0 0 2 16,0-4 9-16,0 5-13 0,0-5 3 0,0 0 1 15,0 5-5-15,0-1-15 0,0-4-9 0,-4 3-16 16,4-3-17-16,0 0-21 0,0 0-23 0,0 5-24 16,0-5-26-16,0 0-32 0,0 0-19 0,0 0-30 15,0 0-174-15,0 0-440 0,0 0 195 0</inkml:trace>
  <inkml:trace contextRef="#ctx0" brushRef="#br0" timeOffset="192161.55">24566 10514 160 0,'4'-4'190'0,"-4"4"0"16,0 0-12-16,0 0-7 0,0 0-9 0,0-2-8 16,0 2-13-16,0 0-15 0,0 0-8 0,0 0-16 15,0 0-6-15,0 0-9 0,0 0-10 0,0 0-11 16,0 0-4-16,0 0-8 0,0 0-5 0,0 0-2 16,0 0 0-16,0 0 5 0,-7 11-1 0,3-8 9 15,2 1-2-15,-4-2-3 0,2 2-2 0,0-1-4 16,-2 1-6-16,1 0-3 0,-2 0-2 0,-1 1-4 15,4-1-3-15,-6 1-5 0,5-1-2 0,-2 0 0 0,0 1-1 16,-1 0-6-16,1 0 1 0,-1-1-1 16,3 1-3-16,-1 1-2 0,0-2-7 0,0 2-22 15,0-4-22-15,1 1-30 0,0 0-36 0,1 1-32 0,0 0-32 16,4-4-47-16,-8 4-163 0,5-1-409 0,-1-2 181 16</inkml:trace>
  <inkml:trace contextRef="#ctx0" brushRef="#br0" timeOffset="192395.91">24287 10526 1 0,'0'0'215'0,"0"0"-12"0,0 0-28 16,0 0-21-16,0 0-12 0,0 0-10 0,0 0 0 0,0 0-11 15,0 0-8-15,11 11-12 0,-7-8-7 0,2 2-11 16,3 0-6-16,-1 1-7 0,2 0-6 16,1 1-30-16,-2-2-56 0,2 1-49 0,3 1-87 0,-5-2-119 15,4 0-300-15,-3-1 133 0</inkml:trace>
  <inkml:trace contextRef="#ctx0" brushRef="#br1" timeOffset="-203984.9">21430 12432 106 0,'-3'2'119'15,"3"-2"-4"-15,0 0 0 0,-7 4-9 0,2-1-8 16,2 2 0-16,0-1-8 0,-2 0 5 15,2 1 1-15,0 1 1 0,-1-1-5 0,1 2-2 0,3-3-10 16,-5 5-7-16,1-4-3 0,1 2-6 0,-1 2 0 16,2 0 4-16,-1 0-3 0,-1 1 0 0,1 1-2 15,3 0-5-15,-2-1 4 0,1 2-5 0,0-1-3 16,1 4 2-16,0-1 1 0,1-2-5 0,-2 4-1 16,2-2-9-16,-2-3-2 0,1 7-6 0,1 1-4 15,2-1 12-15,-3-1-3 0,1 1-4 0,1-4-1 16,0 3-4-16,1 0-2 0,-1 0-3 0,-1 2 1 15,3-2-3-15,0 1-5 0,-2-4 1 0,0 3-5 0,5-2 5 16,-6-1-3-16,3 4 1 0,-1-5-2 16,1 1-3-16,-2 1 0 0,0-3-1 0,1 2 1 15,0-1 2-15,0 4 0 0,-1-7 4 0,-1 4-7 0,2-4 1 16,-2 2 2-16,1-2 1 0,-2 0 1 0,1 2 0 16,1-3-1-16,-2 0 1 0,0-2 0 0,1 1-3 15,-1 1 2-15,1-2 3 0,-1 0-8 0,0 2 1 16,0-3 0-16,0 1-3 0,-1 0-1 0,1-2 0 15,-1 2 4-15,1-2-5 0,1 1 2 0,-2 1-5 16,1-1 3-16,1 2-3 0,-1-2 4 0,-1 2-3 16,1-2-3-16,-2 2 4 0,2-1-2 0,0-1 2 15,-1 1 0-15,1 0 1 0,-2 0-1 0,1 3-3 16,1-2 0-16,-3-1-3 0,3 2 2 0,-1-4 4 16,1 3-2-16,-2-2 1 0,0 2-3 0,1-2 3 15,-1 2-3-15,1-1 6 0,0 1 7 0,-1-1 2 16,2 1 2-16,0-1-1 0,-4-1-2 0,4 0-4 15,-3-1-1-15,3 1 2 0,-1-1-3 0,1 1 3 0,-1-3-2 16,-1 1-2-16,1 0 0 0,1 3-4 16,0-4 3-16,-1 1-2 0,1-4-1 0,-2 7 1 15,1-4-2-15,1-3-5 0,-2 4 6 0,2-4 0 0,-5 8 0 16,5-6-1-16,0-2-1 0,-2 5 1 0,0-2 2 16,2-3-2-16,-3 6-5 0,3-6 7 0,-1 4-2 15,1-4-3-15,-3 6 5 0,1-4-2 0,2-2 0 16,-5 6-1-16,5-3 2 0,0-3-5 0,0 0 4 15,-2 5-3-15,2-5 1 0,-2 4 3 0,2-4-3 16,-3 2 0-16,3-2-2 0,-5 4 3 0,5-4 0 16,0 0 0-16,-4 4 2 0,4-4 0 0,-4 4-2 15,4-4-1-15,0 0 1 0,0 0 7 0,0 4-2 16,0-4 4-16,0 0-1 0,-4 2 3 0,4-2 0 16,-3 3 1-16,3-3 1 0,0 0-2 0,0 0-5 15,-7 3 4-15,7-3-7 0,0 0 10 0,0 0 0 16,0 0-5-16,-4 1 3 0,4-1-5 0,0 0 2 15,0 0-2-15,0 0 0 0,0 0 2 0,-5 1-2 0,5-1-3 16,0 0 1-16,0 0 8 0,0 0-11 0,0 0 2 16,0 0 0-16,-7 1-1 0,7-1 1 15,0 0 4-15,0 0-4 0,0 0 3 0,-7 2 3 0,7-2-3 16,0 0-2-16,0 0 4 0,0 0-3 0,-11-3 2 16,11 3-2-16,0 0-3 0,-6-1-2 0,6 1 8 15,-6-3-2-15,6 3-3 0,0 0 2 0,-7-3-2 16,7 3 1-16,0 0 0 0,-4-2-6 0,4 2 5 15,0 0 3-15,-7-3-1 0,7 3 3 0,0 0 1 16,-4-2-2-16,4 2-4 0,-4-3 3 0,4 3-1 16,0 0-1-16,-4-3-2 0,4 3 5 0,0 0-3 15,-4-3-3-15,4 3-3 0,0 0 3 0,-4-4 5 16,4 4-5-16,-3-3 4 0,3 3-11 0,0 0 7 16,-4-3-1-16,4 3-6 0,0-4 9 0,0 4-8 15,0 0 5-15,-1-8 9 0,-2 7-11 0,3 1 14 16,-3-4-16-16,3 4 7 0,0 0-7 0,-3-5 4 0,3 5-2 15,-2-5 5-15,2 5-2 0,-3-3-2 0,3 3-1 16,0 0 0-16,-1-4 3 0,1 4-11 0,0 0 11 16,-3-5 0-16,3 5 1 0,-2-2-3 0,2 2 0 15,0 0 1-15,-3-7 3 0,3 7-7 0,-3-5 19 16,3 5-20-16,0-4 1 0,-1 0 4 0,1 4-2 16,-2-4-1-16,-2 0 2 0,4-1-1 0,0 5 2 15,-4-7-10-15,0 3 11 0,2 1 0 0,-1-3-12 16,1 0 23-16,1 0-14 0,-4-1 1 0,2 1 2 15,-1-1 3-15,2-1 11 0,-3 2-18 0,-2-3 2 16,4 1 2-16,-1 2-3 0,0-2 1 0,0-1 6 16,-3-1-5-16,2 1 1 0,0-1 0 0,-1 2-1 15,-1-3-1-15,3 0 2 0,-4 2-7 0,4-2 1 16,-4-1 3-16,0 1 3 0,2-1-6 0,-5-3 5 16,3 0 1-16,-3-1-2 0,0 0-1 0,-1 0 0 15,1 1-3-15,-2 0 0 0,0-2 4 0,-1 0-5 16,1 2 5-16,0 1 3 0,-1-1-2 0,-2-2-3 0,2 0 1 15,-1 5 3-15,-4-9 3 0,4 8-10 0,-1-1 2 16,2-2 2-16,-1 3-1 0,-1-1 2 0,2-2-3 16,-2 2 1-16,4-1 3 0,-1-1-2 0,-1 1-3 15,1-2 5-15,1 0-3 0,1 3-2 0,4-1 3 16,-2 0 14-16,2 4-23 0,-4-4-2 0,7 4-5 16,0-1 4-16,-3 1-6 0,3-1 5 0,0 2-2 15,-1-1-9-15,0 3 1 0,4 2-7 0,0-4-2 16,-2 4-8-16,-2 1-10 0,1-3-11 0,2 2-7 15,-2 1-15-15,0-1-14 0,3 3-15 0,-5 0-15 16,3 1-25-16,3 2-17 0,-9-3-20 0,4 2-25 16,5 1-31-16,-6-1-167 0,6 1-446 0,-9 2 197 15</inkml:trace>
  <inkml:trace contextRef="#ctx0" brushRef="#br1" timeOffset="-170167.11">24939 9875 58 0,'0'0'101'0,"0"0"-2"0,0 0-13 16,0 0 1-16,0 0-9 0,0 0-6 0,0 0-8 16,0 0-3-16,0 0 2 0,0 0-22 0,0 0 6 15,0 0-8-15,0 0-7 0,0 0 2 0,0 0-6 16,0 0 4-16,0 0-1 0,0 0-12 0,0 0 2 15,0 0-5-15,0 0-1 0,0 0 2 0,0 0-8 16,0 0 4-16,0 0-5 0,0 0 6 0,0 0 4 0,0 0-9 16,0 0 3-16,0 0-1 0,0 0-3 0,-3-8-1 15,3 8 3-15,0 0-7 0,0 0 6 0,0 0 0 16,1-6 2-16,-1 6-3 0,0 0 7 0,0-6-3 16,0 6 2-16,0 0 3 0,0-5 2 0,0 5-8 15,0 0 6-15,0-5 7 0,0 5 2 0,-1-3-5 16,1 3 7-16,-3-4-2 0,3 4 2 0,0 0-4 15,0 0-3-15,0 0 0 0,0 0-2 0,0 0-6 16,0 0 0-16,0 0 1 0,0 0-4 0,0 0 1 0,0 0 1 16,0 0 1-16,-5 11 21 0,5-7-1 15,-1 0 0-15,-1 1 17 0,1 1-2 0,-2 0-2 16,3 1 1-16,-3-2 2 0,2 3 7 0,-2-2-3 0,-1 2-4 16,3 2-4-16,-1 2-1 0,-2-2-4 0,-1 0-3 15,1 3-3-15,1-4 14 0,-1 4-3 0,1-1-4 16,-1-2-4-16,1 0 2 0,-1 0-5 0,2-1 2 15,-1 2-5-15,-1 0-3 0,3-4-4 0,-2 0 0 16,2 1 0-16,-2-2-4 0,1 3 0 0,0-3-1 16,-1 2 3-16,0-3-5 0,3 3 1 0,-1 0 1 15,-2-3 1-15,2 1 5 0,-3 0 3 0,1-1-5 0,0 2-4 16,3-3-1-16,-2 1 2 0,0-1-5 16,0 1 0-16,0-1-2 0,2-4-3 0,-1 8 1 15,-1-4 0-15,1-2-3 0,-2 3 1 0,3-5-1 0,-4 5-3 16,4-1 2-16,0-4-2 0,-4 5 0 0,0-2 1 15,4-3 0-15,-2 5 1 0,-3-3-3 0,5-2-1 16,-4 5 6-16,4-5-5 0,-4 4-3 0,3 0 5 16,-3-1-6-16,4-3 3 0,-6 5-2 0,6-3 1 15,-4 1 2-15,4-3-1 0,-4 6-4 0,3-3 7 16,-3-1-4-16,4-2 2 0,-6 4-3 0,5 0-1 16,-1-1 2-16,2-3-1 0,-6 5-1 0,4-3 3 15,2 5-3-15,0-7 3 0,-8 4-1 0,8-2-1 16,-4 1-1-16,1 2 2 0,1-1-3 0,2-4 1 15,-4 4-1-15,2-3 3 0,-1 3 4 0,2 1-5 16,-3-3 1-16,3 2-2 0,1-4-1 0,-6 6 2 16,6-6 2-16,-4 6-3 0,4-4 1 0,0-2 0 0,-7 3-1 15,6-1 0-15,1-2 1 0,-3 7 1 0,3-4-2 16,0-3 5-16,-4 5-5 0,1-3-2 16,3-2 2-16,-5 7 0 0,4-3 3 0,-2-2-2 0,3-2 1 15,-3 5 4-15,1-1 16 0,2-4 0 0,-2 5 1 16,-2-1-3-16,4-4-6 0,-3 4 5 0,3-4-1 15,-4 3-2-15,3 0-2 0,1-3-5 0,-4 4 1 16,4-4-1-16,-4 4 3 0,4-4-3 0,-3 2 1 16,3-2 1-16,-4 3-5 0,4-3 0 0,-3 4 2 15,1-2-1-15,2-2 0 0,0 0 1 0,-6 4-3 16,6-4-3-16,-1 5 5 0,1-5-2 0,-4 0-2 16,4 0 1-16,-5 3 2 0,5-3-3 0,0 0 2 0,-6 2-2 15,6-2 9-15,-4 3-6 0,4-3-4 0,-6 2 1 16,4 1-1-16,2-3 3 0,-6 4-1 15,6-4 8-15,-5 3-11 0,5-3 6 0,-10 1-2 0,10-1-2 16,-5 2 7-16,2 0-7 0,3-2-1 0,-7 3 0 16,3-1 0-16,4-2 1 0,-8 5-2 0,3-4-2 15,5-1 3-15,-5 4-3 0,5-4 3 0,-6 3 1 16,1-2 0-16,5-1-4 0,-9 2 4 0,8 2 2 16,-2-1-1-16,3-3-3 0,-7 2-2 0,4 0 2 15,3-2-2-15,-8 4 5 0,5-4-2 0,3 0-2 16,-9 3 3-16,6-1-1 0,3-2-1 0,-8 2 1 15,5 1-1-15,3-3 1 0,-5 3 2 0,-1-1-3 16,6-2-1-16,-8 1 4 0,8-1-4 0,-8 3 4 16,5-2-1-16,3-1-2 0,-6 1-2 0,6-1 5 15,-6 3-4-15,6-3 3 0,-8 1 2 0,8-1-4 16,-5 1 3-16,5-1 0 0,-7 3-2 0,3-2-1 0,4-1 5 16,-8 1-3-16,8-1 0 0,-7 3-1 0,7-3 0 15,-6 2-1-15,6-2 1 0,-8 1-2 0,8-1 2 16,-5 2-4-16,5-2 2 0,-6 2 1 0,6-2-2 15,0 0 2-15,-8 2-4 0,8-2 6 0,-7 1-4 16,7-1 2-16,-5 3 0 0,5-3 1 0,-4 1-3 16,4-1 4-16,0 0-2 0,-10 1 2 0,6 2-4 15,4-3 1-15,0 0 0 0,-7 1 0 0,7-1 2 16,-8 2-3-16,8-2 2 0,-5 1 0 0,0 2 4 16,5-3-5-16,-9 2 3 0,9-2-5 0,-5 1 3 15,5-1 3-15,-9 3-3 0,9-3 6 0,-9 2-6 16,8-1-1-16,1-1 5 0,-8 2 6 0,8-2-4 0,-6 1 0 15,6-1 4-15,-8 1-8 0,8-1 6 0,-11 0-6 16,7 1 2-16,4-1 2 0,-7 4 0 16,7-4-2-16,-7 0-1 0,7 0-1 0,0 0-6 0,-8 0 6 15,8 0 3-15,-8 1-4 0,8-1 1 0,0 0 0 16,-5 1 2-16,5-1-4 0,0 0 4 0,-7 1-2 16,7-1 1-16,-7 1-6 0,7-1 4 0,-9 0 3 15,9 0-6-15,0 0 0 0,-11 0 1 0,6 2 1 16,1-1 0-16,4-1-1 0,-9 0 5 0,9 0-7 15,-7 0 4-15,7 0-2 0,-7 1 1 0,7-1-2 16,-7 3 1-16,2-2-3 0,5-1 4 0,-7 1 6 16,7-1-7-16,-8 1-3 0,4 1 4 0,4-2 0 15,-7 1-3-15,7-1-2 0,-10 2 2 0,10-2 3 0,-6 1-2 16,6-1-1-16,0 0 4 0,-10 2-4 16,10-2 4-16,-5 0-1 0,5 0-4 0,-7 2 2 15,7-2 2-15,-8 2 1 0,5-1-4 0,3-1 4 0,-5 2-1 16,5-2-4-16,-10 1-1 0,6 1 0 0,4-2 4 15,-9 2 3-15,5-1-5 0,-2 0 6 0,6-1-3 16,-8 4-6-16,1-2 7 0,7-2-5 0,-8 1-1 16,5 0 6-16,-4 0-3 0,2 1 6 0,5-2-5 15,-11 2 1-15,7-1-3 0,4-1 1 0,-9 4 3 16,4-1-4-16,0-2 5 0,5-1-4 0,-9 4 10 16,3-4-7-16,2 3-4 0,4-3 2 0,-7 2-4 15,2 1 0-15,1-1 1 0,-2-1 3 0,6-1 1 16,-8 6-2-16,4-5 2 0,-2 0-2 0,6-1 2 15,-9 3 5-15,5-2-7 0,4-1 2 0,-10 1-3 16,6 3 0-16,4-4 3 0,-8 3 0 0,8-3 1 0,-8 2-4 16,5 0 1-16,-3 0 0 0,6-2 1 0,-5 4-1 15,5-4-1-15,-9 3 7 0,4-2-5 0,1 1-3 16,-1 1 0-16,5-3 5 0,-6 5-3 0,1-2 7 16,2-2-3-16,1 3-7 0,-3-2 2 0,2 2 2 15,-1-2 0-15,1 3 2 0,-1-3-4 0,-2 2 3 16,1 0-5-16,1-1 4 0,0 0-6 0,0 1 9 15,-2-1 3-15,4 0-9 0,-2 1 5 0,4-4-1 16,-8 3 3-16,4-1-2 0,2 4-2 0,-3-4 6 16,2 1-2-16,-1-1-1 0,0 3 5 0,1-2-5 15,-1 1 1-15,4-4 1 0,-7 6 6 0,5-3-3 16,-3-1 0-16,3 3-1 0,-1-1-2 0,0 0 0 16,-1-1 4-16,0 0-6 0,0 4 0 0,1-3 11 0,1 0-12 15,-1-1 1-15,0 4 0 0,-1-2 1 0,0 0-5 16,0 1 9-16,-3 1-6 0,4-2 3 15,-1 4-5-15,2-2 4 0,-3-2-2 0,1 2 2 16,0-1-4-16,1-2 0 0,-4 3 3 0,2 1 0 0,1-2-3 16,3-1 6-16,-5 0 0 0,2 0-5 0,1 0-2 15,-2-1-2-15,4 2 3 0,-3 1 5 0,0-1-5 16,2-1 0-16,-2 1 1 0,0 0-4 0,1-2 8 16,1 1-2-16,0 0-8 0,-2 0 7 0,0-2-2 15,2 1-1-15,0 2 0 0,1-2 6 0,-1 0-5 16,0 1 3-16,0-2-3 0,0 2 0 15,0 0 2-15,-1 0-4 0,2 0 2 0,0 0 0 16,-1 0 4-16,1-1-5 0,0 1 1 0,-3 1 5 16,2-2-2-16,2 3-1 0,-2-2 0 0,0 0-2 15,1 0-1-15,0 1 4 0,-1 1-7 0,2-2-1 16,-1 1 6-16,1 2-2 0,-2-3 10 0,1 2-9 16,1-2-4-16,-1 3 1 0,1-2 2 0,-2-4-2 15,0 6 5-15,0-3 1 0,2-1-3 0,0 0-2 16,0 1 5-16,-3 0 1 0,3 0-3 0,0-1-1 15,0-4-5-15,-2 8 4 0,2-5 5 0,-3 0-4 0,3 1 2 16,0-4-1-16,0 7-2 0,-1-3 8 16,1-4-4-16,-2 8-7 0,1-4 11 0,0-2-11 15,1-2 2-15,-2 6 2 0,0-2-1 0,2-4-1 0,2 6 6 16,-6-2 5-16,4 0-11 0,-1 0 2 0,-2-1 0 16,3 1-2-16,-1 0 4 0,1-4-3 0,-2 7 5 15,1-5 0-15,0 2-7 0,1-4 3 0,-2 6 6 16,2-6-15-16,-1 8 6 0,-1-4 2 0,2 0 1 15,0-4 1-15,-4 5 0 0,4-1-5 0,-2 0 5 16,1-1 2-16,1-3-2 0,-2 5-5 0,2-5 4 16,-3 4 0-16,3-4-2 0,-2 7 0 0,0-5 2 15,2-2 4-15,-4 5 0 0,4-2 0 0,-3-1 28 16,3-2-1-16,-2 6-7 0,-1-4 2 0,3-2 0 16,-4 5-4-16,4-5 4 0,-7 4-9 0,6-2-1 15,1-2 1-15,-4 6 2 0,4-6-4 0,-4 4-6 16,0-3 4-16,4-1-6 0,-5 4 0 0,4-2 3 0,1-2-2 15,-5 5-2-15,-1-2 1 0,4 0-1 16,2-3-2-16,-6 3 1 0,2-1 3 0,0 0-2 16,4-2-2-16,-7 4-4 0,4-3 11 0,-5 2-7 0,4 0 4 15,-3-1-3-15,0 1-8 0,2-3 12 0,-3 2-11 16,3-1 5-16,0 2-5 0,1-2 7 0,4-1-6 16,-12 3 6-16,8-2-12 0,-4 0 11 0,2 1-2 15,1 0 0-15,-1 0 0 0,1-1-1 0,0 1 2 16,-1 0 0-16,1-1-3 0,5-1 0 0,-7 4-3 15,7-4 0-15,-9 1 0 0,4 3 5 0,0-3-1 16,5-1-5-16,-7 3 7 0,0-2-2 0,7-1-1 16,-9 3 0-16,6-2 4 0,3-1-8 0,-8 0 11 0,8 0-4 15,-8 2-1-15,1-2-2 0,7 0 4 16,-8 3-1-16,8-3-3 0,-10 1-1 0,10-1 0 16,-8 1 4-16,1-1-6 0,7 0 3 0,-8 2-4 0,4-1 4 15,4-1-4-15,-7 2 3 0,4 0 2 0,3-2-4 16,0 0 4-16,-12 1 4 0,8 2-1 0,4-3-8 15,-9 2 4-15,9-2-2 0,-6 0-4 0,6 0 6 16,-8 2-3-16,8-2 5 0,0 0-4 0,-11 1 4 16,11-1 0-16,-7 1-4 0,7-1 8 0,-7 1 0 15,2 1-6-15,5-2-4 0,-7 2-2 0,3 0 0 16,4-2 7-16,-7 1-2 0,3 3 1 0,4-4-2 16,-8 2 3-16,8-2 5 0,-9 2-4 0,5-1-2 15,4-1 0-15,-6 1-2 0,6-1-2 0,-7 1 7 16,7-1-4-16,-6 3 2 0,6-3-1 0,-7 0 1 15,7 0-4-15,0 0 3 0,-7 3-1 0,3-1-4 0,4-2 7 16,-7 2 0-16,3 0-2 0,4-2 0 0,0 0-4 16,-11 1 5-16,11-1-5 0,-7 2 3 0,3-1 5 15,-4 0 3-15,4 1-14 0,4-2 7 0,-7 4 2 16,2-3-4-16,5-1 6 0,-6 4-8 0,2-3 6 16,4-1-4-16,-10 1 2 0,10-1 0 0,-5 1 0 15,5-1-4-15,-8 1 5 0,8-1 4 0,-7 3 4 16,2-2-4-16,5-1-3 0,-8 0-6 0,8 0 5 15,-7 4-2-15,1-3 1 0,6-1 1 0,-6 1-5 16,0 1 4-16,6-2-2 0,-9 3 7 0,5-1-11 16,4-2 16-16,-10 0-8 0,6 1-1 0,4-1-6 15,0 0 4-15,-12 2-1 0,8-1-1 0,4-1-2 0,-10 0 6 16,10 0-2-16,-8 2-2 0,8-2-2 0,-7 2 6 16,2-1 3-16,5-1-4 0,-7 1 2 15,7-1-1-15,-7 3-4 0,7-3 5 0,-8 1-4 0,8-1 5 16,-7 1-6-16,7-1 1 0,-5 3 4 0,1-2 7 15,4-1-9-15,-6 3-3 0,6-3 0 0,-8 2 9 16,8-2-7-16,-9 0 2 0,5 3 6 0,4-3-12 16,-7 2 0-16,0 0 5 0,7-2-2 0,-7 2-2 15,3-1 2-15,-1 2 4 0,5-3 0 0,-6 3-4 16,2-1-2-16,-3 0 5 0,1-1 9 0,6-1-13 16,-10 2-1-16,6 0 10 0,1 0-6 0,-5 1 0 15,3-2-6-15,1 0 13 0,-1 3-8 0,5-4-1 16,-9 3 1-16,2-1-4 0,2 0 6 0,1 4-2 0,-1-5-1 15,1 2 0-15,0-2-3 0,0 2 5 16,0-1-2-16,4-2 1 0,-9 5-1 0,5-3 0 16,-2 1 4-16,1-2-3 0,2 3 2 0,-4-2-3 0,7-2-2 15,-7 4 4-15,3-3-3 0,-1 2 11 0,3 0-9 16,-2 0-1-16,4-3 2 0,-9 3 0 0,6 1 1 16,-1-3-1-16,0 1 5 0,0 2-3 0,-2-2-1 15,1 1-7-15,1-2 13 0,4-1-5 0,-8 6-3 16,5-4 1-16,-1 1 4 0,4-3-7 0,-7 5-2 15,4-4 7-15,-2 1-3 0,5-2-2 0,-7 5 2 16,0-2 3-16,3-1-2 0,2 1-4 0,-1 0 5 16,3-3-7-16,-11 2 7 0,11-2-4 0,-4 3 0 0,0 1 7 15,0-3-6-15,4-1-2 0,-6 4 1 16,2 0 3-16,-1-3 5 0,1 2-7 0,4-3 4 16,-4 5-5-16,2-2-1 0,-2-1 4 0,4-2-1 0,-3 4-2 15,1 0 3-15,2-4 3 0,-4 5-9 0,1-2 7 16,-1-1 7-16,0 1-8 0,0-1 1 0,0 2 1 15,2-2 0-15,2-2 1 0,-8 6 2 0,5-4-7 16,-2 1 4-16,4 1-2 0,1-4-2 0,-6 7 1 16,6-7 2-16,-5 3 0 0,2-2 1 0,3-1-2 15,-7 5 0-15,7 0 3 0,-5-2-1 0,5-3-2 16,-7 3 7-16,7-3-8 0,-4 2-7 0,1 1 14 16,3-3-3-16,-4 4-7 0,4-4 4 0,-3 3-5 15,3-3 6-15,-4 3 0 0,0-1 5 0,4-2-12 16,-3 3 2-16,3-3 3 0,0 0-2 0,-3 3 6 15,3-3 1-15,-6 1-1 0,3 3 2 0,3-4-3 16,-5 2 1-16,1 1-1 0,4-3 3 0,-7 1-5 0,7-1-1 16,-3 2 0-16,3-2-7 0,-8 3 7 0,5-2-1 15,-1 2 8-15,4-3-6 0,-8 3-3 16,4-2 8-16,4-1 4 0,-11 4-14 0,7-3 7 0,-1 0-2 16,0 3 2-16,1-3-7 0,4-1 11 0,-9 4-9 15,6-2 0-15,-4-1 9 0,2 1-6 0,1 1 3 16,-2-2-5-16,6-1 1 0,-10 4 7 0,6-3-9 15,-1 0-3-15,-1 1 7 0,1 0-2 0,0 0 3 16,5-2-5-16,-11 2-2 0,7 0 7 0,-3 0-1 16,3-1 2-16,-2 2-6 0,0-2 6 0,1 0-6 15,-1 1 8-15,-1-1-2 0,3 0-8 0,-2 0 8 16,-3 2-6-16,7-1-2 0,-7 0 7 0,1-1 7 0,3 2-12 16,-2-1-3-16,0 1 3 0,0-2 4 0,-1 0-2 15,1 2 0-15,-1 0 2 0,0-2 0 16,0 2-3-16,0-2 4 0,0 1 1 0,2 1-5 0,-5-2 3 15,3 2-8-15,-1 1 13 0,1-3-10 0,-1 3 7 16,1-3-6-16,1 2 3 0,-2-1 6 0,1 2-7 16,-2 1 3-16,-2-3-6 0,5 1 6 0,-4 0-1 15,1 2-4-15,1-3-1 0,-2 3 5 0,-1-3-6 16,5 1 7-16,-4 3-5 0,-1-5 12 0,4 3-7 16,-2-1-4-16,1 1 1 0,0-3 1 0,-2 1 13 15,2 1-16-15,1-1 3 0,1 1 0 0,2-2-5 16,-2 1 6-16,2 0-1 0,-2-1-1 0,7-1 2 0,-10 4-3 15,5-1-4-15,1-1 2 0,0-1 3 16,4-1 3-16,-10 4-2 0,6-3-1 0,0 2-2 16,1 0 2-16,3-3-1 0,-8 5 3 0,7-3 1 0,-2 2-6 15,3-4 6-15,-4 4-5 0,3 0-2 0,1-4 3 16,-6 5-2-16,2-2 7 0,4 0-9 0,0-3 10 16,-1 4-7-16,1-4 2 0,-4 6-2 0,0-4 2 15,2 2 0-15,2-4 5 0,-3 6-4 0,3-2 0 16,0-4-6-16,-2 5 4 0,-1-2 0 0,2 1 1 15,1-4-2-15,-3 7 1 0,-1-5 11 0,4 0-12 16,-3 2-1-16,3-4 6 0,-4 6-2 0,4-2 5 16,0-4-5-16,-4 7-6 0,4-7 12 0,-1 4 1 0,-3-1-3 15,4-3-5-15,-2 8-2 0,2-5-1 16,0-3 4-16,-8 2 2 0,7 3-4 0,1-5-5 16,-6 5 10-16,4-1-5 0,2-4 2 0,-4 7 0 0,2-5-3 15,2-2 6-15,-3 5-3 0,2-2-2 0,1-3 4 16,-5 6-1-16,-1-4 0 0,5 1 1 15,1-3-6-15,-3 7 2 0,-1-5-2 0,4-2 6 0,-3 6-1 16,1-4-1-16,0 2 6 0,-1 0-5 0,3-4 0 16,-1 3-3-16,-2 1 4 0,1-1 1 0,-2 0-1 15,4-3-6-15,-2 5 1 0,2-5 1 0,-4 3 12 16,2 1-13-16,0-1 2 0,-1 1-6 0,2 1 8 16,1-5-1-16,-4 5 4 0,3-3-4 0,1-2-3 15,-5 8 3-15,4-5-2 0,1 1 11 0,0-4-9 16,-6 4 4-16,4 2-2 0,1-3-6 0,1-3 4 15,-3 2 3-15,3-2-4 0,-3 5 4 0,1 0-2 16,-1-3 2-16,3-2-9 0,-3 6 8 0,3-6-5 0,-3 6 3 16,2-3-3-16,0 2 4 0,-1-1 2 0,2-4 0 15,-3 7-11-15,3-2 8 0,-5 1 0 16,5-1 3-16,-2-1 0 0,3 2-5 0,-2-1 4 0,-1 0-3 16,2 0-2-16,2 2 5 0,-2-1 0 0,0 1 0 15,0-1-4-15,1 1-25 0,0-2-40 0,-1 1-54 16,0 4-67-16,0-1-82 0,0 3-103 0,0-7-224 15,0 4-645-15,-1-4 287 0</inkml:trace>
  <inkml:trace contextRef="#ctx0" brushRef="#br2" timeOffset="-57557.79">20660 13846 123 0,'0'0'135'0,"0"0"-6"16,0 0-6-16,0 0-11 0,-6 2-5 0,6-2-11 15,0 0 2-15,0 0-3 0,0 0 3 0,0 0-10 16,0 0 0-16,0 0 2 0,0 0 3 0,0 0-9 16,0 0-4-16,0 0-2 0,0 0-1 0,0 0-4 15,0 0-3-15,0 0-7 0,0 0-2 0,0 0-4 16,0 0-5-16,0 0-4 0,0 0-5 0,0 0-5 15,0 0-4-15,-3 3-2 0,3-3-4 0,0 0-3 0,0 0 1 16,0 0-7-16,0 0 2 0,0 0-3 16,0 0-1-16,0 0-8 0,0 0 1 0,0 0 1 15,0 0 0-15,0 0-1 0,0 0-1 0,0 0 0 0,0 0-1 16,0 0 4-16,0 0 1 0,0 0 5 0,0 0 0 16,0 0 2-16,0 0 4 0,0 0 3 0,0 0 4 15,0 0 1-15,0 0 4 0,0 0 0 0,0 0-2 16,0 0-4-16,0 0-2 0,7-13-3 0,-4 10-5 15,-3 3-2-15,6-8-3 0,-2 4 2 0,0 1-1 16,0-3-4-16,3-1 4 0,-2 1-6 0,-1 1 2 16,3-4-4-16,1 2 6 0,0 0-7 0,-2-3 2 15,-1 5-7-15,2-2 2 0,2-1 1 0,-2 2 1 16,-3-1-4-16,3 1 0 0,0-3 1 0,0 5 0 16,-2-3-1-16,2-3 2 0,-3 4-1 0,3-2 0 15,-2 2-1-15,1 0-2 0,2-1 3 0,-3 0-3 16,0 1 1-16,4 0-1 0,-5 1 0 0,1 0 2 15,1-2-1-15,-1 2 4 0,3-2-5 0,-1-1 2 0,2 0 1 16,-3 1-6-16,1 0 5 0,1 1-1 16,-1-2-1-16,1 0-2 0,-1-1 4 0,2 4-5 15,0-5 6-15,0 3-3 0,-1-5 1 0,2 4-2 16,0-1 3-16,-1-2 1 0,0 3-5 0,0-1 2 0,0-1 0 16,2 1-1-16,1-4 5 0,-2 2-1 0,2-2-5 15,-4 2 2-15,7-2 0 0,-3-1-1 16,-2 4 1-16,2-3 1 0,0-1 2 0,-2 2 0 0,2-2-2 15,-4 3-1-15,2 2 6 0,2-5-3 0,-4 4-1 16,1 0-1-16,1 0 5 0,-3-1-7 0,4 1 1 16,0-4-1-16,-3 3 0 0,-3 1-1 0,5 1 3 15,-3-4 0-15,1 3-1 0,0-2 2 0,0 3-3 16,0-2 2-16,1 1 1 0,-4 0-2 0,5-2 0 16,-1 2 1-16,1-3-1 0,-5 2 0 0,3-1 3 15,0 1-3-15,1-1 0 0,-3 0 0 0,1 1 1 16,4-2-1-16,-1-1-1 0,-4 4 0 0,2-1 2 15,1-5 1-15,-3 6-1 0,3-2-1 0,1 1 0 16,-3-1 1-16,-1 2-2 0,2-1 4 0,1 1-2 16,-2 0-2-16,1 0-2 0,-1-2 3 0,3 4-2 15,-2-4 2-15,-3 3 1 0,4 0 0 0,-3 0 2 16,0 0-3-16,0-1 2 0,0 2-2 0,1-1 1 0,1 2 0 16,-3-3-4-16,4 2 3 0,-4 0-1 0,3 0 1 15,-1-1-1-15,1-1 2 0,-1 3 1 16,2-3 2-16,-2 4-5 0,1-3 3 0,1 0-4 0,0 2 4 15,-4-3-2-15,4 2 3 0,0-2-6 0,-1 3 0 16,0-2 1-16,2-3 2 0,-2 3-2 0,3 0 4 16,-3 2-2-16,3-2 3 0,-3-1-3 0,3-1 1 15,-1 1 0-15,-1-2 0 0,2 5 0 0,0-7-1 16,0 3 2-16,-2 1-3 0,1 1 2 0,1 0 0 16,-2 0 1-16,1 0 0 0,1 1-2 0,2-4-2 15,-3 3 2-15,3-3 0 0,1-1 2 0,-2 0-2 0,3 2 2 16,-3-2-1-16,-1 1-4 0,4-2 2 15,-1 2 1-15,0-1 1 0,2 2-2 0,-4-3 0 16,4 2 1-16,-2-2 1 0,-1 1 1 0,1-1-3 0,4 1 1 16,-5 1 2-16,2-5-4 0,2 2 5 0,-1-1-5 15,3-4 2-15,3 2-2 0,-2-2 4 0,-5 5-3 16,4-4 2-16,-5 3-2 0,8-6 2 0,-2 1-4 16,0 2 5-16,2 0-2 0,1-2 3 0,-4-1-6 15,3 2 4-15,1-1-2 0,-4-1 0 0,4 2 1 16,-1 0 1-16,0-2 0 0,-2 0 0 0,2 2-3 15,-2-1 3-15,2-1 0 0,-1 3 1 0,3 0 1 16,-5-1-2-16,7-1-2 0,-6 1 3 0,2-1-4 16,-1 2 3-16,0 1 0 0,2 0 0 0,-3-1-2 15,3-2 2-15,-2 0-2 0,1 1 4 0,3 1-3 16,-4 0 1-16,2-2-3 0,1 1 3 0,0-2 1 16,1 2-3-16,2-2 2 0,-3 2-1 0,3-5 0 15,-2 3 2-15,2 2-1 0,0-5 0 0,3 4-1 0,-4-3 1 16,5-1 1-16,-1 2 0 0,-1 0-5 15,2 0 4-15,-4-1-4 0,5 2 5 0,-2-6-2 16,-1 5 2-16,1-2-1 0,0 0 0 0,3 0 0 16,-5 1 0-16,4-1-1 0,0-1 2 0,-4-1-1 0,3 3 1 15,-3-2 1-15,5 1-3 0,-4 1-1 0,-2-1 2 16,2 1-4-16,-1-5 3 0,-1 4 0 16,1-3 0-16,1 1-1 0,1-1 2 0,0-1-1 0,-3 0 0 15,10-8 0-15,-8 7 2 0,10-7-1 0,-9 10 2 16,8-10-1-16,-8 9-1 0,-1 1 0 0,13-10 1 15,-3 2-2-15,-9 9 1 0,10-10-1 0,-8 12 4 16,10-10 0-16,-10 9-5 0,0-1 1 0,2 0 3 16,-4 3-4-16,11-9 2 0,-8 10-3 0,-5-2 1 15,4 0 2-15,-1-2-2 0,-1 3 2 0,-2-1 4 16,1 1-2-16,2-1-5 0,-1 0 1 0,1 2 1 16,-1-1 0-16,0-2 0 0,0 0-4 0,0 0 4 15,-1 3 1-15,2-1 0 0,-7 1 0 0,6-1-3 16,-5 3 0-16,4-2 7 0,-2 1-5 0,1-1 3 15,-5 2-4-15,3 3 1 0,-2-3 3 0,0 1-8 16,-4 1 7-16,6 0-3 0,-7-2 5 0,1 1 2 16,-2 3-1-16,1-2 0 0,-3 4 0 0,1 1 2 0,0-1 8 15,-3 0-1-15,2 1 0 0,-2-1 0 0,0 0-4 16,1 2 0-16,-1-2 1 0,-3 1 0 16,0 5 0-16,3-6 1 0,-6 5-1 0,0-2-2 0,2 4 6 15,-2-2 2-15,-3 0-2 0,2 4-1 0,0-3-3 16,-2 3 6-16,2 0-8 0,-3-2 2 0,-1 3 9 15,0-1-3-15,1 3 0 0,-2-1-2 0,-2 3-2 16,4-4 0-16,-4 4-1 0,5-5 0 0,-5 5-4 16,1-2-4-16,-1 2-3 0,0 0 1 0,0 0-1 15,0 0-3-15,0 0-18 0,0 0-20 0,0 0-19 16,0 0-22-16,0 0-48 0,0 0-68 0,0 0-94 16,-10 10-197-16,4-7-529 0,0 0 233 0</inkml:trace>
  <inkml:trace contextRef="#ctx0" brushRef="#br2" timeOffset="-53945.72">25902 8401 12 0,'-3'-6'237'0,"3"1"-5"0,0 0-13 15,0 1-4-15,0-1-4 0,-1 0-8 0,-1-1-10 0,2 0-15 16,-4 2-14-16,4 0-7 0,-3 0-15 0,3 4-14 15,-5-5-17-15,5 5-10 0,-5-4-13 0,-1 4-7 16,6 0-12-16,-12 2-3 0,6-1-10 0,-6 1-8 16,-1 2-5-16,-1 2-6 0,2-1-5 0,-4 2-3 15,0 1 1-15,-2-2-1 0,2 4-7 0,-4-3-4 16,9 2-2-16,-5-1-3 0,5-2 1 0,-2 3-6 16,3-3 3-16,0 4-3 0,3 0 0 0,-3-2-2 15,4 0-6-15,-2 2 8 0,5 0-4 0,-5 0 6 16,6-1-7-16,0 0 1 0,-1 1-3 0,2 0 3 15,1 2-4-15,-1-4 4 0,1 3-2 0,0 0 2 16,0 1-3-16,2-1 5 0,-2-2-2 0,3 4-3 16,-1-3 1-16,-1-1 1 0,4 2 0 0,-3 0-2 0,0-1 1 15,1 2-1-15,0-2 8 0,1 1-9 0,-3-2 2 16,3 2-1-16,-2-1 1 0,2 2 0 16,-1-2-3-16,2 0 2 0,-2 1-1 0,-3-4 1 0,2 2-2 15,2 1 1-15,-2 0 3 0,-1 0-3 0,3-2 0 16,-1 0 3-16,-2 0-3 0,-1-2 1 0,3 2-5 15,-1-2 4-15,-1 0-1 0,3 3 3 0,-3-4 2 16,-1-1-1-16,1 1 0 0,2 1-2 0,-3-2 1 16,0-4 1-16,0 6-1 0,3-4 1 0,-2 4 0 15,-1-6 0-15,0 4-11 0,0-4-18 0,0 0-19 16,2 2-27-16,-2-2-27 0,0 0-54 0,0 0-60 16,0 0-243-16,0 0-494 0,2-10 219 0</inkml:trace>
  <inkml:trace contextRef="#ctx0" brushRef="#br2" timeOffset="-53664.48">25789 8770 33 0,'0'0'119'0,"0"0"-15"0,0 0-5 0,0 0-7 16,0 0 1-16,0 0 8 0,-3 14-16 0,-1-10 0 16,3 1-11-16,-1 0-7 0,1 0-7 0,0 0-2 15,-2 2-14-15,-3-2 1 0,5 1-3 0,-2-1-7 16,-2 2 0-16,1-1-2 0,-2-1-1 0,4 2-6 16,-2-2 0-16,-3 3-14 0,4-3 9 0,-2-1-1 15,-1 2-2-15,-1-1-4 0,2-1-22 0,-1-1-38 0,-2 0-40 16,4 1-137-16,-3-2-240 0,2-2 106 0</inkml:trace>
  <inkml:trace contextRef="#ctx0" brushRef="#br2" timeOffset="-53445.74">25489 8859 39 0,'0'0'164'0,"0"0"9"15,0 0-3-15,0 0-10 0,0 0-2 0,13 10-11 16,-8-8-14-16,0-1-13 0,2 3-14 0,-1-2-10 16,1 1-5-16,4 1-11 0,-1 0-11 0,0-1-3 15,2 0-7-15,-1 2-26 0,1 2-45 0,3-5-61 16,-4 1-66-16,2-1-135 0,1 2-296 0,-3-1 132 16</inkml:trace>
  <inkml:trace contextRef="#ctx0" brushRef="#br2" timeOffset="-51738.74">26035 7904 27 0,'0'-8'246'0,"0"1"-16"0,2 2-7 0,-2 0-16 15,-2 0-14-15,4 1-2 0,-1 0-13 0,-1 4-10 0,0-6-15 16,0 2-16-16,0 4-13 0,2-4-20 0,-2 0-10 16,0 4-13-16,0 0-8 0,0 0-6 15,0 0-9-15,6 14-6 0,-6-9-7 0,1 3-2 16,-1 3-4-16,4 0-5 0,-4 1-4 0,4 1-1 0,-1 4-8 15,-1 0-1-15,0-5 1 0,2 5-4 0,2 1 1 16,-4-5 3-16,-2 1-5 0,4 1-4 16,-2-3 0-16,3 0-3 0,-5 2 2 0,2-4-3 0,0 1-1 15,-2-5 2-15,3 6-4 0,0-3 3 0,0-1-5 16,-2-2-4-16,0-1 0 0,3-1-1 0,0 2 0 16,-2-3-3-16,1-1 2 0,2 0 2 0,-5-2-2 15,8 1 2-15,-8-1 1 0,12-3-3 0,-8 1 2 16,5-3 3-16,-4 1-2 0,-1-1-2 0,7-3 3 15,-6 2 3-15,5-2-7 0,-2-1 4 0,-1 0-1 16,-3 5 0-16,0-2 0 0,2-1 0 0,-2 1 0 16,0-1 0-16,-2 2 2 0,2-1 1 0,-1 0 0 15,1 2 0-15,-1 0 3 0,0 2-4 0,-2-1 5 0,-1 3-4 16,4-5-3-16,-4 5-2 0,3-3-1 16,-3 3-1-16,0 0 3 0,0 0-1 0,0 0-3 15,0 0 4-15,0 0-2 0,7 8 2 0,-3-5 1 0,-2 1-1 16,0 1-5-16,1-1 3 0,-2 0 3 0,2 2 0 15,-2-2-1-15,2 2 2 0,0-3 2 0,-1 2-3 16,3 1-1-16,-3-4 2 0,-1 2-3 0,2-1-2 16,1-1-6-16,-4-2 3 0,0 6 0 0,0-6 0 15,4 2 3-15,-4-2-1 0,7 0 0 0,-7 0 1 16,8-4-2-16,-4-1 3 0,0 4-1 0,-1-3 2 16,1 0-1-16,0-3-2 0,0 2 3 0,-2-1-1 15,3-2 3-15,-1 2-2 0,0-1-1 0,0-2-3 16,0 1 12-16,-1 0-4 0,1 0-2 0,-2 2 1 15,0 0 0-15,3 0 1 0,-2 1-1 0,-1-1 1 16,-1 2 2-16,0 0-2 0,-1 4 0 0,3-6-3 16,-3 3-3-16,0 3-1 0,0 0 1 0,2-5-2 15,-2 5-1-15,0 0 3 0,0 0-1 0,0 0-1 0,8 9-7 16,-7-5-6-16,-1 1-4 0,3-2 0 16,-2 2-3-16,2-1 5 0,-2 1-6 0,3 0 4 15,-2-1 1-15,0 1-3 0,1-1 1 0,-3 1 4 0,4-1 2 16,-1 0-4-16,0-1-3 0,0 0 5 0,-3-3 1 15,4 5 1-15,-2-3 3 0,2 0-2 0,-4-2 4 16,7 1 4-16,-7-1-2 0,0 0-1 0,8-1 4 16,-8 1 2-16,9-2-3 0,-4 0 2 0,0 0-2 15,-1-1 4-15,2 0 2 0,-1 0 0 0,1 0-2 16,-1-1 4-16,0-1-6 0,0 1 0 0,-1 0 7 16,1-1-3-16,-1-1-1 0,3 1-2 0,-3 0-2 15,2-3-4-15,-1 3-3 0,-1-4 2 0,0 3 1 16,3-4 0-16,-5 2 1 0,1 0-5 0,1 1 10 15,-2-2-3-15,-1 4 1 0,2-1 3 0,-3 0-2 16,0 0 0-16,0 2 1 0,1 0 3 0,-1-1-2 16,0 5 1-16,-4-6 1 0,4 6-5 0,-3-2 3 15,3 2 4-15,0 0-2 0,0 0-2 0,0 0 2 0,-17 4-5 16,14 1 2-16,0-3 1 0,-1 3 1 16,4-1 2-16,0 0-2 0,0 3 1 0,0-3-2 15,0 1 4-15,4-1-7 0,-1 2 9 0,3-1 0 0,4 0-9 16,1-2-3-16,3 0-20 0,5 0-18 0,0-2-21 15,3 0-21-15,1-2-13 0,0-1-12 0,8 0-16 16,-8-2-4-16,-1-1-95 0,1 1-250 0,-2 0 111 16</inkml:trace>
  <inkml:trace contextRef="#ctx0" brushRef="#br2" timeOffset="-51238.76">26927 7879 73 0,'3'-5'31'0,"-3"-1"18"0,4 0 11 0,-8 2 14 16,3-1 15-16,-1 1-11 0,-2-1 9 0,0 3-2 15,0-2-5-15,-2 1-4 0,2 0-8 0,-4 2-9 16,2 0-2-16,6 1-4 0,-14 1-5 0,3 2-11 15,7 0-1-15,-1 0 0 0,-4 2-13 0,5-2 7 16,-2 4-11-16,0-1 7 0,3-1-8 0,-1 3 0 16,3-2-3-16,-2 2 3 0,3-2 2 0,0-1-4 15,3 3-10-15,-2-3 1 0,-1 2-8 0,3-4-10 0,0 2-3 16,4-4-9-16,-2 2-4 0,-2-2-16 16,3 2 1-16,-6-3-10 0,14 0 7 0,-6 0-1 15,-4-4 12-15,2 1-2 0,-1 1 0 0,1-2 11 16,-4-2 1-16,4 0 7 0,-2 1 7 0,0-1 12 0,-3-1 3 15,2 3 9-15,-2-4 8 0,2 3 10 0,-1-2 3 16,-1 1 0-16,-1 1 1 0,1 0 8 16,1 0-1-16,-1 1 2 0,0-1-4 0,1 1-1 0,-2 4-3 15,5-5-4-15,-5 1-3 0,0 4-6 0,7-3-1 16,-2 2-4-16,2 0-3 0,-7 1-3 0,12 0-2 16,-6 1-2-16,2 0 6 0,4 2-5 0,-5-1 0 15,4 2-2-15,-3 0-4 0,1 0-3 0,-3 0 7 16,2-2 0-16,-2 3-2 0,-1 0-6 0,3 0 4 15,-4-2-5-15,2 1 2 0,-2 1 1 0,-3-1-5 16,3 1 5-16,-2 0 0 0,2-2-9 0,-4-3 5 16,1 5 12-16,3-3 18 0,-4-2 17 0,0 0 23 15,5 3 19-15,-5-3 19 0,0 4 18 0,0-4 21 16,0 0 10-16,0 0-5 0,0 0-6 0,0 0-6 16,3-11-6-16,-3 11-9 0,0-6-5 0,4-1-5 15,-4 0-6-15,2 1-6 0,-2-2-14 0,1-2-2 16,2 1-14-16,-2-3-4 0,-1 2-8 0,4 0-7 0,2 0 4 15,-4-2-44-15,1 0-35 0,0 1-65 0,-2-3-70 16,1 4-90-16,0 0-328 0,-4-4-622 16,0 5 276-16</inkml:trace>
  <inkml:trace contextRef="#ctx0" brushRef="#br2" timeOffset="-51056.17">26843 7571 243 0,'1'-2'237'0,"-1"2"-24"0,4-4-22 16,-4-1-20-16,0 5-37 0,0 0-45 0,0 0-40 16,0 0-47-16,0 0-62 0,0 0-152 0,15 9-229 15,-8-7 102-15</inkml:trace>
  <inkml:trace contextRef="#ctx0" brushRef="#br2" timeOffset="-50493.74">27387 7572 5 0,'0'0'161'16,"0"0"-23"-16,4 7-6 0,1-4-11 0,-5-3-11 16,7 6-12-16,-3-2-10 0,3 5-14 0,-1-2-5 15,2 3-2-15,-4-4-11 0,3 3-3 0,-2 1-8 16,3-2-6-16,0 2 2 0,-2-2-9 0,-1-2-6 16,2 1 1-16,-3-4-19 0,1 2 19 0,-2-1-2 15,1-1-6-15,0 0 17 0,-1-1 15 0,-3-2 3 16,8 0 0-16,-8 0 5 0,0 0 0 0,10-5-2 15,-6 1 0-15,1-1 0 0,-2-1-4 0,1 1 4 16,-2-2 2-16,3 1 1 0,-1-2 6 0,1 1-6 16,-2 1-3-16,-1 1 0 0,2-2-2 0,-2 2-2 15,1-1-5-15,-3 1-6 0,4 1-5 0,-4 0-2 0,3 2-6 16,-3 2-5-16,1-5 0 0,-1 5-9 16,0 0 2-16,0 0-4 0,0 0-4 0,0 0 3 15,15 6 0-15,-11-4-2 0,0 3-2 0,-1 1-1 0,0-2-2 16,-2 1-3-16,5-2 4 0,-4 0 4 0,2 1-6 15,-1-1 5-15,1 0-5 0,-4 0 0 0,0-3 2 16,6 2 8-16,-6-2 6 0,0 0 4 0,0 0 1 16,9-1-1-16,-9 1 8 0,7-5 6 0,-3 1 1 15,-1 0-2-15,1 0-3 0,1 1-1 0,-3-1-1 16,2 0-4-16,-1-1-1 0,3-2-3 0,-4 4-4 16,2-3-2-16,0 1 0 0,-1 0-6 0,2 2 3 15,-4-1-3-15,4 1 0 0,-3-2-7 0,5 2-14 16,-7 3-11-16,5-2-25 0,-5 2-22 0,0 0-23 15,11 1-19-15,-6 1-18 0,0 3-16 0,-1 0-12 16,1-3-15-16,1 1-24 0,-2-2-11 0,3 3-150 16,-1-1-382-16,1 3 169 0</inkml:trace>
  <inkml:trace contextRef="#ctx0" brushRef="#br2" timeOffset="-50165.62">27881 7586 106 0,'0'-4'204'0,"0"4"-1"0,0-5-5 0,0 5-11 15,1-6-15-15,-1 6-15 0,0 0-18 0,0 0-11 16,0 0-17-16,0 0-11 0,0 0-13 0,0 0-8 16,0 0-10-16,0 0-3 0,0 0-9 0,0 0-8 15,14 10-4-15,-12-8-9 0,5-1-6 0,-3 3-7 16,0-4-6-16,3 1-3 0,-3 2-4 0,-4-3-10 16,11 2-2-16,-7-2-11 0,-4 0-7 0,10 0 0 15,-10 0-3-15,6-5-1 0,-3 4 7 0,1-3-1 16,-4 1 4-16,0-3 1 0,0 1-4 0,-2 1 1 15,0-2 6-15,-2 0 3 0,-1 0 6 0,-3-2 4 16,1 0 2-16,1 3 2 0,-1-3 0 0,-2 1 3 16,4 2 1-16,3 2-3 0,-3-1 1 0,1 1-1 0,-1-1 0 15,0 2 1-15,5 2-3 0,-5-4-5 0,2 1-8 16,3 3-5-16,0 0-9 0,0 0-4 16,0 0-16-16,0 0-24 0,19 7-31 0,-7-6-22 15,0 1-19-15,2 1-13 0,6-3-99 0,1-1-270 0,-1 4 120 16</inkml:trace>
  <inkml:trace contextRef="#ctx0" brushRef="#br2" timeOffset="-49243.78">28203 7469 86 0,'-9'-1'152'0,"0"-2"0"0,1 3-3 0,-1-2-9 16,-3 3-4-16,1 0-12 0,0 3-13 0,-1-3-4 15,-1 3-12-15,1 1-10 0,2-1-6 0,1 1-13 16,-2 0-3-16,2 2-5 0,2-1-7 0,0 0 3 15,0 1-12-15,0-4-5 0,3 3-3 0,0 0-2 16,3 0-2-16,-3-1-7 0,2 0 3 0,2-1-2 16,0 2 2-16,0 0-1 0,4-3-1 0,2-2-6 15,-2 3 1-15,3-3 3 0,1 3-4 0,0-4-6 16,0-2 4-16,3-1-5 0,1 0-2 0,1 1-1 16,0-3-1-16,0-3-2 0,-1 0-3 0,-3 0 0 15,4-5-6-15,-1 5-3 0,-1-6 3 0,0 1 3 0,2-1-2 16,-6 0 1-16,2-2 2 0,-4 1-2 0,4-2 1 15,-5 2 4-15,-3 2 11 0,2-2 20 0,-3 2 17 16,0 0 22-16,0 2 3 0,-3 1 12 0,3-2 6 16,-1 3-8-16,-2 1 3 0,2 3-3 0,-3 0-5 15,2-1-14-15,-1 3-8 0,1-1-8 0,2 4-8 16,-4-2-5-16,4 2-5 0,-8 0-3 0,8 0-2 16,-6 6-4-16,2-2-10 0,3 2 3 0,-4 2-9 15,5 0 2-15,0 2-4 0,2 2-7 0,2-1 0 16,0 1-5-16,0-1-9 0,3 2-5 0,0 2-12 15,5 1-6-15,-3-3-18 0,3 0-12 0,0 2-15 16,-4-7-13-16,3 2-20 0,1-3-9 0,-1-1-4 16,4 0-14-16,-3-1-5 0,2-1 2 0,-3-3 5 0,1-1 5 15,0 0 9-15,1-1 20 0,-7-3 4 16,5 0 8-16,-7 0 23 0,2 0 18 0,-1-2 26 16,-1 1 24-16,-1-3 23 0,-3 2 12 0,2-1 21 15,-4 3 15-15,2-6 12 0,-3 5 3 0,-1-2-3 0,3 0 3 16,-5 2-1-16,2 1-13 0,0-1-6 0,-2 1-3 15,1 2-9-15,1 0-7 0,0 0-4 0,4 2-4 16,-8-4-5-16,8 4-5 0,-6 0-1 0,6 0-3 16,-7 5-1-16,7-5-6 0,-3 4-1 0,3 0 3 15,1 2-6-15,2-2-4 0,3 1-6 0,-1-1-3 16,1 5 0-16,1-4-6 0,-1 0-6 0,4 1 1 16,-1-3-5-16,0 1-5 0,2 1 4 0,-3-1 4 15,1-2 1-15,0 2 3 0,0-2-4 0,-2 0 5 16,-3-1 1-16,3-1 3 0,0 3-1 0,-7-3 0 15,7 1 0-15,-7-1 16 0,0 0 5 0,8 1 7 16,-8-1-2-16,0 0 4 0,0 0-2 0,0 0 4 16,11-2-4-16,-11 2-1 0,5-3-3 0,-1 2-4 15,0 0-3-15,2-2 3 0,1 1-3 0,-2-2-2 16,6-1 1-16,-3 2-1 0,3-2-2 0,0 0 0 16,1-3 0-16,4 1-3 0,-5-3 3 0,7 3-1 15,-3-5-1-15,-3 4-1 0,3-7 0 0,0 2-3 0,-1-3-3 16,-3-1-2-16,2 1-5 0,-2-9-1 0,0 6-3 15,-2 0 4-15,-3-1 7 0,-3 2 18 0,-5-2 17 16,1 2 10-16,-2 3 14 0,0 1 3 0,-4-1 1 16,2 3-6-16,-3 2 1 0,4 1-8 0,-3 0-7 15,-3 2-2-15,0 1-4 0,-1 5-7 0,0 0-4 16,-3 3 0-16,2 4-6 0,-3 1 2 0,4 4-3 16,-3 2-4-16,3 0 0 0,0 3-2 0,3 1 0 15,3 1-3-15,1 1 3 0,4 2-2 0,4-1-1 16,2 8 2-16,3-2 0 0,4-2-2 0,2 1-8 15,2 1-19-15,9 0-40 0,-7-4-55 0,7 1-61 16,1-6-73-16,-1-2-163 0,1 3-446 0,-8-5 198 16</inkml:trace>
  <inkml:trace contextRef="#ctx0" brushRef="#br2" timeOffset="-48148.56">25110 10052 11 0,'0'0'204'0,"0"0"-23"15,0 0-17-15,0 0-15 0,0 0-11 0,0 0 3 16,0 0-6-16,0 0 11 0,8 11 1 0,0-7 7 15,3 1-8-15,10 0-10 0,7 4-4 0,6-1-11 16,7-2-8-16,19 3-11 0,7-1-9 0,29 1-13 16,-27-4-11-16,2-1-4 0,31 1-9 0,-34 0-5 15,-3-4-1-15,2 2-5 0,-2 2-8 0,-1-5-1 16,-8 3-7-16,0-1-1 0,-17-1-6 0,-2-2 1 16,-3 0-3-16,-5 0-6 0,-5-1-9 0,-4 2-16 0,-6-1-8 15,-1-3-7-15,-3 3-13 0,-3-1-15 0,-3-1-18 16,-4-1-21-16,0-2-17 0,-7 2-18 15,0-2-26-15,-10-5-30 0,-5 4-176 0,-5-3-388 0,-5 4 173 16</inkml:trace>
  <inkml:trace contextRef="#ctx0" brushRef="#br2" timeOffset="-47445.39">25276 9963 32 0,'0'0'170'0,"0"0"-16"16,0 0-17-16,0 0-1 0,0 0-8 0,0 0-11 0,0 0-10 15,0 0-8-15,0 0-10 0,0 0-11 0,0 0 1 16,0 0-9-16,0 0-7 0,0 0 6 15,0 0-1-15,0 0-3 0,0 0 1 0,-18 9-4 0,14-4-3 16,-3-1 1-16,-5 1 3 0,7-2 1 0,-6 5 1 16,-4-5-1-16,1 6 2 0,2-3 0 0,1-3 2 15,-1 1 3-15,0 0-2 0,2-1-2 0,1 2-6 16,2-4-4-16,-1 3-9 0,1-2-4 0,4 1-1 16,-4-2-5-16,3 0-5 0,4-1-3 0,0 0-5 15,-9 3-2-15,9-3-1 0,-3 3-1 0,3-3 2 16,0 7-2-16,3-2-3 0,0 1 2 0,0-1-1 15,3 0 0-15,2 2-2 0,-2 0-6 0,3-1-1 16,2 3 2-16,-1-2-3 0,-1 1 1 0,2-1 0 0,1 3 0 16,-3-4-1-16,3 4 1 0,-3-4 1 15,3 2-4-15,-1 1-6 0,-2-2-18 0,-3 1-31 16,2-1-53-16,-2 3-54 0,-2-5-59 0,0 1-241 0,0 1-493 16,0-1 219-16</inkml:trace>
  <inkml:trace contextRef="#ctx0" brushRef="#br2" timeOffset="-46554.8">26982 10193 69 0,'-2'-7'290'0,"1"2"0"0,0-3-7 16,-2 0-8-16,1 3-13 0,-2 0-17 0,0-1-21 15,0 1-15-15,-1 0-22 0,1 0-20 0,-2 2-22 16,1 2-10-16,5 1-15 0,-12 0-16 0,2 0-9 0,2 1-11 16,-3 0-8-16,0 6-9 0,0-1-8 15,3-1-7-15,-3 4-4 0,2-1-7 0,2 2-3 16,-2 0 4-16,3 1-20 0,-1-2 0 0,3 1 4 0,1 0-12 16,3 0-1-16,-2 0-4 0,2-2-1 0,2 0 1 15,1 0-4-15,4-1 5 0,-2-1-4 0,5 0-1 16,3-2 1-16,1-1-4 0,2 1-2 0,-2-4 6 15,1 0-4-15,4-1-5 0,3-3 0 0,-1 0 1 16,-3 2-5-16,0-5 0 0,-6 1-1 0,7 0-1 16,-8-1 3-16,0 1 0 0,1-2-1 0,-2 1 4 15,-4 1-4-15,1 4 2 0,-1-2 3 0,-2 2 4 16,1-3-2-16,1 3 3 0,-6 2-4 0,5-3-4 16,-5 3-2-16,0 0 0 0,0 0 0 0,0 0 0 15,0 0-1-15,4 10 0 0,-4-6 5 0,0 1-3 16,0 0 3-16,2 3-1 0,-2-3 0 0,2 3 3 15,0-1 0-15,0 0-5 0,1 1 6 0,1-3-1 0,-1 0 1 16,4 3 0-16,-2-3 2 0,-1-4-4 16,4 2 1-16,2-1-1 0,-3 0 2 0,1-4 1 15,-1 0-2-15,5-2 0 0,-3 0 0 0,2-1 1 0,-1-3 0 16,-1 0-1-16,2 0 0 0,-1 1 2 0,-1-2 2 16,-2-1-7-16,1 1 6 0,-4 0-2 0,2 1-3 15,-2 1 12-15,1 2 4 0,-2-2 5 0,1 2 8 16,-2 0 1-16,0 1-2 0,0 0 0 0,-2 4-5 15,2-5-3-15,-2 5-2 0,4-4-13 0,-4 4 4 16,3-2-3-16,-3 2 1 0,0 0-3 0,0 0 0 16,0 0 0-16,4 8 3 0,-3-3-3 0,2 0-10 15,-1 0-11-15,-1-2-9 0,2 4-10 0,-1-2-12 16,1 1-22-16,1-1-20 0,0 1-28 0,0-2-36 16,0 1-38-16,3-3-36 0,-1 1-50 0,-1-1-142 15,3 0-458-15,0-1 204 0</inkml:trace>
  <inkml:trace contextRef="#ctx0" brushRef="#br2" timeOffset="-45960.99">27498 9982 185 0,'-1'-3'286'0,"-2"0"-25"0,3 3-28 15,0-7-24-15,0 7-20 0,-2-2-21 0,2 2-21 16,0 0-14-16,0 0-10 0,0 0-16 0,-3 13-10 15,3-7-8-15,0 1-10 0,1 3-7 0,-1 0-8 16,4 2-9-16,-1-1-3 0,-2 2-3 0,-1 0-6 16,3 1-4-16,1-3-3 0,-4 1-4 0,6 0 0 15,-5 0-8-15,3-3-3 0,0 4-5 0,2-4-3 0,-4-4-1 16,1 3-5-16,1-3-6 0,0 0 1 0,2 1-4 16,-1-2 2-16,-1 0-3 0,4-1 3 15,-2 1-1-15,-1-2 1 0,2-1-3 0,-2 0 3 0,2 1-1 16,0-1-2-16,1 0 3 0,-1 0 0 0,0 3-1 15,1-3 0-15,-1-1-4 0,1 2 5 0,-1 0 1 16,-2 0-1-16,2-1-5 0,-1 2 7 0,0-1-4 16,-2 1-1-16,-1 0-2 0,1 0 2 0,0 1-5 15,0 0 2-15,-4 0 3 0,2 0-3 0,-1 0 3 16,-1-4 0-16,-1 8 0 0,-1-4 1 0,-2 2-1 16,0-1 1-16,-1-2 3 0,-1 1-2 0,-4 0 2 15,1-1-1-15,1-2 1 0,-3 2 0 0,2-1 1 16,-4-1-1-16,1 2 1 0,3-3-2 0,0-3 3 15,9 3-3-15,-16 0-1 0,12-1-2 0,-1 0-16 16,-1-3-16-16,6 4-15 0,-3-5-15 0,6 0-22 16,-3 5-20-16,8-10-8 0,-1 4-7 0,7-1-10 0,-3-1-8 15,1 0-9-15,4-1 2 0,3 0 6 0,-2-1 9 16,0 2 17-16,2 1 8 0,-4-1 14 16,0 4 19-16,-3-1 18 0,-1 1 10 0,0-1 22 0,-3 3 3 15,-1-1 12-15,-3 2-9 0,3-1 17 0,-1 1 0 16,-6 1 0-16,9 0 9 0,-9 0 4 0,5 3 5 15,0 0 3-15,-3-1 2 0,0 2-3 0,-2-4-4 16,2 7-1-16,1-1 3 0,1 0-12 0,-2 0 5 16,2 0-7-16,-2 1 8 0,1-1 2 0,1-1-8 15,0 3 5-15,2-1-3 0,-1-1 5 0,6-1-32 16,-1 0-23-16,-1 0-35 0,5-1-70 0,-5-1-158 16,6-2 70-16</inkml:trace>
  <inkml:trace contextRef="#ctx0" brushRef="#br2" timeOffset="-45726.63">28123 10124 2 0,'-1'-2'268'0,"1"-3"-13"15,-5 1-20-15,1 2-17 0,0-1-13 0,4 3-15 16,-11 0-11-16,11 0-7 0,-15 1-17 0,7 4-14 16,-4 0-10-16,2 3-11 0,1-1-10 0,0 3-8 15,-1-2-14-15,2 2-5 0,2 0-3 0,0 0-6 16,1 1-2-16,1-2-4 0,4 2-2 0,0 0-5 15,0 0-3-15,2 0-7 0,6-2 0 0,-2 0 0 16,4 0-7-16,0-3-4 0,3 2-12 0,6-4-22 16,2 1-35-16,-2-1-44 0,0 0-64 0,0-3-58 15,-1-2-77-15,1-2-178 0,-6 2-487 0,-1-4 215 16</inkml:trace>
  <inkml:trace contextRef="#ctx0" brushRef="#br2" timeOffset="-44351.68">25658 11308 137 0,'0'0'178'0,"-5"-3"-15"0,5 3-19 0,0 0-15 16,-10 5-18-16,1-4-8 0,2 3-7 0,-4 3-5 16,-1-2 4-16,2 0-3 0,-3 4-7 0,-4 0 0 15,2 0-2-15,-2 1 0 0,-2-1-1 0,1 0 1 16,-2-2-3-16,0 1-3 0,-3 1-5 0,3 0-4 15,-7 1-1-15,6-3-1 0,-9-2 2 0,7-1-2 16,0 0-1-16,-11-1-1 0,4 2-4 0,2-4-2 16,-1-1-4-16,5 0 2 0,2-1-2 0,0-2 1 0,-1 0 2 15,5 1-3-15,-3-5-3 0,0 0-4 0,2 0-1 16,0 0 7-16,0-1-6 0,3-1-3 16,-2 0-2-16,3 0-6 0,0-2 0 0,4 1-4 0,-1-1-2 15,1 1-2-15,0 1-4 0,-2-4-4 0,3 1 2 16,-1 1-3-16,1 2-3 0,0-1-3 0,0-2 3 15,-3 1-7-15,2 2 2 0,-1-1 1 0,2 0-4 16,-1 3 3-16,4-2-5 0,-5 0-1 0,1 1-2 16,3-1 2-16,-3 2-3 0,-1-2 0 0,5 2-1 15,-3 1 3-15,1-2-2 0,1 3 1 0,1-1 2 16,-2-2 8-16,2 4-10 0,0-3-1 0,2 1 2 16,-1 0 4-16,-2 2-2 0,4-1 3 0,0-2 4 15,0 2 4-15,-2 2 0 0,2-4-6 0,0 2 5 16,0 0 2-16,0-1-8 0,1-1 6 0,2 1-3 15,-2 0 1-15,1-3-1 0,0 3-3 0,-1 0 2 16,-1-1 3-16,4 1-12 0,-5 0 6 0,4-2 0 0,-1 3-2 16,2 0 3-16,-1-3 5 0,-3 3-14 0,3 2 5 15,1 3-2-15,-2-10 6 0,-1 6-10 0,3 0 0 16,0 4 6-16,0 0-3 0,-1-6-5 0,1 6 1 16,-3-2 9-16,3 2-10 0,0 0-3 0,-1-5 1 15,1 5 2-15,0 0 1 0,0 0-1 0,0 0 3 16,0-5-1-16,0 5 3 0,0 0-6 0,0 0 2 15,-3-3-5-15,3 3 9 0,0 0-3 0,0 0 0 16,0 0 2-16,0 0-4 0,0 0 1 0,0 0 4 16,4-4 0-16,-4 4-3 0,0 0 3 0,0 0-5 15,-4-7 4-15,4 7-4 0,0 0 4 0,0-5-1 16,0 5-2-16,0-5 3 0,0 5-4 0,0 0 19 16,0-5-14-16,0 5-3 0,0 0-6 0,-1-4 6 0,1 4 0 15,0 0-5-15,0 0 2 0,0 0 0 0,0 0-8 16,0 0 5-16,-2-4-5 0,2 4-5 15,0 0-11-15,0 0-9 0,0 0-6 0,0 0 2 0,0 0 4 16,-7 12 2-16,5-8 0 0,2-4 5 0,-3 7-1 16,2 0 2-16,-2-1 3 0,0 0 0 0,2 2 2 15,-2 0 5-15,2 1-1 0,-2-1 7 0,2-1-4 16,-3 2 3-16,2-4 3 0,0 5-1 0,-1-4 1 16,0 0-2-16,2-1 4 0,-2-1 1 0,2 1 5 15,0-1-4-15,-1 0 0 0,2-4 4 0,-3 5 4 16,1-2-1-16,2-3 2 0,0 0-3 0,0 3 6 15,0-3-2-15,0 0-2 0,0 0 5 0,0 0-4 16,0 0-1-16,-2-13 0 0,2 9 2 0,0-1-2 16,0-4 10-16,4 3-7 0,-4-1-1 0,0-2-2 15,3 1 1-15,-1-5-3 0,0 3 2 0,1 2 0 16,-3 3 0-16,1-4-5 0,2 3 5 0,-3 1 1 0,2-2 2 16,-1 2-1-16,-1 1-3 0,2 0 2 0,-2 4 1 15,2-6 6-15,-1 4-11 0,-1 2 1 16,3-5-6-16,-3 5 2 0,0 0 2 0,5-1 0 0,-5 1-1 15,7 4 3-15,0 0-5 0,-3 0 10 0,8 1-8 16,-2-1 0-16,3-1 0 0,1 4-5 0,1-2-14 16,1 1-18-16,1 2-30 0,0-1-33 0,2 0-39 15,2-1-60-15,-1-1-54 0,-1-2-184 0,-5 1-475 16,3 3 210-16</inkml:trace>
  <inkml:trace contextRef="#ctx0" brushRef="#br2" timeOffset="-42617.37">26156 11336 196 0,'-3'-7'229'0,"-1"2"-12"0,-1-1-16 16,-1 1-14-16,2 2-15 0,-4-2-17 0,4 1-16 15,-3 1-14-15,0-2-14 0,-2 4-13 0,-1 0-8 16,2 1-11-16,-4 0-9 0,4 2-8 0,0 0-6 16,-3 3-8-16,0 1-3 0,1-1-5 0,-1 2-6 15,2 2-3-15,1-3-4 0,1 3-2 0,0 1-3 16,2-2-5-16,-1 2 1 0,2-2-1 0,3 2-2 15,-2-1 2-15,3 3 4 0,3-4-4 0,-2-1 0 0,8 2 1 16,-2-1-1-16,0-2 0 0,3 0-1 16,3 0-2-16,7-2 0 0,1 1-1 0,-3-4 0 15,4-1-2-15,-2 0 0 0,2-3-3 0,-2 0 1 0,-1-1-1 16,-1-3-1-16,-2 2 0 0,1-1-3 0,-1-3-1 16,-4 2 2-16,0 0-1 0,-2-1 3 0,-2 0-3 15,2 0 0-15,-4 2 0 0,0 0-1 0,0 0 5 16,-4 0 2-16,2 1 5 0,-1 0 7 0,-2 2 1 15,2-2-1-15,-2 3-3 0,1-2-7 0,-2 4-3 16,0 0-1-16,5-5-8 0,-5 5 3 0,0 0 0 16,0 0 0-16,0 0-1 0,0 0 1 0,4 9-2 15,-2-2 1-15,0-5-2 0,0 3 2 0,-1 0-2 16,3 0 4-16,0 0-3 0,-3 0 0 0,2 0-1 16,1-1 2-16,-2 0-4 0,3 0 3 0,-2 1-3 15,-2-2 2-15,3-1 2 0,1 1-3 0,-2 0 2 16,-3-3 3-16,7 1-3 0,-3 0-1 0,-4-1 0 0,0 0 3 15,14-2-2-15,-9-1-2 0,-5 3 1 0,7-4 3 16,-3 1-2-16,0 0 4 0,1-1-5 16,-3 1 4-16,1-1 1 0,2 0-3 0,-3 1 3 0,0-1 8 15,-2 4-1-15,2-6 2 0,-1 1-3 0,0 3 2 16,-1 2 4-16,2-4-3 0,-2 4-1 0,0 0 0 16,0-5 0-16,0 5-2 0,0 0-4 0,1-3-3 15,-1 3 0-15,0 0-1 0,0 0-1 0,0 0 1 16,0 0-5-16,0 0 0 0,-1-7 0 0,1 7-4 15,0 0-6-15,0 0-9 0,0 0-8 0,0 0-13 16,0 0-14-16,0 0-17 0,0 0-28 0,0 0-35 16,0 0-42-16,-14 9-57 0,14-9-148 0,-4 1-416 0,4-1 185 15</inkml:trace>
  <inkml:trace contextRef="#ctx0" brushRef="#br2" timeOffset="-41992.4">26124 11337 29 0,'0'0'124'0,"-2"-5"-11"16,2 5-11-16,0 0-19 0,0-4 2 0,0 4-7 15,0 0-8-15,0 0 0 0,0 0-8 0,-3-4-4 16,3 4-6-16,0 0-9 0,0 0-1 0,0 0-12 16,0 0 3-16,0 0-6 0,0 0-1 0,0 0-3 15,0 0-4-15,0 0 3 0,5 13-3 0,-3-9-2 16,-2 1-5-16,2-1 0 0,-2 1 9 0,5 2-10 16,-5-3 10-16,0 1-1 0,1 1-4 0,-1-1 1 15,0-1-5-15,0 2 2 0,3-2-8 0,-2 1 8 0,2 0-5 16,-2 0-1-16,-1-1 0 0,2 0-2 0,-1 1 7 15,-1-1-5-15,0-4-7 0,4 5 4 0,-2-2-2 16,-2-3-23-16,1 5-24 0,-1-5-26 0,0 0-47 16,0 0-86-16,0 0-219 0,4 1 98 0</inkml:trace>
  <inkml:trace contextRef="#ctx0" brushRef="#br2" timeOffset="-41153.46">26137 11305 101 0,'-3'-5'155'0,"3"5"-9"16,3-5 3-16,-3 5-10 0,0 0-10 0,0 0-11 15,-3-5-12-15,3 5-8 0,0 0-15 16,0 0-6-16,0 0-13 0,0 0-6 0,-8 0-8 0,8 0-4 16,0 0-6-16,-11 3-6 0,11-3 3 0,-11 5-11 15,5-3 2-15,-4 2 1 0,3 0-4 0,-2-2-5 16,2 2 2-16,-1 0-3 0,-2 4 0 0,0-5 1 16,1 4-1-16,1-1-7 0,1 2 3 0,1-3-7 15,-1 0 3-15,1 0-2 0,2 1-1 0,0 0-1 16,-2-1 5-16,1 0-7 0,3 1-2 0,-1 1 4 15,1-1-7-15,1 0 6 0,1 0-2 0,0-1 1 16,3 0-6-16,-2 0 9 0,1-1 3 0,0 0-5 0,6 1-1 16,-2-1 2-16,-1-1 0 0,2 2-2 0,5-3 5 15,-2 1-9-15,2-2 3 0,0 1-1 16,2-2 0-16,-1 0 0 0,-2-2-4 0,2 1 6 16,-3-1-4-16,-3 0 0 0,0-1 4 0,0 0-5 0,2 1 1 15,-5-2-1-15,3 2-1 0,-3-3 3 0,1 1-4 16,2 0 0-16,-4 0 7 0,-3 0 7 0,4 0-1 15,-1 1 8-15,-2-2 3 0,-1 2 1 0,0 3 7 16,0-7 5-16,0 7 4 0,3-5 4 0,-3 5 2 16,2-5-1-16,-2 5-1 0,0-4-5 15,0 4-2-15,0 0-3 0,0 0-5 0,0 0-5 0,0 0-3 16,0-5-4-16,0 5-1 0,0 0-5 0,0 0 1 0,0 0-4 0,0 0 0 0,0 0-1 16,0 0-1-16,0 0-3 0,0 0 0 0,0 0-2 15,-5 17 0-15,4-13 6 0,-2 1-5 0,3 1 3 16,-1 3-2-16,-2-1-1 0,3 1 0 0,0 2-2 15,-1 0 1-15,-1 3 0 0,0-2 0 0,-1 7 2 16,3-2-3-16,0 1 2 0,3 1-2 0,1 2 6 16,-3-3-2-16,2 0 0 0,1 1 2 0,0-2-4 15,0-1 1-15,2 2 1 0,0-3-1 0,-2-2-6 0,1-1 10 16,-1-2-2-16,-3 0-1 0,6-1 1 0,-4-2 4 16,-2-1 2-16,2-2 2 0,-1 1 7 15,2-1 17-15,-2-2 22 0,1 2 26 0,-3-4 22 0,4 2-3 16,-4-2-6-16,0 0-13 0,5-8-7 0,1 3 8 15,-4-1-3-15,4-1-9 0,-2-2 0 0,1-3-11 16,-1 0-1-16,2-1-12 0,1-6 11 0,-1 0-16 16,1-1-6-16,1 0-7 0,-1 1-6 0,1-1 6 15,-1 1-9-15,1 1-4 0,-2 0-2 0,-1 3-3 16,3 4-12-16,-4-3-12 0,0 2-20 0,-1 3-15 16,0-2-23-16,-2 1-23 0,1 2-19 0,0 2-29 15,-2 0-39-15,0 2-31 0,2-1-34 0,-2 5-40 16,-2-5-182-16,2 5-505 0,0 0 225 0</inkml:trace>
  <inkml:trace contextRef="#ctx0" brushRef="#br2" timeOffset="-40669.09">26387 11342 210 0,'0'0'207'0,"0"0"-22"0,0 0-15 0,-3-3-23 16,3 3-14-16,0 0-24 0,0 0-5 0,0 0-12 15,0 0-8-15,0 0-8 0,-1 11-10 0,0-4-4 16,2-2-7-16,-2-1-7 0,2 4-1 0,0-1-4 0,-1 0-2 15,3 1-3-15,-3 2-4 0,4-1-2 16,2-2-5-16,-2-1 0 0,0 0-4 0,1 0 1 16,1-1-5-16,-1 0 7 0,1-2-5 0,-1 0-2 0,3 0-2 15,-1-2 1-15,0 0 1 0,-7-1-2 0,15-2-5 16,-8 1 2-16,-1-2 1 0,0 0 4 0,1-2 4 16,-2 0 5-16,3-4 6 0,-4 4 10 0,1-3 9 15,-1-1-4-15,-2 3 5 0,1-2-1 0,1-1 3 16,0 2 0-16,-3-1-6 0,1 1 0 0,-1 1-6 15,-1-1 1-15,0 2-13 0,2 1-1 0,-2 0-2 16,0 4-5-16,2-9-5 0,-2 7-1 0,0 2-10 16,0-5-22-16,0 5-11 0,0 0-1 0,0 0-11 15,0 0-16-15,0 0-6 0,0 0-13 0,-5 16-13 16,6-12-10-16,1 0-16 0,0 1-8 0,2 1-11 16,2-1-16-16,1 0-8 0,-1 0-13 0,4 0-135 15,-2 0-326-15,4-1 145 0</inkml:trace>
  <inkml:trace contextRef="#ctx0" brushRef="#br2" timeOffset="-40278.49">26759 11357 35 0,'-2'-5'178'15,"-1"1"2"-15,-1 1-14 0,-1-1-2 0,2 2-15 16,-5-4-15-16,4 5-10 0,-1-2-12 0,-2 2-9 16,0 0-12-16,7 1-10 0,-11 0-12 0,11 0-8 15,-10 2-11-15,1 1 1 0,4 2-3 0,-1-1-6 16,2 1-6-16,-1 1-4 0,-3 1-4 0,6 0 0 15,-2-2-5-15,3 2-3 0,-1-3-4 0,1 2-5 16,0-1-5-16,1-1-1 0,0-4 0 0,2 7-11 16,1-6 8-16,-3-1-1 0,9 1 4 0,-9-1-3 0,11-1 1 15,-4-2-2-15,0 1-3 0,2-2-3 16,0 1 5-16,0-3 0 0,1 1 0 0,-1 0 3 16,-2-1-3-16,3 1-5 0,-1 2 5 0,-1-1-2 0,-4-2 6 15,3 3-8-15,1 0 6 0,-2 0 1 0,-1 0 0 16,1 2-4-16,-1 0-4 0,3-1 3 15,-4 1 6-15,-4 1-15 0,0 0 7 0,14 1 2 0,-14-1 3 16,4 3-3-16,-1-1 1 0,1 1 1 0,0 0-2 16,-3 1 1-16,3 1 1 0,-2-2-1 0,0 1 0 15,1 1-3-15,-1 0 0 0,-2 0 2 0,1 0 4 16,0-1-8-16,-2 1 0 0,1-1-16 0,1 0-19 16,-1-4-13-16,0 5-18 0,0-5-7 0,0 5-13 15,0-5-19-15,3 3-18 0,-3-3-106 0,0 0-253 16,13-2 112-16</inkml:trace>
  <inkml:trace contextRef="#ctx0" brushRef="#br2" timeOffset="-39856.63">27118 11280 143 0,'-7'-2'177'0,"0"1"-2"15,0-1-22-15,0 1-13 0,-1 1-25 0,8 0 6 16,-15 1-19-16,8 2-9 0,-6 0-11 15,3 2-7-15,-1 0-5 0,2 0-4 0,-2 4-13 0,3-4-3 16,-1 2 1-16,2 2-2 0,0-2-5 0,1 2-4 16,2-1 4-16,3 0-8 0,-4-2-5 0,3 0-1 15,2 2-2-15,0-2-3 0,0 1-2 0,3-2 6 16,-2 0 1-16,7-1-5 0,-4-2-2 0,5 0-4 16,0-1 4-16,2-2-3 0,0-1-2 0,2 0-3 15,-2-3-2-15,3-1 0 0,2-1 0 0,-5-1-1 16,4-5-12-16,-7 5 8 0,3-6-4 0,-1-2-5 15,-1-2 1-15,-2-2 0 0,-3 2-2 0,4-2-1 0,-6 0 2 16,-2 2 0-16,1-1 4 0,-2 1 7 0,1 0 24 16,-3 5 15-16,0 0 9 0,-1 2-5 15,2 1 2-15,-3 0-2 0,1 3-4 0,0 1-8 0,3 2 0 16,-3 0-11-16,1 0-3 0,-1 0-7 0,0 2 0 16,4 2-3-16,0 0-2 0,0 0-3 0,-14 7 0 15,14-1-3-15,-3 1-2 0,3 2-3 0,0 3 3 16,0 2-3-16,3-3-1 0,1 6-4 0,2 0-9 15,-1 2-15-15,6-1-19 0,-3 0-31 0,1 0-27 16,3 0-31-16,-3-5-25 0,5 2-22 0,1-1-15 16,-2-1-136-16,-3-4-358 0,-1-3 158 0</inkml:trace>
  <inkml:trace contextRef="#ctx0" brushRef="#br2" timeOffset="-39262.79">27361 11306 125 0,'5'-5'165'15,"0"0"1"-15,-3 1 2 0,5 0 1 0,-3-1-14 0,2 2-10 16,2-2-9-16,-4 2-11 0,3 1-17 0,-2 0-10 16,1 2-11-16,0-1-11 0,-6 1-8 0,9 0-2 15,-9 0-9-15,11 3-6 0,-6 0-8 0,2 1-1 16,-1-1-6-16,-4 0-2 0,2 4-6 0,-3-5-3 16,2 4-2-16,0-3-3 0,-3 4-5 0,0-4 0 15,-3 1 2-15,2 2-2 0,-2-3 0 0,3-3-2 16,-6 4 1-16,2-3-3 0,4-1 2 0,-6 3-3 15,6-3 2-15,-3 4 0 0,3-4 1 0,0 0-2 16,0 0 0-16,-3-10-8 0,3 10-2 0,6-12-4 16,0 8-1-16,3-5-5 0,2 0 1 0,1 2-1 15,1-5 3-15,5 1-2 0,-2-1 0 0,-1 2 2 16,0-1 1-16,-1 4 0 0,-3-2 1 0,-2 2 3 16,1 1 2-16,-5 1 8 0,-1 0 9 0,2 2 3 15,-2 1-4-15,-1-2-5 0,-3 4-3 0,6-2-2 16,-6 2 0-16,0 0 1 0,0 0-2 0,-12 9-4 0,5-2 0 15,3 1 0-15,-1 0 2 0,-2 1-3 0,0 0 1 16,3 2-1-16,-3-1-1 0,3 0-1 0,0 0-3 16,-1 1 4-16,2-1 3 0,3 0 1 0,0-1 1 15,1-4-1-15,1 3 1 0,1-2-2 0,0-2-1 16,1 2 1-16,1-4 6 0,0 1-5 0,-5-3-3 16,12-3 3-16,-4 2 1 0,-1-2 0 0,0-2-6 15,-1 1 1-15,0-1 4 0,0-3 2 0,-1 3-1 16,3-4 1-16,-5 3 0 0,1 1 3 0,-1-3 10 15,2 1 4-15,-1 2 0 0,-2 2 0 0,0-2-2 16,0 1-1-16,1 0-7 0,-3 0-5 0,0 4 1 16,0 0 0-16,0 0-4 0,0 0 2 0,0 0-1 15,0 0-3-15,11 9 1 0,-9-5-2 0,5 0-5 0,-4 1-5 16,-1 1-13-16,4-1-15 0,-1 2-10 16,5-2-16-16,-1 0-17 0,1 1-14 0,0-2-19 15,2-1-3-15,-1-1-17 0,2 4-10 0,-1-6 1 0,-2-3-7 16,2 2 6-16,0-2-104 0,3-1-266 0,-4 2 118 15</inkml:trace>
  <inkml:trace contextRef="#ctx0" brushRef="#br2" timeOffset="-38840.88">27875 10931 11 0,'-2'-7'204'0,"0"0"-3"15,-2 2-20-15,1 1-20 0,2-1-20 0,1 5-14 16,0 0-13-16,0 0-12 0,0 0-10 0,-11 9-8 15,11-3-7-15,-1 6-12 0,1 1-1 0,3 1-3 16,0 1-11-16,0 4-3 0,3 2-7 0,-1 0-2 16,1 6-12-16,-1-2 5 0,4 0 0 0,-2-4-6 15,0-1 1-15,0 8-6 0,1-9-5 0,-4-3-13 0,0-1-11 16,-1 0-14-16,0-4-16 0,1 1-19 0,-3-5-2 16,-1 0-14-16,2 0 5 0,0-3 3 15,-2-1 6-15,-2 1 3 0,2-4 1 0,0 0 15 0,0 0-2 16,0 0 8-16,0 0-1 0,-11-11 20 0,8 4 5 15,0-1 20-15,3 0 30 0,-3-1 14 0,2-2 24 16,-3 0 22-16,8 3 7 0,-4-3 4 0,1 5-1 16,2-4-2-16,-3 3-9 0,4-3 3 0,-1 3-7 15,4 1-5-15,-4 1-5 0,1 0-12 0,1 0-7 16,0 2-8-16,2 2-5 0,0 1-6 0,-7 0-3 16,15 1-7-16,-5 3-2 0,1 3-6 0,-4-2-5 15,3 0 2-15,-2 5-3 0,4-1-6 0,-5 2 1 16,3-2-1-16,-5 3-1 0,5-2-1 0,-5 3-2 15,3-1-3-15,-2-1-8 0,-1 1-23 0,3-1-22 16,-2 2-26-16,-1-4-26 0,1 3-29 0,1-6-31 16,1 3-35-16,0-3-33 0,2 0-132 0,0 0-385 15,0-3 171-15</inkml:trace>
  <inkml:trace contextRef="#ctx0" brushRef="#br2" timeOffset="-38653.38">28358 11208 184 0,'-4'-4'264'16,"0"0"-16"-16,-3 0-18 0,2 1-15 0,1 1-23 16,-2-1-19-16,6 3-22 0,0 0-13 0,-15 3-14 15,8-1-13-15,3 1-10 0,-3 3-13 0,3-2-6 16,2 1-6-16,-4 2-7 0,4 3-7 0,-2-4-4 16,2 2-8-16,4 2-1 0,-2 0-11 0,5 0-2 15,-2-1-8-15,3 0-16 0,3-1-35 0,-1 0-45 16,0-4-53-16,6 1-50 0,-3-2-50 0,2 1-142 15,1-3-392-15,0-1 173 0</inkml:trace>
  <inkml:trace contextRef="#ctx0" brushRef="#br2" timeOffset="-38481.36">28328 10877 178 0,'-5'-5'239'15,"-1"0"-26"-15,4 3-21 0,0-4-21 0,-2 4-18 16,4 2-32-16,-5-3-43 0,5 3-38 0,0 0-60 16,0 0-79-16,0 0-112 0,-4 12-230 0,2-7 102 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376.76465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1-07T09:51:10.49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6233 2141 50 0,'0'-3'270'0,"4"-4"-10"16,-4 3-15-16,0 4-15 0,1-5-21 0,-1 5-18 16,0-5-25-16,0 5-10 0,0 0-28 0,0 0-15 15,0 0-10-15,0 0-11 0,0 0-10 0,10 11-7 16,-7-1-3-16,-2-2-8 0,3 0-7 0,2 5-5 15,-2 2-7-15,1 3-4 0,2-1 0 0,-3-1-3 16,3 3-3-16,0 1 6 0,-2-1-11 0,-2 0-3 16,-1 1-3-16,2 0-17 0,-1-1-31 0,-1 0-34 15,-1-1-37-15,-1-1-34 0,1 0-40 0,1-4-33 16,-2-1-177-16,-2-3-408 0,2 0 181 0</inkml:trace>
  <inkml:trace contextRef="#ctx0" brushRef="#br0" timeOffset="390.6">6142 2112 137 0,'-1'-10'232'0,"1"-1"-21"0,1 1-20 0,4 1-12 15,-1 0-17-15,3 1-17 0,4 2-17 16,0 1-12-16,0 1-12 0,9 0-10 0,1 4-19 15,0 0-1-15,11 5-8 0,-2 0-4 0,2 2-6 16,-2 4-5-16,4-1-6 0,-4 6-5 0,3 1-4 0,-5 1-2 16,1-2-5-16,-2 4-1 0,-1-1-2 0,-2-1-2 15,-2 3-1-15,-3-1-5 0,-2 1 0 16,-3-4 0-16,-1 1 2 0,2 6-6 0,-10-4 2 16,-1-2-2-16,-1 0-2 0,-2-1-2 0,-5 2 1 15,0-2 0-15,-1 1 5 0,-4-1 17 0,-4-1 8 0,-1 2 13 16,-2-5 11-16,-8 3 8 0,-4-4-5 0,4-1 2 15,-6-1 1-15,0-2-9 0,-1-1-2 16,1-4-5-16,-2-1-5 0,5-2-4 0,4 1-6 16,3-2-1-16,2 0 5 0,3 2-13 0,4-3-4 0,3 0-5 15,0 1-5-15,1 0-15 0,3 0-27 0,4 1-50 16,-4-6-52-16,4 6-56 0,14-6-25 0,-1 1-42 16,5 1-192-16,2 4-478 0,2-2 212 15</inkml:trace>
  <inkml:trace contextRef="#ctx0" brushRef="#br0" timeOffset="728.93">6778 2541 95 0,'0'0'166'0,"0"0"6"0,-1 11 20 15,-2-4 5-15,2 0-5 0,-2 0-4 0,0 3-14 16,2 2-16-16,0 1-15 0,2 4-10 0,-4 0-15 31,3 0-8-31,0-3-11 0,0 2-9 0,2 1-6 16,-1 1-13-16,3-5-5 0,0 1-3 0,2 1-6 15,-1-2-4-15,5-3-2 0,-1 5-6 0,-2-4-3 0,3-3-4 0,-1-1-2 16,2 1-2-16,2-2-22 0,-3-4-36 0,1 4-31 16,-4-4-42-16,2-2-50 0,2-2-38 0,-3-4-211 15,2 4-428-15,-5-3 190 0</inkml:trace>
  <inkml:trace contextRef="#ctx0" brushRef="#br0" timeOffset="916.42">6743 2699 116 0,'0'0'226'0,"-11"-1"-7"0,11 1-8 16,0 0-12-16,-5-1-17 0,5 1-19 15,0 0-17-15,0 0-16 0,0 0-13 0,0 0-15 16,0 0-7-16,0 0-5 0,24-4-22 0,-17 4-25 16,-7 0-25-16,16-1-26 0,-16 1-29 0,19-1-25 0,-11 1-28 15,5-2-23-15,-1 1-18 0,0-1-9 0,-2 4-5 16,-1-2-89-16,2 0-252 0,-3-2 111 15</inkml:trace>
  <inkml:trace contextRef="#ctx0" brushRef="#br0" timeOffset="1572.76">6952 2696 264 0,'3'2'-10'0,"4"-1"15"0,-1 1 11 0,-2 0 10 0,1 2 8 15,-1 0 12-15,0 0 7 0,2 1 25 0,-2 0-8 16,-3 2 4-16,3 0 8 0,-1 1 2 16,2 0-11-16,-1 2 8 0,-1 0-1 0,-2-2 2 15,2 1-12-15,-2 2 2 0,2-3 14 0,-4 1-2 0,1-3-1 16,1 1 8-16,-1-2-4 0,-3 1 0 0,3 0 0 15,-1-3 3-15,1-3 14 0,-4 5 2 0,1-2-2 16,3-3-5-16,-4 1-4 0,4-1-4 0,0 0-7 16,0 0-7-16,-9-10-8 0,9 3-11 15,0 2-17-15,1-5-20 0,3 1-27 0,3-1-26 0,1 0-20 16,2-2-6-16,0-1-21 0,3-1-16 0,-4 5-4 16,6-2-5-16,-4 2-10 0,4-2 6 0,-4 5 8 15,-1-2 7-15,3 2 12 0,-5 1 1 0,2 2 10 16,-6 0 6-16,4 0 1 0,-8 3 1 15,8-2 10-15,-6 1 12 0,-2 1 9 0,0 0-3 0,0 0 23 16,0 0 14-16,0 0 21 0,-14 9 17 0,7-4 7 16,-1 2 6-16,-2 1 5 0,5-2 2 0,-9 3-1 15,6-1-1-15,0-1-4 0,-3 2-7 0,3-1-4 16,-2 1-5-16,4 0-3 0,-1-2-7 0,4 3 3 16,0-3-4-16,2-3-2 0,0 3-1 0,2-1-7 15,-1-1 4-15,1-1-2 0,4 0-2 0,0-2 0 16,2 0-1-16,0-1-1 0,5-2 2 0,1-1-5 15,0 0-3-15,-4-2-5 0,6 0-5 0,0-1 3 16,1-3-6-16,1 3 5 0,-1 0-2 0,-5-1 1 16,2 1 3-16,-3-1-5 0,0 0 4 0,-2 2 5 15,-1 0 3-15,-2 2 11 0,-1-1 4 0,-1 2-3 16,2-2-3-16,-5 3-1 0,7-1-8 0,-7 1-2 16,0 0 0-16,0 0-1 0,0 0 0 0,4 6 0 15,-5-2-2-15,1-4 0 0,1 9-3 0,-1-4 7 16,4-1-7-16,-4 1-2 0,0 2 4 0,2-3-2 15,-2 1 0-15,1-1 0 0,3 2 0 0,-3-1 2 16,4-4-2-16,-3 2 4 0,3 1 3 0,-2-2 7 16,3 1 12-16,-1-3 4 0,2 0 9 0,-7 0 0 15,12-1 12-15,-6-1-1 0,2 0 7 0,-4-2 5 16,2 1 4-16,3-2-1 0,-5 1-1 0,4-2 0 16,-2 2-4-16,-1 1 5 0,4 0-7 0,-6-2-7 15,0 1-8-15,-3 4-5 0,7-4-8 0,-4 2-10 16,-3 2-36-16,4-5-59 0,-4 5-53 0,0 0-54 15,0 0-50-15,0 0-65 0,0 0-165 0,0 0-495 16,0 0 219-16</inkml:trace>
  <inkml:trace contextRef="#ctx0" brushRef="#br0" timeOffset="1729">7426 2541 142 0,'-3'-7'261'0,"0"1"-24"16,2-2-24-16,-2 3-22 0,3 0-20 0,-1 0-21 16,-1-1-40-16,2 6-51 0,-2-5-88 0,2 5-63 15,0 0-144-15,0 0-255 0,0 0 113 0</inkml:trace>
  <inkml:trace contextRef="#ctx0" brushRef="#br0" timeOffset="2104.07">7528 2285 61 0,'-10'0'290'0,"10"0"-17"15,0 0-23-15,0 0-24 0,0 0-23 0,0 0-18 16,0 0-21-16,0 0-10 0,0 0-22 0,23 1-11 0,-1-1-11 16,8 1-15-16,4-2 0 0,4 1-14 0,19 0-10 15,0-4-6-15,3 0-3 0,3 2-9 0,3-2-7 16,1 1-2-16,-2-2-7 0,2 4-3 16,-3-3 5-16,0 2-11 0,-3-3-2 0,-4 4-2 15,-15-1-3-15,13-2-2 0,-16 3-1 0,-6-4 1 0,-3 2-4 16,-11 2 2-16,0-2-4 0,-5 0 1 0,-2 3-2 15,-5-1-1-15,-2 0-4 0,2 1-20 0,-7 0-25 16,0 0-31-16,0 0-33 0,0 0-33 0,-17-5-31 16,9 4-28-16,-5-1-38 0,-2 2-133 0,0-2-394 15,-3 1 174-15</inkml:trace>
  <inkml:trace contextRef="#ctx0" brushRef="#br0" timeOffset="2369.83">8510 2146 180 0,'6'3'273'0,"3"2"-4"0,0-1-5 0,1 2-17 16,3-2-17-16,1 1-11 0,-2 2-14 0,6-2-19 15,2 2-13-15,1 0-20 0,-4-1-16 0,1 0-18 16,-6 1-7-16,2-2-13 0,0 1-10 0,-5 0-12 15,2 0-4-15,-3 0-11 0,-2 2-2 0,2 0-2 16,-7-2-8-16,-1 1-1 0,-1 4-12 0,-7 1-20 16,-5-1-44-16,0 5-36 0,-5-3-29 0,-8 2-47 15,-2-1-53-15,2 1-52 0,-4 1-204 0,12-6-483 16,-8 6 214-16</inkml:trace>
  <inkml:trace contextRef="#ctx0" brushRef="#br0" timeOffset="4267.37">9505 1995 2 0,'10'11'141'0,"-6"-5"-14"0,0 3-7 0,0 8 14 15,0-5-11-15,0 6-7 0,-1 1-7 0,1 3-8 16,0 7-8-16,-1-9-7 0,1 2-8 0,-1-2-5 15,0 7-11-15,-1-8-8 0,3-2-1 0,0 3-11 16,-4-3 0-16,-1-3-2 0,0-2-4 0,0-1 0 16,-1-3 2-16,-1 1 16 0,-1-3 25 0,1-1 22 15,-3-2 5-15,-1-1-10 0,-1-1 3 0,0-1 5 16,7 0-1-16,-12-3 6 0,5 0 0 0,2-1 5 16,1-3-18-16,-2 1-5 0,1 1-1 0,1 1-9 15,4-1 0-15,-1-1-9 0,-1 4-11 0,0-2-6 16,2 4-7-16,4-6-5 0,1 4-9 0,6 2-2 15,1-3 0-15,3 6-6 0,4 1-4 0,6 0-4 16,6-2 2-16,0 6-5 0,3-1 0 0,0 0-1 16,3-2-10-16,-3 2-15 0,0-5-11 0,0 3-15 15,1-4-9-15,-5 2-10 0,1-3-3 0,1 0-10 16,-12-3-1-16,2 0 2 0,-3-1 2 0,-2-4 2 16,0 2 3-16,-6-2 5 0,5-2 1 0,-9 1 5 0,1-1 4 15,-3 1 9-15,-2-3-2 0,-3 1 8 16,0 2 6-16,-8-4 7 0,4 1 13 0,-3 1 5 0,-1 2 3 15,-2 1 6-15,0-1 1 0,-4 4 1 0,3 0-2 16,-1 1 3-16,0 3-1 0,-2 1 0 0,2 1-2 16,-2 0 2-16,2 5 1 0,1-1-4 0,2 0-1 15,-1 1 3-15,6 3-5 0,-2 1 3 0,1-2-2 16,8 1 9-16,-1 1-8 0,3 0 1 0,0 2 8 16,5-4-5-16,6 6-1 0,-1-2-1 0,5-2 4 15,2-2-8-15,5 0-10 0,2-2-11 0,0-2-3 16,3-1-14-16,3-1-11 0,-3-5-9 0,-1 0-6 15,0-2 2-15,-2 0-1 0,-2-1-1 0,-4-1 6 16,-4 2 2-16,-2-2 7 0,0-4 4 0,-2-1 6 16,-4 5 6-16,-3-2 16 0,-4 2 11 0,2 0 13 15,-5 1 4-15,-1-2 8 0,0 1-1 0,-1 1-2 16,-2 1 0-16,-2 1 0 0,-5-1-4 0,-1 1 3 16,2 3-1-16,-4 1 2 0,-1 1-6 0,1 3 4 15,-2-2-3-15,-3 3-3 0,5 2 0 0,2-1-5 16,-4 1 6-16,4 2-4 0,0 0 0 0,2-3-1 15,2 4-1-15,2-2 0 0,0 2-5 0,3-1 3 16,-1 2-1-16,0-5 1 0,6 2-1 0,-2-2 1 16,1 0 1-16,0-2 2 0,1 0 2 0,3 0-1 0,1-2-3 15,0-2 2-15,-7 0 3 0,16-2-4 16,-7-2-2-16,1 0 1 0,-1-1 2 0,1-1 0 16,-1 0-2-16,-1-4 9 0,3 2 6 0,-3-2 7 15,-1-1 13-15,-1 2 11 0,-2 0 9 0,-4 1 14 0,1 1 4 16,1 0-1-16,-2-1 4 0,2 2-3 0,-2 1 4 15,0-2 9-15,0 4-17 0,0-2-5 0,0 5-12 16,-2-7-8-16,2 7-15 0,0 0 0 16,-2-5-4-16,2 5-8 0,0 0-10 0,0 0-5 0,0 0-9 15,0 0-11-15,-4 14-17 0,4-14-17 0,4 8-15 16,-4-3-13-16,4 0-10 0,-1 0-17 0,2 1-12 16,-1 0-12-16,0-2-7 0,5 1 5 0,-4-2-8 15,3 0 1-15,-1 1 8 0,1-3 4 0,3-1 10 16,-3 2 18-16,-1-2-5 0,1-3 10 0,1 2 13 15,1-2 12-15,-4 0 15 0,2 1 20 0,-1 1 8 16,2-4 20-16,-3 1 14 0,0 0 9 0,1 1 3 16,1-2 4-16,-4 1-1 0,3 3 3 0,-1-1-4 15,-1-1-4-15,3 2-2 0,-8 1-2 0,14-2-1 16,-14 2 4-16,11 4-5 0,-2-1-2 0,-2-1 1 16,0 1-1-16,1 1-3 0,0-1-3 0,-1 0 4 15,-2 2-4-15,1 2-1 0,-2-5-1 0,1 4 2 16,1-1 0-16,-4 1-2 0,0-2 1 0,-1-1 0 15,2 4 1-15,-3-7-2 0,-3 5 1 0,2-2 1 16,1-3-2-16,-6 3 1 0,2 0 3 0,-5-3-4 16,9 0 3-16,0 0 5 0,-11-4 7 0,7 3 5 15,4 1 1-15,-4-4 3 0,-1 0-5 0,3-4 1 16,-1 3-5-16,3 2 2 0,3-5-6 0,-1 1-5 16,3 0 1-16,0 3-2 0,-2-1-4 0,2 0 5 15,1 1-7-15,-1 0-4 0,5 2-3 0,-2-2 4 16,3 4-4-16,-3-2-1 0,3 2-2 0,-3 0 2 15,3 3-2-15,1 1 0 0,-1 0 1 0,1-1-6 16,-1 1-2-16,0 2-4 0,3 0-2 0,-5-1-9 16,3 2-4-16,-3-2 0 0,-1 0-1 0,0-2-2 0,0 1 7 15,-3-1 4-15,0-2 8 0,0 2 2 0,-5-3 0 16,7 1 7-16,-7-1-5 0,11-4 2 16,-10 1 2-16,-1 3 1 0,6-6 1 0,-2 4 1 15,-2-6 1-15,1 3-1 0,0 1 1 0,1-5 3 0,1 2 3 16,-1 1 1-16,-1 1-4 0,0-1 5 0,2 0-4 15,-2 3-3-15,1-1 0 0,3-1 1 0,-2 2-2 16,-2 0-1-16,1 2-3 0,0-1 0 16,-4 2 0-16,10 0 2 0,-10 0-1 0,11 1 4 0,-7 0-3 15,-2 2-4-15,-2-3 4 0,10 1-1 0,-6 2-1 16,-2-1-6-16,-2-2 0 0,5 5-4 0,0-2-1 16,-5-3 1-16,0 0 2 0,0 5 1 0,0-2 1 15,0-3-1-15,0 0 2 0,-7 5 1 0,7-5 0 16,-5 2 0-16,1 2-7 0,4-4 10 0,-8 1 5 15,5 3-6-15,0-3-3 0,-2 2 7 0,5-3-1 16,-7 4-2-16,4 0-5 0,3-4 4 0,-2 4 1 16,2-4-1-16,0 0 2 0,2 5 2 0,4-2 5 15,1-1-5-15,-1-1 4 0,4 1 5 0,-1-2-4 16,4 0-2-16,-1-2 4 0,0 1 1 0,2-1-3 16,1-1 1-16,-3-1-1 0,3-1 2 0,-1 1 1 15,-3-1-1-15,3-2 3 0,0 2 0 0,1 2-1 16,-3-3 3-16,-1 1 6 0,1 1 2 0,-1 1-2 15,0-1 5-15,0 1-4 0,-3 2-7 0,0 1 2 16,-1 0-1-16,1 0-2 0,-1 1 1 0,0 1-5 16,1 0 1-16,0 1-2 0,-2-1 1 0,2 2 2 15,1 2 0-15,-3 0-2 0,-2-3-1 0,4 4 0 16,-4-2 2-16,3 0-2 0,-2 0-2 0,-1 0 1 16,0-1 4-16,1 1-1 0,0 0 1 0,-1-2 17 0,0-2 24 15,-1 2 21-15,-3-3 23 0,5 2 28 16,-5-2 20-16,3 1 30 0,-3-1-5 0,0 0-26 15,0 0-7-15,0 0-9 0,6-8-16 0,-4 3-9 16,1 1-13-16,1-2-9 0,-3 3-7 0,3-2-11 0,0-2-10 16,1 1-33-16,0-1-29 0,2 0-38 0,-2 0-40 15,3-2-34-15,-2 3-33 0,2-1-60 16,-4-1-43-16,7-3-70 16,-8 0-175-16,-1-1-549 0,-2-6 243 0</inkml:trace>
  <inkml:trace contextRef="#ctx0" brushRef="#br0" timeOffset="5928.67">9122 1752 167 0,'0'0'202'16,"0"0"-11"-16,0 0-18 0,0 0-14 0,0 0-18 16,0 0-11-16,0 0-13 0,27-4-11 0,-8 4-2 15,3 0-12-15,13 0-7 0,5-1-1 0,14 2-6 16,7 0-1-16,3 1-7 0,6-2-3 0,28-3-3 16,-2 1-9-16,2 4-3 0,-26-4-6 0,34 0-2 15,-5 1-1-15,-32-4-6 0,26 5-1 0,-28-2-4 16,3 1 2-16,-4-3-1 0,1 6-1 0,-4-9 1 15,0 5-10-15,1-2-1 0,0 2-2 0,-7-1-1 16,2 1-3-16,-20 1-1 0,3-4-4 0,-1 0 0 16,-3 4 2-16,3-1-1 0,-3 1-8 0,-4 0 6 15,1-1-3-15,-1 4 1 0,-2-1-4 0,-2 0 1 16,-1-2 1-16,-7 2-4 0,8 1 0 0,-8 1 9 16,2-2-9-16,-2 0 0 0,0 0-2 0,-2 4-1 15,2-1 5-15,-4-2-1 0,1 0-1 0,5 1 8 16,-3-1-9-16,-1-1 0 0,3 1 3 0,-2-2-2 0,-1 2-3 15,3-1 1-15,-8-1 3 0,4 2-1 16,-4 0 0-16,0-1 0 0,-4-2 2 0,1 2 1 16,-1 2 0-16,-4-3 0 0,-3 0 1 0,4 2 1 15,-8-2 1-15,0 0-2 0,8 0 0 0,-8 0-3 0,7 2-2 16,-7-2 1-16,0 0-1 0,3 1-2 0,-3-1 0 16,0 0-3-16,0 0 1 0,0 0-4 15,0 0 1-15,0 0-2 0,4 3 2 0,-4-3 1 16,0 0 0-16,-3 6 2 0,3-6-2 0,-2 7-2 0,-1-5 1 15,1 3 6-15,4 2 5 0,-8 1-7 0,6-2 1 16,-1 6 2-16,-2-2-7 0,3 3 3 0,-1-1 4 16,2 7 1-16,-1 2-3 0,0-1 4 0,0 6-2 15,4 2 1-15,0 2-3 0,-1 1 7 0,1 0-1 16,3-1-1-16,-2 3 0 0,2-5-2 0,1 3 1 16,-2-2 4-16,5-2-2 0,-3 0-3 0,-1-3 3 15,-2-3-3-15,2-2 2 0,-2-1-1 0,-2 1 0 16,1-3 0-16,-1-3 2 0,0-2-1 0,-1-1-2 15,1-2 8-15,-3-2-3 0,2 0-8 0,-1-1 22 16,0-2 19-16,1 0 13 0,-2 1 14 0,0-4 3 16,1 5 10-16,-1-5 15 0,1 3-1 0,-1-3-6 15,0 0-3-15,0 0-14 0,0 0-13 0,0 0 0 16,0 0-3-16,0 0-12 0,0 0-3 0,0 0-1 16,0 0-7-16,0 0-8 0,0 0-6 0,0 0-3 15,0 0-6-15,0 0-13 0,0 0-3 0,0 0-8 16,0 0-3-16,-12 0 5 0,7 1-2 0,-2-1 2 15,-4 1 2-15,0 2 5 0,-1-3-1 0,-7 0-2 16,-3 0 1-16,3-3 1 0,-13 3 0 0,1 3 4 16,-5-3-2-16,2 1-3 0,-3-1 3 0,-4 1 1 15,-12 0-2-15,11 1 12 0,-17-1-11 0,2 3 1 16,0 1 1-16,0-1-2 0,-1 0-1 0,-1 1 2 16,3 3 1-16,-4-3-1 0,1 3 1 0,-1-2 11 15,1 2-17-15,4 2 7 0,0-5 1 0,16 4 8 16,-14 3-8-16,12-2-4 0,-18-3 4 0,17 1-1 15,2 0 2-15,-3-5-4 0,2 2 4 0,1 2-1 16,-1-1 0-16,4-1 2 0,-4 2 2 0,3-4-3 16,3 0 2-16,-3 0 1 0,1 1 1 0,1-3 8 15,1 0 2-15,4-1-1 0,-3 1 0 0,4-1-1 16,7 0-5-16,-7 0 6 0,5 2-5 0,2 1 2 0,-1-2-1 16,2-1-1-16,2 1-2 0,-6 0-5 15,4-2 2-15,-6 1 0 0,8 3-3 0,0-2 5 16,-3 3-2-16,4-1-2 0,-1-1 3 0,-2-1-7 15,1 0 8-15,2-1-5 0,-1 0 1 0,2 1-1 0,1 2 0 16,0 0 9-16,1 1-12 0,1-3 1 0,0 0 4 16,1 0 0-16,0 0-7 0,3 2 18 0,0-3-13 15,-1 0-3-15,2 1 1 0,2-1 3 16,0 1-4-16,1-1 0 0,7 0 4 0,-14 4-3 16,5-4 6-16,9 0-2 0,-14 1-1 0,10-1 1 0,4 0-2 15,-12 1 0-15,8-1-3 0,4 0 3 0,-13 0 1 16,13 0 1-16,-6-1-3 0,6 1-1 0,-11 2 9 15,11-2-5-15,-10 0-6 0,6 2 3 16,4-2 1-16,-8 0 1 0,8 0 0 0,-11 1-2 0,11-1 0 16,-5 0 3-16,5 0 0 0,-10-1 1 0,10 1-2 15,0 0-1-15,-11 0 3 0,11 0-2 0,0 0 14 16,0 0 14-16,-8 0 12 0,8 0 10 0,0 0 6 16,0 0 9-16,-4-3 5 0,4 3 3 0,-5-6-9 15,2 4 3-15,3 2 0 0,-6-6-4 0,4 1 0 16,-1-3 6-16,-1-3-7 0,0 0 1 0,-2-8-3 15,1 0 4-15,-2-6-5 0,-1 0-4 0,1-6-4 16,-1-1-10-16,3 0-9 0,-2-3 0 0,1-1-1 16,4 2-11-16,-2-2-1 0,1-1 1 0,0 0-7 15,2 2-1-15,-2 2-4 0,3 1-2 0,0 4 1 16,-3 0-1-16,3 1-1 0,0 8-3 0,0 1-3 16,0 3 1-16,0 6-1 0,0-3-1 0,0 6-7 15,0-1-40-15,0 1-81 0,3 1-65 0,-3 5-23 16,0 0-37-16,0 0-58 0,0 0-42 0,7 20-318 15,-3-6-727-15,0-1 323 0</inkml:trace>
  <inkml:trace contextRef="#ctx0" brushRef="#br0" timeOffset="6709.89">11945 2158 73 0,'0'0'262'0,"0"0"-12"16,0 0-5-16,0 0-11 0,23-2-17 0,-7 2-6 15,8-2-12-15,7-2-12 0,3 2-18 0,3 0-17 16,5 0-17-16,-1-2-2 0,17 0-21 0,2-2-11 16,-1 1-11-16,-3 1-7 0,-2-1-9 0,-13 1-11 15,-2 1-4-15,-1 1-6 0,-1 0-4 0,0-3-5 16,-2 4-25-16,-5-1-22 0,-11 0-27 0,1-1-20 15,-6 2-18-15,-2 0-18 0,-2 0-22 0,-3-1-25 16,-2 2-24-16,-1-1-41 0,-4 1-200 0,0 0-429 16,0 0 191-16</inkml:trace>
  <inkml:trace contextRef="#ctx0" brushRef="#br0" timeOffset="7022.37">12738 1966 199 0,'0'0'288'0,"0"0"-18"0,0 0-22 0,-5 1-21 16,5-1-27-16,0 0-16 0,0 0-22 0,0 0-15 15,5 9 14-15,1-6-10 0,1 1-6 0,1 1-11 16,1 2-15-16,5-1-4 0,-2 1-5 0,3 2-14 15,0 0-10-15,1 1-9 0,1-1-9 0,-6-1-6 16,2 5-2-16,-1-6-10 0,-2 2-1 0,1 4-5 16,0-3-6-16,-4-2-4 0,1 2-5 0,-4-2-1 15,0 0 0-15,-4 1-2 0,1 0-2 0,-2-2 1 16,-2 3 5-16,-1-1-31 0,-5 1-32 0,2 0-32 16,-4-2-33-16,3 3-38 0,-6 2-46 0,-4-4-59 15,3 1-252-15,-1-4-535 0,-3 2 237 0</inkml:trace>
  <inkml:trace contextRef="#ctx0" brushRef="#br0" timeOffset="8616.06">14082 1742 186 0,'7'-21'205'0,"1"4"-3"0,-4-3-7 0,-1 1-6 16,-6 1 7-16,3 6-16 0,-4 0-12 0,1-2-6 16,-2 2-16-16,-2 2-12 0,-1 1-8 0,-6 1-10 15,2 2-10-15,-6-1-7 0,4 3-11 0,0 3-8 16,-5-1-12-16,-1 3-7 0,3 3-3 0,4 1-6 15,-4 3-5-15,1 2-6 0,1-1-1 0,2 6-3 16,4-1-4-16,0 2-5 0,3 3 0 0,2 7 0 16,-1-4 1-16,8 7-4 0,-1-1 1 0,-1 1-4 15,6-2 5-15,0 4-3 0,0-2-2 0,4-2 2 16,-3 1-6-16,2 3 0 0,-1-3-3 0,3 3 9 16,-5-2-7-16,0 1-2 0,4-1-1 0,-4-1-4 15,1 1 1-15,-3-4-2 0,-1-4 9 0,4-1-10 16,-6-1-2-16,-2 1 1 0,1-1 1 0,-1-1 2 15,0-1-2-15,1-4 1 0,-1-1-4 0,0 0 3 16,-1-2-2-16,1-2-6 0,-1-2-24 0,-1 0-17 16,-2 1-21-16,4-3-19 0,0 1-11 0,0-5-35 15,0 0-64-15,-1 5-44 0,1-5-214 0,0 0-485 16,0 0 215-16</inkml:trace>
  <inkml:trace contextRef="#ctx0" brushRef="#br0" timeOffset="8850.43">13814 2105 22 0,'0'0'292'0,"0"0"-15"0,0 0-18 16,0 0-14-16,0 0 3 0,0 0 6 0,0 0-4 15,18 3-19-15,-8-3-12 0,2 1-14 0,6 0-22 16,3-2-17-16,2 1-4 0,0 1-30 0,-1-1-14 15,3 0-9-15,3-1-15 0,2-1-9 0,0 0-10 16,0 2-27-16,-8-3-58 0,-2 1-57 0,-1 0-62 16,3 2-74-16,-3-3-87 0,-7 2-207 0,1-2-536 15,-5 1 238-15</inkml:trace>
  <inkml:trace contextRef="#ctx0" brushRef="#br0" timeOffset="12906.34">4825 4165 45 0,'0'-6'329'0,"4"3"-19"0,-4-3-21 16,2 2-21-16,0-1-28 0,-2 2-23 0,0 3-26 15,2-6-20-15,-2 6-24 0,0 0-16 0,0 0-9 16,0 0-13-16,9 11-12 0,-3-2-7 0,-1 6 1 15,6 1 9-15,-4 4-3 0,2-1-9 0,-2 0-9 16,3 7-8-16,-2 1-6 0,4-2-8 0,-5 3-1 16,0-2-2-16,1 0-9 0,0-1-3 0,0 0-3 15,-5-3-5-15,1-4 3 0,2 1-8 0,0 1-2 16,-2-4-9-16,2 0-29 0,-2-2-26 0,-1-4-34 16,2 1-38-16,-4-1-39 0,2-2-31 0,1-3-34 15,-1-1-34-15,2-1-215 0,-2-2-500 0,-3-1 221 16</inkml:trace>
  <inkml:trace contextRef="#ctx0" brushRef="#br0" timeOffset="13173.41">5167 4147 104 0,'0'-7'310'0,"0"-1"-5"15,0 2-20-15,1 1-22 0,-1 1-31 0,1 2-28 16,-1 2-25-16,0 0-20 0,0 0-13 0,0 0-16 15,0 0-15-15,7 13-11 0,-4-1-9 0,2 0-6 16,1 6-8-16,-1 3-8 0,1 1-6 0,2 6-6 16,-1 1-6-16,2-3-6 0,-4 2 9 0,4-1-2 15,-1 0-12-15,0-1 0 0,-1-7-2 0,-3 1-6 16,1-2-3-16,2 1 2 0,-2-1-7 0,1-2-20 16,-2-2-37-16,-4-4-32 0,3-1-35 0,-2 0-34 15,-1-1-17-15,3-3-27 0,-3-2-47 0,0-3-218 0,-3 3-475 16,3-3 209-16</inkml:trace>
  <inkml:trace contextRef="#ctx0" brushRef="#br0" timeOffset="13657.76">4994 4386 14 0,'-6'-2'298'0,"2"1"-14"0,4 1-17 15,-8-4-18-15,4 2-19 0,4 2-21 0,0 0-20 0,0 0-21 16,-4-3-17-16,4 3-20 0,0 0-8 0,0 0-14 15,15-1-6-15,-4 0-10 0,9-2-6 0,2 0-12 16,-1 2-8-16,11 0-6 0,-9 0-7 0,7-1-3 16,0 0-4-16,3 1-5 0,-5-1-7 0,-3 1-4 15,-5 1-1-15,3-2-4 0,-4 2 1 0,-1 0-9 16,2 2 1-16,-7-2-1 0,0 1-8 0,-3 1-4 16,-2-1 1-16,-1 4 0 0,-2-3 2 0,1 4-3 15,-5 0-2-15,3 0 0 0,-1 5-1 0,-2-1 2 16,-1 2 0-16,0-1 1 0,0 2-4 0,0 0-1 15,2-1 5-15,-1 1-3 0,0 0 0 0,4 0 4 16,-2-3-4-16,1 1-2 0,1 1 1 0,4-3 0 16,-3 0 2-16,3-3-1 0,1 1 3 0,-1-2-3 15,6-1 3-15,-1-2 2 0,-1-2-4 0,1-2 3 16,2 1-1-16,-5-3-4 0,5 0 3 0,-2-1-1 16,-3-2-3-16,0 1 0 0,-2-2-3 0,-2-2 1 15,-4 1 2-15,2-1 2 0,-7 1-4 0,-1-2-3 16,-1 0-1-16,-2 1 6 0,-5 1-8 0,-4-2 13 15,-1 1-11-15,-3 0 3 0,0 2 4 0,-2 2 0 16,1-1 2-16,0 1-1 0,2 1-2 0,2 1 3 0,4 3-6 16,-1-3 1-16,1 1 1 0,4 2-1 15,1 0-8-15,-1 0-22 0,8 1-18 0,-5-2-2 16,5 2-7-16,0 0-13 0,0 0-27 0,0 0-30 0,28-2-25 16,-9 2-26-16,2 1-21 0,0-2-13 0,2 1-1 15,-1 0-121-15,1-1-364 0,2-1 162 0</inkml:trace>
  <inkml:trace contextRef="#ctx0" brushRef="#br0" timeOffset="14110.87">5670 4369 786 0,'10'-1'-52'0,"0"-1"34"0,-3 2 33 0,0 0 38 16,0-1 35-16,-7 1 24 0,9-1 9 0,-9 1 2 16,6-1-14-16,-6 1-7 0,0 0-10 0,6 1-8 15,-6-1-11-15,5 2-2 0,-5 4 11 0,1-1-3 16,-2 0-7-16,-2 1-6 0,6 2-7 0,-3 2-6 16,0 1-7-16,1-1 2 0,-1 1-4 0,1 2-6 15,2-2-2-15,1 1-3 0,1 1-2 0,-2-5-4 16,4 4 0-16,0-4 2 0,-3 2-7 0,4-2 1 15,0 0-4-15,-1-5-1 0,1 0 0 0,3 0 0 16,-1-3-2-16,-1-3-1 0,3 0 1 0,1 0-3 16,-3-2 0-16,0-3-2 0,2 1 3 0,-1-3-1 15,-4 0 4-15,1-2 9 0,-4 2 14 0,2 0 10 16,3 0 21-16,-5-1 9 0,-1 3 13 0,1 0 6 16,-1 0 0-16,-2 2 6 0,2 0 2 0,-3 0-19 15,0 2-13-15,3 1-7 0,-3 3-18 0,1-3-4 16,-1 3-8-16,0 0-4 0,0 0-1 0,0 0 1 15,18 8-8-15,-14-3 0 0,1 1 3 0,3-1-12 16,3 3-1-16,3 2 3 0,-1-2-1 0,1 2-1 16,2-1 3-16,2-2-7 0,-2 0 0 0,-2 1-1 15,3-4 1-15,-4 0-1 0,0-2 3 0,1-1 3 0,-3-2-1 16,0 0 10-16,1-1 4 0,-3-3 25 16,1 1 17-16,-5-2 5 0,1 0 1 0,2-3 5 15,-7 0 5-15,1-3 3 0,-4 1 2 0,1-1 8 16,-3 1-7-16,0-2-11 0,-3 1-8 0,0-4-9 0,-5 1-7 15,7 5-2-15,-6-1-11 0,5 2-5 0,-2 0-6 16,4 2-12-16,0 0-28 0,-3 2-62 0,3-1-71 16,1 4-81-16,-1 1-67 0,4 1-43 0,0 0-53 15,0 0-334-15,-6 7-774 0,6-1 342 0</inkml:trace>
  <inkml:trace contextRef="#ctx0" brushRef="#br0" timeOffset="15485.97">7106 4304 87 0,'7'-11'336'0,"-3"-1"-28"0,0-1-29 15,-1 2-22-15,-2-2-20 0,-1 1-13 0,-1 2-22 16,-2-2-23-16,-1 3-16 0,-4-1-20 0,-3 4-13 16,0 2-14-16,-3-2-6 0,-5 0-15 0,1 5-7 15,-3 1-12-15,1 0-9 0,-2 2-8 0,4 0-6 16,2 1-5-16,2-1-3 0,-1 2-8 0,6 2-5 15,-4-3 1-15,1 5-6 0,7-5-2 0,-2 0-7 16,2 2-3-16,3-1-2 0,-2 0-1 0,4 1-2 16,4-1-2-16,-2-1 4 0,2 2-4 0,5 2 3 15,5-1-1-15,-2 1 1 0,6 1-7 0,2-2 6 16,-1 2-2-16,-1 1-2 0,4 1-4 0,-5-1 0 16,10 4 2-16,-9-2 0 0,0 2-4 0,0 1 0 0,-2 0 2 15,7 5-3-15,-8 3-1 0,-3-4 2 0,3-1 1 16,-5 2 0-16,-1 0 1 0,2 6-1 15,-1 3 0-15,-3-3 0 0,-5-3 2 0,-1-3-2 16,2 1-2-16,-3 1 1 0,-3-1-1 0,2-2 1 0,-3 2 0 16,0-5 5-16,-3-2 1 0,2 2 18 0,-2-3 6 15,-1 0 33-15,0-4 36 0,2 0 21 0,-3-1 15 16,-1-2 25-16,-1-1 11 0,0-1 10 0,2-2-4 16,1-3-11-16,-5-2-9 0,3-1-4 0,-3-3-12 15,5-2-9-15,-4-3-16 0,4-4-9 0,-1 1-12 16,4-6-11-16,-2-4-9 0,2-4-8 0,5 0-11 15,3-1-29-15,-1-4-47 0,3 0-49 0,8-3-64 16,2-8-60-16,5-1-41 0,-2 18-25 0,-2-2-20 16,6 5-9-16,0 0-12 0,0 7-12 0,-6 3-2 15,2 2 1-15,-2 2 8 0,0 0 27 0,-1 4 14 16,-5 2 24-16,1 3 17 0,-2-1 26 0,-2 2 17 16,0-1 16-16,-3 0 19 0,1 1 19 0,-5 2 16 15,0 0 24-15,0 0 31 0,4 10 31 0,-5-6 19 16,0 0 34-16,-1 3 17 0,-3-1 21 0,1 0 15 15,1 1 13-15,-1 0 18 0,0 1 9 0,1 2 3 16,-1 2-6-16,0-2-12 0,-1 2-9 0,2-1-7 16,-1 2-7-16,3-2-8 0,-1 2-9 0,4-1-4 15,-2-1-4-15,1 1-6 0,3-2-3 0,0 2-2 0,4-5-3 16,-1 2-5-16,0-1-1 0,3-3 1 16,0 2-6-16,2-4-1 0,3 0-3 0,-4-3-5 15,4 0-1-15,0-1-3 0,-4-2-12 0,1-3-8 16,2 0-3-16,-5 0-5 0,-1-3-6 0,-2 1 3 0,2-3-11 15,-6 3-1-15,0-2 4 0,0 0 1 0,-4-3-1 16,-2 1 5-16,0 1 4 0,-1 1 4 0,-4-1 5 16,0 4 10-16,1-1 4 0,-2-1 3 0,-2 3-1 15,4-1 6-15,-3 1-2 0,4 2 0 0,-1 2-1 16,4-1 2-16,0-1-2 0,-3 1-3 0,7 3 0 16,-6-2-7-16,5-1-4 0,1 3 3 0,0 0-2 15,0 0 5-15,0 0-1 0,22 3-4 0,-10 1 1 16,6 0 6-16,1 0-9 0,3 2 0 0,0-2 2 15,-2 0-4-15,2 0 2 0,0 1 0 0,-1 1-5 16,-2 1 2-16,3-2 0 0,-10 0-1 0,-1-1-1 16,4 2 2-16,-5-1-3 0,-1 0 1 0,0 1-1 15,-3 1-1-15,-2-1-1 0,0-1 7 0,0 2-4 16,-1-1 0-16,0 0 7 0,-3 1-6 0,0-2 0 16,0 1 0-16,0-3 0 0,3 4 2 0,-3-4-1 15,1 1 1-15,-1-4 2 0,2 5 3 0,1-2 5 16,-3-3 10-16,10 1 6 0,-3 1-5 0,6-4 1 15,-1 1-5-15,1-1-1 0,2 0 0 0,-2-1-1 16,1 0-3-16,1-1 3 0,1-5-4 0,-4 4-1 16,2-2-2-16,-5-2-1 0,0 3 4 0,-4-3-6 15,3 1 0-15,-4-3 2 0,-4 3-2 0,0 1-4 16,0-2 2-16,-4 1-2 0,-4 0 0 0,0-2 0 16,-2 2 5-16,0 3 9 0,-3-1-3 0,4 1-1 0,-3 1-3 15,-5 0-2-15,5 1-3 0,-6 1-2 0,3 2 0 16,7 0 2-16,1 0 0 0,-1 1-7 15,3 1-3-15,5-2-7 0,-8 3-18 0,5 0-14 16,0 1-23-16,6 1-24 0,-3-5-31 0,7 7-37 0,2-4-38 16,6 0-35-16,3 3-21 0,1 0-141 0,1 0-425 15,3-4 189-15</inkml:trace>
  <inkml:trace contextRef="#ctx0" brushRef="#br0" timeOffset="15907.91">8237 4245 90 0,'3'-3'264'0,"-3"3"-11"16,-3-6-9-16,-3 4 0 0,6 2 11 0,-14-7 5 16,2 6-7-16,0-1-22 0,-8-4-3 0,0 5-15 15,0 0-9-15,-6-1-18 0,6 4-14 0,-12-1-13 16,8 1-3-16,1 2-4 0,-4 2-16 0,4 0-16 16,5 1-13-16,-1 2-8 0,1 0-15 0,2 1-8 15,2 2-4-15,4-3-14 0,1 1-2 0,1 2-8 16,5-1 2-16,2 1-7 0,1-1-3 0,1 3-4 15,3-3-2-15,6-1-1 0,-2 0 1 0,7-1-2 16,3-1-7-16,-1-2 0 0,6-2-8 0,-1-3-12 16,3-1-12-16,-2-1-16 0,8-4-8 0,-1-3 0 15,-4-3 3-15,1-1-3 0,0-3 6 0,-5-3 3 16,0 0 2-16,0-4-1 0,-6-2-2 0,0-4 8 0,-3 1-8 16,-3-3-4-16,0-1 1 0,-6 1-1 15,2 3 1-15,-1-2 8 0,-5 8 8 0,-3 2 26 16,-1-2 19-16,1 3 7 0,-1 0 26 0,-1 5 14 0,-1 2-4 15,0 1-9-15,-3 1-9 0,1 3-7 0,0 0-13 16,-4 5-5-16,5 1-4 0,-1 1-16 0,-4 2 10 16,1 5-3-16,1 1-3 0,1 1-2 15,2 6-5-15,0 2 3 0,6 3-5 0,1-2-25 0,4 9-37 16,0-7-45-16,6 9-29 0,4-5-48 0,-4 2-69 16,5 1-70-16,4-2-69 0,-7 0-235 0,3-4-669 15,1-5 295-15</inkml:trace>
  <inkml:trace contextRef="#ctx0" brushRef="#br0" timeOffset="16392.25">8941 4090 121 0,'0'0'296'0,"0"0"-22"0,0 0-29 0,1-4-29 0,-1 4-11 16,0 0-13-16,0 0-13 0,11 9-5 15,-10-4 3-15,2 2-10 0,0 1-13 0,1 3-17 16,0 2-11-16,0 4-14 0,2-5-9 0,-1 6-4 0,2 1-17 16,-3-5-4-16,0 3-8 0,2 0-11 0,0-2-1 15,-2-2-6-15,0-1-3 0,-1-2-8 0,1 0 2 16,-1-3-7-16,1 0-6 0,-2 0-4 15,-1-1 7-15,2-4-4 0,2 2 4 0,-4-3-3 0,-1-1-1 16,0 0-7-16,13-1 1 0,-9-4-4 0,1-1-1 16,3-2-1-16,0-1 0 0,1-2-2 0,3-2-5 15,-4-1 1-15,6 1 15 0,-5 3 2 0,2-6 0 16,0 2 1-16,1 0 0 0,-2 1-2 0,-1 1 11 16,-1 6 3-16,0-4-7 0,-1 5-3 0,3 0-3 15,-5-1-6-15,2 0-8 0,1 3-8 0,-4 3 4 16,3 0 10-16,-7 0-11 0,15 3 7 0,-11 1-8 15,3 0-5-15,2 5-1 0,-2 1 6 0,-1-1-2 16,-1 3 0-16,-1-4 0 0,3 5 4 0,0-1-7 16,-6-1-4-16,3 2 2 0,-1-1-18 0,-3-2-34 15,-1-1-33-15,-2 3-32 0,-1-3-33 0,-3 0-37 16,-1-1-36-16,0-4-48 0,-2 2-280 0,-2-4-597 16,0-2 264-16</inkml:trace>
  <inkml:trace contextRef="#ctx0" brushRef="#br0" timeOffset="16564.12">9108 3792 183 0,'-4'-5'247'15,"-4"0"-23"-15,4 3-25 0,-1 1-21 0,5 1-38 0,-11 0-39 16,11 0-47-16,-10 5-57 0,6 0-48 0,0 0-75 15,-2 6-65-15,-2-3-208 0,7 5 93 0</inkml:trace>
  <inkml:trace contextRef="#ctx0" brushRef="#br0" timeOffset="16939.12">10386 3943 143 0,'6'-9'331'0,"5"0"-15"0,-5 1-3 0,-1-1 1 15,2 3-6-15,-2 1-7 0,1-1-14 0,-2 1-26 16,-3 2-37-16,2 0-33 0,-3 3-26 0,1-4-16 16,-1 4-12-16,0 0-15 0,4 10-7 0,-6-2-21 15,2 2-5-15,0 2-11 0,0 6-2 0,2-2 6 16,-2 3-24-16,0 1 1 0,2 0-9 0,0 3-5 16,1-2 0-16,0 1-12 0,2-2-34 0,-1 0-27 15,-1-2-24-15,4-1-30 0,-6-3-22 0,3-5-25 16,-1 4-24-16,0-9-26 0,1 5-27 0,-3-5-31 15,5-1-51-15,-2-3-201 0,1 3-528 0,-5-3 235 16</inkml:trace>
  <inkml:trace contextRef="#ctx0" brushRef="#br0" timeOffset="17486.14">10645 3894 17 0,'0'-11'278'0,"4"0"5"15,-4 4-3-15,3-1-8 0,-3 1-21 0,0 4-30 16,1-2-30-16,-1 5-20 0,0 0-21 0,0 0-9 0,0 0-17 15,0 0-10-15,-1 23-10 0,1-10-7 0,0 0-7 16,0 8-11-16,1-1-8 0,-1 8-6 0,4-1 3 16,-1-1-10-16,-1 4-10 0,-1-4-4 15,2 3-1-15,3-1-3 0,-6-7-4 0,0-1-6 0,3-2 1 16,-2-2-8-16,1-6-3 0,-1 1-22 0,0-4-10 16,1 4-1-16,-1-6 4 0,-1-3-2 0,0-2-14 15,3 3-3-15,-3-3 4 0,0 0 1 0,7-10 1 16,-4 4 5-16,2-4 2 0,2 0-1 0,-2-1 3 15,1-2 7-15,2 3 9 0,3-3 9 0,-2-4 17 16,-2 7 13-16,0 1-1 0,2 0 1 0,-2 0 7 16,-1 3-7-16,2 1-7 0,-4 0-4 0,0 0-8 15,4 3 0-15,-4 1-7 0,-4 1 0 0,15 2-1 16,-10-1-2-16,4 5-4 0,-2-1 3 0,5 2-3 16,-3 0 1-16,-2 1-2 0,1-1 5 0,3 0-4 15,0 1-2-15,0 2 3 0,1-2 1 0,3 0-3 16,-1 0 2-16,-5-2 6 0,6-3-8 0,0 3 3 15,3-2-3-15,-5-5 3 0,2 0-3 0,-1-1 0 16,-3-3-1-16,1 0 3 0,0 0-4 0,-2-1-4 0,2-1 7 16,-5 1-14-16,1-4-5 0,-1 3 9 15,-2-3-6-15,-2 1 2 0,-3 1-1 0,4 2 2 16,0-2 6-16,-4 1-3 0,0 0 15 0,-4 1-3 16,4 1 1-16,-4 1 0 0,1 2-6 0,-2 0 9 0,5 2-5 15,-15 0 2-15,8 2 2 0,-5 2-1 0,2 0-2 16,1 4-3-16,3-2 4 0,-6 2-5 15,5-1 1-15,3 4 3 0,0 0 1 0,4 0-5 0,-1 2 8 16,2-2-5-16,3 0 6 0,3-1-8 0,3 2 3 16,-1-6-16-16,3 4-42 0,7-3-63 0,-1-1-63 15,1 0-83-15,4-4-68 0,-5 0-203 0,4-2-570 16,-2-2 252-16</inkml:trace>
  <inkml:trace contextRef="#ctx0" brushRef="#br0" timeOffset="17673.62">10551 3989 3037 0,'-43'0'6'0,"6"-2"-8"0,7 2 13 0,7 0 25 16,9 0 1-16,1 0-12 0,6 0-9 0,-1-1-4 16,1 2-3-16,7-1-3 0,0 0 0 0,-8 0 0 15,8 0-1-15,0 0-37 0,25-2-46 0,-4 1-70 16,2-3-82-16,7 3-224 0,-8 0-491 0,9-1 216 15</inkml:trace>
  <inkml:trace contextRef="#ctx0" brushRef="#br0" timeOffset="18157.99">12205 3761 35 0,'5'-13'359'16,"1"-4"-10"-16,1 6-16 0,-3 1-5 0,4 0-4 16,-5-1-25-16,4 6-30 0,-5 2-34 0,5-1-40 15,-4 4-10-15,-3 0-27 0,15 10-8 0,-4 3-16 16,-3 3-5-16,8 10 7 0,-6 3 4 0,-2 6-11 15,3 1-10-15,1 12-13 0,-6 2-7 0,3 2-8 16,-4 0-11-16,-2 1-5 0,-2-1 4 0,4 2-15 16,-4-2 1-16,3 2-14 0,-3-4-7 0,2-2 2 15,1-10-10-15,-1-1 0 0,2 0-4 0,-5-1 0 16,4-3-3-16,-2-3-11 0,-1-9-30 0,-1 0-47 16,2-5-48-16,-2-3-47 0,0 0-55 0,0-3-30 15,-2-5-29-15,2-1-61 0,0-4-273 0,4 1-653 16,-4-1 289-16</inkml:trace>
  <inkml:trace contextRef="#ctx0" brushRef="#br0" timeOffset="18454.93">12400 4048 43 0,'-7'-13'323'0,"2"1"-10"0,-1-1-1 0,2 3-7 16,1-1 6-16,0 1-1 0,1-1-30 0,0 4-10 15,4-2-32-15,-1 2-17 0,2 0-25 0,5-1-24 16,-2 3-20-16,4 0-14 0,3-1-16 0,-2 3-11 16,6 0-12-16,-3 3-13 0,1 0-10 0,0 3-12 15,0 0-5-15,-2 0-5 0,2 2-7 0,-4 2-9 16,0 1-2-16,0-1-3 0,-3 2 2 0,-2 0-7 16,-1 1 2-16,0 2-10 0,-2-4 5 0,-4 5-8 15,-5-1-3-15,1-2 4 0,-2-1-13 0,-4 1 1 16,-4 1-12-16,0-1-22 0,-4 0-16 0,1-1-17 15,-2 0-32-15,-3-1-29 0,-3 2-32 0,6-3-35 16,-2-1-41-16,3-3-31 0,5-1-44 0,2-1-214 16,1 2-563-16,7-5 249 0</inkml:trace>
  <inkml:trace contextRef="#ctx0" brushRef="#br0" timeOffset="18986.16">12637 3954 129 0,'4'-4'265'0,"2"2"-10"0,0-1-12 0,2 1-12 16,0 1-11-16,0-2-12 0,2 2-15 0,2 1-15 15,3 1-14-15,-3 2-15 0,0-1-16 0,2 1-13 16,6 3-12-16,-6-1-11 0,1 0-12 0,1 3-8 16,-1 1-8-16,-4-2-7 0,0 2-4 0,0 2-7 15,-2-2-3-15,0 0-2 0,0-1-9 0,-4 0-5 16,0 1-1-16,-1-1 2 0,-3 0-5 0,-1-1-2 15,-4 0-3-15,1-2-1 0,-1 0-2 0,0-1 3 16,-4 0-4-16,3 0-2 0,-1-3 2 0,-2 0-2 16,2-1 0-16,6 0-3 0,-12-2 6 0,12 2 2 15,-7-4-2-15,6-2-1 0,0 3-2 0,-1-2-5 16,5-2-5-16,3 1-4 0,-1-3-2 0,6 0-3 16,5-1-9-16,3-2-12 0,-1 1-12 0,9-6-9 15,-1 1-8-15,1 2-2 0,2 2 2 0,-5 0 10 16,3 1 2-16,-8 0 3 0,2 3 4 0,-5-4 4 15,-2 4 4-15,-3 2 4 0,-2-1 3 0,2 1 12 16,-7 1 13-16,3 1 8 0,-3 0-2 0,-4 0 6 16,0 1-7-16,0 3-2 0,0 0-3 0,-5-7 4 15,-5 4 2-15,-3 6 0 0,3-1 1 0,-4 1-1 16,-1 1-2-16,2 1 3 0,-2 1-1 0,0 2-1 16,3-3 0-16,2 3-2 0,-1 1 0 0,3 0 1 0,3 1-2 15,1-1 3-15,1 3 3 0,4-2-4 0,3 2-2 16,3-4 4-16,9 5-4 0,-1-3-3 15,14 2-27-15,1 2-29 0,5-8-29 0,4 5-33 16,1-7-28-16,1 1-27 0,13-2-27 0,-14-1-27 0,16-4-17 16,-18 0-140-16,4-1-409 0,-4-2 181 0</inkml:trace>
  <inkml:trace contextRef="#ctx0" brushRef="#br0" timeOffset="19611.41">13792 3955 7 0,'-1'-7'102'0,"-4"-1"23"15,-3-1 21-15,-1 0 12 0,-6-1 26 0,-2 4 13 16,-2-3 15-16,0 1 9 0,-2 3-8 0,-2 2-10 15,1 0-10-15,1 0-7 0,-2 3-13 0,1 0-16 16,1 1-13-16,1 2-15 0,2-1-14 0,3 2-13 16,3 1-12-16,-1 2-5 0,0-1-10 0,2 2-6 15,2 1-7-15,-1 0-7 0,5 1-6 0,-2 0-4 16,3 2-5-16,0-1 1 0,4 1-6 0,-3-2-1 16,6 3-4-16,-3-4-1 0,4-2-6 0,4 2-2 15,-4 0-1-15,6-4-13 0,-2 2-10 0,4-4-16 16,-1-1-16-16,0-1-14 0,2-2-13 0,0 1-8 15,3-4-6-15,-1-1-9 0,4-1 9 0,-4-4-5 16,4-1 2-16,-3-2 11 0,1 0-2 0,-1-4 6 16,-5-1 7-16,1 1 0 0,3-7 6 0,-7-2 6 15,2-1 2-15,-4 1 8 0,-3 4 14 0,0-4 17 0,1 5 32 16,-4 3 34-16,0-1 9 0,0 1 20 0,0 3 23 16,-4 1 6-16,4 5 11 0,0-3 10 15,-3 5-4-15,2 0-5 0,-1 1-12 0,1 2-17 16,1-1-17-16,0 5-12 0,-3-4-6 0,3 4-18 0,0 0-3 15,0 0-20-15,-9 13 16 0,8-4-5 0,-2 2-3 16,0 6 12-16,3 2-21 0,0 1 4 0,3-1-7 16,0 3 1-16,-1-2-6 0,4 7 1 0,-1 0-4 15,1-7 3-15,-1 1-8 0,5 3 6 0,-1 0 2 16,2-3-12-16,-3-4 5 0,3-3-5 0,1 1 2 16,-6-4-3-16,3 0 14 0,-1-2-15 0,1-2 13 15,-3-1-2-15,1-3-5 0,1 0 1 0,-1-3 1 16,1-1 1-16,3-2 0 0,-3-4 2 0,2 1 0 15,-2-1 8-15,3-5-10 0,-4 4-1 0,1-5 14 16,4-2 18-16,-4 0 1 0,-1 0 22 0,0 0-7 16,4 0 5-16,-4-2 14 0,-3 5 4 0,1 0 6 15,-1 2 6-15,-1-2 4 0,1 7-4 0,-3-7-4 16,3 7-4-16,-4 1-18 0,2-3-3 0,-1 4-14 0,-1 3-8 16,3-5-13-16,-3 5-10 0,0 0 1 15,0 0-3-15,0 0-2 0,5 13-4 0,-5-7 2 16,3 2-3-16,1 4 0 0,-1-1-3 0,2 1 0 0,2-2 1 15,-1 1-3-15,-1 2 0 0,3-3-20 0,0 2-10 16,0-1-23-16,1-1-22 0,1-2-25 0,-3-1-34 16,0-2-47-16,5 0-41 0,-1-1-38 15,0-1-49-15,-4-2-51 0,4-2-47 0,0-2-305 0,-6-1-764 16,2-1 338-16</inkml:trace>
  <inkml:trace contextRef="#ctx0" brushRef="#br0" timeOffset="20095.73">14363 3827 193 0,'7'-2'329'0,"-7"2"-6"15,0 0-6-15,0 0-12 0,0 0-21 16,0 0-14-16,0 0-18 0,-18-2 2 0,9 2-8 16,-3 0-9-16,1 1-21 0,-5 0-7 0,2 1-7 15,1 2-10-15,-6 3-15 0,0-2-14 0,2 1-15 0,0 3-9 16,4-1-23-16,1-2-3 0,3 3-20 0,-2 0-11 16,0-1-8-16,4 1-6 0,4-2-8 15,1 3-4-15,-2-3-2 0,6 1-1 0,2 1-7 0,3 0 4 16,7-1-6-16,2-1-3 0,3 1-5 0,3-1-5 15,1-3-27-15,7 2-29 0,0-3-48 0,1-3-44 16,-1-3-47-16,0 0-46 0,-7-1-55 0,4-2-49 16,2-6-49-16,-3 0-295 0,-6-1-712 0,1-5 314 15</inkml:trace>
  <inkml:trace contextRef="#ctx0" brushRef="#br0" timeOffset="20345.72">14555 3501 169 0,'-5'-11'332'0,"-3"3"3"0,1-4-2 16,-2 5 4-16,3 1 6 0,2 1-4 0,0 0-24 16,1 3-21-16,1-2-33 0,0 1-32 0,2 3-33 15,0 0-11-15,0 0-36 0,0 0-12 0,0 0-14 16,0 14-11-16,2-3-15 0,2 1-7 0,4 7-7 16,-1 3-9-16,2 4-7 0,-2 3-10 0,5 0-1 15,-5 1-2-15,4 1-11 0,-3 1 2 0,1 0-4 16,1-3-5-16,-2 1-25 0,3 0-25 0,-3 0-33 15,1-3-51-15,-5-7-34 0,-2-2-33 0,4 0-32 0,-5-3-29 16,0-3-32-16,1-1-26 0,-1-4-21 0,-1 0-232 16,-1 0-580-16,1-4 256 0</inkml:trace>
  <inkml:trace contextRef="#ctx0" brushRef="#br0" timeOffset="20939.45">14568 3848 119 0,'-4'-4'283'15,"0"-1"2"-15,-1-2 1 0,4 2 6 0,-3 3 2 0,2 0 5 16,-3-3-18-16,5 5-3 0,-1-6-13 0,1 6-19 16,0-5-32-16,0 5-27 0,7-5-22 0,-2 3-19 15,2 2-18-15,5 0-9 0,3 1-12 0,3-1-11 16,1 1-8-16,3 3-2 0,0-3-18 0,-1 1-5 16,2 1-13-16,2 3-2 0,-6-3 4 0,1 0-9 15,-2-1 11-15,-6-1-29 0,-1 2-4 0,-1-2-12 16,-1 0-8-16,-3 1-8 0,-1-1-10 0,-1 2-5 15,-4-3 1-15,7 3 2 0,-7-3-2 0,0 4 6 16,0-4-2-16,-4 8 2 0,0-4 3 0,1 1 4 16,-2 0 0-16,-1 0 11 0,1-1-11 0,-1 1 1 15,0 0-8-15,3 0 0 0,0 1 11 0,0-2-11 16,-1-2 6-16,4 2-3 0,-1 0 4 0,1-4 2 16,0 5-2-16,1-2 4 0,-1-3 2 0,7 3-3 15,-1-1 15-15,4-2-16 0,-2 2 4 0,5-3-9 0,0 2 2 16,0-3 10-16,1 0-10 0,0 1-4 15,5-1 7-15,-5-1-4 0,1 0 8 0,-2 2-2 16,-2-3 0-16,4 0 5 0,-7 2 0 0,2-1 13 16,-1 1-8-16,-2-1 8 0,0-1 6 0,-1 2 10 0,0-1 1 15,-2 1 2-15,0-1-7 0,0 1 0 0,-1-1-7 16,-3 3-6-16,7-2-2 0,-7 2-6 0,4-1 0 16,-4 1-7-16,0 0-2 0,12 6 8 0,-6-4 0 15,-2 1-5-15,1 2 1 0,2 0-6 0,-2 1 4 16,2 4 4-16,0-2 10 0,-1-1-9 0,2 0-5 15,-2 1-1-15,-1 0 4 0,0-3-3 0,-1 3 3 16,-1-3 0-16,1-2 2 0,-3 0 11 0,3-1 9 16,-4-2 36-16,4 5 31 0,-4-5-5 0,0 0-7 15,0 0-4-15,0 0-12 0,-5-17-8 0,0 8-10 16,1 0 5-16,-2-2-5 0,2 0-8 0,-4-6 0 16,-3 1-8-16,7-2-1 0,-6 1-6 0,5-2-5 15,-2-2 0-15,0 3-38 0,2-1-29 0,-1 0-52 16,2 0-53-16,0 1-52 0,-1 0-79 0,2-2-87 15,-1 1-336-15,1-1-768 0,-1 1 340 0</inkml:trace>
  <inkml:trace contextRef="#ctx0" brushRef="#br0" timeOffset="21220.69">14012 3369 73 0,'-5'1'519'0,"5"-1"-5"0,0 0-14 16,0 0-20-16,-9-5-38 0,9 5-43 0,-3-4-38 16,3 4-28-16,3-6-28 0,-3 6-23 0,2-8-30 15,0 5-25-15,2-3-20 0,-4 2-23 0,1-2-19 16,1 4-17-16,1-4-19 0,1 2-32 0,-4 0-51 15,0 4-62-15,0-4-76 0,0 4-71 0,0 0-85 16,0 0-87-16,0 0-79 0,0 0-319 0,-9-1-794 16,9 1 352-16</inkml:trace>
  <inkml:trace contextRef="#ctx0" brushRef="#br0" timeOffset="22814.38">16320 3482 107 0,'16'-31'209'0,"-4"4"-14"16,-4-4-3-16,2-1 0 0,-3-2-3 0,-5 3-2 16,-4 3 9-16,-1 0-2 0,-8 1-4 0,4 3 3 15,-4 0-2-15,-2 6 0 0,-2-5-13 0,-1 7-15 16,-1 2 5-16,-3 2 0 0,-9 5-17 0,-1 0-23 16,7 5-15-16,10 0-19 0,-2 5-17 0,-3 2-9 15,4 3 7-15,2 3-21 0,1 5-6 0,-2 4-7 16,4 5-6-16,5 4 2 0,3 3-8 0,4 4 0 15,4 14-1-15,7-2 3 0,1 6-3 0,4-1-2 16,1 0-5-16,1-2 0 0,5 3 5 0,-3-1-7 16,-1-1-2-16,0-4-1 0,-2 0-1 0,-5-12-4 15,1 1 2-15,-3-2 0 0,-1-1-13 0,-1-2-13 0,-2 2 3 16,-2-5 7-16,0 2-10 0,-6-10-21 16,1-1-6-16,-4-1-15 0,2-6-16 0,-5 3-16 15,0-4-12-15,-1 0-13 0,1-5-16 0,-4 1-21 16,4-1-30-16,-5-5-36 0,4-2-45 0,6 0-224 0,-15-1-523 15,8-5 232-15</inkml:trace>
  <inkml:trace contextRef="#ctx0" brushRef="#br0" timeOffset="23033.12">16150 3809 194 0,'-8'-4'331'0,"2"-1"-6"0,1-1 5 0,0 1 4 16,0 1 2-16,2 1-10 0,1-1-25 0,0 1-2 16,2 3-44-16,-2-5-23 0,2 5-30 0,6-4-21 15,7 2-20-15,0 0-14 0,10 0-25 0,6 1-32 16,6-1-42-16,5 2-51 0,-1-1-41 0,1 2-38 16,0 3-56-16,-1-1-56 0,4-2-74 0,-5 3-81 15,2-4-174-15,-4 1-566 0,-2-1 250 0</inkml:trace>
  <inkml:trace contextRef="#ctx0" brushRef="#br0" timeOffset="23517.47">17028 3530 118 0,'0'-10'265'0,"2"-1"-28"15,0 3-11-15,3-3-19 0,0 3-22 0,0-2-13 16,2 1-16-16,3 2-16 0,1 1-15 0,-1-2-10 0,1 4-11 16,0 0-12-16,1 2-13 0,-1-1-2 15,3 2-9-15,-5 1-7 0,1 3-9 0,3-2-5 16,-6 0-4-16,0 2-7 0,0 3-6 0,2-2 0 0,-5 2-4 16,1 0-5-16,-1 3-4 0,-2-2-4 0,0 6 1 15,-2-3 2-15,0 0 17 0,-3 5 0 0,0-3-5 16,-1 1 1-16,-3 3 7 0,-3 2 3 15,0-3-2-15,2 1-2 0,-3 1-3 0,2 1-2 0,-1 0-6 16,-1 1-1-16,3-2-1 0,-2 2 0 0,2-1 1 16,-1 1-6-16,3 0 3 0,2 1-4 0,0 0-1 15,1-1-24-15,-1 3-24 0,4-1-35 0,2-2-56 16,0 0-76-16,4 0-276 0,-2-2-514 0,0-1 227 16</inkml:trace>
  <inkml:trace contextRef="#ctx0" brushRef="#br0" timeOffset="23814.44">17197 4232 311 0,'0'0'311'16,"0"4"-20"-16,0-4-13 0,0 0-10 0,4 5-10 15,-4-5-19-15,0 0-5 0,0 0-17 0,1 3-8 16,-1-3-16-16,0 0-8 0,7 0-15 0,-7 0-10 16,0 0-13-16,0 0-9 0,0 0-14 0,10-4-7 0,-10 4 1 15,0 0-1-15,5-1-7 0,-5 1-4 0,0 0-4 16,0 0-6-16,0 0 7 0,0 0-24 16,0 0 5-16,0 0-19 0,0 0-9 0,0 0-20 0,0 0-34 15,0 0-56-15,0 0-82 0,0 0-78 0,0 0-96 16,0 0-106-16,0 0-217 0,-22 0-685 0,22 0 303 15</inkml:trace>
  <inkml:trace contextRef="#ctx0" brushRef="#br0" timeOffset="29322.46">4281 5697 166 0,'-4'-12'335'0,"0"-1"-13"0,-2 2-19 0,-1-2-4 15,-4 0-20-15,1 3 4 0,-5 0-35 0,0 0-18 16,-4 2-15-16,0 0-20 0,-3 6-19 0,2 1-21 0,-3 1-16 16,-8 6-8-16,2 2-17 0,-2 4-13 15,5 2-8-15,1 4-12 0,-2 5-4 0,-2 0-14 16,5 6-1-16,1 0-8 0,4 2 2 0,1 3-7 0,3 2-5 15,4 0-9-15,3-4 12 0,5 2-21 0,5-1-3 16,2-2 3-16,8-1-5 0,0-1 1 16,6-5 10-16,4-2-25 0,4-2 2 0,2-3 1 15,1-4 7-15,-1-2-2 0,5-4 6 0,-2-1-7 0,3-7-4 16,0 1-1-16,-1-6-3 0,1-1-14 0,-4-1 0 16,0-2 2-16,-8 1-2 0,-4-3-1 0,-2-2 4 15,0 2-2-15,-4-3-1 0,-1 1 5 0,-3 0 0 16,-2 3 2-16,-4-2 0 0,1 0 5 0,0 4 16 15,-3-1 11-15,-3-1 23 0,3 4 17 0,0 1-3 16,0 1-2-16,-3 3-7 0,2-3-3 0,1 5-18 16,0 0-9-16,0-5-7 0,0 5-4 0,0 0 0 15,0 0-3-15,0 0-2 0,-1 17 0 0,2-7 3 16,0 0-11-16,2 4 4 0,1-2 0 0,-4 4 2 16,2 2 2-16,2 0-4 0,0-2 0 0,1 2-12 15,-1-1-29-15,2 0-24 0,-1-5-34 0,-1 1-25 16,-1-1-32-16,1-1-20 0,1-1-25 0,-3-2-29 15,2-3-41-15,1 2-44 0,-1-3-301 0,2-3-657 0,-1 0 291 16</inkml:trace>
  <inkml:trace contextRef="#ctx0" brushRef="#br0" timeOffset="29744.32">4707 6031 20 0,'1'-4'300'0,"1"2"6"15,-2 2 23-15,1-9 22 0,-1 6 16 0,0 3-22 0,3-5-5 16,-3 0-30-16,0 5-28 0,-3-5-13 0,3 5-22 16,0 0-22-16,0 0-25 0,0 0-27 0,-8-3-19 15,8 3-15-15,-11 7-13 0,4-4-12 0,-2 2-18 16,-2 5-1-16,1-2-18 0,-1 2-5 0,-1 3-9 16,4 2-9-16,-2-4-4 0,6 0-7 0,-1 3-7 15,0-3-10-15,3 2-12 0,2 0-9 0,0-3-6 16,8 0-16-16,-1 1-1 0,1-1-5 0,2-3-14 15,3 0-7-15,5-1-16 0,1-1-10 0,1-2-7 16,0-3-7-16,-1 0 2 0,-2-2 2 0,2-1 9 16,0-4 9-16,-6 2 6 0,0 0 5 0,1-3 3 15,-5-1 12-15,2 2-4 0,-5-4 8 0,0 1 13 16,-3-2 9-16,-1 3 2 0,-4-3 11 0,1 1 15 16,-5 0 13-16,1-1 5 0,-7 1 16 0,2 1 4 0,0 1-4 15,-4-3 8-15,0 5-12 0,-2-3 0 16,3 4-3-16,-1 1-8 0,1 1-1 0,1 1-6 15,1 0-4-15,-1 0-3 0,-2 3-9 0,2 0 6 16,2 0-14-16,1 0-15 0,4 1-28 0,-1 1-36 0,6-2-14 16,-8 5-6-16,8-2-5 0,0-3-9 0,4 7-15 15,3-4-23-15,4 2-31 0,4-1-29 16,5 1-36-16,2-4-18 0,8 2-21 0,1-1-206 16,-1 0-525-16,3-1 232 0</inkml:trace>
  <inkml:trace contextRef="#ctx0" brushRef="#br0" timeOffset="30338.1">5071 6026 678 0,'21'-1'-31'0,"2"-3"39"0,-3 0 35 0,-6-1 36 15,-2 1 44-15,-2 0 32 0,-1 0 25 0,-3 1 14 16,-1-3 1-16,-1 2 2 0,-3 3-10 0,-1 1-8 16,-1-7 2-16,-4 4-9 0,-2 0-19 0,0 1-13 15,-2 0-17-15,-6 4-13 0,1-1-9 0,-5 3-14 16,1 2-3-16,-2-1-8 0,1 3-11 0,0 1-2 16,0 2-13-16,1 1-5 0,2-1 3 0,2 0-10 15,-2 3 2-15,9-3-9 0,0 0-7 0,-1-1 0 16,3 0-3-16,-1 0-4 0,5-4-6 0,-1 0-3 15,4 0-2-15,-1-2 4 0,5 0-2 0,-1-3-8 16,3-1-1-16,5-1-8 0,-1-1 4 0,1-2-6 16,1-2 1-16,2-2-3 0,2 0 2 0,0-1 9 15,-1-2-7-15,-3 0 6 0,-3 4-5 0,1-2 4 0,0 0 3 16,-2 0-6-16,1 2 0 0,-6-2 7 16,2 4-2-16,-3 3 3 0,-1-2-4 0,3 1-3 15,-3 1-2-15,-3 2-2 0,0 0 0 0,11 1 1 0,-7 3-2 16,0 1 8-16,2-1-2 0,-1 1 2 0,1 4-4 15,3-2 0-15,-1 3 4 0,3-3 0 0,-1 2 3 16,3-2 0-16,-2 0 1 0,2 0 1 16,0-3 1-16,8 2 1 0,-3-4 0 0,3-1-4 0,-3-1 3 15,2-1-2-15,2-4 3 0,-3-1-3 0,1-3 4 16,0 0 1-16,-2-4 0 0,0-2-3 0,-4-2 8 16,3-4-8-16,-3-4-1 0,2-2 3 0,-8-4-1 15,2 0 0-15,-2-3-3 0,-1 1 2 0,-6 1 1 16,2 1-5-16,-2 1 9 0,-2 1 23 0,-2 7 36 15,-1 3 32-15,-3 0 12 0,2 1 7 0,1 6 10 16,-3-3 2-16,0 5-14 0,2 0-6 0,-6 4-11 16,4-2-15-16,0 3-8 0,-1 3-14 0,0 1-6 15,-3 2-10-15,-1 3-7 0,2 2-4 0,-1 2-2 16,-1 5-1-16,3 2-10 0,-1 3 0 0,3 0-3 16,-1 8-4-16,5-8-1 0,3 11-1 0,2-2 1 15,1 2 0-15,3-2 1 0,2 1-1 0,3 2 0 16,3-4-3-16,0 2 8 0,2-4-16 0,0 2-12 15,3-5-12-15,2 0-34 0,-4-4-32 0,2-6-54 0,5 3-57 16,-3-2-67-16,-2-6-77 0,-1 2-81 16,-2-4-237-16,2-2-715 0,1 0 316 0</inkml:trace>
  <inkml:trace contextRef="#ctx0" brushRef="#br0" timeOffset="30681.85">6290 6048 15 0,'0'-7'370'16,"0"7"-18"-16,-1-6 2 0,-2 3-13 0,-2 1-30 15,2-1-30-15,3 3-29 0,-10-2-27 0,4 2-23 16,6 0-22-16,-13 2-19 0,4-1-24 0,2 2-10 15,3 1-14-15,-3 2-4 0,3-1-16 0,0 0-8 16,1 2-7-16,-1-1-13 0,4-1-5 0,-2 3-4 16,4-3-7-16,-1 0-1 0,2 1-4 0,1-4 3 15,-1 1-2-15,1-1-6 0,3-2-1 0,1 2-5 16,-8-2 0-16,15-4 9 0,-9 1-7 0,0-1-13 16,1 0-7-16,-2-1 3 0,0 0 2 0,-1 0-6 15,-3-1 3-15,3-2-7 0,-4 0-22 0,0 2-22 16,0-3-31-16,-4 0-35 0,0 1-35 0,1 2-51 15,-5-2-54-15,1 1-64 0,-1 0-273 0,1-1-625 16,-4 2 277-16</inkml:trace>
  <inkml:trace contextRef="#ctx0" brushRef="#br0" timeOffset="30994.34">6160 5814 242 0,'-5'6'254'15,"3"-1"-27"-15,-2 0-25 0,2 0-20 0,-3 0-18 16,5 2-16-16,-1-5-13 0,1 5-10 0,1 0-7 0,4-2 33 16,-1-1-5-16,-2 3 3 0,2-3 0 0,4-2-2 15,-2 1-9-15,4-3-12 0,-3 0-8 0,0 0-14 16,1 0-6-16,3 0 7 0,-6-3 14 0,4 1-13 15,-4-2 9-15,0-3-18 0,-1 2-8 0,0 0 11 16,-1-3-21-16,-1 3-10 0,-1-2-10 0,-2 0-11 16,1-1-6-16,-3 2-31 0,1 1-43 0,1-2-42 15,-4 2-49-15,3 2-59 0,-3-3-69 0,1 4-84 16,0-2-193-16,1 0-571 0,3 4 252 0</inkml:trace>
  <inkml:trace contextRef="#ctx0" brushRef="#br0" timeOffset="35083.25">7537 5519 132 0,'0'-5'346'0,"0"0"-22"16,2 0-31-16,-1 2-34 0,-1 3-25 0,0-5-27 15,0 5-22-15,0 0-21 0,0 0-18 0,0 0-14 16,0 0-13-16,-1 15-16 0,1-2-8 0,0 1-10 16,0 3-6-16,1 1-7 0,0 3-8 0,-1 0-5 15,3-1-7-15,1 7-7 0,-4-5-2 0,3 0-4 16,1-2-3-16,0 1 1 0,0-1-6 0,0-2-2 15,-2 1-11-15,0-2-27 0,1 0-30 0,-2-5-41 16,-2 1-39-16,1-6-47 0,4 1-56 0,-4-2-51 16,0-2-147-16,0-4-455 0,0 0 201 0</inkml:trace>
  <inkml:trace contextRef="#ctx0" brushRef="#br0" timeOffset="35333.24">7306 5507 283 0,'0'0'363'15,"-3"-3"-27"-15,3 3-31 0,0-6-30 0,0 6-27 16,7-5-22-16,4 1-25 0,1-1-19 0,7 1-20 16,2-2-17-16,2 1-12 0,8-2-17 0,2-2-10 0,0 2-11 15,1 0-14-15,3 0-1 0,0 2-13 16,-7-1-4-16,4-2-8 0,-4 4-2 0,0-1-8 15,-8 4-13-15,-3-2-27 0,0 3-32 0,-7 0-42 0,0 3-44 16,-1-2-47-16,-7 1-51 0,3 2-45 0,-1 1-215 16,-4 2-509-16,-4 0 226 0</inkml:trace>
  <inkml:trace contextRef="#ctx0" brushRef="#br0" timeOffset="35677.07">7805 5808 213 0,'-2'5'233'0,"-2"2"-20"0,1-2-17 16,0 1-21-16,2 0-14 0,-2 2-20 0,3-3-11 16,-4 3-13-16,4 1-10 0,1-3-9 0,2 2-11 15,-2-1-6-15,2-1-3 0,3-1-8 0,4 2-3 16,-2-1-4-16,3-2 3 0,3-1 0 0,-2 0-6 15,-1-4-6-15,4 1-2 0,-1-1-2 0,-1 0-8 16,0-2-3-16,-4-1-4 0,3-1-3 0,-5 0 4 16,0-3 13-16,-2-1-3 0,2-1-3 0,-4 1 2 15,-3-3 0-15,0 1 0 0,-4 0-5 0,-3 3 2 16,3-4 0-16,-4 3-3 0,-1-1-2 0,-4 1-1 16,1 2-7-16,-3-1-2 0,3 3-8 0,-2 0 0 15,-1 1-2-15,1 3-7 0,-1 2-12 0,3-1-36 16,-1 4-33-16,-1-2-47 0,4 2-53 0,1 2-61 0,4-2-228 15,0 1-499-15,5 3 221 0</inkml:trace>
  <inkml:trace contextRef="#ctx0" brushRef="#br0" timeOffset="36302.18">8642 5719 216 0,'0'0'330'0,"0"0"-38"0,1-6-33 0,-1 6-27 16,0 0-25-16,0 0-20 0,0 0-21 0,-3 15-11 15,1-10-22-15,2 0-12 0,0 3-8 0,0-2-14 16,0 2-10-16,0 1-3 0,4 2-12 0,-2 0-7 15,1 0-5-15,3-1-10 0,-2 2-2 0,0-2-5 16,1-1-3-16,3 0-8 0,-4 1-5 0,2-5-2 16,-1 0-2-16,1 2-9 0,0-3 2 0,0 1-4 15,-1-5 1-15,1 0-1 0,-6 0 3 0,15-3-5 16,-11-1-2-16,4-2 1 0,-4 1-2 0,3-3 3 0,1-1 0 16,-2 3 9-16,-1-2 3 0,-1-4 16 0,0 6 8 15,0-1 10-15,1 2 14 0,-2-2-3 16,0 2-7-16,1-1-1 0,-2 3-2 0,-1-1-6 0,3 0-12 15,-4 4-6-15,4-3-4 0,-4 3-7 0,0 0-3 16,7 0-2-16,-7 0-5 0,7 3-1 0,-3 1 0 16,-3 0-4-16,6-1-7 0,-3 3-4 0,0 0-2 15,4-1-6-15,-2 1 1 0,-2 1 2 0,1-2 0 16,-2-1 7-16,1 1-2 0,-1-1-2 0,0 0 4 16,0-2-2-16,0 1 7 0,-3-3 3 0,0 0 4 15,7 1 6-15,-7-1 12 0,0 0 10 0,7-7 19 16,-4 2 7-16,1-1 17 0,-1 0 8 0,3 0 5 15,-2-2 7-15,-1 1 0 0,1-2-6 0,-1 3-5 0,2 0-5 16,-1-4 1-16,2 4 0 0,-1-1-4 16,-1 1-9-16,-1 1-9 0,1 2-7 0,0 0-11 15,0-1-6-15,-1 3-3 0,2-2-10 0,-5 3-1 0,14 3-3 16,-10 0-4-16,3 0-6 0,2 1-3 0,1 1-26 16,0 2-4-16,0 0-40 0,0 3-12 0,-2-2-29 15,4 2-22-15,1 1-23 0,-4-1-21 16,2-4-25-16,-2 2-27 0,0 0-39 0,1 1-37 0,-1-6-41 15,-3 0-304-15,1 0-690 0,1-1 305 0</inkml:trace>
  <inkml:trace contextRef="#ctx0" brushRef="#br0" timeOffset="36520.93">9277 5688 269 0,'0'0'259'0,"0"0"-29"0,0 0-25 0,0 0-18 16,0 0-23-16,0 0-10 0,0 0-19 0,0 12-11 16,0-7-13-16,0 0-6 0,3 1-15 0,0 4-6 15,-2-1-9-15,3 2-7 0,0-5-6 0,-1 4-6 16,3 0-3-16,0 3-2 0,-1 0-7 0,2-3-3 16,0 1-18-16,-3-1-52 0,3-1-53 0,-3-4-71 15,1 1-51-15,2-1-150 0,-2-2-383 0,0-2 169 0</inkml:trace>
  <inkml:trace contextRef="#ctx0" brushRef="#br0" timeOffset="36911.54">9454 5680 158 0,'0'0'193'0,"0"0"-21"0,0 0-20 0,0 0-12 0,0 0-16 16,0 0-10-16,0 0-13 0,-3 17-11 0,3-11-5 15,3-1-9-15,-3 5-8 0,2-4-5 0,0 1-6 16,2 3-5-16,-4-3 2 0,4 2-11 0,1 1-5 16,-5-2-3-16,3 0-3 0,0-1-1 0,0-2 0 15,-1 1-3-15,1-3-3 0,-2 2 0 0,2-2-1 16,-3-3 27-16,7 4 7 0,-7-4 4 0,8-2 5 16,-8 2 12-16,10-5 15 0,-9 2 9 0,3-1 10 15,3-1 11-15,-3-2 15 0,1 2 12 0,-1-1 12 16,2 0 3-16,-2 2 1 0,4-3 10 0,-4 2-2 15,3 0-5-15,-3-1-7 0,0 2-10 0,-1 0-13 16,-2 1-18-16,3 1-9 0,-1-2-16 0,-3 4-11 16,4-1-12-16,-4 1-10 0,10 0-10 0,-10 0-1 15,6 6-8-15,-1-2-6 0,0 1-6 0,-1 1-4 16,1-1-29-16,1 2-25 0,1 1-35 0,0 0-32 16,-1 0-28-16,2 1-28 0,-1 0-28 0,0-1-36 15,-3 2-52-15,2-2-46 0,-1-2-56 0,-1-2-228 0,2-3-643 16,-2 2 284-16</inkml:trace>
  <inkml:trace contextRef="#ctx0" brushRef="#br0" timeOffset="37145.91">9843 5649 261 0,'0'0'319'0,"1"-3"-32"0,-1 3-33 0,0 0-27 15,0 0-24-15,0 0-23 0,0 0-11 0,0 0-20 16,0 0-16-16,0 12-15 0,0-8-10 0,1 1-10 16,1 2-10-16,0 1-5 0,0-1-10 0,2 5-5 15,-3-6-6-15,2 7-6 0,1-4-5 0,-1 3-3 16,2-1-6-16,-1-1-34 0,-2-2-47 0,2 2-54 16,1-1-62-16,-1-3-62 0,1 0-214 0,-3-3-466 15,5 0 207-15</inkml:trace>
  <inkml:trace contextRef="#ctx0" brushRef="#br0" timeOffset="37709.87">9996 5660 36 0,'0'0'259'0,"0"0"-28"0,0 0-22 0,0 0-25 15,0 0-19-15,0 0-19 0,0 0-16 0,0 0-9 16,0 0-15-16,0 0-9 0,-3 14-11 0,3-9-7 15,2 3-7-15,-1-3-4 0,-1 3-8 0,3-1-7 16,0-3-5-16,0 4-3 0,-1-2-2 0,0 0-4 16,-1 1-7-16,3-1 0 0,-1-1-9 0,-2 3-8 15,2-3-5-15,1-2-2 0,-3 1-6 0,2-1 0 16,0 0-2-16,-3-3 3 0,7 3-2 0,-7-3 3 16,0 0 6-16,0 0-5 0,9-7 9 0,-5 3 12 15,1-1 16-15,-2 2 20 0,0-3 12 0,1 1 15 16,0 0 12-16,0-1 3 0,-1 0 10 0,0 3 0 15,1-2 8-15,-2 0-4 0,1 0-8 0,0 0 8 16,0 4-25-16,-3 1-14 0,4-4-12 0,-4 4-10 16,0 0-11-16,1-3-5 0,-1 3-5 0,0 0-6 15,0 0-1-15,0 0 0 0,11 8 4 0,-9-4-21 0,0 3 2 16,2-1-8-16,0 0-11 0,-1 1 0 16,0-1 1-16,2-1 1 0,-1 1-14 0,0 1 5 15,3-2-2-15,-3-1-1 0,0 0 0 0,0 0 7 0,3 0 4 16,-3-3-2-16,4 0 4 0,-8-1-4 0,10-1 2 15,-5-1 0-15,2-2 4 0,-4 1 0 0,6-1 3 16,-3-1 15-16,-2 1 21 0,3-1 17 0,0-3 16 16,-1 1 7-16,-2 0 14 0,0 1 4 0,1 1 12 15,-1-1-13-15,0 0 10 0,-1 1 2 0,0 3 1 16,0-1-12-16,0-2-9 0,0 1-14 0,-3 4-9 16,1-4-14-16,-1 4-9 0,0 0-7 0,0 0 0 15,0 0-4-15,0 0-5 0,10 11-7 0,-9-8-16 16,3 2-25-16,-2 0-10 0,0 3-10 0,2-3-19 15,0 2-21-15,-1-1-25 0,2-1-13 0,0 4-17 16,-1-3-20-16,1-1-23 0,-2 1-23 0,1-1-38 16,-2-1-36-16,4 0-38 0,-1-2-295 0,-2-1-659 15,-3-1 292-15</inkml:trace>
  <inkml:trace contextRef="#ctx0" brushRef="#br0" timeOffset="38459.91">10447 5659 237 0,'0'0'274'0,"0"0"-17"0,0 0-20 15,2-3-22-15,-2 3-29 0,0 0-19 0,0 0-19 16,0 0-15-16,0 0-13 0,0 0-8 0,0 0-12 0,0 0-12 16,6 13-9-16,-6-11-4 0,0-2-7 0,6 7-7 15,-4-5-2-15,-1 3-7 0,-1-5-9 0,3 3-17 16,0-1-17-16,-3-2-18 0,1 5-13 0,-1-5-10 15,3 5-2-15,-3-5-13 0,0 0-13 0,7 1-5 16,-7-1-4-16,8-6 3 0,-8 6 5 0,7-2 8 16,-3-2 3-16,0 2 4 0,0-5 7 0,0 3 15 15,3 0 7-15,-3-1 16 0,1 0 13 0,-2 1 14 16,2-1 13-16,0 0 5 0,0 0 13 0,-1 2 0 16,-1-2-4-16,1 3-4 0,-4 2-4 0,5-7-6 15,-3 6 0-15,-2 1-11 0,4-2 0 0,-4 2-8 16,0 0-1-16,0 0-4 0,0 0-1 0,13 3 1 15,-12 0-2-15,2 2-5 0,-1 2 1 0,2-2 0 16,0 2-3-16,-3 2 5 0,5 1-7 0,-2 0 1 0,5 1 5 16,-3 2-4-16,2 2-3 0,2 2-1 15,0-1 1-15,3 2 0 0,1 5 1 0,-4-4-2 16,1-1 0-16,2 8 2 0,-4-5 2 0,-1-2-4 16,3 7 1-16,-3-7-3 0,-1-1 1 0,-2 0 2 0,-3 0-2 15,3-2 4-15,-5-2-5 0,-3-1 7 0,1 0 40 16,-3 0 26-16,-3 2 27 0,0-5 16 15,-1-1 12-15,-2-1 23 0,0-1-2 0,0-1 7 0,-3-3 8 16,6 1 4-16,-4-1 8 0,1-1 7 0,4-2 7 16,-4-2-1-16,6-1-9 0,-3 1 0 0,2-2-1 15,5-1-5-15,-7-3-22 0,5-2-10 0,0-1-17 16,5 0-16-16,1-5-10 0,6 0-15 0,-4-2-16 16,10-6-23-16,3-2-22 0,-2-1-22 0,8-1-41 15,-1 0-26-15,1 1-30 0,3-2-39 0,2 2-23 16,-2 1-7-16,-2 5 0 0,3 0-2 0,-5 1 22 15,-8 4 11-15,0 2 13 0,-1 3 14 0,-5 0 14 16,1 2 11-16,-5 1 12 0,1 2 8 0,-4 0 6 16,1 0 8-16,-3 3 3 0,0 3-2 0,-1-5 6 15,1 5-1-15,-10-2 8 0,10 2 7 0,-11 3-4 16,2-2 11-16,5 2-3 0,-3 0 7 0,0 2 4 16,0 0 2-16,-1 0-1 0,0 3 4 0,1 0 4 15,2-1-8-15,-3 1 2 0,2 0 4 0,5-1-1 0,-2 2 3 16,3 1 2-16,0-2 1 0,0 2 1 15,0-2 2-15,4 2-3 0,-1-1 0 0,4-1 6 16,-2 1-7-16,-1-3-37 0,0-1-55 0,0-1-72 0,3 0-85 16,1-3-96-16,-1 1-177 0,0-4-566 0,0-1 250 15</inkml:trace>
  <inkml:trace contextRef="#ctx0" brushRef="#br0" timeOffset="38788.03">10241 5398 44 0,'4'-3'395'0,"0"-4"-24"0,-1 5-29 0,0-3-30 15,0-1-33-15,1 1-26 0,-3 2-23 0,2 0-22 16,-3 3-24-16,3-7-22 0,-2 4-45 0,-1 3-60 16,2-5-63-16,-2 5-55 0,0 0-45 0,0 0-64 15,0 0-76-15,0 0-149 0,0 0-427 0,-13 8 190 16</inkml:trace>
  <inkml:trace contextRef="#ctx0" brushRef="#br0" timeOffset="38975.51">9697 5350 326 0,'0'0'355'0,"0"0"-42"0,0 0-26 0,-8-3-27 0,8 3-30 15,0 0-22-15,0 0-27 0,0 0-23 16,0 0-47-16,0 0-46 0,0 0-37 0,-8 3-56 0,8-3-69 16,0 0-67-16,1 6-209 0,-1-6-402 0,0 6 178 15</inkml:trace>
  <inkml:trace contextRef="#ctx0" brushRef="#br0" timeOffset="39178.68">9250 5364 416 0,'0'0'417'0,"-7"1"-16"0,7-1-19 0,0 0-24 16,0 0-23-16,-6 2-31 0,6-2-34 0,0 0-25 15,0 0-27-15,0 0-22 0,0 0-39 0,0 0-57 16,0 0-72-16,0 0-55 0,0 0-59 0,0 0-69 15,7 5-102-15,0 0-294 0,1-1-596 0,-1-2 264 16</inkml:trace>
  <inkml:trace contextRef="#ctx0" brushRef="#br0" timeOffset="40689.58">11804 5619 222 0,'6'3'217'0,"-6"-3"-8"0,0 0-6 16,0 0-5-16,0 0 4 0,0 0-1 0,0 0-9 16,0 0-9-16,10-5-17 0,-3 3-19 0,0-2-12 15,4-1-14-15,1 0-3 0,-1-2-12 0,8 0-8 16,-5 1-9-16,5-4-10 0,-2 3-7 0,0-2-6 16,-5 1-10-16,1-1-1 0,0-1-11 0,-1 4 1 15,-4-2-6-15,0 1-2 0,-1 1-2 0,-6-1-5 16,2 1-7-16,-3 1-6 0,0 2-3 0,-3-2-1 15,-2 3-5-15,-4 0 0 0,-1 1-2 0,-5 1-2 16,0 3-1-16,-4 2 3 0,1 0-5 0,-2 1-2 16,0 3 0-16,2 0-2 0,0 0 3 0,3 3 4 15,0 1-3-15,7-6-2 0,0 6-2 0,1-3 4 16,3 1-3-16,1-1-1 0,3 0 9 0,6 0-2 16,2 1-2-16,0-1 3 0,7 0-1 0,3 0 1 15,1-1-1-15,3-4 5 0,8 2-3 0,2-5-2 16,-9 2 1-16,7-4 0 0,0 0-1 0,-7 0-2 15,1-2 6-15,-3-2-5 0,2 0 3 0,-3-1-6 0,-3 0 0 16,-1-2-1-16,-6 2 2 0,2-3 0 0,-1-1-1 16,-4 2 2-16,0-2 0 0,-2 0 1 15,0 0-1-15,-3 3-1 0,0-1 3 0,4 1 0 0,-5 1 2 16,2 0-2-16,-3 0-1 0,0 5 1 0,1-6-7 16,-1 6-4-16,3-2 1 0,-3 2 3 0,0 0 1 15,0 0-2-15,15 6 1 0,-11-1 2 0,4 0-2 16,1 2 0-16,1-1 3 0,3 3 2 0,3 2-4 15,-3 0 4-15,4-1 0 0,-5 3-5 0,0-4 1 16,0 0 1-16,-2 0 1 0,0-2 0 0,0 3-3 16,-3-3 4-16,-3-1-6 0,2 1-2 0,-2-3-1 15,-3-2 7-15,3 0-1 0,-4-2 0 0,0 0 2 16,0 0 6-16,0 0 1 0,0 0 5 0,0 0 10 16,-12-8 15-16,8 0 8 0,1 3 16 0,-1-2 3 15,1-1-3-15,2 1-6 0,1-4 0 0,1-1-3 16,-1 1 0-16,3 1 0 0,1-2-22 0,0 1 1 15,3-1-8-15,1 2 4 0,2 0-6 0,-2 2-4 16,3-2 2-16,1 5-9 0,-2 0 0 0,3-2 1 0,-1 3-2 16,1 3-5-16,-1 0-2 0,0 1 0 15,0 1-1-15,2-1-3 0,-4 4 2 0,-1 2-3 16,2-1-5-16,-3-1 2 0,1 4-4 0,-2 0 0 16,0-1 0-16,-3 1-4 0,0-2 2 0,2 2-5 0,-4-1-7 15,1-1 9-15,-3 1-2 0,0 0 6 16,0-2-1-16,0 0-2 0,-3-1 6 0,1 1-1 15,-1-1 5-15,3 0-3 0,0-4 6 0,-3 3-1 0,2 0 9 16,1-3-1-16,-3 4-2 0,3-4-1 0,0 0-4 16,0 0 2-16,0 0-4 0,0 0-1 0,0 0-3 15,0 0 1-15,4-15 3 0,-1 10-5 0,5 2 4 16,-4-2-3-16,4-1-7 0,2-3 2 0,-2 5-2 16,3-3 2-16,-1 0-3 0,-1 0 1 0,-1 2 8 15,-1-3-2-15,0 4 2 0,1 1-2 0,-3-1-1 16,1-1 3-16,-2 1 6 0,0-1-6 0,0 2 2 15,-4 3 7-15,7-2-9 0,-5 0 2 0,-2 2-2 16,5-2-5-16,-5 2 3 0,0 0-1 0,0 0 2 16,0 0 0-16,5-3 0 0,-5 3 2 0,0 0 3 15,0 0-3-15,10 5-2 0,-5-3-2 0,-1 0 3 16,-4-2 2-16,8 3 1 0,-5 0 1 0,1 0 1 16,2 0-2-16,-4-1 1 0,4 0 2 0,-6-2-2 15,5 5-3-15,-2-5 3 0,-3 0 2 0,0 0 0 0,4 3 0 16,-4-3-2-16,0 0 7 0,0 0-3 15,0 0-1-15,0 0 0 0,0 0-1 0,0 0 3 16,0 0-2-16,5-7 5 0,-2 4-6 0,-1-1 0 0,-2 4 0 0,1-7 2 0,3 4-5 16,-1-1 2-16,2-1 7 0,0-1-4 0,1 2-5 15,1 0 3-15,-4-1 0 0,5 1-4 0,-3 1 1 16,3 0 7-16,-1 1-6 0,0 1 4 0,1-1-5 16,-1 0 1-16,-7 2 0 0,15 4 3 0,0-3-4 0,-7 3-4 15,4 1 1-15,-4 2-1 0,1-2 4 0,2 1-1 16,-1 3 1-16,0-2 0 0,-2 2 0 15,1 0 0-15,1-2 6 0,-5 1-7 0,0-2 2 0,0-1 0 16,0 1-3-16,-2-1 4 0,0-3 0 0,0 2 3 16,-1-2 1-16,1 1 29 0,-3-3 27 0,0 0 13 15,1 3 8-15,-1-3 7 0,0 0 14 0,0 0 14 16,0 0 14-16,0 0-11 0,-4-13-2 0,3 8-21 16,0-1-9-16,1 2-9 0,0-1-12 0,2 0 3 15,1-3-23-15,1 1-15 0,-2 1-23 0,3-1-27 16,4-1-52-16,1-2-46 0,-2 3-40 0,4 1-49 15,6-1-57-15,2 1-59 0,2 1-344 0,-1 1-724 16,-1-3 321-16</inkml:trace>
  <inkml:trace contextRef="#ctx0" brushRef="#br0" timeOffset="41486.43">13599 5507 119 0,'-5'2'199'0,"1"1"-19"0,1 1-12 0,0 2-17 16,2-3-14-16,-2 1-16 0,3 1-9 0,-1 2-10 16,1-2-12-16,0 0-6 0,0 3-6 15,1-2-9-15,2 0 30 0,1 1 14 0,3 1-4 0,2-1-10 16,1 0-10-16,1-2 3 0,2-1 1 0,0 0-8 15,2-1-7-15,-2 0-7 0,2-2-8 0,-4-1-1 16,3-1 1-16,-1 1 14 0,-6-2 5 0,4 0 4 16,-3-1-1-16,0 1 4 0,-2-3-5 0,-1 0-8 15,-1-1-2-15,2 0-4 0,-5-1-4 0,-1-1-3 16,-1 1-4-16,-1-3-9 0,-2 0-4 0,0 2-1 16,-3-2 3-16,3-1 9 0,-4 4 8 0,3-1-11 15,-2 2 3-15,0 1-5 0,3-2 12 0,0 1-15 16,-2 1-7-16,4 0 1 0,-2 1 11 0,0 2 7 15,1-3 1-15,3 5-8 0,-1-5 4 0,1 5-7 16,-3-3-15-16,3 3 5 0,0 0-10 0,1-7-2 16,-1 7-7-16,7-4-10 0,0 3 5 0,-2-1-2 15,-5 2 1-15,15-1-1 0,-5 1-8 0,1-1 5 0,2 2-8 16,-1 0 0-16,2 1-7 0,0 0 1 16,-1 0-3-16,2 2 1 0,0 0-4 0,-4 0-9 15,4 0 8-15,-1 2-8 0,-2 0-4 0,-4 0 0 0,3 0-7 16,1 1 11-16,-4 1-14 0,1 0-6 0,-3-1-1 15,4 1-6-15,-3 1 0 0,-3-4 2 0,1 3-2 16,-3-2 3-16,-1 0-1 0,4 1 1 16,-4-2 3-16,-1 0 5 0,2 0 7 0,-1 1-2 0,-1-4 5 15,3 2 1-15,-3-4 10 0,0 0-1 0,-4 5 10 16,4-5 30-16,0 0 5 0,0 0 17 0,0 0 14 16,0 0 7-16,0 0 1 0,0 0 0 0,0 0 1 15,0 0-7-15,0 0-8 0,-2-14 2 0,2 14 5 16,3-10-15-16,0 5-2 0,-3-3-5 0,6 1-1 15,-4 1-2-15,4-4-3 0,-3 2-5 0,4-2-5 16,0 3-2-16,2-3-1 0,0 2-3 0,-1 0-3 16,0 1-6-16,-1-2 6 0,-3 6-3 0,3-3-3 15,-2 1 9-15,2 0-11 0,-4 3-4 0,1-3-4 0,3 3 4 16,0 2-4-16,-2-2-7 0,-5 2 5 16,10 0 1-16,-10 0-1 0,12 4-2 0,-7-1-1 15,2 1-1-15,-3 0-2 0,4-1 5 0,-3 2 5 16,2 1-12-16,-1-1-10 0,-1 0 7 0,-2 2-12 0,3-1 4 15,-2 0-1-15,-1 2-10 0,-1-2-3 0,2 2-28 16,-2 1-14-16,0-4-17 0,-2 4-18 16,0-2-8-16,0-1-28 0,-4 3-29 0,0-1-37 0,2 0-56 15,0-1-63-15,-1 2-261 0,-1-2-640 0,0-2 284 16</inkml:trace>
  <inkml:trace contextRef="#ctx0" brushRef="#br0" timeOffset="42999.24">14985 5133 116 0,'-4'-13'272'16,"4"-3"-7"-16,-4 0-3 0,3 4-16 0,-3 1-8 15,2-2-5-15,0 1-7 0,-4 2-14 0,2 2-14 16,0 0-22-16,-1 2-12 0,-1-2-21 0,1 2-19 15,-1 3-12-15,1 0-14 0,-3-2 3 0,0 5-24 16,8 0-12-16,-17 6-8 0,6-1-3 0,0 4-2 16,5 0-10-16,-8 6-6 0,9 0-7 0,-5 2 1 15,7 4-4-15,-1 6-1 0,0-1-7 0,10 2 2 16,-1 3-3-16,2 4 2 0,4-2-3 0,4 2-1 16,-2-1-4-16,4 2 3 0,-1-1-4 0,9 9 4 0,-11-12 0 15,3 1 0-15,-2 1-4 0,5-3-1 0,-5 1 2 16,3-4-5-16,-5 2 2 0,-2-2-6 15,3 1 3-15,-6-3 3 0,-1 0 2 0,-2-5 1 0,-2-4-6 16,4 2 2-16,-3-6-16 0,-3 0-16 0,3-2-23 16,-4-5-14-16,3 2-18 0,-2-1-16 0,2-4-12 15,-3 2-39-15,0-5-50 0,0 0-51 0,0 0-242 16,0 0-529-16,4-17 235 0</inkml:trace>
  <inkml:trace contextRef="#ctx0" brushRef="#br0" timeOffset="43577.34">14900 5432 40 0,'-5'-3'319'0,"3"0"-11"0,-2-1-11 0,4 4-15 16,-6-3-18-16,5 0-18 0,1 3-29 0,0 0-19 16,0 0-24-16,7-8-20 0,1 5-10 0,-1 2-11 15,2-2-15-15,5 2-10 0,0 1-12 0,4-2-13 0,0 1-8 16,5 1-2-16,-4 0-15 0,-2 0-3 15,4 0-3-15,-2 1-5 0,-1-1-9 0,2 0-3 16,-3 0 5-16,-2 2-16 0,-1-2-8 0,-2 0-7 0,0 0-8 16,-2-3 2-16,3 3-3 0,-6-1 0 0,1-2-3 15,0 2 2-15,0-3 0 0,-4 3-4 0,3 0 8 16,-4-2 1-16,-3 3 0 0,9-4 1 0,-6 2 1 16,-2-2 0-16,-1 4-3 0,6-3 5 0,-6 3-2 15,4-2-1-15,-4 2-2 0,0 0-6 0,0 0-7 16,0 0 6-16,0 0 0 0,0 0-1 0,1 11 5 15,-1-5-5-15,3-3 2 0,-1 6 6 0,0-1-6 16,2 1-1-16,-1 0 3 0,2 0 1 0,-1 0 11 16,3 0-14-16,-1-1 0 0,-1 1 6 0,5-2-3 15,-2 0 3-15,0-1 1 0,3 0-2 0,0-3-4 16,-2-1 14-16,2 0-15 0,-1-2 4 0,1 0-2 16,2-2 5-16,-5-2-3 0,2 1-2 0,2-2-2 0,-4-3 5 15,3 0-1-15,-4 1-1 0,4-4-1 16,-6 3 3-16,1-2 6 0,1 0 8 0,-1 0 12 15,-4 0 22-15,3 1 27 0,-4 1 9 0,1 0 14 16,-1 1 4-16,2 3-3 0,-3-1 18 0,0-2-7 0,0 2-8 16,1 1-7-16,-1 4-11 0,0-3-12 0,0 3-11 15,0-6-14-15,0 6-6 0,0 0-8 0,0 0-5 16,0 0-6-16,0 0-4 0,0 0-3 0,3 14-7 16,1-9-15-16,-1 3-6 0,2 0-19 0,2 2 1 15,-1-1-4-15,-1 2-18 0,3-1 3 0,0 0-22 16,3-2-19-16,-1 0-7 0,2 0-27 0,-1-2-23 15,2-1-27-15,0 1-29 0,-2-1-31 0,2-1-35 16,1-4-38-16,-2 1-241 0,0-2-592 0,-1-2 261 16</inkml:trace>
  <inkml:trace contextRef="#ctx0" brushRef="#br0" timeOffset="43842.97">15800 5011 40 0,'-1'-4'314'0,"-1"1"-21"0,1-2-31 16,1 5-30-16,-3-5-23 0,3 5-25 0,0 0-16 15,0 0-19-15,0 0-14 0,0 0-16 0,3 19-10 16,0-9-12-16,1 1-9 0,1 2-10 0,2 3-5 16,1 2-10-16,0 1-7 0,1 1-3 0,1 7-2 15,1-2-7-15,-4 2-3 0,5-1 1 0,-2-1-4 16,-1 0-7-16,-3 2 1 0,3-1-3 0,-2-5-2 15,0-2-5-15,-3 0-27 0,0 2-22 0,-1-5-28 16,1-3-35-16,-3 0-47 0,-1-3-44 0,4-1-58 16,-4-2-153-16,3-2-422 0,-3-3 186 0</inkml:trace>
  <inkml:trace contextRef="#ctx0" brushRef="#br0" timeOffset="44264.82">15849 5285 136 0,'0'0'168'16,"0"0"-13"-16,0 0-12 0,0 0 4 0,0 0-10 15,15 7-15-15,-9-3-10 0,1 2-14 0,2 0-9 16,0 1-9-16,0 2-9 0,5 1-1 16,2 3-8-16,-2-3-8 0,0 3-6 0,5 2 0 0,-5-4-9 15,3 1 0-15,-2-1-3 0,4-1 0 0,-3 0-6 16,1-2-4-16,0 0-5 0,-3-3-1 0,1-2 0 15,-4 1-3-15,1-3 0 0,3 0-4 0,-4-2 2 16,0-3-3-16,-3 2-1 0,0-5-2 0,2-1 3 16,-4 2 9-16,0-4 13 0,1 0 15 0,-6-1 9 15,2 1 18-15,1-3 20 0,-2 5 13 0,0-3 12 16,0 3 19-16,0-1 10 0,-2 4 4 0,0-4 12 16,0 4 1-16,3 1-3 0,-3-2-4 0,-3 0-19 15,3 6-17-15,3-6-14 0,-3 4-15 0,0 2-16 16,0 0-10-16,0 0-7 0,0 0-9 0,0 0-8 15,0 0 10-15,0 0-15 0,5 15-8 0,-2-9 2 16,0 1-2-16,0 4-14 0,-1-3 3 0,2 2-3 0,1 0-16 16,0 1-13-16,-1-1-5 0,1-2-15 0,1 1-20 15,-2-3-14-15,1 2-18 0,3-2-15 0,-4-1-21 16,3 1-22-16,-4-4-21 0,3 1-32 0,-1-2-34 16,3-1-42-16,-8 0-32 0,11-3-205 0,-7 0-548 15,2-3 243-15</inkml:trace>
  <inkml:trace contextRef="#ctx0" brushRef="#br0" timeOffset="44775.21">16471 5292 8 0,'1'-3'191'0,"2"-1"-5"0,-3 4-12 0,1-7-7 0,-1 7-12 16,3-1-18-16,-3 1-15 0,4-3-11 0,-4 3-11 16,0 0-9-16,0 0-9 0,13 3-5 0,-10 0-12 15,1 2-6-15,2-1-2 0,-2 0-5 0,1 1-6 16,2 2-3-16,1-1-5 0,-2 3-5 0,2 0-6 15,0 1 1-15,0 0-5 0,0 1 2 0,-2-3-5 16,3 3 2-16,-5-2-4 0,2 1-1 0,-2-2-3 16,-1 0-1-16,1-1-2 0,-2-2-5 0,0 0 6 15,1-2-1-15,0 1-1 0,-3 0-3 0,0-4 13 16,0 0 10-16,-3 5 6 0,3-5 10 0,0 0 10 16,0 0 5-16,0 0 11 0,0 0-2 0,0 0-6 0,-9-12-1 15,9 12 1-15,2-9-10 0,-1 4-4 16,2-2-12-16,2 1-2 0,-1-2-4 0,4-2-7 15,2 2-1-15,6-4-6 0,-1 2-6 0,3-3-8 16,1 3-10-16,1 1-5 0,2-1-6 0,4-3-2 0,-6 5 0 16,2-2 6-16,-3 2-1 0,0 0 0 0,0 0 4 15,-6 3 0-15,0-2 0 0,-2 2 4 16,-4 2 0-16,-2 0 10 0,2-1 0 0,-4 0 0 0,-1 2 1 16,0-1-5-16,-2 3 3 0,0 0-2 0,-9-7 0 15,3 6 4-15,6 1-3 0,-14 0-1 0,7 1 5 16,-5 1 0-16,1 1-1 0,0-1 0 0,-1 4-2 15,4-1 0-15,0 1 2 0,2-1 0 0,-3 1 2 16,2 2-3-16,0 0-2 0,3 0 2 0,1-1 1 16,-2 0-1-16,5 2 2 0,0-1 2 0,0 2-2 15,0-2 3-15,5 1 1 0,1 1-2 0,2-2 0 16,3 5-3-16,3-4 0 0,2 0-20 0,4 0-44 16,-2 0-51-16,-2-2-70 0,3-2-69 0,-6 0-172 15,6-2-456-15,-6 0 202 0</inkml:trace>
  <inkml:trace contextRef="#ctx0" brushRef="#br0" timeOffset="47012.27">17644 4985 301 0,'5'-7'344'0,"-3"1"2"15,1 0 2-15,-3 0-7 0,4 2-14 0,-4 0-17 16,0 0-44-16,0 4-25 0,0-6-28 0,0 6-24 16,0 0-17-16,0 0-24 0,-22 10-13 0,10-2-11 15,-2 4-6-15,0 4-16 0,1 0-11 0,-3-3-3 16,1 11-23-16,-3 0 7 0,3-1-9 0,-1 1-5 15,6 2-8-15,2-6-5 0,4-1 3 0,1 4-8 16,1-4-3-16,7 3 1 0,-1-1-3 0,4-3-2 0,6 7 2 16,2-2-4-16,5-2-3 0,2-2 6 15,0-4-15-15,4-1-33 0,0-2-46 0,5-3-29 16,-1-1-39-16,-3-3-37 0,5-2-52 0,-10-2-58 0,-1-2-66 16,1-2-267-16,6-4-659 0,-9 1 292 0</inkml:trace>
  <inkml:trace contextRef="#ctx0" brushRef="#br0" timeOffset="47387.25">18014 5048 191 0,'-4'-1'193'0,"4"1"-18"16,0 0-22-16,0 0-11 0,-7 8-17 0,7-3-9 15,0 2 2-15,0 1-7 0,-3 3-7 0,1-1-6 16,4 3-10-16,-2 3-5 0,3-3-12 0,0 4-2 15,1-4-6-15,3 6-7 0,1-3-2 0,0 0-7 16,0-2-4-16,-1-2 2 0,3-2-7 0,-1 1-1 16,0 0-4-16,0-2-2 0,3-3-1 0,-1-1-5 15,0 0-2-15,4-3-1 0,-3-1-4 0,3 1 0 16,0-4-2-16,-3-1 0 0,1-3 0 0,-2 1 5 16,2-2 11-16,-3-3 9 0,3 2 8 0,-5-2 14 0,-1 0 9 15,2 0 15-15,-4-1 14 0,2 1 17 0,-2 0 15 16,-2-3 15-16,-2 6 0 0,2-5-10 15,-2 7 13-15,-1-4-10 0,0 4-4 0,0 0-16 0,3 0-16 16,-3 1-12-16,0 4-20 0,0-7-25 0,0 7-52 16,0 0-36-16,0-2-4 0,0 2-2 0,0 0-20 15,0 0-13-15,4 11-20 0,0-4-21 0,0-1-29 16,0 5-41-16,3-5-52 0,1 6-43 0,2-5-236 16,-2 1-565-16,2 1 251 0</inkml:trace>
  <inkml:trace contextRef="#ctx0" brushRef="#br0" timeOffset="47793.59">18509 5058 34 0,'-1'-5'237'0,"1"5"-24"0,0 0-28 15,0-5-18-15,0 5-21 0,0 0-11 0,0 0-11 16,0 0-14-16,0 0-11 0,4 19-11 15,-4-14-7-15,4 3-6 0,-2-2-4 0,3 4-12 0,-5 1-5 16,8 0-3-16,-4 0-7 0,0-2-4 0,-2 1 1 16,-1-2-3-16,2-1-6 0,-2 2-3 0,3-3-4 15,-1 2 2-15,1-4-3 0,-3-2-1 0,1 5 28 16,-1-5 16-16,-1-2 19 0,6 3 9 0,-6-3 7 16,0 0-5-16,9-1 5 0,-9 1 5 0,8-6 17 15,-1 1 2-15,-3 0 0 0,4 2 7 0,1-8-2 16,-2 5-2-16,2-5 8 0,-2 4 7 0,1-2 9 15,-2 2-7-15,3 0-13 0,-4-1 0 0,-1 3-9 16,0 1-9-16,2 1-14 0,-1-3-6 0,-1 2-14 16,0 1-7-16,-2 0-11 0,-2 3-10 0,5-2-9 15,-5 2-9-15,0 0-1 0,0 0-4 0,11 3-4 16,-4 0-1-16,-3-1-6 0,0 2-19 0,0 0-20 16,2 3-16-16,-1-1-24 0,2 2-32 0,1-2-15 0,-3 0-20 15,2 1-14-15,1-1-21 0,-4 0-12 0,6 4-28 16,-2-3-45-16,0-1-45 0,0 2-52 15,-2-4-238-15,-1-1-630 0,2-2 279 0</inkml:trace>
  <inkml:trace contextRef="#ctx0" brushRef="#br0" timeOffset="49043.53">18916 4996 140 0,'-4'-1'302'0,"0"-1"-15"16,4 2-18-16,-8-2-21 0,8 2-22 0,-7-2-25 16,7 2-20-16,0 0-19 0,-9 0-18 0,9 0-18 15,0 0-11-15,-5 5-15 0,5-5-6 0,0 9-12 16,0-4-4-16,3 1-5 0,-3 3-9 0,6-1-5 16,-2 3-5-16,4 0-6 0,-3 1-4 0,2 0-5 15,1 2-2-15,7 2-1 0,-8 1-7 0,1-3-4 0,3 1 0 16,-6 0-4-16,4-4 1 0,-4 1-5 15,3 1 2-15,-4-5-4 0,0 3-3 0,-2-4-2 16,-1-2 0-16,-1 1 2 0,0-1-1 0,0-1 2 0,-1 0 11 16,-2 0 12-16,3-4 8 0,-11 2 12 0,7 0 8 15,4-2 9-15,-11-2 6 0,4 1 11 0,-1-2 0 16,3 1 2-16,-3-1-5 0,2 0-1 0,2-1-13 16,-3 1-1-16,3-1 7 0,0 0-17 0,0 2-2 15,4 2-3-15,-4-6-13 0,4 6-12 0,-1-5-16 16,1 5-14-16,6-5-21 0,1 2-20 0,1-1 0 15,5 3-32-15,0-3-5 0,8 0-8 0,-1-1-8 16,1 1-6-16,8-1-8 0,1-2-7 0,-2-2-5 16,0 1-5-16,-5 2-6 0,6-2 7 0,-5 1-4 15,3-4 10-15,-9 2 9 0,2 1 16 0,-2-3 13 16,-3 1-3-16,-4 3 15 0,0-1 17 0,-2-1 21 16,-2 0 14-16,-4 0 16 0,0 4 9 0,-2-2 7 0,-1-1 12 15,-3 4 10-15,2-4 11 0,-2 3-4 16,-4 1 6-16,0 0-7 0,0 0 0 0,0 3-3 15,-2 1 0-15,-2 0-1 0,2 1-5 0,1 3-1 0,-2-1-3 16,-2 2 7-16,4 0-14 0,1 1-1 0,-2 1-6 16,1 3 0-16,2-2 0 0,-1 1 0 0,4-1-2 15,-1 0-1-15,4 3-2 0,0-1 1 0,0 0-1 16,4 0 5-16,2 0-5 0,2-2 4 0,-1 1-5 16,8-1-2-16,0 1-5 0,3-1-9 0,2-2-3 15,-1-1-13-15,8 2-16 0,-5-4-18 0,2-3-19 16,2 2-14-16,4-4-15 0,-9 2-16 0,4-3-16 15,5-7 3-15,-9 5 3 0,6-4 1 0,-8 0 2 16,-3-1 18-16,2 0 5 0,-2-1 12 0,-8 3 11 16,6-5 13-16,-7 4 29 0,-2 0 21 0,-1 0 38 15,1-1 22-15,-3 3 17 0,-2 0 14 0,0 1 11 16,-2 0 2-16,-3 0 6 0,-3-1-2 0,0 3 2 16,3-1-4-16,-6 2-3 0,1 1-8 0,2 1-4 0,-3 1-2 15,0 1-11-15,-2 2-11 0,0-1-7 0,1 3-2 16,1 2-4-16,0-1-3 0,-1 2-5 15,3 1 0-15,-1 0-4 0,5 0-1 0,-2 0-9 16,3 1 6-16,0-1-5 0,2-2-1 0,1 4 11 0,1-4-14 16,1 3-1-16,2-2-1 0,5 2 1 0,-1-3-1 15,5-1-5-15,-1 1-9 0,3-4-6 0,-2 0-6 16,7 0-10-16,0-2-7 0,3-3-15 0,-2-1-7 16,0-2-9-16,-2 3-7 0,0-6-4 0,5 1 6 15,-4-3 2-15,-1 0 6 0,-2 1 5 0,-2-2 5 16,-2 1 6-16,-1-2 5 0,-1 1 11 0,-1 0 10 15,-4 1 14-15,2 1 14 0,-5 0 9 0,2 1 13 16,-3 3 8-16,2-2 10 0,-1 1-1 0,-2 2-4 16,0 2-4-16,3-2-8 0,-3 4-5 0,-3-7-8 15,3 7 1-15,-6-2-5 0,6 2-4 0,0 0 5 16,0 0-8-16,-8 9-2 0,6-4-2 0,2-1 0 16,-3 1 2-16,2 4-4 0,0-4 1 0,1 8 2 0,-2-4-5 15,2-2 6-15,2 4-2 0,-1-1 0 16,0 3 0-16,6-3-2 0,-5 2-3 0,6-1-2 15,-3-1 0-15,2 0-4 0,1-2-2 0,-1 0 2 0,1 0-1 16,0-2 2-16,-1 1 1 0,0-5 1 0,2-1-1 16,-2-1-1-16,-1 0 5 0,3 0-3 0,-1-3 3 15,-1-4 3-15,1 1 4 0,-2 2 17 0,-1-4 4 16,2-1 16-16,-3 1 16 0,0-2 12 0,0 2 15 16,0-4 16-16,1 0 7 0,-3 2 5 0,2 0 2 15,-1-3 6-15,-2 3-9 0,3 0 3 0,-4 3-11 16,3-2-8-16,-2 4-7 0,1 1-4 0,-1-1-14 15,2 0-6-15,-3 5-16 0,1-4-12 0,-1 4-4 16,3-1-8-16,-3 1-5 0,0 0 2 0,0 0-6 16,6 10-7-16,-3-2-7 0,-1-2-10 0,0 3-4 15,4-1-4-15,-2 1-15 0,0-1-7 0,3 2-18 16,0-1-11-16,-3 0 1 0,4-2-34 0,-4-1-10 0,3 0-22 16,2-1-19-16,0 0-27 0,-3-1-37 0,1-1-39 15,4-2-47-15,-3-2-53 0,-1-1-194 0,1 0-588 16,4-3 261-16</inkml:trace>
  <inkml:trace contextRef="#ctx0" brushRef="#br0" timeOffset="49309.28">20222 4794 233 0,'0'0'370'0,"0"0"-26"0,0 0-23 0,0 0-36 15,0 0-28-15,0 0-29 0,0 0-23 0,0 0-10 16,0 0-26-16,0 0 31 0,16 10-14 0,-6-3-11 16,3-1-23-16,-3 4-16 0,5-4-13 0,1 6-12 15,0-3-11-15,-1 4-13 0,2 1-5 0,-1 2-16 16,0-1 0-16,-2 3-10 0,1 6-2 0,-3 4-12 16,-2-1 0-16,-2 4-4 0,-4-1-40 0,-1-1-31 15,-5 3-36-15,-2 3-35 0,-3-2-42 0,-6 1-56 0,2-1-68 16,-8-3-65-16,-7 0-192 0,4-2-572 15,-1-3 254-15</inkml:trace>
  <inkml:trace contextRef="#ctx0" brushRef="#br0" timeOffset="50309.25">21311 4941 79 0,'3'5'219'16,"-3"-5"5"-16,6 2 0 0,-1 1-5 0,0 0-5 15,2 0-10-15,4-1-5 0,1 1-8 0,1 1-13 16,-1-4-14-16,8 3-16 0,2-3-12 0,-3-2-12 16,3 1-17-16,-1-2-11 0,-3 0-7 0,4 1-7 15,-2-3-9-15,-2 0-10 0,2-1-5 0,-7 3-3 16,0-3-4-16,0 2-12 0,-3-4-4 0,0 2 2 16,-2-1-8-16,-1-1 1 0,1 3 1 0,-7-2 5 15,3 3 5-15,-2-3-2 0,-2 1 0 0,-2 2 0 16,-2 0-7-16,-4-1-4 0,0 0 1 0,-4 1 1 15,0 3-5-15,1 1 3 0,-8 0-5 0,6 0-3 16,0 3-5-16,-1-1 3 0,3 6-1 0,-1-2-6 16,0 1 0-16,2 0-1 0,1 0-3 0,-1 3 2 0,6 0 1 15,3-1 5-15,2 3-3 0,3-1-5 0,7 2 3 16,4-2-2-16,3 2 1 0,9 0-2 0,4 3 3 16,7-9-11-16,0 2-4 0,-1-2-3 0,4-2-4 15,2-2-11-15,12 0-13 0,-13-6-9 0,0 0-6 16,-3-4-10-16,1 1 4 0,-3-4-5 0,1-1-3 15,-1-1 2-15,-5-1-2 0,-2-3 6 0,-1 3 7 16,-5-4 7-16,-1-1 7 0,-9 6 8 0,-2-2 16 16,-5 4 25-16,0-2 24 0,-2 2 18 0,-2 1 16 15,1 1 6-15,-4 2 3 0,0 3-7 0,-1-6-7 16,-2 6-10-16,0-1-7 0,-2 2-7 0,-1 0-7 16,6 2-1-16,-13 3-8 0,5 0 1 0,-2 2-8 15,-1 4-2-15,2-2 4 0,-1 4-1 0,1-2-7 16,-2 4-3-16,1 2 3 0,2 2 1 0,-3-3-1 15,3 3-5-15,0-1 2 0,2-2-1 0,-3 2-11 16,4-3-14-16,0-2-6 0,0 1-15 0,1-1-12 16,0-3-14-16,0-2-20 0,-2 1-18 0,5-3-11 0,-2 1-13 15,2-3-24-15,1-2-37 0,0 0-12 0,0 0-1 16,0 0 7-16,-6-11 8 0,5 6 18 16,1-4 21-16,-3 0 9 0,3-3 26 0,0 2 28 15,3-1 39-15,-3-4 24 0,0 4 38 0,1 0 37 0,-1-1 27 16,0 1 29-16,0 3 24 0,0 0 10 0,0-1 6 15,0 1 12-15,3 1-14 0,-3 3-7 0,0-1-10 16,2 1-20-16,-2-1-7 0,0 5-12 0,4-4-10 16,-4 4-11-16,10 0-4 0,-10 0-7 0,14 4-10 15,-4 1-10-15,3 1 2 0,4 1 0 0,0 4-5 16,3 0 8-16,1-1-21 0,6 1-15 0,3 5-17 16,3-4-20-16,-1 2-13 0,1-4-27 0,1 0-21 15,0 1-20-15,5-2-28 0,-5 1-27 0,3-4-14 16,1-1-11-16,-2-2-20 0,0-4-10 0,-3 1-1 15,-2-5-127-15,-9 3-375 0,1-1 166 0</inkml:trace>
  <inkml:trace contextRef="#ctx0" brushRef="#br0" timeOffset="51731.2">22861 4994 950 0,'10'-9'-58'16,"-4"1"34"-16,-2-2 26 0,-1 0 9 0,-6 1 48 15,-1-1 11-15,0 1 23 0,-3 0 9 0,-4 1 17 0,1-1 7 16,2 1 6-16,-7 1 2 0,3 1-2 16,-5 1 2-16,-2 2-2 0,-2-2-5 0,3 3-1 15,-5 1-7-15,4-1-10 0,0 4-10 0,1-1-12 0,1 2-5 16,3 1-11-16,-1-1-6 0,2 2-4 0,-2 1-9 15,5 1-4-15,-1 2-4 0,3 0-8 0,1 0-10 16,0 2-1-16,3 0-4 0,4-1-5 0,0 0-2 16,0 2-8-16,7 0-3 0,0-5-12 0,1 2-18 15,4-2-11-15,4 3-20 0,2-5-16 0,1-2-11 16,-1-1-11-16,2-2-5 0,1-1 4 0,1-2 9 16,-1 1 5-16,0-7 7 0,-2 5 8 0,1-4 13 15,-2-3 8-15,2 0 10 0,-5 0 11 0,-7 2 15 16,3-1 26-16,-1-1 20 0,-3 4 20 0,-1-4 18 15,-1 1 12-15,-3 1 9 0,1 2 10 0,-3-2 4 16,0 2 12-16,0 1 0 0,0-2-2 0,-3 3-6 16,1-1-11-16,-1 2-16 0,-1 0-6 0,2 0-14 15,-2 1-7-15,4 3-10 0,-9 0-3 0,9 0 0 16,0 0-5-16,0 0-14 0,-11 4 4 0,8-1-17 16,-1 1 3-16,3 0-11 0,2 3 0 0,0-3-5 15,1 3-2-15,3-1 1 0,1 1 2 0,2 0 0 16,5 1 0-16,5 1-11 0,1-2-5 0,7 4-8 0,5-5-6 15,-2 1-6-15,2 0-5 0,0-2-7 0,5 0 0 16,-1-1 1-16,2-1 2 0,-2 0 3 16,3-1 5-16,-1-1 7 0,1-2-2 0,-4 0 5 0,6 1 2 15,-6-1 5-15,-2-5 6 0,-2 2-4 0,-8-1 0 16,0 0 3-16,1 0 6 0,-7 1 2 0,3-3 13 16,-6 2 7-16,-3-2 13 0,1 1 11 0,-4 1 6 15,0-1 17-15,-2 1 17 0,-1 0-13 0,2-1-8 16,-2 0 9-16,0 4 10 0,-1-2-17 0,-2-1 4 15,4 1-11-15,-3 3 12 0,-2 1-34 0,2-5-5 16,-2 5-5-16,3-3 6 0,-3 3-13 0,0 0 6 16,0 0-15-16,0 0 3 0,0 0-6 0,0 17 3 15,0-11-4-15,-1 1-4 0,-2 2 6 0,3 2-9 16,-1 1 10-16,2 2 1 0,0 3-4 0,1 2 3 16,1 2 0-16,-1 7 2 0,3 1-7 0,1-1 7 15,2-2-1-15,-1 4-7 0,4-2 5 0,-3 2 1 16,4 2 4-16,2 0-19 0,1-1-3 0,-5-2-6 0,4 2 6 15,-3-6-5-15,2 2-10 0,-7-6-1 0,3-4-1 16,-1 0 1-16,-3-1-1 0,1-3-7 16,-2-3-3-16,-2-3-4 0,-2 1 5 0,3-4 4 15,-2 0 7-15,-1-2 18 0,0-2 1 0,0 0 1 0,0 0 3 16,0 0 1-16,-5-14 2 0,-2 6 2 0,3-2 0 16,-1 0 1-16,1-4 4 0,-2-2 0 0,-1-2-1 15,-1-2 0-15,-3-5 2 0,3-2 0 0,-1 2-1 16,1-1 5-16,-1-2-7 0,2 2-1 0,-2-3 3 15,-2 0 2-15,2 1-1 0,-1 1 1 0,1-1 1 16,0 1 0-16,4 0 1 0,-2 4 0 0,5 4-3 16,-1 0 4-16,2-1-3 0,-1 3 2 0,2-1 5 15,0 5-11-15,2 0-1 0,0 3 3 0,2-2-1 16,-1 3-2-16,1 3 2 0,1-3-5 0,-2 4 3 16,4 0-4-16,0 1 1 0,1 1 1 0,-1 2 0 15,1 1-3-15,0 0-1 0,1 0 2 0,1 1-1 16,-3 2 1-16,1 1-6 0,2 1 3 0,-1 0-6 15,-3-1-2-15,-1 2 2 0,4-1 5 0,-2 2-1 0,-3 2-9 16,2 0 4-16,-1 0-4 0,1-3-1 16,-4 2-10-16,1-1-9 0,1 4-8 0,-1-5-8 15,-2 0-9-15,1 2-6 0,-2-3-9 0,-2 1-3 16,1 1-5-16,-2-2-8 0,-1 0-7 0,0 0-8 0,-1-2-10 16,-1 0-4-16,-1-1-10 0,1-2 1 0,0 0-9 15,6 0-4-15,-13-2 2 0,7-1 6 16,2-2 13-16,-1 2 6 0,0-2 8 0,2-2 13 0,1 1 4 15,2-2 15-15,0-3 8 0,0 0 2 0,2-1 11 16,1-5 7-16,3 5 3 0,-1-6 6 0,4 1 8 16,1-1 8-16,3 1 13 0,0-6 8 0,2 1 15 15,0-3 13-15,0 1 5 0,0 1 20 0,-3 5 20 16,-1 0 27-16,3-8 17 0,-5 9 13 0,-2 1 13 16,0 1 10-16,-1 3 9 0,-1 2 1 0,0 1-1 15,-1 1-10-15,-4 2-11 0,3-1-11 0,1 2-16 16,0 0-16-16,-4 2-12 0,3 1-8 0,-3 2-10 15,0 0-6-15,0 0-6 0,2 12-5 0,-2-5-3 16,0 5-5-16,2 0-7 0,-1 6-5 0,3 0 1 16,-4 3-3-16,6 0-2 0,-5 0-1 0,3 5-4 15,1 2 2-15,-1-8-6 0,4 6 2 0,0 0-2 16,0-2-2-16,0-4 1 0,0 0-1 0,7 3-3 16,-4-7-4-16,0 1-1 0,-1-3-4 0,3-1 2 0,-1 0-5 15,1-6-3-15,2 4-2 0,-2-8-3 16,2-1-7-16,-2-1 0 0,1-2-2 0,0-1 8 15,4-4-3-15,-7-1 1 0,6-1 1 0,-6-2 2 16,-1 2 3-16,0-4-1 0,1 0 3 0,-1-4 0 0,-1 1 2 16,-3-1 6-16,-3 4 18 0,2-1 15 0,-4 2 24 15,-1-1 5-15,-1 0 17 0,0 2-2 16,-3 1-8-16,1 3-2 0,-1-1 10 0,0 0-30 0,-2 3-3 16,1 0-8-16,-1 1-7 0,0 1-7 0,6 2 2 15,-10 0-2-15,10 0-7 0,-11 5-1 0,7-1-3 16,4 0 2-16,-4 3-1 0,1 0-4 0,3 0 0 15,3 1-2-15,0 1 2 0,2 1-11 0,1 1-13 16,3-3-12-16,2 1-22 0,4 0-30 0,3 1-38 16,2 1-47-16,-1-4-54 0,10 0-48 0,2-3-271 15,-11 0-579-15,3-6 256 0</inkml:trace>
  <inkml:trace contextRef="#ctx0" brushRef="#br0" timeOffset="52012.39">24789 4778 230 0,'-7'-3'317'16,"-2"2"3"-16,-2 0-2 0,-1-1 5 0,1 1-9 15,-3 0-18-15,2 1-29 0,4-1-26 0,0 2-31 16,2 0-11-16,-2 0-22 0,1 1-23 0,7-2-6 16,-8 3-21-16,5 1-12 0,1 0-12 0,-1 1 3 15,3 2-6-15,0-1-9 0,0 1 1 0,3 2-14 16,-1 2-12-16,5-2-3 0,0 4-2 0,2-2-6 0,-2 3-6 15,3-2-12-15,-5-1 2 0,7 1-5 0,-5 0-9 16,0-1-10-16,0-3-4 0,-2 2-14 16,1-2-8-16,-4-1-4 0,1-1-15 0,0-1-7 0,-2 0-11 15,-1 1-20-15,-4-1-11 0,3-1-22 0,-6 2-25 16,0-3-33-16,2-1-43 0,-5 3-58 0,-1-2-74 16,-1 1-218-16,-2-3-597 0,1 2 264 0</inkml:trace>
  <inkml:trace contextRef="#ctx0" brushRef="#br0" timeOffset="53417.15">25311 5055 76 0,'0'0'143'15,"0"0"-3"-15,0 0-4 0,0 0-11 0,0 0-8 16,0 0-8-16,0 0-4 0,0 0-7 0,0 0 1 15,0 0 6-15,0 0-2 0,0 0 3 0,0 0 1 16,0 0 2-16,0 0 3 0,0 0 6 0,0 0 0 16,0 0 3-16,0 0 1 0,0 0 5 0,13-8-5 15,-13 8 1-15,1-3-3 0,-1 3-7 0,2-5-8 0,-2 5-4 16,0 0-11-16,0 0-10 0,0-7-8 0,0 7-7 16,0 0-9-16,0 0-8 0,0 0-23 15,0 0-26-15,-5-3-34 0,5 3-37 0,0 0-39 16,-9 7-47-16,3-4-65 0,2 0-263 0,3 3-527 0,-4-2 233 15</inkml:trace>
  <inkml:trace contextRef="#ctx0" brushRef="#br0" timeOffset="60429.3">13569 7099 2058 0,'0'-16'95'15,"0"-2"60"-15,0 1 14 0,0 3 57 0,2 1 7 16,-2 1-23-16,1 1-23 0,-1 3-32 0,0 2-14 15,0-1 0-15,0 2-7 0,0 0-14 0,0 2-14 16,0-2-18-16,0 5-16 0,0 0-4 0,0 0-7 16,0 0-12-16,0 0 2 0,4 17-8 0,-1-7-7 15,1 3-2-15,-3 0-6 0,4 4 17 0,-1 2-20 0,2-1 0 16,-3 1-7-16,1 0 6 0,3-1-5 0,-1 1 11 16,-2 0-44-16,2-1-25 0,-2-1-33 15,3-3-23-15,-4 0-29 0,4-2-20 0,-3-1-28 0,-1-1-37 16,3 1-49-16,-3-5-49 0,1-1-262 0,-4-2-617 15,4-1 274-15</inkml:trace>
  <inkml:trace contextRef="#ctx0" brushRef="#br0" timeOffset="61226.15">13383 6924 222 0,'0'-6'261'0,"3"0"-26"0,-1 2-20 15,4 1-22-15,5-3-21 0,1 2-15 16,2 4-14-16,6 3-1 0,1 0-5 0,0 4-8 16,9 0-11-16,-1 3-10 0,-1 1-15 0,1 3-8 15,2 2-9-15,-4 2-7 0,-6-2-8 0,2 2-5 0,-1 1-6 16,-3 2-4-16,-6-3-6 0,2 3-3 0,-3-1-1 16,-2-4-7-16,-3 2-3 0,0 0-2 15,-3 2 0-15,-3-2-2 0,-1-2 0 0,-1-4-4 0,-3 2 3 16,-3 3 0-16,-1-4 23 0,-3 1 22 0,-3-2 10 15,-1 1 10-15,-4-4 3 0,0 0-1 0,0-1-3 16,-3-3 1-16,2 0-4 0,-2-3-1 0,-1 1 8 16,5-2-9-16,-2-1 11 0,5-1 9 0,1-1-3 15,2 1-4-15,0-1-11 0,4-1-4 0,1 1 6 16,0 0-19-16,2 0-13 0,-1-2-14 0,5 0-24 16,1 4-25-16,4-8-33 0,3 5-25 0,5 0-12 15,3 1-24-15,8-1-18 0,7 0-13 0,4-1-13 16,3 3-14-16,2 0-3 0,1 2-6 0,-2-2-13 15,1 0-4-15,3-1-9 0,-1 0 1 0,-4-4 0 16,6 3 6-16,-7-2 16 0,1-2 14 0,-5-1 14 16,1 1 19-16,-3 0 21 0,-10-2 14 0,-1 5 22 15,-5-3 36-15,-2-2 37 0,-4 4 24 0,0-3 26 0,-4 1 7 16,-2 2 7-16,-2-3 6 0,-2 0 4 0,-2 2 6 16,0 0 4-16,-5-2 16 0,-2 1-3 15,-2 2-9-15,0 0-5 0,-1 0-9 0,-2 1-4 0,1 2-9 16,3 2-5-16,-9 0-9 0,2 3-5 0,6 0-1 15,-1 2-9-15,3 0 0 0,-1 2-6 0,0-1-2 16,5 4-2-16,-8 2-6 0,7 1-4 0,1-5 3 16,-4 7 0-16,7-2-1 0,2-4-2 0,0 5-4 15,2-3 3-15,2-1-7 0,-1 0 2 0,2-2-2 16,2-2-1-16,0 2-3 0,-1-3 5 0,2-1-1 16,2 0-2-16,1-3-3 0,3 0 5 0,-3-2-3 15,3-1-2-15,1-1 3 0,-4-2-2 0,3-2-1 16,-1 1 5-16,-1-3 0 0,-1 1-1 0,2 1 17 15,-3-2 21-15,3 0 15 0,-3 2 13 0,-1-4 16 16,0 6 11-16,-2-2 0 0,1 2 2 0,-5 0 10 16,3 2-14-16,-4-3-9 0,3 4-11 0,-3 2-18 15,4-3-9-15,-4 3-1 0,0 0-9 0,11 1-11 0,-6 3 3 16,1 0-2-16,2 1 1 0,2 0-7 0,0 5-6 16,0-3 6-16,3 4-3 0,2-2-12 15,0 2-9-15,2-2-7 0,-5-3-8 0,4 6-5 0,-2-6-24 16,-1 1-4-16,1-4-11 0,1 2-9 0,-4-1-14 15,2-1-17-15,-3-3-10 0,2 0-18 0,-1-3-17 16,-1 1-12-16,-1-3-15 0,-3 0-15 0,3-3-13 16,-3-1-17-16,-1-3-9 0,-1 1-19 0,0-2-139 15,-2-6-414-15,-1-3 184 0</inkml:trace>
  <inkml:trace contextRef="#ctx0" brushRef="#br0" timeOffset="61929.34">14448 6742 8 0,'-5'-12'293'0,"2"7"9"0,0-4-21 16,0 4-19-16,3 3-24 0,-4-1-24 0,4 3-25 16,-1-5-28-16,1 5-15 0,0 0-10 0,0 0-19 15,0 0-10-15,-4 16-6 0,9-5-14 0,-2 3-9 0,3 1-5 16,-1 5-9-16,6 7-5 0,1 2-7 0,-1-1-2 16,0 1-5-16,2 3-20 0,-3 0 0 15,1 0 1-15,-3-1-17 0,0 1-7 0,-2 0-15 0,3-3-9 16,-5-2-19-16,-1-5-11 0,1-2-17 0,-4 1-14 15,0-3-6-15,0-1-12 0,0-4-16 0,-4-4-8 16,1 0-5-16,0-3-2 0,-2-1-9 0,3-1-8 16,-4-3 8-16,6-1 0 0,-11-1 12 0,11 1 10 15,-12-6 18-15,9-1 15 0,-2 2 11 0,1-3 8 16,-1-1 24-16,4-4 16 0,-3 5 21 0,3-5 23 16,1 1 27-16,-2 3 18 0,1 2 12 0,2-4 8 15,-1 4-2-15,0 0 1 0,2 1 0 0,0 1-13 16,1 0-6-16,1-1-6 0,0 4-8 0,3-1-1 15,3 2-4-15,1 0-9 0,1 2 0 0,4 0-8 16,4 3 1-16,1 0 0 0,2 1-6 0,1-2-1 16,6 2-1-16,-3 1-4 0,-2-2 1 0,-4-1-6 15,8-1 2-15,-3-1-6 0,-4 2 0 0,-4-3 5 0,1-1-2 16,-6-1-4-16,1 1 6 0,-2-1-3 0,-1-2 10 16,-4-2 12-16,0 1 14 0,-2 0 12 15,-1 0 0-15,-2-3-1 0,-2 0-6 0,-2 1 0 16,-5-3 3-16,-1 2-1 0,0 0-4 0,-3 2-4 0,0-1-3 15,-2 1-7-15,-1 3-2 0,1 1-5 0,-1 2-5 16,0 0 0-16,-2 0-4 0,1 4-4 0,0 2-1 16,-1 2-3-16,2 0 1 0,3-1-2 0,1 2 0 15,0 1-1-15,3 2 4 0,1 1-2 0,0 0-3 16,3-2-1-16,2 1 3 0,2-2-2 0,1 2 3 16,0-1-2-16,3 0 0 0,0-5-2 0,-1 1 1 15,1-1-2-15,2-4 4 0,2 1 1 0,1-3-4 16,-3 0 3-16,6 0-2 0,-2-4 1 0,2 0 0 15,-3-2 10-15,0-1 13 0,0-2 6 0,0 0 12 16,0 1 11-16,-2-3 13 0,-2 1 24 0,2 1 25 16,-3-1 9-16,-1 1 1 0,0 4-7 0,0-2 1 15,-1 1-9-15,4 2-15 0,-6-1-10 0,2 1-12 16,-2 1-16-16,-1 3-23 0,0 0-17 0,6-2-13 16,-6 2 16-16,5 7-20 0,-2-3-23 0,1 1-15 15,4 3-23-15,-2 2-20 0,-1 1-21 0,3 0-19 16,7 3-32-16,-7 1-41 0,3-3-41 0,3-1-53 0,-3-1-278 15,-2-1-607-15,2-3 268 0</inkml:trace>
  <inkml:trace contextRef="#ctx0" brushRef="#br0" timeOffset="62830.3">15706 6869 225 0,'0'-13'400'0,"2"6"-32"0,-1-4 1 16,-1 1-5-16,0-2-14 0,-1 3-11 0,-1-3-21 16,-2 5-19-16,1 0-17 0,1-3-24 0,-5 3-24 15,2 1-30-15,-1-2-20 0,-2 5-21 0,2 4-18 16,-4-3-13-16,0 3-15 0,-1 0-16 0,-2 3-14 15,2 2-8-15,-1 2-8 0,1 0-8 0,-2 2-5 0,1 3-9 16,4 2-6-16,-2 2-5 0,6-5 4 0,-1 5-11 16,5 0 1-16,0 1-1 0,5 0-9 15,3 0-5-15,1-1-2 0,3 1-7 0,0-2-9 0,8 4 2 16,0-2-7-16,0 1-10 0,-4-4-3 0,2-1-7 16,-1-1 10-16,0-2-12 0,-2 2-13 0,-3-4 6 15,-2-1-3-15,-1 0 1 0,-1 0-7 0,-5-3-3 16,1 0 2-16,0 0 2 0,-1-1 6 0,0 0 8 15,-3-1 0-15,0-3 7 0,-10 6 8 0,5-5 9 16,-4 1 16-16,0-1-8 0,-3-1 1 0,-2 1 3 16,5-1-5-16,-4-1 6 0,1 1-1 0,4-1-3 15,1 1 1-15,7 0-3 0,-13-2-1 0,9 1-6 16,4 1-17-16,0 0-12 0,-10 1-12 0,10-1 6 0,0 0-5 16,0 0-11-16,0 0 2 0,26 4-25 15,-12-4-9-15,4 1-9 0,4 1 4 0,8-2 6 16,-7 1 6-16,-1-2 6 0,1-2 8 0,6-2 8 15,1 0 5-15,-8 0 5 0,8-3 2 0,-9 1 6 16,1-3 8-16,-3 2 1 0,-3-3 7 0,-1 0 1 0,-4 0 8 0,-1 2 3 0,-5-4 6 0,2 3 13 16,-2-2 8-16,-3 1 10 0,-1 3 10 0,-2-2 0 15,-2 3 3-15,-1 1 3 0,-3-2-11 16,2 3-4-16,-4 2 0 0,-1-2 0 0,1 4-9 16,3-1-2-16,-4 4 1 0,1 0-4 0,-1 2-7 0,0 1 1 15,-3 1 3-15,5 2-3 0,1 0-3 0,-1 4 5 16,3-5-5-16,0 4 2 0,1-3 4 0,4 5-3 15,3-2 3-15,-3-1 1 0,4 0 3 0,0-1 10 16,7 0-13-16,-3-1-1 0,3-2-3 0,4-2-1 16,4 1-2-16,-1-2-4 0,-1-3-10 0,5-2-11 15,-3-2 1-15,4-1-15 0,-2-2-16 0,6-4-11 16,-1-4-21-16,-2 1-18 0,-5 1-9 0,6-6-14 16,-2 1-5-16,1-3 0 0,-1 0 3 0,-5-1 0 15,3-1 8-15,-5-1 9 0,0-2 7 0,-1-1 15 16,0 3 7-16,-7 6 31 0,-1-3 32 0,-3 2 37 15,0 6 35-15,0-5 36 0,-4 2 30 0,0 3 17 16,0 4 7-16,-1-2 3 0,0 3-6 0,-2 1-10 0,-2 2-12 16,2 0-20-16,-1 2-8 0,4 3 6 0,-13 3-31 15,5 1-8-15,2 0-4 0,-3 3-9 16,1 4-6-16,1 3-3 0,-2-1 0 0,3 2 1 0,2 3-4 16,2 1-2-16,0 2 4 0,2-1-1 0,4 7-8 15,5 1-5-15,0-3-2 0,-1 1-6 0,4-2-9 16,3 1-10-16,0-2-18 0,2-1-36 0,-4-4-22 15,2-3-34-15,0-2-39 0,0-1-52 0,0-4-52 16,4-1-67-16,-7-3-189 0,2-3-558 0,-2-1 246 16</inkml:trace>
  <inkml:trace contextRef="#ctx0" brushRef="#br0" timeOffset="63002.17">16495 6867 278 0,'-11'-9'367'0,"2"3"20"0,3 1-2 0,-1-2-2 15,2 2-10-15,1 1-26 0,1 3-32 0,-1-3-28 16,1 1-30-16,3 3-32 0,0 0-29 0,0 0-33 0,9-5-32 16,-9 5-49-16,21 4-54 0,-3-1-48 0,0 2-44 15,2 1-42-15,1 2-51 0,-2-1-62 16,2 0-77-16,-2 2-261 0,0-2-604 0,-2 1 267 0</inkml:trace>
  <inkml:trace contextRef="#ctx0" brushRef="#br0" timeOffset="65492.75">8836 8118 129 0,'-8'-1'145'0,"8"1"-8"0,-8 0-5 16,8 0-4-16,0 0-10 0,0 0-12 0,0 0-8 15,-7 1-14-15,7-1-10 0,0 0-7 0,0 0-6 16,0 0-3-16,0 0-7 0,0 0-6 0,0 0-2 16,14 9-1-16,-9-7-6 0,6 0-3 0,2-1-3 15,1 1-3-15,4-1 0 0,0 0 1 0,3-1-1 16,4 1-5-16,3 1-6 0,2-2 2 0,0 1-2 0,3-1-2 15,-1-1 0-15,0-1-5 0,-1 2-6 0,3 0 9 16,-4-1-2-16,4-1 2 0,-3 0-9 16,1 2 6-16,3 0 2 0,-4-1 0 0,3 1-3 15,2-3-3-15,-2 2 5 0,2 0-5 0,1 1 0 0,1 0 0 16,-1-2-6-16,0 1 6 0,3 1-3 0,-3-1 7 16,4 2-4-16,0-2-1 0,-3 2 1 0,4-1-10 15,0 0 8-15,-2 0 3 0,0 0 2 0,0 0-3 16,1 3 11-16,-1-2 6 0,-1-1 0 0,0 0-6 15,-1 0 5-15,0-1-4 0,7 2 1 0,-7-2-3 16,4 1-1-16,2 0 0 0,13 0-6 0,-16 0 1 16,17-2 2-16,-6 2 2 0,-9 0-4 0,17 0-1 15,-8 0 1-15,5-1-2 0,-15 1-2 0,0 0 0 16,18 0 4-16,-7-1-4 0,-12 1-2 0,16 1-1 16,-16-1-1-16,2 1 4 0,13-1 0 0,0 0-1 15,-14 2-1-15,0-2-3 0,13-2 5 0,-13 4-2 16,15-1 2-16,-15 1-1 0,14 0-1 0,1-2-1 0,-16 3-1 15,15-3 2-15,-14 1 2 0,14-1-4 0,-16 1 1 16,3-1-1-16,-1-1-1 0,16 0-1 16,-16 1 4-16,13 0 0 0,-13 1-1 0,-1-1 1 0,15-1 0 15,-17-1-2-15,2 4 1 0,2-4-4 0,13 1 1 16,-15-2 1-16,-2 3 0 0,17 0 1 0,-15-1 1 16,1 0 0-16,0-1-2 0,-2 1-1 0,0-3 0 15,1 3 9-15,0 0-13 0,-3-2 8 0,3-1-3 16,0 3 5-16,16 1-5 0,-15-3 0 0,-3 2 1 15,1 0 1-15,2-2 0 0,0 2-2 0,11-3-3 16,-9 2 4-16,-2 2-1 0,12-2 0 0,-13-2 0 16,16 4 0-16,-16 0 2 0,1-1-2 0,13-1-1 15,-13 0 3-15,-3 0-4 0,5-2 1 0,11 3 0 0,0 1 0 16,2-2 2-16,-1 0 0 0,-14 2-1 16,13-2-1-16,0 4 2 0,1-5 2 0,-2 2 1 15,2 1-3-15,1 0-4 0,0-1 6 0,-1 1-1 0,1-3-2 16,0 0 1-16,3 1 2 0,-4 2-6 0,1-1 4 15,3 0-1-15,1 1 2 0,2-1-2 0,-1-1 0 16,1 1-1-16,2 1 2 0,3 0-4 0,0-1 4 16,-1 2-5-16,-2-2 7 0,3 2-3 0,-1-2-2 15,1-2 3-15,-3 3 0 0,4 1-1 0,1-2-2 16,0 2 2-16,0 1 5 0,-1-2-3 0,-1-2-4 16,29 4 2-16,-26-2 0 0,-5 0 0 0,2 0-3 15,-1-2 0-15,0 2 3 0,3 2-3 0,1-4 5 16,0 2-5-16,-1-1 6 0,1-2-2 0,-1 6-1 15,29-8 3-15,-31 4-10 0,-3 1 5 0,3-3 2 16,2 3 0-16,-8 0 0 0,6-1 0 0,3 0 0 16,-6-2 0-16,2 2 3 0,-2 0 0 0,-1-1-3 15,4-1 0-15,0 2-2 0,-3 0-1 0,3-3 4 0,-4 3 0 16,0-2-1-16,-3 2 0 0,2 1-3 16,-2 0 4-16,-2-2-2 0,-1-1-5 0,2 3 7 15,-6-4 0-15,4 3 1 0,-4-1-3 0,3 1 1 0,0 0-1 16,-3-2 3-16,-13 2-2 0,16 0 0 0,-4 1-1 15,-10-1 2-15,12 1-1 0,-14 0 2 0,-1 1-2 16,2-1 0-16,11-3-1 0,-12 2 1 0,0 0 1 16,-1 1-3-16,2-3 2 0,-3 2-3 0,4 1 3 15,-2-2-1-15,-2 1 2 0,1 1 3 0,-1-2-8 16,-1 0 7-16,0 4-2 0,-1-4 0 0,-1 1-1 16,1-1 1-16,-1 0-4 0,-1 1 5 0,-5-1-1 15,0-1-2-15,1 0 4 0,-5-1-9 0,3 2 7 16,-6 1 0-16,-1-1-1 0,1 0 4 0,-3 1-2 15,1-1-2-15,-4 1-4 0,-2-1 5 0,0 1-1 16,-4 0-1-16,-3 0 3 0,2-1-2 0,-3 1 2 16,2 0-4-16,0 0 2 0,-2-1-3 0,-1 1 3 0,-1 0 2 15,2-1-7-15,-3-3 7 0,3 4-4 0,-2 0 3 16,2-1 1-16,-3 1-3 0,2-1-5 16,0 0 9-16,0 1-5 0,1-1 2 0,-2 1-1 0,4-2 3 15,-6 1-2-15,4 0 2 0,-7 2-5 0,11-3 3 16,-7 2 1-16,2 0-2 0,0-1 1 0,-6 2 1 15,9-2-2-15,-5 0 2 0,0 0 0 0,-4 2 1 16,5-2 1-16,2 1-1 0,-7 1 4 0,0 0 8 16,4-4 0-16,-4 4 2 0,0 0-7 0,0 0-1 15,4-1 1-15,-4 1-4 0,0 0 2 0,0 0-5 16,0 0 1-16,0 0-2 0,0 0 0 0,8 7 0 16,-8-7-1-16,0 6 0 0,0-2-3 0,0-4 0 15,-4 8 1-15,6-1 3 0,-4 0-3 0,4 2 4 0,-2 2 14 16,-2 1 3-16,4 2-2 0,-2 1 0 15,0-1 5-15,0 4 7 0,-2 2 3 0,2-2-3 16,2 2-1-16,0-1-4 0,-2 0-2 0,2 1-2 16,1 0-1-16,-2 7 2 0,2-8-2 0,0 3-4 0,0-3 0 15,1 0 1-15,2 2 12 0,-1-2 8 0,-1-1-6 16,2-5-3-16,-1 5-2 0,-1-6-1 16,2 5-7-16,-4-5 4 0,1 2-6 0,1-5 0 0,-1 3 3 15,1-4-3-15,-1 0-3 0,-2-3-5 0,2 4 0 16,-2-4 2-16,3 0 2 0,-2 0-5 0,0-1 3 15,0 0-1-15,-2-2 0 0,1 3 0 0,-1-5-4 16,3 3 6-16,-3-3 2 0,1 4 6 0,-1-4-1 16,3 4-3-16,-3-4 1 0,0 0-2 0,1 4-4 15,-1-4-4-15,0 0 2 0,3 3 2 0,-3-3-1 16,0 3-3-16,0-3 4 0,0 0-6 0,5 4 3 16,-5-4-2-16,0 4 2 0,0-4-2 0,2 4 1 15,-2-4-2-15,5 5 2 0,-5-2-4 0,0-3 2 0,0 5-1 16,0-5 1-16,4 2 1 0,-4-2-2 15,4 4-1-15,-4-2 2 0,0-2-4 0,0 0-11 16,2 6-11-16,-2-6-10 0,1 2-4 0,-1-2-11 0,3 4-14 16,-3-4-16-16,0 0-15 0,0 0-18 0,3 4-15 15,-3-4-18-15,0 0-8 0,0 0-16 0,0 0-18 16,0 0-18-16,0 0-116 0,0 0-344 16,1 3 152-16</inkml:trace>
  <inkml:trace contextRef="#ctx0" brushRef="#br0" timeOffset="67711.42">20775 8599 1 0,'0'0'92'0,"0"0"-14"16,0 0-7-16,0 0-4 0,0 0-6 0,0 0-2 15,0 0-12-15,-5 3 6 0,5-3-5 0,0 0-3 16,0 0-2-16,0 0 1 0,-3 4 13 0,3-4-9 15,-1 3-3-15,1-3 9 0,-4 3 15 0,4-3-1 16,-6 4 2-16,2-3-5 0,4-1 1 0,-7 3 0 16,1-2-4-16,0 0 3 0,1 1-9 0,-1-1 3 0,-2 1-1 15,-3-2-3-15,0 1-3 0,0-1-3 0,2-1-2 16,-3 2-11-16,-2-1 12 0,1 0-1 16,0 0-7-16,-8 0 1 0,2-1-3 0,1 1-7 0,0 0 0 15,-3 0-3-15,-1 1-4 0,-1-2-2 0,2 1 0 16,-9 0 1-16,8-3 4 0,-2 3 3 0,1-2-3 15,-7 2 1-15,4 2-5 0,3-4-3 0,-8 4-6 16,2-2 7-16,-1 0-4 0,2 0 1 0,-4-2 5 16,9 2-6-16,2 2 3 0,-8-4-1 0,6 4-2 15,-5-4 0-15,5 1-2 0,0 1 2 0,0 0-4 16,-8-1 3-16,3 2 4 0,8-1 0 0,-3 0 4 16,-1 0 0-16,-5 0 0 0,6 0-4 0,-6-1-2 15,1-2 0-15,3 5-3 0,-5-2-1 0,2 0 2 16,-2 2-4-16,2-3 1 0,-2 1-1 0,1 0-2 15,-1-1-1-15,0 2-2 0,0-1 0 0,-1 0-1 16,1 1-3-16,0-1 0 0,0 0 2 0,-4 0 0 0,3 0-1 16,-2 0 1-16,2 1 2 0,0 1-6 0,-1-2 1 15,0 1 2-15,-1-1 0 0,3 0 0 16,-4-4 0-16,4 5-1 0,-1-1 0 0,-2 0 0 16,2 2 0-16,-2-5 2 0,1 3 0 0,2 3-2 0,1-3 1 15,-5 1-2-15,4-1-1 0,-2 2 2 0,-1-2-2 16,3 1-1-16,0 0 0 0,-3-1 1 0,2 0 2 15,1 4-1-15,0-4-2 0,2-1 4 0,-2 2-2 16,-3 0-2-16,5-1 1 0,-6 1 0 0,5-1-3 16,-1 2 0-16,0-2 4 0,0 1-2 0,-1-2 2 15,4 1-2-15,-2 1 2 0,-2-1-3 0,8 0 1 16,0 0 1-16,-10 1-2 0,2-2 4 0,9 2-4 16,-9-2 1-16,2 1 0 0,-2 0-2 0,0 1 7 15,-1-2-4-15,-2 2 2 0,6-2-1 0,-4 1-2 16,1-1 1-16,0 1 0 0,0 1 0 0,-2-1-1 15,0 0-3-15,1 0 3 0,-2 1 0 0,0-1-3 16,0 0 3-16,-2 0 3 0,1 1-6 0,0-1 5 0,-2-1-2 16,-1 2 1-16,5-1 1 0,-5-1-1 0,1 2-1 15,-2-1 0-15,-2 2 2 0,2-2-3 0,-1 1 0 16,-2-2 3-16,4 2-4 0,-4 2 4 0,-2-2-2 16,5 0 4-16,-3-1 6 0,-2 2 14 0,3-2 0 15,-2 1 0-15,2-2-3 0,0 3 8 0,-1-1-10 16,1-1-2-16,0 2-3 0,1-2 2 0,-1 1-2 15,0 3-4-15,2-4-1 0,-1 1 1 0,-2-1-1 16,4 0-1-16,-1 1-1 0,-2-1-5 0,1 1 6 16,-2-1-5-16,3 2 4 0,-1-2-3 0,-2-2 2 15,3 2-2-15,2 2 0 0,-3-2 0 0,-14-7-2 16,16 9 3-16,-1-2-4 0,2-2 3 0,0 4-3 16,-2-1 3-16,2-1 3 0,-4 0-4 0,4 0-3 0,-1 0 1 15,0 0 2-15,-1-1 1 0,2-1-2 16,-4 6-3-16,6-6 5 0,-3 3-1 0,1-2 1 15,2 1-2-15,-2 0 2 0,2-2-4 0,-3 2 3 0,0-1-4 16,-1 1 3-16,3 0-1 0,-5-1-4 0,3 1 6 16,0-1 0-16,-2-2 0 0,2 3-1 0,0-2 1 15,-1 3-2-15,-1-4 4 0,-2 3-4 16,4 0-2-16,-3 0 7 0,-1-1-1 0,-11 1-2 0,12 0-2 16,-1-1-1-16,1 1 3 0,-1 0 2 0,1 0-4 15,0-2 0-15,-13 2 2 0,13 0 4 0,-2 0-5 16,-12 2 0-16,13-1-1 0,1-1 6 0,-13 0-6 15,14 0 1-15,-3 1 4 0,3-1-6 0,-2 0 3 16,0 0 0-16,0 2-3 0,-14-4 6 0,14 4 1 16,-1-2-2-16,-12 1-3 0,13 0 1 0,-11-1-1 15,12 1 1-15,-3-1 0 0,-10 2 3 0,11-2-2 16,-9 1 0-16,-4-1 1 0,1 1 1 0,15 0 1 16,-16-2-5-16,17 2 2 0,-5 1-3 0,2-1 3 0,-12-1 2 15,10 0-1-15,2 0-2 0,-11-1 2 16,11 2-2-16,2 0 2 0,-2-1-2 0,0 1 0 15,-11-3 5-15,12 3-7 0,-1-1 6 0,1-1-3 0,-1 1-1 16,3 0-4-16,-4 1 3 0,4 0 4 0,-2-1-2 16,3 2-1-16,-3-2 0 0,3 1-1 0,2-1 1 15,-4 2 4-15,2-2 0 0,0 0-1 0,0-2 5 16,4 2-6-16,-2 0 3 0,0-1 0 0,1 2 0 16,-1-2-2-16,2 2-1 0,0-1 0 0,0 2-5 15,-1-2 3-15,2 1 0 0,-5 0 2 0,5-1 0 16,-1 1-3-16,-1 1 0 0,1-4-5 0,-3 2 5 15,3 0-1-15,1 2 2 0,2-1-2 0,-2-1 2 16,1 1-2-16,-2 0-1 0,5 2 3 0,-1-2-7 16,-1-1 9-16,-3 1-3 0,7 1 1 0,5-1 0 15,-8-1-1-15,6 2 0 0,1 0-1 0,-6-2-1 16,7 1-2-16,-2 2 1 0,2-2 4 0,-1 2-3 0,3-2-1 16,-3 1 2-16,1 0 0 0,0-1-4 0,0 0 3 15,1-1 0-15,-3 2 0 0,5 0 1 16,-1 0-2-16,-2-1 1 0,0 0-1 0,1 0 1 15,-4 1-1-15,6-1 2 0,-3 1 2 0,2-2-5 0,-2 1 0 16,0 1-1-16,2-1 5 0,-3 1-1 0,2-2 0 16,1 2 2-16,-4 2-6 0,3-4 3 0,-1 1-8 15,-1 1 10-15,4 0 4 0,0 0-7 0,-2 0 0 16,3 0-4-16,-4 1 3 0,3 0 4 0,1-2-1 16,-1 2-6-16,6-3 5 0,-2 1-3 0,0 1 2 15,0-1 1-15,2 1 0 0,0-1-3 0,2-1 7 16,3 1-5-16,-3 2 2 0,4-2-1 0,-1-1-1 15,0 1 0-15,-3 2-3 0,1 0 2 0,2-3 2 16,1 1 0-16,-1-1 4 0,3 1-3 0,-3 2-3 16,2-3 12-16,-3 3-8 0,2-1-6 0,0-1 1 15,0 1 1-15,-2 1-1 0,2-1 0 0,0-1 3 16,-2 1-2-16,-2 2 4 0,5-1-5 0,-2-1 1 0,-1 1 4 16,-5 1-2-16,5-2 0 0,-2 2 0 0,1-1-3 15,5-1 1-15,-5 5 1 0,2-5-1 16,1 1 3-16,0-2-2 0,2 2 1 0,-1-1 0 0,0-1-2 15,2 2 5-15,-3-2-5 0,4 2 0 0,3-3 2 16,-7 3-5-16,7-3 3 0,-8 2 2 0,8-2 0 16,-4 3-2-16,4-3 2 0,-4 1-1 0,4-1 2 15,-5 4 2-15,5-4 0 0,-3 1-3 0,3-1-2 16,0 0 1-16,-4 2 1 0,4-2 0 0,0 0 2 16,-7 3-2-16,7-3-1 0,-7 3 2 0,7-3-2 15,-4 2 3-15,4-2-2 0,-8 4 0 0,8-4 8 16,-6 1-8-16,4 1 0 0,2-2 1 0,-7 2-4 15,7-2 14-15,-7 2-12 0,7-2-1 0,-5 0 2 0,5 0 0 16,-7 5 0-16,7-5 3 0,-6 1-6 16,6-1 9-16,-5 3-5 0,5-3-7 0,-4 2 5 15,4-2 3-15,-5 1-2 0,5-1 2 0,0 0 12 16,-7 0-3-16,7 0 8 0,0 0 9 0,0 0 7 0,0 0-5 16,-11 0 0-16,11 0-4 0,0 0 9 0,-10-1-1 15,10 1 1-15,-5-1 2 0,5 1-1 16,0 0-4-16,-8 0 0 0,8 0 3 0,-7-4 10 0,2 3-17 15,5 1 2-15,-9-5 12 0,5 4 2 0,4 1 4 16,-5-5-4-16,1 3-2 0,0-1 7 0,2 0-1 16,-3 0 8-16,5 3-1 0,-4-9-6 0,0 5 6 15,1-1-1-15,0 0-2 0,3 2-2 0,-1-3-3 16,-2-2-3-16,2 2-1 0,-2-2 1 0,2-2-6 16,-1 1 5-16,2-4-4 0,0 4 2 0,0-4 0 15,-2 1 4-15,-1 0-7 0,3 0 6 0,0-2-6 16,0 2 0-16,0-3 0 0,-4-3 0 0,4 0 2 15,0 2 3-15,-3 2 4 0,3-4 2 0,-3 1-3 0,1-2-2 16,-1 1-1-16,0-1-3 0,-1 5 5 16,4-3 6-16,-4-1 0 0,0 3-4 0,1 2-4 15,2 3-5-15,-2 1-3 0,3-2-4 0,-1 0 0 0,-2 1-6 16,2 3-1-16,-1 1-4 0,1 1-3 0,1-1-1 16,-1 2 1-16,-1 0-6 0,1-1 2 0,1 5-5 15,0-7 7-15,0 7-9 0,0-5-1 0,-1 1 4 16,1 4-10-16,0 0-4 0,-2-6-9 0,2 6-14 15,2-9-14-15,-4 6-31 0,2 3-49 0,2-7-64 16,-1 3-66-16,-1-3-62 0,1 1-91 0,-1-2-453 16,2 1-928-16,0-4 412 0</inkml:trace>
  <inkml:trace contextRef="#ctx0" brushRef="#br0" timeOffset="78228.36">16341 8149 90 0,'0'0'150'0,"2"-3"-2"0,-2 3-10 0,1-2-3 16,-1 2 0-16,0 0-5 0,0 0-6 0,1-4-5 15,-1 4-5-15,0 0-7 0,0 0-2 0,0 0-1 16,0 0-2-16,0 0-6 0,0-5-4 0,0 5-4 15,0 0-2-15,0 0-7 0,0 0-4 0,0 0-1 16,0 0 1-16,0 0-4 0,0 0 0 0,0 0 0 16,0 0 2-16,0 0-6 0,0 0 6 0,0 0-3 15,0 0 3-15,0 0 0 0,0 0 2 0,0 0 4 16,0 0 1-16,0 0 6 0,0 0-6 0,-1-7-4 16,1 7-11-16,0 0 2 0,0 0-10 0,1-4 1 15,-1 4-4-15,0 0-1 0,0 0-3 0,-1-5-5 0,1 5 3 16,0 0 0-16,0 0-19 0,0 0-7 15,0 0-3-15,0 0-9 0,0 0 0 0,0 0 7 16,0 0-6-16,0 0 3 0,1 13-7 0,-2-8 0 0,1 2 1 16,0 1 14-16,0-1-19 0,1 3 5 0,-1 3-4 15,0-1 2-15,0-1-7 0,2 7 13 0,-2-1-8 16,0 2 1-16,1 0 0 0,3-1 10 0,-4 0-17 16,0 0 2-16,3-1 5 0,-3-1 1 0,3 1-2 15,-3 1 8-15,1-5-3 0,1 0-3 0,-2 2-1 16,0-5 6-16,1 1-3 0,-1 1 8 0,1-3-1 15,-1 1-1-15,0-5-1 0,2 3-3 0,-2-1 1 16,0-1 1-16,0-1-3 0,-2 2 3 0,2-2 6 0,-1 0 5 16,1-1-6-16,-1 2 10 0,-1-2 4 15,2 1 17-15,-1 0-20 0,-1-1 0 0,1 2-1 16,1-1 8-16,-3 2-11 0,3-2 3 0,-4 2 0 0,3 0-1 16,-1-2-6-16,1 3 1 0,0-2-2 0,-1 1-4 15,2-1 1-15,-2 0-5 0,-1 1-3 0,3-2 2 16,0 0 2-16,0 0-2 0,0 0 1 0,0 0-2 15,0-5 6-15,0 7-6 0,0-7-10 0,0 5-17 16,0-5-27-16,5 3-34 0,-5-3-40 0,0 0-55 16,0 0-62-16,0 0-72 0,0 0-87 0,0 0-212 15,3-13-657-15,-4 8 291 0</inkml:trace>
  <inkml:trace contextRef="#ctx0" brushRef="#br0" timeOffset="79135">12359 8282 89 0,'0'-5'333'0,"0"0"-9"0,-1-1-6 16,2 1-15-16,-1 0-3 0,0 1-11 16,0-1-8-16,0 5-3 0,0-8-9 0,3 4-7 15,-2 1-14-15,-1 3-15 0,3-4-27 0,-3 4-12 0,0 0-31 16,0 0-15-16,2-1-14 0,-2 1-12 0,0 0-4 16,10 5-9-16,-6-1-10 0,0 0-3 0,-1 3-9 15,2 1 6-15,1 2-3 0,-2 1-8 0,-1-1-7 16,1 1-10-16,1 1-5 0,-1-1-6 0,-2 2-5 15,-1 1-5-15,2-1-3 0,-1 0-1 0,2-1 2 16,-1 2-2-16,-2-1-2 0,-1-1-5 0,3 1-15 16,-3-1-23-16,2-2-29 0,-2-4-30 0,0 1-35 0,1-1-36 15,0 0-41-15,1-2-31 0,-2 1-30 16,0-1-29-16,0-4-39 0,1 5-47 0,-1-5-313 16,0 0-720-16,0 0 319 0</inkml:trace>
  <inkml:trace contextRef="#ctx0" brushRef="#br0" timeOffset="79541.23">12271 8240 172 0,'0'0'309'0,"1"-9"-12"0,-1 6-14 0,0-2-24 15,5 1-6-15,2 2-17 0,-1-2-11 0,5 0-13 0,2 0-9 16,-2 2-24-16,4 0-15 0,0 2-15 0,4 2-16 16,0-1-5-16,0 1-14 0,4 4 1 0,-4 0-25 15,0 3-5-15,1-1-6 0,1 3-16 0,-3-1 5 16,-2 4-13-16,0 0-10 0,-2 1-1 0,1 0-2 16,-3 1-4-16,2-1-4 0,-5-1-7 0,0 0-3 15,1 2 1-15,-6-5-2 0,-2 3 2 0,0-2-6 16,0-1 10-16,-1 1-10 0,-2-1-4 0,-3-1 2 15,0-1 1-15,-4 2 8 0,-1-4 15 0,0 1 6 16,-1 0 3-16,-6-1 26 0,-2 1-16 0,2-2-4 16,-2-1-1-16,5 0-6 0,-6 0-1 0,-1-2-6 15,6 0-3-15,0-2-5 0,-1 0-1 0,4 0-3 0,-4-1-3 16,7-1-7-16,-4 2 1 0,6-1-8 0,6 0-26 16,-12-1-30-16,12 1-63 0,-8 0-47 0,8 0-57 15,0 0-56-15,0 0-54 0,0 0-64 0,20-6-215 16,-10 2-646-16,0 1 285 0</inkml:trace>
  <inkml:trace contextRef="#ctx0" brushRef="#br0" timeOffset="80042.75">12838 8331 84 0,'0'-4'287'0,"1"-1"-8"0,0 0-6 16,2 0-11-16,-3-1 0 0,2 2-12 0,-2 4-5 15,1-7-8-15,-1 3-7 0,1 1-12 0,-1 3-13 16,2-6-25-16,-2 6-14 0,0 0-21 0,2-5-19 16,-2 5-14-16,0 0-3 0,0 0-15 0,0 0-8 15,0 0-6-15,-2 19-5 0,2-8 5 0,-2 0 11 16,-2 1-5-16,4 0-9 0,-3 2 1 0,1 2-4 15,0-4 0-15,1 0-5 0,0 1-2 0,-1 1-8 16,2 0-5-16,0-4-4 0,2 3-2 0,-2-1-5 16,1-4-6-16,0 3-1 0,1-2-2 0,-1-3-6 0,3 4 1 15,-4-5-2-15,3 2-9 0,1-3 11 0,0 1-11 16,3-1-3-16,-2-3-25 0,2 0-45 0,1 0-30 16,3 0-25-16,-3 1-30 0,-1-2-24 0,0-2-39 15,2 1-36-15,-2 0-34 0,1-1-37 0,-1-1-25 16,-3 2-216-16,4-2-596 0,-5 1 264 0</inkml:trace>
  <inkml:trace contextRef="#ctx0" brushRef="#br0" timeOffset="80245.87">12797 8470 140 0,'0'0'290'0,"-5"-2"-3"16,5 2-9-16,-6-7-9 0,5 6-6 15,1 1-17-15,0 0-16 0,0 0-26 0,1-9-27 0,-1 9-14 16,7-2-16-16,-2 0-19 0,1 1-14 0,-1-1-13 16,2 0-31-16,1 1-38 0,3-1-37 0,-1 1-38 15,2 1-48-15,-6 0-46 0,5 0-50 0,0 0-50 16,1 1-170-16,-2-2-440 0,-2 2 195 0</inkml:trace>
  <inkml:trace contextRef="#ctx0" brushRef="#br0" timeOffset="80589.69">12989 8424 136 0,'0'0'218'0,"9"2"-5"16,-6 0-7-16,-3-2-11 0,8 3-11 0,-4-1-12 15,0 2-8-15,3 0-13 0,-3 1-12 0,0-2-13 16,2 3-10-16,-3-1-13 0,2 1-6 0,-1 1-7 15,-3-1-10-15,3 0-5 0,-2 2-6 0,0 1-6 16,0-1-6-16,-2-2-3 0,0-1-7 0,0 3-1 16,-2-3-3-16,1 2 6 0,-2-3 3 0,3 3 4 15,-5-3 1-15,2 0 6 0,-3-1 8 0,3 3 8 0,0-3-3 16,-1-2 8-16,4-1-3 0,-8 1-4 16,8-1-5-16,0 0-10 0,0 0-5 0,0 0-8 0,-14-5-2 15,13 4-3-15,1 1-6 0,1-10-23 0,1 6-15 16,3-1-33-16,0 0-25 0,-1-1-25 0,6 0-28 15,1 1-30-15,0 1-25 0,1-1-15 0,1 0-20 16,3-2-11-16,3 1-4 0,-7 1-5 0,7 1-5 16,0-3-128-16,-6 5-384 0,1-2 170 0</inkml:trace>
  <inkml:trace contextRef="#ctx0" brushRef="#br0" timeOffset="81146.97">13247 8462 760 0,'6'-2'-30'0,"0"-1"28"0,-3 0 27 0,-2-1 20 16,-1 4 16-16,3-3 22 0,-3 3 19 0,0-5 25 15,0 5 11-15,-7-8 14 0,2 5 6 0,-2 2 6 0,2-4 5 16,-1 4 2-16,-1-2-10 0,-2 0 6 15,2 1-11-15,2 1-7 0,-7 0-3 0,6 3-6 16,-5 3-7-16,4-3-10 0,-3 0-7 0,4 1-9 0,-4 2-9 16,2 1-16-16,-1 1-2 0,2 1-10 0,0-1-7 15,0 1-5-15,2-2-7 16,0 3-8-16,3-2-2 0,1 0 1 0,-1 0 1 0,1-2-14 16,1 1-6-16,1-2-21 0,1 1-14 0,2 1-18 0,3-3-24 0,-2 1-22 0,3-3-15 15,1 1-18-15,1-2-14 0,0 0-14 0,-2 0-6 0,5 0-4 16,-2-3 4-16,3 1 8 0,0-2 19 0,-3 1 10 15,-2 1 10-15,-2-2 10 0,1-1 12 0,0 0 16 16,-2 0 27-16,0 0 28 0,1-1 20 0,-3 1 24 16,-1 1 19-16,1-1 21 0,-1 1 8 0,0 2 2 15,0-2 7-15,-3 4 0 0,5-4 1 0,-5 4-11 16,5-3-8-16,-5 3-12 0,0 0-10 0,0 0-8 16,4-1-1-16,-4 1-8 0,0 0-1 0,0 0-5 15,-3 12-6-15,2-7-2 0,1 1-3 0,0 1-1 0,4-1-3 16,-4 2-4-16,0-2 1 0,3 2-6 0,0 2-8 15,0-4-8-15,2 0-7 0,-4 0 5 16,3 0-8-16,-2-2 0 0,0 0-1 0,4 0 4 0,-5-4 2 16,-1 0-2-16,8 1 1 0,-8-1 4 0,0 0 2 15,12-5 2-15,-6 1 1 0,-2 0-4 0,3-1 8 16,-4-2-2-16,-1 1 7 0,5 0 12 0,-3 0-1 16,0-2 5-16,0 2 6 0,2 1 8 0,-2-2 0 15,0 1-1-15,4 1 4 0,-4-2 3 0,-1 3 1 16,0-1-4-16,1 1-5 0,-4 4-6 0,3-4-11 15,1 3 1-15,-4 1-4 0,0 0 5 0,10 1 0 16,-10-1-8-16,6 6-2 0,-5-3 3 0,3 2-2 0,-4 2-5 16,4-2 6-16,1 0-6 0,-1 1 0 15,1 1-2-15,-1-2 2 0,1 0-26 0,-2-1-15 16,1 3-20-16,2-4-20 0,2 1-30 0,-3-1-37 0,2 0-46 16,0-2-56-16,-1-1-47 0,-6 0-235 0,14-1-570 15,-11 0 253-15</inkml:trace>
  <inkml:trace contextRef="#ctx0" brushRef="#br0" timeOffset="81334.45">13482 8310 211 0,'-4'-4'349'0,"-1"0"-25"15,5 4-37-15,-1-5-26 0,1 5-30 16,-3-5-29-16,2 1-34 0,1 4-55 0,0 0-55 15,0 0-66-15,0 0-85 0,0 0-91 0,0 0-137 0,5 17-346 16,0-9 154-16</inkml:trace>
  <inkml:trace contextRef="#ctx0" brushRef="#br0" timeOffset="82165.7">17952 8216 24 0,'1'-7'340'16,"-1"4"-12"-16,0 3-22 0,0 0-15 0,-3-5-14 15,3 5-4-15,0 0-4 0,0 0-13 0,0 0-13 16,0 0-16-16,3-5-20 0,-3 5-30 0,0 0-12 16,0 0-25-16,0 0-6 0,0 0-16 0,0 0-4 15,4 12-18-15,-1-7-8 0,1 1-8 0,-4 2-10 16,3-3-7-16,2 8-2 0,-2-4-7 0,2 2-7 0,-3 1-4 16,-1-1-5-16,3 6-4 0,-1-5-5 0,0-1-28 15,-1 2-42-15,1-1-37 0,2-2-36 0,-3 0-42 16,2-1-50-16,-3-1-62 0,3-2-60 0,-1 0-239 15,-3 1-615-15,3-2 272 0</inkml:trace>
  <inkml:trace contextRef="#ctx0" brushRef="#br0" timeOffset="82525.07">17836 8198 49 0,'-1'-4'344'0,"-2"0"-12"0,3 4-13 16,0-5-21-16,0 5-19 0,4-5-17 0,-4 5-27 15,10-4-15-15,-2 3-17 0,3 1-16 0,1 0-18 16,8 1-15-16,1 3-18 0,-2-2-13 0,5 3-6 16,-1 2-11-16,6 2-4 0,-9-1-15 0,8 3-5 15,-8-1-7-15,0 3-8 0,-2-2-10 0,1 3-6 16,-5 0-6-16,1 1-4 0,-4 0 10 0,2-1-15 15,-5 3 0-15,-1-1-7 0,-3-3-6 0,0 2-3 16,0 1 0-16,-1-5 2 0,-3 3-8 0,-5-1 13 16,2 0-15-16,-4 0-1 0,2-3 7 0,-4 1 0 0,-3-1-10 15,3-2 0-15,-5 2 1 0,-1-3-10 0,0 1-9 16,0-3-19-16,2 0-18 0,-5 1-25 0,4-3-32 16,-2 0-40-16,2-1-40 0,0-1-45 0,5-2-49 15,0 1-36-15,-1-1-201 0,5-1-559 0,5 2 248 16</inkml:trace>
  <inkml:trace contextRef="#ctx0" brushRef="#br0" timeOffset="83353.16">18440 8371 31 0,'0'-5'343'16,"0"5"-12"-16,0-5-14 0,0 5-13 0,-3-3-13 15,3 3-17-15,-1-4-14 0,1 4-19 0,0 0-18 16,0 0-20-16,0 0-21 0,0 0-27 0,0 0-9 15,0 0-9-15,-11 6 9 0,8-1-1 0,2 1-8 0,-4 2-11 16,3-2-9-16,-1 5-3 0,1 1-8 16,2-2-4-16,-2 2-9 0,2 1-6 0,0 0-5 15,0 0-13-15,0-2-2 0,0 2-9 0,3-1-4 0,-2-1-5 16,2 1-6-16,0-1-3 0,1 0-2 0,0-1-7 16,2-1 1-16,0-3-5 0,-2 3-3 0,2-3-23 15,2-4-24-15,-2 2-28 0,3-1-15 0,2 0-14 16,0-2-10-16,2-1-18 0,-2-1-4 0,1 0-14 15,1-3 1-15,-1 0-5 0,2 1-5 0,-5-1-2 16,5-4 7-16,-5 2 6 0,2-3 9 0,0 3 10 16,-3-2 12-16,2 0 7 0,-3-1 15 0,-1 1 16 15,-2-1 21-15,-1 3 19 0,0-1 12 0,-3 0 14 16,-2 0 9-16,2 1 15 0,-1-1-2 0,0 4 9 16,-1-3 9-16,-2 2 2 0,-1-1-2 0,1 3 7 0,1-2 6 15,3 4-6-15,-11-2-2 0,7 2 0 0,4 0 4 16,-12 0 1-16,12 0-2 0,-11 5-3 0,7-2-10 15,0 2 1-15,0 3-2 0,-2-3-4 0,2 5 2 16,0 0-14-16,3-2-1 0,-1 3-1 0,1-2 3 16,1-1-7-16,1 0 4 0,2 3-7 0,-3-5 4 15,4 1-6-15,-1 0-14 0,2-2-10 0,-1 0-8 16,3 2-14-16,0-4-10 0,0-2-18 0,4 0-5 16,-2-1-7-16,1-1-2 0,3 1-2 0,-6-1 12 15,4-1 0-15,3-3 6 0,-2-2 4 0,-1 3 4 16,-2-3 5-16,-1 0 6 0,3 1 5 0,0-2 10 15,-3 2 17-15,1-1 18 0,0-1 7 0,-4 3 9 0,1 0 3 16,-2 0 5-16,0 0 4 0,2 0 8 0,-1 3-1 16,0-2-5-16,-1 3-7 0,1-3 3 0,-1 2-13 15,1 1-1-15,-5 1-4 0,12 3-2 0,-8-2-4 16,3 2 3-16,-1 1-3 0,0 1-1 0,0 1-3 16,2 1 0-16,-2-1 1 0,0 0-6 0,2 2-4 15,-4-2 3-15,1 0-1 0,0 0 0 0,-1-1-2 16,-4 0-4-16,2 3-1 0,0-4 0 0,-2 1-13 15,0 0-9-15,-2-1-7 0,2-4-6 0,-6 4-16 0,6-4-20 16,-7 3-20-16,2-3-31 0,-5 2-34 16,10-2-39-16,-12-3-31 0,4 3-36 0,2-2-32 15,-3 1-164-15,4-2-495 0,-1-1 219 0</inkml:trace>
  <inkml:trace contextRef="#ctx0" brushRef="#br0" timeOffset="83618.78">18971 8256 273 0,'0'0'280'0,"0"0"4"0,0 0-1 0,-14 10-7 16,9-6 0-16,3 3 0 0,-2-1-2 0,0 5-16 15,1-1-8-15,0 1-10 0,2 2-17 0,1 0-18 16,1 1-19-16,-1 3-17 0,3 0-18 0,3-1-15 0,-2 0-12 15,1 1-14-15,-1-5-10 0,3 6-6 0,-3-2-12 16,2-3-9-16,-1-1-38 0,3-1-51 0,-2 1-26 16,-1-3-29-16,-1-1-34 0,0 0-32 0,2-2-31 15,-1 0-43-15,-1-2-40 0,0-1-49 0,2 0-260 16,-2-2-606-16,-4-1 268 0</inkml:trace>
  <inkml:trace contextRef="#ctx0" brushRef="#br0" timeOffset="83806.27">18977 8410 14 0,'-4'-1'360'0,"0"-3"-13"16,0 0-15-16,0 2-11 0,4 2-12 16,-7-8-18-16,5 6-15 0,0-2-23 0,2 4-28 0,-1-3-21 15,1 3-18-15,0 0-22 0,1-6-39 0,-1 6-55 16,4-5-50-16,-4 5-49 0,7-4-55 0,-7 4-53 15,5-2-58-15,-2 0-57 0,-3 2-215 0,10-3-506 16,-10 3 225-16</inkml:trace>
  <inkml:trace contextRef="#ctx0" brushRef="#br0" timeOffset="84025.01">18507 8390 248 0,'0'0'369'0,"-2"-5"-32"15,2 5-25-15,3-7-22 0,-2 3-33 0,6 2-26 16,-4-3-20-16,5 1-21 0,0 0-22 0,-1 0-44 16,-1 0-52-16,7 0-70 0,-3 0-84 0,2 1-88 15,-3 3-257-15,-2-3-462 0,-1 4 204 0</inkml:trace>
  <inkml:trace contextRef="#ctx0" brushRef="#br0" timeOffset="89815.63">24374 7534 145 0,'0'0'352'0,"0"0"-24"16,0 0-23-16,0 0-16 0,0 0-18 0,-6-14-10 15,3 12 1-15,3-4-18 0,-3 1-10 0,2 0-14 16,-1 0-6-16,0-1-11 0,0-1-10 0,1-1-11 15,-2 2-12-15,2-1-20 0,-2-1-13 0,-1-1-9 16,4 2-10-16,-3-3-6 0,3 3-1 0,-4-5-13 16,4 3-9-16,0-2-8 0,0-1-9 0,0 2-7 0,0-2-6 15,0 2-6-15,0 0 1 0,0 1-13 0,0 1-6 16,3-2-4-16,-2 2-1 0,1 2-4 16,-1-1-3-16,2 1-17 0,-2 1-1 0,0 1 1 0,2-1-5 15,-2 3-3-15,-1 2-10 0,3-4-9 0,-3 4-13 16,7-3-2-16,-7 3-11 0,8 0 6 0,-8 0-4 15,14 4-4-15,-9-3 7 0,4 3 14 0,-3 0-22 16,2-1 5-16,2 4 5 0,-2 1-11 0,1-1 2 16,0 1-2-16,-1 0 9 0,0 0-2 0,-3 0 9 15,2 0-5-15,-3-1 9 0,2 4 3 0,-2-4 17 16,-1-1-14-16,-2 4 3 0,-1-2-1 0,0-3 3 16,0 0 6-16,0 3 3 0,-4-3-8 0,-2 2 9 0,1 1 2 15,-7-2 1-15,2 5 10 0,-1-4 7 16,-3 5 12-16,-2-2 7 0,4-2 10 0,-3 1-8 15,0 1 6-15,-2-1 5 0,8 0-2 0,-4-1 10 0,1-1-11 16,2 3 2-16,-1-5-5 0,6 3 0 0,-5 2-5 16,2-3 0-16,5 0-3 0,-1 2-8 0,0-3 8 15,4 3-1-15,2-3 0 0,0 0-2 0,5 2 0 16,5 0-3-16,1-2-2 0,6 0 0 0,0-1-8 16,2 0 4-16,1-2-3 0,3 0 1 0,-5 0-10 15,2-4-8-15,1 1-7 0,-4-3-1 0,-3 0 5 16,1-1-5-16,-4 1-4 0,-2-1 4 0,0-1 10 15,-3-1-7-15,-1-1-5 0,-3 0-3 0,-1-2 3 16,-2 0-3-16,-2-2 8 0,-3-2-2 0,0 4 11 16,-6-6-12-16,1 5-1 0,-1-1 4 0,-2 0-10 15,1 2 14-15,-3-1-2 0,2 2 5 0,0 0-2 16,2 2-1-16,-2 1 0 0,4 0-3 0,2 1-1 0,0 0 3 16,1 3-25-16,0-2-36 0,1 0-34 0,4 3-36 15,0 0-24-15,0 0-25 0,0 0-32 0,0 0-29 16,0 0-43-16,0 0-48 0,0 0-186 0,16 12-568 15,-9-8 252-15</inkml:trace>
  <inkml:trace contextRef="#ctx0" brushRef="#br0" timeOffset="90190.61">24759 7465 204 0,'-5'-4'301'0,"5"4"-12"0,0 0-15 16,0 0-11-16,-14 7-10 0,7-6 0 0,3 1-18 15,-3 1-16-15,3-1-13 0,-2 3-20 0,2 0-11 0,-2 1-16 16,3 1-27-16,1-2-10 0,0 1-4 0,2-1-8 16,-3 2-8-16,3-1-9 0,3 1-9 0,-3 0-6 15,4-1-7-15,3 0-10 0,-3 0 2 0,7 2-3 16,-3-4-9-16,3 1-3 0,-3 0-7 0,3-1-1 15,-4-4 9-15,4 0 0 0,-4 0-23 0,2-4 2 16,1 1 7-16,-2-1-11 0,-3 1-4 0,4 0-3 16,-5 0 2-16,1-3-8 0,-2-3-2 0,1 3 0 15,-2-1 0-15,-2 1 0 0,0-1-5 0,-1 1-4 16,0-2 3-16,-3 3-6 0,-2 0 2 0,4 1 0 16,-4 0 0-16,-1-1-3 0,2 0-3 0,-3 3-24 15,1 0-28-15,0-1-31 0,7 3-33 0,-15 3-27 0,7-1-42 16,5 1-45-16,-1 1-41 0,1 0-41 0,2 0-201 15,2 2-562-15,2 1 248 0</inkml:trace>
  <inkml:trace contextRef="#ctx0" brushRef="#br0" timeOffset="90549.97">25204 7548 28 0,'0'0'263'0,"0"0"-16"0,0 0-16 16,0 0-13-16,0 0-21 0,-14 5-20 0,12 0-14 16,2-5-19-16,-5 2-12 0,5-2-12 0,-1 6-13 15,0-3-11-15,1-3-8 0,0 3-5 0,0-3-12 0,1 7 1 16,-1-7-6-16,1 4 1 0,-1-4 6 0,3 4 1 15,-1-3 5-15,-2-1 8 0,0 0 0 0,0 0 3 16,0 0 0-16,0 0 3 0,9 0 0 0,-9 0-4 16,0 0-9-16,4-5 0 0,-4-1-5 0,3 3-10 15,-3 3-6-15,0-6-6 0,0 2-9 0,-3-1 5 16,3 5-11-16,-1-8-2 0,-2 4-6 0,2-1-4 16,-2 1 10-16,2-1-34 0,1 5-28 0,-6-8-34 15,2 6-39-15,0 1-44 0,-3-2-54 0,3 0-51 16,4 3-51-16,-9-2-206 0,3 2-546 0,6 0 242 15</inkml:trace>
  <inkml:trace contextRef="#ctx0" brushRef="#br0" timeOffset="90893.71">25158 7340 179 0,'-10'2'245'0,"2"0"-4"0,3-1-12 0,5-1-21 16,-10 4-22-16,6-2-15 0,4-2-23 0,-7 5-8 15,5-2-15-15,2 1-15 0,-2 1 0 0,2-5 8 16,2 5-3-16,0-1 4 0,4-1-10 0,-1 2-13 16,1-2-4-16,2-3-7 0,2 3-11 0,0-2-3 15,-2 0 0-15,-1-1-13 0,2-2-1 0,0 2 4 16,-1-3 1-16,-2 1-3 0,1-2-1 0,-1 0-1 15,-5 0-9-15,3-1 0 0,1 1-5 0,-4-4-3 16,-1 3-5-16,0 0-1 0,0 0-6 0,0 5-4 0,-1-8-6 16,-4 5-1-16,3 0-5 0,-1-1 0 0,-1 1-12 15,-2 0-22-15,1 0-30 0,5 3-36 16,-7-1-39-16,7 1-48 0,-14 1-52 0,14-1-57 0,-7 3-189 16,2 0-513-16,3 0 226 0</inkml:trace>
  <inkml:trace contextRef="#ctx0" brushRef="#br0" timeOffset="91549.93">25489 7334 129 0,'0'0'276'0,"14"2"-8"0,-5-2-1 0,-2 0-5 16,6 1-9-16,-2 0-12 0,1 2-11 0,-1-2-8 16,1 2-17-16,0-1-7 0,-1 0-15 0,-3 0 0 15,2 1-37-15,-2-1-12 0,-2 1-12 0,1 2-11 16,-2-1-10-16,1-2-5 0,-4 2 0 0,3 2 3 16,-2 1-18-16,-3-2-9 0,0 2-3 0,-3 0 5 15,2 3 3-15,-5-3-6 0,2 3-4 0,-1 0-3 16,-4 0-8-16,3 1 1 0,-5 0-11 0,4 3-3 15,-5-3-4-15,5 0-1 0,-1-2-11 0,1-2 3 16,3 1-2-16,-1 2-6 0,1-4 4 0,2-1 6 16,-2 3-16-16,1-4 4 0,5 0-4 0,1 1-7 15,2 1-29-15,5-3-18 0,2-1-22 0,1-2-21 16,8 0-19-16,-3 0-13 0,6-1-11 0,-2 0-18 0,2-3-11 16,3-4-13-16,-3 3-9 0,6 0-10 15,-3-5 2-15,-6 4 1 0,2-1 9 0,-5 0 23 16,1-2 3-16,-2-1 26 0,-4 4 23 0,-2-2 45 0,-3 0 30 15,3 1 21-15,-7 0 25 0,0 2 15 0,-1 0 13 16,-3 1 14-16,-3 0 15 0,3 4 11 0,-7-6 14 16,-1 4 3-16,0 0 10 0,-1 2 9 0,0 1 2 15,-4 0 10-15,-1 2-2 0,2 0-1 0,1-1 3 16,0 2-9-16,2 0-4 0,-1 1-11 0,3-1-11 16,-1 1-10-16,5-1-9 0,-2 1-11 0,1 0-4 15,1 3-3-15,3-3 0 0,-1 0-13 0,4-1-6 16,2 1-3-16,2 0-4 0,5 0-1 0,-4 1-7 15,6-4-2-15,-2 1-5 0,4-1-12 0,-3-1-11 16,-1-1-9-16,8 0-13 0,-5-1-13 0,-4-3 4 16,3 1-2-16,-2-2 1 0,-1 0 3 0,1-2 2 15,-4 0 10-15,-1 0-17 0,-1-1 2 0,-4-2 13 0,0 0-20 16,-2 2 7-16,0-2 1 0,-3-1 4 0,-1 2 4 16,-3-1-9-16,-1 1-24 0,-4-1-23 15,-1 4-20-15,-4-3-41 0,-1 2-40 0,-4 3-40 0,-1 2-49 16,-1-3-63-16,-4 4-233 0,-2 2-607 0,-3 4 269 15</inkml:trace>
  <inkml:trace contextRef="#ctx0" brushRef="#br0" timeOffset="92112.4">24199 8259 239 0,'0'0'400'0,"-2"-5"-28"15,2 5-25-15,0 0-31 0,2-6-27 0,-2 6-26 16,9-6-21-16,-2 3-9 0,3 0-17 0,2 1-8 0,0-1-8 15,7 0-16-15,0 3-11 0,0-1-12 16,0 1-7-16,-4 0-15 0,0 0-12 0,0 0-9 16,-3 1-14-16,1 1-9 0,-2-1-7 0,-1 2-13 0,-1-1-3 15,-2 1-6-15,0 1-5 0,-2 1 1 0,-1 1-1 16,-2 0 4-16,1 0 4 0,-3 5 0 0,0-1 1 16,-1 2-2-16,-1-1-4 0,2 1-3 0,-4-1-5 15,2 1-6-15,0-1-5 0,-4 2-3 0,3 0-5 16,0-1-4-16,0 0 0 0,1-2-6 0,0 4 0 15,1-3-15-15,1-2-26 0,-1 2-43 0,3-2-36 16,2 1-39-16,-1 0-41 0,1-4-34 0,8 0-44 16,-5 2-45-16,4-2-39 0,4-2-40 0,0-1-285 15,0-1-715-15,1 0 316 0</inkml:trace>
  <inkml:trace contextRef="#ctx0" brushRef="#br0" timeOffset="92424.9">24816 8379 84 0,'3'-7'321'15,"0"1"-3"-15,-3 1 9 0,3-1 0 0,-2 2-19 16,-1-1-7-16,0 5-21 0,0 0-7 0,-6-4 6 16,6 4 5-16,-9 1-10 0,9-1-10 0,-14 4-23 15,10 0-21-15,-3 1-13 0,0-1-25 0,1 2-18 16,2-1-12-16,-2 1-18 0,2-1-13 0,1 2-10 16,1-2-10-16,-1 0-9 0,3 1-7 0,3-2-8 15,-2-1-9-15,3 0-4 0,2-2-5 0,3 1-6 16,-1-1-9-16,3-1-5 0,-2-1-13 0,1-2-14 15,1 0-6-15,0 0-6 0,-2-4-8 0,2 0-9 0,-4-4-4 16,3 1 5-16,-4 1-4 0,1 0 1 0,-4-2 2 16,0 2-1-16,0-3 3 0,-3 3 0 0,0 1 1 15,-3 1 0-15,1-2-3 0,-2 2 4 0,0 1 0 16,0-1-3-16,-1 2 2 0,-3 2 1 0,1 0-1 16,-3-1-29-16,1 3-38 0,1 1-35 0,-1 0-34 15,1 4-40-15,-2-3-42 0,1 3-58 0,4 0-52 16,-1-1-54-16,2 2-232 0,4 1-679 0,0-1 300 15</inkml:trace>
  <inkml:trace contextRef="#ctx0" brushRef="#br0" timeOffset="92737.39">25235 8279 134 0,'-2'-3'352'0,"2"3"-28"0,0 0-22 16,0 0-20-16,0 0-17 0,0 0-11 0,0 0-8 15,-7 7-13-15,7-7-18 0,-2 5-2 0,0 1-21 16,0-3-11-16,2-3-20 0,0 8-16 0,0-3-13 16,0-1-11-16,0 1-13 0,2-1-3 0,0-2-21 15,-2 3 1-15,5-2-13 0,-5-3 5 0,2 4-16 16,-2-4-7-16,4 1 1 0,-4-1-6 0,0 0-4 0,0 0-5 15,15-2-5-15,-12-2-13 0,1-1-23 16,-3 1-13-16,5 0-20 0,-3-1-28 0,0-2-25 0,0 2-29 16,0-1-32-16,0-2-44 0,-2 1-53 0,0-4-60 15,2 0-269-15,-3 0-621 0,-1-1 275 0</inkml:trace>
  <inkml:trace contextRef="#ctx0" brushRef="#br0" timeOffset="92987.38">25178 8105 105 0,'0'0'329'0,"0"0"-3"0,-5-1-14 15,5 1-4-15,0 0-24 0,0 0-12 16,0 0-19-16,0 0-21 0,0 0-24 0,0 0-1 16,0 0-33-16,0 0-17 0,0 0-16 0,0 0-2 0,0 0-16 15,0 0-23-15,0 0-10 0,0 0-5 0,19-3-8 16,-19 3-7-16,9-1-6 0,-9 1-14 15,8-2 1-15,-8 2-21 0,7-4-11 0,-4 3-10 0,-3 1-1 16,3-3-14-16,-3 3-12 0,0 0-15 0,2-3-14 16,-2 3-28-16,0 0-26 0,0 0-38 0,0 0-42 15,0 0-57-15,0 0-45 0,-4-8-234 0,4 8-561 16,0 0 248-16</inkml:trace>
  <inkml:trace contextRef="#ctx0" brushRef="#br0" timeOffset="93549.86">25586 8124 139 0,'4'-5'326'0,"-2"0"-31"0,0 0-17 0,2 2-14 16,2-2-22-16,1 2-13 0,-1-2-19 0,1 0-13 16,0 3-13-16,5-2-19 0,-4 3-14 0,-1-1-22 15,0 2-10-15,2-2-10 0,-2 2-13 0,2 0-8 16,-4 2-8-16,2 1-11 0,1-2-7 0,-3 2-7 16,1-1-7-16,-2 0-5 0,0 1-3 0,0 3-5 15,-4-4-5-15,1 3-5 0,-1-1 2 0,0 4-3 16,0-3-4-16,0 0-1 0,-5 2-11 0,5-2 10 15,-4 0-3-15,0 3 0 0,-2-2-2 0,2 0 12 0,2 0-13 16,-5 1-1-16,1 0-8 0,2-2 1 0,-3 1 0 16,3 1 0-16,0-2-2 0,1 0 2 15,1 5 0-15,-3-3 9 0,3-2-13 0,-1 2 5 0,3-1-3 16,0 1-1-16,0-1 5 0,0 1-3 0,3-4 3 16,0 3 6-16,5 0-1 0,-3-1-1 0,2 4 1 15,0-2 3-15,4 1-5 0,-3-3-1 0,0 1 2 16,-1-2-3-16,0 4-2 0,1-3-1 0,-3-2 3 15,0 3-5-15,-1-1 3 0,1 0-9 0,-4 0 7 16,-1-3 3-16,3 3 0 0,-3-2 10 0,0-3 5 16,-7 8 14-16,1-6 5 0,-1 3 4 0,-6-3 2 15,0 1-9-15,-4 0-7 0,-3 1 2 0,1-5-3 16,1 6-5-16,-2-4-2 0,2-2-1 0,3 4 3 0,-4-3-17 16,4 0-39-16,4 0-27 0,3 0-30 15,-1 1-29-15,3-1-36 0,6 0-51 0,-7 0-52 16,7 0-45-16,0 0-251 0,0 0-598 0,0 0 265 0</inkml:trace>
  <inkml:trace contextRef="#ctx0" brushRef="#br0" timeOffset="93862.35">25949 8243 230 0,'0'0'300'0,"0"0"-8"0,0 0-1 15,0 0 3-15,-5 16-12 0,5-12-9 0,1 1 12 16,-1-1-3-16,6 5-10 0,-4-3-16 0,1 1-17 16,1-1-19-16,0 0-17 0,2 3-14 0,3-1-18 15,-1 1-16-15,-1-3-15 0,6 1-13 0,-7-2-14 0,1-1-7 16,1-2-12-16,-1 1-7 0,1-3-7 0,0 1-8 16,-1-2-4-16,-7 1-6 0,11-3-5 15,-4 2-4-15,-3-3-12 0,0 0 0 0,-1-1 0 0,-2-1-12 16,0 1-5-16,-1-3 3 0,0 0-13 0,-2-2-5 15,-1 1-23-15,-5-1-31 0,1 0-37 0,-4-1-30 16,-1-4-20-16,-3 4-45 0,-3 3-36 0,3 0-38 16,-3 3-44-16,1-1-32 0,-2 2-48 0,0 4-208 15,-3 3-631-15,-2-2 278 0</inkml:trace>
  <inkml:trace contextRef="#ctx0" brushRef="#br0" timeOffset="94518.57">24691 9040 68 0,'0'-5'357'16,"0"-1"-22"-16,0 1-16 0,0-2-15 0,0 3-21 15,-3-1-24-15,3 1-20 0,-5 2-18 0,5 2-8 16,-9-2-2-16,9 2 4 0,-20 7 1 0,7-2 8 0,1 2-8 15,-5 3-14-15,2 3-4 0,-2 0-11 0,0 3-14 16,0 4-7-16,-2 1-20 0,6-5-13 0,2 2-15 16,1 0-11-16,0-2-11 0,3 1-6 0,2 0-9 15,3-3-6-15,2-1-8 0,0-2-7 0,6 2-5 16,-2-4-3-16,0 4-5 0,6-4-3 0,0-2-1 16,1-1-7-16,3-2-5 0,0 1-7 0,1-4-15 15,1-1 1-15,-4 0-16 0,4-1-9 0,-2-3-3 16,0-1-4-16,-2 1-4 0,-1-1-6 0,-2-3 4 15,-2 2 0-15,1 1-1 0,-6-4-1 0,0 2-1 16,-2-2 0-16,-1 2-1 0,-2-1 5 0,-1-1-2 16,-5 3-7-16,-3 0-1 0,2-1-29 0,-2 2-7 0,-2 0-20 15,0 0-13-15,2 3-34 0,0 1-18 0,-2 0-25 16,4 1-24-16,3 1-32 0,-2 0-32 16,4 0-32-16,-2 0-23 0,2 1-226 0,5-2-597 0,-1 4 264 15</inkml:trace>
  <inkml:trace contextRef="#ctx0" brushRef="#br0" timeOffset="94846.68">24903 9189 90 0,'0'0'264'0,"0"0"1"16,0 0-10-16,0 0-16 0,0 0-1 0,0 0-6 15,0 0-9-15,-26 3-12 0,21 0-10 0,1 0-14 0,-4 1-5 16,4 1-19-16,-2-2-8 0,1 2-12 15,2 0-10-15,0 0-12 0,-2-2-14 0,2 2-9 16,3-2-8-16,0 2 1 0,0-5-17 0,0 8-7 0,3-6-8 16,0 1-3-16,-3-3-3 0,9 2 4 0,-3-1-13 15,-6-1-5-15,12-2-1 0,-5 1-8 0,-2-1 1 16,1 0-2-16,-1-1-9 0,2-1 0 0,0 0-5 16,-3-2 2-16,1 1-4 0,-1-1 1 0,0 0-3 15,-1-1-6-15,-1-4 1 0,-1 3 0 0,-1 0-3 16,0 0-4-16,-1 1-1 0,-1 2 0 0,-1-2-5 15,-1 2-9-15,2 1-11 0,-3-1-18 0,-1 1-19 16,-1 2-24-16,0-2-29 0,-1 1-39 0,0 3-41 16,8 0-49-16,-14 2-44 0,9 1-234 0,-1-1-565 15,3 1 250-15</inkml:trace>
  <inkml:trace contextRef="#ctx0" brushRef="#br0" timeOffset="95206.05">25355 9195 129 0,'-4'-1'303'0,"4"1"-26"0,-10 0-15 0,10 0-25 16,-12 1-20-16,8 0-14 0,0 0-13 0,4-1-15 15,-8 5-13-15,6-3-14 0,-3 1-10 0,2 0-9 0,3 2-6 16,-1 1-12-16,-2-2-4 0,2 0-11 0,2 1-2 16,2 1-8-16,-2-2-2 0,2 1 1 15,-2-4-3-15,3 1-5 0,-4-2-2 0,9 3-2 0,-9-3-14 16,9-1 5-16,-2 1-9 0,-7 0-2 0,9-5-1 16,-4 3-2-16,-1-2-6 0,0 0-8 0,2-3 4 15,-4 2-9-15,2-1-1 0,-1 0-11 0,-1 0-12 16,1-1-32-16,-3 0-43 0,1-1-35 0,-1 2-53 15,3-2-60-15,-3 1-66 0,0 0-278 0,0-3-604 16,0 2 267-16</inkml:trace>
  <inkml:trace contextRef="#ctx0" brushRef="#br0" timeOffset="95487.29">25334 9016 258 0,'-7'0'322'0,"7"0"-16"16,0 0-12-16,0 0-23 0,-7 1-27 0,7-1-19 16,0 0-14-16,-3 2-23 0,3-2-18 0,0 0-1 15,0 0-14-15,0 0 1 0,0 0-11 0,8 8-17 16,-1-6-9-16,-2-1-11 0,3 0-10 0,-2 0-12 16,1 2-3-16,1-3-12 0,-1 0-6 0,-2 1-5 15,-5-1-3-15,12-1-10 0,-12 1 2 0,10 0-7 16,-10 0-5-16,7-4-5 0,-3 2-10 0,-4 2-8 15,1-4-15-15,-1 4 2 0,-1-8-17 0,1 8-13 16,-8-6-10-16,3 3-20 0,-3-1-12 0,4 3-34 16,0-2-32-16,-4 2-43 0,2 0-46 0,0-1-48 0,6 2-242 15,-14 0-559-15,14 0 247 0</inkml:trace>
  <inkml:trace contextRef="#ctx0" brushRef="#br0" timeOffset="96096.64">25792 8929 1 0,'-4'-3'335'0,"4"3"-20"0,0 0-15 0,0 0-7 16,0 0-25-16,-6-2-19 0,6 2-22 0,0 0-18 15,0 0-19-15,0 0-18 0,0 0-17 0,-8 3-19 16,2-1-4-16,5 1-9 0,-2 4-23 0,-1-2 0 16,2 0-13-16,-1 3 0 0,0 2-9 0,-1-1-7 15,1 0-8-15,2 1-4 0,1 1-2 0,0-1-8 16,1 1-6-16,2-1-3 0,-2 1-3 0,5-1-1 16,-2-1-5-16,1 0-19 0,3 0-10 0,-2-5-12 0,1-1-8 15,0 2-16-15,1-3-10 0,-1 1-5 0,2-1 1 16,3-2-6-16,-4-1 3 0,1-3 8 15,1 0 6-15,-1 0 4 0,0 0 4 0,-1-2 4 0,3-1 4 16,-4 2 19-16,1-3 13 0,-1 1 16 0,2 2 16 16,-6-1 16-16,1 0 22 0,0 3 19 0,-1-1 10 15,0 0 9-15,-2 0 8 0,2 1-22 0,-3 3-9 16,1-2-16-16,-1 2-5 0,0 0-14 0,0 0 1 16,0 0-5-16,0 0-7 0,-5 13-11 0,2-8 1 15,0 3-1-15,1-1-3 0,2 5 0 0,-2-1-11 16,4 2 3-16,0-7-14 0,-2 9-45 0,3-3-25 15,1 0-45-15,0 0-46 0,2-1-44 0,-1-1-57 0,-1-1-62 16,4 0-57-16,-2 0-238 0,0-4-656 16,3-1 291-16</inkml:trace>
  <inkml:trace contextRef="#ctx0" brushRef="#br0" timeOffset="96393.5">26163 9043 227 0,'0'0'297'16,"-11"1"-11"-16,11-1-14 0,-7 8-16 0,4-2-11 15,-1-1-8-15,3 1-18 0,-2 2-14 0,3 0-14 16,-1-2-6-16,2 2-12 0,2 2-8 0,-2 2-18 16,5-5-9-16,-1 5-15 0,-1-3-14 0,-1-3-8 15,6 1-3-15,-3-1-9 0,-1-1-7 0,4-2-5 16,-4-1-10-16,4-2 1 0,-2 2-6 0,-7-2-4 15,11-4 2-15,-3 0-12 0,-2 0 0 0,1-3-6 0,-2 1-5 16,-1 0-1-16,2-3 1 0,-1-1-9 16,-2-1-8-16,-1 1 8 0,1-2-1 0,-1 2-6 15,-2-3-24-15,0 2 0 0,-3 0-28 0,-1-1-23 0,-3 2-36 16,0 1-37-16,-1 1-49 0,-3 1-62 0,-1-1-58 16,-5 1-303-16,-3 1-648 0,-3-1 287 0</inkml:trace>
  <inkml:trace contextRef="#ctx0" brushRef="#br0" timeOffset="97330.96">24395 6520 179 0,'0'0'322'0,"-2"-5"-18"15,2 1-15-15,0 4-16 0,-4-4-17 0,4 4-28 16,0 0-21-16,0 0-27 0,-1-4-17 0,1 4-16 15,0 0 4-15,0 0 2 0,-3 15-2 0,3-9 11 16,-1 4-19-16,1 3 1 0,1-1-9 0,-1 4 7 16,3 1-14-16,-3 4-8 0,0-4-10 0,1 4-13 0,-1-4-4 15,0 3-12-15,0 1-2 0,0-2-14 0,0 0-1 16,0-3-10-16,0 1 2 0,0 0-9 16,0-4-6-16,0-1-4 0,-1-1 2 0,2 0-8 0,-2-2-3 15,-2 0-24-15,3-2-39 0,0-2-32 0,0 0-30 16,0 0-26-16,0-1-28 0,0 0-38 0,0-4-71 15,0 0-61-15,0 0-289 0,0 0-662 0,0 0 293 16</inkml:trace>
  <inkml:trace contextRef="#ctx0" brushRef="#br0" timeOffset="97705.95">24207 6550 23 0,'0'0'303'15,"0"0"-2"-15,-3-1-8 0,3 1-8 0,0 0-5 16,0 0-11-16,4-7-9 0,-4 7-25 0,5-4-21 15,-1 2-20-15,4 0-18 0,-2 0-22 0,7-2-10 16,0 0-8-16,2 0 4 0,4 2-15 0,3-2-8 16,1 1 5-16,0 1-27 0,-1-1-10 0,0-1-4 15,0 0 1-15,-1 2-15 0,-1-1-6 0,-2 1-9 16,-1 1-2-16,-4-2-17 0,1 1 7 0,-2 1 13 16,-4 0-26-16,2 1 0 0,-2-3-1 0,-1 3-5 15,-2-1-17-15,-5 1-20 0,0 0-17 0,9 0-24 16,-9 0-20-16,0 0-22 0,8-1-16 0,-8 1-10 15,0 0-25-15,0 0-28 0,0 0-31 0,0 0-37 16,2 5-34-16,-2-5-219 0,0 0-540 0,-2 5 240 0</inkml:trace>
  <inkml:trace contextRef="#ctx0" brushRef="#br0" timeOffset="99747.93">23923 6296 113 0,'2'-7'376'0,"1"2"-13"16,0 2-18-16,0-1-13 0,-1 0-23 0,-2 4-24 16,3-4-35-16,-3 4-30 0,0 0-31 0,0 0-18 15,0 0-17-15,0 0-11 0,9 13-16 0,-6-6 2 16,-1 4-3-16,2 1-22 0,-2 0 3 0,1 1-12 15,1 5-7-15,0-1-5 0,-2-1-19 0,3 3 1 16,-4-2-7-16,2 0-1 0,1-1-11 0,-2-4-1 16,2 1-7-16,-1 1-31 0,-1-4-34 0,2 0-27 15,-1 2-30-15,1-4-30 0,-1-1-29 0,-2-1-37 16,0-1-25-16,2 2-29 0,0-6-41 0,-3-1-255 0,5 3-572 16,-5-3 254-16</inkml:trace>
  <inkml:trace contextRef="#ctx0" brushRef="#br0" timeOffset="100091.67">23790 6228 21 0,'-2'-5'336'16,"1"1"-5"-16,-2-2-12 0,2 2-23 0,5 1-20 15,-3-3-11-15,4 2-23 0,0 1-23 0,1 0-9 16,5-1-5-16,1 0-17 0,2 2-15 0,1 0-11 15,4 2-14-15,0 2-20 0,0-1-9 0,4 5-17 0,-1 0-6 16,-2 1-13-16,1 2 10 0,3 5-20 16,-3-1-8-16,2 4-3 0,-3-1-9 0,-2-1-5 15,-4 2-8-15,6 5-1 0,-12-4-5 0,8 5 6 0,-5-4-15 16,-2 0 2-16,-2-1 2 0,0 0-9 0,0 3-3 16,-4 0-7-16,-2-3 8 0,2 0-4 0,-8-1 3 15,-2 0 0-15,0-1 10 0,-7 1-18 0,1-4-2 16,-5 0 6-16,2-1-6 0,-9 4 3 0,4 0 4 15,2-6 4-15,1 0-47 0,-1-2-39 0,2-1-26 16,4-3-51-16,-1 2-55 0,2-2-68 0,5 0-67 16,0-1-270-16,3-2-654 0,2 1 289 0</inkml:trace>
  <inkml:trace contextRef="#ctx0" brushRef="#br0" timeOffset="100936.84">24484 6710 59 0,'3'-3'295'0,"-3"3"-17"0,7-1-25 0,-7 1-22 15,0 0-24-15,0 0-19 0,9 1-21 0,-9-1-13 16,10 3-18-16,-6-2-8 0,3 3-16 0,-3 1-12 16,3-1-11-16,0 1-7 0,-1 3-6 0,-1-1-6 15,0-1-9-15,0 2-8 0,-1 0 2 0,-1 1-11 16,1-2-3-16,-2 0-5 0,-1-1-1 0,-1 1-5 16,-1-1-1-16,1 1-6 0,0-1 4 0,-6-1-6 15,3-2 3-15,-1 2 5 0,0-3 6 0,2 1 9 0,2-3 8 16,-6 2 2-16,6-2 6 0,-8 0 2 15,8 0-3-15,0 0-5 0,-6-5-1 0,6 5-2 16,-2-6-5-16,2 1-6 0,2-2-5 0,-2 1-4 0,6 0-3 16,-1-3-12-16,2-1 5 0,1 0-3 0,2 2-2 15,-3-2-3-15,2 1 2 0,2 2-14 0,-3-3 5 16,-1 5 0-16,2 1-3 0,-3-3-1 0,-1 2-1 16,0 3-1-16,0 1-5 0,-1-1-5 0,-1-1-4 15,-3 3-3-15,0 0 1 0,8-2 14 0,-8 2-15 16,0 0 11-16,4 9-3 0,-4-3-2 0,0-1 5 15,1 1 0-15,-1 0-2 0,2 3 2 0,-1-4-1 16,-1 2 1-16,4 0 2 0,0-1 1 0,-2 0-1 16,0-1 9-16,1 0-5 0,2-1-7 0,-2 0 3 15,3-2 1-15,-1-1 0 0,-1 1-8 0,3-2-6 16,1 1-2-16,-8-1 3 0,12-3-2 0,-5 1-5 16,1-1 3-16,-1-1 4 0,-3 0-9 0,2 1-3 0,1-2-8 15,-2 0-7-15,-4-1-12 0,3 0-12 0,3 1-25 16,-4 0-21-16,-2-2-34 0,3 1-41 15,-4 0-43-15,5 0-207 0,-4 1-473 0,-1 2 211 0</inkml:trace>
  <inkml:trace contextRef="#ctx0" brushRef="#br0" timeOffset="101124.32">24778 6626 84 0,'0'0'321'16,"-5"-2"-29"-16,5 2-24 0,0 0-34 0,0 0-24 16,5-5-21-16,-5 5-34 0,4-3-44 0,-4 3-60 15,10 0-70-15,-10 0-84 0,14 1-197 0,-4-1-323 16,1 2 144-16</inkml:trace>
  <inkml:trace contextRef="#ctx0" brushRef="#br0" timeOffset="101624.3">25630 6369 66 0,'3'-5'420'0,"-2"-3"-5"0,2 2 2 16,0 2-6-16,0 0-23 0,-3 0-17 0,4 2-30 15,-4 2-39-15,0-4-35 0,0 4-31 0,0 0-23 16,0 0-23-16,0 0-20 0,14 10-13 0,-10-1-14 15,5 0-17-15,-3 3-13 0,2 4-9 0,-2 3-10 16,2 0-10-16,0-1-8 0,-3 2-7 0,5-1-2 0,-2 1-17 16,-5 0-51-16,4 0-34 0,-1 5-50 15,-1-5-44-15,-1-2-35 0,1 0-39 0,-4-5-57 16,-1 1-50-16,4-3-53 0,-4 0-261 0,0-4-675 0,-1-2 299 16</inkml:trace>
  <inkml:trace contextRef="#ctx0" brushRef="#br0" timeOffset="101983.65">25475 6301 64 0,'0'-6'394'0,"-2"2"3"15,4-1-15-15,-1 0-24 0,2 1-10 0,-2 0-20 16,3 0-25-16,1 0-32 0,5 2-26 0,0-1-25 15,3 1-19-15,-2 3-20 0,5-1-13 0,4 3-25 16,1 0-11-16,0 2-10 0,-1 4-16 0,10 5-9 0,-3-2-10 16,-1 1-11-16,-7 0-6 0,4 3-8 15,-5-2-8-15,-2 2-7 0,3 7-2 0,0-4-4 16,-8 0-5-16,3-2 8 0,-5 1-16 0,-1 0 2 0,-1 0-6 16,-1 1-6-16,-1 2 10 0,-4-4-15 0,-1 0-11 15,0 1-6-15,-6 0-10 0,0-3-7 0,-2-1-6 16,-3-1-16-16,-4 0-14 0,2 1-11 0,-4-4-10 15,4-2-14-15,-5-2-15 0,4-1-19 0,0 0-21 16,0 0-29-16,-2-4-27 0,3-1-29 0,6 2-35 16,-1-2-31-16,8 0-237 0,-6-2-578 0,6 2 256 15</inkml:trace>
  <inkml:trace contextRef="#ctx0" brushRef="#br0" timeOffset="102686.73">26044 6469 107 0,'0'0'278'0,"0"0"-1"16,0 0 4-16,0 0-4 0,0 0-8 0,0 15-14 15,0-8-5-15,0-1-22 0,2 4-18 0,-1 1-7 16,3-1-21-16,-4-1-12 0,0 3-13 15,0 1-19-15,2 4-8 0,-4-4-13 0,4 4-17 0,0 2-7 16,-2-2-14-16,0 1-2 0,-2 0-6 0,0-1-6 16,2 0-3-16,0 0-10 0,-4-5-2 0,4 1-8 15,0 0-3-15,0-2-13 0,4 0-19 0,-2-1-1 16,2-4-22-16,0 2-9 0,0-2-11 0,0-2-15 16,3 1-11-16,-2-1-12 0,2-3-11 0,0 1-7 15,2-2-1-15,-2-2-7 0,1 1 4 0,2-3 1 16,-1 2 7-16,-3-2-1 0,3-3 11 0,-2 1 6 15,4-2 5-15,-6-1 7 0,5 2 8 0,-6-4 6 16,4 0 2-16,-4 0 11 0,-1 3 13 0,1-1 22 16,-2-1 14-16,0-2 12 0,0 5 9 0,-4 0 4 15,2 2 12-15,0 0-7 0,0-2 7 0,-2 3-7 16,-1 1-6-16,0 0 0 0,3 3-2 0,-8-2 2 0,1-1-2 16,7 3-4-16,-9 1-1 0,4 2 5 0,0-1-9 15,1 2-3-15,-3 1-3 0,3 2-3 16,1-2 4-16,-1 4-3 0,0-3-4 0,3 3-1 15,1-2-3-15,-2-1 0 0,2 2 0 0,2-2-6 0,2 1 2 16,-3-1 1-16,3-1-1 0,-1-1 2 0,4 0 1 16,-2-1 4-16,2 1-8 0,0-3 1 0,0 1-3 15,2-2-1-15,-2-2 1 0,3 2-2 0,0-2 1 16,0-2 1-16,2 1-1 0,-2-2 2 0,-1 1-2 16,1-2-1-16,0 1 1 0,-4 0-2 0,2 1 6 15,-2 0-6-15,2 1 3 0,-3-2 2 0,2 1 4 16,-1 0 3-16,-2 2-5 0,0-3 0 0,1 3-6 15,0 1-4-15,-2-2 2 0,-3 3-2 0,0 0 1 16,0 0 2-16,11 4-4 0,-8 1 4 0,-2-1 0 16,1 0-5-16,0 2 17 0,0 2-13 0,3-2 9 15,-4 2-9-15,2-1-5 0,-3 0 2 0,1 3-8 16,-1-2-6-16,3-1-10 0,-3 0-25 0,0-1-10 0,2 1-15 16,-4-2-18-16,2 0-19 0,0 0-16 0,-3-1-24 15,3-4-29-15,0 5 4 0,0-5-33 16,0 0-39-16,0 0-150 0,0 0-432 0,0 0 193 0</inkml:trace>
  <inkml:trace contextRef="#ctx0" brushRef="#br0" timeOffset="102936.72">26493 6456 332 0,'0'-5'369'15,"2"1"-1"-15,-2 4-7 0,-2-6-9 0,2 6-19 16,2-6-24-16,-2 6-33 0,0-4-32 0,0 4-29 16,0 0-13-16,0 0-30 0,0 0-14 0,0 0-9 15,-2 17-14-15,2-8-9 0,0 3-16 0,0 1-5 16,2 0-12-16,-1 2-9 0,1 3-8 0,-1 1-7 0,3-1-8 16,-3 1-3-16,-1 0-42 0,3 0-44 0,-2-1-41 15,-1 0-37-15,2-1-36 0,-4 0-47 16,2-3-44-16,0-3-44 0,2 0-43 0,-2 0-249 15,2-3-615-15,-2-2 273 0</inkml:trace>
  <inkml:trace contextRef="#ctx0" brushRef="#br0" timeOffset="103155.46">26168 6561 90 0,'-8'-2'388'16,"1"-1"-10"-16,2-1-15 0,-1 2-11 0,5 1-34 16,1 1-31-16,0-7-29 0,0 7-28 0,10-9-24 15,-1 7-16-15,6-1-26 0,-1-2-48 0,6 2-49 16,-1-1-54-16,0 3-55 0,-3 1-62 0,-2 0-67 16,5 0-76-16,-6 1-229 0,0-1-516 0,-5 3 228 0</inkml:trace>
  <inkml:trace contextRef="#ctx0" brushRef="#br0" timeOffset="103827.29">25216 6676 298 0,'0'0'323'0,"-5"-3"-29"0,5 3-27 0,0 0-25 0,0 0-19 16,0 0-17-16,0 0-19 0,0 0-14 0,0 0-16 15,0 0-16-15,0 0-8 0,0 0-15 0,0 0-6 16,0 0-17-16,5 15-9 0,-5-12-2 0,0 0-11 16,0-3-5-16,3 7-9 0,-2-4-8 0,-1-3 2 15,4 5-4-15,1-5-5 0,-5 0-8 0,0 0-16 16,0 0-25-16,10 0-26 0,-10 0-28 0,4-7-37 15,-4 7-32-15,3-8-35 0,0 5-41 0,-2-4-50 16,-1 1-188-16,0-2-480 0,0 0 213 0</inkml:trace>
  <inkml:trace contextRef="#ctx0" brushRef="#br0" timeOffset="104139.78">25152 6503 239 0,'0'0'270'0,"0"0"-16"16,0 0-12-16,0 0-16 0,0 0-15 0,0 0-20 15,0 0-22-15,0 0-13 0,0 0-22 0,0 0-13 16,0 0-11-16,0 0-7 0,0 0-10 0,0 0-6 16,0 0 0-16,15 7-8 0,-15-7-2 0,7 1-7 15,-7-1-10-15,9 0 4 0,-2 0 0 0,-7 0 11 16,10-2-7-16,-6 0 7 0,-4 2-5 0,9-2 6 15,-6-1-2-15,0 1-4 0,-3 2 1 0,1-5 0 16,1 1-3-16,0 0-16 0,-2 4-8 0,-2-7-6 16,0 4-9-16,2 3 0 0,-1-6-3 0,-2 2-25 15,3 4-48-15,-5-3-35 0,-2 1-56 0,7 2-50 0,-7 0-66 16,7 0-73-16,-7 5-175 0,3 0-543 0,1-3 241 16</inkml:trace>
  <inkml:trace contextRef="#ctx0" brushRef="#br0" timeOffset="168061.89">4661 10269 260 0,'1'-19'342'0,"-1"2"-9"15,0 4-1-15,0 2-3 0,0 0-11 0,0-1 6 16,-4 3-19-16,4 2-13 0,0 1-17 0,0 0-17 15,0 2-21-15,-3-1-22 0,3 1-23 0,0 4-23 16,0 0-20-16,0 0-15 0,0 0-9 0,0 0-16 16,2 20-8-16,-1-2-10 0,-1 4-12 0,0 6-10 15,0 3-2-15,0 1-6 0,-1 4-7 0,-2-3-1 16,0 4-9-16,-1-5-6 0,1 2-19 0,2-6-7 16,-2 3-12-16,0-5 0 0,-3-5 8 0,3-2-8 15,-1-1-8-15,0 0-8 0,1-7-6 0,-1-1-2 16,4-2 7-16,-3-1 3 0,3-2 9 0,0-5 2 15,-1 0-7-15,1 0 5 0,0 0 3 0,1-19-2 16,2 7-7-16,-2-8 9 0,2-1-1 0,4-8-1 0,-3-5 4 16,-1-1-4-16,3-1 2 0,0-14 1 0,-2 11-5 15,0-9 6-15,-1 13-2 0,0 1-1 0,-2 3 14 16,3 3 23-16,-1 7 5 0,-1 3 6 0,2 2-6 16,-4 3-3-16,3 1-4 0,-3 2-4 0,2 1-3 15,-1 3-7-15,-1 2-3 0,4-1 0 0,0 2-3 16,-4 3-2-16,10 0-4 0,-1 3 3 0,1 6-4 15,4 2 1-15,0 2-6 0,1 1 8 0,4 9-2 16,0 0 0-16,-1 4-2 0,2 0 1 0,1 1 0 16,-6 2-3-16,2-1-21 0,0 0-9 0,-2-2 3 15,-3 0-28-15,-1 0-3 0,0-1-21 0,-6-3-11 16,3 1-16-16,-1-5-8 0,0-1-15 0,-3-1-11 16,0 0-7-16,-3-7-3 0,-1 0 3 0,0-1-5 0,-1 0-12 15,-2-3-17-15,-1 2-32 0,-1-4-28 16,-2-3-24-16,-1-1-30 0,0 3-189 0,-4-6-520 15,-1 2 231-15</inkml:trace>
  <inkml:trace contextRef="#ctx0" brushRef="#br0" timeOffset="168421.24">4746 10545 11 0,'-8'-5'196'0,"-4"2"9"0,5-2 8 0,-1 2 4 16,4 1 4-16,-2-3-3 0,1 4-10 0,5 1-9 16,-4-5-19-16,4 5-21 0,-4-3-13 0,4 3-18 15,3-7-9-15,1 4-11 0,5 0-12 0,2-2-11 16,4 1-9-16,3-1-5 0,3 1-8 0,1-3-7 15,8 1-8-15,-8 2-10 0,8-4-19 0,0 2-21 16,-2 1-27-16,1-2-12 0,1 1-21 0,-9 0-10 16,-1 0-12-16,0 0-12 0,-1 1 0 0,-5 2 7 15,0-1 6-15,-3 1 8 0,-2 0 7 0,-1 1 12 16,0-1 13-16,-4 2 12 0,0 0 17 0,-4 1 4 16,10 0 3-16,-10 0 2 0,0 0 4 0,4 3 11 15,-3 2 3-15,-1 0 3 0,4 5-2 0,-1 1 2 16,-3 2 2-16,1 5 1 0,1 1 0 0,0 9 1 15,1 4 0-15,0 2 3 0,0 0 0 0,1 3 12 16,-2 0 12-16,5 11-1 0,-2-13 0 0,1 1 4 0,-1 0 3 16,4 0-6-16,-1-2-3 0,-2-4-4 0,3 0-2 15,-1-3-7-15,-3-8 1 0,-1 1-4 0,3-3-1 16,-4-3 0-16,0-3-1 0,-2-3-3 16,2-1 5-16,0-4-6 0,-2-1-13 0,-1-2-25 0,0 0-29 15,1-12-43-15,2 2-46 0,-6-11-56 0,2-4-236 16,-3-8-461-16,-2-1 205 0</inkml:trace>
  <inkml:trace contextRef="#ctx0" brushRef="#br0" timeOffset="168702.47">5191 10454 125 0,'-4'-8'279'0,"1"-1"6"0,1 1 8 0,-2-1-6 16,1 3-11-16,0 1-1 0,3-2-6 0,-3 2-22 15,3 0-18-15,-1 0-23 0,2 1-32 0,-1 4-12 16,6-8-12-16,-2 5-21 0,4 0-4 0,0 2-18 15,0-2-12-15,3 2-7 0,1-1-15 0,1 4-10 16,0-1-4-16,-2 2-9 0,2 2-2 0,-3 1-4 16,4 0-18-16,2 5 4 0,-6 0-12 0,-1 0-3 0,2 0 0 15,-7-1-5-15,3 3-3 0,-4 2-6 0,-2-2 2 16,1 3 2-16,-4-2-7 0,-5 3 4 16,3-2 4-16,-8 1-9 0,2-1-3 0,-2-1-13 0,0-2-12 15,1-1-14-15,-1-4-17 0,2 3-15 0,2-5-13 16,-1 3-19-16,2-5-13 0,3 1-22 0,-3-1-33 15,4-3-31-15,3 0-22 0,0 0-22 0,0-10-199 16,4 3-486-16,2-1 215 0</inkml:trace>
  <inkml:trace contextRef="#ctx0" brushRef="#br0" timeOffset="168921.21">5456 10421 120 0,'5'0'171'15,"1"-1"-2"-15,-6 1 7 0,11 7 4 0,-7-1 0 16,3 2 0-16,-3 2 1 0,1 4-11 0,1 4-13 15,-1 2-12-15,2 6-5 0,0 2-15 0,-3 3-7 16,1 0-13-16,-1 0-9 0,2 0-9 0,-2 3-3 16,-1-3-9-16,2-1-10 0,2 1-5 0,-3-2-9 15,-4 0-3-15,1-9-3 0,2 1-2 0,-3-2-4 0,0-7-8 16,3 3-1-16,-2-5-1 0,1-2-10 16,-1-3-6-16,-1 1-17 0,0-3-41 0,0-3-37 15,0 0-32-15,0 0-35 0,-3-22-56 0,2 10-218 0,-2-7-457 16,-1-8 203-16</inkml:trace>
  <inkml:trace contextRef="#ctx0" brushRef="#br0" timeOffset="169733.73">5484 10479 183 0,'-6'-9'249'0,"2"0"-2"0,-2-1 1 16,3 5 1-16,-1-3 3 0,2 2-8 0,-1-1 2 15,2 1 1-15,0 1-30 0,1-1-23 0,-2-1-14 16,4 1-16-16,-1 0-17 0,3-1-6 0,0-1-24 15,3 3-13-15,1-3-6 0,-1 2-19 0,1 1-1 16,3 1-7-16,-2 0-8 0,4-1-12 0,-3 3-1 16,0-1-8-16,4 1-4 0,-2 2-9 0,-4 2 3 15,4 1-4-15,-1-1-8 0,-3 3-10 0,4 2-4 16,-3-1-11-16,-2 4 1 0,0-1-7 0,-1 2 6 16,0 1-4-16,-2 1-3 0,-3 1-13 0,0 1-6 15,-3 2-8-15,-1 0-4 0,-4 1-16 0,2-4-4 16,-5 0-9-16,1 1-5 0,-2-3-1 0,5-3 3 0,-3 1-5 15,2-2 2-15,0-3-5 0,2 0-14 0,-2-1-20 16,4-3-10-16,-4-1-3 0,7 0-1 16,-4-7 11-16,4 7 14 0,0-11 6 0,3-1 6 0,1 3 14 15,0-5 7-15,3-1 6 0,1-2-1 0,3 0 14 16,-3 0 17-16,2-2 11 0,2 3 2 0,0 0 21 16,0 0 13-16,-1 4 8 0,0-3 19 0,-1 7 3 15,-3-1 1-15,1 2 4 0,-3 0-2 0,2 4-1 16,1-1-1-16,-2 2-5 0,2-1-3 0,0 3-2 15,1 0-2-15,-3 3-2 0,2-1 1 0,-1 4-3 16,1-1-5-16,3 2-4 0,-1-1 2 0,0 2-1 16,0 0-2-16,-3 2-3 0,2-2 0 0,-1 0-3 15,1 2 2-15,-4 0-2 0,2-1 2 0,1-2-2 16,-4 4-4-16,0-4 4 0,0 3 2 0,-4-5-1 16,0 3 5-16,0-1 5 0,-4-1 3 0,3-1 5 15,-2 0 4-15,-3 1 10 0,4-2 6 0,-5-1 6 16,6 0 4-16,-3-1 10 0,4-2 10 0,0 0-3 0,0 0-7 15,0 0-6-15,-7-6-4 0,8 0-9 0,3-5-7 16,2 1-2-16,4-5-4 0,1 1-6 16,3-3-3-16,1 2-1 0,-1-1-9 0,3 1 5 0,-2 1-2 15,0 1-4-15,-1 0 1 0,2 1-7 0,-5 5-1 16,-2 0-3-16,-2 2 2 0,0 3-4 0,-3-2 0 16,3 3-5-16,0 1 2 0,-7 0-4 0,7 4 2 15,-2-2 12-15,-1 4-11 0,-1 1 1 0,2 0-2 16,2 4 4-16,-3-2-1 0,0 0-7 0,2 1 8 15,-1-1 0-15,2 0-1 0,1-1 0 0,0-2 2 16,-2 0-4-16,-1-2 6 0,3 0-4 0,-1-2 7 16,1-1-1-16,-1 0-2 0,4-2 0 0,-4-2-4 15,5-3 10-15,-4-1-9 0,0 0 14 0,-1-2-13 16,0-1 6-16,-4-2-8 0,-2-1 4 0,4 1 0 16,-3-3 2-16,-2 2-3 0,-2-2-1 0,1 2-1 15,-4-3 5-15,1 4-3 0,-2 2 1 0,2 1-4 16,-6 2 2-16,1 1 0 0,1 1-3 0,1 3-6 15,-4 2-10-15,3 0-8 0,-2 1-13 0,2 3-11 0,-3-1-19 16,6 2-20-16,-1 5-15 0,4-4-32 16,0 0-38-16,2 1-33 0,7 0-35 0,0 3-211 15,0-7-487-15,9 1 216 0</inkml:trace>
  <inkml:trace contextRef="#ctx0" brushRef="#br0" timeOffset="169948.08">6694 10186 281 0,'3'-2'269'0,"-3"2"-27"0,0 0-23 0,0 0-23 16,0 0-13-16,0 0-15 0,-8 12-12 0,2-7-13 15,-2 5-18-15,-1 1-8 0,-1 4-14 0,0 2-9 16,-2 1-9-16,4 1-7 0,-6 5-6 0,5-4-8 16,-3 4-6-16,5-5 0 0,0 0-8 0,-2-2-6 15,2 1-7-15,1-4-4 0,1-3-14 16,-2 1-14-16,-1-3-16 0,5-3-17 0,-1 0-36 15,-3-5-41-15,3 1-38 0,4-2-15 0,-5-7-21 0,2 0-14 0,0-3-144 0,-2-3-364 0,2-4 162 16</inkml:trace>
  <inkml:trace contextRef="#ctx0" brushRef="#br0" timeOffset="170119.94">6494 10327 548 0,'0'-18'22'0,"0"1"40"15,0 3 21-15,-1 4 32 0,1-4 20 0,-2 6 13 0,2 2 6 16,0-1-8-16,0 4-13 0,2-2-16 16,-2 5-12-16,1-3-12 0,-1 3-10 0,0 0-9 15,0 0-6-15,7 13-7 0,-3-7-6 0,2 3-5 16,-1 1-7-16,0 2 0 0,2 2-4 0,0 0-4 0,5-1-6 15,-1 4 0-15,0-5-3 0,1 2 0 0,-1 2-3 16,5-4-11-16,-9-1-27 0,4-4-33 0,-1 2-42 16,0-4-49-16,0 0-61 0,-2-1-145 0,4 0-372 15,-3-4 164-15</inkml:trace>
  <inkml:trace contextRef="#ctx0" brushRef="#br0" timeOffset="170323.06">6859 10273 159 0,'0'0'322'16,"1"-4"-9"-16,-1 4-6 0,0-5-16 0,0 5-22 16,0 0-17-16,1-4-20 0,-1 4-30 0,0 0-24 15,0 0-14-15,0 0-20 0,0 0-14 0,0 0-10 16,7 14-8-16,-4-5-17 0,-2-2-6 0,3 3-11 16,1 0-2-16,1 2-31 0,-2 1-20 0,2 0-16 15,2-2-29-15,0 4-24 0,-1-4-32 0,-2 1-40 16,1-2-42-16,1-2-40 0,-1-3-38 0,4 0-225 15,-5-1-500-15,4-2 222 0</inkml:trace>
  <inkml:trace contextRef="#ctx0" brushRef="#br0" timeOffset="171510.49">7057 10242 153 0,'0'-6'227'0,"0"-1"-9"0,0 0 2 0,0 1-7 15,0 2-9-15,0 4-13 0,0-8-17 0,-1 5-23 16,1 3-13-16,0 0-17 0,0 0-12 0,0 0-10 15,0 0-10-15,8 12-9 0,-6-7-10 0,3 4-7 16,-3 2-3-16,4 0-6 0,-2 0-3 0,0 0-5 16,-1 2-6-16,4-2-4 0,-2 2-2 0,-1-3-5 15,0 2-2-15,2-4-2 0,-4 2-5 0,1-3 0 16,0-1-12-16,2 0-2 0,-2-2-3 0,-2-1-1 16,2 1 1-16,-3-2 0 0,0-2-1 0,4 3 0 15,-4-3 1-15,0 0-4 0,0 0 4 0,4-11 1 16,-1 7 0-16,0-4-4 0,-3 2 6 0,1-2-1 15,3-2 9-15,-2-1 10 0,-1-1 1 0,3 1 15 0,0 0 13 16,-1 1 18-16,-1 1-7 0,1 1 18 16,0 2-13-16,1-1-1 0,-1 2-7 0,-2 0-4 15,2 2-9-15,-2 0-7 0,-1 3-2 0,4-4-7 16,-4 4-4-16,0 0-6 0,0 0 3 0,15 5-1 0,-11 1-1 16,2-1-6-16,-1 4-3 0,5 0-2 0,-5 2 4 15,9 3-10-15,-5-3 9 0,2 0-7 16,0 5-1-16,1-6-6 0,1 3-6 0,1-3-2 0,0 1 1 15,2 0-5-15,-5-4 3 0,4-4-3 0,-3 0-1 16,4-2 3-16,4-1 0 0,-1-1-4 0,-1-4-2 16,1-2 0-16,1-2 3 0,-2-1 3 0,2 1 2 15,-2-4 2-15,6-3 0 0,1-6-2 0,-5 3 0 16,-1-2 2-16,-1 5-1 0,-3 0-1 0,5-4 2 16,-6 3 0-16,1 1 2 0,-4 1 12 0,1-1-17 15,-5 7 13-15,-2-1 5 0,2-1 5 0,-3 3 4 16,-4 2-1-16,0 0-5 0,-4 2-7 0,4 4 4 15,-8-1-2-15,8 1-4 0,-19 7 3 0,6 0-4 16,1-2 1-16,-4 6 2 0,2 0-2 0,-2 3-5 16,2-1 5-16,-1 1-5 0,2-3 3 0,-1 2 0 15,9-1-7-15,-5-1 3 0,3-1-5 0,2-1 0 16,0 2-1-16,1-3 0 0,2-1-1 0,-1-3-4 0,3 0 5 16,-1-1 4-16,1-3-2 0,4 4 3 0,-4-4-3 15,0 0 3-15,15-5 1 0,-10 0 3 16,4 1-13-16,-1-4 12 0,3 1-3 0,-2-1 3 0,1 0 0 15,2 1-2-15,-4-1 4 0,5 1-7 0,-6 2 2 16,3-1 0-16,-3 1 1 0,1 1 2 0,0 2-2 16,-1 2 6-16,1 0-8 0,-8 0 2 0,14 5-3 15,-5 1 1-15,-3 1 1 0,3-1-2 0,1 3 0 16,-1 1 11-16,0 0-9 0,5 2 1 0,-4-2-3 16,-2 2-2-16,7-1-4 0,-5-2-1 0,-1-1-4 15,3-2-13-15,2-1-11 0,-2 0 0 0,-1-2-7 16,1-3-17-16,-1 0-12 0,0-4 3 0,0-1 3 15,0-2-4-15,-3 0-9 0,2-4 3 0,-2 1-2 16,1-6-14-16,-3-3-15 0,2 0-9 0,0-7 5 16,0-1 9-16,-7-1-6 0,4-4-13 0,0-2-7 15,3-2-30-15,0-2-12 0,-2 1 11 0,-2 4 29 16,0-1 41-16,-4 3 57 0,0 1 47 0,1 5 31 0,-2 2 25 16,-3 5 16-16,1 0 10 0,2 5 9 0,-3 0 13 15,2 3 20-15,-2 1 5 0,4 1-2 16,0 4-14-16,0 1-20 0,-4 0-11 0,4 3-8 15,0 0-11-15,0 0-7 0,-8 11-7 0,7 0-9 0,1 2-1 16,0 5-4-16,4 3-6 0,-3 10 0 0,3-2-10 16,0 3 2-16,3 3-5 0,1-2 0 0,1 4-3 15,1-3-3-15,1 2-1 0,3-3-3 0,-2 1-5 16,3-4-8-16,-4 2-9 0,-2-4-7 0,1-1-19 16,-1-8-9-16,-3-2-19 0,-2-4-22 0,0-1-20 15,-3-5-12-15,-1-2-33 0,2-3-33 0,-2-2-12 16,0 0 9-16,0 0 13 0,0 0 19 0,-7-16 25 15,3 6 34-15,0-2 25 0,-2-4 31 0,1 4 28 16,0-7 34-16,0 2 20 0,1-3 19 0,3 2 17 16,-2-2 18-16,2 1 16 0,1 1 8 0,1 0 0 15,-1 0 7-15,4 1 16 0,-1 5 6 0,1 0-8 16,0 1-5-16,-1 1-17 0,6 1-14 0,-6 2-5 16,4 0-13-16,-2 4-8 0,2-2-13 0,3 3-8 0,-2 2-5 15,0 0 2-15,3 5-13 0,-2 0-8 16,4 3-9-16,-3 2 3 0,4 2-4 0,-3 4-3 15,-3 0 0-15,3 1-2 0,-1 1-12 0,-1 0-16 0,-4 1-16 16,4 0-17-16,-5 1-16 0,1-1-19 0,2-1-23 16,-3 0-26-16,0 0-43 0,-1-1-42 0,1-5-38 15,0 2-45-15,-1-4-154 0,-2-2-480 0,6-4 213 16</inkml:trace>
  <inkml:trace contextRef="#ctx0" brushRef="#br0" timeOffset="172010.46">8582 10127 11 0,'1'-4'251'0,"-1"0"-22"16,0 4-12-16,3-5-22 0,-3 5-23 0,1-2-17 15,-1 2-10-15,0 0-15 0,0 0-8 0,-1 15-9 16,1-11-11-16,0 5-10 0,0-3-8 0,1 6-8 16,1 0-10-16,2-1-3 0,3-1-9 0,-5 3 0 15,8-3-6-15,-5 1-3 0,5 1-9 0,-2-4 1 16,0 0-6-16,-3-2 0 0,2-1-3 0,-1-1-3 15,3-3-5-15,-2 1-2 0,0-1 1 0,-7-1 0 16,10-4-4-16,-6-1 0 0,1 0-4 0,-1-3-3 0,-3 1 1 16,2-3-2-16,-2 0 2 0,1-2-1 0,-1-1 4 15,-2-1-4-15,-1 2-2 0,2-1 5 16,0 0 13-16,2 1 19 0,-1 1 4 0,-1-1 2 0,2 1-1 16,-1 2-5-16,3 0-6 0,0 4-4 0,-4-1-6 15,2 2-1-15,0 0-4 0,3 3-5 0,-5 1 0 16,10 3 0-16,-4 0-5 0,3 4-1 0,-4-2 0 15,5 2 1-15,-2 4-2 0,7 2 0 0,-4 0-1 16,-3-3-2-16,6 5 1 0,-2-1-6 0,1-2 5 16,1 3-6-16,-3-1 3 0,3 0 1 0,-6-3 1 15,2-3 2-15,0 1-7 0,-3-2 2 0,0-1-3 16,-3-1 4-16,0 0 3 0,3-1 13 0,-5-3 28 16,1 1 9-16,-3-2-3 0,0 0 0 0,0 0 6 15,11-7 13-15,-11 2 1 0,3 0 7 0,-3-1 1 16,1-1 3-16,2-2-5 0,0 2-6 0,-3-1-12 15,2-2 0-15,0-1-5 0,2 3-9 0,-3 1-6 16,2 1-1-16,-2-2-9 0,2 4-17 0,0-1-7 0,1 1-18 16,0 2-29-16,1-3-26 0,-5 5-26 0,6-3-29 15,-6 3-34-15,0 0-36 0,12 5-47 16,-6-4-72-16,-6-1-257 0,0 5-611 0,0-5 271 16</inkml:trace>
  <inkml:trace contextRef="#ctx0" brushRef="#br0" timeOffset="172197.95">8764 9826 247 0,'0'-4'256'15,"-5"1"-39"-15,1-1-33 0,-2 0-38 0,2 2-41 0,0 0-41 16,-3 1-55-16,1-1-77 0,6 2-126 15,-11 2-209-15,5 0 92 0</inkml:trace>
  <inkml:trace contextRef="#ctx0" brushRef="#br0" timeOffset="172541.68">7118 9871 188 0,'-6'2'268'0,"6"-2"-29"15,-7-2-22-15,7 2-23 0,0 0-20 0,0 0-19 16,0 0-11-16,0 0-16 0,28 2-12 0,-11-4-11 15,3 2-11-15,-2 0-8 0,2 2-8 0,0-2-12 16,-2 1-3-16,-3-1-5 0,-1 0-5 0,-1-1-11 16,-2 1-1-16,0 0-2 0,-3 0 0 0,-8 0 8 15,11 0-3-15,-8-2-5 0,-3 2-3 0,0 0-5 0,0 0-4 16,-26-8-5-16,11 6 0 0,-5-1-3 16,-3 0-2-16,-1 0-17 0,3 0-28 0,-8 1-45 15,6 2-62-15,1-4-71 0,2 4-203 0,0-1-441 16,6-1 195-16</inkml:trace>
  <inkml:trace contextRef="#ctx0" brushRef="#br0" timeOffset="174609.21">2989 9034 39 0,'-4'-12'281'0,"-2"1"-24"0,0 0-12 0,-1 1-14 15,-3 1-13-15,2 1 0 0,-4 2-10 0,-3 1-11 16,0 2-13-16,-3 1-16 0,-1 0-4 0,-2 5-16 16,0 1-11-16,1 2-14 0,1 2-13 0,-6 6-10 15,5-5-9-15,1 3-12 0,5 2-6 0,0-1-8 16,2 2-13-16,1-2-1 0,6-1-5 0,-2 4-3 15,5-2-7-15,2-1-2 0,2-1-3 0,5 0-6 16,4 1-3-16,1 0 1 0,4-4 5 0,1 0-12 0,3-3 0 16,2-1-5-16,1-1 13 0,-4 0-14 15,4 0-2-15,-2-4 1 0,-4 2 2 0,0-1-3 16,-5 0-1-16,-1-1-2 0,-3 2-2 0,0 0 1 16,-1-1 3-16,-7-1-5 0,8 2-1 0,-8-2 2 0,3 5-3 15,-3-5 0-15,-11 11-1 0,1-3 21 0,-1-1 5 16,-5 7-4-16,0-1 2 0,-2 1 4 15,-2 4-5-15,2-4 6 0,2 0 2 0,1 3-7 0,0-1 2 16,1 1 1-16,5 1 4 0,-2-2-8 0,8 1-2 16,-2 0-7-16,2-1 1 0,6-2 3 0,-2-1-2 15,5 0-2-15,3 2 3 0,3-2-7 0,2 0 6 16,3-4-4-16,1-2 4 0,5 0-4 0,0-3-4 16,6 0 2-16,-5-3-6 0,4-5-9 0,3 2-8 15,-12-2-12-15,5-3-15 0,-2-2-13 0,-4-1-19 16,0 1-22-16,-5-3-13 0,5 0-11 0,-7-1-13 15,0-1-6-15,0 0 8 0,-6 1 12 0,1-1 12 16,-4 4 13-16,1-3 6 0,-4 1 14 0,-1 1 19 16,1 0 22-16,-2 4 16 0,2-2 19 0,-2 2 14 15,0 1 14-15,1 0 12 0,0 2 9 0,1 0 4 16,-1-1 3-16,2 5-13 0,0-5-6 0,0 5-4 16,0 0-5-16,0-5-6 0,0 5 3 0,0 0-9 15,13 0 1-15,-9 0-1 0,-4 0-2 0,20 5-3 16,-9-1 2-16,0 0-2 0,1 1-3 0,7 0-1 15,-8 1 2-15,3-1-2 0,3 5-2 0,-1-2 0 16,-3 0-3-16,-2 0 1 0,1-2-1 0,-2 2-2 16,-2 1 0-16,4-3 0 0,-7-1-1 0,1 3 2 0,-1-4-3 15,-2-1 2-15,0 3-4 0,-3-2 6 0,1-2 2 16,-1-2 0-16,-2 4 0 0,2-4 6 16,0 0 15-16,-9 1 26 0,9-1 4 0,0 0 10 15,-12-5 9-15,4 0 7 0,8-3-19 0,-4 3 3 0,1-5-7 16,2 1 0-16,-1-4-12 0,5 2-10 0,0-1 1 15,5-4-12-15,-1 5-3 0,5-3 0 0,-2 4-10 16,2 1 2-16,1-5-1 0,5 5-4 0,-3 0-9 16,0 1 3-16,-1 4-9 0,-1 2 5 0,2-1 0 15,4 3 3-15,-5 3-6 0,6-2-9 0,-9 2 5 16,8 4 0-16,-5 1-12 0,-2 0 0 0,-1 0-3 16,0 4-1-16,-1-1 0 0,0-1-4 0,-3 1 8 15,-3-1-3-15,4 2 3 0,-5 1 3 0,-2-2-1 16,2 0 3-16,-3-1-1 0,-1 0 3 0,-1-4 1 15,-3 4 4-15,-2-4-3 0,3-1 7 0,-6 0 3 16,2-1-1-16,-1-1 24 0,2-3 5 0,-1 0 3 16,-1-2 28-16,0 1-12 0,2-3 3 0,-1-1-3 15,3-3 0-15,-1 0-2 0,2 0-3 0,0-5-5 16,7-1-10-16,-2 1 0 0,6-4-7 0,1 0-1 16,0 1-8-16,7 1-5 0,-1-2-2 0,-3 2 7 15,5 2-22-15,-1 0 2 0,0 0-4 0,0 3 13 16,0 5-7-16,-4 0-10 0,-3 0 0 0,4 2-9 0,-5 2 0 15,1 1 3-15,0 0-4 0,-1 3 0 0,-1 1 3 16,-1 1 3-16,1 3 1 0,-4 1 4 16,3 2 4-16,-2-3-4 0,0 4-5 0,0-1 6 15,-1 1 4-15,1-1 3 0,0 2 0 0,0-2 1 0,-1 0 9 16,4-2-12-16,-4 1 4 0,2-4 5 0,2 1 0 16,-2-3-1-16,2 0 3 0,-1-1 0 0,2 0-6 15,1-2 6-15,0-1 15 0,-1 0-14 0,1-2 3 16,0-1-7-16,-1 1 9 0,-3-4-4 0,5-1 5 15,-4 0-11-15,-3-1 5 0,1 0 1 0,-2 0-10 16,2-3 5-16,-3 1 5 0,0-2-7 0,-4 2 4 16,4-3 4-16,0 4-10 0,-3-3 7 0,2 7-3 15,1-5-3-15,-3 1 6 0,2 1-2 0,-1 2-1 16,2-1-2-16,0 1 6 0,2 0 11 0,1 2-13 16,-2 0-9-16,3 2 5 0,0-1 0 0,3-1 0 15,1 3 1-15,6 0-1 0,-3-1-6 0,4 2 2 16,-3 3 0-16,3-1 0 0,4 4 4 0,-2-1 1 15,5 2 4-15,-4 0-5 0,2 2-1 0,-2-2 3 16,2 2-5-16,-6-1 1 0,1 1-3 0,-4-3 6 0,2 2 0 16,-6-1-3-16,3-1-4 0,-2-1 7 15,-3-1-2-15,-2 1 2 0,1-1-1 0,-2-2 11 16,-1 1 15-16,-1-3 24 0,0 0 7 0,-6 5 24 0,6-5 24 16,0 0 10-16,-17-6 11 0,10 3-1 0,3-1 0 15,0-1-9-15,-2 0-9 0,1-3-10 0,4 1-10 16,-2-4-15-16,-1 4-15 0,7-5-15 15,-2 0-27-15,3 2-26 0,1-1-28 0,2 3-38 0,0 0-39 16,4 0-45-16,0 0-34 0,-3 2-31 0,2 5-35 16,0-2-39-16,0 1-27 0,1 4-37 0,-2-1-264 15,-2 2-681-15,-1 2 301 0</inkml:trace>
  <inkml:trace contextRef="#ctx0" brushRef="#br0" timeOffset="174921.69">2837 9994 2 0,'-10'4'362'15,"3"-2"-28"-15,2 1-18 0,2-1-11 0,3-2-22 16,0 0-10-16,25-6 2 0,5-6 3 0,4 2-6 15,5 0-5-15,21-7-3 0,0 2-9 0,5 1-8 16,3-2-10-16,1 4-25 0,28-7-21 0,-29 7-17 16,27-6-19-16,-27 9-14 0,-1 1-17 0,-5 2-9 0,-2 0-11 15,-1 0-11-15,-6 5-11 0,-15 0-9 0,0 1-8 16,-4 1-1-16,-4 0-21 0,-7-1-24 16,-7 5-33-16,-1-4-28 0,-1 1-56 0,-6 1-45 0,0-1-42 15,-4 3-48-15,-4 1-67 0,0-1-95 0,-9 1-308 16,-5 3-761-16,-5 0 337 0</inkml:trace>
  <inkml:trace contextRef="#ctx0" brushRef="#br0" timeOffset="184281.6">13925 11177 6 0,'-9'-5'138'0,"-3"1"-4"0,3 2-6 0,-5-2-8 16,-1 1 4-16,-3-2-6 0,-1 1 0 16,-5 0-5-16,-5-2-6 0,-2 1-6 0,-2 0-8 15,-1 5-5-15,-4-2-7 0,0 1-2 0,0 0-1 0,-4-3-4 16,-12 2-13-16,11 3-2 0,4-1-5 0,-20 0-5 15,5 1-5-15,0 0-4 0,10-1-2 16,-13 0 10-16,3 3 7 0,-2-2-5 0,15-1-2 0,-16 3-5 16,-2-2-4-16,5 3-7 0,-5-2-1 0,2 1-1 15,0 1-5-15,-3-2 2 0,3 1-6 0,0-1-1 16,-4 5-3-16,1-2 5 0,3 1 6 0,1 0 3 16,-1-1-5-16,3 2 1 0,-5-1-3 0,-2 3-5 15,3-3 2-15,-5 2-5 0,3 4-2 0,0-3-4 16,-2 0 2-16,-1 3-3 0,5-1 0 0,-3 1 0 15,1 0 5-15,-3 3-4 0,7-1-2 0,-7 0-2 16,2 0 0-16,1 1 0 0,-1 1-1 0,-4 0 0 0,4-1-1 16,-4 1-2-16,7 3 1 0,-3 0-1 0,1-3-1 15,-1 1 1-15,1 1 1 0,3 1 0 16,0 1-1-16,4-2 2 0,1 3-2 0,-1 0 1 16,4 0-1-16,3 3 0 0,-3-1-1 0,0 1 1 0,14-6 0 15,-5-2-1-15,5 3 1 0,1 0-4 0,0 0 4 16,1 2-1-16,-2-1 3 0,2 3-5 0,3-1 2 15,2 0 0-15,-1-1 1 0,2 3-2 0,1-2 1 16,3-1 0-16,-1 5-2 0,2-5 1 0,0 4 0 16,3-3 1-16,0 2-3 0,0-1 1 0,1 1 2 15,2 0 0-15,2 1 1 0,-2 1-3 0,7-2 2 16,0-5-4-16,-1 8 3 0,1-5-2 0,4 2 1 16,-6 7 2-16,3-3 2 0,1 0-4 0,2 1-1 15,2-1 1-15,-2 4 3 0,2-6-3 0,0 2 1 16,0 2 1-16,2-1-2 0,1 1 2 0,0 2-2 15,0-4 1-15,0 1 0 0,0 1 2 0,1-1-4 0,1 1 4 16,1-2-6-16,-1 2 5 0,2-2-1 0,0-1-2 16,0 2-1-16,0-5 3 0,2 6-3 0,-1-3 1 15,3 1 4-15,-1-2-6 0,0-1 5 16,0 4-1-16,2 1-1 0,0-2-3 0,-4-1 4 0,5 0 1 16,-1 0-2-16,-1 1-1 0,-1 0 4 0,3 0-2 15,-1 0 0-15,-1 1 1 0,2-1-2 0,3-1 1 16,0 2 0-16,-4-2 1 0,6 0 1 0,0 0-2 15,-1 0 0-15,-1-2 2 0,3 2 1 0,-2-1 1 16,4-2 1-16,-3 2 5 0,1-3-3 0,1 0 2 16,0 3 8-16,1-6-9 0,-2 6 1 0,2-5 0 15,1 4-1-15,0-5-2 0,1 2 0 0,-1 2 0 16,3-2-2-16,2 1 1 0,0-1 3 0,-4 0-7 16,5-2 5-16,-2 0-4 0,0 2 1 0,1 0 0 0,2 3 0 15,0-5-3-15,0 1 2 0,-3 0-2 16,6-1 2-16,-2 1 0 0,-1 0 0 0,2-1 1 15,2 2 0-15,-1-2-1 0,-1 2-2 0,2 0 2 0,3-2 2 16,-2 2-1-16,4-2-2 0,-2 1 3 0,0-2-9 16,1-1 7-16,1 4 9 0,3-3-3 0,-3-2 2 15,2 1 4-15,13 3-8 0,-13-3 0 16,1 2-2-16,13 1 3 0,-15-3 3 0,14 2-7 0,-13-4 0 16,15 4 3-16,-14-5-4 0,-1 2 7 0,12 3-5 15,-10-2 0-15,1-3 2 0,14 6 2 0,-6-1-1 16,3 5 0-16,0-6 4 0,-10-4-4 0,9 5-1 15,0 2 4-15,-1-1-5 0,-9-7 1 0,15 6 3 16,-2 0-5-16,-4-1 2 0,2 0-1 0,-1-2-1 16,7-1-1-16,-18-3 0 0,15 5 0 0,0-1 0 15,0-2 0-15,-1 2-1 0,2-5-1 0,2 5 1 16,-3-3 0-16,5 2-1 0,-1-2 0 0,2 0-1 16,-4-1-1-16,4 0 4 0,-3 0-2 0,3 0 5 15,0 0-7-15,-3 1 0 0,5-2 2 0,-3-1 1 16,2 1-1-16,0-4-2 0,0 4 0 0,2 0 2 15,4-1-2-15,-6-2-2 0,3-1 2 0,1 1 1 16,-2 1-2-16,-1-2 3 0,1-2-3 0,0 2 2 16,-1 1-1-16,-1-3 0 0,2 2 11 0,-3-1 10 15,2 1-1-15,-2-4 2 0,4 1-2 0,-3 2-5 16,3-2 4-16,-2-2-2 0,1 1-4 0,-2 2 0 16,-2-2-4-16,2-3 0 0,-1 2-2 0,-3 1 1 15,7-1-3-15,-3-3 5 0,-4 2 1 0,3-2-4 0,1 0 2 16,2-4-2-16,-2 3 5 0,3 4-11 0,-3-3 0 15,3 0 1-15,-1-2 1 0,-2 1-2 0,3 0 0 16,-3-3 3-16,3 3-2 0,1-3 1 0,-7 3-1 16,4-1 2-16,1-5 1 0,-3 4-2 0,1-2-2 15,1-1 1-15,1 2 0 0,-2-1 0 0,0 4 0 16,4-7-4-16,-9 4 2 0,3 0 2 0,-2-3 0 16,0-1 4-16,-1 1-4 0,-1 0 1 0,5-1 0 15,-8 0-2-15,5 0 3 0,0 1-3 0,0-2-4 16,2 1 3-16,-1-1 3 0,-2-1-3 0,1 0 3 15,2-2-2-15,-2 2 0 0,-1 1 0 0,-1-5 2 16,1 3-3-16,-3-4 2 0,3 3 0 0,0-1 0 0,-1-3-1 16,-3 3 1-16,7-2-1 0,-5 1 0 15,2-1-1-15,2 0 4 0,-2 3-3 0,1-6 1 16,-2 3 1-16,2-2 1 0,-3 1 0 0,-14 3-3 16,14-7-2-16,-16 7 3 0,15-7 5 0,-2 1-6 0,-1 1 2 15,3-3-1-15,-18 6-1 0,14-6 0 0,2 1 1 16,-17 2-1-16,4 3 2 0,13-5 3 15,-17 3-5-15,6 1 1 0,7-8 2 0,-10 7-4 16,-1-3 2-16,1 1-1 0,0-2 0 0,-1 1 8 0,-1 2-8 16,2-1 3-16,-2-4-3 0,-4 3 3 0,3 0 0 15,-3-2-1-15,2-1-1 0,-2 4 1 0,3-3 0 16,-2-1-1-16,-4 1-1 0,2-3 3 0,-4 2-2 16,1 0 1-16,-1-1-2 0,0-1 0 0,-2-2 3 15,-1 3-3-15,-1 1 0 0,0-6 2 0,1 4 4 16,-4 1-1-16,4-2-2 0,-2 2 0 0,-2-3-1 15,0 3-1-15,0-2 1 0,-1 0 0 0,-1 1 5 16,1 0-6-16,-2 2 3 0,2-4-2 0,-6 3 0 16,3-1 0-16,0 2 0 0,-4-2 2 0,3 1-4 15,-5 0 4-15,2 0 1 0,1 5-3 0,-5-9 1 16,4 4 1-16,-5 5 1 0,1-7-5 0,-2-1 5 16,-1 6-1-16,-2 0 0 0,1-1 2 0,-3-5 3 15,4 7-4-15,-4-7-1 0,2 6 4 0,-2-1-5 16,-2 2 4-16,2-2-7 0,-4-4 1 0,3 5 1 15,-2 0 3-15,-1 2-3 0,0-2 5 0,0 0-3 16,-1 0-1-16,0 2-3 0,1-2 2 0,0 2 3 16,-3 1 0-16,3-1-2 0,-4 2-1 0,3-1 0 15,-1-2 0-15,2 4-1 0,-1-1 2 0,-1 0 4 0,-2-1-7 16,4 0 4-16,-1 3 1 0,-1-1-3 16,-1-2 5-16,-1 1-5 0,0 0-3 0,1-2 1 15,0 2-4-15,-2 1 8 0,2-2-2 0,-2 1 1 16,-3 1 5-16,2-1-9 0,3 0 7 0,-5 0-2 0,2-1-4 15,-1 2 0-15,-2 0 6 0,1-1-9 0,-1-1 8 16,-2 0-7-16,3 1 2 0,-3 0 4 0,3 1 4 16,-3-2-6-16,1 3-3 0,-2-2 1 15,4 1 3-15,-7-4-1 0,4 5-4 0,0 1 1 0,-2 0 2 16,1-2-1-16,0 2 1 0,0-1 0 0,0 2-1 16,-1-1 1-16,2 1 2 0,-3-2 0 0,-5-2-3 15,7 5 0-15,-2 0 0 0,3 0 3 0,-5 0-5 16,5-1 6-16,-4 1-6 0,-2 1 7 0,2-1-8 15,0 2 9-15,-5-6 0 0,3 8-5 0,0-3-1 16,0 1-2-16,-2-5 3 0,0 4-2 0,-3 1 1 16,-1-3-2-16,0 3 3 0,1 0-3 0,4 4 3 15,-5-6-1-15,-2 2 1 0,2-2-2 0,5 5-1 16,-5-4-1-16,0 1 5 0,1 0-2 0,6 1 0 16,-9 0 5-16,3-1-7 0,3 2 3 0,0-5 1 15,1 4 3-15,2 2-3 0,1-3-2 0,-7 0 1 16,4 2 2-16,1 0-8 0,-1-1 7 0,1 0-2 15,-4-4-5-15,-4 1 3 0,8 3 1 0,1-1 1 16,0 3-2-16,-7-5 4 0,6 3-1 0,1-1 0 0,-2 2-2 16,1-1 5-16,-4-2-5 0,-4 0-3 15,10 4 4-15,1-2 0 0,-2 0 0 0,-3 2 1 16,2-2-4-16,1 2 5 0,-7-4 1 0,5 4-6 16,0 0 3-16,-5-2-3 0,7 3 6 0,-5-2-4 0,-1-3 0 15,6 5 1-15,-6-3 3 0,3 4-7 0,-4-3 1 16,5 3 1-16,0-3 12 0,2 4-9 15,-2-5-2-15,2 3 1 0,-2 0 0 0,2 1-2 16,-4 0 1-16,3 2-1 0,-8-4 4 0,7 1-1 0,1-1-2 16,-2 1 1-16,-6 1-1 0,10 1 0 0,0-1 2 15,-3 1 3-15,2-1-7 0,-2 1 3 0,0-2-2 16,-1 3 1-16,1-2 2 0,3-2 1 16,-2 5-1-16,-1-5-1 0,1 5-4 0,-2-3 3 0,-1 1 2 15,6-2 2-15,-4 1-3 0,-1 2-1 0,4 0 0 16,-1-2 1-16,1 0 0 0,-3 2 5 0,2-2-7 15,2 0 2-15,-3 2-1 0,3-3 2 0,0 1-4 16,-3 1 0-16,6 2 5 0,-1-3-5 0,-3 1 5 16,1 0-2-16,2 0 1 0,-2-1-2 0,-1 1 3 15,1 0-4-15,-2 0 1 0,1 1-2 0,1 0 3 16,-2-1 0-16,0-1 3 0,1 1-3 0,-4 0 0 16,5 1 5-16,-3-2-5 0,1 2-2 0,2-2 2 15,-3 1 1-15,-1 0-1 0,2 2-1 0,-2-3 2 16,0 2-2-16,2-1-2 0,-1-1 9 0,-2 1-7 15,1-1 2-15,3 2-1 0,0 0 4 0,-4-2-5 16,4-1 3-16,-3 2-7 0,2 2 6 0,1-3 4 16,-4 1-6-16,2-1 1 0,3 1 0 0,-2-1 4 15,1-1-2-15,0 1 0 0,0 2-2 0,1-2 1 0,-1 0 0 16,-1-1-2-16,2 2 1 0,-2 1 0 16,1-1-2-16,0 0 3 0,1 0-2 0,-4 0 0 15,3 0 0-15,0 1 2 0,1-1-1 0,-2 0 2 16,0 0-1-16,2 0-4 0,-2 0 3 0,-3 1 1 0,3-1 1 15,-3 1-3-15,3-1 0 0,2-1 0 0,-2 3 2 16,1 1-5-16,-3-2 4 0,3-1 2 0,1 1 1 16,3 1 3-16,-4-2-6 0,0 0-2 15,-1 2 2-15,2-2-2 0,-1 0 2 0,0 1 1 0,3 0 0 16,1 0-3-16,-6 1-2 0,5-2 8 0,1 1-2 16,0 0 0-16,-3 1-4 0,4-1 4 0,-2-2-2 15,2 3 0-15,0-2 0 0,-1 0 5 0,1 1-7 16,-2 0 2-16,2-1 0 0,-7 0 0 0,7 0 4 15,-1 1-2-15,2 1-3 0,-4 1-1 0,5-3 10 16,-3 1-11-16,1 1 1 0,-4-4 3 0,0 4-3 16,4-1 6-16,-5 0-7 0,4 0-1 0,0-1 1 15,3 1 4-15,-7 0-1 0,4 1-2 0,-3-1 1 16,5 1 3-16,-1 0-1 0,-8 0-1 0,9-2 0 16,-8 1 2-16,8 0-2 0,-4 2 9 0,4-2-10 15,-6-1 3-15,6 1-5 0,-6-1 0 0,5 1 11 16,-4 1-8-16,3-1 2 0,1 1-4 0,-2-1 3 15,2 1 0-15,-2-1 0 0,2 1-4 0,-4-1 3 16,1 2 0-16,2-1-2 0,0 2 4 0,-4-1-4 16,4 0 1-16,-4-2 1 0,4 2 1 0,0 0-2 15,-3 0 0-15,2-1 10 0,2 1-10 0,-6-3 7 16,5 3-9-16,2-1 2 0,0 1 1 0,-2 1-2 16,2-2 4-16,-2 0-2 0,1 2-1 0,2-2-3 15,1 1 9-15,0-2 1 0,2 3-8 0,2 0 1 0,-1-1 7 16,-1 1-10-16,3-2 6 0,-2 1 4 15,2 0-9-15,6 1 0 0,-15-3 1 0,11 3 2 16,-3-1-5-16,7 1 5 0,-8-1 0 0,1 1-1 0,7 0-1 16,-12 0 2-16,12 0-2 0,-9 0 2 0,3 1-5 15,-1-1 3-15,7 0-1 0,-12 0 0 0,5 0 1 16,2 1 3-16,-2 0-1 0,0 1 4 16,1 0-6-16,-3 0 2 0,1-1 0 0,0 2-3 0,0-1 4 15,1-1 1-15,-6 2 5 0,6-2-9 0,-6-1 3 16,4 3 0-16,2-2-3 0,-7 3 4 0,1-1-2 15,2-2-1-15,-3 0-6 0,-1 2 6 0,3-2 1 16,0 1 5-16,-2 0-2 0,-5-1-3 0,4 1 1 16,0 1-2-16,-2-1 1 0,0 0 1 0,0-1 1 15,2 1-1-15,-3-2-2 0,2 1 7 0,-2-1-6 16,4 0-1-16,-2 1 1 0,-3-1-1 0,4 0-18 16,1 0-27-16,0 2-37 0,0-2-56 0,-1 0-65 15,7 0-61-15,-2 2-270 0,10-2-579 0,-16 1 256 16</inkml:trace>
  <inkml:trace contextRef="#ctx0" brushRef="#br0" timeOffset="185932.66">18273 11078 295 0,'6'-11'307'16,"3"-1"-13"-16,-5 1-16 0,0 0-33 0,-3 4-17 16,2 1-9-16,-2 0-21 0,2 0-18 0,-1 2-14 15,0 2-26-15,-2 2-15 0,0 0-11 0,0 0-13 16,0 0-7-16,-1 18-12 0,-2-6-14 0,-1 5-8 16,0 2-5-16,-2 8-2 0,-2 0-7 0,3 1 2 0,0-1-12 15,-1-1-5-15,3-5 0 0,-1-1-5 0,1 0-2 16,-1-1-6-16,0-3 2 0,0-4 2 15,4 1 6-15,-4-1-17 0,3-4 3 0,1-2-4 0,-4 1 0 16,4 0 7-16,-2-3 4 0,2-2 35 0,0-2-11 16,0 0-2-16,0 0 4 0,0 0 8 15,6-15 2-15,-5 6 8 0,2-5-9 0,-2 3 1 16,3-9-12-16,2 1-8 0,2-9 2 0,-4 0-2 0,4 0-2 0,0-2-9 0,0 1-1 0,-2 0 9 16,-2 4 24-16,3 7 19 0,-2-1 7 0,-1 1 1 15,0 6-4-15,-1 0-3 0,0 2-3 0,1 0-8 16,-3 4-7-16,-1-2-6 0,3 3-7 0,-3 0-11 15,3 1-13-15,-3 4-11 0,0 0-2 0,0 0 2 16,0 0-10-16,12 13 8 0,-7-1-3 0,1-2-2 16,1 6 1-16,2 4 0 0,-3 0-3 0,5 4 0 15,-2 3 5-15,2-1-18 0,-3-2-11 0,0-3-7 16,0-1-2-16,-1 0-10 0,1 0-8 0,-1-2-6 16,0 0 12-16,-2-2-23 0,-1-1-14 0,1-4 0 0,-3 1-12 15,1-4-2-15,1 0-7 0,-1-1-4 0,-2-3 1 16,-1 1 9-16,0 0 9 0,0-5 4 0,0 5-6 15,0-5-2-15,-8 1-5 0,8-1-4 0,0 0 1 16,-15-6 0-16,4 1-9 0,0 0 7 0,0-1 4 16,-1 0 8-16,0-1 12 0,1 1 8 0,-1-2 5 15,-1 3 6-15,0-1 10 0,5 0 8 0,-3-1 22 16,0 4 18-16,3-4 13 0,0 4 13 0,2-1 14 16,1 2 8-16,-1-1-5 0,6 3-2 0,-4-2-4 15,4 2-3-15,-5-3-3 0,5 3-3 0,-3-2-3 16,3 2-1-16,0 0-3 0,0 0-5 0,17-3 3 15,-7 3-5-15,5-1-1 0,0-2 2 0,3 2-9 16,-3-2 9-16,4 1-5 0,1-1-6 0,2-2 3 0,-3 0-2 16,3-2-6-16,-5 1 4 0,1-1 0 0,-2 0 1 15,2-3 0-15,-7 2-1 0,0-1-2 16,-3-2-1-16,6-2-1 0,-6-2-2 0,0-1 7 0,0-2-8 16,-4 1 2-16,-1-1-9 0,-2 2 7 0,1-2 0 15,-4 7 7-15,2-6 1 0,-1-1 2 0,-2 8 1 16,0-1 13-16,2 3-6 0,-1 0 1 0,0 3-3 15,0-2-6-15,-1 4-4 0,-1 0 0 0,4 3-3 16,0 0 0-16,-10 6 1 0,9 1-8 0,-3 2 7 16,1 1-3-16,0 3 0 0,2-1 2 0,5 5 1 15,-1 1-1-15,1 1 0 0,0-1 0 0,0 1-2 16,4-1 1-16,1 0 1 0,0 2 1 0,0-4-5 16,3 0 5-16,1-1-5 0,2-2 7 0,0-1 0 15,1-1-5-15,0-1 1 0,-2-5-1 0,1-1-2 16,-3 0 1-16,2-3 1 0,-1-1 1 0,2-1 0 15,-2-3 0-15,0 1-2 0,-3-3 2 0,-2-2-1 0,0 1 1 16,3-5 1-16,-4 1-6 0,-2-2 1 0,-1-5 0 16,0 0-3-16,-1-1 2 0,2-3 3 0,-5 1-2 15,0 2-1-15,-1-1 3 0,-3 2 9 0,3 5 8 16,-1-1 25-16,-2 1 8 0,2-1 8 0,0 4 22 16,-2-2-8-16,1 3-1 0,1 4-9 0,-1-1-5 15,0 1-12-15,2 1-6 0,-1 1-6 0,2 3-7 16,0 0-1-16,0 0-9 0,-13 10 10 0,10-3-7 15,-1 3-5-15,1-1-1 0,2 4-5 0,-2 1 6 16,3 3-2-16,0 1-4 0,0-1 1 0,1-4-1 16,2 5 6-16,1 0-4 0,1 0-2 0,1-2-3 15,2-1 1-15,-1 0 0 0,0-2-3 0,3-4-2 16,3 4-10-16,2-3-12 0,1-1-27 0,-2-4-33 0,4 0-43 16,-2-1-42-16,3-1-50 0,1-3-39 15,-2 0-63-15,-2-3-178 0,2-4-540 0,-3 4 240 16</inkml:trace>
  <inkml:trace contextRef="#ctx0" brushRef="#br0" timeOffset="186229.52">19282 10970 227 0,'0'0'250'0,"0"0"-27"15,0 0-22-15,0 0-22 0,0 0-18 0,0 0-17 16,13 15-15-16,-8-7-11 0,-3 6-12 0,4 4-12 16,1 1-6-16,0 9-9 0,2 3-7 0,-1 2-8 15,-2 2-6-15,3 2-3 0,-1-4-6 0,-1 1-4 16,3 2-5-16,0-1-7 0,-1-2 1 0,0-1-4 0,5 0-6 16,-9-2-3-16,3 1 2 0,2-4-3 15,-1 1 0-15,-2-9 0 0,-1-1-3 0,-1 0 0 16,-1-4-2-16,-1-4 1 0,-1 0-3 0,1-4-2 0,1 0 0 15,-4-2-3-15,0-4-23 0,3 2-30 0,-3-2-42 16,0 0-45-16,0 0-44 0,-1-19-201 0,-1 6-409 16,1-5 182-16</inkml:trace>
  <inkml:trace contextRef="#ctx0" brushRef="#br0" timeOffset="186495.31">19392 11166 82 0,'-8'-13'278'0,"3"4"1"0,-1-3 18 0,1 3 3 16,1 3-1-16,1-2-10 0,1 2-17 0,-3 0-15 16,5 3-15-16,-2-2-18 0,0 1-24 0,2 4-22 15,4-7-27-15,1 6-14 0,1 0-8 0,4 1-14 0,3 1-18 16,-2 0-10-16,1 3-7 0,7 3-9 0,-4-2-13 16,6 3-13-16,-4 2-14 0,-3-1-9 15,-3 0-8-15,2 1-15 0,-4 0-7 0,-1 1-8 0,0-1-6 16,-3 3-5-16,-1-4-3 0,-4 4-3 0,2-3 2 15,-4 0-1-15,-2 0 4 0,-3-1 0 0,-1 0 1 16,-1-1-5-16,-1 0-17 0,-2-1-17 0,0-1-22 16,-3 1-26-16,1-2-34 0,3-1-38 0,-1 1-32 15,1-4-26-15,-2-2-224 0,7 1-507 0,-2-3 224 16</inkml:trace>
  <inkml:trace contextRef="#ctx0" brushRef="#br0" timeOffset="187620.31">19594 11128 22 0,'4'-2'227'15,"-2"-3"-5"-15,2 1-6 0,2 0-2 0,-2 1-20 16,1 1-17-16,2-1-19 0,4 2-13 0,-2 0-14 16,1 0-16-16,-1 1-11 0,2 0-9 0,-1 1-12 15,3 1-10-15,-2 2-5 0,3 0-4 0,-2 1-10 16,-1 0-1-16,1 2-9 0,-1-1-3 0,0 3-5 15,-1-3-7-15,-1 5-1 0,1-4-4 0,-3 4-2 16,-1-4-2-16,0 4-5 0,-4-5 0 0,1 3-4 16,1-2-3-16,-4-1-5 0,-2 0 2 0,0-1-2 15,-1 0 1-15,-2-1 1 0,1 1-2 0,-3-2 5 16,3-1-4-16,-1-2 3 0,-1 3 0 0,6-3 0 16,0 0-1-16,-15-4 3 0,11 0 4 0,0 0 4 15,3 1 3-15,-2-2 4 0,2-3-3 0,1 3-3 0,2-7 4 16,-2 3-5-16,3-3-2 0,3 4-5 0,-1-5 2 15,2 4-3-15,0-3 0 0,-1 4 0 16,3-5 0-16,0 3-4 0,-1-1 1 0,-1 2 0 0,2 0-5 16,0 2 1-16,0-3 0 0,-5 5-1 0,1-1 4 15,1 3-2-15,-2-2 4 0,-2 1-3 0,2 1 3 16,-2 0-3-16,-2 3 0 0,3-2-3 0,-3 2-3 16,0 0 2-16,4-5-4 0,-4 5 4 0,0 0-3 15,0 0 3-15,0 0-3 0,0 0 1 0,-4 13 0 16,4-13 1-16,0 9-4 0,3-5-3 0,-2 1 0 15,6-1 0-15,1 3-4 0,4-1 1 0,-1-1-3 16,8 3-2-16,4-2-4 0,-1-2-4 0,7 2-9 16,0 0-6-16,-1-1-12 0,3-1-6 0,-1-3-8 0,-7 0-3 15,2-1 1-15,-4-1 1 0,1 0 0 16,-3-1 8-16,-4 0 2 0,0-2 7 0,-4-1 6 16,1 0 4-16,-1 0 11 0,-4-2 6 0,1 2 4 0,-4 0 13 15,-4-1 2-15,1-1 9 0,-1 1-1 0,-1-1 9 16,-3-1 3-16,-3 2 1 0,2 1 8 0,-5 2 3 15,1-7 0-15,-5 7-1 0,2 0-5 0,-1 1-4 16,-3 2 1-16,-1 1 0 0,-1 0-1 0,-1 2 1 16,-1 1-2-16,2 1 1 0,-1 3-4 0,1 1 1 15,1 0-1-15,2 1-4 0,2 3 1 0,2-3-3 16,2 5-1-16,2-5 3 0,2 3-2 0,2 0 3 16,-1-2-7-16,4 1 7 0,1 1-1 0,3-4 2 15,-1 2-2-15,4-2 2 0,2 0 1 0,2-3-6 16,2-1 0-16,1 1 1 0,0-4-1 0,2 1-1 15,2-5 2-15,-3 1-1 0,4-3 1 0,-1-2-5 16,-6-1 3-16,4-3-3 0,-1-1 2 0,0-4-1 0,-1-1-2 16,-2-1 3-16,-2-1 1 0,-1-2-3 0,1-6-5 15,-1-4 3-15,-5 11-5 0,-1-10 6 16,0 2 2-16,-3 6-2 0,1-1 25 0,-1 1 12 0,-1 1 7 16,-1 7 11-16,2-5 8 0,-2 5-4 0,0 2 3 15,-2 0 2-15,3 3-13 0,-5 1-8 0,4-1-9 16,0 5-2-16,-3-1-9 0,2 1-1 0,3 3-4 15,0 0-3-15,-15 8-1 0,11-3-3 0,0 7-1 16,0-4-2-16,3 5-1 0,1 4-1 0,0 0-1 16,1 1 6-16,3 0-9 0,0-1 3 0,2 2-1 15,0-2 1-15,1 1-3 0,1 1 1 0,3-2-4 16,-3-1 4-16,3-2-5 0,-3-3 3 0,3 0-3 16,0-3 2-16,-3 1-3 0,2-4 3 0,-2-1 0 15,3 0 0-15,-6-3-1 0,5 0 2 0,-1-2-1 16,-3 0-1-16,3-4 0 0,-2-1 0 0,0-1 3 15,2 1-4-15,-3-4 3 0,-1 0-1 0,2 0 9 0,-4 0 18 16,2-2 21-16,-1 2 7 0,-1 0 10 0,1 0 2 16,-2 1 0-16,-1 2 20 0,-1-2 2 0,1 3 1 15,1 2 0-15,-1-1-9 0,2 1-1 0,-3 4-21 16,0-5-10-16,0 5-13 0,1-4-7 0,-1 4 0 16,0 0 0-16,0 0-9 0,7 10-7 0,-5-3 4 15,1-3-10-15,4 7-11 0,-3-2-3 0,6 0-6 16,-4 0-13-16,3 1-17 0,-2-1-13 0,-1 0-14 15,2 1-12-15,-1-2-14 0,0 1-20 0,1-5-24 16,-5 2-26-16,5-2-23 0,-4-1-32 0,2-2-28 16,-1 0-36-16,-5-1-238 0,0 0-562 0,7-5 249 15</inkml:trace>
  <inkml:trace contextRef="#ctx0" brushRef="#br0" timeOffset="187760.94">20574 10789 126 0,'-3'-8'274'0,"-2"4"-25"0,2 2-26 0,0-1-19 16,3 3-21-16,-6-2-19 0,6 2-17 0,0 0-20 15,0 0-11-15,0 0-24 0,0 0-26 0,0 10-52 16,8-2-62-16,1-3-71 0,0 5-184 0,4-3-329 16,-2 6 145-16</inkml:trace>
  <inkml:trace contextRef="#ctx0" brushRef="#br0" timeOffset="188073.42">20937 10911 156 0,'-7'-3'283'0,"-3"2"1"0,0-2-14 0,5 2-27 15,-5 0-22-15,3 1-24 0,7 0-18 16,-15 1-17-16,11 3-17 0,-4-4-12 0,4 4-17 0,0 1-11 15,-2 0-2-15,2 1-15 0,3 2-8 0,-2-1-10 16,3 0-3-16,0 1-6 0,0 3 2 0,4-2-13 16,0 3-1-16,3-4-9 0,0 3-1 0,3-2-1 15,1 1-2-15,1-4-4 0,4 4-3 0,-1-5-6 16,5 1-12-16,-5-4-12 0,3 2-15 0,2-4-18 16,-3-2-28-16,2-3-17 0,-2 0-19 0,-3-3-21 15,4-2-25-15,-9 0-25 0,5-6-17 0,-2 1-16 16,-2-4-17-16,-1-8-122 0,1 0-370 0,-6 1 165 15</inkml:trace>
  <inkml:trace contextRef="#ctx0" brushRef="#br0" timeOffset="188260.91">21115 10650 11 0,'-9'-17'172'0,"4"0"25"0,-4 2 35 15,2 0 14-15,1 4 8 0,0 1 2 0,2 1 8 0,0 3-15 16,3 1-14-16,-5-1-20 0,6 2-26 0,-3 2-22 16,2-2-23-16,1 4-18 0,0 0-13 15,0 0-7-15,0 0-16 0,-3 10-3 0,6-3-3 0,1 4-11 16,3 5-10-16,1 0-6 0,-1 4-4 0,1-2-6 15,2 6-8-15,-2 3-2 0,-1-7-6 0,2 7-1 16,-1 0-9-16,-1-2-4 0,0-4-20 0,0 6-22 16,-2-1-20-16,-1-8-24 0,-1-1-26 0,-2 1-32 15,2-1-28-15,-1-4-24 0,-1-2-27 0,-1-3-27 16,1 0-21-16,-1-1-165 0,-1-3-455 0,0 0 202 16</inkml:trace>
  <inkml:trace contextRef="#ctx0" brushRef="#br0" timeOffset="188839">21128 10843 104 0,'-2'-8'200'16,"2"-1"8"-16,-1 3 15 0,1-3-5 0,0 4-12 0,0-2-5 15,0 1-17-15,1 2-18 0,1-2-15 0,-1 2-17 16,2-1-13-16,1 2-16 0,0 2-8 0,-4 1-11 16,15-3-7-16,-8 3-9 0,6 3-9 0,0-2-3 15,-1 3-9-15,1-2-5 0,1 2-1 0,2 4-5 16,-3-3-9-16,1 0 3 0,0 6-7 0,-3-5-1 15,1 2-4-15,-5-2-1 0,3 0-7 0,-4 0 2 16,1-1-3-16,-3 0-3 0,0 0-2 0,-1 0 5 16,0 0-3-16,-2-1-5 0,-1 0 0 0,4 1 3 15,-4-1-5-15,-4 0 2 0,4-4-2 0,0 7 3 16,0-3-3-16,0-4 0 0,0 5-1 0,0-5 1 16,0 0 5-16,-1 7-3 0,1-7-1 0,0 5 3 15,0-5 1-15,0 0 0 0,0 0 5 0,5 2 0 0,-5-2-2 16,8 0 2-16,-8 0-3 0,13-1-1 0,-8 0 0 15,4-2-5-15,-3 1 6 0,6-1-3 16,-5 1 3-16,-2-2 0 0,2 0 0 0,0 2 10 0,1 0 7 16,0-1 6-16,-1 1 0 0,-1 1 11 0,-2-2 6 15,1 1-11-15,-1 1-4 0,-1-3-2 0,-3 4-2 16,8-2-4-16,-8 2 1 0,6-3-6 0,-6 3-2 16,6 0-6-16,-6 0 8 0,10 4-9 0,-5 1-2 15,-1-3-6-15,-1 2 7 0,5-1-4 0,-5 1 2 16,4 2-3-16,2 0 1 0,-3 0-2 0,-1-1 1 15,-1 2-5-15,2-1 1 0,0 0-3 0,-3-1 6 16,1 1-1-16,0-5 0 0,-2 3-3 0,-1-2 6 16,-1-2 2-16,4 4 24 0,-4-4 34 0,0 0 48 15,3 3 37-15,-3-3 24 0,0 0-13 0,0 0-12 16,6-8-6-16,-6 8-8 0,3-9-10 0,-1 4-13 16,0-3-9-16,0 2-12 0,-1-6-8 0,5 5-11 0,-4-5-4 15,3 2-18-15,-1 0-22 0,2 0-37 0,0 0-36 16,1 2-52-16,2-2-51 0,2 3-47 0,-4 1-37 15,0 0-49-15,0 1-44 0,2 2-32 0,-1 1-34 16,-2 1-204-16,-1-1-642 0,3 0 285 0</inkml:trace>
  <inkml:trace contextRef="#ctx0" brushRef="#br0" timeOffset="189167.11">21872 10751 150 0,'0'0'208'0,"0"0"-3"0,-2-4-15 0,2 4-23 0,0 0-12 16,0 0-17-16,0 0-19 0,0 0-9 0,0 0-8 15,0 0 15-15,-8 9-7 0,8-9 2 16,-8 3 4-16,3 2-4 0,-1-3-2 0,2 2-6 0,-1-2-6 16,-1 2-7-16,3 1-4 0,-1-1-8 0,-1 0-9 15,1 0-10-15,1 1-1 0,0 2-6 0,-1-4-5 16,3 1-1-16,0 2-4 0,1 0-3 0,0-6-3 15,1 7 11-15,2-1 9 0,1-1 1 0,0 0-5 16,1-4 1-16,5 5-6 0,-2-1-9 0,-1 0-3 16,0-2-3-16,-1 0-3 0,1 2-5 0,-1-2 0 15,-1 3-5-15,1-4-1 0,0 2-2 0,-4 0-8 16,0 1-9-16,0-1-17 0,-4 1-17 0,0-1-31 0,-3 3-35 16,-2 0-60-16,-6 3-53 0,3-2-54 15,-7 3-209-15,-10 4-514 0,-4-4 227 0</inkml:trace>
  <inkml:trace contextRef="#ctx0" brushRef="#br0" timeOffset="190603.03">10127 12249 163 0,'1'-4'283'16,"1"0"-14"-16,-2 4-10 0,4-5-8 0,-3 2-12 15,-1 3-6-15,3-3-16 0,-3 3-26 0,0 0-19 16,0 0-14-16,0 0-20 0,0 0-15 0,0 0-12 16,0 0-9-16,-14 13-10 0,6-3-10 0,1-3-6 15,-1 7-10-15,-1-2-6 0,-2 2-11 0,1 0 1 16,-2 2-2-16,-2-3-7 0,1 3-3 0,1-1-5 0,-2-2-4 15,3 3-4-15,-2-3 3 0,4 3-9 0,1-6-1 16,0-1 1-16,1-1 1 0,0 0-9 16,3-2-13-16,1-2-5 0,1-1-9 0,-2 0-1 15,4-3 3-15,0 0-9 0,0 0-7 0,0 0-19 0,17-9-19 16,-11 3 0-16,-2-1-5 0,4 1-2 0,2-4-7 16,-5-2-4-16,6-2-2 0,-6 1 5 15,1-3 3-15,-1 0 7 0,-2 4 6 0,-3 0 11 0,4-3 4 16,-4 1 2-16,3 3 16 0,-3 0 16 0,0 1 25 15,0 2 15-15,0 0 16 0,1 0 9 0,-1 3 10 16,0-1-1-16,2 2-4 0,-2 0-6 0,0 4-4 16,1-6-8-16,-1 6-6 0,0-5-2 0,0 5-4 15,0 0-4-15,0 0 1 0,0 0-5 0,0 0 2 16,8 10-5-16,-4-5 3 0,0 4-5 0,0 1 1 16,0 0 1-16,2 1-3 0,-1 0-2 0,2 0 1 15,-3 3-1-15,4 2-2 0,-2 1 2 0,3-1-2 16,-3 2 3-16,-1-6-2 0,2-1 0 0,1 5 0 0,-3-5-1 15,1 0-18-15,1-3-24 0,-3 3-24 16,-4-5-35-16,4 2-22 0,-3-4-20 0,1-3-24 16,3 2-33-16,-5-3-194 0,0 0-423 0,0 0 187 0</inkml:trace>
  <inkml:trace contextRef="#ctx0" brushRef="#br0" timeOffset="190806.14">9980 12382 129 0,'-5'-4'232'0,"-1"1"3"15,-2-2 1-15,7 4-11 0,1 1-2 0,-7-2-17 16,7 2-14-16,-7-3-19 0,7 3-20 0,0 0-14 16,-3-3-16-16,3 3-13 0,0 0-9 0,0 0-10 15,0 0-3-15,0 0-15 0,14 8-6 0,-10-7-6 16,5-1-3-16,1 3-6 0,1-1-2 0,3 0-11 16,-2-1 0-16,0 0-4 0,2 0-2 0,2-1-5 15,-4 0-5-15,2 0-18 0,1 0-35 0,-6 0-50 16,2 2-62-16,-4-4-64 0,1 1-67 0,-1 0-142 0,-7 1-449 15,4-1 198-15</inkml:trace>
  <inkml:trace contextRef="#ctx0" brushRef="#br0" timeOffset="191415.58">10014 12820 92 0,'4'-4'217'16,"-1"0"-1"-16,1 0-4 0,-1-1 0 0,-2 0-4 15,3-1 3-15,0-2 0 0,-1-1-5 0,0 0-7 16,1 0-11-16,-3 1 1 0,-1-3 6 0,3 2-16 0,-3-2-6 16,0 4-20-16,0-1-4 0,-3-1-1 0,3 4-13 15,-1 0-5-15,1-3-6 0,-2 4-10 16,2 4-16-16,-4-3-10 0,2 2-13 0,2 1-9 0,0 0-8 15,-14 2-6-15,7 0-7 0,3 6-4 0,-3-2-9 16,3 0 5-16,-3 5-2 0,-1 1-10 0,0 4 0 16,3 0-9-16,-4-1 3 0,4 2-6 0,1-1-3 15,0 1-4-15,1 1 5 0,3 0-7 0,-3-1 3 16,6 1-2-16,-3-2-1 0,0 1 3 0,0-3-2 16,0 3 1-16,3-4-3 0,0 3 6 0,-2-2-8 15,2 4 0-15,-2-5 5 0,-1-2-4 0,4 7-7 16,-3-5 8-16,3 0 5 0,-2 3-9 0,-4-4 4 15,5-1-1-15,-1 0-3 0,-1 1 7 0,-1 0-7 16,0 2-1-16,0-4 3 0,0 2 0 0,0-6 0 16,-1 2-9-16,1-4-18 0,-2 0-16 0,2-1-14 15,0 7-8-15,0-8-16 0,0-2-8 0,-1 5-7 0,1-5-15 16,-3 5-26-16,3-5-21 0,-4 1-23 0,4-1-31 16,0 0-40-16,0 0-42 0,0 0-190 0,-12-10-521 15,9 7 231-15</inkml:trace>
  <inkml:trace contextRef="#ctx0" brushRef="#br0" timeOffset="191681.19">9863 13012 250 0,'-8'-3'327'15,"4"2"-6"-15,4 1-3 0,-4-3 0 0,4 3-28 0,0 0-21 16,-6-3-20-16,6 3-21 0,0 0-25 16,0 0-14-16,0 0-22 0,0 0-12 0,0 0-17 15,8-7-10-15,-2 6-13 0,2-2-9 0,4 2-9 0,2-3-20 16,6-1-10-16,-2 0-35 0,1 0-24 0,0 0-35 16,3 1-42-16,-2-1-51 0,2 1-67 0,-3-2-74 15,0 1-76-15,-1-1-172 0,-3 2-551 0,-4-1 244 16</inkml:trace>
  <inkml:trace contextRef="#ctx0" brushRef="#br0" timeOffset="195731.69">10317 12707 70 0,'0'0'250'0,"0"0"-5"0,0 0-10 0,2-5-8 16,-2 5-8-16,0 0-10 0,0 0-17 0,0 0-12 15,0 0-20-15,3-5-12 0,-3 5-10 16,0 0-19-16,0 0-12 0,0 0-13 0,0 0-7 16,2-3-13-16,-2 3-7 0,0 0-8 0,0 0-3 0,0 0-10 15,0 0-4-15,0 0-3 0,0 0-8 0,0 0 1 16,0 0-7-16,0 0-3 0,0 0-6 0,7 9-1 16,-7-9-5-16,0 0-3 0,4 4 1 0,-4-4-1 15,0 0-4-15,7 0 0 0,-7 0 0 0,0 0-4 16,8-4 4-16,-8 4 4 0,7-3-5 0,-7 3 2 15,3-6-1-15,-3 6 1 0,5-4-2 0,-4 1 4 16,-1 3 2-16,0-5-3 0,0 5-2 0,0-7 3 16,0 7 2-16,0 0-2 0,-5-5-3 0,5 5 1 15,0 0 0-15,-5-1-2 0,5 1-2 0,0 0-2 16,-9 0 5-16,9 0 1 0,0 0-8 0,-9 1 4 16,9-1-5-16,-7 4 4 0,3-2-2 0,1 2 3 15,1-1 2-15,-3 0-6 0,5-3 0 0,-4 4 1 0,3-2 0 16,1 3 1-16,-1-2 0 0,1-3-3 0,0 6-1 15,1-2 0-15,-1-4-3 0,4 3 4 16,-4-3-4-16,4 3 1 0,2-3 0 0,-6 0-4 0,10-1 4 16,-10 1-7-16,11-3 2 0,-4 2-1 0,-1-3 2 15,0 2 3-15,-2-1-2 0,0-1 5 0,2 0-2 16,-2 0 4-16,-4 3 0 0,0 1 6 0,2-7-1 16,-2 1-1-16,0 6 0 0,-2-6 4 0,2 6-5 15,-4-4 5-15,3 1 0 0,-4-2 0 0,5 5 5 16,-5-4 3-16,5 4-2 0,-8-2 0 0,8 2-2 15,-5-1 0-15,5 1-1 0,0 0-1 0,0 0-3 16,-13 2 2-16,13-2-6 0,-5 3-9 0,2-1-16 16,3-2-34-16,-4 8-58 0,4-8-81 0,3 6-270 15,-1-2-507-15,1 2 225 0</inkml:trace>
  <inkml:trace contextRef="#ctx0" brushRef="#br0" timeOffset="200754.94">14498 12142 9 0,'-4'-1'117'0,"4"1"-6"0,-12-5 2 0,7 1-2 16,-2 1 0-16,-1-2-11 0,-2 2 6 0,2 0-4 15,-6-1-9-15,5 1-3 0,-3-2 1 16,-2 2-4-16,2-1-6 0,-1-1-8 0,-3 1-4 0,0-1-3 16,1 2-8-16,1-2-7 0,-6 3-7 0,6-1-4 15,-9 2 8-15,2 0 5 0,-1-1-3 0,4-1-1 16,-4 2-10-16,-1 0 1 0,4-2-3 0,0 1 7 15,-3 2-1-15,2-1-4 0,-2-1-3 0,3 1-1 16,0 2-4-16,-1-1-4 0,-2 0-1 0,3 2 2 16,-1-1-5-16,-1 0-1 0,2 0-2 0,0 1-1 15,-2 0-1-15,1 1 2 0,-3-2-4 0,4 2 1 16,-3-1 0-16,2 2-2 0,1 0-2 0,0 0 2 16,-2 0-2-16,4-2-2 0,-2 3-1 0,-3-1 0 0,4 0-2 15,-1 3 0-15,3-2 1 0,1 0 2 16,1-2-4-16,-2 3 1 0,2-1-2 0,-2 1 3 15,2 1-3-15,0-2 1 0,1 0 1 0,-4 2-1 16,4-1-2-16,-1 1 2 0,4-1 0 0,0 0-1 0,-6 0 1 16,5 2 0-16,0-2-1 0,-1 2 1 0,4-1 4 15,-6 1-3-15,3 1 1 0,-1-2 7 16,1 0-6-16,-1 5 4 0,1-3-2 0,0-2 1 0,0 3-4 16,0-2 2-16,-1 2 1 0,1-2-4 0,-1 3 0 15,4-4-2-15,-3 4 2 0,0-1-2 0,3-1 3 16,-2 2-4-16,2-2 0 0,-1 0 0 0,2 0-1 15,-1 3-1-15,2-3 0 0,-2 1-3 0,1 0 4 16,2 0 0-16,-1 1-1 0,1-1-2 0,-2 3 1 16,2-6-1-16,1 5 3 0,0-1-1 0,-2-2 3 15,2 1-2-15,-1 1-3 0,2-2-1 0,-2 2 1 16,2-1 1-16,-3 1-1 0,2 1 3 0,0-2 0 16,0 1-3-16,-1 1 0 0,1 1 0 0,1-4 2 15,0 3-1-15,3 0 0 0,-4-2-2 0,4 2 2 16,-1-1 0-16,1-1 1 0,-3 0-1 0,3 2-2 15,-1-2 3-15,-1 2 0 0,2-2-2 0,-3-1 0 0,3 3 0 16,0-2 0-16,0 2 1 0,3-4-1 0,-3 2 3 16,0-1-2-16,0 3 0 0,0-3-1 0,2 3 1 15,-1-2-2-15,-1 0 2 0,0-1 1 16,3 1-1-16,-3-1 0 0,0 2-4 0,0-4 5 0,1 2 0 16,-1 1-2-16,0-2 0 0,0 0 2 0,0-1 1 15,3 1 5-15,-3 3 29 0,0-4-3 0,1 2-5 16,-1-3 1-16,0 3-6 0,0-1-3 0,3-1 0 15,-3 1-4-15,0 0 2 0,3 0-3 0,-2 2-3 16,1-1 0-16,-1-1-2 0,0-1 1 0,3 0-3 16,-4 0-3-16,0 1 2 0,4 1-1 0,0 0-2 15,-2-1 8-15,-1 0-11 0,2 1 4 0,0-1-6 16,1-3 9-16,-2 4-4 0,3 0-7 0,0 2 4 16,-4-5 2-16,3 3 3 0,2 0-5 0,-2 1-1 15,0-1 1-15,-1-3 3 0,3 6-3 0,-2-3 0 16,0 1 2-16,2-1-1 0,-1 2 0 0,0-2-2 15,0 2 3-15,0-1-3 0,2 0 0 0,0-1 8 16,-1 3-8-16,-1-3-2 0,3 1 1 0,-5-1 1 0,5 1 0 16,-4-2-1-16,4 1-2 0,0 1 6 0,-4-1-3 15,6 0-1-15,-3 0 1 0,2 0 2 16,-2 0-4-16,1 0 2 0,-1 1-3 0,1-3-2 0,0 3 8 16,3-2-6-16,-1 0 4 0,-1 0 2 0,1 2-2 15,2-2-3-15,0 1 0 0,-2-1 1 0,1 1 1 16,4 1-6-16,-1-1 4 0,0-1 2 15,1 1-1-15,1-2-3 0,2 2 4 0,0-1-2 0,-1-1 1 16,0 2 2-16,2-2-1 0,0 0 8 0,-3 0-9 16,3 1-7-16,-1-3 5 0,1 0 0 0,0 3 3 15,-4-2-2-15,5-1 3 0,-6 2-4 0,5-1 2 16,-1-1-3-16,-2 2 4 0,-1-2 0 0,3 1-1 16,1-1-3-16,-6 0 2 0,0-1-1 0,4 2 4 15,-3-1 0-15,-2 1-3 0,0-1-2 0,3-2 5 16,-1 3-3-16,-1-1 0 0,4 0-2 0,-8 0 3 15,6 1-1-15,-2-3-1 0,0 2 2 0,-2 1-4 16,4-1 5-16,-3 0-1 0,1-2 1 0,4 4-4 0,-4-2 2 16,-1-2-1-16,-1-1 0 0,3 3-1 0,0-1 2 15,-6 0 1-15,7-1-1 0,-4 2 1 16,3-2 0-16,-3 0-2 0,1 1 2 0,0-1-2 16,0 0-1-16,-1 0 5 0,0-1-2 0,1 1 0 0,-3-2-2 15,1 0 0-15,-1 1 4 0,-3 0-2 0,4 1-5 16,-1-2 2-16,1 1 4 0,-1 0-1 0,1-1-1 15,-3 1 0-15,1-1 11 0,1-1-12 0,2 1 6 16,-4 0-12-16,4 1 8 0,-2-1 0 0,2-1 0 16,3 0-4-16,-3 1 3 0,-3-1-1 0,4-1 0 15,-1 2 1-15,0-1 1 0,4 0 1 0,-1 0-3 16,0 0-1-16,0 0 4 0,-2 0-1 0,3 0-1 16,0 0 0-16,0 0 1 0,0 0 1 0,0-1-2 15,0 1-1-15,3 0 2 0,-2 0 2 0,-2 0-3 16,1 0 1-16,0-1-1 0,4-1-2 0,-6 2 1 15,2-1 4-15,-2 1-3 0,3-1-2 0,-4 1 0 16,3-1 1-16,-3-1 1 0,1 2 2 0,1-1 0 16,0 0-1-16,1 1 0 0,-4-3-4 0,1 1 4 0,2 0-1 15,-3 0-2-15,1 0 0 0,0 0 1 16,-1 1 1-16,3-1-1 0,-5 0 3 0,5 1-1 16,-3-1 7-16,1-1-8 0,0 0 0 0,-4 0-1 0,3 2 0 15,1-2 1-15,-1 0-1 0,-5-1 0 0,6 1 0 16,0 0 1-16,-4 1-3 0,6-2 5 0,-5 2 1 15,1-2 0-15,1 1-3 0,0 1 0 16,-3-1-3-16,3 0 2 0,-2-2 2 0,1 3 0 0,1-2 3 16,-3 2-6-16,1 1 1 0,1-5 2 0,-1 3-2 15,5 0 0-15,-5-1 7 0,2 2-4 0,-1-1 1 16,2-1-3-16,0 0 0 0,2 0-1 0,-5 1 1 16,4-1 0-16,-1 1 1 0,-1-1 1 0,0 0 4 15,2 1-6-15,0-1 0 0,-4-2 1 0,3 3 0 16,-1-1-1-16,0 0-8 0,-1 2 8 0,-1-4-3 15,3 1 3-15,-5 3 1 0,6-2 0 0,-4-1 0 16,-1-1 2-16,0 3-4 0,2-1 2 0,-1-1 4 16,-2 1-5-16,1-1 0 0,2 0-2 0,-1-2 13 15,1 2 2-15,-2 0 2 0,1-1 0 0,1 1-2 16,0 0 1-16,0-2-9 0,-3 1 8 0,1-1-2 16,1 1 0-16,0 0-6 0,1-1 0 0,-1-1 0 15,-1 2 3-15,2-2-3 0,-2 2 3 0,2 0-4 0,0-1 3 16,-3 1-1-16,3-1 0 0,-5 2 8 0,6-3-11 15,-1 1-8-15,-2-1 8 0,1 0 0 0,-2 0-1 16,0 2 0-16,0-3 10 0,2 3-11 0,-2-3 0 16,1 1-1-16,0 2 1 0,-1-3 1 0,1 0 1 15,-1 0-3-15,0 1 0 0,0-1 2 0,-2 0 4 16,3 0-3-16,-4 2 3 0,2-4 0 0,0 3-3 16,-1-2 3-16,0 2 0 0,-1-2 0 0,0 2 1 15,2-3-1-15,2 2 0 0,-4-1-7 0,-1-1 4 16,2 0 1-16,-1-1 4 0,0 0-1 0,6 0-12 15,-5 2 8-15,-1-1 2 0,0 2-1 0,3-3-4 16,-4 1 16-16,6 2-13 0,-3-1 0 0,-1-1-3 16,-1 1-1-16,1 1 4 0,0-2-1 0,-1 1 3 15,-3 1 0-15,2 0 0 0,-2 3-5 0,3-2 2 16,-2 0 1-16,1-2-2 0,-1 0 8 0,0 0-7 0,-1 1-2 16,-1 0 1-16,0-1 2 0,1 4-2 15,-1-2 3-15,3-2-4 0,-6 2-2 0,3-1-2 0,3 1 4 16,-6-3 3-16,3 4-5 0,0-3 2 15,3 0 4-15,-3 1-8 0,-3 0 6 0,6 2-3 0,-6-1 2 16,3 0-1-16,-1 0-3 0,1-1 6 0,-1 2-1 16,1 0 8-16,0-3-8 0,-4 1-2 0,1 1 3 15,0-1-1-15,0 2-4 0,-2-2 6 0,0-2 10 16,1 4-13-16,-2-5 7 0,1 4-7 0,0-2-2 16,-1 2 3-16,2 0-4 0,-2-1 3 0,-2-2-3 15,4 3 12-15,-4-3-12 0,1 4-7 0,3-2 9 16,-3 1-2-16,0-2 13 0,2 2-10 0,-2 0 0 15,0-1-6-15,2 0 5 0,1 5 0 0,-5-7-2 16,3 5 2-16,0-4 1 0,-2 2-5 0,4 0-2 16,-3-1 3-16,1 4 5 0,2-4-4 0,-2 1 2 15,-1 2-2-15,0-1 12 0,-1 0-8 0,4 1-6 16,-3-2 3-16,-1 0-2 0,0 0 2 0,1 1-1 16,-1-2 3-16,1 3-4 0,-2 0 3 0,-1-1-2 0,2-1 3 15,-4 0-3-15,1 2 2 0,1-4-6 0,0 2 6 16,0-1-4-16,-1 1 3 0,0 0 4 15,0 2-3-15,0 0-9 0,1-2 8 0,0 2 2 16,-2-2 1-16,0 1-3 0,2 1-1 0,-1 0 4 0,-1 0 0 16,2 1 1-1,1-1-6-15,1 1 0 0,-2 0 4 0,1-2 2 16,1 1-6-16,-2 1 5 0,6 1 9 16,-6-2-10-16,1 1 0 0,-1 0 0 0,4 2-5 0,-3-5 4 0,1 6 1 0,3-2-5 15,-5-2 3-15,3 2 0 0,-1 1 12 0,2-1-15 16,-3 1 13-16,2-2-10 0,-2 2 10 15,0-1-10-15,2 0-7 0,0 0 8 0,-1 0 8 0,1 0-10 16,-4-1-2-16,6 4 3 0,-5-3-3 0,5 0 18 16,-5 2-17-16,6-2-6 0,-4 1 8 0,1 0-3 15,-1 0 5-15,1-1 1 0,-1 3-5 0,1-2 0 16,-1 1 4-16,1-1 0 0,-1 1 0 0,0-1-4 16,1 1 3-16,0-1-3 0,-1 0 4 0,0 2 2 15,-3-3-1-15,3 2-2 0,0-1-2 0,1 1 3 16,0-2 1-16,2 3-3 0,-6-4 6 0,4 3-5 15,-1-1-3-15,1 1 6 0,-1-2 0 0,1 3-2 16,2-1 0-16,-5 0 0 0,4-2-1 0,-3 3 0 16,-2-4-5-16,6 4 6 0,-4-2-1 0,0 2 15 15,1 1-14-15,2-3 4 0,0 2-6 0,6 1-7 16,-12-3 10-16,6 2-3 0,-2-3-1 0,1 3 2 16,2 0 0-16,-1-2-2 0,6 3-3 0,-12-1 6 0,7-2 0 15,-1 3-3-15,6 0 2 0,-11-2 0 16,6 0 1-16,-3 0 12 0,2 0-15 0,-2 1 10 15,4 0-7-15,4 1-2 0,-15-3 1 0,10 1 2 16,-4 1-4-16,3 1 0 0,-5-2-1 0,1 1-2 0,2 0 4 16,-3 0-2-16,-1 1 2 0,1-2 0 0,-4 2 0 15,4-3 4-15,-1 3-6 0,0-2 4 0,1 2 0 16,-3-1-1-16,2-1 2 0,-4 0 2 0,2 1-7 16,1-3 5-16,-1 1-1 0,-5-1 5 0,1 2 8 15,2-2-2-15,-1 1 0 0,0-2-4 0,-1 1 2 16,-1 0 2-16,0 1-7 0,0 0 4 0,-1 1 13 15,1-2-22-15,0 1 12 0,0-1-7 0,1 2-2 16,3 0 7-16,-4-1-12 0,-2 1 14 0,1 1-19 16,-1 0-4-16,1 1-22 0,0 0-31 0,1 0-28 15,-3 1-31-15,0 2-42 0,2 0-41 0,-2 1-47 16,3 0-288-16,3 0-586 0,1 0 260 0</inkml:trace>
  <inkml:trace contextRef="#ctx0" brushRef="#br0" timeOffset="204237.86">15993 12065 163 0,'3'-12'299'0,"2"-1"10"15,-2 2-6-15,-2-3-8 0,3 3-10 0,-1 0-17 16,-1 5-15-16,-1-5-9 0,0 5 13 0,2 0-30 16,-3 3-26-16,0-1-14 0,1-1-22 0,-1 5-18 0,0-4-22 15,0 4-17-15,0 0-12 0,0 0-8 0,0 0-4 16,0 0-10-16,5 13-8 0,-4-2-8 0,2-1-4 15,2 8-8-15,-4 1-2 0,2-1-5 0,3 2-8 16,-4 0 1-16,1 1 18 0,0-2-30 0,-2 1 2 16,-1 0-8-16,4-1 1 0,-4 1 7 0,0-2-9 15,0 0 3-15,0-2 0 0,0-4-11 0,2 1 9 16,-1-3-2-16,-1 1-2 0,-1-3 2 0,-1 0-5 0,2-3 1 16,0 4 3-16,-4-2 7 0,3-2-3 15,-2 1-6-15,0-2 0 0,-2-1 5 0,-1-2-4 16,-2 1 3-16,-1 0-8 0,-4 1 6 0,1 0-5 0,-1-2 2 15,-1 0-2-15,-1 1-1 0,0-2-8 0,-1 3-22 16,1-2-25-16,1-1-21 0,0 1-22 0,1-1-28 16,3 1-28-16,2-1-31 0,-1 0-35 0,9 0-45 15,-8 0-54-15,8 0-264 0,-2-3-625 0,2 3 277 16</inkml:trace>
  <inkml:trace contextRef="#ctx0" brushRef="#br0" timeOffset="204722.2">16026 12021 136 0,'-1'-8'261'0,"1"5"-16"0,0-3-9 0,-2 0-8 15,-1-2-17-15,3 0-16 0,5 2-18 0,-1-2-18 16,0-2-17-16,-2 0-12 0,2 1-12 0,2 0-10 16,-2 0-14-16,4 0-6 0,-3 0-13 0,1 1-3 15,1 0-8-15,-2 3-8 0,1 0-6 0,2 2-7 16,-1-2-2-16,-1 3-6 0,1-1-4 0,-1 2-2 15,0 1-4-15,-6 0-4 0,14 1-4 0,-7 2-5 16,2 1 3-16,-5 0-7 0,5 2 0 0,0-1-2 16,1 1 3-16,-5 0-1 0,3 1 1 0,2 1-4 0,-4 1 2 15,3-4-3-15,-4 3-2 0,2-2 1 0,1 1 2 16,-4-2-1-16,3 1-1 0,0-2 1 16,-3 3 0-16,0-6-2 0,3 3 6 0,-2-2-2 0,-1 1-2 15,0-2 0-15,-4-1 1 0,10 0 0 0,-10 0 0 16,8-4-3-16,-4 3 3 0,-1-1 0 0,2-1-1 15,-2 0-2-15,-2-2-5 0,2 0-8 0,0 1-6 16,1 1-27-16,1-3-30 0,-5 2-42 0,0 1-38 16,2-1-42-16,-2 4-47 0,0-6-158 0,0 6-433 15,-7-2 191-15</inkml:trace>
  <inkml:trace contextRef="#ctx0" brushRef="#br0" timeOffset="205097.18">16057 12188 118 0,'0'0'140'16,"2"3"-14"-16,-2 2-11 0,1-1 21 0,-1-4-12 15,4 5-9-15,-3-1-11 0,2-1 7 0,0-1 8 16,-1 2-7-16,3 0-12 0,0-3-3 0,-2 3 16 16,3-3 0-16,-2 2 5 0,2-2 3 0,-6-1 7 15,10 1-5-15,-4-2 3 0,-6 1-8 0,14-2-10 16,-6-3-7-16,-2 2 3 0,2-1-11 0,1-2-8 16,-2-1-2-16,-3 1-9 0,4-3-8 0,-1 2-5 15,-3 2-10-15,0-2-1 0,0 1-3 0,-1-1-9 0,1 1-3 16,-2 3-7-16,0-2-9 0,-2 1-11 15,4 1-38-15,-4 3-44 0,1-3-50 0,-1 3-40 16,0 0-26-16,0 0-31 0,0 0-51 0,0 0-138 0,0 0-442 16,6 15 196-16</inkml:trace>
  <inkml:trace contextRef="#ctx0" brushRef="#br0" timeOffset="208100.3">16339 12942 152 0,'0'0'259'16,"2"-6"0"-16,-2 6-8 0,0-6-7 0,0 6-1 15,2-4-5-15,-2 4-12 0,1-2-12 0,-1 2-7 16,0 0-20-16,1-4-18 0,-1 4-17 0,0 0-22 16,0 0-16-16,0 0-11 0,0 0-13 0,0 0-9 15,0 0-8-15,0 0-11 0,0 0-5 0,5 10-7 16,-5-4-4-16,2 0-1 0,1 0-13 0,-3 1 3 16,4 3-2-16,0-2-7 0,-1 3 0 0,2-1-3 15,-1 0-10-15,-2-1-4 0,2 3-6 0,-3-6-12 16,3 4-13-16,-1-2-8 0,-2-2-17 0,2 1-12 15,-3-1-14-15,2 2-17 0,0-3-23 0,-2 0-21 0,3-1-25 16,-3 1-18-16,0-5-17 0,4 7-29 16,-3-6-198-16,-1-1-455 0,0 0 202 0</inkml:trace>
  <inkml:trace contextRef="#ctx0" brushRef="#br0" timeOffset="208334.66">16326 12911 149 0,'2'-4'207'0,"-1"0"-12"0,2-3-16 0,-3 2-19 16,7 0-14-16,-3-1-12 0,0 1-6 0,1-2-11 16,-1 2-16-16,2 0-7 0,3-1-13 0,-3 2-2 15,2-1-14-15,-3-1-3 0,2 3-7 0,1-1-8 16,0 2-6-16,2-2-7 0,-2 1-6 0,0 0-10 15,-1 2-20-15,0 0-36 0,2-1-24 0,-9 2-22 0,11 0-26 16,-5 0-31-16,-6 0-22 0,7 2-91 0,-7-2-274 16,2 4 121-16</inkml:trace>
  <inkml:trace contextRef="#ctx0" brushRef="#br0" timeOffset="208569.02">16413 12953 46 0,'0'0'155'0,"0"0"-13"0,0 0-14 0,0 0-7 16,0 0-20-16,0 0-8 0,0 0-10 0,18-6-9 16,-18 6-3-16,8-2-4 0,-8 2-19 0,9 0 0 15,-9 0-8-15,9 0-4 0,-1-1-3 0,-8 1-16 16,11 3-16-16,-7-2-24 0,4 0-23 0,-1 0-30 15,-7-1-19-15,11 2-83 0,-7-1-192 0,-4-1 86 16</inkml:trace>
  <inkml:trace contextRef="#ctx0" brushRef="#br0" timeOffset="209381.48">16569 13043 56 0,'5'-4'67'0,"2"-2"-2"0,-2 4-10 0,-1-2 0 16,2-1-7-16,-1 0-9 0,1 0-3 0,-2 2-4 16,2-2 4-16,-3 0-12 0,1 0 26 0,0 1-5 15,-1-2-21-15,1 2 18 0,-1 0 9 0,-3-1 6 16,1 1 2-16,-1 4 3 0,3-6 0 0,-3 2 3 15,0 4-9-15,0-7 0 0,0 7-6 0,0-5-2 16,0 5-2-16,-3-3-5 0,3 3-12 0,-1-5 1 16,1 5-1-16,0 0 0 0,-7-2-5 0,7 2 0 15,0 0-6-15,-7 0-3 0,7 0-2 0,-7 4 3 16,1-3 0-16,2 2-3 0,0-1-6 0,1 2 0 16,-1-1-5-16,-2 0 6 0,3 2 1 0,2-2-4 0,-3 2-1 15,3-1 4-15,-2 1-3 0,3-1-2 0,-1 1 1 16,5 0-10-16,-3 0 17 0,3 1-7 15,2-1 1-15,2-3-2 0,-1-1-1 0,6 3-4 0,-2-3-8 16,0 1-18-16,5 0-19 0,-2-2-9 0,1 0-13 16,-1-2-14-16,2-1-3 0,-3 2 1 0,1-2 4 15,-2 1 1-15,-2-1-3 0,1-1 6 0,-5-1 16 16,1 3 6-16,-3-2 4 0,1 0 18 0,0 2 11 16,-3-3 20-16,1 2 7 0,-3 3 17 0,3-6 3 15,-3 2 4-15,0 4 4 0,0-4 8 0,0 4 4 16,-7-2 0-16,7 2-6 0,-6-3 1 0,6 3 1 15,0 0-7-15,0 0-5 0,-16 4-2 0,12-3-6 16,-1 2 7-16,1-1-9 0,-1 1 1 0,-1 0-4 16,2 0 1-16,3 1 1 0,-2 1-1 0,0 0-3 15,0-3-2-15,-1 2-10 0,4 2 4 0,0-1 11 16,0-5-5-16,0 6 0 0,0-4-10 0,6 2 11 16,-4-1-9-16,3 0-1 0,0-2 7 0,2 0-2 0,-1-1-7 15,-6 0 2-15,14-2-5 0,-7 0 0 0,2 0-3 16,-3-2 2-16,2 0-8 0,-2 0 2 15,-1 0 7-15,2-2 4 0,-5 1 1 0,3 0 7 0,-1-1-7 16,-3 0 4-16,3 0 29 0,-4 1 23 0,2 0 14 16,-2-1 9-16,2 3 3 0,-2-1 14 0,0 4-4 15,0-8-6-15,0 5-6 0,0 3 1 0,0-5-12 16,0 5-8-16,0 0-6 0,0 0-10 0,0-5-5 16,0 5-6-16,0 0-3 0,0 0-5 0,0 0-3 15,0 0-2-15,0 0-3 0,0 0-1 0,0 0 1 16,0 0-5-16,0 0-1 0,8 12-2 0,-5-8 1 15,-2 0-4-15,3-1-3 0,1-1 1 0,0 1-5 16,3-1-9-16,3 1-17 0,-3-2-25 0,-1-1-27 16,1 0-20-16,4 0-21 0,-5-3-36 0,0 0-9 15,1 2-14-15,-2-3-141 0,-1 1-341 0,-1-4 151 16</inkml:trace>
  <inkml:trace contextRef="#ctx0" brushRef="#br0" timeOffset="210157.84">16944 12697 62 0,'-1'-5'173'0,"-3"3"-14"16,4 2-21-16,-2-3-14 0,2 3-15 0,0 0-15 15,0 0-7-15,0 0-7 0,0 0-8 0,-7 7-8 16,7 1-8-16,-1-3-6 0,4 5 0 0,-2-2-10 16,0 2-1-16,2 2-2 0,-1-1-4 0,4 1-6 15,-1 2-4-15,1 1 3 0,0 0-1 0,-1 1-4 16,3-2-3-16,-5-4-8 0,1 4 2 0,3-4 9 15,-2 2-6-15,-2-1-5 0,2-1 0 0,2-1-6 16,-5-3 4-16,0 0-4 0,2-1-12 0,-1 0 3 16,-2-2-9-16,2 1 4 0,-3-4 4 0,1 4-4 15,-1-4 1-15,3 2 3 0,-3-2-3 0,0 0 8 16,0 0-8-16,0 0 11 0,0 0-5 0,0 0 3 0,0 0 5 16,-4-15-7-16,3 11 2 0,1-1 5 0,1 0 4 15,-1 0-6-15,1-2 6 0,2 2 4 0,-3-1-2 16,4 1-2-16,-2-2-1 0,2 1 4 15,1-1 3-15,2 1 1 0,-2 4-1 0,2-2-9 0,-1-1 5 16,1-1-5-16,-1 4 1 0,0-1 1 0,-1 2 1 16,2 0 1-16,-7 1-3 0,11 0-3 0,-6 2-1 15,-1-2 5-15,0 3-4 0,1-1-5 0,-3 4 2 16,1-4-1-16,5 3 6 0,-4-1-5 0,-1 1 2 16,-2 1 1-16,2-1-3 0,1 0-2 0,-1-2 1 15,-2 2 1-15,1-2 4 0,-1 1-4 0,2-1-2 16,-2 0 2-16,-1-3 1 0,0 4 0 0,0-4 1 15,7 3 2-15,-7-3-1 0,0 0 4 0,0 0 2 16,0 0 13-16,9-7 6 0,-6 4 4 0,0-1 10 16,-2 0 1-16,2 0 7 0,-2 0-3 0,2-1-2 15,-3 0-1-15,5 0-2 0,-5 0-5 0,4 0-4 16,-2 1 1-16,-1 1-5 0,-1 3-6 0,3-9 0 0,-3 7-3 16,0 2-3-16,0 0-6 0,1-5-1 0,-1 5-5 15,0 0 5 1,0 0-2-16,0 0-1 0,0 0-2 0,13 5-2 0,-11-2 5 15,3 3-3-15,0-2-2 0,0-1-2 0,1 0 0 16,-1-2-3-16,4 4 0 0,-2-2-2 0,0 0 2 16,3-2-3-16,-2 1 2 0,-1 0 0 0,2-2 0 0,-2 1-4 15,2-1 3-15,-3-1 0 0,2-1-2 0,-2 1-1 16,2-1 3-16,-3-3 0 0,-1 3 2 0,3-3 1 16,-3 1-2-16,-1-1 2 0,-2-3-2 0,2 4 2 15,1-2 0-15,-3-2 0 0,1 2 3 0,-2-1 1 16,0 1 2-16,-2 1-2 0,1-1 4 0,-3 2 3 15,1 0-2-15,-1-1-3 0,3 2 2 0,-2 1-2 16,3 2-4-16,-11-3-2 0,11 3 0 0,0 0 0 16,-13 0 3-16,13 0-5 0,-7 4 0 0,4 0-1 15,-1-2 2-15,1 2 0 0,0 2 2 0,3 0 0 16,0-3 1-16,0 3-2 0,3 2 2 0,-3-4-1 16,4 1 0-16,2 1-6 0,-1-2-28 0,6 1-49 15,1-3-63-15,-1 2-65 0,1-2-147 0,1-2-387 16,0 1 171-16</inkml:trace>
  <inkml:trace contextRef="#ctx0" brushRef="#br0" timeOffset="210642.2">17620 12530 191 0,'-4'0'191'0,"4"0"-13"16,-7-1-16-16,7 1-10 0,0 0-13 0,-15 1-12 15,8-1-9-15,3 2-14 0,-3 1-11 0,3 0-9 16,-2 1-9-16,-3 0-3 0,5 0-14 0,-4-1 0 16,5 2-9-16,-2-1-6 0,-2 3 0 0,3-2-8 15,1 1 2-15,-1 0-8 0,0 0 2 0,1 1-5 16,3 0 1-16,-1-1-5 0,2 1-1 0,1 1 1 15,2-3-2-15,-1 1-2 0,2 2-2 0,2-3-1 0,0 1-5 16,-2-2 2-16,3 3-1 0,-1-5 3 16,-1 2-4-16,0 2-3 0,2-3 0 0,-1 1-3 15,-3-2 2-15,3-1-2 0,-3 1 3 0,-4-2-4 0,8 2 1 16,-5 1-1-16,-3-3-2 0,4 2 1 0,-4-2-2 16,2 6 4-16,-2-6-4 0,0 0 1 0,-5 5 1 15,1-3 0-15,0 1 2 0,4-3-1 0,-4 6-1 16,-2-3-2-16,4 1 0 0,-1-1 5 0,-1 2-2 15,3 1 3-15,0-2-3 0,-4 1 4 0,5 0 4 16,-1 0-4-16,2 0 4 0,-1-1 2 0,5 1-3 16,-3 0-2-16,5 0 5 0,1 2-3 0,0-4 0 15,2 3 0-15,3-4-2 0,-2 2-1 0,2 0-1 16,0-4-12-16,0 0-18 0,1 0-27 0,-1 0-18 16,-2-3-39-16,3 1-31 0,0-2-34 0,0 0-154 15,-3-1-353-15,2 0 157 0</inkml:trace>
  <inkml:trace contextRef="#ctx0" brushRef="#br0" timeOffset="210876.57">17855 12627 75 0,'0'-6'222'0,"0"6"-10"0,0 0-9 0,0-5-20 16,0 5-17-16,0 0-17 0,0 0-19 0,0 0-9 15,0 0-14-15,0 0-9 0,0 0-8 0,0 0-10 16,-7 12-11-16,4-8-6 0,-3-1-7 0,2 4-3 15,1 1-7-15,-4-1-2 0,7 2-9 0,-4 0 1 16,0 3 0-16,0-2-7 0,-1 1-1 0,3-1-3 16,0 2-1-16,0-2-3 0,-2 1-2 0,4-1-4 15,0-1-10-15,-4-2-22 0,4 0-36 0,-1-1-25 16,1-1-38-16,0 1-24 0,1-2-35 0,-1-4-136 16,0 0-336-16,0 3 149 0</inkml:trace>
  <inkml:trace contextRef="#ctx0" brushRef="#br0" timeOffset="211079.68">17794 12717 188 0,'0'0'213'0,"-3"-4"-11"0,3 4-15 15,0 0-16-15,-4-2-17 0,4 2-11 0,0 0-19 0,0 0-9 16,0 0-10-16,0 0-11 0,0 0-5 0,0 0-7 16,0 0-7-16,0 0-3 0,10 14-6 0,-9-11-7 15,3 0-14-15,3 1 3 0,2-1-1 0,2 1-4 16,-4 0-5-16,2-1-7 0,1 0-2 0,1 1-14 15,0-1-23-15,1 0-42 0,-2 0-47 0,3-1-41 16,-3-2-45-16,-1 2-144 0,-3-4-353 0,3 1 156 16</inkml:trace>
  <inkml:trace contextRef="#ctx0" brushRef="#br0" timeOffset="211360.91">17918 12508 273 0,'-2'-3'294'0,"2"-4"-16"0,0 7-11 0,-1-3-22 15,1 3-14-15,0 0-30 0,-1-4-20 0,1 4-22 0,0 0-18 16,0 0-16-16,0 0-11 0,0 0-10 0,0 14-14 16,1-9-6-16,0 4-11 0,2 0-6 0,0 1-7 15,0 2-4-15,1-1-7 0,-2 2-2 0,3 0-5 16,3 2-6-16,-4-1-4 0,3 2 2 0,-1-3-7 15,1 1 0-15,1-2-8 0,-2 1 0 0,1-4-9 16,-2 3-14-16,1-4-22 0,3 0-40 0,-8-1-31 16,3-2-36-16,0-2-34 0,3 1-52 0,-1-1-39 15,-2-2-145-15,-2 1-436 0,-2-2 193 0</inkml:trace>
  <inkml:trace contextRef="#ctx0" brushRef="#br0" timeOffset="211532.84">17944 12651 126 0,'0'0'265'0,"0"0"-12"0,-10 0-10 0,10 0-12 15,-4-3-18-15,4 3-14 0,0 0-17 0,0 0-19 0,0 0-18 16,0 0-18-16,0 0-16 0,0 0-19 0,16-5-53 16,-16 5-62-16,11 2-80 0,0-2-71 0,-3 0-175 15,0 0-376-15,3 0 166 0</inkml:trace>
  <inkml:trace contextRef="#ctx0" brushRef="#br0" timeOffset="211767.33">18160 12697 26 0,'0'0'218'0,"-2"5"-24"0,2-5-7 0,0 0-13 16,0 0-9-16,0 0-15 0,0 0-11 0,0 0-10 15,0 0-9-15,0 0-13 0,0 0-11 0,0 0-5 0,0 0-11 16,0 0-8-16,0 0-5 0,0 0-5 16,0 0 12-16,0 0-1 0,2 4-8 0,-2-4-2 15,0 0-5-15,0 0-2 0,0 0-9 0,0 0-7 0,0 0-26 16,-14-9-50-16,10 6-60 0,-3 2-78 0,0-2-204 16,-6 2-408-16,2-1 182 0</inkml:trace>
  <inkml:trace contextRef="#ctx0" brushRef="#br0" timeOffset="-214246.82">13175 12588 91 0,'0'0'159'0,"0"0"-4"0,0 0 0 0,0 0-6 16,0 0-7-16,0 0-2 0,0 0-5 0,0 0-10 15,-11-9-10-15,11 9-10 0,0 0-14 0,0 0-9 0,0 0-6 16,-4-3-6-16,4 3-12 0,-4-2-1 0,4 2-7 16,0 0-4-16,-1-4-9 0,1 4-1 15,0 0-7-15,0 0-5 0,0 0 0 0,0 0-3 0,0 0-3 16,-13 4-1-16,13-4-3 0,-4 2-1 0,4-2-3 15,0 0 0-15,-6 4-1 0,6-4-1 0,-2 4-5 16,2-4 6-16,-2 3-5 0,2-3-1 0,-2 5 1 16,2-5 1-16,-3 4-4 0,3-4 2 0,-1 3 0 15,1-3 1-15,0 5-3 0,0-5 2 0,0 0-1 16,0 5 1-16,0-5 0 0,4 2-2 0,-4-2-2 16,0 0 2-16,6 4 0 0,-1-3-2 0,-5-1 3 15,5 0 1-15,-5 0-3 0,0 0-3 0,10 0 3 0,-10 0-2 16,0 0-1-16,8-2 0 0,-8 2 0 15,4-3 2-15,-4 3 0 0,3-4 1 0,1 2-1 16,-4 2 4-16,1-6-2 0,-1 6-1 0,3-3 0 0,-3 3 5 16,0-5 3-16,0 1-4 0,0 4 3 0,0-7 1 15,0 7 1-15,0 0 4 0,0-5 6 0,-3 3-3 16,3 2 0-16,-5-5 2 0,5 5-1 0,-7-4-3 16,7 4 0-16,-4-2-1 0,4 2-3 0,-8 0-2 15,8 0-2-15,0 0-1 0,-10 4 0 0,5-2-1 16,1 0 0-16,4-2-1 0,-6 5 4 0,5-2-4 15,-3 0-3-15,1 3 2 0,0-2-2 0,2 1 0 16,1 0 0-16,0-1 0 0,0 1 2 0,0-5-1 16,0 7 0-16,1-1-1 0,1-4-1 0,1 2-5 15,-1 0 3-15,1 1-2 0,1-3 1 0,-1 1 0 16,1 0-1-16,1-1-2 0,-5-2 1 0,8 2-8 16,-8-2 3-16,10-4 0 0,-10 4 1 0,13-3 3 0,-7-1-1 15,-5 2 2-15,2-2-1 0,3 1 5 0,-5-2-4 16,3 3 5-16,0-2 1 0,-4-1 2 15,0 5 0-15,0-8-1 0,2 4 4 0,-2 0 0 0,0 4 5 16,-2-5-3-16,2 5 3 0,-4-7-1 0,4 7 2 16,-1-3-1-16,1 3-1 0,0 0 0 0,-9-3-4 15,9 3 1-15,0 0-4 0,0 0 3 0,0 0-1 16,-9 6-2-16,2-4-1 0,7 2 0 0,-4-2-2 16,1 2 0-16,2 0 2 0,1 1 2 0,0-1-1 15,-1 0-1-15,1-4 0 0,1 9-1 0,-1-5-2 16,0 1 4-16,0-5-1 0,4 5-4 0,-2-1 3 15,3 0-2-15,0 0-1 0,-2-3 0 0,2 0-4 16,-5-1 4-16,10 1 1 0,-2 0-3 0,-8-1-1 16,12-2 2-16,-5 1-1 0,-1-4 6 0,-1 2 0 15,-1-1 0-15,2-1 1 0,-2 1 1 0,-3 1-1 16,2-3 3-16,-3 6-3 0,-3-9 6 0,2 4-6 0,-2 2 13 16,-1-3 3-16,-2 2-1 0,5 1-2 0,-6 0-1 15,5 1-2-15,-4-1 0 0,2 0-3 0,-2 2 2 16,-1 0-3-16,7 1-3 0,-10 0 3 0,10 0-2 15,-10 2-2-15,6 1-1 0,-4 0 2 0,4 2-2 16,0-2-3-16,3 2 3 0,-5 1 0 0,5 0-1 16,-1 0-2-16,0 1 2 0,2-1 3 0,1 2-4 15,0-3 0-15,2 3 0 0,0-3-2 0,1 0 1 16,0 2-2-16,0-5 2 0,4 0-2 0,-5 2 4 16,2-3-2-16,1 2-3 0,2-1-3 0,4-4 0 15,-5-1 2-15,3-2-2 0,-4 3 0 0,3 0 3 16,-4-1 0-16,-1-4 3 0,3 2 0 0,-4 3-1 15,-1-4-3-15,0 0 6 0,-1 1-1 0,-2-2 1 0,-1 0 2 16,0 2 0-16,-1-1 2 0,0 1 5 16,-5-1-4-16,4 1-2 0,-3 1 0 0,3 2 2 15,-3-2 0-15,-1 2-4 0,3 1-1 0,5 1 2 0,-12-1-1 16,12 1-2-16,-10 2 0 0,3 0-2 0,3 1-1 16,0 0 2-16,0 1-2 0,1 0 2 0,-1 1 0 15,4 0-1-15,-3 0 1 0,2 2-2 0,1-1 3 16,1-1-3-16,2 0 3 0,1 0 0 0,1 1-2 15,1-1-2-15,-2-3 2 0,3 3-1 0,-3-2 3 16,4 2-3-16,2-3 1 0,-5-1 0 0,5-1-1 16,-4 0-1-16,3 0 0 0,-9 0 3 0,13-4 2 15,-10-2-4-15,2 3 5 0,-2-1-3 0,-2 0 4 16,2-2-2-16,-3 6 3 0,-3-9-1 0,3 3 2 16,-2 2-1-16,-5-3 3 0,4 2-2 0,-5 1 0 15,5 1-1-15,-2 0 0 0,-1 0-1 0,0 1 3 16,0-1-7-16,-1 3 5 0,7 0-7 0,-8-1 3 0,0 1-2 15,8 0 0-15,-14 4 1 0,9-2-2 0,2 4-1 16,-2-3-2-16,2 2 1 0,1 0-3 16,0-1-7-16,2 3-9 0,0-1-16 0,2 0-26 0,0 2-34 15,1-3-31-15,2 0-46 0,-1 0-44 0,3 0-116 16,0-3-363-16,-1 0 160 0</inkml:trace>
  <inkml:trace contextRef="#ctx0" brushRef="#br0" timeOffset="-213095.72">13164 12646 208 0,'0'0'203'16,"0"0"-13"-16,0 0-9 0,0 0-20 0,0 0-14 16,0 0-16-16,0 0-15 0,0 0-13 0,0 0-14 0,-2-3-6 15,2 3-14-15,0 0 0 0,0 0-9 0,0 0-7 16,-5 14-8-16,4-12-4 0,1 5 0 0,0-3-1 15,-1 1-8-15,1 2-4 0,-2-2 4 0,2-2-9 16,2 4-1-16,-2-2-5 0,0-1 3 0,1 0-4 16,0-1-1-16,2 1-4 0,1-3 0 0,-4-1-1 15,5 6-2-15,-2-5 0 0,-3-1-2 0,0 0 0 16,11-1-4-16,-11 1-2 0,7-4-3 0,-3 1 6 16,0-1-2-16,0 1 2 0,-3-1-1 0,4-2 3 15,-4 0-2-15,-1 2-2 0,0-2 3 0,0-1 0 16,0 1-5-16,-1 1 2 0,-2-3 4 0,0 1 2 15,-1 2 2-15,0-1 4 0,0 0 6 0,0 2 2 16,-3-1 0-16,3 1 0 0,-2 2-5 0,-3-1 2 0,5 2-3 16,-4 0-4-16,8 1-4 0,-10 1 1 0,0 0 1 15,5 0-4-15,-1 1 3 0,0 0-4 16,1 2 2-16,-2 1-4 0,3 0 2 0,0 0 1 0,1 1 0 16,-1 0-1-16,1 0 0 0,2 2 2 0,2-4-3 15,-1 2 0-15,0 2 3 0,1-3-2 0,2-1-4 16,1 2 3-16,0-2-2 0,1 0-1 0,0-3 0 15,2 2 0-15,0-2 0 0,-1-1-4 0,3 1-3 16,-9-1 0-16,16-2-7 0,-9-1 4 0,0 2-1 16,0-3 2-16,-1 1-2 0,-2 0 2 0,0-4 3 15,-1 5 1-15,1-4-6 0,-4-1 5 0,0 2 6 16,0-2-1-16,0 1-1 0,-4 1 0 0,4-1 1 16,-1 2 1-16,-5-1 1 0,6 1 4 0,-4-1 1 0,1 2-1 15,0-1-3-15,3 4 1 0,-9-2-4 16,5 0 1-16,4 2-1 0,0 0-3 0,-11 0 2 15,11 0 0-15,0 0 0 0,-7 6 1 0,1-4-2 0,4 2 2 16,1 0 2-16,-2 0-1 0,3 1-2 0,0 1 3 16,-3-3-4-16,6 3 1 0,-1-2 0 15,-1 3-1-15,0-5 3 0,2 2-7 0,2-2 9 0,-1 4 2 16,-1-4-2-16,1 0-4 0,-4-2 0 0,11 2 2 16,-4-2-2-16,-7 0-1 0,9-4-3 0,-5 2 7 15,2-4 0-15,-2 4 2 0,0-2-4 0,-2 2 2 16,1-3-1-16,1-2 2 0,-2 2-7 0,-1 0 10 15,-2-2-1-15,-1 2 2 0,1 1-2 0,-3-1 3 16,0 1-2-16,3-2 1 0,-2 2 0 0,-1-1-2 16,1 1-1-16,3 4-5 0,-8-3 1 0,4 2 0 15,4 1-2-15,-14 1 3 0,10 2-4 0,-1 0 5 16,-1-1-7-16,2 2-21 0,-1 2-33 0,0 1-43 0,3-2-60 16,-2 5-195-16,0 1-386 0,3-5 171 15</inkml:trace>
  <inkml:trace contextRef="#ctx0" brushRef="#br0" timeOffset="-211734.8">13148 13005 166 0,'0'0'177'0,"5"-7"-5"0,-5 7-7 0,3-3-2 0,-3 3-13 16,1-4-4-16,-1 4 3 0,3-2-9 0,-3 2-6 15,4-8-11-15,-1 4 4 0,-1 1-5 16,1 0-9-16,-3 3 2 0,3-8-6 0,-3 5-11 0,0-2-1 15,1 0-3-15,2 2 2 0,-3 3 0 0,-3-8-6 16,3 8-12-16,0-5-3 0,-1 1-6 0,1 4-11 16,-3-4-2-16,3 4-11 0,0 0-5 0,-1-4-2 15,1 4-5-15,0 0-8 0,0 0-2 0,-15 3-1 16,8-1-1-16,2 2-3 0,-1 0-2 0,-2 0-1 16,4 1-1-16,-3 0-3 0,0 1-2 0,3 0 2 15,-5 0-2-15,2 0-5 0,3-2 0 0,-2 3-2 16,4-1 4-16,-2-2-4 0,-2 1 2 0,2 1-2 15,2-2-7-15,-1-1-3 0,1 0-2 0,1 3-2 16,1-6-3-16,0 6 6 0,0-6 0 0,3 3-1 16,-3-3 1-16,8 0 2 0,-8 0-7 0,12-3 5 15,-5 2 3-15,0-2 0 0,1 1 1 0,-1-4-1 0,0 4 3 16,-1-1-2-16,1 1 0 0,4-4 6 0,-7 2-5 16,3 0 3-16,-3 1 0 0,0 2-2 15,0-3 4-15,1 2 1 0,-2-1 2 0,0 1-4 0,-3 2 5 16,4-3-5-16,-4 3 6 0,0 0-3 0,6-3 4 15,-6 3-5-15,0 0-2 0,0 0-4 0,0 0 0 16,5-2-1-16,-5 2 2 0,0 0 3 0,0 0 0 16,0 0-3-16,0 0-1 0,4 9 4 0,-4-5 3 15,0 2-5-15,2-4 1 0,1 2-5 0,-3 2 5 16,3 0 0-16,-2-1 0 0,-1 3-1 0,2-1 0 16,-1 0 7-16,1 4-10 0,-2 1 5 0,1-2-1 15,0 2-2-15,2-3 1 0,1 4-1 0,-2-2 3 16,0 1 2-16,1 1-4 0,1 3 0 0,0 0 1 0,-1-1-4 15,0-5 7-15,-2 4 5 0,0-1-6 0,1-2-1 16,-1 1-2-16,2 1 2 0,-3-2 0 0,1 0-3 16,-1-1 5-16,0-2 2 0,0-2 8 0,-1 1 4 15,1-1-1-15,0-1 20 0,-3 0 23 0,2-2 25 16,-2 2 32-16,-1-1 28 0,-2-2 28 0,1-1 5 16,5-1 5-16,-9 0 0 0,3 3 2 0,6-3-7 15,-15-8-4-15,10 4-10 0,-1-2-9 0,-2 0-11 16,2-5-11-16,-3 2-7 0,4-1-14 0,-5-7-10 15,7 0-10-15,-1-1-16 0,4-2-21 0,4 0-19 0,-1-9-22 16,1 3-40-16,3-1-35 0,1 0-32 16,4 0-30-16,2 3-39 0,1-2-42 0,-1 9-53 15,-1 2-59-15,1 0-69 0,-5 2-386 0,-1 2-838 0,3 0 372 16</inkml:trace>
  <inkml:trace contextRef="#ctx0" brushRef="#br0" timeOffset="-196178.01">14124 12829 84 0,'0'0'215'0,"0"0"-11"16,0 0-20-16,0 0-17 0,0 0-14 0,0 0-11 15,0 0-14-15,0 0-8 0,7-1-8 0,-7 1-9 16,0 0-4-16,0 0-11 0,0 0-4 0,0 0-7 15,0 0-5-15,0 0-9 0,0 0-4 0,0 0-5 16,0 0-7-16,0 0-2 0,6 2-9 0,-6-2-2 16,0 0 0-16,0 0-5 0,0 0-5 0,4 2 0 0,-4-2-2 15,0 0-3-15,0 0-1 0,0 0 1 16,0 0 1-16,0 0-2 0,0 0 3 0,0 0-1 16,0 0-1-16,0 0-1 0,0 0 2 0,0 0 0 0,0 0-1 15,0 0-1-15,0 0-4 0,0 0-1 0,0 0 1 16,-10 7-5-16,10-7 4 0,0 0-7 0,-7 4 2 15,7-4-2-15,-2 4 0 0,-5-3-2 0,7-1 0 16,-3 5-1-16,3-3-2 0,0 4 2 0,-4-4 0 16,4-2-2-16,0 7-1 0,0-7-3 0,4 5 6 15,-1-3-3-15,-2 2 3 0,-1-4-2 0,10 4 1 16,-5-3-1-16,2 1-1 0,-3-2-1 0,4 0 1 16,-8 0-3-16,15-2-2 0,-9 2 5 0,1-2 2 15,-2 1-1-15,0-2 0 0,-1 0-1 0,-4 3 3 16,6-6-1-16,-5 3 3 0,-1 0 0 0,0 3-2 15,3-10 9-15,-3 7 7 0,0 3 6 0,-4-5 2 16,1-1-3-16,2 2 0 0,-2 1 1 0,2-1-2 0,-4 3-3 16,5 1-4-16,-7-3-3 0,2 1 0 0,5 2 2 15,-8-1-1-15,8 1-6 0,0 0 1 16,-8 5-4-16,5-3 1 0,3-2-2 0,-5 4 1 0,2-2-2 16,3-2-2-16,0 10 0 0,-1-8 3 0,2 2 3 15,-1-4-5-15,3 6-3 0,-2-2 2 0,5 0-2 16,-2-3 3-16,-3 2-2 0,3-2 2 0,3 0-1 15,-4 2 0-15,-3-3 2 0,8 0 2 0,-8 0-2 16,0 0 2-16,0 0-3 0,8-4 1 0,-8 4 0 16,1-4 1-16,-1 4 2 0,2-4 7 0,-2 4-6 15,-2-8 13-15,2 8-4 0,-4-5-3 0,4 5 1 16,-1-4 0-16,1 4-7 0,-3-5 4 0,3 5-2 16,-1-5-7-16,1 5-12 0,0 0-23 0,-5-2-29 0,5 2-40 15,0 0-43-15,0 0-46 0,0 0-74 16,-14 9-162-16,11-5-464 0,2-1 206 0</inkml:trace>
  <inkml:trace contextRef="#ctx0" brushRef="#br0" timeOffset="-195521.69">14260 13295 75 0,'2'-4'226'0,"-2"-2"-8"15,3 1-11-15,-2 1-8 0,-1-4-6 0,1 4-8 16,-1-1-5-16,0 0 0 0,0-2-5 0,-1 4-14 15,1-2 3-15,-1 0-3 0,1 5-10 0,-3-7 0 0,1 2 0 16,1 2-14-16,1 3-16 0,-5-8-7 16,3 6-11-16,-2-1-12 0,4 3-11 0,-6-3-3 15,3 0-13-15,3 3-5 0,-10-1-5 0,10 1-8 0,-12 1-4 16,5 2-5-16,7-3-7 0,-11 3-3 0,7 1 2 16,-1-3-8-16,-1 6 0 0,-2-1 0 0,3 3-5 15,-1 0-3-15,1 1-4 0,-1 1 0 0,2 2-2 16,3-2-1-16,-2 1 0 0,3 0-1 0,0 6 0 15,0-5-6-15,0 4 9 0,0 1-2 0,0-6 4 16,0 6-3-16,4-1-4 0,2 0 0 0,-4 0-6 16,1-1 10-16,-3 0 3 0,4 4 0 0,3-2-1 15,-3-2-2-15,-1 1 5 0,2 0-5 0,-2 0-4 16,2-2 5-16,-3-1 1 0,0-1 0 0,1 1 1 16,0-2-14-16,0 1 11 0,-1 0 2 0,0-4-1 15,-1 2-4-15,3 1 0 0,-4-4-6 0,4-2 9 16,-2 1-5-16,0-2 3 0,-2 0-2 0,0-1-4 0,0 0-10 15,0-4-11-15,0 5-5 0,0-2-6 16,0-3-30-16,0 0-32 0,0 0-34 0,0 0-40 16,0 0-51-16,0 0-47 0,0 0-262 0,-13-10-571 0,9 7 253 15</inkml:trace>
  <inkml:trace contextRef="#ctx0" brushRef="#br0" timeOffset="-195302.95">14086 13592 6 0,'0'0'275'0,"0"-8"-7"0,0 8-12 0,0-7-15 15,2 1-14-15,-1 2-15 0,3 1-14 0,0-1-17 16,0 0-18-16,-1-1-14 0,1 0-14 0,0 0-11 16,6 0-17-16,-5-2-11 0,5 2-9 0,-1 0-7 15,3 0-7-15,-1 1-7 0,0-3-12 0,1 1-29 16,1 3-36-16,-1-3-43 0,-1 2-44 0,-2-1-49 0,3-1-39 15,-1-1-48-15,-1 2-149 0,1-1-414 16,-6 2 184-16</inkml:trace>
  <inkml:trace contextRef="#ctx0" brushRef="#br0" timeOffset="-194490.5">14313 13107 70 0,'0'0'186'0,"0"0"0"0,0 0-9 0,-4-7-8 16,4 7-15-16,0 0 3 0,-3-2-6 0,3 2-8 15,0 0-4-15,0 0-8 0,0 0-12 0,0 0-12 16,0 0-12-16,-3-3-7 0,3 3-12 0,0 0-6 15,0 0-9-15,0 0-6 0,0 0-10 0,0 0-3 16,-14 5 0-16,11-3-8 0,-1 0-2 0,0 1-3 16,4-3-5-16,-8 5-5 0,4-2 1 0,-2-1 0 15,2 2-6-15,0 0 2 0,-1-2-2 0,-2 2-2 16,3-1 0-16,1-1-1 0,-1 2-2 0,4-4 1 0,-5 4-2 16,5-4 1-16,-4 2 0 0,4-2 0 0,0 0 2 15,-6 2-2-15,6-2 9 0,0 0-1 16,0 0 0-16,0 0-4 0,0 0 0 0,0-10 1 0,0 10-4 15,0-8-1-15,3 4 1 0,-3 4 0 0,3-6-5 16,-1 1 1-16,-2 2 0 0,3-1 0 0,-3 4-1 16,3-9 3-16,-2 6-4 0,1-1 1 0,-2 4 3 15,5-5-7-15,-4 2 3 0,2 1-1 0,-3 2 1 16,7-3-4-16,-5-2 2 0,-2 5-1 0,7-2-1 16,-7 2 0-16,4-3 2 0,-4 3-1 0,6-1-3 15,-6 1 3-15,9 0-3 0,-9 0 2 0,10 1 1 16,-6 1-1-16,-4-2-2 0,11 1 0 0,-5 1 0 15,-1 1 1-15,2 0-1 0,-5 1 1 0,5-1 1 16,-1 0-2-16,0 1 3 0,-2 0-7 0,0 0-17 16,3 1-20-16,-4 0-33 0,1 1-40 0,4 1-52 15,-4-2-51-15,0 1-170 0,-1-1-422 0,3-1 188 0</inkml:trace>
  <inkml:trace contextRef="#ctx0" brushRef="#br0" timeOffset="-191772.1">14191 13216 30 0,'0'0'145'0,"4"-5"2"0,-3 3-4 0,-1 2 5 0,6-3 4 16,-6-2-5-16,0 5-6 0,4-8-5 15,-3 6 4-15,-1-1-8 0,0 3 3 0,2-9-3 16,-1 3-8-16,-1 3-9 0,2-3-2 0,-2 3-7 0,0-3-3 15,2 2-8-15,-2 1-5 0,3-1-7 0,-2-1-9 16,-1 5-4-16,2-8-9 0,-2 3-7 16,0 1-5-16,2 0-6 0,-2 0 0 0,0 4-7 0,0-5-1 15,2 1 2-15,-2 4 1 0,1-5 1 0,-1 5-8 16,3-4-1-16,-3 4-3 0,0 0-3 0,1-5-3 16,-1 5 1-16,2-2-2 0,-2 2-1 0,0 0-7 15,2-5 4-15,1 2-7 0,-3 3 2 0,0 0 1 16,1-4-5-16,-1 4 4 0,0 0-3 0,3-5 1 15,-3 5-4-15,2-4 3 0,-2 4-6 0,3-5 5 16,0 1-1-16,-3 0-2 0,4 2-3 0,-2-2 0 16,0 0 3-16,0 0 1 0,-1 1-2 0,2-2 0 0,0 3-2 15,-3 2 1-15,2-5 0 0,-2 5-4 0,3-4 2 16,-2 1 2-16,-1 3 1 0,4-5-5 16,-4 5 2-16,0 0-2 0,0 0 0 0,0 0 0 15,3-4-1-15,-3 4-1 0,0 0 1 0,0 0 5 0,0 0-7 16,0 0 1-16,0 0 7 0,0 0-8 0,0 0 2 15,8 11 1-15,-5-10-5 0,-3-1 2 0,1 6 2 16,3-3-1-16,-1 1-1 0,0 2 2 0,1-1-1 16,1-1 6-16,-3 4-4 0,0-3-2 0,4 1 2 15,-2 1-4-15,-3 1 3 0,4-2-2 0,0 3 1 16,0 0 2-16,-2-2-4 0,0 0 6 0,-2-2 0 16,5 1-3-16,-4 0-3 0,1-1 7 0,-2 1-4 15,2-2 4-15,-3 3 1 0,4-4 0 0,0 1-2 16,-3-2 3-16,1 1-3 0,-2-3 0 0,1 4 4 15,-1-4-3-15,4 6 4 0,-4-3-9 0,0-3-19 16,3 4-31-16,-3-4-48 0,0 0-65 0,0 0-61 16,0 0-242-16,0 0-508 0,0 0 225 0</inkml:trace>
  <inkml:trace contextRef="#ctx0" brushRef="#br0" timeOffset="-161343.1">13326 12669 42 0,'0'0'77'0,"0"0"-3"0,0 0-8 0,0 0-1 16,0 0-12-16,0 0-5 0,0 0-6 0,0 0 0 15,0 0-3-15,0 0-5 0,0 0-5 16,0 0-2-16,0 0-2 0,0 0-3 0,1-4-5 0,-1 4-1 15,0 0-5-15,0 0-2 0,0 0 2 0,0 0-6 16,0 0 1-16,0 0-3 0,0 0-11 0,0 0 0 16,7 7 1-16,-7-7-4 0,0 0-9 0,2 4-2 15,-2-4-10-15,2 4-4 0,-2-4 0 0,0 0-2 16,2 4-1-16,-2-4 4 0,1 3-1 0,-1-3 3 16,1 3 2-16,-1-3 5 0,0 0 3 0,0 0 0 15,0 0 4-15,0 0 1 0,2 3 3 0,-2-3 10 16,0 0 2-16,0 0 0 0,0 0 11 0,0 0 4 15,0 0 3-15,0 0-4 0,0 0 2 0,0 0 1 0,0 0 3 16,0 0 0-16,0 0 6 0,0 0 4 16,0 0-6-16,0 0 7 0,0 0 5 0,0 0 8 15,0 0 0-15,0 0 7 0,0 0-6 0,0 0 6 0,0 0 0 16,0 0-6-16,0 0 1 0,0 0 1 0,0 0-7 16,0 0 0-16,0 0-7 0,0 0-4 0,0 0 5 15,0 0-6-15,0 0 5 0,0 0-11 0,0 0 2 16,0 0-2-16,0 0 5 0,0 0 2 0,0 0-2 15,0 0 7-15,0 0-3 0,0 0 0 0,0 0 1 16,0 0 0-16,0 0 4 0,0 0-2 0,0 0-6 16,0 0 8-16,0 0-6 0,0 0-1 0,0 0 1 15,0 0 1-15,0 0-4 0,0 0 2 0,0 0 0 16,0 0 1-16,0 0 1 0,0 0 2 0,0 0-2 16,13-3-2-16,-13 3-3 0,0 0 1 0,10 2-1 15,-6-1-3-15,-4-1-1 0,7 1-2 0,1-1-3 16,-3 3-1-16,-1-2 0 0,3 0-3 0,2-1 2 0,-3 1-2 15,2 1-1-15,1-2 1 0,-4 1-3 16,6 2 2-16,-3-2-4 0,0 0-2 0,-1 2 0 16,2-2 4-16,1 2-3 0,-3-1-1 0,1 1-2 0,-1 0 3 15,0-2 1-15,-2 0-6 0,3 2 2 0,-3-2 3 16,0 1-1-16,0 0-1 0,1 0-1 0,-1 1 2 16,2-2-3-16,-1 0 0 0,0 1 1 0,-1-1 3 15,-5-1-3-15,14 3 0 0,-9-5 3 0,4 4 9 16,-4-1 3-16,1 0 1 0,-6-1-4 0,13 0 1 15,-6 0 3-15,1 0-6 0,-4 1 2 0,6-1-1 16,-10 0 1-16,12 2 0 0,-7-2-6 0,-5 0-1 16,11 1 3-16,-5-1-3 0,-6 0 0 0,9 2 2 0,-5-2-4 15,-4 0 2-15,10 2 1 0,-10-2-3 16,8 2 0-16,-4-1-1 0,0 2 2 0,-4-3 2 16,10 2-5-16,-6-1 1 0,-4-1-8 0,9 0 7 0,-9 0 0 15,6 2 16-15,-2 0 7 0,-4-2 5 0,7 0 0 16,-7 0-7-16,9 1 0 0,-9-1-3 0,10 1 4 15,-10-1 3-15,0 0 1 0,12 0-4 0,-7 0-2 16,-5 0-1-16,0 0-3 0,8 0-3 0,-8 0 4 16,7 0 0-16,-7 0-6 0,0 0-3 0,9-1 0 15,-9 1 0-15,6 1-1 0,-6-1-4 0,8-1 7 16,-8 1-5-16,0 0 0 0,10 1-2 0,-10-1-1 16,5-1-1-16,-5 1-1 0,0 0 3 0,11 1-2 15,-11-1 3-15,7 1 0 0,-7-1-2 0,5 3-2 16,-5-3-1-16,0 0 3 0,6 1-2 0,-6-1-2 15,0 0 3-15,5 1 2 0,-5-1-4 0,8 3 2 16,-8-3-3-16,3 3 1 0,-3-3 2 0,4 1-1 0,-4-1 1 16,4 3-1-16,-4-3 1 0,0 0-3 0,0 0 1 15,10 1 1-15,-10-1-3 0,4 1 2 16,-4-1 1-16,4 3 1 0,-4-3-3 0,0 0 1 0,0 0-1 16,8 0 0-16,-8 0 1 0,0 0-2 0,0 0 3 15,4 2 0-15,-4-2-1 0,2 3 1 0,-2-3-1 16,5 1-3-16,-5-1 3 0,0 0-3 0,6 1 3 15,-6-1-3-15,0 0 2 0,0 0-3 0,10 0-6 16,-10 0-7-16,3 3-6 0,-3-3-1 0,7 3-13 16,-4-2-7-16,-3-1-7 0,8 1-9 0,-8-1-4 15,9 0-13-15,-9 0-16 0,7 1 1 0,-7-1-17 16,8-1-17-16,-8 1-26 0,7-2-31 0,-7 2-110 16,0 0-315-16,5-2 140 0</inkml:trace>
  <inkml:trace contextRef="#ctx0" brushRef="#br0" timeOffset="-160077.78">10520 12671 10 0,'0'0'232'0,"0"0"-9"0,0 0-8 0,0 0-8 15,0 0-5-15,0 0-13 0,0 0-7 0,0 0-15 16,0 0-11-16,0 0-11 0,0 0-14 0,0 0-11 15,0 0-12-15,0 0-11 0,0 0-12 0,0 0-6 16,0 0-8-16,0 0-9 0,0 0-7 0,10-6-5 16,-10 6-6-16,9-2-2 0,-9 2-6 0,11 2-2 15,-6-4-4-15,2 2-6 0,-7 0-2 0,10 2-8 0,-5-1-18 16,3-1-17-16,-8 0-23 0,11 2-28 0,-4-2-31 16,1 1-42-16,0-1-33 0,6 0-46 15,-5 0-150-15,-2 0-405 0,6-1 180 0</inkml:trace>
  <inkml:trace contextRef="#ctx0" brushRef="#br0" timeOffset="-159874.66">10955 12689 161 0,'7'0'182'16,"-7"0"-14"-16,0 0-20 0,8 0-16 0,-8 0-14 15,0 0-8-15,11-1-9 0,-11 1-10 0,8-1-13 16,-1 0-3-16,0 1-12 0,-7 0-8 0,11-2-4 16,-6 4-19-16,3-2-27 0,2 0-36 0,-3-2-36 15,5 2-39-15,-2 0-122 0,0 0-247 0,3 0 109 0</inkml:trace>
  <inkml:trace contextRef="#ctx0" brushRef="#br0" timeOffset="-159687.18">11315 12698 181 0,'0'0'186'15,"0"0"-14"-15,0 0-18 0,0 0-16 0,6-1-10 16,-6 1-17-16,4-3-10 0,-4 3-13 0,7-1-14 16,-7 1 0-16,0 0-6 0,12 1-28 0,-5-1-26 15,1 0-43-15,-1-2-35 0,0 0-49 0,2 2-108 16,2 0-239-16,2-1 106 0</inkml:trace>
  <inkml:trace contextRef="#ctx0" brushRef="#br0" timeOffset="-159484.05">11710 12710 126 0,'0'0'184'0,"0"0"-16"0,11 0-7 0,-7-2-12 0,-4 2-15 15,11-3-11-15,-4 1-14 0,-2-1-13 0,6 3-9 16,-4-1-9-16,4 1-9 0,0-1-4 0,-2 2-18 16,6-2-27-16,-4 1-19 0,0 0-39 0,4 0-21 15,-3-1-33-15,2 2-18 0,-1-1-110 0,0 2-238 16,0 1 106-16</inkml:trace>
  <inkml:trace contextRef="#ctx0" brushRef="#br0" timeOffset="-159327.81">12086 12734 57 0,'0'0'196'0,"0"0"-1"0,0 0-16 16,0 0-7-16,6-6-17 0,-6 6-21 0,0 0-7 15,3-4-16-15,0 1-7 0,-3 3-14 0,7-4-10 16,-3 3-14-16,0-2-25 0,-4 3-14 0,11-2-34 16,-6 1-37-16,5-1-29 0,-3 0-37 0,5 1-25 15,-3-1-93-15,-1 2-246 0,3-1 108 0</inkml:trace>
  <inkml:trace contextRef="#ctx0" brushRef="#br0" timeOffset="-158958.21">12359 12706 78 0,'7'-3'159'0,"-7"3"-8"0,6-4-16 16,-1 3-14-16,0-3-20 0,-1 2-2 0,3 0-10 15,1 1-11 1,0 0-6-16,1-1-3 0,-1 0-17 0,2 0-24 15,3-4-16-15,-3 5-20 0,1-2-29 0,3 1-12 16,-2 2-9-16,-1 0-11 0,3-1-3 0,-3 2 8 0,-2-1 6 16,5 0 3-16,-6 0 2 0,0 0 6 0,-1 1 9 0,1-1 4 15,-1 1 8-15,-7-1 12 0,11 2 12 0,-7-1 24 16,-4-1 21-16,9 0 7 0,-9 0 25 0,0 0 16 16,7-1 5-16,-7 1 20 0,0 0 8 0,10-2 2 15,-10 2-11-15,5-1-5 0,-5 1-7 0,10-1-1 16,-5-1-1-16,2 0-6 0,1-3-8 0,0 3-9 15,2-1-6-15,2 0-6 0,0 1-8 0,3-4-6 16,-3 3-4-16,2-1-5 0,-3 1-4 0,4 1-8 16,-4 1 2-16,2-1-5 0,-2 1-2 0,-4 0-4 15,2 0-3-15,1-2-9 0,-4 3-6 0,-6 0-15 16,9 0-10-16,-9 0-17 0,8 0-16 0,-8 0-20 16,0 0-18-16,0 0-19 0,0 0-39 0,0 0-21 15,0 0-150-15,0 0-347 0,0 0 153 0</inkml:trace>
  <inkml:trace contextRef="#ctx0" brushRef="#br0" timeOffset="-157577.62">11150 12278 19 0,'1'-4'199'0,"3"-1"0"0,-1-1-3 15,1-1 1-15,0 1-1 0,-1-1-2 0,-2 0 1 16,2-1-2-16,-3-2-6 0,1 2-8 0,2 0 4 0,-3 1-8 15,0 1-9-15,0-5-7 0,-1 4-7 16,-2-4-13-16,0 3-7 0,-1 2-12 0,-1 0-12 16,1-2-13-16,-2 3-7 0,-2 1-12 0,2 2-4 0,-3-1-9 15,1 2-8-15,-2 1-5 0,-2 1-5 0,3 2-6 16,-2-1 0-16,-1 2-6 0,2 3-7 0,0 0-2 16,1 1-3-16,2-2-3 0,2 4 7 0,-1-2-11 15,3 0-7-15,2 0-7 0,1 2 2 0,0-2-9 16,4 2-3-16,-1-4-2 0,1 1 2 0,2-1 1 15,4-2-3-15,-3 2 3 0,4-1-1 0,-1-1-5 16,2-3-10-16,0-1 0 0,0 0-9 0,-2 0-6 16,4-2-4-16,-1-1 1 0,-2 2 8 0,-3-1 0 15,4-4 1-15,-2 1 3 0,-2-1 3 0,0 2 6 16,-2-1 1-16,-4-2 2 0,4 4 5 0,-1-4-1 16,-3 2 3-16,-1 0 11 0,0 0 7 0,1 1 10 15,-2 0 1-15,0 4 14 0,0-6 6 0,0 6 5 0,0 0-13 16,-2-5 1-16,2 5-3 0,0 0-6 15,0 0 0-15,0 0 0 0,0 0-2 0,0 0-4 16,0 0 0-16,0 0-2 0,0 17 1 0,2-14 9 0,0 5-16 16,1-3 3-16,-2 1-4 0,2 1-1 0,1 1-5 15,-1-1-5-15,2 2-13 0,0-2-9 0,-3-1-16 16,3 1-39-16,-2 0-33 0,1 1-40 0,-1-2-45 16,1-2-47-16,-1 1-261 0,0-1-548 0,1-3 243 15</inkml:trace>
  <inkml:trace contextRef="#ctx0" brushRef="#br0" timeOffset="-157327.65">11355 12173 156 0,'0'0'248'0,"0"0"-4"15,0 0-6-15,0 0-4 0,0 0-3 0,3 17-11 16,-2-12-4-16,1 2-4 0,3 1-8 0,-4 2-16 15,4 1-14-15,-3 0-18 0,6 2-14 0,-2 3-14 16,-1-5-12-16,-1 1-13 0,1 1-5 0,0 1-16 16,0-2-4-16,-1 4-11 0,0-5-5 0,-1 2-10 15,-1-3-5-15,0 0-5 0,1 0-12 0,-2 0-18 16,1-4-25-16,-1-1-29 0,1 0-20 0,-1-1-23 16,-1 1-40-16,0-5-45 0,0 0-29 0,0 0-39 15,0 0-32-15,0 0-160 0,0 0-465 0,-3-19 206 16</inkml:trace>
  <inkml:trace contextRef="#ctx0" brushRef="#br0" timeOffset="-157030.78">11365 12134 76 0,'-4'-5'273'0,"1"0"-5"0,0 2-7 15,2-1-5-15,-2 0-12 0,3 0-18 0,0 4-3 16,0-6-24-16,0 1-19 0,3 2-17 0,1 1-19 15,-4 2-12-15,7-6-13 0,-3 2-11 0,1 3-16 16,5 0-6-16,-2 0-8 0,-8 1-7 0,15 1-9 16,-6 0-8-16,0 2-4 0,-3-1-3 0,0 2-3 15,3 1-12-15,-5 0 2 0,3 2-5 0,-3 1-5 16,-1-1 2-16,0 1-5 0,-2 1 0 0,-1 0-2 16,-1 0-4-16,-2 3-3 0,-1-1 1 0,0-2 0 15,0 2-2-15,-6 0-2 0,2-3 0 0,1 3-15 16,-1-4-20-16,-4 3-25 0,9-4-32 0,-2-1-38 15,-1 0-34-15,2-1-33 0,1-1-23 0,3-3-40 0,0 3-191 16,0-3-480-16,0 0 213 0</inkml:trace>
  <inkml:trace contextRef="#ctx0" brushRef="#br0" timeOffset="-156780.79">11532 12150 70 0,'-1'-4'234'0,"1"4"7"0,0 0-1 0,0 0-9 16,0 0-8-16,8 9-5 0,-7-4-8 0,5 3-8 15,-5-3-10-15,3 4-16 0,0-1-17 0,2 3-12 16,-5 0-17-16,7 0-14 0,-7 1-14 0,5-1-3 0,-3 2-17 16,1 0-4-16,-3-1-11 0,3 1-7 15,-2 0-9-15,0-2-14 0,1 3-26 0,-2-1-9 16,-1-4-18-16,2 2-28 0,-2-4-27 0,0 1-32 0,0-3-27 15,1 0-35-15,-1 0-26 0,0-5-41 0,1 3-173 16,-1-3-438-16,0 0 194 0</inkml:trace>
  <inkml:trace contextRef="#ctx0" brushRef="#br0" timeOffset="-156483.85">11557 12104 153 0,'-2'-3'277'0,"-2"0"-6"16,1-1-11-16,2 0-13 0,1 4-11 0,0-7-20 15,0 7-15-15,-1-6-17 0,1 6-17 0,1-6-17 0,3 2-14 16,0 1-19-16,0 1-7 0,3 0-19 0,-3 0-9 16,3 1-9-16,-7 1-5 0,11 0-9 15,-11 0-5-15,12 2-6 0,-8 1-4 0,4 0-5 0,-2 2-4 16,-1-2-9-16,2 4-3 0,-4-2-2 0,1 4-15 15,-3-2-2-15,2 4 2 0,-3-2-6 0,-3 1 2 16,3 0 0-16,-4-1-1 0,1 0-2 0,-5 2 0 16,3-5-14-16,-1 2-7 0,-2-1-9 0,4 1-19 15,-5-3-14-15,3 0-25 0,1 0-24 0,-1-1-34 16,2-2-30-16,1 0-29 0,3-2-37 0,0 0-132 16,0 0-407-16,0 0 180 0</inkml:trace>
  <inkml:trace contextRef="#ctx0" brushRef="#br0" timeOffset="-155905.78">11680 12101 153 0,'0'0'209'0,"3"-3"-4"15,-3 3-7-15,7-4-10 0,-5 3-12 0,-2 1-16 16,7-3-11-16,-3 2-8 0,-4 1-15 0,9 0-11 15,-9 0-10-15,9 0-11 0,-9 0-10 0,10 5-5 16,-6-4-9-16,1 2-6 0,2-1-7 0,-3 1-7 16,0 0-8-16,3 2 0 0,-4-2-5 0,1 1-5 15,-2 1-2-15,3-1-4 0,-4 1-1 0,0-1-7 16,3 1 1-16,-4 0-4 0,1-1 1 0,-1 0-2 16,0-4-3-16,-1 9 0 0,-3-5-2 0,4-4 2 15,-1 4-4-15,1-4 0 0,-7 2 1 0,7-2 1 0,-5 2-2 16,5-2 1-16,0 0 1 0,0 0-2 0,0 0 3 15,-7-5-2-15,7 5 0 0,1-7 0 16,-1 7-5-16,4-9 6 0,-2 5-5 0,0 2 0 0,2-5-1 16,2 2 1-16,-1 0 0 0,1 0-4 0,-1 2 5 15,2-2-1-15,-3 3 4 0,4-1-9 0,0 1 2 16,-2-1-1-16,-1 0 0 0,6 2-3 0,-7 0 3 16,-4 1 2-16,11-2-3 0,-5 2 2 0,-6 0-1 15,12 2 0-15,-12-2 0 0,9 0-2 0,-9 0 3 16,10 1-2-16,-10-1 4 0,7 0-2 0,-7 0 1 15,8-3 1-15,-8 3-1 0,7-1 1 0,-7 1-1 16,5-5 4-16,-1 4-1 0,-4 1 2 0,2-5-5 16,0 2 7-16,0-1 0 0,-2 4 4 0,0-6 0 15,0 1 0-15,0 5 1 0,-3-9 0 0,2 5-2 16,-1 0 2-16,-1-1-4 0,1 0-1 0,-1 2 0 16,2-2-1-16,-4 3-4 0,3-2-2 0,2 4-8 0,-11 0-19 15,11 0-13-15,0 0-17 0,-8 3-13 0,8-3-21 16,-6 2-19-16,6-2-21 0,-3 4-14 15,3-4-22-15,0 0-31 0,0 0-153 0,7 5-376 0,-7-5 166 16</inkml:trace>
  <inkml:trace contextRef="#ctx0" brushRef="#br0" timeOffset="-155687.02">12164 11981 113 0,'0'0'233'0,"6"-2"-6"0,-6 2-6 0,0 0-8 15,0 0-15-15,0 0-16 0,0 0-17 0,0 0-8 16,0 0-6-16,-6 11-15 0,4-7-12 0,-1 3-9 16,-3 0-13-16,1 0-8 0,0 1-6 0,-1 3-12 15,-2-3-11-15,4 2-5 0,-3 0-7 0,3-1-3 16,0 2-14-16,-1-2-15 0,-1 1-18 0,2-2-16 16,0 0-24-16,0-1-27 0,1 0-36 0,-1-1-41 0,4-1-44 15,-1-1-34-15,1 0-135 0,-3-1-384 0,3-3 170 16</inkml:trace>
  <inkml:trace contextRef="#ctx0" brushRef="#br0" timeOffset="-155513.65">12048 12027 210 0,'0'0'248'0,"0"0"-20"15,-2-4-22-15,2 4-23 0,0 0-12 0,0 0-4 16,0 0-16-16,0 0-11 0,0 0-11 0,10 14-15 15,-6-9-12-15,1 0-6 0,-1 3-11 0,2 1-11 16,2 2-14-16,1 0-40 0,-2-1-45 0,6 5-70 0,-1-2-77 16,-7 0-177-16,1 0-378 0,0-3 168 0</inkml:trace>
  <inkml:trace contextRef="#ctx0" brushRef="#br0" timeOffset="-151398.39">12066 12388 153 0,'0'0'179'0,"0"0"-16"0,0 0-21 15,0 0-8-15,0 0-13 0,0 0-16 0,0 0 1 16,0 0-2-16,0 0-5 0,0 0-11 0,0 0-6 0,0 0-7 16,0 0-7-16,0 0-9 0,26-2 0 0,-20-1-10 15,-1 2-2-15,-5 1-3 0,7-5-3 0,-3 2 4 16,0 2 4-16,0-3 2 0,-2 1-3 0,0-2 0 16,-2 5 1-16,2-7-1 0,-2 7-4 0,-2-5-6 15,1 0 1-15,-2 2-5 0,3 3-1 0,-8-5-3 16,3 1 0-16,-1 3 5 0,-2 1-4 0,4-1-2 15,-7-1 4-15,7 1-7 0,4 1-3 0,-15 0-1 16,10 0 2-16,5 0-9 0,-10 3-1 0,6-2 2 16,0 1-4-16,-2 1-3 0,2 2-1 0,3-2-3 15,-3 2 4-15,3 0 0 0,-1 0 0 0,2 2-5 16,2-3 1-16,-1 3-4 0,4-2 9 0,2 5-3 0,-3-4-2 16,3-2 2-16,1 4-5 0,0-4 4 0,2 0-3 15,-3-2 1-15,3 2 0 0,4-1 0 16,-4-2 1-16,-1 0-3 0,-2-1 0 0,1-1 2 15,1 4-1-15,1-5-4 0,-4 0 2 0,2-1 2 0,-3 0 0 16,2 1 0-16,-3-2-4 0,2 0 4 0,-4 2 3 16,3-2-3-16,-3-1 8 0,2 1 2 0,-1-1 7 15,-1 0 6-15,1-1 5 0,-1 1 0 0,2 0-1 16,-3 2-1-16,3-3 2 0,-1 2-3 0,0-2-1 16,2 4-6-16,-1-4-2 0,4 4 0 0,-4-4-2 15,-1 2-1-15,4 1-3 0,0 2-1 0,1-2-1 16,-4 3-2-16,6-4-4 0,-5 4 0 0,6 1 4 15,-3 2 0-15,0-3-9 0,-1 3 1 0,4 1 4 16,-6-3-3-16,1 3-1 0,-2 1 1 0,0 0-3 16,0-1-1-16,-1-2 0 0,-1 5 2 0,-2-2 1 15,0 0-1-15,0 0-2 0,0-1 4 0,0 0-1 16,0-4 2-16,-5 5-2 0,5-5 2 0,-4 1-1 0,4-1 4 16,-4 3 0-16,4-3-1 0,0 0 0 0,0 0 1 15,-7-8 3-15,4 3 0 0,3 1 1 16,3-2-2-16,-3 0 1 0,0 1-1 0,3-2-2 0,0 5 2 15,-1-5 1-15,1 1-1 0,1 1-3 0,1-1 2 16,-2 0-3-16,1 2-2 0,-1 0 1 0,2 3 7 16,0-3-7-16,-1 3 1 0,-4 1-6 0,9-3 1 15,-9 3 0-15,0 0 2 0,15 3-2 0,-11 0-3 16,-1 0 2-16,2 0 1 0,-1 1-1 0,3-1 3 16,-4 3-1-16,0-1-2 0,2-3 2 0,-2 2-1 15,-2 0 1-15,-1-4-3 0,5 7 3 0,-6-5 0 16,1-2 1-16,3 6 0 0,0-3 1 0,-3-3 4 15,0 0-2-15,0 0-1 0,0 0 0 0,0 0 0 16,0 0 1-16,0 0-1 0,0 0 1 0,0 0 0 16,-3-15 0-16,6 12 3 0,-3-5-5 0,1 5-1 15,-1-6-3-15,4 3-1 0,-4 0-14 0,7-3-2 16,-3 3-9-16,0-2-7 0,4 0-7 0,-1 2-4 0,0 1-5 16,1-3-7-16,-1 3-3 0,-2 1 0 0,2 0 4 15,-3 3 4-15,3-2 10 0,0 3 1 16,-3-1 5-16,-4 1 1 0,0 0 4 0,9 2 2 0,-6 1 3 15,-3-3 3-15,0 0 1 0,1 4 9 0,-1 0 3 16,0-4 6-16,-1 7 3 0,1-3 10 0,-1 0 7 16,1-4 2-16,-3 8 4 0,2-3-6 0,1-1 2 15,0-4-3-15,-2 6 1 0,2-6 0 0,0 9-4 16,2-8 5-16,-2-1 0 0,0 8 4 0,1-6-2 16,-1-2 5-16,0 0 6 0,3 2 1 0,-3-2-2 15,0 0-1-15,0 0-4 0,0 0 1 0,0 0-6 16,16-4 4-16,-13 3-6 0,-3 1-2 0,5-7-3 15,2 4-3-15,-3-1 4 0,2-1-4 0,0 2 2 0,0 0-4 16,-1-2 4-16,1 3-5 0,-1-3 3 16,-1 2 3-16,4 1-7 0,-4 0 0 0,-4 2 15 15,4-4 3-15,-1 2-4 0,-3 2 0 0,4-4 0 0,-4 4-3 16,0 0-1-16,7-1 7 0,-7 1-13 0,0 0 0 16,3-3-1-16,-3 3-2 0,0 0-3 0,0 0 2 15,0 0 1-15,0 0 1 0,0 0 0 0,0 0-2 16,0 0 3-16,0 0 4 0,0 0 6 0,0 0-2 15,5-2-1-15,-5 2 0 0,0 0-1 0,0 0-3 16,4-4-5-16,-1 1-8 0,-3 3-13 0,5-4-37 16,0 2-53-16,-5 2-72 0,7-5-77 0,-2 1-242 15,0 0-538-15,2 1 238 0</inkml:trace>
  <inkml:trace contextRef="#ctx0" brushRef="#br0" timeOffset="-150445.33">14060 11884 67 0,'-5'-3'193'0,"5"3"-7"0,-5-4-7 0,5 4-1 0,-9-3-6 15,5 2-16-15,-1-3-10 0,5 4-14 16,-14 2-1-16,6 1-7 0,-2-1-3 0,1 3-2 15,-3 0-11-15,-2 2-3 0,-1 2-1 0,-2 2-3 0,0 1-2 16,0 1-6-16,3 1 0 0,-8 4-4 0,4-2-5 16,2-1 3-16,-3 5-6 0,0-1-5 0,4-2-3 15,0-2-6-15,3 2-7 0,0-2-12 0,-1 2 5 16,4-1-11-16,1 0 0 0,0 1-4 0,2 1-5 16,1-2-5-16,2-3 0 0,3 0 1 0,-1-1-4 15,1 5-6-15,0-3 4 0,1-1-5 0,-1 0 2 16,3 3-5-16,2-1 2 0,-4-3-5 0,4 0 0 15,-4 2-2-15,3-3 3 0,-1 2-7 0,0-2 2 16,-2 2-7-16,0-2 12 0,1-1-6 0,1 0 1 16,-3 0 0-16,0 1-6 0,0-4 0 0,0 3 0 15,-2-4 3-15,2 5-5 0,0-4-7 0,-1-2-12 16,1 2-5-16,-2-1-12 0,2-3-12 0,-1 5-13 0,1-4-11 16,0-4-11-16,-1 8-14 0,2-6-16 0,-1 2-21 15,0-4-27-15,6 2-25 0,-6-2-36 16,7 0-203-16,-7 0-461 0,11 2 205 0</inkml:trace>
  <inkml:trace contextRef="#ctx0" brushRef="#br0" timeOffset="-150210.96">13911 12445 116 0,'0'0'188'0,"0"-4"-18"0,0 4-17 0,0 0-17 16,0 0-9-16,0 0-9 0,0 0-6 0,0 0-8 16,-7 13-5-16,7-13-15 0,-3 7-3 0,2-1-6 15,0-1-10-15,-2 0-5 0,2 1-6 0,-1 2-6 16,-1-2 0-16,-1 2-6 0,3-3-5 0,-3 0-2 16,1 1-7-16,0 1-12 0,-2-3-19 0,1 2-27 0,0-2-32 15,1-1-27-15,-4-1-47 0,3-1-144 16,-2 1-302-16,-3-1 133 0</inkml:trace>
  <inkml:trace contextRef="#ctx0" brushRef="#br0" timeOffset="-150023.47">13655 12495 199 0,'0'0'202'0,"0"0"-9"0,-8 0-10 16,8 0-7-16,0 0-2 0,0 0 1 0,-1 4-2 15,1-4-2-15,0 7-12 0,0-3-10 0,0-4-13 16,4 4-18-16,-3 1-6 0,3-2-11 0,3 2-10 15,-3-2-8-15,1 2-8 0,6 0-12 0,0 0-23 16,0-2-29-16,-1 1-42 0,-1 0-52 0,3 1-53 16,-2-4-70-16,-1 1-182 0,0-1-421 0,-1 0 186 15</inkml:trace>
  <inkml:trace contextRef="#ctx0" brushRef="#br0" timeOffset="-149117.28">14000 11649 168 0,'0'0'291'0,"-1"-3"-20"0,1 3-9 0,0 0-9 15,0 0-10-15,0 0-20 0,-4-5-18 0,4 5-21 16,0 0-9-16,0 0-14 0,0 0-14 0,0 0-19 0,0 0-5 16,0 0-7-16,0 0-7 0,8-5-15 0,-4 3-9 15,-4 2-9-15,11-4-3 0,-4 3-7 0,0 0-9 16,1-4-4-16,0 1-4 0,-1 0-10 0,4-1-5 16,-3-3-1-16,0 6-7 0,-1-3-1 0,1 0-3 15,-1 0-3-15,0 0-4 0,-3 0 0 0,3 0-9 16,-2 0-1-16,-1-1-3 0,0 1-4 0,-2-1 3 15,0 1-2-15,-2 1 4 0,0 1-5 0,0 3 2 16,-2-8 3-16,0 4-5 0,2 4-1 0,-7-5-1 16,5 4-2-16,-2-2-2 0,4 3 5 0,-11 0-5 15,11 0 1-15,-10 0 1 0,10 0 2 0,-8 4 5 0,3 0-6 16,-1-2 6-16,2 2-5 0,0 0 1 0,1 2-4 16,-2-1 7-16,2 0 0 0,0 2 2 15,3-1-4-15,-5 2 2 0,5-1 2 0,0-1 4 0,0 0-3 16,3 2-1-16,-1 2 1 0,0-3 1 0,2-1 3 15,1 2-3-15,-2-5 1 0,1 3 4 0,6-2-8 16,-1 1-3-16,2-3-15 0,4-1-21 0,-1 2-30 16,-2-3-33-16,3-2-21 0,-3 1-33 0,4-2-25 15,1-2-32-15,-4 0-17 0,1-1-32 0,-3 0-147 16,1 1-442-16,0 0 195 0</inkml:trace>
  <inkml:trace contextRef="#ctx0" brushRef="#br0" timeOffset="-148711.05">14380 11501 184 0,'0'-6'193'0,"0"6"0"0,0-6 0 15,0 6-1-15,0 0-4 0,0-3-5 0,0 3-3 16,0 0-11-16,0 0-7 0,0 0-12 0,-3-4-12 16,3 4-11-16,0 0-11 0,0 0-9 0,0 0-12 15,-4-4-7-15,4 4-11 0,0 0-7 0,0 0-6 16,0 0-8-16,-15 8-1 0,15-8-6 0,-5 3-4 15,-1-1-2-15,2 0-3 0,0 5 3 0,3-5-9 16,-4 2-2-16,1-2-3 0,2 1-4 0,-2 3-6 16,1-4 2-16,2 2-3 0,1 1 3 0,0-5-5 15,-1 7 1-15,1-7-5 0,2 6 1 0,-2-1 0 16,3-2-1-16,-2 2-2 0,2 0 3 0,3-2-2 16,-1 1-2-16,0 1-1 0,-3-2-1 0,5 1 0 15,-5 0-1-15,1-1 0 0,1 0-1 0,0-1-1 0,0 4 0 16,-3-4-2-16,2 1-3 0,0 1 3 0,-3-4 0 15,1 5-1-15,-1-1 0 0,0-4-2 0,0 6 4 16,-4-2 3-16,1 1-3 0,-2-3-1 0,1 1 1 16,-1 0 0-16,-1 1 0 0,-1-1-12 0,2 1-10 15,-4-3-12-15,3 0-12 0,-4-1-10 0,3 2-12 16,0-2-9-16,7 0-14 0,-13 2-17 0,6-4-22 16,7 2-31-16,-4-3-23 0,0 0-29 0,4-4-24 15,0 7-134-15,4-10-397 0,-1 0 175 0</inkml:trace>
  <inkml:trace contextRef="#ctx0" brushRef="#br0" timeOffset="-148398.58">14440 11331 232 0,'-1'-4'252'0,"2"0"-3"16,-1 4-6-16,0 0-10 0,-1-6-11 0,1 6-11 15,-2-4-7-15,2 4-19 0,0 0-17 0,0 0-23 16,0 0-17-16,0 0-13 0,0 0-13 0,0 0-10 16,0 0-1-16,0 0-19 0,0 0-4 0,2 14-12 15,-1-10 0-15,0 4-4 0,1-2-7 0,-1 1-7 16,3 1 8-16,-2 0-13 0,0 1-4 0,1 1 6 16,-2 0-12-16,5 0 4 0,-4 0-11 0,2 0 4 15,-1 1-3-15,1-2 5 0,2 0-7 0,-5-2-1 16,3 0-4-16,-1 2-9 0,2 1-5 0,2-3-9 15,-6 1-21-15,4-4-22 0,-1 3-28 0,1-2-27 16,-2-1-27-16,2 1-22 0,2 1-19 0,-3-3-39 0,0 0-18 16,0 0-153-16,1 0-422 0,-3 1 186 15</inkml:trace>
  <inkml:trace contextRef="#ctx0" brushRef="#br0" timeOffset="-148195.45">14467 11484 45 0,'0'0'171'15,"0"-5"1"-15,0 5-15 0,0 0-18 0,0 0-9 16,0 0-12-16,4-6-14 0,2 4-12 0,-6 2-5 16,9-1-8-16,-1 1-13 0,-1-1-11 0,0 1-13 15,1 0-27-15,0 0-42 0,2 0-28 0,-3-1-40 16,2 2-122-16,-1 0-233 0,-1-1 104 0</inkml:trace>
  <inkml:trace contextRef="#ctx0" brushRef="#br0" timeOffset="-147867.35">14651 11548 59 0,'0'0'154'0,"0"0"-9"0,2 3-8 15,-2-3-3-15,3 3-17 0,-3-3-5 0,8 3-10 16,-5-1-11-16,-3-2-7 0,6 1-6 0,-6-1-13 16,6 2 0-16,-6-2-3 0,6 2 5 0,-6-2 6 15,0 0 5-15,0 0-4 0,0 0 2 0,8-4-1 16,-8 4-3-16,4-3 1 0,-4 3-8 0,0-5-3 15,0 5-1-15,-3-6-9 0,3 6-2 0,-4-5-8 0,4 5 0 16,-5-4-5-16,5 4-8 0,-4-4-4 0,2 1-2 16,2 3-12-16,-6-2-19 0,6 2-24 15,0 0-33-15,0 0-31 0,0 0-42 0,0 0-34 0,0 0-159 16,-9 7-357-16,9-7 158 0</inkml:trace>
  <inkml:trace contextRef="#ctx0" brushRef="#br0" timeOffset="-146836.08">14913 11578 149 0,'7'-1'214'15,"0"-2"-9"-15,-2-1-10 0,1 1-10 0,1 0-8 16,1-1-17-16,-3 0-12 0,1 0-7 0,2 0-8 15,-3 0-9-15,2 2-10 0,1-2-6 0,-7-1-9 0,6 1-5 16,-4 0-6-16,1-1-4 0,-1 2-5 0,-2-3-4 16,3 5-4-16,-4-3-6 0,0 4-5 0,1-7-6 15,-1 7-7-15,-5-7-1 0,4 4-4 0,1 3-3 16,-8-2-7-16,8 2-5 0,-10 0-1 0,10 0-2 16,-12 0-4-16,5 1-2 0,2 0-2 0,-1 1-6 15,-1 0 2-15,-1 4-2 0,4-3-3 0,-1 2 0 16,1-2 0-16,0 5 0 0,1-2 0 0,1 0-4 15,1 2 3-15,0-2 0 0,2-1-2 0,-1 1 0 16,3 0 0-16,1 0 0 0,-1-2 2 0,1 3-2 16,1-2-1-16,-1-1-5 0,4 1-1 0,-1-2 1 15,0-2-1-15,1 1-1 0,-1-2-2 0,1-1 3 16,-8 1-1-16,15-2-1 0,-7-1 0 0,-2 0 1 0,3-1 2 16,0-1 2-16,-3 0-3 0,2-1 1 15,-1 2 0-15,0-1 1 0,-1-1 3 0,0 0-2 16,-2 1 1-16,0 0-2 0,2 0 6 0,-2-2-6 0,0 4 2 15,-3-1-1-15,6 0 0 0,-4 0 0 0,1 3-1 16,0-1 2-16,-4 2-1 0,10 0 2 0,-10 0-5 16,10 0 3-16,-3 2-1 0,0-1-1 0,0 5 4 15,1-4-2-15,1 3-3 0,1 0 2 0,-2 1-1 16,3-2 1-16,-6 0 1 0,5 1-2 0,-1 3-2 16,-2-3 3-16,-4-1-8 0,3 0-3 0,-1-1-2 15,-1 0 0-15,-1 1-2 0,-1 0 4 0,-2-4 1 16,0 0 1-16,0 0 1 0,0 0 3 0,0 0 3 15,0 0-3-15,0 0 6 0,0 0 8 0,0 0 6 16,-19-5 4-16,19 5 2 0,-4-8 1 0,3 4 4 16,-3 0-1-16,2 2 3 0,1-3-1 0,1 5-5 15,-2-9-2-15,4 5 0 0,-1-1-5 0,1 1-1 0,2 0-3 16,0 0 0-16,0 1-1 0,3 0 0 0,-3 2-4 16,4-2 0-16,-1 1 1 0,1 0 1 15,-1 1-6-15,1 1 2 0,-8 0-1 0,14 3-3 0,-9-3 4 16,5 2-2-16,-5 1-1 0,2-1-3 0,-3 0-6 15,2 0-4-15,-4 2 5 0,5-3-11 0,-3 1 3 16,-1 2-1-16,-3-4 4 0,1 4-2 0,3 0 0 16,-2-1-1-16,-2-3 2 0,2 5 1 0,-2-5 3 15,0 0 1-15,0 0-1 0,0 0 3 0,0 0-2 16,0 0 2-16,0 0-1 0,0 0-4 0,0 0-1 16,0 0-3-16,0 0-4 0,0 0 3 0,15-7-3 15,-14 5-1-15,5-1 1 0,-1-1 4 0,0 0 3 16,0 2 0-16,1-1 2 0,0 0 2 0,-2 0 1 15,-4 3 2-15,7-5-4 0,-3 3 4 0,-4-1 4 16,0 3 1-16,0 0 1 0,7-2-1 0,-7 2-4 16,0 0 2-16,0 0-2 0,5-2 5 0,-5 2-3 0,0 0-3 15,0 0 1-15,0 0 3 0,0 0-2 0,0 0 1 16,6 11 1-16,-5-8 1 0,1 0-1 0,0 0 1 16,2 1 5-16,2 1-5 0,-2-2-2 0,0 0 4 15,1 0 0-15,2 0-3 0,-3-1 2 0,2 3 1 16,-1-4 1-16,-2 1-2 0,2 1 0 0,-5-3-2 15,7 4 16-15,-7-4 11 0,4 1 17 0,-4-1 20 16,0 0-6-16,0 0-2 0,0 0-3 0,0 0 2 16,4-8 1-16,-4 8-4 0,0-5-10 0,0 5 0 15,-1-6 7-15,1 2-12 0,0 4-5 0,0-7-7 16,0 2-1-16,-3 0-22 0,2 3-38 0,1 2-41 16,-2-8-61-16,0 4-83 0,0 0-66 0,-2 1-187 15,-1-2-513-15,-3-1 227 0</inkml:trace>
  <inkml:trace contextRef="#ctx0" brushRef="#br0" timeOffset="-144715.59">9776 9791 113 0,'0'-3'277'0,"0"-1"-5"0,-1-2-11 15,-1 0-15-15,-2 4-22 0,0-2-22 0,1-2-17 16,-2 3-19-16,-1 0-8 0,0 1-7 0,-2-1-17 0,2 3-13 15,-2 0-13-15,-4 0-7 0,2 0-9 16,-2 3-10-16,0 1-8 0,-2-2-4 0,-1 3-5 16,3 2-8-16,1-2-7 0,-4 1-5 0,7-1-4 0,-3 0 4 15,3 3-12-15,3-1-2 0,-1-2-6 0,3 1-1 16,2-1-1-16,-1 2-2 0,2-2-1 0,2 1 0 16,-1-1-1-16,2 2-5 0,3-3 3 0,2 3-1 15,2-2-4-15,0 2 2 0,0-3-3 0,3-1 3 16,-2 1-9-16,0 0 2 0,1 0 0 0,-5-1-3 15,1-1 0-15,-2 1-1 0,2-1-1 0,-3 2-3 16,-1-2-2-16,2 0 1 0,-3 2 0 0,-3-4 1 16,1 7 1-16,-2-2 1 0,-4 1 2 0,1 0-1 15,-1 2-2-15,-6 0-1 0,4 2 1 0,-1 0 3 16,-2-1-4-16,1 3 4 0,2-2-1 0,-1-1 3 16,1 0-1-16,3 0 1 0,-3 1-2 0,3-2 0 15,2 0-1-15,0 0 5 0,2-1 0 0,4 1 1 0,0 2 3 16,7-4-2-16,-1 1-3 0,2-4 5 15,11 2-6-15,-1-1-3 0,-2-4-3 0,5 1-12 16,-1-1-6-16,5-3-9 0,-6 0-6 0,1-1-12 0,-3-2-15 16,-2-1-9-16,-1 2-17 0,-5 0-12 0,2-4-8 15,-1 5 9-15,-8-1 0 0,0 0 14 0,1-4 6 16,-2 2 11-16,-4 2 7 0,-1-1 7 0,0 1 11 16,-1 0 7-16,-3 0 9 0,3-1 12 0,-3 2 15 15,1 0 11-15,-4 0 15 0,4 1 6 0,1 1 6 16,-1-2 9-16,3 4 2 0,-4-5 2 0,4 5-1 15,-4-3-3-15,4 3 1 0,0 0-6 0,0 0-4 16,0 0-4-16,8-5-4 0,-4 4 2 0,-4 1-9 16,11 0 2-16,-3 1-5 0,-8-1-5 0,15 1 2 15,-3-3-2-15,-1 4-2 0,0 1-2 0,1 1-2 16,-1 1-1-16,1 0 1 0,0 3-8 0,-2-2 5 16,-3 1-1-16,1-1-1 0,0 2-3 0,-2 0 4 0,-1 1-5 15,-1-3-3-15,0 0 4 0,-1 2-1 0,-1-2 1 16,-2 0-2-16,0-2 1 0,2 2-2 15,-4-1 1-15,2-5 3 0,-3 7 2 0,1-4 1 0,2-3 7 16,-4 3-7-16,4-3 1 0,-4 2 6 0,4-2 10 16,0 0-1-16,0 0 4 0,-9-8 4 0,7 3-11 15,2 0 5-15,0 0 1 0,0-3-4 0,0 1-2 16,2 0 0-16,-1-1-7 0,3-3 2 0,0 2-2 16,3-2-2-16,-1 2 0 0,0 1 1 0,1-1-4 15,1 1 1-15,-1 2-4 0,4 1-3 0,-6 1 7 16,3 1-12-16,-2 0-8 0,3-2 2 0,-2 5-1 15,-7 0-2-15,14 2 0 0,-6-1-1 0,-3 3-2 16,1-4 6-16,-2 4-9 0,1 0 2 0,1-1-5 0,-1-1 7 16,-1 3-5-16,0 0 4 0,0 0 5 15,-1 0-4-15,0 1 4 0,1 0 0 0,-3-1-4 16,2 0 0-16,-1 2 0 0,-1-4 4 0,3 2 2 0,-3 1-1 16,-1-2 1-16,0 0-1 0,1 0 1 0,-1-4-1 15,0 6 2-15,0-6 3 0,0 0 2 0,-1 5 1 16,1-5 3-16,-3 2-6 0,3-2 2 0,-5 3 2 15,5-3-1-15,0 0 2 0,0 0 0 0,0 0-2 16,-12-5 2-16,9 2 2 0,3 3 3 0,-7-7-3 16,7 7 6-16,0-7-5 0,0 2 5 0,-1-1-1 15,2-1 0-15,-1 1-2 0,3-1-3 0,1-3 0 16,0 1-1-16,-1 1 3 0,5-3-3 0,1 2-1 16,-2 0-1-16,2 4 2 0,0 0-1 0,-4-2-1 15,5 3 1-15,-3 0-4 0,1-1 2 0,-3 3 2 16,2 1-4-16,0 1 1 0,-7 0 0 0,10 1-4 15,-4 0 0-15,-3 3 3 0,1 1-4 0,-3-2 5 0,5 1 0 16,-3 3 0-16,-2-2 1 0,1 3-4 0,0 0 3 16,-2 1 1-16,2-2 2 0,0 0-2 15,2 3-1-15,0-1 5 0,-4-2-4 0,3-1 1 16,1 1-2-16,-2-1 3 0,2-1 2 0,-3 0 1 16,3 0-1-16,4-2 1 0,-2-1 1 0,-1-1-2 0,3-1 2 0,-1-2 0 0,5 1-1 0,-2-4 3 15,-2 3-3-15,4-3-1 0,-5-1 1 0,0-2-4 16,1 2 3-16,0-3 1 0,-4 3-1 0,0-1 2 15,-1 0 4-15,0-3-2 0,-2 3 0 0,1-4 10 16,-1 1 4-16,-2 3 6 0,1 0 10 0,0-1 9 16,0 3 9-16,-2-3 1 0,2 3 6 0,0 1 11 15,2-1-2-15,-4 0-5 0,2 5-3 0,0-8-4 16,0 8-10-16,-1-5-6 0,1 5-13 0,0 0-6 16,0 0-1-16,0 0 12 0,0 0-17 0,0 0-6 15,0 0 14-15,0 0-20 0,0 0 2 0,16 9 14 0,-9-6-23 16,-4-1-3-16,2 3-2 0,-1 2-8 0,4-4 4 15,-4 2 4-15,2-2-7 0,-1 4-2 16,1-5-2-16,3 7 2 0,-5-4 0 0,2 0-3 0,-1-2 6 16,-2 5-1-16,1-6 3 0,0 3-2 0,1 0 4 15,-2-2-1-15,0 1 2 0,-3-4 4 0,1 4-3 16,-1-4 0-16,3 2 5 0,-3-2-2 0,4 6 1 16,-4-6 2-16,3 1 5 0,-3-1 11 0,0 0 4 15,0 0 6-15,0 0 6 0,3 3 13 0,-3-3 4 16,0 0 16-16,0 0-4 0,0 0-3 0,0 0-4 15,0 0-2-15,0 0-10 0,0 0-1 0,6-10-12 16,-2 9-1-16,0-4 10 0,0 3-15 0,-1-3-1 16,0 0 0-16,3 0 6 0,-4 0-15 0,4-3-18 15,0 1-25-15,0-2-31 0,-2 2-32 0,0 1-38 16,0 1-33-16,-1 0-37 0,0 0-63 0,-1 0-54 16,-2 1-269-16,0 4-637 0,-5-8 281 0</inkml:trace>
  <inkml:trace contextRef="#ctx0" brushRef="#br0" timeOffset="-143762.45">4062 10576 174 0,'-8'-2'355'16,"1"-1"7"-16,2 2-4 0,1-1 7 0,-2 1-3 15,2-3-4-15,4 4-19 0,-5-3-26 0,5 3-25 0,-6-3-32 16,6 3-17-16,0 0-31 0,0 0-22 0,-4-2-22 16,4 2-20-16,0 0-18 0,0 0-21 15,0 0-12-15,0 0-15 0,0 0-32 0,18 0-47 0,-10-2-44 16,6 4-42-16,-2-4-37 0,3 4-37 0,4-2-43 15,1 1-46-15,1 0-67 0,2 3-305 0,0-2-673 16,-3 2 297-16</inkml:trace>
  <inkml:trace contextRef="#ctx0" brushRef="#br0" timeOffset="-143512.45">4345 11502 312 0,'0'0'296'0,"0"0"-28"15,0 0-24-15,0 0-27 0,0 0-21 0,0 0-20 16,19-6-24-16,-8 2-9 0,0 0-13 0,1 2-18 15,0-2-22-15,5-1-37 0,1 1-49 0,3 1-60 16,2-1-76-16,-1 1-80 0,8 0-121 0,-8 2-359 16,-1 1 159-16</inkml:trace>
  <inkml:trace contextRef="#ctx0" brushRef="#br0" timeOffset="-142593.85">5025 11262 259 0,'0'-7'274'0,"-1"1"-8"0,-1-2-20 0,1 3-20 16,-2 1-14-16,2-1-16 0,-6 1-17 0,1 2-17 0,1-1-17 15,-1 0-14-15,6 3-15 0,-13 0-16 16,4 0-5-16,-2 3-11 0,1 0-5 0,-2 2-9 16,1 1-13-16,3 1-2 0,-4-1-6 0,1 3-6 15,3 0-4-15,-3 0-3 0,3 0-6 0,0 0-1 0,2 0-5 16,0 2 0-16,0 0-2 0,2-3-4 0,4 2-1 16,0-2 0-16,1 0-1 0,2-1-4 0,0-1-1 15,5 0 0-15,-3 1 0 0,5 0 0 0,-2-1-3 16,3 2-2-16,-3-3 0 0,3 0 1 0,0 0-2 15,-5-2-2-15,1 0 0 0,0 2 3 0,-4-3-4 16,6 2-2-16,-3 0-4 0,-2 1 3 0,0-1 2 16,0 1 0-16,-4 2-1 0,0 0-2 0,-3 0 1 15,-2 2 2-15,1-2 0 0,-3 4 0 0,-1-1 2 16,-2 3 3-16,1 1 3 0,-3 1 0 0,3-3 5 0,1 2 2 31,0 1 2-31,0-3-2 0,3-1 6 0,0 3-8 16,0-3 3-16,2 0-2 0,3 2-2 0,0-4-2 15,0 0 8-15,4-2 13 0,5 4-4 0,-4-8 1 0,7 4 4 0,0-2-5 0,7-1-3 16,2-2 1-16,8-2-9 0,-1 0 5 16,2-3-4-16,-1 0-9 0,2-6-18 0,-1 0-20 0,-2 1-25 15,-6 1-32-15,0-2-36 0,-3 3-39 0,1-5-50 16,-1 2-46-16,-1 0-236 0,-6-1-534 0,0 1 237 16</inkml:trace>
  <inkml:trace contextRef="#ctx0" brushRef="#br0" timeOffset="-142172">5381 11442 244 0,'0'0'274'0,"0"-5"-7"0,0 5-11 0,0 0-6 16,-2-4-16-16,2 4-6 0,-7-3-16 0,7 3-14 15,0 0-4-15,-5-1-26 0,5 1-16 0,0 0-14 16,0 0-14-16,-17 3-14 0,13-2-8 0,0 2-10 0,0-1-8 15,-1 2-10-15,0 0 3 0,-1 0-18 0,3-1 2 16,0 3-20-16,-2 1 2 0,4-3-6 16,-4 3 0-16,0 0-12 0,5-2 3 0,-3 1-2 15,3 1-4-15,0-1-2 0,3 1-7 0,-3 1 7 0,1-3 7 16,2 2-15-16,0-3 0 0,1 1 2 0,4-1-2 16,-4 0 10-16,7 3-10 0,-6-2 6 0,6 0-7 15,-3-2 4-15,2 2-9 0,2-2 1 0,-5 1-10 16,4 0 9-16,-3-2-2 0,-1 0-4 0,-2 1-3 15,2-1 3-15,-6-1 2 0,4 2 2 0,-5-3 2 16,4 5-11-16,-6 1 10 0,0 0-2 0,-3-3 3 16,-1 1 0-16,-3 2 1 0,-1 1-2 0,0-1-4 15,-1-1 2-15,-2 0-1 0,0 2 1 0,1-3-8 16,1-2-7-16,0 1-13 0,2-2-12 0,2 1-7 16,0-2-15-16,7 0-21 0,-9-3-26 0,9 3-27 15,-2-5-23-15,5-3-30 0,1 0-25 0,3-3-27 16,4-2-18-16,-2-4-175 0,5 1-466 0,1-7 206 0</inkml:trace>
  <inkml:trace contextRef="#ctx0" brushRef="#br0" timeOffset="-141937.65">5546 11184 123 0,'0'-7'277'0,"3"-1"4"0,-3 5-5 16,0-1-11-16,0 0-15 0,0 4-20 0,0-8-22 15,0 8-26-15,0 0-17 0,0 0-21 0,0 0-11 16,0 0-13-16,0 0-3 0,8 17-3 0,-4-9-12 15,0 4-4-15,0 1-5 0,0 5-12 0,2-2-4 16,-2 4-9-16,1 0-6 0,2 1-3 0,-3 6-14 16,4-2 6-16,-2-4-13 0,2 4 2 0,-3-4-3 15,2-2-6-15,0 0 0 0,0 0-3 0,2 1 0 16,-3-3-30-16,-1-2-19 0,1 0-20 0,-1-2-24 16,0-2-30-16,2-1-33 0,-5-2-35 0,0-3-32 15,2-1-44-15,-1-3-48 0,-3-1-150 0,0 0-472 16,0 0 209-16</inkml:trace>
  <inkml:trace contextRef="#ctx0" brushRef="#br0" timeOffset="-141687.66">5628 11458 267 0,'-3'-3'261'0,"1"-1"-6"0,1 0-7 0,1 4-15 16,-5-6-17-16,5 2-17 0,0 4-16 0,5-7-10 15,-2 4-20-15,1-1-12 0,6-1-18 0,-2-1-5 16,8 3-14-16,1-4-8 0,0 2-12 0,-3 2-7 15,7 0-10-15,1 0-5 0,-4 4-9 0,2-1 1 16,-1 2-14-16,-2 0-12 0,0 4-14 0,1-1-16 16,-3 0-17-16,3 4-16 0,-6-2-13 0,0 2-9 15,-3 0-1-15,1 0-7 0,-4 3-8 0,-1-2-7 16,-1 3-6-16,-1-1 4 0,1-4 4 0,-3 3 11 16,-1-5 12-16,2 5-2 0,-2-4 11 0,1-2-13 15,-2 2-16-15,1-2-31 0,1-2-16 0,2 0-23 16,-3-3-37-16,1 5-94 0,-1-5-298 0,4 1 132 0</inkml:trace>
  <inkml:trace contextRef="#ctx0" brushRef="#br0" timeOffset="-140656.37">6074 11427 160 0,'0'0'247'0,"0"0"-16"16,-3-4-16-16,3 4-19 0,0 0-23 0,0 0-19 16,0 0-10-16,0 0-9 0,0 0-5 0,0 0-4 15,0 0-11-15,0 0-10 0,10 11-11 0,-8-8-7 16,2 1-12-16,-2-2-8 0,-1 5-6 0,3-4-4 16,2 2-4-16,-4 0-9 0,3 0-1 0,-1 0-6 15,-1 0-4-15,0 0 2 0,1 0-9 0,-1-2 3 16,0 5-4-16,1-3-3 0,-4-1-3 0,1 1-2 15,1 0-2-15,-1-3-1 0,-1-2-1 0,3 5-2 0,-3-5-3 16,1 4-1-16,-1-4 2 0,3 2 0 16,-3-2-6-16,0 0 1 0,0 0 2 0,0 0-4 15,0 0-1-15,9-11 5 0,-7 6-3 0,0-2 0 0,3 1-1 16,0-4-2-16,-1 4 0 0,-1-3 1 0,5 1 1 16,-4 2 0-16,0-1 2 0,0 2-4 0,2 0 1 15,-4 0 1-15,3 2-1 0,0-1-2 0,-1 2 0 16,0-1-1-16,-4 3 2 0,5-1-3 0,-5 1 0 15,0 0 1-15,14 5 2 0,-11-2-1 0,2 1 4 16,-1-1 0-16,-1 4-5 0,1-2 2 0,-2 3 0 16,3-2-1-16,0-1 0 0,-2 3 0 0,1-1 3 15,-1-1-2-15,-2 3 1 0,2-5 0 0,1 3-2 16,-4-3 4-16,4 1-3 0,-4-1 1 0,3-1-3 16,-3-3 4-16,3 4 5 0,-3-4-3 0,0 0 1 15,5 1-4-15,-5-1 1 0,0 0 2 0,4-10 0 16,-3 8 0-16,2-2 7 0,-2 1 8 0,2-3 6 0,0 1 4 15,-2 0 7-15,1-1 6 0,2 0-4 0,-1 1 2 16,2-2 5-16,-1 1-2 0,-1 1-4 16,2-1-5-16,-5 1-7 0,4 0-4 0,0 2-1 0,1-1-3 15,0 2-3-15,0 1 1 0,1-1 0 0,-6 2-9 16,13 2 4-16,-5-1-3 0,3 3-2 0,-4 1-2 16,4-2 9-16,1 3-7 0,-1-1 0 0,4 1-6 15,-4 0-4-15,7 2-5 0,-1-3-7 0,1 1-13 16,0 0-15-16,1-2-14 0,0-1-13 0,0 0-16 15,4 1-15-15,-3-6-9 0,1 2 4 0,1-2 8 16,1 1-3-16,-7-2 1 0,3 1 4 0,1-3 5 16,-7 0 4-16,-1-1 14 0,1 1 6 0,-3-2 5 15,-2 0 6-15,0 0 10 0,-4 0 10 0,-1 1 10 16,-3-3 18-16,-1 1 14 0,-1 2 10 0,-2-1 15 16,0-2 5-16,-4 4 7 0,0 0 0 0,0-2-1 15,-3 5-3-15,0-1-2 0,0 2-5 0,0 1-4 16,-1 0-1-16,1 3-4 0,2 0-1 0,-5 2-4 0,4 0-7 15,1 1 2-15,2 2 0 0,-1 2-2 0,0-4 2 16,4 3-5-16,-2 0 3 0,5 0-3 16,0 1 0-16,1 2-8 0,0-6 8 0,1 5-2 0,-1-5 0 15,4-1 1-15,-1 2-1 0,5-2-3 0,-4-2 3 16,4 0-2-16,-1-2-3 0,0 0 3 0,4-2-1 16,-5 1 1-16,4-2-1 0,-1-2-1 0,1-1 3 15,1 1 2-15,0-3-2 0,-2 1 3 0,4 0 13 16,-4-1 13-16,2 1 12 0,-6 0 9 0,4-1 4 15,0 1 5-15,-5 1-1 0,2-1-2 0,-2 3-7 16,1-2-3-16,-1 1-7 0,0 1-4 0,-1 1-7 16,-3 2-3-16,8-2-5 0,-8 2-3 0,8 3 1 15,-5 0-3-15,4-1-3 0,-5 3-2 0,4-1 0 0,1 3-3 16,-3-1 0-16,4 1 0 0,0 1-2 16,2 1-4-16,2-2-6 0,0 3-8 0,1-5-2 15,1 2-15-15,-4-4-23 0,6 1-20 0,-2 0-7 16,0-2-15-16,-1-2-38 0,2 0-29 0,0-1-17 0,-3-2-17 15,2-1-4-15,-3-3-8 0,-2-1 0 0,2 0-138 16,-6-2-370-16,4-2 165 0</inkml:trace>
  <inkml:trace contextRef="#ctx0" brushRef="#br0" timeOffset="-140218.83">7151 10993 92 0,'-1'-5'256'0,"-2"0"-24"0,3 2-24 0,-3-2-21 15,3 5-25-15,0 0-12 0,0 0-8 0,0 0-3 16,-4 15 2-16,4-4-12 0,0 1-5 0,3 6-6 16,1 1-8-16,0 7-11 0,0 2-6 0,6 1-10 15,-5 4-8-15,5-4-5 0,-2 3-9 0,3-1-7 0,-2 1-7 16,2-4-2-16,1 0-2 0,-2-1-8 16,-3-7-2-16,-1-1-4 0,3 1-22 0,-4-2-18 15,1 0-12-15,-5-7-19 0,3 1-19 0,-3-2-21 0,-1-4-16 16,-1 0-23-16,1-1-15 0,-5-4-11 0,5-1 0 15,-9 0 12-15,9 0 12 0,-13-6 13 0,6 1 10 16,-1-2 17-16,-1-3 14 0,2 2 10 16,1-4 21-16,-1 0 18 0,3 0 22 0,-3-3 22 0,3 2 27 15,-1 0 15-15,2 0 17 0,3 2 7 0,0-1 6 16,-1 0 5-16,1 0-1 0,1 2-1 0,-1 0 1 16,3-2-8-16,-2 7-9 0,3-4-8 0,3 4-8 15,-3 0-8-15,0-2-4 0,3 4-3 0,1 1-6 16,-1-1-6-16,4 3-2 0,-2 0-5 0,4 3-3 15,-2 0-2-15,1 1-1 0,-1 1-8 0,0 0 0 16,2 4 0-16,-2-3-2 0,0 2-2 0,0 2-2 16,1 2 1-16,-1-4 3 0,-3 3-6 0,3-1-7 15,-3 0-19-15,4 3-27 0,-5-1-30 0,0-4-35 0,0 2-38 16,2-2-31-16,-3-1-36 0,1 1-168 16,-5-2-411-16,2-1 183 0</inkml:trace>
  <inkml:trace contextRef="#ctx0" brushRef="#br0" timeOffset="-139607.96">7608 11438 188 0,'0'0'179'0,"0"0"-12"0,4 7-8 15,-4-7-8-15,0 0-10 0,-1 6-11 0,2-2-14 16,-1 0-12-16,0 0-7 0,3 1-9 0,-3-3-12 15,3 1-4-15,-2 1-3 0,-1-4-11 0,7 7-6 16,-6-4-6-16,-1-3-2 0,3 2-5 0,-3-2-2 16,1 3-2-16,-1-3-7 0,0 0 3 0,0 0-1 15,0 0-10-15,0 0 5 0,0 0-3 0,0 0-6 0,0-13-4 16,0 8 3-16,0 1-3 0,-1-3 4 16,-2 2-7-16,3-2 2 0,0 1-3 0,3-5 8 15,-3 4 2-15,1-1 4 0,-1 1-2 0,4 0 2 0,0-2 2 16,-1 2-4-16,1 0-2 0,-1 2 1 0,2 1-5 15,1 0 1-15,-1 0-4 0,-1 3-2 16,3 0 0-16,-7 1 1 0,9-1-4 0,-9 1-1 0,14 3 0 16,-7 1-1-16,0 3-3 0,-2-4 5 0,5 2-1 15,-2 2-1-15,-1 1 0 0,1-1 0 0,-1 1-2 16,0 0 0-16,2 0 0 0,-2 2-1 0,1 0-1 16,-4-5 2-16,6 3-3 0,-4-1 2 0,-2-1 0 15,0-3 0-15,2 4 2 0,-2-4-6 0,0-1 4 16,-2 0 5-16,2 1 6 0,-4-3 28 0,6 4 6 0,-6-4-6 15,0 0 8-15,0 0 5 0,0 0 4 0,8-11 1 16,-8 9 3-16,0-3-2 0,2-1-2 0,-1 0 1 16,-1 0-8-16,2 0 2 0,-1 1-1 0,-1-1 1 15,4-3 1-15,-4 3 4 0,4-1-1 0,-1 0-2 16,1 1-6-16,0 0-4 0,-3 0-3 0,2 0-5 16,3 1-5-16,-5 2 0 0,3-1-6 0,0 1 0 15,-1 2-8-15,-3 1-2 0,11 0 2 0,-11 0-6 16,11 3-4-16,-6 0 6 0,-1 1 0 0,3 0-6 15,0 1 4-15,-2 2-6 0,2-2-2 0,1 1 2 16,-1 2 2-16,0-1-1 0,1 1-8 0,0 0-14 16,0-1-14-16,-2 1-24 0,-1 1-25 0,-1-3-28 15,0 0-31-15,1-1-41 0,-2-3-48 0,3 1-52 16,-5 0-211-16,-1-3-529 0,0 0 235 0</inkml:trace>
  <inkml:trace contextRef="#ctx0" brushRef="#br0" timeOffset="-139425.81">7702 11110 186 0,'-10'-8'266'0,"-3"0"-20"0,3 1-48 15,1 1-64-15,-1 2-51 0,5 0-50 0,-1 0-61 0,-1 3-159 16,5-1-202-16,2 2 90 0</inkml:trace>
  <inkml:trace contextRef="#ctx0" brushRef="#br0" timeOffset="-137894.65">8781 10999 206 0,'-6'-3'250'0,"-1"-2"-5"16,-2 2-1-16,-4 0-7 0,1 2-3 0,-3 0-17 16,-3 1-10-16,-2 2-10 0,1-1-15 0,0 3-11 0,-3-1-14 15,3 3-8-15,4 2-19 0,-4-1-12 0,10 1-10 16,-6 1-5-16,4 3-9 0,-1-1-10 15,2 1-5-15,3-2-8 0,2 1-4 0,2 2-5 0,-1-1-5 16,4 2 3-16,4-4-14 0,-1 4-5 0,7-3 0 16,-3-3-7-16,6 3-2 0,2-1-5 0,4-2-2 15,-3-1-6-15,5-1-1 0,0-3 0 0,1 1-2 16,-3 0 1-16,0-3 3 0,-6 2-15 0,0-2 5 16,-5 0-1-16,-1 0-3 0,0-1-3 0,-1 2 5 15,0-1-7-15,-6-1 4 0,0 0-7 0,4 2 4 16,-4-2 4-16,0 0-5 0,-12 6 0 0,4-4 13 15,-5 2 3-15,-1 1 3 0,0 0 2 0,-4 3-4 16,-1 0 13-16,0 2-3 0,1-1 10 0,1 0 1 16,-1 2-1-16,3 2 2 0,-1-1-1 0,5 0-2 15,-1 2-3-15,2-3 1 0,2 0-6 0,4 2-6 16,1-1 0-16,-1 1-4 0,8-3 0 0,-4 3 2 0,6-3-1 16,2 3-1-16,4-3-6 0,0 1 6 0,7 0-9 15,-1-4-10-15,12-1-3 0,-1-1-15 16,0-4-17-16,1-1-14 0,-1-2-14 0,2 0-14 0,-10-3-16 15,3 1-17-15,-5 0-19 0,4-5-23 0,-4 2-17 16,-1-2-20-16,0 0-16 0,-5-1-22 0,2-2-14 16,-7 2-3-16,2-2 12 0,-6 2 36 0,0-2 17 15,0 2 28-15,-4 0 27 0,-4-2 37 0,3 6 31 16,-2-1 27-16,-1 0 24 0,0 1 14 0,-2-1 24 16,2 1 20-16,0 2 15 0,-2-1 11 0,1 0 12 15,3 2 6-15,-1-1 1 0,3 4-4 0,-4-2-7 16,4 2-8-16,0 0-3 0,0 0-10 0,0 0-2 0,0 0-5 15,9-4-3-15,-9 4 0 0,15 0-10 0,-7 1-2 16,3 0-4-16,0 3-6 0,-1-1-1 16,2 1-4-16,0 0-5 0,2 1 3 0,-3 0-7 0,1 1 0 15,-1-1-7-15,1 1 4 0,-1 3-3 0,-6-3-4 16,3-1 4-16,-2 1-4 0,-5 1-3 0,3-1 1 16,-2-1-1-16,-1 2-2 0,-2-4-1 0,1 2 1 15,0-5-2-15,-3 7 1 0,0-3 3 0,1-2 3 16,2-2-7-16,-7 4 3 0,7-4-1 0,-6 1 0 15,6-1 0-15,0 0-8 0,0 0 9 0,-5-11-1 16,5 6-2-16,3-2 0 0,-2 1 0 0,6-3-3 16,0 0 0-16,1-1 3 0,0 1-2 0,4 0 0 15,-1 0-2-15,3-3 0 0,-1 6 1 0,-2-2 0 16,4 3 0-16,-4-1 3 0,1 0-4 0,3 3 0 16,-4 0-2-16,3 2 2 0,-5 1-1 0,2 0 1 15,-3 2-2-15,-1 1 0 0,1 0 3 0,-1 3-2 16,1-2-1-16,-4 0 3 0,3 1 0 0,0 4-1 0,0-3 1 15,-2 3-2-15,-1-3 2 0,-1-1-3 0,0 1 3 16,-1-1-5-16,0 0 4 0,0 0-3 16,-3 2 3-16,0-2-1 0,-2-2 1 0,0 0 3 0,-1 1-1 15,0-1 1-15,-1-1-3 0,5-2 2 0,-10 1 0 16,10-1 0-16,-9-1 2 0,9 1-2 0,-6-2 5 16,3-3 6-16,1 0-4 0,1 0 4 0,1 0-5 15,1 0-1-15,3-3 0 0,0 0-3 0,-1-2 5 16,3 1-3-16,0-2-2 0,5 0 2 0,-3 3-1 15,3-3 1-15,-2 3-3 0,1-4 3 0,-1 4 0 16,1 2-3-16,-1 2 7 0,0-2-8 0,-4 3-1 16,2-1-3-16,1 3 4 0,-4-1-2 0,-4 2 2 15,11 3-1-15,-10 0 1 0,2 1 2 0,1 2-5 16,-2-1 1-16,1 2 2 0,3 3 4 0,-5-2 3 16,3-2-5-16,-1 4 0 0,3-2 0 0,-1 1 2 15,2-3 0-15,0 4 0 0,-2-4-1 0,1-1-1 0,3 3 3 16,-4-3-2-16,5-3 0 0,1 1 1 0,-2-2-1 15,-1 0 1-15,1-1 7 0,-2-1-10 0,2 0 1 16,-1-2 0-16,-2 0 2 0,-1 0-4 16,3-3 4-16,-2 1-3 0,-2 1 0 0,1-3 2 0,-3 1-4 15,0-1 6-15,1-3-6 0,-2 4 1 0,1-6-2 16,3 6 8-16,-5-2 0 0,0 0 9 0,0 1-3 16,4 0 1-16,-4 2-2 0,4 0 9 0,-2 0-4 15,-2 0 2-15,2 2-5 0,1-1-3 0,-3 4-1 16,6-2 2-16,-6 2-2 0,0 0-5 0,13 5 1 15,-8-1 0-15,1 0-4 0,1-1 2 0,-3 2-1 16,7 3-1-16,-6-1 1 0,5 0 11 0,-5 2-11 16,6-1 7-16,-4-1-9 0,-3 0-1 0,4-2 1 15,0 0 1-15,-4 2-2 0,0-2 23 0,2-3 18 16,-2 1 24-16,-4-2 32 0,7 2 29 0,-7-3 21 16,9 1 7-16,-9-1 4 0,11-6 3 0,-5 3-6 15,3-4-3-15,-1-1-11 0,2-1-8 0,-2-3-11 0,7 0-14 16,-3-4-7-16,2-1-11 0,-1 1-10 0,2-2-5 15,-1-8-13-15,1 3-26 0,-2 2-63 16,0 0-89-16,0-4-95 0,-4 8-114 0,2-1-126 0,-2-8-375 16,-1-1-893-16,-1 1 395 0</inkml:trace>
  <inkml:trace contextRef="#ctx0" brushRef="#br0" timeOffset="-129300.89">3494 10851 6 0,'-37'15'167'0,"-12"7"9"0,11-3-14 0,3 0-4 16,-16 7-2-16,2-1-5 0,15-3-1 0,-13 6-5 16,14-5-7-16,-9 8-4 0,1-2-9 0,8-4-2 15,3 3-5-15,-9 8 0 0,6-11-7 0,-3 11-6 16,-1 0-8-16,10-8-3 0,-7 10-7 0,5-11-2 15,2 2-11-15,3 3-3 0,-6 7-7 0,8-5-5 16,-6 9-5-16,4 1-1 0,2-8-4 0,9-2-4 16,-9 15-3-16,7-2-1 0,3-9-4 0,5 11-2 15,-3-1-2-15,2 2-2 0,7-13 0 0,-3 12-5 16,8 0-1-16,-3-13-2 0,6 3-1 0,1-2-3 16,5 14 15-16,-3-14-15 0,5 13 5 0,3-1-2 15,1-3 3-15,4 0 8 0,-4-13-10 0,-1 0 1 16,11 12 0-16,-2-3-1 0,-7-10 2 0,14 13-2 15,-4-6 3-15,4 0-1 0,-8-8 1 0,2-4 1 16,2 4-2-16,10 5 3 0,2-4 4 0,-8-8-6 0,12 8 2 16,-1-7-4-16,7 0 2 0,-2-2 9 15,2-1 10-15,1-4-13 0,1-1 2 0,2-3-6 16,-3 2-5-16,7-5-1 0,-3 1 1 0,0-4 0 0,3 1-7 16,-4 1-4-16,-2-6 18 0,-1 1-15 0,-9-3 2 15,9 2-9-15,5-1 4 0,-14-5-2 0,9 0 2 16,-10 1-1-16,13-2-9 0,-15 3 2 0,1 1 0 15,-4-3-1-15,0-1-1 0,0 2 6 0,-4 0 6 16,-5 0-9-16,-3 1-5 0,-5-3 7 0,0 2 0 16,-1 2-3-16,-7-2 1 0,-1 0-1 0,-3-2 2 15,0 1-7-15,0 2 3 0,-5 2-2 0,-4-2 0 16,11 0 0-16,-11 0-8 0,5-2-1 0,-5 2-13 16,0 0-7-16,11 0 2 0,-11 0-15 0,0 0 0 15,0 0-16-15,0 0-4 0,7 0-11 0,-7 0-23 16,0 0-29-16,0 0-35 0,6-1-39 0,-6 1-34 15,2-4-43-15,-2 4-234 0,2-5-551 0,-1-1 244 16</inkml:trace>
  <inkml:trace contextRef="#ctx0" brushRef="#br0" timeOffset="-128613.43">4454 13030 72 0,'0'0'192'0,"0"0"-15"0,0 0-23 16,0 0-14-16,0 0-10 0,0 0 1 0,20 5-18 16,-14 0 0-16,3-2-10 0,2 0-9 15,3 1-10-15,-2 1-4 0,3-1 1 0,1 3-3 0,3-2-10 16,-1 1-3-16,1-1-9 0,0 0-6 0,3 0-4 16,-5 1-3-16,1-1-3 0,-4-1-6 0,-2 1-3 15,1-3-3-15,-1 2-2 0,-3-1-6 0,-2-2-2 16,1 2 0-16,-3-2-1 0,1 1-2 0,-2 0-1 15,-4-2 1-15,7 3 10 0,-7-3 13 0,1 5 10 16,-1-5 12-16,4 3 5 0,-4-3 0 0,-5 9-1 16,1-7-2-16,0 4-7 0,-2-1-3 0,2 2-7 15,-3-2-5-15,-1 5 1 0,0-2-8 0,1 4-3 16,-5 0-3-16,1 2-1 0,1 2-4 0,-2 0-2 16,0 1-1-16,2-1-3 0,-3 0 1 0,2 1 2 15,1 0-3-15,-3 0-3 0,2-2 0 0,3 0-3 16,-6-1-1-16,7-3 3 0,-1-1 5 0,2 0-2 15,-3-3 4-15,5 0-1 0,3-1 10 0,-6-1 16 16,4-2 23-16,1 0 23 0,2 1 36 0,0-4 24 0,-7 3-12 16,7-3-11-16,0 0-11 0,-7-9-11 15,6 5-8-15,-1 0 0 0,2-3-3 0,-1-4-14 16,-2 0-4-16,3-1 5 0,0-1-15 0,-1-1 7 0,-2-3-7 16,0-4-6-16,2 3 1 0,-4-1 1 0,2-1 2 15,0 1 4-15,1 1-4 0,-3 1 10 0,3-1-1 16,-4 2-2-16,2 1-5 0,-1 2-4 0,1 2-6 15,2-1-9-15,0 3 2 0,-1 0-10 0,2 2-6 16,-2 1-4-16,1 0-8 0,1 1-23 0,1 5-31 16,-3-6-52-16,2 2-58 0,1 4-75 0,-1-3-51 15,1 3-40-15,0 0-65 0,0 0-81 0,0 0-247 16,0 0-760-16,11 11 337 0</inkml:trace>
  <inkml:trace contextRef="#ctx0" brushRef="#br0" timeOffset="-126722.92">5179 12907 160 0,'-1'-6'331'0,"1"-5"5"0,-2 4 5 0,2-1-4 16,0 1-8-16,-1 1-4 0,1-2-11 0,-3 4-19 15,3 0-14-15,-1-3-8 0,1 3-12 0,0 4-25 0,0 0-24 16,-3-5-26-16,3 5-24 0,0 0-21 0,0 0-13 16,0 0-12-16,0 0-12 0,-1 13-14 15,-1-4-7-15,2 2-10 0,0 1-1 0,-1 2-13 0,1 0-2 16,0 4-7-16,0 1-8 0,1 1-2 0,-1 0-5 15,2 1-2-15,-1 5-5 0,-1-7 0 0,1 1-14 16,-1-1-22-16,2-1-13 0,-1 0-23 0,-1-1-15 16,3-1-19-16,-2-2-27 0,2-3-17 0,-3 1-17 15,1-2-17-15,-1-1-16 0,2 0-28 0,-2-1-25 16,1-2-28-16,0 0-29 0,1-4-25 0,-1 1-261 16,-1-3-613-16,0 0 272 0</inkml:trace>
  <inkml:trace contextRef="#ctx0" brushRef="#br0" timeOffset="-126457.31">5311 12853 95 0,'0'-3'250'0,"0"0"-18"0,0 3-27 15,0 0-24-15,0-6-18 0,0 6-20 0,0 0-13 0,0 0-7 16,5 11-1-16,-5-2-9 0,4 1-6 0,-4 3-11 15,3 1-10-15,2 1-8 0,0 3-6 0,-4 0-7 16,3 0-8-16,4 0-2 0,-4 1-7 0,0 0-4 16,2-1-4-16,-2 0-7 0,-1-1 2 0,-2 2-4 15,2-1-6-15,1-1 2 0,-3-1-6 0,0-1-5 16,1-4-18-16,-2 2-18 0,1-3-24 0,-1 0-36 16,0-4-33-16,0 2-29 0,1-4-40 0,-2 0-170 15,1-4-381-15,-1 4 169 0</inkml:trace>
  <inkml:trace contextRef="#ctx0" brushRef="#br0" timeOffset="-125988.58">5167 13085 212 0,'0'0'251'0,"0"0"-13"0,0 0-12 0,-3-4-21 16,3 4-15-16,0 0-17 0,0 0-21 0,8-5-14 15,-1 2-15-15,1 2-11 0,4-3-10 0,-1 2-9 0,4 0-12 16,-1 0-6-16,1-1-7 0,-2 2-10 0,1-1-2 16,5 0-9-16,1 1-4 0,-6 1-6 15,2 0-3-15,-2 1-6 0,1-1-5 0,-3 2-4 0,-1 1-5 16,2 1-5-16,-3-1-3 0,-4-1 2 0,4 1-5 16,-4-1 3-16,1 2-2 0,-2 0-2 0,1 0-1 15,0 0-2-15,-3 1 3 0,1-1-1 0,0 3 0 16,-2-2-3-16,-1 0-1 0,3 1 4 0,-4 0 0 15,3-1 0-15,-2 2-3 0,2-2 1 0,-1 1 0 16,1-1 1-16,-2 1 2 0,4 0-1 0,-3-3 1 16,5-1 3-16,-4 1 2 0,1 2 2 0,4-2-1 15,-3 0 2-15,4-2-2 0,-2-2 0 0,2 0-2 16,-4-1-1-16,5-1 2 0,-3 0 0 0,2 0 2 16,-3-1 0-16,-1 2 0 0,-1-4 4 0,-1 1 2 15,0-1 4-15,0 0-1 0,-3 1 1 0,0-2 3 16,-3 1-5-16,1 0-3 0,-2-1-1 0,-4 0 0 15,4 0-3-15,-4-2 0 0,-3 3-1 0,1 2-1 16,1-1-4-16,-3 1 1 0,-1 1-1 0,3 2-12 16,-4 0-20-16,2 1-18 0,1 0-21 0,0 1-31 15,0 2-35-15,4-2-36 0,2 0-38 0,-1 3-31 16,2-1-124-16,4-3-390 0,-4 2 173 0</inkml:trace>
  <inkml:trace contextRef="#ctx0" brushRef="#br0" timeOffset="-125504.24">5704 13040 93 0,'0'0'244'0,"1"-2"-21"0,-1 2-20 16,3-5-26-16,-3 5-14 0,0 0-18 0,0 0-20 16,0 0-10-16,4 10-10 0,0-7-12 0,-3 1-10 15,2 2-8-15,-3 1-2 0,3 1-11 0,-2-2-3 16,-1 3-9-16,3 1-4 0,0-1-5 0,-1 0-1 15,0 0-3-15,2-4-6 0,-3 3 1 0,2-1-3 16,-2 0-5-16,3-2-2 0,0-1 6 0,-2 0 12 16,-1 0 19-16,2-2 20 0,-3-2 9 0,4 1-8 15,-4-1-2-15,0 0-12 0,7-8-8 0,-7 4-5 16,4-3-3-16,1 2 8 0,-3-1 0 0,0 0 6 16,2 0 3-16,-1 1 7 0,-1-1-12 0,-1 1-6 15,3 2 10-15,-4-1-20 0,4 1-2 0,-2 0-3 0,-2 3-8 16,2-4-7-16,-2 4 1 0,4-3 11 15,-4 3-20-15,0 0-1 0,15 3-5 0,-8-2-6 16,1 2 5-16,-1 0 4 0,3-1-6 0,2 2 1 0,-1-3-3 16,1 2 2-16,1-1 0 0,-2 1-4 0,2 0 6 15,0-2 2-15,-2 0-5 0,-3 2-1 0,3-3-2 16,-5 0 3-16,2-3 6 0,-3 2 26 16,2-2 6-16,0-2 17 0,-3 1 8 0,-3-1 4 0,2 0 3 15,-2 0 0-15,2-2-3 0,-3 0-5 0,0-2-5 16,0 0-10-16,-3-3-2 0,1 3-8 0,0-1-6 15,-2 1-6-15,3 0-15 0,1 4-19 0,0-2-28 16,-3 1-31-16,3 1-41 0,-3 0-41 0,3 5-53 16,0 0-51-16,0-5-28 0,0 5-35 0,0 0-286 15,0 0-646-15,0 0 286 0</inkml:trace>
  <inkml:trace contextRef="#ctx0" brushRef="#br0" timeOffset="-124238.7">6482 12983 59 0,'0'-6'258'0,"0"0"-18"16,0 2-20-16,0-1-14 0,-1 1-17 0,-2-1-16 15,2 0-13-15,-2 2-16 0,-3 1-14 0,6 2-17 16,-8-3-9-16,1 3-11 0,7 0-11 0,-12 3-8 0,5-1-11 15,-1 1-4-15,-3 2-7 0,2 2-5 0,-1-1-13 16,-1-1-2-16,3 1-5 0,-1 2-1 0,-1-2-7 16,3-1-2-16,3 1-3 0,0-1-3 0,-1-3-3 15,0 1-2-15,0 0-1 0,3 1 0 0,2-4 0 16,0 6 0-16,0-6-1 0,2 3-1 0,2 0 4 16,-4-3-3-16,11 0 1 0,-4 2-1 0,4 3 0 15,-2-4 0-15,2 1-2 0,1 1-3 0,1-1 6 16,-1 2-4-16,4 1-1 0,-5 1 5 0,4 1-3 15,-1 1 3-15,-4 0-3 0,3 0 0 0,-4 3-2 16,2 3 1-16,3 2-1 0,-6 1 5 0,3 3 3 16,-4 1 0-16,0 5 0 0,-2-1 10 0,-1 3 26 15,1-2-1-15,-5 0 15 0,0-3 1 0,-1 2 14 16,-3-4 9-16,0-1 2 0,-1-2-5 0,-4 0 6 16,2-2 12-16,-1-3 10 0,2-4 5 0,-3 2 10 15,1-4 17-15,0 1 7 0,1-3 6 0,2-2-3 16,-3-3-9-16,8 0-8 0,-14-3-7 0,6-2-11 15,1-1-12-15,0-3-11 0,2-4-4 0,-2-4-15 0,4-1-9 16,1-1-14-16,0-6-18 0,-2-5-25 16,4 1-24-16,0-2-20 0,0 0-22 0,4-1-19 15,0 4-17-15,2 0-11 0,-2 2 5 0,1 7-2 0,1 1-3 16,-5 4-4-16,3 1-9 0,-1 2-3 0,1 1-3 16,0-1 8-16,-1 2 9 0,0 1 6 0,-2 1 1 15,4 2 4-15,-5 0 0 0,6-2 4 0,-2 5 6 16,-3-2 7-16,3 1 9 0,0 1 9 0,2-2 6 15,-6 4 4-15,9-4 8 0,-5 3 4 0,0-1 4 16,-4 2 4-16,0 0 4 0,11 0 3 0,-11 0 0 16,10 3 4-16,-6-2-1 0,1 2 6 0,-2 1 1 15,3 0 5-15,-1-1-6 0,-2 1 6 0,1 4 3 16,-2 0 4-16,1 0 5 0,3 0 2 0,-4 2 2 16,1 2 0-16,1-3-3 0,0 3 1 0,2-2 4 15,-4 0-3-15,1-1 3 0,1 3-5 0,0-6 4 16,0 2 0-16,1-1 2 0,-1-2 1 0,4 1 0 15,-3 0-1-15,2-4 3 0,0 0-2 0,2-2 0 16,-1 0-4-16,1 0 0 0,-1-4 0 0,0 1-1 16,1-3-1-16,1-1 0 0,-6 4-3 0,4-5-1 15,-5 1-1-15,0-2-4 0,-2-1-3 0,3 0 2 16,-5 0-3-16,-2-1 4 0,0-1 1 0,0 2-4 0,-2-1 4 16,1 3 0-16,-1-3 7 0,-4 4 1 0,4 2 6 15,-1-2 3-15,0 2-3 0,-1 0 1 16,0-1 4-16,3 3-4 0,-3 0 0 0,1 1 1 15,2 0-3-15,4 2-5 0,0 0 3 0,-7-1-1 0,7 1-2 16,0 0 6-16,0 0-6 0,-6 5 0 0,6-5 2 16,0 0-2-16,11 8-1 0,-5-4 0 0,0-2 1 15,1 1 2-15,3-1-3 0,0 1 0 0,-1-1 0 16,4 3 2-16,-1-3-4 0,-2 1 3 0,4-1-3 16,1-1-1-16,-3 2 0 0,0-3 3 0,2 1 0 15,-6 3-1-15,3-4 2 0,-5 2-2 0,3-2 0 16,0 2-1-16,-2 1-4 0,1-2 6 0,-4-1-5 15,0 2 3-15,6 1-1 0,-8-2 0 0,3 2 0 16,0-2 2-16,-1 1-3 0,-4-2 0 0,7 3-1 16,-7-3 2-16,4 5 1 0,-1-2-2 0,-2-1 4 15,-1-2-2-15,3 5 0 0,-3-1 4 0,0-4 5 16,-3 7 1-16,3-3 2 0,-1-1 3 0,1-3-2 16,-3 8 4-16,3-4 4 0,0-4-8 0,-3 8 2 0,3-4-1 15,0-4 2-15,3 9 1 0,-3-7-3 16,0-2 3-16,3 7 5 0,-2-2 2 0,3-3 0 15,-1 2 2-15,1 0-4 0,3-2-4 0,-3-2 2 16,5 0-2-16,-2 0-2 0,1 0-1 0,1-1-2 0,0-3-6 16,-1 3 3-16,2-4 1 0,-1 2-1 0,1-1-3 15,-5-1 0-15,2 2 2 0,-1-2 0 16,0-2-3-16,-3 1 9 0,1 1-9 0,-4-2-2 0,0 1 1 16,-3-1 3-16,0 1-8 0,1-2 1 0,-5 1 6 15,-1-1-5-15,1 0 2 0,-1 1-1 0,-4 1 8 16,2 1-7-16,-1 0-3 0,2-2-2 0,-2 5-3 15,1-1 6-15,1 1-3 0,3 1-2 0,-2-1-6 16,4 1-16-16,-1-2-15 0,5 3-19 0,-7-4-22 16,7 4-24-16,0 0-37 0,0 0-45 0,12-5-45 15,-8 3-211-15,6-1-477 0,-2-1 211 0</inkml:trace>
  <inkml:trace contextRef="#ctx0" brushRef="#br0" timeOffset="-123785.59">7280 12948 118 0,'0'0'221'0,"0"0"-2"0,0 0-11 16,0 0-10-16,-15 4-8 0,10-2-6 16,-1 1-10-16,-2 0-8 0,3 2-6 0,-5 1-6 15,2 0-9-15,-1 2-4 0,-1-1-2 0,3 3-6 0,-2-2-9 16,2 3-13-16,0-1-6 0,-1 0-13 0,-1-1-6 15,3 3-7-15,2-2-9 0,-2 0-5 0,2 0-6 16,3-3-7-16,1 1-4 0,0-1 2 0,0 0-8 16,1-1-2-16,2-1-4 0,0-1-4 0,4 0-5 15,-2-3 2-15,6 1-5 0,-1-5-6 0,-1 2-4 16,5-2-2-16,-2-1-2 0,0-1 3 0,0-2-14 16,3-4-1-16,0 1-5 0,-1-3 0 0,-2 0-3 15,-1 1-6-15,0-6-4 0,-2 2-1 0,1-2 1 16,-5-1-4-16,5-8-2 0,-5 1 4 0,-1 1 0 15,-1-1 0-15,0 6 5 0,-6 0 2 0,2 0 7 16,-1 2 2-16,0 0 9 0,0 3 17 0,-2 1 3 16,4 2 15-16,-5 2-5 0,2 2 3 0,2 1 0 15,-2 0 3-15,0 1-5 0,3 1 10 0,-1 2-18 16,1 3-2-16,-3-6-5 0,3 6-6 0,0 0 1 16,0 0-3-16,-9 9 0 0,7-2-4 0,2 4-13 15,0 3-16-15,-5 4-12 0,5 1-14 0,2 1-11 16,-2 11-22-16,0-4-19 0,3 3-21 0,-3-4-18 0,4 1-23 15,2-6-38-15,-1-2-28 0,2 0-37 16,1 0-150-16,-1-3-449 0,1 0 198 0</inkml:trace>
  <inkml:trace contextRef="#ctx0" brushRef="#br0" timeOffset="-123348.11">7842 12799 209 0,'0'7'244'0,"0"-1"-8"0,0 2-14 16,1 2-7-16,-2-1-7 0,2 2-18 0,-1 1-15 15,3-3-15-15,-2 4-17 0,3-2-16 0,-1 1-10 16,0-1-13-16,1 1-8 0,3 0-8 0,-2-4-10 15,-2 3-7-15,1-5-6 0,-3 1-6 0,5-1-9 16,-3 0 0-16,-2-2-8 0,3-2 0 0,-1 1-7 16,-3-3-5-16,8 1-3 0,-8-1-4 0,7-5 2 15,-7 5-4-15,5-7-3 0,-1 0-1 0,-2 1-1 16,3-2-1-16,0-1-1 0,-1 0 11 0,1 3 15 16,-1-4 13-16,1 1 5 0,-1 0 10 0,0 2 12 0,2 1-2 15,-1 1 4-15,-1 0-5 0,0 1 7 16,2 0-25-16,-2 0-3 0,1 3-14 0,-5 1-5 15,13 1 2-15,-7 0-3 0,0 3-7 0,0 0-1 0,3 1-5 16,-4 3-1-16,-1-2 1 0,3 3-7 0,-2 2-5 16,2-1 7-16,-5 1-12 0,2 1-18 0,-3-2-18 15,-1 0-16-15,0-1-22 0,-1 0-26 16,-5 0-22-16,3-3-25 0,-1-2-26 0,-2 1-32 0,-1-1-43 16,-1 0-54-16,-7-1-190 0,1-3-525 0,-1-2 232 15</inkml:trace>
  <inkml:trace contextRef="#ctx0" brushRef="#br0" timeOffset="-123191.88">7842 12653 70 0,'0'-3'209'0,"1"-2"-19"0,-1-1-19 0,0 6-27 15,0-5-29-15,0 5-34 0,0 0-45 0,0 0-57 0,0 0-62 16,0 0-69-16,0 0-165 0,-6 17 72 15</inkml:trace>
  <inkml:trace contextRef="#ctx0" brushRef="#br0" timeOffset="-122785.64">8567 12738 69 0,'0'-8'358'0,"4"1"-8"0,-1 2-24 0,1 2-7 16,-4-1-18-16,0 0-6 0,0 4-30 0,0-5-37 0,0 5-19 16,0 0-25-16,0 0-15 0,0 0-21 0,-11 16-13 15,8-5-12-15,2 0-15 0,-2 2-12 16,3 5-7-16,-1 4-4 0,-1-2-11 0,2 6-7 0,0-4-5 16,2-2-4-16,-1 2 2 0,2-1-16 0,-2-2-16 15,2-1-19-15,4 0-19 0,-2-2-13 0,-1 1-19 16,0-3-22-16,0-5-27 0,-1 1-23 0,0-2-28 15,0-2-31-15,-2-2-40 0,3 0-57 0,1-3-250 16,-5-1-563-16,0 0 249 0</inkml:trace>
  <inkml:trace contextRef="#ctx0" brushRef="#br0" timeOffset="-122191.93">8722 12690 246 0,'0'-2'241'0,"0"2"-25"0,0-4-25 0,0 4-18 0,0 0 0 16,0 0-8-16,0 0-10 0,0 14-13 0,0-5-6 16,4 1-5-16,-4 3-7 0,0 0-12 0,3 5-13 15,1 0-8-15,-2 2-9 0,1 2-6 0,0-2-8 16,1 1-3-16,2 0-12 0,-1-2-4 0,-1 0-2 16,3-3-5-16,-2 1-5 0,-2-4-4 0,0-1-2 15,-2-1-5-15,3-3-1 0,-4-1-2 0,2-2-3 16,0 0-4-16,-2 1 3 0,0-6-4 0,-2 5 2 15,2-5-1-15,0 0-1 0,0 0 5 0,0 0-9 0,0 0 3 16,0 0-1-16,0 0 1 0,-2-17 3 16,2 12 0-16,2 0 2 0,0 0 9 0,0 1 4 15,-1-1 1-15,1 1 0 0,1 0 2 0,-3 4-7 0,3-4 1 16,-2 1-3-16,-1 3-1 0,6-3-5 0,-6 3-5 16,8 1-3-16,-1 2 0 0,0-2 3 0,-2 1-4 15,3 4-4-15,-1-1 13 0,2 1-13 0,1-2-2 16,0 5-3-16,0-3 6 0,1-2-4 0,-1 4 2 15,2 0-1-15,-2-5 0 0,-1 3 2 0,5-2-2 16,-5-1 1-16,1-1 0 0,-1 0-1 0,-2-2 9 16,0 0-13-16,0 0 2 0,2 0 3 0,-3-2-9 15,-1-1 0-15,2-1-1 0,-1-2 1 0,0 2-6 16,-2 0 2-16,2-1 2 0,-2-3-2 0,0 2 0 16,0-4 4-16,-3 2 1 0,5 2-2 0,-2 1-2 15,-1-2 6-15,-2 2 1 0,-1 0 1 0,0 0 0 16,-1 1-1-16,-1 0 0 0,2 4 0 0,-6-4 3 0,6 4-3 15,-7-1 11-15,7 1-9 0,0 0-1 16,-14 6 7-16,11-2 2 0,2 0 9 0,-4 1-9 16,2 0 1-16,2 1 5 0,1 0-6 0,1 3 0 0,-1-4 2 15,3 0 2-15,-1 3 12 0,5-5-13 0,-2 2-1 16,1 1-2-16,2-2-3 0,4-1 11 0,-1 0-12 16,0-2-7-16,3 0-20 0,-3-2-24 0,1 0-39 15,-4 1-39-15,2-4-53 0,0 0-58 0,-1-4-53 16,-4 5-215-16,-1-2-543 0,0-3 240 0</inkml:trace>
  <inkml:trace contextRef="#ctx0" brushRef="#br0" timeOffset="-121988.83">8432 12823 273 0,'-8'-3'338'0,"4"1"-26"15,1-2-28-15,3 4-24 0,3-6-31 0,1 3-21 0,3-1-23 16,0-2-16-16,2 1-20 0,6 4-14 16,0-3-13-16,4-1-16 0,1 2-22 0,1 2-38 15,2 0-45-15,-4 1-53 0,-1 1-60 0,-3 2-70 0,-2 1-245 16,-3 0-460-16,1 1 204 0</inkml:trace>
  <inkml:trace contextRef="#ctx0" brushRef="#br0" timeOffset="-121379.48">5738 13647 154 0,'-1'-10'327'0,"-4"0"1"0,3 3-8 0,0 1-5 16,1 0-12-16,0 0-5 0,-1 1-3 16,2 1-17-16,0 4-30 0,0-6-10 0,0 6-45 0,-1-5-19 15,1 5-23-15,0 0-12 0,0 0-20 0,0 0-5 16,1 18-14-16,2-8-10 0,0 3-11 0,-1 3-6 16,3 5-11-16,0-2-5 0,-4 9-5 0,2-8-4 15,0 8 0-15,1-7-6 0,-3 6-9 0,-1-7 1 16,3 1-4-16,-2-1-12 0,2-2-31 0,-2 3-21 15,2-4-14-15,-3-3-18 0,3-3-22 0,-3 2-24 16,0-2-17-16,3-3-20 0,-2 0-28 0,3-3-24 16,-3 0-29-16,2-2-43 0,2-2-41 0,-5-1-174 15,0 0-529-15,0 0 235 0</inkml:trace>
  <inkml:trace contextRef="#ctx0" brushRef="#br0" timeOffset="-121129.49">5852 13597 49 0,'0'0'219'0,"-1"-5"-23"0,1 5-22 15,0 0-19-15,0 0-10 0,0 0 1 0,1 15 0 16,-1-8-4-16,0 4-9 0,3 0-12 0,0 1-8 16,-2 1-4-16,6 4-10 0,-3-1-11 0,1 4-9 15,-2-1-6-15,1 0-6 0,0-1-8 0,-1-1-3 16,2 0-6-16,-3 1-6 0,4-1-1 0,-6-3-11 15,3 0-1-15,-2-2 1 0,1-1-11 0,-2 2-16 16,1-3-22-16,-4 0-30 0,2-2-25 0,1-3-32 16,-3 0-45-16,2 2-26 0,-4-3-23 0,-1-2-114 15,2 0-336-15,4-2 150 0</inkml:trace>
  <inkml:trace contextRef="#ctx0" brushRef="#br0" timeOffset="-120629.52">5749 13850 71 0,'0'0'189'0,"0"0"-19"0,0 0-16 16,5-6-17-16,-5 6-9 0,8-3-15 0,-2 2-11 15,3 0-9-15,1 1-8 0,-2 0-3 0,7 0-18 0,-3 0-2 16,3 0-2-16,3 0-11 0,-5 1-6 0,1-1 0 16,5 1-5-16,-4-1-5 0,-2 2-1 0,1-1-3 15,-1 1-5-15,1 0 1 0,0 1-6 0,-2-3-3 16,-1 2-1-16,0-1 3 0,-3 1-6 0,0-1-1 15,-1 1 1-15,0 2-7 0,0-1 1 0,-2 0-1 16,-1-1-3-16,2-1 7 0,-3 2-3 0,-3-3 0 16,2 6-4-16,2-3 1 0,-2-1 0 0,2 1-3 15,-4-3 2-15,2 3 0 0,0 0-4 0,-2-3 5 16,0 0-6-16,4 4 1 0,0-3 3 0,-4-1-3 16,0 0-2-16,0 0 3 0,11-5 2 0,-8 2-1 15,3 1 7-15,-3-2 14 0,1-1 5 0,3 0 12 16,-4 0 14-16,1 1 5 0,0-2 6 0,1 1 6 15,-1 0 0-15,-1 0 3 0,0 2-2 0,1-2-5 16,0 2-4-16,-3 1-10 0,-1 2-3 0,6-4-8 16,2 2-5-16,-8 2-6 0,0 0-2 0,12 6-3 15,-5-3 0-15,-3 2-7 0,4 5 0 0,0-2-2 0,2 4-3 16,-2-1 3-16,1 6-3 0,1-3-6 0,-2 3 3 16,-1 2 0-16,3-1-1 0,-5 0-2 15,-1 2 1-15,3-1-1 0,-2 4 2 0,-2-5 0 16,-3 2-3-16,0 2 1 0,0-5-1 0,-3 1 5 0,2-5-2 15,-4 0-5-15,-1 0 2 0,2-2 4 0,0 1-3 16,0-4 3-16,1 0-9 0,-1-1-13 0,1-3-25 16,-1-3-41-16,4-1-54 0,-2 4-35 0,2-4-47 15,0 0-201-15,0 0-451 0,6-10 200 0</inkml:trace>
  <inkml:trace contextRef="#ctx0" brushRef="#br0" timeOffset="-120317.04">6396 13840 123 0,'0'0'217'16,"-3"16"-1"-16,6-11-1 0,1 3-7 0,-1 2-11 0,4-2-14 15,-2 4-2-15,6 4-15 0,-6-1-17 16,5 0-13-16,-3 2-13 0,1 1-11 0,0 0-16 15,-5 2-5-15,7 7-10 0,-5-2-8 0,0-6-6 16,-1-1-6-16,-2-1-6 0,-1 1-7 0,-1-1-2 0,0-4-5 16,0-1-4-16,0 1-3 0,-3-1-2 0,3-6-4 15,-2 2-3-15,0-1-14 0,-1-5-15 16,1 2-15-16,-2 0-11 0,4-4-15 0,-10 0-9 0,10 0-12 16,-4-7-13-16,3 2-24 0,-2 0-12 0,2-4-15 15,-2-1-15-15,3-3-23 0,0-5-34 0,0-1-114 16,0-1-341-16,3-2 150 0</inkml:trace>
  <inkml:trace contextRef="#ctx0" brushRef="#br0" timeOffset="-119785.83">6455 13844 68 0,'-2'-6'200'0,"-2"1"2"0,3 1 0 16,1 0 1-16,-3-1-3 0,3 5-6 0,0-6-11 16,0 6-19-16,0-6-15 0,0 6-14 0,4-3-14 15,2 1-10-15,-6 2-13 0,9-2-6 0,-2 2-12 16,-7 0-5-16,16 1-7 0,-9 0-9 0,5 1-3 15,-1 1-7-15,-4 0-6 0,4 1-5 0,-4-2-6 16,2 3-2-16,2 0 1 0,-4 1-7 0,1 0-8 16,-4-1 4-16,0 2-3 0,0-1-3 0,-2 3-1 0,-4-3 0 15,1 4 3-15,-3-2-4 0,-2 4-2 16,-3-3-2-16,1 1 1 0,-2-1-1 0,-2 0-2 16,-2 1-1-16,1-2 1 0,3-3 2 0,1 0 0 15,0-1-4-15,3-1-6 0,-2-2-3 0,2 2-17 0,2-3-21 16,4 0-21-16,0 0-15 0,0 0-17 0,0 0-22 15,7-11-8-15,0 5-1 0,3 1-5 16,0-3 14-16,2 1-6 0,6-3 5 0,-3 2 6 0,-3 2 4 16,2 0 15-16,-2 0 8 0,0 3 15 0,-2-1 7 15,-1 3-9-15,-2-3 30 0,0 4 7 0,1 0 16 16,-8 0 14-16,11 4 8 0,-7-2 13 0,0-1 9 16,-1 2 11-16,1 1-1 0,0-1 20 0,-1 0 5 15,1 0 5-15,1-1-2 0,-1 1 2 0,3-1 5 16,0 1 2-16,-3-2 2 0,1 2-3 0,-5-3-4 15,14 0-9-15,-7-1-4 0,0-1-4 0,-2 0 0 16,2 0-7-16,-3-3 1 0,4 2 6 0,-2-1-1 16,-1-2-4-16,-1 1 2 0,0 0-3 0,-1-3-2 15,-2 1-1-15,-1-1-1 0,2 2 1 0,-4-4-4 16,1 0-1-16,-2 3-5 0,-1 0-1 0,-1-2-3 16,-3 1 5-16,2 3 0 0,-1-3-4 0,-1 2 0 15,0 2-3-15,-3-1-5 0,1 3-2 0,0 1-3 16,-3 1 0-16,5 1-11 0,-2-1-17 0,-2 2-22 15,4 3-20-15,-1-3-21 0,3 2-30 0,1 0-41 16,2 1-22-16,0-1-27 0,1 0-173 0,2 1-399 16,0-5 177-16</inkml:trace>
  <inkml:trace contextRef="#ctx0" brushRef="#br0" timeOffset="-119535.83">6830 13508 215 0,'-1'-5'295'16,"-1"2"-17"-16,1-1-18 0,1 4-22 0,0 0-19 15,1-6-27-15,-1 6-22 0,0 0-19 0,0 0-13 16,0 0-12-16,0 0-9 0,6 12 4 0,-6-4-9 16,5 0-11-16,-1 3-11 0,0 2-8 0,3 2-7 15,0 2-8-15,-2 2-12 0,2 1 3 0,0-1-8 16,1 0-6-16,0 2-10 0,-1-2-9 0,1-1-20 15,2 3-21-15,-5-3-25 0,5 1-33 0,-5-3-28 16,-1-3-33-16,4-1-36 0,-2-2-38 0,-2 1-220 16,-4-4-464-16,4 0 206 0</inkml:trace>
  <inkml:trace contextRef="#ctx0" brushRef="#br0" timeOffset="-118301.53">7034 13556 83 0,'0'-5'284'0,"0"1"-3"16,0-1-12-16,0 0-21 0,0 5-17 0,0-6-21 15,0 6-22-15,-3-2-20 0,3 2-19 16,0 0-14-16,0 0-12 0,0 0-14 0,0 0-11 0,0 0-7 16,10 10-10-16,-8-5-11 0,4 2-5 0,-3 2-7 15,-1 1-7-15,3 2 0 0,0-1-6 0,-3 3-6 16,3 2-2-16,0-1-5 0,-1 3-1 15,-1 0-4-15,1-1-8 0,-2 1-4 0,0-5-7 0,0 2 0 16,-1 0-4-16,2-1-1 0,-2-1-1 0,-1 0 1 16,0-2 0-16,0 0-5 0,0 0 3 0,0-2-4 15,0-2 3-15,0 2 1 0,0-6 2 0,4 2 0 16,-4 0 5-16,0-1-1 0,0-4 9 0,5 2 8 16,-5-2-1-16,10 1 0 0,-10-1-3 0,8-4 1 15,0 2-3-15,-4-1-1 0,2 0 11 0,2-1 0 16,-2 3-2-16,2-1-1 0,-3 1-5 0,1-3-1 15,2 2 2-15,-4 1-5 0,4-2-4 0,-8 3-1 16,12 0 3-16,-5 0-5 0,-7 0-1 0,13 1 0 16,-7 1-1-16,2-1 2 0,-1 3-3 0,1-2-5 15,0-1 7-15,-1-1-6 0,0 2 5 0,1 1-5 16,-4-2 1-16,4 0-2 0,-1 2-1 0,0-1-1 16,-2-2-3-16,-5 0 0 0,10 0 1 0,-10 0 0 0,0 0 4 15,8-4-1-15,-4 3 0 0,3-1-3 0,-7 2 1 16,2-5 1-16,1 2-3 0,-3-2 3 15,3 0 1-15,-2 0 2 0,-1-1-7 0,0 1-1 16,0-1 0-16,-1 1 5 0,1 1 1 0,0 4-1 0,-3-8-4 16,0 6-1-16,2-1-3 0,1 3 0 0,-9-2-8 15,9 2 5-15,-7-1-13 0,7 1-8 0,0 0-7 16,-12 5-5-16,10-3-13 0,-3 2-5 0,2-2-9 16,2 4-9-16,0-2-3 0,1-4-4 0,1 7-1 15,0-3-7-15,4-2-5 0,1 3-4 0,1-5-4 16,-2 1 3-16,9 0-2 0,-7-1 4 0,5-2 3 15,0-1 8-15,-1-1 5 0,1-1 6 0,3 0 7 16,-4-2 7-16,1 0 9 0,1 0 21 0,-2-1 11 16,-1 1 13-16,0-2 25 0,0 1 16 0,-5-1 13 15,2 4 17-15,-2 0 15 0,1-1 11 0,-4-1 16 16,1 3 7-16,1-1 2 0,-2 1 7 0,0-1 3 16,1 2-6-16,-3 3-9 0,4-5-4 0,-1 3-10 15,-3 2-12-15,0 0-7 0,2-5-14 0,-2 5-3 0,0 0-8 16,0 0-1-16,0 0-5 0,0 0-5 15,0 0 0-15,9 10-7 0,-7-6 1 0,1 0-5 16,1 1-3-16,1 1-2 0,1-2-4 0,-1 4 1 16,1-3-2-16,2 3-1 0,0-1 2 0,-2 0-5 0,-1-1-3 15,-1-1 5-15,2 2-3 0,0-1 0 0,-3-2 5 16,1 1-6-16,0 0-4 0,-4-1 0 0,2 0 3 16,-2-4-1-16,-2 5-1 0,2-5-2 0,-5 6 3 15,-1-3-4-15,-3-1 5 0,2 0-4 0,-3 1 2 16,1-2-4-16,1 1 2 0,-2-2-2 0,3 1 0 15,-2 1 0-15,4-1 8 0,5-1-3 0,-13 0 1 16,9 1 9-16,4-1-1 0,-8-2 2 0,8 2-3 16,0 0-5-16,0-6 3 0,0 6-1 0,9-10-4 15,-3 6-3-15,2 0-2 0,3-3 1 0,0 2 1 16,1 0-2-16,0 0-2 0,2-1 1 0,-4 0 1 16,3 1-5-16,1 1 4 0,-2 0-3 0,-1 0 3 15,-3 3 0-15,4-1-2 0,-1-1-2 0,-4 3 2 16,0-1 2-16,-2 1-6 0,3 0 3 0,-8 0 0 15,13 0 3-15,-11 2-6 0,-2-2-2 0,10 4 6 16,-5-3-1-16,-2 2-1 0,0 1 1 0,1-1-2 16,0-1 4-16,0 1-4 0,-4 0 3 0,5 2 9 15,-5-2-12-15,2 1-2 0,-2-4 1 0,2 5 3 0,-2-1-4 16,0-4 1-16,6 3 0 0,-6-3 1 16,0 0 4-16,0 3-1 0,0-3 4 0,0 0 1 15,0 0-3-15,0 0 2 0,5-9-1 0,-3 4 4 0,2 2-5 16,0-3 0-16,1 0 4 0,-1-3 1 0,3 0 3 15,-3 0 3-15,3 0 3 0,1 1 4 0,-1-2 17 16,0 4 5-16,-3-2 3 0,0 3-4 0,3 0 3 16,-2 0 3-16,-1 0-5 0,-1 3-8 0,1-2-5 15,-1 2-6-15,-3 2 5 0,8 0-11 0,-8 0 0 16,0 0 4-16,9 6-6 0,-6-3 6 0,-1 1-12 16,2 2 6-16,-3-1-6 0,0 0-20 0,2 2-31 15,-1-1-19-15,-1-1-32 0,-1 2-37 0,0-2-47 16,1-2-52-16,-1 3-52 0,-1-2-245 0,1-4-571 15,-6 3 253-15</inkml:trace>
  <inkml:trace contextRef="#ctx0" brushRef="#br0" timeOffset="-118129.66">7827 13477 139 0,'-4'-6'224'0,"4"0"-22"16,-6 2-20-16,4-1-17 0,-2 0-18 0,-2 1-15 16,4 3-22-16,-5 0-35 0,0-1-47 15,-1 1-67-15,8 1-67 0,-21 3-105 0,12-1-226 0,-5 1 100 16</inkml:trace>
  <inkml:trace contextRef="#ctx0" brushRef="#br0" timeOffset="-117899.78">6781 13785 67 0,'-1'4'326'0,"1"-4"-16"15,-4 4-11-15,4-4-23 0,0 0-17 0,0 0-35 16,0 0-20-16,28-7-17 0,-14 4-18 0,2-4-25 15,4-1-11-15,0 1-14 0,1-1-22 0,1 0-46 16,5 0-59-16,2-3-76 0,1 2-92 0,-11 3-258 16,2-2-468-16,-3 3 208 0</inkml:trace>
  <inkml:trace contextRef="#ctx0" brushRef="#br0" timeOffset="-116477.98">8451 13644 128 0,'0'-3'272'0,"0"3"-5"0,-4-8-14 0,3 5-10 16,-2 0-14-16,3 3-17 0,-7-4-10 0,3 2-5 15,4 2-24-15,-8-2-17 0,8 2-12 0,-11 0-13 16,11 0-1-16,-12 4-19 0,6-1 1 0,0 3-12 15,-4 3 1-15,2-2-2 0,-3 3-11 0,3 4 12 16,-3-3-20-16,3 4-8 0,-6-1-7 0,8 1-7 16,-4 1-1-16,6-3-8 0,-3-1-5 0,5 3-5 15,0 0 0-15,2-2-1 0,0-2-6 0,2 1-4 16,3-2 1-16,3 0-2 0,2 0-5 0,-1-3 4 0,3-2-14 16,2 0 1-16,5-1-1 0,-3-3-6 0,2-1-2 15,1 0-20-15,0-2 4 0,-3-1-8 16,5-3-5-16,-2 2-7 0,-8-3-12 0,4 2-1 0,-3-2-4 15,-1-2 2-15,4-2 0 0,-3-3-5 0,0 3 3 16,-1-3 5-16,-4-1 3 0,2-1 3 0,-6-1 6 16,1 1 4-16,-1-2 4 0,-2-1 2 0,2 1 2 15,-6 0 4-15,2 5 4 0,-2-4 7 0,2 5 10 16,-2-1 13-16,0 0 7 0,-2 3 12 0,1-1-4 16,4 4 6-16,-4-2-5 0,3 2 6 0,-2 2 3 15,1-3-5-15,0 6 5 0,0-2-15 0,2 4 1 16,-1-5-7-16,1 5-8 0,0 0 2 0,0 0-4 15,0 0-2-15,0 0-1 0,0 0 0 0,-4 16-4 16,1-8 1-16,3 3 3 0,0 0-2 0,0 2 0 16,0 4 1-16,0 1-5 0,0 0 4 0,0-1-3 15,3 4-1-15,-2-2 0 0,3-1 0 0,-4 0-1 16,4-1 3-16,1-1-3 0,-4 1-6 0,3-5-7 0,4 4 5 16,-3-3-5-16,1-2 0 0,1 0 0 0,1 1-6 15,1-5-3-15,2 0-2 0,0 0-8 16,1-4-5-16,2-1-10 0,-2 1-1 0,1-3-7 0,0-3-1 15,2 2-6-15,4-3 4 0,-4 2 9 0,1-8-1 16,-3 7 4-16,0-2 7 0,-2-3 0 0,3 1 7 16,-4-2 1-16,0 0-2 0,-3-1 3 0,0 1 3 15,-3-1 0-15,0 1 4 0,-1-1 2 0,-2 2 0 16,-1 1 5-16,-1 0 3 0,-2-1 3 0,-1 3 1 16,-1 0 0-16,-1 1 2 0,3 2 2 0,-5 0 0 15,2 0-1-15,-3 2 2 0,1 0-3 0,1 1 3 16,0 2-3-16,-5 0 1 0,7 0 3 0,-1 1-1 15,-1 1-1-15,2 0 1 0,-2 0 0 0,3 2 2 16,0-1-1-16,3-1 0 0,-3 1 0 0,4-1-1 16,0 1-1-16,2-1-1 0,-2-1 1 0,2 0-3 15,-1-2 4-15,3 1-3 0,-4-3 0 0,11 1-1 0,-6 0-6 16,-5-1-9-16,14-2 2 0,-6-2-3 0,3-1 2 16,-1 1 5-16,-1 0 1 0,2-2 1 15,-3-2-1-15,0 0 2 0,-1 1 5 0,0 2 1 0,0-1 2 16,-2 0 4-16,-1 1-2 0,0 0 12 0,1 1 6 15,-4 0 2-15,4 0-1 0,-5 4 0 0,4-5-3 16,-4 5-3-16,0 0-2 0,0 0 0 0,0 0-4 16,0 0 3-16,6 12-1 0,-5-9-2 0,0 3 3 15,1-1-2-15,2 1-2 0,0 1 0 0,-1-1 0 16,5 3-4-16,-6 0 5 0,5 0-3 0,3-1 2 16,-3 1-4-16,1-2 3 0,-3-1-2 0,1-2 2 15,1 1-5-15,-1-1 5 0,-3 1 2 0,4-3-1 16,-3 2 1-16,0-3 3 0,-4-1-5 0,0 0 0 15,0 0 1-15,0 0-2 0,12-4 3 0,-9 2-1 16,-2-2-2-16,-1 4 2 0,0-9 1 0,3 4 2 16,0 1-1-16,-2-3 2 0,0 1-3 0,2 0-1 15,-1-2 4-15,-1-1 3 0,3 0 4 0,-3 1 0 0,5-1-1 16,1 0-1-16,-2-1 1 0,1 1 6 0,-1 0 7 16,-1 4 6-16,4-1 3 0,-4 1-1 0,-1 0-3 15,2 0-9-15,0-1 4 0,-1 2-6 0,0 2-1 16,1 0 1-16,-5 2-3 0,5-4-4 0,-5 4 0 15,10 0-3-15,-10 0-2 0,6 4 1 0,-4-2-3 16,2 3-2-16,0 1 3 0,0 0-2 0,-1 0 0 16,0 3 0-16,1-1 2 0,0 2-5 0,0 0 0 15,-1 0 3-15,2 1-18 0,-1-1-18 0,0-1-31 16,1 1-45-16,-1-1-52 0,0-4-73 0,0 1-271 16,1 0-545-16,1-2 241 0</inkml:trace>
  <inkml:trace contextRef="#ctx0" brushRef="#br0" timeOffset="-116071.75">9319 13564 77 0,'0'-8'297'16,"0"4"-10"-16,0 1-19 0,0 3-20 0,4-5-23 15,-4 5-16-15,0-3-17 0,0 3-19 0,0 0-18 16,0 0-16-16,8-2-10 0,-8 2-16 0,9 4-9 16,-4 0-14-16,-1 0-8 0,0 1-10 0,1 0-1 15,0 1-12-15,0 2-5 0,1 1-7 0,0 2-1 16,-2-1-5-16,-1 0-9 0,0-1 0 0,-2 3-4 15,1-1 2-15,-2-1 18 0,-2 3 6 0,2-3-2 16,-1 1 2-16,-3 1 1 0,2 0 1 0,0 0-4 16,-5 0 3-16,4 1-8 0,-1-2-2 0,-1 2-6 15,2-2-5-15,0 0 0 0,0-1-4 0,1 0-5 0,0 1-1 16,1-1-4-16,-2-1-1 0,3-4-5 0,0 3-9 16,3 1-15-16,0-3-26 0,-1 2-18 15,1-5-28-15,1 3-42 0,0 0-32 0,0 0-35 0,2 0-51 16,-1-2-46-16,-1 1-193 0,-1 0-519 0,1 0 230 15</inkml:trace>
  <inkml:trace contextRef="#ctx0" brushRef="#br0" timeOffset="-115774.9">9402 14045 96 0,'0'0'203'0,"0"0"-7"15,0 0-4-15,0 0-6 0,-3 4-4 0,3-4-4 0,0 0-12 16,2 5-16-16,-1-1-12 0,-1-4-12 16,2 5-9-16,-2-5-6 0,1 5-15 0,2-2-5 15,-1 1-8-15,2-2-8 0,-4-2-4 0,4 3-6 0,-4-3-5 16,3 2-7-16,0 1-5 0,-3-3-3 0,0 0-3 16,0 0-5-16,0 0-2 0,0 0-5 15,0 0-5-15,0 0 0 0,9-8-2 0,-9 4-5 0,0 4 0 16,-1-5-1-16,1 5-2 0,-3-6-7 0,2 2-12 15,-3 0-29-15,2 0-25 0,2 4-36 0,-4-5-62 16,2 1-73-16,-1 0-180 0,-4 2-441 0,3-1 196 16</inkml:trace>
  <inkml:trace contextRef="#ctx0" brushRef="#br0" timeOffset="-61006.71">4469 11708 132 0,'-1'-4'253'0,"-2"1"-2"0,0-1-13 0,0-3-17 0,-1 5-9 0,-2-1-10 15,2 0-2-15,-2 1-1 0,6 2-15 0,-15 2-8 16,7-1-9-16,1 0-20 0,-1 1-15 16,-6 2-15-16,5 4-11 0,-8 1-12 0,0 3-8 0,-8 3-9 15,0 3-1-15,-2 4-7 0,-1 2-1 0,-2 4-18 16,-9 10-3-16,2 0 13 0,0 3-19 0,3-2-1 15,0 3-3-15,-4 2-6 0,3 4-2 0,5-1-4 16,-3 3 0-16,7 0-4 0,-1 2-10 0,4 3 11 16,-1 3-2-16,3 1-5 0,3 0 3 0,0 2-1 15,2 2 1-15,2 1 0 0,4-1 16 0,-4 24-12 16,5-29-4-16,-1-1 5 0,6 3-6 0,3 4 2 16,-2 0-3-16,3 0 1 0,3 1-2 0,-2 21 0 15,5-27-2-15,1 4-7 0,-2-2 5 0,7-2-2 16,-2 4-1-16,2-5-5 0,3-1 3 0,4 1-2 15,-4 0 3-15,4-3-3 0,-1 2-3 0,2-2 6 16,-1 0 0-16,4-2 21 0,2 1 5 0,-1-5-5 16,5 3-1-16,-5-6-7 0,5-3-1 0,-9-9 1 0,6-3 1 15,8 8-4-15,-7-9-10 0,0-5 3 0,2 1 3 16,2-4 1-16,0-1-1 0,2 1-4 16,0-4 2-16,-1-1-4 0,0-2 0 0,-1 0 0 15,4-4-5-15,-5-3 4 0,-1-1-4 0,-6-2 1 0,-1 0-21 16,-2-1-14-16,-1 0-16 0,-5-1-22 0,1-2-12 15,-3 0-16-15,0 2-13 0,-5-2-35 0,1 0-31 16,-2 0-36-16,-6-1-32 0,7 0-37 0,-1 2-224 16,-6-2-549-16,0 0 243 0</inkml:trace>
  <inkml:trace contextRef="#ctx0" brushRef="#br0" timeOffset="-60458.09">4768 14605 263 0,'-4'-3'308'0,"4"3"-29"16,0 0-29-16,0 0-28 0,0 0-22 0,0 0-25 15,0 0-16-15,0 0-14 0,0 0-15 0,5 16-7 16,4-7-19-16,-1-1-8 0,1 4-9 0,5-1-7 16,2 2-6-16,-2 1-8 0,9 3-3 0,-3-6-13 15,2 7 2-15,4-2-4 0,-2-1-12 0,2 0 1 16,0-1-2-16,-1 1-5 0,-1 1-3 0,-5-4 1 0,2-2-7 16,-4 3 0-16,-2 0-6 0,0-3 1 15,-4 1 2-15,-2-3-7 0,0 0 3 0,-2-2 3 16,-3 2 41-16,-3-3 34 0,-1 0 28 0,0 0 4 0,-4-1-2 15,-6 4-13-15,-3-2-8 0,-1 1 1 0,-6-1-3 16,-1 3-14-16,-10-3-5 0,0 3-4 16,-1 0-11-16,2-2-9 0,-2 0-1 0,-2 0-5 15,5-1-8-15,1 0-6 0,3-1-13 0,6-2-49 0,1 1-39 16,5-1-30-16,2-2-26 0,-1-1-31 0,5 0-50 16,7 0-47-16,-5-4-43 0,5-2-26 0,0 6-229 15,8-9-590-15,-3 0 261 0</inkml:trace>
  <inkml:trace contextRef="#ctx0" brushRef="#br0" timeOffset="-60223.73">4893 14624 233 0,'-4'-2'299'0,"4"2"-28"0,-1-5-31 15,1 5-23-15,0 0-25 0,0 0-21 0,0 0-15 16,-3 10-14-16,3-10-15 0,1 12-12 0,2-2-12 16,0 1-8-16,-2 1-10 0,2 6-9 0,2 0-5 15,0 2-8-15,0 3-1 0,0-2-10 0,-1 5-13 16,2 1-45-16,-5 0-50 0,3-1-68 0,2 3-66 16,-3-9-216-16,-3 1-440 0,-2-2 196 0</inkml:trace>
  <inkml:trace contextRef="#ctx0" brushRef="#br0" timeOffset="-53863.89">5779 14960 14 0,'-7'-12'278'0,"0"0"4"0,-1 2 5 0,2 1 3 16,-2-1-14-16,3-2-3 0,-5 5-5 0,5-1-4 15,-2 1-5-15,2 2-9 0,2-2-12 0,-4 1-10 16,4 3-13-16,1-1-23 0,-1 0-24 0,0 2-21 16,3 2-17-16,0 0-15 0,0 0-1 0,0 0-23 15,2 11-4-15,2-1-15 0,0 0-7 0,1 8 1 16,1 2-8-16,3 0-6 0,-3 6-5 0,2-1-6 15,1 0 2-15,1 1-8 0,-2 3-2 0,-1-4-4 16,2-4-5-16,-5-1-10 0,2 1-22 0,-2-2-29 16,4 0-33-16,-4-1-11 0,0-5-39 0,-1 0-26 0,-2 0-22 15,2-5-20-15,-3 2-36 0,0-4-25 0,1 1-22 16,2-5-37-16,-3-2-222 0,0 0-573 16,0 0 254-16</inkml:trace>
  <inkml:trace contextRef="#ctx0" brushRef="#br0" timeOffset="-53618.66">5886 14888 9 0,'0'-4'288'0,"0"-1"-17"0,0 5-25 16,2-6-29-16,-2 6-21 0,0 0-20 0,0 0 0 16,0 0 10-16,0 0-3 0,8 13-17 0,-2-4-14 15,-2 3-8-15,3 0-11 0,0 0-16 0,5 4-10 16,-1 2-8-16,0-1-14 0,4 1-3 0,-1 4-13 15,-1 2-3-15,-2-6-11 0,0 0-4 0,-2 0 0 16,0 0-13-16,-4-3-6 0,4 3-26 0,-3-5-16 16,-3 0-20-16,-2-2-23 0,1 1-29 0,-2-1-30 15,-2 1-38-15,2-4-27 0,-4-3-40 0,-1 1-212 0,-2-2-464 0,0-1 206 0</inkml:trace>
  <inkml:trace contextRef="#ctx0" brushRef="#br0" timeOffset="-53149.94">5811 15113 285 0,'0'0'275'0,"0"-4"-24"15,0 4-23-15,0 0-22 0,0 0-26 0,0 0-19 16,0 0-13-16,3-4-16 0,-3 4-9 0,10 0-10 0,-5-1-8 16,-5 1-13-16,23 1-10 0,-12-1-8 15,4-1-6-15,-3 1-5 0,3 0-9 0,3 1-2 16,2 1-8-16,-1-1-2 0,0-1-5 0,-5 0-8 15,0 1 2-15,3-1-4 0,-2 0-4 0,0 1-2 0,-3 0-4 16,1-1-2-16,-1 2 2 0,-1-1-3 16,-3 2-4-16,0 0 0 0,-1-2-3 0,-3 1-1 15,0 1 0-15,0-1 3 0,-1 2 1 0,2 0 8 0,-5 0 3 16,0 0 6-16,0 1 7 0,0 0 0 0,0-1-2 16,2 1-5-16,0 0-1 0,-2-5-2 0,-2 8-2 15,4-4 2-15,-2-1-7 0,0-3 3 0,3 8 2 16,0-7-2-16,2 2-1 0,2-3-1 0,-7 0-3 15,15-3-2-15,-4 2 0 0,2-4-1 0,1 0 1 16,-3 0-3-16,4-2-6 0,-5 2 3 0,3-2 2 16,-2 0 1-16,-4-1-2 0,3 2-2 0,-4 1-3 15,-2-1 4-15,0-1-6 0,-4 0 0 0,0 4-5 16,-3-2-1-16,-2 1 3 0,-1 0-5 0,-3 2 2 16,-2 0 3-16,-2 2-1 0,-1 0 3 0,0 0-3 15,-2 0 4-15,2 0-7 0,-2 2-9 0,5-2-14 16,-4 2-21-16,4 0-23 0,3-1-26 0,0-1-30 15,8 0-37-15,-8 0-29 0,8 0-12 0,0 0-25 16,-3 2-164-16,3-2-428 0,0 0 189 0</inkml:trace>
  <inkml:trace contextRef="#ctx0" brushRef="#br0" timeOffset="-52681.14">6400 15040 205 0,'3'3'198'0,"-3"-3"-5"0,0 6-16 0,0-4-9 16,0-2-11-16,0 11-13 0,0-6-12 0,1 0-11 0,1 4-10 16,-1-1-13-16,3-2-9 0,-1 4-6 0,-2 1-11 15,2 0-5-15,4-2-7 0,-5 1-6 0,5 1-3 16,-3-1-9-16,3 1-2 0,-4-3-2 16,2-2-7-16,1 2-3 0,-5 0-3 0,3-5-1 0,0 0 2 15,-1 0-2-15,3-2-5 0,-6-1-2 0,0 0 1 16,10-7-5-16,-6 4 2 0,-1-5-3 0,1 3 0 15,3-4 0-15,-1 1 13 0,-1-1 12 0,0 2 7 16,2-3 8-16,-3 2 8 0,-1 2 3 0,2-3-4 16,1 5 0-16,-4-3-1 0,1 3-7 0,3 0-5 15,-2 2-4-15,-1-1-4 0,-3 3 4 0,9-1 0 16,-9 1-6-16,11 3-5 0,-7-2 1 0,1 2-4 16,2 0-1-16,1 1-7 0,-2 1 4 0,6-1-2 15,-4 0-1-15,4 0 0 0,-1 0-4 0,3-1 1 16,-6 0-1-16,-1-1 11 0,1 0 8 0,6-2 12 15,-8 0 1-15,4-2 11 0,-2 1-7 0,0-1-3 16,-1-1 0-16,0-2 11 0,0-2 6 0,-2-1 4 16,1-2 6-16,-4 3-11 0,2-2 10 0,-2-1 7 15,-4-1-17-15,2 3-5 0,-1-1 1 0,0 0 0 0,-5-1-19 16,2 3 1-16,0-1-8 0,-3 0-2 16,-1 1-6-16,4-1-27 0,-2 2-38 0,5 1-56 15,-3 0-45-15,-4 0-46 0,5 2-58 0,-1-2-71 0,0 2-78 16,1 1-196-16,3 2-637 0,-1-5 282 0</inkml:trace>
  <inkml:trace contextRef="#ctx0" brushRef="#br0" timeOffset="-51353.09">7335 15066 28 0,'4'-13'252'15,"0"1"-8"-15,1 2-5 0,-4 0-14 0,2-1-14 16,-1 3-13-16,-2-2-13 0,0 3-12 0,-2 0-7 15,-1-2-21-15,-3 5-12 0,2 0-10 0,-3 0-15 16,0 1-14-16,-3 2-3 0,-2-1-15 0,0 4-6 0,0 0-8 16,-2 3-7-16,1 0-6 0,-1 1-6 15,4 1-2-15,-3-1-6 0,2 1-4 0,3 0-1 16,-3 2-4-16,7-1-3 0,-3 2-5 0,3-4 2 16,4 1-3-16,-3 0-2 0,3-1 0 0,2 0-4 0,-1 1 3 15,3 0-3-15,-1-4-3 0,2 3-1 0,1-1 3 16,3-1 1-16,-2 4-6 0,3-3 2 15,-1 1 0-15,2-1-2 0,-3-1 2 0,4 2-2 16,-1 0 0-16,3 4 1 0,-5-3 0 0,6 5-4 0,2-1 0 16,-5-2 1-16,-1 4 2 0,2 1-3 0,1 2 2 15,-2-1 0-15,2 1-2 0,-6 2 1 0,4-1 0 16,-2 0-1-16,-2 1-1 0,1 0 0 0,-5-3 5 16,-1-1 6-16,-3 3-4 0,-1-4 6 0,-2-1 5 15,-2 2 10-15,-2-1 10 0,0 2 9 0,-7-3 11 16,0 0 9-16,-3-2 14 0,-2 0 12 0,-1-1 8 15,1-4 4-15,-3 0 7 0,2-2 1 0,1-3 0 16,-2-3-10-16,2-2-4 0,0-1 10 0,3-4-28 16,2-5-9-16,6 0-7 0,-1-4-8 0,6-7-5 15,3-3-5-15,1-2-16 0,6-2-36 0,5 0-22 16,-1-2-18-16,8 2-20 0,0 0 6 0,0 4-4 16,0 3-5-16,-1-1-4 0,1 5-10 0,-4 4-4 15,1 4-18-15,-5 3-7 0,3-3-4 0,-5 8-8 16,0 0-2-16,0 1 2 0,-4 3 4 0,2 1 5 15,-1-1 7-15,-1 2 9 0,-5 0 8 0,9 5 11 16,-6-2 9-16,0 2 5 0,1 2 7 0,0-4 6 16,-1 3 4-16,-3 3 5 0,3-6 2 0,-2 5 5 0,2 1 12 15,-1-3 16-15,-2 6 3 0,4-7 2 0,-4 3 9 16,2 0 2-16,-1-2 1 0,0 2-2 16,1-3 1-16,-1 0-1 0,1 2-2 0,-1-4 4 15,0 2-6-15,4-1 5 0,-3 0-3 0,2-1 2 0,0-2-1 16,3 0-1-16,-1 0 3 0,-6-1-6 0,12 0 3 15,-4-2-2-15,-1 1 0 0,0-4 2 0,2 0-1 16,-2 2-3-16,0-1 2 0,-2-1-1 0,2-1 2 16,-3 2-2-16,0-3 3 0,1 2-3 0,-2-3-1 15,-3 2 0-15,0-2 2 0,0 4 3 0,-3-1 3 16,2-3 9-16,-4 5 1 0,-1-4 1 0,2 2 6 16,-3 0-3-16,0 1 7 0,0 0-4 0,0 1-4 15,0-1 0-15,0 1-3 0,1 2-3 0,-1-1-2 16,0 0 0-16,1 2-1 0,1-1-6 0,5 1-4 15,-10-3 3-15,10 3-2 0,-6 0-5 0,6 0-3 16,0 0-4-16,-6 4 1 0,6-4-7 0,0 0-5 16,4 7-3-16,-4-7-5 0,4 5-3 0,0-3 4 15,0 1-2-15,2-1-3 0,-1-1 0 0,-2 1-1 16,5 0-1-16,-4 0 2 0,3-1-4 0,-7-1 3 16,11 0 0-16,-3 1 3 0,0 2 1 0,-8-3 0 15,15-5 3-15,-8 5 4 0,1 0-2 0,-1-2 1 16,1 1 4-16,-2 0 3 0,-1-1-1 0,3 1 3 15,-8 1-1-15,11-1 6 0,-4 2-2 0,-3-2-3 0,-4 1 4 16,11-1-3-16,-11 1 4 0,6 0 2 16,-6 0 1-16,0 0-3 0,9-2 1 0,-9 2 1 15,0 0-1-15,0 0 4 0,8 3-4 0,-8-3 1 0,1 2 1 16,-1-2 1-16,5 3 1 0,-2 0-1 0,-3-3 5 16,3 6-6-16,0-3 3 0,-2 0-3 0,3 0 4 15,-1 2 3-15,1-1 1 0,-1 1 0 16,1 0 1-16,1-1 5 0,-2 0-4 0,1 0 2 0,-1 1-2 15,1-2-1-15,0 2 2 0,0-1-1 0,3-1 0 16,-2 1 0-16,-1-2-2 0,0 1 3 0,-1 0 0 16,1 0 2-16,-1-1 7 0,-3-2 8 0,4 1 7 15,1 0-5-15,-5-1-2 0,0 0 0 0,10-6 2 16,-6 3 2-16,-1-1 3 0,1 0 1 0,-4-1 1 16,4-2 1-16,-4 1 8 0,0 1 2 0,0-2-2 15,3 1 4-15,-3-2-4 0,0 1 4 0,-3 2 11 16,3 0 1-16,-4-1-1 0,0 2-3 0,0 1-7 15,-2-2-2-15,2 0-7 0,-1 2-3 0,-2 0-7 16,2 1 1-16,-1 1-4 0,6 1-19 0,-7-1-18 16,7 1-15-16,-10 2-11 0,10-2-20 0,-6 2-16 15,6-2-23-15,-4 4-20 0,4-4-36 0,3 6-37 16,-3-6-41-16,12 4-42 0,-1-2-143 0,0 0-448 16,2-2 198-16</inkml:trace>
  <inkml:trace contextRef="#ctx0" brushRef="#br0" timeOffset="-50853.12">8100 14994 38 0,'-8'-3'226'16,"-2"1"-3"-16,-3-2 2 0,2 4-7 0,-4-3-2 0,3 2-10 15,0 1-7-15,-2 1-12 0,2 1-9 0,-2 0-5 16,2 2-3-16,-1 0-5 0,2 1-7 0,-3-1-21 15,3 3-2-15,0 1-17 0,-1 0-10 0,1 1-10 16,0 1-4-16,1-2-11 0,4 3-9 0,-2-2-8 16,2 4-5-16,0-1-8 0,0-2-7 0,3 2-4 15,3-1-3-15,3-1-1 0,-3 1-4 0,6-1-6 16,-1-4-1-16,2 2-3 0,4-2-9 0,-3-2-11 16,4-2-9-16,2 1-14 0,-1-3-14 0,2-4-6 15,4 0-5-15,-2-2-2 0,2 1 4 0,-3-3 0 16,-1 0 5-16,1-3 2 0,-1-1 4 0,-4 0 3 15,1-1 6-15,-2-4 1 0,0 5 0 0,-4-8 2 16,0 1 2-16,-1-1 1 0,-1 0 6 0,-4 0-2 16,0-7 2-16,0 7 3 0,0 3-1 0,-3 2 19 15,2-5 20-15,-4 9 10 0,3-2 14 0,-2 3 12 16,-1 0 4-16,1 3 5 0,1 1-1 0,0 1-6 16,2 0 0-16,-2 0-15 0,-1 2-3 0,4 3-4 15,-7-3-13-15,7 3-4 0,0 0-2 0,0 0-3 16,-13 8 0-16,11-5-6 0,1 4 0 0,0-1-4 0,-1 4 2 15,2 0-21-15,2 1-20 0,-1 1-7 0,2 2-9 16,2 1-10-16,3 3-13 0,-4 0-15 16,3-3-14-16,-3 1-12 0,6-1-19 0,-4 2-30 15,4-3-31-15,-3-3-41 0,4 1-37 0,-2-1-211 0,2-4-513 16,0-1 226-16</inkml:trace>
  <inkml:trace contextRef="#ctx0" brushRef="#br0" timeOffset="-50445.44">8472 14909 180 0,'4'3'282'0,"-3"5"-11"0,2-3-18 0,0 3-14 15,1 1-15-15,0-3-23 0,1 4-18 0,-2-1-19 16,0 3-16-16,4-4-16 0,-6 3-11 0,5-1-6 15,0 0-20-15,-2-1-7 0,0 0-9 0,0 0-8 16,0-3-6-16,2-3-6 0,-2 2-8 0,-3 0-1 16,0 0 1-16,2-3-11 0,-3-2-1 0,7 1-6 15,-7-1-1-15,0 0-6 0,0 0 1 0,7-9-6 16,-3 1-2-16,0 3 0 0,0-2-2 0,0-3-5 0,2 2 2 16,-2 0 0-16,0 0 19 0,-1 1 4 0,4-3-3 15,0 2-1-15,-1-3-4 0,2 1-1 0,-1 1 10 16,5 2-5-16,-6-1 1 0,2 1-7 0,1 1 1 15,-3 4-4-15,2-2-2 0,-3 3 0 0,4-1 0 16,-3 2-5-16,-6 0 0 0,11 2-4 0,-4 1 1 16,-1 1-4-16,-1 2 1 0,-1 1-1 0,0-1-3 15,0 3-4-15,-4-1-14 0,0-1-17 0,0 4-20 16,-3-2-27-16,-1 1-34 0,-1-1-37 0,-2 1-39 16,-1-2-52-16,-2-1-43 0,0 0-197 0,-4-2-517 15,0-1 228-15</inkml:trace>
  <inkml:trace contextRef="#ctx0" brushRef="#br0" timeOffset="-50273.58">8614 14749 53 0,'0'0'369'0,"2"-6"-28"16,-2 6-37-16,0 0-28 0,-4-5-31 0,4 5-26 15,0 0-22-15,0 0-36 0,0-5-40 0,0 5-52 0,0 0-52 16,0 0-58-16,0 0-81 0,0 0-247 0,0 0-398 16,0 0 176-16</inkml:trace>
  <inkml:trace contextRef="#ctx0" brushRef="#br0" timeOffset="-47612.56">9304 14708 244 0,'3'-11'334'0,"-2"1"-10"0,2 2-13 0,-2 1-25 15,1 1-28-15,-1 1-17 0,3 1-27 0,-1 0-16 16,-3 4-19-16,0 0-20 0,0 0-11 0,0 0-2 16,0 0 0-16,8 17 7 0,-5-5-28 0,-1 0 4 15,1 5-33-15,0 3 13 0,1 7-27 0,1-1-11 16,-1 2-6-16,-1-8-9 0,-2 2 2 0,4 8-4 15,-4-10-7-15,2 1 8 0,-3-1-30 0,1 0-23 16,0-3-17-16,-1-4-6 0,2 0-24 0,-2-1-14 16,0-5-17-16,1-1-6 0,-1 1-2 0,-1-2-10 15,2-1-38-15,-1-4-40 0,0 0-30 0,0 0-26 16,0 0-16-16,8-18-21 0,-4 9-168 0,-4-4-469 16,0-1 208-16</inkml:trace>
  <inkml:trace contextRef="#ctx0" brushRef="#br0" timeOffset="-47081.22">9429 14723 127 0,'0'-6'190'16,"0"6"-11"-16,3-5-19 0,-3 5-22 0,0-1-16 15,0 1-11-15,0 0-13 0,0 0-7 0,0 0-6 0,9 7-7 16,-3 1-5-16,-2 0-8 0,3 2-2 0,0 2-8 16,-1-2-5-16,4 6-1 0,-2-2-13 15,2 3-1-15,-1 0 1 0,-2 0-4 0,1-2-3 16,-1 1-6-16,1-1 2 0,-3-1-2 0,0-1-3 0,-1-2-2 15,1 0 0-15,-1-3-6 0,0 0 3 0,-1-1 0 16,0-1-4-16,-2-3-1 0,-1 2 4 0,0-3-1 16,0-2-1-16,0 0-4 0,0 0 17 0,0 0 5 15,0 0 6-15,0 0 6 0,0 0-1 0,0 0 5 16,0 0-1-16,0 0-5 0,-12-8-3 0,12 8-6 16,0 0-4-16,0 0-4 0,0 0-2 0,0 0-2 15,0 0-2-15,0 0-2 0,16 7 0 0,-12-5-2 16,3 2 1-16,1-1-5 0,3 0 3 0,0 0-2 15,1 1 0-15,3-3-1 0,0-1-1 0,-3 2-5 16,10-4 2-16,-7 1-9 0,4-3-3 0,-2 0-2 16,1-1 1-16,-5 0 3 0,0 2-1 0,-3-2 0 15,0-1 0-15,0 0 5 0,-4-1-3 0,-2 1 1 16,0 0 0-16,-1-3 3 0,-3 3 7 0,0 0 0 16,0 1 15-16,-3-2 8 0,-1 4 10 0,0-2 5 15,-2-1 2-15,1 4 7 0,-3 0 1 0,8 2-5 16,-13 0-5-16,13 0-2 0,-12 2-8 0,4 1-1 15,1 2-6-15,3-3-4 0,1 4 1 0,1-2-4 0,0 5-1 16,-1-1 1-16,6-2-3 0,-3 2-5 0,2-2 4 16,2 2-2-16,1 0 1 0,2 0-4 15,1 0 4-15,3-1-4 0,-1-2-18 0,3-1-21 0,1-3-36 16,-1-1-39-16,-2 3-47 0,0-5-41 0,3 0-45 16,-5-1-212-16,-2-2-484 0,-1 0 214 0</inkml:trace>
  <inkml:trace contextRef="#ctx0" brushRef="#br0" timeOffset="-46909.36">9283 14824 297 0,'-6'0'297'0,"-1"-2"-26"15,7 2-27-15,0 0-24 0,0 0-29 0,0 0-12 16,0 0-19-16,0 0-28 0,16-8-39 0,-2 7-49 15,4-4-53-15,1 2-58 0,4-2-79 0,7-1-172 16,-2 2-344-16,-5 2 152 0</inkml:trace>
  <inkml:trace contextRef="#ctx0" brushRef="#br0" timeOffset="-45971.91">10324 15182 132 0,'3'-4'185'0,"0"-1"-8"0,-2 0-3 0,3-1-2 16,0 0-2-16,-1-5-4 0,0 1 4 0,-2 1-7 15,3-1-10-15,-3-2-9 0,4-1-10 0,-3 1-8 0,5-8-5 16,-6 4-14-16,2-4-4 0,1 1-9 0,-3-7-7 15,1 3-8-15,2-3-10 0,-4 0-2 16,0 7 11-16,4-2-1 0,-5 3 1 0,1 2-1 0,-3-1-6 16,3 6-2-16,0-1 5 0,0 2 3 0,-1 3-5 15,-2 0-9-15,3 2-9 0,-2-1-6 0,2 3-6 16,0 3-7-16,-1-4-7 0,1 4-5 0,0 0-2 16,0 0-3-16,0 0 1 0,-8 14-9 0,3-6 4 15,3 0 0-15,0 5-6 0,0-1 3 0,-1 0-3 16,2 5-1-16,-2 1 0 0,2 1-4 0,0-1 2 15,1 2 2-15,0 0-2 0,1-2 5 0,-1 1-5 16,4-1-1-16,-3 0-2 0,2 0 1 0,1-2-4 16,3-1 1-16,-3-4-3 0,1 2 3 0,4-1-5 15,-4-3-1-15,7 0 1 0,-1-1-7 0,0-1-6 16,4-2-2-16,-1-2-8 0,6-1-10 0,-1-1-7 16,4-2-3-16,-2-1-5 0,0-3 0 0,-3-1 10 15,1 1 1-15,0-2 5 0,-1-4 3 0,-5 6 6 16,-2-1 0-16,-1-3 4 0,2 0 3 0,-5-2 1 15,1 3 3-15,-2-3 6 0,-5 1 2 0,3 1 10 16,-4 3-2-16,0-1 1 0,0 1 5 0,-4-1-6 16,3 4 4-16,-2-2-4 0,-4 2 4 0,4 0-2 0,-2 1 0 15,-5 2-1-15,10 0 0 0,-12 2-1 0,5 3 1 16,0-3-1-16,-2 3-1 0,2 0 1 16,-2 2-2-16,6-1 5 0,-5-1-4 0,4 4-2 15,1 0 4-15,0 0-3 0,2-1 1 0,-2 0 0 0,6-1-4 16,-2 1-3-16,2-2-5 0,-2 1-2 0,4-2-6 15,1-2-8-15,0 1-15 0,3-2-10 0,-2 0-10 16,2-4-2-16,-2 2 3 0,3-2 8 0,-2 0 3 16,4-3 8-16,-1 0 9 0,-4-3 0 0,4 3-2 15,-4-4 13-15,-2 3-3 0,-1 0 8 0,0-3 6 16,0 4 11-16,-1-4 22 0,-2 4 10 0,1-2 6 16,-2 1 6-16,0 0-1 0,0 2 5 0,-2 0-6 15,-2-1 1-15,4 5 5 0,-2-6-11 0,2 1-3 16,0 5-8-16,0 0-1 0,0 0-3 0,0 0-2 15,-14 4-2-15,11-1-2 0,3-3 0 0,-5 6-4 16,2-1 1-16,-1 2 0 0,3-1-4 0,1 1 3 16,-3-1-3-16,3 2 1 0,3-1-3 0,-2 1 3 15,-1 0-5-15,5-3-6 0,-2 0-10 0,0 2-8 0,2-2-22 16,2-4-32-16,-3 1-29 0,3 1-32 16,1-3-36-16,2-4-22 0,-2 2-13 0,4 0-150 15,-2-1-389-15,-1-5 172 0</inkml:trace>
  <inkml:trace contextRef="#ctx0" brushRef="#br0" timeOffset="-45626.65">10882 14961 121 0,'0'0'167'0,"0"-7"6"0,0 7 3 0,0-6 3 15,0 3-9-15,0 3-16 0,0 0-16 0,0 0-14 0,0 0-11 16,0 0-14-16,0 0-10 0,0 0-7 0,0 0-12 16,0 0-2-16,0 0-4 0,12 8-4 0,-9-4-9 15,0 1-4-15,1 0 1 0,1 0-9 0,-1 1-5 16,0 0-2-16,4-1-3 0,-2 1-1 0,-2 1-4 15,0-1-1-15,3 0-5 0,-2 1-2 0,-1-2-5 16,0 0 6-16,-1 0-3 0,1-1 2 0,-1 1-4 16,-2-1-2-16,2-2 1 0,-2 1-1 0,-1-3 20 15,2 4 18-15,-2-4 5 0,0 0 5 0,0 0 9 16,0 0 9-16,0 0 4 0,0 0 0 0,0 0 2 16,0 0-2-16,-17-7-4 0,16 4-1 0,-2-2-8 0,3 0-4 15,-4-1-5-15,4 1-6 0,0-1-1 0,0-1-7 16,0 2-10-16,0 1 5 0,0-1-8 0,4 2 0 15,-4 3-12-15,2-7-10 0,0 4-30 0,2 1-18 16,-4 2-23-16,6-3-23 0,-6 3-26 0,0 0-34 16,5-1-31-16,-5 1-43 0,0 0-33 0,11 4-203 15,-11-4-494-15,4 2 219 0</inkml:trace>
  <inkml:trace contextRef="#ctx0" brushRef="#br0" timeOffset="-44579.84">10407 15091 53 0,'0'0'175'16,"0"0"-6"-16,0-4-11 0,0 4-4 0,0 0-9 16,0 0-12-16,6-3-9 0,-6 3-16 0,0 0-13 15,0 0-7-15,4-3-10 0,-4 3-7 0,4-2-6 16,-4 2-7-16,11-5-8 0,-10 3-3 0,-1 2-5 15,8-1-6-15,-1 1 1 0,-7 0-12 0,7-3 1 16,-1 2-1-16,-6 1-1 0,9-3-5 0,-4 2 4 16,-5 1-7-16,7-4-1 0,0 3 1 0,-7 1-6 15,5-3 20-15,-5 3 10 0,4-2-1 0,-4 2 2 16,2-3 4-16,-2 3 4 0,0 0 4 0,0 0 2 16,-2-7-4-16,2 7 4 0,0 0 11 0,-1-5-1 15,1 5 2-15,0 0-4 0,-7-3 1 0,7 3-8 16,0 0-9-16,0 0-3 0,-5-3-4 0,5 3-2 15,0 0-8-15,0 0-3 0,0 0-4 0,-7 9-3 0,4-4-4 16,2-1-1-16,1-4 1 0,-3 8-3 16,3-3 8-16,0 1-14 0,0-1 9 0,3 3-7 15,-2-1 2-15,3-1 1 0,2 1-1 0,3-1 1 16,1 0-5-16,1 0-7 0,2-3-17 0,6 0-31 0,0 0-45 16,0-3-51-16,2-1-58 0,1 0-53 15,-1 1-179-15,-3-5-469 0,1 0 207 0</inkml:trace>
  <inkml:trace contextRef="#ctx0" brushRef="#br0" timeOffset="-43298.66">11045 14991 57 0,'7'-2'217'0,"-7"2"-21"0,0 0-20 0,0 0-20 0,0 0-14 16,0 0-14-16,0 0-15 0,5 6-10 0,-5-2-12 15,3 1-5-15,-2-1-8 0,1 1-8 0,-1 0-6 16,1 0-10-16,-1 3-2 0,2-3-5 16,-3 2-4-16,1 1-3 0,-1-4-4 0,0 4-6 0,4 0-2 15,-4-2-2-15,1 1-3 0,-1-2-1 0,0-1-3 16,0 2-3-16,0-2-1 0,0 0 5 0,0-4-8 16,0 3 4-16,0-3 0 0,0 0 13 0,2 6 22 15,-2-6 16-15,0 0-5 0,0 0-6 0,0 0-5 16,0 0-3-16,0 0-6 0,11-9-4 0,-10 6-2 15,3-2 1-15,-2 1 4 0,3-1-3 0,-1 0 5 16,0 0 4-16,-3-3 4 0,3 5 1 0,1-2-1 16,-1-1-5-16,-3 1-3 0,3 1-5 0,-2 0-4 15,3-1-3-15,-4 1-5 0,2 1-1 0,1 1-3 16,-4 2-2-16,1-5-4 0,-1 5-1 0,7-3-4 16,-3 2 1-16,-4 1-4 0,6-2 0 0,-6 2 0 15,0 0-1-15,13 3 1 0,-7-1-4 0,-1 0 0 16,2 2 1-16,1-2-2 0,-1 1 0 0,1 2 2 15,2 2-2-15,0-4 0 0,1 0 1 0,1 1-2 16,-1 1-4-16,3-2-2 0,-3-2-1 0,1 1-2 16,-1 0 0-16,4-1-2 0,-3-1 4 0,3-1 3 15,-1 1-5-15,-1 0 0 0,-2-3 3 0,-1-1-9 0,3-1 3 16,-4 0-2-16,2 2 0 0,-3 1 2 0,-3-2 2 16,1-2 0-16,-1 0 2 0,-1 4 0 15,1-4 1-15,-2 1 0 0,0 0 2 0,-3 2 2 16,0-2-2-16,1 0 2 0,-1 5 0 0,0-8 3 0,0 5-5 15,0 3 2-15,-5-6 0 0,5 6-2 0,-5-3 4 16,5 3-7-16,0 0 3 0,-11 2 0 0,11-2 0 16,-10 6 0-16,3-4 0 0,1 4 1 0,1-1-2 15,0 2-1-15,1 0 1 0,-2-1 0 0,4 1 2 16,0-2-2-16,1 1 1 0,2 2 1 0,1-3 4 16,3 0-5-16,5 2 1 0,1-2-1 0,3-4-6 15,7 4-12-15,-2-2-17 0,10-3-10 0,0-1-13 16,3-5-4-16,-4 4-3 0,1-2-1 0,1-4 5 15,-2 0 8-15,-1-2 8 0,-5 4 2 0,-3-2-3 16,0 1 0-16,-4-3 8 0,0 4 4 0,-4-3 4 16,-3 1 6-16,3 2 5 0,-4-2 12 0,-2 2 12 15,-3 1 9-15,-1 0 3 0,-2-1 1 0,1 6 12 16,-7-7 4-16,3 3 5 0,-3 0 4 0,-4 1 6 16,4 3-1-16,-5-1-1 0,-3 1-7 0,4 3-2 15,-1 0 9-15,-3 1 6 0,3 1-11 0,-2-1-4 16,-3 6-1-16,4-4-5 0,2 1-3 0,1 3 0 15,-1-2-4-15,1 2-1 0,2-2-3 0,3 2-2 0,2-3-3 16,-4 1 7-16,7-2-8 0,0 3 1 0,0-4 1 16,0 2-3-16,3-2 4 0,1-1-4 15,1-1-3-15,5 2-7 0,-2-4-9 0,0-2-3 16,4-4-2-16,2 2 2 0,0 0-5 0,3-6 1 0,2 1-1 16,-2-4 2-16,0 3-3 0,1-6-9 0,-2 2-4 15,6-9-2-15,-4 0 1 0,-3 6 3 0,0-9 2 16,-3-1 7-16,3 5-1 0,-7 0 3 0,0 3 12 15,0 1 28-15,-5 4 29 0,0 0 22 0,-2 2 27 16,-1 1 18-16,2 3 16 0,-4-2-3 0,1 4 2 16,-1-2-17-16,0 2-12 0,0 2-9 0,2 3-13 15,-10-1-10-15,10 1-10 0,0 0-7 0,-14 9-6 16,10-1-7-16,0 3-2 0,-3 1-1 0,3 1-2 16,1 4-5-16,2 3-4 0,-1 0 1 0,5 7-2 15,-1-1 0-15,2 1-11 0,2-7-10 0,0 5-23 16,-1-6-34-16,4-3-40 0,-4 1-43 0,3-2-56 15,-4-2-87-15,3-5-100 0,-2-2-205 0,1 2-629 16,-1-4 279-16</inkml:trace>
  <inkml:trace contextRef="#ctx0" brushRef="#br0" timeOffset="-42553.91">5956 15884 58 0,'0'-3'324'0,"-2"-2"-11"16,2 5-20-16,-1-6-17 0,1 6-25 0,0-6-29 15,0 6-25-15,0 0-23 0,0 0-18 0,0 0-18 16,0 0-12-16,0 0-11 0,0 15-16 0,0-6-9 16,1 0-8-16,3 6-9 0,2 1-6 0,-1 1-4 15,-4 2-10-15,4 0-2 0,-3 1-6 0,4-1-9 16,-2 0-14-16,2 0-2 0,-3 1-1 0,0-3-16 16,0-2-19-16,-2-1-22 0,3-3-22 0,-4 1-38 15,2 0-32-15,-1-5-46 0,3-1-35 0,-3-1-41 16,1-2-146-16,-1 0-431 0,-1-3 191 0</inkml:trace>
  <inkml:trace contextRef="#ctx0" brushRef="#br0" timeOffset="-42257.05">5999 15762 99 0,'0'-10'189'0,"0"8"-16"0,4-2-17 16,-4 1-14-16,4-2-15 0,0 1-11 16,2 2-15-16,-1 0-11 0,0-2-4 0,4 4-11 15,-4-4-8-15,9 2-5 0,-5 3-6 0,0 0-12 0,3 1-2 16,-3 3-2-16,-1-2-5 0,-2 0-1 0,6 1-7 16,-5 3-2-16,0 0-6 0,-3 1-3 0,0-2 9 15,1 2-7-15,-3 2-3 0,0 0 3 16,-4 0-4-16,0 2 4 0,-4-1-4 0,1-3-3 0,0 4 2 15,-3-2-4-15,-1 2 5 0,-1 0-7 0,-4 1 4 16,5-3-6-16,-2-2-31 0,1 2-47 0,1-2-48 16,-1 0-52-16,6-2-97 0,-1 0-293 0,-1-2 129 15</inkml:trace>
  <inkml:trace contextRef="#ctx0" brushRef="#br0" timeOffset="-41850.83">6161 15999 124 0,'5'-5'129'0,"-5"5"-11"16,10-3-11-16,-5 3-13 0,2 0-9 0,-7 0-13 15,15 2 1-15,-7-2-10 0,3 2-9 0,-4 1-1 16,4-1-8-16,0 1-1 0,-4 0-10 0,3 2-2 16,0 0-4-16,-2 1 0 0,-1-1-9 0,1 0 8 15,-4 0-7-15,0 2-1 0,-1-1 2 0,0-1-2 16,-3 2 6-16,-2-1 20 0,1-1 0 0,-5-1 2 16,4 2 6-16,-3-1 0 0,-1-2 5 0,-1-3 6 15,0 3 6-15,0 0 3 0,1-1-4 0,0-1 0 16,6-1-1-16,0 0-9 0,-12-3-9 0,12 3-2 15,0-6-7-15,1 1-9 0,3-1-8 0,1 2-14 16,8 0-22-16,-2-5-22 0,8 1-18 0,-3 1-10 16,5-2-24-16,-1 2-19 0,3-1-12 0,6-2-12 15,-9 4 2-15,3 1-18 0,-1 0-96 0,-3 0-260 16,-1 2 116-16</inkml:trace>
  <inkml:trace contextRef="#ctx0" brushRef="#br0" timeOffset="-41163.17">6614 15976 52 0,'0'0'30'16,"0"0"17"-16,0 0 25 0,0 0 2 0,0 0 13 15,0 0 7-15,0 0 7 0,0 0-7 0,0 0 0 16,-18 7 6-16,13-4 2 0,-1-3 1 0,1 3 5 0,-2-1 1 16,-1 1-10-16,0 2-4 0,-2 0-2 0,-1 0-1 15,3 0-9-15,-3 3-6 0,0 0-8 16,2-1-10-16,-1 3 2 0,1 0-4 0,-1 0-11 16,2-1-2-16,1 1-7 0,2-2-3 0,1 2-1 15,1-2-2-15,0-1-2 0,2 0-3 0,2-1-1 0,2-1-3 16,1 0 8-16,-1-1-5 0,5-2-4 0,0-1-2 15,3-1-2-15,1 0-3 0,-2-3-3 0,1-2 0 16,2 0-2-16,0-1-6 0,1-6 3 16,-4 5-9-16,-3-3-5 0,9-3-3 0,-4-3-11 0,-5 4-2 15,3-3-3-15,-5-1-6 0,2-2 0 0,-3 0-9 16,-4-2 8-16,4 0 1 0,-4 1 1 0,-3 6 10 16,2 0 11-16,-3-3 11 0,1 1 18 0,0 5 15 15,1 0 5-15,-1-2-1 0,0 7 0 0,-3-2 0 16,3-1-1-16,-1 3-5 0,1 1-5 0,2 0-1 15,-2 1-2-15,3 3-10 0,-3-5 3 0,3 5-4 16,0 0-2-16,0 0 3 0,0 0-5 0,0 0-2 16,-1 14 0-16,2-7 0 0,3 2-1 0,3 2 1 15,-3 0 0-15,-1 3-5 0,4 1 3 0,-3 2 1 16,0-4-2-16,1 3 0 0,2 2 5 0,-3-1-1 16,4-2-4-16,-2 2 2 0,1-2-4 0,-2 2-1 15,1-6 1-15,-1 1 0 0,0-2-2 0,2 0-3 16,-4 2-2-16,5-4 1 0,-3-1-5 0,1-1 3 15,-2-1 1-15,1-4-2 0,4 1-4 0,-4-1 10 16,3-1-2-16,-8 0-2 0,10-3 3 0,-5 2-2 16,5-3 1-16,-5-1-3 0,2 0 4 0,1-1-3 15,0-2 7-15,-1 1-2 0,1 1 2 0,-4-4 6 16,3 3 2-16,1-2 11 0,-4 2 16 0,0 0 20 16,0 0 4-16,1 1-3 0,-3 1 2 0,2-1-3 15,3 0 1-15,-6 1 7 0,2 1 7 0,-1 1 7 16,-1-2-7-16,-1 5-8 0,1-6-4 0,-1 6-8 15,2-5-5-15,-1 3-12 0,-1 2-6 0,0 0-3 16,0 0-7-16,0 0 5 0,0 0-5 0,0 0-5 16,11 11 5-16,-12-6-2 0,3 0-4 0,1 2-1 15,5 2-2-15,-7-3 1 0,4 3 1 0,0 0 2 16,-1 1-7-16,3-1-3 0,-3-1 4 0,3 0-10 16,-2-2-5-16,1 2-2 0,1 0-16 0,-5-5-8 15,6 0-8-15,-4 0-17 0,2 1-23 0,-2-3-40 16,0 1-40-16,-4-2-44 0,11-2-30 0,-6 0-40 15,1-1-147-15,1-3-456 0,-2 4 202 0</inkml:trace>
  <inkml:trace contextRef="#ctx0" brushRef="#br0" timeOffset="-40866.36">7280 15975 28 0,'-5'-4'288'0,"-2"2"-5"0,0-1-16 16,2 1-13-16,-5 1-17 0,2 1-17 0,0 0-18 0,1-1-21 15,7 1-19-15,-19 2-18 0,12 0-8 0,-2 1-16 16,3 0-18-16,-2 1-14 0,4 1-4 16,0 2-8-16,-3 1-6 0,3 2-5 0,0 0-9 15,3-2-4-15,1 3 0 0,0-1-5 0,1 0-6 0,2 1-4 16,1-4-1-16,5 2-3 0,-2-1-4 0,3-3-2 15,-5 1-8-15,10-3-7 0,-3 1-23 0,2-4-28 16,-2 0-27-16,6-2-31 0,1-3-26 16,-3-1-25-16,-2 2-23 0,6-4-26 0,-6-2-22 0,-2 4-178 15,3-7-428-15,-7 1 189 0</inkml:trace>
  <inkml:trace contextRef="#ctx0" brushRef="#br0" timeOffset="-40630.42">7439 15689 84 0,'0'-4'266'0,"-2"0"-8"0,2 4-15 0,-3-5-18 16,3 5-26-16,-1-3-22 0,1 3-20 0,0 0-15 15,0 0-14-15,0 0-12 0,0 0-14 16,0 0-10-16,6 18-9 0,-4-12-7 0,3 4-9 0,1 2-3 31,-1 3-11-31,-1 3-1 0,0-6-4 0,4 5-7 16,-1 0-2-16,0 1-2 0,0 0-5 0,-1-1 0 15,0-5-4-15,1 5-11 0,0-2-14 0,-2-2-26 16,-1-1-25-16,1-2-42 0,-2 0-29 0,-1-2-28 16,0-3-36-16,1-1-25 0,-2 1-133 0,-1-1-369 15,0-4 164-15</inkml:trace>
  <inkml:trace contextRef="#ctx0" brushRef="#br0" timeOffset="-40067.86">7459 15862 219 0,'0'0'223'16,"0"0"-7"-16,-2-5-15 0,2 5-11 0,-3-4-20 16,3 4-14-16,0 0-15 0,0 0-15 0,0 0-9 0,10-1-14 15,-10 1-10-15,12 1-12 0,-5-1-6 16,1 1 1-16,-1-1-15 0,5 3-9 0,-1-2-2 16,2-1-10-16,-2 1 4 0,2 1-6 0,-1 0-1 15,-1 1-10-15,-3 0 2 0,1-1-5 0,1 2-3 0,-3-2-3 16,1 2-3-16,-4-1-1 0,1 1-3 0,-2 0 1 15,3-1-3-15,-4 0-2 0,1 1 0 16,-3 2-3-16,3-2 0 0,-3-1 1 0,0 2 3 16,0-1-4-16,0 1-3 0,0-5 1 0,-3 5 1 15,3-1-3-15,0-4 2 0,0 6-2 0,0-6 2 0,-1 4 0 16,1-4-3-16,0 5 2 0,0-5 2 0,0 0 0 16,1 4 1-16,-1-4 1 0,3 3-1 0,-3-3 4 15,9 2 1-15,-9-2-1 0,7 1-3 16,0-1 1-16,-7 0 0 0,16-3 1 0,-8 2-1 0,1 1-1 15,3-2-5-15,-4 0 4 0,0 0 0 0,3 1-3 16,-3-2 3-16,0 2 0 0,-1-2-2 0,5 2 2 16,-2-2-1-16,-6 2-2 0,3-3 1 15,-3 1 2-15,1 1-4 0,-5 2 0 0,8-2 2 0,-2 1-2 16,-6 1-1-16,8-2 1 0,-5-1 0 0,-3 3 0 16,9 0 1-16,-9 0-4 0,0 0 0 0,10 3 0 15,-7 0 1-15,-3-3-2 0,5 2 4 0,-3 1-5 16,0 2 3-16,3-3 2 0,-2 2-2 0,-3 0 1 15,3-1 6-15,-2 0-8 0,-1-3 2 0,0 5-1 16,0-5 4-16,3 3-1 0,-3-3 18 0,0 0 19 16,0 0 23-16,0 0 25 0,4 4 34 0,-4-4-9 15,0 0-1-15,0 0-18 0,0 0 4 0,0 0-7 16,-4-13-9-16,1 8-9 0,3 0-10 0,0-1-4 16,3-2-16-16,-3 1-23 0,0-4-41 0,1 1-50 15,2 1-56-15,-3-3-74 0,2-6-77 0,-1 7-266 16,-1-2-591-16,-3-1 262 0</inkml:trace>
  <inkml:trace contextRef="#ctx0" brushRef="#br0" timeOffset="-39880.38">6985 15811 80 0,'-3'-4'221'0,"-1"-1"-19"0,4 5-32 16,-5-7-39-16,4 3-36 0,1 4-46 0,0 0-52 15,5-10-48-15,-1 8-98 0,-4 2-162 0,5-4 71 16</inkml:trace>
  <inkml:trace contextRef="#ctx0" brushRef="#br0" timeOffset="-39052.29">8500 15912 95 0,'0'0'266'0,"0"0"-26"0,0 0-25 0,4-4-21 15,-4 4-13-15,0 0-24 0,10 0-16 16,-10 0-12-16,0 0-16 0,16 4-9 0,-9-1-13 16,5 2-2-16,-6-2-15 0,6 4-7 0,-1-1-8 15,-2 3-7-15,1-1-2 0,2-1-7 0,-1 3-2 0,-1 0-1 16,-5-1-8-16,6 2-2 0,-4-2-3 0,-3 3-5 15,0-2-1-15,0 0 0 0,-3-1-2 16,3-2-2-16,-4 2-1 0,-2-3 0 0,2-1-4 0,-2 1 17 16,2-1 22-16,0-5 31 0,-2 3 19 0,2-3 3 15,0 0-5-15,0 0 1 0,0 0-9 0,0 0-3 16,-3-16-14-16,4 7-11 0,2-3-10 0,0-1-13 16,3 2-26-16,-2-2-25 0,2 0-35 0,2-2-35 15,1 1-32-15,-3 2-32 0,2 2-32 0,3 1-30 16,-3 3-27-16,3-1-19 0,-5 4-147 0,2 1-432 15,-3 0 191-15</inkml:trace>
  <inkml:trace contextRef="#ctx0" brushRef="#br0" timeOffset="-38208.59">8938 16030 118 0,'4'-6'124'16,"3"0"3"-16,-2-3-2 0,0 3 0 0,-3-4-4 15,2 0-1-15,2 0-1 0,-5 1-3 0,2-1-10 16,0 0-3-16,-3 0 0 0,-3 0-8 0,0-2 3 16,3 5 1-16,-1-3-8 0,-2 5-3 0,-2-5-3 15,1 2-7-15,-1 3-5 0,0 0-11 0,-2 0-6 16,2 1-5-16,-3 4-3 0,2 0-9 0,6 0-5 16,-16 3 0-16,9 0-7 0,-2 4-4 0,-2-2-1 15,3 4-1-15,1 3-6 0,0-2 4 0,2 0-7 16,-1 8-2-16,3-6-1 0,3 1 0 0,-1 5 1 15,1-5-4-15,1 0 2 0,2 0 2 0,6 2-4 16,-3-3 1-16,2-1 0 0,3-2 1 0,4 3-2 16,-3-7 9-16,7 1-6 0,-1 0-3 0,5-4 0 0,-4-3-2 15,4 0-3-15,1-5-2 0,-3-3 0 16,1 3 0-16,-3-4 1 0,3 0 2 0,-3-1-2 16,-3-2 1-16,0 1 1 0,-2-3-2 0,1-1 0 15,-5-1 4-15,-1-2-4 0,0-8 0 0,-3 7-2 0,2-7 0 16,-4 0 1-16,0 1 1 0,-2 6 2 0,-2-1-3 15,-3 1 0-15,-1 2 3 0,3 0 8 16,-1 5 10-16,-2 0 9 0,0 3 2 0,-2 0-3 16,5 3-4-16,-4 1-4 0,-2 3-3 0,3 1-5 0,-2 1-1 15,6 1 0-15,0 0-4 0,-16 7 1 0,12-2-4 16,-3 7 1-16,3-2-1 0,0 3-2 0,1 6 1 16,2 2 1-16,1-2-1 0,0 1 0 15,1 6-2-15,2-5 2 0,1-3-1 0,0 8 0 0,5 0 2 16,-3-7-2-16,5 2 3 0,-4-4-4 0,4 1 0 15,4-2 2-15,-6-1-2 0,6-2 2 0,0-3-3 16,3 0 2-16,-3-2 1 0,0-1-4 0,-2-6 1 16,2 0-2-16,-2 0 0 0,4-3 1 0,-6 1-1 15,0-6 1-15,1 3 3 0,-2-2-2 0,2 0-1 16,-4-2-1-16,-1-1 2 0,0 1-1 0,-3-1 5 16,0-1-2-16,-3 3 1 0,-1-1-4 0,-1-3 6 15,2 4 4-15,-2-1-2 0,0 0 4 0,-2 2-5 16,-1 2 6-16,2-1-8 0,-2 1-4 0,0 3 0 15,4 1 0-15,-12-1-2 0,12 1 2 0,-12 5 0 16,6-3-1-16,-2 4-1 0,2-3 0 0,0 5 1 16,3-2 1-16,-1 1-2 0,0-1 2 0,1 0-4 15,3 0 0-15,0 0 0 0,0 0 4 0,2 0-1 16,-1-3 0-16,2 1-3 0,2 0 1 0,-2-2 4 16,3 0 1-16,-6-2-2 0,13-2 1 0,-8 1 1 15,5-1-5-15,-2-1 6 0,0 1-1 0,-4-3 1 16,5-1-2-16,-4 2 7 0,0-1 11 0,4 1 2 15,-4-1 15-15,-1 0 4 0,0 3 1 0,-1-1-5 16,1 1-4-16,-4 2-3 0,5-3-5 0,-5 3-8 16,0 0 0-16,0 0-1 0,9 4 6 0,-8 0-9 15,3-1-3-15,0 0-4 0,-1 4-9 0,2-2-10 16,2 1-7-16,1 2-10 0,-1-2 0 0,5-1-28 16,-1 2-19-16,0-1-19 0,3-1-36 0,-3-2-32 15,3-2-32-15,-1 0-22 0,0-1-177 0,2-1-427 16,-4-2 190-16</inkml:trace>
  <inkml:trace contextRef="#ctx0" brushRef="#br0" timeOffset="-37167.07">9688 15591 2 0,'-3'-3'199'0,"2"0"-15"0,1 3-24 15,0 0-19-15,0 0-17 0,0 0-5 0,0 0-6 0,-7 11-4 16,8-4-5-16,-1 3-8 0,3 2-10 0,-2 0-6 16,2 4-8-16,5 2-7 0,-4 3-6 0,0-2-3 15,5 2-5-15,-4-1-7 0,0-1-5 16,2 3-2-16,-3-2-2 0,4 1-2 0,-2-1-4 0,5 5-4 16,-6-6-2-16,2-1 0 0,-2-3-2 0,2 3-3 15,-4-5 0-15,-2-2-1 0,3-2-14 0,-2-1-7 16,-1-3-7-16,0 1-14 0,-1-1 6 0,0-2 1 15,0-3-3-15,-2 5-5 0,0-2 6 0,2-3 0 16,0 0 12-16,0 0-7 0,-9-9 0 0,5 5 6 16,-2-2 0-16,5-1 3 0,-2-1 3 0,-1-2 12 0,0 1 8 0,1 2 14 15,0-2 18-15,2-1 5 0,0 1 12 0,1 0 1 16,-4 0 1-16,4-3 1 0,0 5-3 0,0-3-1 0,4 3-3 16,-3-1 3-16,0 0-6 0,4 2 0 0,-3 1-7 15,1-2-6-15,1 2-3 0,-1 2-7 16,5-1-5-16,-4 1-3 0,6 2-2 0,-5 1 3 15,-5 0-11-15,16 1 1 0,-6 2-2 0,1 2-5 0,2 0 3 16,-3 1-4-16,1 2-6 0,2-2 4 0,-3 2-1 16,0 1 1-16,0 0-4 0,0 1 0 0,2 3-4 15,-1-4 2-15,-3 2 2 0,-1-1-6 16,-3-1-2-16,1-2 1 0,1 1 0 0,-3-1-1 0,1-3 0 16,-3 1 3-16,1-1-2 0,2 0 3 0,-2-1 6 15,-2-3 0-15,0 0-5 0,5 1 1 0,-5-1 0 16,0 0 3-16,3-8 3 0,0 4 8 0,0-1 6 15,-2-1 7-15,2 1 2 0,0-4-6 0,1-2-3 16,0 2 1-16,1-1-4 0,1 0-4 0,-2 2-1 16,1 1-1-16,-2 1-3 0,1-2 1 0,0 3-2 15,0 0-1-15,0 1-4 0,0 1 1 0,-1 0-1 16,-3 3-2-16,8-1-1 0,-8 1-4 0,0 0 3 16,9 8-2-16,-4-4-1 0,-3 1 0 0,1 3-13 15,1-3-7-15,2 4 0 0,-1-3-4 0,-2 1 10 16,1 0-12-16,4 0 2 0,-4-3 0 0,2 4-1 15,2-2 8-15,-4-1 1 0,4-2 3 0,-4 1 1 16,2-1 0-16,-2-2-2 0,4 0 4 0,-8-1 4 16,9 0 2-16,-9 0-5 0,10-1 2 0,-10 1 5 15,8-4 0-15,-5 2 1 0,0-1 0 0,-3 3 5 16,6-6-1-16,-6 3 0 0,2-2 1 0,-2 5 9 16,4-7-11-16,-3 4 2 0,-1 3-7 0,1-4 5 15,-1 4-2-15,0 0-3 0,0 0 1 0,6-3 4 16,-6 3-2-16,8 0-1 0,-8 0 0 0,0 0 4 15,12 6-5-15,-6-5 0 0,1 0 4 0,-1 1 1 16,5 1-3-16,-4-1 0 0,4-1 1 0,1 1-2 16,0-2-1-16,2 0 2 0,0 0-4 0,-2 0 5 15,0-2 0-15,-1-3-2 0,0 2 3 0,1 1-2 16,-1-3 8-16,-3 1-5 0,2-3-1 0,-6 4-2 16,1-3 4-16,-1-1-2 0,-1 0 2 0,-2-1 3 0,-1 1 1 15,-1 1 3-15,1-1 3 0,-3 1 6 16,-1-1-2-16,0 1 3 0,0 1 7 0,-3 1-12 15,-1 0 2-15,3 0 0 0,-5 3-6 0,3-1 3 16,-1 1-5-16,-4 1 1 0,5 1-2 0,-1 2 2 0,1 1-5 16,0 0 1-16,2 1-1 0,1 4-1 0,1-4-1 15,-1 3 6-15,3 0-5 0,1-1 22 16,0 5-18-16,1-7-2 0,4 7 3 0,2-5-1 16,0 3 1-16,1-1-4 0,4-1-5 0,2-2-13 0,5 2-21 15,-1-3-37-15,-2-1-28 0,-2-2-35 0,5 0-39 16,1-2-33-16,-5 0-50 0,-1-2-149 0,-3 0-439 15,2 0 195-15</inkml:trace>
  <inkml:trace contextRef="#ctx0" brushRef="#br0" timeOffset="-36979.58">10225 15616 240 0,'-6'-2'213'16,"2"-1"-25"-16,0 2-17 0,4 1-26 0,-8-2-33 16,8 2-43-16,0 0-31 0,0 0-65 0,0 0-57 15,0 0-94-15,0 0-193 0,0 0 87 0</inkml:trace>
  <inkml:trace contextRef="#ctx0" brushRef="#br0" timeOffset="-36573.36">10936 15560 50 0,'4'-9'341'0,"1"-1"-22"16,-4 3-9-16,3 1-7 0,-3 1-22 0,3 1-10 15,-4-1-22-15,2 1-23 0,-2 4-28 0,0-5-17 0,0 5-28 16,0 0-17-16,0 0-12 0,0 0-12 0,8 14-10 15,-7-7-8-15,2 4-13 0,0 3-11 0,1 4-10 16,4-2-2-16,-3 1-2 0,-2 1-8 0,3 2 5 16,-1 0-14-16,4 6-6 0,-2 0-1 0,-3-6 2 15,3 0-5-15,0 2-5 0,-2-4-11 0,2 1-16 16,-3-1-23-16,-1-1-21 0,-3-4-20 0,0-1-21 16,0 1-22-16,0-4-28 0,0-2-28 0,0 1-37 15,0-3-29-15,0 2-26 0,-3-4-199 0,3 2-496 16,0-5 220-16</inkml:trace>
  <inkml:trace contextRef="#ctx0" brushRef="#br0" timeOffset="-36182.75">10913 15823 138 0,'-4'-5'264'0,"0"0"-4"16,1 1-4-16,-1 0-1 0,3 2-9 0,-2-2-5 15,3 4-16-15,-3-6-16 0,3 6-23 0,3-7-20 16,0 5-20-16,0-1-9 0,3 0-17 0,4 0-13 15,2-1-7-15,-1 3-11 0,5-2-8 0,-5 5-10 0,4-2-4 16,-1 2-14-16,-2 3 0 0,4-1-10 16,3 4-2-16,-4-1-5 0,-1 0-7 0,1 3-2 15,-3 1-3-15,3 1-2 0,-5-3-6 0,-1 3 6 16,-1-1-7-16,-1 1-4 0,0 1 0 0,0-1-5 0,-1-3 2 16,0 4 1-16,-2-3-4 0,1 1 3 15,-2-4-2-15,0-1 4 0,0 0-5 0,2-2 2 16,-1-1 6-16,-3 0 2 0,4 1-4 0,-5-4 10 15,8 0-7-15,-8 0 3 0,11-3 8 0,-5-1 5 0,1 0 5 16,-1-1-4-16,2-2 3 0,-2-3 7 0,0 2 2 16,2-1 1-16,-4-1-3 0,3-2-3 0,-4 1-6 15,2-1-5-15,-3 1 2 0,-2-2-8 16,1 0 3-16,-2 0-5 0,1 3-5 0,-2-3-1 0,-3 1-7 16,-2 3-17-16,2 0-20 0,-4 2-29 0,1 1-32 15,0 3-31-15,-1 0-41 0,-4 0-50 0,1 3-61 16,1 0-69-16,-2 1-183 0,-1 1-568 0,-1 1 251 15</inkml:trace>
  <inkml:trace contextRef="#ctx0" brushRef="#br0" timeOffset="-33034.39">11886 15730 131 0,'0'-20'243'0,"0"2"8"16,-2 4 6-16,-1 2 9 0,2 1-1 0,-2-1-2 15,2 4 4-15,1 0-14 0,-1 3-18 0,-1-1-25 16,2 3-22-16,0-2-10 0,0 5-35 0,0 0-16 16,0 0-14-16,0 0-3 0,0 0-16 0,-5 17-7 15,5-7 2-15,5 2-24 0,-2 1-6 0,1 5-4 16,-1 2-6-16,0 8-5 0,1-8-4 0,1 1-3 16,-2 1-9-16,1-2 12 0,1-1-15 0,-2 1-20 15,1-2-33-15,-2-2-11 0,2-1-20 0,-2-2-20 16,1-2-18-16,-3-1-26 0,2-2-32 0,-1 0-24 15,0-3-20-15,1-2-38 0,0-1-33 0,-2-2-189 16,0 0-497-16,0 0 220 0</inkml:trace>
  <inkml:trace contextRef="#ctx0" brushRef="#br0" timeOffset="-32487.54">12038 15572 52 0,'0'0'195'0,"0"-6"-21"15,0 6-22-15,0 0-15 0,0 0-4 0,0 0-8 16,0 0-10-16,1 17-12 0,1-8-8 0,-1 5-12 16,-1-2-5-16,3 1-8 0,-2 3-6 0,1 2-5 15,0-2-5-15,2 2-4 0,2 0-8 0,-5 0-5 16,3-1 1-16,2 1-5 0,-4-6-6 0,1-1 1 16,-3-1-2-16,3-2-5 0,-2-2 2 0,-1 2-4 15,4-3 5-15,-2 1-6 0,-1-1 8 0,-1-5-6 16,2 5-4-16,-2-5-2 0,5 0 0 0,-5 0-1 15,0 0-1-15,0 0 6 0,5-11 15 0,-5 9 9 16,4-2 6-16,-4 4 5 0,0 0 9 0,0-8-2 16,0 8-12-16,2-3-7 0,-2 3-5 0,0 0-6 15,0 0-2-15,0 0-5 0,0 0 1 0,0 0-4 16,9 7-2-16,-6-4 0 0,2 0-5 0,-1 0 0 16,3 1 1-16,0-1-4 0,1 0 4 0,4-1-5 15,-1 0 0-15,4 2 1 0,-4-4 3 0,5 0-6 16,1-1 3-16,6-2-4 0,-5 0-2 0,2 1 4 15,-1-5-1-15,-5 4-3 0,3-4 0 0,-4 2 1 16,0-1-3-16,-3 1 1 0,-1-1-1 0,-1 1 1 16,-1-1 1-16,-1 1 3 0,-4-2-6 0,0 4-2 15,-1-4 1-15,-2 5-1 0,1 2-1 0,-4-7-1 16,4 7 0-16,-7-2 1 0,0 0 2 0,7 2 4 0,-11 0 5 16,3 0-3-16,8 0-1 0,-15 3 1 15,11-2-1-15,0 3-1 0,-2-1 0 0,4-1 3 16,-1 2-2-16,0 0 0 0,2-1 1 0,-2 1 3 0,6 2 3 15,1-1-1-15,-1-2 1 0,2 1 2 0,1 1-4 16,3-2 0-16,3 2 1 0,-1-2 6 0,3-2-6 16,2-1-4-16,-1 0-14 0,-1-1-22 0,-1-2-20 15,2-1-23-15,-1 3-26 0,1-2-38 0,-3-3-41 16,0 1-38-16,-4-2-181 0,-1-2-427 0,-3 3 190 16</inkml:trace>
  <inkml:trace contextRef="#ctx0" brushRef="#br0" timeOffset="-32300.05">12295 15592 47 0,'0'0'245'16,"0"0"-24"-16,0 0-20 0,0 0-17 0,0 0-19 16,0 0-18-16,19-5-10 0,-8 2-16 0,5 1-10 15,2-3-15-15,1 1-5 0,1 1-12 0,0-1-34 16,1-1-46-16,-4 3-47 0,3-3-69 0,-4 2-171 15,-5 0-311-15,-1-1 138 0</inkml:trace>
  <inkml:trace contextRef="#ctx0" brushRef="#br0" timeOffset="-31612.59">6218 16710 12 0,'0'-4'316'0,"0"4"-39"0,1-5-33 16,-1 5-24-16,0 0-23 0,0 0-22 0,0 0-15 16,0 23-17-16,3-11-15 0,-3 6-9 0,-3 3-10 15,6 8-8-15,-3-2 15 0,-3 5-11 0,6 0-13 16,-3 0-6-16,0 0-9 0,-3 1-9 0,3-2-6 15,3-1-4-15,-3-2-8 0,1-1-3 0,4-6-5 16,-4-1-8-16,-1 0 1 0,3-3-2 0,-2 0-11 16,3-4-24-16,-3-3-36 0,1-2-38 0,-1-1-36 15,0-2-36-15,3 0-48 0,-2-3-46 0,-2-2-144 16,0 0-418-16,0 0 185 0</inkml:trace>
  <inkml:trace contextRef="#ctx0" brushRef="#br0" timeOffset="-31300.11">6218 16653 192 0,'-3'-5'219'0,"6"1"-24"0,-3 1-19 0,0-3-17 15,4 0-17-15,2 1-15 0,3-3-9 0,-1 2-3 16,0 1-22-16,5 1-4 0,0-2-12 0,1 4-10 15,5-2-8-15,0 3-6 0,-6 1-7 0,1-1-5 16,1 1-3-16,-1 2-3 0,1 0-6 0,-3 0-3 16,-1 7-4-16,-6-3-1 0,2 5-1 0,0-1-3 15,-6 3 0-15,-2 4 0 0,-2-5-3 0,-4 6 2 16,-5 6-4-16,0-1-1 0,-2-5-1 0,-3 8 2 16,-4-5 3-16,6 2-6 0,-4-2-2 0,5-6-1 15,1-2-17-15,1 0-26 0,2-2-30 0,1-2-39 16,5-3-31-16,0-2-44 0,4 0-117 0,0-4-321 15,0 0 142-15</inkml:trace>
  <inkml:trace contextRef="#ctx0" brushRef="#br0" timeOffset="-31003.25">6506 16855 82 0,'-5'10'182'16,"-2"0"-16"-16,0 3-16 0,2-4-10 0,4 2-10 15,-2-5-12-15,3 2-11 0,0 1-4 0,0-2 6 16,0 0 6-16,4-2-3 0,3-4-1 0,1-1-2 16,0 2-11-16,4-2-10 0,0-2-7 0,1 1-9 15,2-4-2-15,-3-2-6 0,1 1-8 0,1-5-3 16,2 2 5-16,-6 0 2 0,0 0-3 0,-1 0-7 16,-4 0-1-16,1-2-4 0,-2-1 2 0,-4 4-4 15,0 0-5-15,-1-2 0 0,-4 3-5 0,3 0-4 16,-4 0-3-16,-4-1-4 0,4 1-2 0,-5 5-2 15,0-3-2-15,0 1-3 0,2 3-3 0,-2-3-15 16,-1 1-16-16,2 3-13 0,2 0-17 0,0 0-26 16,8 0-20-16,-10 0-28 0,6-1-39 0,4 1-30 15,-1-5-20-15,1 5-121 0,7-9-362 0,0 5 160 16</inkml:trace>
  <inkml:trace contextRef="#ctx0" brushRef="#br0" timeOffset="-30143.92">6761 16555 137 0,'-4'-2'200'0,"4"2"-2"15,-2-3-7-15,2 3-5 0,-1-5-9 0,1 5-16 16,0 0-12-16,0 0-19 0,-1-4-12 0,1 4-12 16,0 0-12-16,0 0-10 0,0 0-5 0,0 0-11 15,0 0-7-15,0 0-5 0,9 12-9 0,-6-9-5 16,-2 4-3-16,-1 1-4 0,1 2-3 0,4 1 0 15,-5 2-5-15,0 4 0 0,0-1-1 0,-5 0-2 16,4 4 1-16,-2-1 3 0,1 0-4 0,-4 2-3 16,4-2 1-16,-1 1-2 0,0-1 0 0,-1 1-4 15,4-2 3-15,-1-2-4 0,-1 2-3 0,4-5-1 16,-1-1 2-16,2-1 2 0,-2 0-1 0,6-2 6 16,-3-3 0-16,4-1 2 0,3-3-6 0,4-1 1 15,3-2 1-15,-1 1-6 0,1-5-2 0,2-2 0 16,2 0-3-16,-3-2-2 0,2 0 1 0,-4-1-6 0,1 0-2 15,1-3-1-15,-4 0-6 0,-3 1 4 16,-2 2-1-16,-2 0 5 0,0 0-6 0,-3 1 2 16,-1 0 0-16,-2 0 3 0,-1 1-3 0,-1 3-2 15,-3 0 3-15,1 0 1 0,-3 1 1 0,-1 1 1 16,1 2 1-16,-4 0 6 0,4 0 2 0,-4 1-2 0,9 0-1 16,-16 1 2-16,7 1 6 0,-2 0-8 15,3-1 3-15,2 1-2 0,-3 2 1 0,4-1-2 16,0 1-1-16,0 0 0 0,2-2 0 0,-1 2 1 15,3 3-1-15,1-1 0 0,-3-4 2 0,6 6 0 0,-2-3-1 16,2 0-2-16,0 0 3 0,-1 1-1 0,4-4 0 16,-2 3-5-16,0-2 4 0,5 1-1 15,-3-3-1-15,-1 1 2 0,1-1-4 0,3-2-1 16,-1-1 1-16,1 1 1 0,-1-2-2 0,1-1-2 16,-1 1 0-16,1-4-2 0,3 1 4 0,-4-1-1 0,0 0 1 15,-1 1-2-15,1 0 1 0,-1-3 0 0,-3 5 4 16,0-1 3-16,-1 3 2 0,1-1 1 15,0-2 1-15,0 2-3 0,-4 3-1 0,1-2-4 16,-1 2-2-16,0 0 0 0,0 0-1 0,0 0 2 16,0 0-3-16,0 0 6 0,14 7-4 0,-10-2-3 0,-1-3 6 15,2 3-2-15,2-1 0 0,-3 1 0 0,6 3-3 16,-5-5 3-16,7 5 3 0,-8-3-3 0,5-2 1 16,-1-1 1-16,-3 2 1 0,2-3 3 15,0 1 2-15,-2-2 1 0,-5 0 9 0,11 0 6 16,-6-4 7-16,0 3-2 0,-3-3 8 0,1-1 0 0,1 1 3 15,-1-3 5-15,0 1-10 0,-1-3 16 0,2 3 1 16,-1-4 5-16,3 2-1 0,-4-1 1 0,1 2-1 16,1-3 2-16,-1 5-9 0,1 0-5 15,0 1 2-15,0-1-1 0,-1 0-14 0,2 3-3 0,-5-1-11 16,4 0 2-16,0 2 10 0,-4 1-13 0,0 0-13 16,12 4 0-16,-6-1 5 0,-2 0-5 0,0 1 3 15,0 2-8-15,0 0 10 0,2 1-5 0,-2 0 2 16,-2-1-9-16,3 2-17 0,-1-3-24 15,1 0-15-15,-2 3-7 0,1-5-20 0,3 1-23 0,-6 0-23 16,3 0-16-16,-1-2-35 0,-3-2-43 0,4 1-30 16,-4-1-209-16,0 0-503 0,7-7 223 0</inkml:trace>
  <inkml:trace contextRef="#ctx0" brushRef="#br0" timeOffset="-28894.01">7401 16469 19 0,'0'-5'311'0,"0"1"-8"0,-1 0-21 16,1 0-24-16,0 4-29 0,-1-6-24 0,1 6-25 15,0 0-17-15,0 0-16 0,0 0-14 0,0 0-11 16,0 0-13-16,12 16-14 0,-8-8-12 0,-3 3-6 16,3 1-12-16,3 7 0 0,-1-2-5 0,0 2-3 15,-2 3-10-15,2 3-2 0,-1 3-7 0,4-2 4 16,-5-6-9-16,-2 0-5 0,2-1-1 0,0 1-5 15,1 0-10-15,-1-3-11 0,-3 0-7 0,3-5-16 16,-4 2-14-16,0-3-13 0,0 0-16 0,0-3-17 16,0-2-8-16,0 0-6 0,0-1 5 0,0 0 8 15,-4-2 5-15,4-3 7 0,-5 4 15 0,5-4 1 16,0 0 6-16,0 0 8 0,-10-7 5 0,7 1 8 16,3 0 14-16,-2 1 12 0,0-3 9 0,1 0 21 15,1 2 12-15,-1-2 11 0,1 2 8 0,-2-2 0 16,4 0-2-16,-1 2-4 0,2 0-5 0,-1-1-5 15,2 1-2-15,-1-1-3 0,1 1-7 0,-1 2 1 16,5-2-4-16,-1 1-5 0,2 1-2 0,2 1 0 16,3 0-4-16,-2 0 0 0,3 1-2 0,6 0-4 15,-3 1 2-15,0 2-3 0,3-2 0 0,0 2-1 16,0 2 0-16,-1-1-3 0,-1 2 0 0,-4-1 1 16,0-1-3-16,-3 5 0 0,2-2-1 0,-3 0 0 15,-2 2-3-15,1 1 0 0,-3-3 0 0,-1 5 0 16,0-2-2-16,-5 3 4 0,2-3-2 0,-3 2 0 15,0 0 0-15,0-2 1 0,-3 0-1 0,2-1-1 16,1-1 1-16,0 1 0 0,-3-2 0 0,3-2 0 16,0 2 6-16,0-5 13 0,0 3 15 0,0-3-3 15,0 0-8-15,0 0 2 0,0 0-5 0,22-10-1 16,-15 4-4-16,1-2 1 0,3 0-4 0,-2 1 2 16,8-4 0-16,-2 1-4 0,-2 0-1 0,1-2-1 15,-2 1 0-15,-1 3-3 0,1-2 0 0,-2 2 0 16,-2 0-1-16,4 3-1 0,-6 0 1 0,0 0-9 15,0 1-6-15,0 0-17 0,-1 4-13 0,0-3 0 16,-1 1-1-16,-4 2-1 0,10-1 0 0,-10 1-11 16,9 0-3-16,-9 0 2 0,7 1-1 0,-3 1-4 15,3 0 14-15,0-2-10 0,-7 0-18 0,19-2-7 16,-11 2-1-16,4-2 3 0,-1-1 14 0,0 0 5 16,5-1 6-16,-2 0 8 0,-2-1-6 0,0-1 12 15,0-2 7-15,2-3-5 0,-3 1 11 0,-3 3-3 16,0-1 5-16,-1 0 17 0,0 0 17 0,-5 1 14 15,-2 1 12-15,3 1-5 0,-6-1 7 0,1 1 0 16,-3 4 3-16,-1-4 0 0,2 3-1 0,-4 0-5 16,-2 1-3-16,-1 1-1 0,0 1-3 0,1-1-4 15,-1 6 2-15,-4-2-7 0,7 0 0 0,-3 2 0 16,0 0-4-16,1 0 0 0,2 1-4 0,-1 1-2 16,-1 2 0-16,5-3 3 0,-3 3-3 0,2-2-1 15,1-2-2-15,-1 4 1 0,2-4 0 0,3-1 1 16,-2 0-2-16,-1 0 0 0,3-1 0 0,1 1 2 15,0-2 6-15,0-3 1 0,-2 5 3 0,2-5-3 16,0 0 5-16,0 0-6 0,0 0 0 0,0 0 9 0,0 0 7 16,0 0 2-16,17-8 1 0,-14 6-4 15,-3 2-3-15,6-4-3 0,-2 3-3 0,-4 1 1 16,7-6-5-16,-4 5-2 0,1-2 1 0,-4 3-3 16,0 0 1-16,12 2-3 0,-12-2-1 0,8 4-4 15,-2-2 3-15,-2 3 1 0,0 0-3 0,0-1-2 0,5 3 1 16,-2 0-2-16,-1-3-1 0,2 3 2 15,3 0 2-15,-3 1-2 0,3 0 2 0,1-2-2 16,-1-1 1-16,1-1-2 0,-1-1 3 0,3-1-2 16,-4-1 2-16,4-1-2 0,-3-1 0 0,0 0 3 0,1-3-2 15,0-3-3-15,1 4 0 0,-1-3 0 0,-1-4 4 16,-3 4-4-16,0-5 4 0,0 3-2 16,-1-5 0-16,0 0-2 0,1-2 0 0,0-1 1 15,-3-2-2-15,1-2 1 0,-2 1 5 0,0-2-3 16,-1-4-4-16,0-4 3 0,-2 9 1 0,-1-7-3 0,-1 8 22 15,-1-2 20-15,-2 1 18 0,0 1 17 0,-3 0 11 16,3 2 18-16,-2 6 9 0,-1-2-23 0,3 3-4 16,-2 0-7-16,1 4-13 0,-1-1-11 15,-2 5-8-15,4-2-6 0,-3 4-6 0,7 0 2 0,-8 4-13 16,1 1 3-16,2 4-4 0,2 0 4 0,-1 5-11 16,4 3-3-16,-1 1 4 0,-1 1-5 0,2 1-1 15,2 1 0-15,-1 6-5 0,2 1 2 0,1 0 4 16,0 2-7-16,1-1-3 0,1-2-12 15,-1 0-19-15,-1-7-21 0,3 6-29 0,-3-6-26 0,1-4-19 16,1 1-20-16,-2-8-65 0,3 2-59 0,0-4-52 16,-2 0-195-16,-1-4-556 0,0-1 246 0</inkml:trace>
  <inkml:trace contextRef="#ctx0" brushRef="#br0" timeOffset="-28550.29">7880 16424 266 0,'0'0'330'0,"0"0"-25"15,0 0-27-15,0 0-28 0,-7 0-23 0,7 0-25 0,0 0-22 16,0 0-19-16,0 0-15 0,0 0-13 0,0 0-13 16,0 0-10-16,0 0-11 0,0 0-6 0,0 0-14 15,0 0-4-15,17 5-7 0,-17-5-6 0,5 0-6 16,-5 0-5-16,0 0-3 0,14-1-6 0,-14 1-5 16,0 0-3-16,5-1 2 0,-5 1-8 0,0 0-16 15,0 0-19-15,0 0-28 0,0 0-29 0,0 0-34 16,-10-10-51-16,10 10-58 0,-13-2-54 0,3 1-191 15,1 0-489-15,-6 1 217 0</inkml:trace>
  <inkml:trace contextRef="#ctx0" brushRef="#br0" timeOffset="-27956.57">6773 16731 351 0,'0'0'382'0,"-8"-3"-9"0,5 0-18 16,3 3-24-16,-5-2-23 0,5 2-39 0,-3-6-11 15,3 6-25-15,1-6-22 0,1 2-21 0,3 0-18 16,0-2-22-16,6-1-31 0,4 1-41 0,2-1-60 16,3-1-77-16,3 3-59 0,3-5-80 0,4 3-78 15,0 1-249-15,0 1-568 0,-3 3 251 0</inkml:trace>
  <inkml:trace contextRef="#ctx0" brushRef="#br0" timeOffset="-27003.52">9179 16683 53 0,'0'0'245'0,"-19"5"-17"0,15-1-19 0,-3-1-20 16,0 3-21-16,2-2-17 0,-2 1-14 0,4-2-14 16,-2 1-13-16,1 0-9 0,4 0-8 0,-2 1-7 0,2-5 12 15,3 5-9-15,-1-1-7 0,2-1-6 0,-4-3-6 16,13 1-6-16,-6 0-3 0,-2 2-10 15,4-3-6-15,0-3-6 0,-2 1 0 0,1-1-4 16,-2 0-4-16,0 0-1 0,1 0-5 0,-3-2-4 16,-1 1 0-16,1-1 0 0,0 0-6 0,-1-3 0 0,-3 2-1 15,1-3-2-15,-1 1-1 0,-1-2-2 0,-2-1 1 16,-2-1 0-16,1 0 0 0,-2 1-7 16,-1-2 5-16,-1-4 5 0,-1 2-7 0,0 1-2 15,0 1 2-15,2 2 12 0,-1 0 4 0,5 1 1 0,-1 4 6 16,1-4-2-16,1 3-3 0,-1 1-4 0,2 1 2 15,1 0-5-15,1-1-3 0,4 2 9 0,-2 2-11 16,3-1-5-16,0 2 5 0,1 1-6 16,5 3 1-16,2-2-4 0,-2 1 5 0,2 5-4 0,-2-2 1 15,7 5-5-15,-3 2 4 0,2-1-6 0,-4 3 1 16,-2 2 3-16,3 8 0 0,-4-5-1 0,0 4 0 16,-2 7-4-16,-1-1 3 0,-4 1-1 0,-1 0 0 15,-1 5-2-15,-2-3 2 0,0 4 2 16,-2-3 4-16,-1 2-6 0,3 0-2 0,-1 1 6 0,1-2 0 15,1-1-2-15,2-1 1 0,-1 0 14 0,2-1 7 16,3-2 4-16,1-10 8 0,1 8 7 0,1-9 3 16,3-1 10-16,1-1 5 0,-2-2 1 0,4-3 6 15,-1-1-3-15,-1-6-4 0,6 0-4 0,-2-4-9 16,-2-3 3-16,-2 1-1 0,9-5 2 0,-8-2 5 16,4-1 7-16,-4-3 0 0,0 1 0 0,-4-4-5 15,1 1 4-15,-4-3-12 0,-1-3-7 0,-3 1 2 16,-1-7-10-16,-3-1-3 0,-1-3-3 0,-2 3-5 15,-7-1-1-15,-1-1-13 0,-2-1-16 0,-1 4-20 16,-5 1-19-16,0 0-30 0,-4 3-29 0,4 3-13 16,1 0-8-16,1 7-30 0,-1 0-41 0,4 6-53 15,5-1-65-15,-3 3-237 0,-2-1-596 0,3 5 264 16</inkml:trace>
  <inkml:trace contextRef="#ctx0" brushRef="#br0" timeOffset="-26378.56">10090 16479 169 0,'0'-6'300'0,"0"2"-4"16,2 0-4-16,-1 1-1 0,-1 3-24 0,-1-7-18 15,2 4-30-15,-1 3-22 0,0 0-22 0,0-5-16 16,0 5-25-16,0 0-10 0,0 0-17 0,0 0-8 0,3 11-12 16,-3-3-5-16,0 0-8 0,1 1-9 0,3 4-11 15,-2 5 2-15,0 1-7 0,1 0-7 16,0 0-2-16,0-2-3 0,-1 2-13 0,2 0-15 15,0 2-16-15,-2-4-20 0,2-1-15 0,0-3-18 16,-3 0-19-16,2 0-22 0,1-1-23 0,-4-1-31 0,3-3-36 16,2-3-27-16,-2 0-26 0,-2 1-165 0,-1-2-441 15,3-2 195-15</inkml:trace>
  <inkml:trace contextRef="#ctx0" brushRef="#br0" timeOffset="-26128.58">10248 16432 1 0,'0'-9'252'0,"0"1"3"0,0 4-20 0,1-3-16 0,-2 1-20 15,1 3-22-15,0 3-19 0,0-4-21 0,0 4-13 16,0 0-11-16,0 0-10 0,0 0-12 0,3 18-6 16,-1-8-11-16,4 3-8 0,-2 2-6 15,2 2-5-15,-1 2 0 0,0 7-10 0,-1-6-4 0,3 4-7 16,-4-3 0-16,5-2 0 0,-1 1-8 0,-3 1 1 15,0-2-14-15,0 0-15 0,-1-1 2 0,1-2-25 16,-4-5-29-16,0 0-27 0,3 0-15 0,-6-2-29 16,3-5-18-16,0 1-17 0,-1-2-16 0,-2 3-133 15,-1-5-334-15,-2 0 147 0</inkml:trace>
  <inkml:trace contextRef="#ctx0" brushRef="#br0" timeOffset="-25691.11">10172 16690 92 0,'-4'-6'158'0,"0"-2"7"0,1 2 9 15,0 1 3-15,2-1 0 0,-2 0-13 0,2 2-10 16,1-2-17-16,0 1-11 0,0-2-9 0,1 2-15 16,3 2-11-16,0-3-6 0,3 1-13 0,0 1-5 15,1 2-7-15,3-2-5 0,0 0-3 0,4 3-7 16,-3 1-6-16,0-2-3 0,2 5-6 0,1 0-1 16,-3 0-4-16,3-2-4 0,0 2 0 0,-1 0-3 15,-2-1-3-15,2 7 2 0,-1-6-9 0,-3 1 3 16,-1 2-5-16,2-2-5 0,-3 3-3 0,-1-5-1 15,0 2-5-15,-2 0-3 0,1-3 2 0,-2 2 2 16,-3-1 0-16,3 1 1 0,-4-3 0 0,6 2 7 16,-6-2 2-16,0 0-5 0,0 0 1 0,0 0 6 15,5-6 0-15,-5 6-2 0,0-8 1 0,5 4 2 16,-1-1-3-16,2-3 2 0,-2 3 5 0,0-2-3 16,2 2 1-16,0-2-1 0,1 2 2 0,0-4 0 15,1 4 4-15,-1 1 1 0,1 2 1 0,-1-1-5 16,-2 1 7-16,2 2-7 0,1 4 4 0,3 1-5 15,-5 1-4-15,2 3 7 0,1 1 16 0,-3 3 0 16,2 1 3-16,2 4 2 0,-4 1 4 0,0 1 3 16,-1-1 2-16,-1 6-3 0,0-2-6 0,1-2 1 15,-2 0-7-15,0 5-2 0,1-8-1 0,-1 4-1 16,1-3-7-16,2 0 14 0,-5 0-14 0,3-2-2 16,4-2-7-16,-7-3-22 0,2-2-24 0,0-1-29 0,-2 1-40 15,2-5-43-15,-2 1-63 0,2-4-224 16,-1 2-473-16,0-3 211 0</inkml:trace>
  <inkml:trace contextRef="#ctx0" brushRef="#br0" timeOffset="-25119.59">10791 16689 64 0,'0'0'247'0,"1"18"-9"0,-1-10-12 16,3 2-15-16,-2 0-10 0,3 3-13 0,-1 4-15 15,1 1-13-15,0 0-14 0,0 0-12 0,0 1-14 0,3-2-12 16,-3 6-10-16,0-4-11 0,-1-2-10 0,1 1-4 16,0 1-6-16,-2-2-7 0,0-5-9 0,0 0-4 15,2 1-9-15,-2-2-6 0,0-2-21 16,-2-2 7-16,0 0-16 0,-2-1-15 0,2-1-6 0,0 1-22 15,-2-4-18-15,2-2-20 0,-4 4-14 0,4-4-1 16,0 0-1-16,0 0-1 0,-6-11 8 0,6 6 5 16,0-2-10-16,0-4 0 0,0-1-11 0,0-6-3 15,0 1-6-15,3-5 1 0,-2 1-1 0,1-5 13 16,-2-3 13-16,1 1 12 0,-1 8 18 0,-1-8 24 16,1 1 29-16,-3 7 26 0,3-1 15 0,-3 2 30 15,-1-1 19-15,-1 2 10 0,0 0 15 0,1 1 4 16,-1 5 11-16,1 0 9 0,1-1 4 0,1 0 9 15,0 4 5-15,-2-3-4 0,3 4-2 0,-2 0 0 16,2 1-6-16,-1 1-10 0,1 1-17 0,1 5-13 16,4-7 1-16,0 5-22 0,0 1-7 0,2-1-4 15,3 2-10-15,-9 0-7 0,18 3-2 0,-5-1-7 16,-2 1-13-16,0 2 5 0,4 0-5 0,-4 3-7 16,0 0-3-16,1-1-9 0,-1-1-5 0,0 5-10 15,-3-1-6-15,-3 2-2 0,-2-2-4 0,1 0-1 16,-2 1-3-16,-4-3 4 0,-2 3-3 0,0-2 1 15,-3 1-4-15,-2-1-2 0,2-2-6 0,-4 0-12 16,-1 1-14-16,2-3-21 0,-2 0-16 0,1 0-31 16,2 0-25-16,-1-2-35 0,5-2-27 0,-2-1-45 15,2 1-157-15,5-1-446 0,0 0 197 0</inkml:trace>
  <inkml:trace contextRef="#ctx0" brushRef="#br0" timeOffset="-24837.34">11007 16656 82 0,'0'0'187'16,"0"0"-6"-16,0 6-4 0,0-2-3 16,0 0-13-16,0-4-3 0,0 7-11 0,2-1-16 0,3-2-7 15,0-1-10-15,-1 2-10 0,3-2-7 0,5 1-8 16,-1 0-11-16,0-3-6 0,4-1-7 0,-3 1-7 16,3-2-4-16,-1 1-4 0,1 0-7 0,-3-5-3 15,3 3-4-15,-4-1-3 0,-2-2-2 16,-2 1 11-16,-2 1-4 0,-2-2-3 0,0 0 2 0,-3 0-3 15,-3 0-6-15,0 0 0 0,-3-1-2 0,-2-4 1 16,1 8-2-16,-5-5-4 0,2 1 1 0,-1 1 1 16,-2 1-4-16,-1-3-2 0,2 5-4 0,1-2-2 15,-3 2-4-15,5-5-15 0,2 4-26 0,0 2-31 16,0 0-31-16,3 0-61 0,4 1-46 0,-5-3-193 16,5 3-429-16,0 0 189 0</inkml:trace>
  <inkml:trace contextRef="#ctx0" brushRef="#br0" timeOffset="-24556.11">11245 16345 182 0,'0'0'226'15,"0"0"-12"-15,0 0-28 0,0 0-3 0,0 0-6 16,0 0-8-16,10 12-12 0,-5-5-16 0,-2 1-11 15,3 2-15-15,-1 0-8 0,-1 1-10 0,1 3-11 16,0 1-10-16,0-2-5 0,0 6-6 0,-1-1-7 16,2-1-6-16,1 1 4 0,-5 0-12 0,2 0-6 15,0 2-5-15,-4-1-8 0,0-1-17 0,0-2-17 16,0-3-19-16,0 0-19 0,0-3-27 0,0 2-12 16,0-6-38-16,0 1-19 0,2-2-6 0,-2-2-13 15,2 0-20-15,-2-3-100 0,0 0-306 0,0 0 135 16</inkml:trace>
  <inkml:trace contextRef="#ctx0" brushRef="#br0" timeOffset="-24024.9">11438 16408 169 0,'0'-12'250'0,"2"2"-5"0,-2 1-22 0,0 2-18 16,2 4-22-16,-4-2-19 0,2 5-18 0,2-6-21 15,-2 6-10-15,0 0-11 0,0 0-9 0,0 0-11 16,0 0-11-16,0 16-5 0,0-9-5 0,6 5-8 15,-4 0-6-15,4 4-5 0,-2-1-5 0,1 3-2 16,1 3-3-16,2-1-7 0,-4-1 3 0,4 6-7 16,-1-6-1-16,-5 0-3 0,4 1 1 0,-2 1-1 15,0-4-5-15,-4-3-1 0,3-1 1 0,-2 1-3 16,2-1 0-16,-1-6-3 0,-2-1 2 0,1 0 0 16,0 0 2-16,2-2 0 0,-3 1 1 0,0-5 1 15,0 0 0-15,0 0 0 0,0 0 0 0,0 0 0 16,9-10 2-16,-5 7 13 0,-2-2 10 0,1 0 9 15,-2-1 0-15,3 1 0 0,-3-2-9 0,4 3-3 16,-3-1-2-16,1 0-1 0,-3 3-6 0,0 2-1 16,5-5-3-16,-5 5-6 0,4-3 1 0,-4 3-1 15,10 0-5-15,-10 0 1 0,8 3-3 0,-1-1 3 16,0-1-4-16,1 2-1 0,0 2 0 0,6-3 1 0,-3 1-1 16,0 1-6-16,2-4 0 0,1 1 1 0,1 3 1 15,-2-4-3-15,2 0 0 0,-1 0-2 16,-2 0 1-16,0-1 0 0,-4 1 0 0,4-3-1 15,-3 0 2-15,-4-2-2 0,2 2 3 0,-3-2-1 0,0 0-2 16,0 0 8-16,-4-1-7 0,4 2 2 0,-5-1-2 16,1 0-1-16,-3 1 0 0,2-1-3 0,-2 2 7 15,-2-2-2-15,-1 0-4 0,2 4 2 16,0-2-2-16,-6 3 1 0,10 0 0 0,-12 0 0 16,12 0-1-16,-9 4-1 0,5 0-9 0,-2 0-2 0,2-2-8 15,3 2-10-15,-2 3-16 0,3-2-10 0,0 0-12 16,3 0-18-16,-2 0-18 0,5 1-17 0,-2 0-18 15,1-1-23-15,1-1-32 0,2-1-31 16,-2 0-140-16,4-1-396 0,-2-1 175 0</inkml:trace>
  <inkml:trace contextRef="#ctx0" brushRef="#br0" timeOffset="-23509.31">12080 16429 14 0,'-4'-3'272'0,"1"1"-12"16,-5 1-16-16,8 1-15 0,0 0-18 0,-12 3-18 16,5-2-11-16,7-1-11 0,-7 5-8 0,5-3-10 15,-3 3-7-15,5 0-8 0,-1-1-12 0,1 3-4 16,0 0-10-16,6-1-11 0,-2 4-2 0,3-1-23 16,-1 0 1-16,1 1-7 0,1-1-11 0,-1 1-3 15,4-2-7-15,-3 4-5 0,3-4-1 0,-4 3-7 16,2-1 1-16,-2 2 1 0,3-4-12 0,-6 3-5 15,1-3 3-15,-1 1-2 0,-4-3-2 0,1 0-2 16,-2 1 3-16,-3-1-5 0,0 0-3 0,-1 0 2 16,-1-1 1-16,-3 0-7 0,-2-2 7 0,1 1-7 15,-2-1 0-15,0-2 0 0,-2 1 1 0,2-2-1 16,0-3-4-16,-1 1-5 0,1 2-14 0,5-3-11 16,3-1-20-16,-3-1-20 0,2 1-12 0,4-1-11 15,-2-2-15-15,3 1-13 0,3-2-11 0,1 2-15 16,1-3-14-16,3-1-16 0,5-6-8 0,2 6-9 15,-2-3-3-15,2 0 5 0,3 1-136 0,-2 0-347 16,-1 1 153-16,4-1 1353 0,-5 2-937 0,-2 3 34 16,-1 1 28-16,0 0 24 0,-5 2 11 0,0 2 16 15,0 0 8-15,-1 2 10 0,-5 0 19 0,0 0 17 16,11 4 4-16,-10-1 18 0,2 0 1 0,-2 4 3 16,-1-2-2-16,3 1 4 0,-2 2-4 0,-1-1 4 15,4 4-9-15,2-1-9 0,-5 0-11 0,1-2-2 16,-1 5-6-16,4-5-5 0,-3 3-3 0,0-5-4 15,-2 6-5-15,3-7-8 0,-2 0-25 0,1 1-41 16,-1-2-42-16,-1-4-37 0,0 7-44 0,3-5-29 16,1-1-134-16,-4-1-347 0,0 0 153 0</inkml:trace>
  <inkml:trace contextRef="#ctx0" brushRef="#br0" timeOffset="-23243.7">12446 16501 105 0,'3'-2'277'0,"-3"2"-9"0,-4-6-12 0,4 6-9 16,0 0-15-16,-4-4-10 0,4 4-14 0,0 0-23 16,-10-1-15-16,10 1-16 0,0 0-13 0,-11 5-14 0,9-1-5 15,-3 0-13-15,5 0-8 0,-2 1-12 16,2 0-11-16,1 0-5 0,-1 3 1 0,1-1-9 16,2 0-4-16,-1 3-11 0,3-1-1 0,-5-1-5 15,8-1-7-15,0 3-1 0,-4-2-1 0,2 0-3 0,-1-2-8 16,-3-1 2-16,3 2-5 0,-2-2-3 0,-2 0-7 15,2-1-5-15,-3 1 0 0,0-5-6 16,-7 7-3-16,2-6-14 0,2 0-12 0,-5-1-25 16,-2 1-27-16,-5-1-28 0,2-1-35 0,-6 1-41 15,-1-5-43-15,6 1-38 0,-7 0-175 0,3 0-477 0,4 1 211 16</inkml:trace>
  <inkml:trace contextRef="#ctx0" brushRef="#br0" timeOffset="-23056.22">12333 16313 42 0,'-1'-5'223'16,"-2"1"-20"-16,3-2-21 0,-4 3-16 0,0 0-17 16,0 1-16-16,-2-1-15 0,1 2-20 0,5 1-44 0,-14 0-45 15,14 0-48-15,-7 1-50 0,-1 0-120 0,-1 2-225 16,-2 1 100-16</inkml:trace>
  <inkml:trace contextRef="#ctx0" brushRef="#br0" timeOffset="-22836.02">11201 16482 264 0,'-7'-1'356'16,"1"-1"-31"-16,2-1-34 0,1 0-24 0,2-2-28 16,2 0-26-16,2-1-19 0,4 0-18 0,5 0-24 15,4-6-22-15,5 5-36 0,7-5-52 0,6 6-57 16,0-6-62-16,3 2-82 0,4 2-257 0,-5 2-449 16,5 1 198-16</inkml:trace>
  <inkml:trace contextRef="#ctx0" brushRef="#br0" timeOffset="-21357.06">13525 16482 42 0,'-2'-7'259'0,"-2"-2"-24"0,-1 0-20 0,-5 2-16 15,-1 2-12-15,0-2-9 0,-3 3-12 0,0 1-5 16,-5 0-7-16,0 1-5 0,-2 2-11 0,9 1 5 15,-10 1-23-15,2 2-10 0,2 2-8 0,-1 2-2 16,-1 2-18-16,3 2-4 0,1 1-9 0,3 1 4 16,-2 0-16-16,1 4-3 0,4 0-8 0,1-1-2 15,5 1 9-15,-3-1-16 0,7 4 0 0,-3-5-3 16,7 1 1-16,2-2-4 0,1 2 1 0,-1-6-11 16,8 2 4-16,2-1-2 0,1-2-1 0,3-4-5 15,-2 1-6-15,4-2 0 0,1-3 0 0,-3-2-3 16,3-2 1-16,0-2 8 0,7-2-17 0,-9-1 3 15,1-3-5-15,-2 2-5 0,-1-2-10 0,-3-4 8 16,2-1-18-16,-6-2-1 0,7-7-2 0,-7 4-4 16,3-2 2-16,-8-5 7 0,4 2 10 0,-9 3-9 15,0-3 1-15,0 4 3 0,-4-4 3 0,2-4 5 16,0 12 5-16,-2-1-1 0,-4 1 7 0,2 2-1 16,1 2 7-16,-1 2 1 0,1 0 2 0,-5 4-1 15,6-1-3-15,-3 1-1 0,4 4 2 0,-3-1-5 16,0 3 4-16,4 1 4 0,0 0-8 0,0 0 6 15,-11 7-9-15,11-1 3 0,0 4-1 0,3 0-1 16,-1 1 3-16,1 2-1 0,4 4-1 0,-3-1 4 16,2 4-1-16,3 0-2 0,-2-1-2 0,5 5 5 15,0-6 1-15,-1 2-2 0,4 1 3 0,1 3-1 16,1-4 8 0,-5-5-14-16,10 4-1 0,-7-3 0 0,1-3-4 15,-1-3 1-15,3 0-3 0,-2-3 0 0,-2-2-2 16,-1-1-5-16,0-2 0 0,3-2 3 0,-7 0-12 0,2 0 2 0,1-3 3 15,-2-3 0-15,-2 1 1 0,-4-1 3 0,0 0 1 16,-1-6 3-16,1 1 5 0,-4 5 1 0,0-6 1 16,-3 6 1-16,2-2 1 0,-2 0 1 0,-1-2 10 15,0 0-6-15,-4 2 0 0,3 0 0 0,-5 1 4 16,3 1-5-16,-4 1 0 0,3 2 0 0,1 1-1 16,-1 0 2-16,0 1-3 0,8 1-1 0,-14 4 3 15,6 0 0-15,3 0-3 0,-2 1 2 0,4 0-2 16,2 1 13-16,0 2-12 0,-1 0 2 0,4 0 0 15,-2 0-4-15,4 2 1 0,-2-2 5 0,4 0-6 16,-1 0 3-16,-1-2 0 0,3 0-2 0,0 0 0 16,-3-1 0-16,4-2 0 0,-2-1 0 0,2-1 2 0,-3 0 0 15,2 0 0-15,4-2 0 0,-6-1 0 16,2-1 2-16,0-3-1 0,1-1 1 0,0 1-3 16,2 0 4-16,-6-5-3 0,5 3 2 0,-6-3 3 15,3 1-1-15,-4 0 10 0,0 2-4 0,-1 2-1 16,2-2 1-16,0 2 3 0,-2 1 0 0,0-2 2 0,-1 2 2 15,0 1-5-15,2-3-2 0,-2 7-4 16,0-3 1-16,0 3 8 0,0 0-13 0,0 0 3 16,0 0-5-16,-3 14 1 0,3-4 2 0,0-2-3 15,1 3 3-15,1-2 2 0,0 3-5 0,2-1 3 0,2 0-3 16,-4 1 2-16,4 1-4 0,-5-3 0 0,6 2 1 16,-3-2 0-16,4 0-3 0,-2-3-2 15,1-2 1-15,0 0 0 0,0-1 0 0,-1-2-3 16,-1 1 7-16,2-2-1 0,-7-1-2 0,7-4 3 0,0 2-1 15,-2-3 1-15,2 1 3 0,-3-3-3 0,0-1 1 16,3-2 2-16,-3 0 1 0,0 1-2 0,0-1 4 16,2-2-4-16,-5 3 3 0,3-3-4 0,-1 2 1 15,-2 1-2-15,1-1 10 0,3 3-9 0,-2 2 2 16,-3-3 2-16,1 5-2 0,-1-2-3 0,0 5-4 16,0-6 5-16,0 6-2 0,0 0-1 0,0 0 4 15,0 0-6-15,0 0 5 0,8 11-1 0,-8-5 0 16,0 0 0-16,-2 1 1 0,6 2 1 0,-3 2-1 15,2-1 1-15,-2 0-3 0,3 1-1 0,4-2 0 16,-2-3 0-16,-5-1 0 0,6 2 0 0,0-2 2 16,-2-1-2-16,2-2 2 0,1-1 6 0,-4 1 3 15,6-4-7-15,-10 2-2 0,13-2 2 0,-4-4 3 16,-1 0 6-16,1-3 11 0,-1-1 0 0,-1 3 9 16,0-3 9-16,4 2 12 0,-6-1-8 0,3 0 9 15,2 0-5-15,-3 1-2 0,2-1-4 0,-2 3 15 16,-3 0-14-16,3 1-8 0,-3 0-5 0,0 2 10 15,2 0-15-15,-1 1-7 0,-5 2 1 0,8 2-3 16,-8-2-7-16,11 4 9 0,-7 0-13 0,2 1-20 16,-2 0-26-16,0 1-20 0,2 3-28 0,0 0-46 15,-2 0-52-15,0 2-53 0,2-1-46 0,-2 1-194 16,2-2-521-16,3 4 231 0</inkml:trace>
  <inkml:trace contextRef="#ctx0" brushRef="#br0" timeOffset="-21169.58">14700 16629 86 0,'3'-3'316'0,"-3"3"-28"16,0 0-31-16,0 0-25 0,0 0-21 0,0 0-23 0,0 0-16 15,0 0-20-15,0 0-13 0,0 0-14 16,0 0-15-16,0 0-15 0,0 12-29 0,0-12-52 15,-5 9-66-15,4-5-82 0,-4 1-84 0,-1-1-124 16,-1 2-369-16,-5 0 163 0</inkml:trace>
  <inkml:trace contextRef="#ctx0" brushRef="#br0" timeOffset="142493.63">10045 10579 174 0,'0'0'323'0,"-6"-1"1"0,6 1-14 0,-7-3-14 16,7 3 0-16,-6-1-11 0,6 1 10 0,-6-1-12 0,6 1-10 15,0 0-15-15,0 0-22 0,0 0-20 0,-7-2-26 16,7 2-10-16,0 0-23 0,0 0-16 16,0 0-12-16,-3 5-11 0,3-5-4 0,0 0-9 0,8 8-10 15,-1-5-8-15,4-1-16 0,0 2 2 0,5-1-8 16,3 0-6-16,11-1-4 0,0 0-5 0,0 0-5 16,3-2-8-16,-2 0-4 0,5-3-3 0,-3 2-10 15,-4-2-4-15,-6 2-13 0,6-3-14 0,-8 2-20 16,-2 0-24-16,0-1-20 0,-4 0-12 0,-5 1-17 15,-2 2-14-15,-2-1-20 0,-1 0-43 0,-5 1-36 16,0 0-24-16,0 0-15 0,0 0 1 0,-23-1-14 16,8 1-16-16,1 0-16 0,-1 1-169 0,-7 0-509 15,2-1 225-15</inkml:trace>
  <inkml:trace contextRef="#ctx0" brushRef="#br0" timeOffset="142915.46">10249 10457 130 0,'0'-3'286'0,"0"3"1"0,-1-7 3 0,-2 3-14 15,3 0-13-15,0 4-17 0,0-5-17 0,0 5-24 16,0 0-23-16,0 0-18 0,0-5-11 0,0 5-23 16,0 0-15-16,0 0-11 0,0 0-8 0,0 0-17 15,4 13-4-15,-1-5-7 0,0-2-6 0,0 6-3 16,-2-2-11-16,4 2-4 0,0 3 0 0,-4-2-11 15,3 3-2-15,0 2 1 0,-1 0-4 0,-2-1-1 16,3 1-4-16,-1 1-2 0,-2-8-5 0,2 7 2 16,-4-1-5-16,1 2 6 0,-2-6-4 0,2-2-4 15,-1 2-1-15,1-3 0 0,-1 2 1 0,-1-6 0 16,1 5-1-16,-1-6 0 0,1 0-5 0,0 0-2 16,1 3 8-16,-2-7 22 0,2-1 30 0,-1 5 33 15,1-5 14-15,-2 4 15 0,2-4 17 0,0 0 10 0,0 0-13 16,0 0-14-16,0 0-13 0,0 0-10 0,0 0-11 15,0 0-15-15,-4-11-3 0,4 5-10 16,0 1-6-16,-2 1-3 0,2-1-7 0,0 5-5 0,-1-6-3 16,-1 1-7-16,2 5-12 0,0-8-18 0,2 6-23 15,-2 2-36-15,-2-8-49 0,2 8-51 0,2-7-52 16,-2 4-56-16,0 3-63 0,1-7-56 0,-1 3-329 16,4 2-770-16,0-1 341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376.76465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1-07T09:58:31.31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2302 2057 14 0,'0'0'297'15,"4"-3"-26"-15,-4 3-28 0,0 0-29 0,0 0-26 16,0 0-24-16,0 0-11 0,10 8-17 0,-7-2-9 15,1 3-10-15,0 1 1 0,1 8 19 0,-1-6 0 16,2 7-15-16,-2 1-12 0,1 0-9 0,6 4-8 16,-7-2-10-16,4 3-3 0,-4-4-6 0,1-1-10 15,1 8-4-15,-2-8-5 0,3 1 2 0,-3-3-10 16,0 2-4-16,-1-2-9 0,0-1-3 0,-3 3 1 16,3 1-5-16,-1-6-2 0,-2-2-18 0,4 1-47 15,-4-3-45-15,2-3-42 0,-2-2-56 0,1-1-42 16,0 0-44-16,-1-5-153 0,0 0-458 0,0 0 203 15</inkml:trace>
  <inkml:trace contextRef="#ctx0" brushRef="#br0" timeOffset="203.19">2336 2043 292 0,'0'-5'320'0,"3"-1"-23"0,0 0-31 16,1-3-26-16,0 4-22 0,7-3-24 0,-2 0-15 16,1 2-20-16,9 0-16 0,1-2-17 0,2 2-16 15,0 2-9-15,10 0-12 0,-2 2-18 0,3-3-33 16,0 5-38-16,-2 0-37 0,0 5-34 0,-1-4-35 16,0 1-50-16,-7 2-34 0,0 1-32 0,-5 3-122 15,-2-2-372-15,-2 2 165 0</inkml:trace>
  <inkml:trace contextRef="#ctx0" brushRef="#br0" timeOffset="421.91">2476 2277 98 0,'11'0'159'15,"-1"0"-14"-15,4 0-12 0,0 0-13 0,0 0-15 16,8 0-11-16,-2 1-10 0,-2 1-15 0,1 0-34 16,0-1-35-16,-1 2-38 0,-4-3-29 0,4 2-90 15,-3 1-168-15,-7-1 74 0</inkml:trace>
  <inkml:trace contextRef="#ctx0" brushRef="#br0" timeOffset="609.41">2539 2508 212 0,'-4'6'266'0,"1"-2"-16"0,-1 1-7 0,4 1-13 15,-3-1-16-15,3-5-1 0,3 7-19 0,-3-2-9 16,6-3-9-16,3 1-17 0,2 0-14 0,1-3-13 16,11-2-19-16,6-2-7 0,1 2-14 0,2-3-38 15,0 2-42-15,-2-2-53 0,2 0-55 0,-1-3-62 16,2 2-54-16,-4-3-204 0,-1-1-448 0,2 1 198 15</inkml:trace>
  <inkml:trace contextRef="#ctx0" brushRef="#br0" timeOffset="906.26">3197 2012 273 0,'-4'-4'358'0,"-3"-1"-14"0,3 0-7 0,0 2-19 15,0-1-28-15,1 1-35 0,3 3-29 0,-7-2-26 16,7 2-27-16,0 0-11 0,-9 6-17 0,6 1-15 16,-1 3-14-16,4 3-11 0,-1 4-11 0,1 3 1 15,5 6-16-15,-3 2-14 0,-1 4-3 0,7 0 2 16,-1 4-13-16,1-4 1 0,-1 6-8 0,5-2-2 16,-6 2-6-16,3 11 1 0,6 5-4 0,-8-6-2 15,1-10-7-15,0 11 6 0,-4-13-8 0,2-2-6 16,-1 0 3-16,3-1 1 0,-3-3 1 0,-4 0-4 15,4-2 3-15,-5-8-4 0,0-1-7 0,0-6-23 16,0 0-32-16,0-4-36 0,0-1-20 0,0-3-20 16,0-2-61-16,0-3-78 0,0 0-66 0,0 0-222 0,-12-15-595 15,8 1 263-15</inkml:trace>
  <inkml:trace contextRef="#ctx0" brushRef="#br0" timeOffset="1109.35">3005 2386 264 0,'-5'-4'258'0,"5"4"-27"0,0 0-24 15,0 0-15-15,15-5-14 0,-7 3-16 0,6-3-18 16,-2 3-13-16,11-3-15 0,5-1-12 0,1 0-12 0,2 0-10 16,-1-2-16-16,0-2-33 0,3 4-40 0,-3-6-39 15,1 3-36-15,-1-3-29 0,0 0-23 16,-5-1-32-16,-5 1-120 0,0-2-309 0,-2-5 136 15</inkml:trace>
  <inkml:trace contextRef="#ctx0" brushRef="#br0" timeOffset="1343.73">3563 2001 51 0,'0'-6'248'0,"0"2"9"0,0-1 2 16,0 5-2-16,-1-5-6 0,1 5-6 16,0 0-35-16,-2-5-23 0,2 5-20 0,0 0-22 0,0 0-8 15,0 0 8-15,0 0 1 0,-5 20-5 0,4-8 12 16,2 6-16-16,0 2-16 0,5 8-9 0,-2 3-9 15,1-3-2-15,-1 7 4 0,3 2 1 0,2-1-13 16,-2 15-3-16,0-11-11 0,3 10-3 16,-1 5-10-16,-1-5-4 0,2 0-3 0,-2-13-4 0,0 2-7 15,5-4-5-15,-8 2 1 0,4-1-7 0,-2-1-9 16,-1-2 3-16,1-1-27 0,-2-14-29 0,-1-1-38 16,0-4-44-16,0-3-39 0,-3-4-20 0,1-1-27 15,-2-2-60-15,0-3-63 0,0 0-239 0,0 0-602 16,-6-19 266-16</inkml:trace>
  <inkml:trace contextRef="#ctx0" brushRef="#br0" timeOffset="1531.22">3446 2323 229 0,'0'0'269'0,"-3"-4"-31"0,3 4-26 16,7-5-20-16,0 1-20 0,0 2-13 0,5-1-20 15,3 1-13-15,4-1-13 0,3-1-17 0,-2 3-42 16,2-3-46-16,1 3-56 0,0-2-50 0,0 2-50 16,-1 0-138-16,1 1-310 0,-5-2 138 0</inkml:trace>
  <inkml:trace contextRef="#ctx0" brushRef="#br0" timeOffset="1828.07">3981 2268 146 0,'5'-5'217'0,"-1"-1"-10"0,3 0-13 0,-3 0-4 15,1-3-19-15,-2 2-2 0,4-1-14 0,-3 1-7 16,0 1-8-16,-1-3-2 0,-1 3-2 0,1 0-10 16,-1 2-2-16,-1 1-1 0,-1-3-8 0,0 6-13 15,-1-5-12-15,1 5-13 0,-6-3-7 0,6 3-8 16,-12 1-10-16,2 2-6 0,2 3-1 0,-1-1-11 15,-2 0 0-15,3 4-1 0,-2-1-7 0,-1 0-2 16,3 0 0-16,3 2-6 0,-2 1-1 0,3-2-1 16,1 0-2-16,3 1 0 0,3-1 2 0,-2 0-7 15,6-2 2-15,1 3-11 0,5-5-18 0,0 3-26 16,3-1-34-16,5-3-43 0,2-1-32 0,8-1-39 16,0-4-30-16,-1-1-24 0,-8 2-131 0,8-3-408 15,0-1 181-15</inkml:trace>
  <inkml:trace contextRef="#ctx0" brushRef="#br0" timeOffset="2062.42">4410 2232 161 0,'-13'-1'247'0,"13"1"5"0,-15 4-7 15,1 0-4-15,6 1-5 0,-7 0-10 0,0 4-6 16,-3 1-14-16,7-1-15 0,1 0-3 0,0 0-15 16,-2 4 0-16,1-2-23 0,6 0-11 0,-1 1-14 15,2 1-13-15,1-2-9 0,2 1-8 0,2 1 6 16,6 0-27-16,-4-2-4 0,5 1-4 0,1-2-7 15,2-1-2-15,5 0-7 0,-3-3-24 0,1-2-31 16,6-3-16-16,-1-1-28 0,0-1-25 0,4-1-22 16,-3-5-22-16,0-2-20 0,-1-1-19 0,5-7-14 15,-1-2-35-15,-2-3-32 0,-2 0-10 0,-3-7-164 16,-2-3-444-16,-1-2 197 0</inkml:trace>
  <inkml:trace contextRef="#ctx0" brushRef="#br0" timeOffset="2249.92">4634 1883 164 0,'-3'-15'301'0,"0"0"20"0,-1 3 10 15,1 0 21-15,-1 1-11 0,0 5-12 0,1-4-18 16,2 5-26-16,-2 1-39 0,2 1-36 0,1 3-27 16,0 0-18-16,-14 10-11 0,12-2-15 0,-3 7-10 0,4 3-9 15,1 2-16-15,6 8-3 0,-4 3-11 16,2 2-6-16,6 2-13 0,-2 1-2 0,3 1-9 16,4 9-1-16,-6-10-9 0,5-2 3 0,-2-2-52 15,1-1-38-15,0 1-39 0,-2-3-38 0,3-3-39 0,-1-1-46 16,-3 0-41-16,-2-8-64 0,-1-6-49 0,-2-1-206 15,-1-3-603-15,-4-2 267 0</inkml:trace>
  <inkml:trace contextRef="#ctx0" brushRef="#br0" timeOffset="2421.84">4570 2186 160 0,'-4'-6'346'0,"2"-1"-12"0,1 0-23 16,1 3-37-16,0-2-28 0,0-2-31 0,4 3-8 15,7-5-35-15,-2 3-13 0,2 3-19 0,8-4-14 0,1 2-25 16,8-3-60-16,0 2-59 0,-6 1-63 0,7 0-70 16,2-2-63-16,-5 5-181 0,4-3-428 0,0-2 190 15</inkml:trace>
  <inkml:trace contextRef="#ctx0" brushRef="#br0" timeOffset="3656.27">5768 1870 63 0,'-3'-6'372'0,"-1"0"-21"0,1 2-34 16,-1 2-21-16,-1 0-38 0,-5 2-28 0,-1 4-13 15,-1 3 5-15,-7 4-12 0,2 2-13 0,1 3 1 16,-4 4-24-16,5 4-8 0,0-1-16 0,3 1-15 15,2 1-8-15,2-4-18 0,4-1-10 0,4 1-4 16,0-3-4-16,8 2-10 0,-1-5-8 0,4 1-5 16,0-1-6-16,4-4-1 0,0-2-6 0,5-2-3 15,3-2-6-15,-4-1-3 0,3-4 1 0,1-2-10 16,-5-2-2-16,5-1-2 0,-3-2-5 0,-2 0-7 16,-3-4 13-16,-4-2-19 0,-2 3-7 0,-5-4-6 15,1 1 7-15,-7-3-16 0,-2-1 1 0,-5 0 8 16,-2 2-15-16,-3 2-4 0,-5 0 10 0,-3 1 3 15,5 1-2-15,-5 0-1 0,3 3-3 0,-2 0 1 16,0 2-2-16,3 1 16 0,4-1-11 0,3 3-14 16,2 0-16-16,4-1-10 0,3 2-32 0,2-3-17 15,6-2-3-15,7 0-3 0,16-1-10 0,2-5-13 16,7-1-4-16,14-2-2 0,0-2 3 0,3-1 8 16,0 1 9-16,-5 0 16 0,0-6 8 0,-11 10 10 15,1 0 8-15,-3-3 7 0,-3 2 15 0,-4 1 25 16,-3 1 27-16,-12 5 31 0,0 1 31 0,-7 2 28 0,-1 1 13 15,1 2 23-15,-3-3-19 0,0 3-16 16,0 1-14-16,-5 1-11 0,0 0-11 0,0 0-7 16,-11 18-1-16,2-4 10 0,-2 3-10 0,-4 8-5 15,0 4 2-15,-1 3-9 0,-2 15 4 0,3 0-5 0,0 4 0 16,8 0-4-16,3 2 12 0,2-1 3 0,5 1-9 16,4-4 1-16,0 3 1 0,0-1-2 0,6 0-5 15,3-4-5-15,4 0 2 0,-4 0-5 16,-1-11 2-16,0-1-3 0,0-2 2 0,-1-1-5 0,-1-1-1 15,0-7-30-15,-5-5-42 0,1-3-45 0,-5-4-45 16,2-1-27-16,-2-5-33 0,-3-2-64 0,-1-4-68 16,0 0-241-16,0 0-621 0,0 0 275 0</inkml:trace>
  <inkml:trace contextRef="#ctx0" brushRef="#br0" timeOffset="3828.13">6107 2314 118 0,'-3'-4'328'15,"0"0"-31"-15,2 2-30 0,1 2-31 0,0-8-23 16,4 4-22-16,4 2-20 0,7-2-20 0,5 1-2 16,10-4-22-16,0 4-18 0,4-2-13 0,1-1-48 15,1 2-50-15,-1-2-58 0,2 1-70 0,4-3-56 16,-6 0-169-16,3 0-382 0,-4-1 169 0</inkml:trace>
  <inkml:trace contextRef="#ctx0" brushRef="#br0" timeOffset="4140.6">7200 1520 329 0,'11'-14'465'0,"-4"3"-12"0,-1 2-16 0,0 2-24 16,-2 3-35-16,-1-1-48 0,-2 3-33 0,3 1-40 16,-4 1-34-16,0 0-21 0,4 8-20 0,-1 2-15 15,-2 1-18-15,1 8-14 0,0 11-16 0,1-1-9 16,1 8-11-16,0 15-1 0,0-3-14 0,6 5-4 16,-3-5-6-16,2 1-8 0,-3-14-9 0,6 12-6 0,-5-11-19 15,2 1-25-15,-1-7-39 0,3 0-37 16,-4-4-22-16,1 1-42 0,1-10-32 0,-3-3-38 15,-3-2-39-15,-2-2-37 0,2-4-17 0,-3-3-36 16,0-2-244-16,0-2-623 0,0 0 276 0</inkml:trace>
  <inkml:trace contextRef="#ctx0" brushRef="#br0" timeOffset="4359.34">7465 1523 219 0,'2'-4'335'0,"-2"4"-45"0,2-3-36 0,-2 3-23 16,0 0 5-16,10 11-6 0,-6-4-10 16,0 5-18-16,4 5-1 0,0 0 14 0,0 9-50 15,1 2 1-15,-1 6-13 0,3-1-10 0,-2 1-12 16,1 3-12-16,1-2-14 0,-2 1-11 0,-1 1-11 0,3-3-7 16,-5-1-42-16,-1 1-60 0,-1-5-50 0,-4-3-50 15,0-5-59-15,3-2-64 0,-3-1-58 16,-3-5-183-16,-1-3-529 0,-1-2 235 0</inkml:trace>
  <inkml:trace contextRef="#ctx0" brushRef="#br0" timeOffset="4890.56">7318 1896 161 0,'-5'-2'352'0,"2"-2"-38"0,3 4-35 0,-1-5-31 0,1 5-25 16,0 0-22-16,9-4-22 0,-2 4-16 0,7-1-22 15,5 2-10-15,5 1-10 0,-2-1-16 0,13 1-6 16,-1 2-11-16,0-1-17 0,-2-1-19 16,0 2-20-16,1 1-22 0,-2-1-18 0,-8 0-20 15,-2-2-20-15,5 3-9 0,-3-2-14 0,-3 1-11 0,-8-1-1 16,2 0-3-16,1 1 3 0,-10 0 9 0,1 0 7 16,-2-1 1-16,-3-1 8 0,3 3 11 0,-8 2 3 15,3-3 14-15,-4-2 9 0,0 3 14 16,1 1 7-16,-3-3 10 0,3 0 14 0,-1-1 15 0,1 0 6 15,1 0 13-15,3-2 26 0,-2 5 23 0,2-5 13 16,0 0-12-16,0 0-13 0,0 0-6 0,0 0-11 16,20-12-3-16,-11 7-13 0,6-3-3 0,-1 0-5 15,5-2 1-15,-5 5 7 0,-2 1 1 16,7-9 7-16,-2 5 3 0,0 0-12 0,-4 2 2 0,0 2-4 16,-1 2-8-16,0-1-6 0,-1 2-3 0,1 1-7 15,-1 1 1-15,0 4-8 0,0 0 4 0,1 5 5 16,-2 0 0-16,0 6 10 0,4 1 5 15,-2 7-7-15,-3 4 1 0,0-1-1 0,2 4 8 0,0 2 21 16,-6 0-2-16,1-1-4 0,1-1-6 0,-1 3 3 16,-2 0 6-16,3 1 12 0,-7-3 3 0,3 3 6 15,-2-7 3-15,-1 3-1 0,-1-3-1 0,-2 2-6 16,-1 0-2-16,-3-12-5 0,-2-2-5 0,2-4-2 16,-4 1 2-16,-1-5-5 0,-3 0 1 0,-1-6-6 15,-4-2-9-15,0-3-2 0,-3-2-11 0,1-2-34 16,-5-6-41-16,4-3-42 0,1-3-57 0,7 4-78 15,2-3-67-15,-1-10-85 0,6 3-100 0,1-7-291 16,7 1-813-16,7-4 359 0</inkml:trace>
  <inkml:trace contextRef="#ctx0" brushRef="#br0" timeOffset="5109.29">8280 1833 137 0,'4'11'336'0,"2"6"14"0,-1 1 15 16,3-1-2-16,-4 3-5 0,3 8-22 0,1-1-8 16,3 6-29-16,-6-1-23 0,-2 4-29 0,4-1-24 15,-3 1-18-15,3 0-24 0,2-1-20 0,-6 1-11 16,1 0-11-16,-4 0-17 0,4 0-8 0,-1-2-21 16,1-2-2-16,-4-1-10 0,0 0-17 0,0-4-49 15,0-11-55-15,4 1-68 0,-4-6-50 0,-1-4-42 16,1-1-49-16,0-6-78 0,-3 4-332 0,3-4-714 15,0 0 317-15</inkml:trace>
  <inkml:trace contextRef="#ctx0" brushRef="#br0" timeOffset="5406.15">8284 1850 205 0,'0'-6'377'0,"4"-2"-19"15,-2 3-26-15,0 0-28 0,4 0-8 0,-1-1-14 16,-1-1-32-16,2 5-17 0,-1-1-25 0,5-3-12 16,-4 3-26-16,7 2-32 0,-4 1-4 0,3 1-14 15,-1 2-7-15,0 2-22 0,0-1 1 0,1 2-13 16,-1 0 4-16,3 1-22 0,-5 1-2 0,6 3-11 16,-7-1 0-16,3 3-3 0,-1 1-13 0,-5-1 1 15,-1 4 5-15,-1-1-12 0,-2 2-29 0,-3 0-17 16,-1 0-21-16,-4-3-24 0,2 1-24 0,-5 2-19 15,-4-3-22-15,0-1-8 0,-1 1-20 0,0-3-20 16,-3-3-32-16,6 0-40 0,-2-4-30 0,3 0-184 16,-1-2-502-16,1-2 222 0</inkml:trace>
  <inkml:trace contextRef="#ctx0" brushRef="#br0" timeOffset="5734.25">8605 1943 115 0,'2'5'228'0,"-2"2"3"0,0 4-17 0,0 2 3 16,0-1-8-16,-2 3-13 0,2-2-6 0,5 4-5 15,-3-4-19-15,-1 0-14 0,0 4-9 0,2-5 7 16,5 4-7-16,-2-7-9 0,3 1-5 0,-1-3-14 16,1 3 6-16,2-5-8 0,-1 1-5 0,1-3-12 15,1-2-10-15,2 0-5 0,-1-2-9 0,0-1-1 16,1-5-12-16,-5 2-8 0,2-3-3 0,-3-1-12 15,3-1-10-15,-3-5-9 0,-5 3-15 0,0-2-12 16,-3-3 2-16,0 3 6 0,-3-3-13 0,-4 2 1 16,-1 4 4-16,-3-5-4 0,-1 2 4 0,0 3-1 15,-2-1-1-15,-1 3 0 0,1 3 9 0,-3-2-10 16,0 2 4-16,4 3-2 0,2 0 2 0,-3 1-1 16,2 1-10-16,4 1-31 0,0 1-31 0,1 0-35 15,7-1-39-15,0 0-31 0,-8 3-39 0,8-3-37 16,0 0-176-16,0 0-474 0,0 0 210 0</inkml:trace>
  <inkml:trace contextRef="#ctx0" brushRef="#br0" timeOffset="5984.23">8938 1465 275 0,'3'-8'448'15,"-3"0"-25"-15,0 3-22 0,0-3-20 0,0 1-18 16,0 2-33-16,0 0-40 0,0 5-31 0,0-4-33 0,0 4-30 16,0 0-15-16,0 0-15 0,1 12-19 15,2-2-10-15,4 3-17 0,-2 4-13 0,-1 2-10 16,6 9-10-16,-1 3-18 0,1-3-28 0,1 5-31 16,1 14-25-16,-4-10-38 0,3-2-37 0,0 0-34 15,-3 3-31-15,2-2-35 0,-3-3-39 0,3-1-40 0,-3 0-38 16,0-2-247-16,-4-10-600 0,2-2 265 0</inkml:trace>
  <inkml:trace contextRef="#ctx0" brushRef="#br0" timeOffset="6624.81">9209 1589 253 0,'3'-11'361'0,"2"1"2"15,-5-1-4-15,0 5 0 0,0-1-19 0,0 0-15 0,3 2-33 16,-3 0-28-16,1 1-41 0,3 1-28 0,-4 3-17 16,0 0-34-16,0 0-2 0,0 0-11 0,6 10-14 15,-2-2-9-15,-3 1-14 0,6 7-6 16,0 0-23-16,-1 3 4 0,4 10-3 0,-2 0-12 16,7-1-1-16,-5 1-1 0,2 4-9 0,0-3-3 0,-2 0-4 15,2 3 4-15,-3-2-10 0,0 0-1 0,-3-5-4 16,5 0-2-16,-4 2-6 0,-1-8-6 0,-1-2-13 15,-1-1 1-15,-2-4-5 0,0-3-1 16,2-2 2-16,-1-1 4 0,-2-1 9 0,1-2 3 0,0-2-4 16,1-1-1-16,-3-1 1 0,7-7-3 0,-3 1 0 15,0-1 1-15,0-3 2 0,0-1 6 0,3 0 2 16,-2-4 2-16,1 2 14 0,-1-4 8 0,5 2-4 16,-6 2 3-16,0 0-4 0,0 3 7 0,2-2-3 15,-5 6-1-15,2-2-4 0,-2 3-7 0,3 0-4 16,-3 0-5-16,-1 1-17 0,3 1-2 0,-3 3 4 15,0 0-1-15,0 0 0 0,0 0-1 0,0 0 3 16,11 10 1-16,-7-5-1 0,2 1-4 0,3 2-3 16,1-2-15-16,-1 3-3 0,3-1-12 0,-2-2 5 15,-2-1-9-15,8 2-33 0,-2-3 10 0,5-2-3 16,-1 1-13-16,2-2 6 0,-1-1-15 0,-2-1 6 16,0-3-4-16,-3 1 1 0,3-6 4 0,-3 4-1 15,-2-1 8-15,1-8 6 0,-2 5 3 0,-1-2 2 16,-2-4 14-16,-2 4 15 0,3-5-13 0,-7 3 6 15,0 1 9-15,-2-1 14 0,2 1 29 0,-5 1 23 16,0-1 18-16,-1 2 7 0,-1-2 1 0,-2 5-7 16,-1-4-10-16,-3 6 4 0,-4-3-15 0,4 3-9 15,-8 7 14-15,0-1-7 0,1 2 4 0,2 3-1 16,0 0-6-16,1 6-2 0,2-3 0 0,3 1 2 16,2 2-5-16,2-2-6 0,2 4 3 0,1-2 1 15,2 4-8-15,5-3-5 0,0 0-22 0,6-3-32 16,4 3-39-16,3-3-40 0,1-1-47 0,3-2-47 15,1-1-58-15,8-4-62 0,-7 0-254 0,7-4-640 16,0 0 283-16</inkml:trace>
  <inkml:trace contextRef="#ctx0" brushRef="#br0" timeOffset="6952.91">10087 1637 111 0,'-5'-3'361'0,"1"1"-24"0,4 2-36 15,-11-3-14-15,6 2-32 0,5 1-24 0,-14 0-24 16,9 1-18-16,5-1-2 0,-10 6-12 0,6-1-7 16,0 1-12-16,0 4-9 0,1 3-18 0,2-1-9 15,1 4-17-15,1 3-9 0,1-2-4 0,0 1-3 16,5 1-12-16,-3-1-6 0,0 1-6 0,0 0-7 16,2-1-5-16,-2 2-3 0,1-5-6 0,-4-1-4 15,1 1-7-15,-1-2-8 0,-2 0-9 0,1 0-8 16,-5-6 6-16,-1 4-3 0,2-4-17 0,-1 1 2 15,-1-4 16-15,1 0 5 0,-6 0-4 0,4-2 0 16,0-1 1-16,0-1 3 0,7 0 7 0,-14-3-16 16,8 1-10-16,2-4-15 0,-2 1-16 0,1-4-15 15,5-1-21-15,0-2-20 0,0 0-24 0,5-4-17 16,1-1-31-16,1-1-36 0,7-5-30 0,2-2-33 16,3 3-14-16,-2-4-177 0,1 7-490 0,0 3 217 15</inkml:trace>
  <inkml:trace contextRef="#ctx0" brushRef="#br0" timeOffset="7124.78">10112 1726 1559 0,'16'-13'-109'0,"-2"2"49"16,-2 3 57-16,-5 0 40 0,0 3 28 0,-3 0 11 0,0 2-8 15,3 0-6-15,-7 3-9 0,4-1-2 16,-4 1 40-16,0 0 28 0,5 10 11 0,-2-1 8 16,-3 0 14-16,4 4 2 0,-2-2 2 0,-2 2-6 15,2 1-11-15,1 4-10 0,2-1-10 0,1 0-24 0,1-1 14 16,1 1-18-16,-4-1-10 0,8 0-2 0,-2-1-6 16,-2-4-12-16,1 0-4 0,-1-2-23 15,2 0-40-15,1-3-44 0,-4-2-45 0,-1-2-56 16,3 0-65-16,4-2-61 0,-1-2-251 0,2-1-570 0,-5 0 253 15</inkml:trace>
  <inkml:trace contextRef="#ctx0" brushRef="#br0" timeOffset="7374.76">10541 1671 187 0,'-2'-5'365'0,"-1"2"8"0,1-3-12 0,-2 2-35 0,-2-1-29 15,6 5-26-15,-11-2-22 0,5 1-21 0,6 1-22 16,0 0-26-16,-17 2-22 0,11 3 2 0,6-5-11 15,-9 9-12-15,8-1-18 0,-2 4 3 16,6 0-12-16,-2 7-5 0,5-1-7 0,0 1-12 0,1-2-6 16,3 4-7-16,-6-2-6 0,7 1-7 0,2 4-7 15,-4-7-8-15,0 1 0 0,-1-2-9 0,-1 0 0 16,-3-3-6-16,-4 0-2 0,1-2-4 0,-2 1-13 16,1-2-6-16,-4-1-21 0,1 0-24 0,-4-4-18 15,2 0-19-15,-6-1-34 0,0-3-33 0,-9-3-33 16,6 1-48-16,-9-6-68 0,-5-6-76 0,-2-2-193 15,1-1-608-15,-1 0 268 0</inkml:trace>
  <inkml:trace contextRef="#ctx0" brushRef="#br0" timeOffset="7531.18">10384 1490 289 0,'2'-8'406'0,"0"0"-3"0,-2 1-32 0,-2-1-32 16,2-1-38-16,-2 4-33 0,2-1-28 0,0 0-26 15,-1 2-24-15,1 4-68 0,-4-3-68 0,-2-2-57 16,6 5-54-16,-12 3-58 0,5-1-79 0,-1-1-83 16,-3 3-149-16,-2 1-460 0,0 1 203 0</inkml:trace>
  <inkml:trace contextRef="#ctx0" brushRef="#br0" timeOffset="7718.62">9235 1598 2871 0,'-22'6'242'0,"11"-4"-106"0,-2-1-51 0,7 1-36 15,5-2-20-15,1 0-5 0,0 0-11 0,0 0-15 16,0 0-24-16,0 0-24 0,17-12-24 0,-4 7-35 16,7-1-43-16,2-4-46 0,8 2-63 0,-10 1-169 15,11 1-466-15,-2-3 207 0</inkml:trace>
  <inkml:trace contextRef="#ctx0" brushRef="#br0" timeOffset="9187.27">11471 1517 261 0,'2'-4'391'16,"-2"0"-25"-16,0-1-36 0,-3 0-30 0,-2 2-34 15,0-1-29-15,-5 2-25 0,-3 2-21 0,-6 2-11 16,-2 2-3-16,-2 3-12 0,-1 1-9 0,-5 5-12 15,10-2-18-15,-7 7-10 0,8-5-6 0,1 1-9 16,1 0-7-16,-1 11-12 0,5-7-2 0,1 8-4 16,6-6-14-16,1 1 1 0,4-1-6 0,1 0-9 15,6 1 2-15,0-2-5 0,10 3-3 0,2-2 8 16,0 0-16-16,0-8 1 0,7 2-3 0,4-1-7 16,-1-7 0-16,-2 2-16 0,-2-5-17 0,6 1-14 15,0-6 3-15,-2 0-12 0,1-2-16 0,-7-3-9 16,-2-1 0-16,1-9-13 0,-6 4-5 0,9-7-10 0,-7-6-7 15,1 2-10-15,-7-3-4 0,1-8 1 16,-2 4 6-16,-1-2 9 0,-2 0 4 0,-4-4 11 16,2 0 7-16,-4 3 35 0,0 0 24 0,-4 1 30 15,-2 2 30-15,0 1 29 0,1 2 36 0,-2 0 13 0,1 1 25 16,0 8 3-16,-3 1 5 0,3 3-9 0,-2 2-7 16,2 3-8-16,-1 0-7 0,-2 2-11 15,3 1-14-15,3 2-17 0,-1 1-17 0,0 2-11 0,2 2-3 16,-7 0-11-16,7 0-3 0,-7 13-5 0,4-1 1 15,2 6-8-15,0 4-5 0,3 5 1 0,4 4-2 16,-1 1-2-16,5 1-3 0,-3 1-2 0,3 1-1 16,3-1 4-16,-1 1-13 0,1 0-15 0,5-4-16 15,0 5-23-15,-2-3-8 0,6 0-16 0,-3-3-16 16,2 0-11-16,-4-4-6 0,2 1 4 0,-1-7 4 16,-3-6 6-16,-2-2 2 0,-3-4 10 0,3-2 7 15,-4-2 9-15,4-2 6 0,-2-3 7 0,0-1 9 16,1-2 4-16,-1-2 6 0,0-1 6 0,1-3-1 15,-2-1 1-15,-1-3 1 0,2-5 4 0,0-4-3 16,-3 5 12-16,6-8 12 0,-9 8 1 0,5 0 40 16,-6 1 7-16,0 1 7 0,-3 4 13 0,-1-1 4 15,0 4 4-15,0 0-5 0,0 1-6 0,-1 1-11 16,-2 2-13-16,-1 0-12 0,2 4-2 0,-4 0-5 16,6 1-2-16,-17 1-6 0,8 3-7 0,-2-2 6 15,0 8-4-15,-1-3-2 0,5 4-7 0,-1-4-2 16,0 4-8-16,1-3-11 0,-1 5 1 0,5 0-2 15,-2-1-1-15,3-3-10 0,2 1-2 0,0-3-9 16,0-2 4-16,3 1 5 0,1-1 4 0,-1-3 7 16,5 1-9-16,3-2-3 0,3 0 0 0,-2-5 1 15,1 2 1-15,7-6 5 0,-3 3 9 0,2-4 0 16,0 1-2-16,0-1 3 0,2 1 0 0,-5-3 9 16,-5 4 1-16,5-4 1 0,-3 4 5 0,-3 1 2 15,-3-2 19-15,0 4 14 0,-1 0 6 0,-1 2-5 0,-1-1-4 16,-1-1-17-16,2 3 2 0,-5 1-13 15,0 0 0-15,0 0 2 0,0 0 6 0,0 0-10 16,6 10-2-16,-5-5 1 0,-1 4 1 0,0-1 7 16,4 2-14-16,-4 0 8 0,2 5-3 0,2-2-9 0,-3 0-15 15,4 0-5-15,-1 3-10 0,5 0-10 0,-5-3-8 16,1-4-6-16,2 1-8 0,-3-5 1 0,0 3 1 16,0-2 13-16,2-3 8 0,-2-1 4 15,1-2 0-15,-5 0 11 0,0 0-2 0,15-3 7 0,-11-1 6 16,2-3-6-16,-1 0 3 0,2-5 1 0,-2 2 8 15,1-2 1-15,-1 0 21 0,1 0 5 0,0 0 7 16,2-3 16-16,-2 2 14 0,1 0 2 0,-2 2 5 16,0 2 7-16,1-4 2 0,-1 2-4 0,1 3-4 15,-2 0-6-15,-1 2-5 0,1 2-10 0,-2-3-4 16,2 4-7-16,2 0-9 0,-2-1-1 0,0 3-1 16,-4 1-4-16,9 0-1 0,-9 0-1 0,14 3-3 15,-7-1 2-15,4 2-1 0,1 4-2 0,-1-3 0 16,1 4 0-16,-2-4 0 0,2 3-3 0,-1 2 1 15,1-1-12-15,-3-1 18 0,1 3-7 0,1 3 0 16,-3-3 2-16,-2-1 0 0,3 0-9 0,-5-1-15 16,2 0 18-16,-2-1-3 0,-4-2-2 0,1-2 0 15,2 1 3-15,-3-1-13 0,0 1 21 0,0-5-6 16,-3 6 8-16,3-6 17 0,0 4 18 0,0-4 18 16,0 0 10-16,0 0 14 0,0 0-1 0,0 0-1 15,0 0 0-15,0 0-10 0,0 0-8 0,0-21-9 16,3 15-4-16,1 0-6 0,3-2-7 0,-6 3-3 15,6-1-5-15,-3-4-9 0,3 7 1 0,2 0-9 16,-3 0-21-16,1-2-22 0,0 1-32 0,-2 3-27 0,3 0-45 16,0-2-50-16,-2 1-32 0,-1 1-33 15,-5 1-35-15,0 0-50 0,15 5-48 0,-11-4-269 16,-4-1-704-16,0 0 312 0</inkml:trace>
  <inkml:trace contextRef="#ctx0" brushRef="#br0" timeOffset="10546.63">13569 1331 92 0,'4'-12'285'0,"-4"1"4"15,3 2 6-15,0 0-8 0,-3 2-9 0,0-2-11 16,-4 1-22-16,2 0-21 0,-2 1-20 0,-1 2-28 15,-3-1-18-15,-2 2-9 0,-2 3-18 0,-3-1-10 16,3 2-17-16,-3 0-9 0,-4 5-7 0,1 3-3 16,3-3-1-16,0 5-7 0,1 1-10 0,4-1 3 15,0-1-14-15,5 4 1 0,-5-2-22 0,9 2 14 16,0 0-6-16,3 3 1 0,8 1 1 0,-1-1-5 16,5 0-8-16,2-1-5 0,7 6 1 0,-1-3-4 15,4-1-7-15,-7-4 3 0,5 0-2 0,-4-1 0 16,-4-1-5-16,0 0 1 0,-1-1 0 0,-2-2-2 15,-3 0-8-15,-2-1 6 0,2 1-5 0,-6 0 4 16,0-3-9-16,-2 1 0 0,-4 3-3 0,1-3 13 16,-7 5 0-16,-5-5 1 0,-3 3-21 0,-2-1 22 15,-2-3 0-15,0 1 2 0,0 0-11 0,0-3 8 0,-2 2-2 16,10-1-7-16,-1 0 3 0,0 0 3 0,8-3-1 16,-3 1 5-16,8-2 3 0,-10 0 0 15,10 0-20-15,0 0-20 0,0 0-20 0,0-7-26 16,0 7-19-16,16-11-12 0,-3 4-16 0,4-3-14 0,0-1-1 15,3 0-2-15,2 2 4 0,-4-5 3 0,10-1 1 16,-2 2 7-16,-6 3 15 0,-2-1 15 0,2 1 2 16,2 1 16-16,-8 5 10 0,-3-2 20 15,0 1 9-15,-3 2 6 0,-1 2-2 0,-2-1 7 0,-5 2 11 16,12 6 20-16,-8-3 17 0,2 3 19 0,-3 1 19 16,1 2 9-16,-3 3 0 0,3 1-1 0,-1 0-4 15,-2-2 0-15,2 7-10 0,-2-5-12 0,0 1 3 16,2 3-3-16,1 5 4 0,0-4 0 0,-1-1-15 15,0 0-5-15,2-4-3 0,-3-2-28 0,0 1-36 16,0-5-37-16,-1 1-39 0,0-5-38 0,-1 2-43 16,3 0-38-16,1-4-234 0,-4-1-504 0,0 0 224 15</inkml:trace>
  <inkml:trace contextRef="#ctx0" brushRef="#br0" timeOffset="11187.21">13934 1501 317 0,'0'-4'364'0,"0"-1"-8"0,0 5-1 15,4-6-24-15,-3 2-5 0,-1 4-34 0,0-5-11 16,0 5-26-16,2-7-24 0,-2 7-31 0,4-1-22 16,-4 1-26-16,0 0-15 0,0 0-11 0,15 5-11 15,-10-2-12-15,5-2-11 0,-1 3-12 0,6 2-3 16,-5-1-13-16,-1 5-5 0,0-4-9 0,1 2-5 15,1 2-8-15,-1-3 6 0,-4 5-9 0,1-2-4 16,0 2 1-16,-1 2-9 0,-1-2 3 0,0 1-7 16,-1 5-1-16,-1-5 1 0,0 5 1 0,1 1 2 15,-1 0-9-15,-3 3 2 0,1-3-2 0,-1 7-2 16,0 1 2-16,3 1-1 0,5-1-8 0,-8 0 8 16,3 1-4-16,-2 1 9 0,3-2-11 0,-2 5 1 15,4-3 0-15,-3 4 0 0,1-5-3 0,-1 3-1 16,-3-5 1-16,5 3 7 0,-3-4-9 0,-1-3-1 15,0-2 1-15,-2-2 5 0,1 2-2 0,0-1 2 16,-3-2 22-16,-2-4 0 0,2-2 6 0,2-1 2 16,-5 0 10-16,2 0 19 0,-4-6 19 0,-4 1 14 15,1-1-5-15,0-3 6 0,-4-1-10 0,3-3-2 16,-6-2-1-16,5-1-5 0,-4-4-2 0,5-1 2 16,-3-2-6-16,6-4-6 0,3 2-8 0,-1-3-20 15,6-3 5-15,2-4-2 0,5-3-14 0,3-3-26 16,2-4-11-16,14-8-26 0,6 2-28 0,-4-1-35 15,11-2-32-15,0 1-24 0,2 0-31 0,-1 3-19 16,-2 1 14-16,5 3 9 0,-11 8 16 0,-2 5 13 16,-1 1 11-16,1 1 17 0,-8-1 17 0,-4 6 14 15,-3 6 23-15,-7 0 34 0,2 2 21 0,-5 0-4 0,2 2 30 16,-5 1-5-16,0 1-13 0,-1 0 2 16,0 4 0-16,-8-5-2 0,-4 5 17 0,1 3 7 15,0 2 6-15,-4-1 10 0,-3 5-6 0,0 2 9 16,4 1 8-16,-5 2-2 0,4 4-1 0,-6 5-3 0,8 1-5 15,3-5 1-15,6-1-5 0,4 4 3 0,-5-3-7 16,8 3 2-16,-2 0-4 0,3-3-13 16,2-1-36-16,3 0-39 0,-2-2-54 0,4-1-60 15,-2 0-74-15,-1-5-78 0,3-2-343 0,-4-2-726 0,1 1 322 16</inkml:trace>
  <inkml:trace contextRef="#ctx0" brushRef="#br0" timeOffset="13605.38">2603 3205 136 0,'0'0'125'15,"0"0"17"-15,0 0 26 0,0 0 6 0,0 0 3 16,12 4-11-16,-2-3-10 0,2 1-4 0,0-1-10 15,2-1-8-15,6 1-7 0,-5-1-20 0,4 0-6 16,3 1-10-16,-2 1-9 0,-2-2-8 0,4 2-9 16,-1-1-2-16,0 1-7 0,-1-2-6 0,3 3-5 15,7-3-3-15,-11 1-7 0,14-2-2 0,-10-1-4 16,7 4-1-16,0-2-3 0,4-2-2 0,-4 2-5 16,4 0 1-16,0 0 0 0,0 0 1 0,5-1 0 15,1 1-5-15,-2-3-3 0,5 1 0 0,-2-1 4 16,3 1-4-16,13-3 0 0,-3 0-2 0,-12 2 0 15,2 0 0-15,8-2 1 0,-9 3 1 0,-3-4-4 16,14 2 1-16,-13 1 4 0,-3-2-7 0,5 1-1 16,12-4 1-16,-14 7 1 0,-2-4 0 0,3 2-2 15,-4 1-1-15,-1 1-3 0,3 1 1 0,-5-2 1 16,4 0-2-16,-2 1 1 0,-2-2 9 0,1 3-9 0,-1-3-3 16,2 3 1-16,-2 0-1 0,0 1 4 15,2-2-2-15,-3 2 0 0,-1-1 2 0,1 0-2 16,-1 2 0-16,-1 0 0 0,3-1-3 0,2 0 2 15,-3-2 3-15,0 1 2 0,3 0-5 0,-3-1 0 0,0-1 0 16,1 2 3-16,2 0-3 0,-3-2 0 0,0-1 2 16,0 1-1-16,3 1 1 0,-3-3-2 0,0 4 11 15,0-1-11-15,0-4-4 0,-2 2 4 16,0 1 1-16,-1 0-1 0,-1-1-1 0,-2 5 0 0,-4-3 1 16,-4-2 0-16,11 1-3 0,-9 1 3 0,2 1-3 15,-3-3 4-15,2 3 1 0,0 1-9 0,0-2 8 16,6 1-1-16,2 0-1 0,-1 0 2 0,-7 1 1 15,-1-2-2-15,1 1 0 0,-2 0 1 0,3 0-1 16,6 3-1-16,0-3 1 0,-9 0 1 0,11-2 2 16,-4 4-3-16,-7-4 1 0,12 2 1 0,-9 0-1 15,6-1-2-15,0-2 4 0,1 3 0 0,2-1 5 16,-3 0-9-16,-6-1 3 0,6 2-4 0,0-1-1 16,1-3 4-16,-1 2-1 0,0 1-2 0,1-2 7 15,-2-1-5-15,1 4 0 0,1-3-3 0,2 1 2 16,-2-1-2-16,-1 0 3 0,4 1 2 0,-4-2 0 15,-2 0-2-15,4 2 0 0,0 1 3 0,0-2-3 16,0 1 0-16,1-2 0 0,0 0-2 0,-3 2 1 16,1-1-2-16,0-1 2 0,3 3-1 0,-1-2 2 15,-2 2-2-15,3-1 2 0,-1-3 0 0,2 3-1 16,-2-1 0-16,-1 1 0 0,1 0 3 0,-2 2 1 16,0-3-6-16,1 0 3 0,-4 3-1 0,4-1-2 15,-2 1 2-15,-1-2 1 0,3-2 10 0,-2 3-9 16,0 0-3-16,-8-2 0 0,1-1 3 0,8 2-1 15,-8 0 3-15,0 1-4 0,7-3 1 0,-9 3 0 16,10-1-2-16,-11-2 2 0,4 3 0 0,1-2 3 16,-3 1-5-16,9-1-1 0,-8 1 3 0,7 1 0 15,-7-2-2-15,-1 1 2 0,8 0 3 0,-1-1-5 16,-1 1 1-16,-3 1 0 0,-1-1 0 0,6 0-1 0,-7-2 9 16,7 2-10-16,-3 0 4 0,-4 1-5 15,-1-2 4-15,2 1-1 0,-2 3 1 0,3-5-1 16,3 2 1-16,2 0 0 0,3 1-1 0,-11-2 0 15,2 2 8-15,7-3-6 0,-1 2-2 0,3-2 1 0,-3 1-1 16,0 0 1-16,1 1-1 0,-8 1 2 0,12-4-3 16,-5 2-2-16,-2 1 3 0,6-1 0 15,-2-1-1-15,0 0 1 0,0 3 2 0,0 0-4 16,0-2 2-16,-2 2 2 0,3 0-1 0,-1-2-1 0,1-2 1 16,-3 2-1-16,4 2-1 0,-4 0 2 0,3-3 1 15,-1 1-1-15,1 2-3 0,1 0 4 0,0-1 0 16,0-2 2-16,0 2-4 0,0-2 4 0,0 2-4 15,-2-1 0-15,5-2 1 0,-1 2 0 0,2 2 1 16,-2 0-5-16,1-3 1 0,1 0 5 0,-1-1-1 16,19 0-4-16,-21 3 4 0,5-1-2 0,2 2 1 15,-3-4-1-15,2 1 8 0,0-2-7 0,-3 5 0 16,0-4-2-16,3 4 3 0,1-2-2 0,-1 0 3 16,-1-1-2-16,3 1 0 0,-2 0-5 0,-1 0 7 15,-2-1 4-15,2 1-5 0,-2 3-4 0,1-3 5 16,2 0-2-16,-3 1-3 0,2-1 2 0,-1 0 3 15,-1-1-2-15,0 2 1 0,-1-1-1 0,4-1-2 16,-3 2 0-16,0-2 3 0,-1-1-3 0,3 2 1 16,-3-1 0-16,-1 3 2 0,5-2-1 0,-5 0 8 15,2 0-9-15,2 2 1 0,-2-3-2 0,1 2 1 16,2-3 0-16,-3 4 2 0,0-3 1 0,1 2-3 16,1 0 3-16,1-2-1 0,-2-2-2 0,-1 4 1 15,3-2 0-15,-4 2 0 0,5 0-1 0,-7 0 4 16,6-4-1-16,-1 4-4 0,-2 1 2 0,0-3 7 15,0-2-7-15,0-1 3 0,4 6-4 0,-4-1 1 16,-1-1 0-16,4-1-1 0,-3 1-1 0,0 1 3 16,3-4-2-16,-1 4 3 0,0-1-5 0,1 2 4 15,2-1-4-15,9 2 5 0,-7-4-1 0,-7 3-4 16,4-2 3-16,0 2 0 0,2-3 0 0,-5 1 0 0,6-1-1 16,-5 2 2-16,14-3-2 0,-14 2-1 15,4 0 3-15,-3 0 0 0,1 1-3 0,-1 0-2 16,3-2 6-16,-1 2 0 0,-2-1-3 0,0 1 0 15,2-4 3-15,10 4-3 0,-12-3 0 0,0-1 3 0,1 5-1 16,-4-3-1-16,4 2-1 0,-4-2 1 0,4-1-2 16,-2-1 2-16,-5 0 0 0,5 5 6 15,-1-1-8-15,-1 0 3 0,-1-1-2 0,0-2 2 16,1 3-1-16,-3-1-3 0,1 0 3 0,-4 1 2 0,2-3-4 16,-1 5 0-16,-2-5 6 0,-1 4-6 0,-1-4 1 15,-5 3 1-15,6-1 5 0,-7 1-8 0,-2-1 3 16,-1 1 0-16,1-1 6 0,-4 2-6 0,3 0 1 15,-5 1 1-15,-1-1 1 0,-3 1 9 0,0-4-1 16,-6 5 1-16,5-2 5 0,-5 1 8 0,-5 0-2 16,10-1 0-16,-10 1-1 0,7 0-1 0,-7 0-1 15,6-2-2-15,-6 2 0 0,0 0 4 0,0 0-10 16,6-1-1-16,-6 1-8 0,0 0-13 0,0 0-20 16,0 0-27-16,0 0-33 0,0 0-53 0,0 0-58 15,0 0-58-15,0 0-172 0,-14-8-466 0,10 6 207 16</inkml:trace>
  <inkml:trace contextRef="#ctx0" brushRef="#br0" timeOffset="14584.48">13848 1361 285 0,'0'0'307'0,"0"-6"-15"0,0 6 3 0,-3-5-12 15,2 1-16-15,1 4-19 0,0-5-12 0,0 5-18 16,-5-5-17-16,5 5-23 0,-3-4-34 0,3 4-1 16,-4-2-33-16,4 2 2 0,0 0-19 0,0 0-11 15,0 0-8-15,-7 0-5 0,7 0-9 0,0 0-4 16,0 7-14-16,0-7 2 0,0 6-9 0,0-1-13 16,0-5-1-16,0 7-3 0,4-3-8 0,-4-1-2 15,3 2 0-15,0-1-8 0,0-2 6 0,1 0 2 16,-4-2-2-16,2 3 2 0,-2-3 2 0,0 0 1 15,4 2 0-15,-4-2-3 0,0 0 1 0,0 0-3 16,0 0 2-16,0 0-9 0,0 0 1 0,0-9-6 16,0 9-15-16,-6-5-30 0,6 5-47 0,-6-6-61 15,6 6-96-15,0 0-323 0,-3-4-624 0,3 4 277 16</inkml:trace>
  <inkml:trace contextRef="#ctx0" brushRef="#br0" timeOffset="21754.69">4527 4228 255 0,'0'-6'298'16,"0"1"-14"-16,2-1-12 0,-4 0-10 0,1 2-8 15,1-1-15-15,0 5-5 0,0-9-5 0,-1 5-8 16,1 4-8-16,-2-6-10 0,2 1-8 0,0 5-15 16,-1-4-11-16,1 4-14 0,-3-4-11 0,3 4-11 15,0 0-14-15,-4-2-10 0,4 2-12 0,-8-3-14 16,8 3-16-16,-12 0 0 0,2 0-5 0,-1 4-9 16,-2-2-2-16,-2 0-1 0,1 3-10 0,-2 0-10 15,2 0 2-15,-1-1-9 0,3 0-1 0,-2 4-2 0,2-3-9 16,4 1 3-16,-2-2-4 0,0 1-3 0,4-1 2 15,2 2-5-15,0-2 0 0,0 3-4 0,1-1 1 16,4 2 1-16,2-2 3 0,1 4 1 0,5-1 2 16,0 1-4-16,9 2 7 0,-1-2-7 0,4 3 0 15,6 0-9-15,-4 2 10 0,4-1-3 0,-1 0-6 16,-7-4 11-16,0 1-6 0,2 1 2 0,-5-1-1 16,3-1 11-16,-7 2-14 0,2-3-2 0,-6-1 3 15,2 2 0-15,-4 0-5 0,2 0 0 0,-3 0 3 16,-4-5 1-16,-1 3 3 0,0 0 5 0,0-2-6 15,-3 2 2-15,-3-2 14 0,-1 1 15 0,-3-3-1 16,2 2 5-16,-7-1 38 0,3-1-7 0,-3 0-5 16,1-2-2-16,-1 0-4 0,0-2-6 0,0 0-6 0,4-2-2 15,-1 0-5-15,0 2 3 0,4-3-5 16,1 0-3-16,0 1 1 0,1-1-9 0,0 2-2 16,2-1-8-16,4 2-18 0,-7-4-21 0,7 4-44 15,-4-1-41-15,4 1-54 0,0 0-38 0,0 0-38 0,0 0-21 16,0 0-27-16,0 0-22 0,0 0-28 0,-8 6-31 15,8-2-201-15,0-4-617 0,0 0 274 0</inkml:trace>
  <inkml:trace contextRef="#ctx0" brushRef="#br0" timeOffset="22035.92">4802 4358 141 0,'0'0'394'0,"4"-3"-26"15,-4 3-38-15,0 0-34 0,0 0-35 0,0 0-32 16,0 0-26-16,0 0-19 0,0 0-22 0,4 10-9 16,-2-6-19-16,-1 4-13 0,2-1-11 0,-2 1-10 15,3 1-7-15,-4 4-7 0,4 0-5 0,-3 0-14 16,2-4-7-16,1 6-2 0,-2-2-7 0,-1 1-38 15,3 0-39-15,-1-1-37 0,-3 0-44 0,1-1-50 16,-1 1-44-16,2-3-49 0,1 1-233 0,-3-4-521 16,0 0 231-16</inkml:trace>
  <inkml:trace contextRef="#ctx0" brushRef="#br0" timeOffset="22754.62">4964 4277 208 0,'1'-4'241'0,"-1"4"-23"16,3-4-24-16,-3 4-19 0,0-5-19 16,0 5-16-16,0 0-16 0,0 0-14 0,0 0-9 0,0 0-11 15,0 0-6-15,0 0-11 0,15 7-7 0,-10-2-7 16,0-3-4-16,0 2-10 0,-1 0-1 0,1-1-6 15,2 3-2-15,-4-1-5 0,1 0-2 16,-1 0-4-16,1 2 0 0,0 0-1 0,0-2-5 0,0 3 0 16,-3 0-3-16,2-3-2 0,0 5-1 0,1-2 2 15,-3 3 4-15,-1-1 1 0,0 2 3 0,3 0 4 16,-7-1 14-16,4 3 22 0,1-1-4 0,-2 3-2 16,1 2-4-16,0-1 1 0,1 4 6 0,2-3 0 15,0 0-7-15,0 0-1 0,3 0 1 0,-3 0-10 16,1 0-3-16,3-2-2 0,1 4-2 0,-1-3 4 15,0-4-10-15,-1 2 0 0,3 1 1 0,-4-1-1 16,7-1 0-16,-5-2 18 0,0 3 10 0,-1-3 12 16,0-3 0-16,-2 2-10 0,0 1-4 0,-1-6 28 15,-3 3-4-15,3-3-1 0,-2 3 10 0,-2-3 21 16,-2-1 16-16,0 2 4 0,-1-2 8 0,-5 1 6 16,1-1 0-16,-3-2-12 0,-3 2-6 0,3-1-9 15,-3 0-5-15,0-2-2 0,0-1 3 0,-1-1 1 16,3-3-4-16,1 2-6 0,0-2-8 0,4-1-5 0,0 1-7 15,2-6-4-15,1 2-14 0,0-4-1 16,4 0-15-16,4-5-8 0,0-2-8 0,8-3-24 16,-4-4-28-16,11-3-25 0,1-1-24 0,0-1-20 0,3-1-24 15,-4-1-24-15,7 1-14 0,-3 3 9 0,0 1 14 16,-2 3 7-16,0-1 11 0,0 4 9 0,-3-1 13 16,-8 6-1-16,1 0 14 0,2 2 17 15,-4 0-2-15,-2 4 6 0,-2 1 5 0,-2 1 17 0,-3 2 0 16,1-2 8-16,2 4-3 0,-3 0 6 0,0-1-3 15,0 5-1-15,0 0-2 0,-4-2 7 0,4 2-4 16,0 0 9-16,-14 8-3 0,5-3 17 0,2 5 14 16,0-3-4-16,-1 2 0 0,0 3 10 0,4 1 11 15,-2-2-3-15,4 2 2 0,-1 4-6 0,0-3 1 16,3-2-5-16,3 0 3 0,-3 1 7 0,3 2-12 16,1-3 6-16,1-1-6 0,3 1 2 0,2-3-8 15,-2 0-9-15,3-2-31 0,-3 0-41 0,3-3-43 16,1-1-50-16,-4 0-59 0,5-2-66 0,0-3-53 15,-5-2-313-15,3-1-707 0,0-2 313 0</inkml:trace>
  <inkml:trace contextRef="#ctx0" brushRef="#br0" timeOffset="22942.1">4843 3996 270 0,'-4'-5'311'0,"0"1"-34"16,-2 2-21-16,3-2-31 0,2 1-26 0,-2-2-34 15,3 5-45-15,-5-5-66 0,5 5-81 0,-4-3-97 16,4 3-164-16,0 0-312 0,-11 2 138 0</inkml:trace>
  <inkml:trace contextRef="#ctx0" brushRef="#br0" timeOffset="23395.19">2860 4277 256 0,'1'-7'386'0,"-2"1"-26"0,1 2-38 0,1 1-28 15,-1 3-40-15,0 0-32 0,0 0-25 0,0 0-22 0,0 0-14 16,0 0-18-16,3 21-10 0,2-5-15 0,-3 1 14 16,5 1-14-16,-1 3-13 0,4 6-1 0,-5 0-20 15,5 0 5-15,1-3-20 0,-4-3 7 0,6 4-38 16,-2-6-42-16,-1-2-30 0,-1 0-35 0,3-2-39 15,-4-1-44-15,2-4-45 0,2-2-46 0,-1 0-53 16,-1-3-160-16,-1-3-493 0,2-2 218 0</inkml:trace>
  <inkml:trace contextRef="#ctx0" brushRef="#br0" timeOffset="23723.3">3288 3930 343 0,'0'-10'349'0,"-1"2"-17"16,-2 3-28-16,3-1-31 0,-1 0-32 0,1 6-32 15,-4-4-23-15,4 4-13 0,0 0-18 0,-7 13 0 16,3-1-10-16,1 4 2 0,0 5-7 0,1 10-7 16,2 1-17-16,1 3-12 0,0 16-4 0,2-2-6 0,1 6-6 15,3-4-3-15,1 1 4 0,-1 3-12 16,3 0 2-16,3 3 3 0,1-4-2 0,1-1-12 15,1 1-2-15,3-1-8 0,-3-2-5 0,2-15 0 16,-1 14-12-16,0-3-1 0,-2-11-9 0,-3-1 2 0,-1-3-3 16,-4-2-7-16,1 4 11 0,-3-3-5 0,-3-4 2 15,-2-5-2-15,-2-4 0 0,-3-3-3 16,-2-2 4-16,-1-5-1 0,-1 2-3 0,-5-6 2 0,-1 0-12 16,0-4-42-16,-4 0-46 0,-3-7-49 0,-1-1-55 15,-1-3-77-15,-2-7-89 0,0 0-340 0,3-2-740 16,5-8 328-16</inkml:trace>
  <inkml:trace contextRef="#ctx0" brushRef="#br0" timeOffset="23910.78">3163 4515 236 0,'6'-5'352'15,"3"0"-21"-15,-3-3-17 0,6 2-10 0,-1 0-18 16,2-3-23-16,2 0-32 0,4 1-20 0,-4-2-23 15,4 2-15-15,0 2-21 0,0-5-27 0,2 2-46 16,-2 0-53-16,1 3-57 0,2-3-53 0,-4 2-72 16,-1-1-65-16,-3 4-243 0,-2-5-502 0,-5 1 223 15</inkml:trace>
  <inkml:trace contextRef="#ctx0" brushRef="#br0" timeOffset="24093.31">2792 3940 2063 0,'-22'-6'46'15,"6"1"4"-15,2 2-3 0,3-2-5 0,2 1-16 16,1 0-7-16,2 2-36 0,2-1-41 0,4 3-34 16,0-5-35-16,0 5-40 0,10-2-139 0,2 3-331 15,0 0 147-15</inkml:trace>
  <inkml:trace contextRef="#ctx0" brushRef="#br0" timeOffset="26109.03">6252 4107 170 0,'0'-8'373'0,"0"3"-3"0,1-2-5 0,2 1-8 16,-3 1-12-16,0 1-31 0,0 4-32 0,0 0-37 0,-3-6-33 15,3 6-14-15,0 0-37 0,0 0-7 16,0 0-16-16,0 0-14 0,-2 20-10 0,0-8-13 16,2 0-11-16,0 5-7 0,3 2-6 0,-3-1-9 0,8 3-9 15,-5-1-3-15,2-2-5 0,3 0 1 0,2 0-9 16,0-2 0-16,0-3-6 0,3 3-12 0,0-3 6 16,-2-5-8-16,4 2-12 0,-1-3-20 0,-2-2-9 15,4-2-14-15,-2 0-20 0,-2-3 2 0,3 0-3 16,4-3 10-16,-9 0-1 0,2-3-5 0,0-1 2 15,-4 0 5-15,6-1 6 0,-9-2 4 0,8-4 2 16,-7 0 2-16,2 2 5 0,1-3-1 0,-1 0 3 16,0-1 10-16,-1-1 8 0,-3 7 6 0,-1-1 11 15,1-1 8-15,-2 4-3 0,1 1 1 0,-1 1 5 16,2 1-4-16,-3-1-10 0,4 4-7 0,-5 2-2 16,3-3 0-16,-3 3 0 0,0 0-4 0,8 7 2 15,-5-4 2-15,1 1-2 0,3 8-3 0,1-4 1 16,-3 5 5-16,5-1 0 0,-4-1 1 0,4 5-5 15,1-1 1-15,-4-3 7 0,2 1-10 0,0-2-2 16,-4-1 0-16,5 0 2 0,-5-2-1 0,0 1 6 16,1-5-5-16,-3 2 5 0,1-1 1 0,1-3 0 0,-1 0 6 15,2-2 15-15,-6 0-13 0,0 0-8 0,11-5 12 16,-7-1-12-16,1-1 5 0,1 0 0 0,-1 1 3 16,2-6 19-16,0 2 5 0,1-7 8 15,1 2 8-15,1-2 3 0,-1 3 3 0,2 0 12 0,-1-2 1 16,-1 0 5-16,-2 5-7 0,2 1-5 0,0-1 2 15,-4 4-9-15,2-1-5 0,-3 4-9 0,0-3-10 16,3 5-5-16,-3 0-4 0,3 1-7 0,-7 1 2 16,13 3-5-16,-6-1 2 0,-3 4-4 0,5 1-3 15,0 2-13-15,-2 5-23 0,-2-2-27 0,2-1-31 16,4 6-30-16,-2-2-19 0,0-1-29 0,2 3-27 16,2-3-28-16,-3-1-33 0,3-2-31 0,2 0-31 15,-4-4-34-15,3 1-178 0,-1-3-571 0,3-1 253 16</inkml:trace>
  <inkml:trace contextRef="#ctx0" brushRef="#br0" timeOffset="26626.16">7518 4081 5 0,'-2'-4'295'0,"-1"-1"-24"16,1 1-15-16,-2 0-11 0,-1 2-8 0,-2-1-17 15,-1 3-23-15,-3-1-12 0,-1 1-21 0,0 3-8 16,-3 0-14-16,4 1-12 0,-6 3-18 0,4-2-8 16,-5 2-11-16,6 0-8 0,0 4-8 0,1 0-8 15,1-2-4-15,5-2-10 0,-5 6-4 0,5-2-8 16,0 0 3-16,0 3-7 0,4-4-1 0,0 3 0 16,5-1-6-16,-1-4-4 0,4 0 0 0,2 2-1 0,2-5 3 15,2 3-4-15,5-1-8 0,1-4 2 0,-3 0-4 16,6-3 2-16,-2-1-5 0,0-1 2 15,0 2 1-15,-1-2 1 0,0-1-7 0,0-3 2 16,-7 3-1-16,7-4-2 0,-1 0-3 0,-6 2 2 0,2 1 8 16,1-1-11-16,-6-1 2 0,1-1-4 0,1 3-4 15,-6 2 2-15,-1-1-5 0,5 2 0 0,-4 0 2 16,-5 1-3-16,16 1-2 0,-6 3 6 0,-1 2 0 16,2 1 0-16,-3-1-3 0,2 2 9 0,-1 0-5 15,2 0 2-15,-1 2-3 0,-2-3 2 0,-1 0-1 16,0 2-2-16,-2-2 1 0,0 0-6 0,-1-2 7 15,0-1 4-15,-4-2 22 0,3 2 29 0,-3-4 25 16,0 0 27-16,0 0-6 0,0 0-10 0,0 0-8 16,0 0 0-16,-7-14 3 0,5 7-3 0,-4-3 0 15,1 1-6-15,4-1-7 0,-1-2-7 0,2 0-6 16,-1-1-11-16,4-3-21 0,-2 1-32 0,4-1-36 16,2 5-44-16,4-4-26 0,-3 4-30 0,4-2-22 15,-2 4-40-15,-2 1-21 0,7 2-18 0,-4 2-10 16,4 1-17-16,-4 2-5 0,1 2 2 0,1 2-175 15,-3-2-485-15,1 4 215 0</inkml:trace>
  <inkml:trace contextRef="#ctx0" brushRef="#br0" timeOffset="27329.24">8076 4198 16 0,'9'6'81'0,"-2"-1"14"0,0-1 7 16,0 2 6-16,1-3 4 0,3-1-4 0,0 1-3 16,1-2-1-16,0 2-6 0,2-3-5 0,1-3-8 15,-1 3-5-15,4-4-6 0,1 1-10 0,-1 0-4 16,3-1-7-16,-9 0-4 0,5-1 7 0,-3 0-9 15,1 1 3-15,-4-1 3 0,4 0 2 0,-7 0 3 16,2-4-3-16,-2 4 2 0,-2 0-7 0,-1-6 5 16,-4 5 2-16,3-1 0 0,-4-2-4 0,0 0-1 15,0 1 0-15,0-2 2 0,-4 0 11 0,0 4 4 16,-3-1 4-16,-1-3-1 0,-3 5 7 0,3-1-8 16,-4 2 4-16,-2-1-4 0,-1 2-9 0,1 1-1 15,1 1-1-15,-1 1-5 0,0 1-8 0,0 0-3 16,1 3-6-16,-1 1-3 0,1 2-4 0,-3 1-1 15,6 3-6-15,2-2-1 0,-1 2-1 0,5 2-1 16,2 0 0-16,4 4-4 0,3 2 1 0,5-1 1 16,1 0-3-16,5-3 1 0,3 4-3 0,8-1-2 0,3-3-11 15,0 0-13-15,4-7-12 0,-3 0-12 0,3-3-11 16,0-2-10-16,3-2-5 0,-2-1-2 16,-1-2 8-16,0-1 3 0,-1-4 9 0,1-3 1 15,-3 3 5-15,-4-5 4 0,-6 3 5 0,-3-2 7 0,-1-4 4 16,-2 3 10-16,-3-4 4 0,-2 2 11 0,-3 2 19 15,-3-5 6-15,-3 5 5 0,-1-2 12 0,-1 2-1 16,-2 0-1-16,2 1 0 0,-6 0-6 0,1 2 0 16,1 1-9-16,-6 2-7 0,2 1 0 0,-5 3-7 15,3-1-4-15,0 3 2 0,-5 0-3 0,5 4 1 16,-4-2-7-16,2 3 3 0,0 0 0 0,0 3-1 16,-1 1-3-16,-1 4-1 0,4-5 3 0,6 1-2 15,-6 1-4-15,3 4 3 0,2-2-4 0,2 1 5 16,0-1-4-16,3-2-2 0,-2 2-6 0,3-5 4 15,4 0 0-15,-1-1 3 0,1 1 1 0,1-4-3 16,1 0 3-16,2 0 1 0,4-3-1 0,-1-1-1 16,1-1 1-16,-1-2 3 0,3 0-3 0,-2-1-1 15,-1-1 2-15,0-3 2 0,1 0 5 0,-4-1 10 0,2 2 15 16,2-2 15-16,-4 1 9 0,-1 1 14 16,1 1 11-16,-5 0 1 0,4 2-1 0,-3 0-8 15,-1 1-13-15,1 0-15 0,0 1 1 0,-1 0-11 16,0 0-10-16,-3 3 0 0,0 0-4 0,0 0 0 0,9 6-8 15,-5-3 8-15,-3 2-10 0,2 0 1 0,1 2-13 16,1-1-30-16,1 0-18 0,-1 4-19 16,3-2-16-16,-1-1-19 0,2 2-22 0,1-3-14 0,1 2-36 15,0-4-29-15,0 1-23 0,1-3-39 0,3-2-36 16,0 3-168-16,-2-3-505 0,5-5 224 0</inkml:trace>
  <inkml:trace contextRef="#ctx0" brushRef="#br0" timeOffset="27902.18">9216 3962 278 0,'-4'-4'313'0,"1"0"-15"0,0 2-22 16,3 2-25-16,-11-3-17 0,3 2-24 0,8 1-21 16,-12 2-20-16,5 1-16 0,-2-1-8 0,3 4 2 15,2-2-14-15,-3 2-10 0,3 3-11 0,0 0-10 16,3 1-9-16,-2-1-5 0,3 4-11 0,3-1-4 15,1 0-5-15,1 1-7 0,2 2-7 0,-1-2-7 16,4 3-4-16,-4-5-3 0,6 2-4 0,-1 2 3 0,-2 2-10 16,4-3-3-16,-8-1-2 0,5-3 0 15,-5-1-7-15,-1 0-2 0,3-3 1 0,-4 1-4 16,-2-2-1-16,-1-1-3 0,0 0 7 0,0-4 2 0,-8 6-3 16,1-4 2-16,-4 0-4 0,-4 0-3 0,4 0 4 15,-5-1-4-15,4-2 2 0,-3-1-5 16,4 1 4-16,0 1 0 0,3 0-2 0,8 0 7 15,-15-1-5-15,15 1 3 0,-6-2-2 0,6 2-10 0,-2-2 2 16,2 2-8-16,0 0-4 0,0 0 3 0,18-6-15 16,-6 4-16-16,0 0-6 0,3-1-2 0,7-2-8 15,-2-1-4-15,-1 1-2 0,11-2-2 0,-7 2-1 16,-2-3-2-16,3-1-2 0,3-1-2 0,2 0-5 16,-6 0-6-16,1-1 0 0,2-7-5 15,-1 5 2-15,-2-2-1 0,-4 2 4 0,1 1 9 16,-3-1 4-16,-3-1 9 0,-1 1 8 0,-5-1 17 0,3 1 31 0,-6 4 29 0,-2-3 29 0,1 4 20 15,-4 0 23-15,-3 0 13 0,2 2-15 0,-3-1-4 16,-3 1-21-16,-1 2 4 0,0 2-2 0,-3-1-5 16,-4 2-7-16,4 2 0 0,-2 2-9 0,-1-1-3 15,-1 3-6-15,4 2 2 0,0 1-3 0,-1 0 4 16,2 0-5-16,5 3 0 0,-2-1-5 0,3 1-2 16,0 1-5-16,4 0-3 0,2 0 5 0,0 0-1 15,2 0-8-15,3-1 2 0,4-1 0 0,1 1-10 16,-1-1-34-16,8-2-34 0,-4-1-39 0,4 1-38 15,-5-3-39-15,6 2-51 0,2-5-55 0,-3-2-59 16,0 0-187-16,0-2-562 0,1-3 248 0</inkml:trace>
  <inkml:trace contextRef="#ctx0" brushRef="#br0" timeOffset="28245.98">9973 3908 157 0,'-3'-5'425'0,"3"5"-23"0,-9-4-18 0,5 2-18 16,0-1-17-16,-3 2-20 0,0-1-29 0,-2 1-27 15,2 0-39-15,-4 2-11 0,3-1-25 0,-3 3-19 16,2-2-23-16,0 3-18 0,0 0-8 0,2 0-14 16,0 1-11-16,2 0-14 0,1 4-5 0,2-2-8 15,-2 0-12-15,8 2 3 0,-1 3-7 0,1-3-4 16,3 3-7-16,4 1-2 0,2 1-10 0,-3-4 0 15,6 3-1-15,-5 0-7 0,0-4-2 0,3-1-2 16,1 2-7-16,-6-2-1 0,-1-1-2 0,-1 1-4 16,0-2-1-16,-3-1-1 0,1 2-3 0,-2-2-2 15,0 0 3-15,-3 0-1 0,-3 1 6 0,0 0-3 16,-3 0-2-16,-4-1-1 0,0 1 1 0,-3 1-23 16,-2 2-43-16,-4 1-57 0,4-2-67 0,-7 2-78 15,-5 0-113-15,4-2-371 0,4-2-804 0,-1 2 356 16</inkml:trace>
  <inkml:trace contextRef="#ctx0" brushRef="#br0" timeOffset="29214.66">10735 4012 180 0,'0'0'293'0,"-11"0"-9"0,11 0-11 0,-9 1-8 0,9-1 0 15,-6 3-1-15,6-3-7 0,0 0-10 16,0 0-18-16,0 0-7 0,0 0-15 0,0 0-15 16,37-8-20-16,-5 5-13 0,7-2-16 0,18-3-17 0,-3 2-10 15,9-2-15-15,-1-1-8 0,4 2-14 0,-4-1-5 16,-1 2-4-16,-1-2-10 0,-3 2-12 0,-16 1 2 15,1 0-3-15,-1 0-5 0,-3 0-8 0,-4 3 7 16,-4-1-28-16,-7 2-25 0,-3-1-25 0,-6 0-18 16,-1 1-22-16,-4 1-9 0,-1-1-29 0,-4 0-25 15,-4 1-31-15,0 0-13 0,0 0-24 0,0 0-45 16,0 0-57-16,0 0-190 0,0 0-542 0,-26 0 241 16</inkml:trace>
  <inkml:trace contextRef="#ctx0" brushRef="#br0" timeOffset="29699.01">11452 3753 112 0,'0'0'223'0,"0"0"3"0,0 6-5 0,0-6-12 15,1 7-7-15,0-2 0 0,1 0-10 0,2 1 3 16,0 0-4-16,5 1-8 0,0 3-11 0,0-3-11 16,0 2-16-16,1-3-14 0,1 2-16 0,-1 1-11 15,-1-3-9-15,2 1-6 0,0 1-10 0,1-2 7 16,-2-1 2-16,-3 0 1 0,2 0-12 0,-5-1-1 16,4-1-4-16,-2 1 11 0,-2-2 8 0,2 1-7 15,-1-1-3-15,-5-2 3 0,5 4-6 0,-5-1 3 16,0-3-17-16,6 2-6 0,-6-2-9 0,2 3-4 15,-2-3-6-15,-2 8 4 0,0-5-2 0,-2 4-9 16,-1 2 2-16,-5 1 1 0,1-1-3 0,-5 7-6 16,-6 2 4-16,-3 6-4 0,-2-3-2 0,7 4-77 15,-6 1-67-15,2 2-66 0,0-1-85 0,-2 3-106 0,5-1-271 16,1-3-702-16,2-1 310 0</inkml:trace>
  <inkml:trace contextRef="#ctx0" brushRef="#br0" timeOffset="43559.66">6391 3825 169 0,'0'0'316'15,"0"0"-28"-15,0 0-31 0,-6-2-19 0,6 2-17 16,0 0-18-16,0 0-16 0,0 0-11 0,0 0-16 15,0 0 2-15,0 0-15 0,0 0-8 0,0 0-5 16,0 0-12-16,0 0 0 0,0 0-11 0,-5-2-6 16,5 2-3-16,0 0 2 0,0 0-9 0,0 0-10 15,0 0-3-15,0 0-2 0,0 0 17 0,0 0-21 16,0 0-3-16,0 0 0 0,0 0-2 0,0 0-3 16,0 0 7-16,0 0 13 0,0 0-11 0,0 0-3 15,0 0 2-15,3-8-19 0,-3 8-4 0,0 0-12 16,-6-2 3-16,6 2-10 0,0 0-3 0,0 0-3 15,-9-3-11-15,9 3 1 0,0 0-7 0,-12 1-2 16,12-1-11-16,-9 4-28 0,6-3-33 0,-2 4-35 16,4 0-38-16,-1-2-46 0,-1 0-46 0,2 2-51 15,2 2-53-15,1-2-276 0,2 1-659 0,6 2 292 16</inkml:trace>
  <inkml:trace contextRef="#ctx0" brushRef="#br0" timeOffset="44507.65">12328 3641 185 0,'4'-9'360'16,"1"0"-33"-16,-4 1-11 0,-1 2-24 0,3 1-21 16,-3 1-23-16,2 0-32 0,-1 0-21 0,-1 4-12 15,0 0-28-15,0 0-15 0,0 0-9 0,1 15-5 16,-1-4-6-16,0 4-10 0,0 3-10 0,0 1 0 16,0 3-15-16,0 3-18 0,-1 4 3 0,-2-9-9 15,2-2-5-15,-6 7-9 0,2-5-1 0,-1-1-7 16,2 0-3-16,-3-3-3 0,3-4 0 0,-1-1-5 0,2-3 2 15,-1 0-3-15,4-3-6 0,-3 2 20 0,2-4 18 16,1-3 28-16,-1 3-2 0,1-3-5 16,0 0-12-16,-2-13-6 0,1 5-7 0,2-4-11 0,-1-6 0 15,0 0-7-15,3-9-3 0,3-3-3 0,-4 1-3 16,6 0-2-16,2-3-4 0,-2 1-5 0,0 2 2 16,0-1 0-16,-4 10 7 0,0 0 19 0,2 4 3 15,-3 3 1-15,-2 1 4 0,2 5 0 0,1 0-8 16,-3 1-8-16,2 0-11 0,-2 3-7 0,-1 3 3 15,0 0-2-15,11 6 0 0,-5 1-7 0,0 3 1 16,4 4-2-16,-5 3 25 0,6 1-2 0,0 1-5 16,-1 7 4-16,5 0-9 0,-1 0 0 0,0 0-4 15,4-1-2-15,-3 0 0 0,0-1-5 0,-6-5-15 16,2-1-41-16,-1 0-20 0,-2 0-25 0,0-3-42 16,-1-3-22-16,-2-1-26 0,1-2-9 0,-4-1-13 15,-2 0-8-15,2-2-17 0,-4-1-28 0,0-1-45 16,-4-1-32-16,1-1-260 0,-6-2-637 0,0-1 282 0</inkml:trace>
  <inkml:trace contextRef="#ctx0" brushRef="#br0" timeOffset="44663.89">12186 3850 176 0,'0'0'229'0,"0"0"-27"15,0 0-21-15,0 0-13 0,15-3-15 0,-3 3-15 16,2-3-12-16,6 2-14 0,4 1-11 0,7-1-9 15,-1 0-8-15,1-2-8 0,0 0-7 0,1 0-39 16,-4 2-37-16,2 0-45 0,3-2-39 0,-3 3-58 16,-7-2-124-16,-3-2-296 0,3 1 131 0</inkml:trace>
  <inkml:trace contextRef="#ctx0" brushRef="#br0" timeOffset="44882.62">12738 3821 54 0,'0'5'235'15,"0"0"7"-15,0 5 9 0,2-2 4 0,0 6-6 16,0-1 2-16,2 5 5 0,-1 1-5 0,-1 3 5 16,4 4-1-16,-2 2-20 0,1 3-21 0,-2 0-25 15,1 3-7-15,2 2-21 0,-2-5-7 0,0 4-14 16,0 0-14-16,1-4-16 0,-1-1-7 0,-1-2-12 16,1 1-5-16,-1-10-12 0,0-1-6 0,-2-7-40 0,2 2-53 15,-2-4-33-15,-1-1-15 0,4-3-13 0,-4-3-47 16,0-2-47-16,0 0-46 0,0 0-61 15,0 0-288-15,7-23-623 0,-9 7 276 0</inkml:trace>
  <inkml:trace contextRef="#ctx0" brushRef="#br0" timeOffset="45132.61">12729 3792 234 0,'0'-10'300'0,"3"4"-10"16,2 0-16-16,-2 2-15 0,2-1-19 0,2 0-5 15,1 2-10-15,3-1 1 0,3 3-26 0,-1 0-6 16,1 2-17-16,2 2-16 0,1-1-19 0,-1 2-14 16,0 3-10-16,-1-2-12 0,-4 1-11 0,4 3 11 15,-3-1-30-15,-2 2-15 0,-5 1 2 0,3 2-3 16,-1-1-7-16,-7 0-5 0,0 3 0 0,-1 0-6 16,-5 3-11-16,-2-2-10 0,-3 1-30 0,2 0-32 15,-6-2-20-15,-7 6-28 0,7-6-31 0,-9-1-31 16,1 4-40-16,6-5-57 0,0-3-72 0,4-2-178 15,2-2-538-15,1-1 238 0</inkml:trace>
  <inkml:trace contextRef="#ctx0" brushRef="#br0" timeOffset="45382.59">13112 3853 98 0,'6'4'316'0,"-2"1"-9"16,0 3-4-16,-1 2 0 0,1 1-11 16,4 2-13-16,-1 4-9 0,-6 1-39 0,3 3-17 15,-2 6-15-15,-1-6-15 0,-1-1-18 0,4 9-20 0,-4-4-14 16,0 3-8-16,0 1-14 0,0-1-12 0,2-8-4 16,-2-1-16-16,0 1 1 0,2-2-39 0,-2-2-34 15,-2-5-29-15,0 1-32 0,2-4-38 0,0-1-28 16,-3-1-24-16,2-3-50 0,1-3-64 0,0 0-56 15,0 0-163-15,0 0-516 0,0 0 228 0</inkml:trace>
  <inkml:trace contextRef="#ctx0" brushRef="#br0" timeOffset="45663.81">13112 3801 239 0,'-2'-9'376'0,"0"-1"-6"15,-3-1-3-15,2 2-6 0,1 1-8 0,0 1-14 16,2 1-21-16,2-5-24 0,-2 5-32 0,1-2-25 16,3-1-24-16,1 3-23 0,1 0-22 0,2-2-17 15,7 4-17-15,-7 0-13 0,4 0-14 0,3 1-12 16,-1 3-7-16,-1 3-9 0,3-1-14 0,4 3-7 16,-2 0-9-16,-2 1-16 0,0 4-21 0,-1-3-18 0,-2 4-7 15,3-1-28-15,-4 2-20 0,-4-2-10 16,3 1-8-16,-3 0-10 0,-4 1-3 0,-1 1-11 15,-2-4-1-15,1 6-7 0,-5-4-6 0,0 1-10 16,-2 1-8-16,-5 2-29 0,-2-2-12 0,1 0-14 0,-5-3-37 16,-1 1-25-16,0-2-34 0,-4-1-154 0,4 0-476 15,0-2 211-15</inkml:trace>
  <inkml:trace contextRef="#ctx0" brushRef="#br0" timeOffset="46273.15">13472 3774 266 0,'0'0'301'15,"6"-5"-24"-15,0 3-30 0,-2 1-23 0,0 0-16 16,-4 1-24-16,16 0-16 0,-8 0-13 0,2 1-20 15,1 2-11-15,1-1-14 0,-2 2-10 0,3 0-9 16,-1 0-7-16,3 2-11 0,-1 0-5 0,-4 1-9 16,3 2-5-16,-2-1 0 0,2 0-11 0,-3 0-4 15,0 2-2-15,-2 0-7 0,0 2-16 0,-4-1-12 16,3-1-4-16,-6 1-12 0,2 1 1 0,-4-2-1 16,-1 0-6-16,-2-1-7 0,0 0-1 0,1-3 3 15,-1 0-2-15,-4 2 5 0,4-4 3 0,0 1 4 16,-2-2 1-16,4 1 4 0,-1-2 2 0,3-2 2 15,0 0 0-15,0 0 1 0,0 0 0 0,0 0-1 0,-1-13 5 16,3 8 7-16,5 1 6 0,0-4 5 16,0 1 1-16,4 1-1 0,-2-1-1 0,2-1 5 15,0 1 5-15,-3 1-1 0,2-1-4 0,-1 2 1 16,-1 2-3-16,-1 0-3 0,0 2-4 0,1-3-1 0,0 2-1 16,-2 2-3-16,-6 0 3 0,13 2-3 0,-7-1-3 15,3 2 4-15,0-1-2 0,1 2 0 16,1-1 0-16,0 0 0 0,1 0-3 0,1 2 3 0,1-2-1 15,3 1 0-15,2-2 2 0,-5-1-4 0,0 2 0 16,0-4 2-16,1 1-1 0,-1-2 1 0,0 0 1 16,0-1-1-16,-3 0 1 0,0 0 3 0,-3-1 36 15,-4 0 18-15,2-1 1 0,-1 0 2 0,-1 0-2 16,-4-2-4-16,-4 0 6 0,3-1-9 0,-3 3 1 16,0-3-8-16,-2-1-2 0,1 5-3 0,-1 0-5 15,-2-5-8-15,1 4-5 0,-1 3-3 0,1-2-16 16,-1 1-21-16,3-1-26 0,-1 3-19 0,-1 0-35 15,7 1-33-15,-9 0-36 0,9 0-37 0,-7 2-39 16,7-2-48-16,0 0-192 0,0 0-517 0,0 0 229 16</inkml:trace>
  <inkml:trace contextRef="#ctx0" brushRef="#br0" timeOffset="46491.88">14569 3712 214 0,'6'-2'326'15,"-1"2"-16"-15,-5 0-29 0,8-2-26 0,-8 2-29 16,0 0-18-16,4 4-24 0,-4-4-15 0,-4 11-15 16,-1-4-14-16,-5 4-13 0,-2 0-13 0,1 3-12 0,0 3-9 15,-4-2-7-15,0 3-11 0,-1 4-7 16,-4-2-5-16,-1 2-4 0,3-1-22 0,0-1-26 16,5-3-24-16,-2-2-25 0,0-1-35 0,-1-1-45 15,2 1-54-15,0-3-59 0,4-4-213 0,-5-2-479 0,3-1 213 16</inkml:trace>
  <inkml:trace contextRef="#ctx0" brushRef="#br0" timeOffset="46679.37">14339 3778 267 0,'0'0'292'0,"0"-3"-30"15,0 3-26-15,0 0-18 0,4 10-7 0,-4-6-17 16,0 3-16-16,2 4-16 0,-1 3-15 0,6-3-14 15,-3 6-13-15,0 1-12 0,4 0-9 0,0 3-9 16,2-3 0-16,-2 1-20 0,6-1-43 0,-2 0-63 16,1-3-77-16,3-1-94 0,-3 1-218 0,2-3-461 15,1-2 205-15</inkml:trace>
  <inkml:trace contextRef="#ctx0" brushRef="#br0" timeOffset="48366.75">15312 3794 187 0,'5'2'291'0,"3"0"-12"16,-1-2-20-16,4 0-24 0,3-2-21 0,-1 0-16 16,8-2-18-16,-2-1-16 0,4 0-17 0,-3-3-9 15,-2 1-16-15,4 1-12 0,-1-4-10 0,-3 2-10 16,0-3-8-16,1 1-8 0,-6 0-8 0,-3 1-5 16,2 0-6-16,-5 1-7 0,1-4 1 0,-2 5-1 0,-3 0-2 15,0-1-4-15,-3 1-4 0,-6 0-4 16,0 3-2-16,-2-1-5 0,2 1 0 0,-7 1-5 15,-1 1-2-15,0 4-3 0,-6 0 4 0,1 0-9 16,1 2 0-16,1 2-3 0,-1 3-1 0,1-2 5 0,5-1 0 16,-1 3-8-16,3-2 3 0,3 4-2 0,0-1 0 15,5 2 0-15,-2-1 0 0,4 1 0 16,4-2-2-16,-1 0 6 0,6 2-3 0,4-1 5 0,2 1-4 16,4-3 1-16,1-1-4 0,1-1 0 0,7-1-5 15,4 0-6-15,-9-2-13 0,1-3-11 0,-1-1-4 16,7-1-7-16,-7-3-7 0,-2-2-3 0,2 1 10 15,-3-1-4-15,-1-2 8 0,-3-1 0 0,1 0 4 16,-5 2 7-16,0 0 8 0,-2-2 17 0,-1 3 15 16,2-2 12-16,-4 2 12 0,1 1 12 0,-6 0-1 15,4 1 3-15,-2 1-2 0,-2 0-10 0,-2 3 0 16,4-5-14-16,-4 5-3 0,0 0-3 0,0 0-1 16,0 0-3-16,15 8 3 0,-6-3 0 0,-3 3-5 15,2-1 1-15,3 3-7 0,-2 0 5 0,4 0-3 16,-1 2-1-16,0 0-4 0,-2-2 1 0,-1-2-2 15,-1 2 1-15,-1-2 1 0,0-3-8 0,0 2-5 16,-5-2 0-16,4-1 2 0,-5-3 0 0,-1-1 3 16,-1 5-1-16,1-5 0 0,0 0 2 0,0 0 5 0,-15-6 9 15,9 2 8-15,2-1 10 0,0-4 18 16,0 4 5-16,0-6 2 0,1 3-5 0,2-4 4 16,1 1-6-16,0-1-4 0,1 1-7 0,3-1-6 0,3-1-4 15,4-1-5-15,-1 0 3 0,-1 3-10 0,1 3 5 16,2-2-9-16,-1 2 0 0,1 3-4 0,0-1 0 15,-1 2 0-15,0 2-5 0,3 1 1 16,-2 2-2-16,0 1-1 0,-1 4-1 0,0-1-2 0,1 0-2 16,-1 4-9-16,-3 0-2 0,3 3-7 0,-3-1-6 15,-2-1-9-15,-1 3-3 0,-1-3-7 0,0 2-1 16,-2-3-1-16,0 2 4 0,0-2-3 0,-2 0 3 16,-2-2 3-16,-2 0 8 0,0-1 1 0,-1 3 3 15,1-5 2-15,-2-2 5 0,2 1 1 0,0 3 7 16,1-5 13-16,-1 2 9 0,4-3 9 0,0 0 1 15,0 0-2-15,-9-7 7 0,9 7-7 0,3-9 4 16,-1 4-7-16,6-4-5 0,-1 2 0 0,6-4 0 16,1 0-3-16,3-2-12 0,0 2-9 0,8-6-8 15,-7 4-8-15,3 1-5 0,-2 2-2 0,3 0-5 16,-3 0 3-16,-2 2 0 0,2-2 6 0,-5 6 4 16,-1-1 3-16,-2-2 3 0,-3 5 0 0,-2-2 5 15,0 4-3-15,-2-1 1 0,-4 1 4 0,0 0-1 0,0 0 5 16,6 5-2-16,-6-5 5 0,-7 10-3 0,4-5 2 15,-1 0 5-15,-2 5-3 0,0-3 2 16,2 3 2-16,-2-1 1 0,2 0 6 0,1-1-6 16,2 1 3-16,0-3 6 0,-1 4-4 0,2 1 1 0,0-5 0 15,0 2 3-15,0-2 1 0,2-1-1 0,2 0 5 16,-3-1 1-16,3 2-1 0,2-1 4 0,-1-4-1 16,3 0 1-16,-2-1 1 0,-6 0 2 15,13-1-4-15,-6-4-2 0,-3 4-2 0,4-4-1 0,-4 0-3 16,1 0 2-16,-1 0 1 0,4-4 0 0,-4 2-4 15,1-5 1-15,-3 3 4 0,0-1-4 0,1 0 0 16,-2 2 0-16,-1-2 2 0,3 2-2 0,0 0-4 16,-2 2 4-16,3-2 2 0,-3 2 3 0,2 3-8 15,-1-2 2-15,2 0-7 0,1 3 2 0,-5 2-4 16,8-2-1-16,0 2 7 0,-1 2-2 0,0 2 0 16,0 2-2-16,4-1 4 0,-2 3-1 0,1 2 1 15,6 0-1-15,-2 1 0 0,-6 0-1 0,3-1 2 16,1 3 2-16,4-3-4 0,-7 0 3 0,0-1-3 15,-2 0 3-15,0-4 0 0,-3 0 0 0,1 1 1 16,-2-1 18-16,2 0 27 0,-2-4 39 0,2 1 34 16,-5-2 10-16,0 0-1 0,0 0-6 0,0 0 6 15,0 0 0-15,0 0 3 0,-9-15-10 0,8 8-11 16,-2 0-11-16,2-2-8 0,-1 2-9 0,-1-5-16 0,2 2-29 16,1-1-26-16,1-1-49 0,4-1-51 15,0 1-56-15,6-3-67 0,1 1-75 0,4-3-90 16,2 3-277-16,7-4-707 0,0 0 314 0</inkml:trace>
  <inkml:trace contextRef="#ctx0" brushRef="#br0" timeOffset="49163.57">17968 3587 191 0,'-8'-3'263'0,"-2"0"-19"0,-3 1-19 0,-2 1-19 16,-5 1-18-16,0 3-10 0,0 0-15 0,-2 1-8 16,3 4-12-16,2 0-9 0,0 0-17 0,0 3-2 0,-1 0-19 15,3 2-8-15,1 1-10 0,2 0-6 16,5-4-6-16,-1 5-4 0,0-3-7 0,5 1-6 16,-1-3-1-16,0 2-2 0,8 0-6 0,-4-2-3 0,4-1-2 15,2-2-3-15,3 2-2 0,2-1-2 0,1-3-1 16,3-3-2-16,-2 1-4 0,8-2 1 0,-2-3-6 15,-1-1 4-15,-2 1-1 0,4-6-6 16,-2-1 1-16,-1-2-7 0,-1-2-4 0,0-3 1 0,2-4-12 16,0-4-4-16,-6-4-3 0,0 1-11 0,-1-6 3 15,-4 3-10-15,1-2 2 0,-6-4 2 0,1 0 4 16,0-1 2-16,0 4 4 0,-9 2 22 0,6 4 24 16,-3-1 23-16,3 8 18 0,0 0 17 0,-2 4 18 15,-1 3 25-15,2 1-9 0,0 2 5 0,1 2-12 16,0 2-4-16,-4-1-13 0,4 2-14 0,-2 2-13 15,2 3-12-15,-3-3-7 0,3 3-2 0,0 0 0 16,0 0-10-16,2 15-5 0,-1-3-10 0,1-1 10 16,2 6-11-16,-3 2 0 0,3 10 3 0,1-4 10 15,1 4-20-15,-1 0 2 0,-1-4 2 0,3 5-7 16,1-3-4-16,3-1 6 0,-4 1-2 0,4-1-6 16,1-7-10-16,-2-1-2 0,0 0-5 0,4-2-8 15,0-2-4-15,1 0-8 0,-4-4-10 0,6-3-4 0,-4-2-21 16,1 0-7-16,0-3-12 0,0 0-2 15,-1-4-2-15,2-1 3 0,-1-2 8 0,-3 0 6 16,5-7 10-16,-8 5 5 0,2-4 7 0,-2 2 1 0,-3-3 10 16,-1-1 0-16,1 3 10 0,-3 0 14 0,-2-1 12 15,0 0 15-15,-1 3 4 0,-2 2 1 0,-1-2 0 16,-3 2 0-16,3 1 2 0,-4 1-9 0,0 0 2 16,0 4-2-16,-4 0-4 0,1 1 1 0,4 2-1 15,0 1 1-15,0 1-3 0,2 1 1 0,-1 3 1 16,4 1 3-16,2-1 3 0,0 3-5 0,4-1 4 15,1 1-3-15,6 2-16 0,1 0-19 0,4 0-25 16,2-4-38-16,1 3-43 0,3-4-47 0,10 0-65 16,0-4-57-16,-5 3-162 0,3-7-503 0,3 2 222 15</inkml:trace>
  <inkml:trace contextRef="#ctx0" brushRef="#br0" timeOffset="49897.89">18825 3478 186 0,'-4'-3'285'0,"-3"1"-13"16,-3-2-10-16,1 3-17 0,0 1-18 0,-4 2-15 15,-2 1-17-15,2-1-17 0,-1 3-20 0,2 2-12 0,1-2-16 16,-1 6-6-16,4-4-15 0,-3 3-5 0,4 0-13 16,0 2-3-16,3-2-9 0,1 2-7 15,-1 0-5-15,4 1-8 0,-3-1 0 0,6-1-5 16,-3 1-3-16,4 0-7 0,3-1-4 0,6 0-6 0,-3-2-11 15,0-4-12-15,2 4-7 0,0-5-13 0,2-2-10 16,2 3-3-16,1-5-2 0,-3 0 0 0,2-3 1 16,-2 1 4-16,4-3 4 0,-4-1 1 0,2-3 0 15,-2 5 2-15,1-8 2 0,-2 6 18 0,2-7 14 16,-7 5 8-16,3 0 14 0,0 1 11 0,-3-1 7 16,2 1-1-16,-5 2-1 0,1 0-2 0,-1 2-9 15,3-2-5-15,-2 2-5 0,-2 0-2 0,0 2-7 16,-4 1-4-16,11 0-6 0,-3 2-3 0,-1 2-1 15,1 3 1-15,0-2-1 0,0 2-6 0,0 1 0 16,1 1-4-16,-1-2 2 0,1 3 2 0,-1-2-1 16,-2 3 1-16,-1-6 0 0,-1 3-6 0,0-2-7 15,-2-1 3-15,2 0-2 0,-2 1-1 0,1-3 3 16,-3-3-3-16,0 0 3 0,-5 3 0 0,5-3-3 0,0 0 2 16,0 0 7-16,-18-6-5 0,15 3 10 15,-1-1-8-15,0-2 0 0,3 2 5 0,-2-1 0 16,2-2 0-16,1 1-2 0,0-3-1 0,2 1-9 15,3 0-12-15,0-2-13 0,2 2-12 0,2-2-7 0,5 2-18 16,2 0-10-16,-1-2-17 0,7 2-17 0,-3 3-7 16,0 1-7-16,4-1-4 0,-4 0 1 15,2 1 1-15,-2 2 7 0,-3 1 12 0,0-1 9 0,-3-1 11 16,1 1 9-16,-4 2 5 0,0-2 8 0,0 0 10 16,-6 2 13-16,2-3 22 0,1 0 7 0,-7 3 8 15,5-2 8-15,-3-1 6 0,-1-2 4 0,-1 5 3 16,1-3 3-16,-1 3 4 0,-1-7 5 0,-2 3 5 15,3 4-1-15,-4-5 3 0,0 4-5 0,-1 0 1 16,0-2-3-16,5 3-3 0,-12-3 1 0,8 3-4 16,4 0-2-16,-15 2 0 0,7-2-4 0,1 3-1 15,-1-2-1-15,-4 1-4 0,4 2 1 0,2 1-3 16,-2 2 0-16,1-4 0 0,2 4 1 0,-2-1 0 16,6 1-2-16,-3 0 3 0,2 1-3 0,4 0 2 15,-1-2 0-15,7 3 1 0,-3 0-3 0,6-1 3 16,2-2-21-16,7 3-20 0,7 1-27 0,3-3-27 15,-5-4-20-15,7 3-25 0,2-2-22 0,0-3-18 16,3 0-9-16,1-1-10 0,-4 0-120 0,4-1-333 0,-1-3 147 16</inkml:trace>
  <inkml:trace contextRef="#ctx0" brushRef="#br0" timeOffset="50257.24">19841 3597 671 0,'16'-5'-21'0,"-5"-1"38"16,3-2 32-16,-9 0 17 0,1-1 13 0,-4 3 20 0,-2-2 10 16,-2 2 11-16,-4-5 11 0,1 4 10 0,-5-1 6 15,-3 0 2-15,2 5-3 0,-7-4-7 0,-1 1-8 16,5 3-2-16,-6 2-12 0,2 0-7 0,-2 2-10 15,-3 0-9-15,4 1-6 0,-2 2-14 0,3 3-4 16,5-3-9-16,2 1-4 0,-4 4-6 0,6-1-1 16,-1 0-7-16,4 2-6 0,0-2 0 0,3 2-2 15,3-3 0-15,-2 1-1 0,4 0-6 0,1-2-5 16,3 3-3-16,0-3-8 0,5 2-5 0,0-1-10 16,4-2-1-16,-1-4-7 0,-3 0-6 0,3-2 0 15,4 0 1-15,-3-2-1 0,0-1 7 0,3-1-2 16,-1 0 3-16,0-1-1 0,-1-2 0 0,-4 0 4 15,-1-1 9-15,1 1 15 0,-1 1 2 0,-4-1 12 16,1-1 21-16,-2 4 12 0,-1-2 4 0,-1-1 15 16,-1 4 6-16,-2-2-4 0,2 1-4 0,-1 0-10 15,0 3-12-15,-2 2-10 0,0 0-4 0,0-6-4 16,0 6-8-16,0 0 0 0,0 0-4 0,0 0-10 16,0 0-15-16,-8 11 2 0,5-5-20 0,3-2-13 0,0 1-16 15,3 2-14-15,-3-2-17 0,1 3-25 0,4-2-28 16,1 0-35-16,0 0-37 0,3-1-31 15,6 0-45-15,-3 1-199 0,1-3-516 0,7-1 229 16</inkml:trace>
  <inkml:trace contextRef="#ctx0" brushRef="#br0" timeOffset="50788.52">20253 3434 24 0,'-5'-5'288'0,"1"0"-8"0,-2 1-14 0,2-1-10 15,0 3-14-15,-3-1-19 0,1-1-22 0,0 3-21 16,6 1-18-16,-11 1-18 0,11-1-14 0,-11 2-7 16,3 1-20-16,5 1-7 0,1 1-13 0,0 2-6 15,-2 3-9-15,4-1 0 0,-1 0-9 0,2 3-6 16,-1 1-8-16,2-2-3 0,2 3-3 0,-2-2-4 16,1 1-2-16,1 4-3 0,4 0-2 0,-5-5-2 15,-2 0-1-15,2 1-6 0,-3-3-6 0,3 1-3 16,-6-4 1-16,2 0-5 0,-2 2 0 0,-4-6 2 0,2 2-4 15,-2 2 2-15,0-3-3 0,-1-2 7 16,0-1-2-16,1-1-1 0,-3 0 0 0,10 0 5 16,-14 0 2-16,8-1 12 0,2-1 0 0,1-1 5 0,3 3-1 15,0-9 1-15,0 5-6 0,2-1-8 0,0-2 0 16,5 1-14-16,5-1-5 0,2-1-18 0,5 0-11 16,-1-2-16-16,2 1-14 0,10-1-19 15,-1 0-18-15,3 0-9 0,-2 0-45 0,4 1-11 0,0 0-3 16,-2-1 3-16,-4 2 13 0,-1-1 17 0,-5-1 12 15,-3 4 15-15,-3-3 10 0,-3 4 23 0,-3-1 27 16,0-1 13-16,-6 1 20 0,0 2 9 0,-4-1 16 16,0-1 22-16,0 6 14 0,-7-7 9 0,1 3 5 15,-4 2 3-15,1-1 1 0,-1 3 1 0,-3 1-3 16,3 2-1-16,-2-2 2 0,-2 2-6 0,2 2-5 16,0 0-5-16,2 0-6 0,2 1-3 0,2-1-4 15,0 3 0-15,2-4-2 0,1 3-5 0,2 4 1 16,2-5 0-16,3 5-3 0,1-1-6 0,5-1-25 15,-1-2-30-15,5 0-36 0,2 2-39 0,7-2-41 16,7 1-53-16,-1-3-33 0,4-1-131 0,-1-1-397 16,4-3 176-16</inkml:trace>
  <inkml:trace contextRef="#ctx0" brushRef="#br0" timeOffset="50944.75">20993 3530 33 0,'5'-3'276'15,"2"1"11"-15,-4 1 4 0,1-1 1 0,-4 2 0 16,0 0-7-16,0 0-25 0,0-6-13 0,0 6-24 0,0 0-16 15,-11-1-13-15,11 1-29 0,-15 2-16 0,9 0-23 16,-1 1-8-16,-2 0-9 0,0 4-9 0,2 0-14 16,-4 1-11-16,4 1-2 0,-5 1-23 15,4 0-35-15,-2 1-49 0,-2 3-50 0,1 0-73 0,3-2-112 16,-4 4-300-16,-2-3-615 0,4 0 273 0</inkml:trace>
  <inkml:trace contextRef="#ctx0" brushRef="#br0" timeOffset="52512.32">3862 3676 5 0,'-6'-15'379'0,"0"2"-12"15,-1 3-1-15,2 0-6 0,-2-1-11 0,3 1-16 16,0 4-9-16,1-3-12 0,-1 3-17 0,1 1-21 15,2 0-17-15,-2 2-30 0,0-2-25 0,3 5-27 16,-1-5-18-16,1 5-23 0,0 0-16 0,0 0-8 16,0 0-16-16,0 0-9 0,12 15-6 0,-3-6-10 15,0 2-7-15,1 3-3 0,-1 3-10 0,-2 0-17 16,1 1-8-16,-1 1-9 0,0-1-22 0,-2 1-8 16,-2-1-11-16,0 1-17 0,2-1-18 0,-5-1-24 15,0-1-21-15,-2 0-20 0,-3-5-17 0,4 2-16 16,-2 1-25-16,2-4-19 0,-2-2-40 0,2-2-37 15,-3 1-33-15,2-3-240 0,1-2-600 0,1-2 266 16</inkml:trace>
  <inkml:trace contextRef="#ctx0" brushRef="#br0" timeOffset="52793.55">4028 3497 133 0,'0'-6'300'0,"0"6"-18"0,0-4-35 16,0 4-22-16,0 0-29 0,0-5-23 0,0 5-18 16,0 0-15-16,0 0-12 0,0 0-15 0,1 15-12 15,1-8-5-15,-1-2-15 0,2 6-5 0,1-1-8 0,-1 2-7 16,6 1-7-16,-3 2 0 0,1-3-7 0,-1 6-6 16,4-3 5-16,-2 3-12 0,0 0-2 15,-1-2-6-15,0 1 1 0,-2 1-4 0,-4-5 2 16,2 0-6-16,0 0 2 0,2-1-4 0,-3 0-3 0,-1-2-5 15,2 0-21-15,-6-2-19 0,6 0-26 0,-3-1-33 16,-3-1-37-16,3 1-40 0,-1-3-51 0,-1-2-176 16,-3 0-426-16,-1 0 188 0</inkml:trace>
  <inkml:trace contextRef="#ctx0" brushRef="#br0" timeOffset="53027.9">3880 3705 129 0,'0'0'208'15,"0"0"-13"-15,0 0 12 0,0 3-6 0,0-3-10 16,0 0-5-16,0 0 2 0,11 5-21 0,-2-3-13 16,-2-2-15-16,3 0-14 0,-1 0-14 0,6-2-8 15,-2 4-8-15,3-4-12 0,-5 0-9 0,2-1-7 16,2 3-18-16,-1-1-35 0,-3-1-39 0,-3 2-43 15,1-2-53-15,-1 2-50 0,-2-1-213 0,-6 1-415 16,5-1 183-16</inkml:trace>
  <inkml:trace contextRef="#ctx0" brushRef="#br0" timeOffset="53621.61">4425 3509 232 0,'0'0'285'0,"0"-4"-11"0,0 4-6 0,-1-7-10 16,1 7-7-16,-3-6-10 0,3 6-13 0,-5-5-8 15,5 4-14-15,0 1-9 0,0 0-14 16,-6-4-22-16,4 0-11 0,2 4-21 0,-6-3-22 16,6 3-2-16,0 0-12 0,0 0-11 0,-16 5-2 0,12-3-11 15,0 2-3-15,0 0-7 0,-2-1-13 0,-1 5-15 16,-2-2 2-16,4 3-1 0,-1 0 0 0,1 0-3 16,-1 0-5-16,1-1 0 0,1 4-5 15,0-1-1-15,-1-1-2 0,4 0-10 0,-4 2 10 0,3-2-4 16,1 1-3-16,-1-2 1 0,2 2 2 0,2 2-1 15,1-4-4-15,-2 1 8 0,3-1 0 0,0 0-6 16,3 0 5-16,-3-3-6 0,6 2 4 0,-2-2 3 16,0-1-9-16,4 2 2 0,-1-3 1 15,0 0 0-15,1-3-3 0,3 1 5 0,0-2-7 0,2 0-1 16,1-2-7-16,3-1-19 0,-3 0-16 0,2-2-21 16,-4 3-32-16,3-6-29 0,-5 5-38 0,-1-3-48 15,1 1-58-15,2-1-43 0,-3 2-226 0,-1-1-577 16,-7 2 257-16</inkml:trace>
  <inkml:trace contextRef="#ctx0" brushRef="#br0" timeOffset="54475.85">4435 3467 106 0,'0'0'224'0,"0"0"-16"0,0 0-24 0,0 0-18 16,0 0-19-16,0 0-19 0,0 0-7 0,0 0-20 15,0 0-11-15,7 7-3 0,-4 1-11 0,-2-3-9 16,2 0-5-16,-1 1-8 0,2 1-3 0,-1 0-3 16,1 0-6-16,0 1-5 0,2 0-2 0,-4-1-2 15,1-1-3-15,0-1-4 0,2-1-4 0,-1 2-2 16,-1-3 1-16,1 1-3 0,-1-1 3 0,-2-1 24 15,-1-2 24-15,2 3 16 0,-2-3-4 0,0 0-10 0,0 0-8 16,0 0-2-16,-3-13 4 0,1 6-6 16,-2 1 8-16,0 0-1 0,0-2-4 0,-2-3-2 15,1 1-8-15,0-2-8 0,-2 1-3 0,2 2-2 16,-3-2-7-16,1 2-13 0,0-4-19 0,0 5-28 0,3-2-29 16,-4 5-53-16,4 0-61 0,1 1-72 0,-4 0-207 15,6 2-487-15,-3 1 216 0</inkml:trace>
  <inkml:trace contextRef="#ctx0" brushRef="#br0" timeOffset="61107.52">11009 5432 172 0,'-9'0'329'0,"9"0"-14"16,-8-1-17-16,8 1-12 0,-8-2-14 0,8 2-18 16,-10 0-8-16,10 0-16 0,0 0-17 0,-9 0-19 15,9 0-23-15,0 0-12 0,0 0-13 0,0 0-23 16,0 0-13-16,0 0-7 0,-6 2-10 0,6-2-12 16,0 0-2-16,0 0-3 0,0 0-4 0,14 7 19 15,2-4 11-15,-2 0-5 0,15-1-9 0,5-1-8 16,1 2-6-16,3-4-7 0,3-2-3 0,14-1-11 15,4-1-2-15,-17 1-6 0,-1 0-7 0,2-1-5 16,1 2-8-16,-6-3 5 0,0 0-1 0,-1 1-4 16,-3-1-2-16,-3 3-6 0,-6 0-7 0,-4-2-22 15,-3 3-26-15,-3 0-17 0,-3-2-22 0,2 3-27 16,-7 1-25-16,1-3-25 0,-4 1-27 0,-4 2-36 16,8-1-50-16,-8 1-39 0,0 0-36 0,0 0-189 15,0 0-575-15,0 0 256 0</inkml:trace>
  <inkml:trace contextRef="#ctx0" brushRef="#br0" timeOffset="61482.5">11597 5246 39 0,'0'0'242'16,"0"0"-25"-16,0 0-14 0,0 0-6 0,4 8-5 16,0-6-12-16,5 2-6 0,-4 2-11 15,9 0-10-15,-5-1-11 0,9 2-12 0,0 0-10 0,-1 0-5 16,1 3-5-16,0-3-11 0,-2 4-10 0,2-3-10 15,-1 3-6-15,-2-4-7 0,3 4-9 0,-7-5-5 16,-3 3-5-16,1-2-8 0,-2-2 1 0,0 2-3 16,-3 0-6-16,-1-1-3 0,0 5-3 0,-2-3-1 15,-1 0 0-15,-4 2-2 0,0 0-3 0,-6 0 0 16,3 1-3-16,-5-1-5 0,1 4-28 0,-5-1-38 16,2 0-43-16,-2 2-55 0,1-2-54 0,3-1-60 15,-2 1-147-15,1-2-447 0,3-1 199 0</inkml:trace>
  <inkml:trace contextRef="#ctx0" brushRef="#br0" timeOffset="62248.07">12819 5008 272 0,'5'-10'291'0,"2"0"-7"16,-2-1 0-16,-1 1-9 0,1 1-5 0,-1 2-8 15,-2-3 11-15,0 4-6 0,2 0-5 0,-2 0-7 16,-2 3-20-16,0-1-30 0,0 4-14 0,-2-6-28 16,-2 2-23-16,-2 2-12 0,-1 2-13 0,-5 2-13 15,-3-1-11-15,-5 4-12 0,-1-1-11 0,1 2 2 16,-10 3-13-16,3 4-5 0,-3-1-6 0,4-1-10 16,0 3 3-16,7-1-8 0,-1 1-2 0,2-1-1 15,2-2-3-15,2 5-5 0,-1-4-8 0,3 0 0 16,2 0-4-16,4-3-2 0,-1-1-7 0,4 2-2 15,3-1 2-15,2 1-2 0,2-3 2 0,1 1 1 16,3 0-3-16,3-2 4 0,4 1-16 0,3-1 2 16,2-1-3-16,-2 2-5 0,4-4 16 0,-3 1-18 15,-2 0-7-15,-2 0 1 0,-4 0-6 0,2-2 10 0,-3 1-5 16,-3-2 0-16,0 0-1 0,-3 1 2 0,0 0-5 16,-4-2 10-16,0 6-3 0,3-3 5 15,-3-3 2-15,-7 9 3 0,3-4 0 0,-2-1-6 16,1 3 12-16,-2 0 1 0,-4 0 18 0,3 2-15 0,1-2 2 15,-3 4-3-15,1-4-3 0,4 4 7 0,-3-2-3 16,2 1 1-16,-2 0 2 0,4 1 14 0,1-3-18 16,1 4 5-16,-1-4 2 0,3 0 4 0,1-1 3 15,1 0-1-15,5 2 2 0,-2-4-2 0,7 0-1 16,0 1 8-16,10-2 2 0,1-1-8 0,-1 0 0 16,11-3-7-16,-12 0-26 0,15-3-32 0,-6 0-37 15,0-2-48-15,0-3-45 0,-2 0-60 0,-1-4-56 16,-1 0-260-16,-2-2-612 0,0-3 272 0</inkml:trace>
  <inkml:trace contextRef="#ctx0" brushRef="#br0" timeOffset="62640.21">13190 5106 174 0,'0'0'286'0,"0"-6"-6"0,0 6-1 0,0 0-15 16,0 0 1-16,0 0-7 0,0 0-15 0,0 0-2 15,0 0 0-15,0 0-9 0,0 0-16 0,0 0-14 16,0 0-13-16,0 0-14 0,0 0-15 0,0 0-13 0,0 0-5 16,0 0-17-16,-19 7-12 0,12-3-8 0,-2-1-9 15,-2 2-10-15,0 0-9 0,1 0-8 16,2-1-7-16,-1 1-7 0,-1 4-13 0,2-2-1 0,-2 0-7 16,2 1-2-16,0 1-2 0,4 0-10 0,1-2 4 15,-1 3-5-15,3 1 8 0,2 0-7 0,3-2-6 16,0 0 3-16,3 1-3 0,3 0 3 0,3 1-3 15,-3-1-3-15,3-3-2 0,3 3 1 0,0-1-1 16,2 0 1-16,-5-1-2 0,-2-3-2 0,1 1-2 16,-1 2-9-16,-5-5-4 0,2 2-5 0,-2 0-6 15,0-2-10-15,-1-1 6 0,-2 1-4 0,0-1-5 16,2 1 15-16,-5-3-12 0,-4 6 13 0,4-6 0 16,-8 7 1-16,1-6 1 0,-4 0 4 0,-1 3 2 15,-1-1-2-15,3-2-17 0,-4 0-32 0,-1 0-30 16,0 1-26-16,2-2-18 0,1 1-22 0,1-2-23 15,0 2-22-15,4-1-26 0,0-3-33 0,2 1-40 0,-1-1-226 16,4-2-571-16,2 2 253 0</inkml:trace>
  <inkml:trace contextRef="#ctx0" brushRef="#br0" timeOffset="62952.68">13459 4834 219 0,'0'-3'363'0,"0"3"-31"0,3-3-33 0,-3 3-29 15,0 0-31-15,1-6-33 0,-1 6-17 0,0 0-23 16,0 0-15-16,0 0-18 0,3 13-19 0,-3-5-5 16,3 1-16-16,-2 2-4 0,1 2-12 0,-1-1-6 15,4 8-10-15,-5 1-3 0,7 4-4 0,-4-3-8 16,2 8-2-16,-1-5-1 0,1 2-6 0,1-1-6 15,-2 1 5-15,-1-7-6 0,0-1-3 0,-3 3-2 0,0-3-2 16,3 2-4-16,-2-1-5 0,-1-2-12 16,1-1-24-16,-1-5-16 0,2 1-30 0,-2-1-24 15,1-1-40-15,-1 0-44 0,0-4-41 0,4-1-42 0,-4 1-186 16,2-4-481-16,0-1 213 0</inkml:trace>
  <inkml:trace contextRef="#ctx0" brushRef="#br0" timeOffset="63187.04">13405 5138 335 0,'0'0'335'0,"-7"-1"0"0,7 1 0 16,0 0-9-16,0 0-12 0,-7-1-12 0,7 1-33 15,0 0-20-15,0 0-27 0,15-9-19 0,0 6-24 16,3-2-7-16,5 0-25 0,7 3-20 0,0-2-12 15,1 0-26-15,0 2-38 0,4 1-50 0,-3-1-40 16,1 1-46-16,-3 1-52 0,-9 0-56 0,1 1-59 16,0 0-64-16,-6 0-198 0,-2 2-558 0,-1 0 247 15</inkml:trace>
  <inkml:trace contextRef="#ctx0" brushRef="#br0" timeOffset="63515.14">13888 5208 138 0,'0'6'229'0,"0"-6"-11"0,0 0-14 0,-3 5-16 0,0-2-19 15,3-3-15-15,-4 5-16 0,4 0-18 0,0-5-4 16,0 6-11-16,0-1-8 0,3 0-10 0,-2-2-5 16,2 2-7-16,-2-1-4 0,8 0 1 0,-4 0 8 15,-1-1 0-15,4-2-5 0,-1 0-11 0,0 1-4 16,0-2-4-16,1 0-4 0,-8 0-8 0,9-1 0 16,-3-1 10-16,-2-1 1 0,0 1-8 0,0-1-3 15,-4 3-5-15,1-8-6 0,-1 5 0 0,0 3-24 16,-1-9-23-16,-2 5-31 0,1-1-39 0,-2 0-56 15,-2-2-51-15,1 3-67 0,-4-3-142 0,3 3-434 16,-2-1 192-16</inkml:trace>
  <inkml:trace contextRef="#ctx0" brushRef="#br0" timeOffset="65041.47">15140 5178 10 0,'-9'1'271'0,"9"-1"-18"0,0 0-13 16,0 0-14-16,0 0-16 0,-5 0-10 0,5 0-12 15,0 0-14-15,0 0-13 0,0 0-16 16,0 0-10-16,0 0-11 0,0 0-18 0,18-3-12 0,-11 1-1 16,4 0-16-16,1-2-9 0,-1 4-7 0,0-2-6 15,3-4-9-15,-2 2 0 0,3-1-4 0,-5 1-6 16,4-2-3-16,-3 1-2 0,-2-1-4 0,0-2-6 15,0-1 1-15,-2 0-7 0,-1 1-3 0,-2-2-6 16,0-1 3-16,-1 1-6 0,-2-1 3 0,-2-1-3 16,-3 1 0-16,-2 6-3 0,2-8 1 0,-3 6-2 15,-1-3 4-15,-3 3-2 0,0-1 0 0,0 2 3 16,-1 1 1-16,-3 4-2 0,3-2 1 0,-3 1-3 16,0 2 1-16,-3 2-2 0,5 1 2 0,1 0-2 0,-2 2 1 15,2 1-2-15,1 2 0 0,1 0 1 16,2 2 1-16,1 2 1 0,2-3-2 0,1 5 3 15,0-3 2-15,3 1-6 0,2-1 2 0,4 1 3 0,5 2-1 16,1 0 5-16,2-1-4 0,2 0 0 0,3-3 0 16,1-1 1-16,1-3 1 0,2 2 0 0,-1-3-10 15,3-1 4-15,-2-3-7 0,-1 1-6 0,1-4-1 16,0 2-2-16,1-2-2 0,0-4-1 0,-4 1 2 16,0-1 2-16,-2-1 8 0,-4 1-2 0,1 0 3 15,-3 1-3-15,-2-3 15 0,1 3 15 0,-3 0 5 16,1-2 17-16,-2 2 2 0,0 2 5 0,-2-2 2 15,2-1 4-15,-1 2 3 0,-1-1-4 0,0 3-6 16,0-3-7-16,0 2-1 0,-1 2-7 0,3-2-7 16,-6 3-9-16,10-1 6 0,-3 1-6 0,1 1-2 15,-1 2-5-15,4 1 3 0,0 1-3 0,2 0 1 16,-2 2-3-16,0 3 1 0,1-1-4 0,-2 0 1 16,2-2-1-16,-2 4 0 0,-4-3-5 0,4 3-10 0,-3-5-9 31,2 4-2-31,-3-5-1 0,-5 2-4 0,3 0-6 15,0 0 1-15,-2-5 5 0,-1 3 3 0,-1-1 3 16,0-4 5-16,-1 7 0 0,1-7 2 0,-8 1 4 0,8-1 5 0,0 0 3 16,-13-2 11-16,13 2 11 0,-8-6 7 0,4 2 11 15,0-2 11-15,3 1 3 0,-1-2-1 0,2-1 1 16,0-2-10-16,0-1-2 0,2 4-5 0,3-4-1 0,2-2-4 16,2 3-6-16,2-5-3 0,-1 5-10 0,-1 1 6 15,2 0-3-15,2 1-1 0,4-3-6 16,-1 3-6-16,-5 3 5 0,2 1 0 0,0 4-8 0,-1 0-5 15,3 0 7-15,-5 4-13 0,1-1-5 0,2 2-5 16,-2 2 0-16,-2-1-11 0,4 3-10 0,-6 0 3 16,4 0-4-16,-3 2 1 0,1-2 1 0,-2 2-3 15,0-2 4-15,-2 0-2 0,-1-2 5 0,2 3-9 16,-3-5 9-16,-1 2-6 0,1 0 4 0,-3-3 2 16,1-2 3-16,2 2 7 0,-3-4 6 0,0 0 2 15,0 5 3-15,0-5 5 0,0 0 3 0,0 0 9 16,0 0 2-16,-12-11 7 0,9 8 3 0,0-4 1 15,3 2-3-15,0 0 0 0,3 2-2 0,-2-5 0 0,4-1-7 16,0 0-5-16,2-1-2 0,2-1-15 16,5-2-7-16,2 1-5 0,1-1-11 0,3 3-4 15,-2-2-2-15,2 2-1 0,-1 1 4 0,-4 3 6 16,0 1 2-16,-5-1 0 0,-1 2 9 0,-1 1 3 0,-1 0-2 16,-3 2-2-16,3 0 4 0,-7 1 3 0,0 0 1 15,0 0 2-15,4 5 3 0,-4-5 0 16,0 0 3-16,-11 11-3 0,7-6 6 0,-3 3 2 0,3-1 1 15,-1 1 0-15,-1 2 2 0,2-2 0 0,-3 3 3 16,2-2-2-16,1 0 5 0,1-2-1 0,-1 1 4 16,4 0 0-16,0-2 0 0,0 1 7 0,0-1 10 15,3 1-4-15,-2-2 2 0,3 2 0 0,3-2 0 16,-3-1 3-16,4-2-4 0,1 1 0 0,-2-1-1 16,2 1-1-16,-1-1 3 0,-1-2-3 0,2-5 0 15,-1 5 4-15,-1-1-7 0,2-1 2 0,-3-3-4 16,-2 2 0-16,3-2-2 0,-1-3-1 0,-1 1-1 15,-1-3 2-15,1 2 0 0,-2-2 0 0,-2 1 0 0,2-2 6 16,1 2 3-16,-4 2 7 0,2 0 4 16,-2 0 3-16,1-1 0 0,0-2-3 0,-1 3 0 15,2 2 4-15,-1-3-3 0,1 3-9 0,-1 3 8 0,-1-2-7 16,4-1-5-16,-4 5 1 0,5-4-3 0,-5 4-9 16,0 0 5-16,14 2-3 0,-10 3-1 0,3-1-1 15,2 3 0-15,1 0-4 0,-5 3 6 16,6-3-3-16,0 2-1 0,0 0-3 0,1 1 3 0,1 2 0 15,1-4 2-15,0 6-3 0,0-4-4 0,-2-1 4 16,-4 0-1-16,2-2-2 0,-2 0 12 0,-3-2-12 16,-1 0 4-16,2-2-1 0,-3 0 1 0,-1 1 22 15,1 0 21-15,-2-1 30 0,-1-3 30 0,0 0 0 16,0 0 4-16,0 0 4 0,0 0-1 0,0 0 5 16,4-14 4-16,-5 10-1 0,-2-3 2 0,3 7-6 15,0-9-5-15,0 2-5 0,0-1-12 0,3 2-9 16,0-5-11-16,-1 1-19 0,5 0-13 0,-1-1-25 15,2-1-33-15,4-4-46 0,0 1-62 0,3 1-62 16,-1 2-58-16,-3 1-80 0,9-2-84 0,-2 1-292 16,-3 1-756-16,4 1 335 0</inkml:trace>
  <inkml:trace contextRef="#ctx0" brushRef="#br0" timeOffset="86431.74">17710 4758 152 0,'0'0'284'0,"0"0"-29"0,0 0-17 0,0 0 0 0,0 0-4 16,-7 11-16-16,5-5-22 0,0 0-2 0,0 2-2 15,1 1-19-15,-3 0-14 0,3 1-15 16,1 1-6-16,-3 0 30 0,2 1-21 0,-2 0-17 0,0 0-17 15,3-2-18-15,0 2-5 0,-4-5-9 0,4 5-6 16,0-2-10-16,4-2 9 0,-4-2-28 0,0 2 0 16,0 0-8-16,4-2 3 0,-2-1-5 0,2 1 5 15,2-1-6-15,1-1-4 0,4 2 2 0,0-5-10 16,1 0 4-16,3-1-6 0,4 0 2 0,0-2-5 16,2-3 4-16,-4 3-9 0,0-4 1 0,2 1 3 15,-4-2 0-15,0 1-9 0,-3 0 3 0,1-3-2 16,-2 3 19-16,2 0-14 0,-5-1-2 0,0 0 19 15,-2 2 18-15,-1 1 17 0,0-1 13 0,-1 2 5 16,-1 1-2-16,1-2-6 0,-4 4-10 0,3-5-9 16,-3 5-12-16,4-1-6 0,-4 1-12 0,0 0-10 15,0 0-9-15,0 0-8 0,0 0-3 0,0 0 2 0,1 10-2 16,2-5-13-16,-6 0 2 0,6 1 0 0,-3 2-4 16,5 0-3-16,-5-1 2 0,3-1-4 0,4 4 0 15,-3 0 6-15,2-1-1 0,-1 1 2 0,4-2 0 16,0-1 1-16,-7 1 3 0,5-4 2 0,0 0-2 15,-2-2 5-15,2 1 3 0,0-1-4 0,-1-2 8 16,4-3-4-16,-3-1 5 0,0 0 4 0,1-1-3 16,1-4 0-16,0 3 23 0,-2-2 9 0,1-1 9 15,0 0 12-15,-3 0 7 0,1 3 6 0,-1-5 17 16,1 3 0-16,0 0 1 0,-2 1 0 0,1 2-4 16,-1 0-8-16,1 0-6 0,-1 0-7 0,-1 0-9 15,0 1-5-15,2 1 1 0,-1 1-11 0,-4 2-12 16,4-4-13-16,-4 4-15 0,6 0-6 0,-6 0-15 0,9 2-26 15,-3 1-20-15,0 2-21 0,1 0-29 16,-1 2-6-16,2-1-34 0,1 3-10 0,-2-1-19 16,0 1-25-16,1 0-30 0,0 0-22 0,-1 0-32 0,1 1-40 15,3-4-276-15,-3 2-665 0,2 0 294 0</inkml:trace>
  <inkml:trace contextRef="#ctx0" brushRef="#br0" timeOffset="87567.54">18639 4861 275 0,'1'-7'324'0,"0"2"-24"0,-1 3-20 15,0 2-25-15,-2-8-23 0,0 5-26 0,0 0-20 16,2 3-20-16,-9-2-17 0,9 2-15 0,-14 3-13 16,5-1-15-16,1 3-10 0,-3-1-7 0,2 2-13 15,-1 1-9-15,1-1-6 0,-2 1-4 0,3 1-7 16,-1 0-6-16,4-1-7 0,0 2-1 0,-1-2-11 15,6-1-5-15,-3 0 0 0,3 1-6 0,-1-2-2 0,5 0-2 16,0 0 1-16,2-2-2 0,0-1-2 16,4 0-2-16,0-2-3 0,7-2 8 0,-6 0-11 15,4-1 9-15,-1-1-8 0,6-2-2 0,-6 2 2 0,3-4 1 16,0 2 0-16,-4 0-1 0,1-1 3 0,1 2-3 16,-6 0 0-16,2-1 1 0,1 1 4 0,-5 2 1 15,0-1-2-15,-1 0 1 0,0 2-1 0,-2 0-3 16,3 2 1-16,-7 0-3 0,7 0 0 0,-7 0 3 15,13 3-3-15,-6 2 0 0,-1 0 0 0,-1 2-1 16,2-2 2-16,0 2 3 0,0 4-9 0,2-3 4 16,-2 3-2-16,1-2 5 0,-2 1-2 0,0-1 0 15,0 3-12-15,-1-4-13 0,3 0-10 0,-6-2 0 16,0 1-7-16,3-1 1 0,-4-2 5 0,0-1 4 16,2-1 5-16,-3-2 2 0,0 0 2 0,0 0 7 15,0 0-1-15,0 0 3 0,-14-6 5 0,9 2 1 16,1-3 7-16,0 1 3 0,3-1 10 0,-1 0-2 15,-1 1 5-15,3-2-4 0,3 0-3 0,0-2 0 16,1 1-4-16,4 0-3 0,-3 0-5 0,5 2 4 16,1-1-2-16,1 0-7 0,2 2-2 0,-1 0-4 15,5 0-2-15,-3 1 1 0,-3 3-3 0,3 0-1 16,-4 1 3-16,3-2 2 0,-1 2 1 0,0 0-2 0,0 1 5 16,-5 0-1-16,-1-2 0 0,0 2 3 0,-7 0-2 15,13 0 4-15,-6 0-2 0,-7 0 3 16,10-1 3-16,-5-1 0 0,-5 2-1 0,8-2 3 0,-5 0-2 15,-3 2 3-15,7-4 2 0,-7 4 0 0,4-3 12 16,-4 1-2-16,0 2 1 0,2-7-2 0,-2 7 8 16,-2-7-4-16,2 7 0 0,-3-4 0 0,2-1 0 15,-2 2-2-15,-2 1 4 0,1-1-6 0,-2 1 0 16,6 2-5-16,-12-3 2 0,8 3 2 0,-6 2-5 16,1-2-2-16,1 1 1 0,-2 1-2 0,-2 2-2 15,5 0 0-15,0 1 1 0,-1-1 0 0,1 1-1 16,1 0 1-16,0 4 1 0,6-4 2 0,-1 4 1 15,2-2 1-15,5 4 2 0,0-3 0 0,5 2 0 16,3 0 1-16,8-1 2 0,10 3-4 0,1-3 1 16,1-3 2-16,5 2-4 0,2-2-1 0,0-1-4 15,1 1-4-15,-2-4-8 0,2 0-4 0,-4-2-4 16,5-1-8-16,-7-1-4 0,2 1-2 0,-3-2-2 0,0-1 3 16,-6-1 5-16,-7-1 1 0,0 1 3 15,-2-1 4-15,-2 1 6 0,-6 1 20 0,-3 1 19 16,0-2 7-16,-5 2 0 0,0-2 0 0,-3 0-6 15,-2 1-5-15,-5-2 0 0,0 1 9 0,-3 0 4 0,-1 2-2 16,-4-2 0-16,-1 2 3 0,0 1 5 0,-7 0-2 16,-1 1-5-16,4 2-5 0,0 0-1 0,0 2-2 15,0-2-6-15,-1 1 2 0,7 3-3 0,-1-4-3 16,3 4-3-16,-2-1-1 0,4-1 0 0,3 3 3 16,-1 0-8-16,3-1 8 0,0 1-7 0,3 0-1 15,-2-2-2-15,6 1-2 0,0-2 0 0,-1 3-3 16,4-2 1-16,2-3-3 0,4 3-2 0,-1-3-7 15,0 0-8-15,3-1 0 0,-1 0 2 0,6-2-3 16,-5-1 2-16,3-1 1 0,-3 2 3 0,-2-4-2 16,-1 3 2-16,0-2 5 0,-1-2 3 0,-5 4 4 15,2 1 8-15,-2-1 4 0,-2 1 3 0,2-1-4 16,-5 3-3-16,6-2-3 16,-6 2-1-16,0 0-1 0,0 0-3 0,0 0 2 15,0 0-1-15,0 0-1 0,0 0 0 0,-11 12 0 16,8-6 1-16,2-2-1 0,0 1 3 0,-1-1 0 0,2 3 1 15,2-3-1-15,-1 1-4 0,2 0 0 0,-2 1-6 16,4-3-8-16,1 0-26 0,-1-1-31 0,2 1-31 16,4-2-20-16,-1-2-17 0,3 2-17 0,2-5-11 15,-1 2-13-15,3-3-2 0,4-2 0 0,-5 0 3 16,3-1-110-16,-1 0-315 0,-2-3 140 0</inkml:trace>
  <inkml:trace contextRef="#ctx0" brushRef="#br0" timeOffset="88098.83">20033 4838 545 0,'15'-10'11'0,"-7"-2"49"0,1 1 44 16,-5 2 39-16,1 2 16 0,-4 0 8 15,0 1-3-15,2 1-9 0,-3 2-18 0,0 3-11 0,-5-8-15 16,3 5-14-16,2 3-6 0,-7-2-13 0,2 0-8 16,5 2-3-16,0 0-10 0,-15 4-4 0,9 0-3 15,2 1-4-15,-1 0-6 0,1 2-2 0,1-1-1 16,2 2 1-16,1 2-5 0,1 0-2 0,1 3-1 16,3-4-1-16,2 1-2 0,-3 0-5 0,3 3-1 15,1-3-1-15,3 1-3 0,-4-1-2 0,2 0 3 16,-3-1 2-16,-1-1-8 0,3 0-1 0,-4-2 0 15,2-1-5-15,-5 2-1 0,3-5-1 0,-4 2 1 16,0-4 1-16,-5 5 0 0,-1-3 3 0,-1 1-6 16,1-3 3-16,-2 2-2 0,-1-1 2 0,2-1-2 15,-6 0 2-15,6 0 0 0,0 1-1 0,7-1 7 16,-12-1 0-16,5 0 6 0,3-2 3 0,4 3 4 16,-7 0 6-16,7 0 1 0,0 0-7 0,0 0-2 15,0 0-4-15,0 0-2 0,0 0-6 0,0 0-5 16,27-4-11-16,-13 2-5 0,4 0-9 0,0 0-11 15,-2-1-8-15,4-1-5 0,2 1-10 0,1-2-15 16,4-2-15-16,-4 1-10 0,3-5 0 0,-5 4-3 16,2-1 0-16,-7 0 6 0,6-1 15 0,-6 0 0 0,3 0 11 15,-1 0 9-15,-8 0 6 0,-1 3 23 16,-1-3 31-16,0 3 15 0,-4-2 18 0,-1 3 10 16,0-1 9-16,-2 0 0 0,-1 1 2 0,-1 0-1 15,-2 0-8-15,0 1-3 0,-1 1-8 0,-1 0-1 0,-4 1-5 16,2 1-3-16,-2 1 1 0,-2 1-7 0,-1 1-4 15,1-1 0-15,2 2-3 0,-2 0-2 0,4 1 0 16,-1 1-2-16,1-1-2 0,3 1 2 0,-3 1-2 16,6 0 4-16,0 0-4 0,2 1 3 0,2-2 0 15,0 1-3-15,2 2-6 0,6-3-13 0,0 2-17 16,2 0-23-16,5-3-24 0,2 2-27 0,0-2-21 16,5-2-28-16,5-2-19 0,2 2-27 0,0-2-3 15,-3 0 10-15,-5-4-98 0,-1 1-308 0,2 0 136 16</inkml:trace>
  <inkml:trace contextRef="#ctx0" brushRef="#br0" timeOffset="88301.93">20661 4866 975 0,'23'-5'-89'0,"-2"-2"33"15,-4 1 29-15,-3 3 43 0,-5-4 57 0,2 2 51 16,-5 1 22-16,-1 0 15 0,-2-1 0 0,-3 0-5 16,0 1-6-16,0 0-1 0,-3 0 2 0,-2 0 0 15,5 4-7-15,-10-5-15 0,2 3-13 0,-3 1-11 16,2 1-7-16,-1-2-14 0,2 5-11 0,-3-2-6 16,3 2-7-16,0-1-7 0,0 0-6 0,2 2-4 15,2 1-1-15,-1 3-5 0,2 0-1 0,0-3-3 16,-1 6-3-16,8 0-2 0,-4-1-2 0,1-2 1 15,4 3-4-15,0 0-4 0,1 0-3 0,-1-1-3 0,-1 0-13 16,4 2-15-16,-2-3-25 0,-1 0-36 16,-2-3-40-16,1 5-43 0,-4-4-46 0,1-2-49 15,-3 1-201-15,-5 0-492 0,0 4 218 0</inkml:trace>
  <inkml:trace contextRef="#ctx0" brushRef="#br0" timeOffset="88973.76">17729 4524 129 0,'-3'-4'250'0,"3"4"-30"16,0 0-23-16,0 0-16 0,0 0-19 0,0 0-18 0,-11 6-12 16,11-6-13-16,-4 5-7 0,4-5 1 0,0 7-10 15,0-3-8-15,0-4-1 0,0 8-6 16,0-4-5-16,0 1-4 0,4-2-5 0,0 0-8 0,3 1-4 15,-4-1-3-15,2-1-4 0,1 1-7 0,2-2-5 16,0 1-2-16,0-2-3 0,-2 0-5 0,-1 2 4 16,-5-2-10-16,12-3 0 0,-8 2-2 0,3-2-3 15,-4 1 0-15,-2-2-7 0,1 0 2 0,0 0 2 16,-2 4-6-16,0-5 0 0,0 5-4 0,2-6-6 16,-2 3-23-16,0 3-36 0,-4-5-46 0,4 5-53 15,-2-4-66-15,2 4-199 0,-8-1-454 0,8 1 202 16</inkml:trace>
  <inkml:trace contextRef="#ctx0" brushRef="#br0" timeOffset="154701.78">6369 7326 202 0,'4'-2'184'15,"-4"2"6"-15,0 0 18 0,4 10-1 0,-2-3-1 16,-2 3-4-16,0 2 2 0,-2 5-4 0,4 2 4 16,-2 4-13-16,-2 5 4 0,2-2 0 0,-4 4-2 15,4 1-10-15,-1 0-8 0,-1 0-3 0,4 1-9 16,-4 1-6-16,0 0-7 0,0 0 4 0,-2 3-24 0,0-3-18 15,2-1-5-15,-1-1-11 0,0-3-8 0,2 1-12 16,-1-8-3-16,2 5-11 0,0-7-8 16,2-1-6-16,-1 0-54 0,0-6-29 0,1-1-35 0,1 1-22 15,-1-1-32-15,1-4-28 0,-1 1-42 0,1-3-59 16,3-2-64-16,-1-1-273 0,1-2-639 0,-6 0 282 16</inkml:trace>
  <inkml:trace contextRef="#ctx0" brushRef="#br0" timeOffset="154998.63">6598 7399 191 0,'1'-6'348'0,"-1"1"-20"0,0-1-30 0,3 1-36 15,-2 2-27-15,-1 3-28 0,0 0 6 0,0 0-3 16,12 7-16-16,-5 3-14 0,1 7-4 0,-2-2 9 15,3 5-30-15,1 6-6 0,1 2-25 0,-1 2-8 0,3 1-14 16,-5-1-13-16,3 3-8 0,-6-1-2 16,3 0-10-16,-2 2-10 0,-1-1-1 0,0 1-8 15,0-3-9-15,-4-1 0 0,2-3-16 0,-6 0-37 0,3-7-12 16,0-1-18-16,0-2-17 0,-3-5-22 0,2 1-24 16,-2-1-30-16,0-4-37 0,2-2-45 15,1-1-47-15,-4-1-262 0,4-4-569 0,-4 3 251 0</inkml:trace>
  <inkml:trace contextRef="#ctx0" brushRef="#br0" timeOffset="155500.14">6417 7804 79 0,'-6'-1'318'0,"2"-1"-4"16,0-1-28-16,4 3-12 0,-7-7-20 0,7 4-27 15,0 3-23-15,6-9-18 0,-1 2-11 0,3 1-25 16,3 1-22-16,1-1-8 0,10-1-12 0,-5 3-14 16,4-2-4-16,9-1-14 0,-1 5-6 0,-6-1-6 15,-1 2-5-15,2 1-10 0,6 0-4 0,-7 3-5 16,-3-2-7-16,4 0-2 0,-4 5-3 0,2-1-8 0,-6 0-3 16,3-1 1-16,-5 3-1 0,-2-2-2 15,0 1-6-15,-1 1 5 0,0 1-7 0,-3-2 1 16,-1 2-3-16,0-1 1 0,-1-2 4 0,-1 2-12 15,-3-1 5-15,4 2-3 0,-5-1 3 0,3-1 1 0,-1-2-2 16,1 1 4-16,0 0-8 0,0 0 6 0,0-2 1 16,-1 2 1-16,4-3 0 0,-2 1 0 0,6 0-21 15,0-3-16-15,0-2-11 0,4 1-12 0,-1 0-8 16,0-2-11-16,6-2-3 0,-6 1-3 0,3-1-10 16,-4 0 6-16,0 0 3 0,0-2 8 0,-2 1 4 15,-1-2 11-15,-1 1 4 0,-5 0 3 0,-3-3 7 16,1 2 16-16,-4 0 5 0,-2 2 16 0,0-4 12 15,-6 3 13-15,3-3 18 0,-6 4 14 0,0-3 10 16,1 2 7-16,-2 2-1 0,-1-3 7 0,-5 2-9 16,3 2 2-16,-3-1-11 0,6 2 3 0,-1 1-9 0,-4 0-6 15,2 2-5-15,3 0-2 0,2 1-4 0,-1 0-6 16,1 1-9-16,7 0-18 0,-3-1-21 16,2 2-13-16,3-1-14 0,3-2-21 0,3 5-32 0,-3-5-27 15,11 5-43-15,-1-5-34 0,5 1-37 0,5-1-169 16,-2 0-446-16,6-3 197 0</inkml:trace>
  <inkml:trace contextRef="#ctx0" brushRef="#br0" timeOffset="155968.84">7274 7697 88 0,'0'0'172'0,"1"4"-2"0,-1-4-4 0,-1 7-7 16,-1-3-6-16,1 2-5 0,-2 1-14 0,0-2-7 15,1 2-17-15,-4 3 0 0,1 0-11 0,2 0-11 16,0 2-5-16,-1-1-9 0,4 2-4 0,0-1-9 15,-1-1-6-15,2 0-3 0,3 1-5 0,2 0-6 16,-1-2 3-16,3-1-8 0,-2 0-3 0,2-1-3 16,-1-4-1-16,2 2-1 0,2-4-7 0,1-2-5 15,-1 0-5-15,0-1 1 0,1-3-2 0,-1-2 2 16,-1-2-2-16,2 1 0 0,-1-4 0 0,-3 2 3 16,3-5 6-16,-3 4 15 0,3-4 13 0,-6 1 14 15,2 3 8-15,-4-1 12 0,1 1 10 0,0 4 11 16,0-1 7-16,-2 1 1 0,0 1-6 0,0-2-14 0,0 5-11 15,1 1-12-15,-3 1-7 0,0 0-8 0,0 0-3 16,0 0-6-16,7 6-8 0,-4 2-2 16,-2-2 2-16,7 5-7 0,-2 0 15 0,6 3-21 0,0 0 0 15,1 0-5-15,3-1-3 0,1 1 1 0,0-2 2 16,3-2-5-16,0 0-1 0,-2-1 2 0,4 0-4 16,-3-3-2-16,-3-1 9 0,3-3-8 0,-4-2 2 15,-1-1 1-15,-2-3 1 0,-1 0 3 0,0-1 31 16,-3-4 13-16,-1 0 4 0,0-1 13 0,-6-2 3 15,4 1-5-15,-5-7-1 0,-4-1-10 0,3 1 4 16,-4 0-14-16,0 0-5 0,1 0-6 0,-4 1 0 16,0-1-10-16,0 7 2 0,1-3-12 0,-4-2-28 15,3 6-31-15,3 0-36 0,-1 1-37 0,2 2-39 16,-3 2-50-16,2 1-62 0,2-1-68 0,-5 4-324 16,5 0-706-16,3 1 313 0</inkml:trace>
  <inkml:trace contextRef="#ctx0" brushRef="#br0" timeOffset="156593.81">8795 7698 259 0,'-3'-4'263'0,"-4"2"-24"0,1-2-12 0,-5-1-12 0,-1 4-8 15,-2-1-4-15,0 1-10 0,-3 1-14 0,-2 1-8 16,-3 3-13-16,0 1-13 0,4 0-15 0,-5 2-10 16,-5 5 3-16,10 0-20 0,-2-1-7 0,1 1-10 15,0 2-9-15,5-3-8 0,1 4-6 0,-1-1-5 16,5 1-4-16,-1-1-6 0,5-2-3 0,2 0-8 16,3-2-3-16,1 0 3 0,2-1-7 0,5-2 2 15,3 1-3-15,0-2-3 0,3-2-7 0,1-1 5 16,6-1-5-16,3-4-1 0,-3 0 0 0,2-3-2 15,-1-2-1-15,-1-2-2 0,-3-2 15 0,0-4-14 16,3-6 3-16,-4-1-10 0,1-2-1 0,-6-4 2 16,-1-3-8-16,-1 0-7 0,-5 0 2 0,-1 0 3 15,-3-1 3-15,-1 4-2 0,-1-2 17 0,-3 9 36 16,0 2 21-16,-1-7 14 0,0 8 12 0,1 3 13 16,-3-1 4-16,1 4 4 0,2 1-9 0,-2 3-5 15,-1-1-12-15,3 2-7 0,3 2-9 0,-3 0-11 0,0 1-14 16,1 0-9-16,-1 2-6 0,4 2-3 0,0 0-16 15,-8 8-18-15,7-1-9 0,-1 2-12 0,2 5-19 16,-1 4-25-16,1 0-14 0,1 2-18 0,2 6-10 16,0 0-14-16,2 1-12 0,-1-2-14 0,-1-5-13 15,5 9-11-15,-1-9-21 0,-3 0-20 0,4-1-11 16,-4-1-16-16,7-2-19 0,-3-2-15 0,3 1-203 16,-3-7-512-16,3 2 227 0</inkml:trace>
  <inkml:trace contextRef="#ctx0" brushRef="#br0" timeOffset="156906.29">8899 7748 89 0,'5'-5'174'0,"2"-4"20"16,-4 4 13-16,2-1 17 0,-1-1 5 0,-1 2 8 16,-2 0 0-16,1 1-18 0,-1 0-18 0,-1 4-27 15,1-5-14-15,1 2-18 0,-2 3-16 0,0 0-14 0,0 0-15 16,0 0-8-16,1 15-10 0,2-10-3 16,-2 3-11-16,2 2-9 0,1-1 0 0,4 1-5 15,-1 0-3-15,4-2 1 0,0 2-8 0,5 0-7 0,2 1-3 16,1-5-3-16,-2-1 0 0,2-3-2 0,1 0-4 15,0-2-5-15,-1-2-3 0,0-1 2 0,0 0-4 16,-5-3-2-16,-2-1-2 0,0-2 1 0,-1 0-6 16,-3-1 4-16,-1-2 3 0,-3 0-3 0,-3-5-3 15,2 4 0-15,-6 1 1 0,3-1 2 0,-2 1 3 16,-5 0 21-16,-1 0 9 0,1-1-2 0,0 5-6 16,-1 0-4-16,-5-2 1 0,3 5-7 0,-1 1-1 15,-3 0-10-15,2 3-21 0,-1 1-23 0,2 1-21 16,0 4-22-16,-1-2-38 0,-1 6-57 0,3 0-65 15,0 1-82-15,-1 3-180 0,4-1-539 0,2-2 239 16</inkml:trace>
  <inkml:trace contextRef="#ctx0" brushRef="#br0" timeOffset="157890.6">10516 7541 168 0,'0'-12'280'16,"-1"1"-10"-16,-1 0-13 0,1 1-14 0,-2-1-18 15,1 1-9-15,-4 0-16 0,3 0-7 0,-1 5-17 16,-5-5-15-16,-1 3-26 0,2 3-10 0,-2 2-11 16,-2 1-11-16,-1 2-11 0,-2 1-9 0,-3 7-8 15,-5-2-7-15,3 3-10 0,-5 5-2 0,3 3-8 0,-2 2 0 16,1 1-5-16,0 0-6 0,3 0 6 16,-3 4-1-16,8-3-7 0,-2 1 3 0,10-4-15 15,-7-1 14-15,6 1-9 0,3 1-1 0,3-2-5 0,1-5-4 16,5 5-2-16,3-2 0 0,5-1 6 0,0-2-6 15,7-2 3-15,6 2-6 0,4-6 6 0,3-2-7 16,0-3-1-16,4-1-3 0,-2-2-1 0,0-4-14 16,0 0-5-16,0-3-6 0,-1-1-9 0,-2 0-4 15,-1 0-3-15,-4-4-4 0,-3 6 0 0,-7-4 8 16,3 1 4-16,-2-3 5 0,0 4 0 0,-4-4 4 16,-3 4-3-16,-3 0 3 0,0 0 16 0,-3 2-3 15,-2 3 8-15,-1-2 2 0,0 1 4 0,-2-2-3 16,-2 4-3-16,3 3 0 0,-5-4 2 0,5 4 1 15,-9 0-1-15,9 0-2 0,-13 1-3 0,13-1 3 16,-10 5-4-16,6-1 0 0,1 1 5 0,1 0-4 16,-1 2 0-16,0-1 0 0,3 2 1 0,0-1-2 0,0 1 2 15,6 0 2-15,-4-1 1 0,1 4-2 0,6-3 0 16,-1 0 0-16,1-1 2 0,1 1 2 16,1-3-11-16,-1 0 4 0,3-2-8 0,-1 0-12 0,0-3-5 15,-2 0-5-15,0-1-5 0,0-2-2 0,-2-1-6 16,3-1 2-16,-6 2 3 0,1-3-11 0,-2 0 1 15,-1-1 6-15,-3-3 2 0,-3 3 3 0,2-5 6 16,-6 3 5-16,1-2 0 0,-2-1 10 0,4 1 9 16,-3 1 16-16,-1-2 9 0,4 3 11 0,-1-1 7 15,-3 2 8-15,3 1 5 0,1 0-1 0,3 1 9 16,-3 0 1-16,1 1-2 0,-1 0-7 0,4 0 1 16,0 5-10-16,4-7-12 0,0 5 2 0,3 0-2 15,-3 0-4-15,6 1-5 0,-10 1 3 0,20 4-7 16,-9-3-2-16,1 3-8 0,6 3-6 0,0-1 4 15,1 1-9-15,-3 2-2 0,3 0-2 0,-3 2-5 16,2-3 3-16,-3 3-4 0,1-2-4 0,-1 0-6 0,-3 0 3 16,-1-2-2-16,0 1 4 0,0 0-3 0,-3-2-4 15,-1-2 7-15,-1 1-2 0,0-1 5 0,-3-3 5 16,2 0 5-16,-5-1-2 0,6 0 2 0,-6 0 6 16,6-2 15-16,-4-4 9 0,1 1-1 0,-3-2 9 15,4-4 10-15,-3 0 5 0,2 1 9 0,-3-2 8 16,1-1 15-16,2-3 8 0,0 4 14 0,2 1-18 15,-2 2-1-15,1-3-5 0,0 2 0 0,1 0-4 16,0 2-6-16,-3 1-4 0,4 2-5 0,-5 2-12 16,3-1-7-16,-1 2-4 0,-3 2-9 0,9-2-1 15,-9 2 0-15,10 7-5 0,-3-3 2 0,0 7-4 16,-1-4-4-16,5 9-9 0,0-2-23 0,0 1-13 16,-1-3-17-16,2 2-16 0,0-1-22 0,-1 1-21 15,0-1-14-15,1-2-27 0,-4 0-33 0,3-4-26 16,-1 2-39-16,2-2-19 0,0-4-41 0,-4 3-191 15,-1-6-539-15,-1 0 239 0</inkml:trace>
  <inkml:trace contextRef="#ctx0" brushRef="#br0" timeOffset="158140.57">11418 7208 231 0,'2'-12'391'0,"-2"5"-5"15,-1-1-27-15,1 1-17 0,-1 4-38 0,1-2-28 16,0 5-41-16,0-6-19 0,0 6-20 0,0 0-26 16,0 0-16-16,0 0-14 0,1 24-13 0,-1-8-23 15,0 1 1-15,0 4-15 0,4 8-5 0,0-3-8 16,3 4-7-16,-3-1-9 0,0 5-11 0,6-6-2 16,-2 1-39-16,-1 2-19 0,1-4-31 0,0-1-20 0,-1-5-11 15,-2 0-35-15,0-2-33 0,1-2-28 0,1-2-36 16,-3-5-29-16,0-2-26 0,-1-2-33 15,1-2-149-15,0 0-476 0,1-3 212 0</inkml:trace>
  <inkml:trace contextRef="#ctx0" brushRef="#br0" timeOffset="158874.9">11578 7566 128 0,'3'-12'157'0,"4"3"18"16,-6-2 1-16,6 2 29 0,-3 3 5 0,-1-2-16 16,-1 1-11-16,5-1-12 0,-1 3-14 0,-1-3-11 15,6 1-22-15,-7 5-9 0,4-2-15 0,1 4-7 16,4-1-12-16,-2 1-8 0,2 2-9 0,-2 2-3 15,2 0-8-15,0 0-5 0,1 2-3 0,-3-1-5 16,4 6-5-16,2-1-2 0,-7-1-5 0,-2-1-1 16,4 0-3-16,-4 2-2 0,-1-1 0 0,2 1-6 15,-3 0-1-15,-2-2-11 0,-1 0-11 0,1 0-5 16,-4-3-3-16,0 4-2 0,-1-5 2 0,-2 3 1 0,-1-4-1 16,0 1 4-16,-1-1 3 0,-1 0 1 0,1-2 0 15,-1 0 2-15,6-1 0 0,0 0 5 16,-11-2 6-16,11 2 2 0,-8-6 2 0,8 2-2 15,-3 1 1-15,3-2-5 0,3 0 0 0,0 0 2 0,0 0-3 16,-1-1 1-16,5 3 1 0,-2-2-4 0,2 1-1 16,0 2 1-16,1 1-4 0,2 0 6 0,-2 1-7 15,3-2 2-15,0 2-2 0,-3 2 2 0,0 0-1 16,4 2 0-16,-1 1 1 0,0 1 1 0,0 2-3 16,1 0 4-16,0-2-2 0,-2 2 4 0,5 2-2 15,-3-1 0-15,-4 0 0 0,7-1 1 0,-1 2 1 16,2-2-1-16,-4-3 2 0,-2-1 0 0,2 1-3 15,-1-3 1-15,1 1 2 0,-1-1 1 0,-3-2 0 16,2-3-1-16,2 1 1 0,-5 0 3 0,1-1 1 16,-1-2 7-16,-2 0 2 0,-1 0 1 0,-1-1-2 15,-2-1-1-15,2-2-1 0,-3 1 1 0,-1 1 6 16,-1-1-2-16,-2-4-2 0,0 4 0 0,-4-2 0 0,1 4-6 16,-1-2 5-16,1 2-3 0,3 1-3 0,-7-4 0 15,7 4-3-15,-1 0 1 0,-1 0 1 16,2-1-1-16,0 4 0 0,4 2-2 0,-4-8 1 0,4 6-2 15,0 2-2-15,4-9 2 0,2 5-5 0,-1-2 2 16,5 0 2-16,3 0-4 0,-3 0 4 0,5-5-2 16,2 1-2-16,1-2-3 0,7-6-3 0,0-2-22 15,3 1-17-15,-1-3-7 0,0 2-8 0,0-5-6 16,-4 0 8-16,1 0 7 0,-7 2 3 0,1-2 7 16,-2 3 19-16,-9 3 16 0,1 1 21 0,-3 0 11 15,-2 1 5-15,-3 5 19 0,0 0 18 0,-3-1 4 16,1 3-4-16,-1 2-8 0,-1 2-8 0,-1 1-9 15,-1 4-2-15,-2-2-6 0,8 3 0 0,-19 5-7 16,9 2 8-16,-2 5-15 0,-3 3 4 0,3-1-8 16,-6 8-4-16,6 3-5 0,3 2 2 0,-1 0 11 15,3 1-10-15,7 3 1 0,0 0-1 0,4-1-3 0,3-1 1 16,1 2-3-16,3 1 3 0,-1-2-3 0,1-2-10 16,2-4-15-16,-1 2-17 0,-3-6-29 0,1-4-28 15,0 2-35-15,1-2-54 0,0-6-51 0,-6-1-50 16,1-4-156-16,-1 1-475 0,2-4 209 0</inkml:trace>
  <inkml:trace contextRef="#ctx0" brushRef="#br0" timeOffset="159062.38">11721 7163 133 0,'-11'-4'314'0,"6"-2"-30"0,2 1-30 0,3-2-26 0,3 1-26 16,5-1-21-16,4-1-27 0,3 1-46 16,7-2-50-16,-1 4-64 0,12-5-81 0,0 7-93 15,-2-2-95-15,0 0-295 0,3 1 130 0</inkml:trace>
  <inkml:trace contextRef="#ctx0" brushRef="#br0" timeOffset="159421.73">13669 7040 69 0,'5'-3'291'0,"3"-2"-28"0,-5 3-31 0,5 1-25 15,-8 1-24-15,7 5-16 0,-3 1-20 0,2 6-11 16,-2 4-13-16,-1 4-7 0,-1 6-10 0,2 3-6 16,-3-4-10-16,5 4-10 0,-3 1-6 0,-1 4-9 0,1-5-5 15,3-3-9-15,-1 4 0 0,2-3-2 16,-2 1-9-16,2-1-1 0,-1-5 1 0,0-3-9 15,1-1-1-15,1 1-26 0,-2-3-30 0,-1-5-37 0,-1-1-26 16,4-3-42-16,-4-4-54 0,2 0-207 0,-1-3-425 16,-5 0 189-16</inkml:trace>
  <inkml:trace contextRef="#ctx0" brushRef="#br0" timeOffset="159671.72">14078 6968 211 0,'4'-13'363'16,"0"0"-11"-16,-1 2-17 0,1 4-6 0,-3-1-25 16,2 0-23-16,-3 6-39 0,1-3-29 0,2 3-22 15,-3 2-20-15,0 0-16 0,0 0-21 0,3 16 0 16,-3-3-24-16,3 5-12 0,-2 8-8 0,2 3-12 16,-2 1 8-16,2 0-28 0,0 4 3 0,5-2 4 0,-6 0-14 15,7 0-3-15,-5 2 5 0,0-7-20 16,0 7-13-16,1-7-12 0,2 2-31 0,-3-9-8 15,0 0-37-15,-2-3-22 0,0 0-19 0,0-5-38 0,-2 0-41 16,0-4-32-16,-2-3-39 0,4-1-48 0,-2-4-165 16,-3 3-512-16,3-3 227 0</inkml:trace>
  <inkml:trace contextRef="#ctx0" brushRef="#br0" timeOffset="159859.2">13855 7158 78 0,'0'0'136'0,"0"0"-13"0,0 0-11 0,0 0-21 16,0 0-2-16,0 0-1 0,0 0-14 0,0 0-18 16,0 0-40-16,0 0-69 0,0 0-82 0,0 0-147 0,0 0 65 15</inkml:trace>
  <inkml:trace contextRef="#ctx0" brushRef="#br0" timeOffset="160843.51">14205 7263 228 0,'1'-4'237'0,"2"0"-9"0,0-1-10 16,-1 3-9-16,2-3-19 0,0 0-14 0,-2 0-16 15,0 0-14-15,1 2-10 0,1-4-14 0,2 3-11 16,-3 0-11-16,2 2-15 0,0-2-4 0,-1 2-7 16,2 0-10-16,-6 2-9 0,9-1-8 0,-9 1-2 0,15 1-7 15,-11 2-1-15,3 1-3 0,0-2-8 16,2 2-4-16,-2 2-1 0,0 0 0 0,0 1-5 16,2 4-1-16,-2-3-4 0,0 4 0 0,-1-2 1 0,3 2-1 15,-4-1-2-15,2 1 2 0,-1-1-3 0,3 4 6 16,-4-3-8-16,1-2 1 0,0-1 0 0,-1 1-2 15,-1 1 3-15,1-4-1 0,-2 5 0 0,1-7-2 16,0 4-2-16,-1-4 4 0,1-1 0 0,-2 2 1 16,0 0-3-16,1-3 2 0,0-1-3 0,-1 1-3 15,-2-3-27-15,7 3-40 0,-7-3-42 0,7 0-46 16,-7 0-45-16,8-4-48 0,-4 2-141 0,-1-2-419 16,1 0 186-16</inkml:trace>
  <inkml:trace contextRef="#ctx0" brushRef="#br0" timeOffset="161312.23">14475 7382 199 0,'0'0'242'16,"0"0"-7"-16,0 0-7 0,0 0-12 0,0 0-17 15,11-1-20-15,-11 1-20 0,0 0-16 0,12-1-14 16,-5 1-11-16,-1-2-11 0,2 1-11 0,0 1-9 16,4-3-7-16,-1 2-11 0,3 0-3 0,-3-1-11 15,2 0-3-15,-1-3-6 0,3 2-3 0,-4 2-7 16,3-3-2-16,-1 1-1 0,-2-2-4 0,-1-1-1 15,2-1-7-15,-4 2 0 0,2-1 0 0,-4 1-5 16,0 0-1-16,-2-2 1 0,3 2-5 0,-3-1 7 0,-4-1 9 16,2 1 3-16,0 1 2 0,-2-2 1 15,0 1 5-15,-2 1-3 0,-3 1-5 0,1-2-1 16,-1 5 1-16,-4-3-2 0,-1 1 3 0,3 1-5 0,-1 4-3 16,-4-4 3-16,2 4 1 0,-2 0-3 0,-2-1-7 15,3 3 6-15,0 0-3 0,-1 5-6 0,3-3 1 16,0 0-2-16,-1 3 4 0,3 0-6 0,0 0 3 15,4 1-1-15,-1 1-2 0,4-1-2 0,0 1 4 16,4-1 6-16,2 2-8 0,-1-1-3 0,1 1-8 16,6-4-28-16,-3 2-23 0,2-4-33 0,7 5-51 15,-4-5-60-15,6-5-58 0,-6 3-247 0,-1-3-542 16,1-2 241-16</inkml:trace>
  <inkml:trace contextRef="#ctx0" brushRef="#br0" timeOffset="161603.94">13504 7127 17 0,'0'0'346'0,"-7"-1"-9"15,7 1-32-15,-5-4-32 0,5 4-25 0,0 0-22 16,10-9-17 0,-4 6-17-16,4 0-17 0,-2-1-17 0,8 0-12 15,-2 0-16-15,9-1-19 0,-3 3-6 0,2-2-9 16,8-1-8-16,1-2-14 0,1 3-11 0,-2 1-37 0,-2-4-36 0,2 3-40 16,-7 3-51-16,-3-2-71 0,2 1-72 0,-1 1-214 15,0-2-497-15,-7-2 220 0</inkml:trace>
  <inkml:trace contextRef="#ctx0" brushRef="#br0" timeOffset="162150.76">15720 6988 108 0,'4'-17'360'15,"-3"4"-14"-15,5 1-23 0,-2 0-7 0,-3 0-12 16,-1 2 6-16,0 4-12 0,2-1-18 0,-2 0-28 16,0 3-31-16,2 1-28 0,-2 3-21 0,0 0-22 15,0 0-17-15,0 0-11 0,6 13-7 0,-6-3-16 16,4 8-12-16,1 2-9 0,-1 0-5 0,3 8-4 16,1 3-13-16,4-3 0 0,-3 3-5 0,0-2-4 15,-1 1-15-15,3-4-23 0,0 1 2 0,1 0-28 16,-2-4-25-16,-1-3-12 0,-2-4-22 0,3 0-26 15,-2 1-40-15,-3-6-42 0,1-3-47 0,2 0-51 16,-3-3-69-16,-1-2-181 0,3-2-576 0,-3-1 255 16</inkml:trace>
  <inkml:trace contextRef="#ctx0" brushRef="#br0" timeOffset="162385.13">16107 6828 47 0,'-1'-7'350'0,"2"2"-27"0,-2 1-36 16,1 4-36-16,0-5-23 0,0 5-27 0,0 0-19 16,0 0-19-16,4 15-13 0,-4-3-18 0,2 5-12 15,3 2-13-15,-1 5-6 0,4 4-8 0,-4 0-7 16,5 0-9-16,-1 5-5 0,1-3-7 0,-1 0-8 16,-1 3-7-16,1-5 4 0,3-1-9 0,-3 1-5 15,1-2-4-15,-3-8 0 0,1 1-5 0,-3-1-28 16,-1-4-40-16,-2 0-43 0,2-2-51 0,-3-4-55 0,3 0-56 15,-6-4-211-15,0 0-489 0,3-4 218 16</inkml:trace>
  <inkml:trace contextRef="#ctx0" brushRef="#br0" timeOffset="162572.62">15848 7055 183 0,'0'0'274'0,"0"0"-28"15,0 0-26-15,0 0-21 0,13-3-21 0,-2 1-15 16,11 4-19-16,-3 0-12 0,2 1-10 0,4-2-13 16,5 2-13-16,4 1-10 0,0-1-25 0,1 1-45 15,-2 2-43-15,2-3-46 0,2-1-55 0,0 0-63 16,1 2-111-16,3-4-327 0,1 0 144 0</inkml:trace>
  <inkml:trace contextRef="#ctx0" brushRef="#br0" timeOffset="162838.23">16785 6982 194 0,'-3'-5'293'15,"-2"-1"-4"-15,-1 1-1 0,-2-1-16 0,-1 0-4 16,-4 1-14-16,1 0-12 0,-2 1-9 0,0 0-16 16,0 3-13-16,-6 0-10 0,2 2-4 0,-5 3-22 15,2-1 8-15,2 2-9 0,0 2-2 0,-1 3-21 16,6-1-15-16,-3 3-14 0,4-1-9 0,0 4-8 15,2-1-8-15,3 1-11 0,-1-1-13 0,3 0 0 16,2-1-2-16,2 1-3 0,5 3-6 0,0 1 1 16,3-2-4-16,5 1-2 0,3-2-5 0,9 4-8 15,3-3-12-15,2-1-14 0,5 0-32 0,4-7-44 16,1 3-51-16,0-6-51 0,1 2-53 0,1-4-65 16,1-1-76-16,-5-2-294 0,1 0-709 0,-4-5 313 15</inkml:trace>
  <inkml:trace contextRef="#ctx0" brushRef="#br0" timeOffset="163447.56">18006 6899 195 0,'3'-11'315'15,"-2"3"-16"-15,-1 2-19 0,0-1-19 0,0-1-21 16,0 2-21-16,-4 1-20 0,3 0-11 0,-6 1-31 16,-1 1-14-16,0 1-18 0,-6 1-8 0,2 3-17 15,0 1-16-15,-7-2-2 0,6 3 7 0,-7 1-22 16,1 0-3-16,5 0-11 0,-2 4-5 0,0-2-4 15,4-1-5-15,3 1-2 0,1-2-4 0,1 1-5 16,-1-3-2-16,4 3 1 0,4-2-3 0,0 3-1 16,3 0 2-16,3 1 0 0,4-2-4 0,9 2-1 15,0-1 0-15,3 1-3 0,0 1-4 0,0-3 6 16,-1 2-8-16,0 0-2 0,-1-2-1 0,-1 1-1 16,-7-1-4-16,3-2 9 0,-2 2-11 0,-3 1 0 15,-2-1-1-15,-2 0-1 0,-2 0 2 0,0-1 1 0,-4 0-4 16,-2 4 3-16,0-4 0 0,-3 5 5 15,-4-3-5-15,-1 0 3 0,-3 1 0 0,2-2 8 16,-3 0-10-16,-3 4 0 0,5-4 3 0,-7 0-7 0,5 1-15 16,2-3-18-16,1 2-15 0,0-2-20 0,3-2-15 15,5 1-12-15,1-2-32 0,2-1-47 0,0 0-35 16,0 0-45-16,0 0-199 0,0 0-493 0,20-10 219 16</inkml:trace>
  <inkml:trace contextRef="#ctx0" brushRef="#br0" timeOffset="163635.04">18263 7095 107 0,'3'5'197'0,"0"3"-9"0,1 1 1 0,-1 1 8 15,-3 1-14-15,1 2 6 0,-1-1-7 0,0 1-10 16,0 0-11-16,2 0-22 0,1-2-10 0,-3 3-11 16,2 0-11-16,-2-4-9 0,4 5-10 0,-3-3-9 0,0-2-4 15,2 2-7-15,-3 1-11 0,4-4-24 0,-4-2-33 16,3-2-40-16,1 1-43 0,-1-1-69 15,1-4-73-15,-4-1-151 0,5 1-408 0,-5-1 181 0</inkml:trace>
  <inkml:trace contextRef="#ctx0" brushRef="#br0" timeOffset="164245.81">18457 6959 93 0,'-2'-5'344'0,"-1"0"-18"0,1 0-20 16,0 1-18-16,1 0-12 0,1 4-27 0,-1-6-30 16,1 6-17-16,-2-2-25 0,2 2-16 0,0 0-15 0,0 0-16 15,0 0-13-15,0 0-12 0,20 6-9 0,-10 0-12 16,1 2-9-16,1 1-5 0,3 2-12 0,-4 1 0 16,4 1-11-16,-1 0-3 0,-1 0-9 0,-2 4 0 15,1-3 5-15,-1 3-19 0,-3-1 3 0,1-2-6 16,-1 2-3-16,-3-1-4 0,1 2 1 0,-4-4-5 15,2 3 14-15,-2 1-17 0,-1 0-2 0,1 3 2 16,-1 0 2-16,-1-2-3 0,2 1 2 0,-4 7-3 16,2 1 4-16,2 0-6 0,-2 0 4 0,0 2 3 15,3-4-4-15,-3 0-4 0,2-3 5 0,0-1-3 16,-2-2 1-16,0 1-3 0,0-2 1 0,-2-1 4 16,0-5-5-16,-3 0 10 0,4-1-4 0,-2-3 12 15,1 0 28-15,1-3 29 0,0-1 29 0,-3 0 24 0,-3-3 4 16,7-1-4-16,-15-4-5 0,4-2-3 0,1-3 0 15,1 1-9-15,1-1-2 0,0-7-9 16,-1 1-9-16,1-3-10 0,4-2-10 0,4 0-16 0,0-1-18 16,10-8-26-16,-1 1-21 0,5-5-63 0,6 4-37 15,5-4-23-15,9-8-6 0,0 4 2 0,-3 10 10 16,0 3 11-16,-6-5 13 0,6 8 11 0,-1-1 9 16,0 1 8-16,-7 2 3 0,-3 6 16 0,3-3 23 15,-9 3 14-15,1 2 16 0,-7 2 17 0,2 2 26 16,-5-1 11-16,-1 2-1 0,0 1-3 0,-1 1-20 15,-3 1 4-15,0 3-8 0,0 0-4 0,0 0 2 16,0 0-5-16,-15 7 0 0,8-1-9 0,-4 6-1 16,6-3-1-16,-6 4 3 0,3 4-4 0,1-1 3 0,-1 2-2 15,1 0 2-15,3 0 0 0,0 0-5 16,4 1 3-16,1 0 0 0,2 2 7 0,1-2-8 16,4-2 8-16,-1-1-24 0,4-1-15 0,4-2-21 0,-3 0-29 15,4-3-38-15,1-1-48 0,-2-4-61 0,4-2-64 16,1-2-326-16,1-2-664 0,-8 0 294 0</inkml:trace>
  <inkml:trace contextRef="#ctx0" brushRef="#br0" timeOffset="164402.07">18712 6651 2 0,'-12'-7'206'15,"2"2"-14"-15,3 3-35 0,0-1-54 0,2-1-60 16,3 2-66-16,2 2-91 0,0 0-123 0,0 0 55 16</inkml:trace>
  <inkml:trace contextRef="#ctx0" brushRef="#br0" timeOffset="164917.65">19750 6681 140 0,'0'-7'371'0,"1"-4"-20"0,-1 1-14 0,2 1-18 16,2 0-7-16,1-2-29 0,-1 0-6 0,4 0-18 15,1 2-18-15,0-1-12 0,1 2-37 0,2-1-9 16,0 2-21-16,0-1-14 0,3 4-17 0,-1 1-16 0,1 1-9 15,0-2-16-15,-3 4-12 0,4 1-3 16,-2 3-14-16,-1 0-8 0,0 1-5 0,-1 3-5 16,-1 2-2-16,0 5-10 0,-2-3 0 0,-2 5-4 0,-1 2-6 15,-2-1 4-15,-4 0-5 0,1 2-14 0,-1 0 6 16,-1 0 7-16,-5 8-3 0,2-6-2 0,-3 3-2 16,1-6 5-16,0 1-4 0,-1-2-6 0,-1 1 1 15,1 0 1-15,-1-1-3 0,1-1 0 0,3 1-1 16,-1-2-21-16,1-4-34 0,2 2-39 0,-2-1-32 15,8-2-44-15,-1 3-59 0,2-1-72 0,8-1-82 16,-4-2-225-16,4-1-651 0,5 0 288 0</inkml:trace>
  <inkml:trace contextRef="#ctx0" brushRef="#br0" timeOffset="165167.64">20117 7304 180 0,'-4'6'225'0,"-1"0"-19"0,2 0-4 0,0 1 1 16,0 1-7-16,3-1-4 0,0 0-8 0,0-1-2 15,3 1-8-15,0-1-7 0,4 1-11 0,-5-2-13 16,5 1-14-16,1-2-9 0,3 0-12 0,-1-3-12 16,-5 3-9-16,7-2-5 0,-5-1-11 0,0-2-1 15,1-1-12-15,0-2 5 0,-2 0-15 0,-1 1-4 16,2 0-4-16,-3-3-10 0,-3-1-17 0,1-2-8 15,-4 3-17-15,-1-2-23 0,-2 2-26 0,-3-3-39 16,1 0-47-16,-5 0-67 0,1 1-73 0,-8-1-150 16,4 0-472-16,-6 3 209 0</inkml:trace>
  <inkml:trace contextRef="#ctx0" brushRef="#br0" timeOffset="198363.73">3601 9297 31 0,'10'-14'228'16,"-1"0"0"-16,-4 0-9 0,2-1-6 0,-1 4-15 15,-2 2-3-15,0-2 5 0,0 0-5 0,-1 2-10 16,-2-2-9-16,-1 2 4 0,0 4 4 0,0-1-9 16,0-2-17-16,-6 2-11 0,0-1-21 0,-1 0-11 15,-4 5-11-15,-5 0-8 0,-6-2-7 0,-8 5-8 16,-2 2 0-16,-4-1-3 0,2 5 1 0,-3-1-10 0,2 2-14 16,0 4 3-16,2-4-4 0,-2 3 3 15,6-1 2-15,-1 0-5 0,3 0 4 0,8 0-16 16,4-3-7-16,3 0-2 0,4 3-7 0,-1 0 0 0,4 0 3 15,1-1-1-15,5 3 13 0,6-2 1 0,4 4 5 16,12 3-1-16,4-3-6 0,9 0-5 0,-1 0 5 16,17 4-3-16,-14-4-6 0,15 1 0 0,-1 2-4 15,-14-3-5-15,1-1-1 0,-1 2-6 0,-2-1 4 16,-1 2 7-16,-5 0-16 0,-2 0-4 0,-3-1 5 16,-6-1 3-16,-4 0-6 0,-3 0-1 0,0 1-1 15,-5 1 0-15,0-1 5 0,-6 3 2 0,-1-6 1 16,-5 1-5-16,-2 2 5 0,-4 0 12 0,-5-3 5 15,-3 1 8-15,-7 0 3 0,-1-1 1 0,-6-2-2 16,0 1-3-16,-3-6-1 0,2-3-4 0,0-1 3 16,-2-2-12-16,5 0 3 0,0-3-5 0,2-2 1 0,8-1-5 15,1 2-2-15,3-6-4 0,4 4-26 0,-4-3-21 16,10 0-42-16,0 0-35 0,3-2-34 0,4 1-34 16,3-2-34-16,2 1-34 0,5-2-42 0,6 1-55 15,2-1-33-15,0 4-216 0,3 0-643 0,5-2 284 16</inkml:trace>
  <inkml:trace contextRef="#ctx0" brushRef="#br0" timeOffset="198702.08">4016 9104 216 0,'5'-12'335'0,"-3"3"0"16,-1 0 1-16,-1 4-9 0,3-1-10 0,-3 1-32 15,1 1-35-15,-1 4-31 0,3-2-18 0,-3 2-11 16,0 0 17-16,1 19-1 0,2-7-4 0,-2 7-10 16,4 6-12-16,0 1-16 0,0 5-15 0,1-3-13 15,1 4-13-15,-1 4-13 0,4-3-9 0,-1 1-11 16,1 2-8-1,1-1-12-15,0-2-1 0,-2 0-9 16,6-2-4-16,-4-1-7 0,0-5-6 0,1-1-28 0,-5-5-23 16,4-1-33-16,-2-1-47 0,-2-5-36 0,0-3-37 0,-2 0-32 0,1-3-52 15,1-3-66-15,-5-2-58 0,-2-1-261 0,0 0-681 16,13-6 301-16</inkml:trace>
  <inkml:trace contextRef="#ctx0" brushRef="#br0" timeOffset="199498.97">3954 9427 112 0,'0'0'292'16,"0"0"-21"-16,1-9-14 0,-1 9-18 0,11-7-15 16,-3 1-23-16,3 1-14 0,8-4-19 0,0 1-11 15,0 0-14-15,1 1-13 0,3 1-14 0,-1 0-12 16,8 0-12-16,-7 2-6 0,2 0-13 0,3 3-3 15,-5 1-10-15,-2 3-10 0,2 0-11 0,-3 1-15 16,-1 4-14-16,3 1-21 0,-4 3-11 0,-2-1-8 16,0 3-5-16,-1 0-1 0,1 1 2 0,-3 3 1 0,3-1 3 15,-1 6 5-15,-4-8 1 0,3 3 1 16,-3-2 2-16,-2 1 5 0,3-3-4 0,-2 3 9 16,-2-6-1-16,-1 0 4 0,1 2 0 0,-1-4 1 0,0 2-2 15,-2-3 5-15,-2-1 7 0,-1-2 19 0,1-2 29 16,-2 1 30-16,4-1 21 0,-5-3 19 0,0 0-6 15,0 0 2-15,0 0-3 0,0 0-11 0,0 0 3 16,-13-10 0-16,8 5-4 0,0-2-6 0,0-2 3 16,4-3-4-16,-2 2-10 0,3-3-10 0,3 1-10 15,1-5-6-15,3-1-10 0,4 0-20 0,2 2-12 16,9-6-19-16,-2 3-17 0,1-1-17 0,2 1-14 16,4 1-11-16,-2 4-5 0,-2 0-9 0,3 2-9 15,-6 3-3-15,0 0-1 0,1 2 1 0,-5 1 3 16,2 0 2-16,-6 4 3 0,3 1 2 0,-6-2 8 15,4 3-1-15,-5 0 0 0,-1 1 8 0,-7-1 6 16,5 2 6-16,-2 0 3 0,-3-2 10 0,0 0-2 0,-8 9 8 16,4-5 5-16,-3 1 6 0,-4-1 6 0,-2 4 19 15,0-2 8-15,-3 1 9 0,-2 2 12 16,-1-3 5-16,1 3 1 0,1 1 16 0,-2-1-4 0,1 1-5 16,2 1-1-16,-2 0-5 0,3-1-1 0,0 3-8 15,2 0-2-15,3-3 1 0,3 0-9 0,-2 1 1 16,6-4-1-16,2 4 2 0,-2 0 0 0,7-2-2 15,-1 0-5-15,5-3 0 0,0 1 0 0,4-2-5 16,2 0 1-16,4-3-5 0,3 0 5 0,1-2-2 16,-4 0-5-16,2-4-1 0,-1-1 0 0,2 0-6 15,0-2 2-15,-2 0 1 0,-2-4 2 0,-1 2-2 16,0-1 0-16,-2 0-1 0,-4-1-1 0,-1 2 2 16,-1-3 3-16,-1 2-3 0,-2-2 6 0,0 2 10 15,-4 0 18-15,3 1 7 0,-4-2 15 0,0 5 13 16,-4-2 5-16,3 3 6 0,1 1-2 0,-2-2-11 15,1 2-7-15,1 4-7 0,-2-4-6 0,2 4 1 0,0 0-17 16,0 0-4-16,0 0-6 0,0 0-3 0,-4 11 5 16,4-5-5-16,2 0 2 0,2 2-8 15,4 0-20-15,-4 3-10 0,3-3-17 0,1 4-11 0,0-2-23 16,3 0-20-16,-4-1-17 0,1-1-15 0,3-1-19 16,1-1-29-16,-2 0-29 0,-2-3-28 0,4-1-19 15,0-3-25-15,-1 1-11 0,0-4-170 0,-1-2-486 16,-2 2 215-16</inkml:trace>
  <inkml:trace contextRef="#ctx0" brushRef="#br0" timeOffset="200733.36">5195 9097 137 0,'-4'-19'234'0,"3"2"3"0,1 4 12 0,-4 0 5 0,4 2-5 16,-2 0-2-16,2 4-4 0,0-1-8 0,0 3-23 15,0-2-27-15,0 5-18 0,0 2-19 16,0 0-9-16,0 0-17 0,0 0 10 0,0 0 6 0,11 19-6 15,-10-8-17-15,4 5-2 0,-3 3-9 0,1 1 0 16,4 5 1-16,-3 4-13 0,1-2-7 0,2 1-12 16,-1-1-7-16,-1 1-2 0,2 2-13 0,0-5-3 15,1 2 1-15,-1 0-1 0,1-1-8 0,1-7-8 16,-2 6 1-16,4-4-2 0,0-3-3 0,4 8-4 16,1-4-3-16,-1-4 1 0,1-6-9 0,1 4-13 15,2-5-9-15,6 3-9 0,0-1-5 0,-2-7-24 16,-1-1-20-16,6 1 6 0,-3-6-6 0,-3 1 3 15,0-1 6-15,1-5 6 0,-4-1 5 0,1 3 3 16,0-7 6-16,-2 0 1 0,1-1 5 0,-1-2 2 16,-3-1 7-16,-4-4 1 0,0 1 3 0,-2 1 5 15,-5-2-3-15,6 1 0 0,-9 3 20 0,2-4 11 0,-7 1 2 16,1 5 7-16,-4 0 10 0,2 1-4 16,-3-1-1-16,1 4-2 0,-4 0-1 0,-1 1-3 15,1 1-8-15,-3 2 7 0,-2 3 1 0,2-1-5 0,-2 4-4 16,4 0 0-16,-2 2-1 0,1 3-3 0,0-1-1 15,4 2-1-15,-1 1 1 0,2 0-1 0,1 2-2 16,3 0 17-16,3 0-22 0,1-1 3 0,5 0-9 16,2 1-19-16,1 0-13 0,7 2-14 0,2-6-17 15,3 4-17-15,11-4-18 0,-1 1-15 0,1-3-21 16,1-1-18-16,9-3-8 0,-3 1-20 0,1-4 11 16,0 0 4-16,2-3 6 0,0-3 6 0,-3 2 15 15,-4-3 14-15,3-2 11 0,-3 0 15 0,-1 1 12 16,-3-5 19-16,-5 4 17 0,-6 1 15 0,-1-1 17 0,-3-1 24 15,-3 2 23-15,-3-1 33 0,-3 1 27 16,-2 0 14-16,-2 4 11 0,-2-6-2 0,-5 4-5 16,-2-3-4-16,-3 6-6 0,-2-3 1 0,-6 0 8 0,0 3-10 15,-1 1-4-15,-1 3-8 0,1-1 5 0,0 4-6 16,-1 2-5-16,2 0-10 0,0-1-2 16,4 0-9-16,0 4-3 0,1-1-5 0,5 0 9 0,-3 3-21 15,6-1-4-15,1 4-1 0,0-2-1 0,2 1 1 16,4 2-8-16,2 0 4 0,3 4-4 0,3 1 1 15,1-2-3-15,3 8 0 0,6-1-5 0,1-1-4 16,1 1-2-16,2 0 12 0,-1 2-8 0,0-4-2 16,2 5 1-16,-2-3 0 0,3-3-1 0,-5 2 3 15,0 2-2-15,-1-3-5 0,-6-5-1 0,-3 2 10 16,-2 0 5-16,-2-1 22 0,0 0 19 0,-6 1 22 16,-1-1 14-16,-4-5 12 0,-3 0 7 0,-4 2 14 15,-1-2 3-15,-7 0 2 0,2-3 1 0,-3-1-4 0,-7 1-1 16,3-4-1-16,1-2 2 0,1-3-1 0,0-2-9 15,3 1-12-15,1-7-8 0,-1 1-13 16,6-5-7-16,-2-1-7 0,5-3-6 0,3-1-11 0,4-2-5 16,1-8-6-16,7 1-7 0,5-3-12 0,5-3-24 15,1-1-25-15,10-14-26 0,1 3-52 0,3-4-40 16,7 6-33-16,-2 2 1 0,2 2-2 0,-8 12 15 16,-1 3 3-16,2 3 16 0,0 3 5 0,-4 3-1 15,-8 3 3-15,0 1 9 0,-5 4 7 0,2 5 9 16,-7 0 7-16,3-1 6 0,-5 2 13 0,1 3 3 15,-3 1 10-15,-1 1 6 0,0 3 7 0,-3 2 8 16,0 1 4-16,-1 2 10 0,-1 3 1 0,-1 2 2 0,2-1 1 16,1 0 3-16,-1-3 6 0,1-1 6 15,0 1 0-15,1-4 3 0,0 2 4 0,2-2 4 16,-1-2 5-16,2-2 4 0,2-1 2 0,-2 0 0 0,6-3-1 16,-2 0 1-16,0-2 1 0,2-2 0 0,-1 0-2 15,6-3-3-15,-4 1 2 0,5-3 3 0,-5 0-6 16,2-1 2-16,-4 0 2 0,2-4 0 0,-1 4-2 15,0-3 3-15,0 2 9 0,-2-2-1 0,4 0 10 16,-5 3 1-16,0 0 7 0,1 1 5 0,-4 0 10 16,1 4 6-16,0-2-1 0,-1 2-2 0,-3 0-5 15,3 2-13-15,-1-2-1 0,-3 3-6 0,0 0 1 16,0 0-5-16,12 7 5 0,-8 0 7 0,-4-1 11 16,6 3 18-16,-1 1 5 0,-1 3-6 0,2-1 20 15,4 4 3-15,-1 3-4 0,0 3-2 0,6 4 1 16,0 1 2-16,-3 2-6 0,-1-2 5 0,3 1-13 15,-2 2 6-15,2-1 16 0,-1-1-7 0,0 1-8 0,-4 0-6 16,2 1-6-16,-3-3-2 0,-4-1-9 0,-1-5-5 16,-2 0-2-16,-1-2-2 0,-2-1-7 15,-4 0-2-15,-1-4 1 0,-1-3-2 0,-7-1-6 0,0-2-1 16,-5-2-10-16,0-6-22 0,-9-5-37 0,-1-4-50 16,-4-3-45-16,-3-2-55 0,-1-3-50 0,-8-11-65 15,-2 2-57-15,2-3-78 0,1-4-229 0,-1 1-731 16,6-5 324-16</inkml:trace>
  <inkml:trace contextRef="#ctx0" brushRef="#br0" timeOffset="201172.4">5425 9181 216 0,'-11'-3'426'0,"-1"2"18"0,4 0 4 16,-2-2-4-16,2 2-16 0,0 0-16 0,1-2-5 16,0 1-26-16,3 0-36 0,0-1-27 0,-3-2-34 15,6 0-20-15,1 2-38 0,0 3-23 0,4-12-21 16,4 9-21-16,2-3-31 0,2 1-37 0,8-4-44 15,2 5-53-15,1 0-54 0,8-2-62 0,-1 2-73 16,-1 0-62-16,-6 3-75 0,10-3-78 0,-10 3-342 16,0 2-811-16,-2 0 360 0</inkml:trace>
  <inkml:trace contextRef="#ctx0" brushRef="#br0" timeOffset="201687.98">7269 9285 340 0,'-4'1'336'0,"0"1"-4"0,4-2-14 16,-5 0-2-16,5 0-18 0,-6 3-14 0,6-3-23 15,0 0-23-15,0 0-18 0,0 0-14 0,0 0-22 16,0 0-24-16,32-5-26 0,-11 2-23 0,12 1-50 16,-2 2-50-16,2-4-43 0,1 1-60 0,-1 2-56 15,0 2-68-15,0-3-73 0,-11 0-217 0,9 5-548 16,-6-3 243-16</inkml:trace>
  <inkml:trace contextRef="#ctx0" brushRef="#br0" timeOffset="202312.94">7902 9274 308 0,'4'-5'333'0,"-1"-4"-3"16,2 0-9-16,-1-2-4 0,0 2 7 0,2-8-8 15,-1 0-15-15,-1 1-23 0,0-3-20 0,2 2-20 16,-1 0-26-16,-1-3-17 0,3 2-25 0,-3 0-13 16,2-2-8-16,-2-1-25 0,-2 2-10 0,1 6-11 15,3-6-11-15,-4 6-2 0,2-2-14 0,-1 6-9 16,1-2-4-16,-3 6-10 0,-1-3-10 0,3 3-3 16,-1 0-8-16,-2 5-6 0,1-1-1 0,-1 1-6 0,0 0 1 15,0 0-7-15,0 13 2 0,0-4-1 16,-1 2 4-16,-1 3-2 0,5 4-6 0,-3 2-2 15,1 1 3-15,1 0-8 0,-1 7 2 0,-1-1 4 0,4 2-1 16,-1-3 1-16,0 1-3 0,2-2 3 0,-2-4-5 16,2 5-1-16,-1-5 0 0,-1-4 1 0,0 2 3 15,1-6 1-15,-3 4-5 0,3-1 1 0,0-5 2 16,0-1-1-16,-2 0-3 0,-1-3 3 0,2-1 0 16,-2-3-1-16,3 3-1 0,-4-2 2 0,0-4 1 15,0 6 3-15,3-5 0 0,-3-1 8 0,0 0-9 16,0 0-3-16,0 0 0 0,0 0-1 0,0 0-1 15,0 0 1-15,-4 7-2 0,4-7 0 0,0 0 1 0,-13-3-3 16,13 3-3-16,-13-1 1 0,6 2 3 16,-1 0-4-16,-1 1 4 0,-1 0 0 0,-1 1-2 15,-1 1 1-15,2-2-2 0,2 1 0 0,0-1 4 0,1 2-3 16,3-1 4-16,-1 1-5 0,2-2 10 0,0-1 7 16,3-1 9-16,3 7 5 0,1-4-1 0,11-1-4 15,4-1-3-15,11 1 1 0,7-4-4 0,2 4-4 16,3-5 1-16,-1 1-2 0,3-3-2 0,11 3-3 15,-19-1 2-15,0 2-5 0,-3-1-11 0,-4 2-18 16,-9 1-33-16,-5-1-40 0,-1 0-53 0,-1 0-50 16,-7 1-28-16,-5 0-32 0,-1-1-52 0,0 0-56 15,-24 4-308-15,-8 4-731 0,-7-2 324 0</inkml:trace>
  <inkml:trace contextRef="#ctx0" brushRef="#br0" timeOffset="203125.37">3660 10171 163 0,'-25'1'203'0,"2"0"-3"16,1 1 6-16,-1-1-6 0,4 1-9 0,3 0-9 16,1-1-15-16,2-1-17 0,3 1-12 0,0 0-12 15,5 2-14-15,-1-3-9 0,-1 3-9 0,7-3-6 16,-5 6 5-16,5-6 3 0,8 6 2 0,-1-2 2 0,5 3-6 15,17 0-4-15,6-3-9 0,9 2-9 0,14 1 3 16,6-3 4-16,5 1-7 0,34 0-1 16,0-1-2-16,0 2-5 0,11-5-1 0,6 3 4 0,4 0-6 15,5-4-8-15,3 0-4 0,3 0-7 0,9-5-3 16,3 2-2-16,2 1 0 0,5-7-1 0,-3 6-10 16,5 1 0-16,-3-2 3 0,10 0-4 0,-7 0 1 15,0 0 27-15,0-1-18 0,-1 0-1 0,-5 0-3 16,-4 0-3-16,4 0 1 0,-7 0-5 0,-3 2 0 15,-5 2-4-15,-7-5-3 0,-5-1-4 0,-4 2-1 16,-7-2-2-16,-8 2-2 0,-1 0 7 0,-38 2-7 16,-1-2-1-16,2-2 16 0,-5 2-15 0,-3 0-2 15,-18 0-8-15,-2 1 5 0,-3 1 0 0,-7-3 14 16,-7 1-12-16,-2 2-6 0,-6 0-17 0,-4 2-19 16,-1-4-18-16,-2 4-20 0,-2 0-23 0,-4 1-27 15,0 0-36-15,0 0-40 0,0 0-45 0,0 0-43 0,0 0-248 16,-27 1-581-16,18 0 257 0</inkml:trace>
  <inkml:trace contextRef="#ctx0" brushRef="#br0" timeOffset="203531.6">9281 9824 62 0,'0'-5'282'16,"0"5"-26"-16,0 0-27 0,0 0-19 0,-7-3-13 0,7 3-9 15,0 0-16-15,-15 5-9 0,10-1-19 0,-1-2-12 16,1 2-13-16,-1 0-7 0,4 1-15 0,-2 2-8 15,1-2-5-15,0 0-10 0,3 0-1 0,0 0-5 16,3-1-4-16,1 1 4 0,-1-1-13 0,2-2-6 16,-2 2-7-16,5-4 0 0,-3 1-5 0,-5-1-1 15,17-2-4-15,-9-1-7 0,3 1-2 0,-3-2 2 16,-1-1-3-16,0-1 3 0,1-2-6 0,-3 1-3 16,-2-3 0-16,0 1-4 0,-2-1 2 0,-1-2-3 0,0 4-4 15,-3-3 5-15,1 2-9 0,-4 2 0 16,2-1-1-16,-7-1-16 0,4 1-31 0,-5 2-29 15,0 1-34-15,0-1-38 0,-2 3-46 0,3 0-56 0,-3 3-183 16,1-1-467-16,2 1 207 0</inkml:trace>
  <inkml:trace contextRef="#ctx0" brushRef="#br0" timeOffset="203854.66">9266 9540 200 0,'0'0'252'0,"-12"2"-14"0,6-1-18 16,0 2-10-16,1-1-9 0,4 1-19 0,-3 2-5 16,3-1-5-16,1 0-5 0,0-4-4 0,4 7-9 15,-2-2-14-15,8-3-15 0,2 2 7 0,-1-2-28 16,5 1-8-16,1-2-9 0,3-1-12 0,-2-4-5 0,2 2-5 15,-1-2 3-15,-4 0 7 0,-2-1-7 16,0-2 24-16,-1 1-20 0,-1-1 3 0,-1 0 9 16,-3-2-4-16,-3 4-8 0,-2-3-5 0,2 0-4 0,-4 1-12 15,-5 1-9-15,1-4 0 0,-3 5-8 0,0-1-3 16,-5-2-6-16,0 6-23 0,-2-2-35 0,-5 3-40 16,0 2-44-16,0 0-65 0,-1 3-77 0,-2 1-343 15,0 2-652-15,-7 1 289 0</inkml:trace>
  <inkml:trace contextRef="#ctx0" brushRef="#br0" timeOffset="209344.13">10479 10146 118 0,'0'0'332'0,"0"-6"-16"0,-1 1-19 0,1 5-26 16,0 0-20-16,3-5-30 0,-3 5-24 0,0 0-10 16,0 0 19-16,0 0-1 0,-6 14 4 0,5-8-2 15,1 6 10-15,0 2-7 0,1 4-14 0,-1 0-4 16,6 2-4-16,-2 1-13 0,0 4-6 0,-3-2-14 15,-1 4-18-15,0-6-10 0,6-1-12 0,-5 8-10 16,2-9-12-16,1 1-9 0,-1-1-5 0,-3-1-8 16,1-1-8-16,0-2-7 0,1-2-6 0,2-2-5 0,1 0-3 0,-2 1-27 0,-3-4-32 15,1 0-29-15,3-3-32 0,-1 0-27 0,0-3-42 16,1 1-38-16,1-2-44 0,2 1-43 0,-7-2-35 16,12-5-31-16,-6 3-40 0,-1-3-206 0,3 0-632 15,-7-2 280-15</inkml:trace>
  <inkml:trace contextRef="#ctx0" brushRef="#br0" timeOffset="209890.96">10709 10353 157 0,'3'-4'196'0,"-2"-2"-1"16,2 1-3-16,-2 2-1 0,1-2-10 0,-2 2-8 16,0 3-17-16,1-5-12 0,-1 5-11 0,0 0-14 15,0 0-12-15,0 0-7 0,0 0-7 0,0 0 5 16,0 0-6-16,-5 13-9 0,0-7-4 0,3-1-12 15,-5 2-5-15,3-1-8 0,-1 2-5 0,-1-1-5 16,0 1-5-16,1-3-2 0,-2 1-1 0,2-1-8 16,-1 0 2-16,1 0-7 0,1-3 0 0,0 2 20 15,-1-3 16-15,0 2 6 0,5-3-2 0,0 0-2 16,0 0 0-16,0 0-2 0,-5-9-4 0,5 3-8 16,0 6-3-16,5-11-4 0,0 4-3 0,1 1-6 15,1-2 3-15,1 1-6 0,-1-2 0 0,2 2-5 0,1 0-4 16,-3 3 3-16,1-1-4 0,4 1-4 0,-1 3 2 15,0 1-4-15,-2 0-4 0,2 3 1 16,0 2 0-16,0 2 3 0,4 4 24 0,0 0 10 0,-3 2-2 16,3 2-4-16,-2-2-5 0,1 2-3 0,0 2 2 15,0-2 9-15,-1 2 1 0,1-2 6 0,-2-2-11 16,2 0 1-16,-1-1-6 0,-3-1 1 0,-2-2-8 16,3 0-1-16,-2-2 4 0,-2-3 12 0,0 2 1 15,1-4 23-15,0 1 12 0,-2-3 6 0,2 0 3 16,-8 0 4-16,11-4 1 0,-3-4-2 0,-4 3-3 15,-1-2-6-15,1-4-8 0,0 0 1 0,0-1-1 16,-3-5-7-16,-1 1-7 0,0-1-3 0,0-1-3 0,0 0-3 16,2 0 4-16,-4 3 1 0,2-2-3 15,0 3-9-15,0 3-4 0,0-1-2 0,-1 0-2 16,1 2-9-16,-4 2 1 0,4 1-5 0,0 2-11 0,-1 0-33 16,1 0-48-16,-4 2-40 0,4 3-23 0,0 0-27 15,0 0-31-15,0 0-40 0,0 0-43 0,-3 21-49 16,4-14-59-16,1 3-349 0,-1 1-791 0,2 1 350 15</inkml:trace>
  <inkml:trace contextRef="#ctx0" brushRef="#br0" timeOffset="210437.8">11864 10144 132 0,'4'-10'265'0,"4"0"9"0,-3 2 5 0,-2 1 1 0,-1-1 4 15,-1 1 2-15,-1 0-8 0,-1 3-16 16,-2-2-12-16,0 1-5 0,-1 0-23 0,-4 1-10 0,0 1-3 15,-2 3-4-15,0-2-2 0,-1 3 2 0,-3 2-5 16,-4 3-5-16,-1 1-1 0,4 1-6 0,-4 5-14 16,4 0 8-16,-2 2-9 0,2 2-5 0,-6 4-12 15,5 0-7-15,2-3-17 0,-2 5-7 0,5 2-10 16,0-1-6-16,4-3-11 0,2 0-12 0,0 5-8 16,3-7-9-16,2 0-2 0,4 0-8 0,3-1-5 15,3-1-7-15,2 0 1 0,1-2 1 0,4-2-13 16,7-1-1-16,5 1 11 0,2-5-34 0,-2-1-19 15,3-4-20-15,0 2-23 0,-1-5-24 0,-3 0-28 16,-5-2-44-16,-2-1-39 0,2-2-43 0,0-1-40 16,-8-3-43-16,1-1-44 0,2 1-47 0,-7-5-50 0,-4 1-303 15,-2-4-818-15,-1 2 363 0</inkml:trace>
  <inkml:trace contextRef="#ctx0" brushRef="#br0" timeOffset="210609.66">11829 10268 92 0,'-21'-4'200'0,"1"3"20"0,1-2 9 15,1 2 7-15,3 0-4 0,4 1-3 0,-2 0-3 16,4 1-24-16,3-1-10 0,0 1-13 0,6-1-15 16,-8 0-11-16,8 0-9 0,0 0-9 0,0 0-9 15,14 8-10-15,-5-8-15 0,6 1-8 0,3-1-12 16,5 0-8-16,7 0-30 0,-7 0-39 0,8 0-39 16,-9 0-50-16,8 0-49 0,-1-1-53 0,-6-3-57 15,1 3-221-15,-5-2-502 0,0 2 222 0</inkml:trace>
  <inkml:trace contextRef="#ctx0" brushRef="#br0" timeOffset="210875.27">12285 9984 97 0,'2'-4'361'0,"-2"4"-18"0,3-4 4 0,-2 0-31 16,-1 4-23-16,0 0 7 0,0 0 7 0,8 8-2 15,-6-1-7-15,-1 1-13 0,3 4-25 0,0 4-21 16,-3 2-24-16,-1 1-18 0,3 3-22 0,-2 7-18 16,4 1-18-16,0-1-4 0,2-1-19 0,1-1-11 15,-3 4-9-15,2-3-10 0,3 0-11 0,-4 1 0 16,3-3-11-16,-3-8-14 0,3 8-28 0,-3-8-32 16,-2-8-28-16,1 2-41 0,0 1-45 0,3-7-33 0,-6 3-31 15,4-4-38-15,-2-1-37 0,0-2-38 0,3-2-29 16,-7 0-29-16,11-4-206 0,-4-2-610 15,0 0 270-15</inkml:trace>
  <inkml:trace contextRef="#ctx0" brushRef="#br0" timeOffset="211140.87">12552 9981 305 0,'0'-5'332'0,"-1"0"9"16,1 5-1-16,-3-5-32 0,3 5-34 0,0 0-1 15,0 0 14-15,0 0-7 0,0 0-18 0,3 21-4 16,-2-8-7-16,3 3-24 0,0 3-23 0,-1 3-17 0,4 6-17 16,-3 1-18-16,4 3-11 0,0 0-16 15,-2 2-13-15,-1 0-9 0,1-1-11 0,0 0-7 16,0 1-12-16,-1-3-3 0,1-1-4 0,1-3-14 0,-5-7-27 16,3-2-10-16,-2 0-37 0,-1 0-53 0,0-6-38 15,0-1-25-15,-2-4-25 0,0 0-14 0,0-2-29 16,-2-2-42-16,2-3-43 0,0 0-43 0,0 0-274 15,0 0-658-15,-13-11 292 0</inkml:trace>
  <inkml:trace contextRef="#ctx0" brushRef="#br0" timeOffset="211579.8">12322 9934 28 0,'-2'-12'260'0,"0"2"0"0,2-2 7 0,2 2-7 16,-1-1-18-16,3 0-22 0,4 1-13 0,0 1-23 16,0 0-15-16,2 0-17 0,2 3-17 15,3 0-10-15,1 1-15 0,4-1-11 0,3 5-10 0,0 1-10 16,8 0-6-16,0 2-9 0,1 6-7 0,-1 1-1 16,4 0-7-16,-5 0-5 0,1 3-4 0,-1 0-5 15,2 1 0-15,-7 3-7 0,3-3-3 0,-3 5 2 16,-4 0-4-16,-5-3-5 0,-1 0-1 0,0 1-1 15,-1-1 2-15,-3 1-2 0,-2 0 15 0,-5 1 6 16,2-1 19-16,-6 2 14 0,-2-2 6 0,-4 1 21 16,-1 0 18-16,-7-2 6 0,3 3 19 0,-5-1-1 15,-3 2 5-15,-3 1-1 0,5-6-8 0,2 2-4 0,1-1-11 16,-1 1-7-16,1-1-12 0,-1-2-9 0,7 1-9 16,1-4-6-16,1 2-5 0,3-1-6 15,3 1-3-15,4 1-5 0,7 0-7 0,3-1 0 0,4 0-7 16,4-2-7-16,8 3 0 0,3-2-5 0,2-3-1 15,-1 1-9-15,3-1-5 0,0-3-19 0,-3 4-28 16,2-4-19-16,-7 0-25 0,1-1-47 0,-1-3-41 16,-5-1-31-16,-1 1-30 0,-4-1-35 0,-7 0-35 15,1-1-42-15,-5-1-43 0,-3-1-291 0,-1-1-724 0,-4 1 320 16</inkml:trace>
  <inkml:trace contextRef="#ctx0" brushRef="#br0" timeOffset="212314.28">13288 9687 168 0,'-1'-7'254'0,"-3"1"-3"0,-2-1-8 0,1 0-12 15,-4-1-13-15,-3 3-9 0,3-1-4 0,-4 2-9 16,3-3-9-16,-11 3-1 0,2 2-3 0,0-1 6 16,5 3-8-16,-2 2-4 0,-2 0-11 0,-1 2-9 15,2-2-11-15,2 4 0 0,4 0-17 0,-1 0-15 16,1 4-14-16,0-2-7 0,2 3-11 0,0-1-8 15,4 3-8-15,1 0 0 0,2-2-7 0,2 2-6 16,2 1-6-16,2 0-3 0,1-4-4 0,6 4-6 16,4-1-4-16,0 0 4 0,3-4-4 0,1-3-9 15,-3 2-6-15,6-3-13 0,-3-1-3 0,1-2-7 16,2 0-5-16,-3-5-5 0,-5 1-7 0,2-2 0 0,2-4-5 16,-6 0 1-16,0 2 3 0,-4-6-2 0,3-1 3 15,-1-2-2-15,-5-4 4 0,-1-1 0 16,-2-1 3-16,-4-5 5 0,-2-3-1 0,-1 1-1 0,-2-2 3 15,0 1 1-15,-1 2 7 0,-2 0 2 0,4 2 14 16,-4 4 21-16,6 2 15 0,-4 2 8 0,-3 1 16 16,7-2 14-16,-3 1 10 0,2 7 19 0,0 1 9 15,-2 0-2-15,4 3-5 0,0-1-3 0,2 3-16 16,-2 1-13-16,2 0-14 0,1 3-5 0,0 0-10 16,0 0-5-16,0 0-4 0,1 17-3 0,3-7-3 15,0 7-5-15,7 2-2 0,-7 6-2 0,4 4-4 16,4 1 2-16,-1 0 0 0,0 1-9 0,-3 0 0 0,2 0-2 15,2 0-5-15,0-2-26 0,-1-2-27 0,3 1-38 16,-3 0-46-16,-2-3-51 0,2-5-33 0,-1-2-59 16,-2-1-65-16,1-3-80 0,-2-2-341 0,1-3-815 15,-4 2 361-15</inkml:trace>
  <inkml:trace contextRef="#ctx0" brushRef="#br0" timeOffset="213420.77">15313 9941 219 0,'3'-2'280'0,"-2"-2"-34"15,-1 4-22-15,0 0-14 0,0 0-10 0,0 0-7 0,-11 17-12 16,7-6-11-16,0 0-17 0,1 4-9 16,2 1-19-16,-3 2-5 0,4 0-12 0,0 0-5 0,5-1-12 15,-1 1-7-15,3-1-13 0,0-1-6 0,3-1-4 16,-1-5-3-16,-1 1-4 0,2-2-6 0,2-1-4 15,0-2-4-15,3-2 0 0,-2-1-8 0,4-1-2 16,-6-3-6-16,3-2-2 0,-1 1 1 0,1-4-1 16,2-2-2-16,-8-2-4 0,2 0 2 0,1 1-3 15,-3-2 1-15,-4 3-5 0,3-5 3 0,2 4 12 16,-6-2 8-16,1 3 21 0,-1 3-1 0,-2-1-3 16,2-1-6-16,-3 3-1 0,3 2-13 0,-3 2-2 15,0 0-4-15,0 0 2 0,0 0-2 0,9 13-3 16,-5-8-4-16,0 5 2 0,5-1-6 0,0 3 3 15,5 1-2-15,4 0 3 0,-2-1 0 0,8 7-4 0,-7-9-1 16,10 5-3-16,-7-6-1 0,-1 2 2 0,0-4 0 16,1-2 3-16,1 1-4 0,-1-4-4 0,1 1 3 15,-8-3-5-15,2 0 11 0,-5-3-2 0,2 0-5 16,-4 0-2-16,0-5 2 0,2 1-1 0,-6-4 2 16,0 3-8-16,-4-5 0 0,0 0 3 0,-4-5-3 15,0-1-2-15,-4-2 13 0,-2 3-15 0,-2-6 4 16,1-1-13-16,-1 6-19 0,2 3-12 0,1 1-21 15,-1-1-20-15,2 4-24 0,1 2-27 0,-1 4-31 16,3-3-35-16,-2 4-53 0,3-1-48 0,0 3-194 16,1-1-538-16,-1 3 238 0</inkml:trace>
  <inkml:trace contextRef="#ctx0" brushRef="#br0" timeOffset="214342.61">16073 9843 155 0,'5'-1'244'0,"-3"-2"-26"0,-2 3-20 16,0 0-19-16,0 0-13 0,0 0 8 0,12 4-9 15,-12-2-6-15,2 5-17 0,2-2-1 0,0 4 19 16,0 1-24-16,-3-1-10 0,6 3-12 0,-3 4-9 16,3 1-12-16,-1-6-9 0,-1 9-11 0,3-5-3 15,-5-2-7-15,6 3-7 0,0 0-7 0,-1-1-3 16,-3 1-6-16,-1-6-5 0,4 0 1 0,-5-1-2 0,1-4-8 15,-2 2 1-15,0-2 0 0,2-2-1 0,-2 1-3 16,-2-4 4-16,4 1-9 0,-4-1-1 16,0 0-2-16,5-8 9 0,-4 4 13 0,4 0-7 0,-4-4-2 15,3 2-2-15,-1 1 1 0,-2-3 2 0,6 3 2 16,-4-2-1-16,2 1-8 0,-2 1-2 0,2 3 0 16,-1-1-3-16,2 1-5 0,-1 0-3 0,-5 2-1 15,14 3 2-15,-9-2-2 0,5 4 0 0,1-1 3 16,-2 1-5-16,2 0 1 0,3 3-1 0,1 1-1 15,2-2-2-15,1 1 1 0,1-1-2 0,0-1 4 16,0 0-7-16,2-3-5 0,-2 0-7 0,1-1-1 16,-1-2-6-16,-1 0-4 0,-3-2-2 0,-2 0 1 0,-1-2 0 15,2-2 2-15,-4 1 0 0,-1-3 3 16,-1 0-4-16,-2 0 1 0,-1-3-2 0,-2 3 5 16,0-3-5-16,1-1 6 0,-8 2 8 0,1-1-5 0,0 1 5 15,2-1-1-15,-6 2 2 0,2 1 3 0,-1 2 0 16,2-1-2-16,-5 3 5 0,3 1-4 0,-3 2 2 15,-1 1-1-15,10 0 1 0,-15 1 1 0,8 2 2 16,-1 2-1-16,3 0-1 0,-1 2 2 0,4 0 3 16,-1-1-2-16,3 1 3 0,1 2 0 0,2-3-3 15,0 1 2-15,5 2-1 0,1-2 1 0,0 2-1 16,3-5 8-16,0 1-7 0,2 1 2 0,0-3-1 16,4 0-3-16,-3-2-2 0,0 0 5 0,0 0-2 0,2 1 1 15,-4-4 1-15,-1 1-2 0,3-1 1 16,-4 2 0-16,0-4 0 0,1 2 3 0,-5 0-1 15,1-1-3-15,-1 3 2 0,-7 0-2 0,12 0-2 0,-5 1 2 16,-3 1 1-16,0 0-1 0,2 1 0 0,-2 0 1 16,0 0-1-16,0 2-4 0,0 0 5 0,0 0 0 15,-2 2 0-15,0-2-1 0,1 2 2 0,2 0-2 16,-2 1-2-16,-2-1 1 0,-1-1 3 0,3 0-1 16,-3-2-2-16,1 3 2 0,-1-5-1 0,0-2 3 15,2 6 0-15,-2-6 2 0,1 2 0 0,-1-2-2 16,0 0 3-16,0 0-1 0,0 0 1 0,0 0 0 15,15-9-2-15,-8 3-3 0,1 0 0 0,0-3 1 16,3 3 0-16,1-1-6 0,1 0-6 0,3-2-2 16,-1-3-10-16,3 4-4 0,-1-4-6 0,0 5-2 15,4-5-3-15,-4 0 1 0,3 2 7 0,-5 0-1 0,-3 2 5 16,1 1 4-16,-4-3 2 0,-2 5 13 0,-2-1 8 16,-1-1 11-16,1 2 2 0,-3-1 8 0,-2 2 13 15,-1-1 11-15,-2 0 14 0,3 5 11 0,-7-4 8 16,3 2 8-16,4 2 3 0,-16 0 0 0,8 1 4 15,2 0-6-15,-7 2-6 0,3 3-6 0,3-4-1 16,-2 4-14-16,2 1 3 0,0 0-13 0,3-1-2 16,-1 2-6-16,3 1-6 0,2-1 1 0,0 0-1 15,2 3-21-15,3-2-26 0,1 1-44 0,6 1-51 16,4 0-70-16,2-1-92 0,2 0-94 0,2-5-229 16,9 3-637-16,3-3 283 0</inkml:trace>
  <inkml:trace contextRef="#ctx0" brushRef="#br0" timeOffset="-214451.05">18475 9916 163 0,'-8'-7'287'0,"-4"1"-12"0,-3 0-8 0,-4 1-17 16,-4 0 1-16,1 4-6 0,0 0-7 0,-3 1-4 16,-4 1-9-16,-2 2 0 0,10 2-13 0,-7 3-2 15,6 0-12-15,2 2-11 0,2 0-26 0,-7 6-9 16,8-3-15-16,0 2-13 0,5 0-11 0,1 0-9 15,0 1-5-15,3 0-16 0,4-3-13 0,0 0-3 0,6 0-4 16,0-1-7-16,4 0-5 0,0-2-6 0,7-1 0 16,4 3-6-16,1-5-7 0,4 0 3 0,-1-4-6 15,8 0-4-15,0-3 3 0,-5-1-5 0,-1-1-9 16,0-3-8-16,-1-3-4 0,4-2-2 0,-6-1-2 16,-1-2-7-16,2-6-7 0,-4-3 2 0,0 1-6 15,-4-5-2-15,1 1-15 0,-7-3 3 0,1-1 3 16,-7-2-3-16,2-1 13 0,-6 2-14 0,3-1 9 15,-7-1 14-15,0 1 2 0,2 3 8 0,-3 2 12 0,1 6 15 16,1-1 16-16,0 2 19 0,-1 2 0 16,0 2 11-16,3 5 3 0,-5-1 1 0,4 1-2 15,0 4-5-15,1 2-12 0,3-1-8 0,0 1-4 0,1 4-15 16,0 0 0-16,0 0 1 0,-9 11 1 0,9-4 6 16,0 5-9-16,2 1 0 0,2 5-4 0,0 0-2 15,1 3-2-15,1-1-2 0,5 4-1 0,-2 4-5 16,2-10-25-16,1 8-19 0,1 0-32 0,3 1-41 15,0-5-44-15,2 0-34 0,0-1-53 0,1 1-58 16,0 0-65-16,0-2-70 0,-6-6-224 0,2 1-705 16,0-2 313-16</inkml:trace>
  <inkml:trace contextRef="#ctx0" brushRef="#br0" timeOffset="-213841.61">19292 9825 174 0,'0'0'207'0,"0"0"-24"16,0 0-9-16,0 0 7 0,-7 12 2 0,4-7-2 15,3 5-6-15,0-2-6 0,0 3-6 0,3 2-10 16,-2 0-11-16,5-2-10 0,0 2-10 0,0 0-6 16,-1 1-7-16,2-3-4 0,1-1-12 0,-3 0-3 15,2-3-11-15,0 0 12 0,-3-2-1 0,3-1 0 16,-2-3-1-16,0 0-3 0,3-1-4 0,-8 0-8 16,9-4-3-16,-1-1-8 0,1-1-3 0,-1-3 2 15,-3-2-12-15,5 3-3 0,-4-4 1 0,4 1 5 16,-2 1 4-16,4-5-1 0,1 2-7 0,0 0-8 15,-3 5-10-15,6-3 12 0,-4 4-11 0,-1 1-3 0,1-1 1 16,-1 3-8-16,3 0-4 0,-2 3-2 0,1 1-4 16,1 0-1-16,0 1 0 0,-2 3 4 0,-2 1-8 15,2 2-4-15,-1-1-7 0,-3 3 12 0,-2 0 0 16,2 1-2-16,-3 0 2 0,-2 0 3 0,1 1-9 16,-1-2 4-16,-5 2-5 0,4 0 6 0,-5-2-5 15,-4-1-11-15,3 0-8 0,-3 0-12 0,0-4-17 16,-2 2-20-16,-2-2-29 0,-3 0-27 0,1-4-37 15,-2 1-35-15,0-2-35 0,1 0-42 0,0-4-52 0,-7-3-172 16,-1-1-535-16,-4-3 238 0</inkml:trace>
  <inkml:trace contextRef="#ctx0" brushRef="#br0" timeOffset="-213654.12">19329 9540 180 0,'0'-4'274'0,"2"-1"-19"0,-2 5-27 0,0 0-25 16,0 0-20-16,-2-6-21 0,2 6-18 0,0 0-21 15,0 0-26-15,0 0-34 0,0 0-37 0,0 0-49 16,0 0-54-16,-1 16-76 0,2-10-129 0,2-1-304 16,0 2 136-16</inkml:trace>
  <inkml:trace contextRef="#ctx0" brushRef="#br0" timeOffset="-211558.85">20521 9776 131 0,'2'-5'288'16,"0"4"-14"-16,1-2-10 0,-3 3-18 0,1-5-19 15,2 3-31-15,-3 2-15 0,4-3-21 0,-4 3-14 16,0 0 6-16,8 6-3 0,-6 1-12 0,3-3-9 16,-1 3-13-16,3 2-16 0,-6 2-4 0,6-1-10 15,-3 6-10-15,0 1-6 0,0-4-6 0,4 3-5 16,-4-4-8-16,-1 5-6 0,3-6-2 0,-5 3-5 0,3-3-1 16,-1 0-6-16,-2-3-1 0,2 1-9 15,-3-6 3-15,3 4-1 0,-3-1 4 0,2-2 36 16,-2-4 30-16,3 3 22 0,-3-3-2 0,0 0-6 0,0 0-2 15,4-12-8-15,-3 4-9 0,4 0 1 0,1-4-1 16,0-6 12-16,-1 5-8 0,2-2-14 0,1-2-5 16,2 0-2-16,-1 1-3 0,2 1-4 0,-1 1-6 15,3-1-2-15,-3 2-6 0,-1 3 5 0,1 0-4 16,-1 4-12-16,1-3-3 0,-1 4-3 0,1-1-6 16,-3 5-5-16,1-1-2 0,1 2-2 0,2 2 0 15,0 3-4-15,0-1 0 0,-1 5-3 0,-4 0-1 0,7 3-2 16,-2 2-4-16,-2 0 2 0,0 4-14 15,0-2-19-15,-1 2-20 0,-1 0-18 0,1-1-29 16,0 1-35-16,0 0-18 0,-2-1-29 0,-1-4-35 0,2 4-29 16,-3-4-41-16,0-4-38 0,0 0-46 0,-2 0-233 15,0-1-649-15,0-2 288 0</inkml:trace>
  <inkml:trace contextRef="#ctx0" brushRef="#br0" timeOffset="-211215.13">21133 9843 301 0,'0'0'285'16,"0"0"-15"-16,-16 6-11 0,12 1-23 0,-3-2-21 16,4 1-20-16,-1 1-19 0,1 3-8 0,2 0-15 15,1 1-18-15,1 1-14 0,2 1-9 0,1-4-10 0,6 1-8 16,-2 0-12-16,1-1-5 0,5-1-6 15,2 0-14-15,-2-3 0 0,5 4-5 0,-1-5-1 16,-2-3-9-16,-1 1-3 0,-4-2-5 0,2 0-3 0,-2-5 3 16,-2 2-11-16,0-5 2 0,-1 1-3 0,-1-1-1 15,-3-3-2-15,-1-2-2 0,-2 1-3 0,-1-6 0 16,-4 5-3-16,1-2 2 0,-1 2-5 0,-3-4 4 16,2 5-3-16,-2 0 4 0,-1 0-4 0,0 2-2 15,2-2-1-15,-6 2 1 0,5 5-7 0,-2 0-2 16,-2 0-16-16,0 2-31 0,4 1-24 0,-5 2-32 15,4 1-34-15,1 2-43 0,2 2-48 0,-1-2-57 16,2 1-149-16,0 4-472 0,1 1 209 0</inkml:trace>
  <inkml:trace contextRef="#ctx0" brushRef="#br0" timeOffset="-210840.16">21597 9831 46 0,'0'0'283'0,"0"0"-24"16,-14 7-25-16,10-3-20 0,-1-1-20 0,-2 1-17 16,4 2-18-16,-1-1-11 0,1 1-9 0,2-1-13 15,0 0-11-15,-1 0-10 0,2 1-10 0,2 1-6 16,0-2-11-16,1 1-3 0,1-1-8 0,2 0-1 15,2 0-15-15,-4-2-2 0,1 1-4 0,1-1-6 0,-2-3-3 16,-4 0-1-16,9 0 9 0,-9 0 6 0,0 0 0 16,7-3 0-16,-4-2-3 0,-3 1-1 15,0-1-2-15,-3 0 0 0,0 0-8 0,1 0-2 0,-5-4-4 16,3 4-5-16,-4-3-4 0,2 1 1 0,-1 3 0 16,1-1-3-16,-4 1-2 0,5 0-3 0,-1 0-6 15,-2 0 2-15,1 2-15 0,3-1-25 0,-1 2-28 16,5 1-28-16,-14 0-36 0,10 2-40 0,4-2-41 15,0 0-39-15,3 7-200 0,-3-7-479 0,9 5 213 16</inkml:trace>
  <inkml:trace contextRef="#ctx0" brushRef="#br0" timeOffset="-210121.38">22138 9772 182 0,'0'0'313'0,"0"0"-3"15,0 0-9-15,-21 4-13 0,16-2-18 0,1 1-20 16,-1 0-18-16,3-1-23 0,-3 1-17 0,0-2-25 15,2 3-17-15,0 1-11 0,1-1-12 0,0 1-17 16,2 1-7-16,0 0-6 0,3-1-12 0,2 1-4 16,2 0-5-16,3 1-7 0,-1-1-11 0,5 1-1 15,-2-1-10-15,2-2 0 0,6 2-4 0,0-1-7 0,-2 1-4 16,-2-4 0-16,-1-1-8 0,-3 2 2 16,2-1-3-16,-3-4-4 0,1-1-4 0,-3 2 2 15,-3-3 2-15,2 2 2 0,-4-2-9 0,-1-1 2 0,-1-1-8 16,-2-1-4-16,-3-1 1 0,-3 0 3 0,-2 0-2 15,0-1 3-15,-3 0 2 0,-2-1-4 0,0 2-3 16,2-1 1-16,-3 4 1 0,3-1-1 0,-3 0-3 16,5 4 0-16,0-2 3 0,4 0 0 0,-2 2 6 15,3-1-7-15,3 1 1 0,1 2-6 0,0 0 4 16,0 0-4-16,16-5 5 0,-4 4-5 0,6 1 1 16,2-4 7-16,10 2-8 0,-7-2 0 0,9-3-5 15,2 0-4-15,-2 0-2 0,1-3-11 0,-3 0-14 16,-3-1-6-16,3-2-9 0,-4-4-6 0,0-1-1 15,-1 0-3-15,-3-5 4 0,0 4 1 0,-2-2 8 16,-2-1 3-16,-6 5 3 0,1-8 12 0,-6 9 8 16,-2-3 7-16,-4 1 3 0,-1 0 17 0,-1 0 20 0,-3 2 12 15,-4 0 5-15,2 1 6 0,-3 4 7 0,-1 0 12 16,1 1 3-16,0 2-6 0,-3-1 2 0,1 6-12 16,0 0-4-16,-1 0 2 0,0 4-7 0,1 3-5 15,2 4 4-15,-1 2 2 0,-1 4 0 0,6 4 17 16,1 9 0-16,1 1 0 0,4 4-6 0,5 3-4 15,2-1-2-15,4 0 1 0,1 14-11 0,0-12 0 16,5 10-2-16,2 1-6 0,-2-12-5 0,2 12 3 16,3 1-4-16,-1-1 0 0,1 0-1 0,-8-12-4 15,-1 2-2-15,-1-4-3 0,-2 2-3 0,-2 1 0 16,-4-1 3-16,-4-3-5 0,-2-3-13 0,-1-7-16 16,-3 3-18-16,-2-6-26 0,0 1-38 0,-2-6-27 0,-2-2-31 15,3-4-34-15,-2 0-37 0,0-3-41 0,1-2-58 16,4-2-274-16,-5-2-654 0,10 1 290 15</inkml:trace>
  <inkml:trace contextRef="#ctx0" brushRef="#br0" timeOffset="-209918.27">22610 9949 5 0,'-7'-10'344'0,"2"2"-1"16,1-1-16-16,-1 3-27 0,3-1-15 0,-2 0-22 15,1 1-20-15,3 0-28 0,3 0-18 0,1 1-17 16,4-3-25-16,3 3-20 0,0 0-30 0,4 1-44 0,7-1-42 16,5 0-50-16,0 0-58 0,10 2-52 15,-3-2-64-15,4 0-248 0,0 1-489 0,-2 1 218 16</inkml:trace>
  <inkml:trace contextRef="#ctx0" brushRef="#br0" timeOffset="-209418.3">24287 9510 218 0,'4'-19'229'0,"2"-7"-2"16,-5 4-7-16,-1-6-14 0,0 7-11 0,-3-5-5 15,-2 0-7-15,-3-1 1 0,0 2-21 0,-1 5-13 16,0 5-12-16,-2 0-8 0,-3-2-7 0,-2 3-10 15,0 2-6-15,-2 2-11 0,3 3-10 0,-1 1-9 16,2 5-10-16,-1 2 2 0,0 2 3 0,1 4-15 16,4 0-4-16,-5 7 7 0,4 3 0 0,-1 6 12 0,2 2 6 15,8 4-2-15,-2 3 10 0,5 1-8 0,4 3-5 16,3 2-3-16,-1 11-12 0,0-11 0 16,9 9-8-16,-5-9-5 0,0-1-2 0,5 13-4 0,-2-3-2 15,1-13 5-15,0 14-7 0,4-1-5 0,0 0-5 16,-5-13-4-16,-3 4 2 0,3-4-6 0,-5 0 7 15,0 0-7-15,-1-1 0 0,-1-3-7 0,-3-1 4 16,-4-9-3-16,2 1-4 0,-4-3 5 0,2 0-24 16,-3-8-24-16,2 1-19 0,1-4-23 0,-3-1-26 15,1 1-39-15,-1-5-48 0,3-2-59 0,0 0-60 16,0 0-267-16,-8-12-626 0,1 4 277 0</inkml:trace>
  <inkml:trace contextRef="#ctx0" brushRef="#br0" timeOffset="-208574.62">24019 9784 104 0,'-4'-3'361'16,"0"1"-7"-16,4 2-10 0,-6-5-1 0,6 5-15 15,0 0-17-15,-2-4-25 0,2 4-32 0,5-7-22 16,2 5-27-16,3-1-23 0,3 3-14 0,5-3-18 15,2-2-13-15,5 4-12 0,5-3-11 0,4 3-13 0,1 0-11 16,-1 0-11-16,4-1-12 0,-4 0-7 16,2 1-1-16,3-2-10 0,-5 1-21 0,1 0-16 15,1 1-12-15,-2-3-16 0,1 0-6 0,-5 1-4 0,0-4-9 16,-7 3-7-16,-1-1 4 0,-4 0 7 0,-4-1-3 16,0 0 5-16,-4 0 0 0,-1-1 0 0,-5 1 3 15,-4 1 4-15,0 0 1 0,-4-3 5 0,0 3 5 16,-7-2-6-16,0 0 6 0,-5 1 1 0,0-4 3 15,-5 7 10-15,2-2 0 0,-1 0 14 0,-2 2 13 16,4 3-5-16,-1-1-3 0,4 1 7 0,1 2-13 16,0 0-1-16,0 3 1 0,3-2-3 0,-2 1-1 15,6 2-3-15,0 2-1 0,4-3 2 0,1 5 1 0,2-2 0 16,2 0-1-16,5 2-3 0,7 3 1 16,5-2 1-16,5 5-3 0,9-3-5 0,0-1-2 15,6 0-10-15,14 1-6 0,0 0-6 0,-15-5-9 0,5 0 1 16,11-1-5-16,-11 1-5 0,-3-5 1 0,1 1 1 15,-1-4 8-15,-2 0 0 0,1-2 0 16,-3-5-1-16,-4 2-6 0,0-1-5 0,-2-3 1 0,-11 0 0 16,-1 0 5-16,-2-2 4 0,-1 0 1 0,-7 1 4 15,1-1 6-15,-4-6-1 0,-4 4 3 0,-2 0 4 16,-6 2 0-16,-4-4 8 0,-4 3-5 0,4 0 8 16,-8 0 2-16,0 7 4 0,0-2 5 0,-11 0 2 15,7 5 2-15,-1 2-2 0,2 1 1 0,2 3-1 16,-2 2-2-16,5 1 1 0,3-4-3 0,3 8 2 15,-2-4 1-15,4 4-2 0,2 0 1 0,2 1-3 16,-2 0 1-16,7 0-1 0,-2 0 4 0,2-1-3 0,6 2-1 16,-2-1 1-16,0 0 2 0,4-5-1 0,0 3-3 15,2-2 3-15,-2-1-2 0,6 0-1 0,-8-5 2 16,8 1-6-16,0-3 1 0,-2 0-2 0,0-2-2 16,0 0-1-16,2 1 0 0,-2-6-5 0,-1 0 2 15,-1 1 2-15,0-4 1 0,3 1-3 0,-8-1 1 16,3-2 3-16,-1 1 2 0,-3 0 4 0,2-1 4 15,-2 1 11-15,-1 1 3 0,-2 0 10 0,0 3 1 16,-1 0-6-16,-1 0-1 0,0 2-1 0,-1-2-7 16,0 4 6-16,2 3-8 0,-3-3-6 0,3 3 9 15,0 0-6-15,0 0-4 0,0 0-2 0,-10 8 2 16,10-1-1-16,0-1 4 0,3 2-2 0,0 2-4 16,4 0 3-16,-2 1-3 0,2-1 4 0,2 0-2 0,2-1-2 15,0 0-7-15,4 2-6 0,0-1-12 16,0 0-10-16,-3-5-12 0,4-1-20 0,1-2-10 15,-1 2-25-15,3-3-22 0,-4-2-23 0,-1-3-30 0,-2 1-15 16,7-5-25-16,-7 1-26 0,7-1-176 0,-4-4-451 16,1-1 200-16</inkml:trace>
  <inkml:trace contextRef="#ctx0" brushRef="#br0" timeOffset="-207777.69">25613 9202 169 0,'-2'-17'279'15,"0"4"-1"-15,-2-1-12 0,2 1-10 0,-3 1-12 16,1 2-9-16,0 1-11 0,0 4-14 0,3 1-13 0,-2-4-33 16,2 6-16-16,-5-1-15 0,6 3-13 15,0 0-3-15,-8 11-3 0,5-5-12 0,2 6-8 16,1 4-10-16,-1 2-4 0,1 3-10 0,1 7-5 0,0-1-7 16,2 2-6-16,-1-1-4 0,0 3 0 0,2-4-7 15,0 5-1-15,-1-1-10 0,1-5-2 0,2 7 0 16,-1-5-2-16,1-1-4 0,-4-8-3 0,4-1-1 15,-4 0-3-15,1-6-15 0,-2 3-10 0,2-5 0 16,1 0-13-16,-4 1-13 0,3-5-1 0,-2-1-1 16,-1-3-8-16,0 2-17 0,0-4-15 0,0 0-8 15,0 0-3-15,0 0-6 0,-1-12-3 0,-2 2 4 16,2 3 2-16,-3-6 6 0,-2 2 7 0,2 0 8 16,-1-2 5-16,-1 1 10 0,2-3 7 0,0 4 10 15,-4 1 8-15,1 0 10 0,1 1 12 0,-3 0 8 16,2 2 7-16,2 0 11 0,-2 2 5 0,3 1 0 0,0-2 4 15,1 4-3-15,3 2 0 0,-5-1 3 0,5 1-4 16,0 0 0-16,0 0 3 0,0 0-2 16,0 0-1-16,8 14 1 0,-4-10-4 0,8 3-4 0,-3 0 0 15,3 0-2-15,4 1-4 0,2 0 1 0,2-1 1 16,-1 0-4-16,-1-2-1 0,1-1 3 0,-3-1-5 16,3 1 1-16,0-3-1 0,1 1-2 0,-6-2 3 15,0 2-1-15,-1-6 1 0,0 2 3 0,-1-2-3 16,0 1-2-16,-1-2 4 0,1-2-2 0,-6 2 4 15,2 0 5-15,-4 0 4 0,0-2 2 0,0 1 6 16,-1 0 0-16,2 0 2 0,-5 0 6 0,3 1 7 16,-3 0-6-16,0-1 2 0,0 3 2 0,0 3-4 15,0-8 3-15,0 8-18 0,0 0 1 0,-3-2-1 0,3 2-4 16,0 0 2-16,0 0-3 0,0 0 0 16,-8 11-1-16,6-5-3 0,2 1 3 0,-2 0 2 15,2 3-7-15,2 0 3 0,0-1-1 0,0 1-3 0,3 0 1 16,-1 1 2-16,0 0-6 0,-1-2 2 0,1-1 3 15,3-1-2-15,0 1 9 0,-2-2-7 0,1 1-4 16,2-2 0-16,-3-4 4 0,3 0-5 0,-1 0 4 16,0 1-1-16,0-2-2 0,1-3 2 0,-1 1 1 15,-2-1-2-15,-1-1-2 0,3-3 2 0,-3 1 0 16,1-1 7-16,2-2-9 0,-5 0-3 0,2 0 0 16,0-1 5-16,-3 0-3 0,1-2 14 0,-1 5-2 15,2-1 8-15,0-1-2 0,-3 1 5 0,0 2-2 16,1-1-6-16,-1 2-3 0,0 1 2 0,-1 0-6 15,4 1-1-15,-3 3-5 0,0 0-5 0,0 0-6 16,0 0-3-16,0 0 2 0,0 0-8 0,0 0 1 16,-2 12-30-16,4-4-17 0,-2 0-24 0,4 2-23 0,-1-1-30 15,5 3-28-15,-3-3-32 0,1 2-31 0,2-2-25 16,-5 0-30-16,1-3-155 0,0 0-475 16,2 0 210-16</inkml:trace>
  <inkml:trace contextRef="#ctx0" brushRef="#br0" timeOffset="-207064.04">26211 9474 159 0,'2'-5'228'0,"1"2"6"0,0-3-8 16,-3 6-15-16,4-5-20 0,-2 2-19 0,-2 3-18 16,7-2-14-16,-7 2-13 0,0 0-12 0,11 9-11 15,-3-5-7-15,-1 1-13 0,-2 1-6 0,4 2-8 0,0 1-7 16,-1 0-7-16,-1 1-3 0,1 0-7 15,-1 0-5-15,1 1-5 0,2 0-3 0,-5-2-3 16,1 1-5-16,-2 1 0 0,-3-4 1 0,4 2-8 16,-5-1 3-16,0-3-6 0,0-1 4 0,0 1-3 0,-1-1 1 15,1-4 4-15,-5 4 7 0,5-4-5 0,-6 1 1 16,6-1 2-16,0 0 2 0,-13-3 1 16,13 3-2-16,-7-3 2 0,3-2 4 0,0-1-2 0,4 2-3 15,-1-3 1-15,1 2-1 0,1-2-4 0,0 0-4 16,3 1-2-16,2-4-5 0,2 2 1 0,-1-3-5 15,2 2-9-15,9-2 0 0,-2 1-10 0,0-1-14 16,2 1-7-16,3 0-2 0,-1 1-8 0,2 1 2 16,-2-1 1-16,1 0 6 0,-4 4 3 0,1-4 3 15,-5 4 4-15,-2 1 1 0,-1-1 4 0,-1 1 7 16,-3 0 3-16,-2 1 5 0,1 1-3 0,-5 2 0 16,2-1 0-16,-2 1 11 0,0 0 9 0,-13-4 6 0,13 4 2 15,-16 4 0-15,5-3 1 0,-1 4-3 16,1-1 4-16,-1 2-1 0,1 1-2 0,-1 2-2 15,1-2 0-15,1 0-3 0,2 4-2 0,1 0 0 0,2-1 0 16,1 0-1-16,1-1-3 0,3 3-1 0,0-1 2 16,3 0-1-1,4-3-2-15,-1 4 1 0,5-2-1 0,0-2-7 16,0 1 7-16,8-3-4 0,-2 1 2 0,3 0-6 16,3-4-6-16,-4-2-6 0,4-1-3 0,0 0-5 0,-1-1-3 0,3-1 1 15,-4-3 3-15,2-2-3 0,-1 0 5 16,-3 0 2-16,2-3 1 0,-2 3 4 0,-2-4 1 0,-2-1-2 15,0-1 6-15,-1 1 3 0,1-3 2 0,-6 2 8 16,4-1 14-16,-3 4 11 0,0-5 12 0,-2 7 14 16,0-4 14-16,0 5 5 0,-3-2 8 0,1 1 11 15,-1 3-7-15,-3-2 7 0,3 4-10 0,1-2-5 16,-5 2-16-16,2 1-4 0,-3 2-14 0,4-1-5 16,-4 1-6-16,7 5 0 0,-3-1-5 0,3 1-4 15,-3 4-4-15,4-2-4 0,-4 5 4 0,3-1-8 16,1 3-5-16,-2-2 1 0,2 3 3 0,-3 0-1 0,2-3 13 15,-2-1-15-15,-1 2-4 0,-1-1 1 0,1 0-23 16,-1 0-40-16,-3-1-42 0,-1 1-58 16,-2 0-72-16,-3-1-79 0,-3-3-333 0,2 3-689 15,-2-4 305-15</inkml:trace>
  <inkml:trace contextRef="#ctx0" brushRef="#br0" timeOffset="-197552.75">10908 11923 210 0,'-8'-3'242'0,"1"0"-15"0,-4-1-8 15,-1 2-7-15,2 0-4 0,-3 2-1 0,-1 0-9 16,-1 2-1-16,-1 3 0 0,-3 0-3 0,-2 2 5 0,5 3-15 15,-3 0-9-15,1 4-1 0,-1-1-2 0,1 1-16 16,-2 5 3-16,1-5-4 0,1 5-12 0,-1 0-16 16,5-3-11-16,1-1-11 0,5 0-7 0,-3 1-8 15,2-1-8-15,4-2-7 0,1 0-10 0,4-4-4 16,2 3-6-16,0-1-7 0,5-4 0 0,1 1-3 16,3-3-7-16,0 0 0 0,5-2-5 0,6-2 0 15,-3-1-4-15,4 0-3 0,2-5-6 0,-3 1 2 16,6-4-5-16,-6-3 3 0,5-1-4 0,-2-1-5 15,-8-1 4-15,1 3-4 0,5-9-3 0,-8-2 12 16,-1 4-14-16,-3-6 5 0,1-4-5 0,-1-1 4 16,-6-2-3-16,-1-2-2 0,-1 3 0 0,0-2 2 0,-5 1 5 15,-2-1-1-15,0 4 27 0,-1-4 12 0,-5 6 17 16,5 0-4-16,-1 8-3 0,1 0-4 16,-2-1 1-16,-1 3 6 0,1 1-12 0,4 3-5 0,-4 2-5 15,3 1-3-15,3 1-4 0,0 4-4 0,-3-1-4 16,0 1-8-16,4 0-5 0,0 4-2 0,0 0-1 15,0 0-1-15,0 0 0 0,0 0-3 0,6 12-1 16,-3-6-1-16,1 3 3 0,0 3-5 0,2 1 2 16,-1 3-2-16,1 3 2 0,2-2 1 0,-3 1-4 15,-3 2 6-15,3 0-3 0,-1 5-4 0,-1-4 3 16,-2 6 1-16,2-8 2 0,-2 2-1 0,3 0 1 16,-1-2-2-16,-2 2-15 0,2-2 2 0,0-1 1 0,2 0 2 15,1-1 1-15,-2 2-4 0,1-8 10 0,3 1-5 16,-1-1 4-16,3 0-1 0,1-3 0 15,0 2-1-15,0-4-2 0,2 0-10 0,-2 1-19 0,2-3-10 16,1-1-15-16,-3 0-18 0,2-1-27 0,-1 1-21 16,-2-3-25-16,-3 1-20 0,1 1-25 0,-2-1-23 15,-1 0-34-15,-5-1-40 0,10 0-29 0,-10 0-23 16,8 2-275-16,-4-1-669 0,-4-1 297 0</inkml:trace>
  <inkml:trace contextRef="#ctx0" brushRef="#br0" timeOffset="-196854.98">11278 11856 240 0,'1'-5'341'0,"2"0"-3"0,-3 5 2 0,-3-7-8 0,3 3-18 16,0 4-31-16,0-5-16 0,0 5-33 0,0 0-26 15,0 0 4-15,0 0 10 0,0 0-8 0,4 16-25 16,-1-7-15-16,2-1-9 0,-3 3-15 0,3 0-15 16,-1 1-15-16,0 0-10 0,0 4-10 0,2 0-13 15,-1 1-4-15,-1-5-9 0,3 5-10 0,-4-3-6 16,1-3-24-16,0 3-26 0,3-3-39 0,-3-1-37 16,0 1-32-16,-3-5-25 0,3 2-38 0,-1 0-35 15,-2-3-39-15,2 0-34 0,1-2-41 0,3-1-45 16,-3 1-182-16,0-3-585 0,-4 0 259 0</inkml:trace>
  <inkml:trace contextRef="#ctx0" brushRef="#br0" timeOffset="-195667.56">11495 11820 196 0,'0'0'223'0,"0"-6"3"16,0 6 9-16,0 0-4 0,0 0 1 0,0 0-2 15,5 12-14-15,-3-8-15 0,2 1-17 0,0 4-16 16,0-1-10-16,0 4-18 0,1-1-10 0,-3 0-12 16,4 1-6-16,0-1-13 0,-3 1-17 0,3-2 0 15,-1 2-11-15,-1-1-5 0,0 1-6 0,-1-2-4 16,5 0-6-16,-4-1-5 0,0 1-7 0,-1-4-2 16,0-2-3-16,-2 2-6 0,3-3 12 0,-4 2-18 15,0-5 4-15,4 5-4 0,-4-5 0 0,6 1 1 0,-6-1-12 16,0 0 4-16,0 0-5 0,5-11 0 15,-4 6 2-15,2-2-5 0,0 0 5 0,-2-1-2 16,2-3 1-16,1 0-4 0,-1 0 6 0,3 3 7 0,-1-2 5 16,-1 4 4-16,0-3-4 0,1 0 0 0,-1 0 0 15,1 4-6-15,0-1-1 0,-1 1-3 0,0 1-1 16,0 0 2-16,0 1-6 0,2 2-5 0,0 0 2 16,-6 1 15-16,10 2-14 0,-5 1-5 0,1 0-4 15,-1 2 6-15,1 0 2 0,0 2 2 0,1 2-5 16,-4 0 2-16,4 2-6 0,-3 0 10 0,3-1-7 15,-2 1-1-15,-1-2-2 0,-1 2-3 0,1-4 4 16,2 2-6-16,-4-4 2 0,2 2-4 0,0-1 2 16,0-1 4-16,-1-4 2 0,-3 4-2 0,4-3 2 15,-4-2 2-15,3 2 1 0,-3-2-6 0,0 0 6 16,8-9-3-16,-4 6 2 0,-1-3 0 0,-2-2 2 16,3 1 2-16,-4-4-3 0,4 3 5 0,-1-3 3 0,0 1 17 15,1 1 15-15,-3 0 0 0,4 2-8 0,-2 1 6 16,0-1-6-16,1 1 5 0,-4 1-3 15,6 1-9-15,-4-1 0 0,3 2-2 0,-1 2-6 0,-4 1-5 16,9-1-6-16,-9 1 3 0,11 4 2 0,-6-2 10 16,1 4-15-16,5 1 2 0,-2-1-4 0,1 4-2 15,2-2 1-15,-4 3-6 0,7 0 6 0,0 0-1 16,0-1 3-16,1-1-2 0,2-1 2 0,-3 1-4 16,4-1-4-16,-4-1 8 0,1-3-5 0,-1-3 2 15,3 3 0-15,0-3 1 0,-3 0-4 0,0-2-4 16,-2-2 2-16,2 2 0 0,-4-2 1 0,1-3-12 15,-1 1-2-15,-1-4 6 0,-2 2 2 0,-3-2-6 0,4-1-8 16,-4 0 15-16,-5-1-11 0,5-2 8 0,-5 0 0 16,0 0 0-16,0 2 11 0,-5-2-10 15,4 0 2-15,-2 2 0 0,-4-1-2 0,3 3 1 0,0 0-1 16,-2 3 1-16,-2 0-8 0,3 3 9 0,-3-1-2 16,1 4 3-16,-4 0 1 0,0 2-5 0,0 1 6 15,3 2-6-15,0 1 0 0,0 3 3 0,-1-1 2 16,2 3-6-16,0 0 17 0,3 2-18 0,1 4 5 15,0-5 4-15,3 1-4 0,3 0 2 0,0 0 2 16,1 0-3-16,1-2 6 0,4 2 4 0,0-4-8 16,2 0 0-16,2-1 5 0,-2-2-2 0,0-1-3 15,5-4 0-15,-2-1 3 0,6 1-2 0,1-2-3 16,-3-1 5-16,2-4 3 0,-4 0 3 0,2-2-11 0,-6 1 4 16,3-2 3-16,0-4-3 0,-1 2 4 15,-5 2 1-15,-2-4-1 0,2 1-3 0,-5 2-3 16,2 0 1-16,1 0 4 0,-3 0-6 0,-3 0 3 0,3 4 4 15,-1-1-7-15,0 2 6 0,-2 2 0 0,-1-2-8 16,0 5 0-16,0 0-2 0,0 0 19 0,0 0-17 16,0 0-1-16,0 0-6 0,0 0 4 0,0 16-3 15,0-9 6-15,0 0 4 0,0 3-4 0,0-2 6 16,3 2-6-16,-2 1 4 0,3-1 1 0,-2 0 2 16,3 0-3-16,-2-3-4 0,1 3-2 0,2-3 9 15,4 1 0-15,-6-3 17 0,2 0-23 0,-1-3 11 16,0-1 0-16,2-1 3 0,0 0 1 0,-7 0 10 15,14-2-1-15,-9-3-1 0,3 0 12 0,-2-1 2 16,2 1 9-16,0-4 9 0,0 0 8 0,-1-1 2 16,1-1 10-16,0 1-1 0,2 2 5 0,-5-3 0 0,2 1 2 15,1 0 0-15,-2 2-8 0,-1 3 5 0,-1-2 2 16,0 2-4-16,1 2-8 0,-2 0-11 0,0 0-10 16,1 1-3-16,-4 2-5 0,0 0-3 0,0 0-4 15,14 5-2-15,-10-1-1 0,0 1-3 0,3 1-4 16,-2 1-9-16,-1 2-20 0,5-2-20 0,-4 4-19 15,2-4-34-15,2 4-33 0,0-3-36 0,0 0-23 16,-1 1-24-16,-1-1-27 0,3-2-35 0,2 2-18 16,-4-3-19-16,-1-3-16 0,0 0-11 0,1-3-4 15,-2 2-10-15,-6-1-172 0,14-2-552 0,-6 0 244 16</inkml:trace>
  <inkml:trace contextRef="#ctx0" brushRef="#br0" timeOffset="-195370.72">12953 11797 43 0,'3'-11'216'0,"-6"4"8"0,3 1 3 16,-4-1 3-16,3 1 3 0,-2 1 3 0,2-1-4 0,-3 2 0 16,4 4-16-16,-10 0 0 0,3 0-4 0,7 0-15 15,-13 7 8-15,6-2-13 0,1-1-9 0,1 5-8 16,-2-1-13-16,5-1-16 0,-1 4-9 0,2-1-8 16,2 0-17-16,2 1-6 0,1-1-8 0,2 4-11 15,1-7-11-15,4 8-1 0,4-3-9 0,-3 1-6 16,-1 0-7-16,4-2-3 0,-1 1-11 0,1-1 16 15,-7 0-20-15,4-1-5 0,-4-2-6 0,1-2 3 16,-4 1-4-16,-1-2-6 0,-2 0 2 0,-2 2 1 16,-3-3-3-16,0-1-2 0,-4 1 0 0,0 0-7 15,-6 0-5-15,-1-3 4 0,-2 2-5 0,2-1-14 16,-5-1-20-16,6-1-20 0,-1 0-18 0,3 0-13 0,0 0-19 16,-2-1-22-16,7-1-32 0,-2 1-31 0,8 1-38 15,-4-4-30-15,4 4-33 0,5-9-33 0,-1 6-226 16,6-3-590-16,2-3 261 0</inkml:trace>
  <inkml:trace contextRef="#ctx0" brushRef="#br0" timeOffset="-195151.98">13270 11778 220 0,'0'0'261'0,"0"0"10"15,0 0 0-15,0 0-1 0,0 0-5 0,0 0 0 16,-7 12-7-16,6-8-11 0,-6 4-9 0,3-1-6 15,0 4-20-15,0-1-21 0,1 3-22 0,1-4-15 16,0 5-15-16,-2-1-13 0,7 0-17 0,-2-1-6 0,2 1-38 16,0-3-28-16,1 3-30 0,1-2-37 15,-1-3-37-15,2 3-43 0,0-4-49 0,-1 1-46 16,4-3-83-16,0-2-32 0,-3 1-169 0,6-3-529 0,-2 1 234 16</inkml:trace>
  <inkml:trace contextRef="#ctx0" brushRef="#br0" timeOffset="-194587.99">13465 11876 139 0,'-6'-3'260'0,"5"-1"-6"0,-3 1 2 15,-2 0 2-15,6 3-2 0,-9-4-10 0,5 4-9 16,4 0-9-16,0 0-23 0,-14 3-20 0,14-3-11 16,-4 4-9-16,3-2-18 0,-4 4-12 0,3-1-12 15,2 0-10-15,0 0-15 0,4 1-7 0,0-1-9 16,0 3-4-16,0-3-10 0,2 2-8 0,1-1-4 15,-1-2-6-15,4 2-8 0,-2-1-4 0,2 0-7 0,-4-2 5 16,1 0-6-16,0-2-3 0,-2 0-3 16,-5-1-3-16,11-1 0 0,-11 1-3 0,10-4 1 0,-7 1-2 15,-1-2-6-15,1 2 1 0,1-4 1 0,-4 1 1 16,0-2-7-16,2-1-5 0,0-1 3 0,-2-1 5 16,0 4 0-16,3-4-1 0,-1 3-14 0,1-2 10 15,1-1-1-15,2 1 4 0,-1 2-3 0,2-2 0 16,2 1 18-16,-2 3-19 0,2 1 0 0,0 1 1 15,-4 0-6-15,5 3 2 0,-2-1-2 0,0 4 2 16,-1 0 0-16,4 3-1 0,-3-1 3 0,3 4-6 0,-3 1 3 16,3 2-3-16,-2 0 2 0,1 5 2 0,0-1 13 15,-1 1-17-15,1-1 1 0,-2 2 3 16,-3-4 0-16,3 1-1 0,-1-1-5 0,-5-2 8 0,2-2-5 16,-2-1 1-16,0-1 1 0,-1-2 2 0,-1 0 4 15,2-1-2-15,-2-4-3 0,0 0 2 0,0 0 3 16,0 0 7-16,0 0 10 0,0 0 0 0,0 0 17 15,-2-25-1-15,4 19 8 0,0-6 2 0,-2 5 13 16,2-4 4-16,0 2 2 0,4-1 9 0,-4 1-1 16,2 0-5-16,1 0 5 0,0 0-1 0,-1 3-10 15,4 2-6-15,-4-2-5 0,-1 3-9 0,4 0-6 16,-2 2-5-16,4 1 0 0,-9 0-6 0,12 4 3 16,-7-1-8-16,2 2 0 0,-1 0-5 0,0 2-3 0,1 1-4 15,-2 0-25-15,0-1-36 0,-4 1-37 16,3-3-37-16,0 0-43 0,0 2-27 0,-3-2-30 15,-1 1-30-15,-1 0-37 0,1-6-58 0,-7 5-318 0,2-3-720 16,-1-1 319-16</inkml:trace>
  <inkml:trace contextRef="#ctx0" brushRef="#br0" timeOffset="-194400.51">13334 11459 105 0,'-11'-7'238'16,"1"1"-20"-16,-2 1-25 0,-5-3-21 0,-4 2-15 15,4 1-20-15,-1 0-35 0,-1 2-51 0,-1 1-59 16,0 1-72-16,-4 0-135 0,2 0-232 0,-1 2 103 0</inkml:trace>
  <inkml:trace contextRef="#ctx0" brushRef="#br0" timeOffset="-194009.91">11430 11546 183 0,'-4'-8'493'0,"3"3"-30"0,-2-3-21 0,1 1-36 15,0-1-26-15,-2 0-39 0,1-1-33 0,-1 3-32 16,3 1-26-16,-1-3-29 0,2 3-23 0,-1 0-28 16,0 1-46-16,1 4-66 0,0 0-77 0,-2-4-69 15,2 4-70-15,0 0-85 0,0 0-104 0,0 0-230 16,6 13-624-16,-9-8 277 0</inkml:trace>
  <inkml:trace contextRef="#ctx0" brushRef="#br0" timeOffset="-192884.93">9301 11946 141 0,'-12'-6'307'15,"0"1"-18"-15,-2 1-8 0,-1 1-3 0,-5 1-9 16,0 2-1-16,-1 0-9 0,-1 2-9 0,2 3 2 16,-3 0-16-16,4 1-11 0,-3 2-6 0,2 2-3 0,-1 3-9 15,5 2-16-15,-3-4-19 0,5 3-14 0,-2 1-14 16,1 0-10-16,4 2-20 0,0-3-9 0,3 0-10 15,3-1-12-15,3 0-7 0,-2 0-7 0,5-2-5 16,2 1-8-16,0 0-3 0,4-3-7 0,8 4-3 16,-4-4-4-16,8-2-4 0,0-1-3 0,2-2-3 15,1-1-2-15,0-1-2 0,8-4-8 0,-6 0-3 16,-2-1-4-16,-1-2 9 0,2 0-18 0,-6-3 0 16,1-1-1-16,-3-3 1 0,0-1-4 0,-2-1-6 15,0-4 1-15,-5-2-7 0,3-5 1 0,-4-1-1 16,-3-2 1-16,-3-1-2 0,2 1 5 0,-3-2 1 15,-3-1 3-15,0 3 0 0,-1 2 2 0,0-3-2 0,-3 1 3 16,-2 1 14-16,6 6 9 0,-2-3 1 0,-1 5 5 16,2 2 9-16,-4 0 16 0,8 8 12 0,-4-5-5 15,0 5-1-15,1-1 8 0,0 7 10 0,2-5-11 16,1 4-11-16,-1-1-9 0,1 5-5 0,0 0-6 16,0 0-1-16,0 0-3 0,0 0-2 0,0 0 7 15,2 23 6-15,1-9 14 0,0 4 3 0,1 1 4 16,-1 2-6-16,-2 5 6 0,2 2 1 0,2-2-2 15,-5 3-9-15,4 0-4 0,-2 2-5 0,-1-2 5 16,3 1-12-16,0-2-20 0,3 0-2 0,1 0 0 16,-2-1-2-16,3-2 10 0,1-6-14 0,2-3-1 15,0 0-15-15,2-2-16 0,1 1-13 0,2-2-34 0,-3-5-39 16,4 2-58-16,-1-3-43 0,2-4-45 0,-4 1-40 16,4-3-52-16,4-1-48 0,-5-1-60 15,-6-2-302-15,2 1-822 0,-1 0 364 0</inkml:trace>
  <inkml:trace contextRef="#ctx0" brushRef="#br0" timeOffset="-192353.72">9909 11958 169 0,'0'0'316'0,"0"0"-11"0,0 0-7 16,0 0-10-16,3-2-2 0,-3 2-3 0,0 0-5 15,10 0-26-15,-10 0-20 0,8-2-29 0,1 2-16 16,-2-1-14-16,3 0-18 0,-1 1-14 0,2-1-15 0,3-1-17 16,-1-1-16-16,-2 2-48 0,4-1-40 15,-1-1-30-15,-3 2-35 0,1 0-40 0,-5 1-37 16,0 0-43-16,-7 0-44 0,12 1-32 0,-12-1-28 0,5 1-163 15,-2 3-484-15,-3-4 216 0</inkml:trace>
  <inkml:trace contextRef="#ctx0" brushRef="#br0" timeOffset="-192181.85">9912 12071 178 0,'-4'4'266'0,"1"-1"0"15,-3 1-5-15,4 1-13 0,2-2-9 0,0 2-8 16,0-5-9-16,2 5-2 0,4-4-22 0,1-1-16 15,4 2-19-15,2-1-16 0,4-2-9 0,6-1-26 16,-3 0-11-16,4-2-39 0,-1 0-34 0,0 2-47 16,1-4-58-16,-3 4-77 0,3-2-91 0,-9 2-217 15,4 0-499-15,0 0 221 0</inkml:trace>
  <inkml:trace contextRef="#ctx0" brushRef="#br0" timeOffset="-188103.87">5584 13170 326 0,'0'-2'346'0,"0"-4"-19"16,-1 2-24-16,1 4-31 0,0-6-33 0,0 6-10 0,0 0-30 15,0 0 3-15,0 0 1 0,-4 18-28 16,1-8-16-16,7 6-12 0,-4 5-17 0,0-4-11 16,3 12-11-16,-2-2-16 0,2 0-8 0,1 2-5 0,0-4-6 15,0 5-8-15,0-3-12 0,0-7-22 0,0 6-12 16,-2-4-22-16,1-4-21 0,-2 2-22 0,3-2-15 16,-2 1-25-16,0-6-29 0,1-1-37 0,-3-1-35 15,1-2-25-15,2-5-20 0,-2 0-43 0,-1-3-157 16,0-1-467-16,0 0 208 0</inkml:trace>
  <inkml:trace contextRef="#ctx0" brushRef="#br0" timeOffset="-187682.02">5583 13155 199 0,'-7'-17'253'0,"-3"0"6"15,5 0-1-15,-4 5-10 0,2-3-3 0,1 4-12 16,-1 0-17-16,2 0-8 0,1 0-5 0,4 3-8 0,-1-2-21 15,-2 4-9-15,3-4-24 0,4 1-16 16,0 2-9-16,4 0-18 0,-1 2-9 0,3 0-3 16,0 0-11-16,4 2-10 0,5 0-5 0,0 2-1 0,-1 2-11 15,0 4-5-15,2-2-2 0,0 2-10 0,-2 3-2 16,-2 0-2-16,-2 2-4 0,2 1-5 0,-5-2 4 16,1 7-6-16,-4-6 1 0,-2 3 1 0,2 2-8 15,-5-2 3-15,1 1-1 0,-3-1-5 0,-5 5-1 16,0-1 1-16,-3 1 1 0,0-4 6 0,-2 3 1 15,-5 1 9-15,3 0 0 0,-2-2 7 0,-1-2 21 16,1-2-12-16,2-2 0 0,1 0 9 0,1 0-20 16,1-2-3-16,1 1-2 0,0-2 0 0,4-1-5 15,-1 0 4-15,2 0-1 0,-1 0-8 0,6-1 5 16,0 3 3-16,2-1-6 0,3-2 3 0,3 5-7 16,2-2 2-16,1 2 0 0,6 0-2 0,-5 2-4 15,4-2 1-15,-1 2-2 0,1 1 3 0,0-1 0 0,-1 2-1 16,1-1-5-16,1 0 3 0,-2 0 10 15,-1 0-13-15,-1 2-3 0,1-2 1 0,-6-2-20 16,0-1-25-16,1 0-15 0,-4 0-51 0,-2-2-33 0,-1 0-36 16,-1-3-34-16,-1 2-23 0,1-3-21 0,-1-3-45 15,-3-1-249-15,0 0-597 0,0 0 264 0</inkml:trace>
  <inkml:trace contextRef="#ctx0" brushRef="#br0" timeOffset="-186416.31">6036 13393 99 0,'0'0'228'0,"0"0"-9"0,0 0-8 0,0 0 0 16,0 0 0-16,0 0-15 0,14-2-18 0,-4 2-17 15,4 0-15-15,-1-3-13 0,2 2-13 0,4-4-12 16,-1 1-14-16,4-3-4 0,-2 4-7 0,-1-1-11 0,3-1-11 15,-4-3-2-15,-2 3-5 0,-1-1-6 16,-4 1-3-16,-3 0 5 0,4-2 12 0,-8 3-3 16,2-1 7-16,-2 0 3 0,-1 1 4 0,-2-1 4 0,-1 1-6 15,-1-1-4-15,-3 1 3 0,-5 0 11 0,5 2 0 16,-8-3 10-16,1 5 2 0,0 1-5 0,-4 0-1 16,2 2 5-16,-4-1-5 0,1 3 4 0,1 0-1 15,-1 3 5-15,-2 1 2 0,2 0-1 0,2 2-12 16,-2 4-2-16,8-7-2 0,-6 7-15 0,7-1-6 15,-1-3-8-15,6 2-3 0,0-1-2 0,1-1-3 16,2 2-5-16,3 0-6 0,4-2-3 0,3 4-2 16,3-6 1-16,9 4-4 0,-1-5-3 0,10-3-1 15,5 3-3-15,1-6 5 0,4-3-13 0,-1 0-14 16,-1-3-7-16,2-1-6 0,0 1-9 0,-7-5-10 16,9 2-8-16,-10-3-15 0,-4 1-5 0,-2-4-8 15,-2 1-1-15,-5 1 1 0,-3-1 8 0,-4-2 22 0,1 2-10 16,-1-1 2-16,-7 2 0 0,-2-2 3 15,-2-1 13-15,-2 2-3 0,-1 0 10 0,-4 1-2 16,0-2 5-16,-3 3 4 0,-1 2 7 0,-4-3 8 0,-2 5 6 16,-5 0 10-16,4-1 11 0,-7 4-9 0,1 0 5 15,0 1 13-15,-1 5-4 0,-2-1 6 0,5 4 10 16,-2 0 0-16,0 3-2 0,0 0-5 0,1 1-5 16,1 3 0-16,1 1-7 0,2 0-1 0,2 3-4 15,2-3-4-15,1 0 4 0,4 3-2 0,2-5-4 16,3 1-1-16,1-1 0 0,4-1 9 0,1 1-14 15,4-3 2-15,2 1-2 0,6-1 0 0,-1 0-7 16,1-4-20-16,3-1-6 0,-1-2-7 0,5 0-8 16,0-2-11-16,-1-3 2 0,0-2-2 0,-2 0 4 15,-1-2-8-15,3 0 2 0,-3-4 2 0,-4 0-7 16,1-2-1-16,-2 0 7 0,-1-2 2 0,-3-4 3 16,-2 2-3-16,2-4 6 0,-4 2 3 0,1 1 5 0,-4-3 6 15,0 1-2-15,-2-1 8 0,-1 2 3 0,0 1 7 16,0 0 8-16,-1 1 9 0,-2 3 7 15,2 3 3-15,-4-1 13 0,1 2 5 0,3 0 5 0,-4 3 0 16,2 1-7-16,-1-1 21 0,1 2-6 0,0 2-10 16,2-1-7-16,-3 1-7 0,4 3 2 0,-3-3 0 15,3 3-4-15,0 0-4 0,-7 8 9 0,5-3-4 16,2 2 6-16,0 1-11 0,0 2 19 0,4 1-15 16,0 2 0-16,-1 1-3 0,-2 3 3 0,3 2-16 15,3-2 14-15,-4 3 11 0,6-1-19 0,-2 1 2 16,0-1-1-16,8 4-7 0,-9-5 9 0,7-2 0 15,-1-1-2-15,0 2 2 0,-1-3-6 0,1-1-1 16,-1-4 7-16,-3-1-2 0,5-2-5 0,-1 3 3 0,-7-5-7 16,5-1-2-16,-2-2-1 0,0-1 0 15,-1 0-2-15,1 0 6 0,-8 0-2 0,12-5 18 16,-5 2-2-16,-3-1-15 0,6-1 1 0,-8-1-3 0,1 1 6 16,4-5 10-16,-3-1-15 0,-1 0-5 0,0 0 8 15,2-2 16-15,-1 0-17 0,-3 1 2 0,2-2-2 16,1 3 2-16,-1 0 13 0,0 1 17 0,-2 0-3 15,2 2 3-15,-2 0-2 0,2 2 0 0,-3 0 3 16,1 1-2-16,-1 0-4 0,3 2-6 0,-3 3-10 16,1-7-6-16,-1 7 7 0,0 0-5 0,0 0 1 15,0 0 3-15,0 0-1 0,12 12-2 0,-9-7-4 16,0 1 5-16,5 2 0 0,-3 1 0 0,1 0-3 16,-1 0-2-16,1 1 0 0,2 1-4 0,-1-2 13 15,0 2-14-15,-1-1 0 0,1-2 0 0,0 2-2 16,0-6-2-16,-2 4 0 0,2-3-6 0,-3 0 7 15,-1-1-4-15,5 0 5 0,-4-2 3 0,0-1 5 0,-4-1-6 16,7 0 8-16,-7 0-9 0,7-6 0 0,-4 1 1 16,-1 1 6-16,5-4-4 0,-4-3 4 15,-1 1 1-15,1 0 12 0,0 1 12 0,1-1 27 0,-3 0 16 16,2 0 8-16,-3 1 1 0,3-1 3 0,-3 3 8 16,0 0-7-16,0-4-2 0,1 6-5 0,3-1-7 15,-4 1-11-15,0 1-4 0,0 4-11 0,3-5-9 16,-3 5-2-16,1-3-8 0,-1 3-1 0,0 0 0 15,0 0-5-15,10 12-1 0,-6-7-16 0,0 0-17 16,2 1-22-16,1 5-21 0,-1-2-28 0,2 1-29 16,-1-1-22-16,1-1-32 0,4 1-21 0,-2-3-33 15,2 3-22-15,-1 0-33 0,0-4-37 0,1-3-38 16,0 2-17-16,0-1-231 0,1-1-650 0,-3 0 287 16</inkml:trace>
  <inkml:trace contextRef="#ctx0" brushRef="#br0" timeOffset="-185963.22">7563 13187 24 0,'0'-6'288'0,"0"2"-2"15,-4 0 2-15,0 1 1 0,1 1-6 0,3 2 1 0,-11-1-7 16,4-2 1-16,0 3-8 0,-2 4-3 0,1-2-18 16,-2 1-11-16,1 4-9 0,-3 0-12 0,2-1-15 15,0 5-20-15,0-4-17 0,0 5-14 0,4-1-15 16,-1 0-13-16,0 1-6 0,4-1-17 0,0 2-10 15,2-2-8-15,1 3-14 0,1-2-2 0,2 0-3 16,4-1-9-16,3 0-3 0,3 2-6 0,0-7-4 16,3 4-5-16,2-3-11 0,2-4-12 0,0 2-18 15,1-2-9-15,9-3-11 0,-7-2-12 0,0-4-5 16,-3 2-12-16,3-1 1 0,-1-3-4 0,-4 2-5 16,4-4 9-16,-6 3 11 0,-1-4-1 0,-2 1 9 15,-3 2 4-15,-3-3 2 0,1 0 8 0,-3-1 1 16,-2 1-7-16,-3-1 17 0,0 2 1 0,-3 0-1 0,-1 1 34 15,3 1 15-15,-3 2 20 0,0 1 2 0,-3-3-1 16,0 5-2-16,-1 0 5 0,0 0 11 0,1 2 0 16,-1 1 0-16,-2 1-6 0,4 0-5 0,-3 2-1 15,1-1 1-15,2 3-11 0,0 2-6 0,5-1-5 16,-2 1-3-16,0 3-5 0,3 0-1 0,0 2-3 16,3 1-3-16,0-2-3 0,1 1-1 0,0-1-7 15,5 0-17-15,-2-2-19 0,0 1-23 0,1 0-20 16,4-4-34-16,-5 1-41 0,4-2-47 0,-4-3-40 15,1 1-46-15,-3-3-42 0,1 1-47 0,-6-1-38 16,13-1-272-16,-13 1-726 0,7-3 322 0</inkml:trace>
  <inkml:trace contextRef="#ctx0" brushRef="#br0" timeOffset="-185291.39">6713 13099 67 0,'0'0'170'16,"0"0"4"-16,0-4 7 0,-4 1-6 0,4 3 1 15,0-6 1-15,-1 2 5 0,1 4-3 0,-2-8 1 16,1 3 2-16,-1 2 6 0,0-4-2 0,2 2 2 16,-2-1 8-16,0-1-4 0,2-2 8 0,0 3 6 15,-3-6 7-15,3 6-4 0,-1-3 1 0,-2 0-7 16,2 2 3-16,-2-2-9 0,0 2-9 0,3 1-10 0,-3-2-16 16,2 4-14-16,1-1-13 0,-3 1-15 15,3 4-13-15,-1-6-14 0,1 6-12 0,0 0-13 16,0-4-7-16,0 4-2 0,0 0-9 0,0 0-7 0,4 15-3 15,2-6-3-15,-1 2-3 0,-1 0-4 0,7 4-10 16,-3 4-21-16,0-1-19 0,-1 0-30 16,-2 3-31-16,2-1-32 0,-1 1-49 0,1 5-35 0,1-5-47 15,-4 7-46-15,1-1-59 0,-1-8-71 0,0 1-274 16,-1 7-753-16,3-7 333 0</inkml:trace>
  <inkml:trace contextRef="#ctx0" brushRef="#br0" timeOffset="-184041.48">8752 13126 135 0,'-3'-5'278'0,"-1"1"-2"0,-4 1-9 0,0-1-3 0,-3 2-9 16,0-1-11-16,-4 2-9 0,-3 2-17 0,-2 3-6 15,-3 1-4-15,4 2-8 0,-4 0-5 0,-3 4-11 16,-1 2 4-16,7-2-6 0,-1 5-12 0,-4 0-18 15,10-1-13-15,-1 1-11 0,5-1-14 0,-2 2-12 16,2-2-8-16,4 2-10 0,-1-2-10 0,5-3-5 16,-1 1-9-16,5-2-7 0,1-1 3 0,2 0-9 15,2-2-9-15,4 1 2 0,1-4-3 0,2-1-6 16,5-2-1-16,3 0-6 0,0-2-1 0,1 2-10 16,0-6 1-16,2 3-12 0,6-5 4 0,-8 1-14 0,-3-3-5 15,3 0-17-15,-6-2-13 0,3-1-7 16,-3 1-4-16,-2-4-5 0,-1 2 2 0,0-4-3 0,-5 0 6 15,2-2-4-15,-4-2 14 0,1 2-3 0,-1-5 0 16,-3 4 9-16,-3-3 4 0,2 2 9 0,-4 0-1 16,-1-1 2-16,0 1 1 0,-2-1 8 0,-1 1 6 15,1-1 5-15,-3 2-2 0,2-1 18 0,-2 0-2 16,1 2 8-16,3-1 4 0,-4 1 1 0,2 3 2 16,2 0 9-16,0 0 2 0,-1 4 5 0,4 3 11 15,-2 3-5-15,2-1-6 0,-1 0-2 0,2 3-8 16,-3 0-10-16,3 3-3 0,0 0 4 0,0 0-8 15,0 0 3-15,0 16-3 0,3-6-1 0,-3 5-4 0,3 2 5 16,0 2 2-16,-2 3-2 0,3 3 0 16,0 4-3-16,-4-1-2 0,1-3 11 0,3 4-8 0,-2-1 3 15,3-3-9-15,1-4 8 0,-2 6-12 0,2-8 8 16,4 6-4-16,-4-5 7 0,3 0-10 0,1-3 5 16,-2-4-3-16,4 1-1 0,0-1 2 0,2-2-1 15,-2-2 1-15,0-4-2 0,3 1-13 0,-4-3-2 16,9-1-13-16,-6-2-8 0,5-2 1 0,-5-3-1 15,1 0 3-15,-2 0 7 0,1-1-8 0,-2-1 0 16,2-1 7-16,-3 1 1 0,-2-2-3 0,-2 0 6 16,0-3 0-16,-2 3-1 0,-1 0-1 0,-1 0 6 0,-3 0 2 15,0 2 6-15,0-3 13 0,0 5 9 0,-3-2 9 16,2 1-2-16,-2 3 12 0,3 0-12 16,-5-2 1-16,4 2 2 0,1 3-4 0,-6-3 4 0,6 3-1 15,0 0 6-15,0 0 2 0,-10 9-2 0,6-6 2 16,3 4 0-16,0 1-3 0,-1-2-1 0,4 2 1 15,-2 2-5-15,1-2 3 0,0 2-6 0,5 0-5 16,-2 0 1-16,0 2 1 0,3-2-4 0,1-1-5 16,0 0-21-16,2 0-18 0,0-2-29 0,1-4-31 15,-1 2-37-15,3 0-40 0,-2-3-38 0,2 1-34 16,-3-3-40-16,1-2-47 0,0 2-43 0,-1-1-195 16,-2-1-610-16,0-2 269 0</inkml:trace>
  <inkml:trace contextRef="#ctx0" brushRef="#br0" timeOffset="-182775.84">9259 13108 10 0,'-3'-6'291'0,"3"6"-11"0,0 0-17 0,-2-3-18 16,2 3-25-16,0 0-20 0,0 0 5 0,0 0 8 15,0 0-16-15,0 0-12 0,9 13-17 0,-7-8-2 16,-1-1-30-16,2 1-10 0,-2 2-19 0,3 1-2 15,2 1-18-15,-3 2-6 0,2-2-7 0,-4-2-6 16,3 4-10-16,-2 0 2 0,2 0-9 0,-2-2-4 16,1-1-2-16,0 1-11 0,-3-1-4 0,1 0-1 15,3-2-5-15,-2 0 3 0,-1 0-8 0,2 0-2 16,-2-2 0-16,-1-1 6 0,3 0-5 0,-3-3 1 16,4 2-8-16,-4-2 0 0,0 0 3 0,8-6-2 0,-5 1-4 15,0-2-3-15,2 1 3 0,-1 0 2 0,0-1-7 16,0 0 4-16,0-4-1 0,2 2 1 15,-2-2-2-15,0 2 3 0,5-3-1 0,-5 5-1 0,-1-1-2 16,4 1 0-16,-4 0 4 0,1 2 25 0,1-1-21 16,-1 2-5-16,-1 0 16 0,1 1-24 0,-4 3 5 15,7-3-1-15,-7 3 0 0,0 0-2 0,10 5 13 16,-4-3-13-16,-2 1-2 0,0 3 2 0,0 1-5 16,2 1 3-16,-1-2 3 0,1 5-4 0,-1-2-1 15,-1 2 1-15,0 0-3 0,1-1-5 0,-1-1-4 16,-3 1-1-16,3-1-1 0,0 0 6 0,-3-4-3 15,3 0 0-15,-1 1 4 0,0-1-1 0,-3-2 0 16,4 0 2-16,-4-3 3 0,0 0 1 0,1 2-1 16,-1-2 1-16,0 0 1 0,0 0 0 0,10-10 3 15,-6 4-1-15,-3-1 3 0,2 1 4 0,-2-1 0 16,9-5 2-16,-6 1 9 0,3 1 0 0,-1-1 10 0,0 2 6 16,-2-2 17-16,2 3 4 0,-1-3 2 0,2 5 0 15,-5-1-6-15,3 1-10 0,-1 1-1 16,1-1-4-16,-2 1 12 0,1 2-21 0,-1 0-8 0,2 0-3 15,-5 3 6-15,8 1-8 0,-8-1 1 0,0 0-8 16,13 2 4-16,-9 3-4 0,4-2 6 0,-6 1 0 16,5 1-14-16,0 3 6 0,0 1 0 0,0-2 2 15,1 2-6-15,-3-4-5 0,5 2 8 0,-5 3-18 16,6-2 2-16,-3 3-10 0,2-2-9 0,2-2-6 16,-4 0-13-16,6 1-5 0,-2-1-9 0,2-2-8 15,-1 0-8-15,1-1-4 0,9 0-8 0,-4-3-1 16,-7 0 2-16,6-2 1 0,0 1 1 0,-4-4 7 0,0 1 4 15,1 1 3-15,-1-3-2 0,-2 0 12 0,3 0 1 16,-4-2 6-16,1 1 6 0,-1-2 5 16,-3-1 2-16,1 0 6 0,-3-1 5 0,2-2 4 0,-6 4 3 15,2-1 3-15,-1-1 5 0,-2 0 4 0,-2 1 14 16,-1 2 12-16,-1 0 4 0,1 1 7 0,-4-1 11 16,-1 1 4-16,-1 2 2 0,-3 0 3 0,3 3-2 15,-4-2 8-15,1 3 2 0,0 2-1 0,-2 1 2 16,0 0 1-16,1 4-3 0,-2-2 1 0,5 3-5 15,-2 2-2-15,0-2-3 0,4 0 1 0,2 3-3 16,-4-1-8-16,4 1-2 0,4 1-1 0,1-4-2 16,1 5-3-16,2-1-1 0,1-3 5 0,4 0-4 15,0 0-8-15,5-2 1 0,-1 0-2 0,0-2-4 0,7 0-2 16,-1-2-2-16,1-1-10 0,0-3 0 16,0 0-4-16,0-2-4 0,0-1 0 0,-4 1-6 15,2-5 7-15,-4 4 1 0,-1-4 1 0,3 2 2 0,-7-2 5 16,2 2-2-16,-1-3-2 0,-2 0 3 0,0-2 0 15,0 5 1-15,-3-3 6 0,1 4 4 0,-3 0 5 16,2-2-3-16,-2 1 5 0,0 2 3 0,-1-1 0 16,1 0-1-16,-2 5-2 0,0-4-4 0,0 4 13 15,0 0-18-15,0 0 4 0,0 0-4 0,0 0-3 16,0 0 4-16,-11 12 1 0,9-9 1 0,2 1-3 16,0 2-5-16,2 1-6 0,0-3 11 0,1 4 0 15,0-2-3-15,1-1 1 0,0 2-9 0,0-2 8 16,2 0 0-16,0-1-4 0,2-1 5 0,-2-1 1 15,1 1-3-15,2-2-1 0,-1 0 16 0,1-2-12 16,-2-2 0-16,-1 2-1 0,2-3 2 0,-1-1-2 16,-1 0 2-16,3-1 1 0,-5 0 1 0,2 0 3 0,0-3 6 15,-1 4 14-15,-1-4 17 0,1 2 9 0,-1 0 12 16,0-3 9-16,-1 1 9 0,1 2 3 16,0 2-9-16,-4 0-1 0,4 1-4 0,-2 0-7 0,0-1-6 15,2 1-15-15,-1 2-1 0,-3 2-6 0,4-3-5 16,-4 3-7-16,8 0 0 0,-8 0-6 0,11 5 0 15,-4-2-7-15,0 2 3 0,-2 0 0 0,5 0-9 16,2 2-17-16,-1-2-25 0,2 1-23 0,1-2-20 16,-2 3-30-16,3-1-30 0,-4-3-16 0,3 2-24 15,-2-1-34-15,-1 0-23 0,2-1-31 0,-2-2-22 16,3-1-23-16,-7-1-201 0,1 0-553 0,-3-1 245 16</inkml:trace>
  <inkml:trace contextRef="#ctx0" brushRef="#br0" timeOffset="-182291.5">10696 12672 261 0,'-2'-13'299'0,"2"0"3"0,0 2 1 0,-2 3-4 16,0 0 18-16,-1 3-21 0,3-2-17 0,-1 4-39 15,1 3-20-15,0 0-13 0,0 0 5 0,0 0-14 16,-4 13-5-16,4-2-9 0,0 0-10 0,0 2-17 15,0 9-16-15,1 4-10 0,2 3-13 0,1-2-11 16,0 2-8-16,-1 0-13 0,6 3-10 0,-3-3-6 16,-1 0-13-16,4-2-1 0,1 0-6 0,0-1-8 15,-1 0-25-15,1-6-13 0,-1-4-16 0,2 1-19 16,0-1-8-16,0-3-20 0,-1-2-34 0,-1-4-14 16,-2 1-9-16,1-3-12 0,-4 0-14 0,2-1-18 0,2-3-18 15,-6 0 3-15,2 1 5 0,-4-2 5 16,0 0 2-16,5-6 1 0,-5 6-5 0,-6-9 1 15,-1 2 16-15,-2 0 13 0,2 0 20 0,-1-1 24 0,2 0 18 16,-4 1 18-16,4-1 28 0,-3 1 33 0,-1-1 27 16,3-1 21-16,0 3 15 0,-1-2 14 0,3 3 12 15,-2 1 20-15,3-3 8 0,0 4 16 0,1-1 12 16,-1 0 4-16,4-2 3 0,0 6-22 0,0-7 2 16,0 7-23-16,7-5-10 0,-3 4-12 0,3 1-8 15,1-1 1-15,0 1-7 0,3 2-16 0,3 1 2 16,-1-2-4-16,2 1-7 0,0 4-2 0,0 3-4 15,-1-4-11-15,1 0-1 0,-4 3-7 0,5 0 1 0,-4 2 10 16,-1-3-24-16,0 2-23 0,-2 1-21 16,-2 0-24-16,1-2-27 0,-1 3-35 0,-4-1-39 15,0 0-46-15,-1 0-54 0,-2-2-52 0,0 4-291 0,-4-5-646 16,3 2 286-16</inkml:trace>
  <inkml:trace contextRef="#ctx0" brushRef="#br0" timeOffset="-181666.54">11191 13107 209 0,'0'0'306'0,"0"0"4"0,0 0-23 16,0 0-18-16,0 0-19 0,-18 8-6 0,12-2-19 15,1-2-23-15,0-1-19 0,1 2-13 0,1 1-15 16,0-1-29-16,-1 1 3 0,4-2-17 0,0 0-14 15,0 2-4-15,0-1 1 0,1-2-21 0,2 2-3 0,4-2-13 16,-3 0-5-16,5 0-6 0,-2-3 15 16,0 2-24-16,1 0-1 0,0-4-7 0,1 1-2 15,-4 0-1-15,3-2-4 0,-2 0 14 0,0-2-23 0,-2 2-2 16,-1 0 2-16,0-4 1 0,-2 0-5 0,-1 2 5 16,0-4-4-16,2-1-6 0,-4 1 0 0,1 0 2 15,0-1 3-15,-1 2-2 0,-1-2-3 0,2 1 2 16,1 1 1-16,-4 1 2 0,1-4 13 0,1 5 3 15,-1 0 7-15,3-2-9 0,-1 4 9 0,1-3-4 16,-2 2-6-16,2 5 13 0,0-5-22 0,0 5 1 16,3-5-3-16,-3 5 1 0,7-2-2 0,-7 2 0 15,11 6-2-15,-6-4-4 0,5 2-9 0,-1 4-4 16,-1-2-9-16,3 4 3 0,0-3-20 0,0 2-5 16,1 1 7-16,0-1-9 0,-1 5 9 0,7-3-5 15,-6 3 0-15,2-3 1 0,-2 0 1 0,-2-2 8 0,-2-1 0 16,-2 0 5-16,1-3-2 0,-1 1 2 0,-2-1 10 15,1 0-1-15,-5-4-1 0,4 3 3 0,-4-4 4 16,0 0 14-16,0 0 12 0,0 0 13 0,0 0 10 16,-8-13 13-16,7 9 9 0,-2-3 11 0,2 0 4 15,-1 1 4-15,2-2-6 0,-1 0 1 0,1 1-5 16,1-4-3-16,1 4-3 0,1-4-4 0,1 0-5 16,2 2-6-16,-2 0-7 0,-1 1 0 0,1 2-4 15,3-2-3-15,-3 3-9 0,1 0-6 0,2 2-3 16,-3 1-1-16,2 0 6 0,-6 2-14 0,8 0 2 15,0 3-3-15,-1-2-4 0,-3 5-15 0,2-1-12 16,-1 1-19-16,4 1-20 0,-3 3-14 0,2-2-30 0,0 0-19 16,0 1-26-16,-1-1-26 0,0 0-22 0,1-1-23 15,3 1-22-15,-1 0-10 0,-1-4-19 16,5 2-8-16,-2-3-12 0,-1 0-175 0,2 1-503 0,-2-4 223 16</inkml:trace>
  <inkml:trace contextRef="#ctx0" brushRef="#br0" timeOffset="-180822.85">11777 13127 302 0,'9'-5'23'16,"1"-2"26"-16,-5 0 19 0,1 1 22 0,-1 0 25 15,-1-1 24-15,-1 0 18 0,-2-1 10 0,-1 2 12 16,0 1 10-16,0 0 3 0,-4 0-8 0,4 0-7 16,-4-2-8-16,2 5-13 0,-4-2-4 0,2 0-14 15,4 4-13-15,-12 0-11 0,6 0-6 0,6 0-14 16,-13 7-8-16,7-5-13 0,1 2-2 0,-1 0-7 16,1-2-10-16,1 6-8 0,0-2-1 0,1-1-2 0,3 0-11 15,-1 2 5-15,1-3-4 0,0 1-12 16,0 1 6-16,1-2-3 0,-1 1-5 0,1-1 3 15,2-1-6-15,-3-3 1 0,4 3-2 0,-4-3-4 0,0 0 3 16,10-1-5-16,-10 1 2 0,5-4 0 0,-1 1 1 16,-2 0-2-16,-2 3 2 0,4-5 8 0,-2 0-11 15,3 0 4-15,-4 1 12 0,-1-1-11 0,0-1 6 16,1 1 5-16,-1 5 2 0,4-3-3 0,-4 3-4 16,0-4-3-16,0 4-6 0,0 0 3 0,0 0 3 15,0 0-6-15,0 0 4 0,8 9-5 0,-5-4-1 16,-3 0 1-16,4 1-1 0,0 1-6 0,3-1 0 15,0-1 3-15,-2 4 1 0,5-2-8 0,2 2-5 16,-4-3 15-16,6 2 5 0,-1-2-9 0,4 2-10 16,-2-3 0-16,-3-4-1 0,4 3 5 0,-2-4-13 15,1-1-7-15,-3-3-4 0,3 0-3 0,-3-1-5 16,-1 1 8-16,4-5-10 0,-5 0-3 0,2-3-5 0,0-1 7 16,-1 0 0-16,-1-2 1 0,-1-1 4 0,-1-1 1 15,-2 2 1-15,-1-7 1 0,2-4 6 16,-3-2 0-16,-3 0 4 0,1 0 2 0,-5 0 1 0,3-2 3 15,-3 1-1-15,-1 1 4 0,0 8 1 0,2-2 15 16,-4 3 7-16,3-1 5 0,-2 3 6 0,2 2 13 16,-1 2 10-16,0 1 9 0,1 5 3 0,-1 1-11 15,0 0-9-15,1 2 0 0,-1 2-1 0,4 2 4 16,-9 2 1-16,2 2 13 0,2 1-17 0,-1 2-1 16,2 5-2-16,-2 0 16 0,2 5-17 0,-1 0-3 15,2 3-3-15,-1 6-5 0,2 1-3 0,0 0 4 16,2 4-4-16,0-11-5 0,0 8 1 0,0-2-1 15,0-4-3-15,2-1 0 0,0 0-3 0,4-1-2 16,-1-1-4-16,-1-1-9 0,2-1-11 0,-1-4-8 16,3-2-3-16,-2-1-9 0,3 0 2 0,1-2-14 15,-2-1 1-15,3-1-4 0,0-3-4 0,-2-2 5 0,3 0 4 16,-1-1-3-16,0 0 2 0,1-1 9 0,-1 0 2 16,4-2 4-16,-4-3 2 0,0 1 1 0,4-2 4 15,-5-1 16-15,2 1-12 0,-3-3 4 0,-1 2-3 16,2-1 11-16,-2-1 2 0,0 2 10 0,-4-2 1 15,3 2 7-15,-4 1-4 0,2-4 9 0,-2 5 7 16,-2 0 3-16,-1-1 4 0,0 1 3 0,0 1 11 16,0-1-3-16,0 1-6 0,0 5-2 0,0-3-4 15,0 3 11-15,0 0-15 0,0 0-4 0,0 0-5 16,0 0 0-16,0 0-3 0,4 13 0 0,-8-7-4 16,4 0 5-16,0 1-5 0,3 3 14 0,0-4-18 15,2 4 2-15,1-2-4 0,-2 2-2 0,1-3-11 16,-1 2-5-16,0-2-11 0,3-3-12 0,0 4-13 0,1-3-18 15,0 0-28-15,0-1-22 0,2-2-26 16,-1 1-33-16,1 0-22 0,-2-3-22 0,4-1-23 16,-2-2-12-16,-2 1-12 0,3-3-159 0,-2 0-464 0,1 0 206 15</inkml:trace>
  <inkml:trace contextRef="#ctx0" brushRef="#br0" timeOffset="-180135.4">12669 12568 197 0,'-7'-18'299'16,"3"5"-4"-16,-1-4-9 0,-1 6-1 0,-2-2-14 16,3 2-1-16,1 1-7 0,1 5-18 0,-3-1-14 15,4 2-28-15,-2 1-15 0,4 3-17 0,0 0-1 0,-7 11-4 16,6 0-9-16,1 1-16 0,1 7-14 16,4 1-11-16,-3 7-10 0,2 2-12 0,0 0-11 15,0 1-5-15,-1 1-7 0,1 1-9 0,1 0-8 0,0-1-4 16,2 1-10-16,-5-3 0 0,0 2-13 0,1-4-40 15,1-5-10-15,-1-2-25 0,-2 1-14 16,2-2-27-16,-1-2-7 0,-1-4-18 0,1-1-18 0,1 1-14 16,-3-2-6-16,0-4-15 0,3-2-14 0,-3 3 2 15,0-3 13-15,1-2 17 0,-1-3 14 0,0 0 14 16,-4 3 11-16,4-3 13 0,0 0 15 0,0 0 16 16,-11-13 15-16,7 7 19 0,0 0 19 0,0-3 30 15,-3 1 24-15,1-2 24 0,2 1 12 0,-2-1 3 16,-1 1 0-16,2-4-1 0,1 3 4 0,-3 1 0 15,3 2 7-15,0-3-5 0,1 2-4 0,0 1-2 16,2 0-1-16,1 1-10 0,0 2-2 0,1 0-10 16,-1 4-5-16,6-3-8 0,-1 1-1 0,3 2-8 0,-1 4 1 15,3-1-11-15,1 0 6 0,1 2-7 16,0 1 0-16,0 1-3 0,-4-2 0 0,3 2-6 16,3 1-5-16,-6-2 2 0,2 1 1 0,-1-1-7 0,-4 0-2 15,4 1-11-15,-2-3 3 0,-2-1 0 0,0 1 2 16,-2 0 3-16,2-3-3 0,-5-1-4 0,6 3 5 15,1-2 4-15,-7-1-4 0,10-3 4 0,-4-1 1 16,1 2-5-16,-2-2 4 0,4-3 2 0,1 0 5 16,0 0 1-16,3 0 8 0,-4-2 3 0,0 0 1 15,2 0 3-15,4 0 6 0,-4 1 10 0,2 1 9 16,-2 1 5-16,-1 0 3 0,2 2-4 0,-2 2-7 16,3 1-8-16,-3 1-1 0,1 5-5 0,1-3 2 15,-4 5 2-15,2 0 4 0,-2 2 7 0,0 3-3 16,0 3-4-16,-2 1-7 0,0 0-1 0,0 1-2 15,-1 1-4-15,2 1 1 0,-3 0-11 0,0 2 4 0,0-1-3 16,2-1 2-16,-1-1-10 0,-1 2 8 0,-1-1-6 16,-2-3-5-16,2 2-1 0,-3 0-14 0,-5-1-8 15,0-6-12-15,1 1-17 0,-4-2-5 0,-1-1-14 16,-2 0-15-16,-7 2-26 0,0-4-21 0,-9 4-31 16,-1-4-31-16,-2-1-28 0,-3-3-44 0,0-5-42 15,-1-1-262-15,-5-2-610 0,5 1 269 0</inkml:trace>
  <inkml:trace contextRef="#ctx0" brushRef="#br0" timeOffset="-179807.3">12348 12744 416 0,'1'-2'428'0,"1"-2"25"0,-2 4-3 0,0-7-17 15,0 7-20-15,0-5-22 0,0 5-8 0,-2-5-12 16,2 5-34-16,-1-4-31 0,1 4-32 0,-3-4-27 15,3 4-33-15,0 0-30 0,0 0-42 0,0 0-42 16,0 0-57-16,0 0-59 0,0 0-57 0,-8 11-58 16,8-6-54-16,0-1-54 0,-1 2-68 0,2-1-75 15,-1 0-327-15,0 2-768 0,0-2 340 0</inkml:trace>
  <inkml:trace contextRef="#ctx0" brushRef="#br0" timeOffset="-177029.53">14150 12902 163 0,'-1'-4'270'0,"-2"0"-3"15,-2 0-8-15,-5 0 0 0,2 2-4 0,-3-2-4 16,-3 2 0-16,2 1-3 0,-1-1 13 16,-9 2-23-16,1 0-10 0,0 1-7 0,-4 1-2 0,-7 6-8 15,0-3-11-15,2 3-17 0,-1 0-17 0,1 3-14 16,2-2-9-16,1 1-10 0,6 1-9 0,1-1-12 16,1 2-12-16,4-2-11 0,1 1-9 0,3-3-8 15,4 3-10-15,3 0-4 0,1-5-5 0,3 2-6 16,5 1-1-16,0 0-5 0,9-3-4 0,2 2-3 15,7-2-4-15,0 0-3 0,9-4-1 0,-1-1-8 16,-1-1-3-16,1-1 0 0,-9-1-3 0,9-5-3 16,-9 3-4-16,-3-2 4 0,0-2-11 0,-2-1-6 0,0-3-3 15,-1 2-4-15,-1-3 3 0,-3-2 1 16,1-1-4-16,-6-2 3 0,1-1 0 0,-3-3 1 16,0-5-4-16,-2 1 3 0,0-2 4 0,-3 0-1 0,0 1 0 15,-3 0 2-15,3 5 2 0,-4-7 1 0,1 9 0 16,2-3 6-16,-3 3 5 0,4 2 0 0,-5-1 7 15,3 2 2-15,2 4 9 0,-2 3 10 0,0 2 1 16,2 1-5-16,-3 2 0 0,2-2-6 0,1 3-8 16,0 4-3-16,-1-5 0 0,1 5-3 0,0 0 2 15,0 0-5-15,-2 18 3 0,0-8 2 0,4 3 0 16,0 5 1-16,-1 2 2 0,-1-2 12 0,1 3-4 16,2 6 6-16,1 0 3 0,2 0-2 0,-5 0 3 15,4 0-8-15,-1 1-1 0,6-4 0 0,-6-1-5 16,2-3-2-16,4 6-2 0,1-8 1 0,-1-1-3 15,2 1 1-15,0-3-2 0,5 2-1 0,-5-5 0 0,3-1-2 16,0-2 1-16,-4-2 0 0,6 0-5 0,-2-2-7 16,-1-2-18-16,-3-2-19 0,2 0-20 0,1 0-16 15,-2-2-25-15,-1-1-26 0,-3-1-28 0,4-2-35 16,-5 1-34-16,0 1-43 0,-3-2-44 0,-1-3-59 16,1 3-59-16,-4-1-236 0,0-3-717 0,0 4 317 0</inkml:trace>
  <inkml:trace contextRef="#ctx0" brushRef="#br0" timeOffset="-175888.99">14806 12921 81 0,'0'0'322'0,"-2"-4"-7"0,2 4-14 15,0 0-14-15,0-6-20 0,0 6-12 0,0 0-14 0,0 0-13 16,-4-3-30-16,4 3-10 0,0 0-11 16,0 0-21-16,0 0-15 0,0 0-6 0,-5 9-18 15,5-9-3-15,-4 8-12 0,4-4-10 0,-1-1 0 0,1-3-18 16,1 8-6-16,-2-5-5 0,1-3-9 0,1 7-3 15,-1-4-5-15,0-3-5 0,0 5-4 0,0-5-1 16,0 4-2-16,0-4-4 0,0 0 2 0,0 0 22 16,0 0 7-16,0 0-4 0,0 0-3 0,0 0-2 15,0 0-7-15,0 0-5 0,0 0-6 0,0 0-2 16,0 0-4-16,9-12-1 0,-9 10-1 0,0 2-5 16,3-4-4-16,-3 4 3 0,1-5-6 0,-1 5 2 15,0-4-5-15,0 4-1 0,3-4-3 0,-3 4 2 16,0 0-4-16,0 0 0 0,0-4 1 0,0 4-12 15,0 0 4-15,0 0-11 0,0 0 0 0,0 0-5 16,0 0-1-16,0 0-6 0,0 0 8 0,0 0-6 0,0 0-7 16,0 0-4-16,0 0-2 0,0 0-12 0,0 0-5 15,7-1 8-15,-7 1-18 0,0 0-12 0,0 0-9 16,0 0-16-16,0 0-24 0,0 0-17 0,0 0-32 16,0 0-37-16,0 0-38 0,0 0-47 0,0 0-228 15,0 0-564-15,0 0 250 0</inkml:trace>
  <inkml:trace contextRef="#ctx0" brushRef="#br0" timeOffset="-153339.89">27660 1771 121 0,'-5'-2'221'0,"2"-1"-4"0,-2-2-6 0,1 0 4 15,-4 1-15-15,2 1-22 0,-1-2-15 16,-1-1-14-16,-3 2-1 0,4 0-13 0,-4 0-10 15,-1-1-15-15,0 0-12 0,-3 1-8 0,-3-1-3 0,-1 2-16 16,-3-2-9-16,-7 0-4 0,-3 0-3 0,2 5-8 16,-1-3-7-16,-7-1 1 0,1 1-6 15,-1 1-4-15,0 1-3 0,-4-1-2 0,3 2 0 16,-1-1-2-16,1 1 5 0,2-2-10 0,-2 1-1 0,3 1-2 16,1-2 3-16,-3 3 1 0,1-1-10 0,4 0 1 15,-2 1-3-15,1-1-1 0,1 1 0 0,-1 2 1 16,4-2-1-16,-2 0 6 0,0 4-10 15,1-3-1-15,8 1 3 0,-8 1-6 0,1 0 4 0,0 0 0 16,-3 3-3-16,5 0 4 0,-1-1-5 0,-3 4 6 16,3-2-6-16,-1 0 4 0,0 1-2 0,-1 0 3 15,2 3-5-15,-2-2 0 0,0 0 3 0,-2 2 2 16,1-2-4-16,-3-1 4 0,1 3-6 0,-2 0 1 16,-4 0 1-16,5-1 4 0,-4 1-3 0,-14 2 0 15,10-1 0-15,-6 3 1 0,7-3-1 0,-12 2 5 16,0 2-2-16,3 2-7 0,10-6 5 0,0 0 0 15,-13 6 1-15,1-1 0 0,1-3 9 0,-1 2-11 16,0 1 0-16,1 0-4 0,2-1 6 0,-3-2 0 16,12-2 0-16,-13 6-4 0,2-2 3 0,-1-1 2 15,12-2-1-15,-12 4-5 0,12-5 1 0,1 0 5 16,-11 6-1 0,12-5-4-16,-11 4 4 0,14-3-1 0,-2 1 0 15,4 0-3-15,-1-3 12 0,-1 4-9 0,2-2-1 16,2 1-5-16,3-1 5 0,-2 2 1 0,2-1 0 0,1 1 0 0,-1 0-1 15,-1 1-1-15,2 0-1 0,2 1-1 0,-1 0 4 16,-2 0-1-16,5-1 0 0,-4 1 10 0,5 0-19 16,0 2 8-16,-4-2 0 0,4 1 0 0,-4 0 0 15,4-1 0-15,-2 1 1 0,1 1 1 0,3 1 3 16,0 1-7-16,-2-1 0 0,3-1 3 0,1 0 0 16,0-1 1-16,0 3 1 0,-1 0-3 0,-2-1-1 15,4-3 2-15,1 5-1 0,-1-4 1 0,-1 2 0 16,7-4 0-16,-10 4 0 0,7-2 2 0,-3 4-2 15,1-2 0-15,0 1 2 0,1-5-1 0,2 4-1 16,-2-1-2-16,0 5 3 0,6-4 2 0,-6 3-2 16,4 0 0-16,2-6 2 0,-1 5-1 0,0 0-1 15,2 1-1-15,-1-6-1 0,5 0 1 0,-9 8 2 16,9-8-3-16,-2 1 5 0,-3 5 0 0,3 1-2 16,2-3-6-16,-3-4 4 0,1 2 2 0,3-1-1 15,-5 1 1-15,1 4-1 0,-1 2 1 0,2-7 0 16,2-1-2-16,0 1-1 0,-1-1-1 0,-1-1 1 15,2 1 0-15,-2-1 0 0,-1 1 2 0,3-1 2 0,1 0-5 16,1 1 1-16,-3 1 3 0,5-1-3 16,-4-2 3-16,1 1 0 0,-2 0-1 0,6-6 2 15,-3 7-8-15,5-2 4 0,-5 3 4 0,0-2-5 16,2 2 2-16,-1-2 1 0,2 0-2 0,-1-5 2 0,-2 6-1 16,3-2 0-16,0 0 3 0,0 0-2 0,0 2 1 15,0-1-4-15,0-6 2 0,0 7-2 0,0-3 1 16,0 1 3-16,0 0-3 0,0-1 0 15,6 2 2-15,-5 0 0 0,2-1 2 0,-2 0-5 0,1 3 3 16,-1-4 0-16,5 1-2 0,-1 0 0 0,-1 1 1 16,-3-5 0-16,3 4-3 0,-1 0-1 0,1 0 3 15,-2-4 2-15,2 3 0 0,1 4-2 0,-1-3 2 16,-2-4 9-16,3 4-8 0,0 0-4 16,1-1 3-16,-2 0-1 0,4 0-1 0,-5-3 3 0,5 2 0 15,0 3-5-15,-2-3 4 0,2 1 1 0,-1-3-3 16,1 2 1-16,1 3 1 0,-2 0-1 0,1-2-2 15,-2 2 4-15,3-2-3 0,2 2 1 0,-3 0 0 16,2-1 0-16,-2-2 1 0,4 3 1 0,-2 0-3 16,-2-2 2-16,4 0-1 0,-1 2-3 0,-1-2 2 15,2-1 1-15,-3 2 2 0,3 0-5 0,1-2 2 16,-1 3-4-16,0-3 6 0,2 2 0 0,-1 0-2 16,1-1 0-16,-3 2 2 0,2-2-4 0,3-1 4 15,1 2 0-15,-6-2-1 0,5 1 2 0,-3-1-4 16,3 0 3-16,-2 2-1 0,0-2 2 0,2-2-2 15,-2 2 3-15,1-1-5 0,2 1 2 0,-2 0-2 16,2-1 6-16,-2 0-2 0,0-1-3 0,2 1 5 16,-1 0 5-16,-1-1-14 0,2-2 4 0,-1 3 0 15,0 1 7-15,0-3-8 0,0 1 0 0,2 1 2 16,-3-1-1-16,2 1 0 0,0-2-3 0,2 1 3 16,-4 2-3-16,1-2 6 0,1-1-1 0,0 1 1 15,0 0-2-15,0 0-2 0,1 1-1 0,0-2 5 16,-1-1-4-16,0 3 4 0,0-2-2 0,0-1 2 15,3 1 1-15,-5-4-3 0,3 3-1 0,1 0-3 16,-1 2 18-16,-1-4-13 0,0 3-2 0,0-1 2 16,1-1-1-16,0-1-2 0,1 4 0 0,1-4 0 15,-1 3 4-15,0-1-2 0,0-2-1 0,8 3 13 16,-5-4-12-16,-3 3 1 0,9-1-2 0,-3 2 5 16,-2-4-4-16,6 2-2 0,-3 0 1 0,1 0-2 0,2 0 10 15,-2-1-7-15,-4 0-4 0,5 0 4 0,0 1 0 16,0 1-2-16,2-2 1 0,-11-1 1 15,11 0-3-15,-3 1 3 0,2-1 6 0,-1-1-6 16,0 3-2-16,-1-3 2 0,3 3 1 0,1-3-1 0,0 2 0 16,2-3-1-16,-5 3-2 0,5-3-1 0,0 4 6 15,2-3 2-15,-1 0-5 0,4-1 6 0,-1 2-3 16,-2-3-4-16,3 4 4 0,2-3-2 16,3 1 1-16,-2 0-1 0,0 1 0 0,13 1 0 0,-14-3 2 15,14 4-3-15,-17-4 0 0,4 1 8 0,0 0-8 16,-2-2-1-16,0 1 0 0,2 2-2 0,-1-3 0 15,-1 1 6-15,3 2 0 0,-4-1-3 0,-1-1 5 16,5 1-6-16,-1-2 0 0,0 2 1 0,1-1 5 16,14 4-4-16,-17-5-2 0,2-1 1 0,15 5-1 15,-14-4 1-15,-1-1 1 0,1 3-1 0,-2-1-1 16,15 1 3-16,-12-2 0 0,-3 0 6 0,13 3-6 16,-11 0-5-16,-1-3 2 0,0 0-2 0,13 1 5 15,-12-1-1-15,-3-1-4 0,3 1 0 0,1 1 3 16,-2-4 0-16,16 3 0 0,-19-5 0 0,5 4-2 15,0 0-2-15,15 1 7 0,-17-4-1 0,0 1-2 16,1 1-3-16,0-1 13 0,-1-1-10 0,1 1 1 16,-1 0-2-16,2 1 2 0,0-3-2 0,11 2 3 15,-14-2 0-15,1 1 0 0,14-2-3 0,-14 2 1 16,1-1 1-16,1 2-2 0,0-2 12 0,0 0-8 16,12 1-2-16,-13-1-2 0,-4-3-1 0,7 2 3 15,-3-1-2-15,-1-4 1 0,1 2 0 0,-1 2-4 16,-1-2 4-16,-1 0-1 0,3 1 1 0,-4-2 10 15,1 2-8-15,4 0-1 0,-4-1-4 0,3 0 1 16,12 0 0-16,-13-1 1 0,0 2 0 0,0-2 3 16,14-2 5-16,-12 3-10 0,10-4 4 0,-12 3-2 15,0 0 1-15,0 0 1 0,-1 0-3 0,1 0 2 16,-1 0-1-16,-1 0 0 0,3-2 1 0,-8-2-2 16,4 2 10-16,-1 0-3 0,-3 0-4 0,3 2-1 0,-5-5 6 15,2 3 3-15,-1-2 4 0,1 2-3 0,-1-2-1 16,-1 3 3-16,0-2-3 0,0-2 1 15,2 1 2-15,-5-1-5 0,4 1 2 0,-1-2-2 16,-1 0 0-16,1 0 3 0,-1-1 11 0,-1 2-14 0,1-3-3 16,-2 0-2-16,5 3 2 0,-8-3-6 0,6-1 2 15,-3 0 5-15,-1 2 4 0,2-3-2 0,-3 2 0 16,-1-2-7-16,4 1 5 0,-3-1 7 16,-1-1-7-16,0-1 0 0,4 1 4 0,-3-1 2 0,-2 1 1 15,0-1-2-15,0 0-3 0,3 0-1 0,-3 1-2 16,-3 0-3-16,4-7 5 0,-2 7 1 0,-2-2 5 15,2 1 14-15,0 1-9 0,-3-4-1 0,1 5-1 16,-2 3 2-16,3-8-5 0,-6 6 8 0,5-5-7 16,1 0-4-16,-8 4 5 0,5-5-1 0,-1 7-4 15,-2-6 14-15,0 5-8 0,-5-1 0 0,1-1-1 16,4 1-1-16,-3-2 2 0,1 2 0 0,-1-3-4 16,3 2 7-16,-2 2-5 0,0-3 9 0,-1 0-9 15,5-3-3-15,-5 2-1 0,0 0 18 0,5-3-19 16,-1 1-3-16,-7 2 0 0,9-4 1 0,-2 0 6 15,-7 6 1-15,6-7-6 0,-3 1 3 0,2 4 3 16,-3 0 7-16,-2 0-10 0,-1 0 1 0,3-5 2 16,-1 5 1-16,-1-1 4 0,0 1-3 0,1-6-4 15,-3 6 4-15,2 0 5 0,0 0-5 0,-3-2 7 16,-1 1 4-16,2-1 7 0,-2 1-13 0,0 1 0 16,0-3 10-16,1 3-13 0,2-1 0 0,-2 1-3 15,-3-4-1-15,2 4-1 0,1 1 11 0,-1-1-13 16,-3 1-3-16,3-1 2 0,-1 0-1 0,-1 0 2 15,0-1-1-15,1 2 5 0,-2-1-8 0,0 2 0 16,2-1-1-16,-5 1-3 0,4-2 4 0,-1 1 3 0,-1-2-11 16,0 1 9-16,-1 1 0 0,1 0 4 15,0-1-6-15,0 1 6 0,-1 0-3 0,1-2-2 16,2 2 1-16,-3-2-1 0,-2 2 1 0,2-1 3 16,1 0-1-16,-3 2 0 0,2-2 2 0,-1 0 2 0,0 1 3 15,-2 1 2-15,2-2 5 0,-1-2-8 0,0 1-4 16,0 1 2-16,0 0-2 0,-1 1 0 15,1 1 1-15,-1-2-5 0,-1 2 2 0,1-2 3 16,-1 2-8-16,1-3 10 0,0 8-7 0,-1-7 1 0,-1 1 4 16,1 3-1-16,-2-2-1 0,0-1 1 0,1 5-4 15,0-1-1-15,-1-1 1 0,0 1-1 0,1-5 2 16,-2 8-3-16,1-6-4 0,0 0 1 16,0 2 4-16,0 2-1 0,1-1 1 0,0-4 1 0,-2 1-4 15,-2 0-2-15,0 1 2 0,3-1-1 0,-1 3-2 16,-1 2 3-16,2-3-3 0,-1-3 2 0,-3 1-1 15,2 5-3-15,3-5 5 0,-3 3-7 0,0 0 6 16,1-4-3-16,-1 4 4 0,0 1-5 0,1-1 1 16,-2-3-1-16,-2 5 4 0,4-3-9 0,-1 0 7 15,-4-3-1-15,5 6 1 0,-1-1-2 0,-3 1 1 16,4 0-3-16,-3 0 2 0,1-4-1 0,0 3-3 16,0 2 6-16,-5-6-2 0,4 6 3 0,-2 0-3 15,0-4-1-15,0 6 1 0,0-3 9 0,0 1-7 16,-3-5-3-16,2 2-9 0,1 5 11 0,-3-7 0 15,4 5-1-15,0 2 5 0,-3-3-6 0,3 1 4 16,-5 2-4-16,5-2 1 0,-1 1-1 0,-5-5-1 16,4 6 3-16,-1-2-2 0,-3 0 4 0,3 1-3 15,-2-1 2-15,1-2 1 0,-1 3-8 0,3 1 7 16,-2-2-2-16,-2 0 8 0,0 1-7 0,1-2 1 16,-1 5-4-16,4-3 3 0,0-2-1 0,-5 1 1 0,0-1 5 15,4 4-6-15,-1-1 0 0,-3-1-1 0,0-1 3 16,4 2-7-16,-3-2 8 0,-3 0-3 0,4-1 1 15,-3 0-3-15,0-1 3 0,1 3 1 0,-2-2 0 16,2-1-3-16,-1 2 1 0,-4-2-12 0,2 1 11 16,1 1 3-16,-2-2 2 0,-1-1-2 0,2 0 0 15,0 2-1-15,-4-3 0 0,4 2 0 0,-7-3-4 16,7 3 1-16,-1 2 11 0,-7-5-13 0,4-2 7 16,2 7-2-16,2-3 1 0,1 4-1 0,-1-2-1 15,-7-5-1-15,7 6 3 0,-1 0 3 0,2-1-5 16,-6-1 1-16,10 0-1 0,-12-3-1 0,6 3-6 15,-6-2 11-15,7 1-5 0,-8 1 4 0,9 0-2 16,-2 0 2-16,-1 4-2 0,-3-8-1 0,4 4 4 16,-4-4-4-16,0 2-5 0,5 4 5 0,0-2 1 15,-8-1 2-15,6 2-3 0,-2-2-1 0,-1-4-3 16,-1 6 5-16,3 2 0 0,1 0 1 0,0-1 1 16,-5-4-2-16,5 6-1 0,-5-3 0 0,5 3-1 15,-4-4 2-15,-3 1-2 0,5 3 4 0,3-1-6 16,-6-3 4-16,6 3 0 0,-1 1-2 0,2-2-2 0,0 3 7 15,-2 0-3-15,-2-3 0 0,3 0 0 16,1 2-1-16,-1 2 2 0,-2-3 0 0,2 3 0 16,0-3-3-16,-1 1 0 0,-1 0-2 0,7 2 4 0,-7-2 1 15,3 1-1-15,-3 0 0 0,2 1 0 0,2-2-4 16,-1 1 8-16,3 2-5 0,2 0 6 0,-3 1-8 16,2-1 3-16,-3-1 0 0,4 2-3 0,-2-1 6 15,5 0-3-15,-2-1-1 0,-2 3 1 0,2-2-2 16,-1 1 2-16,3-2 0 0,-3 2-1 0,0-1 2 15,3 0-4-15,-1-1 4 0,1 3 1 0,0 0-3 16,1-3 3-16,-1 3 8 0,3 0-13 0,-2 0 5 16,-4-2-5-16,5 2 3 0,-2-1 1 0,0 0-3 15,1 0-1-15,0 2 4 0,0-1-3 0,-4 0 2 16,5-1 2-16,-2 2 6 0,-2 0-12 0,2-1 4 16,1-1-1-16,-5 2 2 0,4-1 0 0,-1 1 0 15,-3-2-2-15,0 1 1 0,-2-1-1 0,2 2 0 16,1-3-6-16,-1 3 7 0,-4-5 2 0,4 3 0 15,1 2 0-15,-2-3 1 0,3-1-1 0,-1 2-2 16,-2-2 1-16,3 1 2 0,-2 1 0 0,0-2-3 16,1 2-5-16,-4 0 6 0,0-4 7 0,1 3-9 15,0 1 1-15,0-3 2 0,3 3-2 0,-5-3 0 16,1 2 3-16,-1-3-2 0,0 3 0 0,3 0-2 16,-2 0 1-16,0 2 0 0,4 0-3 0,-3-4 5 15,-2 2-2-15,5 3 2 0,-3-5-2 0,4 5-2 16,-7-2 3-16,1-1-4 0,7 2 13 0,-4-1-14 15,-1 2 5-15,-2-6-7 0,1 5 7 0,4-1 2 16,0 1-5-16,-6 0-1 0,2 1 5 0,-4-3 1 16,5-1-4-16,-6 3 2 0,2-4-1 0,-1 5-1 0,2-2-1 15,-2 2 3-15,0-5 1 0,-1 1-2 16,-8 2-3-16,9-4 6 0,-7 3-5 0,6 1-4 16,3-1 10-16,-2 1-2 0,0-1-6 0,-1 1 6 15,2 3-3-15,1-3 1 0,2-3-8 0,0 2-23 0,4 3-12 16,0-1-39-16,2 1-37 0,1 1-47 0,0-1-51 15,-1 2-75-15,6 0-86 0,1-3-253 16,5 3-685-16,0 0 302 0</inkml:trace>
  <inkml:trace contextRef="#ctx0" brushRef="#br0" timeOffset="-152668.06">28959 1254 95 0,'2'-22'332'0,"-1"5"-5"0,-1-2-6 0,2 1-17 15,-2 0 3-15,3 2 6 0,-3 2-8 0,0 3-10 16,3 0-15-16,-6 4-11 0,6-1-19 0,-2 3-25 16,-1-2-22-16,0 2-26 0,0 1-19 0,0 4-28 15,0-5-43-15,0 5-33 0,0 0-15 0,0 0-1 16,0 0 3-16,-4 18-19 0,-1-8 3 0,5 2-7 15,-4 7 0-15,-3 2 0 0,4-4-2 0,-5 10 1 16,3-7-25-16,0 0 11 0,-2-1-16 0,-2 0 4 16,4-1-6-16,1-1 3 0,-4-2 1 0,5-2-3 15,0-6 6-15,-1 0 8 0,1 0-10 0,-1-3 4 16,4 0 9-16,0 1-14 0,-2-3 44 0,2-2 21 16,0 0-3-16,0 0-4 0,0 0-6 0,4-20-1 15,1 7-13-15,2-3 2 0,-1-2-7 0,6-7 5 16,1-1-9-16,-6 7 8 0,12-11-12 0,-8 6 3 0,4-4 1 15,-1 3-5-15,0-3-2 0,-7 10 18 16,2-1 18-16,-1 2 2 0,-2 2 7 0,1 4 6 16,-3 1 5-16,-1 3-11 0,1 1-4 0,1 0-7 15,-5 3-7-15,3-4-14 0,-1 6-15 0,-2 1-10 16,0 0-3-16,0 0 3 0,6 11-1 0,-3 1-2 0,0 1 2 16,0 4-1-16,-1 3-2 0,5 7 1 15,-4 1-7-15,1-3-6 0,3 3 1 0,-2 1-8 16,-1-2-21-16,7 0 7 0,-7-4-5 0,-3-3-11 15,5-1-15-15,0-2-12 0,-2 0-8 0,1 0-12 0,0-6-12 16,-1-1-9-16,-1 1-18 0,-1-5-9 16,0-1 7-16,0 0 5 0,0-1-14 0,-2-4-39 15,0 3-43-15,0-3-7 0,0 0-55 0,0 0-217 16,-4-16-554-16,-3 10 245 0</inkml:trace>
  <inkml:trace contextRef="#ctx0" brushRef="#br0" timeOffset="-152074.36">28981 1231 28 0,'0'0'115'0,"-4"4"3"0,4-4 7 16,0 6 10-16,1-1 1 0,2-1 4 0,1 1 0 0,2-2-11 15,4 5-10-15,3-5-8 0,-2 0-14 0,4 1-9 16,6 1-3-16,1-4-11 0,1 2-5 0,9-5-10 16,-1 0-3-16,0 0-8 0,-1-4-2 15,-7 0-5-15,8 0-5 0,-9-1-4 0,-1-1-4 16,0-2-1-16,-3-3-2 0,0 2-4 0,-1-2-4 0,0-2 0 15,2-6 2-15,-8 5-5 0,-3-4 0 0,0 1 1 16,-1 0-1-16,-3 0 27 0,-3 1 14 0,-1 1 25 16,0 3 17-16,0-2 9 0,0 3 2 15,-3 2 2-15,2 1-11 0,-2 1-8 0,-1 3-8 0,0-1-12 16,-4 2-10-16,5 2-11 0,-3 1-9 0,0 1-4 16,6 1-5-16,-18 3-1 0,7 2-7 0,3 5 2 15,0-3 2-15,-1 9-8 0,-4-1-3 0,5 2-5 16,0 1 2-16,4 2-5 0,-1 1-1 0,2 7 1 15,3-2-1-15,1 0-2 0,3-4-3 0,0 3-4 16,5 1-1-16,1-8-12 0,-1 0-10 0,2-1-8 16,3-2-16-16,-1-1-22 0,2-2-27 0,0-2-24 15,2-5-25-15,2-1 0 0,0-2-23 0,2-3-7 16,-1 0 8-16,-1-4 11 0,1 0 10 0,-2-6 15 16,1 1 11-16,1-9 16 0,-4 4 13 0,-4-1-1 15,7-9 14-15,-5-1 11 0,-1-2 11 0,-1 2 16 16,-5-1 25-16,0-2 25 0,0 2 47 0,-7 6 34 15,1 1 33-15,1-7 23 0,-2 9 23 0,-3 0 12 16,3 4 13-16,-2 3 20 0,0-1 5 0,-1 1-8 16,0 3-37-16,2 0-13 0,-4 2-12 0,0 0-30 15,0 3 4-15,-1 0-15 0,0 2-18 0,-4 1-5 16,-1 4-5-16,3 3-11 0,-3 0-26 0,2 2 11 16,-2 4-11-16,0 2-20 0,1 2 18 0,-1 1-4 15,6 1-8-15,-2 0-3 0,2 3-1 0,1-3-6 16,4 8 6-16,-2-8-30 0,4 2 8 0,3-3 8 15,-1 1-38-15,7-1-2 0,1 0-11 0,3-3-29 16,2-1-27-16,-1 0-39 0,3-3-42 0,8 0-45 16,-4-4-37-16,7-2-55 0,-7-3-198 0,-2 1-554 15,3-3 245-15</inkml:trace>
  <inkml:trace contextRef="#ctx0" brushRef="#br0" timeOffset="-151652.52">30220 1058 81 0,'0'0'355'0,"0"0"-31"16,0 0-36-16,3-4-30 0,-3 4-31 0,0 0-26 16,0 0-21-16,3 10-19 0,-3-1-18 0,2 4-15 15,-1-1-9-15,-1 8-17 0,0 1-4 0,0 10-10 16,0 0-9-16,2 3-5 0,-2-1-3 0,1 3-11 15,-2-2-6-15,2 1-3 0,-2 0-5 0,1 1-2 16,0-2 1-16,0-2-10 0,0 2 2 0,0-5-5 16,-3 4-8-16,4-5-3 0,-4-3-17 0,0-5-23 15,0-2-17-15,0-4-30 0,1-2-25 0,-1-2-28 16,-1 0-18-16,2-6-39 0,0-2-50 0,2-2-201 16,-6 0-462-16,6 0 204 0</inkml:trace>
  <inkml:trace contextRef="#ctx0" brushRef="#br0" timeOffset="-151371.29">30220 1159 228 0,'0'-10'337'0,"-3"-3"7"0,3 1 3 16,0 0 4-16,0 1-13 0,0 0-25 0,5 2-43 15,-3 0-6-15,3-1-27 0,2 2-29 0,-1 0-19 16,2 1-20-16,1 3-14 0,-2-2-23 0,3 1-6 15,2 3-16-15,0 1-12 0,-1 1-12 0,1 0-9 16,1 2-12-16,-4 2-1 0,3-1-20 0,1 2-18 16,-4 2-5-16,1 0-18 0,-5 2-8 0,3-2-20 15,-2 3-9-15,0 1-3 0,-6-6-1 0,0 8-8 16,2-4-7-16,-4 1-6 0,-3-1-9 0,0 1-8 16,-3-2-11-16,1 0-12 0,-3 1-9 0,-3 0-23 15,-5-1-30-15,4-3-35 0,2-1-45 0,-3-2-34 0,3 0-203 16,1 1-516-16,0-3 228 0</inkml:trace>
  <inkml:trace contextRef="#ctx0" brushRef="#br0" timeOffset="-150918.22">30449 1090 56 0,'5'-1'177'0,"-5"1"-10"0,14 2-15 16,-6 0-17-16,-1 0-10 0,1 3-14 0,1-1-7 15,2 0-5-15,-1 1-2 0,2 4-9 0,0-2-10 0,-1 1-6 16,5 2-3-16,-3 2-10 0,-6-3-9 0,3 0 0 16,0 0-5-16,-3 1-3 0,-2-2-8 15,3 1-3-15,-4-3-2 0,-1 1-3 0,-2-3-2 16,4 1-4-16,-5-2-2 0,2 1 22 0,0 0 5 0,-2-4 4 16,0 0 10-16,-4 7 1 0,4-7-2 0,0 0-1 15,-12-3-1-15,12 3-2 0,0 0-1 0,0 0-7 16,0 0-5-16,3-12-9 0,-1 7-2 0,0 0-10 15,5 1-4-15,2-2-9 0,4 0-7 0,2-2-12 16,5 0-16-16,3-2-10 0,5 0-6 0,0-1-26 16,0 0 3-16,1-1 4 0,-3 4 11 0,-7-2 1 15,4-1 2-15,-8 3 10 0,-4 1 7 0,1 0 10 16,-2 2 25-16,-4 4 19 0,0-4 4 0,-2 0 1 16,-1 1-1-16,-3 4-6 0,0-6-6 0,0 6 0 15,-11-2 4-15,11 2-8 0,-13 0-1 0,4 1 0 16,-4-1-4-16,0 1 6 0,1 5-5 0,1-2-3 15,0 1-1-15,-1 3 7 0,6-1 1 0,-1 1-5 16,1-3-6-16,5 5 3 0,-2-2-6 0,4 2-4 16,5 1 2-16,2-1-27 0,3-2-36 0,7 3-39 15,9-1-37-15,1 1-37 0,6-1-120 0,0-3-327 16,1-1 145-16</inkml:trace>
  <inkml:trace contextRef="#ctx0" brushRef="#br0" timeOffset="-150324.5">31355 1173 161 0,'-25'-2'179'0,"3"1"-13"16,-8-4-14-16,7 7-5 0,-1 1-14 0,-5-2-7 15,5 4-14-15,5 0-8 0,-2 2-16 0,2 0-8 16,1-1-8-16,2 4-3 0,7-3-4 0,-1 2-10 16,2-1 0-16,1 0-7 0,3 2-8 0,1-2 0 15,3 0 1-15,0 4-3 0,5-7-4 0,-3 6-1 16,9-1 0-16,-1-3-3 0,2-2-3 0,8 4-1 15,0-5-6-15,-2 1-6 0,5-3 0 0,7 0-8 16,-7-4-18-16,7 0-8 0,0-3-14 0,-11 0-18 16,4-3-10-16,7-4-20 0,-4 0-22 0,1-4 6 15,-6-2-8-15,1-2-10 0,-2-2 4 0,-9 4 7 16,1-6 10-16,-1 5 12 0,-3-7 20 0,-4 5 29 16,-2 1 40-16,-4 2 44 0,-2-1 35 0,4 0 24 15,-3 6 4-15,-1-5 0 0,-3 4-1 0,1 3 11 0,-1-1-5 16,0 3 0-16,0 0-17 0,2 1-9 15,-2 2-5-15,3 1-16 0,-4 1-8 0,2 4-7 16,6 0-6-16,-16 3-7 0,9 2-1 0,0 4-7 16,-1-1-3-16,0 4-1 0,3 4-2 0,2 0-3 15,-2 1-1-15,0 4-5 0,3-1-2 0,2 0 4 0,2 10-3 16,1-4-3-16,0-5-2 0,2 5 3 0,1-7-6 16,3 6-4-16,-1-7-5 0,-1 0 3 15,3-1-3-15,3-4-7 0,-4-3-9 0,5 1-4 16,-3 0-6-16,0-6-5 0,4-2 3 0,-4-1 3 0,0-3-3 15,3-1 6-15,-5-4 0 0,3 1 2 0,-3-4 7 16,2 1 4-16,2-4 3 0,-6-1 6 0,0 2 11 16,6-4 30-16,-6-3 16 0,1 7 30 15,-6-1 5-15,4 1 21 0,-3 0-2 0,2 3-2 0,-2 1 12 16,-1 1-2-16,0 2-18 0,0-1-11 0,-1 1-14 16,0 2-20-16,1-3-22 0,-2 5-18 0,0 0 2 15,0 0-8-15,0 0-5 0,1 15-12 0,-1-9-8 16,4 2-11-16,-4 2-10 0,4 0-7 15,1 3-16-15,1 0-21 0,-2-2-22 0,2 1-19 0,3-1-33 16,1 4-37-16,2-8-44 0,0 6-39 0,2-8-171 16,-5 3-481-16,10-2 213 0</inkml:trace>
  <inkml:trace contextRef="#ctx0" brushRef="#br0" timeOffset="-150027.65">32010 1177 239 0,'-4'-2'238'0,"-3"-1"-16"0,3 2-9 16,-3 0-14-16,7 1-12 0,-15 0-19 0,4 1-13 15,-1 0-18-15,4 0-9 0,-2 2-16 0,2 2-13 16,-2-2-4-16,3 2-12 0,-2-1-8 0,5 0 2 16,-5 6-18-16,4-4-4 0,-1 1-3 0,1 3-6 15,0 0-2-15,3-1 0 0,2-2-9 0,0 3-4 16,4-2 4-16,0 3-7 0,4-5-2 0,2 5 0 15,3-5-7-15,4 4-7 0,6-1-13 0,0-4-18 16,5 1-20-16,-5-5-13 0,7 2-17 0,-8-3-6 16,3 0-12-16,-2-3-15 0,1 0-16 0,2-3-1 15,-4-1-9-15,-2-1-14 0,-2-3 5 0,6-4 5 16,-5 2-13-16,1-7-118 0,-6 4-284 0,-7-2 126 16</inkml:trace>
  <inkml:trace contextRef="#ctx0" brushRef="#br0" timeOffset="-149840.18">32323 1182 847 0,'2'-27'-59'0,"0"1"28"15,-4-2 28-15,0 7 40 0,-5-6 47 0,0 7 37 16,2 0 16-16,-3 1 15 0,1 2 20 0,-1-2 2 15,0 1 5-15,-1 4 1 0,0-2-1 0,2 6-1 16,2-1-8-16,-2 3 5 0,1 0-3 0,2 2-16 16,2 1-16-16,0 0-17 0,0 1-19 0,0 1-15 15,2 3-24-15,-3-4-11 0,3 4-3 0,0 0-3 16,-4 15-8-16,7-2-6 0,-2-1-2 0,2 5-3 16,1 5-2-16,2 4-15 0,-1 2-9 0,2-2-13 15,-2 3-27-15,-1-1-13 0,3 0-27 0,1 1-26 16,-2 1-23-16,1-3-31 0,-5-7-34 0,0-1-31 15,-1 1-34-15,1-4-185 0,-5 2-477 0,1-4 211 16</inkml:trace>
  <inkml:trace contextRef="#ctx0" brushRef="#br0" timeOffset="-149371.46">32238 1152 132 0,'2'-7'211'0,"1"2"-17"0,1 0-25 0,-2-1-14 15,4 3-12-15,1 1-16 0,-1 1-14 0,1 1-13 16,-7 0-11-16,19 1-8 0,-8 4-5 0,2 0-10 16,-1-2-8-16,4 5-1 0,2 1-10 0,-5-3 0 15,4 6-5-15,-4-3-7 0,-1-1-7 0,-1-1 3 16,0 4-8-16,0-4 0 0,0 1-3 0,-1-2-1 16,-2-1-6-16,-3 3 0 0,-1-1-2 0,0-1 0 15,2-2 1-15,-3 1-8 0,-1-2 0 0,1-1 2 16,-3-2-3-16,1 5 19 0,-1-5 5 0,-1 5 2 15,1-5 13-15,0 0 8 0,0 0 5 0,0 0 15 16,0 0 8-16,0 0 11 0,0 0 8 0,0 0-8 16,0 0-5-16,0 0-6 0,0 0-7 0,0 0-6 15,0 0-2-15,7-11-13 0,-5 10-2 0,5-1-7 16,0-3-5-16,0 4-2 0,-1-1-4 0,1 1-5 0,0-1-1 16,2 2-10-16,-2 0-3 0,4 2 6 15,2-1 3-15,-7 2-8 0,5 2 0 0,-4-3-4 16,0 1 0-16,2 6-3 0,-3-4-2 0,2 2 2 15,-4-1-2-15,3-1-2 0,-3 1 10 0,1 0-11 0,-5-2-1 16,5 1 0-16,-3-1 1 0,0 1-1 16,-2-5 4-16,2 4 8 0,-2-4 5 0,0 0 19 15,0 0 0-15,0 0 2 0,0 0-6 0,0 0-8 16,0 0 1-16,-2-16-3 0,-1 10-1 0,0-5-7 16,0 0-32-16,-1 1-47 0,-1-4-63 0,-2-3-81 0,0 0-95 15,-4-1-217-15,2 0-564 0,-1-2 249 0</inkml:trace>
  <inkml:trace contextRef="#ctx0" brushRef="#br0" timeOffset="-148074.6">23874 3460 304 0,'-3'-4'424'0,"0"0"-4"0,-1 2-9 0,4 2-19 16,0 0-35-16,-4-4-32 0,4 4-33 0,-4-4-31 16,4 4-29-16,-5-1-25 0,5 1-29 0,0 0-12 15,0 0-17-15,0 0-19 0,-13 4-15 0,13-4-17 16,-2 6-20-16,0-1-17 0,0-1-8 0,4 3-14 16,0-2-10-16,0-1-10 0,4 5 8 0,-3-6-22 15,7 3-5-15,-3 1-2 0,3-1-13 0,2-1-13 16,-4-1-12-16,5-1-7 0,-1-2-9 0,-3-1-4 15,-1 2-1-15,4-5 9 0,-6 3-3 0,-1-3 5 16,2 1 1-16,-4-2 7 0,1 0 5 0,-2-1 4 16,0 1 5-16,-2-2 7 0,0 6-2 0,-5-6 8 15,2-1 9-15,0 3 6 0,-2 0-1 0,1 3 3 0,-2-1 9 16,6 2-13-16,-10 0 0 0,5-2-4 16,5 2-3-16,-11 0 7 0,11 0-9 0,-5 2 23 15,-2 0 2-15,7-2-4 0,-5 4-1 0,4-1-1 0,-1 3 0 16,2-6-3-16,0 6 0 0,2-1 4 0,2 0-3 15,-2 0-6-15,5-1 4 0,0-1-3 0,0 2-1 16,0-1 4-16,3-3 0 0,-3 1 3 0,1-2-8 16,-1 0 6-16,1 0-3 0,0-3-2 0,-2-1 7 15,-1-1-2-15,2 1-2 0,-2-3 11 0,1-2-7 16,-3 2 0-16,-1-2 1 0,-2 2 4 0,0-5 5 16,2 1 10-16,-4-1 4 0,-2 3 23 0,0 0-12 15,0 3-6-15,-2-2 2 0,1 1-8 0,-1 2-5 16,-1 2-3-16,1-3 2 0,-2 2-12 0,1 3-7 15,-2 1-6-15,3 0-24 0,-4 1-24 0,1 4-26 16,1 3-32-16,1-1-32 0,-2 2-40 0,3 1-55 16,4 2-79-16,-1-1-262 0,4 1-623 0,2-1 276 15</inkml:trace>
  <inkml:trace contextRef="#ctx0" brushRef="#br0" timeOffset="-147590.28">23845 4003 128 0,'2'-13'345'0,"-2"1"-7"0,0 3-6 0,-2 0 0 0,2-2-8 16,0 4-15-16,-1-1-4 0,-2 1-24 15,2 2-28-15,-2 0-30 0,2 1-22 0,-5 0-26 16,6 4-24-16,-7-1-16 0,7 1-14 0,-19 5-17 0,10 1-8 15,-2 1-13-15,1 2-8 0,-1 4 0 0,-2 2-15 16,3 2-11-16,1 3-3 0,-2 5-8 16,0-1 4-16,4 2-6 0,1-6-4 0,2 11-5 0,0 0-5 15,2 0 6-15,2 3-7 0,3-3-1 0,-2 1-4 16,3 0-2-16,-1-1 3 0,2 2-3 0,1-2 3 16,-2-2-3-16,0 2 0 0,2-5-1 0,-1 1-1 15,-1-5-6-15,1-3-20 0,-1 0-33 0,-4-2-13 16,2-4-38-16,1-2-25 0,-3 0-31 0,0-4-31 15,0 0-27-15,0-2-45 0,-3-1-73 0,3-4-248 16,-6 3-625-16,6-3 276 0</inkml:trace>
  <inkml:trace contextRef="#ctx0" brushRef="#br0" timeOffset="-147402.78">23630 4327 198 0,'0'-4'334'0,"3"-2"-16"15,-3 2-24-15,2-2-26 0,3 3-21 0,-1-2-9 16,0 0-28-16,3-2-23 0,0 3-15 0,3-2-19 0,0 2-13 16,1 0-19-16,2-2-11 0,1 2-14 15,-2-1-15-15,2 0-38 0,3 0-45 0,-1 0-67 16,-2 1-67-16,4-2-77 0,-2-1-252 0,1-2-504 0,-1 0 223 16</inkml:trace>
  <inkml:trace contextRef="#ctx0" brushRef="#br0" timeOffset="-146949.62">24136 3756 34 0,'4'-4'312'0,"2"0"-5"15,-3 0-5-15,1 2 1 0,-3-2-16 0,2 1-10 16,-3 3-5-16,1-4-21 0,-1 4-14 0,0 0-34 15,5-3-28-15,-5 3-21 0,0 0-24 0,0 0-13 16,0 0-12-16,0 0-10 0,-12 10-9 0,7-5-7 16,-1 0-12-16,-3 3-7 0,-1 1-15 0,-1-2-21 15,3 3-14-15,0-2-15 0,-1 0-11 0,-2 1-17 16,3-2-13-16,-1 4-17 0,5-5-13 0,-3 2-13 16,3-4-14-16,0 0-11 0,0-1 1 0,3 1-2 15,-4-3-6-15,5-1-21 0,0 0-9 0,0 0-15 16,0 0-12-16,10-10 4 0,-8 4 1 0,2-2 9 15,1-2 13-15,-1 0 17 0,3 0 24 0,-3-2 22 16,-1 3 46-16,2 0 17 0,-1 2 44 0,-2 2 33 16,2-2 9-16,-3 2 9 0,1 2-5 0,-2 3-11 15,1-6-4-15,-1 6-10 0,0 0-4 0,1-3-3 0,-1 3-4 16,0 0-4-16,0 13-1 0,0-7-2 16,0 2 3-16,3 2-7 0,-3 2-5 0,4-2-1 15,-2 3 3-15,3-2-2 0,-4 0-5 0,2 1 3 0,1-4-4 16,-3 3-2-16,4-4-13 0,-3-1-21 0,0 2-23 15,0-3-18-15,0 0-5 0,-1-2-21 0,-1-3-31 16,4 3-15-16,-4-3-100 0,0 0-261 16,0 0 115-16</inkml:trace>
  <inkml:trace contextRef="#ctx0" brushRef="#br0" timeOffset="-146855.87">24123 3883 807 0,'-2'-4'-49'0,"-2"-3"34"15,0 1 37-15,0 0 33 0,0-5 34 0,1 7 30 16,-2-3 30-16,4-1 10 0,-1 4 9 0,-2-3-4 16,4 2-1-16,0 0-13 0,-3 3-14 0,3 2-10 15,0-7-18-15,0 7-12 0,7-4-9 0,1 4-11 16,0 0-13-16,5 5-36 0,7 1-46 0,0-1-52 15,1 1-66-15,8 3-76 0,-2-2-164 0,5 3-409 16,-2-4 182-16</inkml:trace>
  <inkml:trace contextRef="#ctx0" brushRef="#br0" timeOffset="-145215.39">27494 3078 162 0,'-12'-7'177'16,"-6"0"-6"-16,-2-2-9 0,-6-4-11 0,6 6-17 15,-9-2-6-15,-1 0-7 0,0-1-3 0,-4 1-12 0,2 1-10 16,-3 1-8-16,-4-1-6 0,1 3-9 0,-3-2-9 16,-12-3-5-16,11 6-3 0,-14 2-6 0,1-2-4 15,14 0 2-15,-16 1 1 0,2 2 0 16,1 2-2-16,13 2-2 0,-16 1-5 0,4 0 1 0,9-2-3 15,-11 5-4-15,15-2-3 0,2-1-3 0,-4 3-3 16,5 2-2-16,2-3 0 0,1 5-4 0,0-2 0 16,1 3-4-16,-1 1-3 0,6-1 3 0,0 2-1 15,8-2-4-15,-7 1-2 0,3 3 1 0,0-2-1 16,-2 2-2-16,1 0-3 0,0 2 4 0,2-3-4 16,1 3 2-16,1 1 2 0,-1 1-6 0,0 0 4 15,-1 2 0-15,-2 1 1 0,5 2-3 0,2-4 2 16,-1 0-1-16,1 2-1 0,1-2 1 0,3-4-2 15,-5 7-2-15,2 0 4 0,4 3-1 0,0-5-2 16,-2 1 1-16,5-3 1 0,-3 3 1 0,3-4 0 16,0 6-1-16,1-4-1 0,0 6 0 0,3-8 0 15,-2 2 5-15,1-1 10 0,3 6 9 0,0-6 2 16,1 0-5-16,2 0-2 0,0 0 0 0,1 1-3 16,1-2 3-16,0 0-1 0,3 0 12 0,-1 1 2 0,1 0 2 15,1 0-3-15,4 0-1 0,-4-2-1 16,5 0 11-16,-1 0 3 0,5 5 11 0,1 1-16 15,-6-7 2-15,2-2-8 0,4 3 4 0,-3-3 4 16,3 2 5-16,0-1 0 0,0 1-8 0,0-1 7 0,6 2-2 16,-5-4-5-16,4 4-1 0,-5-2 1 0,7 3 1 15,-4-7 6-15,1 0-4 0,-2 1-3 0,8 4 11 16,-6-6 7-16,1 0-1 0,-1-1-3 16,1 2-4-16,7 1 1 0,-3-1-5 0,-1-3 0 0,-4 0-10 15,10 2 3-15,0 0-1 0,-8-4-9 0,9 2 8 16,-3 1-1-16,2-2 4 0,-4 0-4 0,-1 0 5 15,3-1 6-15,-5-1 1 0,0-2-6 0,2 1-1 16,-1 0-2-16,7 0-5 0,-3-1 10 0,3 1-3 16,-5-1-1-16,-2-2-3 0,7 1-5 0,1 1 0 15,-1-2-5-15,3 0 2 0,-12 0-4 0,4-2-3 16,6 1-1-16,0-2-2 0,1 2 0 0,-2-1-4 16,0 0-4-16,2 0 3 0,1 2-8 0,-2-2 8 15,2-2-3-15,1 0 4 0,1 3-8 0,3-2 6 16,-2-3-5-16,0 3-4 0,1-5 2 0,1 4-2 15,-1-2-2-15,2 0 7 0,-5-1-5 0,4 1 2 16,-1 0-5-16,1 1 2 0,-1-2 1 0,-3-2-2 16,0 1 4-16,1 2-4 0,-1-4 1 0,-1 4 1 0,-2-2-3 15,-1-2 0-15,-1 3 0 0,-1-4 0 0,1 0 1 16,-1 0 1-16,-5 4-2 0,7-4 1 16,-9 2-1-16,9-5 2 0,-2 1-1 0,0 0 1 15,-8 1-2-15,11-2-3 0,-6-2 6 0,-1 2-2 0,1-1 1 16,-2 0-3-16,0-2 2 0,0-1 1 0,3 1-1 15,-7 2 0-15,5-2 2 0,0-2 0 0,3 4-2 16,-3-4 0-16,-8 4 1 0,2-2 6 0,5-1-8 16,-4 1 9-16,-4 3 21 0,0 0 2 0,0-5 7 15,0 5 0-15,0-1-2 0,-5-1-1 0,3 3 10 16,-2-4 2-16,-4 4-1 0,1-2-2 0,0-2-3 16,1-1-2-16,-7 4 2 0,5 0-2 0,-4-2-7 15,2 0 1-15,-1-3 0 0,-1-1-6 0,-2 2 1 16,3-4-7-16,-1 1 0 0,1 0-4 0,-2-2 1 15,-2 2-4-15,-2-7 1 0,1 5-2 0,-5 1-3 16,5-8-1-16,-3 2 3 0,1 0 1 0,-2 5-6 16,-5-7 1-16,-1 2-1 0,2-3 2 0,-2 4-3 15,-3-6-1-15,-3 2 1 0,0 4-2 0,-4-4 1 16,-4 2-4-16,-1 3-6 0,-1-2 3 0,-18-7-2 16,11 10 0-16,-15-7-1 0,-3 2-2 0,0 1-2 15,-4 4-10-15,-5-1-14 0,-6 1-16 0,-26-8-25 16,25 13-32-16,-30-5-33 0,3 1-34 0,27 10-33 0,-28-4-15 15,30 8-15-15,1 3-24 0,5 0-22 0,-4 3-36 16,9 1-61-16,15 4-295 0,3 3-727 16,9-2 322-16</inkml:trace>
  <inkml:trace contextRef="#ctx0" brushRef="#br0" timeOffset="-144715.42">28866 3683 250 0,'0'0'355'16,"2"-2"-31"-16,-2 2-34 0,0 0-30 0,3-5-26 16,-3 5-31-16,0 0-22 0,0 0-17 0,0 0-18 0,2 12-17 15,-2-3-7-15,0 1-12 0,0 2-15 0,3 0-8 16,-1 8-10-16,0-2-5 0,-2 0-7 16,4 2-1-16,-2-1-11 0,-2 0-10 0,0 2 3 15,0-4 1-15,-2 2-9 0,2-1-2 0,0-6-6 0,-2 5 6 16,0-4-12-16,2-2-3 0,0 1-22 0,-2-3-13 15,2 1-30-15,0-2-25 0,0-2-29 0,-2-1-19 16,2-1-26-16,0 0-81 0,0-4-258 16,0 0-523-16,0 0 232 0</inkml:trace>
  <inkml:trace contextRef="#ctx0" brushRef="#br0" timeOffset="-144481.06">28932 3664 232 0,'0'-4'343'16,"0"-3"-6"-16,-2 2-16 0,2 2-5 0,0-2-16 15,2 0-27-15,1 2-26 0,1-2-1 0,0 0-43 16,1 0-23-16,6 0-10 0,-3 3-25 0,3-1-16 16,3 1-10-16,2 1-17 0,-2-1-23 0,5 0-29 15,-5 2-36-15,5-2-41 0,-6 5-46 0,2 0-34 16,-3-1-52-16,0 2-51 0,1-2-43 0,-8 2-244 15,3 2-537-15,-4-1 238 0</inkml:trace>
  <inkml:trace contextRef="#ctx0" brushRef="#br0" timeOffset="-144293.58">28924 3800 39 0,'0'0'191'16,"-6"2"0"-16,6-2-1 0,0 0-6 0,-4 4-7 15,4-4-3-15,0 0-7 0,0 0-11 0,0 0-6 16,4 5-10-16,3-4-13 0,0 1-11 0,5 2-12 16,1-1-9-16,1 0-11 0,4 0-7 0,1 0-10 0,2 2-10 15,-1-1-21-15,0-1-30 0,3-1-45 16,-5 1-58-16,3-2-72 0,0 1-202 0,-8-2-401 16,3 0 178-16</inkml:trace>
  <inkml:trace contextRef="#ctx0" brushRef="#br0" timeOffset="-144027.97">29335 3677 225 0,'0'0'253'0,"0"0"-29"0,-7-2-23 0,7 2-20 15,0 0-17-15,0 0-18 0,-4 9-14 0,2-5-11 16,2 5-9-16,0-3-7 0,-2 2-10 0,0 2-9 15,2 2-7-15,0-1-10 0,0 2-4 0,0 1-4 16,0 2-7-16,0-2-3 0,2-1-3 0,0 0-5 16,1 1-7-16,0-1 1 0,4-1-4 0,-5-2-15 15,2 2-14-15,-2-5-37 0,3 2-41 0,-2-2-38 16,1-2-46-16,-1 0-59 0,0-1-125 0,3-2-370 16,-6-2 164-16</inkml:trace>
  <inkml:trace contextRef="#ctx0" brushRef="#br0" timeOffset="-143824.87">29341 3670 244 0,'0'0'338'16,"0"-5"-3"-16,0 1-3 0,0 4-8 0,2-8-25 16,-2 8-17-16,1-5-19 0,-1 3-28 0,4-1-19 15,-4 3-24-15,4-5-22 0,1 2-14 0,1 2-21 16,2-1-17-16,2 2-29 0,-2 0-31 0,4 1-35 15,1 0-46-15,-4 1-44 0,6 2-43 0,-1-1-47 16,-1 1-46-16,-2-3-49 0,5 3-36 0,-5 2-164 16,0-1-489-16,1-1 217 0</inkml:trace>
  <inkml:trace contextRef="#ctx0" brushRef="#br0" timeOffset="-143621.78">29389 3771 75 0,'0'0'161'0,"9"5"-6"0,-6-3-14 15,4 0-4-15,0 2-27 0,0-3-6 0,5 2-10 0,-2 1-15 16,2-2-2-16,0 2-11 0,0-1-7 0,0 2-16 16,-2-4-27-16,-2 1-28 0,3 0-23 0,-3 0-39 15,-4 1-46-15,2-1-60 0,-3 1-194 16,-3-3 86-16</inkml:trace>
  <inkml:trace contextRef="#ctx0" brushRef="#br0" timeOffset="-143449.9">29375 3952 196 0,'0'0'222'16,"2"5"9"-16,-2-5 12 0,5 6-7 0,-1-2-11 15,1-4-19-15,4 0-14 0,0 2-16 0,2-2-22 16,3 2-14-16,0-4-17 0,5 4-11 0,-2-2-7 15,2 0-19-15,0-2-25 0,-1 1-50 0,1 1-59 16,0 0-70-16,0-1-95 0,-9-3-177 0,3 1-423 16,2-2 187-16</inkml:trace>
  <inkml:trace contextRef="#ctx0" brushRef="#br0" timeOffset="-142590.59">28136 2520 190 0,'0'-3'276'0,"-2"-1"-28"0,2 4-26 0,-3-5-27 16,2 2-23-16,1 3-18 0,0 0-18 0,0 0-8 16,0 0-21-16,-6 13-9 0,5-3-7 0,1 6-11 15,0 2-9-15,-1-1-5 0,1 1-6 0,0 3-8 0,-3 0-2 16,6 6-7-16,-6-7-2 0,3 8-5 0,-2-3-6 15,2-7 3-15,0 3-5 0,0-1-4 16,0 1 0-16,0-3-4 0,-4 1-1 0,1-3-2 16,1-4 0-16,0 2-2 0,-3-4 3 0,2 0-6 0,-1 0 1 15,2-3 1-15,-3 1 3 0,-3 1 21 0,4-4 17 16,-4 1 8-16,0 0 2 0,-2-1-3 0,0 0-4 16,-3-4-8-16,-1 0-3 0,2 1-2 15,-1 2-3-15,-2-4-8 0,1 0 0 0,-5 0-6 0,4 1 0 16,2-1-8-16,2 2-18 0,0 0-33 0,0-2-30 15,4 0-33-15,-1 1-42 0,4 2-44 0,4-3-30 16,0 0-30-16,-5 2-183 0,5-2-458 0,0 0 203 16</inkml:trace>
  <inkml:trace contextRef="#ctx0" brushRef="#br0" timeOffset="-142246.79">28122 2601 197 0,'1'-8'323'0,"2"-2"-26"16,2 0-20-16,0-2-20 0,1 2-20 0,-1 0 2 16,2-1-4-16,-3 2-13 0,4 1-22 0,-4-2-15 15,3 3-19-15,-3 0-7 0,3 2-27 0,-3 2-13 16,3-1-14-16,-3-2-11 0,1 4-16 0,0-1 5 15,0 1-20-15,-1 1-6 0,6 1 7 0,-10 0-25 16,11 0-3-16,-2 1-5 0,-1 1-8 0,-1-2-10 16,0 3-5-16,1 1-6 0,1 1-9 0,0-1 7 0,0 1-18 15,-1-2-4-15,5 4-7 0,-5-2-18 16,1 1-19-16,1 0-17 0,-1-1-14 0,-2 0-18 16,4 1-19-16,-2 1-23 0,2-1-25 0,1-2-30 0,-2 3-29 15,1-4-182-15,-3 1-456 0,-1 0 202 0</inkml:trace>
  <inkml:trace contextRef="#ctx0" brushRef="#br0" timeOffset="-141887.45">28196 2714 184 0,'0'0'291'0,"0"0"-16"0,0 0-21 15,0 0-26-15,0 0-25 0,0 0-25 0,0 0-15 16,0 0-17-16,0 0-16 0,0 0-13 0,8 10-11 16,-5-7-13-16,0 4-4 0,2-2-8 0,1 4-11 15,0-1-6-15,1-1-6 0,0 3-7 0,4-3-3 16,-2 2-3-16,1 0-8 0,0 0-3 0,0-4-5 15,1 2-5-15,0-3 9 0,1-1-13 0,1 0-2 16,0-3-4-16,-2-2 3 0,0 1 1 0,1-4-5 16,-1-2 0-16,-3 0-2 0,4-2 0 0,-3-4-2 15,0 2 3-15,5-2 6 0,-5-1-16 0,-2 0 5 16,3 0-3-16,-1-2-1 0,-2 6-1 0,0 0-15 16,-3 2-35-16,1 0-31 0,-1 1-40 0,0 2-74 15,-1-1-67-15,0 4-159 0,-3 2-453 0,4 0 201 16</inkml:trace>
  <inkml:trace contextRef="#ctx0" brushRef="#br0" timeOffset="-141043.78">27252 3705 191 0,'-5'0'249'0,"5"0"-26"0,0 0-19 0,0 0-23 16,0 0-19-16,-11 1-13 0,11-1-20 0,0 0-13 15,-3 4-11-15,3-4-9 0,-1 2-7 0,1-2-8 16,0 0-9-16,0 5-6 0,0-5-6 0,0 6-6 0,0-6 0 15,3 2-6-15,-3-2-3 0,4 4 1 16,1-2-3-16,1 1-3 0,0-3-4 0,-1 1-2 16,1 0-2-16,-6-1-4 0,14 2-3 0,-9-4 0 0,-5 2-3 15,13 0-1-15,-7-2 1 0,-2-1 4 0,2 1-4 16,-2-1 22-16,-4 3 4 0,6-6 14 0,-4 2 8 16,1-1 5-16,-2 1 6 0,-1-1 0 15,3 0 4-15,-2 1 11 0,-2-2-13 0,1 6-10 0,-3-6-10 16,3 6-2-16,-2-9-10 0,-2 7-2 0,2-1-11 15,-5 2-6-15,7 1-9 0,-9-1 6 0,9 1-9 16,-10 1-7-16,3 0-28 0,2 1-19 0,-2 0-29 16,-1 3-28-16,5 1-34 0,-5-1-42 0,5 5-65 15,-1-4-75-15,4 2-184 0,0 1-529 0,0-1 234 16</inkml:trace>
  <inkml:trace contextRef="#ctx0" brushRef="#br0" timeOffset="-140606.22">27471 4018 278 0,'-1'-6'305'0,"1"1"-10"0,0-2-11 16,0 1-18-16,-1-1-19 0,-1 4-26 0,-1-2-21 16,3 5-24-16,-4-6-22 0,2 2-15 0,2 4-16 0,-10-1-14 15,10 1-12-15,-11 4-12 0,6 0-12 0,-1 4-3 16,0-5-14-16,0 7 0 0,2 1-6 0,0 2-9 15,1 1 3-15,0 2-9 0,2 4-5 0,0-1-3 16,1 8 0-16,2-5-2 0,3 4 1 0,0 3-1 16,1-2-5-16,-1-1-1 0,0-5-1 0,-1 0-6 15,2 0 3-15,-1 5-3 0,2 1 2 0,-5-9 0 16,0 1-3-16,0-1-2 0,3-1 1 0,-5-5 2 16,4 0 1-16,-4 2-22 0,1-7-22 0,-1 2-27 15,-1-1-28-15,2-2-33 0,-1-2-39 0,0-1-73 16,0-3-278-16,0 0-551 0,0 0 244 0</inkml:trace>
  <inkml:trace contextRef="#ctx0" brushRef="#br0" timeOffset="-140403.12">27361 4283 301 0,'-4'-2'394'0,"4"-3"-11"15,0 5 3-15,-3-6-11 0,3 3-15 0,0 3-24 16,0-8-28-16,2 4-23 0,-1 0-31 0,-1 0-22 16,0 4-25-16,8-6-30 0,-4 1-22 0,0 1-33 15,5-1-47-15,0 0-44 0,3 0-68 0,2-1-56 0,-1 1-50 16,1 2-59-16,5-4-78 0,-2 1-75 0,1 1-191 16,-1-3-590-16,1 1 261 0</inkml:trace>
  <inkml:trace contextRef="#ctx0" brushRef="#br0" timeOffset="-139580.28">27444 3816 152 0,'0'0'294'0,"-3"-4"-8"0,3 4-31 0,0 0-18 0,3-4-13 16,-3 4-19-16,0 0-23 0,0 0-17 0,0 0-15 15,0-3-13-15,0 3-17 0,0 0-14 16,0 0-12-16,0 0-12 0,0 0-11 15,0 0-4-15,0 0-8 0,0 0-8 0,0 0-4 16,-14 8-3-16,12-3-6 0,-2 2-8 0,0-5-2 16,1 5-2-16,-3 0-2 0,2-1-2 0,-3 1-4 15,3 0 0-15,-1-1 1 0,0 0-2 0,1 1-3 16,-1-1-2-16,0 1 10 0,2-2-11 0,-1 0-6 0,0 0 3 16,0-2 2-16,3 0-9 0,-1 2-2 15,2-5-2-15,-4 5-2 0,4-5 13 0,-2 3-14 16,2-3 2-16,-2 3 4 0,2-3-5 0,0 0 3 15,0 0 0-15,0 0-1 0,0 0 0 0,18-6-3 0,-13 3 6 16,-1 1-3-16,3-4 4 0,0 1-4 0,2 1 3 16,-3 1 0-16,3-4-3 0,0 3-1 15,-3-1 3-15,4-1 2 0,-2 2 0 0,-4 0 3 0,3 0 3 16,1 0 8-16,-5 1 1 0,2-2 8 0,-2 3-1 16,1-2 2-16,0 2-2 0,1 0-5 0,-2 0 1 15,-3 2-3-15,8-1-1 0,-3 0-2 0,-5 1-3 16,0 0-1-16,16 3-2 0,-8 0-5 0,0 0 15 15,2 5-10-15,1-1-5 0,1-1-22 0,4 4-45 16,-1-1-55-16,0 0-82 0,4 1-102 0,-3 0-175 16,0-3-518-16,-2-2 230 0</inkml:trace>
  <inkml:trace contextRef="#ctx0" brushRef="#br0" timeOffset="-138283.42">25489 3705 28 0,'0'0'207'0,"0"0"-20"15,0 0-20-15,-6 7-20 0,3-3-11 0,3 0-13 16,-1 0-12-16,1 1-12 0,0 2-5 0,-2 0-10 0,1 1-7 16,1 0-8-16,0-2-5 0,0 3-6 0,1-1-1 15,-1-1-6-15,2 0-4 0,-1 3 2 0,2-7-6 16,-2 4 0-16,3 1-2 0,2-5-1 0,-1 1 0 15,-1 3-8-15,5-4-1 0,-2-2-1 0,2 0-3 16,-1-1-5-16,-8 0 0 0,16-4-2 0,-8 0-5 16,-1 0 1-16,4 0-1 0,-6 0-1 0,-2-5 0 15,5 4 8-15,-5 2 4 0,0-7 7 0,-2 4 15 16,2 0 3-16,-3 0 5 0,0 0 1 0,-1 1 3 16,-1 0-6-16,2 5-3 0,-5-6-7 0,1 3-3 15,-2 1-4-15,2 0-6 0,-5 2-1 0,2-1-4 16,7 1-1-16,-13 1-4 0,8 1-2 0,-2-1-2 15,-1 0-2-15,3 2-3 0,-1 1 2 0,2 0-4 16,-2-1 1-16,3 1 2 0,1 3-4 0,0-2 1 16,0 0 0-16,2 0 0 0,4 0 0 0,2 2 1 15,0-4-1-15,1 2 3 0,0 0-9 0,3 1 8 16,-1-4-7-16,2-1 0 0,-1-1 2 0,2 2-4 16,-1-2 1-16,2-3-3 0,-5 0 2 0,2-6 0 15,-3 3 6-15,2 0-3 0,-3-2 4 0,-2 1 0 0,1 0 12 16,-2-4 8-16,-2 1 13 0,-1-1 11 15,0 1 5-15,0 1 7 0,-1-1 17 0,-2 2-11 16,-1-1-13-16,1 2-5 0,-1 1-6 0,0 2-8 0,-4 1-13 16,1 0 2-16,2 3-6 0,-5 0-4 0,1 2-14 15,1 0-21-15,-2 2-23 0,-1 4-27 0,2 3-22 16,-1-1-33-16,1 4-37 0,-2 2-49 16,5-5-63-16,4 2-244 0,-4 1-555 0,6-3 246 0</inkml:trace>
  <inkml:trace contextRef="#ctx0" brushRef="#br0" timeOffset="-137531.93">25767 3987 99 0,'0'0'204'15,"5"-3"-5"-15,-3-1-6 0,-1 0 4 0,2 1-4 16,0 1 2-16,-3 2-5 0,1-9-4 0,3 5-1 0,-4-1-2 16,0 5-8-16,3-6-10 0,-3 2-10 15,0-1-11-15,0 5-14 0,-1-9-13 0,-1 5-10 16,-2 0-16-16,4 4-13 0,-4-4-7 0,0 1-3 16,4 3-12-16,-10-1-5 0,2 1-9 0,8 0-1 0,-13 1-11 15,4 2-2-15,-1 0-1 0,1-1-4 0,4 1-4 16,-3 1-1-16,1-1-1 0,3 2-10 15,-3-2-6-15,3 1-4 0,1 0-3 0,0 1-2 0,2-1-1 16,0 0 2-16,-3 2-5 0,4-6 4 0,5 4 2 16,-1-2 1-16,0 1 4 0,0-1-1 0,3 0-1 15,0-1 3-15,1 3-2 0,-1-4-2 0,0 2 3 16,1-2-6-16,1 0 6 0,0 2-1 0,-1-1 1 16,1-1 1-16,4 2-2 0,-8 0 0 0,5 0 2 15,-1 1 0-15,-1 1 0 0,3-2-3 0,-1 2 2 16,-1 3-3-16,1-1 3 0,0 0 2 0,0 5-8 15,-4-2-1-15,3 2 2 0,-1 1 1 0,-4-1 1 16,3 2 0-16,0 4-2 0,-4 2 8 0,3-1 1 16,-2 1-3-16,-4 0-3 0,2-1 3 0,-2-1-1 15,-2 1 0-15,2-4-1 0,-2 1 0 0,-5-1 1 16,4-3 3-16,-1 0 1 0,0 1 1 0,0-1 18 16,-2-3 11-16,2-1 23 0,-1-2 37 0,4 2 36 15,-5-3 29-15,2 0 17 0,0-1 23 0,-3-3 12 16,0 0 9-16,7 0 7 0,-16-3-6 0,7 1 6 15,-5-3 2-15,6-1 1 0,-3 1 0 0,0-5-4 0,2 2-12 16,0-3-12-16,-1-4-12 0,4 3-18 0,-2-7-21 16,2 0-11-16,2 0-18 0,4-7-17 0,0 6-44 15,10-9-48-15,0-1-53 0,4 1-58 0,3-3-71 16,3 2-100-16,7 2-113 0,-1 5-123 0,0-4-547 16,4 1-1141-16,5 3 505 0</inkml:trace>
  <inkml:trace contextRef="#ctx0" brushRef="#br0" timeOffset="-134657.08">28351 2499 36 0,'0'0'182'0,"0"0"-20"15,0 0-10-15,0 0-13 0,0 0-10 0,0 0-14 16,0 0-13-16,0 0-13 0,0 0-4 0,0 0-13 16,0 0-13-16,0 0 1 0,0 0-4 0,0 0-12 15,0 0-3-15,0 0-4 0,0 0-1 0,0 0-4 16,0 0-10-16,0 0 4 0,0 0-3 0,0 0 1 16,0 0-2-16,0 0 4 0,7 4 2 0,-7-4 0 15,8 3 3-15,-8-3-4 0,9 0 2 0,-2 0-7 16,-7 0 1-16,11 0 0 0,-2-1-4 0,0 1-5 0,-1-3 0 15,3 2 3-15,-4 1-3 0,4-1 2 16,-6-2-8-16,5 1 2 0,-5 1-1 0,5-4 2 16,-5 3 1-16,2-1 2 0,0 2 3 0,-2-1-3 15,-1-1 0-15,2-2 5 0,-6 5 0 0,7-3-3 0,-5-1-1 16,4 2 2-16,-3-1-5 0,2-2 0 0,-5 5-3 16,4-5 1-16,-3 1-2 0,3 3 1 15,1-3-2-15,-5 4 0 0,5-2 3 0,-2-1-6 16,-3 3 2-16,5-2-1 0,-5 2-3 0,5-3 2 0,-5 3 0 15,0 0-4-15,0 0 4 0,0 0-2 0,6-2-1 16,-6 2 0-16,0 0 2 0,3-3-1 0,-3 3-5 16,0 0 8-16,0 0-4 0,0 0-8 0,2-3 11 15,-2 3-6-15,0 0 5 0,0 0 1 0,0 0-5 16,0 0 7-16,2-4-4 0,-2 4-3 0,0 0-1 16,0 0 5-16,0 0-1 0,0 0-5 0,0 0-2 15,5-1 5-15,-5 1 4 0,0 0 0 0,4-2 10 16,-4 2 6-16,0 0 0 0,0 0 3 0,0 0 1 15,0 0-5-15,0 0-3 0,0 0-2 0,0 0 1 16,5-3 15-16,-5 3-4 0,0 0-3 0,0 0 0 16,0 0-6-16,0 0-2 0,0 0 0 0,0 0-2 15,0 0-8-15,0 0-8 0,0 0 6 0,0 0-1 16,0 0-12-16,-18 8-20 0,9-2-42 0,-1 1-44 16,0-1-80-16,-7 1-191 0,1 6-418 0,2-1 186 15</inkml:trace>
  <inkml:trace contextRef="#ctx0" brushRef="#br0" timeOffset="-98262.49">8980 14370 140 0,'0'-5'285'15,"-2"1"-17"-15,2 4-21 0,0 0-19 0,-3-6-8 16,3 6-7-16,0-4-15 0,0 4-10 0,0 0-18 16,-3-2-11-16,3 2-18 0,0 0-14 0,0 0-13 15,0 0-12-15,0 0-14 0,0 0-4 0,0 0-10 16,0 0-9-16,0 0-2 0,0 0 6 0,0 0 4 15,-1 12-5-15,-2-6-7 0,3-3-9 0,-3 0-5 16,2 2-4-16,0 2-3 0,-1-4-2 0,1 1-5 16,0 4-2-16,-1-3-2 0,2 0-9 0,0 1-1 15,0-1 2-15,0 0-7 0,0 0 5 0,2-2-9 16,-2 2 6-16,2 0-5 0,1-3 2 0,-3-2-2 0,11 5 2 16,-6-4-7-16,1 1 0 0,-6-2-4 15,11-3-6-15,-11 3 6 0,13-2-1 0,-10-2-3 16,2 1-1-16,-2 0 6 0,1-2-4 0,-1 0 1 0,1 0 15 15,-2-1-15-15,-1-1 0 0,-1 1 0 0,0-4-5 16,0 5 11-16,0-8-3 0,0 6-1 0,-1 2-4 16,-4-3 5-16,4 2 7 0,-3 0-2 0,4 0 1 15,-4 3 1-15,0-2 0 0,0 2-5 0,1 0-1 16,-2-1 2-16,5 4-5 0,-9-1 3 0,9 1-5 16,-8 0 1-16,1 3-3 0,2 0 1 0,1-1 4 15,-3 3-3-15,3-1 10 0,1 1-11 0,-1 3 4 16,-1-3-4-16,1 1 3 0,1 2-5 0,3-2 2 15,-3 2 0-15,6-1-4 0,-3-2 8 0,1 2-5 16,1-1 3-16,2-3 0 0,1 2 2 0,-1 0-1 16,0 0 1-16,3-3-8 0,0-1-2 0,4 1 3 15,-6-4 0-15,2 1-4 0,5-1 4 0,-1-3-1 16,-4 3-1-16,3-2 2 0,-4-1 2 0,4-1 0 16,-3 0 4-16,-2-1-4 0,0 3 2 0,-2-4 2 15,0 2-3-15,-2 2 4 0,-1-3-1 0,0 1-4 16,0 1 7-16,0 0-3 0,-1 0 3 0,-2 0 1 0,-2 2 0 15,-1-2-1-15,5 3-8 0,1 2 7 0,-8-3-3 16,1 1-2-16,7 2 3 0,-7-1-3 0,7 1 2 16,-11 3 0-16,6 0-3 0,2-1 1 0,3-2 2 15,-7 6 8-15,6-1-11 0,-2 1 0 0,3-1 3 16,-1-1-4-16,1 1 2 0,0 1-1 0,1-1 2 16,3 0 0-16,0 3 0 0,-1-3-4 0,4-2 6 15,-1 1-5-15,0-1-1 0,1 0 5 0,1-2-9 16,-1 2-2-16,4-2-3 0,-6-1 1 0,8-1-1 15,-4 0 4-15,-2-1 1 0,0 1 3 0,1-3-1 16,-3-1 3-16,2 1-5 0,-2 1 2 0,1-5 4 16,-1 1-3-16,-2 4 1 0,0-5 2 0,-2 1 1 15,-1 0 4-15,0 0 6 0,0 1-11 0,-1 0 5 0,-2-1 3 16,0 1 5-16,2 1-7 0,-4-1 3 0,3 2 2 16,-3 0 0-16,1 1-2 0,0-1 0 15,4 4-1-15,-10-4-7 0,5 4 5 0,5 0-1 0,-10 2 1 16,10-2-3-16,-12 4-5 0,7 1-2 0,0-2 8 15,0 4-3-15,1-2 4 0,-1 1-2 0,0 0 3 16,3 1-6-16,-1 1 1 0,3-2-1 0,-1 3 2 16,-1-5 2-16,2 3 2 0,3 1-1 0,-3-4-2 15,4 4-1-15,0-3 4 0,3-1-3 0,-3-2 2 16,1 3-3-16,1-1 4 0,1-2-3 0,1-1 3 16,-1-1 1-16,-7 0-3 0,15-3 2 0,-3 1-5 15,-5-1 6-15,-2-2-3 0,1 1 0 0,-2-1 3 16,2-1-1-16,-2-1 3 0,-1 4-5 0,0-5 1 15,-2 1 3-15,1 1-3 0,-2-1-1 0,-2 1 3 16,2 0-3-16,-1-1 3 0,-2 1-6 0,2 0 1 16,-2 2 1-16,0 0-2 0,-1 0 1 0,2 0 3 15,2 4-7-15,-6-5 3 0,6 1-14 0,0 4-25 0,-8-4-24 16,8 4-30-16,0 0-28 0,0 0-30 0,-8 6-34 16,8-6-35-16,-7 4-37 0,4-1-201 15,1 1-496-15,-2 0 220 0</inkml:trace>
  <inkml:trace contextRef="#ctx0" brushRef="#br0" timeOffset="-97293.71">9659 14091 58 0,'1'-14'320'0,"-1"2"4"0,0-1-11 0,-1 0-5 0,1 3-12 16,1-3 1-16,-1 2-25 0,0 2-23 0,3 2-3 15,-3 0-8-15,0 2-10 0,0-1-19 16,0 2-16-16,1 0-24 0,-1 4-29 0,0 0-6 0,0 0-17 16,0 0-14-16,10 12-2 0,-6-4-18 0,0 5-7 15,6 3-10-15,-5 3 6 0,-1 2-18 0,6 7 2 16,-5 0-11-16,3-1-4 0,-1-1 5 0,-3 2-12 15,2-9-2-15,-2 5-19 0,1-1 3 0,-4-4-14 16,-1 1-24-16,5-1-27 0,-3-6-20 0,0-1-25 16,-1 1-24-16,-1-3-21 0,0-1-25 0,0-4-10 15,0 2-6-15,-1-2-31 0,1-1-37 0,0-4-38 16,0 0-248-16,0 0-577 0,0 0 257 0</inkml:trace>
  <inkml:trace contextRef="#ctx0" brushRef="#br0" timeOffset="-97073.45">9684 13948 98 0,'0'-4'251'0,"0"0"-9"0,0 4-23 0,0-6-22 16,0 6-21-16,0 0-16 0,0 0-6 0,0 0-3 16,0 0-13-16,19 7-11 0,-11-2-13 0,1 2-15 15,1 2-5-15,1 0-8 0,4 3-10 0,-3 4-7 0,4-4-8 16,-2 3-17-16,2-2-24 0,-1 0-23 15,-1 2-17-15,-1 1-28 0,2 0-28 0,-4-2-32 16,0-5-30-16,1 1-33 0,-5 0-165 0,3 1-363 0,-5-4 161 16</inkml:trace>
  <inkml:trace contextRef="#ctx0" brushRef="#br0" timeOffset="-96698.47">10051 14027 84 0,'-3'-9'245'0,"3"3"-6"0,0 0-12 0,0 3-14 16,0 3-19-16,-1-8-25 0,-2 7-17 0,3 1-15 16,0 0-11-16,0 0 1 0,-11 11-7 0,6-3-9 15,-1 3-19-15,1 1-2 0,-2 5-9 0,2 1-8 16,-1 1-6-16,0-1-8 0,0 1-5 0,-1-1-5 16,3 1-1-16,0-4-10 0,-3 2 0 0,3-3-5 15,-1-9-3-15,2 8-5 0,0-8-1 0,0 5 1 0,2-4-3 16,-2-2-1-16,2-3-2 0,1-1-2 15,0 0 0-15,0 0 0 0,8-14-5 0,-5 4 1 16,1-5 7-16,4-4 11 0,0 2 1 0,3-8 2 0,1 0 1 16,1 0 7-16,-2-2 20 0,-2 2 26 0,-1 5-2 15,2 1 11-15,-5 2 12 0,3 1 7 16,-2 5-3-16,-1-1-8 0,-1 3 4 0,-1 2-14 0,0 1-6 16,1 2-17-16,-2 0-7 0,1 3-7 0,-3 1-8 15,0 0-3-15,7 8 1 0,-3-2-5 0,0 3-3 16,-1 4-12-16,0 3 2 0,0 4-6 0,3 1-38 15,-2 7-42-15,2 0-31 0,2-3-29 0,-4-4-16 16,7 5-22-16,-6-6-21 0,5 0-24 0,-2-2-16 16,4 1-25-16,3-5-36 0,1-1-31 0,0-3-178 15,1 0-524-15,1-3 232 0</inkml:trace>
  <inkml:trace contextRef="#ctx0" brushRef="#br0" timeOffset="-96292.25">10557 14123 121 0,'-2'-7'240'16,"0"-2"1"-16,-5 2-1 0,-1 0-13 0,0 0-9 0,-2 2-10 16,-3 0-7-16,0 0-14 0,-7 4-9 0,1 1-9 15,4 1-13-15,1 4-10 0,-5-1-13 0,0 5-8 16,0 0-1-16,4 2-25 0,1 1-12 0,1 3-3 16,5-6-10-16,0 2-10 0,2 5-9 0,0-1 8 15,4-3-17-15,-2 4-1 0,4-3-9 0,0-1 1 16,6-1-9-16,-1-1 1 0,2 0-4 0,-1-3-1 15,4 0-7-15,2-3-7 0,3-2-10 0,-3-1-1 16,2-2 2-16,-3-3 0 0,9-1-2 0,-1 0 3 16,-4-5-5-16,3-1 6 0,-6 0-2 0,3-3 0 15,-3 2 0-15,-1 0 3 0,-1-1 4 0,-5 1 16 16,2 1 4-16,-1-1 12 0,-1 0 11 0,-5 3 8 16,4-2 2-16,-3 5 5 0,1-6 6 0,-1 6 2 0,-1 1-8 15,0 2-9-15,1-2-16 0,-1 5-3 16,0-4 0-16,0 4 4 0,0 0-11 0,0 0-4 15,0 0-6-15,0 0-3 0,3 18-1 0,0-10-4 0,0 1-7 16,-1-3-32-16,2 4-3 0,2 1-41 0,-1-1-18 16,1-1-28-16,-1 0-21 0,2-1-29 0,0 2-23 15,2-2-31-15,-2 0-23 0,4-5-33 0,0-1-22 16,-6 2-167-16,6-3-503 0,-4 1 223 0</inkml:trace>
  <inkml:trace contextRef="#ctx0" brushRef="#br0" timeOffset="-95870.35">10780 14031 83 0,'0'-4'247'16,"0"-2"0"-16,0 1-9 0,0 1-8 0,0 4-8 15,-2-7-23-15,2 7-17 0,0-5-19 0,0 5-15 16,0 0-1-16,0 0 4 0,0 0-12 0,0 0-10 16,3 14-13-16,0-10-12 0,0 5-11 0,2-2-9 0,-2 4-5 15,4-2-11-15,-2 1-5 0,-1-1-6 16,3 4-6-16,1-1-4 0,-4-3-7 0,0 2-2 15,3 1-15-15,-3-1-19 0,-1 0-9 0,1-3-4 0,1 0-2 16,-2-2-6-16,-2 4-4 0,2-3-2 0,-3-3 4 16,1-2 5-16,2 1 1 0,-3-3 2 0,0 0 0 15,0 0 4-15,0 0 0 0,0 0 2 0,0 0 4 16,0 0 4-16,0 0 11 0,-3-18 5 0,3 12 8 16,3-3 16-16,-3 1 11 0,0-2 3 0,4-1 10 15,-2 3 6-15,-1-1 8 0,3-1-15 0,-1 0 5 16,-2 4-13-16,7-3 1 0,-5 4 4 0,1-1-7 15,2 2-2-15,-2-3-11 0,1 5 1 0,-2-2 6 16,6 0-27-16,-6 2 2 0,5 2 17 0,-8 0-20 16,10 3 5-16,-1 1-16 0,-3 0 10 0,-1 1-2 15,1 2-2-15,-2-1-23 0,4 3-9 0,-3 1-19 16,1 1-16-16,-1-3-21 0,-1 3-13 0,1-3-28 16,0 2-24-16,0 0-10 0,-1-1-26 0,-1 0-31 0,0-3-22 15,0-1-19-15,-1-1-19 0,1-3-182 16,2 3-481-16,-5-4 213 0</inkml:trace>
  <inkml:trace contextRef="#ctx0" brushRef="#br0" timeOffset="-94922.39">11110 14071 94 0,'3'-7'169'0,"-2"1"12"0,1-2 7 16,1 7-3-16,-1-3-6 0,0 0-20 0,-1-1-17 15,-1 5-10-15,4-2-12 0,-4 2-4 0,0 0-8 16,0 0-11-16,8 10-8 0,-8-4-9 0,3-2-5 15,-2 7-5-15,1 0-10 0,-1-1-4 0,3 3-7 16,0-1-1-16,-1 4-7 0,0-5-7 0,1 3 1 16,4-3-5-16,-3-1-4 0,1 0-5 0,1 1 0 15,0-3-2-15,0 0-2 16,2-4 1-16,-2 2-5 0,-1-3 2 0,5 0-2 16,-4-3 1-16,1-2-1 0,0 0-1 0,3-3-1 0,-3-3-1 15,2 3 10-15,-1-4 16 0,1-2 10 0,0 3 4 16,-3-2 11-16,2-2 14 0,-4 0 8 0,3-3 8 15,-1 5 8-15,-3-2-2 0,0 1-3 0,2 0-1 16,-4 1 1-16,1 4-15 0,-3-1-6 0,2 0-4 16,-1 3-8-16,-1-1-13 0,0 0-5 0,0 5-11 15,0 0-1-15,0 0-18 0,0 0-32 0,0 0-13 0,0 0-16 16,11 10-18-16,-11-7-9 0,5 5-18 0,3 0-14 16,2-1-20-16,2 0-22 0,-1 0-20 15,8-1-12-15,-3 0-11 0,5 0-12 0,2-4-1 0,-1 0 5 16,-2-1 1-16,3 0 18 0,2-1 17 0,-5-2 17 15,2-2 19-15,-2 0 23 0,-3-1 15 0,0-3 25 16,-2 3 20-16,-4-2 28 0,-3 0 23 0,2 0 29 16,-2-2 25-16,-3 4 25 0,1-4 23 0,-5 0 12 15,-1 4 5-15,-1-3 5 0,-3 2 0 0,-2 2-8 16,1-2-11-16,-5 2-8 0,-2-1-9 0,0 1-8 16,-2 3-9-16,1 1-10 0,-1 0-6 0,-1 3-4 15,0 0-9-15,0 1-3 0,3 2-2 0,-3 3-5 16,4 1-5-16,0-2-7 0,4 2 1 0,-1 0-14 15,1 1-13-15,3-3-5 0,4-1-6 0,0 1-6 16,3-1-6-16,1-1-7 0,2 0-5 0,-1-2-7 16,3-1-7-16,3 1-1 0,0-2-4 0,1-1 10 15,-1-1-2-15,4 0 7 0,-3-1 0 0,2-3 8 0,-2 1 1 16,2-3 3-16,-1 0 8 0,-2 1 10 0,1 0 10 16,-1-1 11-16,0 3 15 0,-1-1 8 0,-2 1 9 15,-3 1 5-15,-1-1-3 0,2 2-5 0,0-1-3 16,-6 2-7-16,9-1 3 0,-9 1-3 0,0 0-2 15,8 7 0-15,-7-5 2 0,2 3-5 0,1 0-2 16,0 1-6-16,0-1 5 0,0 0-3 0,5 1 0 16,-4 0-2-16,6 0-1 0,0 0-2 0,1 1 0 15,1-2-1-15,4 1 1 0,3 1-1 0,3-3-4 16,-2-2-1-16,1 0-1 0,2 0 1 0,-1-2-1 16,7-4-3-16,-11 0 3 0,4-1-2 0,-1-3 0 15,0 2-4-15,-3-3 3 0,1 0-1 0,-2-3 2 16,4-4 0-16,-5 2-1 0,-2 1 0 0,-1-4-2 0,1 0 1 15,-3-7-5-15,-1 0 4 0,-3-1 1 16,-1-3-1-16,-3 0 0 0,0 0 14 0,-5-4 9 16,-2 2 24-16,-2-2 20 0,-1-1 26 0,-1 2 18 0,-2 3-2 15,2 8 5-15,-3 1 9 0,2 0-4 0,-1 2 1 16,2 6-6-16,0 0 4 0,0 4-6 0,-1 0-16 16,3 4-9-16,-3 2 0 0,8 1-2 0,-16 9 8 15,10 1 0-15,-1 2 4 0,3 5-6 0,-3 2-1 16,3 11-6-16,4 0-6 0,0 1-6 0,0 1-11 15,4-1-1-15,0 4-6 0,0-4-8 0,6 3-4 16,-2-1-6-16,6 0-2 0,-3-1-8 0,-1-1-33 16,7-2-37-16,2-1-30 0,-3-3-36 0,2-5-48 15,-6-3-42-15,0-3-48 0,-2-4-55 0,1-2-68 16,1-2-389-16,-4-5-819 0,-1-1 363 0</inkml:trace>
  <inkml:trace contextRef="#ctx0" brushRef="#br0" timeOffset="-93641.13">13194 13738 149 0,'0'-12'278'0,"0"0"-13"0,-1 1-11 0,-2 0-9 15,-1 0-12-15,-2 2-10 0,1-2-11 0,1 1-10 0,-7 2-8 16,4 2-8-16,-4-1-9 0,6 2-11 0,-9 0-15 16,3 4-3-16,-1 0-16 0,0 1-19 0,0 2 5 15,-2 2-22-15,2 1-12 0,-2 2-8 0,2-1 1 16,1 3-15-16,3 0-3 0,0 1-6 0,1-1-3 15,0 3-1-15,3-1-6 0,3-1-8 0,2 4 1 16,4-1-2-16,2 0-7 0,3 2 0 0,2 2-9 16,3-2 5-16,4 3-2 0,-1-3-3 0,1-3-5 15,0 1 2-15,4 5-10 0,-5-4 11 0,0-3-1 16,0 4-1-16,-2-3-9 0,-2 1 2 0,-3-4-7 16,0 5-15-16,-3-3 2 0,-2-3 1 0,-5-1-1 15,3 0 4-15,-8 1 2 0,0-1 2 0,-3 0-2 16,-5-1-3-16,-2-3 7 0,-3 1 4 0,-4-1 13 0,1-5-3 15,-4 1 1-15,-1 1 6 0,3-1-1 16,0 0-1-16,2-4-9 0,5 3 1 0,-1 1 5 16,5-1-1-16,3 0 3 0,-3 1 2 0,7-2-9 0,-2 2-6 15,6 1 5-15,0 0-2 0,0 0-2 0,22-8-6 16,-8 7-14-16,7-1-8 0,9 1-2 0,3 1-10 16,1-2-13-16,4 2-5 0,0-2-10 0,3 0-9 15,-3-2-6-15,3 3-6 0,-6 0-5 0,-1-2 3 16,0-2 6-16,-4 1 7 0,-9 0 10 0,0 1 7 15,1-2 3-15,-7-1 6 0,-4 1 7 0,-3-4 0 16,0 3 7-16,-1 1 2 0,-4-2 3 0,-1 1 15 16,-4-2 13-16,-1 1 10 0,-2 1 12 0,1-1 14 0,-5 2 0 15,1 2 8-15,-4-1 0 0,1 0-1 16,-1 3 1-16,1 1-1 0,1 1-5 0,-2 4 0 16,1-2-7-16,2 3-1 0,-2 1 1 0,6 0-12 0,-2 1 3 15,4 1-2-15,0 1 3 0,3 0-7 0,0 1 5 16,4-2-2-16,-1 2-5 0,8-2 0 0,0 2 3 15,-3-4-3-15,11 0 6 0,-4 1-21 0,4-3-12 16,0 2-5-16,3-6-6 0,-2-1-17 0,1-5-9 16,-1 1-1-16,0 0 2 0,-6 2-5 0,6-6-3 15,-5 0-3-15,-1 1-2 0,0-6-5 0,-1-1-4 16,-2-2-17-16,0 0-6 0,-3-2 0 0,0-4-5 16,-1-4-12-16,-3-3-2 0,0-1 9 0,-2 0 3 15,-2-1 6-15,0 1 20 0,-2 2 33 0,-3 5 44 16,1 3 34-16,0 0 23 0,-2 2 23 0,-2 0 8 15,1 2 7-15,3 5-3 0,-3 2-2 0,-1 0-5 16,3 1-8-16,1 4-13 0,0 3-5 0,-2-2-5 16,6 3-5-16,0 0-6 0,-10 8-2 0,4 0 0 0,6 2-5 15,0 3-2-15,2 4-5 0,1 3-4 16,0 2-2-16,4 6 8 0,0-1-10 0,0 3-2 16,3-1-3-16,0-2-5 0,-1 0 12 0,2 1-11 0,3-2-3 15,1 0 1-15,-2-3 1 0,4 2-5 0,-1-4-6 16,-3-4-16-16,1-1-12 0,4-2-16 0,-2-2-3 15,3 0-13-15,-1-3-7 0,0-3-9 0,-5-2-6 16,8-4-5-16,-8 1-3 0,6-1 0 0,2-1 5 16,-6 0 8-16,2-7 7 0,-4 3 5 0,8-1 5 15,-11-4 8-15,5-1 5 0,-8-1 5 0,2 1 8 16,-2 0 8-16,0-2 25 0,-3 1 23 0,-3 1 16 16,2-1 24-16,-3 2 14 0,-3-1 12 0,0 4 2 15,1-1-1-15,-5 0-1 0,0 2-2 0,3 1 0 16,-3 3 1-16,2 1-2 0,-5-1 1 0,2 2-4 15,8 0-8-15,-14 2-4 0,8-1-8 0,-2 0-3 16,2 4-10-16,-4 2-1 0,6 0-4 0,-2 3-10 0,2-4 2 16,2 6-6-16,2-4-6 0,3 1 4 0,1 2-1 15,1-2-26-15,4 0-20 0,0-1-24 16,2 0-36-16,7 1-45 0,2-2-39 0,-1-2-47 0,7-2-48 16,4 1-45-16,-6-4-161 0,6-1-502 0,3-2 223 15</inkml:trace>
  <inkml:trace contextRef="#ctx0" brushRef="#br0" timeOffset="-93420.64">14576 13829 264 0,'-8'0'293'16,"-6"0"-2"-16,-1 3-1 0,-4 1-7 0,4 0-10 16,-4 4-10-16,0-2-10 0,0 3 8 0,1-2-40 15,2 2-19-15,4-1-18 0,0 0-13 0,2 1-22 16,-1 5-15-16,3-5-12 0,4 2-4 0,1-1-7 15,3-1-13-15,0-1-11 0,3 2-9 0,3-2-15 16,3-1-15-16,2 1-27 0,1-3-27 0,7-2-18 0,1 2-35 16,1-3-12-16,5-2-22 0,-5-1-20 0,8 0-29 15,-5-4-16-15,-3 0-25 0,9-2-28 0,-1-5-28 16,-2-1-45-16,0-2-166 0,0-3-486 0,-3-5 215 16</inkml:trace>
  <inkml:trace contextRef="#ctx0" brushRef="#br0" timeOffset="-93186.28">14911 13487 152 0,'-6'-20'289'0,"5"8"1"0,-5 0-10 0,2 1-8 16,-4-2-14-16,1 3-14 0,5 3-25 0,-4 2-6 0,1 3-17 15,0-2-30-15,-1 4-12 0,6 0 0 0,-10 2-31 16,8 4-11-16,-3 0-8 0,4 4-13 0,1 7-7 16,-3 3-9-16,6 7-10 0,-3-6-5 0,4 8-4 15,0 2-3-15,-1 1-14 0,1-1 7 0,2 1-9 16,0 1-3-16,1-1-1 0,1-1-10 0,-1-1-26 15,0-1-11-15,-2-3-13 0,2 1-36 0,-3-8-15 16,-2 2-36-16,0-4-18 0,-2-3-34 0,2-2-27 16,-2-1-20-16,0-4-3 0,-2 0-2 0,2-2-4 15,-1-3 6-15,1-2-126 0,0 0-369 0,-8 0 163 16</inkml:trace>
  <inkml:trace contextRef="#ctx0" brushRef="#br0" timeOffset="-92998.79">14898 13972 1151 0,'-1'-3'-79'0,"-2"-4"30"16,0-3 23-16,-2-1 20 0,4 1 35 0,-2-1 29 15,2-2 32-15,-1 1 32 0,0-1 20 0,0 1 17 16,-1-2 7-16,2 2 5 0,0 1-4 0,-1-1 3 0,2 2-1 15,0 2-5-15,2-2-2 0,-2 3-10 16,1 0-6-16,-1 1-20 0,6-1-6 0,-4 2-23 16,4 2-8-16,0 1-12 0,1 1-4 0,0 1-5 0,6 1-11 15,-1 3-4-15,-1-1-8 0,2 1-6 0,-1 3-3 16,-1-1-1-16,0 1 0 0,-3 3 6 0,3-2-2 16,3 4-21-16,-2 3-22 0,0-8-27 0,-4 7-28 15,2-3-28-15,-6-1-29 0,2 2-43 0,-1-1-55 16,-4-3-55-16,2 4-260 0,-2-4-571 0,-2 1 253 15</inkml:trace>
  <inkml:trace contextRef="#ctx0" brushRef="#br0" timeOffset="-92405.09">15256 13898 203 0,'0'0'208'0,"3"6"-14"0,-3-6-19 0,-3 9-20 0,3-4-12 16,-1 2-15-16,1 1-11 0,0-2-11 0,0 1-12 15,0 1-8-15,0 0-9 0,1 2-12 0,-1-2-3 16,5-2-4-16,-2 1-6 0,3-2-5 0,-2 1-4 16,1-1-4-16,1-2-2 0,-1-2-5 0,4 0-2 15,0-1-5-15,-1 0-10 0,0-1-5 0,-1-1 4 16,0-3-5-16,0 2 3 0,-5-4 1 0,6 3-2 15,-4-5 1-15,3 2-5 0,-3-4-4 0,-1 0 6 16,0-2-2-16,0 2 9 0,-2 1 17 0,0-2 10 16,3 2 13-16,-4-2 6 0,0 0 7 0,0 2 7 15,3 0-4-15,-3 4-1 0,1-2 2 0,-1 2-8 16,2 1-2-16,-1 1-6 0,0 0-13 0,-1 0-6 16,0 4-2-16,0 0-1 0,0 0-4 0,0 0-6 0,0 0 0 15,0 0 2-15,15 8-6 0,-10-1-3 0,1-4-2 16,-2 2-10-16,2 3-4 0,2-2-7 15,-1 1 1-15,4 1-4 0,-6-5 1 0,6 4 5 16,-7-2 1-16,4-2-3 0,0 0-3 0,-2 2 6 0,2-1-1 16,-3-1 1-16,1-2 1 0,-1 0 2 0,-2 2 12 15,4-2 9-15,-7-1 14 0,0 0 15 0,9-1 10 16,-9 1 9-16,7-4-1 0,-3 1 4 0,-1 1 0 16,1-3-4-16,0 2 3 0,3 2-2 0,-3-3 5 15,1 0 3-15,1-1-1 0,1 1-4 0,-2 2-7 16,2 1-12-16,0-4-3 0,-1 4-1 0,1-1-15 15,1 0-4-15,-8 2-2 0,13 4-5 0,-6-3-10 16,-2 2 2-16,4 1 3 0,-5-3-32 0,3 6-13 0,0-4-5 16,-3 2-22-16,-1 1-24 0,5 0-24 15,-7-1-24-15,6 2-34 0,-5-3-34 0,3-1-32 16,-2 2-39-16,-2-2-26 0,2 0-244 0,-3-3-575 0,1 4 255 16</inkml:trace>
  <inkml:trace contextRef="#ctx0" brushRef="#br0" timeOffset="-92248.85">15388 13423 166 0,'-9'-8'259'15,"0"-1"-45"-15,1 2-45 0,3-1-54 0,-5 4-53 16,8 0-68-16,0 2-87 0,-1-2-55 0,3 4-160 15,0 0 71-15</inkml:trace>
  <inkml:trace contextRef="#ctx0" brushRef="#br0" timeOffset="-91577.03">16667 13805 114 0,'-6'-2'271'0,"6"2"-23"0,-5-1-28 0,5 1-21 15,0 0-21-15,-12 2-18 0,12-2-14 0,-6 4-14 16,2-1-10-16,-2 2-15 0,2-1-8 0,1-1-14 0,-1 3-5 15,4 0-6-15,-1-1-8 0,1-1-7 0,-5 3-5 16,10-4-5-16,-4 2-4 0,-1 0-5 0,4-2-1 16,1-1-3-16,0-1-6 0,-5-1 2 15,8 1-6-15,-2-1-6 0,-6 0 4 0,9-2-2 0,-7-3-1 16,0 0-4-16,0 2 0 0,-1-2-3 0,-2-2-2 16,1-1-1-16,-2 4-1 0,-2-8-2 0,0 3 0 15,-4 0 5-15,1 1-4 0,3-1-3 0,-7 2 2 16,2-1 0-16,1 0-2 0,-1 1 3 0,4 3-4 15,2-2 1-15,-1 1 3 0,4 0-6 0,4 0 1 16,2 0 1-16,3 0-4 0,10-4 0 0,-1 2 1 16,11-3-1-16,-1 2 1 0,3-5-2 0,1 1 2 15,2-2-1-15,1-4 2 0,0 0-2 0,2 0 6 16,-2-2-4-16,-2-2-1 0,0 1-3 0,-5-4-3 16,-2-1 1-16,-4 3-1 0,-2 0 2 0,-6 4 2 15,-5 1-3-15,-2 0 4 0,-4-1 6 0,-3 1 12 16,-1 1 15-16,-4 3 18 0,-1 3 12 0,-1-1 2 0,-4 3-7 15,0-1 0-15,1 6-11 0,-2 0-1 0,1 3-5 16,3 1-5-16,-5 5-8 0,2 1-1 0,-1 7-3 16,1 4-2-16,1 7 6 0,2 4 2 0,4 3-1 15,5 3 4-15,2 3 0 0,6 12-3 0,1 5 3 16,0-1 2-16,4 0-1 0,3 1-4 0,-4 0 2 16,3 0-9-16,0 1-2 0,0-2 3 0,0-1-3 15,5 0-4-15,-5 2-1 0,-2-4-1 0,2-1-2 16,-6-13-3-16,0-2-5 0,0-2-9 0,-2-3-13 15,-2-8-16-15,-1-2-27 0,-1-2-27 0,-3-4-27 16,-2-4-44-16,0-3-64 0,-2-3-65 0,-5-1-247 16,8-2-577-16,-18-6 256 0</inkml:trace>
  <inkml:trace contextRef="#ctx0" brushRef="#br0" timeOffset="-91420.72">16960 13958 19 0,'4'-1'250'0,"3"-2"-25"0,0 1-25 0,1-2-18 16,4 0-18-16,-1 0-15 0,8 0-22 0,0 1-16 15,2-1-39-15,2-2-58 0,9-2-72 0,1 1-83 16,1-2-78-16,3 0-238 0,2 1 105 0</inkml:trace>
  <inkml:trace contextRef="#ctx0" brushRef="#br0" timeOffset="-90983.15">18405 13455 15 0,'12'-25'251'0,"-1"0"-8"16,-2-3-6-16,-5 1-7 0,-4-1-10 0,-1 1-14 16,-10 2-4-16,3 5-11 0,-6-3-7 0,0 6-9 15,-2-1-10-15,0 6-15 0,0 0-13 0,-3 1-11 16,0 2-19-16,-2 5-10 0,1 0-9 0,2 4-8 15,-1 3-7-15,4 4-7 0,0 2-9 0,4 6 13 16,-1 2-4-16,4 2 0 0,1 10-3 0,3 2-9 16,0 4 2-16,3 0-2 0,6 4-2 0,5 11-4 0,-1-2-6 15,6 1 2-15,0 3-12 0,4-5-7 0,-1 2 5 16,1-1-5-16,-4-13-7 0,1 0 5 16,3 9-4-16,-4-9 2 0,-1-2-10 0,-1-2-16 0,-3-3-20 15,2-1-13-15,-6-8-23 0,-4-1-36 0,1-6-28 16,-3-1-34-16,0-2-35 0,-3-3-62 0,-1-3-53 15,-1 0-166-15,5-3-516 0,-18-6 229 0</inkml:trace>
  <inkml:trace contextRef="#ctx0" brushRef="#br0" timeOffset="-90222.82">18153 13740 22 0,'-1'-3'261'0,"1"3"-12"16,0-7-18-16,0 7-18 0,5-4-18 0,-2 2-9 0,4 0-15 15,2 0-13-15,2 2-13 0,4-1-17 16,8-1-7-16,0 0-18 0,6-1-7 0,5 2-11 16,1-1-6-16,2-1-7 0,1-1-8 0,2 0-7 0,-3 0-5 15,4 1-8-15,-4-5-5 0,0 3-4 0,2-1 0 16,-8-3-3-16,2 1-3 0,-11 2-4 0,5-4-6 16,-6 3-11-16,-1-2-5 0,-5-1-4 0,-5 2-2 15,-1-2-3-15,-4 2 4 0,0-1-1 0,-5 0-3 16,0 1 1-16,-3 2 1 0,-3-3-2 0,-2 0 4 15,0 3 1-15,-2 3 2 0,2 0 2 0,-1 1 2 16,-3-1-3-16,-2 2 5 0,0 1 2 0,-1 1-1 16,5 3-5-16,1-2 2 0,0 2 0 0,-2-1-3 15,4 0 4-15,3 3-3 0,-1 1 3 0,-1 1-2 16,6 2 2-16,0 0 2 0,4 1-2 0,2-1-2 16,6 3 2-16,0-1-3 0,7-1-7 0,7 2-19 15,1-3-14-15,3 3-26 0,4-7-16 0,2 4-21 16,0-4-11-16,4-2-10 0,-5 1-1 15,-1-4 3-15,6-1 12 0,-9-1 11 0,-1-3 0 0,-8 1 10 0,-1 0-5 0,-2-5 13 0,0 3 10 16,-6 0 8-16,-1-2 13 0,-5-2 7 0,-2 0 18 16,-3-2 10-16,-2-1 20 0,0 0 18 0,-2 0 22 15,-3-1 15-15,-2 2 12 0,-1-1 13 0,-5-2 9 16,5 5 0-16,-4 0-9 0,-3 4-8 0,3 0-1 0,-4 0-8 16,-3 2 2-16,1 2 0 0,-1 2-7 15,1 2-7-15,3-1-9 0,3 3-4 0,-2 0-3 16,2 2-5-16,2 2-1 0,1 0-5 0,2 1 1 0,2 0-8 15,2 2-1-15,3-1 1 0,3 1-6 0,-2-1 4 16,3 0-6-16,3-1 0 0,2-1-4 0,0-3 5 16,0 2-8-16,5-1-4 0,-3-5-4 0,2 0-2 15,2 1-3-15,-2-3 0 0,1 0 1 0,-1-3 0 16,0 1-2-16,0 0 4 0,-2-7-3 0,-1 3 3 16,-3 0 0-16,3-2 0 0,-5 2 2 0,0-2 9 15,2-1 21-15,-4 3 16 0,-2-2 12 0,2 3 15 16,-2 0 12-16,4-2 10 0,-4 3 9 0,-1-1-6 15,0 5-3-15,3-6-16 0,-3 3-2 0,0 3-12 16,1-4-7-16,-1 4-5 0,0 0-11 0,0 0-2 16,0 0-5-16,0 0-4 0,13 10 1 0,-8-7-9 15,0 1 1-15,2 1-7 0,2 2-13 0,0 0-6 0,0 0-10 16,0-1-13-16,-2-2-15 0,4 0-17 0,0 1-23 16,-1-2-15-16,-1-1-20 0,2-2-22 0,0 2-13 15,-3-4-12-15,0 1-10 0,4-3-6 0,1 0-2 16,-4 0-5-16,3-1 0 0,2-3-14 0,-5-2-11 15,5-1-154-15,0-2-390 0,-2-1 173 0</inkml:trace>
  <inkml:trace contextRef="#ctx0" brushRef="#br0" timeOffset="-89113.46">19562 13167 242 0,'-1'-12'245'0,"1"2"-9"0,-1 3-10 0,-1 0 1 15,-1-1-7-15,3 5-16 0,-2-4-25 0,2 7-15 16,-6-1-18-16,6 1-13 0,0 0-3 0,-11 9-3 0,7-3-9 15,0 6-11-15,1-1-13 0,1 8-9 16,0 0-8-16,-3 10-5 0,2-9-3 0,6 8-11 16,-3 0-8-16,-3 3 0 0,6-3-7 0,-3 3-6 15,1-2 0-15,3 1-1 0,-2-1 1 0,3 0-11 0,-1 0-10 16,-1-9-20-16,1 1-23 0,3-1-16 0,-2-2-27 16,2-1-20-16,-4-4-30 0,1-2-11 15,0 0-21-15,1-1-13 0,-1-5-16 0,1-1-5 0,0 0-7 16,-4-1 4-16,-1-3 9 0,6 0 20 0,-6 0 12 15,0 0 19-15,11-10 15 0,-9 6 19 0,-2-5 22 16,0 0 26-16,2-2 31 0,-2 1 29 0,0-2 28 16,-2-1 22-16,2 2 7 0,0-1 18 0,-2 0 5 15,0 0 16-15,2 0 1 0,0 2 10 0,-4 0 8 16,3 1 7-16,-2 0-7 0,3 1 0 0,0 4 2 16,0-1-9-16,-1 1-14 0,1 4-14 0,1-5-9 15,-1 5-10-15,8-1-5 0,-8 1-7 0,0 0-6 16,14 6-4-16,-6 0-14 0,0 0 5 0,2 2-6 0,2-3-1 15,-1 4-7-15,1-3-6 0,-1 0 3 16,5 2-4-16,-3-1-2 0,0 1-1 0,1-5-5 16,-2-1-1-16,0 1-4 0,1 0 0 0,0-2-3 0,-1 1-2 15,2-1-3-15,-2-2 7 0,-4-2-3 0,3 2 2 16,-4-3-4-16,1 0-1 0,-4-1 1 0,1 0 1 16,1 1 4-16,-2-1 4 0,0 0 1 0,-2-2 1 15,2 5 6-15,-3-3 2 0,-1-2-2 0,0 7 0 16,4-5-4-16,-4 5-5 0,0-1 3 0,0 1 0 15,0 0 6-15,0 0-11 0,0 0-6 0,0 0 2 16,-4 15 0-16,4-11-4 0,0 1 4 0,0 4-2 16,0-1-3-16,0 1 0 0,3-2-3 0,-2 1-6 15,2 0 5-15,-3-2-10 0,4 2-4 0,-4-3-2 16,5 1-4-16,-2 0-2 0,1-2 2 0,-1-2-5 16,0 1 0-16,2-2-1 0,-5-1 1 0,0 0 1 15,15-3 3-15,-11 2 0 0,0-1 5 0,0-3 1 0,2 0 6 16,-2-1 0-16,1-1-1 0,3-1 5 0,-1-1-2 15,2 1 3-15,0-1 0 0,0 0 0 16,-2 1 1-16,0 0 1 0,1 1 1 0,0 1-2 0,1-2 2 16,-2 4 1-16,0 0 2 0,0 0-3 0,0 1 0 15,-1 3-1-15,3-1-2 0,-9 1 4 0,12 1-1 16,-5 0 3-16,-1 1 0 0,0 2 1 0,1 0-1 16,0 0-1-16,-3 0-4 0,4 2 4 0,-1-1 3 15,-2 1-2-15,2 0-1 0,-1-1 0 0,-1-1 3 16,2 2-3-16,0-1-3 0,2 0-8 0,-2-1 1 15,1 0-3-15,-1-2 4 0,0 0 0 0,2-2-5 16,-1 0 0-16,3 0 0 0,-4-1 2 0,5-3 0 16,-1 0 6-16,-5 1-5 0,2-2 2 0,1-1 4 15,1-2-3-15,-3-1 5 0,2-1-1 0,-3-1 2 16,-2 1 0-16,1-1 0 0,2 1 1 0,-3 0 5 16,0-1 0-16,-3 4-1 0,-1 0 3 0,-1 1 1 0,0 0 0 15,-4 1 1-15,3 0-1 0,-1 2 0 0,2-1-2 16,1 4-4-16,-10 1 2 0,10-1 0 0,-8 6 0 15,0-1 4-15,4 1-3 0,0 1 0 16,0 3 0-16,0 1 1 0,2-2 0 0,0 1 2 0,0 1-2 16,2 0 1-16,3-2-3 0,1 1 5 0,0-5 0 15,0 7-1-15,0-7-1 0,3 3 2 0,1-3-2 16,-2-2 0-16,3 3 0 0,6-5 0 0,-1 2 0 16,-1-3 2-16,-2-2-2 0,8 0 1 0,-5-1 0 15,1-3-3-15,4-1 2 0,4 1 13 0,-6-1 20 16,0-1 2-16,3 1 1 0,-2-3 13 0,1 2-1 15,-2 0 2-15,2 0 7 0,-6 3 15 0,1-1 7 16,-2 0 15-16,0 1-6 0,-2 1-1 0,-3 0-9 16,1 2-2-16,-3-1-15 0,3 1-4 0,-5 0-6 0,3 0-8 15,-6 2-7-15,8 0-4 0,-8 0-9 16,6 5 3-16,-3-1-7 0,-2-1 4 0,2 1-8 16,-3 2-22-16,2-1-30 0,-4-1-29 0,-1 1-31 0,1 4-29 15,-1 0-40-15,-5-1-59 0,1 1-58 0,0-1-279 16,-2 2-603-16,-1-2 267 0</inkml:trace>
  <inkml:trace contextRef="#ctx0" brushRef="#br0" timeOffset="-87465.86">11012 15125 310 0,'0'0'315'0,"0"0"-20"0,0 0-22 0,0 0-30 0,0 0-27 15,0 0-22-15,4-2-16 0,-4 2-23 0,0 0-17 16,0 0-9-16,0 0-15 0,7 6-11 16,-7-6-11-16,4 3-12 0,2 0 7 0,-1 0-1 15,3-1-14-15,3 0-9 0,2 0-25 0,-3-1-26 0,4 0-31 16,1-1-36-16,-4 0-38 0,4 0-47 0,-3-2-44 15,-1 0-36-15,2 1-194 0,-2-1-448 0,-4-1 198 16</inkml:trace>
  <inkml:trace contextRef="#ctx0" brushRef="#br0" timeOffset="-86856.45">11858 14908 5 0,'6'-12'330'0,"-2"7"-18"0,1-1-19 0,-1 0-25 0,-1 0-22 16,-2 4-35-16,2-1-21 0,-3 3-21 16,0 0-18-16,0 0-11 0,2 11-9 0,-4-2-1 15,1 4-7-15,-1 5-12 0,0 3-4 0,-1 6-11 16,-5 1-15-16,4-1-3 0,-2 1-7 0,1-1 2 0,-2 1-14 16,3-2-3-16,-7 0-11 0,7-6 2 0,-3 1-12 15,2-2-5-15,-3-1 1 0,1-2-4 0,3-2-2 16,0-2 0-16,-2-3-5 0,2-3 0 15,4 1 1-15,-5-4 0 0,4 0-1 0,1-3-5 0,0 0 0 16,0 0-5-16,-2-14 1 0,5 5 0 0,2-3 5 16,-1-7-6-16,2 0-1 0,-1-9-1 0,2 1-3 15,1-3 0-15,-1-1 1 0,0-6 5 0,1-2-6 16,0 2 0-16,-4 2 0 0,3 0 3 0,-3 4 42 16,-1 0 25-16,0 3 22 0,-2 7 10 0,2 4 7 15,-2 1-2-15,-1 3-6 0,5 1-4 0,-5 2-6 16,0 4-7-16,0 0-15 0,0-1-10 0,0 3-10 15,0 4-5-15,0 0-7 0,0 0-2 0,8 12-5 16,-2-2-2-16,-1 2-4 0,5 5-6 0,1 1 0 16,1 6-4-16,3 4-1 0,-4-1-2 0,4 2 2 15,-2-1-2-15,1 1-13 0,0-2 7 0,-3-1-16 16,2-3-13-16,-3-2-14 0,-3-2-21 0,3-2-16 16,-3-2-21-16,0-2-27 0,-3-3-15 0,0-1-16 0,-1-3-14 15,0 0-1-15,-2-3-7 0,-1 0-20 16,0-3-26-16,0 0-23 0,0 0-16 0,0 0-18 15,-18-7-14-15,9 0-184 0,-5 0-511 0,-4 0 226 16</inkml:trace>
  <inkml:trace contextRef="#ctx0" brushRef="#br0" timeOffset="-86700.21">11907 15090 549 0,'-19'-4'-2'0,"-1"0"31"0,2 2 24 15,2 1 21-15,6 1 9 0,-2-2 3 0,1 4 4 16,6-1 15-16,-1 1 5 0,-1 1 13 16,6-1 4-16,1-2-3 0,4 6-7 0,3-1-10 0,8-1-10 15,6-3-5-15,7 1-12 0,3 0-5 0,3-1-11 16,3-1-6-16,2-3-9 0,2-2-29 0,0 4-33 15,14-5-52-15,-19 4-35 0,5-2-39 0,-2 1-46 16,-3-2-117-16,-3-2-326 0,-2 3 144 0</inkml:trace>
  <inkml:trace contextRef="#ctx0" brushRef="#br0" timeOffset="-86309.63">12302 15031 5 0,'-15'0'254'15,"-4"1"-7"-15,5 3-13 0,-6 0-17 0,6 1-14 16,-1-1-15-16,4 0-13 0,-1 2-18 0,3 2-14 16,0-2-12-16,3 5-11 0,0-4-15 0,2 5-11 15,4-4-10-15,0 3-5 0,4-1-7 0,0 0-6 0,0 0-8 16,6 0-4-16,-3-3-4 0,6 2-7 16,-2-1-4-16,0-2-4 0,3-2-10 0,-2 0-9 15,7 1-9-15,-4-2-5 0,-2-2-8 0,1-2-8 16,-2-2-8-16,-1-1-12 0,0-2-13 0,0-2-6 0,-1-1-8 15,2-6-10-15,-4-2-10 0,-4-2-6 0,4-11-6 16,-6 4 3-16,0-5 0 0,1 0 11 16,2 2 11-16,-5-2 23 0,-4 3 36 0,3 6 26 0,1-5 28 15,-3 7 23-15,1-1 17 0,0 4 10 0,-2 5 0 16,0-2 4-16,1 3 0 0,0 1 9 0,2 3-10 16,-2 1-8-16,2 1-12 0,0 2-12 0,1 3-7 15,0 0-6-15,0 0-5 0,0 0-3 0,0 0-6 16,2 19-4-16,4-8-5 0,2 3 0 0,-1 4-3 15,2 0-2-15,2 8-3 0,2-5-1 0,0 7-15 16,1-3-19-16,1-2-20 0,-3 1-30 0,1 2-31 16,1-3-34-16,0-5-39 0,1-3-35 0,-2 1-39 15,4-1-176-15,-5-1-450 0,4-3 200 0</inkml:trace>
  <inkml:trace contextRef="#ctx0" brushRef="#br0" timeOffset="-85919.03">12792 15041 30 0,'-3'-5'245'0,"-1"0"-8"16,-3 1-15-16,0 2-10 0,-2 0-5 0,0 0-1 15,0 2-7-15,-3 1-12 0,-2 3-12 0,3 1-15 16,-1-1-13-16,2 2-11 0,-1 3-13 0,2-2-16 16,1 3-9-16,2-3-10 0,-1 4-10 0,4-3-4 0,0 1-10 15,2-1-8-15,2 0-2 0,0 0-4 16,1-3-3-16,4 2-7 0,-2-4-1 0,3 2-6 15,0-2-3-15,0-1-3 0,2-1-3 0,4-2 1 0,-4 0-5 16,3-2-2-16,1-2 0 0,-3 2-6 0,1-7-7 16,2 3 0-16,-4-2-4 0,1-2-1 0,-5-4-5 15,2 2 3-15,1-3 2 0,-4-1-2 16,-4-3 0-16,3 2 2 0,-3-3 3 0,-3 4 14 0,2-1 13 16,-4 0 22-16,3 0 9 0,-3 1 24 0,-1 1 9 15,2 5 6-15,1-2-3 0,-1 4-6 0,1 1-5 16,2 2 4-16,-2 0-9 0,3 1-7 0,-1-1-4 15,-3 3-14-15,4 3-5 0,0 0-6 0,0-5-9 16,0 5-5-16,0 0 1 0,0 0-37 0,16 13-22 16,-9-7-32-16,4 0-20 0,-3 2-22 0,2 1-28 15,-1 0-26-15,6 4-34 0,-4-2-48 0,4 1-51 16,-1 1-60-16,-1 0-178 0,-5-5-570 0,2 1 253 16</inkml:trace>
  <inkml:trace contextRef="#ctx0" brushRef="#br0" timeOffset="-85111.85">12885 14861 84 0,'-4'-8'259'0,"0"-1"1"15,-3-3-2-15,0 4-4 0,1-4-8 16,-2 1 2-16,2 1 1 0,-2-1-7 0,1 0 3 15,-2 0-11-15,3 0-1 0,1 2-8 0,1 1-7 16,-1 1-16-16,0-1-10 0,1 4-10 0,0-4-20 0,3 5-7 16,-2-2-12-16,3 5-23 0,-3-5-14 0,2 2-14 15,1 3-11-15,0 0-8 0,0 0-7 16,0 0-8-16,0 0-7 0,8 8-6 0,-1-1-5 0,-1 2-23 16,0-2-18-16,-2 4-16 0,3-2-30 0,3 6-23 15,-2-3-26-15,1 2-22 0,-5 3-25 16,6 1-32-16,-4 2-35 0,1-1-42 0,4 6-49 0,-4-7-58 15,1 5-184-15,3 1-586 0,-5-5 259 0</inkml:trace>
  <inkml:trace contextRef="#ctx0" brushRef="#br0" timeOffset="-84533.77">14069 14725 122 0,'5'-22'274'0,"1"2"-14"0,-2-7-6 0,0 7-13 15,-3 0-5-15,-2 0-17 0,-1 2-16 0,-2-3-14 16,-3 4-5-16,3 7-11 0,-3-4-16 0,1 4-9 16,-4 2-19-16,-1 2-7 0,1 1-13 0,-1 4-10 15,1 2-14-15,-5 3-7 0,4 3 6 0,-4 6-1 16,3 4-7-16,0 6 3 0,1 4 4 0,4 1-3 16,3 2 0-16,1 4 6 0,6 2-7 0,-2 1 7 15,6 2-1-15,0 14 0 0,8 1-11 0,1-1-7 16,1-3-1-16,3 3-10 0,1-3 0 0,0-3-10 0,-2 3-5 15,0 2-1-15,-7-16-9 0,10 9 2 16,3 3-8-16,-9-16-2 0,0-5 2 0,-1 3-5 16,-4-4-7-16,-1-8-32 0,1-3-17 0,-6-2-37 0,1-3-35 15,-4-2-23-15,1-1-32 0,-3-2-28 0,0-2-37 16,0-3-41-16,0 0-38 0,0 0-254 0,-22-12-606 16,13 3 269-16</inkml:trace>
  <inkml:trace contextRef="#ctx0" brushRef="#br0" timeOffset="-83690.09">13911 15049 78 0,'4'-3'226'0,"-4"3"-13"0,5-6-15 15,4 4-10-15,-5-1-11 0,2 0-13 0,1 2-12 16,-1-4-14-16,2 1-11 0,1-1-14 0,4 1-12 15,-4-2-14-15,6 2-3 0,-4 0-12 0,4 2-5 16,-3-4-6-16,4 5-10 0,2-3-4 0,2 2-7 16,4 2-5-16,-4 0-12 0,3 0-18 0,0 2-11 15,-2 1-23-15,2-3-5 0,1 5-19 0,6-1-5 0,-3 2-8 16,3-2-1-16,-8 0-7 0,1-1-13 16,0 2 9-16,9-3-7 0,-2 1 1 0,-7-2 6 15,-3-2 8-15,3 1 2 0,-1-2 8 0,0 1 9 0,-5-3 5 16,1 0 2-16,-4-1 13 0,-1-2 3 0,-3-1 7 15,-3 0 10-15,0 1 2 0,-3-4 15 0,-3 0 11 16,-1 1-5-16,-3-5 16 0,1 4 15 0,-4-2 14 16,-4-4 11-16,-3 4 4 0,3-2 4 0,-2 4 3 15,-3 1-11-15,0 0-4 0,0 2-6 0,0 1-4 16,-2 1-9-16,3 2-1 0,-1 2-6 0,1 3-4 16,-6-1-1-16,9 2-5 0,-4 3-5 0,3 1 0 15,-3 0-1-15,7 3-2 0,-2 0 0 0,3 2-5 16,-2 6-2-16,8 1-3 0,1-1 3 0,1-1-1 15,3 1 0-15,4 1-1 0,0-1-4 0,6-1 5 16,1 2-5-16,5 0 0 0,2 1 0 0,4-5-3 16,-6-4-2-16,10 1-9 0,-3-2-11 0,2-5-8 15,-7 1 3-15,8-4 2 0,-7-2-2 0,1-2 3 0,-2-1 6 16,0-1-2-16,-2-4 1 0,2 0 4 0,-3-2 1 16,0 0 2-16,-4-4-4 0,0-2 3 15,-1 1-4-15,2-8 4 0,-8 8 1 0,0 0-1 16,-3-1 8-16,0 1 7 0,-4 2 9 0,-1 0 0 0,-4 4-3 15,2 0 0-15,-3 3-2 0,1 1 2 0,-4 1-3 16,4 2 0-16,-7 0-5 0,6 2 0 16,-5 2-2-16,2 2 2 0,-3 0 0 0,4 2-2 0,-1 0-1 15,4 0 2-15,-1 0 0 0,-1 4-1 0,2-1-2 16,3 0 1-16,-2-2-1 0,3 2 0 0,0-1 5 16,0 0-4-16,0-2 4 0,3 0-1 0,-2 0-3 15,3-3 5-15,2 1 1 0,-1-1-2 0,-5-2-1 16,12-3-1-16,-5 0 4 0,2 0 7 0,1-2 9 15,1 0 7-15,1-3 1 0,-2 1 9 0,2-1 6 16,0 1 12-16,-2-3 6 0,1 3 9 0,-1 3 0 16,-1-4-2-16,0 1-2 0,1 2 9 0,-5 1-12 15,1-1-10-15,-2 2-8 0,1 2-4 0,-5 1-5 16,8 0-4-16,-8 0 0 0,6 7-5 0,-2-2 0 0,-3 1-9 16,3-1 8-16,-1 4-13 0,3-3 0 15,0 7 0-15,-2-5 1 0,6 5-3 0,-2-4-3 16,1 0-2-16,-2-1-7 0,4 2-23 0,3-3-24 0,-5 3-22 15,4-4-23-15,0-1-27 0,1 0-25 0,1-2-20 16,5-3-13-16,-2 0-9 0,-2-3-8 0,-1 1-29 16,-4 0-124-16,4-3-373 0,-3 0 165 0</inkml:trace>
  <inkml:trace contextRef="#ctx0" brushRef="#br0" timeOffset="-83455.73">15207 14460 123 0,'-6'-6'220'0,"1"1"-15"0,3 0-19 16,0 0-21-16,2 5-15 0,-7-1-14 0,7 1 6 15,0 0 3-15,0 11-12 0,7-3-4 0,-3 3-11 16,4 1-8-16,-1 5-11 0,3 2-12 0,-3 0-10 0,6 9-4 16,-5-2-6-16,4 0-8 0,-3 1-6 15,-4 0-6-15,-1-1-2 0,3 3-7 0,-4-2-2 16,-2-6-5-16,-1 0-5 0,0 6-16 0,0-7-12 15,0 8-22-15,-1-10-17 0,-1 2-23 0,0-4-25 0,0-2-31 16,0-3-23-16,0-3-37 0,2 0-162 0,-4-2-369 16,3 1 163-16</inkml:trace>
  <inkml:trace contextRef="#ctx0" brushRef="#br0" timeOffset="-82881.19">15247 14784 87 0,'5'-7'132'0,"-1"1"0"0,4 1-6 0,2 0-11 16,-3 1-11-16,6 1 7 0,-3 2-4 0,-1-1-11 16,6 4-7-16,-4-1-6 0,4 3-10 0,-1 2-10 0,-2-1-4 15,4 3-3-15,-1 3-6 0,0-1-5 16,-3 3-5-16,2-4-6 0,-7 2-1 0,5 1-10 16,-3-3 2-16,1 1 0 0,0 6-5 0,-5-4-3 0,2 0 3 15,-1-2-4-15,-3 0-4 0,0 0 2 0,-2-3 2 16,2-1-5-16,0-1-2 0,-2-1 0 0,1 0 0 15,-2-4 5-15,5 2-3 0,-5-2 2 0,0 0 20 16,0 0 7-16,9-10 1 0,-6 4-3 0,1 0 10 16,-1-1-2-16,4-3-5 0,1 0 2 0,-3 0-3 15,2-2-2-15,0-5-4 0,2 7-4 0,-3 0-2 16,-2 0-5-16,4 2-1 0,-1 0 1 0,-2 3-3 16,1 1-6-16,-2 0 2 0,0 3-5 0,2 0-5 15,-6 1 0-15,10 2 4 0,-3 1-1 0,-4 0-3 16,1 3-1-16,4 1-2 0,-4 3 1 0,6 0 0 15,-4-1-1-15,4 1-1 0,-2 0-13 0,6 0-4 16,-2 5 2-16,4-2 0 0,-1-3-3 0,2-1-2 16,-2-2 3-16,5-1-3 0,-2 3 3 0,-1-6-1 0,4 0 2 15,-8-3 2-15,2 0 0 0,3-4-3 16,-2 2 2-16,-3-1-1 0,-3-5-6 0,0 1 0 16,-2-3-1-16,-4 0 0 0,3-1 5 0,-6-1-3 0,-1-1 12 15,3-3 0-15,-6 1 12 0,2-3 18 16,-4 6 15-16,1-1 10 0,-5 1 9 0,5 0 2 15,-3 3 2-15,-2-1-1 0,2 1-4 0,0 2-5 0,-1 2-2 0,0 1 1 0,1 2-7 0,0 1 1 16,-1 1 7-16,8 0 8 0,-15 5 5 0,11-2-2 16,1 4 7-16,1 2-17 0,0 1-1 15,2 2-5-15,0-1-2 0,7 4-4 0,-3-2-3 0,2 3-8 16,3-1 2-16,-2 0-2 0,4 2-5 0,-3-2-9 16,8 0-23-16,-2-3-28 0,2 0-46 0,-2-1-62 15,2 0-56-15,-1-5-47 0,0 1-230 0,-4-3-515 16,4 0 229-16</inkml:trace>
  <inkml:trace contextRef="#ctx0" brushRef="#br0" timeOffset="-81053.08">16676 14817 38 0,'5'-5'324'0,"-2"1"-9"0,0 1-15 0,-3-1-20 15,0 4-22-15,1-8-14 0,-1 5-10 0,0 3-25 16,-1-6-16-16,1 6-32 0,0 0-13 0,0 0-9 16,0 0-22-16,0 0-4 0,-15 11-5 0,12-4-15 15,2-1-14-15,0 5-6 0,-2-3-11 0,0 4-11 0,3 1 2 16,-1-2-16-16,2 2-22 0,-2 0-26 0,2 4-26 15,5-2-31-15,-4-3-38 0,1 2-42 16,1-3-47-16,3-2-55 0,-2 2-222 0,3-5-511 0,-2 1 226 16</inkml:trace>
  <inkml:trace contextRef="#ctx0" brushRef="#br0" timeOffset="-80756.16">16951 14532 271 0,'-1'-7'277'15,"-2"5"-29"-15,1-2-28 0,2 4-18 0,0 0-1 16,0 0-1-16,0 0 1 0,-2 16-14 0,4-3-3 16,-2 4 4-16,5 2-14 0,1 8-10 0,1-2-4 15,0 6-29-15,0 0-13 0,-2 2-12 0,4 5-11 0,1 10-16 16,-2 2 0-16,2-15-3 0,-1 16-8 15,-5-14-10-15,7 12-3 0,1 2-12 0,-1-3-8 16,-2-13 2-16,-3 2 2 0,1 0-4 0,1-2-8 16,-5-1-6-16,1-4 6 0,3-3-5 0,-11-9-13 0,8 1-17 15,-7-6-12-15,3-4-22 0,0 2-20 0,-1-5-21 16,-2 0-22-16,2-3-27 0,1-3-17 0,-7 1-28 16,7-1-21-16,-8-10-49 0,2 2-32 0,-4-3-144 15,1-8-457-15,0 0 202 0</inkml:trace>
  <inkml:trace contextRef="#ctx0" brushRef="#br0" timeOffset="-80568.66">16900 14999 143 0,'-4'-2'279'0,"4"2"-14"0,0-6-16 16,0 6-18-16,0 0-13 0,4-2-3 0,3-1-16 15,0 3-11-15,6 0-20 0,-1-1-20 0,1 0-11 16,6 1-13-16,4-2-12 0,-4 0-9 0,3 1-16 15,1-2-8-15,0-1-25 0,7 1-29 0,-11 1-35 16,3-2-40-16,0 2-49 0,-4-6-57 0,-4 5-67 16,-4-2-192-16,1 2-449 0,-5-3 199 0</inkml:trace>
  <inkml:trace contextRef="#ctx0" brushRef="#br0" timeOffset="-80396.8">16684 14515 120 0,'-5'-4'166'0,"-2"0"-51"0,4 0-66 16,1 0-72-16,-4 2-49 0,6 2-77 0,-1-5 35 16</inkml:trace>
  <inkml:trace contextRef="#ctx0" brushRef="#br0" timeOffset="-79974.96">17738 14447 64 0,'13'-15'370'0,"1"1"-1"0,-3 0-20 0,0 1-2 16,-4 5-13-16,1-2-4 0,-4 4-17 0,2-2-24 15,-1 4-25-15,-1 0-30 0,-3 2-32 0,-1 2-18 16,7 0-16-16,-7 0-24 0,7 11-6 0,-4 2-16 16,6 5-5-16,-6 2-14 0,1 6-8 0,0 4-9 15,3-1-10-15,-3-1-4 0,0 3-11 0,4 0-9 0,-1-2-2 16,0 1-3-16,1-3-9 0,0 2-20 0,-5-7-26 16,5 3-23-16,-2-6-32 0,1 1-31 15,-2-4-29-15,0-2-31 0,-1-1-37 0,-2-3-52 0,1-3-25 16,2-1-34-16,-4-2-39 0,2 0-196 0,-3-4-581 15,2 2 257-15</inkml:trace>
  <inkml:trace contextRef="#ctx0" brushRef="#br0" timeOffset="-79068.79">18087 14370 192 0,'0'-9'270'15,"0"2"-12"-15,0 2-21 0,0-3-23 0,0 4-24 16,2 1-21-16,-2 3-20 0,0 0-7 0,0 0-9 16,0 0-9-16,0 0-5 0,5 17-10 0,-3-8-11 15,-1 4 1-15,2 5-16 0,-2 1-8 0,-1-1-8 0,3 3-4 16,-2 4-8-16,4 0-7 0,-5-4-3 0,2 2-3 16,0-2-5-16,-2 6 1 0,1-1-6 15,-1-5-3-15,0-3-7 0,-1 0-1 0,-1 0 0 0,2-2-2 16,0 2-3-16,0-5-1 0,0-1-4 0,0-1 2 15,2 1-5-15,-1-3 1 0,-1 1 3 0,0-3 0 16,0-1-6-16,0-1 3 0,4-2 1 0,-1 2-2 16,-2-2 2-16,4-1-5 0,-5-2 3 0,10 0 2 15,-10 0-4-15,11-2 1 0,-3 0-1 0,-1 1-2 16,1-2-1-16,0 0-1 0,3-2 0 0,-3 0 2 16,3-2 1-16,-3 2 3 0,3 2 9 0,-4 0-6 15,5-2 2-15,-4 0-5 0,-1 2 0 0,3 0-3 16,-1 0-3-16,-2 1 5 0,-3-2-6 0,3 2 0 15,-1 1 2-15,0-2 0 0,-6 3-1 0,12 2 0 16,-6-1-2-16,-6-1-1 0,12 3-2 0,-8-2-1 16,4 2-12-16,-3-2 0 0,0 1-3 0,1 0-2 15,1-1-4-15,0 0-3 0,2 0-5 0,1-1-1 0,-2-1-7 16,2 1 1-16,0-2 1 0,0-1 0 16,1-1 2-16,-1-1 0 0,2-1 2 0,-4-2 0 15,3-1 4-15,-6 0 1 0,4-3 5 0,-7 2 2 0,3-1 3 16,-1-1 3-16,-3 1-2 0,-4-1 5 0,-1 6-1 15,0-6 6-15,0 2-1 0,-4 1 4 0,-3 1-4 16,1 1 4-16,-3 1 1 0,-1 3-1 0,3-1 3 16,-5 3 2-16,2 2 1 0,1 0-3 0,1 3-3 15,3 0 2-15,-3 2 5 0,7-1-4 0,-1 1 1 16,6 3 3-16,0-3-1 0,4 2 1 0,3 0-1 16,5 0-1-16,5 1 3 0,2 0-1 0,0-1-2 15,3-2 1-15,2-2 0 0,7 1 0 0,3 0 0 16,-2-1 0-16,-9-1-3 0,7-2 6 0,-8-2 1 15,-1 1-2-15,0 0 0 0,-4-2 1 0,-3 1 14 16,-5-3 3-16,1 2 3 0,-3-1-4 0,-2 0-6 16,2 1 0-16,-3-1 3 0,-4 3-7 0,4-6 2 15,-2 4 0-15,-2 2-2 0,1-5-3 0,-1 5-3 0,5-3 1 16,-5 3-2-16,0 0 0 0,0 0 2 16,0 0-3-16,0 0 4 0,0 0-15 0,6 10-6 15,-4-7 1-15,3 2-4 0,-3-3-6 0,1 1-10 0,3 2-6 16,-2 0 3-16,2-2-1 0,0-2 5 0,-1 3 3 15,2-3 2-15,1 0-1 0,-1-1 11 0,-2 1-2 16,-5-1 7-16,14-2 6 0,-6 1 19 0,-1 1 23 16,-2-3 14-16,0 2 15 0,-5 1 6 0,9-1 5 15,-4-1-2-15,-5 2-6 0,6-1-8 0,-6 1-9 16,0 0-4-16,4 5-6 0,-4-5 3 0,-1 14 7 16,-1-7 6-16,1 7-3 0,-1-3 10 0,1 7-10 15,-2 0-2-15,2 0-10 0,-3 1-1 0,4 2-2 16,0 0-2-16,4 7-5 0,-3-2-3 0,-1-5-2 15,3-1-1-15,0 1-4 0,1-5-14 0,0 2-23 16,0-5-21-16,-2 0-39 0,0-3-39 0,0 0-43 16,-1-5-61-16,3 2-46 0,-3-2-214 0,-1-2-520 0,0-3 230 15</inkml:trace>
  <inkml:trace contextRef="#ctx0" brushRef="#br0" timeOffset="-78834.43">17822 14597 325 0,'-13'-3'318'0,"2"0"-14"0,1 1-29 0,5-1-26 15,1 0-25-15,4 3-24 0,8-7-23 0,3 2-13 16,9 2-16-16,10-2-23 0,2-5-35 0,4 5-43 15,4 0-55-15,2 0-54 0,15 1-63 0,0-1-64 16,-1 0-188-16,1 4-409 0,-16 0 180 0</inkml:trace>
  <inkml:trace contextRef="#ctx0" brushRef="#br0" timeOffset="-77756.39">19804 14379 28 0,'-4'-10'282'0,"1"-2"-12"16,-1 5-10-16,2-2-3 0,0 2-8 0,1 0-17 15,-3 3-18-15,3-1-23 0,-1 1-23 0,2 4-16 16,2-5-20-16,-2 5-12 0,0 0-16 0,0 0-5 0,8 11-9 15,-4-3-12-15,1 3-7 0,-1 1-12 0,2 5-1 16,-1 0-5-16,3 2-4 0,-1 1-7 0,1 7-5 16,-5 0-1-16,4 0 6 0,-2-2-16 0,-1 2-2 15,-2-6-2-15,3 6-3 0,-2-8-4 0,-2 2-2 16,2-4 3-16,-2 0-4 0,-1-3-6 0,2 0 4 16,-2-4-1-16,0 2 5 0,1 0-6 0,-1-5-2 15,2-1 2-15,-2 0-1 0,2-1 2 0,1-1-2 16,-3-1 1-16,0-3-2 0,0 0-2 0,0 0-5 15,0 0 6-15,11-7 16 0,-6 2-17 0,-1-4 0 16,3 4 1-16,1-6-2 0,0 4 1 0,-1-4 0 16,0 2 6-16,5-1-11 0,-4 4 5 0,3-3-3 15,1 1-2-15,-1 0 1 0,3 2-1 0,-3-1 3 16,-2 2-3-16,5 2-1 0,-3 3-1 0,2-1 1 16,-3 2 2-16,4 0 0 0,-2 1-3 0,1 3 2 15,2 2-2-15,2-1 1 0,-4 2 0 0,2 1 1 16,0 1-1-16,0-1 1 0,3 0 2 0,-3 2-2 0,-4-5 4 15,4-2-1-15,-2 4 1 0,2-5-5 0,-4 1-8 16,3-1-8-16,-2-1-2 0,0-2-5 16,0-2-3-16,-1 2 5 0,1-3 1 0,-2-1 0 0,0-1-1 15,-3-3 7-15,3 2-5 0,-6-1 6 0,5-1-6 16,-4-4 4-16,-2 1 0 0,-1-2 2 0,-2 1 4 16,0-1-2-16,0 0 3 0,0 2 2 0,-5-2-3 15,1 0 5-15,-2 3 1 0,1 1 2 0,-2 0-2 16,1 6-1-16,0-2 0 0,-1-1 3 0,0 4-2 15,0 0 0-15,-2 2-1 0,9 0-1 0,-12 7 0 16,8-3 2-16,-1 1 6 0,4-1-3 0,-3 5 0 16,0 0 1-16,7-1-4 0,-2 4 5 0,3-1 0 15,0 0 0-15,2 3 1 0,3-3-4 0,2 0 4 16,1-1 0-16,2 3-1 0,5-5 0 0,1 2 2 16,1-5-7-16,2 1-13 0,0-3-5 0,0-2-4 15,-1 0-1-15,1-1-3 0,0-3-2 0,-2-3-3 16,-2 2-6-16,0-1 1 0,-3-3-4 0,2 0-6 0,-5-5 3 15,2 1-5-15,0-2-2 0,-5-1 8 0,1-3 4 16,-3-3 5-16,5-3 3 0,-6-4 6 16,-3-2 3-16,0 2-2 0,-1 0 0 0,0-1 5 0,0-1 12 15,-3 1 16-15,0 0 17 0,0 0 10 0,-4 10 18 16,-1 0 9-16,1 1 1 0,0 1-1 0,-3 2-4 16,2 3 0-16,-2 5-9 0,2-1-5 0,-1 5 1 15,-2 0-7-15,0 1-6 0,0 2-3 0,2 3-9 16,-6 2 3-16,4 5 0 0,1 3-6 0,3 0 1 15,0 4-5-15,1 1 4 0,0 7-5 0,3 2 2 16,5 1-1-16,0-1 1 0,3 4-6 0,-1-4 2 16,5 0-1-16,1-1 1 0,3 1 6 0,0-3-9 15,6 2-18-15,-3-3-16 0,0-2-13 0,1-3-22 0,5-3-21 16,-6-4-35-16,1-1-22 0,3-3-20 16,-5-3-26-16,4 1-23 0,-3-3-143 0,-3-2-383 15,-1-3 170-15</inkml:trace>
  <inkml:trace contextRef="#ctx0" brushRef="#br0" timeOffset="-77240.73">21115 14452 59 0,'-1'-2'161'0,"1"2"10"16,0 0 1-16,-7 10 4 0,6-3-3 0,1 1 4 16,-3 4-2-16,3 4-6 0,0 5-5 0,0 0-7 15,-1 4-14-15,-2 2-13 0,3 3-12 0,-1 0-11 16,-2 3-14-16,0-2-6 0,3 2-11 0,0 2-5 15,0 2-7-15,0 12-7 0,2-12-5 0,-2 2-6 16,2-5-1-16,1-1-10 0,1 2 1 0,0 1-5 16,6-4-3-16,-2-2-7 0,-1-3 11 0,0-1-3 15,1-4-2-15,-3-7-1 0,3-5-6 0,-4 3 0 16,1-4-1-16,1-2 0 0,0-4-5 0,-1 1-2 16,2-3 1-16,-7-1-6 0,8-5-8 0,0 2-9 15,-4-1-6-15,2-5-15 0,-2-4-15 0,0 3-21 16,0-8-15-16,1-5-20 0,2-3-20 0,-3-1-14 0,3-3-15 15,0-3-11-15,-6-3 4 0,3 0 12 0,0 3 13 16,-4 0 15-16,0 1 17 0,0 0 18 16,-4 0 20-16,-1 3 20 0,4-1 21 0,-6 2 27 0,4 3 19 15,-1-3 25-15,-3 7 21 0,4 1 26 0,-2 1 17 16,1 0 24-16,1 1 2 0,2 6 7 0,0-1 11 16,1 0 4-16,-2 1 3 0,2-1-1 0,2 3-1 15,0-3-3-15,1 0-10 0,1 3-7 0,1-1-13 16,1 2-13-16,2 0-12 0,0 1-11 0,0 3-4 15,3-2-17-15,-2 3-3 0,0 0-5 0,6 3-11 16,-5-1-8-16,3 2 2 0,-1 2-12 0,-1 0-4 16,1 3-2-16,-1 0-5 0,1 2-5 0,-2-1 3 15,0 2-4-15,-3 2-5 0,2 2 2 0,-2-2-13 16,-2 4-8-16,-1-3-28 0,-1 2-19 0,-4 0-20 16,1 0-26-16,-4 3-28 0,-5 0-31 0,1-1-52 15,-5-2-66-15,-1 1-63 0,-10 3-193 0,-1-2-576 16,-5-1 255-16</inkml:trace>
  <inkml:trace contextRef="#ctx0" brushRef="#br0" timeOffset="-76303.31">11260 16295 279 0,'0'0'258'15,"-8"1"-20"-15,8-1-21 0,0 0-20 0,0 0-21 16,-3 1-16-16,3-1-17 0,0 0-13 0,0 0-10 15,0 0-16-15,0 0-8 0,27-5-28 0,-12 3-23 16,-4-2-32-16,3 2-36 0,-1-2-45 0,1 2-41 16,6-4-77-16,-6 6-124 0,2-3-335 0,-3 2 147 15</inkml:trace>
  <inkml:trace contextRef="#ctx0" brushRef="#br0" timeOffset="-75786.64">11902 16068 203 0,'0'-6'258'16,"5"2"-19"-16,-5 0-22 0,0 4-25 0,0-2-21 15,0 2-16-15,0 0-15 0,9 6-15 0,-8 3-24 16,3-1-10-16,2 5-7 0,-2-2-12 0,2 5-4 15,1 4-5-15,4 4 2 0,-4-4-9 0,2 1-3 16,-1 4-5-16,-2-4-6 0,-2-3-2 0,0 3-5 16,0-3-2-16,-1-1-2 0,-3 0-1 0,0-3-3 15,-2-2 4-15,0-1 21 0,-1 1 12 0,-1-2 5 16,-1-5 12-16,-1 2 17 0,2-5 11 0,-3-1 6 16,7-1-2-16,-11-1 1 0,6-1 1 0,1-5-7 15,1-2-1-15,0-4-3 0,2-3-19 0,1-3 3 16,1-2-12-16,3 1-11 0,5-10-4 0,-2 2-6 15,6 0-9-15,-3 0 0 0,3 0-9 0,2 3-13 16,1 3-13-16,-5 2-29 0,3 4-12 0,-2 4-28 16,2-1-30-16,-2 4-35 0,-4 4-38 0,2-2-37 15,-2 6-35-15,1-1-21 0,0 3-22 0,-3 3 2 16,5 3-2-16,-5 4-145 0,0-3-456 0,0 5 202 16</inkml:trace>
  <inkml:trace contextRef="#ctx0" brushRef="#br0" timeOffset="-75005.46">12332 16196 108 0,'5'-12'162'15,"-2"0"11"-15,-2-1 9 0,1 2 3 0,-4-4 9 16,1-1 4-16,-3 3-2 0,-3 0-3 16,3 0-5-16,-3 2-13 0,0-1-15 0,-2 4-17 15,-1-2-13-15,1 4-13 0,-6-1-8 0,4 4-13 0,-1 1-9 16,0 2-6-16,-2 2-9 0,-1 1-12 0,3 4-1 15,1-1-5-15,-6 5-3 0,5-1-7 0,0 4-3 16,5-1-4-16,0-1-4 0,2 5-2 16,1-4-3-16,1 0-2 0,3 0-4 0,0 5-3 0,4 0 2 15,3-3 1-15,3 0-3 0,1-1-1 0,2 1-5 16,2-6 1-16,1 5-4 0,-1-7 4 0,4 0-4 16,0-1 4-16,-1-2-5 0,0-1-1 0,0-1-2 15,-4-2-6-15,7-3 0 0,-8 1 3 16,1-2-1-16,1 0 0 0,-3-1-4 0,0-4-1 0,-1 3 0 15,0-4 1-15,-5 3-4 0,3-5 5 0,-2 4 0 16,0-3 0-16,-3 4-1 0,1-5 2 0,-2 3 4 16,1 3-1-16,-1-1 1 0,-2 2 4 0,0 1-2 15,-1-1-4-15,3 2-4 0,-3 3 0 0,2-3 12 16,-2 3-14-16,0 0 0 0,0 0 3 0,9 9-1 16,-6-4 15-16,2 2-15 0,-4 1-3 0,4 1 2 15,-1 2 2-15,-3-1-1 0,3 3 0 0,0-2 1 16,1-1 3-16,-3 0-3 0,2 1-1 0,0-5 1 15,0 1-2-15,-1-1 2 0,0-1 5 0,-2 0-3 16,-1-2 3-16,4 1 2 0,0-3 3 0,-4-1-5 16,0 0 0-16,0 0-1 0,10-8-1 0,-9 3 1 15,2 0-1-15,1-1 1 0,0-6-4 0,-1 3 3 16,1-1 0-16,1-3-1 0,1 4 0 0,-2-3 1 16,1 4-2-16,-1-4 1 0,1 3 0 0,-1 0-1 15,2 3 3-15,-4 1-5 0,0 0-3 0,1 0 4 16,0 4 1-16,-3 1-4 0,5-1-1 0,-5 1 2 15,7 4 4-15,-4 0-5 0,2 2 3 0,-1-1 8 16,0 3-11-16,-1 1 0 0,0 1 4 0,2 2-11 16,-1-3 2-16,-1 1 3 0,5 2-5 0,-1-5 8 15,-2 2-5-15,1 0 3 0,0-4 1 0,-1 1 2 16,0-2 2-16,2 0-3 0,-3-3-3 0,2-1 7 16,-6 0 1-16,10-2-2 0,-6-1 7 0,2-1 0 15,-2-2 3-15,0 0 2 0,3-3 11 0,-2-3 19 16,2 1 8-16,-3 2 6 0,-1-7 21 0,1 6-1 0,2-3 19 15,-4 2-15-15,1 1-3 0,1-1 1 0,-1 2-17 16,-2 2-7-16,-1 0-7 0,4 1-4 16,-2 2-11-16,-1 0-6 0,-1 4-8 0,1-3 2 15,-1 3 0-15,0 0-16 0,0 0-16 0,11 10-9 0,-9-4-11 16,3 0-15-16,-1 3-15 0,1 0-13 0,1 3-29 16,-1-3-9-16,5 2-26 0,-1 4-24 0,0-5-30 15,0-1-41-15,6 2-20 0,0 1-32 16,1-6-194-16,-1 5-520 0,4-5 230 0</inkml:trace>
  <inkml:trace contextRef="#ctx0" brushRef="#br0" timeOffset="-74661.74">13088 16181 177 0,'-7'-4'248'0,"0"1"-12"15,-3 0-13-15,1 0-16 0,1 3-17 0,0-1-7 16,0 1-18-16,0 0-15 0,1 4-15 0,0-1-12 15,2 1-14-15,-1 3-6 0,2-3-11 0,1 2-9 16,2 4-7-16,1-2-9 0,1 2-5 0,5-1-8 16,-2 0-1-16,3 0-8 0,2-3-1 0,2 4-3 15,0-4-7-15,1-1-2 0,2 0-9 0,2-1-2 16,-4 0-4-16,3-3-6 0,-1-1 2 0,1 0 2 16,-4-3-7-16,1 1-2 0,-5 0 3 0,5-4-7 15,-5 1 0-15,-4 0-2 0,-2 0-2 0,3-7 0 16,-4 1 3-16,-1 2-3 0,-3-5 1 0,0 1 0 15,-2 0-1-15,-1-2 0 0,-3-1-2 0,1 1 10 16,1 3-9-16,0-3 4 0,-1 4-3 0,3-1-12 16,-4 5-19-16,4-4-21 0,0 6-28 0,2 1-35 15,1-1-38-15,1 1-23 0,2 4-28 0,0 0-163 16,0 0-398-16,0 0 177 0</inkml:trace>
  <inkml:trace contextRef="#ctx0" brushRef="#br0" timeOffset="-74068.03">13374 16160 157 0,'4'3'152'16,"-4"-3"-3"-16,1 4 4 0,-1 0-7 0,0-4-9 0,4 6-12 16,-1-1-12-16,-2 2-14 0,-1-1-3 0,4 0-8 15,-4 1-17-15,4 0 0 0,2 3-8 16,-2 0-5-16,4-1-3 0,0-2-9 0,-4 3-5 15,5 0 0-15,-4-2-7 0,2-2 0 0,-1-1 1 0,-3 0-8 16,4 0 24-16,-3-1 18 0,-1-2 13 0,0 0 4 16,-3-2-9-16,0 0-6 0,0 0-1 0,14-4 0 15,-11 0 4-15,0-1 5 0,-2-2-3 16,3-3 2-16,-1 0 10 0,0-3-2 0,2 2 1 0,1-3-3 16,1-4 1-16,-3 0-17 0,3 1 3 0,-1 0-12 15,2-1-1-15,-5 7-6 0,3-2-4 0,-1 3-6 16,2-1-8-16,-1 2-1 0,-4 1-8 0,2 3 11 15,0 1-20-15,-3 3 15 0,-1 1-20 0,7-2-8 16,-7 2-12-16,8 4-5 0,-5 0-3 0,1 3 1 16,-1 3-10-16,4-1-5 0,-4 1-4 0,1 1-9 15,2 1-5-15,1-1-9 0,-3 1-6 0,3-3-4 16,1 2-11-16,2-2 3 0,-1 1 0 0,2-2-11 16,1 0-6-16,1-2 7 0,0-2 6 0,1 1-5 15,-2-3 10-15,2-2 4 0,-1 0 8 0,3-4 7 16,1-4 6-16,-4 4 4 0,0-1 10 0,-3-2-3 15,0-1 7-15,1-1 8 0,-5 0 12 0,3-3 7 16,-5 1 21-16,-1-2 17 0,1 0 10 0,-4 0 9 16,1 1 21-16,-4 0 14 0,-1-1 17 0,3 3 5 15,-6 0-3-15,1 1-7 0,0 1-5 0,-1 3-10 16,0 1-9-16,-1 2-7 0,-4 0-2 0,0 4 0 16,1 0-2-16,0 2-10 0,3 1-3 0,-3 3-6 15,1 2 3-15,4 2-4 0,0-2-5 0,1 1-5 16,2 5-3-16,3-4-3 0,0 5-3 0,7-4-5 15,0 2-11-15,4 0-19 0,5 0-23 0,8 3-36 16,-2-4-44-16,5-2-54 0,2 1-57 0,4-3-50 16,3 0-237-16,-3-2-555 0,2-2 246 0</inkml:trace>
  <inkml:trace contextRef="#ctx0" brushRef="#br0" timeOffset="-73724.31">14954 16013 261 0,'5'0'344'0,"2"-1"-22"0,-1 0-20 0,-6 1-16 0,8 0-28 16,-8 0-25-16,0 0-19 0,0 0-8 0,5 3-6 15,-6 2-16-15,1-5-1 0,-7 12-33 0,3-6-7 16,-1 5-24-16,-1 0 2 0,-3 5-18 0,-1 0-12 16,-2-1-26-16,4 1-38 0,-3 2-33 0,4 0-39 15,0 1-41-15,0 0-44 0,1 0-59 0,3-2-55 16,0-3-41-16,3 1-187 0,2-3-510 0,3 0 226 15</inkml:trace>
  <inkml:trace contextRef="#ctx0" brushRef="#br0" timeOffset="-73552.45">15215 16248 87 0,'3'-7'319'0,"1"2"1"0,0 0-14 15,-4-1-22-15,0 1-26 0,0 5-27 0,-4-6-21 16,0 5-24-16,4 1-17 0,-11 1-19 0,4 2-12 15,-1 0-19-15,1 3-29 0,-2 0-32 0,-3 2-41 16,3 2-40-16,1 0-55 0,3 2-71 0,-6 3-74 16,6 1-189-16,2-4-446 0,4 6 197 0</inkml:trace>
  <inkml:trace contextRef="#ctx0" brushRef="#br0" timeOffset="-73175.95">16832 16086 210 0,'0'0'355'0,"6"-3"-33"0,-6 3-30 15,0 0-34-15,0 0-17 0,0 0-8 0,0 0-11 16,-11 12-24-16,4-6-18 0,0 1-17 0,-2 0-10 15,2 3-22-15,-1-2-11 0,2 1-12 0,2 0-25 16,-3 0-31-16,2 0-46 0,1 0-46 0,0 2-63 16,3-4-69-16,1 1-70 0,1 0-220 0,3-2-500 15,4 1 221-15</inkml:trace>
  <inkml:trace contextRef="#ctx0" brushRef="#br0" timeOffset="-73004.09">17119 16249 222 0,'0'0'321'0,"0"0"-10"16,0 0-36-16,-13 6-22 0,6-4-28 0,0 5-22 15,0 0-18-15,-3-3-22 0,0 3-13 0,3 1-29 16,-1-1-36-16,0 1-43 0,-2 0-47 16,3 0-57-16,3 2-58 0,3-4-75 0,4 4-168 0,4-1-393 15,6 4 175-15</inkml:trace>
  <inkml:trace contextRef="#ctx0" brushRef="#br0" timeOffset="-72675.99">18580 16091 286 0,'7'-1'316'0,"-7"1"-31"16,0 0-29-16,0 0-23 0,0 0-22 0,0 0-22 15,-16 11-19-15,5-4-18 0,-3 0-15 0,3 1-17 16,-5 2-10-16,5-2-8 0,-5 2-18 0,2 2-27 16,6-1-35-16,-3 0-44 0,2 1-56 0,3 3-66 15,3-7-62-15,-1 4-174 0,4 1-412 0,0-3 182 16</inkml:trace>
  <inkml:trace contextRef="#ctx0" brushRef="#br0" timeOffset="-72488.51">18723 16282 107 0,'1'-3'332'0,"-1"3"-23"0,3-4-30 15,-3 4-32-15,0 0-26 0,0 0-22 0,0 0-16 16,0 0-24-16,0 0-11 0,-7 15-16 16,3-12-33-16,3 5-38 0,-6-1-41 0,0 1-57 15,2 0-67-15,2 4-73 0,0-3-186 0,3 1-394 0,0 0 174 16</inkml:trace>
  <inkml:trace contextRef="#ctx0" brushRef="#br0" timeOffset="-71816.69">20185 16119 98 0,'-5'-8'264'0,"-5"-1"-15"0,1 1-15 16,-5 3-12-16,-4-1-12 0,1 1-10 0,-6 2-7 15,3 0-16-15,-3 4-17 0,0 2-13 0,0 3-15 16,-3 3-9-16,-1 2-1 0,1 2 2 15,6-2-20-15,-2 7-3 0,6-4 0 0,-6 5-21 0,10-4-7 16,-2 1-6-16,5-1-8 0,3-2-7 0,2 4-5 16,3-3-5-16,2-2-3 0,3 0-2 0,0-2-3 15,6-1-6-15,-2 0-2 0,8 0-7 0,0-3-6 16,4-1-6-16,1-2 1 0,1-1-7 0,0-4 1 16,3-2 1-16,3 0 0 0,-6-2-3 0,-3-2-5 15,1 1-10-15,6-8-10 0,-7 3-6 0,0-8-6 16,-3-2-9-16,1-5-6 0,-4 2-5 0,0-3 14 15,-4-3-6-15,-1 4 5 0,-1-6 6 0,-3 5 6 16,2 1 17-16,-4 5 18 0,-2 2 16 0,2-1 22 16,-4 4 13-16,1 2 6 0,0 3 4 0,-1 0 0 15,-2 2-6-15,3 1-3 0,-3 3-7 0,1 1-5 16,-1 0-7-16,-3 4 0 0,7 1 10 0,0 0-15 16,-15 7-6-16,11 2 1 0,-3 1-4 0,2 1-3 15,-2 6-1-15,3 4-4 0,1-4 3 0,-1 4-1 16,1-1 0-16,3 6-4 0,-4-7-4 0,4 3-13 15,0 0-15-15,4-3-22 0,-4 0-22 0,7-1-35 16,0 0-38-16,0-3-44 0,4 0-51 0,-4-5-47 16,5-1-205-16,0 0-525 0,0-3 232 0</inkml:trace>
  <inkml:trace contextRef="#ctx0" brushRef="#br0" timeOffset="-71254.11">20446 16148 109 0,'0'0'177'0,"-13"5"-20"0,9-3-16 0,1 3-13 16,-1-1-13-16,2 3-5 0,-2-1 3 15,4 1-6-15,-1 0-5 0,2 1-16 0,2 0-8 16,0 0-8-16,1-1-8 0,0 3-4 0,5-2-6 16,-3 2-8-16,1-4-2 0,-2 1-3 0,1-2-2 0,-1 0-7 15,0-1-3-15,1-2 3 0,-2 3-6 0,0-3 0 16,-4-2-5-16,0 0-1 0,0 0-1 15,0 0-3-15,4-11 6 0,-4 7-9 0,-4-3 0 16,1-2-4-16,-1 0-1 0,-1-2 1 0,-1 1-6 0,1-3 8 16,-3-4-5-16,2-1 10 0,1 7 9 0,-1-7 9 15,2 5 3-15,-1 0-1 0,4 0-3 0,1-1-2 16,-2 4-2-16,5-2-6 0,0 6-1 16,-1-2-2-16,2 3-4 0,0 3-3 0,3-2-1 0,-1 4 2 15,-6 0-3-15,20 4-3 0,-7 1 2 0,-1 1-5 16,1 4 7-16,6 3-7 0,-5 1 2 0,1-2-2 15,3 11-1-15,-5-8-4 0,-2-1 2 0,-1 3-5 16,3-3-2-16,-2 3 3 0,-4-7-2 0,-1 1 2 16,0 1-1-16,-3-4 2 0,-2 0 0 0,2-1-8 15,-2-2 10-15,3 1 1 0,-4-1 7 0,0-5 18 16,0 2 8-16,0-2 12 0,0 0 9 0,0 0 2 16,5-13 0-16,-4 9 2 0,2-2-4 0,0-6 0 15,4 1 3-15,-5-1 2 0,6-4 5 0,-3-1 1 16,5 1 2-16,-3 0 1 0,1-1 0 0,1 3-3 15,1-1 1-15,-1 4 4 0,-2-2 5 0,0 3-20 16,1 0 3-16,0 5-7 0,-2-1-12 0,1 1-6 16,-1 3-1-16,-2 1-9 0,-4 1-1 0,10 3 4 15,-6 0-8-15,-3 4 2 0,2-1 0 0,1 4-5 16,-2 1-4-16,0 2-20 0,2-2-14 0,-4 2-20 16,4-2-23-16,0 2-29 0,1 0-37 0,-1-3-35 15,1 2-39-15,3-3-51 0,0-1-248 0,-1-2-546 16,3-1 242-16</inkml:trace>
  <inkml:trace contextRef="#ctx0" brushRef="#br0" timeOffset="-70972.94">21140 15602 50 0,'-7'-1'279'0,"0"-2"0"16,-1 2-1-16,8 1-16 0,-15 6-10 0,6 1-15 16,2 3-3-16,3 2-11 0,-4-1-12 0,6 7-5 15,1 1-16-15,1 3-14 0,3 8-12 0,5-2-19 0,-1 1-12 16,5 0-22-16,-1 1-6 0,-2-1-13 16,6 4-5-16,0-5-10 0,0-3-21 0,-1 3-29 15,-1-3-10-15,-2-1-52 0,-1-7-42 0,-3-1-44 16,-2 2-51-16,-1-5-53 0,-2-5-36 0,1 0-36 0,-3-2-154 15,0-1-488-15,0-1 216 0</inkml:trace>
  <inkml:trace contextRef="#ctx0" brushRef="#br0" timeOffset="-70816.7">20973 15908 210 0,'-2'-4'264'0,"0"-2"-22"16,2 2-21-16,-2 2-24 0,2 2-22 15,0 0-19-15,0 0-11 0,0 0-15 0,10-2-15 0,-10 2-26 16,13 2-35-16,-2 1-45 0,3 2-47 0,8 2-48 16,6-2-69-16,6 5-133 0,3-1-312 0,6 1 138 15</inkml:trace>
  <inkml:trace contextRef="#ctx0" brushRef="#br0" timeOffset="-69853.09">22057 15604 208 0,'10'-8'275'0,"0"1"-14"16,-2-2-11-16,-1 4-6 0,-3 2-16 0,1-2-22 16,1 2-20-16,-2 0-22 0,-4 3-9 0,0 0-23 15,0 0-12-15,6 6-7 0,-6 0-14 0,0 5 13 16,0 1-13 0,-2 7-3-16,-1-1-3 0,2 7-9 0,-3 3-5 15,1 3-7-15,0-3-8 0,1 3-7 16,-1 0-5-16,3 0-8 0,-5-2 0 0,3 2-3 0,0-3-7 0,2-1 0 0,1-7-9 15,-1 2 10-15,3-4-13 0,-2 1-2 0,3-3-4 16,-4-4-2-16,3 0 3 0,1-4 0 0,-1 0 0 16,-2-5 5-16,4 0-3 0,-2-2-4 0,1 1-8 15,-4-2 0-15,14-6 5 0,-7 5-3 0,2-6-1 16,3-1 11-16,-4 0-11 0,2-4-5 0,2 1 3 16,1-2-2-16,-4 3-3 0,5-3-3 0,-5 3 6 15,-1 2-2-15,0-2 0 0,2 1-3 0,-3 1 2 16,1 2 0-16,0 2-2 0,-4 2 1 0,4-1-5 15,-8 3 8-15,14 0-10 0,-14 0 9 0,14 7-11 16,-5-3 7-16,-1 3-2 0,9 2 4 0,-6-1 0 16,3 4 0-16,0 0 4 0,2-1-3 0,2 2 2 15,8 1 0-15,-7-4 2 0,-1 1-7 0,2-4-9 16,-1 2 2-16,2-2-7 0,-1-5 3 0,0 0-5 16,-1-2-8-16,-5-2 9 0,-2 2-5 0,3-5-7 15,-3-1-7-15,-2-1-5 0,-1 0 5 0,-2-4 2 16,-1 1-1-16,-2-1 6 0,-1-2 4 0,-2 0 1 15,0-4 7-15,-1 1-1 0,-2 3 4 0,-1 2 4 16,-3-2 9-16,2 1 0 0,-5-1-1 0,2 5 4 16,-1-4 1-16,-2 4-3 0,-1 3 2 0,-1 0 2 15,4 4-4-15,0-2-3 0,-2 3 5 0,1 3-1 16,2-1 2-16,0 3-3 0,-1 4 2 0,2-1 1 16,1 2 0-16,2 2-2 0,2-1 1 0,1 2 1 15,1 0 1-15,6 3-5 0,-3 0 12 0,2-4-7 16,4 3-3-16,0-2 2 0,2-1 0 0,-1-1-5 15,0-3-2-15,1 0-13 0,3-3-7 0,0 5-3 0,4-7-1 16,0 0-9-16,0-3-10 0,0 0-12 16,-5-1-5-16,6-5-4 0,-6-1-10 0,2-1-7 15,-1-4-11-15,3 1-8 0,-6-2-3 0,3-2 0 16,4-7-21-16,-1-1-6 0,1-3 7 0,-1-3-1 0,-2-2 11 16,-2 4 13-16,-1-2 4 0,-1-3 20 0,-3 2 12 15,0 0 44-15,-1 3 12 0,-4-3 31 16,0 5 30-16,-1 5 26 0,0 0 16 0,-3 2 13 15,-4-1 5-15,1 2-5 0,-1 5-2 0,-2 1-10 16,1 1-10-16,-2 1-4 0,-2 1-5 0,-1 2 0 0,0 1 10 16,-4 2-16-16,1 3-5 0,3 1-2 0,-3 2 7 15,4 3-14-15,-1 2-7 0,-1 2-1 16,3 6-4-16,-2-2-5 0,4 4-6 0,-1 2-1 16,4 9-1-16,-1-1-3 0,4 0-2 0,4 1 8 0,0 1-15 15,3-1 0-15,7 2-19 0,-5-3-15 0,5-1-19 16,5-2-22-16,-4 0-24 0,4 1-30 0,1-6-32 15,2-2-38-15,-5-6-28 0,1-1-26 16,0-2-143-16,0 0-412 0,-2-3 182 0</inkml:trace>
  <inkml:trace contextRef="#ctx0" brushRef="#br0" timeOffset="-69290.52">23233 15823 150 0,'0'0'219'0,"2"-5"-25"0,-2 5-19 15,0 0 0-15,0 0 8 0,0 0-4 0,0 0 11 16,3 23-1-16,-3-8 1 0,0 3-11 0,-1 0-4 16,1 3-16-16,1 7-10 0,1 2-17 0,-4 0-8 15,-1 0-12-15,-1 1-12 0,4 2-14 0,-2-1-1 16,-2 0-11-16,5-1-10 0,-2 1-2 0,2 0-7 16,1-1-6-16,-2-3-10 0,1 1 2 0,1-1-6 15,-1-2-6-15,-1-6 10 0,-1-1-13 0,2-2-7 16,0-3 0-16,-1-1-1 0,2-3-8 0,-5-1-7 15,2 2-1-15,1-4-6 0,0-1-7 0,0-3-3 16,1 1 11-16,-1-4-18 0,-4 3-1 0,4-3-1 16,0 0-2-16,0 0-4 0,-14-7 2 0,7 1-1 15,5-4-6-15,-2-1-1 0,2-1-4 0,2-8-6 16,0 1-8-16,-1-1-8 0,5-11-2 0,1 0 0 16,3 3 4-16,-3-4 9 0,-3-1-3 0,5-3 12 15,-3 2 1-15,-2-2 3 0,1 1 6 0,0-1 6 16,1 3 5-16,-4 0 8 0,2-1 10 0,-1 5 10 15,-1-3 10-15,-1 5 6 0,-1-3 16 0,-2 4-3 16,4-2-1-16,-1 8 1 0,1 2 15 0,-3 4-6 16,4 3 2-16,1-3 3 0,-1 2-1 0,-1 2-6 15,4 1-9-15,5 1-1 0,-4 3-3 0,6 0-3 0,-2 1-5 16,5 4-1-16,0 1-3 0,5 4-3 16,1 2-3-16,-1 1 0 0,-4 0-1 0,5 7-3 15,-3 0 3-15,0-1-7 0,-1 2 9 0,-2 1-8 16,0 6 0-16,-5-4 1 0,-2 1-1 0,-5-2 5 0,0 1 0 15,-2-1-4-15,-2-1 0 0,-1 1 1 16,0-7-6-16,-9 4-6 0,4-3-14 0,-5 0-17 16,3-4-18-16,0 0-26 0,-4-2-26 0,-2 1-44 15,-3-1-55-15,6-3-37 0,-1-1-213 0,-1-1-490 0,1 1 217 16</inkml:trace>
  <inkml:trace contextRef="#ctx0" brushRef="#br0" timeOffset="-68962.43">23742 15988 211 0,'0'0'318'0,"0"0"-27"16,0 0-13-16,0 0-10 0,0 0-14 0,-22-2-19 16,22 2-21-16,-11-1-15 0,6-1-20 0,5 2-19 15,0 0-14-15,-11 2-14 0,11-2-13 0,-5 3-13 16,5-3-7-16,0 3-10 0,0-3-11 0,0 0 8 16,8 9-25-16,-3-6-2 0,0 1-7 0,0 0-5 15,0-1-9-15,3 0-4 0,-1 1-3 0,-2-2-6 16,-1 1-2-16,1-2 14 0,-5-1-24 0,5 2-18 15,-5-2-25-15,0 0-33 0,0 0-38 0,0 0-49 16,0 0-65-16,-8-13-75 0,2 8-215 0,-6-2-547 16,1-1 242-16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376.76465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1-07T10:06:09.37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2665 1162 158 0,'0'-7'233'0,"-2"1"-2"0,-1-2-7 0,0 3-9 16,1-1-18-16,-3 0 0 0,0 1 1 0,2-1 1 15,-2 2-17-15,-2 0-20 0,2 2-17 0,-5-5-16 16,-1 5-12-16,-2-2-6 0,-1 4-13 0,-6 0-8 16,1 0-9-16,-5 4-5 0,1-2-10 15,-7 5 3-15,3 1-7 0,-1-1-4 0,6 1-8 0,4-2-6 16,-1 4-3-16,5-3-9 0,2 1-2 0,-3 5-3 16,4-6-5-16,3 4 1 0,4-2-1 0,4 5-1 15,2-3-2-15,6 0 8 0,5 5-12 0,4-1 1 16,7 6 3-16,5-6-7 0,1 2 4 0,5-4-8 15,-1-2-2-15,-1 4 4 0,-2-2-2 0,8 4-2 16,-6-3 0-16,-3 0 0 0,1 3 3 0,-5-2-7 16,-7-4 8-16,0 1-7 0,-4 2 1 0,0 0-4 15,-4-1 6-15,0 1 5 0,-6-4-8 0,1 2 0 16,-5-1 1-16,-4 0 27 0,-1 0 14 0,-7 2 10 16,-1 1 13-16,-3 2 4 0,-1-4-2 0,-11 2-2 15,5-5 7-15,-7-1-3 0,2-2 1 0,-2-4 2 16,5 1-12-16,1-2 3 0,4 3-5 0,4-6-3 15,0 0-3-15,3 0-5 0,-1-2-10 0,5 2-10 16,0-3-30-16,4-1-50 0,0-4-47 0,3 1-53 16,5-2-53-16,1-2-66 0,7-3-46 0,-1 3-332 15,3-4-702-15,6-2 311 0</inkml:trace>
  <inkml:trace contextRef="#ctx0" brushRef="#br0" timeOffset="312.46">2958 984 166 0,'1'-7'364'0,"-1"1"7"0,2-1-38 0,-2 1-22 16,1 4-41-16,-1-3-28 0,0 5-35 15,3-5-25-15,-3 5-17 0,0 0-20 0,5 17-14 0,-2-6-4 16,1 8-15-16,0 0-6 0,1 8-6 0,4 1-11 15,-4 1-7-15,3 4-7 0,-1-2-8 0,0 2-4 16,-2-3-5-16,3 3-4 0,-1 1-7 0,0-2 8 16,-3-3-13-16,3-1-5 0,1-1-2 15,-4-1-6-15,1-7-26 0,2-1-27 0,-3 1-30 0,-1-8-39 16,4 4-37-16,-3-3-37 0,-1-4-40 0,-2-2-41 16,3 0-51-16,-3 0-176 0,-1-6-514 0,2 5 228 15</inkml:trace>
  <inkml:trace contextRef="#ctx0" brushRef="#br0" timeOffset="2260.25">2962 1327 238 0,'-3'-2'278'0,"3"2"-9"15,-4-7-9-15,4 3-13 0,0 4-19 0,-3-7-21 16,2 4-17-16,1 3-18 0,4-9-17 0,3 0-18 0,1 8-13 15,4-5-10-15,1 0-14 0,7 2-10 0,0 1-11 16,-2-4-5-16,4 7-10 0,8-1-6 0,-2 2-4 16,-6 1-5-16,1 0-12 0,-3 2 0 15,2-2-3-15,-1 8-4 0,-4-4-6 0,0 0-2 16,-1 8-4-16,0-5-3 0,-2 3 0 0,0 0-6 0,-2 1 3 16,-5-3-7-16,1 6 4 0,-1-5-1 0,-1 5-2 15,-3-4-2-15,2 0 2 0,-2 2-3 0,0-4 4 16,1 3-4-16,-3-3 5 0,2 1-2 15,-1-1-6-15,0-1 1 0,1-3 1 0,-2-1 0 16,-1 2 4-16,3-3-2 0,-3-1 4 0,0-3 3 0,0 5 13 16,0-5 22-16,0 0 0 0,0 0-4 0,0 0-3 15,0 0-8-15,7-11 8 0,-5 4-8 0,3 1-8 16,-1-4 2-16,0-1 0 0,1-1-5 16,2-1 0-16,-3-6-8 0,4 2-1 0,-2 4-3 15,-2-6 0-15,7 2 2 0,-6 1-4 0,3 0 0 0,0 0-1 16,2 1 2-16,-6 5-7 0,3-2-13 0,5 3-20 15,-4 1-27-15,3-1-15 0,1 4-20 0,-1-3-22 16,3 6-19-16,6-2-11 0,-1 3-17 16,0 2-6-16,0-1-15 0,2 3 0 0,-1 2-5 15,2 1 21-15,-2-1 14 0,2 2 23 0,-2-1 2 0,1-2 7 16,-2 0 18-16,-4 1 11 0,-1-3 10 0,-1 0 33 16,-2-1 40-16,-1 1 38 0,-3-2 41 0,-1 0 39 15,-6 0 15-15,8-1 16 0,-8 1 11 0,0 0 9 16,3-5 5-16,-3 5 0 0,0 0-7 15,-11-6-7-15,5 5 1 0,-7-2-30 0,-1 4-5 16,-5 2-5-16,1 1-5 0,-3 2-10 0,-1 1-11 0,-2 8-10 16,-2-2-8-16,1 3-4 0,8-1-7 0,0-2-5 15,4 5-8-15,-1-2-9 0,3 2 10 0,3 0-9 16,4-6-4-16,-2 5-6 0,5-5 4 0,2 1-6 16,1-3-2-16,3 1-3 0,1-3 0 15,-1-1 11-15,6 0 1 0,-3-3-10 0,6-3 4 16,-2-1-4-16,3-3 4 0,4-3-5 0,-2-2-5 0,2 0 1 15,-3-5 0-15,0-3 0 0,-1 2-7 0,-3-1 2 16,1-3 4-16,-1 1-7 0,0 0 3 16,-4 1-1-16,3 2-1 0,-7 2 2 0,2 0 5 15,-1 4 11-15,-1-3-1 0,-2 6-1 0,3-1 0 16,-2 1-11-16,-2 1-10 0,-1 1-6 0,0 3 0 0,0 0 4 16,0 0 2-16,0 0-7 0,-1 15 3 0,1-9-4 15,1 3 14-15,-1 1-9 0,0 2 2 0,4-2-11 16,0 1-14-16,2 0-12 0,-2-1-14 15,4 2-7-15,0-4-22 0,-1 0-15 0,4-1-6 16,0-4-11-16,-2 2-6 0,6-1-9 0,0-4-7 0,0-1-3 16,-1-2-4-16,5-5 7 0,-3 1 8 0,-5-3 5 15,5-3 13-15,-3-4 10 0,5-3 9 0,0-6 9 16,-6-2-4-16,2 0-12 0,0-6-23 16,-3 0-14-16,-1-2-11 0,4 2 9 0,-6-2 20 15,-2 4 26-15,0 1 34 0,1 2 46 0,-4 8 47 0,-2 1 24 16,1 1 29-16,-2-1 20 0,0 4 30 0,-3 3 12 15,2 0-2-15,-1 3 1 0,-1 2 1 0,2 3-7 32,-3 0-18-32,3 1-20 0,1 4-18 0,-7-1-4 15,7 1-8-15,-11 7-6 0,5 4-10 0,2 0-8 16,-1 7-3-16,-3-1-8 0,1 11-3 0,4-9-1 0,2 8-2 0,-2 0-8 16,2 0 1-16,1 2-8 0,1-2 7 0,2 4-6 15,1-3-4-15,3-1 12 0,1 2-19 0,3-3 7 16,0 2 8-16,2-2-20 0,4-2 0 0,-1-2-2 15,3 0 6-15,0-2-10 0,-4-4-11 0,4-1-7 16,0-4-15-16,-1 1-5 0,2-3-6 0,2-4-2 16,-1 0 0-16,0-2-5 0,2-3 5 0,-1-1 3 15,0-5 3-15,1 0 2 0,-3-3 4 0,-1-1 7 16,3 1 4-16,-7-5-4 0,4-2 3 0,1-3 5 16,-6 1-3-16,1-4 4 0,-7 4 4 0,-1-1 5 15,-3 2 6-15,-1 1 4 0,0-3 6 0,-3 7 2 0,-3 3 7 16,0-2 0-16,-1 0 0 0,0 6-2 15,-3 0-2-15,-1-2-5 0,0 4 0 0,-3 1-2 16,-4 4 0-16,4 1 0 0,-3 1-4 0,1 2 0 16,2 3-3-16,3-2 2 0,-3 2-2 0,6 2-2 15,-2 2 6-15,5-5-8 0,4 4-7 0,5 1-14 0,-1-4-12 16,8 1-9-16,4 3-12 0,9-3-21 16,0-1-17-16,6-3-11 0,2-3-17 0,2-1-16 15,2-4 1-15,-2-1-7 0,2 0 19 0,-2-2 1 16,1-2 2-16,0-2 6 0,-5-1 14 0,1-4 8 15,-6 2 12-15,4 1 21 0,-9-7 24 0,-4 6 19 0,-1-1 23 16,-3 1 29-16,-5 2 28 0,0 1 19 16,-3-2 33-16,-3 1 13 0,-3 2 1 0,-1 1-9 15,-1 0 1-15,-3 1-17 0,-3-1-3 0,-3 2-13 16,-7 0-12-16,-1 0-2 0,-1 6-6 0,-3-1-14 16,-1 3-1-16,1 0-11 0,2 0-2 0,-3 2-3 0,4 3-2 15,0 0-1-15,2 2-7 0,3 2-2 16,0 0-2-16,3-3 0 0,3 3-5 0,5 0-4 15,2-1-4-15,2 4-2 0,2-6-1 0,8 7-4 16,2-3-3-16,5 2-7 0,5 0 1 0,4 1 0 16,2-3 3-16,-1 1 0 0,1 2-1 0,2 1-1 15,-1 1 4-15,0-3-1 0,-1 3-2 0,-1 0 2 0,2 1 3 16,-8-1-5-16,1 2 1 0,-4 1-1 16,-5-3 4-16,-1 0 3 0,0 10-2 0,-7-2 7 15,-3 5 15-15,-3-3 27 0,-4-2 21 0,-3-7 14 16,-4 8 21-16,-1-1 17 0,0-10 8 0,-4 0 5 0,-1-2 13 15,1-1 3-15,-7-4 4 0,5-2 9 16,-4-1 2-16,3-4-1 0,0-1-9 0,-1-2-14 16,5-7-11-16,-4-2-12 0,4-2-17 0,0-2-8 15,4-4-10-15,4-8-9 0,2-5-8 0,2-1-16 16,10-1-30-16,1-3-45 0,10-14-49 0,8 0-62 0,6-2-53 16,2-1-34-16,6 6-24 0,0 1 5 0,3 5 23 15,-12 15 20-15,-2 0 22 0,2 3 18 16,0 7 15-16,-5 1 11 0,-4 4 14 0,-3 3 11 15,-6 4 11-15,-2 1 9 0,0 2 11 0,1 1 5 0,-5 2 10 16,1 2 6-16,-4 2 3 0,2 3 7 0,-5 3 8 16,-1 0 3-16,0 1 4 0,4 5 6 0,-8 2 1 15,4-1 4-15,0 0-3 0,4-1 6 0,-4-2 8 16,2 1 4-16,0-4-5 0,3-2 3 16,-1 1 2-16,2 0 6 0,0-5 0 0,2 2 9 0,-1-4 10 15,2-1 6-15,1-1 7 0,2-3-6 0,0-2-1 16,-1-1-3-16,4 0-5 0,-4-4 2 0,8-3 0 15,-5-1 0-15,-1-1 14 0,2 1-8 0,-8 1 3 16,6-3 15-16,-6 2 19 0,3 1 17 0,-6 1 2 16,5 2 2-16,0-2 6 0,-4 3-2 0,1 1-14 15,-4 2-5-15,2-1-23 0,3 3-4 0,-7 1-6 16,0 0-3-16,7 10 4 0,-4-2-8 0,2 2-6 16,-4 3 1-16,4 6 2 0,-1 1-9 0,1 9 1 15,-1 0-7-15,-3 1 3 0,2 6 5 0,-6-1 0 16,3-3-3-16,0 4 0 0,-1 2 1 0,1-2 1 15,-4-1 2-15,2-5-4 0,-3 0 3 0,1-10-26 16,-3 1-28-16,-2-3-32 0,-2-2-35 0,-1-4-40 16,-6-3-41-16,0-2-39 0,-2-4-66 0,-2-4-226 15,-9-6-557-15,-3-2 246 0</inkml:trace>
  <inkml:trace contextRef="#ctx0" brushRef="#br0" timeOffset="2666.48">3473 1197 2927 0,'-19'0'260'0,"4"0"9"0,2-1 41 16,0 0-30-16,4-1-49 0,-5-1-53 16,7 1-48-16,-1-3-24 0,2 3-14 0,2-2-15 15,-1 0-1-15,4 1-9 0,-2-3-10 0,6 1-29 0,3-2-44 16,6-1-64-16,15-6-78 0,5 0-87 0,11 3-88 16,18-4-377-16,4-2-768 0,1 4 340 0</inkml:trace>
  <inkml:trace contextRef="#ctx0" brushRef="#br0" timeOffset="3589.89">6508 1228 76 0,'-7'-4'384'0,"0"-2"-8"15,2 1-11-15,-2-1-15 0,3 0-3 0,3 0-26 16,-5 1-11-16,5-1-17 0,-2 0-12 0,3 1-25 16,0-1-23-16,3-1-31 0,2 4-17 0,2-2-25 15,5 0-14-15,0 0-19 0,3 4-14 0,4-3-12 16,2 3-22-16,-2 2 2 0,3 2-14 0,-5 1 0 16,0 2-14-16,-1 2-3 0,-4 1-8 0,7 0-3 15,-8 4 1-15,3-1-8 0,-8 4 1 0,3 0-8 0,-5 2 4 16,-3 2-3-16,-1-4-2 0,-1 5-2 15,-2-2-2-15,-1-1-1 0,-3-2-1 0,-1 1 2 16,-3-2 1-16,2 2 5 0,3-7 0 0,-1-1-4 16,-1 3 1-16,4-7-6 0,0 1-1 0,3 1-4 15,-2-2-5-15,1-2 6 0,2-3 4 0,5 6 4 0,4-5 0 16,7-1 0-16,9-4-4 0,12 1 2 0,1-1-2 16,3-3-10-16,1 0-35 0,0 0-40 0,1-2-47 15,-3 2-48-15,1-1-52 0,-4 3-55 0,-1-2-76 16,-1 2-69-16,-15 0-272 0,0 1-742 0,-8 0 328 15</inkml:trace>
  <inkml:trace contextRef="#ctx0" brushRef="#br0" timeOffset="4261.79">2614 2311 283 0,'-22'6'274'16,"11"-2"-24"-16,-4-3-25 0,11 0-26 0,-3 0-24 15,4 1-14-15,3-2 0 0,0 0 23 0,34-2-2 16,22-1-17-16,11-7-14 0,40 2-13 0,9-5-14 15,5-2-6-15,11 0 33 0,15 1-15 0,12-3-9 16,4-1-15-16,13-1 9 0,3-1-25 0,6 4-5 16,3-8-13-16,5 2-2 0,-7 7-9 0,3-1-2 15,3-1 5-15,-4 1-24 0,-10 5-2 0,-3-4-9 16,-10-2 1-16,-6 10-5 0,-6-4-2 0,-9 4-5 16,-10 0-1-16,-10-1-3 0,-7 0-5 0,-16 2 6 15,-28 4-12-15,-5-1 2 0,0-2 1 0,-7-2-4 16,-5 5 23-16,-18-1-17 0,-6 2-2 0,-9-3-2 15,-10 4-1-15,-2-1-16 0,-4 0-22 0,-3-2-45 16,-4 3-40-16,0 0-57 0,-16-6-56 0,2 4-72 16,-5 0-285-16,-4-2-632 0,-6 0 280 0</inkml:trace>
  <inkml:trace contextRef="#ctx0" brushRef="#br0" timeOffset="8226.44">6415 2607 70 0,'-4'-11'288'0,"-3"-2"-8"15,0 2-18-15,1-2-12 0,-4 2-19 0,2 1-19 0,-2 0-10 16,-2 2-14-16,4 2-12 0,-4-2-14 0,1 4-1 15,-3-1-22-15,4 2-22 0,-4 3-12 0,3 0-8 16,-4 1-11-16,-3 4-10 0,2 1-12 0,-3 6 0 16,3-2-9-16,0 4-7 0,2 3-4 15,-5 3-2-15,2 3-2 0,7-5-9 0,0 4 1 0,-1 2-1 16,2 3-6-16,2 0-3 0,4-7-4 0,2 6 1 16,1-4 4-16,4 4-3 0,1-5-3 0,5 3-2 15,-2-4-1-15,2-1-1 0,3-2 2 0,-1-1-4 16,5 0 0-16,5 1 6 0,-2-7-6 0,4 3 3 15,-1-5-8-15,1-2 5 0,4-2-9 0,2-2-7 16,-1-1-4-16,-5-2 4 0,0-2-5 0,-3-2 4 16,2-1-1-16,-4-2 1 0,-1-1 0 0,-2-2 1 15,-2 0 4-15,-2 4 0 0,-3-4 3 0,-2 0-4 16,3 2 6-16,-5 0 2 0,2 0-2 0,-3 1 15 16,-1 2 7-16,0-1 5 0,-2 2-1 0,3 0-4 15,-4 1 0-15,3 0-7 0,-2 1-6 0,-1 3-6 16,3-4-2-16,-3 4 8 0,0 0-12 0,0 0 1 15,11 6 1-15,-7-1-5 0,1 2 4 0,3-2 0 16,-2 2 5-16,2 1-6 0,0 1 4 0,4 0 2 16,-2 0 1-16,1 0-4 0,2-1 2 0,0-1 2 15,3 3-5-15,-4-5 1 0,-1 2 3 0,1-1-5 16,-2-3 2-16,-3 0-1 0,2 1 3 0,-1-2 1 16,-2 0 4-16,-2 0 1 0,-4-2-5 0,0 0-1 15,11-2 6-15,-11 2 0 0,0-8-2 0,0 8-5 16,-7-8 0-16,3 0-2 0,0 2 4 0,-2 0-3 15,-2-3-6-15,3 0 0 0,-3 0 5 0,-2 0-2 16,3 0 2-16,-2-1 0 0,2-1 9 0,-3 1-2 16,5 1-6-16,-1-1 1 0,1 1 2 0,1 3 0 15,0-5-1-15,3 6 1 0,-1-2-6 0,2 2 2 0,2 0-3 16,3-2-2-16,2 3 1 0,4-1-2 16,-2 2 3-16,2 1-10 0,4 0 2 0,0 1 4 15,1 1-10-15,5 3 14 0,-2 0-6 0,0 0 2 16,1 1-3-16,-2 4-2 0,-2-4-2 0,-1 2-2 0,3 4-1 15,-2-4-4-15,-1 5 4 0,-4-4-2 0,0 2 0 16,0 0 0-16,-3-1 5 0,-1 0-2 16,1-1 1-16,-3-1 0 0,-1 0 3 0,0-1 1 15,1-3 0-15,-4 3 3 0,2-3 6 0,-2 1 6 0,-1-3 26 16,0 0 1-16,0 0 1 0,0 0 1 0,0 0-5 16,4-11 11-16,-4 5 6 0,0-2 0 0,2-2-7 15,1 0-8-15,0-2-5 0,4 0 4 0,-4 1-9 16,5-5-2-16,-2 4 0 0,3-1-9 0,-1 2 6 15,2-2-2-15,-1 3-7 0,-1 2-2 0,3-1-1 16,1 3 3-16,-2 1-6 0,-2 0-6 0,6 2 16 16,-5 1-15-16,2 4 2 0,3 1-2 0,-5 2 1 15,4-2-1-15,-1 4 1 0,-3 2-8 0,5 0 0 16,-2 4 12-16,0 0-3 0,-1 2 5 0,1-4-3 16,3 3-19-16,-4 1-1 0,-4-4-39 0,5 3-22 15,-5-3-23-15,1 1-21 0,-1-4-30 0,-4 2-23 16,2-5-31-16,-1 1-20 0,-1-3-18 0,-2 1-22 15,-1-4-218-15,2 3-526 0,-2-3 232 0</inkml:trace>
  <inkml:trace contextRef="#ctx0" brushRef="#br0" timeOffset="8460.81">7390 2413 73 0,'-1'-11'380'0,"-2"3"-3"15,2 0-7-15,1 1-2 0,-3 4-23 0,3-3-29 16,0 6-34-16,0-6-31 0,0 6-40 0,0 0-21 16,0 0-8-16,0 0-31 0,0 0-11 0,4 14-17 15,0-4-11-15,1 4-9 0,0 3-12 0,6 10-6 16,-3 0-5-16,3 1-5 0,4 1-8 0,-6 2-9 0,4 3-4 16,0-3-22-16,-2-1-24 0,1-1-40 15,1 0-30-15,-4-1-33 0,2-1-35 0,-3-8-35 16,-2 0-49-16,2 0-48 0,-3-5-45 0,-1-2-237 15,0-1-587-15,-1-3 260 0</inkml:trace>
  <inkml:trace contextRef="#ctx0" brushRef="#br0" timeOffset="10210.67">7637 2667 90 0,'5'-2'197'0,"2"-2"-13"0,1 2-11 0,3-1-15 15,0 3-8-15,1-1-10 0,-1 2-9 16,4 2-15-16,3-1-8 0,-4 0-7 0,3 1-14 0,0 4-5 16,4-5-14-16,-2 6-5 0,-3 0-3 0,-2-3-9 15,3 3-4-15,-6-1-3 0,6 2-8 0,-6 0 1 16,-2-3-6-16,2 4 0 0,-3 0-7 16,-1-2-3-16,-3 0 4 0,0 0-4 0,-2-1 0 0,-2 1-1 15,0 0-3-15,-2-3 0 0,-2-1 0 0,0 2-2 16,3-2 4-16,-6-2-3 0,0 0 1 0,7-2 3 15,-9 1 11-15,9-1 5 0,0 0 7 0,-11-4-4 16,8 1-5-16,3-2 2 0,0-2-7 0,1 3-2 16,1-2-4-16,2 0 4 0,1 0-11 0,1-3 1 15,4 3-6-15,0-1 0 0,1 2 4 0,0 0-8 16,0 2-2-16,0 0 1 0,2 0-1 0,-2 3-3 16,1 0 1-16,0 0 2 0,2 3-5 0,-2 0 1 15,2 0 6-15,-2 2-7 0,3 0 0 0,-1 1-1 16,-2 1 2-16,-1 0 0 0,2 1 10 0,1 3-10 15,-2-4 0-15,-1 1 2 0,4 1-4 0,-4-1 2 16,-1-2-1-16,-1 0 1 0,-2 0-2 0,1-1 4 16,-5-3 2-16,2 2 3 0,1 0-1 0,-3-2 5 15,3-1 7-15,-6-1-2 0,0 0 0 0,11-4 2 16,-10 1 8-16,2-1-9 0,-3-2 3 0,2-1 4 16,-2 1 4-16,0-1-5 0,-2-1 1 0,-1-2 0 15,2 2-6-15,-2-5 2 0,1 4-1 0,-3-1-3 16,1 0-5-16,1 1 3 0,0 3-5 0,-3-2 0 15,3 1 3-15,1 2-12 0,0 0 5 0,1 0-8 16,-2 2-23-16,0 0-35 0,3 3-33 0,-2-4-5 16,2 4-7-16,0 0-13 0,0 0-9 0,0 0-8 15,0 0-5-15,18 5-6 0,-8-4-7 0,1-1-4 16,3 0 1-16,-1 0-3 0,8-2 6 0,-2 0 9 16,0-2 8-16,0-2 14 0,0-3 13 0,0 2 18 15,0-2 15-15,0-3 7 0,-5 2 13 0,-2-4 14 0,0-4 11 16,-1 1 3-16,0-4 7 0,0-3 7 15,-7 5 0-15,2-2 9 0,-5 2 9 0,3 0 33 16,-4 1 12-16,-4-1 37 0,3 1 25 0,-1 4 26 16,-6 2 15-16,4 1 21 0,0 1 9 0,-2-1-5 0,1 6-15 15,1-1-14-15,-2-1-17 0,2 5-16 16,0-1-9-16,-3 3-14 0,7 0-8 0,-12 8-11 16,3 0-8-16,3 2 0 0,-3 5-8 0,2 3-3 15,0 3-8-15,3 7-1 0,3 0-7 0,1 2-3 0,2-1-1 16,1-1-1-16,4 2-4 0,0-4-2 0,2 3 6 15,1-3-14-15,2-3 5 0,4 3-5 0,3-3-1 16,-8-6 2-16,3-2-1 0,9 3-5 16,-7-6-1-16,-2-1 1 0,6-2-8 0,-3-3-9 0,3-2-12 15,0-4-13-15,0-2-13 0,0-1 1 0,-1-2-4 16,-3-4 1-16,0 2 2 0,2-5 2 0,-3-2-2 16,0-1-2-16,4-7-14 0,-5-1-19 0,-1-3-22 15,-2 0-23-15,-2-3-17 0,0 0-9 0,-1-6 3 16,-4 3-8-16,3 2 26 0,-3 1 18 0,-1 1 39 15,-4 7 41-15,1-5 42 0,-2 8 37 0,-1-2 33 16,-1 4 24-16,-1 0 18 0,-1 1 12 0,1 4 0 16,-2-4-9-16,0 7-9 0,-1-3-9 0,4 5-14 15,-3-3-7-15,-1 4-9 0,-1 1-16 0,-1-1-7 16,-1 5-3-16,3 1 5 0,-3 2-20 0,2 0-6 16,-1 4-1-16,5 2-1 0,-4 4-6 0,4-2 2 15,0 6-9-15,-1 3 2 0,2-2-2 0,4 8-5 16,1 1 0-16,2 1 3 0,4 0-2 0,1 1 1 15,-2 2-5-15,3-4 2 0,1 4 0 0,3-4-5 16,-2 1-7-16,1 0-6 0,1-1-11 0,-1-4-2 16,0-5 0-16,0 0-7 0,6 4-21 0,-3-7-11 15,1-1-8-15,-1 0-1 0,1-5-12 0,-2-3-12 16,0-1-5-16,5-1 0 0,-4-2-4 0,4-3 8 16,-4-4-3-16,3 2 5 0,1-6 5 0,-3 0 9 15,0-4 4-15,-1-1 5 0,0-3 0 0,-4 2 0 0,1-1 16 16,-1-1-5-16,-3-1 9 0,3 2 0 15,-7 3 15-15,2 1 15 0,-1 0 12 0,-2 1 21 16,-3 3 25-16,1-1 13 0,3 3 8 0,-4 1 2 16,1-3-7-16,-2 4-10 0,1 4-11 0,0-5-2 0,0 5-5 15,0 0-3-15,0 0 1 0,0 0-5 16,-5 13 1-16,2-6-3 0,3 0-1 0,0 3-1 16,0-1 0-16,3 1-4 0,-3 2-1 0,1-2-5 15,3 2 2-15,2-4 3 0,-5 2-3 0,4 0-1 0,1-2-2 16,1-3 1-16,-6-2-2 0,7 2-5 0,-2 0-7 15,-2-4-2-15,1 1-9 0,2 0-11 0,1-2-1 16,-8 0-1-16,12-5 0 0,-6 2-4 16,-1-2 8-16,6-2 4 0,-5 2 0 0,-1-4 3 0,-1 0 7 15,-1 1 9-15,5-2 9 0,-4 1 6 0,-1 2 9 16,-1 1 3-16,1-1 0 0,1 1 9 0,-2 2 4 16,0-2-5-16,0 3-7 0,-1-1-4 0,-1 4-3 15,2-5-8-15,-2 5 1 0,0 0 0 0,0 0-4 16,0 0 1-16,0 0-1 0,10 11-1 0,-8-4-1 15,5-3-1-15,-2 0 2 0,1 5-9 0,4-3 0 16,-3-1-1-16,4 1-6 0,1 1-1 0,-2-4-3 16,7 2 2-16,3 1-3 0,4-4-3 0,-1 0-1 15,7-1-3-15,0 0 2 0,-8-2 0 0,12-3 8 16,-3 0-6-16,0 0 5 0,4 0 0 0,2-1-1 16,-1-3 5-16,-1 1 0 0,1 0 4 0,3-4-5 15,2 1 3-15,-2-2 1 0,1 1-2 0,11-3 2 16,-14-2-2-16,-3 1 2 0,1 1 3 0,-5 0-2 15,4 0 5-15,-8-1 1 0,-7 6 3 0,-3-5 9 16,-2 6 12-16,-4 0 15 0,-1-2 18 0,-5-1 21 16,-3 6 13-16,4-3-5 0,-8 1-4 0,0-2-10 15,-4 0-12-15,-9-1-10 0,-3 1 2 0,-8 1-11 16,-5 3-5-16,-4 0-7 0,1 2 0 0,-4 6-4 16,5 2-2-16,-2 0-6 0,-2 4 9 0,9 1-13 15,-1 5-1-15,1 0-1 0,5 5-1 0,1 6 2 0,8-2-6 16,0 2 5-16,1 3-1 0,5 3-4 15,6 0 0-15,3-3-1 0,3 6 2 0,6 0 0 16,1 1 0-16,10 11-1 0,-2-12 1 0,12 7 1 16,3 0-1-16,-9-10 4 0,9 9-2 0,-8-13-4 0,0 4 2 15,-2-4 0-15,-1 0 0 0,-3-4-3 0,-4 1-1 16,-3-7-2-16,-4-1 6 0,-4-5-2 16,2-2 3-16,-6 0 10 0,-1-4-4 0,-8 3-4 15,1-3 3-15,-7-4 9 0,-8-1-13 0,-7-3-5 0,-1-2-38 16,-9-5-59-16,1-1-65 0,-14-4-80 0,0-6-302 15,0-1-582-15,-3-2 258 0</inkml:trace>
  <inkml:trace contextRef="#ctx0" brushRef="#br0" timeOffset="10382.53">9414 2287 30 0,'0'-4'93'16,"-1"1"-53"-16,-4 0-42 0,5 3-26 0,-4-2-28 15,4 2 13-15</inkml:trace>
  <inkml:trace contextRef="#ctx0" brushRef="#br0" timeOffset="10866.85">11033 2233 117 0,'4'-14'327'0,"-3"4"-22"0,3 0-13 16,-4-1-14-16,2 5-12 0,-1 0-21 0,0 0-21 16,-1 3-32-16,0 3-9 0,3-5-36 15,-3 5-23-15,0 0-9 0,0 0-13 0,11 10-9 0,-7-1-6 16,2 2-11-16,2 6-4 0,3 1-6 0,-2 7-8 16,3 5-5-16,-1-4-8 0,4 6 0 0,-7 1-7 15,5-4 2-15,0 5-4 0,-1 1-5 0,0 0-2 16,-2-3-2-16,-3 0-16 0,4 0-15 0,1-2-25 15,-6-3-36-15,0-8-19 0,-1 1-36 0,1-3-36 16,-2-5-47-16,0 0-14 0,-1-4-49 0,-2 0-164 16,2-5-467-16,-1 0 207 0</inkml:trace>
  <inkml:trace contextRef="#ctx0" brushRef="#br0" timeOffset="11460.75">11366 2252 32 0,'0'-10'277'0,"0"5"-9"0,1-1-27 0,-2 1-15 16,0 1-34-16,1 4-23 0,1-4-21 0,-1 4-13 15,0 0-14-15,0 0-13 0,4 13-12 0,-5-4-5 16,2 2-10-16,-1 2-8 0,2 1-8 0,-2 4-6 16,5 3-5-16,0 1-4 0,-2-2-7 0,1 5 0 15,0 2-7-15,2-6-1 0,-2 1-1 0,-1-3-6 16,2 4-4-16,-1-5 3 0,-1-2-7 0,-1 2 1 15,1-5 0-15,-1 0-7 0,0-4 2 0,1-1-1 16,0-2-1-16,-2-1 3 0,2 1-1 0,-2-1 4 16,3-4 0-16,-4-1-1 0,0 0-1 0,0 0-1 15,12-6-2-15,-9 1 1 0,4-1 6 0,-1 0 9 16,0-3 5-16,0 0 6 0,0 2 0 0,1 0 5 16,-2 0 1-16,2 1-7 0,-1 2-4 0,-2 0-7 15,0-2-5-15,0 3-3 0,3 0-3 0,-2 2-7 16,-5 1 10-16,11 1-11 0,-4 3 1 0,0-1-7 15,8 3 15-15,-3 4-11 0,3-2-2 0,0 0 2 0,3 2 8 16,1-1-11-16,-3-1 0 0,7-2 2 16,-5 2 0-16,4-1 1 0,1-4-2 0,-4 4 1 15,4-6-7-15,-3-1 8 0,0 0-4 0,-3-4-1 16,-1 2 1-16,-3-3-2 0,-1-1 2 0,0 0 1 0,-2-4 1 16,-1 1-2-16,2 0-6 0,-6-3 0 15,5-6 2-15,-6 5 2 0,-1-3-4 0,1 1 1 16,-2-2-2-16,1 4 4 0,-3 2-1 0,0-1 10 15,-3 1 14-15,2 4 10 0,0 1 1 0,-3-1 3 0,3 2-10 16,-1 1-4-16,-2 0-3 0,-3 3-7 0,7 1 0 16,-16 1-2-16,6 3-3 0,1 1 2 0,-2 2-4 15,3 0 10-15,1 3-19 0,1 1 10 0,2 1-3 16,0-2 1-16,4 4-2 0,2 0 9 0,2-2 4 16,1 1-2-16,5 4-6 0,3-3-2 0,0-2-3 15,4-1-17-15,1-2-28 0,5 0-25 0,-4-4-29 16,2 0-32-16,3-1-42 0,-1-1-41 0,-1-5-46 15,1-3-42-15,-1 4-179 0,-1-5-513 0,-4-1 227 16</inkml:trace>
  <inkml:trace contextRef="#ctx0" brushRef="#br0" timeOffset="11632.61">11003 2305 240 0,'-37'1'228'0,"3"-1"-23"0,15 2-20 0,6-1-23 16,2 1-23-16,4 3-12 0,4-4-10 0,3-1-11 16,19 4-15-16,14-2-42 0,5 1-72 0,26-3-100 15,-3 1-128-15,6-1-271 0,1 0 120 0</inkml:trace>
  <inkml:trace contextRef="#ctx0" brushRef="#br0" timeOffset="12179.44">12503 2364 40 0,'3'-3'224'0,"0"1"-23"15,-3 2-22-15,9-1-16 0,-1 1-24 0,-1 2-15 16,0 1-13-16,0 0-11 0,2 6-8 0,8-1-12 16,-4 4-7-16,-1 0-9 0,3 3-2 0,-4 0-3 15,2 1-10-15,1 1-1 0,-3 0-6 0,4 1-1 16,3 2-4-16,-6-2-3 0,-1-2-8 0,0-1 0 15,-2 0 0-15,1-1-3 0,-6-3-2 0,3-5-1 16,-3 0-2-16,1 0 2 0,-2-2 39 0,-2 1 39 16,2-3 39-16,-3-2 31 0,0 0-19 0,0 0-13 15,0 0-13-15,7-11 7 0,-7 4 1 0,0-4 9 16,0 0-14-16,3-1-5 0,-2-1-4 0,3-5-6 16,3 1-1-16,0-2-6 0,1 0-3 0,0 0 4 0,4-1 2 15,-1 4-6-15,3-1-11 0,-3 2-4 16,1-2-4-16,1 3-7 0,-3 5-7 0,0 0-7 15,0 3-6-15,-1-2-12 0,-1 4-3 0,-3 1-12 16,3 2-8-16,-1 1 2 0,3 4-2 0,3 2-4 0,-3-2-1 16,-2 5-1-16,2 0-1 0,3 6-1 0,-1 0-5 15,-1 3-19-15,0 0-26 0,-4 1-19 0,4-1-26 16,-2 0-34-16,1 1-25 0,1-1-33 0,-6 0-24 16,2-1-27-16,-2-6-34 0,2 1-37 0,1-1-20 15,-4-3-243-15,2-2-607 0,2 0 268 0</inkml:trace>
  <inkml:trace contextRef="#ctx0" brushRef="#br0" timeOffset="12773.14">13326 2402 253 0,'-1'-5'228'0,"1"5"-22"0,0 0-6 15,0 0 6-15,0 0-2 0,-15 8-5 0,9-3-3 16,-2 3-22-16,4-2-8 0,-4 5-16 0,1 0-16 15,3 6-10-15,3-6-13 0,-2 2-6 0,4 2-10 16,1-2-11-16,-1 1-7 0,3-4-2 0,4 5-8 16,2-4-6-16,-1-1-6 0,1-1-2 0,9-1-5 15,-5 2-3-15,2-2-5 0,-3-3-4 0,4-4-9 16,-4 1-9-16,2-4-10 0,-2 0-13 0,-3-2-9 16,1 0-7-16,0-2-9 0,-4-2-8 0,4-1-2 15,-7-1 0-15,0-2 1 0,-3 0 5 0,2-1 2 16,-3 1 4-16,-4-2 3 0,0-2 6 0,0 3 8 15,-2 0 8-15,0 1 14 0,-4-3 12 0,6 3 5 0,-4 2 3 16,-2-2 3-16,5 2 15 0,-2 2-3 16,3 0 8-16,-3 3 10 0,6-1-2 0,-4 1 10 15,3 0 5-15,-1 2 3 0,2-2-21 0,1 5-11 0,0 0-4 16,0 0-5-16,6-6-4 0,4 7-3 0,-10-1-7 16,23 4-1-16,-8 2-5 0,7-2-5 0,-6 0 6 15,5 4-5-15,2 0-6 0,-4-1 5 16,5 7-5-16,-3-6 7 0,-2 2-11 0,0-1 2 0,1 0 2 15,-3 4 0-15,0-1-4 0,-3-2-1 0,-2 4-1 16,3-1 2-16,0-1-1 0,-7-3-6 0,-1 2 1 16,1-2 1-16,-5-3-3 0,2-1 3 0,-2-1-3 15,0 0 2-15,-2 0 5 0,-1-4-5 0,1 3-4 16,-1-3 12-16,0 0 9 0,0 0 17 0,0 0 11 16,0 0 16-16,0 0 17 0,-16-10 7 0,12 7 9 15,0-8-6-15,1 5 2 0,-1-5 0 0,0 2-13 16,4-3-1-16,0-3-7 0,0 4-3 0,0-5-12 15,4 3-7-15,0-5-5 0,2 3-6 0,1-2-5 16,2 1-9-16,-1 1-19 0,-1 4-35 0,7-4-35 16,-5 4-35-16,-2 3-35 0,0 3-43 0,4 0-53 15,-2-3-58-15,-1 7-66 0,2-1-299 0,-5 0-712 16,5 4 315-16</inkml:trace>
  <inkml:trace contextRef="#ctx0" brushRef="#br0" timeOffset="13351.22">14032 2310 209 0,'3'-2'348'16,"-3"2"-30"-16,0 0-19 0,0 0-45 0,0 0-33 15,0 0-27-15,0 0-13 0,0 0-27 0,0 0-13 0,0 0-15 16,0 16-12-16,1-10-7 0,-1 3-11 0,4 0-10 15,-7 2-8-15,6 0-8 0,-3 1-5 16,4 1-5-16,0-2-6 0,-2 1-4 0,3-1-5 16,0 1-4-16,-2-3-7 0,0 1 1 0,0-4-3 0,2-1-6 15,-1 1 2-15,-2-1-3 0,2-1 3 0,1-3-5 16,-1 1 0-16,-4-2-2 0,8 0-7 0,-8 0 4 16,14-2 1-16,-5-3-6 0,-2 0 0 0,3-3 1 15,-5 2-2-15,7-3-2 0,-5 1-3 0,3-2 2 16,-1-1 0-16,1 1-3 0,-1 2 11 0,-2 1 12 15,3-1 13-15,-4 0 9 0,0 3-4 0,-2 1-3 16,2-2-7-16,-3 3-11 0,0 1-9 0,1 1-1 16,-4 1-2-16,0 0-5 0,0 0 2 0,8 7-2 15,-3 0 0-15,-3-1-1 0,2 0 5 0,0 2-3 16,2 2-5-16,-1 2-1 0,-1-1 5 0,2 1-12 16,-2 2 10-16,0-1-1 0,1 1-3 0,4 3 5 15,-4-7-1-15,-1-1-3 0,0-2-2 0,-1 0 4 16,2-2 4-16,-2 0-1 0,-2-1 1 0,3-2 5 15,2 0-10-15,-6-2 10 0,0 0-8 0,17-7 7 16,-14 2-5-16,4-2 3 0,4-1-2 0,-3-1 13 16,0-1 30-16,2-1 5 0,-2 0 12 0,3-4 12 15,-3 5 11-15,0-2-5 0,7 1 3 0,-8 0-1 16,1 1-3-16,-1 0-8 0,2 2-10 0,0 0-1 16,0 1-11-16,-2-1-5 0,1 3-6 0,-4 1-6 0,0-1-9 15,-1 1-5-15,3 1-17 0,-4 2 1 16,-2 1-2-16,0 0-9 0,18 6-35 0,-13-2-44 15,2 3-37-15,1 1-46 0,0 2-44 0,-2 1-53 0,-1 6-58 16,5-6-71-16,-6 9-273 0,-3-4-718 0,-1 2 318 16</inkml:trace>
  <inkml:trace contextRef="#ctx0" brushRef="#br0" timeOffset="19125.29">10239 3814 69 0,'2'-7'342'0,"-2"1"-21"0,3 0-29 0,-2 3-30 15,-1-1-31-15,3 1-34 0,-3 3-20 0,0 0-13 16,0 0-21-16,3 10-10 0,-3 2-6 0,-2 0-3 16,4 4-12-16,-2 3-11 0,1 0-9 0,-1 1-10 15,4 8-5-15,-1-6-3 0,1-2-10 0,2 6-5 16,-1-6-8-16,0-1-6 0,2 2 0 0,0-3-6 16,5-1-2-16,-1-3-6 0,-5-3 3 0,2 0-3 15,-2-2-2-15,0-2-1 0,-1-2-1 0,2 0 1 0,0-4-1 16,5-1-1-16,-5 0-3 0,1-4-3 15,3-3 0-15,-6-1 2 0,4 0 4 0,-5-2-1 16,1 0 8-16,2-3 4 0,0-3 1 0,-3 2 10 16,1-2 11-16,-2 3 2 0,4-2 2 0,-5 5 6 0,4-2 4 15,-5 2 1-15,2 3 0 0,-3 1-19 0,3 1-12 16,-2 2-7-16,3 0-9 0,-4 3 2 16,12 1-5-16,-5 2-2 0,3 3 0 0,1 0-4 0,4 7 0 15,1-3 1-15,0 2-9 0,3 2 7 0,3 3-5 16,4 0 0-16,-2 2 2 0,2-3-4 0,-4 0 1 15,4-2-4-15,-7-4-3 0,1 2 5 0,-2-4 5 16,1 3 2-16,-7-8-11 0,3 1 8 0,-4-3 2 16,0 1 6-16,1-2 24 0,-4-3 17 0,-1 2 4 15,5-5 3-15,-5-4 8 0,1-1 4 0,-2 1-6 16,-5-3-7-16,2-5-4 0,-3 0-1 0,-3-1-12 16,2-9-5-16,-2 0-5 0,0 0-5 0,1 1-4 15,-2-1-4-15,2 2-6 0,1-1-2 0,-2 5-6 16,3 2-14-16,0 0-20 0,0 4-22 0,0 3-28 15,0 2-40-15,3 2-53 0,-2 1-69 0,1 4-47 16,2 2-36-16,-4 2-36 0,9 1-30 0,2 1-284 16,-4 2-719-16,2 4 318 0</inkml:trace>
  <inkml:trace contextRef="#ctx0" brushRef="#br0" timeOffset="19422.14">11551 3717 92 0,'4'-11'332'0,"2"-1"5"0,-5 2 11 15,4-2-5-15,-6 5-26 0,1 0-14 0,-4 0-27 16,3 3-30-16,-5 0-28 0,2 1-18 0,-6 3-18 0,0 5-12 16,-4 0-6-16,-5 6-8 0,-3 7-8 0,-2 1-12 15,-1 4-10-15,4 0-8 0,0 3-12 0,2-2-8 16,4 3-5-16,0-1-10 0,4 2-4 0,-2-1-6 15,7 0-6-15,2-7-8 0,4 0-3 0,0 2-7 16,8-3-1-16,3 9-5 0,7-8-1 0,1 2 2 16,4-5 4-16,3-4-12 0,3-1-1 0,-1-3-29 15,6-2-49-15,-4-4-46 0,4 1-54 0,4-4-40 16,-7-6-55-16,2 2-60 0,-2-5-55 0,-1 1-302 16,-11-2-711-16,2 1 315 0</inkml:trace>
  <inkml:trace contextRef="#ctx0" brushRef="#br0" timeOffset="19594">11419 3876 69 0,'-4'2'310'0,"4"-2"-17"0,0 0-22 16,0 0-26-16,0 0-24 0,0 0-20 0,0 0-21 15,0 0-21-15,27-5-8 0,-10 5-22 0,3-1-30 16,-1 0-52-16,4 0-63 0,-1-2-68 0,9 1-69 15,-1-2-201-15,-7 3-383 0,-1-2 169 0</inkml:trace>
  <inkml:trace contextRef="#ctx0" brushRef="#br0" timeOffset="19812.74">12007 3623 242 0,'0'0'369'0,"1"-5"-30"0,-1 5-41 15,0 0-37-15,0 0-28 0,0 0-12 0,8 11 24 16,-4-4-9-16,-1 4-18 0,2 3-16 0,-2-3-22 16,1 11-15-16,0 5-14 0,-1 3-17 0,0 2-9 15,-2 1-4-15,3 0-23 0,0 2 4 0,2-2-22 16,-1-2-32-16,2 1-45 0,0-2-48 0,-3 1-44 16,4-3-59-16,-4 0-50 0,0-9-16 0,4-3-70 15,-2 1-232-15,-2-7-558 0,1-2 246 0</inkml:trace>
  <inkml:trace contextRef="#ctx0" brushRef="#br0" timeOffset="20064.23">12328 3547 155 0,'-3'-8'451'0,"2"2"-10"0,-1 0-43 16,1 2-53-16,0 1-42 0,1 3-34 0,0 0-23 15,0 0-6-15,-13 12-29 0,13-3-10 0,-3 3-28 16,1 8-14-16,4 7-15 0,0 1-14 0,-1 4-15 0,3 1-2 16,3 2-27-16,0 2 3 0,5-1-11 15,-4 2-4-15,6 12-8 0,-5-15-9 0,1-4-3 16,-2 3-36-16,0-1-41 0,-2-4-51 0,1 1-35 16,-3-3-38-16,-2-7-1 0,1-1-59 0,-3-4-74 0,0-4-41 15,0 3-230-15,-5-6-596 0,1-3 265 0</inkml:trace>
  <inkml:trace contextRef="#ctx0" brushRef="#br0" timeOffset="20527.66">12061 3504 293 0,'-5'-18'347'0,"-1"0"-28"0,2 5-1 15,0-4-15-15,3 5-19 0,-1 0-14 0,1-1-26 16,0 2-14-16,3 0-29 0,1 2-28 0,3 0-6 16,6 3-28-16,0-2-9 0,5 3-17 0,6 1-15 15,0 3-11-15,0 1-5 0,6 2-13 0,4 0-5 16,-2 3-7-16,3 6-6 0,-1 1-2 0,1 4-6 0,-3-3-5 16,2 2-1-16,-6 4-4 0,0 1-7 15,-1 2-5-15,-5 1-1 0,-1-1-4 0,-4 1-8 16,-6-5-4-16,0 3 0 0,-5-2-2 0,-1 1-1 15,-1 0-4-15,-3 1 6 0,-3-1 0 0,-5-1-1 0,0-2 2 16,-3 0-4-16,-4-2 6 0,-2 1 4 0,1-2 17 16,1 0 6-16,-2 0 1 0,1-3-5 0,2 0-5 15,4 1-3-15,-1-4 4 0,3 3-9 0,0-4-1 16,2 6 7-16,2-3-5 0,4 1 11 0,3 0-9 31,3 2 1-31,5 2-6 0,3 0 5 0,8 6 4 16,4 2-10-16,3-4-1 0,3 2 3 0,1-1-1 15,12 7 2-15,-11-6-7 0,1-2 6 0,1 2 0 0,-1-1-3 0,-1-2 3 0,-7-2-10 16,4 1 1-16,-2-4-23 0,-9-2-34 0,-5-2-29 16,0-1-29-16,-4-3-34 0,-4 0-25 15,1-1-29-15,-5-2-56 0,-3-2-74 0,0 0-266 0,0 0-641 16,0 0 283-16</inkml:trace>
  <inkml:trace contextRef="#ctx0" brushRef="#br0" timeOffset="21168.23">13001 3202 269 0,'0'-6'330'0,"-3"2"-20"0,3-2-28 15,-4-1-28-15,0 2-21 0,-3-1-8 0,-6 3-14 16,2-2-25-16,-4 3-12 0,-3-2-19 0,-2 3-12 15,-3 1-10-15,2 3-16 0,-1 2-6 0,-1 1-12 16,3 1-4-16,-1 1-5 0,-4 6-11 0,6-5-9 16,2 3-8-16,1-1-7 0,4 2-2 0,2-1-2 15,-1-2-10-15,7 3-2 0,-3-2-1 0,5-1-1 16,0 2-4-16,5 2 1 0,5-5-1 0,-1 1-4 16,4-1 1-16,0-1 10 0,8-2-15 0,-3-2-3 15,5-1 2-15,0-1-4 0,1-3-1 0,0-2-4 16,-2-2-2-16,-2 0-6 0,2-1-8 0,-3-2-4 15,-1-4-4-15,-4-1 3 0,3 0-7 0,-4-3 1 16,-4 2 1-16,-2-4-1 0,1-1 0 0,-5-2 9 0,-1 2-10 16,-3 0 2-16,-1-9 0 0,-1 8 5 15,1 0 2-15,-2 0 22 0,0 1 16 0,0 1 10 16,-3 0 7-16,2 2 12 0,-1 0 26 0,3 4 10 0,0 2 3 16,-3 0 13-16,1 0-2 0,4 3-4 0,-1 1-14 15,2 2-15-15,0 0-13 0,-1 1-15 0,3 3-10 16,0 0 0-16,0 0-8 0,0 13 1 15,2-2-8-15,2 5 4 0,0 3-5 0,8 5-1 0,-1 2 0 16,0 2 0-16,0 1-4 0,3 1 0 0,2 1-6 16,-1 1 3-16,0-1-1 0,1-1-2 0,3 1-28 15,-4 0-34-15,3-2-16 0,2-1-44 0,-2 1-68 16,1-6-57-16,-7 1-63 0,1-7-74 0,0 1-366 16,-6-3-796-16,1-6 354 0</inkml:trace>
  <inkml:trace contextRef="#ctx0" brushRef="#br0" timeOffset="23044.74">9646 5337 200 0,'0'-5'313'0,"-2"1"-13"15,2-2-18-15,0 0-10 0,-1 3-20 0,1 3-19 0,0 0-37 16,0-5-29-16,0 5-14 0,0 0-15 16,0 0-17-16,0 0-10 0,1 21-14 0,2-11-4 15,-2 3-9-15,3 5-7 0,3 0-9 0,-3 5-7 0,2-3-5 16,2 5-4-16,-3 0-4 0,2-5-3 0,0 1-4 15,-2-2-9-15,-1 0 1 0,2-1-2 0,-5-5-5 16,7 3 9-16,-5-6-12 0,0 2-3 0,-2-1-2 16,2-4-4-16,1-2 5 0,-4 1 1 0,1-5 5 15,-1-1 8-15,6 2-13 0,-6-2-3 0,0 0-1 16,8-10-1-16,-6 3 0 0,5-3-1 0,-1-1-4 0,-2-2-4 16,4-4 0-16,0-1-3 0,2 0-3 15,-2 2 7-15,3-1-2 0,-3-1 2 0,0 1-1 16,-1 6 1-16,1 1 3 0,-1 0-5 0,1 2 0 0,-5 2-4 15,2 0-3-15,3 2 1 0,-1 3-1 0,0 0-1 16,3 3-2-16,3 3 4 0,-2 1-3 0,2 0 5 16,1 3-1-16,2 2-3 0,4 0 14 0,-4 1-10 15,-1 0-6-15,1-1 9 0,-1 2-2 0,3 0-9 16,-4 0 8-16,-4-5 5 0,1 1-5 0,-1-3 2 16,0-1-4-16,-3 0 9 0,0-2-1 0,-3 0 24 15,0-1 42-15,-4-2-7 0,0 0 2 0,15-5-2 16,-12 1-4-16,-2-2 16 0,5-3 4 0,-6-3-6 15,1-1-10-15,-1 0-2 0,0 1-13 0,0-7 0 16,0 1-11-16,0-3 1 0,-1-7-5 0,1 2-7 16,-2 1-4-16,0 4-16 0,2 1-31 0,-2 1-16 15,2 1-49-15,0 3-31 0,0 2-38 0,0 2-46 0,0 2-57 16,0 2-65-16,0 3-307 0,0 0-683 0,0 4 302 16</inkml:trace>
  <inkml:trace contextRef="#ctx0" brushRef="#br0" timeOffset="23372.79">10319 5062 70 0,'0'-4'329'15,"0"0"-27"-15,1-1-35 0,-1 5-30 0,2-2-29 16,-2 2-21-16,0 0-19 0,4 10-13 0,1-1 22 16,-2 2 3-16,2 2-10 0,1 4-11 0,-1 2-18 15,2 9-7-15,5 2-16 0,-8-2-8 0,3 3-10 16,1 3-13-16,-4-1-3 0,4 2-10 0,1-2-7 0,-1 2-10 16,-3-3-1-16,5-2-5 0,-5 1-5 15,5-4-2-15,-5 0-5 0,3-6-4 0,-2-2-2 16,-1-3-7-16,-1 1-29 0,-4-4-31 0,6-3-35 0,-3-2-33 15,0-2-28-15,-1 0-17 0,3 0-16 0,-5-1-39 16,3-4-40-16,-3-1-229 0,5 0-508 0,-5 0 225 16</inkml:trace>
  <inkml:trace contextRef="#ctx0" brushRef="#br0" timeOffset="23654.01">10516 4925 166 0,'0'-10'331'0,"-1"3"-8"0,1 2-22 0,0-1-32 15,-2 3-35-15,2 3-29 0,0 0-21 0,0 0-16 16,0 0-16-16,17 13-3 0,-12-2 17 0,1 9-13 16,6 9-15-16,-3 4-10 0,2-1-12 0,1 4-8 0,-1 0-9 15,-4 1-6-15,7 12-4 0,-2 4-10 16,-2-17 37-16,3 13-14 0,-6-12-5 0,-3-1-10 15,5 1-12-15,-1-2-6 0,-2-1-4 0,2-3-4 0,-1-1-6 16,1-1-3-16,-1-2-2 0,-3-2-13 0,0-5-18 16,0-4-41-16,-1-4-52 0,1-2-42 0,-3-1-37 15,1-1-31-15,-1-3-34 0,0 0-53 0,-1-5-312 16,0 0-633-16,0 0 280 0</inkml:trace>
  <inkml:trace contextRef="#ctx0" brushRef="#br0" timeOffset="24263.34">9448 5122 264 0,'3'-20'309'0,"-6"3"-5"16,6 4-5-16,-3 1-6 0,0 0 1 0,-3 1-2 15,6 0-5-15,-3 1-2 0,0 2-9 0,0 4-15 16,0-4-24-16,0 3-25 0,0 5-28 0,0-3-23 16,0 3-23-16,0 0-14 0,0 0-11 0,0 0-15 0,-4 20-7 15,4-3-18-15,-3 2-2 0,3 9-1 16,-3 2-10-16,3 5-2 0,-1 4 1 0,1 12-16 16,4-3 0-16,-4-9-7 0,4 12-3 0,-1-12 1 0,4 8-6 15,1 0-4-15,4-11 10 0,-5 3-11 0,8 7-3 16,-4-11-12-16,-2 1-20 0,6 2-20 15,-1-5-16-15,-2 0-9 0,-1-2-21 0,-1-2-17 0,-1 0-28 16,-2-4-20-16,-2-8-37 0,2 0-46 0,-3-4-43 16,2-5-39-16,-5 0-41 0,3-4-205 0,-3 0-599 15,-1-4 266-15</inkml:trace>
  <inkml:trace contextRef="#ctx0" brushRef="#br0" timeOffset="24622.68">9182 4953 262 0,'-3'-6'345'16,"2"-1"-15"-16,-1 1-28 0,1 1-35 0,1-1-33 0,0 6-28 16,0 0-27-16,0 0-12 0,0 0-15 0,10 23-7 15,-4-5 14-15,5 14-11 0,0 3-5 0,7 12 11 16,-9 4-25-16,5-1 7 0,-2 4-32 0,-1 2 6 16,1-1-20-16,-1-3-15 0,-4-2-9 0,4-2-5 15,-6-10-2-15,5 12 13 0,-5-15-21 0,2 2-4 16,-2-1-3-16,-1-1-4 0,-2 0-7 0,-1-4 1 15,0-2 3-15,-1-7-9 0,-1-2-22 0,2-9-46 16,-2 4-61-16,2-5-49 0,-2-2-39 0,2-3-58 16,1-4-93-16,-2-1-218 0,0 0-605 0,0 0 267 15</inkml:trace>
  <inkml:trace contextRef="#ctx0" brushRef="#br0" timeOffset="25216.39">11502 5298 55 0,'-2'-2'430'0,"2"2"4"0,-2-4-10 0,2 4-19 16,0 0-23-16,0 0-24 0,0 0-19 0,0 0-27 16,0-6-26-16,0 6-32 0,0 0-28 0,8-2-21 15,0-2-19-15,1 3-22 0,5-1-14 0,0 0-14 16,5 1-17-16,0-2-14 0,3 1-12 0,-2 1-22 16,-1 0-40-16,3 1-47 0,1-1-41 0,-4 2-54 15,3-1-47-15,-7 1-50 0,-1 0-58 0,-2 1-51 16,1-1-49-16,-6 1-245 0,0 1-663 0,-1-1 294 15</inkml:trace>
  <inkml:trace contextRef="#ctx0" brushRef="#br0" timeOffset="25372.62">11535 5473 73 0,'-7'3'221'0,"3"1"-8"15,1-2-4-15,3-2-6 0,-4 5 1 0,4-5 19 16,0 0 3-16,0 0-16 0,15 1-24 0,-1-2-11 0,2-2-22 15,3 0-14-15,4-2-14 0,0 2-25 0,5-3-45 16,1 1-57-16,-4 0-73 0,-5-1-69 0,10 1-83 16,-11 3-152-16,3-4-408 0,-2 2 181 0</inkml:trace>
  <inkml:trace contextRef="#ctx0" brushRef="#br0" timeOffset="28966.68">13039 4964 233 0,'2'-7'352'0,"-2"-1"-3"0,1 1-22 0,1 4-25 16,0-2-22-16,-2 1-26 0,0 4-34 0,0-8-24 0,0 6-29 15,0 2-15-15,0 0-18 0,0 0-11 0,0 0-11 16,-2 16-9-16,4-5-13 0,-1 1-9 0,-1 7-2 16,4-1-7-16,0 5-7 0,0-3-6 0,1 0-10 15,-1-1 1-15,2 2-8 0,-2-2-3 0,2 0-5 16,-1 0-1-16,2-3 0 0,0-3-2 0,-2-3-7 16,-2 2-8-16,0-4-9 0,0 0-5 0,2-4-1 15,-4 1 2-15,2-2 10 0,-3 0-7 0,4-1-5 16,-4-2 1-16,0 0 1 0,12-5-1 0,-8 0-4 15,-1-3 7-15,1 1 0 0,0-1-7 0,-1-2 2 16,4 0-3-16,-2-3 5 0,-2 6-1 0,1-5 3 16,2 4-2-16,-5 1-2 0,3 0 4 0,0 3-3 15,-2 1-7-15,4 1-3 0,-2 0 3 0,-4 2-1 0,7 0 1 16,4 4-1-16,4 1-1 0,-7 0 4 0,8 4 4 16,-5-1-6-16,0-1 1 0,5 5 3 15,1 0 0-15,-1-2 3 0,-1 1-1 0,-1-1 7 0,1-2-3 16,-2-1-1-16,1-1-5 0,-2-2 7 0,-4-1 4 15,5-1 1-15,-5-1 6 0,4-2 9 0,-2-1 9 16,-1-3 12-16,-1-1 6 0,-1-3 2 0,-2 1 17 16,1-2-1-16,-1-3 1 0,-1-5-5 0,-1 0-5 15,1 0-4-15,-2 2-9 0,-2-2-3 0,1-8 0 16,-2 7-5-16,1 0-5 0,0 2-7 0,-2 1-3 16,1 2-1-16,1 2-5 0,0 2-19 0,0-1-33 15,0 4-44-15,1 1-53 0,-2-1-58 0,1 5-68 0,0 2-31 16,0 0-29-16,0 0-48 0,0 0-204 15,3 14-616-15,-3-4 273 0</inkml:trace>
  <inkml:trace contextRef="#ctx0" brushRef="#br0" timeOffset="29154.17">13737 5287 40 0,'1'6'273'0,"5"-2"-4"0,-5 3-6 16,3-2-6-16,0 1-14 0,-1 1-8 0,-2 0-21 15,3 1-13-15,-2 2-19 0,0-5-17 0,1 8-18 16,0-3-11-16,-2 1-13 0,-1-1-16 0,4-1-4 16,-4 2-14-16,2-1-5 0,0-1-13 0,2 2-31 15,-2-5-36-15,-1 0-51 0,0 1-41 0,1-1-44 16,-1-2-56-16,0 1-46 0,2-3-193 0,-3-2-461 16,0 0 204-16</inkml:trace>
  <inkml:trace contextRef="#ctx0" brushRef="#br0" timeOffset="29544.76">13711 4817 34 0,'-1'-6'422'0,"-1"4"-28"16,2 2-34-16,-1-5-23 0,1 5-35 0,0 0-25 15,0-5-30-15,0 5-27 0,0 0-29 0,0 0-21 16,0 0-16-16,0 0-15 0,0 0-13 0,0 0-8 16,20 8-21-16,-13-4-5 0,3 0-11 0,0-1-7 15,-1 4 7-15,-3-4-26 0,3 4-6 0,-3-1-6 16,0 1-4-16,-1-3-4 0,1 3-2 0,-4-2-2 16,1 1 0-16,0 3-4 0,-3-1-5 0,0-2 2 15,-3 0 9-15,2 1 9 0,-1-1 7 0,-2-1 1 16,2-1 4-16,0 1-4 0,-2 0 0 0,0-1-4 0,3-1-2 15,1-3 4-15,-6 3 6 0,6-3 10 16,0 5-5-16,0-5 5 0,0 0-14 0,0 0-3 16,0 0-4-16,12 0-12 0,-12 0-29 0,18-5-43 0,1 2-61 15,0-1-32-15,3 0-47 0,0 3-57 0,-2-3-62 16,10-3-69-16,-9 4-268 0,0 0-690 0,1 1 306 16</inkml:trace>
  <inkml:trace contextRef="#ctx0" brushRef="#br0" timeOffset="29747.87">14232 5084 70 0,'0'0'287'15,"15"0"-14"-15,-4-2-12 0,1 1-19 0,4-2-24 16,1 0-19-16,0-1-19 0,5 0-19 0,-3 0-17 0,0-1-14 15,1 2-16-15,1 0-11 0,-6-1-22 16,1 3-40-16,-1-4-50 0,-1 4-50 0,-4-1-58 16,0-1-59-16,-3 1-182 0,1-1-386 0,-4 1 171 15</inkml:trace>
  <inkml:trace contextRef="#ctx0" brushRef="#br0" timeOffset="29982.22">14334 4888 320 0,'0'0'316'16,"0"0"-30"-16,0 0-31 0,0 0-28 0,0 0 0 15,0 0 3-15,-3 12-11 0,5-5-4 0,-1 4-15 16,3 0-20-16,-3 6-14 0,2 1-15 0,1 9-14 16,0-6-13-16,2 9-11 0,-1-9-8 0,-1 9-10 15,3-10-14-15,-2 7-38 0,2-7-24 0,0 2-29 16,1-3-32-16,-1-1-45 0,-2-1-46 0,5 0-39 15,-2-6-61-15,0-1-46 0,-2-2-181 0,3 0-496 16,1-5 220-16</inkml:trace>
  <inkml:trace contextRef="#ctx0" brushRef="#br0" timeOffset="30466.56">14683 4852 321 0,'0'0'316'16,"0"-4"-35"-16,0 4-30 0,0 0-21 0,0 0-12 16,0 0-11-16,-13 13-14 0,12-7-18 0,-1 4-8 15,1 1-18-15,1 3-16 0,1 2-11 0,1-3-12 16,3 7-8-16,0 0-11 0,1-1-7 0,1 0-6 16,1-1-5-16,0 0-10 0,0-4 0 0,0 3-11 15,-1-5-8-15,-3-4-15 0,3 2-14 0,-2-4-3 16,-2-1-11-16,0-2 3 0,0 2-1 0,2-4-4 15,-5-1 3-15,0 0-9 0,11-4 12 0,-11 4-2 16,5-8-2-16,-1 3-2 0,-1-4 4 0,1 3 2 16,-1-4 10-16,1 3 12 0,0-3 10 0,-3 3 11 15,2 1 3-15,0-1-4 0,-2 1 5 0,2 1-6 16,0 1-5-16,-2 2 3 0,-1 2-23 0,0 0-1 0,0 0-7 16,0 0 8-16,16 10 1 0,-9-2-5 15,-3-2-3-15,3 5-5 0,3-4 5 0,-1 2-4 16,-1 0 5-16,0 1-2 0,6 2-6 0,-6-4 2 0,3 1 0 15,-2-3 5-15,2-1 0 0,-4-1-10 0,3 0 13 16,-1-2-8-16,-1-2 3 0,3 1 1 0,-1-4-1 16,-5-1-3-16,2 0 3 0,0-4 0 0,-1-2-1 15,-1 1 6-15,-1 0 10 0,-3-2-3 0,2-1-2 16,-2-4 1-16,-1-2-9 0,0-2 0 0,0 4 5 16,0-4-10-16,3 1 6 0,-6 1-9 0,3 0-11 15,0 2-16-15,3 3-22 0,-3 1-33 0,0 2-33 16,0 2-49-16,-3 1-66 0,3 4-77 0,0-1-58 15,0 4-183-15,0 0-588 0,0 0 261 0</inkml:trace>
  <inkml:trace contextRef="#ctx0" brushRef="#br0" timeOffset="30851.7">15166 5259 119 0,'8'1'375'0,"-8"-1"-5"0,3 2-10 15,-3-2-2-15,0 0-26 0,0 0-19 0,0 0-33 0,0 0-23 16,0 0-27-16,0 0-29 0,0 0-23 16,4 2-25-16,-4-2-10 0,7 5-16 0,-6-2-15 15,2 0-3-15,1 1-2 0,1-1-21 0,-2 2-12 0,3-1-5 16,-1 1-7-16,-2 2 3 0,1-1-15 0,0-1-4 15,0 0 7-15,0 2-17 0,0 0-3 0,-4-2-4 16,3 4 15-16,-3-4-12 0,0 0 2 0,0 2 1 16,0-2 4-16,0-1 4 0,-3 2-2 0,3-2 1 15,-1 0 9-15,-2 1-1 0,2-2-2 0,1-3-3 16,0 0-8-16,-2 5 3 0,2-5 1 0,0 0-1 16,-1 4-6-16,1-4 2 0,0 0 5 0,0 0-9 15,0 0-2-15,0 0-7 0,0 0-15 0,0 0-24 16,7-12-33-16,-3 7-41 0,0 0-41 0,3-5-38 15,0 2-48-15,-1-4-53 0,4-2-62 0,0-1-65 16,-1-1-257-16,3-2-708 0,-5-2 313 0</inkml:trace>
  <inkml:trace contextRef="#ctx0" brushRef="#br0" timeOffset="31195.42">15237 4737 314 0,'0'0'387'0,"0"0"-13"0,-4-4-14 15,4 4-17-15,0 0-32 0,-2-4-27 0,2 4-28 16,0 0-28-16,7-4-29 0,-7 4-19 0,0 0-23 16,14 3-13-16,-7-2-13 0,-1 3-13 0,4 0-19 15,0 2-3-15,-5-2-12 0,7 2-9 0,-2 1-9 16,-3 1-15-16,2 0-3 0,-2 1-1 0,-2-1-3 15,1 1-4-15,-5-1-3 0,2-2-2 0,-2 3 1 16,2-3-7-16,-3 1 1 0,0 0-6 0,-3-3 7 16,3 3-1-16,-4-1 5 0,4-2 11 0,0-1 1 15,0-3 11-15,-2 6 4 0,2-6 19 0,-2 4 1 0,2-4 3 16,0 0 2-16,0 0-6 0,0 0-7 16,0 0-15-16,0 0-10 0,12-2-15 0,-12 2-29 15,17-6-52-15,-4 2-50 0,2 3-48 0,4-2-46 0,-1-1-54 16,2 1-65-16,3-2-64 0,-3 3-320 0,-2 1-753 15,-1 0 333-15</inkml:trace>
  <inkml:trace contextRef="#ctx0" brushRef="#br0" timeOffset="31429.78">15669 4996 54 0,'0'0'317'0,"0"0"-22"0,14-6-14 16,-10 4-34-16,3-1-22 0,1 0-25 0,-2 1-17 15,3-1-20-15,3 1-15 0,-1-1-18 0,4 2-10 0,-1 0-14 16,2 0-12-16,-4 1-12 0,2-2-27 16,-2 1-30-16,3-1-44 0,0 4-44 0,-3-2-49 15,0 0-39-15,-1-2-46 0,-4 2-168 0,-1-2-393 0,3-1 175 16</inkml:trace>
  <inkml:trace contextRef="#ctx0" brushRef="#br0" timeOffset="31632.89">15770 4862 179 0,'-5'-1'310'0,"5"1"-26"15,0 0-31-15,0 0-26 0,0 0-26 0,0 0-9 16,-6 6 6-16,6-2-15 0,0 5-16 0,0 1-9 15,0-1-13-15,0 4-16 0,3-2-19 0,-2 4-3 16,2 3-11-16,1 2-4 0,0 0-8 0,2 1-12 16,-1-1-35-16,3-3-39 0,-2 2-53 0,-1-1-57 15,2-1-63-15,1-6-62 0,0 2-204 0,-2-3-477 16,2 1 211-16</inkml:trace>
  <inkml:trace contextRef="#ctx0" brushRef="#br0" timeOffset="31851.62">16306 4918 99 0,'0'0'390'0,"-1"-2"-15"0,1 2-40 15,0 0-23-15,0 0-29 0,4-6-35 0,0 4-25 16,-4 2-25-16,9 0-18 0,-9 0-19 0,10-1-42 15,1 2-58-15,-2 1-61 0,0-2-65 0,1 3-65 16,4-3-75-16,-4 2-226 0,4-1-467 0,-1 1 207 16</inkml:trace>
  <inkml:trace contextRef="#ctx0" brushRef="#br0" timeOffset="32023.48">16660 4935 298 0,'1'-5'321'0,"-1"5"-17"16,0 0-31-16,3-4-28 0,-3 4-20 16,3-4-22-16,-3 4-25 0,5-1-18 0,-1-2-35 15,-4 3-51-15,8-1-59 0,-1 1-71 0,-7 0-65 0,14 0-67 16,-6 1-155-16,1-1-371 0,1 2 163 0</inkml:trace>
  <inkml:trace contextRef="#ctx0" brushRef="#br0" timeOffset="32179.72">16914 4916 43 0,'3'-6'336'0,"-2"2"-6"0,-1 4-13 0,0-6-13 15,0 6-23-15,0-6-28 0,0 2-19 0,3 1-24 16,-3-2-25-16,0 5-19 0,1-7-36 0,-1 3-47 16,0 4-67-16,4-4-71 0,-4 4-87 0,0 0-85 15,0 0-184-15,0 0-445 0,0 0 197 0</inkml:trace>
  <inkml:trace contextRef="#ctx0" brushRef="#br0" timeOffset="32539.06">17145 4928 243 0,'0'0'280'0,"14"-8"-23"16,-10 6-16-16,5 2-18 0,0-1-9 0,0-1-16 15,3 2-16-15,7-4-19 0,2 3-15 16,0-2-17-16,3 0-15 0,4 1-8 0,2 0-11 0,0 0-12 16,-7-1-8-16,2 2-11 0,3-1-4 0,-6 0-8 15,0 0-18-15,2-1-22 0,-6 2-39 0,-2-1-37 16,-6 1-34-16,3-1-48 0,-4-1-41 0,-3 1-49 16,1-2-142-16,0 1-405 0,-7 0 180 0</inkml:trace>
  <inkml:trace contextRef="#ctx0" brushRef="#br0" timeOffset="32726.55">17366 4769 280 0,'0'0'307'0,"-6"-3"-23"0,6 3-25 0,0 0-26 0,-5-1-26 16,5 1-29-16,0 0-14 0,0 0-7 16,-7 10 4-16,7-5-9 0,1 3-17 0,-1 0-11 0,3 1-9 15,1 6-11-15,0 1-11 0,0 1-10 0,3 1-8 16,1 1-8-16,2 1-33 0,-2-1-47 0,0 0-56 15,0 8-80-15,3-8-73 0,-4 0-239 0,-2 2-497 16,0-3 221-16</inkml:trace>
  <inkml:trace contextRef="#ctx0" brushRef="#br0" timeOffset="33274.9">17737 4663 318 0,'0'0'323'16,"0"0"-33"-16,0-5-34 0,0 5-27 0,0 0-24 16,0 0-22-16,-3 16-18 0,4-6-11 0,-2-1-16 15,2 4-9-15,-1 0-8 0,0 5-7 0,2 0-16 16,-1 0-6-16,2 0-10 0,0 1-8 0,1 0-8 15,-3 0-7-15,1 0-4 0,-1-2-2 0,3-4-6 16,-3 0-7-16,2-2-9 0,0 1-14 0,-2-5-6 16,-1 1-3-16,1-3-9 0,2 1 6 0,-3-1 0 15,2-2 3-15,0 1 7 0,-2-4-10 0,0 0-2 0,7 0 3 16,-7 0-1-16,12-8 1 0,-5 3-4 0,-1-2 4 16,3 0-2-16,-1 1 9 0,3-2 7 15,-3-1 10-15,0 1 7 0,-1 3 6 0,-3 0-7 0,5 2 0 16,-4 0-6-16,2-1-12 0,-2 3 0 0,2-1 1 15,-7 2-5-15,15 3-3 0,-4 1-2 0,-2-1 3 16,0 4-1-16,1-2-1 0,0 4 0 0,1-1 1 16,2-1 1-16,-4 1-9 0,2 0 9 0,-1-1-2 15,1 1 0-15,1-3 13 0,2 0-14 0,-2 0 2 16,-1 1-2-16,0-4 1 0,-3-2 2 0,3-1 0 16,0 0 0-16,-3-4 10 0,0 2 11 0,2-4 1 15,-2 0 17-15,-1-2 1 0,-1-1-10 0,-1-1 12 16,-3-3 9-16,1-1 1 0,0-2 4 0,-3-2-18 15,0 1-2-15,-3 0-17 0,3 0 6 0,-3-1-3 16,1 0-9-16,-3 0 2 0,4 1-9 0,-5 1-29 16,1-1-34-16,1 7-36 0,0-2-35 0,0 3-50 0,-3 2-54 15,-2 0-56-15,2 5-54 0,-3-2-248 0,1 5-627 16,-2 0 278-16</inkml:trace>
  <inkml:trace contextRef="#ctx0" brushRef="#br0" timeOffset="34181.08">18293 5132 235 0,'0'-5'289'0,"4"3"-6"0,-4 2-18 16,3-6-15-16,-3 6-21 0,0-5-18 0,0 5-28 15,-7-2-11-15,7 2-16 0,-7-1-13 0,7 1-15 0,-14 2-10 16,4 2-12-16,-2 1-8 0,1 2-11 16,-3 0-11-16,2 1-3 0,1-1-8 0,-3 3-6 15,2 2-7-15,1 0 2 0,3-5-6 0,0 5-7 0,4-7-2 16,1 6-10-16,-1 0 1 0,4-1 1 0,0-1-3 16,6 0-1-16,-1 0 1 0,4-2-4 0,1 2 0 15,1-4-4-15,2-1-4 0,1-1 0 0,0-1-3 16,-1 0-4-16,2-4 0 0,-1 1 0 0,0-1-8 15,0-1 6-15,-4-3 1 0,2-1-2 0,-1-1 3 16,-3-3-6-16,3 1 3 0,-3-7-4 0,-2 6 2 16,-1-6 3-16,1 1 10 0,0-1 15 0,-4 0 21 15,-2 0 17-15,0 5 19 0,1 0 11 0,-1 0 4 0,0 1 8 16,-1 2 3-16,1 2-7 0,-2-1-4 16,2 1 1-16,0 2-5 0,-3-2-7 0,3 4-7 15,0 3-10-15,0-6-8 0,0 6-8 0,0-7-6 0,0 7-10 16,0-3-9-16,0 3-5 0,0 0-7 0,0 0-5 15,0 0 2-15,0 0-4 0,0 0 1 0,0 0-2 16,0 0-2-16,0 0 6 0,10 13-8 0,-8-7-3 16,-1 0 6-16,-1 0-3 0,1 2-3 0,2 4-9 15,0-1-16-15,0 0-14 0,-2 1-30 0,2 0-37 16,2 0-28-16,2 4-20 0,-3-2-25 0,1-3-26 16,2 2-24-16,-3 2-34 0,7-4-24 0,-4-2-44 15,3 0-41-15,-1 0-200 0,0-3-611 0,1-2 270 16</inkml:trace>
  <inkml:trace contextRef="#ctx0" brushRef="#br0" timeOffset="34602.91">18398 4546 97 0,'0'-5'370'15,"-1"0"-15"-15,-1-2-19 0,4 3-24 0,-2 4-18 16,0-10-23-16,0 5-25 0,1 2-20 0,3 1-29 16,-4 2-18-16,5-3-21 0,-1-2-22 0,-4 5-15 15,14-1-10-15,-6 1-13 0,0 1-11 0,-1 3-13 16,2-2-3-16,1 2-12 0,1 2-6 0,-4 1-4 15,1-1-5-15,-3 1-7 0,2-1-1 0,-3 2-2 16,-1 0 1-16,-1 2 5 0,0-2 2 0,-4 1 9 16,0-1 4-16,-2 0 6 0,1-1 7 0,-4 2 6 0,2-3-3 15,1 0-4-15,0 0 0 0,-1-2-10 0,3 0 1 16,-1-1 3-16,2 1 3 0,1-4 3 16,0 4 5-16,0-4 2 0,0 0-10 0,0 0-6 0,0 0-9 15,19-1-5-15,-4-2-6 0,5-1-20 0,-2-1-54 16,12 0-43-16,-7-1-48 0,6 1-48 0,-8-1-59 15,-1 1-83-15,1 0-84 0,1-3-273 16,-6 2-728-16,-1-1 323 0</inkml:trace>
  <inkml:trace contextRef="#ctx0" brushRef="#br0" timeOffset="35782.65">12617 4745 73 0,'0'0'183'0,"0"0"-8"0,0 0-3 0,0 0 0 16,0 0-7-16,0 0-10 0,0 0-9 16,0 0-17-16,0 0-9 0,0 0-14 0,0 0-10 15,22-5-9-15,-6 4-12 0,6-3-4 0,-3 3-6 0,13-1-9 16,-1-2-5-16,3 0-6 0,4 0-3 0,0 0-5 15,3 0-3-15,16-1-3 0,-15 2-6 0,13-3 0 16,3-1-2-16,-4 2-4 0,2-1 1 0,4 0-3 16,-3-1-1-16,3 3-3 0,4-4-1 0,5 0 4 15,2 0-7-15,26-2 0 0,-31 3-1 0,36-2 0 16,-37 1-3-16,1 0-2 0,29-5 5 0,-24 7-4 16,1 0 1-16,24-5 1 0,-23 6-3 0,23-7 1 15,3 6 2-15,-31-1-4 0,30 0 2 0,-30 1 3 16,30-5 1-16,-31 5 0 0,1 0-2 0,32-4-7 15,-3 3 4-15,0-2 3 0,-32 4 2 0,37-6-2 16,-36 4 0-16,4-2-2 0,29-3 2 0,-27 5-3 16,25-4 3-16,-29 3 1 0,28-5-3 0,-29 5 1 0,31-6 1 15,-29 6-2-15,29-7-2 0,-31 6 2 16,0 2 3-16,2-4-3 0,34-2 1 0,-35 7 4 16,29-8 1-16,-30 3-1 0,3 3-1 0,28-4-1 15,-30 4 1-15,0 1-5 0,6 0 2 0,-5 2 1 0,0-2-1 16,-2-3-2-16,-3 2 0 0,7-2 0 0,-7 3 2 15,-1-1-2-15,3 3 0 0,-4 0 3 0,-2 0-3 16,0-1-2-16,-2 1 2 0,-1 1 0 0,1 0-2 16,-17-2-1-16,2 2 0 0,-2 0 3 0,1 1-2 15,0 1 1-15,-5-3 0 0,2 0-1 0,-6 2 1 16,-3-2-1-16,1 1-3 0,-7 3 5 0,-3-2 1 16,-2 0 21-16,-4-1 8 0,0 2 13 0,-4-1 10 15,0 1 10-15,-6 2 10 0,1-1-1 0,-6 1-1 16,5-2-10-16,-1 1-5 0,-4 1-7 0,7-1-5 15,-7 1-11-15,0 0-3 0,3-3-7 0,-3 3 0 16,0 0-20-16,0 0-8 0,0 0-15 0,0 0-7 16,0 0-9-16,0 0-17 0,-11 9-18 0,8-6-18 0,3-3-23 15,-7 6-32-15,3-2-19 0,-4 0-29 16,1 0-56-16,-1 1-169 0,-4 1-448 0,0 1 199 16</inkml:trace>
  <inkml:trace contextRef="#ctx0" brushRef="#br0" timeOffset="36673.18">12632 4811 149 0,'6'-7'269'0,"-3"1"4"0,0 0-7 15,0 2-11-15,1-2-14 0,-2 3-16 0,0-1-33 0,0 2-25 16,-2 2-21-16,0 0-11 0,0 0-15 0,8 11 11 16,-4-1-1-16,1 7 1 0,1 1 4 0,-1 9-11 15,-1 4-10-15,1 2-12 0,0 16 0 0,-3 1 14 16,0 3 2-16,-2 1-2 0,-2-2-16 0,4 3 23 15,-2 1 5-15,3-7-10 0,-6 1-11 0,6-11-9 16,-2-2 12-16,3 0-3 0,3 0-19 0,-3-2-4 16,3-3-5-16,-3-2-12 0,5-4-3 0,-4-5-12 15,0-3 3-15,1 1-2 0,-5-9-5 0,2 4-7 16,-2-8-1-16,3 0 18 0,-3 1 50 0,-1-2 43 16,0-2 35-16,0-3-8 0,0 0-20 0,0 0-18 15,-5-11-13-15,4 0-14 0,-3 0-7 0,-2-6 4 16,1 0-25-16,-9-10-9 0,3 2-8 0,0-2-4 0,-4-2-7 15,0-1-8-15,-4-1-1 0,4 4-13 16,-4-2-2-16,-2 2 3 0,0 4-9 0,5 9-3 16,-6-7-8-16,6 9-3 0,2 0-14 0,-5 5-45 0,4 0-64 15,1 6-63-15,-2-1-62 0,1 6-62 0,-4 5-60 16,-3 8-82-16,6-2-86 0,4 2-342 0,-3 8-940 16,3 0 416-16</inkml:trace>
  <inkml:trace contextRef="#ctx0" brushRef="#br0" timeOffset="56390.49">26205 3700 27 0,'-4'-16'279'0,"0"-2"-12"0,-3 5-21 16,0-4-14-16,-4 4-8 0,-1-1-8 0,4 3-4 15,-2 1-11-15,-3 1-12 0,3 1-16 16,-1 2-22-16,1-1-16 0,-4 2-18 0,-1 4-7 0,3 1-17 15,-1 1-11-15,-1 3-11 0,1 2-5 0,1 2-8 16,-2 3-7-16,2 0-2 0,-3 5-11 0,6 2 0 16,-1 1-6-16,2 6 3 0,-3 5-5 0,7-1-6 15,-4 1 3-15,7-1 0 0,1 1-6 0,1 1 2 16,-1 3-5-16,8-1-1 0,-4-1 3 0,0 4-4 16,6-3-3-16,-6 2-1 0,4-1 2 0,-3 2 2 15,1-1-4-15,-2 2 1 0,0-1 0 0,0 0 0 16,0-2 0-16,-3 6-5 0,-1-7-3 0,-1 3 3 15,2-4-2-15,-3-1 3 0,-5 3-4 0,0-4-5 16,2-3-14-16,-2-7-19 0,0-1-22 0,-1 0-30 16,3-1-45-16,-2-2-62 0,4-6-66 0,-5-2-244 15,5-1-543-15,2 0 241 0</inkml:trace>
  <inkml:trace contextRef="#ctx0" brushRef="#br0" timeOffset="56624.85">25743 4245 128 0,'-2'-6'372'0,"1"-1"-17"0,-1 1-18 16,0 1-26-16,4-2-27 0,1 3-22 0,1-1-25 0,3 1-27 15,4-1-18-15,1-1-20 0,8 2-17 0,1 1-15 16,10 1-17-16,-1-1-7 0,3 3-24 0,1-1-28 15,-3-3-42-15,3 9-48 0,-3-2-57 0,-2 3-69 16,2-6-78-16,2 8-284 0,-13-3-557 0,2 1 248 16</inkml:trace>
  <inkml:trace contextRef="#ctx0" brushRef="#br0" timeOffset="57140.56">26257 4288 115 0,'0'0'242'0,"0"0"-24"0,0 0-21 16,0 0-22-16,0 15-17 0,0-8-14 0,1 2-11 15,-1 6-16-15,0-2-9 0,1 3-6 0,-1 2-10 16,0 0-11-16,2-2-6 0,-2 4-8 0,2-1-8 0,-2-1-5 15,0-2-1-15,2-3-9 0,1 4-3 0,-1-6-5 16,-2 1 0-16,3-2-6 0,0-4-3 16,-2 1-5-16,3-4 1 0,-2 0-3 0,3-1 2 15,-5-2-4-15,0 0-2 0,15-7-2 0,-8-1 0 0,2-2 11 16,-2 1 12-16,1-1 9 0,2 0 9 0,1-3 9 16,-2-3 8-16,-1 6 4 0,2 2 0 0,-3-3 2 15,1 2 4-15,-3 4-5 0,3-1 1 0,-4 1-14 16,-1 1-5-16,1 0 7 0,0 1-28 0,-4 3-5 15,7-1-3-15,-7 1-2 0,10 5-5 0,-4-1-4 16,1 1 1-16,-1 3-4 0,2 0 1 0,1 1-2 16,-2 2-1-16,3-1 0 0,-1-1-3 0,2 1-2 15,0-1 0-15,-3 0 0 0,0-1 1 0,1-3 1 16,0 1-1-16,0-2-2 0,-2-1 6 0,0-2 0 16,-3-2 11-16,4 1 13 0,-8 0 14 0,13-5 27 15,-9 0-1-15,-1-3 9 0,1-2-1 0,0-1-5 16,0-1 1-16,-3-3-12 0,0 0-3 0,-1-3-5 15,0 0-10-15,0 2-8 0,0-2 1 0,0 0-11 16,0 5-28-16,0-4-26 0,0 4-33 0,0 2-51 16,0-3-48-16,-1 4-47 0,1 4-66 0,1-2-74 15,-2 3-284-15,1 1-675 0,0 4 299 0</inkml:trace>
  <inkml:trace contextRef="#ctx0" brushRef="#br0" timeOffset="57656.25">26989 3875 203 0,'-2'-3'303'0,"2"3"-32"0,-5-5-30 16,5 5-23-16,0 0-22 0,-13 8-26 0,4-2-13 15,-1 3-13-15,-1 4-6 0,-2 4-6 0,-1 0-9 16,5 0-13-16,-2 8-5 0,1-5-12 0,1 6-7 15,2-6-6-15,0 10-4 0,5-2-5 0,0 0-2 0,2 0-4 16,2-6-2-16,0-3-4 0,9 7-1 16,-3-1-9-16,0-7 0 0,3 1-7 0,3-2-5 15,-2 1-16-15,4-5-27 0,0-2-47 0,2 0-62 0,0-4-74 16,3-3-86-16,-2-4-191 0,1 3-503 0,3-6 223 16</inkml:trace>
  <inkml:trace contextRef="#ctx0" brushRef="#br0" timeOffset="57876.49">27387 3980 335 0,'-1'-6'302'0,"1"6"-24"16,0 0-36-16,-6-1-18 0,6 1-13 0,-8 7-13 16,2-2-18-16,-1 0-12 0,0 4-19 0,-2-1-12 15,1 5-14-15,-2-5-13 0,1 10-9 0,-2-1-7 0,-4 1-13 16,6 0-3-16,-5 0-12 0,1 6-1 0,3-6-8 15,-1 0-7-15,2 1-18 0,-1-1-33 16,-1-4-32-16,3-2-38 0,3-2-61 0,-4-1-62 16,2 0-77-16,-2-2-160 0,4-2-464 0,-1-2 205 0</inkml:trace>
  <inkml:trace contextRef="#ctx0" brushRef="#br0" timeOffset="58063.98">27129 4058 5 0,'4'-2'268'0,"-4"-3"-23"0,0 5-23 0,0 0-22 16,7 0 8-16,-7 0-20 0,6 7-18 0,1-2-15 16,0 4-11-16,1 0-11 0,-1 1-14 0,6 4-11 15,0 3-7-15,2-4-10 0,-3 3-6 0,3 2-9 16,-2-1-9-16,4 0-14 0,-1-2-31 0,-4 1-46 16,3-3-62-16,4-1-67 0,-4-2-247 0,-4-1-433 15,5-1 192-15</inkml:trace>
  <inkml:trace contextRef="#ctx0" brushRef="#br0" timeOffset="58313.96">27558 3875 165 0,'0'0'342'0,"0"0"-33"0,0 0-31 0,0 0-8 16,0 0-14-16,0 0-15 0,0 0-18 0,11 9-12 15,-5 0-17-15,2 0-16 0,1 1-6 0,2 4-27 0,3 2-12 16,0 2-13-16,3 3-13 0,2 2-11 0,-1 0-8 16,-2 0-12-16,2 2-3 0,-1 2-8 15,-4-1-7-15,-1 2-3 0,-5-7-22 0,5 6-37 16,-8-7-23-16,2 6-25 0,-6-6-20 0,-2-2-35 0,-2 1-33 16,1-1-47-16,-1-7-45 0,0 0-59 0,-3 1-172 15,-3-5-501-15,1 3 221 0</inkml:trace>
  <inkml:trace contextRef="#ctx0" brushRef="#br0" timeOffset="58548.31">28190 4004 350 0,'0'0'428'0,"0"0"-21"16,2-4-28-16,-2 4-30 0,0 0-37 0,4-4-27 16,0 2-33-16,3 0-23 0,-3-1-23 0,6 1-22 15,2 2-19-15,0-1-34 0,4 0-42 0,4 1-60 16,1 1-59-16,1 0-51 0,-3-1-72 0,4 4-64 16,4-4-69-16,-4 1-219 0,-5 1-547 0,3 1 242 15</inkml:trace>
  <inkml:trace contextRef="#ctx0" brushRef="#br0" timeOffset="58735.8">28237 4147 256 0,'-4'3'249'0,"-2"1"2"0,3-1 12 0,1-1 16 16,2-2 8-16,2 6-3 0,6-4-13 15,1 0-31-15,11 1-13 0,0 0-30 0,12 3-11 0,-2-5-23 16,8 0-23-16,-3 1-27 0,1-2-60 0,-1 0-59 15,-2 2-86-15,0 1-90 0,1-6-93 0,-6-1-209 16,4 2-525-16,-1-2 232 0</inkml:trace>
  <inkml:trace contextRef="#ctx0" brushRef="#br0" timeOffset="59251.46">28923 3794 48 0,'0'0'261'0,"0"0"-24"15,0 0-26-15,-9 4-8 0,7 0-34 0,2 3-18 16,-2 0-12-16,2 4-14 0,-1 0-9 0,1 1-14 0,0 3-8 16,1 3-10-16,-1 0-7 0,2 2-7 15,0-3-7-15,0 2-6 0,3 0-2 0,-2-1-4 16,-2-2-4-16,4 1-6 0,-3-3-4 0,1-1 0 15,1-1-3-15,-3-2-4 0,3-4-4 0,-1 1-4 0,-2-1-2 16,5-2 0-16,-3-3-2 0,2 1 0 0,-5-2-2 16,12-4-1-16,-8 0-1 0,3-1 0 15,1-3-3-15,2 0 1 0,-2-1 5 0,0 1 14 0,2-2 19 16,-4 2 23-16,4-3 21 0,-2 2 17 0,-3-1 15 16,1 4-6-16,-1-2-1 0,-2 1 2 0,1 4-16 15,-1-2-16-15,1 0-13 0,0 3-7 0,-4 2-10 16,5-1-4-16,-5 1-4 0,9 5-11 0,-4 0 4 15,1 1-15-15,3-2 4 0,-2 7 3 0,4-3-8 16,1 5-6-16,-4-1-1 0,7 1 1 0,0 0-10 16,-4-7 4-16,5 4 18 0,-6-1-22 0,2-3 2 15,0 1-3-15,-1-3-4 0,0-2 6 0,-1 0-8 16,-2-1 2-16,0-2 11 0,0-2-9 0,-3-1 5 16,2-1-1-16,-3 0-4 0,-1-1 3 0,4-3-5 15,-4-2 2-15,-3 0-4 0,0-1-5 0,-6-2 12 16,4-3-6-16,0 6-3 0,-1-2-5 0,3-5-24 15,-4 5-18-15,3 0-27 0,-3 1-36 0,-2 1-48 16,1 0-51-16,1 1-58 0,-1 1-72 0,0 0-235 0,1 4-618 16,0 1 273-16</inkml:trace>
  <inkml:trace contextRef="#ctx0" brushRef="#br0" timeOffset="60032.71">29795 3831 127 0,'7'-7'347'0,"-5"-1"7"16,3 1-1-16,-2 3 2 0,-2-6-7 0,2 4-12 16,-3 2-23-16,0 1-30 0,3-1-31 0,-2 0-35 15,-1 4-36-15,0 0-20 0,0 0-15 0,0 0-6 16,0 0-23-16,-11 11-12 0,6-1-14 0,-1 2-4 15,-6 5-6-15,1-2-7 0,-1 1-12 0,-1 2-8 16,2-1-4-16,-6 5-2 0,6-5-8 0,-1-1-21 16,-3 2-24-16,3-3-29 0,3-1-25 0,-4 1-27 15,6-5-23-15,-5 1-26 0,3 2-29 0,3-4-31 16,-3 0-48-16,5-5-47 0,-2 0-281 0,5-2-617 16,-3 1 273-16</inkml:trace>
  <inkml:trace contextRef="#ctx0" brushRef="#br0" timeOffset="60267.08">29558 3829 16 0,'-3'-2'270'0,"3"2"-28"16,0 0-22-16,0 0-17 0,0 0 11 15,0 0-3-15,8 11-1 0,-2-6-17 0,3 1-10 16,1 3-11-16,2 0-10 0,5 4-14 0,6 2-12 15,-2-3-15-15,5 3-15 0,1 0-8 0,-2 0-8 0,-2 0-8 16,1 2-11-16,-5-5-7 0,8 0-13 0,-11 1-39 16,5 5-52-16,-7-6-64 0,-1 1-81 15,-3-4-71-15,-5 0-193 0,-2 3-485 0,0-4 214 16</inkml:trace>
  <inkml:trace contextRef="#ctx0" brushRef="#br0" timeOffset="60652.55">29567 4147 5 0,'4'-2'427'0,"-4"2"-18"15,0 0-17-15,0 0-42 0,0 0-35 0,0 0-31 16,0 0-39-16,0 0-31 0,0 0-12 0,0 7-19 15,-4 0-18-15,2-2-16 0,0 1-17 0,-2 7-13 16,-1-1-10-16,-1 4-5 0,2 2-18 0,0 3-6 16,4-1-4-16,-1 1-14 0,4 5-21 0,-1 3-29 15,2-2-34-15,3-6-56 0,-2 7-74 0,2-3-102 16,0-6-356-16,2 2-659 0,-2-3 292 0</inkml:trace>
  <inkml:trace contextRef="#ctx0" brushRef="#br0" timeOffset="62199.55">26353 5684 180 0,'11'-17'245'0,"-5"1"-1"0,3-2-2 0,-6 1-6 15,-1 0-5-15,-3-3-10 0,0 2-4 0,-7 2-12 16,2-1-5-16,-1 5-29 0,-4 2-10 0,-7-3-1 16,1 4-32-16,-2 5-13 0,-1-1-10 0,1 5-14 15,-4 3-7-15,-7 3-1 0,-2 6-21 0,2 2-3 16,6 4-8-16,-6 4-6 0,8 3-2 0,2 0-6 15,0 3-4-15,3 3-11 0,2-2 6 0,6 6-3 16,2 2-2-16,8 0 1 0,-2 14-6 0,3-13 5 16,8 11-6-16,-2-12 0 0,4 12-5 0,-3-12 7 15,0 0-2-15,5 10-9 0,-5-11 1 0,-2 0 2 16,1-3 0-16,2 3-5 0,-1-1 2 0,-2-3-11 16,-1 1-13-16,-5-3-18 0,4-4-18 0,-5-4-26 0,-5-3-41 15,-2 1-59-15,2-9-68 0,-6 4-292 0,-5-5-581 16,0 0 258-16</inkml:trace>
  <inkml:trace contextRef="#ctx0" brushRef="#br0" timeOffset="62371.41">25831 6170 295 0,'14'-13'286'0,"0"0"-22"0,2 2-25 0,2-1-25 16,10 0-26-16,-4 2-16 0,1 4-16 0,5-2-15 15,-2 2-12-15,2 1-18 0,0-1-20 0,1 4-48 16,-8 2-61-16,2 0-76 0,6 1-74 0,-9-1-174 16,1 1-370-16,8 3 164 0</inkml:trace>
  <inkml:trace contextRef="#ctx0" brushRef="#br0" timeOffset="62841.65">26379 6258 121 0,'0'5'206'0,"0"-5"-10"16,1 6-16-16,2 0-13 0,-2 0-17 0,2 0-13 16,-3 2-9-16,4-1-14 0,-1 4-13 15,-2 0-5-15,2 0-11 0,0 0-10 0,-2-1-5 0,2 0-7 16,-2 0-5-16,5 0-5 0,-5-4-6 0,-1 2-7 15,1-2-3-15,1-2 0 0,-1 1-2 0,-1-1-6 16,0-4 8-16,4 5-2 0,-4-5-4 0,0 0-3 16,0 0-7-16,0 0 4 0,11-9-3 0,-7 2 13 15,0 3 12-15,3-3 7 0,-3-2 7 0,0 4 8 16,3-1 2-16,0 1 0 0,0-1-3 0,-2 1-7 16,1 2-2-16,0 0-8 0,0 1-7 0,7-1-6 15,-3 3-5-15,1 0 0 0,1 1-9 0,-1 4-1 16,2-1-2-16,1 2 0 0,-2 0-7 0,2 0 1 15,-4 3 1-15,4-4-2 0,-3 5-1 0,-2-4-2 16,4 5 0-16,-2-6-1 0,2 2 1 0,-8-3-4 16,3 0 3-16,-3 0 2 0,2-3-3 0,1-1 13 0,-4 2 1 15,-4-2 9-15,7-4 14 0,1-1 4 16,-2 1 7-16,-5-4 2 0,0 1 7 0,1-3 4 0,-2 1-8 16,0-3-1-16,-2-2-11 0,1 0 4 0,0-3-3 15,-3 0-6-15,2 5-7 0,2-5-25 0,0 2-34 16,-2 0-32-16,0 3-54 0,-2-1-59 0,4 0-80 15,0 4-86-15,-1-2-225 0,2 7-601 0,-1-4 267 16</inkml:trace>
  <inkml:trace contextRef="#ctx0" brushRef="#br0" timeOffset="63122.87">27006 5908 42 0,'0'-2'332'16,"0"2"-38"-16,0 0-35 0,-3-5-25 0,3 5-23 0,0 0-25 15,-12 11-16-15,8-4-20 0,-4 1-9 16,2 3 3-16,-2 0-11 0,0 4-8 0,0 5-8 16,0-1-6-16,-3 5-5 0,3 0-7 0,2 0-10 0,1-5-4 15,-1 7-8-15,4-5-11 0,2-2-2 0,-3 2-4 16,3-2-2-16,3 0-8 0,-1-2-9 0,2 0 1 15,-1-6-10-15,4 1 1 0,0-2-8 0,6-1-27 16,-3-3-36-16,5-2-49 0,0-2-49 0,5 0-52 16,2-5-34-16,1-1-45 0,0-1-173 0,4-6-475 15,3 1 210-15</inkml:trace>
  <inkml:trace contextRef="#ctx0" brushRef="#br0" timeOffset="63325.98">27474 5949 111 0,'3'-5'333'15,"-2"0"-11"-15,-1 1-19 0,2 0-29 0,-2 4-30 16,0-4-28-16,0 4-20 0,0 0-23 0,0 0-18 16,-14 8-16-16,8-3-13 0,-4 4-12 0,-3 3-12 0,0 3-7 15,0 0-10-15,-2 7-7 0,-1-4-8 16,1 2 0-16,-1 5-10 0,1-2-6 0,0-1-4 16,-3-1-4-16,3 2-13 0,4-6-18 0,-1 0-21 0,1-3-23 15,3 1-35-15,-1-3-49 0,1-5-52 0,3 3-59 16,-3-3-58-16,2-2-149 0,3-1-466 0,1-1 207 15</inkml:trace>
  <inkml:trace contextRef="#ctx0" brushRef="#br0" timeOffset="63513.47">27236 6054 186 0,'0'-5'326'0,"-1"2"-20"0,-1-2-18 15,2 0-27-15,0 5-25 0,0 0-27 0,0-5-24 16,0 5-19-16,0 0-15 0,0 0-13 0,0 0-17 15,14 13-3-15,-7-7-23 0,2 6-2 0,5 0-5 16,-1-2-12-16,6 1-17 0,1 0-32 0,4 4-48 16,-4-5-61-16,3-1-66 0,4 2-67 0,-6-3-230 15,6 0-480-15,-4 0 213 0</inkml:trace>
  <inkml:trace contextRef="#ctx0" brushRef="#br0" timeOffset="63747.82">27669 5873 249 0,'0'0'382'0,"-3"-2"-42"15,3 2-33-15,0 0-33 0,0 0-26 0,0 0-18 16,0 0-9-16,0 0-16 0,13 17-12 0,-6-8-18 16,3 1-17-16,3 3-14 0,-3 0 2 0,6 3-26 15,-4 1-9-15,4 7-16 0,1 1-2 0,-2 0-11 16,-4-1-9-16,-2 0-15 0,2 4 3 0,-7-3-29 15,3-3-29-15,-5 3-22 0,-2-3-29 0,-5-1-25 16,-1 6-33-16,-4-8-47 0,1-1-56 0,-1-1-56 16,-5-4-257-16,1-2-564 0,1 1 249 0</inkml:trace>
  <inkml:trace contextRef="#ctx0" brushRef="#br0" timeOffset="63982.18">28237 5920 73 0,'0'0'376'0,"0"0"-18"16,0 0-14-16,0 0-28 0,0 0-30 0,0 0-22 15,4-7-26-15,0 6-19 0,-4 1-30 0,12-1-3 16,-3 1-42-16,0-3-34 0,6 3-45 0,-4 3-62 15,1-3-68-15,2 1-78 0,0-1-71 0,0 1-245 16,-1-1-496-16,3 3 220 0</inkml:trace>
  <inkml:trace contextRef="#ctx0" brushRef="#br0" timeOffset="64154.04">28283 6069 157 0,'-4'7'236'0,"0"-3"-9"0,0 0-2 0,0-2 4 15,0 0 11-15,4-2 18 0,-2 5 9 0,2-5-1 16,10 6-10-16,2-6-32 0,3 0-30 0,8-4-23 16,7 2-12-16,1-3-20 0,6 1-14 0,-3-1-60 15,0 0-58-15,-1-1-65 0,-3 1-79 0,4-4-84 0,-4 1-285 16,1-2-546-16,-4-1 242 0</inkml:trace>
  <inkml:trace contextRef="#ctx0" brushRef="#br0" timeOffset="64632.9">28943 5712 34 0,'0'0'247'0,"0"0"-19"16,0 0-7-16,-11 7-12 0,9-5-14 16,-3 2-11-16,3 2-14 0,0 0-11 0,-3 4-10 15,1 2-5-15,2 4-15 0,-1 2-11 0,3 1-11 0,-1 0-7 16,1 0-8-16,3 2-8 0,-2-3-6 0,1 1-9 15,0 0 6-15,2-2-19 0,1-4-7 0,-3-1-7 16,3 0-8-16,-3-3-11 0,3-1-10 16,-2-2-4-16,0-1-3 0,1-2-18 0,0 1-10 0,2-4-4 15,-6 0 1-15,10-6 3 0,-1 1 0 0,-3-2 1 16,3 0 7-16,1-3 3 0,-1 0 7 0,0 0 26 16,-1 0 17-16,0-4 20 0,-1 2 26 0,0 2 8 15,-1-1 13-15,0 5 6 0,-2-1-5 0,0 4 0 16,-1-2-14-16,0 0-7 0,0-2-15 0,-1 4-14 15,4 2-1-15,-6 1-8 0,0 0-9 0,12 13 2 16,-4-5-5-16,-4 2-7 0,7 0 1 0,-4 2-1 16,4 1-4-16,-4-2-7 0,6 3 4 0,2-1-6 15,-1-2-5-15,-5-1 2 0,0-2 2 0,1 0-9 16,0-1 2-16,1-2-1 0,-3-2 1 0,1-3 2 16,-2 0-3-16,2-2 4 0,0-1-4 0,-4 0-2 15,2-3 2-15,0-3 3 0,-3 3-3 0,1-6 1 16,-2 1 1-16,0 0-3 0,-3-3-2 0,0 1 5 15,1-5-3-15,-2 0-2 0,1-1 1 0,-2-1-2 0,1 2-15 16,-2 5-26-16,2 0-36 0,0 3-31 16,-2 3-48-16,0 0-60 0,3 1-73 0,-4 1-310 15,2 1-646-15,2 4 285 0</inkml:trace>
  <inkml:trace contextRef="#ctx0" brushRef="#br0" timeOffset="64836.12">29490 6116 15 0,'1'5'261'15,"-1"1"-14"-15,0-2-4 0,0 2-9 0,1-1-15 16,-1 2-21-16,0-1-17 0,4 1-16 0,-2 3-6 16,-1-2-18-16,1-1-9 0,2 4-13 0,-3-3-13 15,0 2-8-15,4 2-22 0,-3-1-43 0,0-4-67 16,3 2-73-16,-1-4-93 0,0 1-181 0,0 0-413 15,0-1 182-15</inkml:trace>
  <inkml:trace contextRef="#ctx0" brushRef="#br0" timeOffset="65164.21">29941 5782 293 0,'3'-5'408'0,"0"0"8"0,-2 2-3 0,-1-2-9 15,3 1-28-15,-3 4-23 0,1-7-28 0,-1 7-31 16,0-4-29-16,0 4-33 0,0 0-26 0,-4-3-24 15,4 3-18-15,0 0-18 0,-14 6-17 0,5-3-14 16,-2 6-10-16,3-2-11 0,-2 6-9 0,-6 0-8 16,5 1-11-16,-4 0-16 0,2 1-12 0,-8 7-25 15,10-5-26-15,-3 0-22 0,1-1-32 0,-1-2-19 16,2 2-33-16,1-2-31 0,2-4-21 0,1 0-40 16,0-1-51-16,2-3-52 0,2-2-57 0,0 0-204 15,-1-1-624-15,5-3 277 0</inkml:trace>
  <inkml:trace contextRef="#ctx0" brushRef="#br0" timeOffset="65351.78">29756 5794 40 0,'-1'-4'289'0,"1"4"-30"0,0 0-24 16,0 0-25-16,-3-2-22 0,3 2-17 0,0 0-13 0,0 0-6 15,-1 12-13-15,1-5-9 0,0 5-7 0,3-1-6 16,2 7-14-16,3-1-7 0,0 3-12 0,1-3-5 15,7 0-14-15,2 3-27 0,-2-3-57 0,7 2-72 16,4-4-88-16,-1 0-220 0,1 0-430 0,2-3 190 16</inkml:trace>
  <inkml:trace contextRef="#ctx0" brushRef="#br0" timeOffset="65586.14">30172 5845 57 0,'-4'-2'385'0,"4"2"-11"0,-5-3-18 15,5 3-22-15,-5-2-17 0,5 2-26 0,0 0-29 0,0 0-24 16,0 0-24-16,0 0-24 0,17-1-20 16,-6 2-16-16,1 0-13 0,5 0 0 0,3 1-29 15,-1-1-22-15,0-1-27 0,3 4-44 0,0-6-39 16,-3 4-56-16,0-1-54 0,-3-1-50 0,4-1-53 0,-4 1-49 15,-2-2-217-15,-1-1-538 0,2 0 238 0</inkml:trace>
  <inkml:trace contextRef="#ctx0" brushRef="#br0" timeOffset="65789.25">30332 5711 229 0,'-6'-1'335'0,"6"1"-25"15,0 0-27-15,0 0-38 0,0 0-19 0,-13 1-27 16,11 4-14-16,2-5-19 0,0 8-21 0,2-3-11 16,-2 5-15-16,4-1-13 0,-3 4-9 0,4 4-4 15,1 0-4-15,1 4-21 0,-2-2-11 0,2 2-38 16,0 1-53-16,-2 4-70 0,2-5-76 0,1-2-68 16,0-2-176-16,0 1-458 0,2-5 203 0</inkml:trace>
  <inkml:trace contextRef="#ctx0" brushRef="#br0" timeOffset="66273.58">30734 5623 16 0,'-3'-4'272'0,"-1"1"-27"0,0 0-24 0,4 3-25 16,-8-1-18-16,8 1-19 0,-12 4-9 15,6 2-13-15,2 0-9 0,-4 1-12 0,7 2-10 16,-2 3-9-16,-1-1-10 0,4 1-5 0,0 1-9 16,0-2-5-16,0 4-10 0,2 0-5 0,0 1-4 0,0 1-5 15,3 0-4-15,0-5-4 0,-1-1-4 0,1-3-4 16,-1 3-3-16,1-4-5 0,-1-1-2 16,0-1 1-16,0 0-5 0,0-4 0 0,0 0 1 15,2 1-1-15,-6-2-3 0,12-3 3 0,-2 2 6 0,-3 0 11 16,-1-3 8-16,0 0 11 0,0 0 11 0,3-1-2 15,-4 2-3-15,-1 0 2 0,5 0-4 0,-3 2-10 16,-2 0-7-16,-4 1 1 0,0 0-8 0,15 2-5 16,-9 2-1-16,2 1 0 0,-1 0-7 0,1 3 3 15,-3-1-8-15,5 3 1 0,-2-3 1 0,2 5-2 16,0-3-1-16,-2 0 0 0,3-3-3 0,-4 2-1 16,5-2 4-16,-7-2-3 0,1-3-3 0,1 2 2 15,1-3 2-15,-8 0 4 0,11-4-8 0,-4 2 1 16,2-6 5-16,-5-4-5 0,-1 1 4 0,1 1-3 15,-1-2-2-15,-2-2 8 0,2-1 7 0,-1 0 8 16,0-3 5-16,-2 4 5 0,0-3-2 0,3 1-3 16,-4 3-4-16,1 2-6 0,-2-1 1 0,2 1-10 15,-2 2-23-15,0 0-36 0,2 5-44 0,-3-4-56 16,2 4-69-16,-2 0-64 0,-2 3-260 0,5 1-582 16,0 0 258-16</inkml:trace>
  <inkml:trace contextRef="#ctx0" brushRef="#br0" timeOffset="66679.8">31202 5973 104 0,'0'0'445'0,"0"0"-6"0,0 0-21 0,-7-2-22 0,7 2-25 16,0 0-27-16,0 0-32 0,0 0-24 0,0 0-32 16,0 0-24-16,0 0-31 0,0 0-20 0,0 0-12 15,0 0-23-15,11 10-11 0,-7-7-14 0,2 0-12 16,0 2-12-16,-1 1-11 0,-1-1-12 0,1 0-5 16,-1 0-10-16,1-1-8 0,-2 2-10 0,3-2-5 15,-3 1-7-15,-2-1-1 0,-1 4-2 0,-1-4-7 16,1 1-1-16,-2 1-2 0,-2-2 1 0,1 0-9 15,-2 1 3-15,1-1 0 0,1 1 0 0,-2-1-3 16,3-1 0-16,-2 2 5 0,1-3-7 0,3 2-3 16,0-4 2-16,-2 5-2 0,2-5 0 0,1 5-1 15,-1-5-5-15,6 4 1 0,3-2-4 0,3-1-17 16,-1-1-31-16,3 0-31 0,5-3-37 0,1 0-36 16,2-1-36-16,-1-2-49 0,-3-1-48 0,8-5-57 15,-7 0-302-15,7-3-703 0,1 4 311 0</inkml:trace>
  <inkml:trace contextRef="#ctx0" brushRef="#br0" timeOffset="66929.89">31715 5634 225 0,'-2'-3'309'0,"2"3"-17"15,0 0-41-15,-1-6-28 0,1 6-20 0,0 0-20 0,0 0-22 16,0 0-17-16,0 0-16 0,0 0-12 0,0 0-11 15,-11 9-10-15,10-2-10 0,-2-1-6 0,-2 5-6 16,3-2-9-16,-4 2-7 0,1 1-6 16,-5 4-3-16,0-1-4 0,1 1-5 0,-2 0-2 0,1 0-1 15,-4-1-7-15,-7 3 1 0,7-4-6 0,-1 0-24 16,-1-1-28-16,2 0-26 0,-2 1-45 0,5-3-51 16,3-4-54-16,-3 1-229 0,2-2-469 0,0-1 208 15</inkml:trace>
  <inkml:trace contextRef="#ctx0" brushRef="#br0" timeOffset="67132.98">31500 5706 11 0,'0'0'353'0,"0"0"-25"0,0-5-29 0,0 5-35 15,0 0-11-15,0 0-32 0,0 0-1 0,10 7-9 16,-4-2-15-16,2 5-21 0,2-2-14 0,2 4-15 15,3 0-19-15,0 3-9 0,8 5-8 0,-7-3-9 16,4 3-9-16,0 1-11 0,-3-6-42 0,1 6-73 16,3-1-102-16,-8-4-117 0,2-1-262 0,5 8-555 15,-7-6 245-15</inkml:trace>
  <inkml:trace contextRef="#ctx0" brushRef="#br0" timeOffset="70403.32">31866 5397 191 0,'0'-5'352'0,"0"5"-14"0,0-6-20 0,3 3-10 0,-3 3-19 16,0 0-26-16,1-6-11 0,-1 6-18 0,4-5-25 15,-4 5-7-15,1-4-36 0,-1 4-25 16,3-1-9-16,-3 1-16 0,0 0-15 0,0 0-17 16,0 0-4-16,6 6-7 0,-4-1-18 0,0-1-1 0,-1 1-3 15,3 0-8-15,-4 0-6 0,0 2-4 0,1-2-2 16,-2 2-1-16,-3 0-10 0,1 1-3 0,-1 0 6 16,2-1-3-16,-3-1 0 0,0 0-4 0,4 0 3 15,-4-2-7-15,0 1 2 0,1-2-5 0,0 2 19 16,3-3 5-16,1-2 22 0,-3 3 38 0,3-3 27 15,0 0 8-15,0 0-6 0,0 0-17 0,12 1-9 16,4-2-9-16,6-2-13 0,8-2-12 0,5 1-24 16,2 1-33-16,0 1-49 0,5 0-71 0,13-2-83 15,-15 1-87-15,-2-2-113 0,0 2-329 0,3 0-787 16,-3-2 348-16</inkml:trace>
  <inkml:trace contextRef="#ctx0" brushRef="#br0" timeOffset="71512.75">26332 7528 41 0,'0'-19'299'16,"-2"-2"-17"-16,-5 2-26 0,-1 0-17 0,-7-4-11 15,1 5-11-15,-2 4-4 0,-7-4-15 0,5 6-6 0,-7-1-17 16,3 5-11-16,0 2-16 0,0 1-18 0,2 5-9 16,-3 1-15-16,5 5-12 0,-2 4-10 0,1 3-9 15,1 9-6-15,3 2-10 0,3 6-3 0,5 0-9 16,1 2-1-16,6 4-1 0,5 15-7 0,0-2 12 16,6-1 11-16,5 3-16 0,-5-2-3 0,5-2 4 15,2 0-5-15,-4-11-7 0,-1 0 3 0,2-1-9 16,-1-1 0-16,-3 0-5 0,-2 0-3 0,2-1-5 15,-2-4 6-15,-2-2-5 0,-1-8-4 0,-5 2-2 16,3-3-20-16,-4-5-29 0,0 0-40 0,0-2-48 16,-1 0-62-16,-3-2-69 0,1-4-74 0,-2-1-188 15,-2-1-563-15,7-3 249 0</inkml:trace>
  <inkml:trace contextRef="#ctx0" brushRef="#br0" timeOffset="71715.86">25970 7974 303 0,'-6'-6'356'0,"1"1"-12"16,1 0-14-16,0 0-43 0,-2 1-27 0,5 0-22 16,-2 0-18-16,-1 2-22 0,4 2-29 0,0-8-15 15,0 8-26-15,8-5-24 0,2 5-34 0,3-3-41 16,5 3-50-16,13 0-53 0,-1 2-65 0,4-2-64 15,-4 3-257-15,3 0-496 0,-1 3 220 0</inkml:trace>
  <inkml:trace contextRef="#ctx0" brushRef="#br0" timeOffset="72184.57">26414 8033 108 0,'-1'5'193'0,"-2"0"-2"0,-1 1 4 0,3 1-15 16,-2-1-17-16,-1 4-5 0,4 0-13 0,-3 0-11 16,2-1-12-16,-2 0-11 0,3 2-9 0,-2-3-11 15,2 2-8-15,0-3-5 0,0 1-7 0,2-2-8 16,-2-1-5-16,3 2-1 0,-2-3-3 0,2 0 9 16,-3-1 2-16,0-3 4 0,7 4-5 0,-7-4-4 15,12-2-7-15,-5-2-8 0,0-1-5 0,2 1-3 16,2-4-2-16,-1-1-5 0,-2 0 5 0,1 0 13 15,1-1 7-15,0 1 7 0,-1 0 9 0,-1-1 2 16,-1 1 8-16,-1 5 3 0,0-1-9 0,0-1 1 16,-4 1-4-16,2 2-9 0,-1 0-10 0,1 0-13 15,2 1 3-15,-6 2-8 0,10 5-3 0,-7-2-3 16,4-1-7-16,-3 3 2 0,3 0-8 0,2 2 2 0,0 0 11 16,-4-1-16-16,5 1 0 0,-4 0-5 15,1-2 0-15,-1 0-4 0,-1 0 3 0,1-1-1 16,0 1 8-16,0-2-1 0,-4-2 8 0,4 2 41 0,-3-2 22 15,-3-1 18-15,0 0-1 0,9-5 1 0,-4 1-1 16,-3 0-1-16,-1-1-10 0,1-1-9 0,-1-6-8 16,2 3-6-16,-3-3-8 0,1 0-7 0,-1 0-9 15,0-7-28-15,0 2-32 0,0 1-36 0,3-2-42 16,2 3-44-16,-3-2-47 0,2 4-59 0,1 2-68 16,2-1-61-16,-2 0-272 0,2 3-698 0,-1 0 309 15</inkml:trace>
  <inkml:trace contextRef="#ctx0" brushRef="#br0" timeOffset="72450.17">27013 7633 323 0,'0'0'329'0,"-3"-5"-34"15,3 5-29-15,0 0-29 0,0 0-26 16,0 0-21-16,-15 11-17 0,7-2-15 0,-1 0-18 0,0 5-7 15,0 2-12-15,-1 2-6 0,2 2-13 0,-4 3-5 16,4-3-10-16,-2 8-5 0,5-2-10 0,-5 0-5 16,9 1-8-16,0-6-5 0,-2 6 0 0,2-7-6 15,1-1-1-15,2 0-5 0,2-1 0 0,2 0-5 16,2-1-3-16,3-2-3 0,1-5-9 0,2 1-16 16,3 0-36-16,2-4-44 0,0-2-48 0,4-2-77 15,7-3-33-15,-2-2-68 0,-5-4-154 0,7 1-490 16,-2-4 217-16</inkml:trace>
  <inkml:trace contextRef="#ctx0" brushRef="#br0" timeOffset="72653.28">27477 7730 244 0,'0'-5'375'0,"1"-4"-6"0,-2 3-24 0,1 2-28 16,-3 0-33-16,3 4-32 0,-5-4-32 0,5 4-27 15,0 0-13-15,-15 5-23 0,7 2-13 16,-2 1-17-16,2 3-20 0,-6 2 0 0,0 2-11 0,0 0-7 15,-1 10-9-15,-4-2-8 0,2 0-11 0,1 0-1 16,-2 2-31-16,3-1-21 0,2-7-30 0,-1 2-21 16,3-3-27-16,-2 1-35 0,2-3-48 0,1-4-53 15,2-1-46-15,1-1-260 0,0-3-552 0,2-2 244 16</inkml:trace>
  <inkml:trace contextRef="#ctx0" brushRef="#br0" timeOffset="72809.59">27188 7876 284 0,'2'-8'289'0,"0"5"-9"16,0-2-18-16,-1 1-26 0,-1 4-19 0,4-7-26 16,-2 6-19-16,-2 1-22 0,0 0-15 0,10-1-12 15,-10 1-12-15,13 6-14 0,-2 1-4 0,2-1-9 16,2 6-11-16,0-1-5 0,4 1-15 0,0-3-32 0,8 6-43 16,-5-3-55-16,1 0-61 0,-1-5-72 0,0 1-206 15,-2-1-449-15,5-3 198 0</inkml:trace>
  <inkml:trace contextRef="#ctx0" brushRef="#br0" timeOffset="73043.93">27662 7629 253 0,'1'-4'352'15,"1"-1"-31"-15,0 2-35 0,3 1-26 0,0-1-30 16,-5 3-17-16,0 0-18 0,16 6-8 0,-9-1-3 15,4 2-14-15,2 4-3 0,5 0-28 0,-4 3-16 16,2 3-10-16,2 5-10 0,2 1-7 0,-2-2-11 16,-3 5 4-16,-1 1-20 0,0 1-7 0,-6 0-9 15,-1 2-2-15,-2-2-18 0,-3 1-12 0,-2-3-20 16,-7 1-29-16,2 1-19 0,-5-4-22 0,2-5-17 0,-3 0-45 16,2 1-66-16,-1-6-68 0,-5 0-241 15,7-4-548-15,-2-1 243 0</inkml:trace>
  <inkml:trace contextRef="#ctx0" brushRef="#br0" timeOffset="73278.28">28234 7788 339 0,'0'0'467'0,"-2"-3"-24"0,2 3-37 0,0 0-28 16,0 0-33-16,5-6-36 0,-5 6-32 0,6-2-27 16,0-2-29-16,2 3-19 0,6-3-20 0,1 3-28 15,5 1-53-15,10-1-61 0,2 2-77 0,-2 0-65 16,-2 6-92-16,3-5-110 0,-8 1-276 0,-1 0-628 0,-3 0 278 16</inkml:trace>
  <inkml:trace contextRef="#ctx0" brushRef="#br0" timeOffset="73465.78">28227 8075 70 0,'-5'4'376'0,"-4"0"33"0,4-2 25 16,1-2-17-16,4 0-33 0,0 0-39 0,0 0-35 16,14-10-31-16,-5 3-29 0,9-4-25 0,-2-1-25 15,9-2-33-15,2-4-41 0,-2 0-57 0,-1-1-55 16,-1-1-69-16,1-1-88 0,-3-2-111 0,1-1-351 15,-3-4-653-15,-3-2 290 0</inkml:trace>
  <inkml:trace contextRef="#ctx0" brushRef="#br0" timeOffset="74153.22">26186 4779 389 0,'0'-4'437'0,"1"0"2"0,-1 4-18 0,-1-6-27 15,1 6-33-15,0 0-37 0,1-5-36 0,-1 5-31 16,0 0-28-16,0 0-28 0,0 0-23 0,0 0-21 15,0 0-17-15,0 0-11 0,-2 15-13 0,3-6-11 16,0 3-13-16,2-1-25 0,1 7-22 0,0 0-39 16,3 1-48-16,5 6-56 0,-4 3-46 0,3-1-62 15,0 2-95-15,0-1-363 0,1 0-720 0,-1-2 319 16</inkml:trace>
  <inkml:trace contextRef="#ctx0" brushRef="#br0" timeOffset="74950.03">26156 6707 207 0,'0'0'266'0,"0"0"-25"0,20-8-9 0,-9 7-11 16,1 4-9-16,0-3-8 0,2 0-14 0,0 1-14 0,-2 3-14 16,5-4-17-16,-4 3-17 0,-1 0-9 15,-1 1-16-15,0 4-5 0,-3-5-15 0,-1-1-9 16,-3 2-10-16,0 2-3 0,-1 1-6 0,-3 0 0 0,-1 1 7 15,-1 0 6-15,-2-2 11 0,-4 5 3 0,0 2 8 16,-4-2 13-16,3-1-18 0,-5 0 6 0,4-1-11 16,3-1-3-16,0-4-5 0,1 1-13 0,2-2-5 15,2 1 1-15,-2 2 5 0,3-5-3 0,1-1 8 16,0 0 11-16,11 5-19 0,5-6-8 0,15 1-11 16,-1 0-25-16,8-3-32 0,-1 1-48 0,4-1-42 15,-2-1-62-15,-2-1-81 0,6-1-102 0,-5-2-246 16,1 0-649-16,-4-1 287 0</inkml:trace>
  <inkml:trace contextRef="#ctx0" brushRef="#br0" timeOffset="75819.78">26240 8493 144 0,'0'0'347'0,"0"0"-23"16,-11 0-24-16,11 0-22 0,-6-1-18 0,6 1-8 15,0 0-28-15,0 0-17 0,0 0-18 0,0 0-18 16,0 0-17-16,0 0-18 0,0 0-10 0,0 0-12 15,0 0-15-15,0 0-6 0,20 5-9 0,-13-2-8 16,0-1-8-16,-1 1-3 0,-1 1-9 0,-1-2-14 16,1 1-1-16,-1 2-11 0,-2-3-16 0,1 2 8 15,-3 3-6-15,2-2 3 0,-4 1-7 0,2 0-2 0,-5 0 1 16,3 4 2-16,-3-3-9 0,1-1 5 16,0 3 0-16,1-3-8 0,-1 3 7 0,3-2 1 15,-3 0-10-15,3 2 5 0,-1-2-3 0,2 0 5 0,2 0 4 16,3 2 0-16,0-2-3 0,0 4 10 0,1-4 4 15,6 1-20-15,-2 0 4 0,1-2-1 0,0 2 3 16,0-3-6-16,-4 1 4 0,2 0-4 0,1 1-2 16,-4-2-1-16,0-1-1 0,-1 3 2 0,-3-4-3 15,3 2 4-15,-5 0 3 0,0 1 8 0,-5-1-6 16,1 0 1-16,-3 1 1 0,-3-1 4 0,-2 3-2 16,1-1-2-16,-1-2 1 0,-4 3-14 0,2-4-22 15,-4 3-31-15,-1-2-36 0,7-1-46 0,-2-1-65 16,0-3-81-16,1 0-275 0,1-1-608 0,5-1 268 15</inkml:trace>
  <inkml:trace contextRef="#ctx0" brushRef="#br0" timeOffset="76835.32">29246 7558 126 0,'-1'-10'380'0,"-1"3"-12"0,-1 0-16 15,1 1-10-15,1 1-32 0,0 0-23 0,1 1-34 16,0 4-32-16,-5-4-31 0,5 4-10 0,0 0-20 16,-8 9-21-16,3 0-9 0,-1 3-15 0,0 0-14 15,-3 6-13-15,5 2-4 0,0 2-2 0,-1 4-9 16,-1 1-13-16,5-8-7 0,-2 3 0 0,3-2-8 16,0 0-10-16,4-4-7 0,-4 1-1 0,7-5-10 15,-6-1-4-15,3-2-3 0,-1-1 3 0,1-5-5 16,3 2-4-16,-3-2-1 0,7-3 5 0,-4-1-5 15,5-4 8-15,0 1-8 0,-1-1 0 0,0-2 1 16,1 0-3-16,-2-4 0 0,5 1 0 0,-6-2-1 16,0 6 9-16,1-4 12 0,-1 2-3 0,-3-2 4 0,1 5 4 15,0 1-7-15,-6 0-3 0,7 1-7 0,-8-2-1 16,0 5-2-16,11 0 1 0,-11 0-7 16,7 5 8-16,1-3-5 0,-4 4-7 0,5 0 5 0,-3 4 5 15,5-4 3-15,-3 6-9 0,2-4-8 0,-1 2 13 16,2-3 0-16,-1 1 3 0,2-3-4 0,-4 1 11 15,0-3-8-15,-1-2 2 0,3 0 11 0,-1 1 1 16,-2-4 14-16,4 0 15 0,-3-3 10 0,2 0 2 16,-1-3 0-16,-1-1 14 0,-5-3 8 0,4 3-6 15,-2-4-4-15,-1-5-9 0,-2-2-8 0,3 4-3 16,-4 2-7-16,2-4-2 0,-2-1-11 0,2 1-24 16,-3 3-29-16,0 2-30 0,0 0-53 0,0 0-39 15,2 3-45-15,-4 3-54 0,2 2-77 0,2 0-81 16,-2 1-285-16,0 4-740 0,0 0 328 0</inkml:trace>
  <inkml:trace contextRef="#ctx0" brushRef="#br0" timeOffset="77022.87">29752 7886 25 0,'0'4'246'16,"0"3"1"-16,2-1-10 0,-4-1-9 0,2 2-12 15,2 1-16-15,-5-3-14 0,2 4-14 0,2-1-22 16,-1 3-10-16,0-1-13 0,1 0-15 0,-3-1-8 16,2 1-12-16,1-1-4 0,-2 0-9 0,2 1-8 15,-1 0-25-15,3-2-34 0,-1 0-58 0,1-1-62 16,0-4-64-16,1 3-237 0,0-3-443 0,1-3 196 16</inkml:trace>
  <inkml:trace contextRef="#ctx0" brushRef="#br0" timeOffset="77257.23">30247 7551 30 0,'3'-6'392'0,"-3"2"-22"16,2 0-32-16,-2 4-36 0,0 0-34 0,-9-4-30 15,9 4-23-15,-12 7-17 0,1 0-24 0,0 0-13 16,-2 5-16-16,0 1-12 0,0 2-20 0,-1-1-10 15,1 8-7-15,0-4-5 0,2-1 1 0,0 2-23 16,2-1-13-16,-2 1-20 0,4 1-17 0,0-4-35 16,0 0-25-16,0-4-41 0,4 1-56 0,-4-4-60 15,4-1-63-15,1 1-224 0,-1-4-523 0,-1-2 232 16</inkml:trace>
  <inkml:trace contextRef="#ctx0" brushRef="#br0" timeOffset="77444.85">30058 7660 254 0,'0'-4'337'0,"2"0"-16"0,-2 4-21 0,2-5-35 0,-2 5-24 16,3-1-26-16,-3 1-22 0,0 0-18 0,0 0-21 15,9 11-13-15,-4-3-13 0,1 1-15 0,0 0-8 16,-1 4-5-16,9 1-11 0,-3 2-8 16,-2 0-9-16,5 1-7 0,-2-1-3 0,3-1-10 0,-1 1-25 15,-1-3-29-15,1 0-49 0,0 0-74 0,-4-3-82 16,4-4-97-16,-5-1-164 0,2 0-505 0,2-2 225 15</inkml:trace>
  <inkml:trace contextRef="#ctx0" brushRef="#br0" timeOffset="77680.69">30468 7656 67 0,'0'0'345'0,"-7"-3"-2"15,7 3-25-15,0 0-3 0,0 0-14 0,0 0-5 16,0 0-8-16,0 0-35 0,30 3-17 0,-15-3-21 16,-2-2-25-16,8 2-17 0,-2 0-12 0,4-1-16 15,-3 1-16-15,-1 1-9 0,0-2-40 0,2 1-36 16,-8-1-50-16,1 1-40 0,0-1-47 0,-3 1-55 16,-2-3-67-16,0 1-51 0,-2 0-276 0,-1 1-585 15,-2-1 260-15</inkml:trace>
  <inkml:trace contextRef="#ctx0" brushRef="#br0" timeOffset="77862.78">30579 7548 329 0,'-7'0'343'0,"7"0"-1"16,0 0-9-16,-5-1-20 0,5 1-22 0,0 0-32 16,0 0-31-16,0 0-28 0,-9 3-16 0,9-3-23 15,0 9-13-15,0-2-18 0,1 2-7 0,2 3-14 16,-2 0-11-16,3 4-10 0,0 0-11 15,-3 1 2-15,3 0-29 0,1 1-28 0,-3 2-39 16,2-2-38-16,-1 4-38 0,-1-4-59 0,4 1-68 16,-3-6-67-16,1 1-228 0,1-4-555 0,2-1 245 15</inkml:trace>
  <inkml:trace contextRef="#ctx0" brushRef="#br0" timeOffset="78347.17">30916 7468 101 0,'2'-11'372'0,"-4"4"-21"16,1 0-16-16,1 1-41 0,-1-1-30 15,-1 5-36-15,0 0-19 0,2 2-21 0,-11 0-24 0,11 0-14 16,-11 7-16-16,5 0-12 0,2 1-10 0,-4 9-12 16,3 0-12-16,2 2-6 0,-1-1-6 0,4 3-5 15,0-1-10-15,3 2 7 0,-2-2-20 0,2-2-6 16,0 0 2-16,2-2-9 0,0-3-5 0,-1 0-4 15,2-3-1-15,-1 0-8 0,-2-2 2 0,0-4-7 16,2 3 13-16,1-3-13 0,-2-2-5 0,1-1-2 16,-5-1-1-16,0 0 2 0,14-8 1 0,-8 3 1 15,-1 0-3-15,2-5-4 0,-1 2 4 0,1 0 7 16,1 1 17-16,-2-1 11 0,-1 2 11 0,1-1 5 16,-4 1 2-16,3 0-3 0,0 1 1 0,0 1-3 15,-2 0-12-15,-2 1-11 0,-1 3 1 0,7-1-10 16,-7 1 2-16,0 0-2 0,12 6-4 0,-8-2 1 15,2 0-5-15,-1 1-2 0,0 0 3 0,1 0 1 0,1 2-7 16,-2-1 3-16,2-2 5 0,0 2-7 0,0-4 5 16,2 1 1-16,0-2 7 0,-3 0 2 15,4-1 6-15,-2-2-3 0,2-2 8 0,-1-2 10 0,1 1 2 16,-4-2-2-16,3-1 6 0,0-1-9 0,-4-4-4 16,2 2 0-16,0-1-6 0,-3-1 1 0,0-6-8 15,-2 2-5-15,2-3-13 0,-4 7-19 0,0-3-25 16,0 4-35-16,0-1-20 0,-2 5-59 0,0 1-51 15,0 1-65-15,-2 0-73 0,4 2-67 0,0 4-205 16,-9 2-663-16,9-2 293 0</inkml:trace>
  <inkml:trace contextRef="#ctx0" brushRef="#br0" timeOffset="78722.14">31255 7793 351 0,'0'0'347'0,"0"0"-24"16,0 0-13-16,0 0-32 0,2 4-17 0,-2-4-8 16,0 0-18-16,2 4-17 0,0-2-19 0,2 1-25 15,3-1 2-15,-5 1-34 0,8 2-9 0,-5-1-17 16,-1-2-1-16,0 2-16 0,3 0 0 0,0 0-20 15,-6 1-8-15,5 0-10 0,-2 0-11 0,-1 1-1 16,-1-1 3-16,-2 0-13 0,0 1 5 0,2 1-5 16,-5-1-2-16,-1 0 0 0,0 1 1 0,1 0-1 15,-1-3-8-15,1 2 2 0,-2 0-7 0,-1-1 0 16,2-2-3-16,3 0 2 0,-2 3-1 0,2-3 1 16,1-3-2-16,-2 5 0 0,2-5-5 0,6 3 11 15,-6-3 7-15,15 0-14 0,-4-3-2 0,1 2-13 16,4-3-12-16,4-1-24 0,0-3-33 0,1 1-29 15,0-4-37-15,6-1-41 0,3-1-47 0,-1-1-49 16,-1-3-46-16,2-1-276 0,-3-1-636 0,0 0 282 0</inkml:trace>
  <inkml:trace contextRef="#ctx0" brushRef="#br0" timeOffset="78940.88">31811 7486 78 0,'-2'-8'263'0,"0"1"12"0,-2 1 2 0,3 0-1 16,-1 2 1-16,-1 0-11 0,1 0 1 0,0 0-25 15,2 4-24-15,-5-3-21 0,5 3-25 0,0 0-17 16,0 0-18-16,0 0-16 0,-12 7-2 0,8-2-22 16,0 4-4-16,-3 1-4 0,0 6-12 0,0 1-3 15,-1 1-8-15,0 0-4 0,-3 0-2 0,-2 7-5 16,-2-1-8-16,7-7-3 0,-4 1-27 0,2 0-28 16,-2-3-26-16,-3-1-35 0,5 2-30 0,-1-3-43 15,-2-3-72-15,4-6-70 0,0 5-255 0,-2-6-587 16,3 1 259-16</inkml:trace>
  <inkml:trace contextRef="#ctx0" brushRef="#br0" timeOffset="79143.98">31645 7519 137 0,'0'-4'356'0,"0"-1"-25"0,0 5-26 0,0-5-32 0,0 5-31 15,0 0-22-15,0 0-25 0,0 0-16 0,0 0-16 16,0 0-13-16,7 15 1 0,-4-3-12 15,4-1-7-15,-2 0-11 0,1 5-15 0,3-2-7 16,-1 3-16-16,3-1-1 0,1 0-7 0,-1-2-10 0,4 0-29 16,-4-1-22-16,3 0-28 0,-2-4-62 0,-2 0-70 15,-1-3-79-15,2-3-77 0,-4 1-181 16,1-2-521-16,1-1 231 0</inkml:trace>
  <inkml:trace contextRef="#ctx0" brushRef="#br0" timeOffset="79487.7">31889 7191 326 0,'-3'-2'422'0,"3"2"1"16,-2-5-22-16,2 5-18 0,-2-6-30 0,2 6-34 15,0 0-18-15,0 0-34 0,0-4-22 0,0 4-26 16,0 0-23-16,0 0-10 0,0 0-26 0,0 0-6 15,11 10-21-15,-7-7-12 0,-1 1-14 0,4 0-13 16,-5 1-11-16,5 2-7 0,-3-4-8 0,0 2-6 16,0 2-9-16,0-1-5 0,1-1-4 0,-4 1-6 0,2 1-3 15,-3-2-6-15,1 3-3 0,-2-4-12 0,-2 1 6 16,2 1-1-16,-1-1 1 0,-2-1 0 16,1 0 0-16,-1 1-6 0,0-1-1 0,0 0-1 15,2-1 1-15,2-3-4 0,-5 2 3 0,5-2 7 0,0 0-13 16,0 0-2-16,-1 4-2 0,1-4-7 0,0 0-7 15,4 5-20-15,0-3-33 0,8-2-62 0,1 3-66 16,-1 0-55-16,4-1-64 0,6 1-76 0,-7-1-314 16,5 3-759-16,2-1 336 0</inkml:trace>
  <inkml:trace contextRef="#ctx0" brushRef="#br0" timeOffset="79706.43">32088 7583 133 0,'0'0'385'0,"0"0"-5"16,9 0 5-16,-9 0-5 0,14-1-16 0,-8 1-21 15,7-3-31-15,-3 1-32 0,4-1-26 0,-3 3-29 16,4-3-21-16,-3 1-20 0,3 1-18 0,-4-1-22 16,1 1-35-16,-5-1-37 0,1-2-62 0,1 3-54 15,-1-3-69-15,-2 3-59 0,0 0-77 0,-1-1-71 16,-5 2-252-16,7-5-620 0,-5 1 274 0</inkml:trace>
  <inkml:trace contextRef="#ctx0" brushRef="#br0" timeOffset="79909.55">32195 7406 160 0,'0'0'301'0,"0"0"-27"0,-7-1-26 15,7 1-26-15,0 0-20 0,-8 4-6 16,5-3-12-16,-1 3-12 0,1 3-11 0,-2-1-13 0,3 2-15 15,2 4-3-15,-2-2-15 0,4 8-7 0,-2-5-11 16,2 1-9-16,3 6-6 0,1 0-6 0,-1 1-13 16,4 4-22-16,-4-7-33 0,3 0-44 0,-4-1-60 15,3-2-69-15,-1-5-72 0,0 1-210 0,-2-4-482 16,4-2 213-16</inkml:trace>
  <inkml:trace contextRef="#ctx0" brushRef="#br0" timeOffset="80397.86">32437 7333 278 0,'0'0'273'0,"0"-4"-28"0,0 4-22 16,0 0-20-16,-14 3-26 0,14-3-15 0,-6 9-9 15,-4-1-16-15,6 2-12 0,1 0-9 0,-1 2-9 16,-3 4-7-1,6 1-11-15,-2 2-7 0,2-2-5 0,-6 1-6 16,5 0-6-16,2 0-4 0,0-4-7 0,2-2-6 16,0 1-9-16,1-3-6 0,-1 0-7 0,-1-4-3 15,2-3 0-15,-2 6-8 0,4-6-2 0,1 0 1 16,-3-2-5-16,-3-1 2 0,14 0-3 0,-14 0 0 16,9-6 1-16,-1 5 0 0,2-6-1 0,-3 2 12 15,1 0 22-15,2-3 23 0,-1 2 13 0,-2 3 16 16,-2-3 9-16,-1 2-8 0,2-1 3 0,-3 2-15 15,3-1-7-15,-6 4-13 0,8-2-4 0,-8 2-11 16,6 0-4-16,-6 0-5 0,9 5-3 0,-3-1-2 16,-1-1-3-16,1 4-6 0,0-1 1 0,0 0-2 15,3 0-5-15,-3 3 12 0,3-6-17 0,-4 4 33 16,5-2-28-16,-4-2 0 0,1-2 37 0,-1 1 10 16,-1 0 14-16,4-2-1 0,-4 0 4 0,5-4-8 15,-5 2-7-15,3-7-1 0,-1 1 1 0,0-2-5 16,-3-1-2-16,3 0-4 0,2-6-6 0,-4 1-2 15,-3 3-2-15,2-4-2 0,1 0-13 0,0 2-3 0,-4-1-6 16,2-1-7-16,2 4-22 0,-5 3-15 0,4-2-30 16,-4 3-56-16,2 3-55 0,-4-1-65 15,2 4-58-15,-4 0-55 0,4 3-42 0,-5-2-278 0,5 2-715 16,-8 6 316-16</inkml:trace>
  <inkml:trace contextRef="#ctx0" brushRef="#br0" timeOffset="80859.03">32764 7674 75 0,'2'-3'291'0,"-2"3"-8"0,6-4-18 0,-1 3-22 15,-5 1-19-15,4-1-23 0,3 0-18 0,-7 1-16 16,10 0-17-16,-10 0-16 0,9 1-6 0,-9-1-17 16,9 1-10-16,-3 0-14 0,-6-1-13 0,7 3-6 15,-7-3-7-15,1 2-7 0,-1-2-4 0,0 7-5 0,0-7-6 16,0 6 1-16,-4-2-6 0,-3 0 1 16,4-1-5-16,-3 1 0 0,-1-1-7 0,-3 2-3 15,4-2 3-15,-2 0-3 0,1 3-3 0,3-1-2 0,0-1-2 16,-3-1-3-16,1 2 0 0,4 1 11 0,0-1-8 15,2-1-1-15,0 3-3 0,0-1 2 0,2-1-5 16,3 3 7-16,0-1-2 0,2-1-4 16,0 4-1-16,4-3 1 0,-2 1 0 0,-2 0-2 0,3-1 1 15,-2 0-6-15,1-1 0 0,-2 2 0 0,-1 0-1 16,0-2 1-16,-2-1-2 0,-1 0 5 0,-1 0-7 16,-1 0 5-16,3-2 2 0,-4 2 1 0,0 0-1 15,0 0 3-15,0-5 0 0,-7 6 1 0,3-2 9 16,-5 1-12-16,5-4-8 0,-2 1-17 0,-3-2-25 15,-1 3-33-15,-1-5-50 0,-1 4-74 0,3-5-64 16,-2 0-198-16,0-2-502 0,1-1 222 0</inkml:trace>
  <inkml:trace contextRef="#ctx0" brushRef="#br0" timeOffset="81155.89">33314 7323 232 0,'6'-7'383'0,"-5"2"-5"0,3 2-9 16,-1 0-27-16,-3 3-36 0,1-4-35 0,-1 4-28 16,0-4-33-16,0 4-21 0,0 0-15 0,0 0-15 15,-11 12-21-15,3-2-18 0,0-1-16 0,-1 1 0 16,3 2-14-16,-6 6-6 0,-2 0-5 0,-1 5-14 15,2-5-4-15,0-2-6 0,-3 7-5 0,3-1-8 16,1-3-16-16,1-2-13 0,1 0-15 0,-1 0-27 16,-3-4-12-16,6-1-33 0,-2-3-19 0,1 2-26 15,2-6-29-15,-2 5-27 0,2-7-37 0,3-1-42 16,0-2-37-16,4 0-185 0,0 0-513 0,-10-10 227 16</inkml:trace>
  <inkml:trace contextRef="#ctx0" brushRef="#br0" timeOffset="81359.1">33128 7340 177 0,'0'-6'259'0,"0"3"-25"0,1-1-22 0,-1 4-26 15,0 0-16-15,0 0-17 0,0 0 6 0,0 0-4 16,4 11-8-16,-1-4-6 0,-1 3-5 0,2 3-4 0,1 1-9 16,3 7-12-16,0-3-2 0,-1 2-5 0,2-1-10 15,5 5-3-15,-3-7-13 0,5 7-6 0,-2-1-6 16,-4-5-10-16,3 0-3 0,-3-3-6 0,3-3-24 15,-2 1-31-15,-2-3-49 0,1-1-69 0,1-3-76 16,-3 1-83-16,3-2-150 0,-3 0-472 0,-1-1 209 16</inkml:trace>
  <inkml:trace contextRef="#ctx0" brushRef="#br0" timeOffset="81843.52">33431 6994 252 0,'4'-5'295'0,"-2"1"-22"0,0-1-3 16,3 0-9-16,4-2-17 0,0-1-20 15,0 2-22-15,0 0-17 0,2 0-22 0,1 1-18 16,1 2-9-16,-3-1-18 0,1 3-12 0,2-3-13 0,-4 4-5 16,-2 0-13-16,1-1-10 0,-1 2-8 0,1 0-8 15,-2 1-6-15,-4 0-3 0,2 1-3 0,1-1-9 16,-5-2 0-16,2 9-4 0,-3-4-4 16,0 0-3-16,-2 1 8 0,0 0-11 0,0 0 1 0,-1 0-3 15,0 1-3-15,0-2 3 0,-1 0-5 0,-1 0-5 16,2 1 1-16,0 0 3 0,3-1 3 0,-4 0-6 15,4 2 5-15,-2-1-4 0,2-1 12 0,2 3-12 16,-1-4 4-16,3 2 4 0,-2 1-7 0,4-2 2 16,-3 2-3-16,3-1-4 0,-1 1 1 0,3-1 0 15,-4 1 11-15,4 0-10 0,-3 1 0 0,2-2-2 16,-1 1 0-16,-1-1 1 0,2 1-2 0,-4-1 3 16,2 0-1-16,-2 1-3 0,-2-2-1 0,0 1 8 15,0 2-9-15,0-3-17 0,-4 3-15 0,0-1-12 16,-3 0-20-16,-3 2-37 0,-1 0-47 0,1-3-62 15,-8 4-60-15,-4-4-197 0,-1 2-510 0,3 1 227 16</inkml:trace>
  <inkml:trace contextRef="#ctx0" brushRef="#br0" timeOffset="82593.64">32853 7597 171 0,'0'0'286'0,"0"0"-1"0,0 0-16 15,0 0-10-15,0-5-7 0,0 5-11 0,0 0-17 0,0 0-18 16,0 0-14-16,0 0-24 0,-3-4-16 0,3 4-10 16,-6-1-21-16,6 1 2 0,-8-1-24 0,2-2-11 15,-3 1-6-15,-2-2-13 0,-3 1-10 0,2 0-27 16,-3 1-29-16,-3-1-35 0,1 0-43 0,-4 0-67 15,3-1-99-15,-5 2-265 0,4 1-548 0,6 1 243 16</inkml:trace>
  <inkml:trace contextRef="#ctx0" brushRef="#br0" timeOffset="174356.41">3540 7850 292 0,'3'-20'361'16,"-1"1"3"-16,1-1-1 0,-3 4-7 0,3 4-8 15,-3-1-7-15,3 6-14 0,-3-2-13 0,1 4-21 16,-1-3-30-16,-1 3-30 0,2 1-23 0,-1 4-41 15,0 0-48-15,0 0-16 0,0 0-14 0,4 18-9 16,0 1-7-16,4 12-9 0,-5 4-3 0,4 2-19 16,5 12-11-16,-5 0-3 0,0 0 7 0,-2 1-17 15,3-13-7-15,-1 11-24 0,-2-10-3 0,1-1 4 16,-1-3-6-16,2 1-15 0,0-4-10 0,-3 1 1 0,3-1-22 16,-3-6-6-16,0-4-20 0,-3-7-7 15,3-2-22-15,-4 0-10 0,0-4 7 0,2-2 3 16,0-1-22-16,-2-3-45 0,0-2-20 0,0 0-18 15,0 0-20-15,0-27-25 0,0 9-200 0,-4-1-505 0,-1-12 224 16</inkml:trace>
  <inkml:trace contextRef="#ctx0" brushRef="#br0" timeOffset="174762.63">3598 7941 188 0,'-5'-20'211'0,"2"0"9"16,-6 0-2-16,3 1 14 0,2 1 8 0,0 0-14 15,3 0-10-15,-2 6-13 0,3-5-3 0,0 4-19 16,3 0-16-16,-2 3-15 0,5-3-13 0,-2 3-19 15,4 0-12-15,1 1-11 0,2 1-11 0,4 2-5 16,3 1-10-16,2-2-10 0,-2 3-6 0,6 4-2 16,-1 3-5-16,-1 0-9 0,2 3 0 0,-1 1 1 15,2 6-12-15,3 2-4 0,-11-2 1 0,5 6-7 16,-2 3-6-16,-3-1-8 0,3 2 4 0,-7 1-9 16,-6-4-2-16,6 4-7 0,-9-4 0 0,-1 1-2 15,-5-1 2-15,-2 2 5 0,3-3-3 0,-9 7 1 16,1-8 0-16,-5 1 1 0,2-3 4 0,-3 1-2 15,0 0 2-15,-5-6 0 0,2 2 4 0,3-2 7 16,-4-1 12-16,4-1 4 0,4-3 5 0,0-2 5 16,0 1 5-16,6-2 6 0,0-1 3 0,-1 1-4 15,2-1 3-15,4-2-5 0,-6 3-2 0,4-1-7 16,2-2-1-16,0 0-3 0,5 8 0 0,2-4-2 16,6 1-3-16,3 1-4 0,5 2-5 0,8 5 3 15,-2-3-3-15,3 3-3 0,-7 1-2 0,7-1 2 16,0 2 0-16,-3 2 3 0,6-1-9 0,-6 5-1 15,0-3-17-15,-4 1-10 0,-3 0-25 0,4 3-15 16,-1-4-27-16,-4 2-29 0,-7-4-37 0,1-1-49 16,-3 0-55-16,0-4-303 0,-2-1-609 0,1-1 270 15</inkml:trace>
  <inkml:trace contextRef="#ctx0" brushRef="#br0" timeOffset="176949.94">4230 8243 176 0,'8'0'223'0,"-3"3"-6"0,-5-3-12 15,15-1-12-15,-4-2-6 0,-2 1-6 0,5-1-12 16,-3 0-11-16,1-3-11 0,-1 1-13 0,4 0-8 16,-5-2-6-16,3 1 1 0,-2 0-9 0,0 1-7 15,-3-3 3-15,0 2-7 0,0-1-10 0,-2 1-7 16,-1-1-2-16,-1 1 7 0,-1-1-4 0,-3 1 7 16,3 1 10-16,-2-2-16 0,-1 4 1 0,0-2-17 15,-4 0-13-15,3 2-3 0,-5 0 2 0,-2 2-15 16,8 1-7-16,-19 1-4 0,7 5-3 0,0-1-4 15,-5 2-5-15,5 0 0 0,1 0-2 0,-2 3-8 16,3-2-3-16,2 3-6 0,0-2-7 0,0 1-6 16,3 0-6-16,4 1 6 0,1 0-8 0,3-2 10 15,5 0-8-15,8-1 4 0,2-1-1 0,13 2 0 16,3-3 6-16,7-6-8 0,3 0 4 0,-2-2 2 16,15-5-2-16,-18 2 5 0,13-3-1 0,-11 0 4 0,-3 0-2 15,-1-1 2-15,-5-1-2 0,1 0 2 0,-3 0-2 16,1-1 5-16,-11 2 2 0,-3 0-1 15,2 0 2-15,-9 1-2 0,2 1 4 0,-7 1 6 0,-1-1 9 16,-1 1-7-16,-3-2 3 0,0 3-9 0,-4 0 5 16,-3 1 6-16,0-1-2 0,-4 1-7 0,-1 1-2 15,0 2 3-15,1 0-1 0,-3 1-5 0,-1 1 3 16,3 1-1-16,-3 0-1 0,4 4-5 0,2 1-1 16,-2-1 3-16,3 4 0 0,2 0-2 0,2 2 1 15,0 4 2-15,5 2 0 0,2 0-5 0,1 2 1 16,6 9 3-16,1-1 3 0,5 2-1 0,3 0 0 15,-1-1-3-15,3 2 3 0,-4 0 3 0,6 2 0 16,-1-2-3-16,-4 2 3 0,3-1-1 0,-2 1-2 16,-2-4-2-16,2 2 2 0,-4-4 1 0,-5-1-4 15,3-2 5-15,-8-6-2 0,2 0-3 0,-5-3 6 16,-3-1 5-16,-3-1 17 0,0-3 17 0,0-1 29 16,-7-2 12-16,-1-2 22 0,-3-3 8 0,-1 1-3 0,-8-3 2 15,4-4-4-15,-3-2 2 0,-5-5-2 0,3-3-14 16,2-1-12-16,4 0-6 0,1-4-8 15,3-8-8-15,4 2-9 0,2-5-13 0,2-3-17 0,7-1-17 16,7-4-25-16,5-11-31 0,3 14-41 0,7-14-22 16,6 1-4-16,4 7-13 0,-8 9-9 0,10-7 6 15,-7 9 14-15,-1 4 9 0,-4 2 10 0,2 5 9 16,-3 0 10-16,-6 6 6 0,-2 1 10 0,-2 3 4 16,-1 1 8-16,-5 3 6 0,2 1 4 0,-2 2 2 15,-1-3 4-15,-1 4 3 0,-3 1 3 0,0 0 2 16,0 0 3-16,8 6 4 0,-8-1 2 0,-1 0-1 15,1 5 4-15,-1 2 4 0,-1-1 2 0,2 2 3 16,-1 1-2-16,2 3 5 0,2 1-1 0,-2 0-3 16,2-4 2-16,1 3 1 0,4 1 7 0,-4-1-3 15,3-5-2-15,1 1 0 0,2-3 2 0,-3 0 1 16,1-3 0-16,3-2-1 0,-2-1 3 0,5-3 1 16,-3-2-2-16,1-2-1 0,3-1 1 0,-3-2 3 0,3-5-2 15,0 0 2-15,-4-1 0 0,5-2 1 0,-5-2 1 16,3 3-3-16,-3-4 3 0,-2 2 5 15,2 0 9-15,-7-2 13 0,2 5 8 0,-1 2 13 0,-1 0 7 16,-2 1 11-16,-1 2 5 0,3 1-16 0,-3 1-1 16,0 0-2-16,1 1-11 0,2 0-8 0,-4 4-8 15,0-4-7-15,0 4-3 0,0 0 9 0,0 0-13 16,0 0-1-16,8 13 0 0,-6-5-4 0,3 1 0 16,3 1-7-16,-4 3-2 0,7 0 0 0,-3-3-3 15,3 4-2-15,0-2 1 0,0-1-1 0,0-1-3 16,2 2 0-16,-1-3 2 0,4-1 0 0,-3-2 0 15,5-1-2-15,-3-3-2 0,-2 0-6 0,4-2-3 16,0-2 0-16,2-1 2 0,-8-5 7 0,7 0 0 16,-2-3-4-16,-1 0 5 0,-1-4-1 0,2 0 2 15,1-5 15-15,-4-6-18 0,2 1-6 0,-5-3-3 16,-2-1-8-16,0-6-6 0,-4 2 1 0,0 1 4 16,-1 0 7-16,-2 0 2 0,-2 0 6 0,-2 4 10 15,-1 1 12-15,-1 8 6 0,-1 1 11 0,2 0 13 0,-5 1-3 16,5 4-5-16,-3 1-2 0,3 4 0 15,-2-3-6-15,1 1 1 0,1 5-11 0,0 2-1 16,-2 0-3-16,-1 3-2 0,7 0-6 0,-12 8-3 0,4-1 0 16,4 6-8-16,-6 3 3 0,6 2-6 0,3 1 1 15,-2 7-2-15,2 1 9 0,5 3-9 0,-3-1-1 16,2 2 7-16,2-2 1 0,4 1-3 0,-1-2 2 16,0 0-2-16,4 3 0 0,-1-5-6 0,4 0 0 15,0 0-3-15,-3-8 2 0,5 5-3 0,-3-1-1 16,-1-7-1-16,-1-1-2 0,2 1 1 0,3-3 1 15,-6-4-1-15,1-2 6 0,3-1 0 0,-1-1 0 16,2-3 2-16,-2-2-1 0,5-2 6 0,-1-2 2 16,-2-2-1-16,-1 0 1 0,-2-2 2 0,4-1-1 15,-4-4 0-15,-3 0 5 0,0 0-1 0,0 0 3 16,-3-1 2-16,-4 2-2 0,1 1 5 0,-1-1 3 16,-3 2-1-16,0-1 2 0,-3 2-5 0,3-1 6 15,-4 5-4-15,1 0-5 0,-4 0 3 0,2 0-4 0,-2 4-1 16,-4-1-1-16,3 1 0 0,-5 2 0 15,2 3-1-15,-2 0 2 0,1-1 0 0,1 5 2 16,1 1-3-16,0-3-2 0,0 5-1 0,5-2 2 0,-1-2 5 16,1 1-9-16,1-1 1 0,3 2 1 0,1-2-1 15,0 0 1-15,1 0 0 0,-1-1 4 0,4-1-1 16,-1-1 3-16,1 1-1 0,1-1 2 0,-1 0-3 16,4-2 7-16,-2-1 9 0,-6 0-6 0,17-4 4 15,-10 1 7-15,3-1 12 0,-1 1-1 0,-3 0 6 16,2-1 3-16,-2 2-4 0,3-2 1 0,-5 0-5 15,1 3 3-15,1-2-7 0,-2 1-2 0,0 0-2 16,0 0-6-16,-4 2-3 0,0 0-3 0,0 0-6 16,0 0-1-16,15 4 5 0,-9-1 1 0,-2 2 1 15,2 3 8-15,2 0-14 0,-2 1-6 0,2-1-9 16,0 0-11-16,2 3-14 0,-2-2-8 0,2 0-16 16,-1 1-10-16,2-2-18 0,-3 2-16 0,1-5-22 15,1 0-19-15,-3 0-15 0,4-1-17 0,-4-4-28 0,2 1-22 16,-3-3-152-16,2-1-408 0,-3-2 182 15</inkml:trace>
  <inkml:trace contextRef="#ctx0" brushRef="#br0" timeOffset="177340.52">6430 8204 452 0,'1'-8'-10'0,"2"0"32"16,-3-3 28-16,0 2 28 0,0-1 24 0,0 1 5 0,-3-1 12 15,2 0 14-15,1 0 5 0,0 1 2 0,0 3 4 16,-3-2-3-16,3 0-1 0,0 3-2 16,0-2-14-16,-1 3-5 0,1 4-10 0,0-7-14 0,1 3-12 15,-1 4-10-15,4-3-6 0,-4 3-7 0,10-1-7 16,-10 1-8-16,12 4-2 0,-5 0-4 0,4-1-2 15,0 3-1-15,1-1-8 0,0 2-2 0,3 1-2 16,-1-1-3-16,2 1-2 0,-2 4-5 0,-3-4-2 16,0 0-7-16,-3 1-3 0,1 0-5 0,-1 0-4 15,2-1-6-15,-6 0-2 0,0-2-2 0,-2 1 0 16,-1-1 2-16,-1-2 2 0,-1-1 4 0,-1 2 1 16,-2-3 1-16,0 1 1 0,-2-1 5 0,6-2 2 15,-8 0 15-15,8 0 9 0,-12-2 6 0,7-2 5 16,2 0-5-16,-1-1-1 0,1-2 1 0,2 1-5 15,2-1-2-15,2-3-5 0,1 0 0 0,1 0-5 16,4-1 5-16,0 1-9 0,6-3 1 0,0 3-4 16,-1 0 2-16,3-1-4 0,-6 5 0 0,3-1 5 0,-2 2-6 15,2 3-3-15,0-1 1 0,0 2 0 0,-2 1-3 16,-1 1 0-16,0 2-2 0,-1-1-3 16,-1 4-4-16,-3 1-11 0,2-2-8 0,-2 7-15 0,0-3-12 15,-1 1-20-15,-2 0-23 0,-3 3-24 0,3-1-28 16,-2 1-27-16,1 0-29 15,-1 0-173-15,-2-2-412 0,1-1 182 0</inkml:trace>
  <inkml:trace contextRef="#ctx0" brushRef="#br0" timeOffset="178319.47">6940 8023 99 0,'-1'-3'250'0,"1"3"-23"0,-3-4-23 0,3 4-22 16,-3-3-19-16,3 3-20 0,0 0-10 0,0 0-15 15,0 0-11-15,0 0-8 0,2 13-10 0,1-6-9 16,2 1-5-16,4 1-7 0,1 6-6 0,1-3-7 16,2 5-6-16,0 2-5 0,4 3-2 0,-3-5-4 15,5 3-4-15,-2 2-10 0,0 2 4 0,-2 1-4 16,0 2-1-16,-3-1-3 0,3 2 0 0,-5-1-3 15,-2-1-2-15,3 2 0 0,-9-2-3 0,1 0-1 16,-3 1 2-16,-3-6 9 0,1-2-4 0,-2 1 13 0,-6-1 3 16,-1 1 0-16,0-4 8 0,-1 0 4 0,0-2 1 15,-4-3 5-15,3-3 17 0,2-1 4 16,-2-2 16-16,2-3 18 0,0-1 0 0,-1-2 2 16,2-1-14-16,2-5-7 0,0 0-5 0,4-5 1 0,4-5-17 15,3-1 0-15,2-3-18 0,6-6 11 0,4-1-20 16,2-5-6-16,13-11-11 0,3-3-16 0,2 3-28 15,5-2-24-15,0 1-16 0,0 3-4 0,-2 1 2 16,0 2 9-16,-9 13 6 0,-2-3 2 0,-1 6 6 16,-2-1 9-16,-4 5 2 0,-4 3 1 0,-4 4 9 15,-3 3 6-15,-3 0 18 0,-1 1 8 0,0 3 2 16,-1 0-12-16,-6 1 3 0,2 4-5 0,-5-4 2 16,-1 3 0-16,6 1-3 0,-20 6 11 0,8-1-11 15,-6 4-3-15,0 2 2 0,-1-1 1 0,3 1-1 16,2 1-3-16,2 2 1 0,0 0 2 0,4-4-4 15,2 2-5-15,3 0 3 0,2 1 4 0,5-1-6 16,3-2 11-16,1 2-8 0,10-1 6 0,-2 1-7 16,6-2 0-16,8-1 0 0,4 0 4 0,0-5-20 0,4-2-1 15,4 0-8-15,-2-2-9 0,-2-3-11 16,5 1-5-16,-3-4 4 0,1 1 2 0,-5-1 6 16,-2-2 5-16,-4-1 3 0,-4 2 3 0,-7-1 5 0,1 0 3 15,-4-2 9-15,-6 1 11 0,-2 0 8 0,-3 1 7 16,-3 1 12-16,-2 0 1 0,-2-4-1 0,-4 3 3 15,-2 2 1-15,-1-2 11 0,-4 1-4 0,-2 2-4 16,-3 0 0-16,0 3 0 0,-4 1-7 0,1-1-5 16,-2 4-1-16,0 0 2 0,1 2 0 0,-2 1-4 15,2 2-1-15,-5 3-1 0,9-1-5 0,-1 1 3 16,5 2-1-16,2 1-1 0,0 0-2 0,6-3 2 16,1 4-3-16,4-1 1 0,1 4-1 0,1-4 2 15,7 3-3-15,-1-1 0 0,3-4-1 0,-2-2 1 16,4 1 1-16,5-1-2 0,1 0-1 0,3-2 0 15,-2-4 0-15,3 0-1 0,-2-6 0 0,1 0 0 16,0-3-1-16,-2-2-2 0,-1-3 2 0,0 0-5 16,-2-3 5-16,0-2 5 0,-3-2-4 0,1-6-3 0,-3-3-1 15,-1-3-2-15,-2-1-1 0,0-4-2 16,-5-1 4-16,0-1-1 0,-3-3 0 0,-2 3 6 16,0 2 21-16,-3 1 26 0,0 1 19 0,-3 5 12 0,1-2 22 15,0 10 12-15,0 2 2 0,-2 0 0 0,4 3-4 16,-2 2-18-16,-2 3-5 0,0 0-6 15,5 5-20-15,0 3-10 0,-3 2-9 0,7 0-7 0,-12 6 0 16,4 5-2-16,1 5-12 0,1 3-2 0,1 10 3 16,2 0 10-16,3 6-19 0,-1 0-2 0,5 3-11 15,-3 9 22-15,6-8-21 0,-1 10-2 0,-1-14-10 16,4 3-14-16,1-3-13 0,0 1-18 0,-1-2-16 16,1-3-14-16,-1-3-6 0,-2-2-9 0,0-7-22 15,-2-2-19-15,-1-4-29 0,0-3-24 0,-1-5-50 16,1-4-90-16,-4-1-194 0,0 0-571 0,11-16 253 15</inkml:trace>
  <inkml:trace contextRef="#ctx0" brushRef="#br0" timeOffset="178475.71">7269 7345 330 0,'-31'-5'306'0,"9"1"-41"0,5 1-54 0,-5 2-75 0,7 0-78 15,0 2-75-15,8 0-67 0,-1 2-118 0,-1-1-217 16,7 4 97-16</inkml:trace>
  <inkml:trace contextRef="#ctx0" brushRef="#br0" timeOffset="178991.29">8998 7552 206 0,'6'-4'357'0,"-5"1"-32"0,3-1-37 0,-4 4-37 16,0 0-21-16,0 0-30 0,-19 9-18 0,1 4-20 0,-2 5-15 15,-7 3-14-15,2 3-16 0,4 4-12 0,-3 5-9 16,-3 9-9-16,11-5-11 0,-4 9-8 0,7-11-4 16,1 1-6-16,5 2-6 0,6-3-4 0,2-1-9 15,7-1 2-15,3 0-3 0,5-3-1 0,2-3-6 16,5-5-1-16,3-2 0 0,1-3-3 0,3-4-1 15,3-4 0-15,-2-3-5 0,4-3 5 0,2-3-8 16,-1-7 0-16,-2-3 0 0,-3-5 0 0,0-1-1 16,-2-4 5-16,-5-5 1 0,-1 0-7 0,-5-7-1 15,-2-1 2-15,-6-3-5 0,-3-2 2 0,-3 0 0 16,-8 1-2-16,-3 3 7 0,-3-1 21 0,-3 3 20 16,-2 5-1-16,-6 2-2 0,1 1-16 0,-2 5 2 15,-5 4-6-15,1 2-4 0,-5 5-11 0,1 2-13 0,-1 4-19 16,-2 2-16-16,6 3-18 0,1 4-17 0,0 1-16 15,7 3-11-15,0 3-20 0,5 2-22 16,1 2-23-16,3 2-35 0,8 0-16 0,2-1-43 0,2-1-40 16,5-2-156-16,4 0-479 0,4-1 212 0</inkml:trace>
  <inkml:trace contextRef="#ctx0" brushRef="#br0" timeOffset="179444.37">9428 7525 192 0,'4'-10'302'0,"0"1"-24"16,0 2-4-16,0 1-17 0,-1 1-29 0,-2 0-27 0,2 4-24 15,-3 1-18-15,0 0-18 0,0 0-16 16,0 14-13-16,-3-3-7 0,2 6-10 0,-2 2-8 16,-3 3-10-16,4 3 0 0,-2 4-17 0,1 0-3 15,3 0-7-15,0 0-4 0,0-3-7 0,3 4-2 0,-2-2-3 16,2-6-5-16,-1-2-3 0,0 1-6 0,2-3-3 15,0 0-6-15,-1-6 1 0,0 1-2 16,1-2-2-16,0-4 1 0,5 2-2 0,-7-2-2 0,6-2-1 16,-4 0 0-16,7 0 3 0,1-4-3 0,0 2 1 15,2-3-1-15,4 0-2 0,-2-1-1 0,2-2 2 16,1 1 0-16,1 0 3 0,-1 0-4 0,1-1-1 16,1 2-6-16,1 1 4 0,-2-2 0 0,-2 4 4 15,2-1-2-15,-5 3-4 0,-1-3 0 0,-3 4-5 16,2-1 3-16,-3 3 4 0,-2 0-3 0,0 1 0 15,-3 2-2-15,-2 0-3 0,-3 0 5 0,-1 0-1 16,-3 3 3-16,-2-3-1 0,-9 5-1 0,0-1 0 16,-2-3 6-16,-2 0-2 0,-7 1-3 0,-3-1 4 0,-2-3-1 15,1-1-2-15,7-2 1 0,0 1 4 16,1-4 0-16,2 1-4 0,1-3-12 0,5-1-11 16,2 1-26-16,1-5-33 0,5 0-40 0,2 0-42 0,3-1-34 15,2-2-36-15,2-1-174 0,4-4-443 0,5 0 196 16</inkml:trace>
  <inkml:trace contextRef="#ctx0" brushRef="#br0" timeOffset="179727.12">9918 7830 79 0,'0'0'164'0,"0"0"-19"0,8 5-10 0,-7 0 6 16,-1 2 0-16,3 1-5 0,-2 3-10 0,2 1-11 15,1 6-8-15,0 0 12 0,0 3-9 0,0 6-6 16,3 0-10-16,1 4-8 0,3-1 18 0,0 5-8 15,1-1-6-15,9 15-9 0,-4 0-5 0,2 2-7 0,0 1 9 16,-2 1 12-16,-1-2-9 0,0 2-6 16,-2-3-6-16,-2-2 13 0,-5-13 2 0,-3-1-11 15,3-3-3-15,-6-1-8 0,2-2-2 0,-6-9 0 0,-2-1 8 16,-1 0 15-16,-9-4 22 0,0-4 11 0,-5-2 9 16,-10-3-13-16,-5-6-12 0,-2-5-9 0,-4-4-6 15,2-4-15-15,-12-11-12 0,7-4-13 0,12 4-14 16,6-3-9-16,3-4-19 0,7-3-27 0,-2-16-47 15,12 3-65-15,-1-5-76 0,12-6-86 0,-1 3-299 16,14-1-645-16,2-3 287 0</inkml:trace>
  <inkml:trace contextRef="#ctx0" brushRef="#br0" timeOffset="179899.34">10048 7563 125 0,'-12'1'219'0,"-3"0"-11"15,3 2 6-15,-1-2-15 0,1 1-22 0,4-1-18 0,2 2-13 16,1 1-15-16,-3-1-14 0,7 1-10 16,-2-2-11-16,3-2-6 0,0 9-12 0,4-5-9 15,4 1-30-15,3 1-58 0,1 1-68 0,7-1-89 0,-5-2-140 16,8 1-341-16,-2 0 150 0</inkml:trace>
  <inkml:trace contextRef="#ctx0" brushRef="#br0" timeOffset="180472.31">10206 7785 205 0,'9'3'216'16,"2"-1"-12"-16,4-1-21 0,-1 2 5 0,0-1-5 15,0-1-17-15,2-1-5 0,2 0-6 0,-4-1-17 16,5-1-12-16,0 1-11 0,0-3-12 0,-7 1-7 15,1 0-8-15,0-2-9 0,-3 0 3 0,1 0-2 16,-3 2-2-16,-3-2-2 0,-1 0-8 0,3-1-6 16,-4 3-6-16,-2-1-7 0,-1-2-5 0,-4 1-10 15,0 3-3-15,-6 1 1 0,0-1-8 0,-4 2-3 16,-5 3-4-16,-3-2-5 0,3 6 3 0,-3 2-4 16,2 0-1-16,0 2-3 0,-1 1 1 0,3-1-5 15,1 2 3-15,6 1 0 0,-3 0 0 0,8-2-5 16,1 1 2-16,4-2-4 0,2 1 2 0,5 0 3 0,5 2-5 15,6-2-1-15,5-1-6 0,4-1-4 0,4-3-17 16,12-2-23-16,-6-3-19 0,4 1-8 16,1-3-16-16,0-3-15 0,0 0-13 0,1-1-13 0,-3-3-19 15,1-2-12-15,-3 0-13 0,-5-2-10 0,-2-1-117 16,0 0-334-16,-11 2 148 0,0 1 1297 0,-7 1-876 16,-5 0 34-16,4-1 47 0,-8 1 28 0,-3 2 24 15,-3 0 12-15,-5-1 18 0,1 3 8 0,-4-1 4 16,-6 2 5-16,0-1-5 0,-5 4-3 0,2-1 6 15,1 4-2-15,-3 0-7 0,3 1-7 0,0 1-11 16,0 3-7-16,1-1-12 0,3 2-3 0,3 1-5 16,0 0-5-16,5 1-4 0,0 1-2 0,3-1-3 15,3 3-5-15,1-2-1 0,3 1-2 0,5 0-2 16,4 0-2-16,3 0-2 0,0-1 6 0,5-2-10 16,9 0-2-16,1-4-8 0,1-1 4 0,0-2-10 15,2-3-9-15,-2 0-18 0,2-5-23 0,0 0-23 16,-2-4-32-16,0-3-11 0,-4-1-32 0,-1-5-15 15,-3-2-25-15,-1-3-12 0,-1-4 3 0,-5-2-108 0,-4-3-325 16,-1-3 144-16</inkml:trace>
  <inkml:trace contextRef="#ctx0" brushRef="#br0" timeOffset="181425.34">11187 7559 41 0,'-5'-34'139'0,"-1"2"39"0,0 4 38 0,-2 2 33 0,4 4 11 16,0 2 6-16,-3 4 12 0,2 0 6 0,-1 3 8 16,0 2-10-16,0-1-24 0,3 4-22 0,-4-2-25 15,6 4-19-15,-3 1-23 0,1 1-29 0,-2 1-22 16,5 3-15-16,0 0-12 0,-7 8-8 0,4 0-9 15,2 2-8-15,1 9-4 0,0 7-16 0,1 3-2 16,2 6-16-16,-1 3-11 0,3 11-14 0,0-11-17 16,-1 11-13-16,0-10-19 0,3 12-21 0,-4 0-14 15,1-3 0-15,3-12-3 0,-2 2-21 0,-2-4-4 16,1-1 7-16,2 2 1 0,-5-8-12 0,-1-6-7 16,-1-3-7-16,-2-1-12 0,0-5-18 0,0-2-10 15,-1-5-12-15,0 0-1 0,0-4 14 0,4-1 17 16,-12-6 16-16,5-2 29 0,0 0 24 0,2-3 30 15,2-3 19-15,6-5 18 0,-3-1 25 0,4-8 23 16,-3 2 24-16,3-3 23 0,2 3 14 0,1-1 8 16,-3 8-7-16,-1-1 13 0,4 1 9 0,-1 1-3 15,-2 5-5-15,2 2 0 0,-2-2-21 0,1 2-10 0,3 3-13 16,-2-1-2-16,-1 3-11 0,1 4-7 0,3 0-2 16,-1 4-12-16,2 2-3 0,1 3 1 0,2 4-2 15,1 3-2-15,2 0-8 0,-2 3 1 16,2 6-3-16,-4 0 0 0,9-1 0 0,-12-4-3 0,10 6-1 15,-8-6-3-15,0-2-4 0,-3 0-4 0,0-1-2 16,-1-3-3-16,0-4 5 0,-3-1-4 0,0-1 2 16,0 0 9-16,-1-1-5 0,0-1 0 0,-1-3 2 15,-2-1-4-15,7 0 1 0,-7 0 0 0,0 0 2 16,8-10-1-16,-5 3 6 0,0 1 7 0,1-5-3 16,0 1-3-16,0-1 2 0,0 0-3 0,1-1 1 15,1-1 5-15,-5 2-8 0,2 1 0 0,0 3-1 16,-2 1-5-16,0-1-3 0,4 4-17 0,-4 1-2 15,-1 2 2-15,0 0 1 0,0 0 0 0,11 10-12 16,-9-3-1-16,4 2 2 0,-2 6 2 0,0-2 0 16,3 2 4-16,2 0 0 0,1-1 2 0,0 1 3 15,3-1-1-15,1-3 0 0,1 1 1 0,-2-2 5 0,-2-2-3 16,4-3 6-16,-1 0 0 0,-1-4 0 0,0 0 1 16,0-3 5-16,1 1-2 0,1-4 5 0,-4 0-1 15,1-5 5-15,3-1-3 0,-4-1 8 16,2-1-2-16,-3 0 5 0,-2-4 9 0,0 1 4 0,0 0 3 15,-1-2 2-15,-1 1 8 0,-1-1 5 0,-1 2-2 16,0 3 2-16,-1 1 1 0,-3 1-3 0,1 0-2 16,-1 3-3-16,3 1-5 0,-3 2 0 0,0-1-10 15,0 1-8-15,0 0-13 0,0 5-12 0,0 0 1 16,0 0 0-16,0 0 1 0,0 0-2 0,0 0 2 16,9 12 8-16,-4-6-6 0,0 4-4 0,3 0 1 15,-1 0 5-15,4 1-1 0,-3 1-1 0,8 0 3 16,-2-1-3-16,-1 1-1 0,-3-2 4 0,9-1 1 15,-9 0-3-15,3-6 12 0,-2 3-7 0,1-1-1 16,-1-3 5-16,0 0-2 0,-3-1 0 0,3-2 1 16,-3-1-5-16,-1 0 5 0,1-5 3 0,0 1 1 15,-2-1 3-15,1 0-6 0,-5 1 3 0,4-6 1 0,-5 3-2 16,3-1 14-16,0 0 6 0,-4 1 1 0,0 1 5 16,-1-2 2-16,1 2 2 0,-4 0-2 0,1 2-2 15,-1-1 1-15,-1 2-11 0,-1 2-2 16,5-1-8-16,-5 2 1 0,0 0 9 0,6 2-14 0,-14 2-6 15,7 0 2-15,2 2 6 0,-5 3-12 0,6 1-3 16,0 1 7-16,1 1 0 0,1 3 3 0,0 0-6 16,5 0 3-16,1 1-1 0,2 2 2 0,2-1 2 15,5-1-6-15,-2-1 6 0,7 0-3 0,1 0-4 16,5 0-16-16,5-4-15 0,0-1-40 0,-1-3-37 16,-4-3-56-16,-3 0-40 0,9-4-68 0,-10 0-240 15,2-2-559-15,-3-2 247 0</inkml:trace>
  <inkml:trace contextRef="#ctx0" brushRef="#br0" timeOffset="181581.58">11786 7429 2107 0,'-35'-6'7'0,"6"-3"-15"0,10 3-4 15,7 1 1-15,1-2-14 0,3 3-93 0,7 0-101 16,1-2-69-16,1 2-310 0,-1 4 138 0</inkml:trace>
  <inkml:trace contextRef="#ctx0" brushRef="#br0" timeOffset="182926.74">13330 7429 47 0,'8'-18'327'16,"-2"0"-24"-16,-1 2-20 0,3 1-21 0,-4-2-17 0,-1 4-12 16,1-3-10-16,0 3-17 0,-4 0-14 0,2 0-11 15,-2-1-14-15,-2 0-7 0,1-3-29 0,-3 3-6 16,-2-1-7-16,-1 2-16 0,0 1-3 0,-2-3-12 15,1 5-14-15,0 0-2 0,-1-1-7 0,0 4-7 16,0 0-9-16,-2 2-6 0,0 0-6 0,0 1-5 16,0 1-4-16,2 3-5 0,2 0-5 0,-7 5-3 15,3-1 11-15,3 5-19 0,-1 3-4 0,2 2 2 16,0 4 0-16,3 8 2 0,1 3-5 0,3 3 1 16,3 4 4-16,1 12-1 0,3 6-5 0,1 1 6 15,6 4-5-15,-2 5-1 0,10 22 5 0,-9-25-3 16,8 25 2-16,-12-27 2 0,2 3-2 0,-1-2 4 0,2 0-7 15,-4-1 2-15,4-3-2 0,-6 1-2 0,3 1 5 16,-5-6 5-16,2-14-3 0,-1-1-1 16,-5-2 0-16,3 1 1 0,-3-7-3 0,0-2 2 0,-3-8-23 15,3-2-21-15,0-7-32 0,-1 0-14 0,-2 0-19 16,0-8-56-16,3-1-54 0,0-1-58 0,0 0-257 16,-4-20-574-16,4 3 254 0</inkml:trace>
  <inkml:trace contextRef="#ctx0" brushRef="#br0" timeOffset="183457.94">13093 7943 222 0,'-5'-3'242'16,"-1"0"-22"-16,2-2-12 0,2 1-17 0,2 4-16 16,1-3-23-16,4 0-13 0,6 1-13 15,4-3-14-15,3 2-12 0,16-2-8 0,0 1-4 0,4-1-14 16,2-1-8-16,-1 2-7 0,3-3-3 0,10-2-6 15,-9 4-6-15,12-2-2 0,-14 0-6 0,-2-1-7 16,-1 2 1-16,-2-2-6 0,-3 1 0 0,-1-2-3 16,-5 1-2-16,-8 2 0 0,-3-2-2 0,-5 3 3 15,-1-2 12-15,-5 3 8 0,3-3 4 0,-1 4 8 16,-3-1-5-16,-1 0-3 0,-3-2-5 0,0 1-8 16,0 5-5-16,0 0-2 0,-4-2-6 0,4 2 1 15,0 0-4-15,-14 4 0 0,9 1-6 0,-1 2 0 16,4-1-4-16,-2 6 2 0,2-2-3 0,-1 1 2 15,3 1-2-15,0 2 2 0,3 3-1 0,1-4-1 16,2 4 4-16,3-1-3 0,-2-1 0 0,4 1-2 16,1-2 2-16,-1 0 0 0,1-2 2 0,3 1 0 15,-4-5-2-15,0 1 1 0,4-2 0 0,-4-2-1 0,2 0 1 16,1-3 2-16,-2 1-2 0,2-1 3 16,-2-4-1-16,2 1 2 0,-3-3-6 0,-1-1 7 15,0-3-3-15,-2-1 3 0,-1 0 6 0,1-1 0 0,-2-3 0 16,0-2 15-16,-1-2 4 0,-1 2 13 0,0 0 18 15,-3 3 14-15,3-1 0 0,0 1-4 0,-4 0-5 16,0 1-4-16,1 4-6 0,-1-1-3 0,3 2-11 16,-3 1-9-16,0-2-2 0,3 4-19 0,-3-2-29 15,0 5-19-15,0 0 6 0,0 0 1 0,0 0-6 16,8 13-10-16,-5-4-17 0,5 3-25 0,-4 1-18 16,4 4-20-16,3 0-16 0,1 0-24 0,-5 1-17 15,6 0-13-15,-1-4-25 0,-3-2-22 0,1 0-199 16,-1-4-470-16,1 1 207 0</inkml:trace>
  <inkml:trace contextRef="#ctx0" brushRef="#br0" timeOffset="183817.29">14353 7742 28 0,'0'0'118'16,"0"0"-11"-16,0 0-9 0,0 0-13 0,-1 18-3 0,-1-10-4 15,5 7 4-15,0 3-12 0,-2-2-4 0,3 4-6 16,-2-1-7-16,5 1-4 0,-4-2-6 16,4 3-4-16,1-1-2 0,-2-4-3 0,0 0 2 0,3-1-5 15,-7-4-1-15,5-2 0 0,-1-2 14 0,0 0 13 16,-2-2 25-16,2 0 24 0,-2-4 13 0,2-1 1 16,-6 0-7-16,14-5-7 0,-8 0-2 0,2-2 7 15,0-3-2-15,2-4 10 0,-1 2-1 0,2-5 11 16,-1 0 0-16,1 0 1 0,0-1 6 0,-1 2 8 15,1-2 1-15,0 3-3 0,-2 1-6 0,1 3-9 16,-3 1-10-16,1 1-9 0,-4 0-5 0,3 4-17 16,-3 0-10-16,2 1 2 0,-2 0-23 0,-2 3-10 15,-2 1-9-15,14 4-3 0,-6-1-11 0,-1 5-17 0,2 2-14 16,-1 2-18-16,3 4-21 0,0 0-23 16,-1 1-25-16,-2 2-32 0,3 0-42 0,-2 0-43 15,0 7-52-15,0-10-38 0,-1 2-233 0,0-1-581 0,2 0 256 16</inkml:trace>
  <inkml:trace contextRef="#ctx0" brushRef="#br0" timeOffset="184129.76">15177 7721 84 0,'-3'-2'290'15,"-2"-3"-18"-15,-2 4-26 0,-1 1-20 0,8 0-25 16,-23 6-20-16,8 0-14 0,-4 0-7 0,0 6-7 16,1-2-9-16,1 3-13 0,3 2-14 0,0 1-11 15,1 0-9-15,3 3-6 0,-5 6-14 0,8-6-2 16,3 1-10-16,2 0-2 0,4 1-2 0,0-2-5 16,3 0 27-16,6 0 4 0,1-3 21 0,7 4-25 15,6-4-5-15,-1 0-5 0,8-4-1 0,2-1-10 16,2-4-2-16,2 0-11 0,0-2-1 0,3-3-6 0,0 0-15 15,-4-2-37-15,-1 0-55 0,0-2-65 0,-6 0-81 16,1 1-103-16,-8-3-221 0,-1-1-578 16,-3-1 256-16</inkml:trace>
  <inkml:trace contextRef="#ctx0" brushRef="#br0" timeOffset="186848.27">4926 10109 61 0,'-2'-10'337'15,"0"1"-20"-15,0 1-21 0,1 2-17 0,0 0-12 16,-1 0-17-16,-3 0-10 0,5 2-27 0,0 1-25 16,0 3-18-16,0 0-21 0,0 0-12 0,-1 12-17 15,1 0-5-15,1 0-1 0,-1 9-4 0,8 3-7 16,-3 6-14-16,1-1-6 0,-1 2-5 0,1 1-9 16,3 0-8-16,1-1-7 0,-2 0-3 0,-4-2-6 15,7-1-4-15,-1-2-4 0,-4-1-2 0,2-7-6 16,-1-2-3-16,-4-3-2 0,1-2 0 0,-3-1-1 15,2-3 9-15,-1-3-3 0,-1-1-7 0,3-2-1 16,-4-1 11-16,0 0 6 0,0-12-1 0,0 3-3 16,0-3 1-16,4-4 3 0,-4-5 7 0,1 2-22 0,2-10-4 15,-2 1 1-15,5 2 2 0,-2 0-2 16,2-2 5-16,-2 7 4 0,2 2 1 0,1 1-4 16,-4 1 1-16,5 1-1 0,-2 6-3 0,3 0-1 0,-5 1-3 15,0 3-10-15,4 3-10 0,-2 2-40 0,3 1-10 16,2 4 12-16,-1 0 9 0,0 4-15 0,0 2 7 15,2 4 6-15,-1 1-3 0,0 5 12 0,-1-2 15 16,-1 2-14-16,1 1-1 0,-1 3 6 0,-1-6-4 16,-1 0 5-16,0-2 3 0,-3 0-2 0,2-4 3 15,-5-1-6-15,3-1 11 0,-4-2-4 0,2-4 13 16,1 1-6-16,-3-2 7 0,0-3 22 0,0 0 5 16,0 0-5-16,0 0 7 0,0 0 1 0,-5-21 7 15,5 9 5-15,0-1 1 0,0-3 10 0,2-2 16 16,1 0-1-16,0-2 8 0,1 3 15 0,0-1-5 15,3 0-2-15,-1 1-2 0,-1 6-4 0,0-6-4 16,1 7-9-16,-1 1-9 0,-1 1-7 0,3 2-6 0,1-2-7 16,-4 4-6-16,5 3-2 0,-4 0-4 0,6 2-8 15,-2 3 2-15,5-1-2 0,-2 6-11 16,0 0-5-16,0 2-30 0,4 3-11 0,-3 1-8 0,-2 3-25 16,0-1-21-16,0 2-19 0,-2-1-18 0,0 3-11 15,0-2-12-15,-1-1-17 0,-1 1-10 0,0-4-27 16,-2-2-25-16,1-1-39 0,-4-1-26 0,2-6-37 15,-1 0-238-15,1 2-618 0,-1-5 273 0</inkml:trace>
  <inkml:trace contextRef="#ctx0" brushRef="#br0" timeOffset="187067">5697 10142 286 0,'0'0'259'0,"0"0"-30"0,4-2-24 0,-4 2-23 16,0 0-15-16,0 0-12 0,-1 15-3 0,2-8-14 0,-1 3-14 16,0 2-14-16,3 2-6 0,-3 4-13 0,1 1-7 15,2 0-7-15,4 6-5 0,-6-3-7 16,3 4-8-16,2 0-4 0,-2-8-7 0,4 1-30 0,-3-1-28 16,3-6-41-16,-5 0-52 0,4-2-53 0,3-2-76 15,-4-1-118-15,5 1-381 0,-4-4 169 0</inkml:trace>
  <inkml:trace contextRef="#ctx0" brushRef="#br0" timeOffset="187488.84">5964 10170 128 0,'0'0'175'0,"0"0"-7"0,-6 11-12 16,6-5-11-16,0 2 1 0,-1-2-11 0,1 6-10 15,1-1-14-15,3 3-12 0,-1 3-6 0,0-3-10 16,-1 6-5-16,3-5-5 0,1 1-4 0,-3-3-10 0,1 0-2 16,1 0-6-16,1-3-6 0,-2 0-3 0,-1 0-2 15,-2-4-6-15,2-1 1 0,1 0-4 16,-1-2 11-16,0 0 29 0,0-1 14 0,-3-2-1 0,0 0-5 16,0 0-7-16,13-8-9 0,-12 1-2 0,6-1 6 15,-3-3 5-15,-1 0 7 0,2-2 5 0,3-2 4 16,-4 2 3-16,3-4 23 0,1 4 5 0,-1 3 17 15,-3-3 1-15,3 2-11 0,-1 1-7 0,1 2-5 16,0 0-1-16,-3 2-7 0,2 0-12 0,-1 1-16 16,1 2-10-16,-1 2-7 0,2-1-11 0,-7 2-5 15,15 2-4-15,-4 2-7 0,-3 3 1 0,3 2-5 16,1 2-3-16,-1 5-1 0,0-2-2 0,1 3-5 16,1 8-4-16,-3-7-1 0,0 3-10 0,-2 3-17 15,2-5-12-15,-1-4-28 0,-2 3-12 0,-2-1-28 16,-2 1-17-16,1-7-31 0,-1-1-34 0,-2-2-42 15,3-1-38-15,-4-2-57 0,0-1-273 0,0-4-633 0,-6 2 280 16</inkml:trace>
  <inkml:trace contextRef="#ctx0" brushRef="#br0" timeOffset="187660.7">5863 9909 70 0,'-7'-6'289'16,"2"1"-33"-16,-1 0-24 0,3 1-22 0,-1 2-24 16,1-1-47-16,3 3-56 0,-6-3-52 0,6 3-25 15,0 0-52-15,0 0-70 0,0 0-108 0,0 0-241 16,16 8 106-16</inkml:trace>
  <inkml:trace contextRef="#ctx0" brushRef="#br0" timeOffset="188145.03">7325 9876 160 0,'4'-18'374'0,"-1"-1"-18"15,-3 5 5-15,0-5-10 0,0 2-18 0,0 3-9 16,0 2-10-16,0-2-1 0,0 4-9 0,0 2-12 0,0 1-21 16,0 1-26-16,0 2-31 0,0-2-30 0,1 3-26 15,-1 3-19-15,0 0-15 0,0 0-14 16,7 16-9-16,0-5-10 0,-2 11-9 0,1 8-9 0,2 2-6 16,-1 5-8-16,2 15-4 0,-1-1-8 0,1 0-8 15,-4-2-11-15,4 0-19 0,-6-13-15 0,4-1-23 16,0 3-20-16,-3-3-21 0,1-1-21 0,1-5-8 15,-2 2-16-15,-1-10-6 0,-1-3-22 0,3-4-24 16,-4-2-36-16,0-2-28 0,2-4-45 0,-2-3-53 16,1-1-280-16,-2-2-658 0,0 0 291 0</inkml:trace>
  <inkml:trace contextRef="#ctx0" brushRef="#br0" timeOffset="188348.14">7023 9697 22 0,'-11'-6'369'0,"2"3"-2"16,2-1-16-16,2 2-2 0,-1-2 17 0,3 1-17 15,3 3-36-15,-4-6-26 0,7 2-28 16,-3 4-31-16,11-8-21 0,4 3-22 0,12-1-17 0,3-2-19 16,8-1-13-16,0 4-12 0,6-4-17 0,10 4-9 15,5 0-13-15,-4 0-9 0,-12 1-29 0,9 2-21 16,-12 1-44-16,1 1-41 0,-2 3-43 0,-2 1-60 15,-2 2-70-15,-2-2-78 0,-6 1-322 0,-8 1-682 16,-5-1 301-16</inkml:trace>
  <inkml:trace contextRef="#ctx0" brushRef="#br0" timeOffset="188801.22">7669 10130 13 0,'3'-4'219'16,"0"1"-26"-16,-3 3-21 0,8-1-18 0,-8 1-16 15,12 4-11-15,-5-2 0 0,4 4-6 0,8 5-2 16,-2-1-7-16,-1 5-5 0,0-3-12 0,0 2-11 16,7 7-10-16,-1-1-7 0,-10-2-6 0,2-1-5 15,-2 1-6-15,2 0-2 0,-4-2-7 0,0 0-4 0,-2-2-1 16,-1-3-7-16,-2-2-1 0,-2-1 12 0,0-1 22 16,0-4 28-16,-2 1 45 0,-1 0 13 0,0-4 14 15,0 0 14-15,0 0 3 0,0 0 4 0,-20-11 2 16,10 2 0-16,3-2-7 0,-2-5-13 0,2-1-13 15,0 0-8-15,0-1-14 0,2-4-13 0,1-4-14 16,1 5-24-16,6 0-24 0,5-6-28 0,-3 8-30 16,5 1-33-16,9-7-38 0,-4 11-24 0,3 1-24 15,-1 1-29-15,5 6-30 0,1 4-30 0,0 0-25 16,3 5-18-16,7-2-19 0,-2 7-20 0,-1 1-13 16,-4 0-156-16,1 2-499 0,3 2 222 0</inkml:trace>
  <inkml:trace contextRef="#ctx0" brushRef="#br0" timeOffset="189535.53">8413 10214 23 0,'0'0'132'16,"0"0"7"-16,0 0 14 0,2-8 5 0,-2 8 1 16,-10-10 2-16,3 4 9 0,-5-1 4 0,1 1 2 0,0-1 5 15,-5-4-7-15,1 1-15 0,-4 2-10 0,0 2-14 16,0 1-15-16,-2 3-12 0,1 0-13 0,-2 0-9 16,1 1-8-16,-2 5-7 0,-2 0-12 0,7 5-5 15,-5 0-8-15,-3 4 1 0,8 1-10 0,-2 5-3 16,6-2-4-16,1 1-3 0,-2 3-5 0,7-3-3 15,3 2 1-15,0-3 5 0,4 2-9 0,2-1 2 16,2-5-1-16,3 0-3 0,3 1 4 0,5-1-1 16,0-2-1-16,3-4-3 0,3-2 1 0,3 0 0 15,-1-4-1-15,3-1-1 0,-2-4-2 0,0-1-1 16,3-3-2-16,-6-2 3 0,0 1-4 0,0-6 1 16,-3 1 0-16,1-6-1 0,-4 3-2 0,-5 2 1 15,2-4-3-15,-6 1 5 0,4 1 1 0,-5 1 8 0,1 1 15 16,-5 3 4-16,3 1 7 0,-3 2-3 15,0 1 5-15,0 3-16 0,0 2-7 0,0 3-7 16,-3-4-2-16,3 4 0 0,0 0-3 0,0 0-1 0,-5 12 1 16,2-2-8-16,3-2 5 0,0 5-3 0,0 0 1 15,0 0 0-15,4 3-5 0,0 1 2 0,-1 1 4 16,1-4-3-16,1-2-3 0,-2-1 2 0,4-1-2 16,-2 0-1-16,2-2-3 0,0-3 3 0,-3-1-1 15,4 0-5-15,0-2 11 0,-1-2-4 0,1 0 1 16,-1-4 1-16,3-3 1 0,-1 1-3 0,-1-4 2 15,-1-4 6-15,0 3-8 0,1-2 2 0,-1-3-1 16,0-2-3-16,1 0 1 0,-4 1 3 0,4 2-1 16,-4 2 1-16,0 2 1 0,-1-3-1 0,-2 5 3 15,1-2-5-15,0 5-1 0,-2 0-4 0,3 0-2 16,-3 4-5-16,0 2 4 0,0 0-1 0,0 0 2 16,0 0 1-16,0 0 0 0,0 18 0 0,2-8-1 0,-1 2 4 15,-1 6-1-15,5-1 1 0,-5 1-2 0,4 0 3 16,0 1 8-16,2-1-8 0,-2 0-2 0,0 0 0 15,3-2 5-15,-2-4 1 0,-1 0-1 0,3-2-1 16,-1-3-2-16,-5 0 6 0,7-2 1 0,-4-2 2 16,0-2 9-16,0-1 4 0,-4 0 0 0,14-6-2 15,-6-2 8-15,-3-1 0 0,2-1 17 0,-1-2 10 16,1 0 15-16,1 0 4 0,-1-3 11 0,-1-1 3 16,-1 5 0-16,0-3-6 0,3 1 10 0,-4 1 2 15,-1 2-3-15,2 1-8 0,-2 2-7 0,1 1-6 16,-2 1-16-16,0 3-9 0,3-1-11 0,-5 3 2 15,7 0-7-15,-7 0-1 0,13 7-3 0,-8-4-4 16,3 3 4-16,2 5-21 0,-1-2-17 0,2 0-11 0,0 2-19 16,-3 0-26-16,3-1-20 0,0-2-16 15,0 6-23-15,0-10-28 0,-2 2-33 0,-2-1-41 16,0-3-54-16,2 0-53 0,-3-1-238 0,-6-1-625 0,11-5 276 16</inkml:trace>
  <inkml:trace contextRef="#ctx0" brushRef="#br0" timeOffset="189707.39">8594 9678 278 0,'-12'-8'250'0,"-2"2"-30"16,3 1-18-16,-9 1-27 0,8 1-43 0,-3 3-53 15,1 0-49-15,-2 3-48 0,2 1-58 0,-5 4-136 16,1 3-230-16,-7 2 101 0</inkml:trace>
  <inkml:trace contextRef="#ctx0" brushRef="#br0" timeOffset="191410.37">5591 11031 307 0,'0'-6'315'0,"-3"1"-12"0,3-2-20 0,-1 2-22 16,1 0-19-16,-3 1-11 0,3 4-20 0,0-6-15 16,0 6-24-16,0-4-19 0,0 4-18 0,0 0-26 15,0 0-5-15,0 0-7 0,0 0-15 0,0 0-5 0,0 0-9 16,8 17-8-16,-5-8 6 0,1 2-16 15,-1 1-8-15,0 0-2 0,1 5-1 0,0-2-7 16,0 2 9-16,0-6-15 0,0 9-1 0,0-10 0 0,-1 0-11 16,-2 3 6-16,5-5-14 0,-4 1 0 0,1-2-4 15,-1-2-7-15,-1 1 2 0,4-1 6 0,-4-3 10 16,2-1-10-16,-3-1-3 0,0 0 5 0,0 0-2 16,10-7 1-16,-6 0-4 0,-3 1-3 0,5-5 5 15,0 3-4-15,-2-5 5 0,1 5-2 0,0-3 3 16,-1 2 5-16,3 0-9 0,-3 0-2 0,1 4-2 15,1-2 4-15,1 1-3 0,0 2-4 0,-2 0 6 16,4 2-4-16,-2 2-1 0,-7 0 3 0,19 2-2 16,-9 1 0-16,2 1 3 0,0 1-1 0,-1 3-1 15,2-1-2-15,0-2 8 0,-2 3-2 0,7 1-1 16,-7-3-1-16,6 5 0 0,-6-6 1 0,2-3 2 16,-3 4 0-16,0-3-2 0,-5 0 4 0,2-2 9 15,-3 0 23-15,-4-1 11 0,11-2 13 0,-6-2 3 0,-2 0 6 16,0-2 0-16,2 1 4 0,-5-7-10 15,1 4 12-15,-1-5-5 0,-1 2-5 0,-3-6-6 16,3 1-2-16,-2 0-9 0,-2-1-9 0,2-1-5 0,2 0-16 16,-1 1-21-16,2-1-24 0,0 0-27 0,0 3-33 15,2 2-37-15,-2 1-50 0,4 4-55 0,1-2-67 16,4 2-330-16,4 0-678 0,3-1 299 0</inkml:trace>
  <inkml:trace contextRef="#ctx0" brushRef="#br0" timeOffset="192722.75">9137 9774 88 0,'5'-17'323'15,"2"0"-3"-15,-6 1 0 0,4 4-6 0,-3 1-11 16,2 0-26-16,-4 1-15 0,3 4-11 0,1-2-3 0,-4 2-23 15,0 1-24-15,0-1-25 0,1 3-25 0,-1 3-18 16,3-3-20-16,-3 3-18 0,0 0-4 0,2 12-12 16,-1-3-12-16,0 2-1 0,1 7-4 0,-2 3-9 15,0 5-4-15,0 4-5 0,-2-1-8 0,2 3-2 16,-1-1-4-16,1-3-4 0,0 5 7 0,-1-2-10 16,-1 2 3-16,1-3-5 0,-1-2-1 0,2-2-11 15,-1-4 6-15,1-4-4 0,1 1-3 0,1-3 1 16,-1 1 4-16,1-4-7 0,0-2-1 0,1 0 4 15,3-2 1-15,-1 1 0 0,4-3 5 0,1 1-18 16,1-2 13-16,1-1-1 0,6-1 2 0,1 2-7 16,1-5-5-16,3-1-13 0,2-3-22 0,5-1-15 15,-2-1-11-15,-5 0-17 0,10 0-15 0,-3-5-22 0,0 2-20 16,-3-2-18-16,-9 2-24 0,-2 1-17 16,3-4-21-16,-4 1-1 0,-1-1-1 0,-2-1 10 15,-4 1 22-15,-2 0 25 0,-4 4 39 0,1 0 35 0,-2 1 33 16,-1 1 22-16,0 0 24 0,-1-1 12 0,0 1 17 15,-2 3 5-15,3 2-1 0,-4-3-1 0,4 3-6 16,-11 1 0-16,11-1 0 0,-7 4-3 0,0 0 1 16,3 1 4-16,2 2-4 0,-3 0 10 0,1 1 0 15,3 3-2-15,1 0-1 0,0-2-2 0,1 4 4 16,1 0-1-16,3-2-2 0,-5 2-2 0,6-1 1 16,3 5-3-16,-2 0-1 0,0-6-1 0,1-1 0 15,-3 2-2-15,6-4 0 0,-3 1 0 0,3-2-1 16,0 1 0-16,-1-4-1 0,-1-1-1 0,-1 0 2 15,-1 0 0-15,0-3 6 0,1 0 5 0,-8 0 3 16,12-3 5-16,-6-2 1 0,-2 1 0 0,-3-1 0 16,2-4-6-16,-3 3 3 0,1-6 2 0,-1 1 1 0,-1-2-2 15,1-1 3-15,-3-2 4 0,-2-2-4 0,2 3 7 16,2 3-10-16,-4-6 8 0,4 5 3 16,1-1 0-16,0 0-2 0,-1 3-1 0,1 0 2 15,0 0-6-15,0 5-6 0,0 0 3 0,1-1-5 0,-1 2-10 16,0 3-4-16,0 2-4 0,7-1 1 0,-7 1-6 15,8 4-7-15,2 3 1 0,-2-1-1 0,0 3-3 16,2 2-5-16,-1-1-2 0,2 4-8 0,0-1 4 16,1 2-6-16,-1-2-5 0,-3-3-5 0,4 3-2 15,-2-4 0-15,-2 2 0 0,-1 1 5 0,2-3 1 16,-3-1 1-16,-2-2 3 0,3 0 2 0,-6-2 6 16,2 0 7-16,1-1 1 0,-4-3 4 0,5 2 9 15,-5-2 10-15,0 0 4 0,4-8 15 0,-1 3 5 16,-2-2 11-16,5-3 7 0,-2 1 1 0,0-5 5 15,1 2 2-15,4-3 4 0,-4-1 3 0,5-1 7 16,-1 1 0-16,2-1 0 0,-1 1-3 0,-1 1-9 16,1 5 1-16,-4 0-18 0,3 3-2 0,-1 0-12 0,-3 2 2 15,1 0-1-15,1 4-13 0,0-1-9 0,0 2-2 16,0 3 1-16,0 2 16 0,1 2-24 16,0 3-4-16,2-1-15 0,-2 2-12 0,0 0-13 0,0 5-16 15,-2 3-16-15,2-2-27 0,-3 1-30 0,5-2-44 16,-5 2-49-16,-2-5-53 0,4-1-62 0,-4-1-177 15,2-1-556-15,-4-4 246 0</inkml:trace>
  <inkml:trace contextRef="#ctx0" brushRef="#br0" timeOffset="193035.22">10500 9725 332 0,'-3'-6'353'0,"0"-1"-6"16,-4 1 3-16,1 0-21 0,0 2-35 0,2-1-28 0,0 3-31 15,4 2-24-15,-12 2-36 0,5 3-11 0,-1 1-22 16,1 1-1-16,-4 5-18 0,6 5-16 16,-5 1-10-16,6 2-10 0,-7 10-9 0,7-1-6 0,0 3-10 15,4 0 1-15,-1 4-23 0,-2 1 11 0,7 3-15 16,0-3 5-16,4 10 0 0,-4-9-8 0,3-1 2 15,0 1-2-15,8 8-6 0,-7-11-3 0,3-5-15 16,4 0-18-16,0-5-11 0,-3-2-16 0,6-1-11 16,-5-6 0-16,-2-3-28 0,0-6-35 0,7 4-40 15,-6-9-59-15,4-2-55 0,-2 0-54 0,2-2-202 16,-1-8-561-16,3 2 249 0</inkml:trace>
  <inkml:trace contextRef="#ctx0" brushRef="#br0" timeOffset="193519.56">10830 9839 95 0,'-3'-4'290'15,"3"-1"-20"-15,-5 2-22 0,1 0-22 0,4 3-15 16,-7-3-20-16,3 2-25 0,4 1-14 16,-8 5-16-16,1-1-15 0,6 2-13 0,-5 1-11 0,4 1-9 15,-1 0-4-15,0 3-11 0,3 1-8 0,0 5-5 16,-3 1-5-16,6 0-5 0,-3 0-4 0,1-1-6 15,1 3-1-15,1-1-11 0,1 0 4 0,1-1-5 16,-2-1-1-16,1-3-4 0,-1-3 1 0,1 0-1 16,-3 0-3-16,3-2 2 0,0-1-2 0,-2-4 2 15,-1 0 1-15,3-3-3 0,1 1 1 0,-5-2-5 16,0 0 0-16,10-6-1 0,-6 3-1 0,0-1 3 16,0-3 24-16,4-1 6 0,-5 0-5 0,2 2 7 15,2-2-7-15,-4 2-1 0,4 0 2 0,-4-1 2 0,3 3-7 16,0-1-2-16,-5 2-3 0,5 0-10 15,-1 1-3-15,-5 2-5 0,12 0-2 0,-5 1 4 16,3 4-1-16,2-2-10 0,-1 4 4 0,1-1 5 0,4 3-3 16,-2 2-3-16,2-1 1 0,-5-4-5 0,7 3 3 15,-6 0-2-15,3-4 3 0,-3 3-2 0,-1-3 0 16,1-1 3-16,-1-4 2 0,-4 0-2 16,7 0 0-16,-6-2 0 0,-1 0 9 0,-2-2-9 0,2-3-4 15,-3 0 6-15,0-3 7 0,0-1-6 0,-1-8 2 16,-3 7-2-16,1-6 2 0,-1 1-3 0,-1-2-1 15,-1 0 2-15,0-1 0 0,-1 0-11 0,2-2-28 16,-2 3-22-16,1-2-30 0,0 3-34 0,0 2-35 16,1 2-41-16,-3 2-54 0,4 1-65 0,0 2-191 15,-4 0-540-15,4 5 239 0</inkml:trace>
  <inkml:trace contextRef="#ctx0" brushRef="#br0" timeOffset="193832.03">11241 9736 173 0,'3'-4'404'0,"-3"4"-45"0,5-2-23 0,-5 2 5 15,0 0-23-15,6-3-31 0,-6 3-34 0,8 0-23 16,-8 0-26-16,9 3-28 0,-3 1-1 0,2 0-30 15,1 1-10-15,2 1-14 0,0 2-14 0,7 5-11 16,1-2-6-16,-3 2-9 0,6 4-16 0,0 3-3 16,0 4-6-16,-8-8-3 0,3 6 9 0,0 2-16 15,-3 0-6-15,-2 2-7 0,-1 0-2 0,-4 1-5 16,-3-1-9-16,-1 0-9 0,-6 1-29 0,-1 2-26 16,-3 0-26-16,-1-4-27 0,-5 4-33 0,-1-7-50 0,-2 3-51 15,3-7-56-15,-7 2-286 0,5-4-622 16,-1-4 276-16</inkml:trace>
  <inkml:trace contextRef="#ctx0" brushRef="#br0" timeOffset="201472.05">12152 10044 74 0,'0'0'323'0,"0"0"4"0,0 0-13 16,0 0-7-16,0 0 6 0,0 0-3 0,0 0-19 16,0 0-11-16,0 0-12 0,0 0-12 0,0 0-17 15,0 0-16-15,0 0-15 0,0 0-22 0,0 0-16 16,0 0-18-16,0 0-15 0,6-11-7 0,0 7-23 15,7 3-11-15,0-1-8 0,1-1-11 0,6 2-6 16,1 0-6-16,2-3-7 0,0 2-6 0,0-1-3 16,0 2-6-16,-2-1-9 0,-2 2-6 0,2 0-14 15,-8 0-7-15,0 0-14 0,-1 2-8 0,-2-2-7 16,-2 1-15-16,-1-1-14 0,0 1-11 0,-7-1-13 0,8 0 1 16,-8 0-20-16,8 2-8 0,-8-2-8 0,0 0-4 15,8 0-8-15,-8 0-11 0,0 0-21 0,0 0-24 16,0 0-30-16,0 0-23 0,0 0-25 0,0 0-35 15,0 0-203-15,0 0-535 0,-24-3 237 0</inkml:trace>
  <inkml:trace contextRef="#ctx0" brushRef="#br0" timeOffset="201753.27">12261 9878 61 0,'0'-4'308'0,"-3"-1"5"0,3 5-10 0,0-6-7 0,0 6-14 16,-1-3-7-16,1 3-5 0,0 0-10 0,0-5-38 16,0 5-25-16,0 0-22 0,0 0-25 15,0 0-15-15,0 0-14 0,0 0-15 0,0 0-13 0,4 21-6 16,-3-13 1-16,-1 2-19 0,6 1-12 0,-3 6 5 16,2 1-8-16,-4 3-5 0,5-1-4 0,-2-1-10 15,0 2-1-15,-3-2-5 0,2 1-4 0,1 1 6 16,1-3-9-16,-2 1 1 0,4 2-4 0,-3-3 1 15,2 0-17-15,-2-3-36 0,-3-3-30 0,3 3-35 16,1-3-61-16,0-1-62 0,-3-1-82 0,5-2-271 16,-3-2-621-16,-1-1 274 0</inkml:trace>
  <inkml:trace contextRef="#ctx0" brushRef="#br0" timeOffset="206629.3">13402 9333 174 0,'0'-12'324'0,"0"-5"9"0,0 3-9 0,0 1-5 16,0 3-11-16,0-3-12 0,3 0-3 0,-3 5 1 16,-3 2-14-16,6-1-13 0,-3 2-25 0,0 0-24 15,0 0-20-15,0 5-25 0,0-5-24 0,0 5-19 16,0 0-18-16,0 0-9 0,0 0-12 0,0 0-11 16,11 18-10-16,-6-9-8 0,-2 4-3 0,1 3-5 0,3 3-8 15,-3 3-7-15,5 5-1 0,-3 0-2 0,-1 0-5 16,-1 1-3-16,-2-2-15 0,2 1-1 15,-3-5 1-15,2-3-2 0,-3 8-3 0,0-7 0 0,0-1 1 16,5-1-3-16,-5 1 0 0,0-2-3 0,0-6 1 16,0 4-2-16,3-4 3 0,-2 1 8 0,-1-1-11 15,2-2 2-15,-2 2-1 0,0-5 3 0,1 0-3 16,-1 0 1-16,0-2 0 0,0 0-1 0,0-4 3 16,1 6 4-16,-1-6-1 0,0 5 15 0,0-5 33 15,0 0 28-15,0 0 28 0,0 0-12 0,0 0-11 16,0 0-5-16,0 0-12 0,-8-11-6 0,3 5-7 15,5 0-9-15,-4-1-6 0,-3-2 0 0,0 0-3 0,3 0-10 16,-3 0-2-16,1 2-8 0,-1-2 8 0,-3 2-14 16,0 0 0-16,1 2-4 0,0-2-1 15,-1 4-3-15,-1 0-2 0,3 1-3 0,-3 1 4 0,-1 1-7 16,1 1-1-16,-1 2 0 0,0 2-2 0,-2-3 2 16,-1 6-3-16,4 0-2 0,-2 2 3 0,2-1 0 15,-2 3-2-15,-1 0-3 0,5 4-5 0,-4-2-5 16,3 2-14-16,-1-3-16 0,1 6-24 0,3-4-9 15,-3 1-15-15,2 0-21 0,0-1-33 0,1 4-24 16,2-6-17-16,-4 3-17 0,1-4-29 0,3 1-50 16,-1-3-54-16,2 2-60 0,-1-1-261 0,2 2-716 15,0-8 317-15</inkml:trace>
  <inkml:trace contextRef="#ctx0" brushRef="#br0" timeOffset="207108.22">12989 10272 174 0,'0'0'318'0,"-5"2"-9"16,5-2-9-16,0 0-2 0,0 0 4 0,0 0-11 16,0 0-3-16,7 4 0 0,-7-4-15 0,25-4-22 15,-3 2-18-15,14-5-20 0,1 1-24 0,19-3-20 16,1 0-13-16,3 0-18 0,-3 2-12 0,3-1-13 16,-3 2-12-16,0-1-7 0,-16 2-12 0,2 2-7 15,-2 1-9-15,-4 1-6 0,-3-1-21 0,-3-2-30 16,-8 4-32-16,-1 2-35 0,-4-1-36 0,-3-1-32 15,-3 1-41-15,-6 1-52 0,0 0-40 0,-2-1-37 16,-4-1-59-16,0 5-205 0,0-5-607 0,-15 6 269 16</inkml:trace>
  <inkml:trace contextRef="#ctx0" brushRef="#br0" timeOffset="207889.4">13379 10528 8 0,'0'-6'247'16,"0"6"-15"-16,0 0-18 0,0 0-20 0,0 0-22 16,0 0-24-16,0 0-14 0,0 0-14 0,0 0-8 15,0 0-13-15,-11 10-12 0,7-8-8 0,1 3-10 16,1 1-5-16,-4 0-4 0,0-1-5 0,0 0-5 15,-1 2 0-15,-2-1 12 0,-3-1 5 0,3 0-1 16,-3 2 1-16,-3-2 0 0,7-2 5 0,-4 0 5 16,2-2 10-16,5 3 14 0,-5-2 10 0,2-2 12 0,8 0 12 15,-11-4-11-15,7 1 0 0,0 0-9 16,-2-2 4-16,1 2-8 0,5-2-8 0,-1-2-14 16,2 1-4-16,1 0-2 0,4 0-11 0,-2-4-8 0,-1 4-1 15,5-1-17-15,4 0 1 0,-1 2-5 0,2-2-8 16,1 3-5-16,0 3-5 0,1 0-1 0,4-1-1 15,-4 4-10-15,4 1 3 0,0 2-2 0,0 2-8 16,-4 2 0-16,4 0-1 0,-4 2-1 0,1 2 3 16,-3 1 8-16,0 3-11 0,0-1-1 0,-2 2-2 15,-1 0 3-15,-3 3-3 0,0-1-2 0,-1 1 9 16,-4 7-8-16,1-9-5 0,-6 8 3 0,1-6 2 16,-4 6-7-16,2-6 13 0,-4 4-4 0,-2-10-5 15,-1 4 8-15,-1-4-5 0,-1 2 2 0,-4-1-1 16,0-5 3-16,-4 1 10 0,2-3 7 0,0 1 20 15,1-4 16-15,-1-2 15 0,3-1 15 0,-5-1 17 0,5-2 15 16,7-2 10-16,-4-1 5 0,1-2 7 0,4 0 15 16,-3-1-12-16,3-4-7 0,4 3-7 15,-3-4-10-15,4 3-8 0,3-5-11 0,3 4-9 0,-1-3-8 16,4 0-6-16,2 4-12 0,2-1-6 0,-2-2-7 16,7 4-8-16,0-1-8 0,4 2-3 0,-1 1-5 15,2 2-2-15,3 0-3 0,-2 4-2 0,0 3-8 16,1-2-11-16,1 5-10 0,-1 0-1 0,1-1-10 15,-1 3-17-15,5 2-15 0,-8-3-26 0,3 4-21 16,-3-2-30-16,-1 2-36 0,-1-5-38 0,0 4-34 16,2-5-26-16,-6-1-21 0,1 2-30 0,2-1-50 15,1-6-61-15,-5 1-328 0,1-2-814 0,-2 1 360 16</inkml:trace>
  <inkml:trace contextRef="#ctx0" brushRef="#br0" timeOffset="208420.67">14218 9501 67 0,'0'-8'357'0,"-1"1"7"0,-2-1-4 16,3 0-31-16,0 6-28 0,-2-3-42 0,2 5-28 0,0 0-30 15,0 0-24-15,0 0-16 0,2 18-15 16,1-2-18-16,2 5-10 0,-3 8-13 0,2 4-3 16,0 2-15-16,0 3-6 0,-1 11-14 0,1-11 1 0,1 1-12 15,3 12-3-15,-5-2-7 0,3 0 0 0,-1-11-6 16,0-4-4-16,2 4-6 0,-3-1-1 0,3-1 0 15,0-1-5-15,-1-4-2 0,1 3-3 0,0-5 0 16,-3-1 1-16,-1-7-4 0,3-2-1 0,-1-3-1 16,-1 1-7-16,-3-5-19 0,-1-3-28 0,2 0-19 15,-2-3-25-15,2-1-9 0,-2 2-15 0,5-3-15 16,-5-1-28-16,0-3-53 0,0 0-48 0,5 1-51 16,-5-1-165-16,0 0-505 0,0 0 225 0</inkml:trace>
  <inkml:trace contextRef="#ctx0" brushRef="#br0" timeOffset="208764.39">14496 9545 50 0,'0'-17'303'15,"-2"6"10"-15,2-1 17 0,0 1-3 0,-1 4-21 16,-1-1-21-16,4 3-29 0,-2 0-33 0,-2 1-25 15,2 4-25-15,0 0-10 0,0 0-26 0,3 14-17 16,-1-1-10-16,0 5-9 0,2 10-10 0,-1 3-9 16,1 3-6-16,2 1-9 0,-2 1-16 0,-3 12 5 15,5-12-6-15,-1 15 0 0,-1-2-9 0,2 0-4 16,-2-12 0-16,0-1-7 0,1 1 1 0,-1 2 2 16,2-2 6-16,-2 0-16 0,1 0-1 0,-2-4-7 15,4 2 5-15,-2-2 0 0,-4-5-4 0,2-5-2 16,1-2-4-16,-1-2 19 0,-2-1-16 0,1-4-20 15,-1-3-21-15,-1 0-30 0,3-4-19 0,-2 0-18 0,-1-1-18 16,3-2-31-16,-2-2-61 0,-1-2-69 0,0 0-52 16,0 0-178-16,7-10-545 0,-3 0 241 15</inkml:trace>
  <inkml:trace contextRef="#ctx0" brushRef="#br0" timeOffset="209390.78">14698 9708 153 0,'0'0'249'0,"0"0"-26"0,0 0-18 0,0 0-25 16,0 0-18-16,0 0-13 0,7 10-10 0,-3-1-15 16,0 1-12-16,2-2-6 0,-1 5-8 0,2 3-8 15,0 0-11-15,-2 2-10 0,2 3-1 0,0-3-9 16,-3 1-4-16,3 1-13 0,2 6 6 0,-5-4-5 16,-1-3-7-16,1 2-2 0,2-2-2 0,-1-1-5 15,-4-6 1-15,2 0-6 0,-2-1-2 0,1 0 0 16,-1-5 1-16,2 1-3 0,-2-4 6 0,1 2 26 15,-1-2 29-15,-1-3 3 0,0 0-13 0,0 0-7 16,0 0-10-16,4-11 3 0,-4 4-2 0,4-3-7 16,-2-3 0-16,2 0 0 0,1-5 1 0,-1 2-1 15,2-1 3-15,-1 0 6 0,-1-2 6 0,2 2 10 16,-1 4 4-16,-1 2 16 0,0-1-6 0,-3 3 3 0,5 2-9 16,-3-3-3-16,-1 4-13 0,0 1 0 15,-1 0-12-15,-1 3-9 0,0 2-10 0,8-1 0 0,-8 1-6 16,7 5 0-16,-3 0-4 0,3 1-3 0,0 3-2 15,2 2 1-15,-1 0-9 0,-1-1 4 0,5 6-5 16,-1-1 1-16,0 1 1 0,-1-1-3 0,-1-4 2 16,1 2-4-16,-5-1 4 0,3-4-4 0,-2 2-3 15,-1-4 22-15,-2-1-16 0,3-2 0 0,-2 2 11 16,1-4-6-16,-5-1 6 0,9-1 4 0,-6-5 13 0,4 5 5 16,-1-3 7-16,-1-2 0 0,-4-4 4 0,2 0 1 15,-2-2-3-15,2-4-1 0,-2-1-8 16,-1-1-3-16,0-4-1 0,2 2-8 0,-2-6-3 0,1 5-13 15,0 1-19-15,1 1-6 0,-4-1-13 0,4 1-23 16,-2 1-25-16,1 6-35 0,1 0-28 0,-2-1-34 16,0 4-58-16,0 2-80 0,1 1-67 0,-1 1-273 15,1 2-700-15,-1 3 311 0</inkml:trace>
  <inkml:trace contextRef="#ctx0" brushRef="#br0" timeOffset="210026.13">15299 9458 208 0,'3'-13'357'0,"-1"2"-5"0,-2 2-12 0,0 0-19 0,1 3-10 16,-1 0-8-16,1 1-33 0,1 0-35 0,-2 5-23 16,-2-6-19-16,2 6-26 0,0 0-17 0,0 0-19 15,7 17-13-15,0-4-14 0,0 4-5 0,-2 11-11 16,5 0-9-16,-2 1-12 0,0 5-8 0,0 1-11 16,0 2 0-16,3 1-6 0,-5-1-5 0,0 0 3 0,3 0-4 15,0 2-5-15,2 15 0 0,-3-18-4 16,-4 0-11-16,6 3 9 0,-3-3 0 0,-2-2-7 15,2-2 0-15,-3-2-3 0,0-1-1 0,1-2-2 0,1-7-14 16,-5-3-17-16,3 1-29 0,-4-5-25 0,3-3-22 16,-2 0-21-16,1-1-23 0,-2-4-13 0,3 0-22 15,1-1-20-15,-1-1-29 0,4-3-33 0,-7 0-38 16,11-5-183-16,-2-2-517 0,-3-1 228 0</inkml:trace>
  <inkml:trace contextRef="#ctx0" brushRef="#br0" timeOffset="210338.6">15690 9429 5 0,'-1'-13'364'0,"-1"2"-1"16,0 2-8-16,2 1-15 0,-2-2-19 0,2 3-33 0,0 3-40 15,0 0-29-15,-1 0-27 0,1 4-24 16,0 0-8-16,0 0-19 0,1 22-17 0,3-5-8 15,-1 3-13-15,4 10-9 0,-5 3-10 0,5 0 9 0,0 2-24 16,0 4-7-16,5 10-11 0,-4-14-6 0,3 1 1 16,1-1-2-16,2 12-9 0,-3-8 3 0,-2-2-8 15,4 10-2-15,-5-10-2 0,1-1-7 0,0-2 13 16,1-1-13-16,-6-3-10 0,0 1 6 0,-2-10 2 16,-1-1-8-16,3-2 3 0,-4-5-11 0,2 0-33 15,-1-5-28-15,-1 1-18 0,0-3-15 0,-1-3-45 16,-1 1-62-16,2-4-55 0,0 0-52 0,0 0-230 15,-19-12-582-15,13 1 257 0</inkml:trace>
  <inkml:trace contextRef="#ctx0" brushRef="#br0" timeOffset="210854.18">15770 9117 143 0,'0'0'343'0,"-4"-7"-23"0,4 6-10 0,0 1-13 15,-3-4-18-15,3 4-17 0,-1-6-30 0,1 6-16 0,0 0-23 16,0 0-24-16,1-5-18 0,-1 5-12 0,0 0-12 16,25 5-14-16,-16 0-13 0,4 0-10 15,-1-2-11-15,0 4-10 0,2-1-6 0,-5 2-5 0,8 2-9 16,-5-2-4-16,1 4-6 0,-2-3 0 0,-1 0-9 15,-2 0-2-15,0 1-6 0,-1 2-1 0,-3-3 0 16,0-1-7-16,-3 3 0 0,1-4 2 0,-1 0-3 16,-1-2-1-16,3 3 3 0,-6-3 4 0,2-2 12 15,-1 5 6-15,1-4-3 0,1-1-1 0,0-3 6 16,-3 7 2-16,2-4 9 0,1-3 14 0,0 0 15 16,0 5 11-16,0-5 7 0,0 0 4 0,0 0-9 15,7 0-8-15,5-1-6 0,3 0-12 0,5-3-8 0,4 2-14 16,4-3-25-16,5 3-33 0,-1-1-43 0,6-2-53 15,-1-2-76-15,1 1-96 0,19-6-133 16,-21 4-290-16,2-5-762 0,4 2 338 0</inkml:trace>
  <inkml:trace contextRef="#ctx0" brushRef="#br0" timeOffset="-211781.99">7245 10843 90 0,'0'-4'247'16,"0"4"-10"-16,-3-5-15 0,3 1-10 0,0-1-8 16,0 5-11-16,0 0-11 0,0-7-10 0,0 7-18 0,0-5-22 15,0 5-9-15,0 0-17 0,0 0-12 0,0 0-11 16,0 0-11-16,0 0-5 0,0 0-10 0,0 0-3 16,0 0-9-16,0 16-4 0,0-11-4 0,3 0-2 15,-3 2-3-15,1-1-3 0,1 1-3 0,0 4-2 16,-2-3 1-16,2 0-6 0,0 2-1 0,1 1-2 15,0-1-3-15,-3 0-1 0,3-1-1 0,-3 3 0 16,2-7 0-16,0 4-5 0,-1-1 3 0,2-3-4 16,-2 3-2-16,1-3 1 0,-1 0-1 0,3 1 3 15,-1-1 0-15,1 0-1 0,0-1 1 0,1 0-1 16,-3-1 1-16,3 1-1 0,2-2-1 0,-1 2 4 16,3-2-2-16,-1-1 2 0,7 3 3 0,-4-3-7 15,1 3 9-15,8-3-7 0,-4 0 3 0,5 0 0 16,-2 0-1-16,2-1-5 0,-1 2 4 0,6-1-5 0,-3 0 2 15,0-1 0-15,7 0 0 0,-7 0 2 16,10 0-2-16,-3 1-1 0,1 2-3 0,-1-3 4 16,0 1 1-16,0-1-1 0,-6 0 0 0,5 1 0 0,-6 1-3 15,-1 0 1-15,-1-1-2 0,11 0 1 0,-9 1 1 16,-3-2 0-16,3 2-1 0,7 0-1 0,-5 1 2 16,-5-3-1-16,2 1-3 0,1 0 4 0,0-1-1 15,-1 1 0-15,1 1-2 0,0-2 4 0,0-2-2 16,9 2 2-16,-12 0 0 0,3-1 7 0,3 1 13 15,-3-1-6-15,1 0 3 0,-2-1 0 0,0 0 0 16,2 1-7-16,1-3 2 0,-3 3 10 0,1-2-11 16,3 1-3-16,-6 0 0 0,2-1-3 0,2 2-1 15,-2-1 1-15,-3 0 1 0,2 1-4 0,0 0 2 16,-1 0 0-16,-2 1-3 0,3-1 0 0,-1 1 4 16,1 0-6-16,-1 0 0 0,-1-2 1 0,0 4-1 15,3-2-1-15,0 0-1 0,-1 0 3 0,0 1-3 16,-1-2 2-16,3-1-1 0,0 4 1 0,-1-1 0 0,0-2-5 15,0 1 4-15,-1 0 1 0,-1-2-2 16,0-1 1-16,3 3-1 0,-6 0 0 0,1-1 0 16,0 1 2-16,1-3-7 0,0 3 5 0,-1-2 2 0,-3 1-1 15,-3 1-4-15,3-3 6 0,0 1 14 0,-3-1-17 16,3 1 0-16,-2-1 0 0,0 0 8 0,-1 1-10 16,3-2 0-16,-4 3-2 0,2-3 7 0,0 3-1 15,1-2-1-15,-1 0-2 0,-2 0 0 0,0 0 0 16,4 1 3-16,-3-1-1 0,3 1-3 0,-4 0 3 15,4-2 0-15,3 3 0 0,-3-2 0 0,1 1-1 16,-1 1-2-16,3 1 4 0,-4-4-4 0,3 3 0 16,-1 1 2-16,-1-3-1 0,4-1 3 0,0 3 1 15,-1-1-4-15,-3 1 0 0,0 0-3 0,2-3 3 16,0 4 1-16,3-4 3 0,-5 4-3 0,4-1-3 16,3-1 5-16,-4-3-2 0,-1 4 3 0,1-3-3 15,-3 3 2-15,5 0-2 0,-6 0 0 0,5-3 1 0,-1 1 9 16,1-1-11-16,-4 3 1 0,0 0-4 0,-2-1 2 15,6 1 3-15,-4 0-1 0,0 0 3 16,-1-2-2-16,2 1-1 0,-1 0-2 0,0 1 4 16,-1-1-1-16,2 0-2 0,-2 1 2 0,0-1 1 0,7 0-2 15,-9 2 0-15,1-3-2 0,3 0 3 0,-3 1 0 16,2 2-3-16,2 0-2 0,0-2 4 0,1 1-5 16,1 1 7-16,-1-1-7 0,2-1 7 0,-1-1 0 15,-4 3-4-15,0 1 4 0,3-1-3 0,-3-2 3 16,0 1-2-16,0-1 2 0,0 2-3 0,2-2 1 15,-2 2 1-15,0-1 1 0,-1-2-4 0,2 2-2 16,-2 1 6-16,1 0-2 0,-3-1 2 0,-1-2-5 16,1 1 2-16,-1 2 2 0,1 2 0 0,-1 0-1 15,0-1 0-15,3-4 0 0,-1 5 2 0,2-2-4 16,-1 0 2-16,-1 0-3 0,-2 0 4 0,3-2 0 16,-2 2-2-16,2 2 1 0,-1-2-1 0,2 1-4 15,0 0 3-15,-1-1 2 0,1 0 2 0,-2 0-3 0,1 1 0 16,2-1 1-16,-5 2 0 0,3-2 2 0,-2 0-1 15,-1-2 7-15,2 2-6 0,-3-1-4 16,2 1 4-16,-4-1 3 0,2 0-7 0,-4 1 2 0,6-2-1 16,-7 0-1-16,3 2 1 0,-8 0 2 0,14 0-3 15,-7-2 10-15,-2 1-8 0,1-1 8 0,-1 0-8 16,0 1 0-16,4-2 8 0,-4 1-8 0,3-1 2 16,0 1-4-16,-1 0 2 0,0 1-1 0,1-2-2 15,4 1-1-15,-4-2 4 0,2 4 2 0,2-4 0 16,-1 2-5-16,-1-1 1 0,3 0-3 0,-2 0 8 15,3-1-3-15,-5 3 0 0,4-1 3 0,0 0-4 16,-2-2-1-16,-1 0 5 0,-2 1 16 0,0 2 15 16,-1-1 12-16,-2-1 5 0,3 1 7 0,-2-2-8 15,-1 0 13-15,1 0-8 0,-1 0 8 0,-1 0-2 16,1-1-6-16,2-1-7 0,-4 1-3 0,1-2-9 16,-1 1-3-16,2-3-1 0,0 0-15 0,0 0-16 15,-3 2-19-15,4-3-24 0,-2 2-37 0,-4 0-44 0,1 0-52 16,2 3-65-16,-3-3-76 0,-4-2-259 0,1 2-623 15,-6-1 276-15</inkml:trace>
  <inkml:trace contextRef="#ctx0" brushRef="#br0" timeOffset="-209900.59">9617 11232 242 0,'-1'-5'343'0,"-2"-2"10"0,0-3 4 16,-1 4 2-16,3 0 0 0,-1 0-6 0,0 1-14 16,2 0-18-16,-2 2-23 0,2 3-31 0,-4-7-28 15,4 7-25-15,0-3-29 0,0 3-22 0,0 0-23 16,0 0-12-16,0 0-14 0,-8 10-10 0,8-4-12 15,0 4-11-15,0 3-5 0,0 5-10 0,0 0-8 16,0 2-5-16,0 7-2 0,-1 3-6 0,2-1-8 16,-1-1 0-16,0 1 0 0,-1 1-9 0,1-1-4 15,0-2-4-15,1 4 3 0,-1-6-5 0,0 4-11 16,4-9-8-16,-4-2-11 0,0 0-14 0,0-4-18 0,3-1-17 16,-2-4-23-16,2 0-25 0,-3-2-16 0,1-3-4 15,-1 4 2-15,2-4 2 0,-2 0-22 16,1-2-51-16,-1-2-58 0,0 0-54 0,0 0-48 0,0 0-229 15,0 0-635-15,0 0 281 0</inkml:trace>
  <inkml:trace contextRef="#ctx0" brushRef="#br0" timeOffset="-207904.28">9553 11155 23 0,'0'0'152'0,"0"0"-3"0,0 0-3 0,0 0-5 15,0 0-5-15,0 0-10 0,0 0-6 0,0 0-8 16,0 0-9-16,0 0-11 0,0 0-7 0,0 0-10 0,0 0-12 16,0 0-4-16,0 0-8 0,0 0-6 15,0 0 2-15,0 0-10 0,0 0-5 0,0 0-2 16,-7 12 1-16,6-10-5 0,-2 3-1 0,-1 2 0 0,1-1-2 16,-2 0 2-16,2 1 0 0,-4 1 0 0,5-2 1 15,-2 3-7-15,-2 1-1 0,3-1 1 0,-3 1-1 16,0 0-3-16,-1-3-3 0,3 1 2 0,2-2-5 15,-4 1 0-15,3-1-1 0,-1 2-1 0,3-3 0 16,-3-3-1-16,3 4 5 0,-4-2-2 0,5-4-4 16,-2 6 5-16,2-6-3 0,0 2 12 0,0-2 23 15,0 0 23-15,0 0 19 0,0 0 1 0,0 0-9 16,0 0-2-16,0 0-11 0,0 0-2 0,8-15-7 16,-4 10-5-16,-3-3 0 0,5 2-2 0,2-3-4 15,-4 1-5-15,2-1-1 0,-1 4-2 0,3-4-3 16,-1 0 0-16,-3 4 0 0,4-3 2 0,0 1-1 15,-4 2-7-15,3-1-2 0,0 1-4 0,-3 1-2 0,3 2-10 16,1 0 6-16,-4 0-5 0,2 1 0 16,-6 1-1-16,13 0-2 0,-8 0 0 0,1 3 0 15,2-1-4-15,-2 2 0 0,-1-1 0 0,4 6 1 0,0-3-3 16,0 1-2-16,2 4 4 0,-3-1 1 0,3 0-3 16,0 3 4-16,1 0-5 0,-2-3-2 0,2 0 6 15,-4 2 0-15,3-3-9 0,-2 0-22 0,2 1-31 16,-4-2-43-16,4-1-57 0,-4-2-63 0,0-1-268 15,-2 0-530-15,-2 0 234 0</inkml:trace>
  <inkml:trace contextRef="#ctx0" brushRef="#br0" timeOffset="-204236.82">8990 12021 177 0,'-3'-8'267'0,"3"5"-16"16,-1-3-17-16,-2 2-20 0,3 4-20 0,-3-7-19 16,3 4-21-16,0 3-15 0,0 0-18 0,0 0-13 15,0 0-8-15,-2 14-9 0,-1-7 4 0,3 4-6 16,0 3 1-16,0 3 1 0,0 0-4 0,-3 2-4 15,3 3 4-15,-1-2-2 0,2 7-5 0,-1 1-1 16,-1-6 11-16,1 3-9 0,1-3-3 0,-2-1-2 16,1-1-5-16,0 2-14 0,0-2 3 0,1 1-7 15,-2-2-1-15,1 1-2 0,4-2-20 0,-1 0 15 16,-1-5 5-16,0 0-25 0,-1 1 5 0,3-1-1 16,0-3-1-16,0 3-6 0,2-4 1 0,3 0 1 15,-1-2-2-15,2 1-1 0,0-1-3 0,2-2 3 0,-1-3 0 16,2 1-10-16,0-2-9 0,0-2-14 0,-2-1-22 15,4-1-22-15,-2 1-22 0,1-3-25 16,-3-1-38-16,-1 1-28 0,-1-4-41 0,-3 1-33 0,4-2-37 16,-6-2-197-16,-1 1-515 0,-1-3 229 0</inkml:trace>
  <inkml:trace contextRef="#ctx0" brushRef="#br0" timeOffset="-204033.72">8971 12287 156 0,'0'0'241'16,"0"0"-4"-16,-11-3-4 0,8 1-14 0,3 2-17 16,0 0-8-16,-8 0-10 0,8 0-15 0,0 0-17 15,-5-3-13-15,5 3-11 0,0 0-6 0,0 0-15 16,0 0-10-16,0 0-11 0,0 0-7 0,0 0-4 16,0 0-8-16,0 0-2 0,0 0-10 0,0 0-4 15,0 0-4-15,0 0 0 0,13-5-9 0,-5 5-5 0,5-1-12 16,-1-3-19-16,-1 3-23 0,4 1-28 0,-2-1-38 15,2-1-40-15,-1 2-34 0,6-2-52 16,-7 2-219-16,0 1-467 0,-2-1 207 0</inkml:trace>
  <inkml:trace contextRef="#ctx0" brushRef="#br0" timeOffset="-203565.01">9236 12362 146 0,'0'0'233'0,"1"-2"-13"16,-1 2-17-16,0 0-12 0,0 0-16 16,10-1-14-16,-10 1-18 0,0 0-16 0,7 2-12 0,-2 1-12 15,-1 0-7-15,2-1-11 0,-1 2-10 0,-2 0-7 16,4 2-8-16,-2-2-8 0,1 2-2 0,2 2-5 16,-4 0-2-16,3-1-7 0,-2 4-5 0,-1-1 0 15,0-4-3-15,-1 2-1 0,-2 0-6 0,1-2-2 16,-1 1 1-16,0-2-5 0,-1-1 1 0,0 3 3 15,0-3 20-15,2-1 16 0,-2-3 22 0,0 0 26 16,0 4 26-16,0-4 29 0,0 0-4 0,0 0-9 16,0 0-15-16,0 0-14 0,0 0-13 0,4-14-7 15,-4 7-15-15,4-1-18 0,-3-1-16 0,3-1-25 16,0-2-16-16,0 2-28 0,1 0-24 0,-1 0-28 16,1 1-40-16,-2 0-45 0,2 3-56 0,-1-1-45 15,0 2-64-15,1 1-170 0,0 1-536 0,-2 1 238 16</inkml:trace>
  <inkml:trace contextRef="#ctx0" brushRef="#br0" timeOffset="-203205.6">9535 12457 115 0,'0'0'244'0,"0"-5"-21"16,0 5-20-16,0 0-22 0,0 0-18 0,0 0-17 16,0 0-17-16,0-3-13 0,0 3-13 0,0 0-9 15,0 0-13-15,0 0-6 0,0 0-8 0,0 0-3 16,0 0-7-16,0 0-6 0,8 7-6 0,-8-7-5 16,2 4 1-16,-2-4-1 0,0 0 13 0,0 0 6 15,0 0 3-15,0 0 0 0,0 0-3 0,0 0-2 16,11-6 2-16,-10 3-2 0,-1 3-3 0,-1-6-4 0,1 6-3 15,3-7-5-15,-5 3-3 0,2 4-2 0,-1-7-3 16,1 7-4-16,-3-6-7 0,3 6 0 16,0-3-5-16,0 3-5 0,-5-3-20 0,5 3-14 15,-6-1-24-15,6 1-22 0,0 0-29 0,0 0-41 0,-12 2-35 16,8 1-47-16,1-1-180 0,3-2-432 0,-4 7 191 16</inkml:trace>
  <inkml:trace contextRef="#ctx0" brushRef="#br0" timeOffset="-201861.97">9818 12406 38 0,'0'0'152'0,"0"0"9"15,0 0-1-15,0 0-1 0,0 0-13 16,0 0-1-16,3 4-8 0,-3-4-11 0,0 0-8 0,11 1-12 16,-2-2-11-16,-9 1-8 0,15-2-7 0,-4 0-9 15,0 1-8-15,0-2-3 0,-3 1-7 0,4-2-2 16,-5 1-9-16,0 1-3 0,1-2-2 0,0 0-4 15,-1 0-1-15,-3 0 11 0,2-1 1 0,-2 2 0 16,-3-2-3-16,3 0 5 0,-3-1-1 0,-1 4-1 16,-1-4-3-16,1 0-1 0,0 1 1 0,-4 3-4 15,0-2-3-15,0-2-3 0,-2 3-3 0,1 0-5 16,1 2-1-16,4 1-6 0,-15-3 4 0,7 3-9 16,1 0 0-16,-2 2-2 0,3 0-2 0,-1 1 1 0,0 0-3 15,3 3 0-15,-4-1 1 0,1-1-2 16,3 2-3-16,0-1-1 0,0 1 2 0,0 2 2 15,3 1-3-15,-1-3 0 0,2 2 3 0,0 1 0 0,3-1 0 16,0 1 0-16,1-3-1 0,0-1 0 0,1 2 0 16,6-2 2-16,-4-1-2 0,4-1-3 15,-1 0-3-15,3-2 3 0,-2 2-3 0,0-4-2 0,1 1-1 16,2-2 2-16,-4 0 0 0,0-2-1 0,1-1 1 16,-3 2 0-16,3-2 3 0,-4 2-2 0,4-3 1 15,-5 1 3-15,0 0-1 0,-1 0-3 0,2 0 7 16,0 0-1-16,-3 0 3 0,4 0-1 0,-4 0 3 15,1-1-3-15,2 3 1 0,-2-2-3 0,0 3-2 16,3-1 1-16,-4-1-3 0,3 4-2 0,-2-1 4 16,2 0 1-16,-7 1-2 0,14 2 1 0,-6 2-2 15,-1-1 2-15,-3 0-5 0,3 2 6 0,-2-2-5 16,3 2 3-16,-5 0-2 0,4 1 1 0,-3-1 1 16,2 1 0-16,-4-1-3 0,1 1 2 0,1 0 2 15,-3 0-1-15,-1-2-2 0,2 1 2 0,-4 0 2 16,2-1 0-16,0-4-1 0,0 0 5 0,-5 5 0 15,5-5 7-15,-3 4 8 0,3-4 14 0,0 0 11 0,0 0 7 16,-11-2 1-16,11 2 2 0,-4-7 0 0,3 3-2 16,1 4-8-16,-3-7-4 0,6 0-9 0,-2 3 3 15,3-6 0-15,-1 2-7 0,-2 2-1 0,6-3-4 16,-4 4-5-16,4-4-1 0,-1 1-5 0,0-1 1 16,4 5-5-16,-4-2 0 0,-2 0 1 0,3 2-3 15,-1 2 0-15,0 0-2 0,0 0-5 0,0 2 9 16,-6 0-9-16,10 0-4 0,-3 1 0 0,-1 0-2 15,-1 2-3-15,0-1-2 0,2 2 3 0,-4 2-4 16,2-1 4-16,1-1-3 0,-2 4 2 0,0-1-3 16,0 1 0-16,-1-3 1 0,-1 1-4 0,1-2 9 15,-3 2-4-15,4-1 0 0,-4-3-1 0,0 3 3 16,0-5 5-16,2 3 4 0,-2-3 23 0,0 0-3 0,0 5 4 16,0-5 5-16,0 0 6 0,0 0 0 15,0 0 0-15,2-15 3 0,0 9 3 0,-2-1-5 16,1-1 4-16,4-2-6 0,-2 0-5 0,1-1-4 0,2-2 1 15,-1 3-4-15,-1-4 0 0,0 1-17 0,4 0 2 16,-4 1-40-16,3-1-19 0,0 2-32 0,-3 1-44 16,4 1-56-16,-5 1-56 0,1 2-83 0,0-1-187 15,-2 1-551-15,-4 1 244 0</inkml:trace>
  <inkml:trace contextRef="#ctx0" brushRef="#br0" timeOffset="-199376.2">7770 12436 235 0,'-3'-4'287'0,"3"4"-8"0,-1-6-15 0,1 6-9 16,0-8-13-16,0 4-15 0,0 4-12 0,0-5-23 0,0 5-16 15,-1-4-19-15,1 4-16 0,-2-4-22 0,2 4-16 16,0 0-6-16,0 0-11 0,0 0-9 0,0 0-6 16,11 10-9-16,-6-5-8 0,-2 2-6 0,1-1-5 15,0 4-1-15,2 1-6 0,-2-2-3 0,0 0-3 16,3 1-1-16,-3 2-3 0,1-3-3 0,-2 3-4 15,1-2-4-15,3-1-1 0,-2 1 0 0,-2-2 0 16,-2-1-3-16,2-1-2 0,0-1 2 0,-1-1-3 16,0 0 3-16,-1 1 2 0,-1-5 6 0,3 4-8 15,-3-4 5-15,3 4 6 0,-3-4-8 0,0 0-1 16,0 0 3-16,0 0-2 0,0 0 11 0,3-14 9 16,-1 9-7-16,1-2 6 0,-1-1-9 0,0 2-1 15,-1-1 2-15,2-1-4 0,1 0-3 0,2-2 2 0,-5 5-5 16,3-2-2-16,3-2 2 0,-2 6-6 0,-1-4-3 15,-1 2 4-15,1 0-6 0,2 2 0 0,-2 1-3 16,0 1-2-16,-4 1-1 0,10 0 2 0,-10 0-4 16,10 3 0-16,-4-1-1 0,-1 1-5 0,2 1 3 15,-3 2 1-15,0 0-7 0,0-1-3 0,0 1 3 16,2 0-1-16,-1-3 1 0,-1 2-2 0,0 1-3 16,0 0 7-16,-2-4 3 0,0 0 5 0,0 3-5 15,0-3 4-15,-2-2 1 0,0 0 7 0,6 6 4 16,-6-6 4-16,0 0 1 0,0 0 1 0,0 0 0 15,12-10 1-15,-8 5 4 0,0 1 6 0,-1-3 15 16,1-2-1-16,4 4 9 0,-4-7 2 0,2 4-1 0,-1-2-1 16,-1 2-9-16,2 1-1 0,0 1-3 0,-2-1-7 15,1 2-4-15,-3-1 3 0,4 3-7 16,-5-1-6-16,2 2-5 0,-3 2-7 0,5-3 7 0,-5 3-11 16,0 0-1-16,14 4-2 0,-13-1 6 0,5 2-3 15,-4-2 2-15,4 4-9 0,-2-2-13 0,4 3-11 16,-4 0-14-16,3 0-9 0,-3-2-17 0,0 4-19 15,3-2-21-15,-4 1-27 0,3-3-44 0,0 1-44 16,-1-2-36-16,1-2-54 0,-1 0-202 0,1 2-562 16,-2-3 249-16</inkml:trace>
  <inkml:trace contextRef="#ctx0" brushRef="#br0" timeOffset="-199141.85">8333 12392 19 0,'0'0'265'0,"0"0"-23"0,0 0-28 15,0 0-21-15,0 0-26 0,0 0-12 0,0 0-14 16,0 0-16-16,8 9-10 0,-8-5-8 0,4 0-15 16,-2 0-10-16,-1 2-7 0,3 2-6 0,0-2-6 15,-1 2-5-15,3 1-10 0,0 1-1 0,-2 2-3 16,2-3-5-16,-2 1-4 0,0-3-25 0,-3 1-21 15,4-2-32-15,-2 3-35 0,0-3-33 0,0-3-35 16,1 2-32-16,-1-2-129 0,-2-1-332 0,2 1 148 16</inkml:trace>
  <inkml:trace contextRef="#ctx0" brushRef="#br0" timeOffset="-198735.64">8455 12408 57 0,'0'-5'187'15,"0"5"-16"-15,0 0-18 0,0 0-20 0,0 0-14 16,0 0-8-16,0 0-7 0,0 0 6 0,4 13-9 0,-4-6-6 16,3-2-5-16,-3 3-2 0,1 2-10 0,2-1-7 15,-3 3-5-15,3-2-7 0,-2 0-4 16,1-1-6-16,2 0-4 0,-3-3-5 0,2 2-2 0,-3 0-4 16,3-5-2-16,-2 4-3 0,3-4-1 0,-1 3-3 15,-3-2 1-15,0-4 17 0,4 3 12 0,-4-3 1 16,0 0 0-16,0 0-4 0,0 0-1 0,8-6-2 15,-7 2 2-15,1 0 7 0,2-1 5 0,-3-1 0 16,2-1 1-16,-1 0 0 0,3 2-8 0,-4-2 6 16,3 0 10-16,0 2-11 0,-1-4 0 0,0 6-8 15,2-2-9-15,-3 0-2 0,3 2-8 0,-3-2-3 16,1 2-9-16,3 1 1 0,-6 2-3 0,8-3-4 16,-8 3 4-16,8 3-7 0,-1 1 2 0,-3-1-6 15,1 2-4-15,0 0 3 0,-1 0 0 0,-2 1-1 16,5 2-2-16,-4-2 0 0,1 2 0 0,-3-3-3 15,3 1-16-15,-1 0-9 0,0 0-22 0,0-2-25 16,-2 2-30-16,-1-1-36 0,0 0-34 0,0-5-41 0,-1 4-45 16,-2-1-177-16,3-3-467 0,0 0 207 0</inkml:trace>
  <inkml:trace contextRef="#ctx0" brushRef="#br0" timeOffset="-198563.78">8457 12241 186 0,'-4'-5'273'0,"2"0"-27"15,1 1-24-15,0 1-21 0,1 3-22 0,-2-6-13 16,2 6-29-16,-2-4-38 0,2 4-40 0,0 0-30 16,0 0-50-16,0 0-69 0,0 0-76 0,0 0-88 15,17 10-274-15,-13-4 121 0</inkml:trace>
  <inkml:trace contextRef="#ctx0" brushRef="#br0" timeOffset="-197975.11">8749 12543 81 0,'0'0'120'0,"0"0"-8"0,0 0-16 16,0 0-27-16,0 0-40 0,0 0-55 0,0 0-55 15,0 0-86-15,0 0 38 0</inkml:trace>
  <inkml:trace contextRef="#ctx0" brushRef="#br0" timeOffset="-197303.29">8007 13026 199 0,'0'0'242'0,"0"0"6"0,6 5-8 16,8-5-12-16,8-1-10 0,14-1-19 0,5 0-14 15,23-7-12-15,3 1-11 0,36-7-11 0,-32 6-17 16,31-6-10-16,3-2-9 0,-8-2-13 0,7 6-10 16,-2-5-7-16,0 4-15 0,-7 0 0 0,-27 4-10 15,0-1-6-15,3 4-6 0,0-4-4 0,-2 5 2 16,-6-3-10-16,-4 1-19 0,-3 2-26 0,-22 0-26 16,0 2-27-16,-9 1-33 0,-8 2-36 0,-2 0-47 15,-1-2-41-15,-5 3-217 0,-2 0-472 0,-7 0 209 16</inkml:trace>
  <inkml:trace contextRef="#ctx0" brushRef="#br0" timeOffset="-193444.8">14258 10715 96 0,'-2'-5'271'0,"-2"-3"2"0,4 1-8 16,-3 1-9-16,2 0-4 0,-2 1-10 0,0 0-12 15,3 0-7-15,-3 1-9 0,3 4-19 0,-2-7-17 16,2 7-19-16,-1-5-17 0,1 5-19 0,0 0-16 0,-3-2-13 16,3 2-7-16,0 0-12 0,0 0-8 15,0 0-4-15,10 11-7 0,-5-4-5 0,-1-1 0 16,2 1-12-16,-2 4-4 0,4-3 1 0,-1 3-13 0,1-1 1 16,-3 2-1-16,5 2 0 0,2 0-4 0,-1 0 1 15,-1-2-3-15,0-1 2 0,1 1-7 0,0-1 5 16,4 2-7-16,-4-3 1 0,5 0-1 0,-3-2 1 15,3 1-5-15,0 0 2 0,3-3 0 0,-1-1-1 16,2-1 0-16,5-1-4 0,-4 1 3 0,11-3-8 16,-2 2 9-16,1-5-4 0,0 0-3 0,-2 1 1 15,2-2 2-15,0-2-4 0,-1 0 10 0,2 0-10 16,-1-2-4-16,0 1 10 0,-2-2-7 0,-7 3 6 0,1-1 9 16,5-1-13-16,2 0-3 0,-8 4 2 15,-2-2 0-15,1 1-4 0,-2-1-2 0,-7 3-1 16,-1-1-1-16,2 1-5 0,-3 2-2 0,-4-2-2 0,0 1-5 15,-6 1-1-15,11 0-2 0,-7 0 1 0,-4 0-1 16,7-2-2-16,-7 2 2 0,0 0-1 0,0 0 4 16,6 2-2-16,-6-2-1 0,2 2 4 0,-2-2 3 15,0 0 1-15,0 0-1 0,0 0-4 0,0 0 3 16,0 0-1-16,0 0-1 0,0 0 1 0,0 0-4 16,0 0 2-16,0 0-5 0,0 0 4 0,0 0 0 15,0 0 6-15,0 0-1 0,0 0 1 0,11 0 7 16,-11 0-5-16,14-1 3 0,-9 0-4 0,3 1 3 15,-1-2 9-15,1 2-7 0,-8 0 3 0,15 2-2 16,-7-2 2-16,-1 2 6 0,0-1-5 0,1 2 2 16,-3 1 0-16,4 0-4 0,-4-2 3 0,2 2 1 15,1 0 1-15,-1-2 1 0,1 5-2 0,-4-2 3 0,6-1-1 16,-2-1-3-16,-1 1 5 0,0 1 2 0,3-2-5 16,1 1 4-16,-1-2 1 0,0 1-2 15,3-3 3-15,0 0 3 0,2 0-6 0,4-4 4 0,1 2-1 16,-3-3-1-16,1 0 3 0,4-1-3 0,-5 1 0 15,1-1 0-15,1-1 8 0,-2 0-6 0,0 1-4 16,-5-2 5-16,2 3-2 0,-2-2 1 0,4-4 2 16,-6 6-3-16,1-2 0 0,-2 2 1 0,-2 0 0 15,-3 2 0-15,3-2-1 0,-3 1-15 0,0 2-29 16,-4 2-38-16,4-2-41 0,0 0-48 0,-4 2-47 16,0 0-227-16,0 0-480 0,0 0 213 0</inkml:trace>
  <inkml:trace contextRef="#ctx0" brushRef="#br0" timeOffset="-192976.09">15196 11031 124 0,'0'-4'259'15,"0"4"-29"-15,0 0-25 0,0 0-24 0,0 0-15 16,0 0-16-16,0 0-18 0,0 0-12 0,8 18-9 0,-5-7-2 16,1 2-4-16,2 5-7 0,-1 3-10 0,-1 6-1 15,1 4 4-15,2-4-3 0,-3 3-9 0,3 1-5 16,0 3-9-16,-2 0-3 0,-2-1-4 0,0-1 8 16,2 1-2-16,-3 2 1 0,0-3-4 0,1 0-4 15,-1 0-4-15,0-4-5 0,-2-1-5 0,3-5-5 16,-3-2-2-16,0-2-2 0,1-4-5 0,-1-4-1 15,2 2-2-15,-2-3-5 0,1-4 8 0,-1 0-4 16,4-2-7-16,-4-3-25 0,0 0-27 0,0 0-29 16,11-16-33-16,-10 10-42 0,1-6-45 0,-1-4-39 15,2-1-225-15,-3-1-484 0,-3-3 214 0</inkml:trace>
  <inkml:trace contextRef="#ctx0" brushRef="#br0" timeOffset="-192554.25">15183 11121 127 0,'0'0'178'0,"-5"-6"-10"16,5 6-16-16,-2-2-21 0,2 2-11 0,0 0-18 15,0 0-8-15,-12 7-15 0,8-4-1 0,-2 1-12 16,2 0-2-16,0 2-13 0,-2 2-3 0,0 0 0 16,0 2-13-16,4-4 3 0,-3 2-7 0,1 0-1 15,1-2-4-15,1-1-2 0,0 1-3 0,1-2-3 16,-3 0 4-16,1-1 9 0,3-3 27 0,0 0 22 16,0 0-1-16,0 0-6 0,0 0-9 0,0 0 6 0,14-8 1 15,-10 5 1-15,0-8 0 0,3 2-1 0,0-2 0 16,-3 3-1-16,3-4-2 0,-1 4-2 15,3-3-6-15,-3 1 2 0,1 0-2 0,0 1-4 0,1 2-1 16,-4 1-3-16,1 1-11 0,1 0-4 0,-3-1-4 16,1 4-3-16,3-1-4 0,-2 3-4 0,-5 0-1 15,12 3-2-15,-5 1-3 0,3 1-3 0,-1 4 1 16,2 0-12-16,0 2-27 0,2 5-31 0,1-3-43 16,1 3-44-16,0 1-56 0,1-1-61 0,-2 1-174 15,2-1-471-15,-5 0 209 0</inkml:trace>
  <inkml:trace contextRef="#ctx0" brushRef="#br0" timeOffset="-192085.45">15295 12015 53 0,'0'0'262'0,"0"-4"-23"15,0 4-26-15,0 0-23 0,-5-5-21 0,5 5-17 16,0 0-17-16,0 0-9 0,0 0-6 0,0 15-2 16,0-10-9-16,0 4-6 0,4 0-8 0,-4 1-8 15,1 3-3-15,-1-2-9 0,3 6-6 0,3 0-9 0,-5-3-6 16,3 2-2-16,-1 1-7 0,-2-3-5 15,3 1-4-15,3 1-3 0,-3 0-2 0,-4-3-3 16,4 0-1-16,-4-3-2 0,4 2-1 0,-2-2-4 0,-1-2-25 16,0-2-28-16,1-1-31 0,-2 0-31 0,1 3-22 15,-1-6-36-15,2 0-49 0,-2-2-166 0,0 0-398 16,0 0 176-16</inkml:trace>
  <inkml:trace contextRef="#ctx0" brushRef="#br0" timeOffset="-191866.72">15083 12083 98 0,'0'0'299'0,"-4"-3"-12"0,4 3-5 16,-3-3-24-16,3 3-15 0,-2-4-8 0,2 4-31 16,9-5-24-16,-3 0-16 0,1 1-17 0,2-2-14 15,3-1-12-15,1 3-16 0,6-2-6 0,2 0-11 0,-3 0-15 16,5 0 5-16,-1 0-30 0,1 2-20 15,-3 1-33-15,3 1-27 0,-2-1-38 0,-1 1-38 16,-1 2-38-16,-1 2-39 0,-3-1-47 0,-3 2-167 0,0 1-432 16,-2 0 191-16</inkml:trace>
  <inkml:trace contextRef="#ctx0" brushRef="#br0" timeOffset="-191194.91">15410 12217 99 0,'9'-5'191'0,"-9"5"-13"0,6-2-9 0,-6 2-14 16,12-1-10-16,-5 1-9 0,2 1-18 0,-2-1-9 15,4 3-8-15,1-2-5 0,-1 2-15 16,0-1-8-16,2 2-7 0,0 0-7 0,-1 1-6 0,0 0-6 16,-1 3-5-16,-3-3-1 0,3 3-8 0,-4-2-1 15,2 1-1-15,-5-2-4 0,-1 1-5 0,0 1-1 16,1-1-3-16,-4-1 0 0,-4 0-3 0,4 0 3 16,-4-2-4-16,0 1 4 0,-1-1-5 0,-1 1-3 15,2-1 2-15,0-2-1 0,-2 1 1 0,6-2 7 16,0 0 3-16,-13-6-2 0,10 1 4 0,3 0-2 15,0 1-6-15,2-4 1 0,0 2 2 0,3-1-4 16,1-1 1-16,1-1 0 0,1 2-3 0,1-2-4 16,0 3-1-16,0 2-1 0,3-1-1 0,-2 1-3 15,-2 2 3-15,-1 0 0 0,2 1-3 0,0 1-3 16,-1 3 0-16,-3-2 0 0,2 1 3 0,-2 1-6 16,2 1 3-16,-1 1-3 0,-2 0 4 0,0 0 0 0,-3 0 0 15,5 2-1-15,-2-2 1 0,0 0-3 0,-3 0 0 16,3 0 2-16,-2-1 1 0,2-3 1 15,0 3-2-15,1-3 2 0,-5-1-2 0,8 0 1 0,-8 0-4 16,11-3 3-16,-2-1 2 0,-3 1-2 0,4-3 2 16,-1-2-1-16,1 1-1 0,-1-1 3 0,1-1 0 15,-1 0 0-15,1 0 8 0,-3 0 23 0,1 1 13 16,1 1 10-16,-5 0 7 0,2-1 5 0,-1 3 9 16,-1 2-7-16,1-3-7 0,0 4-7 0,-4-1-1 15,2 0-16-15,-3 3-6 0,0 0-4 0,0 0-3 16,9 9-6-16,-6-3 2 0,-3 1-4 0,3 6-3 15,1 4-3-15,0-1 0 0,0 4-3 0,0 1 0 16,3 7 0-16,-4 2-1 0,4-2 2 0,-3 2-4 16,0-2 5-16,0 4-5 0,1-5-2 0,-1 0 4 15,5 2-4-15,-4-8 2 0,3-1 2 0,-7-2-18 16,5-4-35-16,-3-1-30 0,-1-4-36 0,1-2-62 0,-2-2-77 16,4-4-228-16,-5-1-517 0,0 0 228 0</inkml:trace>
  <inkml:trace contextRef="#ctx0" brushRef="#br0" timeOffset="-190568.43">16294 11889 183 0,'-2'-4'201'0,"1"0"-17"0,1 4-4 15,-3-5-7-15,3 5-13 0,0-3-17 0,0 3-16 0,0 0-10 16,-4-5-17-16,4 5-8 0,0 0-10 0,0 0-9 16,0 0-8-16,0 0-9 0,0 0-7 0,0 0-3 15,0 0-5-15,0 0-5 0,0 0-5 0,0 0 1 16,0 0-6-16,0 0-3 0,0 0 1 0,0 0-6 16,0 0 6-16,0-5 8 0,0 5 8 0,0 0 14 15,0 0 4-15,0 0 4 0,0 0 4 0,0 0 0 16,0 0 2-16,0 0 2 0,0 0-9 0,0 0 5 15,0 0-7-15,4-4-1 0,-4 4-3 0,0 0-4 16,0 0 4-16,0 0-7 0,0 0-5 0,0 0 2 16,0 0-2-16,0 0 0 0,0 0-1 0,0 0-11 15,0 0 0-15,0 0 2 0,0 0-7 0,0 0-3 16,0 0-2-16,0 0-4 0,0 0-4 0,0 0-8 0,0 0 4 16,0 0-6-16,0 0 5 0,0 0-2 0,0 17-6 15,0-12 3-15,0 6 1 0,2 0-5 16,-1 1 3-16,-1 1 1 0,4 4-3 0,0 1 2 0,0 0-3 15,3 2 4-15,-2-2-2 0,2 2 9 0,3-2-11 16,1 0 1-16,-2-3 1 0,1-1 0 0,1 0 4 16,-2-3-3-16,2-3-2 0,1 1 3 0,-2-5 0 15,2 3 4-15,-1 0-14 0,-1-6-17 0,-1 1-22 16,-1-2-31-16,0 0-37 0,-2-3-42 0,-1-1-33 16,1 1-47-16,-1-2-38 0,-4-1-164 0,-1-1-473 15,-2-3 211-15</inkml:trace>
  <inkml:trace contextRef="#ctx0" brushRef="#br0" timeOffset="-190146.6">16252 12045 139 0,'-6'1'186'0,"6"-1"-5"0,0 0 6 0,0 0-1 0,0 0 0 16,0 0-10-16,0 0-14 0,0 0-14 0,0 0-16 15,19-10-13-15,-7 7-11 0,1-3-11 16,0 2-8-16,6-2-9 0,0 0-10 0,-2 1-8 0,2 0-9 15,-3-2-14-15,3 3-10 0,-5 3-12 0,-1-2-5 16,0-1-12-16,-3 4-3 0,0 0-10 0,-3 0-4 16,0 3 2-16,-2-1 1 0,3 1 2 0,-4 0 0 15,0 2 2-15,-1 1-3 0,0 1-2 0,0-1 4 16,-1 3 5-16,0-1-5 0,0 2 4 0,1-1 3 16,0 2 2-16,-2 1 9 0,3-1 7 0,-1 1 0 15,-2 0 7-15,3-2 6 0,-1-1 8 0,0-2 3 16,1 0 8-16,1-1 5 0,1 1 9 0,-4-1 8 15,5-4 8-15,-4 3 6 0,4-4 3 0,-2 1 2 16,1-2-3-16,-6 0 4 0,11-1-18 0,-6 0 0 16,3 0 2-16,-3-4 3 0,0-1-9 0,0 1 16 15,-1 0-22-15,-1-4-3 0,1 1-15 0,3-3 6 0,-6-1 5 16,2 2-19-16,-3-2-1 0,0 1-6 0,-3-1-6 16,2 2-4-16,-3-2-17 0,1 3-11 15,-4-2-9-15,3 1-16 0,-3 2-20 0,-1-1-23 0,-1 4-18 16,-2 1-29-16,1 0-40 0,-3 2-35 0,3 1-32 15,-2 1-45-15,0 1-172 0,-2 0-488 0,-1 3 216 16</inkml:trace>
  <inkml:trace contextRef="#ctx0" brushRef="#br0" timeOffset="-189838.63">16888 11808 28 0,'7'-2'278'0,"-3"-2"-21"0,-3 1-24 16,-1 3-28-16,7-2-23 0,-3-1-17 0,-4 3-19 16,0 0-8-16,7 7-11 0,-3-2-5 0,1 0-4 15,0 4-10-15,0 3-12 0,1 0-7 0,-2 3-10 16,1 2-6-16,3 1-9 0,-2 0-5 0,-2 3-4 15,1-1-5-15,-2 1-4 0,1-1-5 0,3-1-4 16,-7 1 1-16,5-3-6 0,-5 1-3 0,2-5-16 31,-1 0-26-31,2-3-29 0,-1-1-31 0,1 0-35 16,-3-1-40-16,6-4-48 0,-1-2-192 0,-1 1-421 0,-4-3 186 16</inkml:trace>
  <inkml:trace contextRef="#ctx0" brushRef="#br0" timeOffset="-189541.6">17174 11894 95 0,'-7'1'186'16,"0"1"-7"-16,-1 1-8 0,1 1-3 16,-3 0-10-16,0 3-6 0,-4-1-3 0,2 0-11 0,4 1-8 15,-2 0-12-15,-3 1-9 0,3 0-13 0,-1-1-8 16,1 3-1-16,1-4 3 0,0 1-8 0,-1-1-7 15,5-1-9-15,-2 0-6 0,4 0-7 0,-2-2 0 16,-2-1-5-16,4 3-1 0,1-2 7 0,2-3 16 16,0 5 9-16,0-5 3 0,7 4 0 0,-1 1-9 15,1-1-2-15,1-1-16 0,4 2 2 0,1 0-7 16,-1 0-2-16,1 0-8 0,1 0-3 0,2 0-10 16,-1 1 5-16,4-1-11 0,-5 1-22 0,1-2-22 15,-3-1-28-15,0 1-36 0,-1 1-42 0,-1-2-44 0,-1 1-47 16,-2 0-246-16,0-3-504 0,-3 1 224 15</inkml:trace>
  <inkml:trace contextRef="#ctx0" brushRef="#br0" timeOffset="-188963.53">17299 12040 98 0,'0'0'152'0,"9"0"0"16,-9 0-3-16,14-1-9 0,-6 2-10 0,0-2-6 16,1 1-9-16,1-3-10 0,1 1-14 0,0-2-6 15,0 1-7-15,-1 0-10 0,2-2 2 0,-1 1 4 16,-2 0-4-16,1-1 3 0,-1-1-3 0,-2-2-1 16,0 2 0-16,-2-1-2 0,0 2 7 0,0-6 4 0,-4 5 5 15,3 0-2-15,0-2 3 0,-4 3-2 0,0-2-8 16,0 2-9-16,-4 0-7 0,4 1-8 15,-5 0-4-15,-2 2-4 0,2-1-5 0,-2 0-3 0,7 3-7 16,-16 3-1-16,7-2-5 0,-2 5 3 0,-1-3 2 16,3 4-8-16,-1 1 1 0,-2 0-1 0,5 2-4 15,-2 0 1-15,2 0-2 0,0 1-3 0,2 0 0 16,2 1 4-16,3 0-5 0,0-2 5 0,1 0-5 16,3 2 5-16,6-2-3 0,-1-2 1 0,2 2 0 15,3-5 0-15,5 2 0 0,1-3-1 0,5-2-5 16,-2 1-12-16,0-5-10 0,8 2-7 0,-9-2-6 15,9-3-10-15,-1-2-7 0,-7 1-7 0,18-11-82 16,-21 7 53-16,-2 0-7 0,1-5 1 16,0 3 5-16,-2-2 6 0,-4 1 10 0,-2 2 13 15,-5-1 14-15,-2 2 16 0,1-1 10 0,-3 5 8 16,-2-2 4-16,-6 1 12 0,1 2 3 0,-1-2 7 0,-4 3 7 16,-2 0 3-16,1 3 6 0,-1 1 0 0,1 0 2 15,0 0 6-15,-3 3-2 0,1 0-9 0,4 3 1 16,-3-2-2-16,2 1-6 0,0 1-3 0,1-1 0 15,4 3-6-15,0 1 3 0,1-3-3 0,1 1 2 16,1 2-1-16,2 0 0 0,1-2 0 0,2-1 0 16,2 0-12-16,0 0-16 0,4 0-15 0,2-3-30 15,1 2-30-15,2-4-34 0,-1 1-26 0,6-2-27 16,-4-3-36-16,7 0-149 0,-7-1-387 0,0-1 171 16</inkml:trace>
  <inkml:trace contextRef="#ctx0" brushRef="#br0" timeOffset="-188494.82">17923 11931 34 0,'0'0'166'0,"0"0"-14"16,0 0-12-16,0 0-5 0,0 0 0 0,0 0-11 0,0 0-6 16,-8 13 16-16,8-6-8 0,-1 0 7 15,-1 5 2-15,4-2-12 0,-4 7-9 0,2 1-4 16,2 1 0-16,-4 0-16 0,6 0 2 0,-1 3-14 0,1 3-12 16,0 5-2-16,-1-9-3 0,5 4-8 0,-2-5-8 15,0 1-1-15,-3-2-8 0,1-1-3 0,3 0-2 16,-4 1-3-16,2-1-5 0,-1-5-6 0,-1-3 2 15,-2 3-1-15,1-7 2 0,-1 1-2 0,0-2 2 16,1-2 27-16,-1-1-2 0,-1-2-5 0,0 0-4 16,0 0-2-16,0 0-7 0,0 0-2 0,2-17-7 15,-2 13 2-15,-2-8-4 0,2 2-7 0,-1-3-13 16,2-6-12-16,-2 1-11 0,-1-3-13 0,2 1-12 16,0-9-13-16,2 1-3 0,1-1 3 0,-2-1 1 15,3 2 8-15,-3 0 4 0,2 7 8 0,-3 1 7 16,0-1 10-16,0 2 8 0,0 0 14 0,0 2 6 0,0 6 6 15,0-2 7-15,0 0-2 0,0 2 2 0,-3 0 10 16,3 4 5-16,-1-1 6 0,1 3 5 16,0-1-5-16,1 1-1 0,2 0-7 0,-3 3-1 0,5-2-5 15,-2 2-3-15,-3 2-4 0,11 1 1 0,-7 1-3 16,3 0-2-16,2 3-2 0,-2-1 1 0,2 1-6 16,0 4 0-16,3-1 0 0,-2-1-1 0,2 7-2 15,-4-5 0-15,0 0-1 0,-1 1-3 0,0 0-1 16,-3-2 1-16,-1 3 4 0,-1 0-1 0,-3-3-3 15,0 1-1-15,-5-1 6 0,-2 2-7 0,0-2 1 16,-3-1-9-16,-4-1-18 0,0 2-35 0,-4 0-44 16,-1-1-52-16,-1-1-63 0,1-1-221 0,-2-3-479 15,2 1 212-15</inkml:trace>
  <inkml:trace contextRef="#ctx0" brushRef="#br0" timeOffset="-187072.69">18413 11788 204 0,'0'-5'269'0,"1"-2"-1"0,-1 2-2 16,0 1-12-16,2 0-14 0,-2 4-28 0,1-6-25 15,-1 6-21-15,1-2-20 0,-1 2-18 0,0 0-11 16,0 0-12-16,7 10-15 0,-3-4-5 0,4 4-7 15,-4 1-9-15,3 0-8 0,2 6-8 0,0-2-1 16,-1 5-8-16,0-4-2 0,2 0-6 0,-2 1 5 16,0-1-8-16,-2-1-8 0,-1-4 3 0,-1 0-8 15,4 2-3-15,-4-8 2 0,0 5-2 0,-1-5-2 16,-3 0-1-16,4 1-3 0,-4-2 6 0,4 2 14 0,-4-6 37 16,3 2 27-16,-3-2-2 0,0 0-11 15,0 0-8-15,8-8-2 0,-8 1 4 0,0 2 2 16,0-6-4-16,0 1 5 0,0-1-8 0,0-2-6 0,-1-1-6 15,2-3-4-15,-2 4-12 0,1-4-4 0,-2 4-3 16,4 0-1-16,-1 0-3 0,-1 0-8 0,0 3 2 16,0 1-32-16,0 2-19 0,0-1-31 0,4 1-39 15,-2 3-46-15,0 0-43 0,1 2-32 0,1 1-27 16,3-1-27-16,-7 2-21 0,16 3-10 0,-5 1-184 16,0 1-526-16,1 1 234 0</inkml:trace>
  <inkml:trace contextRef="#ctx0" brushRef="#br0" timeOffset="-185664.97">18909 11833 177 0,'3'-3'206'0,"-2"-2"2"0,2-1-6 0,-3-1-4 0,0 4-10 16,0-4-10-16,-3 2-18 0,2 1-10 0,-3 1-15 16,1-3-14-16,-1 3-14 0,4 3-12 15,-12 0-10-15,12 0-9 0,-15 3-11 0,8 1-3 0,-2 1-3 16,-2 1-9-16,2 3-5 0,-4 0-7 0,8 2 2 15,-4 0-8-15,-1-1-4 0,1 0-3 0,5 2-3 16,-1-1-4-16,-1 1 1 0,5-2-3 0,-2 1-2 16,-2-1 2-16,5-2-3 0,0-3-1 0,4 0 1 15,-3 0-3-15,3-2 3 0,0-1-1 0,2-1-1 16,-1-1-2-16,6 0-1 0,-4-2-1 0,3-2-1 16,-1-3 0-16,2 2 0 0,0-3-2 0,2 2 1 15,-4-1-3-15,0-3 4 0,-1 0-3 0,0 2 3 0,-1-2-1 16,0 2 2-16,-3 1 9 0,0 2 14 15,-1-1 1-15,1 3-2 0,0 0-9 0,-3 0-4 16,-1 3-3-16,3-3-4 0,-3 3-2 0,0 0 3 0,0 0-5 16,0 0-1-16,0 12-3 0,0-5 3 0,1-2-2 15,-1 3 1-15,3 0 2 0,0 2-5 0,1 0 3 16,0-2-2-16,3 2 1 0,1-4 0 0,-2 4-2 16,0-4-1-16,1-2-3 0,4-1 1 0,0 3-5 15,1-4-3-15,0 0-5 0,1-2-3 0,0-2-1 16,1 1-1-16,-1-3 3 0,1 0 1 0,-2-1-1 15,0-2-6-15,1-6-11 0,-3 4-9 0,0 0-5 16,1-6-4-16,1 1-5 0,-6-2-7 0,2-2 6 16,-4-2 1-16,0-1 9 0,-2 1 6 0,-4-6 4 15,2 4 5-15,0-4 6 0,-5 6 14 0,-2 0 11 16,1-2 23-16,1 4 11 0,-6 0 5 0,4 1 2 16,0 6-4-16,-1 0-1 0,0 1 3 0,1 0-6 0,0 2-3 15,-1 0-3-15,3 5-5 0,-2-1-3 0,2 2-4 16,-1 0-2-16,6 2 1 0,-9 4-5 15,2 0 3-15,3-1 2 0,3 4-3 0,-1 3-3 0,1 2 0 16,2 2-1-16,1 7-1 0,0-2 2 0,2 6 0 16,3-4-1-16,-3-2-1 0,4 1 0 0,-1 6-3 15,5-2 1-15,-5-3 3 0,3-1-2 0,3 2-1 16,-5-4 3-16,2-2 1 0,-4-5-2 0,3 0 0 16,-4 1-1-16,2-2-1 0,1-1 0 0,0-4 1 15,-2 0 3-15,-1-1-2 0,-1-1 2 0,5-1 0 16,-5 0-2-16,2-2-1 0,-6 0 3 0,11-4-1 15,-2 1 0-15,-4-1-1 0,0-1 0 0,2 0 0 0,0-2 4 16,-3-3-8-16,5 3 5 0,-2-2-2 0,0-1-1 16,0 0 1-16,-3-1-1 0,4 3 2 15,-4-4-4-15,3 4 6 0,-3-3-2 0,-1 3 0 0,1 1 1 16,0 1 4-16,0 1 4 0,-3-3 0 0,2 3-4 16,-1 3 2-16,-2 2-5 0,2-7-4 0,-2 7-1 15,2-3-1-15,-2 3-1 0,0 0 3 0,0 0-2 16,0 0 4-16,4 11-3 0,-3-7 0 0,-1 2 0 15,0-1 1-15,0 3-2 0,2-2 1 0,0 2 0 16,0 2-3-16,-1-2 2 0,0 1 0 0,1-1-5 16,3-2 0-16,-4 2-5 0,2-2 4 0,1-2 1 15,-4 2-1-15,3-2 0 0,0 0 3 0,1-2-1 16,-4-2 2-16,5 3 3 0,-5-3-2 0,4 2 2 16,-4-2 0-16,10-6-1 0,-9 2 3 0,3 0 1 15,-2 0 0-15,0-5 6 0,2 3 2 0,-1-1 0 16,1-1 5-16,0-1-1 0,2 0 12 0,-4-1 5 0,1 3 0 15,0-2 1-15,0-1-1 0,1 4-9 0,-1 1 1 16,-2 0-2-16,0 0 0 0,1 0-4 0,-2 5-4 16,1-5-3-16,1 3-4 0,-2 2-3 15,0 0-1-15,0 0 4 0,0 0-2 0,0 0-2 0,9 9-3 16,-8-6 1-16,0 2 5 0,2 1-5 0,0 1 0 16,-2-1 1-16,5 1-2 0,-3 0 4 0,2-1-2 0,0 1 5 15,2 1-9-15,0-1 4 0,1 1-4 16,4-2 0-16,-2-3-2 0,0 3-2 0,2-3-2 15,-1 0 2-15,3-2-3 0,0 1-2 0,1-4 1 0,-1 1-4 16,-5-1-3-16,6-1 7 0,-5-3 0 0,-1 0 1 16,2 0 4-16,-3-1 2 0,-1 0 0 0,1-4 0 15,-4 0 0-15,0 1-2 0,0 0 2 0,-2-1-4 16,-1-2 6-16,-1 1 0 0,0-1 0 0,0 0 7 16,0 4 9-16,-1-2-3 0,-2-2 11 0,3 6-4 15,-3-5 0-15,0 8-4 0,-1-2-4 0,3 1 0 16,-4 2-4-16,2-1-4 0,3 4-2 0,-11 0 1 15,11 0-4-15,-5 4 3 0,-2 0 0 0,4 4-2 16,-1-4-2-16,0 6 3 0,4 0 0 0,-1 3-2 16,1-3-8-16,1 1-6 0,-1 1-7 0,4-2-5 15,0 1-11-15,1-1-9 0,2 0-6 0,0-1-7 16,3-2-12-16,-1-1-15 0,1-2-14 0,1-1-7 0,2-1-6 16,-2 0 1-16,3-4 2 0,-1-1 3 15,-2 1 14-15,1-3 3 0,-1 0 16 0,1-2 4 16,1-1 11-16,-4 0 5 0,2 0 19 0,-3-4 26 0,2 2 23 15,-5-2 20-15,6-1 27 0,-7 1 24 0,2 2 17 16,1 1 20-16,-5-1 13 0,1 4 5 0,4-3 1 16,-5 6 3-16,0-3-8 0,0 1-13 0,0 1-2 15,-2 4-26-15,1-3-13 0,-1 3-13 0,0 0-5 16,0 0-5-16,0 0-7 0,10 10-6 0,-9-4-1 16,2 4-7-16,-2 1 1 0,3 2-3 0,-1 1-6 15,-2 3-22-15,1 1-20 0,-2 2-36 0,-2 0-47 16,-2 1-61-16,3-2-79 0,-6 1-289 0,0-2-569 15,0 2 252-15</inkml:trace>
  <inkml:trace contextRef="#ctx0" brushRef="#br0" timeOffset="-184711.72">16355 12973 151 0,'-14'-6'267'15,"-3"1"-24"-15,-5 3-20 0,0-4-7 0,-8 2-9 16,2 2-9-16,5 1-17 0,1 1-21 0,1 1-16 16,1 1-14-16,1 1-13 0,5 1-12 0,3 0-12 15,1 1-11-15,0 0-7 0,5 0-4 0,-3 0-12 16,6 3-2-16,2-5-2 0,2 3-6 0,1 1-4 0,4-3-3 15,2 0-4-15,2 0 6 0,2 2-13 0,1-4-3 16,1 0-7-16,4-1 6 0,-4-1-5 16,-2-1-9-16,5-1 5 0,-6-1 2 0,0-4-2 0,-1 2 2 15,2 2-5-15,-3-8 5 0,-1 5 0 0,0-7 0 16,-1 1-4-16,0-4-1 0,-1-3-2 0,0 0 3 16,1-7-6-16,-3 6-2 0,2-9-2 0,-1 5 0 15,-2 2 9-15,0 3 9 0,3 0 13 0,-2 1-15 16,-1 0-3-16,2 1-2 0,-1 7 1 0,3-3-4 15,-4 7-5-15,3-3 4 0,0 1-1 0,-1 5-10 16,0-2 4-16,2 2-3 0,-2-1-4 0,2 4 1 16,-8 0 3-16,14 4-2 0,-5 2-2 0,-2-1-1 15,2 5 2-15,0 1-5 0,-1 5 5 0,-1 1 4 16,1 2-9-16,-2 8 2 0,0 0 3 0,-2 1-2 16,-1 0-3-16,-3 3 3 0,0 0-1 0,-3-2-2 15,0 4 0-15,-2-2 2 0,-2 3 1 0,-1 0 1 0,1-1-2 16,-2 2 3-16,0 1-2 0,3 1 1 0,-4 12-2 15,6-15 3-15,1 1 0 0,2-1 2 16,1-2-5-16,1-1 1 0,2 0 2 0,1-4-4 0,2-1 6 16,-2-9-5-16,2 1 5 0,3-1 13 0,-4-6-6 15,5 0 10-15,-1-1 1 0,2-4 6 0,-1-2-1 16,2-1 11-16,0-2 8 0,0-3 3 0,3-3 20 16,-5-2 4-16,5-3 1 0,0-4 3 0,-2-2 0 15,-5-2-5-15,3-8 4 0,0-3-14 0,-3-4-9 16,-2 1-5-16,-1-3-5 0,-2-2 3 0,-2 2-15 15,-2-4-8-15,-2 3-1 0,-2-1-6 0,-1 1 1 16,-2 1-7-16,-4 4-10 0,2 1-10 0,-2 3-6 16,-3 1-43-16,1 4-33 0,1 6-32 0,1 2-36 0,-3 2-44 15,4 5-52-15,1-1-32 0,-2 3-287 0,3 1-625 16,0 2 278-16</inkml:trace>
  <inkml:trace contextRef="#ctx0" brushRef="#br0" timeOffset="-184102.44">16970 12839 132 0,'0'-4'319'16,"0"4"-34"-16,0-5-26 0,0 5-23 0,-3-4-23 0,3 4-28 15,0 0-19-15,0 0-19 0,0 0-16 16,0 0-8-16,-1 11-16 0,1-2-11 0,0 0-6 16,0 4-14-16,1 0-3 0,2 0-6 0,-2 0-10 0,3 6-4 15,0-2-8-15,3-2 0 0,-2 4-11 0,0-6 4 16,-1-4-5-16,1 2-3 0,-1 1-3 0,3-3-3 15,0-1-1-15,-2-2-3 0,1-1 1 0,-1 1-1 16,3-3-4-16,-2-1 2 0,2-2-2 0,-1-2-2 16,1-1-1-16,1 1-1 0,-2-4 1 0,3 1-1 15,-1-5-4-15,-1 4 1 0,2-4-1 0,-4 3-7 16,3-2 7-16,-4-1-2 0,2 2 3 0,-3 1 15 16,2 2 4-16,-2 0 2 0,0 0-5 0,-2-1-3 15,1 3-7-15,0 0-4 0,-3 3-2 0,0 0 1 16,0 0-2-16,0 0 0 0,11 9-6 0,-8-5 3 15,2 1-2-15,0 1-3 0,1 2 5 0,1 1 3 16,-2-3-5-16,4 3 1 0,-2-2 0 0,3-2-1 0,-2 4 3 16,4-4-3-16,-1-3 3 0,0 4 1 0,1-2-2 15,1-3-1-15,0-1 3 0,-2 0-1 16,3-1-4-16,-5-3 3 0,1-2 1 0,2 3 17 0,-4-5 13 16,0-1-1-16,-1 1 2 0,-3-2 0 0,1-1-6 15,-2-2-1-15,-1-4-2 0,-2-1-1 0,-3 3-3 16,0-3-1-16,-3 1-6 0,-1-1-9 0,0 2 5 15,0-4-4-15,-5 6-17 0,2 1-20 0,2 2-21 16,0 2-34-16,1 0-36 0,-1 3-50 0,1 1-49 16,3-2-51-16,-4 3-241 0,3 1-552 0,-1 1 245 15</inkml:trace>
  <inkml:trace contextRef="#ctx0" brushRef="#br0" timeOffset="-181711.87">18031 12776 193 0,'2'-6'252'16,"-2"1"1"-16,0-1 3 0,0 1-11 0,0-2-1 16,2 2-9-16,-2-3-3 0,0 3-10 0,0 0-4 15,0 1-16-15,0-1-18 0,0 0-13 0,0 5-16 16,-2-8-12-16,0 5-20 0,2 3-16 0,-4-6-6 15,4 6-1-15,-9-1-27 0,9 1-12 0,-9 6-2 16,-2-1-10-16,2 3-1 0,0-3-6 0,0 5-3 16,-1 2-6-16,2-1-5 0,-1 4-2 0,1 3-2 0,1-8-7 15,1 3 4-15,2-2-11 0,1 2 2 16,3-1-5-16,0-1 3 0,2 3 2 0,2-4 3 16,1 0-7-16,1-1 5 0,5-1-4 0,0 0-1 0,1-3-2 15,7 0-7-15,1 0-6 0,1-4 3 0,0-1-7 16,-2-2 2-16,1-2-1 0,3 3 1 0,-5-5 3 15,0 1 3-15,1-1 0 0,-2-2-1 0,-2-2 2 16,-2 1-3-16,-3 0 2 0,1-6 0 0,-2 0 1 16,1 1-6-16,-2-2-7 0,-4-2 6 0,-1 0-2 15,-1 0 6-15,-2 0-1 0,-1 1-4 0,-2-3 8 16,-1 4 5-16,1-1 17 0,-2-2-7 0,2 7 2 16,-5 1-5-16,4-1 4 0,1 0-3 0,-1 4-3 15,0-3 3-15,-1 5-7 0,-1 1-2 0,4 0 3 16,0 2-5-16,-2-1-11 0,4 4 3 0,-5-2-6 15,5 2 7-15,0 0 6 0,0 0-7 0,-9 9-2 16,8-3-1-16,2 0-1 0,2 5-1 0,-3 0-1 0,2 2-2 16,2-1 1-16,1 5-6 0,-1 1 0 0,0 0-7 15,3 0 0-15,1 3-2 0,-1-3-6 16,1 1-4-16,2-2-5 0,-1 1-6 0,2-2 1 0,-1-1 1 16,3-1 1-16,-6 0-1 0,1-8 5 0,2 4 1 15,-3-2 3-15,-2-2 5 0,6 1 3 0,-6-2 1 16,-1-4 5-16,2 3 3 0,-2-3 4 0,-4-1 1 15,9 0 2-15,-9 0 4 0,9-3 0 0,-7 1 2 16,4-2 1-16,-2 0 3 0,0-1 3 0,0 0 1 16,1 0 3-16,-2 2-2 0,3-2 2 0,-4 0 2 15,5 1 0-15,-4 1-4 0,2 0 0 0,-1-3 0 16,0 4 1-16,2-1 0 0,-1 2 0 0,0 0-2 16,-5 1-1-16,0 0 2 0,14 2-2 0,-7 0 0 15,-5 0-1-15,3 1 3 0,-1 1 0 0,0-3 0 16,-4-1 2-16,5 5-2 0,0-4 1 0,-5-1-1 15,5 3 1-15,-5-3 2 0,4 1-4 0,-4-1 5 0,0 4 4 16,0-4-5-16,0 0 5 0,0 0-1 0,0 0 1 16,0 0 3-16,0 0-4 0,0 0 0 0,0 0 1 15,-4-11 0-15,3 7-4 0,-1-2 0 0,2 6 2 16,-1-7-1-16,1 5-1 0,0-5 0 0,-1 0 1 16,1 4-1-16,0-2-6 0,-3-2 1 0,6 1 1 15,-3 1 0-15,0 0 0 0,0-2 0 0,0 2 7 16,0 0-6-16,1 0 2 0,-1 1 0 0,1 0 0 15,1 0-5-15,-2 4 1 0,1-5 4 0,0 1-3 16,-1 4-1-16,3-5-1 0,-1 1-3 0,-2 4 1 16,8-2 4-16,-7 1-4 0,-1 1-1 0,9 0 2 15,-2-2 0-15,-7 2-1 0,11 2 2 0,-3-1 0 16,-4 1-1-16,3 0 2 0,0 1-2 0,0 1 1 0,1 0 2 16,2 3-2-16,-5-1 1 0,3-1-5 15,0 3 4-15,-1-1 4 0,1 1-3 0,-5-1 1 16,3-1 1-16,-3 1-4 0,0 0 2 0,1-1-1 0,0 2 1 15,-1-4 0-15,1 2-3 0,-4-1 3 0,0 1 4 16,0-3-6-16,0 0-1 0,0 2 7 0,0-5-1 16,-4 5-2-16,1-2 9 0,3-3-2 0,-4 2-2 15,4-2 8-15,0 0-7 0,0 0 5 0,0 0-1 16,-15-3 3-16,15 3 3 0,-4-4-3 0,2 1-3 16,0-2 8-16,2 5-10 0,-4-6-1 0,4 0 1 15,0 6-2-15,4-10-6 0,-2 8-3 0,2-4-4 16,1 0-3-16,3 0-5 0,2 0-4 0,2 0-5 15,4 0-9-15,-5 1 1 0,8-4 1 0,0 1-2 16,0 1 3-16,0 0 0 0,-4-1 1 0,0 2 2 16,-2 1 4-16,-2-2 0 0,-1 1 7 0,-3-1 4 15,-1 2 3-15,-1 2 7 0,0-2 4 0,-1 0 4 0,-2 2 0 16,-1-2 1-16,-1 5 12 0,-4-6-1 0,1 3 1 16,3 3-3-16,-9-6 0 0,4 5-2 15,5 1 2-15,-12 0-5 0,7 0-1 0,-3 6-1 0,1-4 0 16,2 3-1-16,-1-2 0 0,-2 5-1 0,1 3 0 15,6-4 0-15,-3 3 2 0,3-3-2 0,2 4 2 16,2 0-2-16,-1 1 5 0,7-2-1 0,-3 0-3 16,4 0 1-16,6 2-5 0,-1-5-20 0,4 4-32 15,2-5-51-15,-1 0-64 0,8-1-52 0,-6-2-222 16,0-3-474-16,0-1 210 0</inkml:trace>
  <inkml:trace contextRef="#ctx0" brushRef="#br0" timeOffset="-181461.89">19247 12352 143 0,'0'0'228'0,"-3"-2"-31"0,3 2-11 0,0 0-20 15,0 0-4-15,-6 14-9 0,8-8-9 0,-1 6-5 16,0-2-11-16,2 7-10 0,1 0-10 0,3 2-9 15,0-2-10-15,1 2-10 0,-1 9-5 0,1-5-9 16,3-2-6-16,-2 4-6 0,-2-5-5 0,2-1-4 16,1 6-4-16,-3-8-5 0,-1 0-21 0,1 1-35 15,-1 0-35-15,-3-4-41 0,0-2-56 0,1-2-16 16,0-2-178-16,-4-3-373 0,0 0 165 0</inkml:trace>
  <inkml:trace contextRef="#ctx0" brushRef="#br0" timeOffset="-181055.67">19240 12637 56 0,'-2'-5'247'15,"2"5"-13"-15,-1-7-20 0,-2 5-17 0,3 2-20 16,4-6-16-16,-4 6-17 0,7-2-16 0,-3 1-9 16,-4 1-17-16,11 1-7 0,-3-1-10 0,2 2-12 15,-2 2-2-15,3 2-10 0,0-1-9 0,1 0 1 16,0 0-5-16,-1 3-9 0,0-2-6 0,3 1-1 15,-3 0-2-15,-1-1-1 0,1 4-7 0,0-3-4 16,3 2 1-16,-5-3-2 0,1 3-3 0,-4 0-3 16,4-4 3-16,-4 0-5 0,1 2 3 0,-2-3-4 15,0 0 3-15,1 1 0 0,-1-3 20 0,-2 1 25 16,1-2 17-16,-4-1 22 0,0 0-6 0,0 0-2 16,12-3 0-16,-12 3-5 0,6-6 5 0,-2 1-4 15,-2-1 3-15,3 0 3 0,-3 0 3 0,4-3-10 0,-1 0-1 16,-1-1-3-16,0-2 2 0,2 4-2 15,-2-4 1-15,0-1 8 0,0 2-16 0,1 2 5 16,-1-1 3-16,-2-2-18 0,-2 3-5 0,1 1-6 0,-1 2-9 16,-1 0-12-16,-1-1-13 0,0 2-24 0,0 1-18 15,-3 0-29-15,1 2-28 0,-1 0-27 0,-4 2-32 16,1 3-37-16,-4 0-41 0,2 2-41 0,-3-2-40 16,2 4-256-16,-3 1-604 0,2 0 267 0</inkml:trace>
  <inkml:trace contextRef="#ctx0" brushRef="#br0" timeOffset="-179790.16">19884 12556 189 0,'3'-3'253'15,"-3"3"-8"-15,4-3-16 0,-2 0-21 16,3 1-20-16,-1 0-22 0,3-1-16 0,1 1-16 16,-1 2-13-16,4-6-12 0,0 4-11 0,-2 2-9 0,4 0-9 15,-4 2-9-15,1 0-6 0,-2-1-11 0,-1 1-4 16,-1 1-7-16,2 4-6 0,-3-4-3 0,-1 0-3 16,-2 2-1-16,1-2-7 0,-1 4-6 0,-2-2 3 15,0 1-6-15,-2-1-3 0,-1 3 0 0,1-1-2 16,-2 1-3-16,1 1 2 0,-1 0-1 0,2-2-1 15,-3 1 0-15,2 3-1 0,1-5-2 0,0 6 1 16,2-5 1-16,-1 3 0 0,2 1 8 0,4 0 3 16,-2 2 5-16,3 0 4 0,2 1-1 0,0 2-2 15,0 0-1-15,3-2-2 0,0 0-5 0,-2 1 4 16,2-1-3-16,-2 1-2 0,1 1-2 0,-4-4-4 16,1-1 0-16,-2 2 2 0,-1-3 0 0,0 1-3 15,0-2 0-15,-4 0 5 0,0-2 12 0,0 0 17 0,-4 1 22 16,0-3 7-16,0-1 14 0,-3 1 17 0,-2 0 17 15,-2 0 15-15,0-4 5 0,-1-1 1 16,-2 0 3-16,0-1-13 0,0-3-2 0,1-1 1 0,-3 1-11 16,4-2 2-16,-3-2-3 0,1 0-6 0,6-2-7 15,-1 0-9-15,0-2-8 0,1-1-6 0,3-2-10 16,2 1-12-16,-1-3-6 0,9-2-15 0,1 1-13 16,-1-2-14-16,10-6-17 0,7 2-32 0,0-2-33 15,6 1-32-15,-1 3-19 0,3-3 4 0,0 5 6 16,0 1 8-16,-4 1 9 0,-3 1 8 0,-4 7 3 15,-1 1 13-15,-2 0 7 0,-5 3 8 0,-3-1 2 16,0-1 9-16,-1 3-1 0,-2 2 4 0,0-3 6 0,-4 1 2 16,-1-1 2-16,0 6 3 0,0-4 0 15,0 4 3-15,-5-7 6 0,2 6-2 0,3 1 3 16,0 0 2-16,-11 1 1 0,4 4-2 0,1-1 5 0,0-2 1 16,2 0 2-16,-1 5 8 0,0-4-10 0,0 3 2 15,1-4 1-15,1 5 1 0,2-1 4 0,0 1 11 16,1-2-11-16,1 1 1 0,-1-1-1 0,3-1 7 15,0 0-1-15,0-2 0 0,1 2 2 0,1-1-3 16,0-3 2-16,3 1 3 0,-2 1-2 0,3-4 1 16,-1 1 0-16,2-2-1 0,1 1-1 0,0-2-2 15,1-1-1-15,-1 2 5 0,0-2 2 0,2 0-7 16,-5 1 4-16,3-1-1 0,0-3 4 0,-3-1-3 16,-1 7 3-16,0 0-4 0,-3-2 0 0,3 3 1 15,-7 1 1-15,5-7-3 0,-1 7-1 0,-4 0-6 16,6-2 1-16,-6 2 4 0,5 8 1 0,-5-8-2 15,6 7-1-15,-4-4 11 0,2 2-11 0,-4 2 1 0,2-1 0 16,0 2 1-16,1-2 2 0,0 2-3 0,-2 1 9 16,1-1-10-16,0-1-1 0,1 3 0 15,0-2 2-15,0 0-5 0,2-1 14 0,-2-1-9 0,-1-1 0 16,3-1-5-16,-1-1 5 0,1 2 3 0,-1-3 0 16,1-1-2-16,2 0 2 0,0-1 8 0,-7 0-11 15,15-3 6-15,-3 0-6 0,-2 0 1 0,3-2 4 16,1 0-2-16,-1-1 2 0,-1 1-4 0,0 0 4 15,3-8 0-15,-4 5-1 0,-2-1 0 0,6-4 4 16,-5 6 16-16,-2-1 3 0,1-2 6 0,-3-1 13 16,-1 0 1-16,-2 1 13 0,0 2 10 0,0 2-6 15,-3-2 0-15,0 2-19 0,-5-5-2 0,4 5-9 16,-3 0-6-16,0 0-2 0,-4 3-4 0,0 0-18 0,-1 1-33 16,0-1-28-16,-5 2-37 0,5 2-44 15,-2 2-76-15,-3-1-95 0,1 2-280 0,-1 3-639 16,3-1 283-16</inkml:trace>
  <inkml:trace contextRef="#ctx0" brushRef="#br0" timeOffset="-85780.26">11646 14124 39 0,'-1'-3'208'0,"0"-2"-5"0,1 5-20 16,1-5-13-16,-1 5-22 0,-1-4-19 0,1 4-18 16,0 0-15-16,0 0 33 0,0 0 29 0,2 12-8 15,0-4-13-15,2 1 4 0,-3 0-11 0,2 1-14 16,1-4-10-16,-3 6-9 0,3-2 9 0,-1 1-8 0,0 3 17 16,-2 0 0-16,3-4-12 0,-2 6-5 0,-1-4-3 15,2 1-12-15,-2 0-8 0,2 1-20 0,2 2 0 16,-1 2 0-16,-1-1 10 0,0 2-7 0,-1-1-5 15,4-1-1-15,-5-1-11 0,1 3-3 0,2 1-2 16,1-1 7-16,-1-1-16 0,-3-1 3 0,2-1-7 16,-1-1 3-16,0-4-10 0,2 3-2 0,2-2 0 15,-2-1-1-15,-4 1-2 0,5-2-1 0,-3-3 1 16,-1 0-2-16,2-1-2 0,-2 1-2 0,-1-1 8 16,3-3 9-16,-3-3-10 0,0 5 21 0,1-3 38 15,-1-2 11-15,0 0 23 0,0 0 11 0,0 0 8 16,0 0-16-16,0 0-16 0,0 0-6 0,-9-9-10 15,3 6-6-15,2-1-7 0,-1-2-8 0,1 1-10 0,0 1 0 16,-1-1-9-16,0 0-4 0,-2 3-5 16,3-2-4-16,0 2-6 0,-3-1-4 0,7 3-6 15,-11-1 2-15,3 2-7 0,0 2 2 0,-2-1 2 0,0 2-2 16,-1 3-3-16,-2 0-5 0,3 2 3 0,-5 1 2 16,0 3-7-16,-2-2-23 0,3 4-32 0,0 0-31 15,-1 0-37-15,0 7-14 0,0-5-40 0,-3 3-33 16,-5 2-53-16,3-3-50 0,6-2-43 0,2 1-254 15,-6 2-666-15,9-4 294 0</inkml:trace>
  <inkml:trace contextRef="#ctx0" brushRef="#br0" timeOffset="-83752.78">12129 14498 85 0,'-7'7'314'0,"-1"0"-25"0,1-2-17 16,5 3-13-16,0-1-17 0,2-1-23 0,2 2-19 16,3-3-14-16,9-1-14 0,5 1-17 0,12 0-14 15,3-4-11-15,3-2-18 0,19-3-11 0,1-2-8 16,1 2-16-16,-1-1 0 0,2-3-17 0,-2-1-18 15,-16 2-14-15,13-3-22 0,-16 7-21 0,-2 1-24 16,-5-1-36-16,-9 2-45 0,-9 1-53 0,1 0-50 16,-6 0-26-16,-1 1-146 0,-7-1-427 0,0 0 189 15</inkml:trace>
  <inkml:trace contextRef="#ctx0" brushRef="#br0" timeOffset="-81610.77">13424 14278 270 0,'1'-5'269'0,"-1"1"-17"0,3 1-19 0,-3 3-21 15,6-2-1-15,-6 2 8 0,12 0-21 0,-3 3-15 16,-2 1-17-16,4 1-8 0,1 1-9 0,0 6-6 15,2 1-20-15,0-1-12 0,-2 3-11 0,3 2-11 16,-3 0-5-16,3 1-7 0,-4 0-7 0,1 1-14 0,-6-2 3 16,2 3-2-16,-3-1 2 0,-2-2-6 15,-2-1 0-15,-2-3 4 0,0-1 2 0,-1 1 9 16,-2-3 5-16,3-1 3 0,-3-3 7 0,-2-1 3 16,-1 1 8-16,-1-4 2 0,1-2 3 0,2 0-5 0,5 0-9 15,-12-8-7-15,9 1-5 0,-2-2 0 0,2-5-17 16,3-4-7-16,0 0-3 0,4-3-6 15,5 2-8-15,1-6 0 0,-2 7-3 0,4-2-4 0,1 1-3 16,-4 2-6-16,3 2-7 0,-2 4-27 0,1-1-23 16,-2 1-24-16,-1 3-30 0,3 2-23 0,-5 2-17 15,3 0-13-15,-2 2-16 0,-7 2-12 0,11 6-8 16,-4-2-12-16,-2 0-14 0,2 6-10 0,-3-2-5 16,3 0-8-16,0 1 5 0,-2 1 6 0,3 1 12 15,-1 0 15-15,-1-2 11 0,2 1 17 0,1-1 8 16,-3 0 14-16,2 0 15 0,-1-2 16 0,2-1 15 15,-5-2 25-15,5 0 19 0,-3-2 19 0,2 0 19 16,-1-1 26-16,0-1 24 0,-7 0 16 0,15-4 14 16,-11 2 11-16,7-2 12 0,-3-4 5 0,3 2 7 15,-1-2 2-15,-2 0 1 0,2-1 8 0,0 0 1 16,0-1 2-16,0 0 5 0,0 2 3 0,1-4 0 16,1 0 1-16,-5 3 0 0,1 0 3 0,0 1 3 0,-2 3 4 15,-1-1 5-15,-1 0-5 0,0 0 9 0,2 2 6 16,-5-1-3-16,-1 0-7 0,3 0-16 15,-3 5-3-15,-3-5-14 0,3 5-5 0,-11-3-13 0,3 5-6 16,-3-1 0-16,-4 1-3 0,3 3-10 0,-6 2-4 16,-1 2-6-16,3 3-6 0,-2-3-4 0,2 4-6 15,-2-1-4-15,2-1-1 0,1 2-7 0,1-1-5 16,4-2 1-16,4 1-5 0,-1-3-2 0,4 2 0 16,3 1-13-16,3-4-12 0,1-1-16 0,6 0-17 15,9 0-20-15,1-2-22 0,10-2-10 0,3-3-4 16,2-1-1-16,3 1-1 0,2-4-5 0,-1 0 3 15,-1-3 4-15,0-1 3 0,-1-2 0 0,-3 3 2 16,1-2 1-16,-7-1 3 0,0-1 5 0,-9 5 11 16,1-5 6-16,-4 1 9 0,-7 3 0 0,3 0 10 15,-3 0 9-15,-4 0 6 0,-1 3 12 0,-4-3 19 16,0 2 11-16,0-1 14 0,-3 0 11 0,-1 4 10 16,-3-2 8-16,2 1 5 0,-2-1 4 0,-4 1-3 0,3 3-4 15,1-2-5-15,-1 2-2 0,0 0-7 16,8 1-6-16,-12 1-4 0,12-1-2 0,-7 5-3 15,3-1-1-15,4 2-9 0,0 1 5 0,4 2-3 0,0 2-3 16,-1 1 4-16,5 3-7 0,0-1-7 0,4 3 12 16,-1 1-7-16,4 5-3 0,-4-4 4 0,0-1-2 15,4 6-1-15,-7-5 2 0,2 0-12 0,3 7 3 16,-9-7-1-16,3 2 4 0,-1-2 3 0,-4-2 0 16,-2 1 8-16,-4-2-6 0,3-3 10 0,-6 0 15 15,0-2 17-15,-4 4 7 0,-1-5 6 0,2-2 1 16,-3-1 16-16,-4-2 14 0,0 0-5 0,2-1 0 15,0-4-2-15,1-5-5 0,0 0-6 0,4 0-6 16,-3-6-9-16,3-2-15 0,3-3 1 0,0-1-4 16,6-2-15-16,1-6-28 0,5-4-41 0,6 1-30 15,3-4-19-15,2 3-12 0,3-1-5 0,3 1 0 16,-2 3-1-16,2-1 2 0,-3 7-18 0,-4 4-5 16,3 4-8-16,-5 0-7 0,0 5-5 0,0 0-3 0,-3-2-1 15,-1 4 7-15,-1 4 7 0,-1-2 16 16,-1 2 10-16,1 1 10 0,-7 0 12 0,7 3 7 15,-7-3 11-15,6 4 4 0,-2-2 4 0,-4 2 10 16,3-2 2-16,-3-2 11 0,1 5 2 0,3-2 7 0,-2 0 14 16,2 1 10-16,-4-4 8 0,5 2 1 0,-2 2 3 15,-3-4 2-15,5 3 8 0,-3-1 0 16,-2-2 1-16,6 3-1 0,-3-1-3 0,-3-2 3 0,3 3 0 16,-3-3 8-16,5 3 3 0,-1-1 0 0,-4-2-2 15,3 3 4-15,-3-3 5 0,4 2 5 0,-4-2-1 16,0 0 4-16,4 4 2 0,-4-4-2 0,0 4 2 0,0-4 1 15,0 0 1-15,0 0 4 0,0 0-2 16,0 0-2-16,10 0-2 0,-10 0 0 0,0 0-8 16,11-5-4-16,-7 2-1 0,0 1-3 0,-4 2-1 0,9-1-3 15,-4 0-2-15,-5 1-1 0,10-1-5 0,-10 1-2 16,7 0-3-16,-7 0 1 0,8 2 2 0,-5 1-3 16,1 0-1-16,-1-1-3 0,-2 3 3 15,7-2-3-15,-6 0 1 0,0 1-2 0,3 2 3 0,0-3-3 16,-1 0-1-16,-2-1 1 0,4 5-2 0,-2-4 1 15,3 0-1-15,-3-1 2 0,3-1-2 0,0-1 6 16,-1 0-5-16,-6 0 0 0,14 0 0 0,-7-4 6 16,2 0-4-16,0-1-1 0,-2 0-2 0,5 1-2 15,-6-5 4-15,3 0-7 0,-4 0 7 0,2-1-2 16,-2-1 10-16,1 2-9 0,-1-3-2 0,-2 3 2 16,1-3 3-16,-1 2-5 0,-2 0 2 0,-1 2 0 15,0 2-1-15,0-1-1 0,0 1-2 0,-3 5 0 16,1-4-3-16,2 5 3 0,-4-3-2 0,4 3-3 0,0 0-20 15,0 0-17-15,-13 7-19 0,10-4-33 16,0 5-27-16,0 0-34 0,0-1-30 0,3 1-23 16,3 0-13-16,0 0-9 0,0 3-143 0,-1-4-406 15,3 3 180-15</inkml:trace>
  <inkml:trace contextRef="#ctx0" brushRef="#br0" timeOffset="-80579.66">15049 14416 3 0,'0'0'223'0,"11"-2"0"16,-7-2-8-16,-1 0 0 0,4-1-3 0,2-1-3 15,-1-1-3-15,-2-2-7 0,-2 0-7 0,4 0-4 16,0-1-4-16,1 0-1 0,-4-2-14 0,4 1-14 15,-3-5-9-15,2-1-14 0,-2-1-14 0,-1-3-13 16,2 2-8-16,-3-1-9 0,1-9-8 0,-3 9-4 16,-1 0-20-16,0 0 3 0,2 1-8 0,-6 1 0 15,3 1 10-15,-1 5-3 0,0-1-1 0,-2 5-5 16,0-4-6-16,0 5-2 0,1-1-4 0,0 3-4 16,-3 1 6-16,1 1-14 0,0 1-6 0,4 2-5 15,-11 2-6-15,11-2 4 0,-15 4-2 0,10 4-7 16,0-1 6-16,-3 1-2 0,0 4 2 0,0 5-9 15,0-3 25-15,5-1-26 0,-1 6-5 0,5-1 8 16,-1-1-4-16,0 1 4 0,4 1 1 0,0-3-3 0,-1 4 1 16,1-2-10-16,0 0-2 0,7-1-9 15,-3-1-3-15,1-1-8 0,3-1-6 0,0-1-1 16,-5-1-8-16,6-4 8 0,-6 0-10 0,4 0 3 0,1-5 6 16,1 2-8-16,-2-2 3 0,2 2-2 0,-2-3-1 15,1-1 2-15,0-2 4 0,1 1 0 0,0-2 0 16,-2-3 4-16,0 0 4 0,0 1 6 0,-1-5 2 15,-1 4 0-15,-2 0 3 0,-2-1 6 0,1-4 3 16,-1 3 11-16,-2-1 12 0,2 2 6 0,-5-2 8 16,0 0 4-16,0 0 9 0,0 1-6 0,-4 1-4 15,2 2 3-15,-3 0-10 0,1 2-3 0,4 2 4 16,-12-2-6-16,12 2-5 0,-12 0-4 0,5 0 3 16,0 4-3-16,-1 2 0 0,-3 1 1 0,4 1 1 15,0-2-3-15,3 3-3 0,-4 0-4 0,4 0-2 16,0 0-3-16,1-1-3 0,2 0-2 0,1 2-3 15,0 0 3-15,0-5-8 0,1 1-2 0,2 2 1 16,1-4 5-16,-1 1-2 0,1-3 0 0,1 4 2 0,-1-4-1 16,3-1 5-16,-7-1 1 0,13-2-1 15,-7-1 5-15,1 2-5 0,3-4 2 0,-5 1 3 16,3 1 5-16,-1-2 12 0,-1-1 4 0,2-1 8 16,-3 1 11-16,2-2 12 0,-2-1 14 0,-2 3 10 0,1 1 0 15,0-1 10-15,-2 2 9 0,0 0 1 0,0-2-8 16,3 2-4-16,-4 0-11 0,2 1-8 15,-3 3-6-15,4-5-8 0,-4 1-8 0,0 4-8 0,0 0-5 16,0 0-6-16,0 0-10 0,0 0-17 0,14 4-31 16,-14-4-11-16,1 7-12 0,4-5-18 0,-2 3-19 15,0 1-15-15,3 0-19 0,-4 0-18 0,2 0-24 16,3 1-19-16,-4-2-21 0,1 0-6 0,4 0-15 16,-1 2-5-16,-2-5-7 0,2-1 2 0,-2 3-162 15,2-1-442-15,-3-1 196 0</inkml:trace>
  <inkml:trace contextRef="#ctx0" brushRef="#br0" timeOffset="-79522.38">15553 14350 288 0,'2'-8'25'16,"0"4"13"-16,-2 4 24 0,-2-7 21 0,2 3 8 16,0-2 8-16,-1 1 12 0,1 1 3 0,0-1 18 15,0 5 7-15,0-9-3 0,0 6-5 0,1-1 2 16,1 0-5-16,-1 0-8 0,-1 0-2 0,0 4-5 16,4-5-7-16,-1 3-11 0,1-1-10 0,-2 1-7 0,-2 2-9 15,7-3-7-15,-3 0-8 0,-4 3-1 0,7 0-8 16,-7 0-3-16,12 3-11 0,-5-1 3 0,0 0-5 15,-3-1 0-15,3 2-3 0,1-1-5 0,-1 2 0 16,1 0-1-16,-2-1-3 0,3 1-2 0,-4 1-1 16,1-1-4-16,2 5 2 0,-2-6-2 0,2 1-3 15,-3 0 3-15,-4-1-2 0,4 2-5 0,-4-2 0 16,3 0 6-16,-4 2-5 0,0-5 0 0,0 5-3 16,0-5 2-16,-1 4 0 0,1-4-1 0,-10 5-1 15,7-5 1-15,3 0 1 0,-12 0-3 0,12 0 0 16,-12 0 1-16,6 0 1 0,6 0 1 0,-10-2 1 15,6-1 2-15,4 3-5 0,-4-5 1 0,2 1 0 16,4-1-1-16,0 1 1 0,1-3-3 0,0 2-4 16,6-3-9-16,-2 0 0 0,3 2-7 0,3-2-8 15,-3-1-6-15,3-1-5 0,2 3 3 0,-2 0-2 16,1-4-3-16,-3 6 7 0,1-1 0 0,-1 1 4 16,-4-1 3-16,5-2 5 0,-6 6-1 0,1-1 4 0,0 0 2 15,-3-1 1-15,2 3-3 0,-2-1 3 0,-4 2 3 16,7-2 0-16,-7 2 3 0,0 0 3 15,0 0-3-15,0 0 3 0,0 0-7 0,7 7 9 16,-7-7 1-16,-1 7 3 0,-1-3 4 0,2 2 4 0,0-1 2 16,0 1 3-16,0-4 3 0,0 6 0 0,-4-3-5 15,4 3 2-15,4-2-2 0,-4 1 0 0,4 0 1 16,-1 2 1-16,1 0-1 0,4 0 0 0,-4 1-7 16,3 0 6-16,0-1-1 0,5 1-3 0,-5 6 2 15,1-4-2-15,3 0 0 0,4 1 1 0,-5 4-2 16,0-3-3-16,0 1 1 0,0 1 0 0,-5-3 0 15,0 2 1-15,-1-3-3 0,3 5 1 0,-4-4 1 16,0-2-1-16,-3 4-2 0,-3-4 2 0,0-1 1 16,-4 5 20-16,-2-3 14 0,-2-3 16 0,-8 1 12 15,4 1 15-15,-4-4 5 0,-3 0 14 0,0-1 2 16,-1-3 10-16,4-2-2 0,-5-1 5 0,2-1 12 16,3-1-4-16,1-2-3 0,5-2-10 0,1 0-9 0,5-3-9 15,0-3-6-15,4-1-12 0,6 1-5 0,4-6-10 16,2-1-12-16,6-7-15 0,8 0-15 15,2-1-20-15,1 2-23 0,-2 0-17 0,0 2 2 16,4-2-28-16,3 6 1 0,-1-3-15 0,0 4-13 0,-6 4-13 16,-5 3-12-16,-1-1-14 0,0 2-8 0,-1 1-5 15,-6 1-3-15,0 0 3 0,0 2-2 0,-3-2 9 16,1 3 19-16,-4-1 5 0,2 1 16 0,-2 1 18 16,-1 0 11-16,-2-1 14 0,0 1 16 0,-2 0 9 15,0 0 23-15,0 4 9 0,-4-6 16 0,0 2 6 16,1 0 10-16,-6 2 0 0,2-1 8 0,2 2 4 15,-5 1 8-15,2 0 4 0,8 0-2 0,-16 4 3 16,4-3-3-16,1 3-4 0,1-1-5 0,-1 2-2 16,2 2-3-16,2-2-6 0,-1 4-2 0,1-2-4 0,0 1-3 0,3 2 2 0,1-3 1 15,2 1-7-15,-2 0-3 0,3 0-2 0,3 0 1 16,1-3-14-16,-1 1-6 0,2 0-10 0,1-1-4 16,0-2-1-16,3-1-5 0,-4 0 5 0,3 0 3 15,0-2 2-15,-2 0 0 0,1-2 5 0,-2 1-1 16,1-1-1-16,-1-1 6 0,0 0 1 0,-2-1 15 15,1-2 12-15,-3 3 18 0,2-2 16 0,-3 1 7 0,0-2 11 16,0 3 13-16,0 3 7 0,2-7 1 16,-2 7 0-16,2-3-12 0,-2 3-4 0,0-6 1 15,0 6-22-15,3-2-7 0,-3 2-4 0,0 0-8 0,0 0 0 16,12 8-7-16,-10-3-3 0,2 0-3 0,1 0-16 16,-1 4-8-16,3-3-21 0,1 1-24 0,-4-2-25 15,6 2-22-15,-2 1-30 0,1-1-30 16,0-3-34-16,2 0-25 0,1-1-39 0,-3-1-25 0,2 0-159 15,-3-3-467-15,5 0 207 0</inkml:trace>
  <inkml:trace contextRef="#ctx0" brushRef="#br0" timeOffset="-78678.66">16438 13861 92 0,'0'-5'280'0,"-1"1"-22"0,1 2-27 15,0 2-27-15,0 0-17 0,0 0-18 0,0 0-14 16,0 0-5-16,0 13-12 0,0-2-15 0,1 1-11 16,0 5-12-16,2 2-5 0,1 2-14 0,0 5-7 15,-1 0-8-15,1 3-3 0,1-1-8 0,1-9-5 16,-1 10-5-16,1-2-5 0,-5-6-5 0,7-1-2 0,-5 1-3 16,2-2-12-16,-1-1-16 0,-2-4-19 0,-2-3-17 15,0-1-16-15,1 1-10 0,-1-5-10 16,0-1-14-16,-1-1-7 0,1-4-8 0,-3 3-10 0,3-3 1 15,0 0 10-15,0 0 15 0,-8-11 12 0,5 6 0 16,2-1 14-16,-2-2 13 0,-1 1 7 0,4-3 15 16,-4-2 19-16,3 1 28 0,-2 1 18 0,-1-1 11 15,1 1 12-15,0-1 18 0,1 1 16 0,-1 0 3 16,3 2 4-16,0-1 3 0,0 3-4 0,0 0-4 16,3-1-10-16,-1 3-4 0,4-1-3 0,-1 0-13 15,2 0 0-15,0 2-14 0,2-2-6 0,2 1-4 16,0 2-10-16,0-1-3 0,0 3-7 0,0 0 3 15,2 4-11-15,-2 0 3 0,1 0-1 0,1 2-3 16,-5 2-5-16,1-2 1 0,0 3 0 0,-4 0-5 16,2 2-11-16,-3-3-13 0,-1 4-5 0,1-2 1 15,-3 2-6-15,2-2-7 0,-3 1-1 0,0 2-6 16,-3-4-1-16,3 2-10 0,0 0-9 0,-1-2-9 16,2-3-10-16,-1 1-1 0,0-1 2 0,0-2 2 0,4 0-4 15,-2-2-10-15,-2-2-14 0,11 3-4 16,-11-3 12-16,12-3 10 0,-4 1-4 0,3-3 26 15,1 2-1-15,0-3 8 0,-1 1 6 0,1 0 8 0,-1-3-10 16,7-1 23-16,-9 2 14 0,1 1 11 0,2 0 23 16,-4 0 7-16,-4 1 14 0,1-1 11 0,0 3 16 15,2 0 9-15,-3-2 7 0,-1 2-2 0,-2-2-7 16,2 2-9-16,-2 1-3 0,-1 2-7 0,0 0-3 16,0 0-2-16,0 0-10 0,-12-2 0 0,12 2-3 15,0 0-3-15,-12 4-5 0,9-3-4 0,3-1-2 16,-3 5-4-16,3-5-1 0,-3 3 1 0,3-3-3 15,-4 5-3-15,4-5 1 0,0 0-4 0,0 0 0 16,8 4 3-16,-3-3 0 0,-5-1-4 0,10-1 3 16,-10 1-7-16,9 0 0 0,-9 0 2 0,11-1-3 15,-6 1-5-15,3-3 6 0,-4 2 0 0,4-1 0 16,-2 0-2-16,-1-1-3 0,2 2 6 0,-2-1-5 16,-1-1-1-16,2 1 0 0,-6 2 2 0,8 0-3 0,0 0-2 15,-8 0 1-15,8-2 1 0,-8 2 0 16,10 3-2-16,-4-2 1 0,0 0-2 0,-2 2 1 15,0-2 1-15,2 3-1 0,-1 0 4 0,-2-1-3 0,3-1-2 16,-1-1 3-16,0 2 0 0,-2-1-1 0,1 2 2 16,-4-4-1-16,8 3-1 0,-6-2 2 15,-2-1 0-15,6 1 4 0,-6-1 0 0,0 0 1 0,0 0-1 16,0 0-4-16,11-1 0 0,-11 1-19 0,4-3-26 16,-4 3-34-16,5-5-52 0,-3 3-64 0,2-1-231 15,0 1-461-15,-4 2 205 0</inkml:trace>
  <inkml:trace contextRef="#ctx0" brushRef="#br0" timeOffset="-78522.41">16834 13926 30 0,'-11'-5'283'0,"4"0"-28"16,4 1-32-16,-5 2-48 0,2-1-49 0,1 0-56 15,1 1-70-15,4 2-82 0,0 0-98 0,0 0-195 16,0 0 86-16</inkml:trace>
  <inkml:trace contextRef="#ctx0" brushRef="#br0" timeOffset="-78100.58">17967 14059 54 0,'5'-5'365'0,"-2"1"-17"0,1 2-18 16,-3-1-25-16,2-1-17 0,-3 4-44 0,3-5-30 15,-3 5-6-15,0 0-3 0,8 13-1 16,-8-4-8-16,1 4-12 0,2 5-13 0,2 1-7 16,-3 2-21-16,2 5-14 0,0 3-10 0,0 0-7 0,0 3-13 15,3-1 0-15,0-2-19 0,2 0-8 0,-2-1-9 16,-3 1-4-16,3-2-6 0,1 0-6 0,-4-7-16 15,0 0-18-15,-1-1-30 0,5-4-19 0,-3-2-40 16,-3-2-30-16,-1-3-29 0,1-3-27 0,-2 3-27 16,1-4-49-16,-1-2-35 0,0-2-34 0,0 0-203 15,0 0-553-15,0 0 244 0</inkml:trace>
  <inkml:trace contextRef="#ctx0" brushRef="#br0" timeOffset="-77819.36">18062 14105 81 0,'-3'-10'293'0,"-1"0"-8"0,-3 0-7 0,3 0-13 0,1-1-14 15,1 6-11-15,0-2-22 0,4-1-22 16,0 4-20-16,4-5-16 0,-2 4-17 0,7 0-19 16,4-1-12-16,2 1-8 0,-1 4-11 0,4-2-12 0,-1 6-9 15,3-2-5-15,-1 3-15 0,-3 3-1 0,1-2-3 16,-4 5-15-16,0-5-10 0,-5 1-15 0,-2 5-5 15,1-4-4-15,-3 5-5 0,-6-1-1 0,0 1-1 16,-4-1-1-16,-5 0 5 0,-1 3-6 0,-1 0 1 16,-4-1-7-16,-3-2-7 0,2 1-2 0,-2-4-12 15,-2 2-12-15,2-4-17 0,3 1-22 0,5-2-22 16,-3-2-28-16,6 2-24 0,3-5-35 0,4 0-34 16,0 0-147-16,0 0-408 0,0 0 182 0</inkml:trace>
  <inkml:trace contextRef="#ctx0" brushRef="#br0" timeOffset="-77444.38">18523 14070 38 0,'0'0'230'0,"-4"-5"-9"0,-3 3-9 0,2-1-7 16,-5 2-9-16,-2 1-13 0,1 0-5 0,-2 4-10 0,0 0-12 15,2 0-14-15,-4 1-13 0,4 2-11 0,2 3-14 16,-3-2-8-16,2 3-10 0,3 0-10 0,-2-2-4 15,6 4-9-15,-1 0-8 0,1 3-3 16,3-1-3-16,0-5-6 0,5 3-6 0,-1 1-3 0,1-4-7 16,3-1-13-16,0 0-11 0,1-3-10 0,1 1-9 15,1-3-20-15,0-1-4 0,-3-3-1 0,2 0-1 16,2-3-1-16,-3 0 3 0,1-2 7 0,-3-3 2 16,1-1 2-16,-4-1 4 0,1-2 1 0,1-2 6 15,-3 0-4-15,-2 2 16 0,0-1 12 0,-1 2 9 16,3-1 14-16,-6 1 5 0,2 1-3 0,1 2-3 15,-1 1-3-15,-1 0 0 0,0 3-10 0,-1 1-2 16,-1 0-1-16,4 3 0 0,0 0-2 0,-7-1-6 16,7 1-17-16,0 0-19 0,-8 9-18 0,8-5-30 15,0 3-33-15,1 0-14 0,2-1-17 0,1 2-16 16,0-2-11-16,1 3-15 0,1-3-101 0,-2 1-310 16,2 1 138-16</inkml:trace>
  <inkml:trace contextRef="#ctx0" brushRef="#br0" timeOffset="-75599.27">18614 14161 28 0,'8'-5'166'0,"-2"1"-2"0,-1 1 9 16,2 1-3-16,2-3-2 0,-2 3-7 0,0-1-2 0,3-2-13 15,-1 5-8-15,-1 0-6 0,6 0-4 0,-3 3-12 16,-6-2-9-16,3 0-11 0,2 4-8 0,-1 0-9 16,-2 0-6-16,0 1-6 0,4 0-11 0,-6 3-3 15,1-4-7-15,-2 0-2 0,0 3-6 0,0-2-6 16,0 2-2-16,-2-4 1 0,0 1-5 0,-2 1-2 15,0 1 2-15,0-3-6 0,-2 1-1 0,0-1-2 16,2-4 0-16,-8 3-1 0,4 0-2 0,4-3-5 16,-11-1 1-16,11 1-1 0,-11-3 3 0,4 2-3 15,3-2 1-15,0-2 0 0,1 3 0 0,-1-3-4 16,-1 1 1-16,6-3-2 0,3 2-4 0,2-1-11 16,-1-3-11-16,5 3-11 0,2-4-14 0,3 3-23 15,4-2-16-15,4 1-20 0,-2 0-23 0,9-4-11 16,-1 3-3-16,0 0 5 0,0 0 10 0,-5 5 10 0,3-6 9 15,-8 5 12-15,3 2 11 0,-3-2 11 16,-5 4 6-16,-2-3 23 0,-1 1 24 0,-2 0 11 16,-3 0 12-16,2-1 3 0,-6 3 20 0,-2 1 17 0,3-8 7 15,-3 8 11-15,-3-5 13 0,3 5 10 0,-7-2 5 16,1 0 5-16,6 2 9 0,-15-1 1 0,3 1-4 16,2-2 0-16,-2 4-3 0,-1 1-2 0,0 0-1 15,0 0-4-15,0 3-8 0,1 0-8 0,-3 4-8 16,7-2-6-16,-3 2-5 0,6 0-5 0,-3-1-5 15,3 1-4-15,1 2 4 0,0 1-11 0,3-4-4 16,-2-1-3-16,6 2-8 0,1 0-11 0,-1 0-7 16,2 0-11-16,1-5-14 0,-1-1-15 0,7 2-11 15,-5-3-9-15,0-2-1 0,3-1 6 0,2-1 6 16,-3-2 1-16,5-3 9 0,-3 1-3 0,-2-1 9 16,3-1 0-16,2-4 5 0,-3-2 4 0,1 0 1 15,-2-2 5-15,3 2 0 0,-5 0 7 0,2-1 21 16,-6 4 10-16,3-1 13 0,-2 0 9 0,-2 3 1 0,-2 0 6 15,1 3 0-15,-1 2-3 0,-1-3-1 16,1-1-9-16,-1 7-2 0,-2-3-7 0,2 3-4 16,0 0-3-16,0 0 1 0,0 0-2 0,-14 11-3 0,12-4-1 15,0-3 0-15,4 7 0 0,-4 1-8 0,2-5 2 16,2 3-7-16,-1 2-10 0,4-1-8 16,-1-1-14-16,2-1-11 0,-1 1-7 0,2-2-4 15,-1-2-15-15,4 2-10 0,-3-3 4 0,4-1 4 0,-2-2 7 16,0-1 5-16,-2-1 2 0,6 0 10 0,-3-1 3 15,-1-3 4-15,0 1 6 0,1-1 7 0,-2-4 10 16,1 1 10-16,-2 0 20 0,3-3 10 0,-4 2 13 16,-1-2 14-16,3 2 13 0,-5-2-8 0,2 2 14 15,-2 2 4-15,1-1-2 0,-2 0-4 0,0 3-3 16,-2 0-10-16,2 0-6 0,-1 0-6 0,-1 4-7 16,1-5-3-16,-1 5-4 0,0 0 1 0,0 0-5 15,0 0-3-15,0 0-3 0,2 17-1 0,-1-8-3 16,4-2-5-16,-5 1-7 0,3-1 1 0,-2-1-17 0,2 2-6 15,-1-1-12-15,2 0-2 0,0-2-6 16,-3 2-4-16,3-4-2 0,0 4 0 0,3-3 1 16,-4-2 6-16,-1 0 7 0,3 1 3 0,-5-3-1 15,8 1 5-15,-8-1 5 0,0 0 2 0,9-5 5 0,-5 0 5 16,-1-2 8-16,-2 2 7 0,2-1 11 0,1 0-3 16,-2-1 4-16,2 1 10 0,-1-2-1 15,-1 3-2-15,1-1-3 0,-1 1-2 0,1-1-2 0,0 1-3 16,0 2-5-16,-3-1 1 0,2 3-4 0,-2 1 1 15,3-5-3-15,-3 5-5 0,0 0 6 0,0 0-1 16,13 8-2-16,-13-8-1 0,5 7 1 0,-4-4-3 16,5 3 3-16,-2-1-4 0,0-1 1 0,1 2-3 15,1-1-5-15,0 0 2 0,1-1-1 0,3 1-1 16,-5-1-3-16,6 1 4 0,-3-2-2 0,1 2-2 16,1-4 5-16,-3 0-2 0,4 0 3 0,-3 3-3 15,3-4 2-15,-1 1-2 0,-1-1 2 0,2 0-1 16,-3 0-3-16,3 0 0 0,-2-1-9 0,0 1 0 15,-1 0 1-15,-1-2 2 0,2 2 1 0,-1-3 2 16,-1 3-5-16,0-1-4 0,2 0 1 0,-3-1 3 16,1 1 0-16,-2 0 1 0,2-3 3 0,-2 3 0 15,2-3 4-15,-3 3-1 0,-1-3 1 0,4 1-3 0,-4-2 5 16,2 2 1-16,-1-3 0 0,-1 1 0 0,-1-1 2 16,1 1 8-16,-1 1 8 0,0-1 7 0,-2 0-3 15,0-2 4-15,2 3-1 0,-2-1-2 0,0 5 4 16,-2-9-1-16,0 7-5 0,2 2-3 0,-7-6 1 15,1 5-4-15,2-1-2 0,4 2 0 0,-13 3-2 16,7 0 3-16,-1 1-3 0,2 0-1 0,-2 5-1 16,0 0-1-16,3 0 3 0,0 2-2 0,1 1 1 15,1-2-1-15,2 0-3 0,0 2-1 0,4-2-11 16,0 1-4-16,1-1-2 0,4-2-18 0,1 1-11 16,1-1-21-16,0-2-22 0,1-1 1 0,1-2-11 0,1 0-3 15,0-3 2-15,0-1 6 0,-1-4 17 16,1-2 1-16,1 2-3 0,0-7-2 0,1 1-8 15,-1-2 15-15,0-4-3 0,-2 1 9 0,3-7 10 0,-3 0 1 16,1-2 8-16,-2 1 2 0,0-3 8 0,-2 2 7 16,2-4 14-16,-6 1 12 0,0-3 25 0,-3 2 27 15,-2-1 33-15,2 5 11 0,-1-3 8 0,-2 9-2 16,0 1-4-16,-2 0 4 0,1 6-1 0,-1-1 11 16,0 2-9-16,0 3-8 0,1 3-10 0,-3-2-5 15,0 4-12-15,1 0-4 0,3 3-8 0,0 0-5 16,-12 8-6-16,9-1-3 0,2 1-2 0,-1 5-2 15,-2 3-7-15,1 4 1 0,1-2-1 0,-1 9-5 16,2-7-1-16,1 1-5 0,1-1-1 0,2 6-5 16,-3 3 2-16,2-8-3 0,1-1 3 0,1 1 0 15,-2-2-13-15,2 2-14 0,1-1-17 0,2-1-12 16,-4-2-22-16,1-5-15 0,3 1-16 0,-2 0-15 16,1-1-5-16,-1-7 5 0,1 3 1 0,3-3-3 0,-4-2 0 15,5-1 13-15,-2-4 3 0,-8 2 13 16,15-2 9-16,-5-1 9 0,-1-2 16 0,2 1 9 15,-3-2 14-15,-2 1 16 0,3-4 23 0,-2 1 21 0,-3 2 23 16,0 0 14-16,0 0 7 0,0-1-1 0,0 3 9 16,-1 0-9-16,-2 1-3 0,2-2-8 0,-2 1-4 15,-1 4-11-15,-1-3-6 0,1 3-2 0,0 0-3 16,0 0-5-16,0 0-6 0,0 0 0 0,0 0-2 16,0 0-1-16,-3 13-4 0,6-8-7 0,1-2-6 15,-2 1-9-15,2 2-7 0,1-2-9 0,1 3-9 16,6-2-3-16,-7-1-2 0,6 1 4 0,-3 0 2 15,2-2 2-15,-2-1 5 0,4 1 3 0,-6-2-4 16,3 0 6-16,-2-1 4 0,0 0 3 0,-7 0 3 16,9 1 2-16,-2 2 3 0,-3-2 5 0,-1 2-2 15,1 0 3-15,1-1 0 0,-1 1-1 0,-4-3 11 16,6 6 3-16,-5-4-2 0,3 3 2 0,-2-2-2 16,-1 0-1-16,-1-3 0 0,3 5-5 0,-3-5 2 0,3 1 18 15,-3-1 11-15,0 0 18 0,6 2 7 16,-6-2-4-16,0 0-5 0,0 0-8 0,0 0-4 15,0 0-4-15,0-9-7 0,0 9-3 0,-2-10-2 0,2 4-6 16,-3 2-10-16,3-2-14 0,0-2-20 0,0 1-33 16,0-3-59-16,0 0-45 0,0-1-63 0,5-3-195 15,-1-3-449-15,-2-1 199 0</inkml:trace>
  <inkml:trace contextRef="#ctx0" brushRef="#br0" timeOffset="-75396.16">20391 13789 103 0,'-9'-4'375'0,"9"0"-4"0,0 4-24 16,0-6-29-16,0 6-5 0,7-8-15 0,0 3-22 16,-3 1-34-16,8-1-21 0,2-1-25 0,-1-1-21 0,0 2-15 15,6-1-16-15,1 1-31 0,1-2-66 16,0 4-83-16,1 1-115 0,-1 1-137 0,-7-1-250 15,0 2-582-15,-3-1 258 0</inkml:trace>
  <inkml:trace contextRef="#ctx0" brushRef="#br0" timeOffset="-65904.05">11397 15876 111 0,'-4'-12'355'15,"0"2"-13"-15,4 4-3 0,-1-1-16 0,-2 0 5 16,0 2-35-16,-2 1-17 0,5-1-21 0,-3 0-23 16,2 1-26-16,1 0-26 0,0 4-14 0,0 0-11 15,0 0-3-15,0 0 1 0,4 11-13 0,0-4-10 16,-4 3-12-16,4 3-17 0,0 2-7 0,4 2-9 16,-1 0-11-16,-4-1-17 0,5 2-54 0,-3 0-19 15,2-1-30-15,-3-5-22 0,1 3-16 0,-3-2-34 16,2-3-33-16,-4 0-33 0,4-2-33 0,-1-3-34 15,2 0-46-15,-2-1-243 0,1-4-584 0,-4 0 259 16</inkml:trace>
  <inkml:trace contextRef="#ctx0" brushRef="#br0" timeOffset="-65591.58">11604 15534 123 0,'-1'-2'276'15,"1"2"-19"-15,0 0-13 0,0 0-6 0,0 0-2 16,0 0-17-16,5 17-16 0,-1-6-15 16,2 6-10-16,-1 3 0 0,7 7-8 0,-2 2-24 0,0 2-11 15,3 2-9-15,-1 2-17 0,3 2-10 0,0 12-10 16,-3-12-6-16,2 0-7 0,1 13-11 0,1-1-21 16,-5-1-7-16,-1-10 15 0,-2-2 3 0,4 12-3 15,-4-12 2-15,-4 0-2 0,3-2-1 0,-3-1 0 16,-4 1-7-16,3-2-1 0,-3-1-7 0,-3 3-2 15,2-9-6-15,0-3-2 0,-5 4-1 0,-1-5-2 16,3-5-1-16,-1-4-2 0,-2 1-3 0,4-7 2 16,-4 3-2-16,-1-5-12 0,2-2-19 0,-5-1-25 15,1-2-29-15,-1-2-31 0,0-4-47 0,3 2-58 16,-5-10-81-16,-1 2-280 0,-1-5-613 0,4 0 271 16</inkml:trace>
  <inkml:trace contextRef="#ctx0" brushRef="#br0" timeOffset="-65388.47">11581 16119 127 0,'0'-2'286'16,"0"2"-17"-16,4-5-20 0,0 2-19 0,3 1-23 16,0-1-19-16,4-1-19 0,-2-1-16 0,6 1-15 15,3 1-14-15,2-5-10 0,2 3-12 0,1 0-12 16,7-5-19-16,-10 4-35 0,5 2-41 0,-2-4-54 15,-2 3-51-15,0-2-59 0,-2-1-200 0,-8 3-399 16,0 1 177-16</inkml:trace>
  <inkml:trace contextRef="#ctx0" brushRef="#br0" timeOffset="-65200.99">11369 15616 152 0,'-10'-8'312'16,"6"1"-28"-16,-4-2-28 0,0 4-24 0,4 1-25 15,-2-1-23-15,2 2-20 0,-4 0-31 0,3 3-50 16,5 0-53-16,-6-3-32 0,6 3-39 0,0 0-56 16,0 0-68-16,0 11-124 0,0-11-313 0,10 13 139 0</inkml:trace>
  <inkml:trace contextRef="#ctx0" brushRef="#br0" timeOffset="-64591.67">12523 15516 119 0,'-1'-6'342'0,"0"-1"-10"16,-2 2-15-16,3 0-11 0,-1 1-43 0,1 4-23 0,-3-5-33 15,3 5-30-15,0 0-14 0,0 0-16 0,0 0-15 16,0 0-15-16,9 18-10 0,-2-6-8 16,0 3-5-16,0 4-11 0,2-1-10 0,0 1-6 0,0 7-6 15,3 1-5-15,-5 0-8 0,3 0-1 0,-5 0-1 16,3-1-8-16,-4 4-6 0,-1-5-1 0,0 3 0 15,-2-8-7-15,-1 1-2 0,0-1 4 16,-3-2-12-16,2-1 2 0,0-1-2 0,-1-3-5 0,1-2 4 16,-2-3-3-16,3-2 3 0,0 2 1 0,-4-4 29 15,3 1 49-15,0-1 52 0,1-4 22 0,-4 2-15 16,4-2-14-16,0 0-16 0,0 0-4 0,-14-10-9 16,8 7-7-16,-2-4-5 0,4-1-4 0,-3 1 4 15,-1-1-4-15,3 2 2 0,-5 1 0 0,6-1-11 16,-3 3-9-16,-1-2-7 0,0 3-7 0,1 1-6 15,-1 1-7-15,8 0-8 0,-19 3-2 0,8 3-9 16,0 0 1-16,-1 3-5 0,2 0-4 0,0 5-3 16,2-2-21-16,-1 2-18 0,1 1-31 0,0 2-32 15,3 0-39-15,0-6-41 0,0 2-55 0,5 2-39 16,-1-2-48-16,2-3-67 0,3-2-78 0,3 0-250 16,5-1-760-16,0-2 337 0</inkml:trace>
  <inkml:trace contextRef="#ctx0" brushRef="#br0" timeOffset="-64154.2">13078 15810 110 0,'0'0'365'0,"0"0"-20"0,-1-5-16 0,1 5-26 16,0 0-30-16,11-5-30 0,-7 0-23 0,4 1-22 16,6-1-19-16,-2 0-11 0,0 0-26 0,2-1-13 0,6-2-16 15,7-2-23-15,-5 3-40 0,8-3-44 16,-9 5-44-16,-1-1-48 0,-1-1-53 0,-4 5-57 15,-1-1-58-15,-1 3-171 0,-7 0-461 0,2 3 203 0</inkml:trace>
  <inkml:trace contextRef="#ctx0" brushRef="#br0" timeOffset="-63982.34">13129 15945 103 0,'-3'3'241'0,"-1"0"-11"0,4-1-12 16,0-2-12-16,-4 4-2 0,4-4-5 0,0 0-6 15,0 0-13-15,12 2-21 0,-12-2-12 0,19-4-14 16,-4 2-15-16,4-3-31 0,4-1-47 0,0 0-69 16,-1 0-71-16,10-3-66 0,-2-1-195 0,-2-1-391 15,3 4 174-15</inkml:trace>
  <inkml:trace contextRef="#ctx0" brushRef="#br0" timeOffset="-63701.12">13647 15845 130 0,'-10'6'302'16,"2"1"-11"-16,0-1-14 0,0 4-11 0,3-2-16 15,-1 2-16-15,3-4-21 0,-2 1-8 0,5 1-15 16,-1 1 0-16,2-2-6 0,4 0-2 0,-1-1-7 16,5 0-7-16,0-1-11 0,6-3-12 0,3 2-14 15,2-3-16-15,2-4-12 0,-1 0-6 0,7-2-11 16,-6-2-6-16,-2-1-7 0,-1 0-8 0,3-5-4 0,-6 2-8 15,-2-2-5-15,-2-1 0 0,0-2-9 16,-2 1-4-16,-3 0-2 0,-6 2-5 0,0-1-3 16,-1 1-8-16,-1 2 3 0,-4 0-6 0,-5 2-6 15,-5-1-2-15,0 0-5 0,-4 4-19 0,1 0-33 0,-3 0-37 16,0 3-36-16,-2 3-30 0,-1 4-46 0,2-1-56 16,0 0-63-16,4 2-271 0,-2-3-638 15,9 6 283-15</inkml:trace>
  <inkml:trace contextRef="#ctx0" brushRef="#br0" timeOffset="-60695.03">15146 15221 211 0,'-2'-8'225'0,"4"3"2"0,-2-4-7 0,0 3 2 15,0-1 9-15,-2 2-5 0,2 1-7 0,0 4-11 16,0-8-17-16,-2 6-19 0,2 2-17 0,0 0-19 16,-2-4-17-16,2 4-15 0,0 0-11 0,-9 14-11 15,5-3-9-15,-3 6-5 0,-1 5-13 0,-3 2-1 16,0 7-3-16,0 0-9 0,-1 1 0 0,4 1 11 0,0 2-7 15,2 3-8-15,6-2-5 0,0-2-1 16,3 4-3-16,2-1-4 0,2 0 3 0,9 10 5 16,-5-11-11-16,4-1 0 0,4-1 3 0,2-3-4 0,-2-1 2 15,4-1-5-15,3 0 1 0,1-3-3 0,0-4-3 16,4-3-2-16,2-1-22 0,-2-6-46 0,2-1-33 16,-2 0-62-16,-1-3-73 0,0-4-90 15,-8-3-200-15,1 0-555 0,2-1 245 0</inkml:trace>
  <inkml:trace contextRef="#ctx0" brushRef="#br0" timeOffset="-53192.43">16052 15707 171 0,'-3'-8'259'0,"0"1"-10"0,1 0-11 0,-3-2-10 0,1 1-12 16,0 2-3-16,-2-1-13 0,1 2-3 15,1-2-12-15,0 3-4 0,1 0-8 0,-1 1-13 16,0 0-18-16,4 3-4 0,-1-5-22 0,1 5-20 0,-7-2-1 16,7 2-15-16,0 0-13 0,-11 5-6 0,7 1-7 15,-1 0-3-15,1 3-5 0,-3-1-5 0,4 2-7 16,-1 0 8-16,1 2-11 0,2-1-4 15,1 6-2-15,0-3-7 0,0-1-2 0,3-1-6 0,1 2-1 16,0-4-4-16,0 2 3 0,3-3 0 0,2 1-11 16,1-3 7-16,3-2-9 0,0 1 8 0,2-4 0 15,0 1 4-15,-1-2-12 0,0-2 1 0,5-2 2 16,-4-1-2-16,-4-2 0 0,7-3 1 0,-10 0-3 16,4 0 2-16,-4-2 3 0,-2-1 0 0,-1 0 0 15,-2-7 0-15,-3 7-4 0,0-1 0 0,0 0-1 16,-3-2 3-16,-5 0 0 0,1 4 0 0,0 1 2 15,-2-1-2-15,2 1-2 0,-2 2 0 0,-4 1-1 16,2 0 0-16,-1 3-2 0,-3 2 0 0,3-1-6 16,-4 5-23-16,3-1-23 0,-3 2-23 0,-2 4-28 15,4 2-34-15,3 0-28 0,2-1-35 0,3 2-24 16,2 0-27-16,1 1-154 0,-1 0-446 0,8-2 197 16</inkml:trace>
  <inkml:trace contextRef="#ctx0" brushRef="#br0" timeOffset="-52817.46">16320 15544 143 0,'0'0'165'15,"0"0"-18"-15,0 0-17 0,0 0-9 0,0 0-9 16,-2 22-16-16,4-13-11 0,0 3 3 0,0-3 13 15,0 3-10-15,4 0-8 0,3 0-7 0,-2 1-2 16,0-1-7-16,3 2-2 0,2 3-4 0,-4-6-8 16,0 1 1-16,3-4-6 0,-3 0-7 0,3-2 3 15,-3 0 1-15,0 1 5 0,1-3 8 0,-1-2 10 16,-2-2 3-16,1 0 10 0,0-2 4 0,-3-2 1 16,3 2 0-16,0-5 3 0,-5 0 0 0,4-1-3 15,-3-2 1-15,1-1-9 0,-3-1 1 0,2-1-6 16,-2 0-3-16,1 0 7 0,-4 0-4 0,1-4-3 15,-2 5 3-15,3 0-13 0,0 0-11 0,-3 0 3 16,2 4-10-16,0-1-8 0,1 3-3 0,0-1-23 16,-2 2-27-16,1 1-42 0,1 0-49 0,0 4-7 15,0 0-10-15,0 0-19 0,0 0-13 0,12 7-15 0,-6-1-15 16,3 1-5-16,1 0 2 0,-2 3 0 16,4-2-3-16,0 5-125 0,3-2-347 0,-4-2 153 15</inkml:trace>
  <inkml:trace contextRef="#ctx0" brushRef="#br0" timeOffset="-52395.62">16711 15655 282 0,'6'-3'-9'0,"-1"2"26"0,-1-5 22 16,2 3 23-16,-2-2 13 0,1-1 8 0,-5-3 28 16,4 2 8-16,-4-1 9 0,2 1 18 15,-4-2 4-15,1 1 1 0,-2 0-1 0,3 2-5 0,-5-3-18 16,2 3-7-16,0 3-12 0,-2-2-12 0,1 1-14 16,-2 1-9-16,2 2-8 0,4 1-7 0,-12 1-5 15,12-1-7-15,-11 5-6 0,6 2-4 0,-2-3-4 16,4 1-5-16,-1 2-1 0,3 0-4 0,1 4-1 15,-1-4-1-15,1 2-2 0,1-3-1 0,0 5-4 16,2-5-1-16,1-1 5 0,1 0-3 0,1-1-2 16,-1 0-1-16,2-3-1 0,0-1 3 0,2 1-4 15,-9-1 0-15,15-4-2 0,-5 2 10 0,1-3-12 16,-3 1 0-16,4-1 0 0,-4 0 1 0,2 0 1 16,-2-1-2-16,1 1-1 0,1-1 3 0,-4 1-3 15,-1 4 2-15,3-2-3 0,-2 0 1 0,0 2 0 16,1-1-1-16,1 0-4 0,-1 2 0 0,3 3 3 15,-5-2 0-15,6 3-2 0,-2-1 0 0,1 2 1 16,3 0-1-16,-3 1 2 0,1 2-2 0,1 1-2 16,-2-2 0-16,1 0 3 0,-1 2-2 0,-1-1-3 15,0-1-1-15,1-1-1 0,-1 1-9 0,-5-2-6 16,3-1-10-16,1 1-8 0,-5-1-2 0,0-1-1 16,2-1-6-16,-5-2-17 0,0 0-14 0,0 0-11 0,0 0-3 15,4-6-4-15,-4 6-13 0,0-9-15 16,-1 4-13-16,-2-3-11 0,-1-2-18 0,3 0-97 15,-2-3-286-15,2-4 126 0</inkml:trace>
  <inkml:trace contextRef="#ctx0" brushRef="#br0" timeOffset="-52161.27">17179 15231 129 0,'0'-4'299'0,"0"0"-19"0,2-2-23 15,-2 6-26-15,-2-6-22 0,2 6-26 0,0 0-17 16,0 0-20-16,0 0-14 0,-7 13-12 0,5-4-15 15,-1 5-8-15,3 2-10 0,0 3-11 0,3 8 0 16,1 0-13-16,0 2-5 0,1 0-7 0,1 2-5 16,2 3-5-16,1-1-2 0,-2 0-4 0,3 2-4 15,0 1-3-15,0-1-3 0,-3-1-1 0,1-1-3 16,0 1-2-16,-1-2-5 0,-3-3-23 0,0 0-21 16,-2-8-18-16,-1-1-16 0,-1-3-22 0,0 0-19 15,-1-4-22-15,-1-6-23 0,0 2-42 0,0-4-188 16,-2-2-411-16,1 1 182 0</inkml:trace>
  <inkml:trace contextRef="#ctx0" brushRef="#br0" timeOffset="-51989.41">17175 15629 208 0,'-3'-5'279'15,"3"1"-6"-15,-2-1-14 0,2 1-20 0,0-1-22 16,2 1-20-16,1 0-15 0,1-1-21 0,0 3-19 0,3-1-11 15,0 0-15-15,5 1-15 0,-1 1-33 0,4-3-42 16,-1 4-59-16,0-3-62 0,4 3-70 16,-3 0-220-16,-3 0-416 0,2 0 185 0</inkml:trace>
  <inkml:trace contextRef="#ctx0" brushRef="#br0" timeOffset="-50739.52">15962 15388 225 0,'0'0'242'16,"3"-9"-24"-16,-2 6-5 0,2-2-12 0,1-2-8 16,1-2-12-16,-1 0-8 0,0-1-4 0,1-2-7 15,-1 1-3-15,1-1-9 0,-4-2-7 0,3-3-16 16,2-1 0-16,-5 1-10 0,3-4 0 0,-4 0-24 15,-2 1-8-15,2-2-3 0,-3 2-11 0,-3-7-9 0,1 2-11 16,0 4 5-16,-4 2-4 0,5 0-12 16,-1 2 1-16,-1 1 6 0,1 5-4 0,1 0 2 15,0 3-5-15,0 0-3 0,1 2-7 0,3 1-5 16,-3 0-9-16,-1 3 0 0,4 2-3 0,0 0 1 0,0 0-3 16,-12 9 0-16,8-1-1 0,-2 2-3 0,4 0-2 15,-1 2 1-15,0 0 3 0,3 6-2 16,0 2-5-16,0-2-2 0,3 1 4 0,-2 0-2 0,3 3-7 15,2-3 5-15,2 6-1 0,0-5 11 0,-1 0-11 16,1-1 1-16,4 1 5 0,-1-4-4 0,7 1 1 16,-4-3 1-16,1 0-3 0,1-4-3 0,-1-1-2 15,4-1-5-15,-2-2 4 0,-3-3-9 0,5-1 15 16,-4-2-9-16,4-2-7 0,-4-1-4 0,4-3-9 16,-5 1-3-16,2-3-2 0,1 0 0 0,-3-6-3 15,0 1 2-15,-2 1-1 0,-4 2 5 0,-2-3 3 16,1 4 0-16,-2-4 4 0,-2 2 3 0,-2 1 2 15,-1 0 6-15,-1 2 5 0,-1 1 1 0,0 1 0 16,-2 0 4-16,-2 0 0 0,2 2-4 0,0 2 3 16,-3-1 3-16,3 1-5 0,-4-1 2 0,1 3 1 15,7 0-2-15,-11 2 1 0,6 0 2 0,-2 0-3 16,2 1-1-16,2 1 0 0,-1-1 2 0,0 3 4 16,1-1-2-16,0 0-1 0,0 0 1 0,2 3 1 0,1-2 1 15,0 0-2-15,6 0 3 0,-2 0-1 16,4 0 4-16,2 1-1 0,2 1 0 0,1-3-2 15,8-3-1-15,0 2-5 0,9 3-8 0,0-7-7 16,-8 1-6-16,12-1-14 0,-5-1-11 0,1-1-9 0,-2-4-8 16,2 2-4-16,-10 1 1 0,2-2-2 0,-3-2-3 15,0 1 3-15,-1-1 8 0,-2-1 11 16,-5 3 1-16,-1-4 4 0,-1 2 6 0,-1 0 7 0,-2 1 15 16,-2 0 10-16,1-3 19 0,-2 2 1 0,-2 0 12 15,-2 1 7-15,1 0 1 0,-3 1 5 0,-2-1 3 16,4 1 1-16,-3 2-3 0,-2 0-2 0,3 1-4 15,-2-2 0-15,-3 2-5 0,8 2-4 0,-12-1 0 16,3 1-3-16,1 0-1 0,0 1-5 0,1 1 1 16,0 2 0-16,-1-1-2 0,-3 0-4 0,5 1 3 15,0-1-1-15,1 1-2 0,-1 3-3 0,1-3 8 16,-2 0-6-16,4 0-2 0,1 1 0 0,0-1-3 16,2-1 3-16,0-3 0 0,-3 6 2 0,3-6-2 15,0 5 0-15,0-5 2 0,3 2 0 0,-3-2 0 16,4 2 0-16,-4-2 0 0,0 0 1 0,0 0-1 15,0 0-1-15,15-4 1 0,-12 0 0 0,1 2 6 16,-1-1 9-16,-3 3 11 0,7-3 13 0,-3 0 4 16,0 1 9-16,1-1 11 0,-5 3 1 0,4-5 4 15,-3 2-1-15,-1 3-4 0,3-3-1 0,-3 3-5 16,7-2-8-16,-7 2-7 0,0 0-4 0,0 0-5 16,3-2-4-16,-3 2-9 0,0 0-2 0,0 0-2 15,0 0-4-15,0 0-4 0,10 6-1 0,-4-2-14 0,-3-2-13 16,0 3-13-16,1-2-18 0,3 1-14 0,-2 1-15 15,2 1-17-15,1 0-29 0,-3-3-16 0,8 1-30 16,-1 0-22-16,1-1-25 0,2-1-28 16,3 0-198-16,-2-1-477 0,2-2 212 0</inkml:trace>
  <inkml:trace contextRef="#ctx0" brushRef="#br0" timeOffset="-50286.34">16975 15051 146 0,'-5'-6'189'15,"-5"2"8"-15,-2 2 3 0,1-1-6 0,0 2-5 16,-2-2-12-16,0 2-13 0,-1 2-14 0,1 0-14 16,2 1-9-16,-5 1-9 0,6 0-11 0,-2 1-9 15,1 1-10-15,0-1-6 0,1 4-9 0,3-1-9 16,-1 1-5-16,3-1-5 0,-1 0-6 0,-1 1-5 16,4 1-1-16,2-1-6 0,0-2 1 0,1 1-4 15,1 2-2-15,2-3-3 0,-2 1 1 0,3-1-1 16,3-1-5-16,0-2-1 0,-1 1-2 0,3-1-1 15,1-2-1-15,1-2-4 0,-1-1-2 0,-1 1 5 16,1-3-7-16,2-1-1 0,0 1-1 0,-1-6 1 16,-2 0-2-16,0 0-6 0,-4-2 4 0,5-4-4 15,-3-2 0-15,-2-3 0 0,-1 3-2 0,-3-2 0 16,1-1 1-16,-2 1 0 0,0 1 0 0,-2-2 2 0,-3 3 6 16,4 0 22-16,-2 4 15 0,-1 0 16 0,1 1 24 15,-1 2 10-15,1 1 13 0,-1 0-3 16,3 4 3-16,0 0-1 0,-2 0-16 0,1 1-6 15,2 2-17-15,-5-1-5 0,5 4-9 0,-2-2-16 0,2 2-4 16,0 0-3-16,0 0 6 0,2 14-12 0,3-6-3 16,-2 1-1-16,1 4-4 0,0 0 2 0,5 6-5 15,0 7 2-15,2-7-3 0,0 9-10 0,1-4-9 16,-1 2-11-16,-1-7-24 0,-1-1-14 0,5 5-14 16,-5-5-24-16,5-4-21 0,-5 3-39 0,2-3-37 15,0-4-41-15,-3 0-48 0,1-1-50 0,1-1-170 16,1-3-540-16,0-2 240 0</inkml:trace>
  <inkml:trace contextRef="#ctx0" brushRef="#br0" timeOffset="-49989.49">17425 14765 302 0,'2'-5'337'0,"-1"-1"-3"0,-1 3-10 0,0-1-21 0,3 0-14 15,-2 0-26-15,-1 4-25 0,4-6-34 0,-4 6-22 16,0 0-24-16,0 0-16 0,0 0-12 16,0 0-16-16,6 11-11 0,-2-4-12 0,0 3-7 15,0 0-11-15,-1 3-5 0,2 4-8 0,-1-1-4 0,2 1-2 16,-2 1-6-16,1 2-10 0,-1 1-4 0,0-2-30 15,0 0-21-15,1-2-26 0,0 1-19 0,-4-2-29 16,2-3-32-16,-3 0-39 0,3 0-36 0,-2-3-44 16,0-1-45-16,1-1-181 0,-1-5-507 0,-1 3 224 15</inkml:trace>
  <inkml:trace contextRef="#ctx0" brushRef="#br0" timeOffset="-49598.9">17417 14942 175 0,'-6'-3'257'0,"3"-1"-3"0,3 4-23 0,0 0-22 16,-8-3-21-16,8 3-23 0,0 0-15 0,-3-2-14 15,3 2-10-15,0 0-1 0,0 0-6 0,0 0-10 16,16 5-8-16,-6-2-10 0,-1 1-5 0,2-1-8 16,3 0-9-16,-2 0-9 0,0 3-3 0,3-2-8 15,-1 1-4-15,-1-2-3 0,-2 2-5 0,0 0-5 16,0 1-2-16,0 0-6 0,-2 1-1 0,-5-2-2 15,3 2-5-15,0 1 0 0,1-1-3 0,-4-1 1 0,0 1-2 16,2 0-2-16,-3-1-2 0,1-2-2 16,-3 3 5-16,3-2-4 0,0-1 2 0,0 2 15 15,-3-3 15-15,2 1 7 0,0-2 10 0,1 1 14 16,0-1 13-16,-4-2 3 0,12 0-1 0,-12 0 3 0,11-4-5 16,-4 1 9-16,-1-1-1 0,2-5-4 0,-2 2-3 15,3-2-2-15,-2 2-4 0,-1-3-2 16,0 2 10-16,0-4 0 0,-3 3-1 0,0 0-5 0,0 1-2 15,1-3-10-15,-4 1-6 0,0 1-9 0,-3 1-11 16,0 2-25-16,-1 1-33 0,1 0-44 0,-1 0-56 16,-5 3-43-16,2 1-41 0,-5 2-54 0,-2 4-67 15,1 1-345-15,-5 2-721 0,4 3 319 0</inkml:trace>
  <inkml:trace contextRef="#ctx0" brushRef="#br0" timeOffset="-49114.57">17549 15560 155 0,'-1'-5'331'0,"-1"1"-9"0,1-1-10 15,0 2-20-15,1 3-31 0,-2-6-23 0,2 6-31 16,0 0-25-16,0-4-19 0,0 4-10 0,0 0-21 16,0 0-5-16,0 0-20 0,4 18-9 0,-1-13-12 15,0 4-4-15,-2-2-12 0,-1 5-9 0,3-4-3 16,-2 3-8-16,2 1-3 0,-3-1-6 0,3 0-10 15,-3-1-19-15,3-1-30 0,-2 1-19 0,-1-2-31 16,5-2-40-16,-5 0-31 0,0 0-31 0,4-2-50 16,-1-2-40-16,-3-2-173 0,11-1-470 0,-11 1 208 15</inkml:trace>
  <inkml:trace contextRef="#ctx0" brushRef="#br0" timeOffset="-48833.36">17731 15304 166 0,'0'-8'320'0,"0"1"7"16,0 1 6-16,0 1-1 0,-2 0-2 0,0 1-18 15,1-1-24-15,1 5-26 0,0-5-33 0,0 5-22 16,-3-5-25-16,3 5-14 0,0 0-25 0,0 0-10 0,0 0-23 16,0 0-6-16,3 16-11 0,-2-9-5 0,1 4-11 15,0 1-8-15,2 5-11 0,1-1 1 16,-1 2-5-16,1 1-7 0,-2 0-5 0,2 2-4 15,2-2-8-15,-1 7 2 0,-2-7-8 0,1 0-7 0,-1 2-12 16,4-3-13-16,-5 1-26 0,4-3-28 0,-4 1-22 16,-1-3-18-16,5-2-22 0,-3-1-25 0,-3 0-31 15,2-1-27-15,1 0-31 0,2-4-15 0,-2-1-41 16,-3-1-197-16,8-1-532 0,-4-2 236 0</inkml:trace>
  <inkml:trace contextRef="#ctx0" brushRef="#br0" timeOffset="-48552.05">17881 15276 82 0,'-4'-6'328'16,"1"1"-13"-16,2 0-13 0,-2 2-17 0,3-2-17 16,0 5-19-16,-1-3-24 0,1 3-27 0,0 0-23 15,0 0-17-15,0 0-18 0,0 0-9 0,0 0-18 16,0 0-6-16,4 14-5 0,-3-7-8 0,6 3-16 15,-4-1-7-15,-2 2-3 0,3 2-7 0,0-1-9 16,2 6-4-16,-3-1-4 0,1 0-4 0,2 1-4 16,-2 0-4-16,-1 1 1 0,-2-3-9 0,2 2-3 0,-3-4-11 15,0 2-19-15,4 2-16 0,-4-3-21 16,0-1-19-16,-2-1-26 0,0 1-31 0,-1-1-32 16,1-3-33-16,0 1-25 0,0-1-30 0,0-3-10 0,-4-1-163 15,3 1-448-15,-1-2 198 0</inkml:trace>
  <inkml:trace contextRef="#ctx0" brushRef="#br0" timeOffset="-48114.54">17776 15543 16 0,'-1'-6'230'0,"-2"-2"-3"0,1 2 3 0,2-1-5 16,0 2-12-16,2-1-15 0,-2 1-19 0,3 1-15 16,1 0-16-16,0 0-19 0,4 1-9 0,3 2-9 15,2 0-12-15,1 2-9 0,5 0-9 0,2 1-2 16,-1 0-11-16,13 2-4 0,-2 3-6 0,5-2-7 15,-4 0-4-15,2 0-4 0,3 0-5 0,1 0-3 16,0 2-2-16,4-3-4 0,-1-2-2 0,1 2-7 16,-1-3 1-16,4 2-4 0,-3-1 0 0,-6-4 1 15,4 2-3-15,-2-3 1 0,2-1 1 0,-9-1-5 16,0 0 1-16,-1-1-4 0,-1-1 0 0,-1-2 1 16,-7 0-2-16,-2-1 3 0,0 1-2 0,-1-3 6 15,1 3 3-15,-3-5 8 0,-1 2 14 0,-7 3 14 16,3-1 10-16,-4-1 13 0,-5 0-4 0,1 2-1 0,-1-2-9 15,-4 1-7-15,-3 2-2 0,-2-2-10 16,-4 4-7-16,3-1 6 0,-3 4-13 0,0 1-3 16,-1 1-6-16,-2 4-4 0,1 0 11 0,0 3-16 15,-6 4 2-15,6 2-3 0,1 1-3 0,-1 4 2 0,1 0-3 16,1 2-3-16,4-1 3 0,-6 7-4 0,6 3 6 16,4-7 2-16,3 5 0 0,2-4 0 15,0 6 1-15,3 0-4 0,1-1-2 0,8-1 0 16,-2 0 11-16,3-3-2 0,0 3-6 0,4-4 3 0,-8-6 7 15,2 0-18-15,-2-2-7 0,4-1-28 0,-7-4-26 16,1-2-32-16,-4 0-40 0,3-3-65 0,-2-2-88 16,-2 1-304-16,-4-3-637 0,0 0 282 0</inkml:trace>
  <inkml:trace contextRef="#ctx0" brushRef="#br0" timeOffset="-47942.68">18488 15245 125 0,'-6'-8'256'15,"2"4"-30"-15,-3 2-51 0,-2-1-63 0,-1 3-63 16,-1 0-69-16,-3 1-71 0,-4 2-48 0,-1 7-150 16,2 0 66-16</inkml:trace>
  <inkml:trace contextRef="#ctx0" brushRef="#br0" timeOffset="-47302.12">11782 17067 58 0,'-5'-3'277'15,"-2"1"-28"-15,2 1-30 0,5 1-18 0,-11 3-22 16,4 1-19-16,3 0-16 0,0 4 13 0,0 3-20 16,2 2-15-16,0 1-14 0,4-1-10 0,-2 5-7 15,3 0-9-15,4 1-8 0,-3 1-7 0,7-2-7 16,-4 0-7-16,2 1-15 0,-1-3-22 0,3-1-41 16,-4 0-44-16,5 1-47 0,-4-7-40 0,2-1-60 15,-6-2-119-15,7-1-363 0,-3 2 161 0</inkml:trace>
  <inkml:trace contextRef="#ctx0" brushRef="#br0" timeOffset="-46989.64">11967 16999 89 0,'1'-2'264'0,"-1"2"-29"15,0 0-25-15,0 0-17 0,0 0-20 0,6 15-11 16,-2-5 1-16,2 7-6 0,-1 2 0 0,4 7-3 15,1 1-8-15,-4 6-5 0,3 0-3 0,-1-1-16 16,2 5-8-16,2 11-9 0,-3-10-10 0,1-2 2 16,2 15 7-16,2-3 5 0,-5-10-8 0,1 11-9 15,1 3-8-15,-2-16-3 0,-2 11-5 0,1-10-3 16,-2-1 3-16,-1-3-9 0,2 3 1 0,-7-5 2 16,-4-1 3-16,1-4-7 0,0-4 4 0,-4 0-3 15,1-4-4-15,-1-2-8 0,-4-1-2 0,6-4-4 16,-7-3 4-16,-1-2-16 0,1-1 6 0,-2-2-11 15,-5-5-16-15,2 1-30 0,-4-5-21 0,-2-4-69 16,1-6-45-16,-1 0-54 0,0-9-101 0,0-4-327 16,5-4-683-16,2-3 301 0</inkml:trace>
  <inkml:trace contextRef="#ctx0" brushRef="#br0" timeOffset="-46817.78">12069 17343 107 0,'4'-3'223'0,"-1"3"-10"0,1-3-15 16,-4 3-5-16,9-2-13 0,-3 0-11 0,-6 2-16 16,11-4-16-16,-5 3-10 0,0-2-14 0,5 1-13 15,1-2-18-15,3-1-46 0,-5 1-58 0,2-1-61 16,6-1-59-16,-1-2-156 0,-6 0-322 0,0 1 143 16</inkml:trace>
  <inkml:trace contextRef="#ctx0" brushRef="#br0" timeOffset="-46630.3">11532 16808 87 0,'-11'-4'232'0,"7"2"-26"16,-4 1-59-16,8 1-75 0,-7-4-69 0,7 1-58 15,0 3-61-15,0 0-124 0,0 0 55 0</inkml:trace>
  <inkml:trace contextRef="#ctx0" brushRef="#br0" timeOffset="-46052.23">13031 16917 140 0,'5'-5'303'0,"-5"1"-34"16,2-1-31-16,-2 5-26 0,0 0-20 0,0 0-17 0,8 10-20 15,-7-3-12-15,-1 4-2 0,4 6 2 0,0-1 12 16,0 4-3-16,1 1-17 0,5 4-3 0,-4 2-2 15,2 4-14-15,-3-3-10 0,2 0-17 16,3 1-3-16,-3-3-13 0,-1-1 6 0,1 4-11 0,1-5-6 16,-4-4-7-16,-1 0-9 0,0 0-2 0,2-2-9 15,-5-7 2-15,2 2-7 0,0-3-2 0,-2-3-5 16,0-1 5-16,0 4 33 0,0-8 40 0,0 3 39 16,-1-1 43-16,1-4-11 0,0 0-18 0,0 0-16 15,-14-8-10-15,9 6-8 0,-6-7-12 0,0 0-10 16,2 1-6-16,-4-1-3 0,-2-3 2 0,1 2 2 15,-3-1-4-15,1 3-3 0,-2-1-4 0,6 3-6 16,-2 2-9-16,1 0-8 0,-1 3-10 0,-1 0 1 16,4 1-9-16,0 2-6 0,-2 2-5 0,0 0-6 15,1 4-2-15,4 3-19 0,0-1-17 0,2 3-25 16,2 0-20-16,-2 5-42 0,4 0-34 0,1-5-38 16,2 0-44-16,2 4-5 0,2 0-46 0,-1 1-70 15,6-3-88-15,0 0-293 0,3-2-778 0,4-1 345 16</inkml:trace>
  <inkml:trace contextRef="#ctx0" brushRef="#br0" timeOffset="-45271.04">13511 17016 128 0,'0'0'195'16,"0"-4"3"-16,0 4-4 0,0 0-4 0,3-4-6 15,-3 4 16-15,0 0-11 0,0 0-4 0,2-5-11 16,-2 5-5-16,3-1-7 0,-3 1 1 0,0 0-19 15,0 0-12-15,0 0-16 0,0 0-11 0,0 0-11 16,0 0-12-16,0 0-11 0,7 6-2 0,-3-4-9 16,-4-2-5-16,8 7-7 0,-2-3-5 0,0 1-6 15,4 1 5-15,2 2-5 0,0-2-6 0,6 2-4 16,1 1-2-16,3 0 0 0,6 0-4 0,1 2 2 16,2 0-9-16,-1-3 3 0,-8 0-6 0,5 0-1 15,-8-3 2-15,2 3-3 0,-1-2 2 0,-2 0-5 16,-6-1-1-16,0-3 1 0,1 2 8 0,-4 0-17 15,-2-2 3-15,-2-1 3 0,-2 4 6 0,-3-5 11 16,1 5 17-16,-2-2 15 0,1-3 12 0,-10 7 10 16,1-3-3-16,-5 1-3 0,-3 1 1 0,-4 3-9 15,-7 0 2-15,-1 3 2 0,-2-2-12 0,2-1-5 16,-2 3-5-16,-3-1-2 0,5 1-5 0,2-2-3 16,0 1 0-16,5-2-2 0,-8 2-11 0,13-1-1 15,3-4-2-15,2 1-4 0,-2-2-29 0,6 0-31 16,3 0-27-16,-1 0-21 0,3-1-23 0,3-2-38 15,0-2-57-15,4 5-71 0,-4-5-69 0,0 0-212 16,22-3-613-16,-7 1 272 0</inkml:trace>
  <inkml:trace contextRef="#ctx0" brushRef="#br0" timeOffset="-44771.09">13968 16919 25 0,'-4'-6'331'0,"4"6"-32"16,0 0-30-16,0 0-27 0,4-4-21 0,-4 4-24 15,8 0-16-15,-8 0-18 0,12 3-9 0,-2 1-8 16,1-1-1-16,1 3-2 0,7 1-7 0,-1-1-8 0,2 4-25 16,-1-1 4-16,2-2-13 0,6 6-11 15,-7-3-6-15,0 1-2 0,5 3-9 0,-7-3-11 16,1-1-1-16,-1 2-8 0,-4-1 1 0,0-1-9 15,-3-1-6-15,-2 2 8 0,1-3-9 0,-2 2 21 0,-5 1 7 16,1-2 14-16,-3 2 15 0,-1 0 9 0,0 0-5 16,-5 1 23-16,2-1 1 0,-5 0 1 15,0 1 0-15,-1 2-6 0,-4-2-9 0,1 0-11 16,-3 2-18-16,1 0 1 0,-5-1-5 0,4-3-9 16,2 3-2-16,-1-3-6 0,2-1-9 0,1 5-17 0,1-6-31 15,1 0-26-15,-1-1-48 0,2 1-70 0,1 0-48 16,-1-1-55-16,4 1-77 0,0-4-79 15,-3 1-253-15,7 0-716 0,0 1 318 0</inkml:trace>
  <inkml:trace contextRef="#ctx0" brushRef="#br0" timeOffset="-42677.45">13594 17072 232 0,'-4'-2'284'0,"4"2"-3"0,-7-4-11 0,3 4-8 15,4 0-21-15,-7-3-10 0,7 3-5 0,0 0-40 0,-3-2-3 16,3 2-17-16,0 0-14 0,0 0-6 0,0 0 0 16,0 0-10-16,10-4 3 0,2 4-11 0,3-1-9 15,11-1 2-15,2-1-27 0,6 0 18 0,3 0-2 16,1-1-7-16,21-1-10 0,-6-1-9 0,0-2-5 15,7 3-11-15,0-3-3 0,-2 1-5 0,-2-1-11 16,1 0-3-16,-1-1-3 0,-3 1-5 0,-11 2-2 16,11 0-6-16,-15 0-8 0,-3 4 5 0,0-2-21 15,-3 1-9-15,-9-2 29 0,-1 3-6 0,-10-1-18 16,2 3-23-16,-5 0-19 0,-2 0-34 0,0 0-23 16,-7 0-22-16,4 1-28 0,-4-1-37 0,-12 9-44 15,-2-5-40-15,-5 1-34 0,-1 3-262 0,-10 0-610 16,-3 0 271-16</inkml:trace>
  <inkml:trace contextRef="#ctx0" brushRef="#br0" timeOffset="-42099.38">13769 17456 210 0,'-2'3'250'15,"2"-3"-12"-15,0 0-2 0,-2 6-10 0,-2-5-10 16,4-1-4-16,0 7-9 0,0-2 5 0,4 0 2 16,0-1 5-16,3 0-1 0,8 0-7 0,8 1-6 15,7 1-16-15,8-2-9 0,-1 0-8 0,19 0-25 16,-15-1-10-16,17-3-11 0,-4 0-11 0,3 0-16 16,-3 2-10-16,-12 1-2 0,0-4-12 0,0 0-8 15,-1 2-5-15,-4-3-8 0,-3 2-5 0,-4 0-4 16,-9 1-8-16,-1-1 4 0,-8 0-2 0,0 2-14 15,-5-3 0-15,1 2-20 0,-8-1-20 0,5 0-34 16,-5 0-36-16,0 0-36 0,0 0-28 0,0 0-35 16,0 0-38-16,-27-5-50 0,20 4-59 0,-2 0-226 15,1-2-606-15,2 1 269 0</inkml:trace>
  <inkml:trace contextRef="#ctx0" brushRef="#br0" timeOffset="-41646.31">14877 16951 427 0,'-5'-11'440'0,"4"-1"-10"0,0 0-5 16,-2 2-5-16,2 2-23 0,-2 1-18 0,1 1-31 15,0 1-38-15,-1 1-29 0,3 4-35 0,-1-4-31 16,1 4-20-16,0 0-21 0,0 0-18 0,3 16-16 16,2-5-13-16,-2 6-12 0,2 4-12 0,2-1-8 15,1 7-11-15,0 2-11 0,-1 1-5 0,3-1-5 16,-2 2-9-16,0-2-2 0,0 2-10 0,-2-1-16 16,0-1-23-16,2-1-27 0,-4-2-31 0,1 0-33 15,-1-10-28-15,-2 2-36 0,4-3-33 0,-2 2-16 16,1-1-34-16,1 1-37 0,-4-5-45 0,5-6-52 15,-1-1-277-15,-2-1-699 0,2-3 308 0</inkml:trace>
  <inkml:trace contextRef="#ctx0" brushRef="#br0" timeOffset="-41271.33">15174 17017 222 0,'-8'-1'249'0,"8"1"-13"0,-12 4-12 0,7-1-18 16,-1 4-10-16,3 2-13 0,-6 1-4 0,6 2-10 16,-2-1-12-16,2-1-8 0,-1 2-6 0,4 5-11 0,1-2-10 15,2-2-8-15,-2-2-11 0,5-1-5 0,-2 3-10 16,0-3-10-16,5 1-1 0,1-2-9 16,-3-1-5-16,6 2-5 0,-3-4-11 0,2 1 2 15,-1-4 3-15,0 1-18 0,-3-3 3 0,4 1-3 16,-1-5-5-16,1 2 3 0,-6-2-2 0,2-2 0 0,-4 1-3 15,2-3-4-15,-1-3-5 0,-1-1-5 0,-3-1-1 16,-1-6 4-16,-1 6-3 0,-3-5 0 0,0-1-3 16,-6 1-1-16,5 2 3 0,-5-1-4 15,-2 0 6-15,0 3 1 0,-3-1-2 0,4 5 0 0,0 1 0 16,-1 0-3-16,0 1-4 0,-2 2 0 0,2 1-1 16,2 3-26-16,-2-2-20 0,4 2-21 0,1 2-18 15,-1 2-28-15,5-1-25 0,1 4-25 0,3-1-27 16,3 0-22-16,3 0-23 0,2 4-19 15,1-1-166-15,8 1-447 0,-3 1 198 0</inkml:trace>
  <inkml:trace contextRef="#ctx0" brushRef="#br0" timeOffset="-40880.74">15468 17118 18 0,'-5'-7'294'0,"2"6"-8"0,3 1-14 0,-5-4-22 15,5 4-27-15,0 0-19 0,0 0-22 0,-11 2-20 16,11-2-11-16,-7 3-3 0,4 2-4 0,2 1-10 16,-3 0-7-16,1 2-2 0,2-2-2 0,-1 2-30 15,2 0-6-15,0 1 0 0,2 2-4 0,2-1-5 16,0 0-6-16,0-2-5 0,3 0-2 0,2 0-2 16,1-2 12-16,-1 1-23 0,5-3 0 0,-5-2-6 15,6 1 2-15,-4-2-10 0,3-1-3 0,1 0-3 16,-4-4 2-16,2 0-8 0,-3-1 4 0,-2 0-2 15,3-3-5-15,-4-1 1 0,-2 0-3 0,-2-2-1 16,0-1 2-16,-3-2-8 0,0 1 2 0,-5-3-3 16,0 0-1-16,-3 0 0 0,0 4 2 0,-2-3-12 15,-1 5 6-15,-5-3 3 0,2 3-7 0,-2 2 2 16,0 1-4-16,1 4-1 0,1 0-8 0,-1 2-8 16,4 0-20-16,-2 1-28 0,3 1-18 0,3 0-10 15,-1 2-13-15,4 0-18 0,0 1-10 0,3 3-9 16,6-2-19-16,-1 0-11 0,4 2-13 0,5-2-19 15,2 0-8-15,5 1 1 0,-1-1-2 0,5 0 3 16,5 1-109-16,-7-2-345 0,-2 1 152 0</inkml:trace>
  <inkml:trace contextRef="#ctx0" brushRef="#br0" timeOffset="-40568.27">15713 17109 574 0,'7'-1'-25'0,"2"1"39"16,-9 0 39-16,9 0 23 0,-9 0 7 0,6-2 17 16,-6 2 13-16,0 0 13 0,0 0 9 0,0 0-2 15,0 0 3-15,0 0-2 0,0 0-3 0,0 0 9 16,-13 12 3-16,7-8 12 0,1 2-7 0,1 1-3 15,-3 2-9-15,1-2-10 0,2 4-9 0,3-3-12 16,0 3-7-16,1-2-9 0,0 1 0 0,1 0 3 16,3-1-12-16,0 1-4 0,3 0-6 0,0-3 7 15,5 1-6-15,2-3-6 0,2 2-2 0,2-3-7 16,2-1-6-16,-1-1 0 0,0-2 0 0,0-3-7 16,-5 1-4-16,-1 0 0 0,-2-5 5 0,-1 4-21 15,2-2 14-15,-1-4-6 0,0 0 2 0,-6 0-1 16,2-1 3-16,-4-2-2 0,-3 1-5 0,-2-2 4 15,-2 1-1-15,0 1 1 0,-6-5-23 0,1 6 16 16,0 0 6-16,-2 0-10 0,1 2-2 0,-3-1-3 16,-1 3-2-16,-2-1-9 0,-3 2-15 0,5 4-21 15,-1-1-35-15,1 2-36 0,2 2-20 0,0 0-36 16,1 2-44-16,-4 2-52 0,7-1-64 0,-4 3-260 16,5 1-625-16,2 1 277 0</inkml:trace>
  <inkml:trace contextRef="#ctx0" brushRef="#br0" timeOffset="-39771.46">16854 16661 27 0,'2'-5'386'0,"-1"-2"-20"0,2 4-21 16,-1-2-33-16,-2 5-26 0,0 0-33 0,-8-3-29 15,8 3-22-15,-16 14-19 0,1 1-13 0,0 2-17 16,-4 9-25-16,0 2-1 0,0 2-4 0,1 1 4 16,-1 17-10-16,1-2 10 0,9-9-21 0,-9 10-9 15,9 1-8-15,3-12-7 0,2 1-7 0,3 1-13 16,-3-1-3-16,4 13-6 0,4-14-3 0,1 1-5 16,2-3-1-16,5 2-6 0,3-6-8 0,2 2-15 15,0-1 0-15,6-6-17 0,4 4-28 0,3-8-19 16,0-1-39-16,0-5-36 0,6 0-20 0,-4-1-59 15,5-2-69-15,0-7-69 0,-2 1-204 0,4-3-588 16,0-2 261-16</inkml:trace>
  <inkml:trace contextRef="#ctx0" brushRef="#br0" timeOffset="-38549.39">19249 14779 145 0,'-7'-7'345'16,"3"1"-6"-16,-2 2-5 0,3-1-7 0,0 2-17 16,2 0-27-16,-5 0-24 0,6 3-32 0,-1-4-30 0,1 4-19 15,0 0-3-15,0 0-31 0,11 7-12 0,2 0-5 16,3 2-14-16,8 7 11 0,2 2-4 0,2 0-5 15,2-1-12-15,2 7-4 0,0 1-7 0,2-2-6 16,9 13-9-16,-15-7-8 0,-5 3-5 0,13 14-8 16,-7-2-8-16,-1 2-4 0,-14 1 2 0,0 5-12 15,-7 2-1-15,-7-2-1 0,-5 4-1 0,-5 1-4 16,-10-1-21-16,-2 4-36 0,-3-1-30 0,-17 21-32 16,10-28-25-16,-4 2-29 0,-2 0-11 0,-16 20-22 15,17-24-21-15,-1-1-33 0,-3-5-32 0,2 3-49 16,-4-4-211-16,0-4-569 0,-1 2 252 0</inkml:trace>
  <inkml:trace contextRef="#ctx0" brushRef="#br0" timeOffset="-36893.19">17338 17253 168 0,'0'0'209'0,"0"0"2"0,0 0-6 16,0 0-11-16,7 0-7 0,-7 0-14 0,10-7 14 16,-6 3-16-16,-2-1-7 0,8-4-8 0,-3 0-9 15,2-1-7-15,-2 0 3 0,4-3-14 0,-4 2-4 16,-1-2-7-16,3-3 0 0,0-1-11 0,-4-1-3 16,0-1-11-16,2 3-5 0,-3-3-8 0,-2-2-9 15,1 0-6-15,-1-7-5 0,-2 3-2 0,0 6-7 16,-2-10 8-16,-1 9-18 0,2 2-6 0,-3 0-4 15,0 4-5-15,-1-1 4 0,1 3-2 0,-1 1-2 16,1-1 0-16,0 3-7 0,1 0 0 0,1 4 6 16,-1 1-7-16,1 1-10 0,-3-4 19 0,5 7-20 15,-5-4-5-15,5 4 5 0,0 0-2 0,-8 9-2 16,5-5-2-16,0 3-1 0,2 6 5 0,-2-1 5 16,2 1-12-16,-1 3-1 0,2 2 3 0,0 3 1 15,2 1-4-15,-1 3 5 0,3 4-6 0,0-3 8 16,2 0-5-16,-1-5-6 0,-1-1 6 0,6 6 8 15,-5-7-8-15,3 1 3 0,2-1 0 0,-1-1-3 16,1-1 2-16,3-2-3 0,-2-1 3 0,0-2 2 16,0-3 2-16,1-2-1 0,-1 0-16 0,1-1 17 15,2-2 2-15,4-3-13 0,-5-1 2 0,5 0-1 16,-4-3 0-16,5-1-1 0,-8-1-3 0,3-2 4 16,0 1 0-16,-6-2 2 0,4-1 0 0,-5 0 0 15,0-2-4-15,0-1 4 0,-2 1 1 0,-1-4 0 16,-4 4 3-16,0-1 2 0,0-2-3 0,0 2 1 15,0 0 1-15,-4 2-10 0,-1 2 1 0,2 1 12 16,-1 2-5-16,-1-1 3 0,-1 1-3 0,1 1 0 16,-3 4-2-16,2-1 5 0,6 1-16 0,-13 1 10 15,6 3-2-15,0-1 2 0,3 2 1 0,1 1 1 16,1 1-4-16,-3-1 8 0,5 2-3 0,5 2-1 16,0-2-1-16,-1 2-2 0,7-5 2 0,1 5-1 15,4-4 4-15,4 1-1 0,3-1-5 0,5-3-2 16,5-2 4-16,1-1-8 0,-1 1 1 0,2-3 4 15,-2-3-17-15,-1 1 9 0,0-4-2 0,1 1 7 16,-13-1-2-16,4 1 0 0,-4-1 1 0,-3-4 2 16,-1 2 2-16,-4 2 1 0,-3-1 4 0,1 0-4 15,-6 0 8-15,-1 1-10 0,-3-3 5 0,0 5 0 16,-3-2-4-16,-2 2 1 0,-2 1-1 0,-2-1 6 0,-2 2-2 16,0 2 0-16,-1 2-2 0,-1 1 2 15,0 0-5-15,-1 2 2 0,2 0 6 0,1 2-3 16,-1 0 1-16,-2 1 0 0,7 1-2 0,2 0 0 15,-1 0 1-15,-2 1 1 0,6-2-1 0,-1 1 1 16,2 0 1-16,-1 1-2 0,5 0-1 0,0-3 2 0,-2 1 2 16,3-1-1-16,1-1 2 0,2-1 1 0,-3 0-2 15,3-3 3-15,0 2 2 0,2-2-5 16,-9 0 2-16,14-4 0 0,-6 0 2 0,0 0-5 16,-1 0 2-16,-1-1 1 0,-1-2 1 0,1 1 6 0,-1 0 5 15,-2 0 7-15,-1 0 18 0,1 1-2 0,-2-2 2 16,2 3-1-16,0-2 17 0,-2 3-13 0,1-2 0 15,-1 1-11-15,-1 4 3 0,0-4-9 16,0 4-2-16,0 0-7 0,4-3-5 0,-4 3 3 16,0 0-7-16,0 0 0 0,0 0-7 0,4 12-11 0,0-7-12 15,2-1-6-15,-2 1-20 0,1 1-15 0,4-1-15 16,3 2-10-16,-1-2-18 0,7 1-18 0,0 1-23 16,1-2-14-16,3-1-12 0,0 0-8 15,2-3-4-15,-1 0 2 0,7-1 10 0,-7-2 5 0,-2 0 15 16,1 1 10-16,-1-4 18 0,-3 3 10 0,1-3 14 15,-8 0 5-15,2 0 16 0,-3 2 34 0,0-4 18 16,-5 2 19-16,0 1 22 0,-1-1 15 0,-1 0 20 16,-1 1 16-16,-7-2 11 0,4 1 9 15,-2 0 5-15,-6-1 7 0,2 2 10 0,-1 2 6 0,-7-3 3 16,4 3 8-16,-3 1 5 0,-4 1-8 0,-1 3-6 16,3-1-3-16,-2 1 3 0,0 2-7 0,-3 0-3 15,4 3-6-15,-2-1-15 0,1 3 4 0,10-3-20 16,-5-1-4-16,3 4-7 0,3-2-7 0,1 2 3 15,1-4-7-15,2 4-2 0,3-3-7 0,2 0-3 16,-1-1 1-16,4 1-2 0,1 0-10 0,4-3 2 16,2-1-5-16,1 2-3 0,2-2 0 0,3-3-3 15,1 0-2-15,2-3 2 0,-1 0 0 0,1-2-7 16,-1 0 7-16,-3-3 0 0,1-1-3 0,-3-2-2 16,1 0-2-16,-4-4-4 0,2 0 9 0,0-1-6 15,-3-9-4-15,-1-1-1 0,-3 1 6 0,-4-3-9 16,1 1 3-16,-3 5-12 0,1-5 17 0,-1-1 3 15,2 7 10-15,-3 2 21 0,-3 2 31 0,2 0 13 16,1 0 7-16,-3 6-4 0,0 1-8 0,2 0-5 16,-2 3-4-16,0-1-15 0,3 3 0 0,-1 1-11 15,1 4-7-15,0-4-7 0,0 4-2 0,0 0-2 16,0 0-5-16,4 17-1 0,0-6 5 0,0 2-5 16,2 4-1-16,-1 4-4 0,5 0-9 0,1 5-9 15,0-1-18-15,2 1-20 0,-1-2-12 0,3 1-47 16,-4-1-6-16,4-1-28 0,0 1-32 0,7-3-37 15,-3-3-44-15,-4-3-62 0,0-5-56 0,4 2-229 16,0-3-644-16,0-3 285 0</inkml:trace>
  <inkml:trace contextRef="#ctx0" brushRef="#br0" timeOffset="-36611.96">19258 16593 6 0,'0'0'272'0,"0"0"-10"0,0 0-14 15,-9 15-12-15,8-6-12 0,-2-1-10 0,0 5-10 16,2-2-12-16,-2 5-10 0,2 2-8 0,1 0-26 16,0 0-10-16,0 1-11 0,0-2-18 0,4 3-8 15,-3-1-9-15,4 1-7 0,-3-2-11 0,3 3-6 16,0-3-4-16,-1 1-11 0,4-1-8 0,-4-6-24 15,0 0-22-15,2 0-26 0,-5-5-34 0,3 0-27 16,-2-1-29-16,1-2-18 0,-1 1-31 0,1-1-24 16,-3-4-19-16,2 2-9 0,-2-2-137 0,0 0-384 15,0 0 170-15</inkml:trace>
  <inkml:trace contextRef="#ctx0" brushRef="#br0" timeOffset="-36221.38">19268 16919 261 0,'-5'-9'8'0,"1"2"32"0,-3-2 39 15,3 0 33-15,0 2 21 0,0 0 18 0,-2-4 11 16,4 5 3-16,-2 1 9 0,1 0 3 0,2 0-1 15,-1 0-2-15,-2 0-5 0,4 1-10 0,0 4-13 16,0-8-11-16,4 5-20 0,0 1-10 0,2 1-12 16,0-1-4-16,1 1-12 0,0 1-12 0,3-1-1 0,2 2-3 15,-1-1-5-15,2 1-3 0,0 1-3 16,0 1-11-16,2 2-2 0,-2-2-4 0,0 1-3 16,-1 1 5-16,0 1-14 0,-1-1-2 0,0 1 3 15,3 0-7-15,-7 0-3 0,2 0 4 0,3 0-1 16,-5 1-8-16,-1-2 6 0,5 1-7 0,-5 1 3 0,0 0-1 15,-4-1-1-15,1 0 5 0,1 0-8 16,-1 0-2-16,0-1 2 0,0 2 3 0,-1-2 8 16,-2 0 5-16,3 2 2 0,-3-3 0 0,1-1 13 15,-1-3 4-15,3 4 21 0,-3-4 17 0,3 5 19 0,-3-5 6 16,0 0-10-16,0 0-6 0,12-5-7 0,-7 3-5 16,5-5-5-16,-1-1-17 0,1 3-4 15,1-3-17-15,-2-2 19 0,2 2-12 0,1 0 5 16,2-7 12-16,-6 7-4 0,0-1 0 0,0 0-2 15,-1 0-8-15,-4 2-1 0,-3 0 0 0,2-1-8 0,-4 2-8 16,-1-1 3-16,-4 2-8 0,-1-3-15 0,-2 3-21 16,-4 3-22-16,-4-2-58 0,0 2-16 15,-2 0-40-15,0 2-23 0,1 2-36 0,-2 1-39 16,1-3-61-16,2 5-63 0,2 2-202 0,2-1-625 0,5 1 277 16</inkml:trace>
  <inkml:trace contextRef="#ctx0" brushRef="#br0" timeOffset="-35408.94">20298 16872 83 0,'3'-6'314'0,"2"0"-15"15,-5 0-18-15,3 2-20 0,-3 1-30 0,5 0-24 16,-5 3-22-16,0 0-21 0,0 0-15 0,0 0-11 15,-13 9-7-15,10-2-8 0,-2 1 3 0,-1 4-2 16,1 5-16-16,-1-2 9 0,1 4-30 0,-1-2 1 16,4 1-9-16,0 0-6 0,-1-2-8 0,3 2 0 15,6-1-13-15,-2-1 2 0,-1-3-8 0,2 0 1 16,1-2-1-16,2-1-5 0,-1 2-1 0,2-7-4 16,5 2 0-16,-5-2-7 0,7-4-3 0,-2 2 12 15,5-3-20-15,-6-3 0 0,7-2-6 0,-8 0 4 16,4-2 3-16,-2-1-4 0,2-4-5 0,-2 0 0 15,2-1-1-15,-5-3-1 0,2 2 4 0,-3-1-7 16,-2-1 1-16,-2 3 13 0,1-3-15 0,-2 6 1 16,-4-2 13-16,1 3-2 0,-4-1 5 0,2 3 6 15,2 0-2-15,-4 2-10 0,2 1 0 0,0 4-7 16,-1-8-1-16,1 8 7 0,0 0-13 0,0 0 12 16,0 0-10-16,0 0-1 0,0 0-1 0,1 21 2 15,1-13 7-15,-2 3-11 0,3-1 6 0,2 3 0 16,-1 0 0-16,-4-2 3 0,6 1-5 0,1 0-4 15,-1-1 4-15,-2-1 0 0,2 0-7 0,-1 0-1 16,1-3-1-16,0 0 0 0,0-4 7 0,-4 1-3 16,7-1 0-16,-4-1 0 0,-1 0 3 0,-4-2-5 15,12-3 6-15,-5 1 5 0,-3-4-7 0,2 1-1 16,-2-1-9-16,3-3 10 0,-2 0 4 0,-1-2 2 16,0-1-4-16,2 0 10 0,-1 0 20 0,-1-1 14 15,2 1 3-15,-2 1 16 0,1-2-3 0,-1 0 0 16,0 4 18-16,2-1 13 0,-4 3 1 0,1 0-11 15,-3 2 6-15,4-1-1 0,-4 0-12 0,4 2-11 16,-2 2-2-16,-1-1-11 0,-1 3-4 0,8-1-6 16,-8 1-5-16,8-2-4 0,-8 2 0 0,11 7-9 15,-5-3 1-15,-2 1-3 0,7 1-19 0,-3 1-19 16,0 0-21-16,7 0-27 0,-6-1-18 0,2 3-39 16,7 0-26-16,-6-3-27 0,5 2-27 0,-1 2-21 15,0-2-23-15,1-1-25 0,0-1-11 0,4-1-24 0,-1-1 4 16,-1 1-19-16,-1 0-177 0,-3-4-537 15,4-1 238-15</inkml:trace>
  <inkml:trace contextRef="#ctx0" brushRef="#br0" timeOffset="-34611.99">21246 16927 49 0,'0'-6'215'16,"-3"1"5"-16,3-1-1 0,-7 0-2 0,2 1-4 16,-3-1 1-16,-2 2-3 0,-2 0-5 15,4 2-5-15,-6 0-11 0,-1 1-19 0,3 1-8 16,-3 3-16-16,-4 2-16 0,4 0-4 0,2 0-17 0,-4 3-13 15,-1 0-3-15,6 3-12 0,0 1-9 0,2-1-4 16,1 0-10-16,4-1-4 0,1 2-2 0,2-1-5 16,-1 1-8-16,3 0 1 0,5-3-8 15,-1 1 0-15,4-1-10 0,1-2-5 0,1 0-5 0,-1-1-3 16,2-2-5-16,3 0 2 0,-3-3 1 0,0 1-1 16,1-4-6-16,0-1 6 0,-1-1 0 0,-1-1-7 15,2-3-2-15,-3-1-5 0,2-4-5 0,-1-2 2 16,-1-2-6-16,-1-2 5 0,-2-8 0 15,0 0 0-15,1-1-5 0,-5 0 6 0,-2-2 1 0,1 2 1 16,-2-1 0-16,1 0 4 0,-4 3-2 0,2-2 10 16,2 7 7-16,-4 2 6 0,2 1 10 0,-2 1 7 15,2 3-5-15,-2 1-1 0,-1 6 3 0,2-2-3 0,-1 2-2 0,0 3-3 0,1 1-7 0,-2-1 4 16,2 1-9-16,3 3 7 0,0 0-8 0,-10 8-12 16,9-3 7-16,-2 7 3 0,3-3-1 0,0 7 0 15,0 2 4-15,3 0-5 0,-3 2 1 0,5 1-4 31,-2 4-9-31,1 3 11 0,-1-7 1 0,6 7-4 16,0-2-4-16,-1 1-5 0,-1-7-10 0,6 6-8 16,-5-7-6-16,4-1-14 0,-1 0-10 0,0-1-11 15,1-2-9-15,-1-1-1 0,0-4-5 0,0-1-11 16,0-1-4-16,0-3-1 0,1 1 0 0,-2-2 3 16,-1-3 8-16,1-1 8 0,-1-2 6 0,0 1 8 15,-2-3 3-15,3-2 10 0,-4 2 7 0,2-4 0 16,-2-1 11-16,0 0 9 0,-1-1 12 0,-1 1 12 15,-1-3 11-15,1 1 5 0,0-2 13 0,-4 4 7 16,2-3 7-16,0 1 9 0,0 2-6 0,-2-1 2 16,2 5-1-16,1-2 0 0,-3 2-6 0,4 0-3 15,-2 0-3-15,0 2-4 0,5 1-3 0,-3 0-4 16,4 1 2-16,1 4-6 0,3-3-3 0,-1 2-1 16,1 2-3-16,-1 1-1 0,2 0-1 0,4 3-3 15,-5 0 1-15,0-2 1 0,4 6-2 0,-5-4 2 16,-1-1-5-16,1 3-1 0,-3 0-2 0,0-2-1 15,3-2 4-15,-4 4-6 0,-4-4 3 0,-1-1-4 16,0 2 4-16,-2-4-1 0,2 2 3 0,-4-1-1 16,2-4 4-16,0 0 18 0,-6 3 5 0,6-3 5 15,0 0 8-15,0 0 6 0,0 0-5 0,-13-7 2 16,11 4-7-16,1-1 2 0,1-1-6 0,-1-2-1 16,1-2-3-16,1 1-1 0,0 1-7 0,2-4 2 15,2 0-11-15,-1 1 0 0,1 1-2 0,1-1 9 0,1 2-25 16,4 1 3-16,-4-1-1 0,1 3-20 0,3 0-15 15,-2-1-21-15,-2 5-23 0,3 0-21 16,-4-1-26-16,4 4-32 0,-4-1-30 0,3 0-23 16,-1 0-22-16,0 1-18 0,-2 1-162 0,-1-2-447 15,1 1 198-15</inkml:trace>
  <inkml:trace contextRef="#ctx0" brushRef="#br0" timeOffset="-33908.79">22085 16501 150 0,'-2'-10'358'0,"-1"1"-22"15,0 2-10-15,0 1-15 0,2 1-17 0,-1-2-14 16,0 2-4-16,0 3-30 0,2 2-20 0,-3-5-25 15,3 5-28-15,0 0-14 0,0 0-21 16,0 0-10-16,0 0-8 0,-9 12-16 0,8-1-5 16,0 2-16-16,-2 4 1 0,3 4 5 0,-3 6-11 0,2 2 0 15,-1 0-2-15,1 3-8 0,1 3-19 0,-3-1 10 16,-1 2-3-16,7-1-2 0,-2 3 4 16,-1-2-19-16,3-1-1 0,-2 0-3 0,2-1-5 15,3 1-1-15,-6-2-2 0,5-4 2 0,-5-1-8 0,6-1 0 16,-3-6-2-16,-1-2-2 0,0-6-8 0,4 3-3 15,-5-5-10-15,-1 1-15 0,2-5-21 0,-1 4-16 16,1-5-23-16,-1-1-13 0,-1 0-11 16,-1-2-12-16,-1 1-18 0,2-4-18 0,0 0-15 0,-7 2-11 15,7-2-5-15,0 0-13 0,0 0-14 0,-10-9-12 16,8 1-11-16,-2 1 7 0,4-4 3 0,0-1 6 16,0-1 14-16,-1 0 10 0,1-5 15 0,0 0 31 15,-2-3 39-15,1 4 53 0,0 4 47 0,-1-1 48 16,-1 1 35-16,1-3 24 0,2 3 9 0,-2 1 11 15,2-1 16-15,-4 2 4 0,4-1-2 0,0 4-2 16,0 0-2-16,0-2-5 0,0 4 3 0,4-2-19 16,-2 2-4-16,2 0-3 0,0-2-18 0,4 3-2 15,0-3-3-15,2 2-13 0,1 1-8 0,2 1-6 16,0 0-2-16,1-1-4 0,4 3-7 0,1-3-4 16,-2 0 0-16,2 3-5 0,-1-3-6 0,0 1 0 15,-3 1-4-15,0 1 1 0,-1-1-6 0,-5 1-1 16,0 0-2-16,-3 1-1 0,2-1-2 0,-8 2 0 15,11-2-11-15,-11 2 4 0,6-1-5 0,-6 1 0 16,0 0 0-16,8 4-2 0,-8-2 2 0,4 2 1 16,-3 2 0-16,-1 1 0 0,3 1 0 0,-3 0 0 15,3 0 1-15,-1 3-3 0,1 0 0 0,-1-2 2 16,0 1-4-16,2-2-10 0,1 2-9 0,1-4-11 16,-2 1-12-16,3-2-22 0,0-1-29 0,-1-2-25 15,1 1-32-15,-2-3-30 0,1 0-12 0,1-3-19 16,0 2-11-16,-2-4 4 0,1 0-2 0,-1-2 2 15,1 0-111-15,2-4-358 0,-1 4 158 0</inkml:trace>
  <inkml:trace contextRef="#ctx0" brushRef="#br0" timeOffset="-33643.24">22542 16392 166 0,'0'-13'267'0,"2"2"1"0,-1 0 0 16,0 4 3-16,1 1-11 0,-2 0-15 0,1 0-29 15,-1 2-24-15,0 4-20 0,3-4-14 0,-3 4-12 16,0 0-13-16,5 13-2 0,-1-3-7 0,-1 3-10 16,1 4-5-16,0 1-8 0,-1 2-6 0,1 6-10 15,4 1-8-15,-3 2-12 0,1-1-1 0,-1 4-12 16,0 3-1-16,1-1-14 0,-3-3 9 0,2 1-7 16,-1-2-6-16,-1 1-9 0,0-5-5 0,1 2-16 15,0-7-24-15,-2-1-14 0,0-3-23 0,1 0-14 16,-2-6-30-16,1 1-27 0,2-2-38 0,-3-5-22 0,0 3-26 15,2-5-24-15,-2 0-18 0,4-2-168 16,-5-1-460-16,5 0 204 0</inkml:trace>
  <inkml:trace contextRef="#ctx0" brushRef="#br0" timeOffset="-33408.89">22793 16422 77 0,'0'-12'265'0,"-2"2"-10"0,2 2-5 0,0 3-12 16,-1 0-25-16,-1 0-20 0,2 5-20 0,-2-4-16 16,2 4-4-16,0 0-6 0,0 0-4 0,-2 17-10 0,2-11-10 15,4 8-11-15,-4 5-5 0,5 0-16 16,-3 1-10-16,5 6-11 0,-2 3-2 0,2 0-7 16,-1 1-7-16,-4-1-2 0,4-4-8 0,3 4-16 15,-5-2-24-15,-2-7-25 0,2 1-32 0,-3-1-34 0,2-1-30 16,-2-1-23-16,-1-7-39 0,0 0-14 15,0-2-4-15,-1-1-19 0,-3-2-133 0,0 1-376 16,-2-4 166-16</inkml:trace>
  <inkml:trace contextRef="#ctx0" brushRef="#br0" timeOffset="-32971.42">22640 16767 53 0,'-4'-7'165'0,"-3"-1"-1"0,4 3 3 15,2-1-10-15,2-2-12 0,-1 5-14 0,3-2-10 16,4 3-11-16,1-1-6 0,7 0-16 0,3 2-7 15,2 1-12-15,10 1-5 0,3-1-4 0,1 3-6 16,1 2-7-16,2 1-6 0,1-2-4 0,-3 0-1 16,2 0-3-16,1 3-6 0,1-5-2 0,4 3-5 15,-8-2-15-15,2-1-5 0,-2 1-7 0,-1-3 0 16,0-1-1-16,-3 2 3 0,-7-2 1 0,4-6-1 16,-7 4-5-16,-4 1 2 0,-4-3 0 0,0-1 0 15,-2-1-1-15,-3-2 2 0,-2 0-1 0,-2-1 0 16,-1-3 15-16,-3 2 12 0,-3-6 23 0,0 4 14 15,-4 2 12-15,2 0 14 0,-2 1 12 0,-1-2 6 16,-2 5-1-16,-1-2-6 0,-1 1-6 0,3 3-10 16,-5 0-6-16,-1 4-3 0,3 1 3 0,-3 1-4 15,3 0 10-15,0 8-11 0,1 0 5 0,-3 4 2 16,4 3 4-16,4 0-6 0,-1 5 2 0,1 4-6 16,6 2 2-16,0 3-5 0,4 1-11 0,-2 0-1 15,3 1-5-15,1 3-5 0,1-1-12 0,5 4 12 16,4-3-7-16,-2 0-6 0,1 2-2 0,1-4-1 15,-4 1-3-15,3-1 2 0,-1-1-3 0,-5-2-8 0,3-1-12 16,-3-10-7-16,-4 0-12 0,-1 2-25 0,0-3-25 16,-4-6-26-16,0 1-35 0,-4 0-46 15,0-4-62-15,0-4-57 0,-6 3-229 0,4-3-564 16,-8-1 251-16</inkml:trace>
  <inkml:trace contextRef="#ctx0" brushRef="#br0" timeOffset="-32455.79">23696 16228 30 0,'13'-5'443'0,"1"2"-47"16,6 3-32-16,-5 2-40 0,1 4-32 0,3 3-32 16,-5 2 1-16,2 1-13 0,-1 3-19 0,-2 2-12 15,6 6-29-15,-2 4 6 0,-3-1-9 0,-2 3-13 16,6 5-14-16,-1-1-14 0,-4 0-11 0,-1 3-13 15,0 17-13-15,-1-4-13 0,-4 3-3 0,-7-14-13 16,0 19-6-16,-8-4-10 0,-5 2-2 0,-7 1-13 16,-3-5-18-16,-11-2-24 0,-4-3-39 0,-8-3-39 15,-2-3-42-15,-8-1-35 0,1 0-42 0,1-9-37 16,-5 0-45-16,6-6-56 0,-6-5-271 0,1-2-652 16,1-6 289-16</inkml:trace>
  <inkml:trace contextRef="#ctx0" brushRef="#br0" timeOffset="114744.99">2788 8324 107 0,'-3'3'144'15,"3"-3"-18"-15,-1 6-2 0,1-6 5 0,5 8 6 16,-1-6 0-16,0 2 2 0,4-1 0 0,-2 0-4 16,6-2 1-16,2 1-4 0,5 1-12 0,-1-2-10 0,2 0-8 15,1 2-8-15,0-3-7 0,-2 1-11 16,1-2-5-16,1 1-6 0,-2 0-6 0,-1-1-4 16,-2-1-8-16,-4 2-5 0,-1-2 2 0,-1 2-8 0,-2 0-3 15,0 1-12-15,-1-5-19 0,-7 4-45 0,8 2-43 16,-8-2-63-16,5 2-58 0,-5-2-143 0,0 0-380 15,-4 6 168-15</inkml:trace>
  <inkml:trace contextRef="#ctx0" brushRef="#br0" timeOffset="123038.56">5709 3442 242 0,'-5'-10'226'0,"-3"0"-16"0,-1 1-16 16,-1 0-6-16,0 1-13 0,-4 0-14 0,-2-1-9 16,-4 0-7-16,6 3-21 0,-6 1-16 0,2 0-3 15,-1 0-15-15,-1 3-6 0,1 2-13 0,-4 2-7 16,-6 5-6-16,0 4-6 0,-2 1-7 0,0 4-5 16,1 5-2-16,-3 4-5 0,2 1-4 0,-10 14-3 15,-1 3 0-15,4 0-1 0,-2 4-5 0,5 2-1 16,0 1-7-16,0 1 5 0,6 1-2 0,-1-3 4 15,4 7-7-15,3 2-5 0,4 0 2 0,-3 1 3 16,0 25-2-16,10-26-2 0,0 3 2 0,1 29-3 16,0-29 0-16,10 1 1 0,-5 1-3 0,5 24 0 15,2-23 0-15,5 23 4 0,6 3-4 0,-4-3 7 0,-1-25 9 16,9 32 9-16,-1-3 11 0,0-4-8 16,-4-24 1-16,7 21-3 0,-6-25-3 0,4 1 3 15,1 3-4-15,9 22 2 0,-10-28-1 0,-4 5 0 16,-1-5-1-16,1 3-2 0,2-2-3 0,-2 0 3 0,-4-6-3 15,-1-1-2-15,-3-13 0 0,-2-4-5 0,0-2 3 16,-2-2-2-16,0-1-1 0,-1-10-2 16,1-1 2-16,0-5 0 0,1-4-4 0,-2 1 4 15,0-2-2-15,2-5 1 0,-2 2-11 0,1-5-23 0,0 0-61 16,0 0-73-16,0 0-87 0,14-14-282 0,-4 0-565 16,0 0 250-16</inkml:trace>
  <inkml:trace contextRef="#ctx0" brushRef="#br0" timeOffset="123335.4">5445 6115 146 0,'3'5'187'0,"-3"1"-2"15,-1 2-10-15,-1 2-12 0,0 3 0 0,0 0-11 16,-7 7-15-16,-2-1-5 0,1 7-3 0,-4-1-12 16,-2-1-10-16,-2 1-5 0,1 1-12 0,-2-2-7 15,-1 3-9-15,2-6-9 0,-1 4-2 0,1-3-8 16,-4-1-5-16,2 0-4 0,5-7-2 0,-5 7-6 16,6-9-8-16,-2-1-31 0,2 3-40 0,-3-3-54 15,7-6-64-15,-3-1-60 0,2-1-118 0,-2-2-364 16,5 0 162-16</inkml:trace>
  <inkml:trace contextRef="#ctx0" brushRef="#br0" timeOffset="123569.76">4806 6444 147 0,'-1'3'197'16,"1"-3"-21"-16,0 6-12 0,0-6-2 0,1 6 4 15,5-3-7-15,1 4-12 0,0-1-13 0,3 3-10 16,4 3-14-16,-1 1-9 0,1-1-9 0,5 1-12 16,-4 2-4-16,1-2-4 0,9 3-9 0,-2 4-7 15,-7-8-6-15,7 6-2 0,-10-6-12 0,3 1-36 16,-4-4-36-16,3 3-41 0,-4-5-47 0,3 1-58 16,-5-3-142-16,-4-2-350 0,5-2 154 0</inkml:trace>
  <inkml:trace contextRef="#ctx0" brushRef="#br0" timeOffset="123819.73">4738 6406 120 0,'0'0'313'16,"0"0"-17"-16,-5-2-20 0,5 2-20 0,0-5-29 0,0 5-15 15,7-7-9-15,-1 3-15 0,4 0-9 0,3-2-14 16,9 0-16-16,-3-1-11 0,10-3-14 16,4 1-16-16,1-2-5 0,1 3-13 0,3-2-13 15,0 0-4-15,0 0-11 0,2-1-3 0,0 2-6 0,0 0-4 16,1 0-10-16,-1 0-32 0,0 1-36 0,-5 2-34 16,-2-2-69-16,-2 4-81 0,-1-1-61 0,-11-1-203 15,-1 5-515-15,-2-2 229 0</inkml:trace>
  <inkml:trace contextRef="#ctx0" brushRef="#br0" timeOffset="126585.2">3450 7144 39 0,'-3'-4'76'0,"3"4"-10"16,0 0-8-16,0 0-6 0,0 0-5 0,0 0-11 0,7-3-19 15,-7 3-31-15,0 0-50 0,0 0-67 0,0 0 30 16</inkml:trace>
  <inkml:trace contextRef="#ctx0" brushRef="#br0" timeOffset="127600.23">3429 7187 168 0,'0'-5'245'0,"-2"0"-11"0,4-1-6 0,-4 1-14 16,2-1-13-16,0-3-16 0,0 3-15 0,0-1-15 15,2 0-14-15,-1 1-13 0,2 0-14 0,0-1-9 16,2 2-14-16,-4-2-8 0,3 2-11 0,0 0-8 16,2 1-7-16,-1 2-6 0,3-1-2 0,-1 1-10 15,-2 2-6-15,-5 0 0 0,19 4-5 0,-9-1-7 16,1 1 1-16,1 2-4 0,-2 2-2 0,-1 2-3 16,2 0 4-16,-3-1-5 0,-1 3-1 0,1-2-2 15,-1 3 1-15,0-2-6 0,-2 0 0 0,-1-1 2 16,0 0-1-16,3 2-2 0,-3-4-2 0,-3 0 5 15,1-1-2-15,1-2-2 0,-2 1-1 0,0 0 2 16,2-1 2-16,-3-4 5 0,0 4-2 0,0-5 18 0,3 4 19 16,-3-4 1-16,0 0 6 0,0 0 1 0,0 0-3 15,0 0-4-15,-3-14 3 0,3 8 0 16,0-1-11-16,0 1 1 0,3-5-4 0,-3 3-5 16,1-3 1-16,2 1 3 0,0 1-11 0,0 1-1 0,2 0-2 15,-4 2-6-15,2 0 0 0,0-1-1 0,-1 2-4 16,1 0 0-16,3 1 1 0,-5 2-9 0,3-2-3 15,1 2 2-15,-5 2-12 0,7-1 2 0,0 1-6 16,0 3-7-16,-3 0-2 0,2 2 1 0,4 0-5 16,-3 4 0-16,1-3-4 0,0 0 0 0,0 2-4 15,-2 0-1-15,4-1-4 0,-3 3 1 0,-4-5 6 16,4 1-1-16,-1 1 2 0,-5-4-1 0,7 1 5 16,-5 2-3-16,-1-1 5 0,2-3 3 0,-2 1 6 15,-2-3 7-15,4 2 1 0,-4-2 0 0,0 0 5 16,0 0 13-16,0 0 5 0,0 0 2 0,0-12 7 15,1 5 3-15,-1 1 4 0,3-6 2 0,-3 2 0 16,0-2 3-16,1 2 3 0,1 0 2 0,-1-1-2 16,2 1-4-16,0 1-1 0,-2 1-3 0,4 1-2 15,-2 0-5-15,0 2-1 0,0-1-3 0,-2 2-1 16,3 1-5-16,2-1-1 0,-2 2-2 0,2 1-2 16,-6 1 1-16,13 1-5 0,-2 3 0 0,2-2 3 15,-2 4-5-15,0-3-2 0,4 4-9 0,-1-2 2 16,-2 1-4-16,4 1 6 0,-4-1-11 0,2-1-3 0,2 3 1 15,-4-4-3-15,3 1 5 0,-4-1 0 16,2 0 3-16,-1-2 2 0,-3 1 4 0,-1-1-4 16,-2-2 5-16,3 0 1 0,-9 0 2 0,10-1 2 15,-10 1 0-15,4-5 3 0,-4 1 1 0,1 0 6 0,-1 4 1 16,0-9 5-16,-1 3 5 0,-3 1 1 0,2-2 9 16,-3 2 3-1,2-1-4-15,-2-1 2 0,-3 2 7 0,1-2-5 16,3 1-3-16,-2 1-1 0,2 3-1 0,-1-3-8 15,1 5-4-15,4 0-3 0,-10-1 0 0,10 1-6 0,-8 2 4 16,3 3-6-16,-1 1 1 0,1 1-6 0,2-1 5 16,0 5-2-16,-1-3-2 0,1 3-3 0,3-1 5 15,0 2-5-15,2-1 4 0,1-1-1 0,1 0 4 0,4 1-1 16,-3-2-5-16,2 1 4 0,4-2-4 16,0 1 3-16,8-4 3 0,-2 1-7 0,4-2-6 15,-2-2-19-15,3-1-29 0,-3-1-29 0,1-3-36 0,-1-1-39 16,-1-1-39-16,5-1-26 0,-8-2-66 0,-4 2-153 15,1 1-481-15,-2-6 214 0</inkml:trace>
  <inkml:trace contextRef="#ctx0" brushRef="#br0" timeOffset="127865.83">4284 6835 251 0,'-1'-2'332'0,"1"2"-6"15,0-7-22-15,0 7-29 0,0-4-31 0,0 4-27 16,0 0-12-16,0 0-37 0,0 0-17 0,0 0-14 16,0 0-21-16,0 0-5 0,8 18-16 0,-5-7-9 15,2 0-7-15,-1 2-8 0,4 5-4 0,2 4-9 16,-1 3-6-16,2 0-5 0,-3 0-4 0,3-4-2 16,-3 3-3-16,3 1-8 0,-4-7-21 0,1 0-18 15,-1 0-16-15,-4 0-15 0,2-5-25 0,-1 1-30 16,-1-4-25-16,2 0-30 0,-2-2-25 0,0-3-15 15,-2-1-31-15,3-3-190 0,-4-1-444 0,0 0 196 16</inkml:trace>
  <inkml:trace contextRef="#ctx0" brushRef="#br0" timeOffset="128631.45">4454 6918 135 0,'-3'-6'217'0,"3"2"-20"0,0 4-18 0,0-3-21 16,0 3-19-16,0 0-13 0,0 0-14 0,0 0-7 15,0 0-13-15,0 0-9 0,8 11-7 16,-5-5-6-16,0 2-8 0,1 1-3 0,3 1-6 16,-3 1 4-16,5 0-15 0,-3 2 0 0,-1-3-3 0,5 5-2 15,-2-3-6-15,-3-2-2 0,2 3-3 0,0-4-2 16,0 1-2-16,-2-1-1 0,2 2-3 16,-3-5-2-16,3 1-3 0,-3-2 1 0,0 2 1 15,-3-3-2-15,1-2-2 0,-1 2-1 0,0-2 2 0,2 2 16 16,-3-4 10-16,1 3 13 0,-1-3 4 0,3 4 4 15,-3-4 4-15,3 2-6 0,-3-2-2 0,0 0-2 16,0 0-4-16,0 0-5 0,0 0-6 0,0 0-4 16,4 3 0-16,-4-3-9 0,0 0-6 0,0 0-4 15,4 1-2-15,-4-1-2 0,0 0-2 0,8 1-11 16,-8-1-11-16,4 5-6 0,-1-4-15 0,1 1-5 16,-4-2 1-16,7 4-4 0,-4-1 1 0,-2-1-6 15,3 1-7-15,1-1 3 0,-2 2-4 0,-1-1-5 16,-2-3-6-16,5 5 3 0,-5-4 3 0,0-1-8 15,4 3 4-15,-4-3-5 0,3 3-3 0,-3-3 8 16,0 0 5-16,3 3 5 0,-3-3 6 0,0 0 2 16,0 0 8-16,0 0 3 0,0 0 2 0,0 0 4 15,0 0 4-15,0 0 3 0,0 0 3 0,0 0 7 16,8-8 18-16,-8 8 10 0,0-3 5 0,0 3 22 16,-3-7 5-16,3 7 12 0,0 0 2 0,0-5 3 15,0 5 5-15,0-6 1 0,0 6 4 0,0-5-2 16,0 5-2-16,0-5-5 0,0 5-5 0,-1-5-5 15,1 5-2-15,0 0-2 0,0-5 0 0,0 5-7 16,0 0-2-16,0 0-3 0,-3-5-3 0,3 5-5 0,0 0-1 16,0 0-4-16,0 0 0 0,0 0-4 15,0 0-2-15,0 0-2 0,0 0-1 0,0 0 0 16,0 0-2-16,0 0-1 0,0 0-5 0,0 0 1 0,0 0 10 16,0 0 3-16,0 0-7 0,0 0 4 0,0 0 2 15,3-4 1-15,-3 4-3 0,0 0-2 0,0 0 0 16,4-5 0-16,-4 1-7 0,0 4-2 15,2-3 0-15,-2 3-2 0,4-4-1 0,-2 0 3 0,1 1-1 16,-3 3 0-16,5-5-1 0,-5 3-5 0,0 2 0 16,7-5 3-16,-4 4-6 0,1-1 3 0,-4 2-6 15,8-1 1-15,-8 1 0 0,8 0 5 0,-8 0-4 16,10 4-3-16,-5-3 1 0,2 4 1 0,-2-1 1 16,3 3-2-16,2-1 0 0,-3 0 0 0,2 1 0 15,-2 0-3-15,0 2 5 0,2-1-13 0,-2-2-5 16,1 2-12-16,-1-2-16 0,1 1-15 0,2 1-22 15,-2-3-26-15,-1 0-31 0,2-2-33 0,-2 0-31 16,-1 0-44-16,-1-2-128 0,3 2-406 0,0-2 180 16</inkml:trace>
  <inkml:trace contextRef="#ctx0" brushRef="#br0" timeOffset="129428.25">4935 7088 38 0,'-8'1'183'0,"8"-1"-2"0,-9 3-1 16,2 0-6-16,3 1-15 0,0 1-16 0,1 0-10 16,-4 0-10-16,6 1-14 0,-2 1-7 0,0-2-10 15,3 3-5-15,0-2 3 0,0 1-12 0,3-1 1 0,1 1-3 16,2-2-7-16,1 2-4 0,-2-3-5 16,7 0-4-16,0-1-5 0,3-2-4 0,3-1-5 15,0 0-2-15,2-1-4 0,-5-2-4 0,0 1-4 16,-4-4-1-16,1 2-6 0,3-1-1 0,-5-1-2 0,-3-1 0 15,2 0-5-15,-6 1-5 0,-2-2-1 0,-1 1 1 16,0-1-1-16,-1 1-2 0,-2 1 1 0,-5-4 0 16,4 3-2-16,-3 3 0 0,-4-3-3 15,3 4 2-15,1-2-1 0,2 2-1 0,-8 3-1 0,8-1 0 16,-3 0-1-16,1 1-2 0,0-1 0 0,7 1-1 16,0 0-13-16,-11 1-7 0,11-1-9 0,0 0-3 15,0 0-13-15,18 7-9 0,-7-4-25 0,5-2-17 16,7 0 2-16,6-1-20 0,1 1-8 0,0-1 8 15,-2 2 2-15,-5-2 9 0,3-2 9 0,-4 1 4 16,0 1 16-16,1-1 8 0,-3 1 9 0,-7-1 3 16,0-3 10-16,-5 2 37 0,1 2 28 0,-4 0 34 15,-5 0 14-15,0 0 5 0,0 0 10 0,0 0 8 16,0 0 11-16,0 0 3 0,-19 6 5 0,4-3 2 16,0 2-2-16,0 0-1 0,-1 1 2 0,-2 0-5 15,0 2-7-15,1 0-7 0,4 0-9 0,0-1-6 16,-1 2-5-16,2-2-9 0,1 0-5 0,4 1-9 15,-2 0-4-15,2-1-2 0,3 2-5 0,0-1-4 16,1 0 1-16,3-2 1 0,0 2-7 0,0-2-1 16,4-1-2-16,-4 0-3 0,6 0 5 0,-1 0-5 15,3-3 0-15,-1-1-2 0,1 1-2 0,0-2 5 16,4-2-6-16,-1 0 0 0,-1-3-3 0,2 1-1 16,-2-3-2-16,3 1 0 0,-3-6 1 0,-3 2-1 15,5-5-1-15,-4-3-4 0,0 0-3 0,0-6-1 0,-2 5-1 16,-1-8 0-16,-1 0 0 0,-2 6 4 15,-4 1-2-15,2 2 5 0,-1 0 17 0,-2 1 29 16,2 0 24-16,-3 5 20 0,0-1 21 0,1 3 14 16,-1-2 7-16,1 6 4 0,-1-5-2 0,1 5-14 0,1 1-5 15,0-2-11-15,-3 2-8 0,5 2-16 0,-4-1-4 16,4 4-8-16,-1-6-14 0,-2 4-9 16,3 2-8-16,0 0-6 0,0 0-15 0,0 0 7 0,0 0-1 15,-7 8-6-15,7-3-1 0,-3 1-2 0,3 3-5 16,3 0 0-16,-3 3 0 0,0-1-7 0,1 2 3 15,1 5 7-15,-1-1-10 0,0 1 1 0,4-1-3 16,-4 1-5-16,3 0 3 0,-2-5-22 0,3 4 4 16,0 2-24-16,2-2-12 0,-2-5-14 0,5-1-11 15,2 1-13-15,-5-1-8 0,5-3-16 0,-4 0-16 16,2-3-29-16,3 2-35 0,-3-5-47 0,4 0-42 16,0-2-53-16,-3-2-263 0,4 1-647 0,-4 0 287 15</inkml:trace>
  <inkml:trace contextRef="#ctx0" brushRef="#br0" timeOffset="129615.73">5493 7068 45 0,'0'0'252'0,"0"0"-7"0,-8 0-5 0,8 0 4 0,0 0-6 16,0 0-14-16,0 0-15 0,0 0-16 15,0 0-19-15,0 0-13 0,0 0-17 0,0 0-7 16,0 0-16-16,0 0-13 0,23-5-14 0,-15 3-9 15,3-1-28-15,3 0-37 0,-3 1-51 0,3-1-57 0,0 1-58 16,5-6-72-16,-5 3-200 0,2-1-454 0,5 1 201 16</inkml:trace>
  <inkml:trace contextRef="#ctx0" brushRef="#br0" timeOffset="129835.99">5792 6871 100 0,'0'0'322'15,"0"0"-14"-15,0 0-9 0,-1-2-8 0,1 2-22 16,0 0-23-16,0 0-29 0,0 0-21 0,0 0-19 16,0 0-19-16,0 0-16 0,-1 10-10 0,1-4-19 15,0 1-9-15,1 2-8 0,3 5-11 0,-4 4-7 16,4 1-4-16,0 6-10 0,-1 2-26 0,-2 0-28 16,-1 3-26-16,-1-2-36 0,-3 2-54 0,3-3-59 15,1-1-59-15,0-6-53 0,-5 0-170 0,4-4-483 16,1 0 213-16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376.76465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1-07T10:15:35.97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3540 3424 290 0,'0'-6'301'0,"1"1"-11"0,-2 0-12 16,2 0-15-16,-2 0-21 0,1 5-24 0,1-6-20 15,-1 6-24-15,0-4-13 0,0 4-18 0,0 0-21 16,2-3-15-16,-2 3-14 0,0 0-9 0,0 0-10 16,8 10-7-16,-3-7-5 0,1 7-8 0,-1 1-4 15,2-1-5-15,1 6 3 0,0-5-12 0,-1 6-3 16,0-2-9-16,-3 2-3 0,1-2-5 0,2-2-7 15,-6 0-8-15,2-2-12 0,0 2 2 0,0-1 4 16,-2-2-5-16,3-1 1 0,-4-3-1 0,0 2 3 16,3-3-1-16,-3-1 6 0,0-1 4 0,0-3 4 15,1 6 27-15,-1-6 21 0,0 0 1 0,0 0-6 16,0 0-1-16,0 0 0 0,7-16-5 0,-5 8 9 16,4-3-10-16,-2 0 1 0,-1-2 3 0,4 2-8 15,-2-6 4-15,3 1-8 0,-2 5 3 0,-1-1-5 16,-1 3 5-16,2-2-9 0,-3 4 4 0,1 0-6 15,-3 2-1-15,3 0-8 0,0 0 1 0,-1 2-6 16,-3 3-2-16,4-1-9 0,-4 1-10 0,11 1 2 16,-7 2-6-16,7 6-13 0,-3-4-5 0,-1 1 0 15,2 2-1-15,-1-1 6 0,-1 4-8 0,1-1 1 16,0-1-3-16,2 1 3 0,-3-1 2 0,0 0-3 16,1-2 5-16,-4-2-1 0,0 0 3 0,0 0 3 15,0-2 5-15,-2 0 7 0,-1 0 8 0,2-1 22 16,-3-2 44-16,0 0-10 0,0 0-8 0,0 0 5 15,9-9 6-15,-8 4-4 0,2-1 12 0,-2-2-4 16,4-1 9-16,-4 1 6 0,3-2-2 0,0 1-1 0,-2 1 0 16,2 1-6-16,1 0 3 0,-4 0-9 15,1 3 2-15,-1-1-20 0,-1-1-1 0,1 3-8 16,2 0-6-16,-3 3-7 0,4-2-5 0,-4 2-1 16,0 0-11-16,14 5-16 0,-6-2-8 0,0 7-4 0,3-4-5 15,-3 3-7-15,7 2 14 0,3 0-21 0,-2 0 3 16,3 2-6-16,0-3-9 0,3-1 8 0,0 1-11 15,6 2-5-15,-8-7-8 0,4 2-8 16,3-2 2-16,3 0-8 0,-7-3-2 0,-2-2 3 0,0 2 1 16,-2-5 12-16,-1 2 5 0,-4-2 6 0,-2-2 6 15,0 0 9-15,-4-1 4 0,2-2 6 0,-5-1 3 16,3 0 10-16,-5 0 7 0,1-2 11 0,-4 0 12 16,3 1 21-16,-6 0 12 0,3 0 6 0,0-1 15 15,-4 5 16-15,3-1 1 0,-5 0-3 0,5 2-11 16,-3 2-11-16,1-2-6 0,-1 1-4 0,-1 3-9 15,5 1-6-15,-11 0 1 0,1 2-13 0,5-1-4 16,-5 4 2-16,2 0-1 0,0 2 1 0,2 0-7 16,0 1-2-16,3 3-2 0,-1 0-4 0,2 1-7 15,4-1-4-15,-1 1-2 0,3-1 0 0,3 2 1 16,-1-3-5-16,8 2-1 0,0 0 3 0,5-1-4 16,-1-3-21-16,1 0-23 0,1-5-21 0,-1 3-24 15,4-4-25-15,-1-2-22 0,0 0-21 0,-2-5-10 16,1 0-27-16,-2-1-13 0,-2-5-9 0,-1 1-10 15,1-3-127-15,-6 1-405 0,1-5 180 0</inkml:trace>
  <inkml:trace contextRef="#ctx0" brushRef="#br0" timeOffset="203.2">4658 3248 44 0,'-3'-18'222'0,"-4"1"16"0,6 5 9 0,-3 1-1 16,0 0 10-16,-1 3-2 0,3 3-3 0,-1-2-13 15,2 1-35-15,0 5-23 0,-2-3-28 0,3 4-23 16,0 0-9-16,0 0-10 0,0 0-13 0,-3 12-10 15,5-4-8-15,-1 6-11 0,3 4-5 0,-1 2-4 16,5 9 5-16,-4 3-16 0,1 0-11 0,2 2-15 16,-4-1-10-16,4 0-16 0,-1 0-9 0,0-3-13 0,2 1-21 15,-4-1-13-15,3-3-17 0,1-8-29 16,-2 0-27-16,-1-1-19 0,1-6-49 0,-2 1-23 16,-1-8-191-16,-1 1-447 0,3-2 198 0</inkml:trace>
  <inkml:trace contextRef="#ctx0" brushRef="#br0" timeOffset="593.79">4867 3189 135 0,'-4'-4'228'0,"2"1"-27"16,2 3-26-16,-6-1-16 0,6 1-16 0,0 0-13 15,-9 9-14-15,6-2-10 0,3 3-13 16,-3 1-10-16,2 2-7 0,1 6-6 0,1 0-12 0,-1 2 0 15,3 1-9-15,3-2 1 0,-1 7-6 0,0 2 0 16,-1-2-7-16,3-6-1 0,0 5-4 0,0-6-4 16,-2-1-1-16,-1-3-2 0,2-3-6 0,-2-2 0 15,0 1-2-15,-1-2 4 0,-2-3-7 0,4-2 3 16,-2 1 0-16,0-3 42 0,-3 1 40 0,2-1 1 16,-2-3-7-16,0 0 2 0,0 0 4 0,0 0 3 15,3-13 1-15,0 8 8 0,-3-2-2 0,1 1 10 16,-1 1-4-16,2-3 6 0,-1 3-9 0,2 0-10 15,-3 1-4-15,0 4-10 0,1-6-18 0,-1 6-8 16,0-4-12-16,0 4-10 0,0 0-15 0,0 0-17 16,0 0-18-16,18 11-14 0,-14-6-12 0,6 4-16 15,-1 0-14-15,-1 2-20 0,-1-1-13 0,8 4-27 16,-3-1-22-16,-1-1-27 0,4 3-31 0,-5-6-30 16,3-2-29-16,-2-1-198 0,-3 1-503 0,4-3 223 15</inkml:trace>
  <inkml:trace contextRef="#ctx0" brushRef="#br0" timeOffset="1468.71">5196 3558 143 0,'0'-7'270'0,"2"1"7"0,-2-1-7 0,0 2-14 15,0 1-11-15,0 0-23 0,0 4-16 0,-2-8-23 16,2 8-18-16,0-3-21 0,0 3-17 0,0 0-11 16,0 0-14-16,0 0-1 0,0 0-28 0,5 13-2 15,-4-7-4-15,3 2-10 0,2-1-7 0,3 2-8 16,-1 0-10-16,2-1-5 0,-1 2-14 0,5-1-12 15,-5-2-9-15,6 0-9 0,-4-2-14 0,3 1-10 16,-3-1-7-16,1-1-4 0,0-3 4 0,-5 0 6 16,1 0 2-16,-2-2 0 0,-6 1 4 0,8-2 7 15,-6-2 1-15,-2-2 1 0,0 6 8 0,-5-8 6 16,1 4 6-16,-1-3 15 0,-4 0 6 0,4 2 3 0,-6 0 2 16,3-2 3-16,-2 3 5 0,5 0-13 0,-6 1 4 15,4-2-7-15,0 4 1 0,3-3-3 16,-4 3-3-16,6-1-18 0,2 2-10 0,0 0-6 15,0 0-4-15,0 0-4 0,0 0-12 0,21 2-23 0,1-1-18 16,-2-1-17-16,13 0-6 0,-3-1 1 0,6 2-1 16,-3-1 1-16,3 2 14 0,-2-4 12 15,-3 4 5-15,0-5 4 0,-6 2 7 0,-3-2 10 16,-2 2 11-16,0-1 12 0,-10-1 32 0,1 0 27 16,-2 2 36-16,-3 0 32 0,-1-1 6 0,-5 2-7 0,6-5-10 15,-6 5-6-15,0 0-8 0,0 0-2 0,-17-5-2 16,6 5-5-16,2 2-5 0,-5-2-2 0,-1 0-6 15,2 6-3-15,-6-1 0 0,2 2-8 16,-2 0-4-16,-1 2-1 0,6 0-3 0,2-1 1 0,1 1-6 16,0 0-4-16,3 0-2 0,0 1 0 0,1 2-1 15,3-3 1-15,0 2-3 0,1-2 1 0,4 2-1 16,-1-6 0-16,5 4 2 0,-3-3-2 0,5-1 0 16,-1-2-2-16,-1 0 2 0,10 1-5 0,-5-4-4 15,3-1-3-15,-2-3-10 0,5-1-10 0,-1-4-5 16,3-4-19-16,-4 3-6 0,3-3-12 0,-3-6-11 15,3-3-16-15,0-2-9 0,-4-2-10 0,-2-1 1 16,3-4-2-16,-2 2 0 0,-5-1 21 0,0 5 6 16,1-2 16-16,-7 1 47 0,1 7 45 0,-2 2 45 15,0 1 29-15,-2-1 18 0,1 6 14 0,-4-1 5 16,2 1 10-16,0 2-5 0,-1 2-8 0,0 1-13 16,-2 0-13-16,-2 3-13 0,3-1-13 0,-2 4-5 15,7 0-12-15,-15 4-7 0,7-1-6 0,1 3-8 16,-1 3-4-16,5 2-4 0,-4 5-3 0,4 2-4 15,0 1-3-15,4 2-5 0,2 6-2 0,1-5-3 16,1 4-2-16,1 2-1 0,2-1-5 0,3 0-7 16,-2-4-5-16,5 2-17 0,-5-7-8 0,2 0-12 15,2-1-12-15,-4-3-16 0,3-1-13 0,-1-1-8 16,0-6-3-16,0 2-7 0,2-2 3 0,-3-3 11 16,0-1 7-16,-5-3 9 0,3 0 16 0,3-2 9 15,-5 2 22-15,-2-5 29 0,0 0 33 0,1 0 23 16,-5 1 27-16,0-2 25 0,0 1 13 0,0 1 21 15,-5-2 12-15,5 1 2 0,0 0 5 0,-2 2 1 16,2 4-19-16,-4-7-20 0,3 5-2 0,1 2-23 0,-1-4-16 16,1 4-14-16,0 0-12 0,0 0-21 15,0 0-9-15,0 0-12 0,0 0-20 0,0 0-6 16,6 14-6-16,1-9-17 0,0 1-19 0,5 1-21 16,-1-1-39-16,1-1-40 0,2 1-60 0,6 3-60 0,2-7-60 15,-3 1-224-15,3-1-599 0,0-1 266 0</inkml:trace>
  <inkml:trace contextRef="#ctx0" brushRef="#br0" timeOffset="1671.82">6252 3514 155 0,'0'0'353'0,"-6"-4"-5"0,6 4-11 0,-4-3-16 0,4 3-26 15,0 0-26-15,-4-2-9 0,4 2-14 0,0 0-23 16,0 0-23-16,0 0-23 0,0 0-13 0,0 0-20 15,0 0-16-15,0 0-22 0,0 0-10 0,0 0-23 16,14-4-34-16,-8 4-41 0,2 0-39 0,1-2-63 16,-2 1-63-16,4-3-86 0,1 3-82 0,-2-1-171 15,3 1-547-15,-2-2 242 0</inkml:trace>
  <inkml:trace contextRef="#ctx0" brushRef="#br0" timeOffset="2374.92">6456 3347 244 0,'0'0'260'0,"-1"-3"-22"16,1 3-23-16,0 0-26 0,0 0-15 0,15-2-18 15,-7 2-16-15,1 2-17 0,2-2-3 16,2 1-20-16,1 1-8 0,-3-2-8 0,4 4-11 16,-2 0-6-16,-1-2-7 0,-1 2-2 0,0 2-5 0,1 0-6 15,-3 0-6-15,2 0-8 0,-3 0-2 0,0 0-5 16,-4 1-1-16,3 2-4 0,-2 0 0 0,-3 0-4 15,5 1 0-15,-6 0-2 0,2 2 6 16,-3-2 11-16,-3 3 7 0,3-2 1 0,-5-1 1 0,2 2-2 16,2-1 14-16,-2 0-12 0,-1-1-1 0,3 0-2 15,-4-2-2-15,4 1 1 0,0-3 0 0,1 2-5 16,0-2 3-16,1 1 0 0,0-1 3 0,4-1 1 16,-4-1 1-16,6 0 1 0,5 1-1 0,-1-2-4 15,6-1 1-15,1 0-7 0,4-3-6 0,1 0-4 16,0 1-18-16,0-4-42 0,0 1-53 0,1-2-61 15,4-5-78-15,-10 4-296 0,1-2-571 0,-4 1 253 16</inkml:trace>
  <inkml:trace contextRef="#ctx0" brushRef="#br0" timeOffset="3015.49">3739 4378 22 0,'-3'4'237'0,"3"-4"5"0,15 4 3 0,5-4-6 0,18-3-5 16,22-1-13-16,38-6-14 0,1 1-3 0,13-3-14 15,7-1-13-15,9-3-16 0,3 1-14 0,6 0-13 16,6 2-10-16,-3 1-5 0,-1-1-13 0,2 4-11 16,0 2-15-16,-7 3-4 0,-2 0-7 0,-4 6-6 15,-7 0-5-15,-7-4-3 0,-8 4-7 0,-6 4-15 16,-33-2-35-16,-4-1-25 0,-7 4-39 0,-15-1-47 15,-6 0-43-15,-5-1-52 0,-8-3-57 0,-10 4-194 16,-1-1-496-16,-3 0 220 0</inkml:trace>
  <inkml:trace contextRef="#ctx0" brushRef="#br0" timeOffset="3669.19">4566 3423 173 0,'-5'-3'390'15,"1"1"-13"-15,4 2-16 0,-5-3-7 0,5 3-10 0,-4-1-22 16,4 1-25-16,-3-4-23 0,3 4-30 0,0 0-32 15,0 0-15-15,11-5-19 0,3 1-23 0,6-1-16 16,13-3-12-16,1 2-45 0,5 1-67 0,21-3-74 16,0 2-72-16,-3 2-100 0,5-1-106 0,-3-2-244 15,4 7-629-15,-4-3 279 0</inkml:trace>
  <inkml:trace contextRef="#ctx0" brushRef="#br0" timeOffset="10266.41">7728 4649 97 0,'2'-10'274'15,"-2"3"-12"-15,2-4-1 0,-2 5-9 0,-2-4-8 16,2 2-2-16,0 1-8 0,-1-1 7 0,1 0-22 16,-1 0-6-16,-2 2-17 0,0 0-12 15,-1-1-23-15,-1 2-15 0,1 1-15 0,-3 2-23 0,1-3-12 16,-2 3-14-16,-4 4-11 0,1 0-6 0,-4 1-6 16,0 3-9-16,-4 2 12 0,4 1-22 0,-2 1-7 15,0 1 4-15,2 1-7 0,0-1-3 0,3 4-8 16,-2-2-1-16,5-1-2 0,1 0-7 0,0 3-6 15,2-5-3-15,5-2-4 0,-1 1-2 0,2-2-2 16,2 4-4-16,2-2 6 0,4-1 1 0,1-1-4 16,1-1 3-16,1 1-4 0,5-3 10 0,-3 0-7 15,3-1 1-15,-2 2 5 0,-1-3-4 0,1 1 3 16,-3-1-2-16,2 2 1 0,-5-3-5 0,-1 0-3 16,-3 2 1-16,4-3-9 0,-5 2 0 0,1 1 2 15,-4 1 1-15,0-4 6 0,-4 10-1 0,3-3-2 16,-5 1 3-16,-5 3 2 0,0 4-1 0,5-5 2 15,-5 6 1-15,-3 1-1 0,2-4-1 0,1 5 2 16,2-2 0-16,-1 3-1 0,3-2 1 0,3 1-1 0,0 0 0 16,0-2 4-16,3 1 1 0,1-4 0 15,0 1 3-15,5-2-1 0,2 3 4 0,5-1 3 16,5-4-1-16,4 0 3 0,8-1-3 0,5-3-1 16,4-1 2-16,1-3 7 0,3-2-11 0,14-1 3 0,-15-2 5 15,0-1-6-15,1 0-12 0,0-1-12 16,-4-1-12-16,2-3-14 0,-5-2-17 0,-1-1-17 15,-3 4-11-15,-4-6-5 0,-6 2 5 0,-5 0-1 16,2-2 5-16,-4 1 3 0,-5-1 13 0,1 1 0 0,-5 0 8 16,-1 1 9-16,-3 0 8 0,-1-1 15 0,-1 2 24 15,0-1 9-15,-2 3 17 0,-1-1 11 0,0 0 8 16,-3 0 7-16,0 3 1 0,-2-1 4 16,1 3-3-16,-3-3-4 0,1 5-1 0,-2 0-3 0,0 2-4 15,1-1-8-15,-4 1 0 0,3 2-1 0,-2 2-5 16,2 0-2-16,-3 2-1 0,4 3-5 0,-7-1-2 15,7 3-3-15,-2 1 3 0,-2 1-6 0,1 1 3 16,6-2 2-16,-1 3-7 0,2 1 0 0,0-2-2 16,2-2 3-16,2 1 2 0,0 1-4 0,3-2 3 15,0-1-1-15,3 0-3 0,0 0 0 0,2-4-1 16,-1-1 1-16,4-1 0 0,-1-1 1 0,5-2-2 16,-1 0-2-16,2-3 2 0,-3-4 1 0,1 0-4 15,3 0 3-15,-5-2 0 0,4-2 0 0,-3 0 1 16,0-1 5-16,-2 1-3 0,-1 0 7 0,2-1 19 15,-6 1 24-15,3 0 15 0,-1 1 15 0,-4 2 10 16,1 1 6-16,-1 0 4 0,2 0 7 0,-2 1-5 16,2 2-15-16,-3-1-8 0,0 4-12 0,2-5-16 15,0 2-17-15,-2 3-1 0,0 0-2 0,0 0-2 0,0 0-3 16,5 9-2-16,-2-3-5 0,0 1-11 16,1-1 7-16,0 4 0 0,5 1-10 0,-2-1-9 15,-1 0 5-15,1-1-26 0,3 3-18 0,-1-2-13 16,0-2-13-16,-2 2-23 0,4-2-15 0,-3-1-18 0,0 1-33 15,0-4-36-15,-1-3-34 0,1 4-39 0,-1-5-38 16,0 1-247-16,1-1-593 0,-8 0 263 0</inkml:trace>
  <inkml:trace contextRef="#ctx0" brushRef="#br0" timeOffset="11235.24">8453 4935 11 0,'0'0'179'0,"0"0"-3"15,0 0-10-15,10 0-3 0,-10 0-7 0,10 0-2 16,-10 0-10-16,10 4-8 0,-4-3-8 0,1 1-12 16,-3 2-12-16,5-2-9 0,-4 1-10 0,2 0-7 15,2 3-7-15,-3 3-7 0,1-5-6 0,-1 5-8 16,0-1-5-16,2 0-3 0,-4 2-7 0,-3-5 1 16,2 1-6-16,1 1 1 0,-1-3-4 0,-2 2-1 15,-1 0 4-15,0-1 15 0,0-5 22 0,0 6 24 16,0-2 20-16,0-4 16 0,0 0 20 0,0 0 10 15,0 0-5-15,0 0-7 0,0 0-8 0,-12-13-17 16,12 9-12-16,-3-5-5 0,3 3-11 0,0-5-17 16,3 5-13-16,1-6-20 0,3 4-16 0,-2 0-33 15,-1-1-26-15,5 1-25 0,0 2-21 0,-1 2-23 16,3 0-27-16,0 2-15 0,2 1-19 0,-2 2-10 16,4 1-9-16,-4 1-5 0,0 1 5 0,4-1 5 15,-4 2 7-15,2 2 13 0,-2-1 16 0,3 0 9 0,1-1 19 16,-5 1 16-16,3-2 6 0,-2-2 8 15,1 2 8-15,-1-1 9 0,-1-2 10 0,-2-2 9 16,4-2 10-16,-2-1 10 0,-2 2 23 0,1-5 7 16,-1 1 0-16,1-1 13 0,-1-1 2 0,1-2 0 0,-2-1 9 15,0 0-2-15,-2-1 1 0,1-1-4 0,0-3 8 16,-1-1 4-16,-1-1 1 0,-2-1 1 16,1 1 6-16,-3-5-1 0,0 2-1 0,0 0 21 15,-3 0 8-15,2-1 0 0,-4 3 3 0,3 1 5 0,-3-1 3 16,-3 5-5-16,1 1-5 0,3 0 0 0,-3 3-5 15,1 2-9-15,0 2-10 0,0 2-3 0,1 1-5 16,-3 1-5-16,-1 4-8 0,-1 0-1 16,4 2-2-16,-5 2 0 0,-1 2-7 0,5 2-3 0,-1 2 1 15,-4 3 0-15,4-1-4 0,1 5-1 0,0-2 1 16,1 2 0-16,3 0-1 0,-1 2-4 0,2-2 1 16,2 3-1-16,0-2 1 0,4 7-1 0,-1-7 1 15,2 0 3-15,5 4-3 0,-2-4-1 0,4-1-5 16,-1-3 0-16,3-1 0 0,-2 0-4 0,3-2 1 15,1-3 0-15,1 1-3 0,-1-4 0 0,-4 0-1 16,9-4-1-16,-5-3 2 0,0 1 0 0,-2-4 2 16,2 0 3-16,-2-4 0 0,1 4 0 0,-2-5 0 15,1-1 5-15,0-3 5 0,-5 3 11 0,2 0 13 16,-3 2 15-16,-1-4 8 0,-3 5 11 0,1 0 2 16,1 0-2-16,-2 1-3 0,0 0-4 0,0 2-7 15,-2 0-2-15,2 1-12 0,-4 2-6 0,1-5-15 16,-1 5 1-16,0 0-2 0,9 8-6 0,-6-4-6 15,1 2-10-15,2 1-8 0,-3 1-3 0,3-2-10 0,5 4-6 16,-3-2 1-16,3 1-1 0,3-2-2 16,-5 3 2-16,6-5 1 0,-4 0 2 0,0 0 5 15,1 0-1-15,-1-4 11 0,-3-1-4 0,2 0 1 16,-3 0 1-16,-1-4 5 0,0 2 5 0,-1-5 11 0,1 2 19 16,-2 2 19-16,-2-5 12 0,0 3 16 0,1 0 22 15,-2-3 19-15,2 3 18 0,-2 0 18 0,-1 1 6 16,1-2-5-16,-1 6-12 0,3-6-14 15,-3 6-14-15,0-3-18 0,0 3-7 0,0 0-22 0,0 0 7 16,0 0-22-16,8 15 2 0,-6-4-10 0,0 7-4 16,2 1-2-16,1 11-1 0,0 1-14 0,-2 3 8 15,1 16-1-15,-3-10-3 0,7 10 9 0,-4 1-9 16,-1-13-10-16,1 1 0 0,3-3 3 0,-3-2-12 16,7 0-15-16,-6-5-29 0,5-5-31 0,-6-3-43 15,7-5-31-15,-6-3-45 0,2-4-64 0,4-3-109 16,1-5-296-16,5-1-716 0,3-6 317 0</inkml:trace>
  <inkml:trace contextRef="#ctx0" brushRef="#br0" timeOffset="11891.43">10398 4621 156 0,'5'-19'280'0,"-1"1"-4"16,2-2 5-16,-5 3 7 0,2 1-4 0,-3 4-17 0,-3 0-7 15,3-1-23-15,-3 1-15 0,-4 2-21 16,6 3-30-16,-4 2-20 0,-5 0-12 0,5 3-19 16,-5 0-12-16,-3 2-8 0,0 2-18 0,1 3-7 15,-3-1-6-15,4 5-13 0,-5 2-6 0,2 1-6 0,-1 1 1 16,4 3-6-16,-1 0-7 0,1 0-5 0,5 1-2 16,0 1-4-16,1-2 1 0,3 2-1 15,2-2-6-15,2 2 1 0,4-1-3 0,1 0 6 16,6 0-6-16,1-2-4 0,2 0 4 0,1-1 4 0,2 1-6 15,-1-3-1-15,2 0-2 0,-2-1 0 0,1 1-1 16,-1 0-1-16,-9-6-1 0,5 4 0 0,-5-4-5 16,1-1 0-16,-5 2-2 0,1-4-3 0,-2 2 1 15,-4 0 4-15,2-2 2 0,-2 1-1 0,0-4 12 16,-5 7-6-16,-2-2 3 0,-5-3-5 0,0 3 0 16,-2-1 0-16,-1-1 5 0,-3 2-5 0,2-4-18 15,4 2-22-15,-3-1-23 0,3 1-24 0,2-2-18 16,-2-1-16-16,5 3-16 0,2-3-46 0,5 0-55 15,0 0-41-15,-4-7-29 0,4 7-173 0,4-6-514 16,4 0 227-16</inkml:trace>
  <inkml:trace contextRef="#ctx0" brushRef="#br0" timeOffset="12110.16">10728 4460 284 0,'2'-4'323'15,"-1"2"-25"-15,3-1-38 0,-4 3-30 0,0 0-26 16,0 0-18-16,0 0-24 0,0 0-20 0,1 14-11 16,-5-2-14-16,3 0-13 0,-2 6-9 0,2 0-8 15,1 4-6-15,1 5-11 0,-1 1-6 0,3 1-2 16,-3-2-8-16,5 3-3 0,-2-1-7 0,0-2-5 16,2 2 0-16,1-2-4 0,-1 1-6 0,-1-8-2 15,1-2-24-15,1 3-24 0,-2-4-34 0,-4 0-50 0,3-5-49 16,1-3-55-16,-1 0-238 0,-3-3-483 15,5-3 215-15</inkml:trace>
  <inkml:trace contextRef="#ctx0" brushRef="#br0" timeOffset="12563.41">10659 4758 50 0,'-2'-2'321'0,"-2"-2"-11"16,4 4-21-16,-1-5-21 0,1 5-23 0,1-5-26 15,3 1-21-15,1 3-22 0,-5 1-17 0,16-2-15 16,-7 0-17-16,4 2-11 0,2-1-13 0,2 2-7 16,4-1-11-16,-1 2-12 0,3 1-6 0,-2 1-8 15,2-1-6-15,-2 2 0 0,0 1-12 0,3 0-1 16,-3 0-4-16,-2 1-3 0,1-1-7 0,-1 1-4 16,-8-2 2-16,0 0-7 0,1 2 1 0,-4 0-7 15,2-1-3-15,-5 1 1 0,1-4 0 0,-1 2-2 16,-2-2-3-16,1 2 3 0,-1-2-5 0,0 0 0 15,1-2 1-15,-4-1-1 0,1 4-1 0,-1-4 4 16,0 4 1-16,0-4 2 0,5 2 4 0,-5-2 6 16,0 0 2-16,10 1-1 0,-10-1 0 0,8-3-2 15,-1 1 2-15,2 1-2 0,2-3-3 0,-4 0-1 16,7 0 2-16,-6-1-1 0,0 0 0 0,4 1 1 0,-5-5 13 16,0 4 6-16,-2-1 1 0,2-1 3 15,-6 1-5-15,3-2 0 0,-2 1-2 0,-2-1 2 16,0-2 1-16,-6 1-9 0,1 0-6 0,0 3-1 15,-5-2-10-15,2 0 3 0,-4 2-5 0,-2-2-8 0,1 5-19 16,-4 0-15-16,-2-1-15 0,5 0-22 0,0 4-19 16,0 3-28-16,-1-1-44 0,3 2-34 15,1 0-34-15,4-3-37 0,-1 7-216 0,4-3-524 16,1 0 232-16</inkml:trace>
  <inkml:trace contextRef="#ctx0" brushRef="#br0" timeOffset="12829.01">11402 4737 220 0,'0'0'274'0,"0"0"-34"0,10-2-26 0,-10 2-27 16,3 4-18-16,-3-4-15 0,4 6-17 0,-3 1-15 16,2 3-8-16,-3 1-12 0,2 1-9 0,-1 6-1 15,-2 9-9-15,1-1-9 0,0 6-4 0,0 1-5 16,1 2-7-16,-2 0-2 0,2 4-5 0,-2-1-5 15,1-2-3-15,1 0-2 0,0 0-4 0,1 0-3 16,0-5-3-16,3-2 2 0,-3-1-3 0,2-6 0 16,0-3-3-16,-2-3 0 0,0-4 0 0,0 0-4 15,-2-6 3-15,0 0-1 0,1-2 2 0,0-3-24 16,-1-1-37-16,0 0-41 0,0 0-60 0,5-16-66 16,-4 3-239-16,-1-6-477 0,4 1 210 0</inkml:trace>
  <inkml:trace contextRef="#ctx0" brushRef="#br0" timeOffset="13078.99">11388 4730 265 0,'-4'-5'295'0,"-3"-1"-8"0,4 1-18 0,2-2-20 0,1 3-25 16,0 4-24-16,4-7-19 0,3 2-21 15,1 2-14-15,3 3-16 0,2-2-13 0,5 4-12 16,2-2-8-16,-1 1-17 0,1 6-3 0,1-2-5 15,-4 1-11-15,-1 1-8 0,3-1-1 0,-4-1-5 0,0 3-7 16,-6-1-9-16,4 3 0 0,-8-3-5 0,5 4-5 16,-5-3-4-16,-2 2-5 0,-3 1 1 15,-3-1 1-15,-1 0-10 0,-7 4-11 0,3-4-22 0,-7 1-23 16,-4 3-29-16,5-3-38 0,-5 0-40 0,-1-4-40 16,1 2-46-16,1-2-170 0,0 0-448 0,-1-2 198 15</inkml:trace>
  <inkml:trace contextRef="#ctx0" brushRef="#br0" timeOffset="13344.59">11765 4768 220 0,'1'6'210'16,"0"1"-6"-16,1 4-11 0,-2 0-12 0,2 6-3 15,1 1-2-15,-3 0-15 0,2 11-15 0,-1-2-13 16,-1 1-13-16,1 2-9 0,3 0-9 0,0-3-10 16,0 4-9-16,-1-1-6 0,1-4-9 0,0 0-5 15,-1-7-8-15,0-1-2 0,0 0-8 0,-3-5 1 16,2-1-5-16,-2 0-1 0,3-3-6 0,-3-2-14 16,1-2-4-16,-1 0-4 0,0-3-32 0,0-2-56 15,0 0-50-15,0 0-59 0,0 0-53 0,-4-15-135 16,2 2-404-16,-1 1 180 0</inkml:trace>
  <inkml:trace contextRef="#ctx0" brushRef="#br0" timeOffset="13657.06">11755 4774 24 0,'-3'-12'293'0,"-2"1"7"16,2 0-2-16,3 1 7 0,0 0-13 15,-1 4-10-15,2-2-7 0,-1 0-16 0,0 2-17 16,0 0-24-16,3 0-19 0,-2-1-22 0,3 1-19 0,2 0-5 15,-5 2-27-15,6 2 5 0,1-1-28 0,0 2-13 16,3 0-12-16,0 1-7 0,1 2-9 0,-1 1-9 16,0 0-5-16,1 4-1 0,-1-3-9 15,1 3-5-15,-2 1-11 0,-1 0-6 0,0 2-5 0,0 0-12 16,-2 0-10-16,-2 1 5 0,1-1-3 0,-5 2-6 16,-1-2 7-16,-2-1-13 0,-4 1 4 0,1 0-2 15,-4-1 1-15,-3-1-1 0,1 1-1 0,-6 0-16 16,-1 0-15-16,-1-2-7 0,1-3-11 0,-1 3-5 15,8-2-11-15,-5-2-12 0,4-1-22 0,2-1-24 16,1 2-29-16,3-3-30 0,6 0-35 0,0 0-31 16,0 0-171-16,-4-3-474 0,4 3 210 0</inkml:trace>
  <inkml:trace contextRef="#ctx0" brushRef="#br0" timeOffset="14485.18">12124 4719 186 0,'2'-4'291'0,"-2"4"-18"0,0 0-27 16,0 0-25-16,3-3-25 0,-3 3-24 0,0 0-17 15,0 0-15-15,0 0-13 0,0 0-14 0,-3 13-11 16,3-9-10-16,-2 1-10 0,2 1-7 0,0 1-7 16,-2 1-9-16,2-1-1 0,2 4-6 0,-1 0-7 15,2 1-4-15,-2-4-8 0,2 3-6 0,2 2-10 0,-1-5-14 16,1 4-12-16,1-6-14 0,-2 3-9 15,0-5-13-15,0 4-6 0,3-4-1 0,0-1-1 16,1-1-4-16,0-1 8 0,2-2 5 0,-2-1 1 16,0 0 8-16,-2-2 3 0,3-3 1 0,1 0 8 0,-2-2 3 15,0 1 7-15,-1-3 9 0,4-3 13 0,-2 5 16 16,-2-3 12-16,0 4 17 0,1-1 10 16,-3 1 6-16,0-1 9 0,-3 2 11 0,1 2-3 15,1 0-8-15,-4 1-9 0,3 0-2 0,-2 1-9 0,-1 3-13 16,0 0-8-16,5-4-5 0,-5 4-4 0,0 0 0 15,0 0-3-15,7 7-2 0,-7-7-4 0,0 8 0 16,3-3-4-16,-2 0 1 0,1 2-3 0,1-1-2 16,-2-1-5-16,0 0 1 0,2 0-3 0,0 1-4 15,1-2 3-15,-3 0-4 0,0-1 0 0,1 1 2 16,-2-4 1-16,4 4 2 0,-4-4-1 0,4 1 1 16,-4-1 0-16,0 0-1 0,0 0 3 0,12-5 4 15,-9 2 3-15,2-1 2 0,-3 1 8 0,2-1 9 16,-3 0 1-16,2 0 2 0,2 0-3 0,-2 1-1 15,1-1-8-15,-1 0 6 0,-2 0-11 0,6 1 3 16,-3 2-8-16,2-1-3 0,-1 0 3 0,2 1-5 16,-7 1-3-16,20 1 2 0,-9 1-2 0,3-1-7 15,1 1 2-15,4 1-8 0,2-1-3 0,0 1-1 16,9 0 1-16,-2 1-3 0,5-2-1 0,-3-1-3 16,4-1-6-16,-3-1 4 0,2 0 0 0,-2 0 2 15,-2-3 2-15,-5 0 2 0,5-3 1 0,-8 2 3 16,0 0-2-16,1-4 0 0,-1 2 5 0,-4-4-1 15,0 1 0-15,-1-2 2 0,-7 4 2 0,0-3 0 0,-2 1 4 16,1 1-3-16,-6 0-2 0,-1 1 1 16,-1-3-1-16,-3 0 0 0,-1 4 1 0,0 1-3 15,-3 1 4-15,-1-2 0 0,-2 3-2 0,-1 1 3 16,-2 0 1-16,1 2-3 0,-2 1 0 0,1 1 4 0,-2 2-6 16,0 0 0-16,-3 4 6 0,5-1-7 0,2 1-2 15,-2 1 5-15,0 4-1 0,1 2 3 16,3-3-1-16,0 5 4 0,2 1-1 0,2-1 0 15,1 2 3-15,2 2 0 0,1 6 3 0,2-5 7 0,2 7 16 16,2 1-4-16,1 2 5 0,2-1-3 0,1-1 0 16,-2 2-2-16,2 1-6 0,-3-2 2 0,2 0-3 15,-1-2-2-15,-1-1 2 0,-1-7-4 0,-5-2-4 16,2-1 2-16,0 1 0 0,-3-5 2 0,1-1-5 16,-3-2-1-16,-1-2-7 0,-3-1-14 0,3-3-27 15,0-4-27-15,-7 1-42 0,3-3-61 0,-4-3-75 16,-6-5-297-16,3-3-586 0,-2 0 260 0</inkml:trace>
  <inkml:trace contextRef="#ctx0" brushRef="#br0" timeOffset="14813.4">12503 4295 323 0,'0'0'315'0,"-1"-4"-33"0,1 4-29 0,-3-4-21 15,3 4-32-15,0 0-26 0,0 0-13 0,0 0-20 16,0 0-9-16,0 0-17 0,0 0-9 0,0 16-12 16,3-12-9-16,-2 2-8 0,-1 0-8 0,4 2-6 15,0-3-6-15,1 3 0 0,-3-2 2 0,2-1-7 16,-3 0-5-16,2 0-5 0,1 0-4 0,-1-2-4 15,0 1-3-15,-3-4 0 0,4 4-1 0,-3-3-4 16,-1-1 1-16,0 0-4 0,0 0-3 0,0 0-4 16,10-9 0-16,-9 6-2 0,0-2-8 0,-1 5-14 15,2-11-19-15,-4 8-36 0,1-2-44 0,-3-1-67 16,4 0-85-16,-3 3-210 0,-1-4-507 0,3 5 225 16</inkml:trace>
  <inkml:trace contextRef="#ctx0" brushRef="#br0" timeOffset="18813.23">6955 5031 8 0,'-4'-4'360'0,"4"4"-19"16,-8-1-23-16,3-2-21 0,2 1-5 0,3 2-14 0,-6-4-20 15,6 4-24-15,0 0-19 0,-2-3-10 0,2 3-17 16,0 0-24-16,0 0-17 0,0 0-23 0,0 0-11 16,0 0-34-16,13-6-35 0,5 2-57 0,2-1-56 15,13-1-79-15,2 1-93 0,-1 0-292 0,2 2-576 16,-5-4 255-16</inkml:trace>
  <inkml:trace contextRef="#ctx0" brushRef="#br0" timeOffset="21231.27">7552 6281 16 0,'2'-4'344'0,"-2"0"-9"0,0-3-9 15,1 1-13-15,-1 3-12 0,3-2-11 0,-2 0 4 16,-1 2-10-16,0 3-10 0,0-5-13 0,0 5-16 16,0-7-26-16,0 7-8 0,0-4-20 0,0 4-20 15,4-2-26-15,-4 2-8 0,0 0-12 0,0 0-12 16,1-4-15-16,-1 4-11 0,0 0-9 0,0 0-6 15,0 0-10-15,0 0-9 0,0 0-5 0,0 0-6 16,0 0-8-16,0 0 1 0,0 0-7 0,0 0-3 16,0 0-1-16,0 0 0 0,0 0-14 0,0 0-12 0,0 0-5 15,0 0 5-15,0 0-22 0,0 0-2 16,0 0-2-16,0 0-8 0,0 0-7 0,0 0 0 16,0 0-3-16,0 0-9 0,0 0 2 0,0 0-1 15,0 0 6-15,0 0 8 0,0 0-16 0,0 0 11 0,0 0 3 16,0 0-9-16,0 0 2 0,0 0 2 0,0 0 1 15,0 0 8-15,0 0-1 0,0 0 2 16,0 0 4-16,0 0 6 0,0 0 3 0,0 0 1 0,0 0 5 16,0 0 0-16,0 0 9 0,0 0-7 0,0 0 2 15,0 0-2-15,0 0-1 0,0 0-15 0,0 0-6 16,0 0-7-16,0 0-12 0,0 0-18 0,0 0-23 16,0 0-17-16,0 0-29 0,0 0-25 0,-10 7-39 15,10-7-35-15,0 0-37 0,0 0-161 0,0 0-476 16,0 0 212-16</inkml:trace>
  <inkml:trace contextRef="#ctx0" brushRef="#br0" timeOffset="21840.6">7710 6140 54 0,'0'-5'247'0,"0"-1"-2"15,-1 3-8-15,1 3-10 0,-2-9-13 0,0 3-8 16,-1 1-15-16,0 2-16 0,-1-1-15 0,0-1-18 15,-4 2-15-15,3-1-15 0,-4 2-11 0,1 1-11 16,-4 1-11-16,2 0-8 0,-2 1-9 0,0 2-5 16,0 3-8-16,2 2-5 0,-8 0-5 0,2 3-4 15,2 3-4-15,-2 1-5 0,3 2 2 0,-3 4-6 16,2 3-2-16,4-5-3 0,-1 3-2 0,0 1-1 16,7-3-1-16,1 2-3 0,1-2 0 0,0 0 3 15,2 3-3-15,3-4 1 0,3 0-3 0,1 0 6 16,3-1-4-16,1 0 0 0,3-4-1 0,2 0 0 15,1-1-1-15,1-4-3 0,3 0 3 0,-3 1 0 16,2-4-1-16,3-5-2 0,-4 0 4 0,4-1-4 16,-2-1 0-16,-1-2-2 0,0-2 0 0,-2-3 1 15,-3 2-2-15,-1-2 2 0,-2-1-2 0,-4-1 6 16,0 1-5-16,-1-3 7 0,-2 3 15 0,1-2 14 16,-2 2 14-16,-3 1 16 0,2 1 3 0,-3 1 14 15,0-2 13-15,2 3 3 0,-2-2-8 0,0 4-8 16,1 0-5-16,-1 3-22 0,3-7-7 0,-3 4-11 15,0 3-10-15,0 0 0 0,0 0-6 0,0 0-3 0,6 12-9 16,-3-4 2-16,-3-2 6 0,3 5-7 16,2 0-3-16,-3 0 4 0,2 1-2 0,1 1-2 15,3 4-21-15,-4-5-7 0,0 0-11 0,2 3-18 0,1 2-8 16,1-4-12-16,-3 2-33 0,-2-3-31 0,5-1-44 16,-4-2-43-16,3 0-52 0,2-1-62 0,-3-3-186 15,2-1-561-15,-4-2 248 0</inkml:trace>
  <inkml:trace contextRef="#ctx0" brushRef="#br0" timeOffset="23710.1">8062 6387 63 0,'6'-3'238'15,"-2"1"-20"-15,0-2-22 0,2 3-21 0,0 0-18 16,-6 1-16-16,14 0-15 0,-6 1-11 0,0 3-16 16,0-3-8-1,2 3-8-15,-2 0-11 0,4 2-4 0,-2 0-8 16,-3 0-5-16,3 4-8 0,-1-3-4 0,-3 1-1 0,0 0-4 16,0 1-7-16,-1 0 3 0,-4-3-7 0,-1 1 3 0,3 0-7 15,-5-1-3-15,2 0-2 0,-2-1 2 0,0 0-2 16,2-5 1-16,-4 4-2 0,4-4 17 0,-5 2 3 15,5-2-1-15,0 0-5 0,0 0-4 0,-4-10-3 16,4 10-4-16,8-12-7 0,0 5-14 0,2-2-13 16,4-4-13-16,3-1-21 0,7-2-17 0,-1-2-6 15,2 4-3-15,-2-2-1 0,4 3 3 0,-8 1 5 16,-1 2 9-16,0 2 8 0,-5-3 0 0,-1 7 9 16,-1-2 9-16,-1 1 15 0,-3 2 20 0,-3-1 5 15,1 2-5-15,-5 2 0 0,0 0 5 0,0 0 16 16,0 0 3-16,0 0 4 0,-19 12 0 0,10-7 3 15,-1 2-6-15,-5 4 8 0,0-1 4 0,-1 1-4 16,2 4-3-16,-2-2-4 0,2 0-1 0,1 0-1 16,0 2-4-16,5-4-2 0,-1-1-1 0,3 0-4 15,1 0-1-15,4 1-1 0,-2-4 6 0,1 1-4 16,2-2-2-16,2 2-2 0,2-3 1 0,0 0 5 16,2-1-4-16,4-1-2 0,-2-2 0 0,6-1 0 15,0-3-1-15,-2 2-4 0,1-3 2 0,0-1 0 0,-1-1 0 16,0-2 0-16,-1-2-3 0,3 0 5 0,-5-1-3 15,-2 2-2-15,0-1 22 0,0 1 15 16,-2 1 19-16,1-2 8 0,-2 4 15 0,-2-1-2 16,0 2-9-16,2 2-7 0,-3-2-5 0,2 2-12 0,-3 3-13 15,0 0-3-15,0-3-3 0,0 3-4 0,0 0-3 16,0 0-5-16,5 12-2 0,-3-7-7 0,3 0-7 16,2 2-15-16,1-1-11 0,4 1-8 0,-1-2-17 15,11 2-21-15,1-2-22 0,3 3-21 0,5-3-14 16,1 1-20-16,-2-6 0 0,2 1-26 0,-9-1-1 15,-1-1-14-15,4-3 8 0,-7 2 6 0,1-3 10 16,-4 0 17-16,-3 1 16 0,-4-3 28 0,2 1 26 16,-4-2 31-16,-3 1 26 0,-3-3 23 0,-2 6 28 15,-3-8 30-15,1 6 14 0,-6-4 23 0,2 2 19 16,0 0 12-16,-2 2 2 0,-5-1-5 0,3 3-1 16,-2 1-7-16,0 0-7 0,-2 2-6 0,-1 1-7 15,-1 1-10-15,0 2-6 0,2 0-10 0,1 4-2 16,-2-1-13-16,4 3-6 0,1-2-6 0,-4 4-4 15,6-2-3-15,2 1-6 0,-1 1-2 0,2 0-2 16,3 1-4-16,2-2 0 0,2 0 0 0,2 1-2 16,3 0-3-16,0-2-1 0,0 0-2 0,3-3 0 15,1 1-2-15,2-2 1 0,-1-1 0 0,1-2-4 16,3 1-3-16,-4-3 2 0,3 0-7 0,-1-4-4 0,-1-1-4 16,1 0-4-16,3-6-5 0,-1 0-4 15,-2-2-7-15,-3-1-1 0,0-4-12 0,3-5-5 16,-5 3-20-16,-1-8-8 0,0-2-3 0,-4 2 5 15,2-2 10-15,-1 0 3 0,-4 0 9 0,0 1 29 0,-3 3 30 16,2 5 23-16,-4 3 26 0,1-1 4 0,0 4 3 16,-2 2 13-16,2 0 13 0,1 3-7 0,-1 0-8 15,-1 2-3-15,1 2-6 0,1-1-20 16,0 5-2-16,-1-3-5 0,4 5-11 0,-5 0-6 0,5 0-3 16,-6 6 0-16,5-1-6 0,-1 3-1 0,2 1 0 15,2 4-3-15,1 4 4 0,1-1-7 0,1 2 0 16,1 3 0-16,-1-1-3 0,7 4 4 0,-1 3-7 15,-1-3 2-15,5 4-7 0,-2-4-11 0,2 0-7 16,-4-5-10-16,3 4-6 0,1-1-8 0,-2-4-5 16,-2-1 1-16,3-3 4 0,2-1-4 0,-4-1-2 15,3-1 1-15,-2-4 1 0,-1 1-1 0,0-3-6 16,0-2 5-16,3-1 5 0,-1 1 3 0,1-3 4 16,-3-4 5-16,7 0 4 0,-1-3 4 0,-6 0-4 15,0 0 6-15,3-4 4 0,0-1 2 0,-3-3 1 16,-1 0 2-16,-4-3 2 0,3 2 11 0,-1 0 23 15,-2-1 19-15,-4 1 18 0,-2 3 13 0,-1 2 10 16,0-1 0-16,-1 1 8 0,-1 4-9 0,-2-3-1 16,0 3-15-16,0 2-10 0,-3 0-10 0,-1 0 2 15,1 5-10-15,-4 1-3 0,2 2-6 0,-2 1 0 16,-1 2-11-16,5 1 6 0,-4 0-11 0,6 3 0 16,-6 2-1-16,7 1-3 0,0-1 2 0,2 0-9 15,2 1 3-15,2-1-3 0,-1 1-1 0,6-1-2 0,-2 1 1 16,2-6-5-16,1 4 6 0,2-4-4 0,-1 0-7 15,5-3 7-15,-1 1-2 0,0-3-1 16,2 0 0-16,0 0-1 0,-3-4 0 0,3 0 1 16,-2 0-1-16,2-3 2 0,-4-4 5 0,-1 5 2 0,2-4-6 15,-4 0 3-15,3-2 2 0,-3 1-1 0,-4 0 6 16,0 3 2-16,2 0 4 0,-2 0 9 0,-4 1 3 16,4 1-4-16,-4 2-4 0,1-2-11 15,-1 4-8-15,0 0-4 0,0 0-2 0,0 0-3 0,0 0-4 16,0 0-4-16,4 14-6 0,-4-8 0 0,2 1-6 15,2 3-2-15,0-1-2 0,0 1 0 0,2-3-3 16,-1 3-2-16,4-3-3 0,-2 1 4 0,0-1-4 16,4 1 1-16,2-5 0 0,-3 0 4 0,5-1 5 15,-5-1 1-15,-1-2 2 0,3 0 5 0,-5-1 2 16,1-1 3-16,-1 1 3 0,1-4 3 0,0-1 3 16,-2-2 8-16,-2 3 11 0,0-4 8 0,-1 1 8 15,2-1 20-15,-1 1 10 0,-3 0 14 0,2 2 9 16,-1 0 0-16,-1 1 5 0,0-1-3 0,2 2-8 15,-3 1-4-15,3 0-13 0,-3 4-7 0,0-3-8 16,0 3-11-16,0 0-2 0,0 0-6 0,0 0-3 16,0 0 3-16,8 10 0 0,-4-5-13 0,0 1 2 15,0 3-12-15,4-1-2 0,-1 1-5 0,4 0-7 16,0-1-10-16,-1 0-3 0,3-1-5 0,-2 2-14 16,5-3-4-16,-1 1-11 0,3-1-11 0,-4-3-11 15,0-2-8-15,0 0-11 0,1-2-5 0,-3-3-4 16,-1 0-6-16,4-3 7 0,-5 4-6 0,-2-5-3 15,1-1 3-15,-2-2 2 0,0-5 6 0,-3 3 2 0,0-4 14 16,0-2 13-16,-4-2-1 0,0-7 14 0,-4 0 7 16,0-3 2-16,-3-1 13 0,3 0 6 0,-1 1 21 15,-2-3 30-15,0 2 27 0,3-2 35 16,-3 5 26-16,3 4 31 0,1 2 20 0,2 6 4 0,-3 0 17 16,0 5 5-16,1 1-2 0,3 3-8 0,-2 3-16 15,2-3-32-15,0 3-10 0,-2 4-19 0,2 1-4 16,0 0-9-16,2 15-9 0,0-6-7 0,1 9-3 15,2 4-5-15,2 5-7 0,0 5-7 0,1 0-2 16,6 5-7-16,-8 0 14 0,12 13-19 0,-8-14-2 16,1 0-1-16,2 1-21 0,1-3-9 0,2 0-15 15,-4-2-3-15,3 0-10 0,0-4 0 0,-1-2-40 16,-5-9-3-16,-2 1-19 0,1-2-33 0,-1-5-45 16,-3-2-30-16,0-2-30 0,0-4-51 0,-2-1-192 15,-2-2-520-15,0 0 231 0</inkml:trace>
  <inkml:trace contextRef="#ctx0" brushRef="#br0" timeOffset="23897.69">9950 6137 21 0,'-8'-15'347'0,"-5"3"-8"0,0 1-19 16,5 0-7-16,-7 0-1 0,-1 2-4 0,4 2-4 16,2 0-14-16,0 1-17 0,2 3-37 0,2-1-20 15,1 1-21-15,3 0-24 0,-1-1-24 0,3 4-17 16,0 0-12-16,0 0-16 0,0 0-29 0,15-1-37 0,0 2-36 15,8 2-42-15,8-2-45 0,0 0-48 16,3 3-55-16,2-4-62 0,1 0-64 0,-2 1-223 16,-2-4-583-16,-2 1 259 0</inkml:trace>
  <inkml:trace contextRef="#ctx0" brushRef="#br0" timeOffset="24053.93">9697 5848 180 0,'-13'-1'235'16,"0"-3"-20"-16,6 4-29 0,2 0-36 0,-3-1-41 15,8 1-24-15,0 0-47 0,0 0-61 0,0 0-81 16,9 10-75-16,1-6-193 0,1 2 86 0</inkml:trace>
  <inkml:trace contextRef="#ctx0" brushRef="#br0" timeOffset="24399.08">10993 5902 259 0,'6'-17'350'0,"-1"4"-25"0,0 3-26 15,0 0-31-15,-3 5-29 0,1 1-25 0,1 0-32 0,-2 2-16 16,-2 2-18-16,0 0-14 0,5 8-18 0,-1 3-9 16,-1 4-7-16,2 4-14 0,-5 8-8 0,3 0-4 15,0 2-10-15,-2 2-7 0,2 1-4 0,-2 0-5 16,-1 2-6-16,0-3-8 0,3-2-32 0,-3-1-7 15,0 0-17-15,0-9-16 0,0 2-37 0,0-4-39 16,1-4-40-16,-1-1-35 0,3-6-35 0,-2 0-214 16,1-1-474-16,-1-5 210 0</inkml:trace>
  <inkml:trace contextRef="#ctx0" brushRef="#br0" timeOffset="24940.56">10898 5862 70 0,'-4'-13'346'0,"1"4"-11"0,2 3-17 16,0-1-26-16,-3 1-26 0,4 2-29 0,4-1-27 0,0 2-23 16,1 1-13-16,8 2-25 0,1 0-16 15,6 2-16-15,1 3-6 0,9 3-10 0,1 2-13 16,-1 5-7-16,2-5-11 0,-1 5-4 0,0 2-7 16,-5 2-11-16,4-2 0 0,-6 2-7 0,2 3 1 0,-8-2-8 15,1 3-5-15,-1 0-2 0,-5 4-5 0,-2-2-1 16,-7 0-1-16,0-5-5 0,-4 2-8 15,-1 4 9-15,-3-4-9 0,-3 3 4 16,-8-2-9-16,4-5-4 0,-9 3-3 0,6-6 2 16,-5 1-1-16,-3 0-7 0,2-4 7 0,1-3 0 15,1 1-2-15,5-5-1 0,-1 0 6 0,3-1 2 16,-1 0 2-16,4-3 2 0,2 0-1 0,6-1-3 0,-9-3 1 16,9-2-3-16,0 5-3 0,9-11-4 15,1 1 2-15,2 0-2 0,7-2 0 0,1 1-3 16,6-4 1-16,6 2-2 0,-6-4-1 0,2 2-3 15,4-1-8-15,-3 1 1 0,1 0-5 0,2-1-3 0,-4 2 0 16,-2-3-2-16,-3 2 14 0,-6 3-8 0,0 1 6 16,-2 0 2-16,-4 0 1 0,-3 2 4 0,2 0 0 15,-4 0 4-15,-3-1 2 0,1 5 3 0,-4-1 3 16,0-2 0-16,-3 3 0 0,2 1 3 0,-3-2-1 16,-3 3 3-16,0 0-1 0,2 2 2 0,-7 1-1 15,2 0 3-15,2 1 3 0,-3 2 5 0,-1 0 2 16,0 3-3-16,0-2-1 0,2 1-4 0,0 3 0 15,0-1 1-15,1 2-4 0,1 0 5 0,3 2 3 16,-2 0-7-16,3-1 2 0,3 3 1 0,1 0-1 16,1 0-1-16,10 0 0 0,-3 4 2 0,3-5 0 15,4 2-1-15,3-1-12 0,2-3-30 0,7 0-36 16,3-1-48-16,0-1-55 0,3-5-60 0,-5 1-56 16,2-2-150-16,0-4-473 0,-7-2 210 0</inkml:trace>
  <inkml:trace contextRef="#ctx0" brushRef="#br0" timeOffset="25315.6">11925 6003 78 0,'-4'-5'357'0,"1"1"-15"16,-1 0-5-16,-1 0-11 0,-2 2-12 0,0-2-23 16,0 1-28-16,2 2-23 0,-2 0-25 0,-2 1-21 0,9 0-18 15,-14 1-21-15,7 2-14 0,-1-1-15 0,1 2-15 16,0 1-15-16,2 0-3 0,-2 3-9 0,3-2-6 15,0 3-21-15,1 1 4 0,2 2-9 0,1-3-3 16,1 4-4-16,2-1 0 0,3 0-10 0,3 4 2 16,-1 0 3-16,0 0-15 0,3-3-5 0,1 3-11 15,-2-3-2-15,3 1-11 0,-3 1-3 0,0-6 10 16,-2 3-15-16,-1-3-10 0,-3 0 1 0,1-1-3 16,1-2 1-16,-4-1-3 0,1 1 3 0,-3-2 5 15,-3 1 4-15,1 0 2 0,-4-1 4 0,-1-2-2 16,-4 0 1-16,2 0 1 0,-3-1 0 0,-1-1 2 15,-3-1 0-15,2 1-3 0,1-2 5 0,2-1-11 16,-4 1-11-16,8-1-10 0,0 1-10 0,0-1-16 16,6 0-9-16,-4-3-21 0,5 2-27 0,0-1-19 15,5-1-19-15,6-3-29 0,3-1-20 0,5-2-11 16,5-2-20-16,3 0-18 0,3-3-140 0,-4 2-427 16,4-2 190-16</inkml:trace>
  <inkml:trace contextRef="#ctx0" brushRef="#br0" timeOffset="26315.52">12245 5956 175 0,'-2'-6'189'0,"-2"2"1"16,4 4 6-16,-9-6-8 0,3 5-11 0,1 0-8 15,-6 1-6-15,0 0-8 0,4 2-16 0,-6 1-10 0,3 0-12 16,-1 2-11-16,1 2-7 0,1 1-8 0,-2 1-9 16,2 1-4-16,1 2-10 0,-2 1-6 0,6 2-4 15,0-4-7-15,-3 4-5 0,6 1 0 0,1 1-5 16,0-4-4-16,6 5-1 0,0-4-1 0,2 3-2 15,1-3-4-15,4-1-2 0,1 0-4 0,3-3 4 16,1 2-5-16,1-6-8 0,4 2-18 0,6-3-13 16,-2-4-11-16,-4 0-14 0,2-2-11 0,-2 0 1 15,-3-4-7-15,0 1 5 0,-2-5 1 0,-1 0 4 16,0 0 5-16,-7 0 5 0,-1-1 6 0,-4-2 7 16,1 2 6-16,-2-3 13 0,-3 2 16 0,-1 0 19 15,-1-1 15-15,-3 2 16 0,0 1 3 0,-3 0 2 16,-1 0-2-16,3 4-2 0,-4-2-5 0,0 3-3 15,-1 2-1-15,1 2-11 0,-3 0-2 0,-2 0-6 16,4 1-1-16,-2 3-9 0,1 2 0 0,3 1-4 16,0 1-1-16,1-1-3 0,0 0 0 0,3 4 0 15,0-2-2-15,1 1 1 0,5 1-1 0,-1 1 2 16,3-2-3-16,3 1 1 0,0-1 1 0,1 0-1 0,3-2-1 16,0 1 0-16,2-2 0 0,1-1-2 15,-3-2 4-15,8 1-3 0,-5-3-3 0,2-2 3 16,-2 0 0-16,3-2-3 0,-6-1-2 0,4-2 0 15,-3 0 1-15,0 0 2 0,1-3-2 0,-5 1 2 0,1 0 4 16,0-2 8-16,-5 4 16 0,0-3 3 0,1 0 11 16,-1 4 4-16,0-1 6 0,-1 2 2 15,-2-2-9-15,1 2-5 0,-2 3-10 0,1-5 0 16,-1 5-10-16,0 0-8 0,0 0-1 0,0 0-3 0,0 0-6 16,0 0 4-16,0 0-16 0,0 0-5 0,0 0 0 15,-4 14-5-15,5-10-1 0,-1 1 3 0,2-1-7 16,-1 1 4-16,3 0-1 0,-1 0-1 0,1 0 11 15,0-1-9-15,-1 1 7 0,5-1-4 0,-3-2 3 16,4 1 0-16,-1-3 4 0,1 2-2 0,-1-2-2 16,2-2 5-16,-1-2 1 0,-2 3 4 0,0-3-4 15,1 0 5-15,-1 1-6 0,1-3 3 0,-1 1 0 16,-3-1-1-16,3 1 5 0,-3-3-2 0,3 2-3 16,0 1 4-16,-3-2-1 0,-2 1 6 0,4 1 10 15,-5 0-2-15,2 0-1 0,2 2 12 0,-5 0-8 16,0 3-15-16,4-3-5 0,-4 3-3 0,3-3 0 15,-3 3-1-15,0 0 6 0,0 0-8 0,0 0 5 16,7 10-3-16,-7-6-2 0,4-1 12 0,-1 4-7 0,1-2 5 16,1 1-4-16,1 0-3 0,2 1 4 15,0 1-5-15,1-1 2 0,1-2 1 0,1 0 0 16,1 0-4-16,0 0-5 0,2-4-5 0,1 2-12 16,-3-3-9-16,3 0-10 0,0-3-15 0,0 0-10 0,-3-3-9 15,6-1-8-15,-7-1-5 0,1-1-14 0,-4-1-5 16,3-4-9-16,-1-1 3 0,-1 2 1 0,-1-4 12 15,-1-1 13-15,1 0 2 0,-5-2 5 16,1-6 10-16,0 4 14 0,-1-4 14 0,0 0 24 0,-1-3 26 16,0 3 27-16,-2-1 37 0,0 9 23 0,-2-1 29 15,2 1 12-15,-1-1 12 0,0 6 11 0,-2 0 9 16,3 1 6-16,-3 2 3 0,0 1-12 0,2 4-14 16,-2-2-24-16,2 5-7 0,1 2-22 0,-7-3-16 15,7 3-8-15,-6 11-5 0,3-5-7 0,0 7-8 16,-4 4-9-16,6 0-1 0,-5 11-5 0,3 1 3 15,1 5-8-15,2-1-4 0,0 1 2 0,2 0-3 16,1 2-6-16,0 2-1 0,7 0-3 0,-8-1 1 16,5-1-25-16,1 1-7 0,-4 0 0 0,3-3 1 15,1-4-30-15,2-2-25 0,-1-1-14 0,-2-9-23 16,0 0-38-16,-3-5-40 0,4 0-42 0,-4-7-78 16,2 1-312-16,-2-4-668 0,0-3 295 0</inkml:trace>
  <inkml:trace contextRef="#ctx0" brushRef="#br0" timeOffset="26503">13011 5940 28 0,'-3'-8'428'16,"-1"0"6"-16,1 0-12 0,3 0-2 0,-3 3-35 16,3 0-27-16,0-4-42 0,0 4-34 0,0-1-30 15,3-2-18-15,3 5-35 0,4-2-35 0,-2 1-43 16,5 2-32-16,0-1-51 0,10 3-58 0,-2 3-55 15,-2-2-70-15,-1 4-84 0,6-1-98 0,-4 0-236 16,2 1-609-16,-5 1 269 0</inkml:trace>
  <inkml:trace contextRef="#ctx0" brushRef="#br0" timeOffset="28720.83">9390 7287 323 0,'-2'-6'344'0,"1"0"-20"16,1-1-16-16,0 5-17 0,0-3-3 0,-1 0-15 15,1-1-11-15,0 6-18 0,0-6-18 0,1 3-23 16,-1 3-12-16,-1-6-27 0,1 6-30 0,0 0-18 16,0 0-7-16,0 0-14 0,0 0-10 0,0 0-14 15,4 16-1-15,-3-4-14 0,3-1-7 0,-1 2-7 16,-2 5-2-16,2-1-10 0,-3 1-13 0,2 1-13 15,0 0-20-15,2 0 0 0,0 1-6 0,-4 2 0 0,2-5-8 16,0 0-2-16,0-4 0 0,0-2 1 16,1-1 4-16,0-1-3 0,-3-2 8 0,0-1 5 15,1 0 6-15,-1-3 7 0,3 1-3 0,-3-4 1 0,0 0 3 16,0 0 1-16,15-10-1 0,-11 3 2 0,1-3-3 16,5-1 4-16,-2-2 14 0,3-2 11 0,-3 4 0 15,-1-4 2-15,4 4-6 0,-7 0 9 0,4 0-1 31,0 3 0-31,-1 2 15 0,1-4-24 0,-2 7-3 16,-1-1-6-16,2 0-5 0,0 3-1 0,-2 1-1 16,2 4 0-16,1-3-9 0,3 3 4 0,-1 2 2 15,3 3-1-15,-3-3 0 0,1 5 0 0,2-4 4 16,-5 4 1-16,6-1-3 0,1 1-1 0,-3 1 2 16,-4-3 0-16,3-2 1 0,-4 0-4 0,1-1 6 15,-1-1-3-15,-2-2 9 0,1-2 16 0,-4 0 23 16,-2-1 8-16,10-1 10 0,-10 1 8 0,8-9 5 15,-4 3-5-15,0-3 12 0,0-3-2 0,-1 1-2 16,-1-1-2-16,-1 0-9 0,-1-6-1 0,-1-1-9 0,-1-2-9 16,1 2 2-16,1-2-9 0,-2 2-8 0,1 0-1 15,0 1-4-15,-1 0-10 0,2 0 1 16,-1 7-19-16,-2 0-26 0,3 1-29 0,-1 2-44 0,1 2-48 16,0 1-49-16,1 1-53 0,2 1-39 0,-3 3-30 15,7-1-26-15,-7 1-41 0,12 3-233 0,-3 0-661 16,0 4 293-16</inkml:trace>
  <inkml:trace contextRef="#ctx0" brushRef="#br0" timeOffset="28923.94">10169 7293 221 0,'0'-3'319'0,"0"3"-3"16,3-4-17-16,-3 4-24 0,0 0-23 0,4-5-22 15,-4 5-30-15,5-3-19 0,-5 3-16 0,7-3-22 16,-3 2-14-16,5-1-15 0,0 0-10 0,0 0-17 0,4 2-19 16,0-1-26-16,0 0-26 0,3-1-35 0,-4 2-42 15,7 0-46-15,-5 2-38 0,1-2-37 16,-3 1-46-16,0 0-176 0,-1-1-437 0,-7 2 194 0</inkml:trace>
  <inkml:trace contextRef="#ctx0" brushRef="#br0" timeOffset="29080.17">10233 7386 109 0,'-8'2'164'0,"2"2"-1"0,2 0-1 16,0 1 7-16,-1-3-4 0,5-2 9 0,0 0 11 15,0 0-3-15,0 0-11 0,15 2-19 0,-3-4-15 16,3-4-13-16,4 1-12 0,4 0-10 0,0-1-33 16,7-2-38-16,0-1-50 0,1 1-44 0,2-3-61 15,-3 0-70-15,0 1-135 0,-3 0-356 0,3 0 158 16</inkml:trace>
  <inkml:trace contextRef="#ctx0" brushRef="#br0" timeOffset="29595.75">10879 7022 233 0,'0'0'299'0,"0"0"-20"0,0 0-18 16,-4-5-16-16,4 5-22 0,-3-3-16 0,3 3-14 0,-8-3-14 16,4 1-18-16,4 2-22 0,-11-1-9 0,7 0-8 15,-5 1-14-15,9 0-12 0,-14-3-6 0,5 3-9 16,2 0-12-16,-4 2-8 0,-1-2-2 0,2 0-9 16,2 1-3-16,-4-2-4 0,2 2-6 0,-2-1-5 15,5 1-2-15,0-1 13 0,2 1-19 0,5-1-6 16,-15 0 1-16,12 2-8 0,3-2 5 0,-8 0-7 15,8 0-2-15,0 0 1 0,-6 1-4 0,6-1 3 16,-2 4-4-16,2-4 0 0,0 6 3 0,0 1-4 16,-2-4-1-16,4 4 1 0,-1 2-2 0,2-2 0 15,-2 5 0-15,2-1 3 0,-2 1-3 0,4 4 2 16,-5 2-4-16,1-1 5 0,0 2-3 0,1 0 1 16,-2 1 0-16,0 0-3 0,-2 4 2 0,2-4 0 15,-1 0-2-15,0 1 1 0,-5 6 1 0,6-8 3 0,-3 0 19 16,3 0-19-16,0-1 3 0,0-1 1 0,-1 0 18 15,1-1 0-15,0-4 2 0,0-2 4 0,1-2 4 0,-1 0 0 0,3 0 6 0,-2-1 3 0,5 0 7 16,-2-3 16-16,0 1-5 0,8-1 3 0,-1-1-2 16,3-2-3-16,6 0-16 0,2-1 0 0,9 0-8 15,-1-2-13-15,3-1-30 0,-2-1-28 0,0-2-38 16,-1-2-43-16,-1 1-50 0,-1 0-61 0,2-3-51 16,-7 1-78-16,2-5-182 0,-6 1-581 0,0 1 258 15</inkml:trace>
  <inkml:trace contextRef="#ctx0" brushRef="#br0" timeOffset="29923.84">11135 7153 199 0,'-8'-2'283'0,"8"2"-26"0,0 0-25 0,-13 3-27 15,9 1-16-15,0-2-12 0,-1 4-13 0,2-3-9 0,1 4-16 16,-3-1-12-16,4 1-9 0,0 0-12 15,-1 5-8-15,1-5-11 0,1 3-5 0,1-4-10 16,2 6-3-16,-2-5-10 0,2 2-1 0,4 0-3 0,2-2-7 16,-3-1-2-16,5-2-6 0,-2 1-1 0,2-2-3 15,0 1-6-15,1-3 6 0,-1-1-7 0,-3 0-2 16,3-2-2-16,-4-1-8 0,0 1 4 0,0-3-1 16,1 0-4-16,-3-2 1 0,-1-1-4 0,0-2-3 15,-1 2 1-15,-3-4-1 0,0 3 0 0,0 0-4 16,-1-1-4-16,-1 2 4 0,-2 2 0 0,0-3-2 15,-5 2-3-15,3 1-4 0,-2 2-12 0,1 0-20 16,-1 3-22-16,-1 0-24 0,-1 1-32 0,10 0-38 16,-15 4-56-16,11-2-69 0,-3 2-145 0,0 1-454 15,6-1 201-15</inkml:trace>
  <inkml:trace contextRef="#ctx0" brushRef="#br0" timeOffset="30111.32">11585 7385 244 0,'0'3'267'0,"3"1"7"0,-2 1-12 0,-2 3-24 0,-2-4-6 15,3 3-20-15,-1-1-18 0,-2-1-19 0,0 1-15 16,-1 2-17-16,0-2-11 0,-4 2-15 16,1 2-8-16,0 0-12 0,0-1-31 0,3 0-40 0,-2 0-44 15,3-1-64-15,-1-2-63 0,4 0-61 0,0-1-211 16,4-3-450-16,0 1 199 0</inkml:trace>
  <inkml:trace contextRef="#ctx0" brushRef="#br0" timeOffset="30455.12">11868 7172 208 0,'0'0'259'0,"0"0"-25"0,0 0-23 16,-10 7-20-16,9-4-20 0,0 1-17 0,-2 0-13 16,3 1-13-16,0-5-12 0,-3 9-10 0,3-4-7 15,3 1-9-15,-3 1-2 0,3-2-6 0,-2 0-7 0,3 1-5 16,-1-1-4-16,1 0-5 0,3-4-6 16,-3 2 0-16,3 0-2 0,-2-1-7 0,1 0-4 15,-1 0 12-15,-5-2 6 0,14-2 0 0,-10-1 0 16,1-1 2-16,-2 2-3 0,1-2 6 0,0-1-3 0,0 0-3 15,-3 0 1-15,-1-1-1 0,-1-2-6 0,-3 1-3 16,1 1 4-16,1-2-7 0,-4 1-3 16,1 0 11-16,1-1-16 0,-3 1-16 0,0 3 4 0,0-1-5 15,-1 2-6-15,2-1-19 0,-2 2-24 0,-1 2-30 16,9 0-35-16,-14 0-39 0,9 2-55 0,-2 2-68 16,0 1-270-16,3 1-567 0,1 0 251 0</inkml:trace>
  <inkml:trace contextRef="#ctx0" brushRef="#br0" timeOffset="30658.24">12216 7410 199 0,'4'1'307'0,"-1"2"2"0,-3-3 10 15,3 3-16-15,-3-3-34 0,0 0-26 0,4 2-22 16,-4-2-22-16,0 0-18 0,4 3-20 0,-4-3-15 15,0 0-19-15,0 0-11 0,0 0-10 0,-4 7-18 0,1-2-35 16,3-5-39-16,-3 7-47 0,2-2-62 0,-2 0-61 16,3 1-77-16,-1-2-241 0,-3 1-514 15,4-5 227-15</inkml:trace>
  <inkml:trace contextRef="#ctx0" brushRef="#br0" timeOffset="30877.08">12627 7149 209 0,'0'0'331'0,"1"-4"-33"0,-1 4-25 16,0 0-29-16,0 0-23 0,0 0-24 0,6-1-21 15,-6 1-19-15,9 0-24 0,-9 0-37 0,12 1-56 31,-5-1-61-31,5 0-58 0,2 1-76 0,1-1-199 16,0 2-383-16,4-1 170 0</inkml:trace>
  <inkml:trace contextRef="#ctx0" brushRef="#br0" timeOffset="31048.94">13001 7203 120 0,'0'0'338'0,"7"1"10"0,-7-1-8 0,0 0-10 15,0 0 1-15,0 0-5 0,0 0-47 16,0 0-32-16,3-8-23 0,-3 8-21 0,0 0-30 16,5-5-45-16,-5 5-55 0,1-4-58 0,-1 4-62 0,8-2-64 15,-8 2-76-15,9-3-69 0,-4 3-223 0,2-1-520 16,-2-1 231-16</inkml:trace>
  <inkml:trace contextRef="#ctx0" brushRef="#br0" timeOffset="31205.17">13240 7187 108 0,'0'0'299'0,"0"0"31"16,6-1 18-16,-6 1-6 0,0 0-10 0,1-7-25 15,3 5-31-15,-4 2-29 0,2-4-9 0,-2 4-30 16,2-2-31-16,-2 2-31 0,0 0-48 0,7-5-52 16,-7 5-58-16,7-2-63 0,-7 2-71 0,11 0-74 15,-6-1-289-15,-5 1-550 0,15-1 244 0</inkml:trace>
  <inkml:trace contextRef="#ctx0" brushRef="#br0" timeOffset="31798.87">13481 6895 107 0,'-3'-3'366'0,"3"3"-19"15,-5-4-10-15,5 0-21 0,0 4-11 0,0-7-25 16,-3 5-34-16,3 2-19 0,0 0-28 0,3-8-21 15,1 4-15-15,0 2-15 0,1-1-14 0,1 1-16 16,5 0-15-16,2 0-6 0,-3 2-15 0,6-1-6 16,-3-1-6-16,3 0-6 0,-3 1-8 0,5 1-10 15,-3 0-5-15,0 0 2 0,-4-2-11 0,1 2-4 16,2 0 0-16,-3 2-5 0,-3-1-2 0,0-1-4 16,-4 2-5-16,3-2-2 0,-3 3 3 0,-4-3-13 15,8 5 3-15,-4-3 0 0,0 2 4 0,-1 2-9 16,-2-1-5-16,1 3 14 0,-1-1-10 0,2 4-1 15,-3 0 3-15,0 2-2 0,0 0 4 0,1 4 3 0,-1 1-3 16,3 0-5-16,0 3-2 0,-1-2 4 16,4 6-1-16,-1 4 20 0,-1-9-22 0,2 6 0 15,-2-1 2-15,1 1 3 0,-1-4-4 0,4-2 4 0,-1 1 4 16,-4-1 2-16,2 7-10 0,1-7 5 0,-1 1-2 16,1-2 4-16,-1 2 0 0,-1-3-3 0,-4 1-1 15,3-6 2-15,0 4 2 0,0-5-3 0,-3 0 2 16,1-1 4-16,-1-2 0 0,0-1 5 0,0 0 2 15,-1-3 18-15,-1-2 15 0,-1 2 12 0,2 1-2 16,-6-2 4-16,0-1-6 0,-2 0-3 0,-5 1-7 16,-1-3-24-16,-2 1-66 0,-5 0-79 0,0 1-89 15,2-1-132-15,-12-3-332 0,1 1-734 0,1 1 325 16</inkml:trace>
  <inkml:trace contextRef="#ctx0" brushRef="#br0" timeOffset="34346.87">9783 8324 25 0,'9'-14'318'0,"1"-1"-14"16,1 1-4-16,-3-3-14 0,0 1-12 0,-2 4-3 15,0-6-3-15,0 1-18 0,-2-1-8 0,0 0-7 16,-4 2-3-16,0-1-10 0,-3 1-9 0,2 3-11 15,-2 0-20-15,-2 2-17 0,-2 0-21 0,2 4-9 16,-2-1-17-16,-2 0-8 0,-4 3-19 0,3 1-13 16,-2 2-7-16,-3 2-9 0,1 1-7 0,-3 3-3 15,-2 3-7-15,3 3-11 0,-2-1-4 0,4 3-1 16,-1 4-4-16,6 0 2 0,-4 2-7 0,8 1 0 16,-7 6-7-16,6-3 0 0,2 4 4 0,4 3-7 15,2 4-1-15,3 0 4 0,1-1-6 0,-1 3 2 16,6-2-1-16,0 2-2 0,0 0 4 0,2 1-3 15,-2 0 0-15,4 0-8 0,-1 0 7 0,-1-2-2 0,-2 1 4 16,0-2-4-16,-2-1 4 0,0-1-5 0,-1-3 1 16,-3-2-4-16,-3-7 0 0,-1 0-2 0,-2-1-28 15,-1-5-18-15,1 0-17 0,-3-3-9 0,1 0-23 16,0-2-16-16,-1-3-17 0,0 0-16 0,0-4-20 16,-2 2-23-16,6-3-31 0,-10-3-36 0,10 3-37 15,-7-6-286-15,4-1-626 0,-1 1 276 0</inkml:trace>
  <inkml:trace contextRef="#ctx0" brushRef="#br0" timeOffset="34924.94">9647 8647 80 0,'-7'-4'257'0,"0"0"5"0,4 2 0 0,-2-3 1 15,1 2 1-15,0-1-3 0,1-1-20 16,1 1-22-16,2-2-24 0,0 6-17 0,4-8-21 15,-3 2-15-15,7 2-20 0,-1-2-9 0,4-1-7 0,5 0-13 16,3-2-11-16,0 4-9 0,4-1-20 0,7-1-7 16,-8 3 4-16,0 0-20 0,1 1-12 0,1 1-7 15,-3-1 2-15,-1 1-16 0,-2-1-6 16,-3 2 3-16,-3-1-3 0,2 1 2 0,-8 0 4 0,3 0-1 16,-4 1-1-16,0-2 1 0,-5 2 5 0,9-1-2 15,-9 1-1-15,0 0 0 0,0 0 5 0,0 0-3 16,0 0 0-16,0 0 0 0,0 0 1 0,0 0 0 15,0 0-2-15,0 0 2 0,-29 3-3 0,25-1 1 16,4-2 10-16,-4 4-12 0,0-1-3 0,0-1 1 16,3 2 13-16,-1 0-8 0,2-4-3 0,0 7 8 15,0-2-9-15,3-2 6 0,3 1 9 0,-3 0-9 16,1-1 3-16,0 2-2 0,5-3-2 0,0 2 2 16,1 0 1-16,-1-2 0 0,3 4 2 0,-2-5-5 15,1 2 1-15,1-2 2 0,-4 0 0 0,3-1-4 16,-2 1 3-16,2-1-2 0,-2-1 2 0,-1 1-1 15,1-1 2-15,-2 0 8 0,0 1-12 0,-1-3 3 16,1 0-1-16,-1-1 2 0,1 2 1 0,-3 0 1 0,0 1 9 16,-4 1-7-16,11-2 3 0,-7 1 0 15,-4 1-5-15,4-2-4 0,-4 2 2 0,0 0 1 16,0 0-5-16,11 3 4 0,-11-3-5 0,4 2 3 0,1-1-1 16,-5-1-5-16,3 7 5 0,1-4-6 0,-4-3 5 15,4 4 2-15,-4-2-2 0,3 2 10 0,-3-4-11 16,0 5-2-16,0-5 5 0,0 0 7 0,1 3 23 15,-1-3 24-15,0 0 30 0,0 0 17 0,0 0-4 16,0 0-11-16,0 0-8 0,3-12-7 0,-3 8-16 16,0-4-7-16,2 2-14 0,-2 0-30 0,1-5-45 15,2-1-46-15,-2 1-53 0,6 0-53 0,2-4-69 16,2 0-72-16,0 0-242 0,1 2-620 0,4 3 275 16</inkml:trace>
  <inkml:trace contextRef="#ctx0" brushRef="#br0" timeOffset="35471.75">10742 8235 47 0,'0'-11'359'0,"1"3"2"0,-1 0-21 0,0 1-18 15,1 0-6-15,1-1-3 0,-1 0-15 0,-1 2-14 16,0-2-8-16,2 2-24 0,-2 0-13 0,0 0-16 16,1 0-19-16,-1 2-11 0,3-1-15 0,-3 2-17 15,0 3-14-15,1-6-19 0,-1 6-15 0,0-4-15 16,0 4-15-16,0 0-11 0,0 0-13 0,0 0-7 16,0 0-4-16,0 0 0 0,0 0-11 0,0 0-4 0,-4 14-5 15,1-7 2-15,3 3-9 0,-3-1-2 0,-1 4-4 16,0-2 1-16,0 3-4 0,2 3 2 15,-2 1-2-15,2-1-5 0,-2 5 2 0,1 4 0 16,2-5 2-16,0-1-5 0,2 6-3 0,0-7 2 0,1 8 2 16,-1-10 1-16,5 3-2 0,-2-2 4 0,4-2-4 15,-2 1 0-15,4-1 0 0,-3-5 2 0,5 3 6 16,-2-3-12-16,2-3-7 0,1 4-14 0,-2-7-19 16,1 0-19-16,2 0-33 0,-2-2-26 0,-1-2-45 15,3-1-38-15,-2-1-37 0,-1-3-38 0,0-1-35 16,-2-1-40-16,-2-1-272 0,1-4-671 0,-2 0 297 15</inkml:trace>
  <inkml:trace contextRef="#ctx0" brushRef="#br0" timeOffset="35674.87">10724 8354 183 0,'-7'-3'313'0,"-1"3"2"0,0 2 11 0,8-2 32 0,-11-2 2 16,7 0-11-16,4 2-4 0,-8 0-14 0,8 0-19 15,0 0-28-15,-3-3-27 0,3-2-26 16,0 5-24-16,5-5-21 0,1 1-21 0,1 0-27 0,0 0-31 16,5 0-34-16,0 1-44 0,4-1-53 0,2 0-44 15,-3 2-55-15,4 1-60 0,2 0-62 0,-1-2-76 16,2 5-331-16,-2-4-704 0,-1 2 312 0</inkml:trace>
  <inkml:trace contextRef="#ctx0" brushRef="#br0" timeOffset="35940.47">11201 8322 253 0,'0'0'390'16,"0"0"11"-16,0 0 14 0,-4-4-16 0,4 4-20 0,0 0-32 15,0 0-28-15,0 0-35 0,0 0-26 16,7-5-23-16,-7 5-28 0,7-3-23 0,-1 2-21 16,0-1-16-16,2 0-32 0,1 1-34 0,2-2-32 0,1 3-40 15,1-1-52-15,2-2-26 0,-4 2-39 0,2 1-57 16,1-1-57-16,-3 1-47 0,4-1-48 0,-5 1-257 16,-1-2-621-16,1 4 274 0</inkml:trace>
  <inkml:trace contextRef="#ctx0" brushRef="#br0" timeOffset="36127.96">11265 8426 149 0,'-2'4'215'0,"-3"0"-10"0,4 0-6 16,-3 0 10-16,3 0 21 0,1-4-8 0,1 4 3 16,-1-4 3-16,7 6-10 0,-3-3-15 0,1-1-17 15,8-2-23-15,-7 0-16 0,7 0-12 0,1 0-15 16,3 0-17-16,1 0-3 0,-2-2-41 0,3 0-28 15,0-4-48-15,0 4-51 0,-5-1-66 0,1-2-63 16,1-2-49-16,-1 4-202 0,2-5-485 0,0-2 215 16</inkml:trace>
  <inkml:trace contextRef="#ctx0" brushRef="#br0" timeOffset="36346.68">11691 8169 106 0,'0'-5'328'15,"0"5"-5"-15,-1-4-2 0,1 4-28 0,0 0-36 16,0 0-25-16,0 0-22 0,0 0-21 0,0 0-22 16,0 0-11-16,0 0-21 0,-8 13-11 0,8-6-14 15,-2 1-7-15,1 3-13 0,2 1-7 0,-1 1-9 16,2 5-7-16,-1-1-3 0,0 3-8 0,3 6-1 16,-4-4-11-16,2-2-35 0,0-1-36 0,-3 4-57 15,1-4-81-15,1-2-92 0,-1 0-254 0,0-3-553 16,3-1 245-16</inkml:trace>
  <inkml:trace contextRef="#ctx0" brushRef="#br0" timeOffset="36799.75">12008 8424 278 0,'6'1'331'0,"-4"2"-18"0,-2-3-22 0,12 0-21 16,-5 2-25-16,-1-1-23 0,-1 0-17 0,-1 0-18 15,4 0-19-15,-4 2-19 0,3-2-18 0,-3 3-13 16,-1 0-9-16,1-1-9 0,0 2-10 0,-2 0-13 15,-1 0-10-15,-2 1-2 0,-2 1-2 0,-4 1-4 16,2 2-9-16,-4 1-7 0,1-2-5 0,-1 1-4 16,-1 1-21-16,-3 0-15 0,-1 0-20 0,4 0-33 15,1-5-35-15,1 3-36 0,1-2-54 0,4-2-40 16,-1 0-43-16,3-2-197 0,1-3-498 0,0 0 221 16</inkml:trace>
  <inkml:trace contextRef="#ctx0" brushRef="#br0" timeOffset="37159.11">12283 8239 111 0,'0'0'363'0,"0"0"-13"0,0 0-34 16,1-4-25-16,-1 4-17 0,0 0-38 0,0 0-26 15,0 0-22-15,0 0-20 0,0 0-13 0,0 0-17 16,0 0-16-16,0 0-12 0,11 11-11 0,-7-9-12 16,-1 3-10-16,1 2-1 0,-3-2-9 0,3 0-9 15,-4 2-7-15,4-1-2 0,-2-1-8 0,-1 4-1 16,1-1-4-16,-4 1-2 0,2-1-6 0,0 1 2 16,-1-2-5-16,-1 0 3 0,1-3 0 0,1 2 3 15,-3 0 2-15,3-1-2 0,0 1-3 0,0-2 7 0,0-4-2 16,0 6 10-16,0-6 3 0,0 3 9 15,0-3 12-15,3 4 12 0,1-3-3 0,-4-1-6 16,11 1-5-16,-2-2-8 0,1 1-10 0,0-1-21 0,4 1-32 16,0-5-51-16,2 2-47 0,2 1-64 0,-3 2-75 15,4-5-102-15,-4 4-287 0,-1-5-682 0,5 3 301 16</inkml:trace>
  <inkml:trace contextRef="#ctx0" brushRef="#br0" timeOffset="37362.21">12647 8487 30 0,'0'0'285'0,"-3"8"13"0,6-6-9 0,-3 2-26 16,0-4-23-16,0 5-12 0,0-1-17 0,0-4-14 16,0 0-21-16,0 5-14 0,0-5-17 0,0 5-11 15,-3-1-16-15,2 0-14 0,1-4-4 0,-5 9-9 0,1-5-27 16,1 0-37-16,-4 3-56 0,0 1-69 15,-2 1-90-15,-1-4-287 0,1 1-514 0,-2 1 227 16</inkml:trace>
  <inkml:trace contextRef="#ctx0" brushRef="#br0" timeOffset="37862.17">13047 8294 253 0,'4'-3'310'0,"0"0"-26"15,-4 3-28-15,7-1-22 0,-1 1-17 0,3-1-17 16,2-2-8-16,9 2-13 0,0 0-12 0,9-2-14 16,7 2 0-16,3-3-13 0,1 2-9 0,15-1-15 15,5-2-5-15,1 2-13 0,3-2 2 0,3 0-13 16,4 2-8-16,-3-4-7 0,1 2-3 0,-4-2-5 15,8-3-11-15,-5 4-1 0,-1 0-4 0,0 0 0 0,-2-1-9 16,-1-1-2-16,-7 0-12 0,-13 3-7 0,-2-3-3 16,-5 3 5-16,-5 0-4 0,-9 0 30 15,-6 0 21-15,-2 2 13 0,-3-1-1 0,-5 3-6 0,0-1-14 16,-1 0-7-16,0 1-8 0,-2-1-12 0,-4 2-19 16,4-2-19-16,-4 2-13 0,0 0-17 0,0 0-21 15,0 0-26-15,0 0-19 0,0 0-23 0,0 0-25 16,-15 5-38-16,15-5-36 0,-6 4-49 0,1-1-39 15,1 0-189-15,2 0-543 0,0 1 240 0</inkml:trace>
  <inkml:trace contextRef="#ctx0" brushRef="#br0" timeOffset="38190.25">14893 7990 109 0,'4'-1'331'0,"-4"1"-33"0,4-3-36 0,-4 3-27 16,8 0-24-16,-8 0-22 0,3 5-19 0,-2 1-8 15,2-1-6-15,-1 2-1 0,0 4-11 0,1 0-7 16,-2 2-16-16,3 0 3 0,-4 5-23 0,2 0-6 15,-4 2-9-15,4-1-10 0,0-2 3 0,0 2-20 16,-1-1-5-16,0-1-1 0,1 2-14 0,1-1 8 16,-1-2 1-16,-2-1-14 0,2-3-16 0,-2 0-24 15,1-1-25-15,2 1-31 0,-2 0-40 0,2-4-47 16,-3 0-42-16,0-4-45 0,1 1-234 0,-1-5-508 0,0 0 225 16</inkml:trace>
  <inkml:trace contextRef="#ctx0" brushRef="#br0" timeOffset="38440.24">14653 8020 367 0,'-5'-2'423'0,"-3"0"-11"0,5 1-9 0,3 1-7 15,-5-5-6-15,5 5-19 0,-2-3-28 0,2 3-27 16,10-4-30-16,2 0-24 0,2 3-25 0,6-4-20 15,10 1-20-15,1 0-19 0,3-2-15 0,3-1-19 16,1 1-15-16,1 1-11 0,-2-2-11 0,1 3-14 16,-1 2-7-16,-1-2-7 0,-6 3-27 0,-2-2-38 15,-5 3-53-15,0 0-59 0,-1 0-89 0,-3 3-86 0,-6-2-83 16,0 0-95-16,-5-1-280 0,-4 3-789 0,-2-2 349 16</inkml:trace>
  <inkml:trace contextRef="#ctx0" brushRef="#br0" timeOffset="41267.53">10879 9411 167 0,'0'0'207'0,"0"0"-10"0,0 0-10 0,0 0-8 15,-5 17-7-15,5-10-12 0,0 5-8 0,-2-1-8 16,2 0-7-16,2 6-5 0,-1-1-9 0,-1 1-11 16,3 1-8-16,-2-2-10 0,-1 1-10 0,3 1-9 15,-2-5-6-15,5-2-8 0,-2 3-4 0,1-2-7 16,-1-2-6-16,0 1-1 0,1-1-6 0,0-2-2 16,0-2-2-16,1-1-4 0,-1-2-4 0,-1 3 0 0,2-3-1 15,2-5-3-15,-8 2-3 0,12-2 0 0,-5-4 1 16,0 0-6-16,1-1 3 0,0-3-5 15,-1 3-1-15,1-5 0 0,-1 1 16 0,-2-2 7 16,3-3 7-16,2 0 2 0,-5 3 7 0,1 3 6 0,-1-1 5 16,-2 1-2-16,1 4-1 0,-1 0-4 0,0 0-3 15,1 1-11-15,-3 2-1 0,3 0-9 16,-4 3-5-16,5 0 1 0,-5 0 3 0,10 6-8 0,-6 0-2 16,3 1-4-16,1 3-4 0,-1 1-5 0,1-1 7 15,0 0-4-15,2 1 1 0,2 5 3 0,-4-6-5 16,1 0 0-16,0 0 1 0,0-3 1 0,-1 2-3 15,-1-4 2-15,0 2-3 0,-1-4 0 0,-1 1 2 16,0-1 21-16,-1-2 18 0,-4-1 2 0,9 0 1 16,-9 0-7-16,9-6 1 0,-9 1 12 0,3-2-1 15,0-3-3-15,-1 0-7 0,-1-2-1 0,1-1-3 16,-4-1-7-16,1-5-4 0,-3 1 0 0,2-1-7 16,0 1-3-16,-1-2 5 0,2 3-7 0,0-1-18 0,-1 7-10 15,1-1-23-15,0 0-14 0,1 3-28 16,0 0-25-16,0 3-49 0,1 1-57 0,0 1-56 15,2 1-36-15,3-1-44 0,-6 4-183 0,10 0-570 0,-10 0 253 16</inkml:trace>
  <inkml:trace contextRef="#ctx0" brushRef="#br0" timeOffset="41486.25">11535 9489 286 0,'4'-2'279'0,"-4"2"-3"0,0 0-1 0,0 0-10 16,0 0-22-16,8-1-15 0,-3-1-23 0,2 1-13 15,0 0-25-15,1 0-14 0,-1-1-15 0,5 0-11 16,0-1-12-16,2-1-11 0,5-2-11 0,-5 5-13 16,6-2-14-16,-4 1-34 0,-2-4-39 0,1 5-43 0,-1-2-50 15,-1 3-53-15,1-1-55 0,-6 0-56 16,2 0-160-16,-4 1-459 0,-6 0 203 0</inkml:trace>
  <inkml:trace contextRef="#ctx0" brushRef="#br0" timeOffset="41658.11">11631 9577 92 0,'-8'6'224'0,"4"0"-1"16,0-2-5-16,3 0-12 0,-3 0 2 0,-1 0-6 15,4-1-15-15,1-3-3 0,0 4 3 0,0-4-4 16,0 0-15-16,10 4-18 0,-5-4-13 0,9 0-15 15,-1-1-9-15,6-2 1 0,2 2-31 0,3-2-34 16,3 1-39-16,-5-1-40 0,9-2-46 0,-9 3-63 16,-3-1-48-16,11-1-55 0,-8 4-156 0,-3-2-431 15,4-3 190-15</inkml:trace>
  <inkml:trace contextRef="#ctx0" brushRef="#br0" timeOffset="42300.23">12174 9342 326 0,'0'0'321'16,"0"0"2"-16,0-3-5 0,0 3-12 0,0 0-41 15,0 0-29-15,0 0-29 0,0 0-23 0,0 0-20 16,0 0-16-16,0 0-11 0,0 0-17 0,-4 12-11 0,1-5-12 16,3 0-9-16,0 2-9 0,3 3-10 0,-3-2-7 15,0 4-3-15,0 4-7 0,1-4 7 16,2 3-15-16,0-1-5 0,2 0-6 0,-1-2-7 0,-3-2 2 15,5-1-5-15,-3 1-3 0,0-4-4 0,2 0-6 16,-1-2-2-16,3 2-3 0,-2-2 4 0,1-3-3 16,2 0 9-16,-4-2-11 0,5-1 0 0,-2-1-3 15,0-2 9-15,4 0-14 0,-4-2 15 0,4-2-11 16,-4-1-3-16,2-1 2 0,-4-1 1 0,5 0-1 16,-3 0 1-16,2-2 2 0,-3 1 3 0,-1 3 10 15,1-1 9-15,-4 1 14 0,1 2 4 0,1-2 1 16,0 3 7-16,-1 1-10 0,-2 1-6 0,-1 3-12 15,4-6 0-15,-4 6-13 0,3-2 1 0,-3 2 0 16,0 0-3-16,8 8 8 0,-4-4-4 0,0 0 0 16,3 4-5-16,-1-2 2 0,0 3-2 0,3-2 2 15,0 3-4-15,1-1-3 0,-1-2 2 0,0 1 2 0,1 1 0 16,1-2 3-16,1-1-13 0,-2 0 14 0,-1-2 10 16,2-2-11-16,-3 1 0 0,-1-3-5 0,3 0 12 15,-2-1-10-15,-1-2 3 0,-1 1 5 16,0-1 1-16,-1-2-4 0,2 1-1 0,-3-2 13 0,0 0-22 15,0-5 6-15,-1 1-3 0,0-2-1 0,-4 0 8 16,1-1-13-16,0-1 8 0,-3-1-8 0,1-4-25 16,0 3-16-16,-4-1-11 0,5 4-17 0,-1-3-15 15,0 3-24-15,-1 0-27 0,-1 1-27 0,0 5-39 16,3-2-56-16,-1 0-41 0,-2 4-231 0,1 1-576 16,1-3 255-16</inkml:trace>
  <inkml:trace contextRef="#ctx0" brushRef="#br0" timeOffset="43967.23">13035 9468 67 0,'-3'1'351'0,"3"-1"4"16,0 0-4-16,0 0-19 0,0 0-20 0,0 0-17 15,-5 1-17-15,5-1-12 0,0 0-21 0,0 0-20 16,0 0-24-16,0 0-19 0,0 0-16 0,0 0-21 16,0 0-11-16,20-1-18 0,-6 0-18 0,6-1-33 15,2 0-38-15,5 1-43 0,3-1-35 0,4 2-53 16,-4-1-46-16,-7 0-66 0,11 0-66 0,-4 2-284 16,-5-2-612-16,-4 1 271 0</inkml:trace>
  <inkml:trace contextRef="#ctx0" brushRef="#br0" timeOffset="44529.68">13654 9254 236 0,'0'0'277'0,"0"0"-25"0,0 0-30 0,0 0-21 15,0 0-24-15,0 0-16 0,0 0-17 0,0 0-13 16,1 16-12-16,1-9-12 0,1 1-13 0,0-3-5 16,0 4-9-16,1 1-10 0,-3 0-3 0,5 2-9 0,-3-2-6 15,1 0-5-15,-3-1-5 0,4 0-5 16,-1-3 0-16,-1 2-4 0,0-3-3 0,0 0-1 16,-2 2-4-16,2-3-1 0,-2 1-2 0,-1-3 1 0,0-2 1 15,4 5 0-15,-4-5 18 0,0 0-6 0,0 0-2 16,0 0-2-16,0 0-2 0,6-11-2 0,-5 5-4 15,-1-1 0-15,4-3 2 0,-3 1 4 0,4-1-4 16,-3 1 3-16,1-3 3 0,-2 2 8 0,2 0 6 16,3-3 8-16,-4 4 4 0,4-3-3 0,-4 4 4 15,1-3-7-15,3 5-1 0,-4-3-8 0,2 4 1 16,1-1-10-16,-1 2 2 0,1-1-10 0,0 0-7 16,-1 4 2-16,3 0-5 0,0 0-1 0,1 0 1 15,-1 3-6-15,4 3-2 0,-4 3-4 0,4 1 2 16,-2-2-5-16,2 7 0 0,1 3-1 0,-2 0 4 15,-2 1-4-15,0 2 0 0,-4 0-1 0,3 7 5 16,0-1-3-16,-3 4 3 0,-1-1-4 0,-6 2 0 0,6-3-3 16,-3 1 11-16,-3 1 14 0,3 2 6 15,-1-3 10-15,-1 3 9 0,4-3-1 0,-2-1 2 16,0 0-9-16,1-4 3 0,2-2 2 0,-2-3 3 0,3 1 5 16,0-6 5-16,3 2 3 0,0-1 7 0,0-6 14 15,6 4-3-15,-2-4-6 0,5 1-5 16,2-5-5-16,1-1-8 0,3-1-12 0,0-2-19 0,2-1-37 15,6-5-47-15,-3-3-64 0,3-2-67 0,-8 1-87 16,6-6-105-16,-3-5-303 0,-1 0-744 0,0-4 329 16</inkml:trace>
  <inkml:trace contextRef="#ctx0" brushRef="#br0" timeOffset="45213.35">14245 9105 352 0,'-6'-2'368'0,"6"2"-27"0,-8-4-16 16,5 2-18-16,3 2-24 0,0 0-20 0,-8-1-25 0,8 1-20 15,0 0-24-15,0 0-20 0,0 0-12 0,0 0-20 16,0 0-5-16,20 0 6 0,0 0-20 0,10 1-18 15,3 1-3-15,2-2-14 0,9 0-6 0,-3 3-9 16,0-3-10 0,-1 0-7-16,0 0 0 0,-1 0-13 0,-3 1-13 15,-2 0-23-15,-4 0-21 0,-6 1-17 0,-4-1-34 16,-6 0-29-16,-5 0-37 0,1-1-34 0,-2 3-23 0,-5-3-14 0,-3 0-24 16,3 4-24-16,-3-4-18 0,-10 5-5 0,-1-1-155 15,-1-3-464-15,-2 0 205 0</inkml:trace>
  <inkml:trace contextRef="#ctx0" brushRef="#br0" timeOffset="45447.71">14350 9173 49 0,'0'0'214'0,"-7"1"-13"0,7-1-24 0,0 0-10 15,-1 6 6-15,2-1-14 0,1 1 4 16,0 0-2-16,3 2-10 0,0 1 1 0,-1 3-11 15,5-2-8-15,-2 5-15 0,6 2-11 0,-1-3-7 0,2 0-11 16,0 1-8-16,4 0-7 0,1 5-7 0,3-3-6 16,-4-4-7-16,1 0-4 0,-2-1-6 0,4 1-2 15,-2 0-5-15,-3-5-26 0,-1-1-30 0,-3-1-42 16,-1-1-40-16,0 1-45 0,0-4-40 0,-3 0-56 16,-1-2-129-16,0 0-401 0,-7 0 178 0</inkml:trace>
  <inkml:trace contextRef="#ctx0" brushRef="#br0" timeOffset="45728.93">14822 9172 101 0,'4'-4'343'0,"-4"4"4"0,4-4-15 15,-4 4-14-15,0 0-23 0,3-3-21 16,-3 3-21-16,0 0-27 0,0 0-26 0,0 0-23 15,0 0-5-15,0 0-4 0,0 0 2 0,-11 13-10 0,7-5-5 16,-1 2-9-16,-4 1-8 0,0 2-11 0,-1 3-10 16,-1 1-18-16,-2 1-7 0,2 0-3 0,-6 5-11 15,1 0-7-15,-1 0-10 0,2-1-7 0,3-2-2 16,-2 3 4-16,4-4-16 0,-2 7-10 0,1-7-27 16,3-2-36-16,0 0-19 0,4-1-34 0,0-3-27 15,2 0-34-15,2-2-47 0,0-1-65 0,3-2-63 16,0-3-301-16,2 0-676 0,2 2 300 0</inkml:trace>
  <inkml:trace contextRef="#ctx0" brushRef="#br0" timeOffset="48058.39">14905 9647 252 0,'0'0'297'0,"0"0"-22"0,0 0-32 16,-11 1-21-16,11-1-20 0,-8 1-24 0,5 3-14 15,-1-1-19-15,2 1-16 0,-4 1-9 0,5 0-12 16,-3 0-11-16,1 2-12 0,-2-1-5 0,3 1-7 15,-2 0-11-15,4 0-7 0,-1 2 1 0,-2-3-10 16,3 2-5-16,0-1-4 0,0 1-3 0,3-1 0 16,-2 2-5-16,2-2-1 0,0-1-1 0,0-1-4 15,2-1-3-15,-3 0 3 0,1-2-4 0,5 1 2 0,-1 1-3 16,0-3 4-16,0-1-8 0,2-1-1 16,-3-1 0-16,2-1-2 0,-1-1 0 0,1 0-2 15,0-3 0-15,-1 1-4 0,-1 2 13 0,1-1 18 0,-1-1 0 16,-1 1 9-16,-1-2 6 0,2 4 5 0,-1-1 4 15,-1 0-8-15,-2 1 0 0,0 1-10 16,-2 2-2-16,3-4-7 0,1 1-10 0,-4 3-9 0,0 0-1 16,0 0 3-16,0 0-3 0,9 5-2 0,-9-5 6 15,6 5-7-15,1 0-3 0,-3-3 8 0,3 1-1 16,-2 0-6-16,1 1-5 0,3 1 4 0,-2-3 1 16,5-1 18-16,-4 2-18 0,1-2-4 0,-3 0 12 15,4-1-7-15,-5-2-1 0,2-1 0 0,0 1-7 16,2-3 2-16,-5 0 6 0,2 0-1 0,-2-1-2 15,-1-1 2-15,1-1 0 0,-1-3-8 0,-1 1 4 16,1 0 1-16,-3 0 1 0,-3-2-1 0,2-1-10 16,0 1-15-16,-5-5-20 0,2 3-25 0,-3-3-30 0,3 4-41 15,-1-5-48-15,-3 2-45 0,5-1-53 16,0 0-241-16,2 1-566 0,1 2 250 0</inkml:trace>
  <inkml:trace contextRef="#ctx0" brushRef="#br0" timeOffset="48339.57">15299 9054 247 0,'0'-4'304'15,"0"4"-35"-15,0 0-29 0,0 0-28 0,0 0-20 16,0 0-19-16,0 0-17 0,0 0-17 0,0 0-12 15,0 0-15-15,5 16-7 0,-5-9-11 0,1 1-9 16,0 0-10-16,1 6-4 0,-1-3-9 0,2 5-4 16,1-2-6-16,0 0-1 0,0-1-6 0,0 3-6 0,3-3-2 15,-4 0 0-15,2 3-4 0,-1-2-4 16,0-2-6-16,2 1-1 0,-4-4-20 0,1 1-18 16,1 0-26-16,-4-3-32 0,2-2-36 0,0 1-45 0,0-2-30 15,-1-1-49-15,-1-3-146 0,0 0-411 0,0 0 183 16</inkml:trace>
  <inkml:trace contextRef="#ctx0" brushRef="#br0" timeOffset="48589.54">15169 8993 338 0,'0'0'373'0,"0"-4"0"0,0 4-34 0,0-5-16 15,0 5-5-15,1-6-10 0,-1 6-25 0,4-6-24 16,-1 2-26-16,3 2-24 0,0-2-20 0,6 0-19 0,-1-1-17 16,3 1-20-16,1 2-9 0,-1-2-12 0,3 0-17 15,1 0-9-15,-3 3-16 0,5-1-34 16,-2 2-33-16,1 0-43 0,-4 0-38 0,-1 2-45 0,-1-1-53 16,2 3-52-16,-4 0-55 0,0 0-66 0,-3-2-193 15,-2 4-587-15,-1-2 259 0</inkml:trace>
  <inkml:trace contextRef="#ctx0" brushRef="#br0" timeOffset="49230.11">15468 9130 39 0,'4'-2'205'0,"-4"2"-24"0,0 0-13 0,11 5-10 0,-7-3-3 16,0 1-13-16,5 5-15 0,-4-3-10 0,2 0-14 16,1 3-8-16,0 0-10 0,-1 2-10 0,2-1-4 15,0 0-10-15,-1 1-4 0,-3 1-4 16,3 0-11-16,-1 0-1 0,-1-3-5 0,-2 1-7 0,-3 0 1 16,3-4-4-16,1 2-2 0,-3-2-1 0,-1-1-6 15,0 1 9-15,1-1 0 0,-2-4 14 0,-3 5 10 16,3-5 4-16,0 0 3 0,0 0 0 0,0 0 4 15,-15-4 2-15,10 0 3 0,-1-1-2 0,2 2-7 16,1 0-3-16,-2-7-6 0,3 4-5 0,0 0-3 16,1-2-7-16,4-4-6 0,-1 3-13 0,5 1-13 15,1-2-4-15,2 1-6 0,2-1 2 0,0 4 0 16,4-4 1-16,-5 5-2 0,2 0 0 0,0 0 3 16,-2 0 2-16,-1 2-3 0,-1 3-2 0,-4-2 2 15,4 2-2-15,-9 0-3 0,9 2 4 0,-5 1 2 16,-4-3 0-16,7 3 0 0,-7 1-1 0,0 0 2 15,0-4 1-15,0 10 0 0,0-5 0 0,0 2 1 16,0-1 0-16,0 2-1 0,0-2 2 0,3 1 1 0,-2-1 0 16,3 0-1-16,0 1 2 0,1-2 0 0,1 0-1 15,2 1 1-15,2 1 3 0,0-5-5 16,2 2-4-16,-3-4 6 0,5 0-5 0,-3 1 0 0,0-2 5 16,1-1-2-16,-1 0 2 0,0 0-2 0,-1-4 2 15,1 0 1-15,-4 0 2 0,1 1 2 0,-1-3 15 16,-2-1 6-16,1 4 9 0,-2-1 9 0,3 1 9 15,-2 0 8-15,-1-2 6 0,-1 1 13 0,0 1 1 16,1-1-6-16,-1 2 5 0,-2 1-17 0,3 0-12 16,-4 3 1-16,5-2-12 0,-1-1 0 0,-4 3-5 15,2-5-6-15,-2 5-6 0,0 0 1 0,5-2-3 16,-5 2-13-16,0 0-13 0,11 6-21 0,-4-2-12 16,-6-3-18-16,3 3-27 0,2-1-30 0,-2 3-33 15,0-2-43-15,2-3-40 0,-2 0-42 0,0 2-195 16,-4-3-503-16,6 1 222 0</inkml:trace>
  <inkml:trace contextRef="#ctx0" brushRef="#br0" timeOffset="49401.97">15811 8968 8 0,'-3'-1'226'0,"3"1"-27"15,-1-4-20-15,1 4-19 0,0 0-22 0,5-5-32 16,-5 5-38-16,7-3-52 0,1 3-42 0,-8 0-66 16,15 0-72-16,-4 2-178 0,0-4 80 0</inkml:trace>
  <inkml:trace contextRef="#ctx0" brushRef="#br0" timeOffset="50183.15">16136 8880 9 0,'0'0'202'0,"0"0"-11"0,10 8 5 15,-9-4-7-15,2 0-10 0,-2 5-1 0,2 0-14 16,-1 2-15-16,1 0-13 0,-2 2-10 0,2 4-8 16,1 1-10-16,-1-2-8 0,0 1-10 0,1 0-7 15,-3 1-10-15,2-1-4 0,-3 3-6 0,4-5-6 16,-4-1-6-16,3-2-3 0,-3 1-7 0,0-2-6 15,0-1 0-15,-3-2-3 0,3 0-4 0,-3-3 0 16,3 0-4-16,-1 0 0 0,1-2-4 0,0-3 3 16,0 7 6-16,0-7 8 0,0 5 10 0,0-5 7 15,0 0-1-15,0 0-3 0,0 4-2 0,0-4-3 16,0 0-6-16,7 2-6 0,-7-2-7 0,9 0-6 0,-2 2-6 16,1-2-8-16,0 0-1 0,-1 0-3 15,7 0-6-15,-5 2-3 0,4-2-4 0,-2 1-2 16,-1-2 4-16,3-1 0 0,-1 2-1 0,-1-3 4 0,-3 2 0 15,5-3 3-15,-6 2 1 0,3-4-2 0,2-1-2 16,-5-2 6-16,2 1 0 0,-5 3 1 0,3-5 15 16,1 2 0-16,-4-1 3 0,0 6-1 0,3-4 9 15,-4-1-4-15,1 6-1 0,0-2 5 0,0 0-7 16,-1-1-1-16,-3 5-9 0,1-4-5 0,-1 4 0 16,0 0-4-16,0 0 4 0,0 0-1 0,0 0-2 15,11 12 1-15,-11-5 1 0,3 0-1 0,-3 1-2 16,4 2 1-16,-1 1 0 0,2 1-2 0,-1-2 3 15,0-1-3-15,-1 1 3 0,1 0-1 0,2 1-5 16,-4-6 4-16,1 0 2 0,1 0-1 0,0 1 6 16,-3-4-11-16,1 0 9 0,1 1-1 0,-3-3 0 15,4 2 2-15,-4-2-7 0,0 0 3 0,0 0-1 0,9-6 2 16,-7 3-2-16,-1-1 4 0,0 0-3 0,3-2 0 16,-1 2 1-16,-3 1-3 0,4-1 2 15,-4 0 0-15,2 0-4 0,-1-1 5 0,0 1-2 0,-1 4-1 16,3-7-1-16,-2 5 5 0,1-2-5 0,-2 4 1 15,1-3-2-15,-1 3 2 0,2-4-1 0,-2 4 5 16,2-5-6-16,1 2 3 0,-3 3-3 0,4-4 4 16,-4 4-1-16,4-6 3 0,-1 3 3 0,-2 1 8 15,-1 2 10-15,6-3-5 0,-4 0 1 0,2 0-3 16,-4 3 0-16,7-4-4 0,-7 1 3 0,0 3-4 16,8-1-4-16,-8 1-3 0,7-1-8 0,-7 1 5 15,0 0-1-15,11 2-3 0,-3 1 2 0,-4-1 1 16,0 1-1-16,0 2 2 0,2-1-6 0,-2 0 10 0,0 1-8 15,4 0 0-15,-4 0-4 0,0 0-6 16,2 2-9-16,-1-1-7 0,-1-1-25 0,-1-1-29 16,5 0-29-16,-8-1-29 0,4 2-33 0,0-4-49 0,-4-1-65 15,0 0-174-15,10 0-495 0,-10 0 219 0</inkml:trace>
  <inkml:trace contextRef="#ctx0" brushRef="#br0" timeOffset="50480">16899 8881 66 0,'0'0'349'0,"-11"-3"-33"0,11 3-31 16,-5-1-33-16,5 1-22 0,-8 3-25 0,8-3-26 0,-6 7-12 15,-1-1-19-15,2 0-15 0,2 4-11 16,-1 0-11-16,0 3-11 0,-1 4-10 0,2 2-9 0,0 1-7 16,0 1-6-16,-2 0-6 0,5 5-7 0,0 5-6 15,-3-5 1-15,6 2-7 0,-3-1-7 0,5 0-2 16,-2-7-5-16,0 1 1 0,1-3-3 0,0 0-5 16,2-2-19-16,-1-3-28 0,4 2-33 0,-2-4-44 15,3-2-58-15,2-3-77 0,-4-1-236 0,3-2-511 16,2-2 226-16</inkml:trace>
  <inkml:trace contextRef="#ctx0" brushRef="#br0" timeOffset="50948.7">17012 9013 54 0,'-7'0'190'0,"7"0"-12"0,0 0-8 15,-7 6-8-15,6-1-7 0,-2 0-5 16,3 1-4-16,0 1-14 0,2-1-10 0,-2 2-11 0,2 3-5 16,2-1-13-16,-1 2-9 0,1-2-7 0,0 1-8 15,3 1-5-15,-2-3-6 0,0 3-7 0,-3-5-3 16,4 2-5-16,-2 0-6 0,1-4-1 0,-3 2-4 16,0-3 0-16,0-1-1 0,3 0 1 0,-5-3 16 15,4 2-3-15,-4-2 0 0,6 0 3 0,-6 0 2 16,8-3 6-16,-3-1 17 0,-1 1 10 0,2-1 0 15,-2 0 6-15,0 1 2 0,-3 0-3 0,5-1-8 16,-2 1-4-16,0-2 0 0,-1 2-4 0,-1 0-3 16,2 1-7-16,-4 2-3 0,6-4-14 0,-5 1-9 15,-1 3-3-15,0 0-3 0,0 0-4 0,12 7-4 16,-9-4 1-16,1 1 1 0,0 3-4 0,3-1 6 16,-1-1-12-16,3 2-2 0,-2-2 0 0,-3 0-3 0,6 1-1 15,-4 0 15-15,2-3-9 0,-1 1-2 0,-1-3 0 16,1 2 2-16,1-1-10 0,-3-2 3 15,-5 0 3-15,11-1 4 0,-5-3-8 0,0 1 1 0,-3-4-3 16,2 1 2-16,0-2-4 0,-3-2-8 0,4 1-11 16,-5-2 4-16,2 1-2 0,-2-3-9 0,-1 3-10 15,3-4-17-15,-3 2-20 0,0 2-21 0,-3-4-38 16,3 2-37-16,-1 0-44 0,1 0-53 0,-3 1-259 16,2-2-566-16,-2 2 250 0</inkml:trace>
  <inkml:trace contextRef="#ctx0" brushRef="#br0" timeOffset="51198.68">17398 8881 191 0,'7'2'365'0,"-7"-2"-9"15,0 0-10-15,6 1 5 0,-6-1-15 0,10 4-14 16,-3-2-17-16,3 3-14 0,2-1-4 0,-1 4-13 15,8-3-13-15,-3 4-28 0,6 0-23 0,-3 1-21 16,7 5-18-16,-6-3-15 0,6 4-15 0,0-1-12 16,-7 3-17-16,3 2-14 0,-10-3-6 0,3 6-10 15,-3 4-18-15,-8-2-26 0,-1 3-38 0,-4 2-45 16,-3 0-60-16,-7 3-57 0,-12 10-45 0,-6-1-59 0,-4 2-99 16,-2 1-40-16,-9 1-237 0,-5 0-694 15,1-7 308-15</inkml:trace>
  <inkml:trace contextRef="#ctx0" brushRef="#br0" timeOffset="68684.64">15615 7186 13 0,'-4'-8'299'0,"3"1"-19"0,-1 0-14 0,1-1-12 0,-2 0-14 16,0 1-2-16,-6-2-23 0,6 3-12 0,-1 0-16 15,-3 0-5-15,3 2-10 0,-1 0-16 0,-3-1-5 16,-2 1-20-16,-1 1-7 0,-1-1-21 0,1 3-12 15,-2 1-9-15,-5 1-16 0,-2 3-2 0,-2 1-6 16,1 0-7-16,-2 4-3 0,3-2-8 0,-9 6 0 16,3 0-8-16,0 0-1 0,2 1-1 0,5-1-6 15,1 1 0-15,-3 3-4 0,5-2-3 0,0 1-3 16,5-1 0-16,-3 3-1 0,1-3 3 0,4 0 0 16,-1 2-9-16,5-1-1 0,2 3 0 0,-3-1-7 0,4-4 7 15,0 1 2-15,2 3-2 0,0 1 3 16,2-2 0-16,-1-5-5 0,3 1 0 0,2 4 0 15,-3-5 3-15,-1 0 1 0,1-1-2 0,-3-1-12 16,7 2-11-16,-3-6-22 0,0 2-20 0,0-2-26 0,0 0-34 16,-3 0-37-16,2-1-45 0,0-2-44 15,-2 2-42-15,1-2-193 0,-2-3-520 0,6 1 230 16</inkml:trace>
  <inkml:trace contextRef="#ctx0" brushRef="#br0" timeOffset="68918.98">15362 7529 184 0,'0'0'272'0,"0"0"-19"0,0 0-24 0,0 0-26 16,0 0-11-16,0 0-16 0,0 0-5 0,0 0-10 15,-8 11-7-15,0-6-12 0,-2 0-14 0,2-1-6 16,-3 6-16-16,0-5-9 0,0 3-12 0,2 2-5 15,-2-3-10-15,0 1-4 0,-4 2-8 0,4-2-7 16,1 0-12-16,0-1-22 0,0 1-30 0,3 0-31 16,-2 0-54-16,2-1-36 0,3-3-43 0,1 0-56 0,-1 1-161 15,2-4-425-15,2-1 189 0</inkml:trace>
  <inkml:trace contextRef="#ctx0" brushRef="#br0" timeOffset="69122.1">15002 7547 7 0,'0'0'249'0,"0"0"-19"0,0 0-26 0,0 0-22 16,0 0-15-16,0 0 11 0,0 0-6 0,0 0-18 16,8 16-17-16,-7-11-10 0,7-3-11 0,-1 5-12 15,0 0-14-15,3 1-4 0,4 5-8 0,0-1-3 16,4-1-41-16,-6 2-62 0,7-1-86 0,-4 2-95 15,0-1-132-15,0 0-367 0,0 0 163 0</inkml:trace>
  <inkml:trace contextRef="#ctx0" brushRef="#br0" timeOffset="76628.27">21233 2793 65 0,'0'0'193'0,"0"0"-11"16,5-2-6-16,-5 2-14 0,0 0-12 0,0 0-17 15,0 0-3-15,0 0-15 0,0 0-8 0,0 0-11 16,0 0-10-16,0 0-6 0,0 0-13 0,0 0-5 16,8 3-2-16,-8-3 8 0,1 7-4 0,-1-5-5 15,3 2-7-15,-3-4-2 0,0 4-2 0,0 0-7 16,0 1-4-16,1 0-4 0,-1-1-1 0,0 2-2 16,2 2-2-16,-1-1-3 0,-1-3-3 0,0 4 1 15,0-1-2-15,2-1 4 0,0 1 0 0,-2 3 0 16,2 0-4-16,-1-1-2 0,-1 1 1 0,0-1-1 15,1 1-4-15,3 2 0 0,-4 0-4 0,2-2 11 16,0 3-11-16,-2-4 0 0,2 2-1 0,1 0-1 16,-2 1-4-16,0-1 1 0,2 1 2 0,-2-2-2 15,-1 2 0-15,3-1-1 0,-3 1 8 16,0-1-10-16,2 2 1 0,0-1-1 0,-2 1 1 16,4-1-1-16,-4-1-1 0,3 1 0 0,-3 0 2 15,0 2 2-15,4-3-3 0,-3 1-2 0,2 1 1 16,-3-1 0-16,1-1 4 0,2 1-5 0,-1 0 1 15,-1 2 3-15,-1 0-4 0,0-3 5 0,0 6-2 16,1-3 2-16,1-1 0 0,-2 0 1 0,1 4-4 16,-1-3 3-16,3 1 1 0,-2-1 1 0,-1 2-2 15,-1-4-1-15,1 1 1 0,0 5 0 0,-3-5 5 16,3 1-4-16,0 3-2 0,0-3 0 0,-1-2 0 16,-1 3 2-16,1 1-2 0,0 1-2 0,-1-3 2 15,-1 0 1-15,3 4-6 0,-4 0 12 0,4 1-6 16,0 0-2-16,-1-1 1 0,1-3-1 0,-4 1 1 15,4 1-3-15,0-1-1 0,-1 2 2 0,1-1 1 16,0 0 1-16,-2-5-4 0,2 5 3 0,-1-4-3 16,1 1 11-16,-3-1-11 0,3 3-2 0,0-1 3 15,0-1 0-15,-2 1-1 0,2-1 2 0,0-1-1 16,-2-1-1-16,2 5 0 0,-3 1 0 0,3-5 0 16,0 0 0-16,-1 1 1 0,1 3 2 0,-3-5-5 15,3 5 0-15,0-3 4 0,0 4-4 0,-1 0 1 16,1-3 0-16,-1-1 0 0,1 3 2 0,0 0-1 15,0-3 0-15,-5 3 0 0,5-1 2 0,0-2-3 0,0-1 0 16,0 2 0-16,0 3-2 0,-2 0 1 0,2-4 2 16,2 2-1-16,-4-4 2 0,2 6-3 15,0-3 2-15,-2 2 1 0,2 1 1 0,-4-1-2 0,4-3 2 16,0 2-2-16,-1 1 0 0,1 0-1 0,-1-3 1 16,2-1 0-16,-4 0-2 0,5 5 2 0,-4-4 2 15,4 3 4-15,-2-3-7 0,0 4 1 0,0-2-1 16,0-2-1-16,-2-1 4 0,2 5-6 0,2-4 0 15,-4 3 4-15,2-1-2 0,-2-2 4 0,0 3-3 16,2-1 3-16,0 4-5 0,2-7 3 0,0 3 1 16,-2 1 1-16,-2 1-2 0,2-2-1 0,0 3 1 15,2-1-3-15,-4 2 4 0,4-4 0 0,-2 5 0 16,0-3-1-16,2 1-1 0,-2-2 3 0,0 5-3 16,0-2 2-16,0-1-2 0,1 2-1 0,-1-4 2 15,0 4-1-15,0 0 2 0,0-1 1 0,1 1-4 16,3-1 3-16,-4 0-2 0,2 7-1 0,-2-5 1 15,2 0 1-15,-2-2 1 0,2 7 7 0,1-6-9 16,-6-1 2-16,7 3-2 0,-3-1 2 0,-2-3-2 16,1 9-1-16,0-8 1 0,4 8 0 0,-4-2-3 15,0-5 3-15,1 6-1 0,-1 1 2 0,3 1-3 16,-1 1 4-16,0-2-4 0,-2 0 3 0,0 2 4 16,3 4-3-16,-3-3-4 0,3 1 7 0,2-2-4 15,-4 1 0-15,-1 5 0 0,3-2-1 0,-3 1 1 16,1-1 0-16,-1 2 2 0,6-2-4 0,-6 2-1 15,1-2 6-15,2 2-2 0,-3-1-2 0,0 2 1 16,3-1 0-16,-2-2 0 0,1 1 0 0,2 4 0 16,-3-2-1-16,-1 11 3 0,1 1 0 0,-2-12 0 15,2 13 0-15,2-13 0 0,-6 13-3 0,3-11 5 0,3 12-2 16,-2-14-3-16,-1 0 3 0,0 0-3 16,0 3 4-16,0-4 0 0,-1 1 0 0,2 0 1 15,-1 0 1-15,-4 0 10 0,4-1-7 0,3 1 5 16,-2 2 6-16,-1-2 1 0,0 0-1 0,3 0 0 0,-3-1 6 15,0 0-6-15,0 0-5 0,-3-2 1 0,3 2 1 16,0 0-3-16,3-2-1 0,-6 0-5 16,3-1 0-16,0-1 1 0,-1-2 0 0,-2 1-4 15,2-3 2-15,0 1-2 0,-3-2 0 0,2-6 0 0,2 7 2 16,-1-7-1-16,-2 1 0 0,3-3-3 0,0 0 2 16,3-1 2-16,-6 0-1 0,3-1 1 0,0-1-5 15,0-1 7-15,0-4-12 0,0 2-14 0,0-5-10 16,0 0-14-16,0 1-22 0,0-6-17 0,0 3-31 15,0-6-54-15,0 0-77 0,0 0-231 0,0 0-512 16,0 0 227-16</inkml:trace>
  <inkml:trace contextRef="#ctx0" brushRef="#br0" timeOffset="78239.1">19729 8053 36 0,'0'0'166'15,"0"0"-9"-15,0-4-5 0,0 4-9 0,0 0-4 16,0 0 0-16,9-5-1 0,-9 5-12 0,8-3-1 16,-1 1-5-16,-1-1-7 0,3 1-4 0,0-1-1 15,3 2-4-15,-1-2-9 0,4-1-5 0,-1 2-10 0,1-1-6 16,0 1-7-16,5-1 0 0,3 0-11 16,0 0-2-16,-1 0-6 0,8-1-2 0,-9 2 0 15,0-1-3-15,9 1-5 0,1-2-4 0,-1 1 0 0,-7-1-3 16,7 2-4-16,0-2-2 0,0 0 1 0,0-1-6 15,-1 2-3-15,3-2 1 0,-1 2 0 0,1-3-4 16,-2 1-1-16,-2 3 3 0,0-3-4 0,5-2 0 16,0 3-2-16,0-1-1 0,2-1 2 0,-1 0-2 15,-1 4-1-15,2-5-3 0,2 2-1 0,-3-1 1 16,3 2 3-16,1-1-2 0,0 2 1 0,3-3-7 16,-1 1 5-16,1 0 0 0,-3-1-1 0,2 0 0 15,-1 3-4-15,-1-2 4 0,-1 0-3 0,2-1 1 16,-3 1 3-16,2 1 0 0,-1-1-1 0,2 3-2 15,3-2 0-15,-2 0-1 0,2-1 3 0,-1 1-2 16,2-1 0-16,-1 0-4 0,-2 1 7 0,14-1-6 16,-13 1 0-16,-3-1 3 0,7 2 1 0,10-3-4 15,-15 4 1-15,2-4 0 0,14 2 1 0,-16 3 2 0,-1-3-2 16,3 1-2-16,-4-1-3 0,19-2 5 16,-18 4 8-16,0-1-8 0,0 0-1 0,-1 0-1 15,2-3 1-15,-2 4 0 0,1-2 1 0,1 2-3 0,1-1 4 16,2 2-3-16,-3-3 0 0,3 2 1 0,1-1 0 15,-3 0 0-15,3 2-2 0,8-3 2 0,-10 2 0 16,-1-1 0-16,-3 0 0 0,6 0-2 0,-2 0 1 16,-3 1 0-16,5 0 4 0,-5 0-4 0,4-1 0 15,-2 2 1-15,2-1-3 0,-4-1 4 0,18 0-2 16,-17 1 1-16,-1-1 0 0,3 2 4 0,2-3-6 16,-2 3 5-16,16-3-5 0,-17 1 1 0,15 2 2 15,-15 0-1-15,0-2-2 0,1 1 4 0,0 0-4 16,15 1 1-16,-15-1 0 0,-1 2 2 0,15 0 1 15,-14-2-2-15,14 1-1 0,-17 1 0 0,18-2 1 16,-20 2 2-16,8-1-2 0,-3 1 1 0,11-2 4 16,-9 2-8-16,10 0 1 0,-12 0 2 0,14 0 0 15,-16 0-1-15,0-2 1 0,1 4 0 0,13-4-3 0,-10 2 3 16,-5 2 1-16,4 0-1 0,-2-1 2 16,14 1-4-16,-14-2 1 0,13 0 5 0,-10 1-2 15,-1 1-1-15,13-1-2 0,-12 0-1 0,10 3 0 0,2-2 1 16,0 0 1-16,-16-1 0 0,4 2-1 0,10-1 2 15,2 0-1-15,-14 0-1 0,3 1-1 0,12-2 1 16,-16-1 0-16,15 0 1 0,-2 0 0 16,2 1-2-16,-3 3 3 0,3-4 2 0,-15 0-3 0,16 2 0 15,-3 0 1-15,2-2-3 0,-14 3 0 0,18-2 2 16,-20 0 1-16,18-1-1 0,-17 1 1 0,2-1 3 16,-1 0-5-16,16 2 2 0,-18-2 1 0,20 1-1 15,-5-2 0-15,-13 2-1 0,15 0-1 0,-3-2 1 16,-11 2 0-16,16 0-1 0,-6 1 1 0,4-1-2 15,1 0-1-15,-16 0 3 0,12 1 2 0,3 1-3 16,-16-2-2-16,15 0 6 0,2 3-5 0,-17-2 1 16,20-3 3-16,-4 5 0 0,1-3-1 0,-1 0-2 15,2 2 1-15,-4-2 1 0,4 2-1 0,-1-3 2 0,-1 4-1 16,0-3-1-16,0 0 0 0,0 1-2 16,-14-1 4-16,14 1-3 0,0-2-1 0,-3 0 2 0,1 0-3 15,-13 0 4-15,16 0-2 0,-5 0 3 0,3 0-1 16,-14 0 2-16,14-3-2 0,-2 1-2 0,2 1 8 15,-2 0-1-15,-14-2 15 0,14 2 0 0,-13 0-2 16,0-1-4-16,1 1 0 0,-1-2 2 0,1 1-3 16,0-1-3-16,2 0 2 0,-4 3 1 0,1-3-4 15,0-1 4-15,-4 3-3 0,2-1-2 0,0 0 0 16,-1 1 2-16,-4-2-8 0,0 2 2 0,0 1-4 16,2-1 5-16,-4-2-2 0,0 4-1 0,-1-2 0 15,-2-1 0-15,-7 2 0 0,2-2-1 0,-1 2 1 16,-6-1-3-16,5 1 4 0,-8 0-2 0,2 0-3 15,-3 0 2-15,1-2 2 0,-3 1-1 0,-1 1-2 0,-1 0 0 16,-2 0-2-16,-3-1 4 0,-4 1 1 0,13 1 0 16,-13-1-3-16,8 0 3 0,-8 0 3 0,7-1-6 15,-7 1 1-15,0 0-3 0,8-1 3 0,-8 1 0 16,0 0 0-16,11 0 2 0,-11 0-2 0,6-2 0 16,-6 2 0-16,5-2-1 0,-5 2-1 0,0 0 2 15,8-1 2-15,-3-2-14 0,-5 3-18 0,5-2-23 16,-5 2-31-16,5-3-32 0,-5 3-34 0,6-3-45 15,-4 1-49-15,-2 2-187 0,0-7-464 0,0 7 206 16</inkml:trace>
  <inkml:trace contextRef="#ctx0" brushRef="#br0" timeOffset="78582.82">30329 7510 80 0,'0'0'191'0,"10"6"-3"0,-8-3-6 0,-2-3-1 16,9 3-7-16,-3 0-5 0,0 1-8 0,6 2-9 15,-1-1-14-15,0 2-11 0,2-1 0 0,1 4-3 16,2-3-12-16,2 2-11 0,-2 0-8 0,2 2-10 15,-2-3-10-15,0 2-7 0,-5-3-7 0,2-1-6 16,-4 3-7-16,2-1-5 0,-2-1-2 0,-2 1-5 16,-3 0-4-16,3 2-4 0,0-1-1 0,-3 2-2 15,-7-1 2-15,2 0-3 0,-4-1-3 0,-4 4 0 16,0-2-4-16,-7 3 4 0,-1-1-3 0,-9 1-17 16,-1 1-39-16,-3 1-39 0,0-1-75 0,-1-2-97 15,-3 1-167-15,4-2-454 0,0-1 201 0</inkml:trace>
  <inkml:trace contextRef="#ctx0" brushRef="#br0" timeOffset="80598.78">25054 8425 337 0,'-2'-6'335'0,"0"2"-15"0,1 1-15 0,1 3-31 16,-1-10-22-16,1 10-28 0,-2-3-22 0,2 3-24 15,0 0-26-15,0 0-18 0,0 0-10 0,0 0-11 16,0 0-17-16,4 19-1 0,-2-7-18 0,2 0-7 16,-3 1-4-16,3 5-3 0,-3-1-11 0,5 1-2 15,-3-1-6-15,-2 2-3 0,6-1-2 0,-3 0-11 16,0 3-6-16,-1-5 1 0,1 2-6 0,-3-5-1 16,-1 0 1-16,4 0-5 0,-1-1-15 0,-2-2-25 0,1 0-22 15,1-4-25-15,-1 0-33 0,2-1-27 16,-1 1-37-16,1-5-60 0,3-1-49 0,-2 0-168 15,-5 0-487-15,15-3 215 0</inkml:trace>
  <inkml:trace contextRef="#ctx0" brushRef="#br0" timeOffset="81749.64">25243 8113 101 0,'-2'-10'285'0,"2"-1"-4"0,-2 4-18 0,2-1-2 0,0 3-19 16,0 1-26-16,0-2-9 0,0 6-25 0,2-5-19 16,-2 1-25-16,0 4-13 0,0 0-7 0,0 0-20 15,0 0-9-15,0 0-9 0,8 15-9 0,-4-6-7 16,0 2-8-16,-3 2-2 0,5 4-8 0,-2 0-3 16,1 2-8-16,3 2 4 0,-3 0-8 0,0-1-6 15,1 6 1-15,0 2-2 0,-2-10-3 0,0 4-1 16,-2 5-3-16,-1-6-1 0,1-2-3 0,0 1 0 15,1-1-4-15,-2 2 3 0,1-3-1 0,1 1-5 16,-1-2 1-16,-2 0 9 0,4-1-9 0,-1-3-1 16,1-1 10-16,-3 0-8 0,5 1-1 0,-3-1 6 0,3-4-8 15,0 4-5-15,0-2 4 0,-1-1-1 0,1 0 2 16,1-1-8-16,1 1 9 0,-1-3-3 16,4 0 1-16,-5-1 0 0,4 1 2 0,0-4-7 0,-2 1-4 15,3-2-3-15,-2-1-1 0,0 0-9 0,0-1 1 16,2 0-4-16,-4-2 0 0,4-1-3 0,-5 1 7 15,4-3 0-15,-3-1 0 0,0-1 6 0,-1 0-4 16,0-2 5-16,-1 1-2 0,1-2 2 0,-3-1 3 16,1 2 0-16,-2-3 3 0,1 1 10 0,-2 4 5 15,-1-1 7-15,0 0 3 0,0 2 3 0,0-1 2 16,-1 2 3-16,-2-1-4 0,1 1-5 0,0 2 3 16,1 1-7-16,0-1-1 0,-2 0 0 0,0 0-2 15,2 0-8-15,1 4 4 0,0 0-6 0,-6-2 1 0,6 2-1 16,0 0-3-16,0 0-1 0,0 0-6 15,0 0 4-15,0 0 1 0,-5 7-6 0,5-7 8 16,2 8 0-16,1-3 0 0,1 0 1 0,0 1-1 0,2 0 4 16,2 0-3-16,0 3-3 0,3-1 4 0,1-1 0 15,-4 1-2-15,3 1-1 0,-2-1-1 0,3 1 2 16,0 1 0-16,-1-2-1 0,-2 2-4 0,2-4-4 16,-4 6 0-16,4-4-5 0,-6-1-2 0,2 1-5 15,-1-3-2-15,-1-1 3 0,-2 1 5 0,1-1 0 16,-3 0 0-16,1 0 8 0,-2-4-6 0,-2 5 6 15,2-5 0-15,-5 3 5 0,-2-1 1 0,7-2 6 16,-7 1 10-16,7-1 10 0,0 0 2 0,-12-3 12 16,8 1 7-16,-3 1-2 0,3-3-2 0,4-1 3 15,-3-2-9-15,3 1-6 0,2 0-7 0,0-4-11 16,8-1-16-16,-2 2-16 0,6-5-28 0,3-1-23 16,10-4-16-16,-2 4-18 0,3 2-7 0,0 1 0 0,0-1 5 15,-2 3 2-15,-5 2 6 0,7-5 7 0,-9 8 4 16,3-3 3-16,1 3 10 0,-5-1 9 15,-5 2 12-15,-2 1-1 0,1 2 12 0,-5-4 15 0,0 3 23 16,-3 0 6-16,2 1-2 0,-4-2 7 0,-2 3 2 16,0 0-7-16,0 0 8 0,0 0 9 0,0 0 4 15,0 0 2-15,-19 1 3 0,12 2 6 0,-6-1 2 16,-1 3 4-16,4-2-3 0,-3 1-1 0,2 1-5 16,0 2-4-16,-1-1-1 0,1 2-3 0,0-2-2 15,-1 2-2-15,1 0 0 0,3 1-2 0,1-2-1 16,3 0-3-16,0 0 1 0,-1 3 1 0,1-4-1 15,4 4-3-15,0-5 2 0,1 3-3 0,4 1-1 16,1-4 3-16,-3 0-2 0,5 1 1 0,-3-3-9 16,10 1-2-16,-4 1-9 0,1-4-4 0,-1 0-3 15,3-1-2-15,-1 0 2 0,0-5 0 0,0 2 0 16,-1-2 3-16,-1-2 4 0,-1 0-2 0,1 0 4 0,-3-3 8 16,1-1 5-16,-2 1 20 0,0 0 19 0,-3-1 18 15,0 0 15-15,3 1 15 0,-6 2 13 0,2 2 10 16,-2 0 6-16,2 0 14 0,-2 0-9 0,-1 1-16 15,2 1-5-15,-2 4-7 0,0-7-13 0,0 7-15 16,1-2-8-16,-1 2-15 0,0 0-6 0,0 0-5 16,0 0-2-16,0 0 6 0,7 12-15 0,-6-7-2 15,2 1-4-15,1 2-3 0,4-1-7 0,-1 4-1 16,1-1-18-16,-1 0-2 0,4-1-9 0,-3 2-8 16,3-2-14-16,4 2-8 0,-3-4-16 0,-1 1-12 15,1-2-27-15,4-2-22 0,-5 1-22 0,3-3-20 16,0-1-19-16,-1-2-17 0,-1-1-11 0,2-4-9 15,1 3-14-15,-7-7-10 0,3 4-143 0,-3-3-425 0,3-1 188 16</inkml:trace>
  <inkml:trace contextRef="#ctx0" brushRef="#br0" timeOffset="81984">26427 8137 115 0,'-3'-10'255'15,"0"0"4"-15,2 2-2 0,-2 3-9 0,2-1-25 16,-1 1-22-16,2 5-25 0,-1-5-22 0,1 5-8 15,0 0-19-15,0 0-16 0,0 0-10 0,0 0-14 16,-8 15-7-16,5-8-10 0,3 5-8 0,0 0-2 16,0 0-8-16,0 5-2 0,3 1-6 0,2-1-2 15,-3 3-4-15,0 1-5 0,1 8-6 0,1-3 2 16,2 0-7-16,-2 3 3 0,1-2-4 0,5-2 0 16,-5 2 0-16,5-1-5 0,-3-7-2 0,3 0-1 15,-6 0-39-15,3-1-24 0,-1-2-30 0,-3-3-36 16,3-1-30-16,-2-2-36 0,0 0-28 0,-1-3-189 15,0-1-432-15,-2-2 193 0</inkml:trace>
  <inkml:trace contextRef="#ctx0" brushRef="#br0" timeOffset="82249.6">26402 8406 273 0,'-4'-9'289'15,"3"4"-2"-15,-1-3-13 0,1 2-17 0,1 1-10 16,1-2 0-16,-1 0-20 0,2 2-25 0,-1-3-19 15,3 2-8-15,-1 1-29 0,5 1-19 0,-4 0-12 16,6 1-10-16,-1 2-12 0,2 0-16 0,-3 2 0 16,6 1-17-16,-1 3-2 0,-2-2-7 0,3 0-6 15,-3 3-1-15,1-1-4 0,0 3-7 0,-1 0-1 16,1 2-6-16,-1 1-1 0,-1 0-21 0,-1 2-13 16,1-5-13-16,-3 6-17 0,-2-2-18 0,1 0-20 15,-1-1-24-15,-4 2-24 0,2-1-31 0,-2 0-26 16,-1-1-18-16,0 0-19 0,0-2-20 0,0 0-161 15,-1-1-431-15,1-3 191 0</inkml:trace>
  <inkml:trace contextRef="#ctx0" brushRef="#br0" timeOffset="82843.3">26891 8433 137 0,'0'0'192'0,"0"0"-14"0,0 0-13 16,-13 11-4-16,12-6-15 0,-2 1-10 0,-1-1-10 16,0 1-7-16,1 2-11 0,3 1-11 0,0-1-9 15,0-1-4-15,0 0-10 0,3 1-4 0,1 2-7 16,1 0-12-16,1-1 3 0,2 0-2 0,-1-2-2 16,2 0-9-16,-2-2-3 0,2-1-7 0,0 0 2 15,2 1-5-15,-3-4-1 0,0 1-3 0,0-2 0 16,0-2-1-16,-1 1-3 0,0-3-3 0,1 1-2 15,-4-1-2-15,3 0-1 0,-6-3-2 0,2 0 0 16,-3-2-2-16,0 2 1 0,0-3-2 0,-1 0-3 16,1 0 5-16,-3-2 1 0,0 3 11 0,2-1 1 15,-3 3-2-15,1-3-4 0,-1 4 7 0,0-1 0 16,1 2-1-16,-2 0-1 0,2 0-4 0,2 3-1 16,1 2-6-16,-6-5-2 0,6 5-3 0,-4-1 0 0,4 1-5 15,0 0 1-15,0 0-2 0,0 0 1 16,-8 6-3-16,8-6 3 0,3 11 0 0,-3-6-5 15,4-1 3-15,-3 3-2 0,7-2-3 0,-3 2 0 16,1-1-2-16,1-2 1 0,-2 1-4 0,2 1 4 0,2-1 5 16,-2-2 0-16,0-1-1 0,-1 0 4 0,2-1-1 15,-2-1 3-15,2 2 1 0,-8-2 14 16,15-4 7-16,-10 0 9 0,3 0 9 0,0-4 14 0,2 1 2 16,-3-1 8-16,1-1 27 0,-1-1-10 0,0 2 10 15,1-2 6-15,-3 2 2 0,3-1 4 0,-1 2-1 16,1-2 4-16,-4 1 1 0,3-1 6 0,-2 5-16 15,-2 1-16-15,1-2-8 0,-1 1-10 0,1 2-11 16,0 0-9-16,-4 2-3 0,0 0-19 0,11 3 11 16,-5 3-9-16,0-2 1 0,-3 2-6 0,1 2 1 15,0 1-15-15,4 1-21 0,-2 2-16 0,-3-1-11 16,1 1-12-16,-2 0-10 0,1-2-20 0,-1 1-19 16,0-1-27-16,-2 0-29 0,0-1-30 0,-2-1-39 0,0-2-38 15,-1 1-50-15,-1-3-179 0,-1-2-535 16,-4 1 238-16</inkml:trace>
  <inkml:trace contextRef="#ctx0" brushRef="#br0" timeOffset="83704.03">25235 8382 294 0,'-5'0'336'15,"-3"1"-4"-15,8-1-22 0,-11 0-7 0,11 0-15 16,-7 2-12-16,7-2-8 0,0 0-20 0,0 0-5 15,0 0-1-15,0 0-12 0,0 0-14 0,0 0-21 16,25-8-12-16,-11 7-24 0,0-2-17 0,6 1-20 16,2-3-6-16,3 0-25 0,3 2-42 0,2-5-47 15,0 3-49-15,-3 1-45 0,-2 0-48 0,-6 2-62 16,1 0-63-16,-5-1-79 0,-4-2-249 0,-3 3-642 16,-1 1 284-16</inkml:trace>
  <inkml:trace contextRef="#ctx0" brushRef="#br0" timeOffset="84047.76">24994 8309 92 0,'-5'-2'345'16,"5"2"-17"-16,-4-2-22 0,4 2-21 0,0 0-25 15,-5-3-25-15,5 3-24 0,0 0-21 0,0 0-20 16,0 0-22-16,0 0-24 0,0 0-4 0,0 0-21 16,-10 4-2-16,10-4-11 0,-3 4-8 0,3 0-5 15,0-4-12-15,0 9-2 0,0-2-11 0,3-4-7 16,-2 1 1-16,-1 1-7 0,3-2-3 0,1-1 4 16,-2 2-8-16,2-1-3 0,-4-3-1 0,5 2-4 15,-5-2-3-15,0 0 4 0,0 0-12 0,11-3 9 0,-8-1-3 16,-1 0-4-16,-2 0-3 0,3-2-6 15,-3 1-9-15,0-1-12 0,0 0-12 0,0 0-14 16,0-1-20-16,0 1-29 0,-3 2-35 0,3-3-35 0,-1 3-46 16,0 1-64-16,1 3-187 0,-6-8-498 0,3 6 221 15</inkml:trace>
  <inkml:trace contextRef="#ctx0" brushRef="#br0" timeOffset="84750.82">27424 8310 84 0,'-4'-4'343'0,"4"4"-7"0,0 0-30 0,0 0-16 16,0 0-16-16,0 0-14 0,3-4-19 0,-3 4-15 15,0 0-25-15,0 0-16 0,7-2-19 0,-7 2-16 16,10-1-11-16,-2 1-17 0,-1 0-12 0,5-2-13 16,3 1-9-16,4 1-11 0,-1 1-13 0,0-2-34 15,3 0-24-15,-3 1-37 0,0 0-34 0,-3-1-39 0,-2 2-46 16,0 0-50-16,0-1-47 0,-1 1-53 15,-6 1-150-15,3 0-487 0,-5-1 215 0</inkml:trace>
  <inkml:trace contextRef="#ctx0" brushRef="#br0" timeOffset="84938.3">27565 8432 92 0,'-1'6'193'0,"1"-6"-3"0,-3 3 5 16,3-3 7-16,0 0 11 0,0 0 0 0,0 0-9 15,0 0-9-15,8 3-20 0,1-3-18 0,1-1-18 16,4-1-11-16,-1 2-15 0,5-2-15 0,4 0-29 16,-2-2-42-16,1 2-45 0,-1 1-52 0,0-1-53 15,4-2-43-15,-7 1-205 0,5-2-403 0,-8 2 179 16</inkml:trace>
  <inkml:trace contextRef="#ctx0" brushRef="#br0" timeOffset="85313.26">28035 8022 24 0,'-3'-2'312'0,"3"2"-16"16,0-7-22-16,0 7-30 0,0 0-24 0,-2-4-27 15,2 4-22-15,0 0-13 0,0 0-22 0,0 0-13 16,0 0-14-16,0 0-12 0,0 0-6 0,-1 14-8 15,1-7-16-15,0-2-5 0,-3 3-3 0,3 2-2 16,0 2-10-16,0-2-5 0,-1 3-4 0,-2 0-5 16,2 2-2-16,-3 0-2 0,2 1 6 0,-2 2 0 15,0 0 0-15,3 0 0 0,0-1-1 0,-6 1 3 16,5 1 0-16,0 3-2 0,0-3 0 0,1 2-4 16,-1-1 4-16,1-2-8 0,4-1 4 0,-2 1-4 15,-1 0-6-15,4-2 4 0,0-3-2 0,1-1 1 0,1-2-3 16,2 1-2-16,-1-1 1 0,6 0-3 15,0 1 2-15,-1-3 1 0,6-1 6 0,-6-2-12 16,3-1 0-16,0-2-3 0,6-1 1 0,-5 0-4 0,-1-2-10 16,1-2-21-16,-4 1-24 0,2-5-31 0,0 2-38 15,-5-1-43-15,2-2-39 0,-2-2-44 0,-2-2-44 16,0-4-149-16,-5-1-471 0,-4 3 208 0</inkml:trace>
  <inkml:trace contextRef="#ctx0" brushRef="#br0" timeOffset="85516.37">27941 8283 8 0,'-14'0'279'16,"3"0"6"-16,2 0 1 0,2 0 1 0,7 0 2 15,-9 0 8-15,9 0 7 0,-10-1-8 0,10 1-6 16,-7-1-7-16,7 1-17 0,0 0-27 0,0 0-25 16,0 0-20-16,17-9-24 0,-3 7-13 0,1 0-13 0,3-2-17 15,2 0-11-15,-1 3-13 0,2-3-12 0,2 2-14 16,-2 1-37-16,0-3-25 0,-1 4-50 15,1-2-43-15,-6 1-48 0,0 1-48 0,-2 0-59 0,-2 0-67 16,1-2-70-16,-3 1-221 0,-3 1-639 0,-6 0 284 16</inkml:trace>
  <inkml:trace contextRef="#ctx0" brushRef="#br0" timeOffset="87406.82">21261 2583 63 0,'0'-6'209'16,"-5"3"-15"-16,5 3-3 0,-5-4-1 0,4 1-6 0,1 3-8 15,0 0-1-15,-4-3-6 0,4 3-6 0,0 0-9 16,0 0-13-16,-3-4-11 0,3 4-13 0,0 0-9 16,0 0-14-16,0 0-9 0,0 0-8 0,-1-4-8 15,1 4-10-15,0 0-9 0,0 0-7 0,-3-4-4 16,3 4-6-16,0 0 1 0,0 0-7 0,0 0-3 16,3 13-4-16,-3-13-5 0,1 8-10 0,-1-1-3 15,0-2 1-15,0 3 0 0,0-1 0 0,0 3-3 16,0 0 3-16,0 1-2 0,0 2 2 0,0 0-2 15,3 2 2-15,-2-1 1 0,2 6 1 0,-2-2-1 16,4 0-25-16,0 1-28 0,0-1-39 0,5 8-43 16,-2-8-49-16,2 0-56 0,-4 3-159 0,7-3-428 15,-4 1 190-15</inkml:trace>
  <inkml:trace contextRef="#ctx0" brushRef="#br0" timeOffset="88281.81">19247 4185 233 0,'-5'-10'329'16,"3"3"-12"-16,-4 1-15 0,4-2 3 0,-1 1-17 15,0 3-11-15,1 0-29 0,2 0-29 0,0 4-26 16,-6-4-24-16,6 4-18 0,0 0-21 0,0 0-11 16,0 0-11-16,-3 19-16 0,3-5-8 0,0 3-8 15,3 0-3-15,-3 2-12 0,6 1-6 0,-5 7-5 16,3-2-6-16,1 3-5 0,1-8 0 0,-2 8-3 16,0-1-4-16,0-6-5 0,0-1-9 0,0 1 6 15,-1-1 1-15,1-2-4 0,1 0-2 0,-2-4-3 16,0-1-21-16,0-3-20 0,1 2-9 0,-3-5-31 15,-1-1-29-15,4-1-24 0,-2-2-32 0,-2 1-67 16,0-4-66-16,0 0-255 0,0 0-584 0,0 0 259 16</inkml:trace>
  <inkml:trace contextRef="#ctx0" brushRef="#br0" timeOffset="88511.08">18964 4199 317 0,'-3'-3'370'0,"3"3"-26"16,-4-5-22-16,4 5-16 0,0 0-18 0,-3-4-11 15,3 4-28 1,0 0-31-16,0 0-18 0,10-6-22 0,-5 2-15 16,6-1-19-16,1 1-12 0,2 3-14 0,2-7-11 15,6 5-14-15,1-3-7 0,6 2-14 0,-6-1-1 0,7 0-14 0,1 1-11 16,-7 0-5-16,-2 2-35 0,1 1-34 0,-4-1-29 0,3 2-36 15,-3 0-34-15,-4 0-37 0,-3 2-50 0,2-1-45 16,-2 1-54-16,-2-1-179 0,-5 2-533 16,-1 0 236-16</inkml:trace>
  <inkml:trace contextRef="#ctx0" brushRef="#br0" timeOffset="89432.87">19358 4314 118 0,'6'-1'196'0,"-6"1"-23"0,9 0-23 0,-9 0-12 16,8 3-15-16,0 0-8 0,-1 2-11 0,-1-1-13 15,3 3-10-15,3 0-6 0,-5 2-7 0,4 1-7 16,4 3-6-16,-3 0-4 0,-2 2-3 0,3-2-7 16,-6-1-3-16,3-2-4 0,-2 1-6 0,-3 2-4 15,1-2 0-15,-1-3 2 0,-1 3-8 0,-1 0 2 16,1-6-3-16,-1 2-1 0,-2-1 5 0,-1 0 20 16,0-3 21-16,0 1 18 0,0-4 14 0,0 0 9 15,-4 6 12-15,-1-6 1 0,5 0-2 0,0 0 5 16,0 0-9-16,-15-8 4 0,11 5-15 0,-2-2-10 15,2 0-8-15,0-3-6 0,3 3-9 0,-1-4-1 16,1 0-17-16,-2 1-2 0,7-2-15 0,-1 0-16 16,4-3-15-16,-2 3-16 0,3-2-10 0,-1 3-13 0,11-4-10 15,-6 2-20-15,0 3-4 0,3-2-5 16,0 3 3-16,-4 0 4 0,2 1 7 0,1 1 2 16,-1 0 6-16,-1 2 11 0,-7-2 1 0,2 2 2 15,0 0 7-15,-3 1 2 0,0 2 8 0,1-3 4 0,-5 3 4 16,6-4 9-16,-6 4-1 0,0 0 7 0,1-3-4 15,-1 3 8-15,0 0-4 0,0 0 2 16,0 0 0-16,0 0 2 0,-13 10 4 0,9-9-6 0,0 5-3 16,-2 0 7-16,2-1-6 0,-3-2-1 0,1 8 7 15,0-4-6-15,2 4 1 0,0-2-2 0,0 0 4 16,2-2-1-16,-2 4 2 0,3-2-3 0,-2-2 7 16,3 1-4-16,3 0 0 0,-3 0 0 0,1-3 1 15,3-1 5-15,0 1-5 0,3-1 1 0,0-2-2 16,1-1-5-16,0-1-4 0,2-3-5 0,3-2 0 15,-3 1-2-15,1 0 3 0,-2 0 0 0,2-4 2 16,-2 2-1-16,1-3 4 0,-1 1 8 0,-4-1 15 16,3 2 14-16,-1-1 16 0,-3 3 7 0,0-3 6 15,0 1 10-15,0 1 6 0,-4 1-3 0,3 2-2 16,-2-1-12-16,1 1-6 0,-2 3-2 0,4-3-16 16,-4 3-5-16,0 0-3 0,0 0 1 0,0 0-8 15,0 0 3-15,5 8-3 0,-4-5-5 0,2 0 0 16,0 5-4-16,0-3-1 0,-2 1 0 0,3 1-2 15,-2-1-1-15,2 0-3 0,-2 1-1 0,4-1-3 16,-1-1 2-16,-1 1-5 0,-1-1 3 0,1-3 0 16,-1 2 6-16,-2-3-1 0,-1-1 0 0,9 0-1 15,-9 0 1-15,0 0-1 0,10-3 3 0,-6-1 4 16,2 1 13-16,-2-1 18 0,0-1 16 0,0 0 17 0,0-1 17 16,0 0 25-16,0 1-15 0,0 2-2 0,-2-4-11 15,2 2 12-15,-1 1-17 0,-1-1 3 16,1 3-5-16,-3-2-12 0,5 0-10 0,-2 1-6 0,-3 3-11 15,4-2-7-15,-4 2-6 0,0 0-3 0,0 0-18 16,0 0-12-16,13 3-17 0,-8-1-19 0,0 2-29 16,-5-4-29-16,11 4-25 0,-5-2-33 0,-1 2-47 15,1 0-55-15,0-2-55 0,0 1-304 0,-1 0-668 16,1-2 296-16</inkml:trace>
  <inkml:trace contextRef="#ctx0" brushRef="#br0" timeOffset="89635.97">19656 4080 212 0,'-3'-4'367'0,"1"0"-29"16,-3 1-39-16,3 0-28 0,2 3-27 0,-6-4-27 15,6 4-29-15,0-3-20 0,0 3-21 0,0 0-22 16,0 0-30-16,0 0-30 0,0 0-49 0,13 10-52 15,-8-4-73-15,7-1-73 0,-5 1-223 0,1 2-437 16,2-3 193-16</inkml:trace>
  <inkml:trace contextRef="#ctx0" brushRef="#br0" timeOffset="90432.77">19995 4016 166 0,'0'0'203'16,"0"0"-22"-16,10 6-5 0,-8-2-12 0,3 1-3 15,-3-1-13-15,3 2-12 0,-1 2-9 0,3 0-1 0,0 3-8 16,-2 1-8-16,2 0-12 0,0 4-8 0,2 1-8 16,-2-1-12-16,1 2-1 0,-1 1-7 0,-1-2-7 15,0 1-4-15,-3 1-4 0,1 0-7 0,0-1-2 16,-1 0-5-16,-3-1-1 0,0-4-2 0,0-2-5 15,0 1 1-15,0-2-7 0,-1 0 3 0,1-1-4 16,-2-1-2-16,0-3 3 0,0 0-4 0,1 0 1 16,-1-1 2-16,1 0 13 0,1-4 28 0,0 5 18 15,0-5 26-15,0 0 18 0,1 4 6 0,-1-4-18 16,0 0-7-16,0 0-8 0,0 0-6 0,7-12-10 16,-4 7-7-16,3-1-17 0,0 2-7 0,2-5-1 15,5 2-8-15,-4 1-4 0,5-1-5 0,-3 1-2 16,1 0-8-16,-1-1-3 0,0 1-4 0,1 1 0 15,-1 0-2-15,-2 0-5 0,2 1 2 0,0 0-4 16,-3 2-1-16,0 0 2 0,-2 0-3 0,-1 1-4 16,-1-1-4-16,3 1-7 0,-7 1-2 0,0 0 1 15,11 1 0-15,-11-1-3 0,7 4 3 0,-7-4-2 16,4 4 1-16,-3-1 3 0,-1 1-2 0,3 2-5 16,-2 0 1-16,2-1 3 0,1 1-3 0,-4 0-1 15,4 0 1-15,-3-2-4 0,-1 2 2 0,3-1 2 16,1 0-3-16,-2-3 1 0,2 3 5 0,0-2 0 15,0-2 8-15,-4-1-2 0,8 2 0 0,-8-2 2 16,8-1 3-16,-8 1 3 0,11-4-2 0,-8-1 1 0,1 2 0 16,1 0-1-16,-1-4 2 0,2-1 8 0,-5 5-1 15,3-2 4-15,-1-3 15 0,0 1 9 16,-2 1 8-16,1 0-9 0,-1 0 9 0,2 3 0 16,-1-1-2-16,-2 0 0 0,0 4-8 0,4-7-9 0,-4 5 1 15,0 2-12-15,0 0-4 0,3-4 0 0,-3 4-4 16,0 0-3-16,0 0 3 0,0 0-2 0,8 6-8 15,-4-1-4-15,-2-1-4 0,1-1-3 0,2 1-3 16,-1-2 3-16,-1 4-6 0,1-2 7 0,-1-2-6 16,1 3 6-16,1-2 3 0,-1-2-1 0,-1 1 4 15,4 0 0-15,-7-2 3 0,5 2 1 0,-5-2-2 16,0 0 6-16,8-7 2 0,-2 5 4 0,-5-4-3 16,3 1 17-16,0 0 2 0,0-1 11 0,0 1 8 15,-1-2 12-15,3-2 16 0,-2 3 10 0,5-3 6 16,-6 4-9-16,0-2-5 0,2 2 5 0,-1 0-10 15,-2 0-5-15,0 1-11 0,2 0-5 0,3 1-10 16,-7 3-5-16,5-2-4 0,-5 2-13 0,13 1-28 16,-13-1-28-16,11 6-19 0,-6-4-41 0,0 3-36 15,4 0-44-15,-4 4-50 0,6 0-60 0,-3 0-76 16,2 1-188-16,-3 1-606 0,2-2 268 0</inkml:trace>
  <inkml:trace contextRef="#ctx0" brushRef="#br0" timeOffset="93856.02">21526 7777 75 0,'0'0'282'0,"0"-9"2"0,4 6 10 16,-4-1-7-16,0-2-3 0,3 3-7 0,-3-1-8 15,0 4 14-15,1-6-13 0,-1 2 2 0,0 4-36 16,3-6-11-16,-3 6-21 0,0 0-17 0,0-3-28 15,0 3-22-15,0 0-15 0,0 0-15 0,0 0-16 16,0 0-8-16,0 0-12 0,0 0 5 0,0 0-17 16,2 14-4-16,-1-8-8 0,-1 4-5 0,1-3-7 15,-1 4-7-15,3-2-26 0,-3 3-33 0,1-1-24 16,0 1-17-16,2-1-33 0,1 2-36 0,0 0-50 16,-1-1-62-16,4-2-76 0,-4 0-282 0,1-2-663 15,0-1 294-15</inkml:trace>
  <inkml:trace contextRef="#ctx0" brushRef="#br0" timeOffset="101047.72">21386 3139 57 0,'0'0'186'0,"0"0"-3"0,0 0 0 16,0 0-7-16,0 0-5 0,0 0-5 0,0 0-6 15,0 0-1-15,5-4-7 0,-5 4-3 16,0 0-7-16,0 0-5 0,0 0-4 0,0 0-7 0,0 0-4 16,0 0-7-16,0 0-4 0,0 0-7 0,0 0-8 15,0 0-7-15,3-3-7 0,-3 3-3 0,0 0-5 16,0 0-11-16,0 0-6 0,0 0-1 0,0 0-11 15,0 0-6-15,0 0-5 0,0 0-9 0,0 0-2 16,0 0-3-16,0 0-4 0,0 0-5 0,0 0-5 16,0 0-16-16,0 0-1 0,0 0 1 0,0 0-3 15,0 0 4-15,2 10-1 0,-2-10 0 0,0 0-4 16,1 5-7-16,-1-5 0 0,0 0 2 0,3 2 3 16,-3-2-2-16,0 0 1 0,7 1 2 0,-7-1 1 15,0 0-2-15,0 0 3 0,6 2 0 0,-6-2-1 16,0 0 3-16,8-5 2 0,-8 5 2 0,6 0 1 15,-3-4-2-15,-3 4 1 0,2-4 4 0,-2 4-2 16,4-3 2-16,-4 3 8 0,3-4 3 0,-3 4 2 16,2-3 1-16,-2 3 0 0,0 0 0 0,0 0-3 15,2-5-2-15,-2 5-1 0,0 0-4 0,0 0-4 0,0 0 1 16,0 0 1-16,0 0 0 0,0 0-3 16,0 0 3-16,-18 6-2 0,18-6 3 0,-5 4-2 15,5-4-1-15,-5 3-1 0,2 1 3 0,3-4-3 16,-3 6 5-16,1-5-1 0,2-1-1 0,0 5-3 0,0-5 4 15,0 6-4-15,0-6-1 0,2 4-1 0,-2-4-1 16,4 2-2-16,-4-2-6 0,7 2 4 16,-3-1-4-16,-4-1 4 0,6 0 0 0,-6 0 1 15,0 0 1-15,9-2 3 0,-9 2 4 0,4-3-4 0,-4 3 3 16,6-4 0-16,-6 4 8 0,2-6 6 0,2 2 7 16,-4 4-5-16,3-2 10 0,-3 2 0 0,0 0-1 15,-3-8 4-15,3 8 1 0,-6-4-4 0,6 4-2 16,-3-3-4-16,3 3-3 0,0 0 2 0,-3-3-8 15,3 3 1-15,0 0-2 0,-8-2-6 0,8 2-17 16,0 0-21-16,0 0-30 0,-10 4-27 0,10 0-50 16,0-4-64-16,0 0-264 0,2 8-512 0,1-4 227 15</inkml:trace>
  <inkml:trace contextRef="#ctx0" brushRef="#br0" timeOffset="104553.62">21551 3375 138 0,'0'0'180'0,"0"0"-8"16,0 0-9-16,0 0-19 0,0 0 6 0,0 0-7 15,0 0-7-15,0 0-11 0,0 0-9 0,0 0-8 0,0 0-11 16,0 0-12-16,0 0-8 0,0 0-8 0,0 0-8 16,0 0-9-16,0 0-4 0,0 0-5 15,0 0-6-15,0 0-3 0,0 0-3 0,0 0-4 0,2 15 0 16,-2-12-4-16,0-3-1 0,-4 7-6 0,4-3 1 15,0 1-2-15,-3 0 2 0,2-3-3 0,1 4 1 16,0-6-6-16,0 6 2 0,0-2 0 0,0 0 3 16,0-4-4-16,0 6-1 0,0-6-3 0,4 2 1 15,-4-2 3-15,6 1 0 0,-6-1-3 0,0 0 0 16,0 0 0-16,12-3 0 0,-12 3 2 0,7-4-9 16,-6 0 12-16,-1 4 10 0,4-5 9 0,-4 5 9 15,3-5-1-15,-3 1 10 0,0 4-2 0,0 0-7 16,1-6-4-16,-1 6-5 0,-4-4-6 0,4 4-3 15,0 0-3-15,0 0-2 0,-5-2-3 0,5 2-1 16,0 0-3-16,0 0-4 0,-14 5-7 0,10-3-17 16,1 2-20-16,-1 0-23 0,1 2-27 0,2-1-45 15,1-1-47-15,1 2-63 0,2-1-132 0,-1 0-405 16,2-1 179-16</inkml:trace>
  <inkml:trace contextRef="#ctx0" brushRef="#br0" timeOffset="105100.49">21704 3628 161 0,'0'0'257'0,"0"0"-17"0,0 0-17 16,0 0-26-16,0 0-22 0,0 0-15 0,0 0-21 16,0 0-12-16,0 0-13 0,0 0-15 0,-8 8-9 15,7-4-9-15,1 1-5 0,0-2-12 0,0-3-6 16,-1 10-5-16,1-4-2 0,-2-1-6 0,2 1-6 16,0 1-1-16,0-2-4 0,0 0-4 0,0 0-2 15,0-1 0-15,0 0-5 0,0-1 1 0,3 1-4 0,-3 0-1 16,0-4-1-16,1 7 0 0,2-6-1 15,-3-1 1-15,0 0-3 0,5 2 0 0,-5-2 1 16,0 0-4-16,0 0 2 0,0 0-2 0,4-7 8 16,-4 7 4-16,5-4 18 0,-5 4-5 0,1-4 10 0,-1 4 4 15,3-4 4-15,-3 4-2 0,1-4-2 0,-1 4-5 16,0 0-3-16,0 0-8 0,0 0-3 0,0 0-7 16,-1-5-11-16,1 5-16 0,0 0-12 0,0 0-19 15,0 0-19-15,0 0-27 0,-7 10-40 0,7-5-52 16,0-5-56-16,4 8-228 0,0-3-492 0,-1-1 218 15</inkml:trace>
  <inkml:trace contextRef="#ctx0" brushRef="#br0" timeOffset="105569.15">21843 3967 163 0,'-4'2'157'0,"4"-2"-5"16,-3 3-2-16,3-3-12 0,-1 6-15 0,0-3-15 15,1-3-2-15,-2 6-12 0,2-2-13 0,0-4-6 16,-4 8-6-16,4-4-4 0,0-4-9 0,0 7-9 16,0-1-1-16,0 0-2 0,0-3-5 0,0-3-1 15,1 3-4-15,-1-3-6 0,0 5-1 0,3-2-1 16,-3-3-2-16,0 0 0 0,3 4 1 0,-3-4-3 16,0 0-3-16,0 0-3 0,0 0 6 0,0 0-5 0,0 0 2 15,0 0-3-15,0 0 20 0,0 0 14 0,11-7 9 16,-11 7 7-16,0 0 4 0,0 0-1 15,3-5-4-15,-3 5-3 0,0 0-2 0,0 0-4 16,0 0-6-16,0 0-8 0,0 0-5 0,0 0-2 0,0 0-7 16,0 0-5-16,0 0-1 0,0 0-4 0,0 0-1 15,0 0-10-15,0 0-21 0,0 0-26 0,0 0-28 16,-6 15-42-16,6-15-34 0,3 5-48 0,-2-3-204 16,1 2-429-16,-1 0 190 0</inkml:trace>
  <inkml:trace contextRef="#ctx0" brushRef="#br0" timeOffset="105803.7">21929 4164 161 0,'0'0'199'0,"0"0"-17"0,0 0-18 15,0 0-17-15,0 0-17 0,0 0-7 0,-2 4-16 16,2-4-11-16,-1 4-8 0,1-4-11 0,1 6-7 16,-1-6-5-16,0 8-5 0,2-7-5 0,-1 3-4 15,2 3-8-15,-2-2-28 0,2-2-33 0,-3 4-20 16,4-2-35-16,0-1-27 0,3 1-23 0,-6 0-125 0,3 0-266 16,-2 0 117-16</inkml:trace>
  <inkml:trace contextRef="#ctx0" brushRef="#br0" timeOffset="105975.62">21973 4278 79 0,'0'0'134'0,"-2"5"7"0,2-5 13 0,0 0 10 0,0 0 9 16,0 0 4-16,0 0-2 0,0 0 1 0,0 0-5 16,0 0-8-16,0 0-12 0,0 0-10 15,0 0-17-15,0 0-15 0,0 0-5 0,0 0-15 16,0 0-9-16,0 0-12 0,0 0-6 0,-4 3-6 0,4-3-12 16,0 0-19-16,1 7-26 0,-1-7-25 0,3 6-42 15,-3-1-41-15,5-2-44 0,-5 3-43 0,2-2-173 16,0 3-398-16,0-3 177 0</inkml:trace>
  <inkml:trace contextRef="#ctx0" brushRef="#br0" timeOffset="106178.73">22031 4485 279 0,'0'0'296'16,"3"2"-16"-16,-3-2-18 0,0 0-20 0,0 0-25 15,0 0-20-15,0 0-21 0,0 0-21 0,0 0-15 16,0 0-18-16,0 0-15 0,0 0-27 0,2 4-21 16,-2-4-33-16,4 3-32 0,-1-1-43 0,-3-2-45 15,5 5-47-15,-2-3-45 0,-3-2-175 0,7 4-390 16,-1-1 173-16</inkml:trace>
  <inkml:trace contextRef="#ctx0" brushRef="#br0" timeOffset="106399.04">22161 4651 60 0,'3'3'196'0,"-3"-3"-16"0,0 0-16 16,0 0-16-16,0 0-14 0,0 0-16 0,0 0-9 16,1 3-10-16,-1-3-15 0,0 0-4 0,3 3-10 15,-3-3-6-15,4 5-5 0,-4-5-5 0,7 2-14 16,-3 1-29-16,3 1-22 0,-2-2-19 0,-1 2-23 15,1-1-28-15,1-1-15 0,-3 1-12 0,1 0-14 16,1 2-74-16,-5-3-210 0,6 2 93 0</inkml:trace>
  <inkml:trace contextRef="#ctx0" brushRef="#br0" timeOffset="106523.98">22236 4717 157 0,'0'4'2'0,"0"-4"18"16,0 0 6-16,0 0 28 0,0 0-7 0,2 4 10 16,-2-4 3-16,2 3 1 0,-2-3-4 0,0 0-13 15,0 0 1-15,0 0-1 0,2 4 8 0,-2-4-1 16,0 0-3-16,0 0-6 0,1 5 0 0,-1-5-3 15,3 2-6-15,-3-2 2 0,4 4-7 0,-2-2-6 16,2 1 0-16,1 0-3 0,-1 1-12 0,1-3-24 16,-1 1-22-16,-1 1-31 0,1-1-95 0,0 3-179 15,-3-3 79-15</inkml:trace>
  <inkml:trace contextRef="#ctx0" brushRef="#br0" timeOffset="106695.84">22293 4848 152 0,'0'4'185'0,"0"-4"2"0,0 0 0 0,0 0-9 16,0 0-13-16,0 0-13 0,0 0-17 16,0 0-15-16,0 0-7 0,2 4-15 0,-2-4-11 15,0 0-9-15,0 0-19 0,0 0-35 0,0 0-37 0,4 3-46 16,-4-3-45-16,5 2-44 0,-5-2-118 0,6 2-289 16,-1-1 128-16</inkml:trace>
  <inkml:trace contextRef="#ctx0" brushRef="#br0" timeOffset="106867.75">22398 4956 37 0,'0'0'198'0,"0"0"-10"0,0 0-9 16,0 0-10-16,0 0-16 0,0 0-15 0,0 0-13 16,0 0-14-16,0 0-10 0,0 4-11 0,0-4-7 15,0 0-11-15,9 2-4 0,-9-2-21 0,3 4-27 16,1-3-32-16,-4-1-39 0,9 3-38 0,-4-2-44 15,1 1-116-15,0 0-270 0,-2 0 119 0</inkml:trace>
  <inkml:trace contextRef="#ctx0" brushRef="#br0" timeOffset="107039.56">22549 5088 42 0,'4'2'201'0,"-4"-2"-12"0,0 0-12 15,0 0-14-15,0 0-15 0,8 1-15 0,-8-1-12 16,6 0-11-16,-6 0-14 0,0 0-7 0,8 3-12 16,-4-1-19-16,-4-2-34 0,6 0-39 0,-6 0-44 15,7 3-42-15,-7-3-142 0,6 3-262 0,-3 1 117 16</inkml:trace>
  <inkml:trace contextRef="#ctx0" brushRef="#br0" timeOffset="107227.04">22723 5238 168 0,'4'2'271'15,"-4"-2"-14"-15,0 0-16 0,0 0-21 0,0 0-19 0,0 0-23 16,0 0-20-16,0 0-14 0,0 0-18 0,0 0-12 16,0 0-28-16,0 0-37 0,4 1-40 0,-4-1-46 15,4 3-43-15,-4-3-48 0,7 2-50 16,-3 0-123-16,-1 0-324 0,1 1 144 0</inkml:trace>
  <inkml:trace contextRef="#ctx0" brushRef="#br0" timeOffset="107398.9">22855 5328 120 0,'0'0'248'0,"0"0"3"16,6 1-5-16,-6-1-3 0,0 0-9 0,0 0-11 15,0 0-16-15,0 0-12 0,0 0-21 0,0 0-18 16,0 0-16-16,0 0-14 0,0 0-17 0,0 0-34 15,0 0-40-15,0 0-48 0,0 0-57 0,0 0-59 16,5 2-48-16,-5-2-223 0,5 2-431 0,-5-2 191 16</inkml:trace>
  <inkml:trace contextRef="#ctx0" brushRef="#br0" timeOffset="108101.96">23092 5475 86 0,'0'0'232'0,"4"3"-20"16,-4-3-19-16,0 0-21 0,1 4-17 0,-1-4-17 16,4 2-12-16,-4-2-8 0,4 2-14 0,-4-2-13 15,7 3-3-15,-3-1-9 0,0 0-7 0,0 1-7 16,3-1-8-16,-3 1-21 0,7 0-23 0,-4 0-30 16,-2 0-26-16,6 1-17 0,-3-2-15 0,-1 4-19 0,0-3-10 15,0 0-16-15,0-2-3 0,1 3-3 16,-1 1 9-16,-5-1 12 0,5-1 13 0,-4-1 6 15,2-2 16-15,-5 0 23 0,4 4 16 0,0 0 24 0,-4-4 26 16,3 1 23-16,-3-1 20 0,0 0 21 0,0 0 12 16,0 0 12-16,0 0 9 0,6 3-1 0,-6-3 0 15,0 0-1-15,0 0-5 0,0 0-7 0,0 0-12 16,0 0-6-16,0 0-15 0,6 1-3 0,-6-1-7 16,0 0-5-16,6 1-14 0,-6-1-15 0,8 0-31 15,-8 0-38-15,10 2-38 0,-4-1-48 0,4-1-53 16,-3 2-125-16,2 0-331 0,2-2 146 0</inkml:trace>
  <inkml:trace contextRef="#ctx0" brushRef="#br0" timeOffset="108273.82">23497 5616 226 0,'0'0'240'0,"0"0"-15"0,4 3-16 0,-4-3-19 16,0 0-20-16,0 0-17 0,0 0-15 0,3 3-16 15,-3-3-8-15,0 0-15 0,8 2-10 0,-3-1-34 16,-5-1-51-16,9 4-62 0,-3-3-60 0,1 2-192 0,3-2-335 16,-2 1 147-16</inkml:trace>
  <inkml:trace contextRef="#ctx0" brushRef="#br0" timeOffset="108445.67">23740 5737 6 0,'0'0'284'15,"0"0"1"-15,3 2-3 0,-3-2-7 0,0 0-8 16,0 0 2-16,0 0-26 0,0 0-17 0,0 0-17 16,0 0-23-16,0 0-21 0,0 0-11 0,0 0-28 15,0 0-28-15,0 0-39 0,0 0-46 0,0 0-54 16,0 0-52-16,15-2-51 0,-15 2-53 0,8 1-46 16,-1-1-163-16,-7 0-438 0,10 1 194 0</inkml:trace>
  <inkml:trace contextRef="#ctx0" brushRef="#br0" timeOffset="108633.16">23879 5775 191 0,'0'4'237'0,"0"-4"1"16,0 0-9-16,0 0-7 0,0 0-16 0,0 0-15 16,0 0-17-16,0 0-19 0,0 0-16 0,0 0-14 15,7 1-11-15,-7-1-15 0,0 0-8 0,7 3-10 0,-7-3-8 16,7 0-27-16,-3 1-27 0,-4-1-31 0,9 1-36 15,-1 0-40-15,-2 1-29 0,1-1-36 16,0-1-35-16,0 2-150 0,-7-2-365 0,10 2 161 0</inkml:trace>
  <inkml:trace contextRef="#ctx0" brushRef="#br0" timeOffset="109289.35">24192 5911 39 0,'0'0'325'16,"0"0"-13"-16,0 0-20 0,5-3-23 0,-5 3-19 0,0 0-22 15,0 0-26-15,0 0-18 0,5-1-17 16,-5 1-18-16,0 0-15 0,0 0-16 0,0 0-14 15,0 0-12-15,0 0-9 0,9 1-10 0,-5 3-7 0,0-1-24 16,2-1-33-16,0 1-35 0,-1 2-37 0,3-1-44 16,-3-1-42-16,9 2-43 0,-5 0-45 0,1 1-157 15,-1-3-428-15,2 3 190 0</inkml:trace>
  <inkml:trace contextRef="#ctx0" brushRef="#br0" timeOffset="109445.59">24439 6051 150 0,'3'3'212'0,"-3"-3"-9"0,0 0-11 16,0 0-19-16,0 0-14 0,4 4-18 0,-4-4-15 15,0 0-13-15,0 0-12 0,0 0-14 0,0 0-33 16,0 0-42-16,10 1-45 0,-6-1-53 0,3 2-54 16,-7-2-104-16,13 2-265 0,-7-1 117 0</inkml:trace>
  <inkml:trace contextRef="#ctx0" brushRef="#br0" timeOffset="109643.43">24695 6122 240 0,'0'0'266'0,"0"0"-15"16,0 0-15-16,0 0-13 0,0 0-13 0,0 0-20 0,0 0-16 16,0 0-20-16,0 0-15 0,0 0-16 0,0 0-15 15,0 0-12-15,7 0-11 0,-7 0-19 16,0 0-35-16,6 2-27 0,-2 0-37 0,1 0-37 15,0-1-29-15,0 3-34 0,1-3-28 0,4 1-30 0,-3 1-128 0,2 0-344 0,-3 0 152 0</inkml:trace>
  <inkml:trace contextRef="#ctx0" brushRef="#br0" timeOffset="109784.04">24910 6196 81 0,'0'0'225'0,"0"0"3"15,4 3-3-15,-4-3-9 0,0 0-11 0,0 0-11 16,0 0-16-16,0 0-16 0,0 0-14 0,7 0-15 15,-7 0-14-15,0 0-15 0,0 0-9 0,0 0-12 16,0 0-26-16,11 1-38 0,-11-1-53 0,7 4-45 16,-3-4-65-16,4 1-68 0,-4 0-123 0,-4-1-360 15,12 2 159-15</inkml:trace>
  <inkml:trace contextRef="#ctx0" brushRef="#br0" timeOffset="109955.9">25092 6284 113 0,'0'0'262'0,"0"0"-8"0,0 0-15 16,0 0-18-16,7 2-24 0,-7-2-16 0,0 0-20 15,0 0-18-15,0 0-12 0,0 0-14 0,10 0-17 16,-10 0-32-16,8 1-37 0,-8-1-40 0,8 2-44 0,-2-2-49 16,0 2-35-16,1 0-183 0,1 0-346 0,-1-1 153 15</inkml:trace>
  <inkml:trace contextRef="#ctx0" brushRef="#br0" timeOffset="110127.76">25276 6343 161 0,'0'0'260'15,"0"0"0"-15,0 0-2 0,3 3-6 0,-3-3-9 16,0 0-11-16,0 0-16 0,0 0-18 0,0 0-20 16,0 0-21-16,0 0-16 0,7-5-16 0,-7 5-16 15,0 0-33-15,0 0-42 0,1-4-53 0,-1 4-69 16,0 0-76-16,0 0-86 0,0 0-147 0,4-2-430 15,-4 2 191-15</inkml:trace>
  <inkml:trace contextRef="#ctx0" brushRef="#br0" timeOffset="110721.45">25547 6474 20 0,'0'0'288'0,"4"1"-18"16,-4-1-23-16,4 2-16 0,-4-2-18 0,0 0-21 16,0 0-19-16,0 0-17 0,0 0-15 0,5 1-17 15,-5-1-9-15,0 0-13 0,0 0-12 0,6 1-7 16,-6-1-5-16,4 4-11 0,1-2-5 0,1 1-3 16,-1 0-30-16,3 2-38 0,-2-1-39 0,5 1-51 0,-2-1-41 15,4-2-39-15,1 2-199 0,-3 0-409 16,5-2 182-16</inkml:trace>
  <inkml:trace contextRef="#ctx0" brushRef="#br0" timeOffset="110908.93">25862 6577 191 0,'0'0'214'16,"0"0"-5"-16,0 0-15 0,0 0-12 0,0 0-16 15,0 0-13-15,4 1-18 0,-4-1-11 0,0 0-16 16,0 0-8-16,0 0-11 0,0 0-9 0,7 4-7 15,-7-4-10-15,6 2-27 0,-4-1-36 0,6 0-37 16,-4 1-32-16,2-2-57 0,2 4-38 0,2-3-124 16,-4 2-310-16,3-1 138 0</inkml:trace>
  <inkml:trace contextRef="#ctx0" brushRef="#br0" timeOffset="111065.17">26077 6645 78 0,'0'0'223'0,"0"0"0"0,0 0-1 15,0 0-7-15,7 2-11 0,-7-2-12 0,0 0-15 16,0 0-20-16,0 0-13 0,0 0-14 0,0 0-13 0,0 0-12 16,5 0-15-16,-5 0-7 0,6 3-19 0,-6-3-36 15,5 1-42-15,-5-1-55 0,13 1-47 16,-7 0-58-16,3 1-173 0,0-2-375 0,2 1 166 0</inkml:trace>
  <inkml:trace contextRef="#ctx0" brushRef="#br0" timeOffset="111268.28">26309 6716 33 0,'0'0'268'0,"0"0"-5"0,0 0-15 0,0 0-14 16,0 0-19-16,0 0-21 0,10-5-19 0,-10 5-18 16,0 0-18-16,0 0-13 0,4-2-16 0,-4 2-12 0,0 0-21 15,0 0-34-15,11 1-40 0,-11-1-35 16,6 2-39-16,-1 1-37 0,0-2-36 0,2 0-40 15,-1 2-124-15,-1-1-332 0,1 1 147 0</inkml:trace>
  <inkml:trace contextRef="#ctx0" brushRef="#br0" timeOffset="111424.51">26495 6769 152 0,'0'0'202'15,"8"0"-9"-15,-8 0-5 0,0 0-8 0,0 0-14 16,0 0-17-16,5-3-18 0,-5 3-16 0,0 0-6 15,0 0-14-15,7 3-7 0,-7-3-13 0,7 1-23 16,-7-1-29-16,8 3-28 0,-3-2-22 0,2 0-32 16,-3 0-20-16,3 0-21 0,0 1-28 0,2 0-24 15,-2 1-76-15,0 0-247 0,0 0 109 0</inkml:trace>
  <inkml:trace contextRef="#ctx0" brushRef="#br0" timeOffset="111612">26708 6844 156 0,'0'0'159'0,"0"0"9"0,0 0 5 0,0 0-5 16,0 0-10-16,0 0-11 0,0 0-14 0,0 0-14 15,10-1-8-15,-10 1-10 0,0 0-13 16,0 0-11-16,11-2-4 0,-11 2-6 0,5-2-9 0,-5 2-7 16,10 1-16-16,-10-1-19 0,10 0-31 0,-5 3-36 15,1-2-32-15,1-1-41 0,0 3-45 0,-2-1-101 16,2 0-292-16,-3 0 130 0</inkml:trace>
  <inkml:trace contextRef="#ctx0" brushRef="#br0" timeOffset="111799.48">26834 6895 71 0,'0'0'213'16,"0"0"-3"-16,0 0-4 0,0 0-9 0,0 0-13 0,0 0-16 15,0 0-16-15,0 0-20 0,0 0-13 16,0 0-8-16,0 0-15 0,0 0-8 0,0 0-12 15,0 0-7-15,18-5-23 0,-18 5-22 0,0 0-25 0,7 2-29 16,-7-2-20-16,7 1-26 0,0 0-23 0,-7-1-25 16,8 4-23-16,-5-3-10 0,4 1-90 0,-3 0-267 15,-2 1 119-15</inkml:trace>
  <inkml:trace contextRef="#ctx0" brushRef="#br0" timeOffset="111941.61">26995 6944 6 0,'0'0'176'16,"0"0"3"-16,0 0 0 0,7 2-13 0,-7-2-16 16,0 0-10-16,0 0-13 0,0 0-14 0,0 0-10 15,0 0-14-15,0 0-8 0,0 0-13 0,8 0-24 0,-8 0-26 16,0 0-33-16,7 1-44 0,-7-1-31 0,9 2-28 16,-4-1-109-16,0 1-245 0,-1-1 109 15</inkml:trace>
  <inkml:trace contextRef="#ctx0" brushRef="#br0" timeOffset="112113.47">27156 6999 1 0,'5'-5'229'16,"-5"5"-13"-16,0 0-10 0,0 0-20 0,0 0-19 16,0 0-19-16,4-3-13 0,-4 3-13 0,0 0-9 15,0 0-20-15,0 0-27 0,0 0-29 0,0 0-39 16,0 0-28-16,0 0-46 0,0 0-56 0,9 0-115 15,-9 0-267-15,0 0 118 0</inkml:trace>
  <inkml:trace contextRef="#ctx0" brushRef="#br0" timeOffset="112754.03">27311 7089 299 0,'0'0'323'0,"0"0"-2"0,0 0-14 15,0 0-8-15,0 0-7 0,0 0-16 0,0 0-14 16,0 0-21-16,0 0-20 0,9-4-24 0,-9 4-24 16,0 0-14-16,0 0-23 0,0 0-12 0,0 0-18 15,0 0-36-15,5-1-38 0,-5 1-33 0,10 1-44 16,-3 0-45-16,-1 1-52 0,2-1-47 0,1-1-52 15,2 3-51-15,-3-1-181 0,6 0-513 0,-3 1 226 16</inkml:trace>
  <inkml:trace contextRef="#ctx0" brushRef="#br0" timeOffset="112894.78">27594 7163 77 0,'0'0'239'0,"0"0"-3"0,0 0-14 16,0 0-8-16,0 0-16 0,5 1-16 0,-5-1-21 0,0 0-16 15,0 0-14-15,0 0-14 0,0 0-12 16,0 0-14-16,0 0-26 0,10-1-44 0,-10 1-40 16,8 1-52-16,-8-1-45 0,11 2-55 0,-6-2-134 0,3 0-330 15,-1 1 146-15</inkml:trace>
  <inkml:trace contextRef="#ctx0" brushRef="#br0" timeOffset="113082.21">27795 7203 174 0,'0'0'247'0,"0"0"-5"0,0 0-13 0,0 0-16 16,0 0-20-16,0 0-15 0,0 0-21 0,0 0-15 15,0 0-19-15,0 0-9 0,0 0-21 0,5 1-20 16,-5-1-23-16,4 3-26 0,-4-3-34 0,7 1-30 16,-7-1-35-16,7 1-28 0,3-1-29 0,-5 1-39 15,2 2-117-15,-2-2-310 0,4 0 138 0</inkml:trace>
  <inkml:trace contextRef="#ctx0" brushRef="#br0" timeOffset="113238.45">27972 7239 136 0,'5'2'176'0,"-5"-2"-2"16,0 0-10-16,0 0-10 0,0 0-26 0,0 0 1 16,0 0-14-16,0 0-10 0,0 0-13 15,0 0-12-15,6 2-6 0,-6-2-28 0,5 1-29 0,-5-1-28 16,0 0-38-16,8 1-48 0,-8-1-36 0,9 0-84 15,-7 1-235-15,6 1 104 0</inkml:trace>
  <inkml:trace contextRef="#ctx0" brushRef="#br0" timeOffset="113425.93">28124 7270 229 0,'0'0'227'0,"0"0"-6"0,0 0-15 16,0 0-16-16,0 0-17 0,0 0-16 0,0 0-16 15,0 0-13-15,0 0-16 0,0 0-12 0,0 0-16 16,10-3-22-16,-10 3-27 0,0 0-33 0,6 1-31 16,-6-1-30-16,3 4-31 0,1-3-43 0,-4-1-30 15,9 1-103-15,-7 0-288 0,5 1 128 0</inkml:trace>
  <inkml:trace contextRef="#ctx0" brushRef="#br0" timeOffset="113582.16">28279 7303 101 0,'0'0'155'0,"0"0"-9"0,0 0-11 0,0 0-16 15,0 0-8-15,0 0-15 0,0 0-18 0,6 1 0 16,-6-1-10-16,0 0-6 0,0 0-20 0,0 0-20 16,0 0-25-16,6 2-27 0,-6-2-33 0,0 0-40 15,9 2-66-15,-9-2-184 0,2 1 82 0</inkml:trace>
  <inkml:trace contextRef="#ctx0" brushRef="#br0" timeOffset="113754.02">28396 7336 14 0,'0'0'98'16,"0"0"-12"-16,6 1-1 0,-6-1-20 0,0 0-19 0,0 0-24 15,0 0-30-15,0 0-60 0,10 0-74 0,-10 0 32 16</inkml:trace>
  <inkml:trace contextRef="#ctx0" brushRef="#br0" timeOffset="113941.51">28513 7355 109 0,'7'0'195'0,"-7"0"-1"16,0 0-12-16,0 0-14 0,0 0-17 0,0 0-13 16,0 0-16-16,0 0-10 0,0 0-15 0,0 0-11 15,0 0-26-15,0 0-25 0,0 0-29 0,10 0-26 16,-10 0-36-16,0 0-37 0,9 0-31 0,-9 0-103 16,8 0-247-16,-8 0 110 0</inkml:trace>
  <inkml:trace contextRef="#ctx0" brushRef="#br0" timeOffset="114300.85">28645 7357 118 0,'0'0'177'0,"0"0"1"0,0 0-15 16,0 0-5-16,0 0-10 0,0 0-12 0,0 0-9 15,0 0-11-15,0 0-13 0,0 0-7 0,0 0-12 16,0 0-9-16,0 0-9 0,0 0-3 0,0 0-14 15,8 0 0-15,-8 0-7 0,0 0-17 0,8 3-16 16,-5-1-19-16,-3-2-22 0,6 1-14 0,-6-1-24 16,9 1-10-16,-5-1-7 0,-4 0-2 0,11 0-1 15,-11 0 4-15,8 0 0 0,-4 1 2 0,-4-1 9 16,0 0 17-16,0 0 2 0,11-1 11 0,-11 1 16 16,4 4 18-16,-4-4 11 0,0 0 22 0,0 0 12 15,0 0 9-15,0 0 16 0,0 0 9 0,0 0 14 16,0 0 5-16,0 0 11 0,0 0-1 0,0 0 6 15,0 0 1-15,0 0 2 0,7 0-4 0,-7 0-5 16,0 0-2-16,0 0-9 0,0 0-9 0,0 0-5 0,0 0-7 16,0 0-10-16,0 0-6 0,0 0-11 15,0 0-24-15,0 0-29 0,0 0-35 0,0 0-51 16,0 0-53-16,7 0-64 0,-7 0-127 0,0 0-372 0,3-5 166 16</inkml:trace>
  <inkml:trace contextRef="#ctx0" brushRef="#br0" timeOffset="115357.99">28924 7442 93 0,'0'0'274'0,"0"0"-11"0,0 0-11 0,0 0-17 15,0 0-6-15,0 0-18 0,0 0-14 0,0 0-20 16,0 0-15-16,0 0-16 0,0 0-15 0,0 0-15 16,0 0-4-16,0 0-17 0,0 0-5 0,0 0-16 0,0 0-14 15,0 0-21-15,0 0-17 0,0 0-20 16,0 0-18-16,0 0-20 0,0 0-19 0,0 0-24 16,0 0-17-16,6 5-17 0,-6-5-11 0,0 0-21 0,10 0-36 15,-7 1-18-15,-3-1-124 0,0 0-350 0,11-1 156 16</inkml:trace>
  <inkml:trace contextRef="#ctx0" brushRef="#br0" timeOffset="115498.6">29025 7463 76 0,'0'0'137'16,"0"0"-15"-16,0 0-10 0,0 0-14 0,0 0-7 15,6-3-4-15,-6 3-11 0,0 0-16 0,6-3-3 16,-6 3-22-16,5-2-32 0,-5 2-32 0,0 0-36 15,7-2-79-15,-7 2-155 0,11 0 69 0</inkml:trace>
  <inkml:trace contextRef="#ctx0" brushRef="#br0" timeOffset="115686.09">29142 7459 74 0,'0'0'201'0,"0"0"-17"0,0 0-18 0,2-4-13 0,-2 4-15 16,0 0-18-16,0 0-14 0,0 0-15 0,0 0-18 16,0-5-14-16,0 5-25 0,0 0-30 0,0 0-23 15,0 0-31-15,0 0-29 0,0 0-26 0,0 0-87 16,0 0-208-16,0 0 92 0</inkml:trace>
  <inkml:trace contextRef="#ctx0" brushRef="#br0" timeOffset="115857.95">29216 7453 69 0,'0'0'132'0,"0"0"-18"0,0 0-13 0,0 0-12 16,4-1-6-16,-4 1-9 0,0 0-10 0,0 0-16 0,0 0-28 15,0 0-29-15,0 0-33 0,16 3-29 0,-16-3-41 16,5 2-122-16,-1 0 54 0</inkml:trace>
  <inkml:trace contextRef="#ctx0" brushRef="#br0" timeOffset="116045.43">29348 7476 36 0,'0'0'219'15,"0"0"2"-15,0 0-6 0,0 0-17 0,0 0-21 16,0 0-11-16,4-3-19 0,-4 3-18 0,0 0-10 15,0-4-11-15,0 4-11 0,0 0-17 0,0 0-22 16,0 0-25-16,0 0-33 0,0 0-24 0,0 0-41 16,0 0-28-16,6-3-33 0,-6 3-24 0,0 0-108 0,0 0-279 15,12 2 124-15</inkml:trace>
  <inkml:trace contextRef="#ctx0" brushRef="#br0" timeOffset="116232.9">29430 7460 47 0,'0'0'206'0,"1"-4"-9"16,-1 4-8-16,2-4-16 0,-2 4-18 0,0 0-13 15,0 0-13-15,2-4-13 0,-2 4-12 0,0 0-8 16,0 0-17-16,3-2-12 0,-3 2-25 0,0 0-21 16,0 0-26-16,0 0-24 0,0 0-25 0,12 4-31 15,-12-4-39-15,6 2-121 0,-4 1-264 0,-2-3 117 16</inkml:trace>
  <inkml:trace contextRef="#ctx0" brushRef="#br0" timeOffset="116436.02">29567 7476 13 0,'4'-3'200'0,"-4"3"2"15,0 0-10-15,0 0-7 0,0 0-14 0,0 0-13 16,3-3-18-16,-3 3-11 0,0 0-15 0,0 0-16 15,0 0-5-15,0 0-12 0,0 0-8 0,0 0-11 16,0 0-6-16,0 0-17 0,0 0-24 0,0 0-24 16,12 3-18-16,-12-3-27 0,4 2-12 0,-4-2-27 15,7 1-27-15,-3 2-21 0,-4-3-112 0,9 2-272 16,-6-1 121-16</inkml:trace>
  <inkml:trace contextRef="#ctx0" brushRef="#br0" timeOffset="116607.88">29677 7491 34 0,'2'-5'179'0,"-2"5"0"0,1-4 2 16,-1 4-9-16,0 0-7 0,0 0-4 0,0 0-10 0,0 0-11 15,-3-6-15-15,3 6-12 0,0 0-12 16,0 0-12-16,0 0-7 0,0 0-14 0,0 0-24 16,-1-3-24-16,1 3-25 0,0 0-21 0,0 0-30 0,0 0-19 15,0 0-25-15,0 0-29 0,0 0-31 0,0 0-83 16,8 8-262-16,-8-8 117 0</inkml:trace>
  <inkml:trace contextRef="#ctx0" brushRef="#br0" timeOffset="116795.36">29763 7484 126 0,'0'0'181'0,"0"0"-7"16,0 0-9-16,-1-3-22 0,1 3-3 0,0 0-13 15,0 0-13-15,0 0-13 0,0 0-9 0,0 0-12 16,0 0-12-16,0 0-17 0,0 0-22 0,0 0-20 0,0 0-29 16,0 0-30-16,8-2-30 0,-8 2-41 15,0 0-101-15,0 0-240 0,0 0 107 0</inkml:trace>
  <inkml:trace contextRef="#ctx0" brushRef="#br0" timeOffset="116951.6">29809 7475 38 0,'0'0'34'16,"7"-2"-33"-16,-7 2-14 0,0 0-12 0,4-2 5 16</inkml:trace>
  <inkml:trace contextRef="#ctx0" brushRef="#br0" timeOffset="117139.08">29876 7484 25 0,'0'0'136'0,"0"0"-19"0,0 0-6 0,3-3-9 15,-3 3-16-15,0 0-11 0,4-2-6 0,-4 2-13 16,0 0-12-16,0 0-25 0,0 0-17 15,0 0-12-15,12 2-34 0,-12-2-14 0,0 0-64 0,0 0-132 16,8 1 58-16</inkml:trace>
  <inkml:trace contextRef="#ctx0" brushRef="#br0" timeOffset="117312.35">29929 7459 55 0,'0'0'116'0,"0"0"-1"0,0 0-15 16,0 0-14-16,0 0-10 0,0 0-1 0,0 0-11 0,0 0-43 15,0 0-6-15,0 0-26 0,0 0-34 0,0 0-67 16,0 0-120-16,0 0 53 0</inkml:trace>
  <inkml:trace contextRef="#ctx0" brushRef="#br0" timeOffset="117499.83">29993 7470 104 0,'0'0'87'0,"0"0"10"0,0 0-28 15,0 0 13-15,0 0-10 0,0 0-25 0,0 0-17 16,0 0-21-16,8 4-15 0,-8-4-21 0,8 1-23 0,-8-1-36 15,4 3-93-15,-4-3 41 0</inkml:trace>
  <inkml:trace contextRef="#ctx0" brushRef="#br0" timeOffset="117702.93">30099 7489 29 0,'0'0'175'0,"0"0"-8"0,-3-2-12 16,3 2-17-16,0 0-14 0,0 0-14 0,0 0-8 16,0-5-18-16,0 5-17 0,0 0-16 0,0 0-14 15,0 0-20-15,0 0-23 0,0 0-37 0,0 0-22 16,0 0-36-16,0 0-73 0,0 0-188 0,12 9 84 16</inkml:trace>
  <inkml:trace contextRef="#ctx0" brushRef="#br0" timeOffset="117900.49">30177 7512 5 0,'0'0'176'16,"0"0"-13"-16,1-3-12 0,-1 3-10 0,0 0-11 15,0 0-9-15,0 0-17 0,0 0-13 0,0 0-11 0,0 0-12 16,0 0-23-16,7-2-10 0,-7 2-11 15,0 0-29-15,0 0-4 0,0 0-21 0,9 7-14 16,-5-6-11-16,-4-1-19 0,8 4-5 0,-6-3-9 16,-2-1-71-16,7 2-172 0,-2-1 78 0</inkml:trace>
  <inkml:trace contextRef="#ctx0" brushRef="#br0" timeOffset="118056.73">30264 7522 9 0,'0'0'107'0,"0"0"16"16,0 0-4-16,0 0-5 0,0 0-12 0,0 0-4 15,0 0-6-15,6-2-17 0,-6 2-1 0,0 0-14 16,0 0 3-16,0 0-13 0,0 0-13 0,0 0-16 16,0 0-21-16,0 0-26 0,0 0-21 0,10 2-21 15,-10-2-32-15,0 0-51 0,7 1-163 0,-7-1 72 16</inkml:trace>
  <inkml:trace contextRef="#ctx0" brushRef="#br0" timeOffset="118212.96">30357 7522 61 0,'0'0'111'0,"0"0"-16"0,0 0-16 0,0 0 1 16,0 0-10-16,0 0-12 0,0 0-20 0,0 0-26 15,17 6-21-15,-17-6-22 0,5 0-63 0,-5 0-103 16,6 2 46-16</inkml:trace>
  <inkml:trace contextRef="#ctx0" brushRef="#br0" timeOffset="118431.69">30515 7511 27 0,'0'-4'196'16,"0"4"-24"-16,0 0-16 0,0 0-15 0,3-5-15 16,-3 5-22-16,0 0-10 0,0 0-17 0,0 0-27 0,0 0-29 15,0 0-26-15,0 0-36 0,0 0-23 0,0 0-29 16,14 8-68-16,-12-6-173 0,2 1 77 16</inkml:trace>
  <inkml:trace contextRef="#ctx0" brushRef="#br0" timeOffset="118634.8">30647 7524 144 0,'0'0'177'0,"4"-2"-11"0,-4 2-19 0,0 0-13 16,0 0-25-16,0 0 2 0,5-4-15 0,-5 4-16 15,0 0 2-15,0 0-9 0,0 0-10 0,0 0-8 16,10 4-10-16,-10-4-15 0,6 2-20 0,-1-1-22 15,-5-1-14-15,6 2-23 0,-6-2-21 0,10 2-20 16,-6-1-16-16,-1 1-90 0,-3-2-210 0,15 0 93 16</inkml:trace>
  <inkml:trace contextRef="#ctx0" brushRef="#br0" timeOffset="118806.66">30847 7511 149 0,'3'-2'163'0,"-3"2"1"0,0 0-2 0,3-4-9 15,-3 4-11-15,0 0-11 0,2-3-13 0,-2 3-12 16,0 0-9-16,0 0-15 0,0 0-10 0,0 0-7 16,0 0-11-16,0 0-17 0,0 0-23 0,0 0-21 15,0 0-28-15,0 0-21 0,14 3-27 0,-14-3-10 16,7 2-27-16,-3 1-100 0,0 1-237 0,1-3 105 16</inkml:trace>
  <inkml:trace contextRef="#ctx0" brushRef="#br0" timeOffset="119009.77">31029 7529 39 0,'0'0'168'15,"0"0"2"-15,4-1-4 0,-4 1-10 0,0 0-8 16,4-5-8-16,-4 5-10 0,0 0-11 0,0 0-12 16,0 0-14-16,0 0-10 0,0 0-10 0,0 0-13 15,0 0-17-15,0 0-15 0,0 0-23 0,0 0-28 16,10 6-10-16,-10-6-32 0,4 0-6 0,0 3-23 15,-4-3-12-15,8 3-16 0,-5 0-81 0,-3-3-219 16,7 2 97-16</inkml:trace>
  <inkml:trace contextRef="#ctx0" brushRef="#br0" timeOffset="119150.38">31165 7527 50 0,'0'0'104'0,"0"0"-11"0,5-4-4 0,-5 4-3 15,0 0-10-15,0 0-17 0,0 0-9 0,0 0-1 16,6-1-6-16,-6 1-27 0,0 0-11 0,0 0-19 16,0 0-30-16,0 0-19 0,11 3-38 0,-11-3-107 0,6 3 48 15</inkml:trace>
  <inkml:trace contextRef="#ctx0" brushRef="#br0" timeOffset="119337.86">31352 7523 105 0,'0'0'149'15,"0"0"-12"-15,5-1-13 0,-5 1-17 0,6-4-6 16,-6 4-11-16,0 0-17 0,8 0-26 0,-8 0-29 16,7-2-35-16,-7 2-40 0,0 0-90 0,9 2-158 15,-9-2 71-15</inkml:trace>
  <inkml:trace contextRef="#ctx0" brushRef="#br0" timeOffset="121228.31">30461 7669 125 0,'0'0'161'16,"0"0"11"-16,0 0-7 0,0 0 8 0,0 0-3 15,0 0-2-15,0 0 0 0,0 0 2 0,0 0-7 0,0 0-1 16,0 0-10-16,0 0-1 0,0 0-10 0,0 0-10 15,0 0-2-15,0 0-15 0,0 0-2 0,0 0-10 16,0 0-9-16,0 0-7 0,0 0-8 0,0 0-12 16,0 0-9-16,0 0-2 0,0 0-5 0,0 0-13 15,0 0 2-15,0 0-6 0,0 0 2 0,0 0-7 16,0 0-3-16,0 0-9 0,0 0 6 0,0 0-7 16,0 0 0-16,0 0-4 0,26 2 1 0,-19-1-2 15,2 1-1-15,-1-2 4 0,4 1-4 0,3-1 4 16,0 2-8-16,-1 0 3 0,0-1-2 0,6 1 1 15,-2 0 3-15,-4-1-5 0,7 2-3 0,-1-3 2 16,-1 1-4-16,-4 0 4 0,4-2-5 0,3 2 3 16,-10-1 3-16,6 2 0 0,1-2-5 0,-1-2 1 0,-5 2 2 15,2-1 0-15,-1 2 0 0,-2-2-5 16,3 0 2-16,-2 0 5 0,0-1-4 0,-1 0-2 16,-2 1 2-16,3-1 1 0,-2 1-3 0,-2 0 5 15,0 0-4-15,-2-1 2 0,5 1-2 0,0-1 11 0,-4 2-11 16,2-2 0-16,-1 1-1 0,1 1-3 0,-2 0 6 15,4-2-5-15,-5 4 5 0,4-4-2 16,-4 2-4-16,2 2 2 0,-2-2 3 0,1 0-3 0,2 0 5 16,-2 1-4-16,0 0-3 0,1 0 4 0,-2-1 0 15,2 2 0-15,0-1-6 0,-3 1 4 0,4-2 1 16,-4 1-4-16,2-1 7 0,0 0-5 0,0 0 4 16,-1 1 2-16,1-2 7 0,-8 1-12 0,15-1 3 15,-8 2-2-15,1-1 2 0,-2-1 4 0,-6 1-5 16,11-2 1-16,-3 1-1 0,-3-1-2 0,4 1-1 15,-4 0 1-15,0 0 1 0,-5 1 1 0,13-3-2 16,-7 1-4-16,1 2 6 0,-7 0-4 0,8-3 3 16,1 3 0-16,-5-1-2 0,-4 1 3 0,13 0 0 15,-7-1 4-15,-6 1-9 0,9-2-6 0,-2 2 1 16,-7 0-2-16,13 0-5 0,-6-1-2 0,2 1 2 16,1 0 2-16,-2-2 0 0,1 2 3 0,-2-1-4 15,2 1 0-15,1-1 0 0,2 2 4 0,0-2-4 0,-4 1 7 16,3 1-3-16,3 0 2 0,-6-1-2 0,4 0-4 15,-4-1 6-15,0 1-2 0,-1 0 0 0,3 1 4 16,-2-1 5-16,4-1 1 0,-3 1 1 16,0-1-6-16,2 1 2 0,-1-1 1 0,0 1 0 0,2-2 0 15,2 2-3-15,-3-1 15 0,1 0-5 0,3 0 3 16,-1-1 1-16,0 1 0 0,-1 0-2 0,0-2 3 16,0 2-5-16,1 0 1 0,-1-1-2 0,-1 0 2 15,0 0 1-15,-2 0-2 0,0-1 0 0,2 0 1 16,-6 1-3-16,1 0 3 0,0 1 0 0,2-2-1 15,-4 1 3-15,1 1-5 0,-1-3 4 0,-1 4-4 16,-4 0 3-16,6-3 1 0,-6 3-3 0,7-2 0 16,-7 2-4-16,4-1 4 0,-4 1-4 0,0 0-6 15,0 0-11-15,0 0-11 0,0 0-13 0,7-1-14 16,-7 1-10-16,0 0-10 0,0 0-12 0,0 0-15 16,0 0-10-16,0 0-11 0,0 0-9 0,0 0-14 15,0 0-11-15,0 0-13 0,0 0-7 0,0 0-147 16,0 0-354-16,0 0 157 0</inkml:trace>
  <inkml:trace contextRef="#ctx0" brushRef="#br0" timeOffset="121665.77">31800 7550 283 0,'-1'-3'298'0,"1"3"-24"0,0 0-23 16,0 0-24-16,0 0-29 0,0 0-20 0,0 0-18 15,0 0-13-15,0 0-15 0,12 6-7 0,-6-3-19 16,2 0-13-16,1 3-4 0,2-2-14 0,-2-1-6 16,3 6-8-16,0-4-6 0,-4-1-3 0,4 5-8 15,2-5 1-15,-6 1-12 0,4 2-1 0,-6-3-5 16,1 0-2-16,-2-1-1 0,2 1-5 0,-3 0 4 16,-1 0-7-16,0 0-2 0,-1 0-4 0,-2-4 0 15,4 3 0-15,-2 0-1 0,-1 1-1 0,-1-4 2 16,0 6 3-16,-3-2-3 0,-1-1-1 0,2 3 1 15,-3-1 0-15,-1 0 0 0,-4 4-1 0,-1-1-1 16,-4 4-2-16,-1 2 3 0,0 0-12 0,-1-1-36 16,-6 7-58-16,8-5-92 0,-7 6-107 0,5-7-155 15,-6 5-488-15,2 0 217 0</inkml:trace>
  <inkml:trace contextRef="#ctx0" brushRef="#br0" timeOffset="126302.57">22937 3683 157 0,'0'-8'230'0,"-2"0"-10"0,1 4-5 0,-1-6-21 16,-3 5-10-16,1 0-13 0,-1 0-9 0,-2 0-9 16,1 1-15-16,-6 2-8 0,0 2-9 0,1 0-12 0,-4 0-9 15,-3 3-8-15,-2 1-10 0,-3 2-6 16,1 2 4-16,-4 4-14 0,2 0-4 0,-3 3-4 15,9-1-5-15,-3 4-3 0,-2-1-4 0,4 4-2 16,-1 0-5-16,-1-1-3 0,3 3-6 0,5-6 0 0,1 0-4 16,0 1-3-16,4 2-4 0,-6 4 1 0,9-4-2 15,-1-2-3-15,-1 0 3 0,6 3-5 16,-2-2 1-16,3 3-3 0,0-1 0 0,1-4 0 16,1 2-2-16,-1 1 8 0,3-1 0 0,-1-3-10 0,-1 2 1 15,0-3 0-15,2 3-3 0,-4-6 1 0,2 0 5 16,-1 1-3-16,-1-1-2 0,4 0 1 0,-3-2 0 15,-1 1-4-15,0-3 0 0,0 3 0 0,-1-3-1 16,-3-2 8-16,4 0-30 0,0 2-14 0,-1-6-15 16,-1 4-23-16,0 0-23 0,0-2-33 0,0-2-31 15,2-2-35-15,4 6-44 0,-4-6-175 0,0 0-447 16,5 2 198-16</inkml:trace>
  <inkml:trace contextRef="#ctx0" brushRef="#br0" timeOffset="126552.54">22699 4229 202 0,'4'-3'256'0,"-4"3"-22"16,0 0-19-16,0 0-21 0,0 0-21 0,0 0-17 15,0 0-17-15,0 0-11 0,0 0-15 0,0 0-8 16,-11 10-11-16,8-5-6 0,-5-1-10 0,4 1-8 15,-3 0-7-15,2 0-4 0,-4 2-4 0,0-1-7 0,2 2-4 16,-2-1-3-16,0 1-4 0,1 1-5 16,0 0-1-16,-3 1-4 0,3-4 0 0,0 1-16 15,1 3-23-15,-3-1-36 0,1 0-38 0,1-1-41 0,2-3-58 16,0 3-192-16,-2-5-409 0,1 4 180 0</inkml:trace>
  <inkml:trace contextRef="#ctx0" brushRef="#br0" timeOffset="126786.9">22320 4236 11 0,'0'0'227'0,"0"0"-27"0,3-4-16 0,-3 4-23 0,0 0-15 16,0 0-19-16,8 8-7 0,-3-4-7 0,0-1-17 15,0 1-9-15,1 3-9 0,3 0-5 0,1 3-8 16,5 0-5-16,0-1-6 0,0 2-40 0,-2 1-45 16,6-1-79-16,-1 1-170 0,-2-1-302 0,3 3 134 15</inkml:trace>
  <inkml:trace contextRef="#ctx0" brushRef="#br0" timeOffset="143557.84">32606 8132 159 0,'2'-6'421'0,"-2"-1"-1"16,2 1-7-16,-2 2-13 0,3 0-24 0,-3 4-39 15,1-5-36-15,-1 5-36 0,0-4-31 0,0 4-24 16,0 0-34-16,0 0-8 0,0 0-21 0,0 22-13 16,1-11-16-16,-1 7-2 0,0 2-7 0,3 0-11 0,-3 7-10 15,1 2-6-15,-1 5-7 0,0-6-7 0,0 3-5 16,0-1-7-16,0 0-3 0,0-1-7 15,0-4-4-15,-4-2-2 0,3-4-7 0,0 0-1 0,-2-1-5 16,1 0-1-16,2-5-1 0,-2-1-2 0,0 0-12 16,2-5-29-16,-2-1-26 0,2 1-24 0,0-2-22 15,2-3-23-15,-2-2-79 0,0 0-88 0,0 0-87 16,0 0-337-16,0 0-761 0,4-15 336 0</inkml:trace>
  <inkml:trace contextRef="#ctx0" brushRef="#br0" timeOffset="143807.84">32339 8118 56 0,'-3'-8'431'0,"3"4"-1"16,0-1-18-16,3-2-13 0,3 0-28 0,4 2-22 15,4-2-24-15,6 0-18 0,10 1-20 0,3 2-25 16,4 0-17-16,1-1-30 0,2 1-20 0,1 3-43 15,14-2-13-15,-1 1-21 0,-12 1-3 0,-1 1-16 16,-1 0-6-16,0 1-17 0,0 1-31 0,-6-2-33 16,-3 4-35-16,-2-4-60 0,-8 0-50 0,-5 1-55 0,-2 2-67 15,-7-3-69-15,4 1-74 0,-8 1-224 0,4-1-674 16,-7-1 299-16</inkml:trace>
  <inkml:trace contextRef="#ctx0" brushRef="#br0" timeOffset="146045.19">31914 7088 8 0,'2'-12'335'0,"-2"-1"-25"0,2 2-15 0,-2-2-7 0,0 3-13 15,0-1-13-15,-2 1-12 0,0 2-6 0,0 1-20 16,2 2-21-16,-3-2-12 0,2 3-25 0,0 0-26 16,1 4-15-16,-7-5-7 0,7 5-16 0,-12 3-12 15,4-1-10-15,-2 3-11 0,-1 2 0 0,2 2-9 16,-5 1-12-16,-1 3-2 0,3 1-7 0,-3 2-8 16,3-5 4-16,-1 3-3 0,-2 2-1 0,7-3-5 15,-4 3-2-15,2-2 5 0,5-2-14 0,-2-1 4 16,-1 1-6-16,1 1 4 0,2-1-1 0,1 0-6 15,0 3 5-15,2-3-9 0,-1-1-14 0,-2-2 1 16,3 0-17-16,2-1-17 0,0-1-19 0,0 1-28 16,1-2-22-16,0 4-40 0,3-4-43 0,0 1-36 15,-4-3-47-15,4 2-253 0,0-3-572 0,-1 2 254 16</inkml:trace>
  <inkml:trace contextRef="#ctx0" brushRef="#br0" timeOffset="146295.17">31912 7245 236 0,'0'0'231'0,"0"0"-24"16,0 0-19-16,4-2-20 0,-4 2-17 0,0 0-19 15,0 0-4-15,0 0-4 0,-7 9-12 0,1-4-3 0,1 1-10 16,-5-1-6-16,4 4-9 0,-2-1-9 0,-2 0-6 15,-6 3-6-15,5-2-5 0,1 0-6 0,0 0-3 16,-4 1-3-16,2-2-6 0,-3 2-6 16,4-1-15-16,3-2-30 0,-2 3-40 0,-2-5-51 0,7 1-49 15,-3 2-53-15,5-4-138 0,-3-2-370 0,4 2 164 16</inkml:trace>
  <inkml:trace contextRef="#ctx0" brushRef="#br0" timeOffset="146498.26">31606 7290 18 0,'8'10'190'0,"-5"-7"-17"0,1 0-20 0,0 2-14 15,0 2-4-15,4-1-19 0,3 3-10 0,-4 0-12 16,1 1-10-16,2 1-59 0,1-2-51 0,2 5-92 15,-6-5-64-15,5 6-197 0,-4 2 88 0</inkml:trace>
  <inkml:trace contextRef="#ctx0" brushRef="#br0" timeOffset="149530.91">28962 7542 72 0,'0'0'203'16,"0"-5"-6"-16,0 5-8 0,0 0-3 0,0 0-7 16,0 0-8-16,0 0-8 0,-1-4-11 0,1 4-8 15,0 0-10-15,0 0-12 0,0 0-12 0,0 0-9 16,0 0-13-16,0 0-8 0,0 0-9 0,0 0-10 16,0 0-7-16,0 0-9 0,0 0 1 0,0 0-7 15,0 0-3-15,0 0-5 0,-4 10-1 0,4-10-1 16,-3 5-4-16,3-1-6 0,0-4 0 0,-3 6-21 15,3-6-20-15,-3 8-22 0,3-5-21 0,0 0-24 16,0-3-27-16,3 11-20 0,-3-7-18 0,0-2-22 16,0 3-15-16,3 0-110 0,-2-2-324 0,-1-3 143 15</inkml:trace>
  <inkml:trace contextRef="#ctx0" brushRef="#br0" timeOffset="149728.54">28976 7659 88 0,'0'0'185'0,"0"0"-9"0,-6-11-12 16,6 11-21-16,0 0-9 0,0 0-10 0,0 0-17 15,0 0-9 1,0 0-13-16,0 0-7 0,0 0-7 0,0 0-4 16,0 0-11-16,0 0-7 0,0 0-1 0,0 0-5 15,0 0-29-15,-3 12-25 0,3-12-39 0,3 6 3 0,-2-3-30 0,-1-3-21 16,2 6-18-16,-2-2-107 0,0 0-239 0,0-4 106 15</inkml:trace>
  <inkml:trace contextRef="#ctx0" brushRef="#br0" timeOffset="149916.03">28971 7746 115 0,'0'0'186'0,"0"0"-2"0,0 0-1 15,0 0-5-15,0 0-16 0,0 0-13 0,0 0-8 16,0 0-12-16,0 0-11 0,0 0-18 0,0 0-8 15,0 0-6-15,0 0-12 0,0 0-12 0,0 0-28 16,0 0-25-16,0 0-31 0,0 0-38 0,0 0-28 16,0 0-40-16,0 0-32 0,0 0-98 0,0 0-279 0,0 0 124 15</inkml:trace>
  <inkml:trace contextRef="#ctx0" brushRef="#br0" timeOffset="150322.34">28957 7602 81 0,'0'0'231'0,"0"0"-3"16,0 0-5-16,-2-3-6 0,2 3-8 0,0 0-9 15,0 0-9-15,0 0-5 0,0 0-14 0,0 0-14 16,0 0-11-16,0 0-12 0,0 0-11 0,-4-7-8 16,4 7-11-16,0 0-9 0,0 0-10 0,0 0-6 15,0 0 4-15,0 0-20 0,0 0-2 0,0 0-12 16,0 0-4-16,0 0-4 0,0 0-5 0,0 0-2 16,0 0-9-16,0 0-4 0,0 0-3 0,0 0-3 15,0 0-5-15,0 0 3 0,0 0-4 0,0 0-2 0,0 0 0 16,0 0-5-16,0 0 0 0,0 0 2 0,0 0-2 15,0 0 0-15,0 0 0 0,0 0-2 16,0 0 10-16,0 0-24 0,3 15 0 0,-3-11-10 16,0-4-10-16,0 9-17 0,-3-5-16 0,3 1-22 0,0 0-35 15,0 2-22-15,0-1-28 0,0-1-35 0,0 2-31 16,-3-4-161-16,3 2-433 0,-1 0 192 0</inkml:trace>
  <inkml:trace contextRef="#ctx0" brushRef="#br0" timeOffset="150728.56">28947 7737 99 0,'0'0'183'0,"0"0"-14"15,0 0-9-15,-3 4-17 0,3-4-3 0,0 5 5 0,0-5-6 16,0 4-11-16,0 1 10 0,-1 2-11 0,1-1-3 16,0 3-12-16,0-2-1 0,0 2-8 0,1 2 0 15,-1 1-6-15,-1-1-1 0,1 2-7 16,0 0-6-16,-3 2-8 0,3 0-7 0,-1-2-9 0,1 3-3 15,-2-1-6-15,0-2-4 0,2 0-4 0,-3 0-2 16,3 0-6-16,0-1-5 0,-2 0 2 0,2 0-1 16,0-2-3-16,0 0-3 0,-2 0-5 0,-1-2 2 15,3-3-4-15,0 2 0 0,0-2 0 0,0 1-2 16,0 0 0-16,0-6 0 0,-1 6 0 0,1-6-3 16,-1 4-1-16,1-4-9 0,1 4-9 0,-1-4-18 15,0 0-23-15,0 0-36 0,0 0-38 0,0 0-33 16,0 0-39-16,0 0-34 0,0 0-175 0,0 0-435 15,6-13 193-15</inkml:trace>
  <inkml:trace contextRef="#ctx0" brushRef="#br0" timeOffset="151291.01">28962 7826 124 0,'0'0'233'0,"0"-5"1"0,0 5 0 16,0 0-11-16,-3-6-11 0,3 6-19 0,0-3-19 16,0 3-16-16,0 0-23 0,0 0-14 0,0 0-11 15,0 0-15-15,0 0-7 0,0 0-9 0,-8 10-12 16,8-3-8-16,-3-1-5 0,-1 2-2 0,4-1-9 15,-4 4-2-15,1 0-5 0,-2 1-3 0,1-2-4 16,0 3-4-16,-2-1 1 0,2-3-4 0,0 3-4 16,-1-3-1-16,0 1 0 0,0-2-3 0,4-1 2 15,-2-1-5-15,-2 0 4 0,3-2-4 0,-2 1 0 16,0-2 0-16,4 1 2 0,0-4 4 0,-3 3 39 16,3-3 13-16,0 0 19 0,-2 3-22 0,2-3-5 0,0 0-6 15,0 0-10-15,5-17-1 0,-1 11-8 16,0-3-1-16,-1-3-2 0,1 2-1 0,2-3-14 15,2 0 7-15,-6 4 0 0,3-3 8 0,-1-1-14 0,-2 5 10 16,4-3 18-16,-5 3 7 0,2 1 4 0,-1-1 13 16,0 3-5-16,-2-2 18 0,5 2 9 0,-3 0-17 15,-1 0-4-15,-1 1-7 0,3 2-9 0,-3 2-1 16,0-6-10-16,0 6-11 0,0 0-4 0,1-4-10 16,-1 4-2-16,0 0-3 0,0 0-5 0,0 0 5 15,10 10-5-15,-5-7-9 0,0 4 10 0,5-1-3 16,-3 3 0-16,3 0 0 0,0 0-6 0,0-1-5 15,0 1-13-15,0 0-17 0,7 0-15 0,-1 1-22 16,-4-3-29-16,2 0-32 0,-2-1-42 0,-1 2-56 16,2-3-71-16,0 0-52 0,-5-1-218 0,6 1-617 15,-5 0 273-15</inkml:trace>
  <inkml:trace contextRef="#ctx0" brushRef="#br0" timeOffset="151869.07">28987 7926 270 0,'0'0'338'0,"0"0"-13"0,0-4-20 16,0 4-26-16,0 0-20 0,0 0-27 0,0 0-24 0,0 0-6 15,0 0-36-15,0 0-8 0,0 0-32 16,0 0-7-16,0 0-20 0,0 0-6 0,-5 15-12 16,8-11-9-16,-3 4-2 0,2 1-6 0,-1 1-9 0,0 1-3 15,2 1-6-15,-2 1-2 0,2 4-9 0,-2 0 0 16,-1-1-2-16,0 2-8 0,3-2-3 0,-2 2 1 15,1-1 1-15,0 1-3 0,0-1-2 16,1 0-2-16,-1-2-1 0,0-1 1 0,-1-1-1 0,0 0-1 16,2-1-3-16,-1-1-7 0,-1 0 7 0,0-2 12 15,1 2-17-15,0-3 8 0,0-1-8 0,-1 0 1 16,0 0 3-16,-1-3-6 0,3-1 2 0,-3 2 5 16,0-5-2-16,0 6-3 0,0-6-4 0,1 4 4 15,-1-4-19-15,0 0-27 0,0 0-31 0,0 0-35 16,0 0-41-16,0 0-50 0,7-15-44 0,-5 9-44 15,-4 1-224-15,2 0-548 0,3-2 243 0</inkml:trace>
  <inkml:trace contextRef="#ctx0" brushRef="#br0" timeOffset="152478.38">28967 7898 59 0,'-5'-6'237'0,"5"6"-5"15,-1-3-11-15,1 3-12 0,0 0-19 0,0 0-19 16,0 0-17-16,0 0-20 0,0 0-15 0,0 0-15 15,0 0-8-15,0 0-10 0,-13 9-9 0,9-2-8 16,0-2-9-16,-1 4-3 0,0-2-10 0,-1 2-1 16,0 0-6-16,0 0-9 0,1 0 1 0,-4 1-4 15,5-1 0-15,0 0-3 0,-4-1-2 0,2-1-2 0,3 1-2 16,-4-1-2-16,2-2-2 0,1-2 1 0,3 2-2 16,-3-2 0-16,2 0 2 0,2-3 5 0,-2 4 9 15,2-4 15-15,0 0-5 0,0 0-2 0,0 0-3 16,0 0-6-16,13-8 2 0,-7 3-3 0,0-4-6 15,3 1 0-15,0-1-1 0,0 0 3 0,1-1 6 16,1 1 4-16,-2-1-5 0,0 2 8 0,-1 0-3 16,-1 2 3-16,0-1-4 0,-1 0-2 0,-2 3-6 15,1 0-3-15,-3 2-1 0,1-2-8 0,1 3 4 16,-4 1-3-16,11-1-5 0,-11 1-31 0,11 6-32 16,-4-3-44-16,0 2-39 0,3 4-61 0,1-2-64 15,0 2-190-15,5 5-488 0,2-2 216 0</inkml:trace>
  <inkml:trace contextRef="#ctx0" brushRef="#br0" timeOffset="-180222.15">4466 11329 51 0,'2'-5'320'16,"-2"-2"-10"-16,1 0-6 0,-1 1-6 0,0 0-24 15,0 1-15-15,0 2-23 0,0-1-21 0,0 4-10 16,0-5-34-16,0 5-20 0,0 0-19 0,0 0-14 16,0 0 5-16,11 11 1 0,-6 1 0 0,2-1-3 15,-2 5-7-15,1 1-10 0,-1 3 2 0,1-1-5 0,-2 1-8 16,1 1-12-16,-2 1-6 0,0 6-3 16,-1 0-7-16,1 1-9 0,0-3-2 0,-3 1-6 15,1 0-4-15,2-6-1 0,-6-1-7 0,6 1 1 16,-3-3-8-16,0 0-18 0,0-2-35 0,3-3-15 0,-3 0-26 15,2-5-26-15,-2 0-27 0,3 0-27 0,-3-3-25 16,1-1-28-16,1-2-52 0,-2-2-41 16,0 0-262-16,0 0-598 0,8-9 265 0</inkml:trace>
  <inkml:trace contextRef="#ctx0" brushRef="#br0" timeOffset="-179925.3">4312 11305 126 0,'-1'-7'307'0,"-4"1"0"15,2 0-17-15,0 1-14 0,2-1-28 0,1 3-17 16,0-1-25-16,0 4-27 0,-2-8-15 0,6 6-14 16,-4 2-17-16,10-2-12 0,-3 1-13 0,5 2-11 15,-1 1-7-15,3-2 4 0,6 2-9 0,2 0-4 16,-2 0-7-16,9 1-5 0,-6-1-6 0,1-1-6 15,6 1-9-15,-3 0-1 0,-2-2-4 0,-5 0-1 0,2-1-5 16,0 0-6-16,-3 1-2 0,0-3-4 16,-7 2-9-16,3-2-21 0,-4 1-11 0,-1-1-25 15,-2 1-14-15,-1-1-22 0,-2 2-30 0,-2-2-35 0,-3 3-40 16,0 0-26-16,0 0-25 0,0 0-32 0,0 0-160 16,-18-1-458-16,18 1 203 0</inkml:trace>
  <inkml:trace contextRef="#ctx0" brushRef="#br0" timeOffset="-178925.4">4730 11513 129 0,'0'0'214'0,"5"-3"-23"0,0 1-17 0,-5 2-1 16,8 2-8-16,-8-2-9 0,13 0-13 0,-6 1-13 0,1 1-15 16,3 3-2-16,3 0-11 0,-5 1-9 0,3 0-11 15,2 0-5-15,-4 1-11 0,3 1-4 16,-2 0-7-16,1-1-8 0,-2 2-3 0,-2 0-3 15,-1-1-5-15,2 0-3 0,-3 2-8 0,-1 0 2 0,-1 1-1 16,-2-5-6-16,-1 1 6 0,-1 4 1 0,-3-1 13 16,-1-6 11-16,0 6 3 0,-3-5 5 0,-2 2 1 15,-2-1 0-15,3-1 0 0,-6 1 2 0,3-4-1 16,2-1 1-16,-2 2 4 0,3-2 7 0,2 0-1 16,6-1-7-16,-13-1-3 0,7-2-5 0,2 0-6 15,4-3-6-15,0 6-11 0,3-9-2 0,4 0-10 16,2 2-12-16,5-6-9 0,2 3-5 0,1-1-20 15,3 1-6-15,-1 1-6 0,10-2-6 0,-1 0 0 16,-2 1-7-16,2 1-8 0,-3 4-4 0,-2 0 0 16,-4-2 1-16,0 1 7 0,0 1 8 0,-4 1 2 15,-4-1 7-15,1 1 1 0,-2 2 7 0,-3-2 13 16,-2 1 11-16,3 0 10 0,-5 0 4 0,0-1 0 16,-1 1 6-16,-2 3 0 0,0 0 8 0,-5-7 3 0,2 3 4 15,-5 2-3-15,1 0-1 0,7 2 1 16,-15-1-5-16,6 2 1 0,-1 1-4 0,-1 3-3 15,-1-3 3-15,3 2-5 0,-2 1-2 0,-1 2-2 0,2-1-2 16,0 1-3-16,4 0 8 0,-2 1-8 0,3-2 2 16,0 2-2-16,2 2 3 0,2-2-4 0,1 1 5 15,0-2-8-15,1 0 0 0,5-2 1 0,-4 1-5 16,4-3-5-16,3 1 0 0,-2 0-7 0,0-4 1 16,1-2-2-16,4 1-1 0,-1-3-1 0,0 0 7 15,3 2-3-15,-3-6 0 0,-2 2 4 0,3-1 1 16,-1 0 2-16,0-1 2 0,0-1 4 0,-3 1 7 15,3-1 7-15,-3 0 7 0,-1 3 6 0,0-1 1 16,-3 1 9-16,1 3 1 0,-2-3-2 0,0 2-1 16,1 3-2-16,-4 1-9 0,4-4-4 0,-1 2 0 15,-3 2-6-15,0 0-1 0,0 0-1 0,8 5 0 16,-4 0-10-16,-2 0 6 0,1-1 4 0,0 2-2 16,1 0-6-16,0 4 1 0,0-3-11 0,2 1 0 0,-2-2 2 15,1 1-5-15,2 2-2 0,0-2 7 16,-3 0-3-16,0-2 0 0,4 0-7 0,-4 0 12 15,-1 0 0-15,2-4-3 0,-5-1 5 0,6 0 1 0,-6 0 2 16,12-1-3-16,-9-1-3 0,1-5 2 0,0 2 6 16,1 0 5-16,-3 1 1 0,2-2 6 0,-1 0 0 15,2-1 0-15,-2 1 3 0,1-2-7 16,-2 1 2-16,1 2 2 0,0 0 0 0,1 0-3 0,-3 0-8 16,1 1-1-16,-1 0 2 0,-1 4-3 0,6-2-1 15,0 1 0-15,-6 1 0 0,0 0-4 0,11 5-3 16,-7-3 7-16,2 1-4 0,2-1 0 0,-3 4 3 15,2-1 0-15,0-2 0 0,-1 4-1 0,3-1-1 16,-1 1 2-16,-2-1 1 0,2-2-2 0,-2 1-11 16,1-1-10-16,-1 0-8 0,-2-2-11 0,1 1-18 15,-2-2-18-15,2 0-40 0,-5-1-42 0,0 0-39 16,13-4-37-16,-12 2-49 0,-1 2-164 0,4-5-483 16,-4 5 213-16</inkml:trace>
  <inkml:trace contextRef="#ctx0" brushRef="#br0" timeOffset="-178720.77">5418 11323 342 0,'-5'-2'333'0,"1"-2"-29"0,-4 1-28 0,4 0-22 16,-2 2-27-16,2-1-25 0,1-1-20 0,3 3-22 15,-5-4-21-15,5 4-35 0,-4-2-43 0,4 2-41 16,0 0-59-16,0 0-71 0,0 0-83 0,0 0-184 16,12 9-409-16,-7-7 180 0</inkml:trace>
  <inkml:trace contextRef="#ctx0" brushRef="#br0" timeOffset="-177392.77">6087 11355 19 0,'3'-10'314'0,"0"1"-14"0,-2 1-10 0,3 1-11 0,-2-1-29 16,2 3-7-16,-3 1-20 0,1-1-19 0,-1 1-34 15,-1 4-17-15,0 0-16 0,0 0-14 0,0 0-8 16,11 13-13-16,-6-6-12 0,-1 7-8 0,2 3-6 15,-1 1-9-15,3 0-6 0,-1 7-6 0,-1-4-5 16,-1-2-4-16,-1 2-3 0,-1-1-7 0,5 5 0 16,-4-7-1-16,-1 3-12 0,-1-4 4 0,1-4-2 15,0 3-9-15,0-4-18 0,-2-3-15 0,-1 2-17 16,1-5-6-16,2 0 1 0,-3-1-6 0,0-3-34 16,0-2-30-16,0 0-24 0,0 0-14 0,0 0-14 15,-3-16-15-15,2 7 0 0,1-4-13 0,0 0 0 16,-4-6-6-16,4 1-132 0,-3-2-353 0,2-2 156 15</inkml:trace>
  <inkml:trace contextRef="#ctx0" brushRef="#br0" timeOffset="-176877.19">6184 11425 779 0,'0'-19'11'0,"-3"0"18"0,3 2 40 0,-1 5 22 0,-2-2 14 16,2 1 18-16,-2 4 17 0,3-3 7 15,-1 7 0-15,0-2-2 0,1 0-9 0,-2 2-15 0,2 1-16 16,0 4-9-16,-3-4-8 0,3 4-12 0,0 0-8 16,0 0-10-16,10 12-4 0,-6-6-2 0,0 2-6 15,0 2-5-15,3 3-2 0,-2 0-5 0,6 2-5 16,-3 0-1-16,5 1-6 0,-3-1 3 0,4 1-7 15,-2-1-20-15,2-1-15 0,0 0-17 0,2-3-19 16,-2 0-16-16,-1-4-18 0,-2-1-23 0,4 0-15 16,-1-5-11-16,0 2-11 0,-1-3-4 0,-1 0 5 15,1-3 0-15,-3 0 15 0,2-4 13 0,-1 3 8 16,-5-2 12-16,2-3 33 0,-4 0 23 0,1 3 30 16,1-2 23-16,-5 1 30 0,2 0 23 0,-2 0 18 15,-2 1 9-15,-2 0 6 0,3 0-2 0,-3 1-4 16,1 1-15-16,0 2-2 0,-3-1-8 0,5 3-8 15,-11 0-7-15,11 0-4 0,-11 5-8 0,4-1-3 0,-1 4-1 16,1-2-5-16,-1 2-4 0,0 2-1 16,1-1-5-16,2 2-2 0,-3 0 3 0,2-2-4 15,1 2-3-15,-2-1-1 0,3-2 0 0,1-2 1 0,-1 0-2 16,1-1-1-16,2 0 2 0,0-3 32 0,1-2 22 16,0 0-2-16,0 0-8 0,0 0-5 0,0 0-5 15,0 0 1-15,4-20 2 0,1 11 9 0,2-4-1 16,2-2 0-16,0-1 6 0,0-1 3 0,2 1 5 15,-2 0 0-15,1 0 0 0,2 1-3 0,-5 3 2 16,0 4-1-16,1-3-8 0,-1 4-6 0,-2 0-12 16,1 3-1-16,-5 2-6 0,6 1-2 0,-3-1-8 15,-4 2-4-15,11 5-1 0,-6 3 1 0,-1 1 0 16,0 3-7-16,2 3 0 0,-2 1-1 0,3 4 0 16,-5 0-11-16,1 2-16 0,0 4-28 0,0 3-21 15,1-2-15-15,-1 0-15 0,2-8-20 0,2 0-19 16,-1 1-27-16,1-5-29 0,3 1-13 0,1-5-4 15,-3-3-40-15,1-3-181 0,5 1-458 0,-5-5 203 16</inkml:trace>
  <inkml:trace contextRef="#ctx0" brushRef="#br0" timeOffset="-175726.32">6812 11495 25 0,'-1'-6'220'0,"0"4"-16"0,-2-2-19 15,3 4-6-15,-3-4-10 0,3 4-5 0,0 0-7 16,-15 8-3-16,10-4-7 0,1 4-11 0,-2-1-8 15,-2 4-8-15,7-2-11 0,-2 3-8 0,-1-2-13 16,3 2-4-16,1 0-10 0,4 3-8 0,-4-4-5 16,4-1-5-16,1 3-3 0,2-4-8 0,0-1-5 15,2-2-1-15,2-1-4 0,-1 1-2 0,3-4-5 16,-2 1-2-16,4-2 2 0,-4-5-4 0,0 2-4 16,1-4-3-16,-2 1 3 0,-1-2-4 0,-2-1-3 15,0-3-1-15,-3 1 1 0,-3 0-6 0,-1 2 3 16,-4-2-5-16,0 0 2 0,-3-1-2 0,2 0 2 0,-3 2-4 15,-1 0 3-15,0 2 3 0,1 1-1 0,-4-1 3 16,6 2-3-16,-3 2 1 0,3 0-4 16,2 0-6-16,0 2-3 0,4 1 1 0,0 0-9 15,0 0-7-15,0 0-15 0,0 0-20 0,16 11-20 0,-2-7-16 16,5 5-21-16,11-3-12 0,-1 0-17 0,1-1-9 16,1 0-14-16,1 0-15 0,1 0 4 0,1 0 3 15,-3 1 13-15,-2-2 16 0,-5-1 11 0,-2-2 10 16,-2 0 20-16,-2-1 10 0,-3 1 28 0,-4 1 26 15,-4-1 37-15,1-1 26 0,-8 0 23 0,0 0 21 16,0 0 12-16,0 0 18 0,0 0 13 0,0 0 14 16,-18-5 8-16,5 2 3 0,-1 3 2 0,0-2 0 15,-3 2-1-15,-1-1-5 0,3 1-3 0,-4 0-12 16,4 1-7-16,-1 1-12 0,2 1-11 0,2 1-6 16,1-1-7-16,-1 2-9 0,1-2-7 0,6 2-10 15,-2 3-2-15,1-3-6 0,5 2 0 0,-1 2-5 16,2-3 0-16,3 5-9 0,0-3 0 0,2-2-3 0,0 1 0 15,5 2 1-15,0-4-19 0,1 2-3 0,2-3-5 16,1 0-6-16,1-4 1 0,-3 0-1 16,1-3-5-16,0-1 0 0,1-2 2 0,-1 1-1 0,-2-3 2 15,4-3 1-15,-1-2 0 0,-6-3-5 0,4-1-4 16,-2-1-2-16,-2-1-7 0,0-6-5 0,0-5 4 16,-2 5 2-16,-2-2 3 0,-2 5 5 0,-2 2 15 15,2-1 21-15,-1 2 18 0,-2 2 8 0,-2 1 10 16,2 1 9-16,-3 4 3 0,2 3-5 0,-2-2 8 15,3 3-21-15,-3 4-7 0,-2-2-3 0,1 1-4 16,5 4-4-16,-8 1-1 0,2 3-13 0,1 2 1 16,-1 6 1-16,2-2 1 0,0 5-3 0,0 3-5 15,4-1 1-15,-1 2-3 0,2 0-4 0,2 2 0 0,1-2-11 16,1 8-7-16,2-9-8 0,3 1-10 16,-2 0-7-16,4-1-16 0,-1-2-8 0,4-4-13 15,0 1-9-15,0-1-10 0,0-2 8 0,4-2 4 0,-3-3-5 16,-3-3-8-16,1-2 5 0,0 0 7 0,1-1 11 15,-1-3 4-15,-4 0 14 0,0-3 4 16,2-1 7-16,-1-1 15 0,-4-1 17 0,0 1 13 16,-2-3 13-16,-1 2 19 0,0-1 18 0,-3 0 11 0,1 1 8 15,-2-1 14-15,0 2 8 0,-3 1-4 0,2-1 0 16,-4 2-8-16,3 4-9 0,-2-4-5 0,0 5-8 16,0-2-11-16,4 4 0 0,-8 0-8 0,8 0-1 15,-8 5-10-15,5-1-2 0,2 2-3 16,1 0 7-16,0 1-9 0,0-1-3 0,4 5-1 15,1-1-5-15,0-1-1 0,2-2-1 0,0 2-3 0,5-1 2 0,-1 0-9 0,3 0-6 0,2-2-4 16,4-1-14-16,-2 0-4 0,2-3-4 0,3-1-3 16,-3-1-3-16,-1-1 2 0,0-2 2 0,1-1-1 15,-2 0-1-15,-4 0 3 0,0-3-2 0,-4-2 4 16,1 1 0-16,2-6-1 0,-3 3 2 0,0-3-3 16,0-3-2-16,-4-4-8 0,1 2-3 0,-2-6-4 15,-1-3 8-15,4 3-2 0,-4-2 11 0,-4 0 8 16,0 7 21-16,0-2 18 0,0 3 17 0,0 2 12 15,-1 0 9-15,-2 5 0 0,-2 0 3 0,0 2 2 0,3 1-1 16,-2 4-1-16,-2 0-4 0,1 2-12 0,2 2-2 16,-6 1-5-16,9 0-5 0,-11 10-1 15,4 1-7-15,2 0 5 0,-3 5-5 0,1 4 12 16,3 0-18-16,1 6 8 0,3 1-13 0,0-4 1 0,3 3 0 16,2 3 0-16,2-4-6 0,-2 2 3 0,3-1 6 15,2 1-26-15,0-8-9 0,-1 0-15 0,2-2-29 16,4 1-28-16,-3-2-39 0,-1 0-35 0,3-2-44 15,1-4-48-15,-2 0-247 0,-2-2-546 0,0-7 242 16</inkml:trace>
  <inkml:trace contextRef="#ctx0" brushRef="#br0" timeOffset="-175304.49">8692 11522 106 0,'-7'0'333'0,"2"0"-20"0,5 0-21 16,-10 0-19-16,10 0-14 0,0 0-8 0,0 0-17 16,0 0-14-16,38 1-12 0,-8 0-14 0,4-1-21 15,6 1-10-15,18 0-12 0,5-2-16 0,5 1-18 16,27 0-5-16,-26 1-13 0,2-3-8 0,27-2-14 15,-31 4-5-15,3-2-8 0,-3 2-3 0,-2-1-8 16,-8 1-7-16,-16 0-4 0,0-2-17 0,-7 0-25 16,-11 0-17-16,-4 4-28 0,-6-2-34 0,-1 2-37 15,-7-4-48-15,-5 2-64 0,1-2-60 0,-1 2-251 16,0 0-581-16,-23-3 257 0</inkml:trace>
  <inkml:trace contextRef="#ctx0" brushRef="#br0" timeOffset="-174882.65">10512 11115 189 0,'8'-8'320'0,"0"0"8"0,-4 0-14 0,0 3-30 15,1 1-28-15,-3 0-30 0,2 3-26 0,-4 1-18 16,0 0-21-16,0 0-10 0,4 14-12 0,-4-2-1 16,2 0-8-16,0 5-6 0,1 4-11 0,1 0-12 15,-1 0-8-15,4 6-12 0,2 2-6 0,-1 0-6 0,-1-4-10 16,2-1-5-16,0-3-3 0,-4-1-6 0,4 1-2 16,-4-3-17-16,1 0-17 0,3-3-27 15,-4 1-31-15,1-3-35 0,-3-2-44 0,-2-2-46 0,3 0-40 16,-3-4-35-16,3-2-259 0,-1 0-550 0,-3 1 243 15</inkml:trace>
  <inkml:trace contextRef="#ctx0" brushRef="#br0" timeOffset="-174398.32">10433 11082 287 0,'4'-10'324'0,"0"-1"-8"0,4-1-10 0,6 0-27 15,1 2-23-15,5 3-6 0,10 0-8 0,0 2-17 16,3 3-10-16,-2 2-10 0,6 1-23 0,-2 4-23 16,3 4-13-16,3 0-19 0,-1 4-12 0,-2 2-10 15,0 1-15-15,-4 4-3 0,-2 1-8 0,-3 3-6 16,-2 1-14-16,-4 3-3 0,-4-4-7 0,-2 5 7 15,-7-2-14-15,0 0-8 0,-6-5-5 0,-4 4 7 16,-3 1-14-16,-2-7 1 0,-5 1-9 0,-3 2-6 0,-6 0-7 16,-2-1 8-16,-7-1-19 0,-1-5-7 0,-1 2-1 15,-2-4-14-15,0 0-15 0,1-1-5 0,1-5-13 16,10-2-15-16,-4 1-20 0,6-1-23 0,5-2-31 16,1 0-38-16,4-2-58 0,2 0-45 0,2-2-218 15,4 0-554-15,0 0 246 0</inkml:trace>
  <inkml:trace contextRef="#ctx0" brushRef="#br0" timeOffset="-174085.85">11203 11473 340 0,'0'0'345'0,"0"0"-11"0,3-3-24 0,-3 3-31 0,0 0-29 16,0 0-25-16,0 0-22 0,0 0-8 0,-6 12-14 15,3-6-7-15,-2 5 2 0,2 0-14 0,-2 2-8 16,-2 2-10-16,3 6-10 0,-2-2-7 0,-3 6-12 16,4-4-14-16,-4 1-5 0,5 2-11 0,-4 3-9 15,4-7-7-15,0 1-8 0,1-2-4 0,2-1-6 16,2 1 3-16,2 1-11 0,1-2 0 0,3 1-4 15,0-4-9-15,2-1-17 0,6-2-25 0,0-2-28 16,-2-4-30-16,4-1-37 0,3 0-40 0,0-3-44 16,1-2-37-16,-2-2-35 0,0-1-50 0,3-3-237 15,1 0-594-15,-4-3 263 0</inkml:trace>
  <inkml:trace contextRef="#ctx0" brushRef="#br0" timeOffset="-173867.12">11174 11699 224 0,'-7'0'281'0,"7"0"-14"0,-10-1 5 15,4 0 11-15,2-1-15 0,4 2-20 0,0 0-11 16,-7-2-20-16,7 2-17 0,0 0-22 0,0 0-9 16,0 0-23-16,18-4-15 0,-9 4-16 0,0 0-9 15,2-1-27-15,2 1-36 0,-2 0-31 0,3-2-38 16,-1 4-48-16,0-4-53 0,0 5-56 0,1-4-59 15,-4 1-229-15,-3 0-510 0,0 0 226 0</inkml:trace>
  <inkml:trace contextRef="#ctx0" brushRef="#br0" timeOffset="-173225.03">11359 11707 28 0,'6'4'192'16,"-1"0"-3"-16,2 0-6 0,1 1-12 0,0 3-5 16,1-1-14-16,0 3-16 0,-1-3-11 0,0 2-15 0,-1 0-9 15,1 2-12-15,0-2-5 0,-2 3-10 0,2-3-7 16,-4 2-6-16,3-3-8 0,-2 3-3 16,-3-4-4-16,-1 0-6 0,-2-2-2 0,-1 0-3 0,1 1-5 15,-3-2 0-15,-1-2-5 0,-1-1-2 0,6-1 6 16,-10 3 16-16,10-3 10 0,-8-1 4 0,2-2 1 15,-1 1 0-15,1-2-2 0,1 0-5 0,2-1-5 16,0-2-8-16,2 0-5 0,4 0-3 0,4-3-2 16,-1 2-5-16,3-4-2 0,4 3-9 0,-2-1-5 15,5-2-3-15,-2 3-6 0,6 0-3 0,-3 1 5 16,-2 2-2-16,-4 1-5 0,2 1 6 0,-2 0-5 16,1 2 0-16,-4 0-1 0,1 1 2 0,-9 1-4 15,9 0 2-15,-5 3 5 0,-4-3-4 0,0 3 1 16,0-3 0-16,-4 7 3 0,0-2 3 0,0 0-1 15,-3 1-1-15,2 2 5 0,-5 0 1 0,5 1 0 16,-2-1 6-16,0 2-4 0,-1-2-1 0,3-2 0 0,0 1 0 16,1 0-1-16,3 1 2 0,-3-5-2 0,1 3 2 15,3 1 1-15,1-2 1 0,4 0-1 0,-4-2 7 16,7 0-3-16,-1-3-3 0,1 1-1 0,3 0-3 16,4-1 5-16,-3-1-5 0,2-1-3 0,1-3 1 15,-2 1 0-15,1-1 1 0,0 2 0 0,-2-4 0 16,-1 3 13-16,-2-1 9 0,-2 0 9 0,1 2 4 15,0-1 6-15,-4 0 4 0,2 0 5 0,-2 0 4 16,1 0 2-16,-5 4-4 0,7-3-6 0,-4 3-14 16,-3 0-2-16,1-3-4 0,-1 3-2 0,0 0 1 15,0 0-9-15,0 0-4 0,7 6 0 0,-6-2-1 16,2 2-1-16,-1-1-2 0,-1 0-2 0,0 0 2 16,3 0 10-16,-3-1-18 0,4 1 7 0,0-4-3 0,-1 4-2 15,0-3 0-15,3 2 14 0,0-1-14 16,-2-1-1-16,5-2 4 0,-2 0-2 0,3 0-3 15,0 0 2-15,2-1-7 0,-3-2-20 0,1 0-23 0,2 0-29 16,-4-3-37-16,2 5-54 0,-1-5-60 0,0-2-59 16,-1 4-257-16,1-2-582 0,-2-1 257 0</inkml:trace>
  <inkml:trace contextRef="#ctx0" brushRef="#br0" timeOffset="-173053.17">11920 11542 7 0,'-6'-9'345'0,"2"2"-20"0,1 0-31 0,-3-2-27 16,2 4-22-16,-1-1-23 0,1-2-23 0,0 5-22 15,0-2-28-15,0 0-45 0,1 4-46 0,3 1-62 16,-16 1-84-16,8 3-110 0,-7 0-153 0,1-1-380 0,-5 7 170 16</inkml:trace>
  <inkml:trace contextRef="#ctx0" brushRef="#br0" timeOffset="-172303.25">4620 12606 327 0,'3'-10'340'0,"-2"2"-14"16,-1 1-15-16,3 1-22 0,-2 1-30 0,-1-1-26 16,0 3-37-16,0 3-17 0,0 0-12 0,0 0-24 15,3 15-10-15,-2-3-15 0,-1 2-12 0,2 5-8 16,1 10-7-16,-1 1-10 0,-2 2-10 0,1 3-6 15,-1 0-4-15,-1-1-5 0,1 3-5 0,1-2-4 16,-2-3-7-16,-1-2-5 0,-1-1-1 0,1-1-3 16,1-8-13-16,-1 2-16 0,1-4-25 0,1-1-18 15,-4-6-32-15,4-1-39 0,0 0-30 0,0-4-28 16,-1-2-54-16,1-4-65 0,0 0-184 0,0 0-511 16,0 0 226-16</inkml:trace>
  <inkml:trace contextRef="#ctx0" brushRef="#br0" timeOffset="-172084.52">4348 12586 273 0,'-3'-6'339'0,"3"1"-15"0,-4 0-24 16,4 0-22-16,-3 0-28 0,3 0-14 0,0 0-44 15,3-2-14-15,0 2-16 0,0-3-20 0,5 4-13 16,5-6-16-16,5 2-4 0,2-2-15 0,5 7-17 15,6-7-21-15,-2 5-23 0,2 0-24 0,-3 3-23 16,2 1-31-16,0 3-37 0,0-1-32 0,-8 4-29 16,1 0-40-16,-1 1-42 0,-1 0-190 0,-1 3-449 15,0 0 198-15</inkml:trace>
  <inkml:trace contextRef="#ctx0" brushRef="#br0" timeOffset="-171495.45">4893 12944 12 0,'0'5'159'15,"0"-5"2"-15,3 3 8 0,-3-3 7 0,0 0-8 0,0 0 3 16,0 0-16-16,0 0-11 0,14-5-8 0,-14 5-4 16,6-7-11-16,-2 2-9 0,-1 1-11 0,1-1-7 15,-4 0-8-15,4 0-4 0,-2-3 2 0,0 2-3 16,0 0-7-16,-1 0-9 0,-1 0-5 0,0 0 0 15,-1 0 0-15,-1 2-7 0,0-1-2 0,-1 2-4 16,-1-3-9-16,-2 4-1 0,6 2-2 0,-13-2-9 16,2 4-1-16,1-1 1 0,-2 6-7 0,1-2-2 15,2 1-2-15,-5 4 0 0,3-2-3 0,3 2 0 16,-5 5-1-16,2 0-3 0,1-1-1 0,2 1 2 16,3-3-2-16,0 2 1 0,4-2-5 0,1 2 1 15,0-1 0-15,0-1 0 0,1 1 1 0,4-5-2 16,1 3 0-16,5-2 3 0,-5-3-2 0,3-1 0 15,2-1 5-15,1-3-2 0,-1 1-6 0,4-2 4 16,4-3 2-16,-4 1-5 0,-1-3 3 0,5-3-1 16,-1-1-1-16,1 1 1 0,-2-2-1 0,-3 1 0 15,2-1 0-15,-5 1-4 0,0-2 5 0,0 5-2 0,1-4 3 16,-6 2 3-16,4 2 0 0,-3-2-1 0,0 4 1 16,1-1 1-16,-2 2-4 0,0-2 0 0,-2 4-1 15,3-1 0-15,0 2-5 0,0 0 4 0,-7 0-2 16,15 3 2-16,-8 0-3 0,1 1 0 0,1 1 0 15,1-1 1-15,1 2 1 0,1 1 5 0,-3-1-7 16,0 2 0-16,0-1-2 0,-1 0 4 0,-1 0-4 16,0 0 4-16,-2 0-1 0,-1 1 2 0,-2-1 0 15,-2 0-4-15,-2 0 4 0,1-2 0 0,-2 1-3 16,-5 1 1-16,1-3-5 0,-1 1-11 0,-4 0-11 16,1-1-18-16,0 0-14 0,0-2-18 0,-1 1-17 15,2-3-19-15,1-2-10 0,4 0-29 0,-1-3-13 16,6-2-35-16,-1 0-17 0,-2-1-127 0,6-2-371 15,2-3 165-15</inkml:trace>
  <inkml:trace contextRef="#ctx0" brushRef="#br0" timeOffset="-171292.34">5420 12543 106 0,'1'-6'283'0,"3"-1"-26"0,-1 5-28 15,0 1-24-15,-3 1-19 0,0 0-11 16,0 0 0-16,-2 12-3 0,1 0-6 0,-1-1-11 0,2 7-9 15,-1 4-18-15,-3 6-3 0,4 3-10 0,0 0-13 16,0 2-10-16,0 0-9 0,4 1-3 0,-3 0-11 16,2 0-6-16,3-4-6 0,0 0-4 0,1-1-12 15,4-4-1-15,1 0-20 0,-4-5-18 0,6-1-27 16,-3-3-26-16,3-3-46 0,-1-1-50 0,2-4-48 16,0-4-64-16,-3 0-167 0,-2-4-460 0,2-1 203 15</inkml:trace>
  <inkml:trace contextRef="#ctx0" brushRef="#br0" timeOffset="-171120.48">5513 12740 107 0,'-5'-6'351'16,"-1"1"-25"-16,0 0-28 0,3 1-20 0,-1 0-26 0,1 1-23 16,-1 1-26-16,4 2-24 0,2-5-17 0,-2 5-15 15,9-3-16-15,6 2-29 0,-1 1-40 16,5 0-46-16,1 0-52 0,13 1-66 0,-1-1-70 15,1 2-251-15,2 0-457 0,2-1 203 0</inkml:trace>
  <inkml:trace contextRef="#ctx0" brushRef="#br0" timeOffset="-170604.9">6302 12624 36 0,'3'-12'376'0,"-3"2"-11"16,5 1-16-16,-3 2-10 0,-1 0-28 0,1 1-32 16,-1 1-32-16,0 1-24 0,1 1-25 0,-2 3-19 15,0 0-23-15,0 0-18 0,9 9-12 0,-4 2-13 16,0 2-13-16,0 4 9 0,-1 4-28 0,0-1-9 15,2 10-9-15,0-2 7 0,0 2-15 0,-3-1 10 16,2-1-25-16,-3-8 1 0,-1 0-8 0,2 3 14 0,-3-3-19 16,0-1 3-16,1-2-11 0,2-4-4 0,-2-3-21 15,-1-2 2-15,3-1-24 0,-3 0 0 16,1-2 4-16,3-3-23 0,-4-2-21 0,0 0-12 16,0 0-24-16,0 0-14 0,1-15-22 0,-1 6-15 0,-1-4-11 15,1-5-15-15,0-2-10 0,0-8-7 0,0-3-8 16,0 3-12-16,-4-3 18 0,0 0 23 0,1 2 34 15,-1 1 51-15,2 9 47 0,0 1 48 0,-2-2 34 16,1 2 26-16,-1 5 24 0,0 1 12 0,3 0 21 16,-4 2 6-16,2 2 0 0,1 1 8 0,0 0-3 15,0 1 2-15,2 1-23 0,-3 2-13 0,3 3-14 16,-1-3-9-16,1 3-6 0,0 0-7 0,0 0-10 16,8 12-3-16,-3-5-4 0,2 3-7 0,2 0 1 15,0 5-12-15,3 1 5 0,1-2-3 0,0 3 1 16,4 7-14-16,-5-7-16 0,4-1-18 0,-2-1-25 15,1 1-25-15,4 2-27 0,-2-5-31 0,-3-1-27 16,2-1-35-16,-2-4-25 0,0-1-35 0,-2-3-166 16,3 1-449-16,-3-1 198 0</inkml:trace>
  <inkml:trace contextRef="#ctx0" brushRef="#br0" timeOffset="-170229.94">6743 12666 95 0,'0'-7'220'0,"0"2"-11"0,0 5-15 16,-3-4-20-16,0 0-16 0,3 4-21 0,-9-1-7 15,9 1-2-15,-11 6-2 0,3 0-6 16,0 5-1-16,0-3-2 0,0 4-9 0,-2 3-12 0,-1 0-11 16,3 3-4-16,-3-1-8 0,0 1-11 0,3-1-3 15,1 0-7-15,3-5-2 0,-3 3-2 0,1-4-8 16,2-2-10-16,-1 1 4 0,3-5 2 0,0-1 4 16,0 1 28-16,2-3-9 0,0-2-4 0,0 0-9 15,0 0 2-15,8-13-9 0,-5 1 4 0,2 2 7 16,2-3 1-16,1-6-6 0,0 0-2 0,7-7-2 15,-6 0-4-15,1 1-5 0,5-1-2 0,0-2 17 16,-8 9 18-16,4-6 12 0,-5 9 15 0,3-1 7 16,-4 6 14-16,0 0-6 0,4 2-13 0,-5 1-9 15,0 1-5-15,-1 1-18 0,2 4-10 0,-1 0-5 16,-4 2-6-16,12 4-5 0,-6 3 0 0,-2 2-4 16,4 4-2-16,-4 4-7 0,4 1 3 0,-1 7-6 0,1 5 0 15,2-1-21-15,-4 1-33 0,-1-1-29 0,0 1-20 16,3-1-13-16,-1-1-18 0,4-2-16 0,-3 2-25 15,4-4-40-15,-2-7-35 0,-2-3-40 0,4 0-51 16,-8-2-196-16,6-5-560 0,-2-1 248 0</inkml:trace>
  <inkml:trace contextRef="#ctx0" brushRef="#br0" timeOffset="-169886.22">7019 12824 290 0,'-1'-6'281'0,"-1"4"-21"0,2 2-22 15,-1-5-25-15,1 5-23 0,0 0-21 0,0 0-8 16,0 0-5-16,-4 17-14 0,1-11-11 0,3 4-14 16,3 0-13-16,-3 2-7 0,1-2-10 0,3 2-8 15,2 1-7-15,-2-1-10 0,1 0-1 0,3-1-7 16,2-2-3-16,-2 1-8 0,6-2-1 0,-2 0-7 16,-1-2-2-16,2-2-6 0,1-1-9 0,-3-2-6 15,0-1-5-15,1-1 0 0,2-2-2 0,-6 1 3 0,0-3-4 16,-4-1 0-16,3 0-4 0,-4-2 3 0,-3-1 1 15,-2-1-2-15,-2-3-1 0,0 3 2 16,0-3 7-16,0 2 3 0,-3-2 3 0,0 1 0 0,-2-1 3 16,2 4-1-16,-1-2-2 0,1 2-5 0,0 1 2 15,2 3-6-15,2 2 2 0,-1-1-4 0,3 0-30 16,-3 1-2-16,4 3-8 0,0 0-7 0,0 0-29 16,17-1-16-16,-5 2-29 0,9 0-32 0,10 2-18 15,-1 1-23-15,4-3-20 0,0 1-8 0,0 0-132 16,3-1-379-16,-3 2 168 0</inkml:trace>
  <inkml:trace contextRef="#ctx0" brushRef="#br0" timeOffset="-169292.53">7563 12811 448 0,'15'0'8'0,"-4"0"35"0,1 0 38 0,-5 0 29 16,0-3 5-16,-7 3-1 0,0 0 5 0,0 0 11 15,0 0 11-15,0 0 6 0,0 0 10 0,-30 0 6 16,12 0 3-16,-1 3 1 0,-4-1-4 0,-7 3-1 16,2 3-7-16,0-2-8 0,0 3-11 0,-1 0-6 15,6-1-11-15,3 2-10 0,1 2-10 0,1-2-15 0,2 3-3 16,4-4-8-16,3 3-8 0,1-2-6 0,3 1-8 15,3-2-3-15,2-1-1 0,4 2-7 16,-1-2 0-16,7 2-5 0,2-4-6 0,6 0-12 16,0 0-8-16,3-4-1 0,-1 0-4 0,6-2-3 0,-7-2-6 15,13 0 9-15,-13-4-3 0,2-1-2 0,-3-2-3 16,1-1-11-16,-1-3-1 0,-2-3-2 0,3-6-12 16,-4-1-10-16,0-4-10 0,0-1-4 0,-5-5-2 15,-1 2-3-15,-4-1 5 0,4-1 7 0,-5 4 4 16,-3-2 7-16,2 3 14 0,-3 7 11 0,-3 0 17 15,3 3 11-15,-3 0 13 0,-1-2 18 0,0 3-5 16,0 7 0-16,0-3 0 0,-4 4-1 0,4 1-5 16,-3 3-1-16,3-1-7 0,1 2-4 0,-4 3 1 15,7 1-10-15,0 0 3 0,-13 9-4 0,10-3 1 16,-1 5-2-16,0 0-2 0,1 3 2 0,2 3-3 16,1 3-4-16,1 1 2 0,1 5-2 0,3 1-5 15,-1 0-4-15,0-3-2 0,7 3-6 0,-7-6-2 16,7 5-7-16,-4-7-12 0,4 1-3 0,-5 0-5 0,5-2-1 15,0-2-7-15,0 0-10 0,3 0 2 16,1-3-11-16,0-1 9 0,-6-5 4 0,1-1 3 16,2-2 8-16,-1 1 4 0,-3-3 6 0,0-1 5 0,2-2-1 15,-2-1 6-15,-1-2 8 0,0 1 11 0,-1-4 10 16,1 1 7-16,-2 1 10 0,1-5 4 0,-2-1 9 16,-3 1 14-16,2 0 16 0,-3 1 14 0,0-3 18 15,2 1 10-15,-2 3-2 0,1-2 9 0,-4 2-3 16,3 2-3-16,0 0-3 0,-3 1-14 0,3 0-9 15,3 2-8-15,-3 3-11 0,0 0-2 0,-4-4-13 16,4 4-10-16,0 0 1 0,-7 10-5 0,4-2-9 16,2-2 4-16,1 4 7 0,-3 2-18 0,3 0-14 15,-1-1-20-15,1 2-20 0,1-2-31 0,2 1-26 16,1-2-32-16,3 1-31 0,0-1-48 0,5-2-78 16,3 1-83-16,1-2-248 0,5-1-661 0,-1-1 293 15</inkml:trace>
  <inkml:trace contextRef="#ctx0" brushRef="#br0" timeOffset="-168839.45">9088 12862 321 0,'-4'-2'344'0,"-2"0"-24"15,6 2-27-15,-5-4-23 0,5 4-26 0,0 0-16 16,0 0-10-16,0 0-7 0,0 0-7 0,23 0 1 16,2 1-35-16,7 2-18 0,6-1-13 0,3-2-12 15,20 0 5-15,0 1-37 0,6-1-7 0,1-1-4 16,-1-1-9-16,2-3-3 0,-6 4-7 0,3-2-7 15,-7 2-27-15,-5-1-30 0,-13-1-22 0,-7 6-33 0,-11-5-45 16,-2 2-51-16,-5-1-69 0,-4-1-68 0,-6-2-267 16,-1 3-598-16,-5 1 265 0</inkml:trace>
  <inkml:trace contextRef="#ctx0" brushRef="#br0" timeOffset="-168230.13">10773 12413 71 0,'0'-15'356'0,"-3"3"-17"0,6-4 11 16,-6 6-9-16,3 0-19 0,3-2-12 0,-6 6-15 15,2 1-34-15,1-2-26 0,0 7-30 0,0-5-23 16,0 5-15-16,0 0-22 0,0 0-13 0,0 20-14 16,4-9-13-16,-3 2-10 0,5 6-8 0,-1 1-5 15,2 9-32-15,3-1-26 0,-1-2-23 0,-1 3-22 16,3-1-20-16,0-1-34 0,-3-1-27 0,7-1-36 0,-7-7-34 15,2 0-41-15,1 0-45 0,-2-4-42 16,-3-4-193-16,-1 2-532 0,-2-5 235 0</inkml:trace>
  <inkml:trace contextRef="#ctx0" brushRef="#br0" timeOffset="-167933.29">10668 12352 28 0,'-5'-10'343'0,"2"-1"-7"0,-1 0-12 16,0 1 5-16,1 2-7 0,3 2-28 0,0 1-29 16,0-2-29-16,0 7-28 0,3-6-2 0,5 5-42 15,-1 0-16-15,9 1-14 0,2 1-11 0,7 3-12 16,4 4-17-16,4 0-10 0,5 4-4 0,-4-1-11 16,4 4-4-16,-4 0-10 0,3 3-4 0,-2-1-4 15,-2 3-7-15,1-1-4 0,-7 6 0 0,3-4-8 16,-5 0 2-16,-4 2-6 0,-8-5-4 0,-3 2 2 15,-1-1-2-15,-4-1 1 0,-2 3-8 0,-2-1-2 16,-5 1-21-16,-1-1-13 0,-10 7 0 0,0-4-19 16,-8 2-19-16,-3-1-21 0,-3 0-22 0,-3-1-26 15,-11 8-21-15,12-9-34 0,-2-2-43 0,2-1-36 0,0 1-255 16,2-1-563-16,2-1 249 0</inkml:trace>
  <inkml:trace contextRef="#ctx0" brushRef="#br0" timeOffset="-167167.75">11312 12780 11 0,'4'-11'317'0,"-3"3"-6"16,3 1-7-16,-3 0-3 0,2 2-19 0,-3 1-34 15,0 0-31-15,0 4-21 0,2-4-21 0,-2 4-13 0,0 0-15 16,0 0-20-16,4 13-10 0,-3-3-18 0,-1 3-8 16,3 3-2-16,-6 3-6 0,3 0-12 15,0 0-2-15,0 9-11 0,-1-1-2 0,-5 0-6 0,2-5-3 16,4 3-7-16,-4-3 0 0,3-2-4 0,-3 1-7 15,1-3 2-15,3 2-9 0,0-2 3 0,1-5-10 16,4 1 7-16,-3-3 6 0,6 0-14 0,-1-2-2 16,0-2-10-16,5 0-7 0,0-2-11 0,-2-1-8 15,6-3-2-15,-3-1-5 0,1-2-2 0,-1-2 1 16,0-1 0-16,-1 1-1 0,1-2 3 0,0-2 2 16,-5-1-6-16,-1-1 1 0,3-1 5 0,-1 1-1 15,-6 0 3-15,1-1 1 0,-4 0 2 0,2-1 8 16,0 4 6-16,-3 0 9 0,0-1 7 0,-1 4-2 15,2-2 5-15,-4 1 2 0,1 2-4 0,-1 0 3 16,-1 1 0-16,0 2-6 0,5 1 1 0,-12 0-2 16,12 0 7-16,-8 6-8 0,4-3 0 0,3 2-2 15,-3 5 0-15,3-4-3 0,1 4 8 0,1-3-1 0,-1 3-2 16,4 1-2-16,1 1 1 0,1-2 1 0,-2 2-1 16,4-2-10-16,-1-1-4 0,1 0-7 15,0-1-9-15,-1-1-11 0,2-1-4 0,2 0 0 0,-2-2-7 16,4-3-6-16,-2 0-2 0,-3-2 9 0,4 0 3 15,-1-3 7-15,-1 3 2 0,2-5 1 0,-2 0 5 16,-1-1 6-16,2-3 12 0,-3 2 14 0,3-2 11 16,-3 0 13-16,0 1 9 0,2-2 12 0,-2 0-2 15,0 1 9-15,2 0-4 0,-1 1 9 0,-1 0 6 16,2 1 3-16,-3-1-3 0,1 3-7 0,-2 2 1 16,3-1-7-16,-4 1-11 0,2 1 1 0,1 3-10 15,-8 0-1-15,15 4-7 0,-8-1-4 0,2 5 5 16,-3-5-5-16,2 6 2 0,-2-1-2 0,-2 0-4 15,2 2-3-15,-2-2 0 0,0 3-6 0,-1 1 11 16,-1-2-6-16,-2 0-7 0,0 2-15 0,-3-5-15 16,1 4-6-16,-2-3-12 0,0-2-15 0,-5 0-15 0,2-1-22 15,0-2-30-15,-3 0-35 0,1-1-35 0,2-3-47 16,-1 0-39-16,-1-2-151 0,2 0-469 16,0 0 209-16</inkml:trace>
  <inkml:trace contextRef="#ctx0" brushRef="#br0" timeOffset="-166949.02">11998 12711 129 0,'2'-5'324'0,"-2"-1"-21"0,1 3-18 0,-1 3-25 16,-1-7-27-16,1 7-16 0,0 0-5 0,0 0-5 15,1 16-9-15,2-6-24 0,-2 2-11 0,-1 2-14 16,0 3-12-16,2 3-2 0,-2 0-21 0,1 9-13 15,0-5-19-15,2-1 3 0,-1 3-9 0,2 0-10 16,0-5-28-16,-3-2-24 0,4 0-36 0,-2 0-39 16,-3-1-35-16,0-6-40 0,0 2-67 0,1-4-56 0,2-2-229 15,-1-3-528-15,-1 0 234 0</inkml:trace>
  <inkml:trace contextRef="#ctx0" brushRef="#br0" timeOffset="-166761.53">11804 12858 111 0,'-7'-5'218'0,"3"4"-21"0,-1-1-22 16,5 2-14-16,0 0-17 0,-6-1-16 0,6 1-9 16,0 0-11-16,0 0-12 0,0 0-10 0,18 4-36 15,-10-3-36-15,0 0-40 0,3-1-48 0,-4 0-58 16,2 0-98-16,-2 0-248 0,3 0 110 0</inkml:trace>
  <inkml:trace contextRef="#ctx0" brushRef="#br0" timeOffset="-166589.68">11399 12853 104 0,'-10'0'310'0,"3"1"-10"16,-2-2-15-16,9 1-15 0,-7-1-15 0,7 1-24 15,-3-3-28-15,3 3-21 0,9-6-18 0,1-1-16 16,1 2-23-16,7-2-36 0,-4 1-50 0,3-1-55 16,2 1-62-16,8-7-74 0,-8 6-259 0,2-1-443 15,-2 2 196-15</inkml:trace>
  <inkml:trace contextRef="#ctx0" brushRef="#br0" timeOffset="-165792.87">12763 11163 131 0,'0'-14'308'15,"-3"1"-16"-15,-1 5-18 0,0-2-20 0,0 4-20 16,-2 1-20-16,1 0-23 0,-3 2-16 0,-2 0-16 16,2 4-18-16,-2 2-8 0,-2 5-10 0,0 4 4 15,0 3-8-15,-4 9-2 0,1-1-10 0,4 6 1 16,1 2 5-16,0 0 5 0,0 6-3 0,6-3 3 15,0 1-22-15,-2 1-13 0,2 0-1 0,7 2-16 16,1 2-2-16,0-3-4 0,0-1 4 0,4-2-15 16,2 0-2-16,2-2-1 0,2-4-23 0,5-2-24 15,0-3-10-15,4-3-34 0,4-4-28 0,0-3-49 16,0 1-58-16,-5-8-64 0,9-5-58 0,-1 1-261 16,-2-4-609-16,-5 1 270 0</inkml:trace>
  <inkml:trace contextRef="#ctx0" brushRef="#br0" timeOffset="-164496.12">13296 11250 275 0,'0'-6'310'0,"0"-2"-25"16,-1 0-24-16,1 1-26 0,-5-3-22 0,2 1-21 15,-1 2-13-15,-3-2-12 0,0 0-14 0,-1 1-10 16,-2 2-3-16,-1-2-23 0,0 4-9 0,2 1-12 0,-2 0-8 16,5 2-9-16,-3 0-13 0,1 2-4 15,-2 0-5-15,1 4-9 0,-1 0-3 0,2 4-5 16,1-1-2-16,2 4-5 0,-3-3 0 0,2 3-9 0,5 5-3 16,-4 0-6-16,3 0 4 0,2 1 0 0,2-2-5 15,3 3 3-15,-1-2 0 0,3-2-8 16,4 2 2-16,1-1-1 0,-4-1 11 0,7 0-11 0,0-2-2 15,0-1 11-15,-1 0-11 0,-5-3-2 0,2 0-1 16,-1 0 2-16,-1-3 0 0,-1 3-4 0,-1-4-3 16,-1 3 3-16,-2-2 4 0,1-1-6 0,-4-1 0 15,-2 2 2-15,1-6 0 0,-4 7 4 0,-1-3-6 16,-1-1 4-16,-1-1 2 0,-4 1-4 0,-1-1-4 16,0 1 13-16,-2-2-12 0,2 0 1 0,-3-1 3 15,4 0-1-15,0 0-3 0,1 0 2 0,1-1 7 16,0 0 18-16,9 1-9 0,-12-2 3 0,6 1 4 15,6 1-7-15,-8-1-3 0,8 1 6 0,-4-4-12 0,4 4 0 16,0 0-3-16,0 0 2 0,0 0-7 16,9-7-7-16,-9 7-6 0,15-1-7 0,-5 1 0 15,2-1-12-15,0 1-8 0,6 0-11 0,1 1-6 0,4-1-10 16,-1 0-9-16,1 0-15 0,0-2-8 0,7 1-3 16,0-2-6-16,-7 2-1 0,-1 0 4 0,1-3 0 15,0 1 4-15,-2-1 6 0,-1-2-3 0,0-1 9 16,-2 0 2-16,1-3 7 0,-8 3 14 0,2-3 7 15,-3 2 4-15,-2 0 12 0,3 1 19 0,-8-2 26 16,0 2 17-16,1 1 11 0,-3-2 11 0,-1 1 3 16,-1-1 8-16,-3 3-1 0,-1-2 1 0,1 2 0 15,-4 0 1-15,1 0-1 0,2 3-4 0,-3-1-2 16,-3 1-2-16,1 2-3 0,1 1-5 0,0 1 2 16,-2 1 1-16,1 2-5 0,-1 0-3 0,2 1-4 15,0 2-1-15,0 1-4 0,5-1-1 0,0 0 0 16,1 3-1-16,0-1-2 0,3 0-1 0,4 2-1 0,2-3 3 15,2 3-3-15,3-2-4 0,0-4 2 0,8 2-3 16,1-1-14-16,2-3-16 0,9 2-19 16,-1-3-11-16,3 0-7 0,-2-3-22 0,1-3-8 0,-3 1-16 15,-6-1-12-15,0-2 0 0,6 0 3 0,-11-1-22 16,2-4 24-16,-2 3-7 0,0-5 5 0,-4 1 7 16,-4 2 0-16,-2-1 21 0,-1-2 11 0,0 1 26 15,-5-2 13-15,0 2 25 0,-2 0 19 0,-2 0 26 16,-2 2 23-16,-1-1 20 0,1 2 11 0,-1 0 3 15,-1-1 3-15,-1 4 2 0,-1-2-1 0,4 3-4 16,-3 2-3-16,-1 1 0 0,1-1-6 0,-1 2-6 16,8 0-8-16,-12 3-7 0,4-2-9 0,2 3-1 15,-2 0-5-15,4 5-1 0,-3-3-3 0,3 3-6 0,1-1-2 16,1 5-3-16,0-3-8 0,-2 1 1 16,4 1-1-16,4-1 1 0,-4 0-6 0,4 0-4 15,0 0 8-15,3 0-10 0,0-3-14 0,2 2-7 0,1-2-12 16,1-1-14-16,1-2-13 0,2 1-23 0,-2-1-16 15,0-3-19-15,2-2-14 0,2 0-4 0,-2-1 15 16,1 0-9-16,-2-3 3 0,1 0 7 0,-2 0 2 16,-1-5 17-16,1 3 7 0,-1-3 12 0,-1 1 13 15,-4-2 12-15,3 1 24 0,-4 0 22 0,-1 0 26 16,2-1 25-16,-5 2 15 0,3 0 16 0,-4 1 4 16,1 0 10-16,2 1-5 0,-3-1-3 0,0 4-7 15,-3-1-7-15,3 4-13 0,3-7-7 0,-3 7-9 16,0 0-4-16,0 0-5 0,0 0-5 0,0 0-4 15,0 0 1-15,4 16-4 0,-1-10-4 0,0 1-3 16,1 1-1-16,0 2-1 0,4 0-4 0,-4-1 0 16,4 1-1-16,-1-1 2 0,1 4-8 0,2-4 8 0,-1 2-6 15,-2-4 0-15,1 3 0 0,-1-2-2 0,-2-2-2 16,1-1 3-16,-2-1 1 0,2-1-3 16,0-1 6-16,1-2-4 0,-7 0-3 0,8-5-2 0,-2 3-1 15,-2-1 7-15,0-2 15 0,1-2 2 0,-1 2 7 16,-1 0 6-16,1-5 6 0,0 0 4 0,0 0 8 15,2 2 16-15,-2-3 5 0,1 2 13 0,-2-1 0 16,2 1-5-16,-2 3 1 0,3-1-5 0,-5 1 7 16,4 1-13-16,-2 0-7 0,0-1-2 0,1 4-14 15,-3-2-8-15,-1 4-8 0,3-2 0 0,-3 2-6 16,0 0-8-16,0 0 0 0,15 6-3 0,-14-1 1 16,3 0-20-16,-1 0-22 0,1 2-18 0,-1-2-20 0,1 3-19 15,0-2-27-15,0 3-21 0,1-1-22 16,1 2-44-16,-2-4-60 0,2 1-45 0,-1-2-56 15,-1 0-193-15,3-2-588 0,0 2 260 0</inkml:trace>
  <inkml:trace contextRef="#ctx0" brushRef="#br0" timeOffset="-164230.52">14383 11021 295 0,'-3'-7'423'0,"6"2"-18"16,-2 0-31-16,2 2-32 0,1-4-22 0,4 4-26 15,0 2-17-15,2 1-20 0,3 1-20 0,7 4-29 16,0 0-11-16,3 1-16 0,3 2-21 0,4 8-17 16,0 2-16-16,-3 0-10 0,0 6-14 0,-4 3-10 0,4 5-11 15,0 9-9-15,-4 4-33 0,-9-9-24 0,0 2-47 16,2 10-26-16,-8 1-46 0,-5 2-35 0,-3-2-19 15,-4 0-22-15,-3 2-35 0,-5-2-50 0,0-12-10 16,-6-3-22-16,-4 13-213 0,-10-4-551 0,-2-2 244 16</inkml:trace>
  <inkml:trace contextRef="#ctx0" brushRef="#br0" timeOffset="-163697.86">12893 12370 86 0,'3'-9'341'0,"-3"2"-1"0,-3-1-12 0,2 0-30 15,1 3-33-15,-7 3-23 0,2-1-25 0,5 3-20 16,-17 3-16-16,5 2-10 0,-3 8-1 0,-2-1 0 16,-4 6-3-16,1 4 2 0,-2 4-6 0,4 2-5 15,-2 2-9-15,3-3-10 0,3 6-6 0,-1 0-17 16,5 1-9-16,1-1-13 0,3 4-7 0,2-2-18 15,5 1-11-15,4 0-2 0,1 1-5 0,8 0-6 0,2-4-1 16,13 13-7-16,-5-16-9 0,14 6-33 0,-5-13-23 16,11 9-28-16,-10-13-39 0,4-2-33 0,-3-1-48 15,2 1-55-15,-2-3-53 0,1-3-33 0,-4-4-276 16,-2-1-643-16,0-1 285 0</inkml:trace>
  <inkml:trace contextRef="#ctx0" brushRef="#br0" timeOffset="-163213.53">13190 12651 96 0,'-1'-3'272'0,"1"3"-15"16,-3-5-28-16,3 5-28 0,0 0-16 0,0 0-22 15,0 0-11-15,-3 10-18 0,3-4-10 0,-3 3-17 16,3-1-5-16,0 6-9 0,0-1-4 0,3 0-8 16,-1 4-5-16,-2 1-7 0,1-3-6 0,3 3-8 15,-4-1-5-15,4-2-4 0,-2-1-4 0,5-1-3 16,-2-2-6-16,0 1-1 0,3-1-3 0,3-2-2 0,-1-2 1 15,2-1-8-15,-3-1 2 0,5-2-1 16,-1-2-5-16,1-2 4 0,0-2-6 0,-2 0 1 16,-1-4-2-16,2-1-3 0,1-3-3 0,1-2 4 0,-5-2 2 15,-1-2 21-15,5 0 0 0,-6-2 3 0,-1 2 3 16,-3-2 9-16,0 0 7 0,-3 3 8 16,3-1 4-16,-2 1 0 0,-2 3-1 0,0 4-8 0,0-6-8 15,-2 7-4-15,2 0 1 0,-4 0-11 0,3 3-6 16,0 1-11-16,-3 1-14 0,4 3-16 0,-7-1-17 15,7 1-20-15,-6 8-28 0,2-3-29 0,3 1-31 16,-2 4-42-16,3-1-23 0,0 3-40 0,4-3-39 16,-4 4-151-16,4-2-465 0,0 0 205 0</inkml:trace>
  <inkml:trace contextRef="#ctx0" brushRef="#br0" timeOffset="-162822.95">13572 12632 142 0,'0'0'193'0,"0"0"-5"15,0 0-10-15,7 10-10 0,-6-2-5 0,2-4-7 16,-2 8-10-16,2-2-13 0,-1 3-11 0,0 0-10 16,1-2-14-16,2 4-8 0,-2-4-7 0,-2 2-10 15,2 0-7-15,3-2-7 0,-5 1-2 0,3-2-6 16,-4-2-7-16,4-2-2 0,-2 0 8 0,0 0 22 15,2-1 12-15,0-4 1 0,-1 0-7 0,-3-1-2 16,0 0-1-16,14-3 0 0,-10-2-2 0,-1-1 2 16,6 0 8-16,-4-4-7 0,4 2 0 0,-4-2 6 15,3-1 8-15,-1 0 2 0,1-1-3 0,1 1 15 16,-3 1-1-16,2-1 6 0,-1 2-10 0,-1 1-7 16,2-2 0-16,-3 7-5 0,1-2-13 0,-4-2-3 15,2 2-10-15,1 3-13 0,-1 0-5 0,-4 2 8 0,9 0-14 16,-9 0-6-16,8 4-16 0,-4-2-18 15,0 6-19-15,2 0-11 0,-1 2-27 0,-1 0-14 16,0 0-27-16,2 1-23 0,-2 0-27 0,0 6-42 0,4-5-41 16,-4-1-51-16,0 1-53 0,2-2-195 0,-2-1-576 15,1 0 255-15</inkml:trace>
  <inkml:trace contextRef="#ctx0" brushRef="#br0" timeOffset="-161557.45">14131 12470 247 0,'-4'-9'277'15,"0"3"-25"-15,-3 2-22 0,3 0-25 0,0-1-17 0,-3 4-21 16,3-2-14-16,4 3-11 0,-11 7-12 15,5-2-10-15,0 2-9 0,-1 4-3 0,2-1-13 16,1 3-7-16,0 0-8 0,0-2-8 0,2 6-7 0,0 1-3 16,0-2-5-16,4 1-6 0,-2 1-8 0,2-5-2 15,5 3-3-15,-2 2-2 0,-1-8-6 0,5 3-2 16,0 2-3-16,-2-4 1 0,2-2-4 0,0 1-2 16,-1-2-4-16,3-1 3 0,-4 0-6 0,2 1 1 15,-5-3 0-15,0-2-4 0,4 0 6 0,-5 1-4 16,0-3-2-16,-3-1 10 0,5 4 4 0,-3-1 8 15,-2-3-11-15,0 0 1 0,0 0 0 0,0 0-5 16,-21 1 5-16,13-1-5 0,3 0 2 0,-5 1-7 16,1-1 2-16,-2 0 0 0,-2 1-3 0,3 1-2 15,0-2 1-15,0 0 0 0,1 1-3 0,2 0-1 16,-1 0-2-16,1 1 2 0,3-1-3 0,4-1 1 16,-9 2-4-16,9-2 1 0,-3 2 3 0,3-2 0 15,0 0-4-15,0 0-10 0,10 9-7 0,-1-7-11 0,3 1-3 16,0 1-10-16,2-3-9 0,5 1-10 15,0-1-6-15,2 0-2 0,3-1-7 0,-2-1-4 16,8 0-2-16,-7-2-2 0,1 2 1 0,-1-2 1 0,7-5 15 16,-10 5 3-16,4-4 6 0,-4 1 7 0,2-2 4 15,-3-1 4-15,0 0 8 0,0 0 9 0,-4 1 15 16,-4 1 18-16,-1-2 14 0,-1 1 13 0,-1-1 11 16,-4 0 5-16,-1 3 2 0,0-3 6 0,-3 3 2 15,-4-4 3-15,1 5-4 0,0 0 0 0,-1-1 0 16,-4 1-2-16,-1 1-6 0,2 1-5 0,-3 1-2 15,1 2-3-15,-1 1-3 0,-1 0 3 0,3 1-10 16,-3 3 7-16,2-2-14 0,2 3 6 0,-1 1-3 16,0 1-3-16,2 1-1 0,-1 3-2 0,4-4-2 15,-2 5-1-15,3-3 0 0,0 1-1 0,4-1-2 16,4 2-2-16,-3-1 3 0,2-1-2 0,5 2-3 16,-2-4 0-16,3-1-14 0,5 1-10 0,2-2-9 0,0-2-5 15,2-2-14-15,0-2-7 0,-2 0-8 0,5-1-12 16,-2-1-9-16,-2-3-8 0,1 1 5 15,-1-3 6-15,-1 0 3 0,-5 1 3 0,2-4 7 0,0-1 4 16,-4 3 8-16,0-2 3 0,3-2 4 0,-7 1 4 16,-1-1 8-16,1-2 4 0,-3 4 8 0,-1-4 10 15,-2 3 17-15,-1 2 12 0,-1-3 12 0,-1 4 6 16,0 1 4-16,-3 1-1 0,0 0-1 0,0 2 3 16,-1-1-1-16,2 2 0 0,-6 2 4 0,4 0 2 15,-2 0 1-15,0 1-6 0,-2 2-1 0,3 1-4 16,-2 2-1-16,1 1 3 0,-2 1-3 0,3 1-6 15,-1 0-3-15,4 2-4 0,0-1 1 0,-3 5-2 16,6-6-4-16,1 5-1 0,0-2 8 0,4 0-11 16,1-2 1-16,1 1-3 0,-1-1-17 0,5-1-7 15,1-1-18-15,1 0-6 0,0-1-26 0,6-2-13 16,1 0-14-16,0-2-14 0,1-2-21 0,-2-1-2 16,-3 0 9-16,4-3 9 0,-7-1 13 0,-1 0 9 0,1-2 6 15,1 0-5-15,-1 0 11 0,-1-3 15 0,-3 1 2 16,0-1 13-16,-1-2 30 0,-3 3 16 15,0-4 16-15,-1 5 18 0,-2-2 13 0,-1 3 7 0,0-2 3 16,0 1 4-16,0 1-4 0,-4 3 5 0,4-3-2 16,-1 4 0-16,-1-1-6 0,1 0-3 0,1 4-10 15,-3-4-3-15,3 4-4 0,0 0-4 0,0 0-4 16,0 0-5-16,0 0-1 0,-12 10-3 0,11-5-2 16,1 2 2-16,-2 1-4 0,4 2-1 0,-1 0 2 15,0-3-5-15,1 4 0 0,-1 1-3 0,4-4-3 16,1 2 1-16,-2 0-8 0,0-2-7 0,2-2 3 15,-2 0-4-15,1 0 2 0,3 0-2 0,-1-4 1 16,1 1 2-16,-4-2-1 0,3-1 3 0,5 0 2 16,-6-1-3-16,-1-3 5 0,3 1 2 0,-1-2 9 15,1-2 7-15,-1-1 12 0,1-2 9 0,-2-1 10 16,-1 2 6-16,3-6 8 0,-2 5 14 0,2-2 11 0,-5 2 3 16,3 0 13-16,-3 0-14 0,0 1 4 0,1 0 5 15,0 2 2-15,-4 2-3 0,3 1-12 0,1-1-14 16,-3 2 0-16,-1 3-23 0,4-2-3 0,-4 2-3 15,0 0-14-15,0 0 8 0,7 8-16 0,-6-3-3 16,1 0-23-16,-1 2-16 0,2 0-16 0,0-1-15 16,-2 2-21-16,3 2-24 0,1 0-21 0,-1-2-27 15,-1 2-32-15,3-3-31 0,-2-3-57 0,3 2-42 16,1-2-270-16,-3 0-622 0,2-2 275 0</inkml:trace>
  <inkml:trace contextRef="#ctx0" brushRef="#br0" timeOffset="-161229.35">15174 12243 18 0,'0'-5'460'16,"2"0"19"-16,-2 2-19 0,0 3-30 0,0-6-29 15,1 4-39-15,-1 2-28 0,0 0-32 0,4-3-23 16,-4 3-20-16,13 5-14 0,-3 1-20 0,0 0-20 16,4 7-21-16,0-2-14 0,3 2-17 0,-1 3-20 15,-2 0-10-15,-1 0-11 0,2 9-12 0,0-1-8 16,-1-1-10-16,-6-3-8 0,0 6-8 0,-2-5-4 16,-2 7-7-16,-3 0-10 0,0 3-19 0,-2-3-27 15,-4-1-22-15,-2 0-48 0,-3 0-23 0,-2 1-65 16,-2 0-27-16,-2-1-38 0,-6 1-52 0,-1-1-71 15,-4-1-82-15,-2-2-259 0,-2-1-745 0,-4-1 330 0</inkml:trace>
  <inkml:trace contextRef="#ctx0" brushRef="#br0" timeOffset="-149914.22">8095 12871 261 0,'0'0'282'0,"0"0"-9"15,0 0-24-15,0 0-19 0,0 0-14 0,0 0-18 16,0 0-13-16,1-17-16 0,5 13-8 0,-2 0-10 16,4-5-6-16,0 2-4 0,0 0-4 0,-1-2-4 15,0 1 2-15,5-3-4 0,-2 1-3 0,-2 0 10 0,1 0-6 16,-3-2-5-16,-2 2-3 0,4-2 1 0,0 2-3 15,-1-5-13-15,-2-2-13 0,0-1-3 16,0-1-8-16,-4-1-17 0,2-1-1 0,1 1-3 0,-4-10-8 16,0 1-4-16,0 7-6 0,0-3-7 0,-4 4 1 15,1 0 1-15,2 2 7 0,-4 3 9 0,2 3 4 16,-1 0-4-16,1 1 8 0,-1 2-12 0,1 2-2 16,-2 0 0-16,1 2-9 0,-3 4-6 0,4 1-2 15,-2-1-9-15,5 2 2 0,-14 8-5 0,9-3-4 16,-2 3-2-16,3 6 0 0,-3 6-2 0,2 1 0 15,2 6 1-15,2 1 2 0,-1 3 7 0,4 1 7 16,-1 1-1-16,2-1 0 0,2 0-4 0,-1 2 0 16,0-2-1-16,0 2-2 0,3-5-2 0,0 1-2 15,6-2-1-15,-2-4-2 0,0-5-10 0,-1-1-23 16,3 0-34-16,5-5-42 0,2-4-57 0,0-1-52 16,3-3-48-16,5-3-64 0,2-3-72 0,-7-1-368 0,7-5-816 15,-1-1 362-15</inkml:trace>
  <inkml:trace contextRef="#ctx0" brushRef="#br0" timeOffset="-141612.15">7118 14251 270 0,'-1'-8'304'0,"1"2"-4"16,0 0-16-16,0 2-22 0,0 0-18 0,0 4-16 15,1-8-25-15,2 6-12 0,-3 2-22 0,0 0-22 16,0-3-11-16,0 3-15 0,0 0-4 0,0 0-11 15,15 9-5-15,-11-4-5 0,3 2-8 0,1 4 8 16,2 0-1-16,-1 0-1 0,1 4-4 0,-1 1 5 16,1 1-10-16,-1-2-4 0,2 3-3 0,-1 2-1 0,-2-2-8 15,0 0-3-15,3 1 3 0,-6-1-2 0,2-1-4 16,0 1-5-16,0-2-3 0,-2 1-9 16,-1-4-1-16,0 0-5 0,2 1-1 0,-1-3-1 0,0 1-8 15,-2-2 1-15,1-1-3 0,-1-3-11 0,1 1 7 16,-1-2 2-16,-2 0 14 0,3 0 14 0,-1-3 20 15,4 3 23-15,-6-4 16 0,-1-1 10 0,8 1 10 16,-8-1-5-16,10-3 6 0,-6-3 0 0,3 1 14 16,-2-5-2-16,-2 1-5 0,0-3-14 0,-1-2-5 15,4-4-11-15,-2-2-12 0,-4-9-21 0,1 1 3 16,2 2-7-16,-3-1-8 0,0 0-6 0,2 1-8 16,-2 5-7-16,0 2-9 0,-2-1 0 0,2 2-16 15,0 8-18-15,-3-3-23 0,2 2-22 0,1 1-44 16,-1 3-53-16,-2-1-66 0,2 3-68 0,-4-1-49 15,1 3-26-15,0 2-23 0,4 1-22 0,0 0-34 16,-12 9-41-16,8-4-255 0,-4 1-782 0,2 6 346 16</inkml:trace>
  <inkml:trace contextRef="#ctx0" brushRef="#br0" timeOffset="-141330.93">7612 13994 63 0,'3'-2'336'0,"-3"-1"-6"16,0 3-12-16,4-7-17 0,-4 7-22 0,7-2-22 15,-7 2-17-15,1-3-24 0,-1 3-20 0,0 0-12 16,4-2-32-16,-4 2-17 0,0 0-11 0,0 0-15 15,4 7-5-15,-4-1-11 0,4 0-19 0,-2-1 5 16,-1 5-21-16,-1-1-31 0,1 8-31 0,-1 0-31 16,-1 1-39-16,0-6-46 0,-1 6-51 0,2 0-54 15,0 0-55-15,-4-2-181 0,1 3-500 0,3-6 221 16</inkml:trace>
  <inkml:trace contextRef="#ctx0" brushRef="#br0" timeOffset="-140695.39">7910 14309 90 0,'3'-5'284'0,"-3"5"-6"0,1-3-15 0,-1 3-12 0,4-3-11 16,-4 3-8-16,0 0-21 0,0-4-22 0,0 4-17 15,0 0-9-15,0 0-22 0,0 0-6 0,0 0-25 16,0 0-11-16,0 0-1 0,0 0 1 0,0 0 1 16,-9 13 1-16,4-5 6 0,-1-3-13 0,3 2-3 15,-2-2-6-15,-1 4-16 0,-1 1 7 0,0-4-10 16,0-1-6-16,1 3-6 0,3-1-7 0,-2 1-1 15,3-2-3-15,1 1-7 0,-2-1 2 0,3 0-3 16,0 0-4-16,0 1-4 0,0-2 0 0,3 1-4 16,2-1-3-16,0 2-1 0,-1-3 1 0,1 1-1 15,6 0-3-15,-7 0-9 0,3-1 7 0,1 1-5 16,-1-1-7-16,-2 1 4 0,2-1-3 0,-3 0 4 16,0-1-6-16,2 2 10 0,-5 0 2 0,4-2-3 15,-3 2 2-15,-2-1 4 0,0 2-5 0,-3 0 3 16,-2-2 2-16,-2 3-1 0,-1 0-8 0,-3-2 3 15,0 0 1-15,0 3-2 0,-1-2-4 0,0-3-10 0,-1 3-23 16,1-1-30-16,1-1-35 0,0 0-28 0,-2-2-39 16,3 2-47-16,1-1-55 0,2-2-59 0,3-1-240 15,4 0-606-15,0 0 269 0</inkml:trace>
  <inkml:trace contextRef="#ctx0" brushRef="#br0" timeOffset="-140476.68">8140 14697 73 0,'-1'4'243'0,"-2"2"-22"0,-1-1-23 15,-2 0-14-15,1 6-21 0,-5-4-17 0,2 4-12 16,0-1-13-16,-2 4-11 0,-6-1-25 0,5 2-50 15,-4-1-56-15,3 0-58 0,0 2-79 0,0-4-85 16,-1 4-262-16,0-5 115 0</inkml:trace>
  <inkml:trace contextRef="#ctx0" brushRef="#br0" timeOffset="-139711.12">8533 14204 3 0,'-3'-5'348'0,"3"0"-7"0,-4 1-12 16,3-3-19-16,-3 3-3 0,2-1-21 0,2 2-10 16,0 3-13-16,-5-8-22 0,5 5-38 0,0 3-5 15,0 0-29-15,-3-4 0 0,3 4-38 0,0 0-13 16,0 0-10-16,0 0-17 0,0 0-5 0,5 16-8 15,-2-10-6-15,-1 6-12 0,-1-3-4 0,3 4-5 16,-4 2-11-16,0 3 1 0,0-2-2 0,3 1-13 16,-6 0 11-16,3 1-9 0,0 1 8 0,-1 0-14 15,-2 0-2-15,2-3-3 0,-1 2 0 0,2-6-5 16,0 1-3-16,0 0 3 0,0-1 2 0,2-2-17 0,-1 0 11 16,2-4 4-16,-2 2-7 0,3 0-1 15,-1-3 2-15,1 0 0 0,2 0 2 0,0-5-5 16,0 0 13-16,0 1-11 0,-6-1-6 0,10-3 7 0,1 0-1 15,-7-2-2-15,1-2 0 0,1 1 10 0,-2-2-6 16,4-1-5-16,-1 2-4 0,-2-2 8 0,2 1-6 16,-1 0 0-16,-5 2 5 0,6 0 1 0,-5-1-2 15,2 2-3-15,-2 1 10 0,1-2-2 0,-1 3 0 16,-2-1-3-16,0 4-3 0,3-5-8 0,-3 5 9 16,4-1-8-16,-4 1-3 0,0 0 6 0,12 10-4 15,-6-4 3-15,-1 0 2 0,2 0 0 0,-3 1-1 16,7 3-9-16,-3 0 10 0,3 0 11 0,-3 1-11 15,3-1-1-15,-4-1-3 0,5 0 3 0,-1 0 5 16,-1-3-8-16,0 2 0 0,0-2 2 0,1-1 4 16,-3-2-2-16,-4-1 2 0,4 0-2 0,-1-1 2 15,-3-1-2-15,-4 0 3 0,9-4 5 0,-4 0 10 0,-1-1 24 16,-3-1 6-16,3-2 4 0,-2-2-2 0,-2-3 3 16,1-1-2-16,-2-3 0 0,1-2-7 15,-2 0-9-15,-2 0-1 0,4-3-2 0,-4 3-7 0,4-1-1 16,-1 4-3-16,-2 0 1 0,1 3-11 0,-1 1-16 15,0 2-26-15,0 1-35 0,3 1-44 0,-1 2-42 16,-1 0-38-16,1 3-55 0,1 3-40 0,-3-3-31 16,3 3-56-16,0 0-238 0,0 0-660 0,0 0 293 15</inkml:trace>
  <inkml:trace contextRef="#ctx0" brushRef="#br0" timeOffset="-139445.52">9068 13992 4 0,'0'0'296'0,"0"0"-28"16,-2-6-26-16,2 6-22 0,0 0-27 0,0 0-18 0,0 0-21 15,0 0-10-15,-3 15-16 0,2-5-11 0,1-3-13 16,0 6-10-16,-1 0-9 0,-2 3-4 0,3 2-26 16,-3 0-36-16,2 0-43 0,-1 2-48 0,2-2-54 15,0 1-52-15,-2 1-153 0,-1-2-356 0,0 0 158 16</inkml:trace>
  <inkml:trace contextRef="#ctx0" brushRef="#br0" timeOffset="-139054.93">9250 14305 119 0,'0'0'249'16,"0"0"-21"-16,0 0-11 0,0 0-14 0,0 0-6 15,0 0-3-15,0 0-5 0,0 0-16 0,0 0-10 0,0 0-6 16,-14 11-9-16,13-6-8 0,-2 0-9 0,-3 1-8 16,5-1-13-16,-3 2-12 0,3-2-3 15,1 0-8-15,0 2-6 0,0 1-9 0,1-3-3 0,3 0-7 16,3 3-4-16,-2-2-3 0,5 2-7 0,2-1-6 16,-1-1-4-16,-1-1-6 0,2 2-4 0,0-4 8 15,-2 1-10-15,-2 0-7 0,-1-2 7 0,-3 3-9 16,0-4 0-16,0 3 6 0,-4-4-6 0,0 5 2 15,0-5 9-15,-8 7-4 0,1-3 3 0,-4 1-1 16,-1 0-3-16,-2-1-1 0,-1 2-4 0,0-2-11 16,-4 0-22-16,4-1-29 0,-2 2-36 0,3-2-52 15,-1-1-70-15,4 1-80 0,-1-1-256 0,1-2-582 16,5 1 257-16</inkml:trace>
  <inkml:trace contextRef="#ctx0" brushRef="#br0" timeOffset="-138539.35">9908 14440 177 0,'-8'4'273'0,"8"-4"-2"0,-1 2-15 16,1-2-17-16,0 0-8 0,0 0 8 0,0 0-5 16,13 3-5-16,-2-6-17 0,12 1-14 0,10-2-19 15,2 1-20-15,8-1-12 0,20-3-10 0,0 0-11 0,-1-1 7 16,4 2-34-16,-4-2-13 0,1 1-3 0,-2 3-5 15,-7-4-4-15,-16 2-5 0,2 3-9 16,-6 1-11-16,-3-3-2 0,-8 4-3 0,-4 1-13 0,-6-1 0 16,-1 0-8-16,-3 1-14 0,-1-2-16 0,-8 2-8 15,6 2-14-15,-6-2-25 0,0 0-21 0,0 0-22 16,-14 8-24-16,4-5-37 0,-1 0-41 0,1-1-40 16,-1 2-42-16,2 2-211 0,-1-4-532 0,1 1 236 15</inkml:trace>
  <inkml:trace contextRef="#ctx0" brushRef="#br0" timeOffset="-138258.05">10679 14246 24 0,'0'0'285'16,"0"0"8"-16,0 0 6 0,0 0-15 0,0 0-10 15,0 0-2-15,11 12 2 0,-4-9-5 16,2 4-15-16,1-1-9 0,1-1-11 0,2 1-17 16,5 1-3-16,-2-1-29 0,2 4-19 0,-2-4-19 0,2 1-10 15,-4-1-17-15,-5 0-11 0,3 0-9 0,-1 0-10 16,-4 0-19-16,3 3 0 0,-6-1-2 0,-3-2-11 16,-1 3-15-16,-4 0-22 0,-4 3-38 0,0-1-41 15,-6 2-34-15,-2-1-29 0,-2 0-36 0,-8 6-50 16,0-2-50-16,6-4-74 0,-8 2-267 0,3 3-648 15,-4-6 288-15</inkml:trace>
  <inkml:trace contextRef="#ctx0" brushRef="#br0" timeOffset="-137084.78">11605 14011 224 0,'3'-19'329'0,"-1"5"-18"16,-1-2-10-16,-1 3-4 0,3 0-11 0,-3 3-15 16,1 0-13-16,2 1-8 0,-3 1-10 0,1 1-21 15,-1 2-25-15,0 0-29 0,0 2-15 0,0 3-14 16,0 0-18-16,0 0-9 0,16 7-14 0,-10 2-2 15,1 1-10-15,1 6-18 0,0 2 1 0,0 0-6 16,0 10-12-16,0-1 0 0,1 2-4 0,-3 1-4 16,-3-10-4-16,3 12-5 0,-5-2-2 0,2-1-3 15,-3-1-5-15,0 0 2 0,0 0-4 0,-4-8 0 16,2 1-4-16,-2-2-1 0,0 0 1 0,0-4-14 16,1-2 6-16,-4-1 5 0,3-4 1 0,0 0-5 15,2 1 3-15,0-4 13 0,-2 0-14 0,3-2-2 16,1-3 4-16,-6 1-3 0,6-1 2 0,0 0 0 0,-3-9-6 15,2 5 2-15,1 4-5 0,3-13 2 0,0 6 2 16,-2 2 1-16,3-2-3 0,0 1 6 0,3-2-9 16,0 2-2-16,1-1-7 0,0 4-1 0,3-4 7 15,1 2 3-15,3 2-3 0,4 1 3 0,1 3 2 16,1-2-4-16,9 2-1 0,0 0-5 0,1 2-7 16,1-2 0-16,0 3-8 0,1-1-8 0,2-3-6 15,-2 1 0-15,1 2-6 0,-2-7 3 0,-2 4-3 16,-8 0 1-16,1-1-6 0,0-2 8 0,-4-1 2 15,0 0 5-15,-1-2 0 0,-3 0 6 0,-3 0 4 16,-2 0-4-16,-3-3 4 0,-2-1 1 0,-2-1 0 16,-2-5 1-16,-1 4 6 0,-4 2-1 0,-3-4 4 15,0 1 6-15,-4-1 7 0,2 5 3 0,4 1 5 0,-8 1-2 16,4 3 0-16,-2 0-7 0,1-1 1 16,-2 1-3-16,0 3 7 0,1 1-1 0,0 0 2 15,0 1-3-15,7 3-2 0,-5 0 1 0,2 2-4 0,3 0 0 16,1 4-1-16,3-4-3 0,1 6 8 0,5-4 0 15,-2 4-4-15,8-2 7 0,1 3-6 0,3-2-14 32,3 2-11-32,8-4-4 0,3 3-12 0,4 0-18 15,0-5-15-15,5-1-12 0,-2-1-7 0,1-3-4 16,0-1 5-16,-1-1-2 0,0 1 2 0,-3-2 7 16,-2-1 1-16,1-4 8 0,-3 2 7 0,-7 0 8 0,-2-1 5 15,-3-2 11-15,-1 2-3 0,-5-1 10 0,0-1 6 16,-3-3 13-16,-1 1 9 0,-3 1 7 15,-1 1 13-15,-4 0 6 0,0-2 5 0,-3 3 7 0,1-1 1 16,-1-2-2-16,-4 6 1 0,-1-2-3 0,-1-2-3 16,-4 3-1-16,1 2 0 0,1 2-4 0,-2 0-1 15,0 2-1-15,-3 1 0 0,5 2 2 0,-5 5-9 16,1-2 2-16,1 6-2 0,2-2-1 0,2 0-3 16,-1 1 1-16,2 2 1 0,2-2-1 0,2-1 0 15,1-1 1-15,2 1-5 0,2-1 6 0,0-1-6 16,2-1-2-16,2 2 2 0,1-6-3 0,1 3-1 15,1-6-4-15,3 1 2 0,0-2-1 0,0-2 2 16,3-2 1-16,-1-1 1 0,3-2-1 0,-4-1 0 16,5-4 2-16,-6 3 1 0,2-6 3 0,-4 3 6 15,0-1 5-15,1-2 14 0,-4 1 15 0,2 0 0 16,-2 2 12-16,-2 1 10 0,1-1-1 0,-2 0 9 16,-2 2 5-16,1 1-10 0,0 3-10 0,1 0 1 15,-2-2-10-15,0 7-5 0,0-5-5 0,0 5-7 0,0 0-1 16,0 0 1-16,0 0-12 0,0 0 2 15,1 20-3-15,0-10-2 0,1 0-10 0,-1 3-8 16,5-2-8-16,-1 1-16 0,0-1-16 0,-1 5-14 0,3-3-21 16,-1-2-20-16,2-1-24 0,-1 2-33 0,-1-2-27 15,3-4-35-15,0-1-40 0,-1 2-237 0,-1-6-532 16,0 2 236-16</inkml:trace>
  <inkml:trace contextRef="#ctx0" brushRef="#br0" timeOffset="-136694.18">13004 14191 157 0,'0'0'210'0,"1"-4"-12"0,-1 4-4 0,0 0-8 16,8 0-2-16,-8 0-1 0,0 0-3 0,11 3-12 16,-5-1-10-16,-1 3-5 0,-1 0-17 0,3 1-9 15,-3-2-8-15,3 6-9 0,0-1-12 0,-2 0-12 0,2 0-5 16,-2-3-10-16,-2 5-9 0,1-3-3 15,1 1-7-15,-2-2-3 0,-1-1-7 0,0 0-2 16,1 1-1-16,0-2-4 0,-1 0-4 0,-2 1-3 16,0-4-4-16,0-2 0 0,0 0-3 0,0 5-4 0,0-5 5 15,0 0 12-15,0 0 4 0,0 0 7 0,-9-11 5 16,9 11-7-16,-1-9 2 0,-1 4-1 16,2-7 1-16,0 4-3 0,0-2-4 0,3 0 7 0,-2-2-4 15,5 2 8-15,-2-3-5 0,1 5 0 0,-1-3 0 16,3 5-9-16,-1-4-3 0,3 3-3 0,-5 1-2 15,0 4-4-15,3-1-6 0,-3 3-3 0,5-1-2 16,-9 1 1-16,11 1-7 0,-1 3-15 0,-4 2-14 16,4-1-22-16,-3 0-19 0,1 4-19 0,3-2-25 15,-3 2-29-15,3 0-30 0,-3 3-33 0,3-4-31 16,-1-1-37-16,2 2-217 0,0 0-526 0,2 0 234 16</inkml:trace>
  <inkml:trace contextRef="#ctx0" brushRef="#br0" timeOffset="-136287.98">13609 14147 127 0,'-7'-10'229'0,"4"5"-11"16,-7 0-4-16,1 1-8 0,1-2-7 0,0 3-4 16,-4 1-9-16,-1-1-13 0,0 3-16 15,2 0-13-15,0 2-5 0,-1 0-12 0,2 3-6 0,-3-1-4 16,3 3-14-16,2 0-10 0,-4 2-12 0,5-1-9 15,0-2-3-15,3 6-7 0,0-4-6 0,-2 4-5 16,4-3-6-16,-1 1-3 0,2-1-2 0,2 2-4 16,2-4-5-16,1-1-4 0,-1 2-1 0,1-3 0 15,0 0-2-15,3 0-1 0,-2-3-4 0,-1-1-2 16,6 1 0-16,-10-2-5 0,12-3-3 0,-6 1 3 16,-1-4-9-16,6 1 5 0,-4 0-3 0,1-2 6 15,0 0-5-15,-1 1 20 0,-2-1 18 0,-2-1 5 16,1 3 4-16,2 2 15 0,-4-4 1 0,3 1 5 15,-2 3 16-15,-1-4-25 0,-2 1-6 0,2 4-17 16,-2 2-5-16,0 0-2 0,4-2 0 0,-4 2-8 16,0 0-6-16,3 9-1 0,-1-3-19 0,0-1 1 15,0 3-29-15,3-1-5 0,-2-1-27 0,1 2-20 0,-2 0-25 16,4-1-16-16,-2 1-28 0,2 0-29 16,-1-3-31-16,3 0-29 0,-2-1-28 0,-1-1-28 15,3-2-148-15,-4-1-478 0,-4 0 211 0</inkml:trace>
  <inkml:trace contextRef="#ctx0" brushRef="#br0" timeOffset="-135511.72">13809 13787 281 0,'1'-9'299'0,"3"-2"4"15,-4 5-11-15,2 0-17 0,-2 0-28 0,0 2-28 16,0 4-24-16,0-3-17 0,0 3-18 0,0 0-19 15,0 0-15-15,-2 16-13 0,2-8-3 0,0 2-13 16,0 3-14-16,4 3-10 0,-1 2-5 0,1 2-9 16,0-7 3-16,0 6-15 0,5 1 1 0,-3-2-6 15,1 0-7-15,1-1-1 0,1-1-6 0,1-2-3 16,-2-2-7-16,-2-2-2 0,2 1-4 0,0-3 1 16,0 3-7-16,1-5 2 0,-4 3 1 0,3-1-6 15,-4-2 2-15,2-1 0 0,-2 2-1 0,-3-3-5 16,3 1 5-16,-1 0 0 0,-2 1 0 0,-1 1-2 0,-1-1-1 15,1 1 10-15,0 3-12 0,-1 0 5 0,-1 0-5 16,0 1 3-16,-1 1-1 0,-1 0 2 16,0 2-7-16,-3-4 6 0,-1 5 1 0,2-2-3 0,-2 0 2 15,1-3-7-15,-1-1 3 0,0 2 7 0,-2-4-5 16,2 1 1-16,0-3-3 0,0 0 4 0,0-4 1 16,-1-1 1-16,2 0 0 0,7 0 3 0,-10-5-6 15,4 0 4-15,5-3-3 0,1-2-4 0,1 0 5 16,2-4-1-16,4-3-3 0,5-9 1 0,-2 6 5 15,6-6-9-15,0 4-2 0,9-7-11 0,-3 1-8 16,2 1-10-16,1-4-8 0,2 4-6 0,-4-1 2 16,0 3 6-16,-3 1 5 0,3 1 2 0,-3 3 5 15,-5 7 6-15,-2 4 12 0,-3-3 12 0,-5 6 6 16,2-3 4-16,-3 6-5 0,-1-1-7 0,1 2 3 16,-4 2 2-16,5-2-3 0,-5 2 1 0,3 8 2 15,-6-2 1-15,2 1 1 0,-4 4 5 0,-1-1-3 16,-1 7 1-16,0 1-1 0,-1 1 0 0,3-2-1 0,1 2-3 15,-4 0 0-15,2 1 2 0,5 8-3 0,1-8 4 16,0-2-1-16,-2 1-1 0,4 2 1 16,3-2 5-16,2 0-6 0,1-4 2 0,6 1-7 0,-2-3-8 15,3-1-12-15,0 0-6 0,-3-3 3 0,2-4-4 16,0-4 3-16,0 2-1 0,5-2 0 0,-5-3 5 16,1 0-1-16,0-3 7 0,0-4-1 0,1 2 3 15,-5-6-4-15,1 5 7 0,1-5-2 0,-4-2 4 16,-2 4 11-16,-2-1 9 0,-2-1 13 0,1 0 15 15,-2 2 12-15,-1-1 15 0,-1-1 29 0,0 6-14 16,-3-2-8-16,-1 4-6 0,0 0-11 0,-2 2-7 16,-3 1-3-16,4-1-3 0,-4 3 6 0,2 5-6 15,0-2 1-15,1 0-8 0,-1 2 0 0,0 6-1 16,-2-1-7-16,8 2 3 0,-3 4-4 0,2-2-10 16,2 3 11-16,0-4-11 0,4-1-11 0,-2 0-19 15,7 5-12-15,-4-7-21 0,9 3-41 0,1-2-43 0,3-2-73 0,2 0-76 0,10-1-87 16,3-6-184-16,-1 2-594 0,2-4 262 0</inkml:trace>
  <inkml:trace contextRef="#ctx0" brushRef="#br0" timeOffset="-135043.02">15295 13869 5 0,'10'-11'339'16,"-2"5"-22"-16,-2 2-25 0,0 0-30 0,1 4-25 16,-7 0-9-16,14 7-8 0,-5 1 1 0,-3 4-3 15,5 2-4-15,-2 5-4 0,5 11-14 0,-2-3-11 0,0 2-18 16,-1 7-9-16,0-2-15 0,1 2-13 0,-4 2-12 15,2 11-9-15,-1-10-13 0,-3 12-10 16,-5-14-7-16,3 12-10 0,-2-15-1 0,-2 2-13 0,2-2-8 16,3-3-7-16,-8-2-34 0,3-7-16 0,-2-2-18 15,1-2-28-15,-2-5-27 0,-1-3-29 0,0 0-34 16,1-2-38-16,-2-3-44 0,1-3-48 0,0 0-31 16,4-2-208-16,-14-4-557 0,7 0 247 0</inkml:trace>
  <inkml:trace contextRef="#ctx0" brushRef="#br0" timeOffset="-134746.18">15345 13799 53 0,'-6'-8'328'0,"-1"-2"-17"0,6 5-30 0,-2-1-30 16,7 1-26-16,0 1-25 0,2 3-13 0,6-2-21 15,2 2-21-15,4 2-13 0,2-2-15 16,1 3-13-16,4 2-9 0,3 5-12 0,-7-1-5 0,6 2-6 16,-7-2-14-16,-4 2-2 0,-2 3-2 0,0-1-8 15,-2 2-1-15,-5-3-7 0,-3 1-3 0,-4 0-5 16,-4 0-2-16,-2 2 8 0,-7 0-13 0,-1-1-6 16,0-1 2-16,-6 0-4 0,0 0 1 0,1-2-7 15,-8 2-15-15,6-5-16 0,2-1-16 0,6 1-25 16,1-2-33-16,3 2-29 0,1-2-33 0,5-5-33 15,3 0-30-15,0 0-185 0,0 0-440 0,15 1 196 16</inkml:trace>
  <inkml:trace contextRef="#ctx0" brushRef="#br0" timeOffset="-134371.22">15932 13851 225 0,'-7'-3'236'16,"2"-4"-3"-16,-5 4-12 0,-5-1-10 0,2 2-9 15,-5 2-12-15,0 1-9 0,-1 1-15 16,0 3-16-16,0 3-14 0,7-4-10 0,-3 5-14 0,3 1-8 16,0-1-13-16,5 1-8 0,-3 0-10 0,5 2-4 15,1 1-10-15,4 0-4 0,0 0-4 0,1 3-3 16,3-3-9-16,3-1 0 0,5 0-5 0,-2-3 0 16,0-1-5-16,4 2-2 0,1-4-2 0,-4-1-10 15,3-2-2-15,-1-3-3 0,0-1 0 0,-1-2-7 16,-3-3 0-16,2 0-6 0,-2-4 4 0,-2 2 0 15,0-5-1-15,-3 1-2 0,2-3 1 0,-3 2-1 16,-2 0 0-16,3-5 3 0,-4 6 3 0,0-1-1 16,-4 1-3-16,1 3 4 0,2-1-4 0,-2 5-3 15,0-2 4-15,-2 4 0 0,1 0-5 0,2 1 4 16,2 2-3-16,0 0-5 0,-13 6-7 0,12-2-8 16,1 4-12-16,1-2-13 0,-1 3-9 0,3-1-11 15,-2 0-13-15,6 4-15 0,-3-2-14 0,4 2-13 0,-3-2-19 16,5 0-12-16,-3-2-10 0,2 0-10 0,-2-1-7 15,4-1-123-15,-6-1-328 0,5-3 145 16</inkml:trace>
  <inkml:trace contextRef="#ctx0" brushRef="#br0" timeOffset="-132902.6">16001 13981 354 0,'3'-6'0'0,"-2"0"28"0,2 0 17 15,1-1 18-15,-1-1 18 0,1-1 9 0,2 0 4 16,2-1 3-16,-6 1 11 0,8-2 9 0,-3 1 2 16,1 2-2-16,3-2-3 0,-3 7-4 0,5-3-3 15,-4 0-8-15,0 3-7 0,6 1-3 0,-5 2-6 16,2 1 4-16,4 2-2 0,-5 0 0 0,3 4-5 15,-5 1-9-15,5 0-4 0,-2 3-7 0,-1-1-5 16,1 4 1-16,-4-4-6 0,2 6-8 0,-2-2-1 16,-3-2-4-16,-2 0-3 0,0-1-3 0,-3-2 0 15,-3 4-7-15,2-1 5 0,-1-6-3 0,-3 3 10 16,-2-3 5-16,3-3 2 0,-1 0-3 0,-2 2 6 16,0-4-4-16,-1-1 6 0,8 0-4 0,-11-5-5 15,4 3-1-15,3 0-7 0,3-4-3 0,0-1-4 0,1 1-8 16,2-6-18-16,6 2-11 0,-1-1-12 0,7-1-12 15,5 1-30-15,5-5-25 0,5 2-33 16,-1 2-24-16,4 1-15 0,0 1-7 0,0 1 9 0,0 1 5 16,-1 2-8-16,-2 2 7 0,-6 1 6 0,-1 2 8 15,0 1 8-15,-2 0 16 0,-8 0 13 0,2 1 12 16,-2 2 4-16,-5-2 15 0,1 0 16 0,-1 2 23 16,0-1 15-16,-3 1 24 0,-4-3 17 0,4 2 20 15,-4-2 24-15,0 0 9 0,0 0 17 0,0 0 9 16,-18 3 10-16,18-3 7 0,-15-1 1 0,7 0 4 15,-7 1 0-15,6 0-2 0,-6 0-2 0,4 0-9 16,-7 2-5-16,5 1-7 0,0 1-8 0,-6 0-6 16,4 0-6-16,3 1-7 0,-2 0-5 0,4 3-9 15,-1-1-4-15,1-1-4 0,1 5-5 0,-1-1-3 16,6-1-4-16,0 1-4 0,1 2-2 0,-1 1-1 16,4-5-3-16,3 3 1 0,1-4-4 0,0 4-6 15,0-7 1-15,0 2-11 0,2-2-6 0,3-1-9 0,-1 2-5 16,3-4-2-16,0-1-7 0,1-3-3 0,-1-1-7 15,4-1-3-15,-4-2-7 0,4 2 4 16,-1-7-6-16,3 1-6 0,-2-1-1 0,0-1-1 16,-1-1 9-16,-3 0 8 0,2 0 3 0,-2 0 1 0,-1 0 6 15,-2 3 15-15,-3 0 6 0,1-1 12 0,-3 4 2 16,-1 1 6-16,-2-1-1 0,0 5-6 0,-1-5 5 16,1 8-3-16,-4-7-5 0,-2 6 3 0,6 1-2 15,0 0 0-15,0 0-1 0,-9 10-2 0,2-4 1 16,4-1 0-16,2 5 0 0,-2-1 1 0,2 3-2 15,1 0 2-15,1 1-1 0,-1-3 0 0,3 2-10 16,1-1-12-16,4 4-13 0,-4-4-14 0,0-5-19 16,6 3-10-16,-6 0-13 0,8-3-5 0,-8-3-8 15,4 2 1-15,2-2-16 0,-2-2 18 0,2-2 6 16,2 0 6-16,-3-2 10 0,2-4 4 0,1 4 10 16,-2-2 6-16,0-5 13 0,2 2 6 0,-5-2 8 15,2 2 17-15,6-4 18 0,-10 1 27 0,5 2 16 16,-6-3 24-16,2 1 13 0,2 2 13 0,-3-2 2 15,-4 1 1-15,2 2 5 0,0 1-3 0,-2 2-8 16,1-1-8-16,-2 3-9 0,1-1-9 0,-1 4-10 16,0 0-3-16,-4-4-5 0,4 4-7 0,0 0-6 0,0 0-2 15,0 14-3-15,0-10-4 0,1 4-2 0,1-1-4 16,2 4 0-16,-3-1-5 0,3-2 3 16,0 0-5-16,0 3-1 0,2-1 0 0,-1 0-3 0,1-1-1 15,-1-1-5-15,5-1-6 0,-6-2-2 0,1 0 0 16,2-1-2-16,-1-2 3 0,0 0-3 0,-2 0 2 15,2-1 3-15,-6-1-5 0,0 0 4 0,11-5 1 16,-9 1-4-16,4 0 2 0,-4-1-5 0,0 1 4 16,0-1 3-16,1 0 9 0,-1-1 4 0,0 2-1 15,-2-2 5-15,2 0-2 0,-2 1 2 0,0 0-3 16,0 1 0-16,1 0-5 0,-1 4-1 0,2-5-1 16,-2 5-2-16,0 0 0 0,2-4-5 0,-2 4 5 15,0 0-9-15,0 0-1 0,14 5-4 0,-12-2 0 16,1 1-5-16,1 2-2 0,-1-3-7 0,1 3-3 0,3-2-4 15,-2 1-1-15,-1-1 2 0,-1 0 2 16,4-1 2-16,-2 2 1 0,2-1 2 0,0-2 1 16,-2 0 6-16,2 0-1 0,-3-2 2 0,3 1-1 0,-7-1 2 15,15-3 5-15,-9 1-1 0,-1 1 3 0,4-2 11 16,-2 1 3-16,-3-3 1 0,2 1 5 0,-1 0 0 16,-2-1 4-16,2-1 4 0,-1 0 6 0,-1 1 1 15,0 0 1-15,0 0 10 0,-1 1-2 0,1-1-4 16,-2 1-5-16,-1 0 0 0,0 4-2 0,3-6-2 15,-3 6-4-15,2-4-4 0,-2 4-1 0,0 0-5 16,0 0 1-16,0 0-4 0,0 0 6 0,0 0-8 16,0 0 1-16,0 0-5 0,6 14 4 0,-3-10-4 15,-2 1-6-15,3 0-10 0,1 2-7 0,0-2 0 16,3-2-7-16,3 1-10 0,-1 2-8 0,2-3-5 16,1 0-9-16,0-1-1 0,1 1-1 0,2-4 7 15,-2 2 4-15,4-2 4 0,1 1 2 0,-5-3-3 16,1-1 6-16,-1 1 0 0,0-3 4 0,-3 0 4 15,1-2 4-15,-1-1 5 0,-5 0 0 0,2 0 3 16,-1-2 5-16,-2 2-3 0,-1-4 5 0,-2 1 15 16,0 3 7-16,-4-3 13 0,0 1 2 0,2 0 6 0,-7 2 1 15,2 0-1-15,-2 2 2 0,0 1-4 0,-1 1 0 16,-2 3-2-16,0-1-3 0,-1 2 1 16,0 1-1-16,0 4 1 0,3-1 1 0,-3 1 1 0,3 4-3 15,1 0 5-15,3 1-5 0,0 2 0 0,0 0-3 16,4 1-4-16,0 1 4 0,0-1-4 0,1 1-1 15,3-2-1-15,-1 1-2 0,1 3 1 0,4-5 3 16,-1-1-5-16,3 0-8 0,-1 0-14 0,0-4-7 16,3-2-11-16,-3 2-13 0,2-4-9 0,1-1-22 15,-1-1-11-15,3-2-18 0,-3-3 3 0,1 1 1 16,-1-2 8-16,1-6-9 0,-1 4-10 0,2-6-8 16,3 1-17-16,-3-3-4 0,-2-1-11 0,2-10-6 15,-3 3-107-15,1-2-282 0,-4-4 125 0</inkml:trace>
  <inkml:trace contextRef="#ctx0" brushRef="#br0" timeOffset="-132244.81">17689 13587 441 0,'6'-32'-8'0,"-2"-3"56"0,-3 7 45 0,0-3 22 16,1 12 27-16,-1 1 16 0,-1 0 0 0,0 1-2 16,-3 6-12-16,1 2-12 0,0 3-9 0,0-2-18 0,-2 5-9 15,4 3-1-15,0 0 5 0,0 0-3 0,-14 12 0 16,13-3-4-16,-3 2-6 0,1 9-1 0,1 5-6 16,2-3-4-16,-1 8-8 0,4 0-3 0,1 3-9 15,0 3-3-15,3-2-9 0,-3-1-1 0,4 1-7 16,0 4 0-16,-1-4-4 0,3 2-3 0,-4-5-4 15,1 0-14-15,3-3-16 0,-1-2-15 0,1-6-21 16,-5-4-33-16,3 1-14 0,3-8-13 0,-4 0-14 16,3-4-14-16,1 0-33 0,-1-2-12 0,0-2-4 15,1-2 2-15,-2-2 23 0,4-3 7 0,-7 1 21 16,5-3 14-16,-1 0 8 0,-2-3 14 0,3-4 10 16,-3-1 5-16,0-1 8 0,-2 2 9 0,2 0 10 15,-2-2 20-15,-1 0 16 0,0 6 15 0,-1 0 14 16,-4 0 7-16,2 4 4 0,0 0 4 0,1 2 2 0,-2 1-10 15,-1 0-4-15,0 4 3 0,0 0 2 16,0 0 0-16,0 0 9 0,0 0-7 0,0 0 5 16,-4 13-1-16,4-8-4 0,3 0 1 0,-1 3 5 0,1-1 0 15,1-1-4-15,-1 0-4 0,3 0 2 0,-1 0-4 16,4 0 5-16,-2 1-11 0,3-2 5 0,3 0-2 16,-3 0-1-16,0 0 12 0,-1-1 2 0,5 0-3 15,-5-1 2-15,2 1 1 0,-3 0 11 0,-1-1-6 16,0 1 0-16,-2-2-5 0,2 2 0 0,-3-2-6 15,0 3-2-15,-4-5 1 0,4 5 5 0,-4-3-2 16,0-2-1-16,0 0-1 0,-4 9-2 0,3-8-2 16,1-1 1-16,-4 3-2 0,4-3-3 0,-5 3 0 15,5-3-1-15,0 0 1 0,0 0-6 0,0 0-2 0,-13-7-4 16,13 7-8-16,0-6-4 0,0 1-14 0,3 0-6 16,1-2-9-16,1-3-4 0,2 2-9 0,1-2-10 15,-1-1-16-15,7-2-15 0,6-6-33 16,3-1-16-16,0 4-8 0,2-1 16 0,-6 5 37 0,0 2 39 15,-10 2 36-15,6 2 31 0,-1 1 19 0,-1 1-5 16,-2 0-1-16,-2 4 6 0,-2 0 26 0,-7 0 18 16,12 4 8-16,-10 0 6 0,-2 2 6 0,3 2 6 15,-3 2 3-15,-3 2 3 0,2 0-6 0,0 1-6 16,-4 0-4-16,5 0-7 0,-2 0-11 0,-3 0-6 16,2-1-10-16,3-1-2 0,-4 0-5 0,2-1-5 15,1-3-4-15,0-1-17 0,-1-1-21 0,1 0-23 16,1-1-56-16,0-4-81 0,0 0-71 0,0 0-197 15,0 0-458-15,0 0 203 0</inkml:trace>
  <inkml:trace contextRef="#ctx0" brushRef="#br0" timeOffset="-132041.71">18084 13448 44 0,'3'-6'406'0,"4"0"-18"0,-2-3-33 16,1 1-20-16,3 1-33 0,-1-1-25 0,3 0-26 15,-2 0-28-15,1-1-20 0,1-1-8 0,2 5-69 16,-4 2-59-16,1-2-72 0,1 4-92 0,3-2-103 16,-5 2-279-16,1 2-518 0,-1 0 229 0</inkml:trace>
  <inkml:trace contextRef="#ctx0" brushRef="#br0" timeOffset="-124226.7">7167 15592 324 0,'-1'-7'334'0,"1"7"-4"15,1-5-13-15,1 2-18 0,-2 3-9 0,0 0-18 16,1-4-20-16,-1 4-21 0,0 0-17 0,0 0-23 15,0 0-3-15,0 0 11 0,0 0-6 0,0 0-16 16,15 5-12-16,-12 0-17 0,2 0-7 0,-1-1-8 16,2 4-7-16,-2-4-7 0,0 5-10 0,1-1-7 15,0 2-5-15,-2-1-9 0,4 2-9 0,-3-1-5 16,-1 3-6-16,1-2-6 0,-1 7-5 0,0-5-9 16,-1 0-3-16,2-3-1 0,-1 3-5 0,-3-1 0 15,4 0-9-15,-2-2-3 0,0 2-2 0,-2-5-2 16,2 3-4-16,-2-4-4 0,2 1 1 0,-2-2-2 0,0 0 2 15,2-2-3-15,-2-3 3 0,1 5-1 16,1-2-1-16,-2-3 1 0,0 0-2 0,0 0-2 16,0 0 1-16,5-9 0 0,-2 5-2 0,-2-2-1 0,3-4-2 15,-3 0 2-15,2-2-9 0,1-1 6 0,-2-5-1 16,-1 2 0-16,0-3-1 0,1 1 0 0,-2 1-2 16,1-1 3-16,-1 0-1 0,1 5-1 15,1 0 1-15,-1 0-2 0,1 1-1 0,0 2-1 0,1-2 0 16,-1 1-3-16,1 3 3 0,0-1-2 0,0 3-1 15,1 1 0-15,0-1-3 0,-1 1 0 0,-1 1-1 16,4 2 1-16,0 2 0 0,-6 0-1 0,14 0 2 16,-7 1 0-16,1 2-2 0,0 2-1 0,2 0 3 15,-2 1 0-15,1 3-1 0,-2 2 1 0,2 0-1 16,1 4 6-16,-2 2-3 0,-2 0-2 0,2-2 1 16,0 11 3-16,-1 2 0 0,0 1 1 0,-3-1-2 15,0 0-1-15,-2 2 1 0,-1 5 2 0,0-5 0 16,1 2 2-16,-4 2 6 0,4 0-4 0,-2 2 5 15,0 0-19-15,0 2 2 0,1 0 9 0,-1 0 16 16,4-1 6-16,-1 0 8 0,1 0 0 0,3 12 9 16,2-14 4-16,-5 0-1 0,7 0 4 0,-3-1 2 15,3-1 0-15,0 0-2 0,1-4-6 0,4 2-1 16,1-3-6-16,-1-4-1 0,2-2 0 0,6-3-5 0,-2-2 1 16,-4-6-3-16,6-1-2 0,-2-3-3 15,8-2-3-15,1-1-2 0,-8-2-2 0,-1-4-9 16,0 1-12-16,1-6-11 0,-4 0-21 0,0-4-24 15,4-8-38-15,-8 5-51 0,6-9-53 0,-6 0-57 0,-2-3-62 16,-3-5-73-16,-1 1-96 0,-5-2-272 16,0 0-828-16,-4-4 367 0</inkml:trace>
  <inkml:trace contextRef="#ctx0" brushRef="#br0" timeOffset="-123367.41">8103 15900 175 0,'0'-3'353'16,"0"3"-3"-16,0 0-11 0,3-4-13 0,-3 4-18 15,0 0-17-15,0 0-23 0,4-4-15 0,-4 4-11 16,8 0-7-16,-8 0-9 0,11 1-19 0,-4 1-19 0,0-1-16 16,1 1-19-16,-3 1-12 0,8 1-6 15,-8 1-22-15,7-1-11 0,-5 1-7 0,1 0-9 16,-1 2-11-16,-2-4-6 0,2 6-6 0,-4-1-3 0,1 1-6 16,-4 0-10-16,0 0 5 0,0-2-25 0,-1 1-27 15,-2 2-39-15,-3-2-47 0,2 2-43 0,-1-1-46 16,-2-2-33-16,-4 0-43 0,4 2-56 15,3-5-58-15,-2 0-234 0,2-2-652 0,-1 1 289 0</inkml:trace>
  <inkml:trace contextRef="#ctx0" brushRef="#br0" timeOffset="-122586.24">8895 15411 53 0,'0'-5'332'0,"0"-1"-16"0,-2 1-22 0,0 1-32 15,2 4-24-15,0-5-30 0,0 5-18 0,0 0-14 16,0 0-4-16,0 0-3 0,-8 13-11 15,6-5-9-15,4 3 8 0,-2 0-4 0,3 4-6 0,0 5 1 16,3-2-8-16,-4 1-11 0,4 1-12 0,2 7-3 16,0-1-14-16,-4 1-7 0,3-2 3 0,1 2-15 15,2-1-10-15,-5-6-3 0,3 7-13 0,-1-8-5 16,-3 2-8-16,4-1 4 0,-1-3-10 0,-3 1 0 16,0-3-3-16,-1-2-7 0,0-1-4 0,1-2 3 15,0-4 2-15,-3 1-7 0,1 1 2 0,-1-6 21 16,0 3 34-16,-1-5 13 0,2 3-7 0,-2-3-9 15,0 0-9-15,0 0-4 0,-7-10-7 0,2 2-5 16,-4-1-5-16,4 0 5 0,-5-1-6 0,1-3 6 0,-2-1 7 16,0 1 3-16,-1-3 1 0,1 2 2 15,-2 2-6-15,0 0-1 0,4 3-2 0,-1 2-4 16,1-1-5-16,2 4-6 0,-5 2-4 0,1 2-7 16,1 0 1-16,-1 0-4 0,-1 3-4 0,1 7-1 0,2 0-3 15,-5 4-2-15,4 1 1 0,1 0-6 0,-1 4 1 16,5-2-16-16,-3 2-23 0,1 1-29 15,-1-2-40-15,5 2-45 0,0-1-33 0,2-1-31 0,-3 0-35 16,4 1-49-16,0-2-60 0,1-6-68 0,3 1-295 16,1-2-773-16,0 1 342 0</inkml:trace>
  <inkml:trace contextRef="#ctx0" brushRef="#br0" timeOffset="-121726.84">9529 15849 179 0,'-3'-4'363'0,"3"4"-17"0,-3-4-26 0,3 4-29 16,0 0-25-16,0 0-30 0,0 0-27 0,0 0-22 16,0 0-14-16,0 0-9 0,0 0-5 0,12 11-10 15,-4-7-17-15,-2-1-20 0,5 2-1 0,0 3-9 0,0 1-14 16,1 0-13-16,-3-2 0 0,1 3-9 0,2-1-9 16,-4 1 0-16,-1 0-7 0,-1-2-5 15,-1 3-4-15,2 0-3 0,-7-1-5 0,-6 0-7 16,4 0-14-16,-4 1-15 0,-1-1-30 0,0-1-5 0,-3-1-32 15,-5 0-29-15,1 2-31 0,3-7-39 0,0 2-50 16,-1-2-50-16,4 1-253 0,1-3-566 16,0-2 250-16</inkml:trace>
  <inkml:trace contextRef="#ctx0" brushRef="#br0" timeOffset="-121351.89">10073 15422 168 0,'4'-4'333'0,"0"-1"-4"0,0 2-16 0,1 2-30 16,-5 1-25-16,4-4-28 0,-4 4-17 0,0 0-2 15,6 6 14-15,-5 2-21 0,-1 2 9 0,0 2-7 16,0 1 4-16,0 3-1 0,0 2-4 0,0 2-11 0,0 4-11 16,2 3-15-16,0 3-10 0,-4-1-15 15,4-2-14-15,1 3-10 0,-2-1-14 0,4-1-10 16,-3 0-9-16,2-8-10 0,-3 5-7 0,2-5-2 16,0-1-8-16,0-4-10 0,-2-2-18 0,3-1-25 0,-4-2-23 15,3-4-33-15,-2 2-23 0,3-3-27 0,-1 2-41 16,1-5-38-16,3-1-39 0,-7-1-43 15,4 0-54-15,-4 0-42 0,7-10-283 0,-6 4-692 0,-1-3 306 16</inkml:trace>
  <inkml:trace contextRef="#ctx0" brushRef="#br0" timeOffset="-121086.28">9837 15464 206 0,'-6'-3'399'0,"0"1"-2"16,2-2-7-16,1 2-18 0,0-3-33 0,3 5-29 15,0-5-35-15,0 5-31 0,9-6-19 0,2 4-15 16,3-1-21-16,11 0-7 0,6 1-12 0,2-1-7 16,2 1-18-16,2 0-12 0,7 1-13 0,-2 1-11 15,0-1-13-15,15 1-10 0,-16 0-15 0,-2 2 2 16,-3-3-16-16,-4 1-3 0,-2 0-18 0,-7 0-26 15,-1 0-40-15,-3 1-37 0,-5-1-53 0,-5 2-47 16,-2-1-47-16,0-1-51 0,-3 1-75 0,-4-1-303 16,0 0-698-16,0 0 309 0</inkml:trace>
  <inkml:trace contextRef="#ctx0" brushRef="#br0" timeOffset="-120055.14">11234 15635 238 0,'-7'-2'333'0,"-1"1"-7"15,0 1-10-15,4-3-7 0,4 3-2 0,-11 0 1 16,11 0-10-16,-9-3-5 0,6 2-14 0,3 1-8 16,0 0-13-16,0 0-20 0,0 0-24 0,0 0-24 0,17-10-17 15,1 6-15-15,15 0-16 0,6-1-14 0,2-1-11 16,16-1-16-16,2 1-6 0,2-3-9 15,-3 5-13-15,-2-1-4 0,7 0 16 0,-5 0-11 0,-1 2-22 16,-2 3-25-16,-14-1-21 0,-2 1-26 0,-4 0-31 16,-2-2-37-16,-5 2-41 0,-10 0-45 0,-6 2-35 15,-2-4-29-15,-6 4-36 0,0-2-53 0,-4 0-55 16,0 0-230-16,0 0-663 0,0 0 293 0</inkml:trace>
  <inkml:trace contextRef="#ctx0" brushRef="#br0" timeOffset="-119773.91">11907 15465 256 0,'0'4'291'0,"0"-4"-6"15,2 8-11-15,0-6-9 0,1 3-6 0,3 0-5 16,3-1-6-16,5 1-24 0,2 2-12 0,3-2-12 15,3-1-12-15,0 1-15 0,-2 0-12 0,3-1-15 16,-2 1-12-16,0-2-12 0,-3 0-13 0,-6 1-14 16,3 1-19-16,-4-1 3 0,-3 0-3 0,-1 1-16 0,-3 3-2 15,0-4-6-15,-4 3-9 0,-5 4-2 0,-3-1-16 16,-1 0-21-16,-3 1-34 0,-12 6-36 16,1 1-41-16,-6-1-41 0,1 1-48 0,0 1-58 15,1 0-64-15,0 3-231 0,1-4-594 0,0 1 262 0</inkml:trace>
  <inkml:trace contextRef="#ctx0" brushRef="#br0" timeOffset="-119367.7">12579 15170 191 0,'11'-19'392'16,"2"6"-8"-16,-3-4 2 0,1 1-15 0,-3 4-13 15,1 4-13-15,1 0-20 0,-6 0-24 0,3 3-26 16,-4 0-32-16,3 3-22 0,0 0-24 0,-6 2-14 15,8 9-12-15,1-1-18 0,-4 5-4 0,3 4-5 0,0 8-7 16,-1 2-6-16,0 4-6 0,1 1-9 16,-1 3-13-16,0 1-7 0,0 1-13 0,3 11-7 15,0-11-6-15,-2 0-9 0,0-1-3 0,3 1-6 0,0-1-11 16,-3-1-10-16,0-2-25 0,0-1-22 0,1-3-34 16,1-3-26-16,-4-5-46 0,-1-5-41 0,-1-3-27 15,1 0-27-15,-1-5-22 0,0-1-34 16,1-2-35-16,-1-2-43 0,0-1-32 0,-4-2-216 0,0 0-646 15,7-8 285-15</inkml:trace>
  <inkml:trace contextRef="#ctx0" brushRef="#br0" timeOffset="-119117.72">12913 15195 41 0,'2'-7'304'0,"0"2"-18"0,4 0-25 0,-3 3-19 15,1 1 5-15,-4 1-14 0,10 3-3 0,-5 1-3 16,3 6-9-16,2-1-5 0,-1 7-7 0,2-1-2 16,-3 4-18-16,-1 0-10 0,4 7-15 0,1 0-12 15,-6-1-15-15,2 4-13 0,1-1-14 0,-3-2-10 16,-1 3-11-16,2-3-6 0,-5 3-10 0,2-4-9 16,-4 3-30-16,0-8-30 0,0-4-25 0,0 2-24 0,-2 0-29 15,0-1-33-15,-1 0-33 0,1-6-38 16,0-1-43-16,0 0-41 0,-2-2-48 0,4-3-186 15,-4-2-538-15,1-1 238 0</inkml:trace>
  <inkml:trace contextRef="#ctx0" brushRef="#br0" timeOffset="-118586.52">12850 15429 96 0,'-3'-2'298'0,"2"-1"-20"15,1 3-20-15,-3-6-26 0,3 6-25 0,-3-4-21 16,3 4-18-16,0 0-16 0,14-1-9 0,0 2-16 16,-1-1-14-16,8 1-7 0,3 3-3 0,-2-1-13 15,8 2-5-15,1-3-9 0,2 4-7 0,2-4-7 16,-4 3-5-16,3 0-8 0,-4 1-4 0,-3 0-6 16,-5-3 0-16,-1 2-9 0,-4 1 0 0,-3 0-3 15,-2-1-5-15,-1 0-2 0,-1 2 1 0,-2-1-7 16,-4 0-1-16,1 0-1 0,-2-1 2 0,0 1-7 15,-3 1 1-15,0-2 3 0,1-1-10 0,-1 1 2 16,0 0 0-16,0-1-1 0,0 0 4 0,0-4-1 16,3 7-5-16,-2-6 5 0,-1-1-1 0,0 0 0 15,8 2 0-15,-8-2-2 0,11-5 2 0,-7 0 3 16,2 0-2-16,2-1 3 0,-4-1 6 0,4-1 20 16,2-1 1-16,-1 0 5 0,0 0 1 0,4 0-2 15,-2 0-3-15,5 0 4 0,-8 2-4 0,5 0-3 0,-1 3-4 16,0 2 3-16,0 1-8 0,3 1 3 0,0 2-8 15,2 3-8-15,1 4 5 0,-2 1-1 0,0 4 2 16,0 3 12-16,3 5 17 0,-4 2-2 16,0 6 19-16,-1-3-2 0,1 3 4 0,-4 5 21 0,-2-2 8 15,1 1 6-15,-1 0-2 0,-3-2 10 0,2 1-4 16,-3-1 3-16,-1-2-3 0,-4-3 6 0,-4-1 1 16,3-8 0-16,-6 0 8 0,-1-4 2 0,-3 1-29 15,-1-7-2-15,-3 3-6 0,-3-5-9 0,0-1-3 16,-3-2-2-16,-2-5-15 0,-6-1-6 0,-1-2-27 15,4-6-29-15,4 4-37 0,2-4-38 0,6 0-39 16,0-1-41-16,4 1-48 0,2-3-32 0,2-2-51 16,1 5-56-16,5-4-58 0,1 4-307 0,5-3-773 15,3-2 343-15</inkml:trace>
  <inkml:trace contextRef="#ctx0" brushRef="#br0" timeOffset="-118242.81">13872 15446 66 0,'6'-2'285'0,"-6"2"-12"0,0 0-4 0,4 9-12 15,-4-2-5-15,0 2-10 0,0 2 9 0,0 6-7 16,-1 1 4-16,2 0-5 0,-1 3-7 0,3 7-12 0,0-2-9 16,1 1-17-16,-1 0-14 0,2 3-16 0,3 0-17 15,-4 0-13-15,3-2-8 0,-1 2-19 0,-1-4-11 16,3 0-10-16,-3 2-9 0,0-8-10 0,-3-4-21 16,1 2-22-16,1-5-32 0,-1-1-39 0,0-3-34 15,-2 1-23-15,0-5-25 0,2 0-17 0,-3 1-16 16,0-2-51-16,1-1-29 0,-1-3-37 0,0 0-30 15,0 0-217-15,0 0-565 0,0 0 251 0</inkml:trace>
  <inkml:trace contextRef="#ctx0" brushRef="#br0" timeOffset="-117477.25">13825 15462 197 0,'4'-11'223'0,"3"1"-10"0,2-1-17 16,-2 1-9-16,3 1-8 0,-2 0-12 0,4 1-15 15,1 2-8-15,0 0-12 0,-2 2-9 0,3 0-15 16,-1 1-5-16,-3 3-9 0,2 0-11 0,-3 5-8 16,2-2-8-16,-1 5-7 0,-1-3-7 0,-2 3-6 15,-1 2-3-15,-1 0-2 0,0 2-9 0,-2 0-2 16,-1 2-3-16,-4 2-2 0,1-3-5 0,-1-2 1 15,-3 2-3-15,-2 0 0 0,-1 1-2 0,0-3 0 0,0 0-6 16,0 1 3-16,-2-6-1 0,-2 3 1 16,4-3-6-16,-2 1 0 0,2-4 1 0,0 0 3 15,3-1-5-15,-1 0-10 0,-1-2-11 0,7 0-11 16,0 0-17-16,-8-4-12 0,8 4-20 0,7-10-1 0,-3 6-24 16,4-3-8-16,3 0-7 0,3 1-3 0,2-5-1 15,4 2 3-15,2 1 2 0,-3 0 15 16,4 1-4-16,7-2 18 0,-4 0 1 0,-3 3 12 15,-4-1 14-15,6 1 6 0,-2 1 3 0,7-3 3 0,-9 3 8 16,0 1-2-16,-1 0 29 0,-6 0 24 0,-1 1 18 16,-2-1 24-16,-1 2 15 0,-1-3 5 0,-2 1 4 15,-1 2 6-15,-4-2-7 0,1 2-6 16,-3 2-3-16,0-8-9 0,0 8-3 0,-5-6 2 0,-1-1-3 16,-1 3-2-16,2 3-5 0,-6-2-2 0,4 2-4 15,0 0-7-15,0 1-3 0,7 0-2 0,-17 1 4 16,6 0-9-16,3 2-6 0,3 0-3 0,-1 2 1 15,1 0 0-15,0 0-4 0,1-1-2 0,4 2-4 16,-2-1 8-16,4 1-9 0,1 1 1 0,3-2 8 16,0 0-6-16,0-1-7 0,6 3 6 0,-1-5 4 15,3 2-6-15,3 2 1 0,2-3 0 0,-4-2 10 16,4 2 9-16,-1-1 4 0,0-2 3 0,-2 2 0 16,3-1 3-16,4-1-3 0,-9 1-3 0,1-1-2 15,-3 0-2-15,0 0 2 0,2 0 0 0,-5 3-3 16,-2-2 1-16,3 1-5 0,-1 0 0 0,-3 2-4 15,3-2-4-15,-4 2-1 0,2 0 0 0,-3 0-4 16,2 2 2-16,-1-1-2 0,-1 0 1 0,-1 0 1 16,1 2 2-16,-4-2-6 0,0 3 6 0,0-3 4 15,3 1 4-15,-6-2 4 0,3 0 2 0,0-4 5 16,-1 5 19-16,-2-1 12 0,3-4 11 0,0 0 0 16,0 0 1-16,0 0 0 0,0 0-12 0,0 0-7 15,0 0-4-15,-8-12 1 0,8 5-22 0,1 1-8 0,-1 0-11 16,6-3-17-16,-5 3-28 0,3-6-17 0,3 5-20 15,1-4-38-15,3 4-30 0,-3-2-36 16,3 0-49-16,5-2-42 0,-2 1-253 0,-3 1-560 16,4-1 248-16</inkml:trace>
  <inkml:trace contextRef="#ctx0" brushRef="#br0" timeOffset="-117055.42">15299 15425 286 0,'6'-3'288'0,"-2"0"-20"16,0-2-24-16,0 4-21 0,-4 1-6 0,11 1 3 15,-7 4-4-15,2 0-12 0,2 3 1 0,0 2-1 16,0 4-6-16,3 4 0 0,1 6-13 0,-2 1-8 16,-1 4-10-16,0 1-22 0,-2 2-9 0,0-1-18 15,0 7-4-15,0 11-14 0,-4-14-5 0,2 3-16 16,-1 0-6-16,0-1-4 0,-2 0-10 0,2 0-13 15,0-3 1-15,-3-1-13 0,2-2-23 0,-2-3-11 16,2-7-34-16,0-3-28 0,-1-4-25 0,-2-1-8 0,3-3-44 16,-3 0-23-16,0-4-32 0,-3-1-48 0,3-3-48 15,0-2-39-15,0 0-170 0,-12-7-540 16,7 1 238-16</inkml:trace>
  <inkml:trace contextRef="#ctx0" brushRef="#br0" timeOffset="-116742.95">15355 15423 18 0,'0'-12'291'0,"0"1"-19"0,0 3-9 16,2 2-22-16,-1-2-24 0,2 1-19 0,1 1-12 16,3 1-6-16,1 1-18 0,4 1-17 0,3 1-10 15,4-2-4-15,3 5-1 0,1-1-13 0,0 2 0 16,0 2-14-16,-1 0-9 0,-3-1-14 0,5 6-6 15,-5-3-4-15,-1 1-9 0,1 2-6 0,-8-2-4 16,5 5-6-16,-6-1-9 0,0-1 6 0,-3 0-11 16,-1 1 2-16,-5 0-10 0,2-2-1 0,-6 2 1 15,1 0-5-15,-6 0-8 0,1-2-13 0,-4 0-7 16,-3-1-9-16,-2 1-10 0,-3-1-6 0,2-1-21 16,0 2-15-16,-1-2-8 0,1-4-17 0,4 5-24 15,1-6-6-15,5 1-15 0,0-2-21 0,0-1-21 16,7 0-19-16,0 0-14 0,-2-5-139 0,2 5-384 15,11-7 171-15</inkml:trace>
  <inkml:trace contextRef="#ctx0" brushRef="#br0" timeOffset="-116336.74">16005 15324 99 0,'0'-5'212'0,"-1"0"-9"16,-3 1-6-16,-4 1-9 0,-2 1-11 0,-1-1-9 15,-5 3-11-15,4 0-12 0,-9 2-12 0,9 1-11 16,-3 1-10-16,0 4-12 0,-4 0-7 0,6 2-10 0,2 0-7 16,1 3-7-16,-1-2-8 0,3 6-7 0,4-5-1 15,-1 3-11-15,2 5-2 0,3-4 5 16,1-3-13-16,3 3 2 0,-1 1-6 0,9-3-3 0,-5-2-3 16,0-2-2-16,3 0-6 0,2-1-11 0,0-1-6 15,1-1-3-15,0-2-5 0,-1-3 0 0,2-1-2 16,-2-1 2-16,-1-1 0 0,1-1 0 0,-5-3 1 15,0-2 1-15,-1-1 3 0,0-1-2 0,-3-2 0 16,-1-2 4-16,1 0 7 0,-6-1-1 0,1-3 6 16,-1 2 3-16,-3 2 3 0,1 1 1 0,1-1 0 15,-3 0 4-15,3 1-4 0,0 4 0 0,-3-2-3 16,3 4 3-16,0 3-5 0,4-2-3 0,-4 4 1 16,4 1-4-16,0 0 6 0,0 0-6 0,0 0-1 15,4 13 5-15,-2-7-5 0,4 5-9 0,1-1-14 16,-3-1-13-16,4 2-18 0,-1 1-25 0,4-2-22 15,-3 2-15-15,2-3-23 0,-4 1-16 0,5-2-22 16,-4 3-14-16,3-5-119 0,0 2-332 0,-4-3 147 16</inkml:trace>
  <inkml:trace contextRef="#ctx0" brushRef="#br0" timeOffset="-116039.89">16140 15361 106 0,'4'-6'162'0,"3"1"7"15,1 0 7-15,-2 1-8 0,3 0-19 0,-1 3 5 0,2 1 1 16,-3 2-5-16,4 3-9 0,-1 2-5 16,1 1-7-16,2 4-7 0,-1 1-9 0,-3 1-9 15,6 2-4-15,-4 1-9 0,0 0-3 0,1 1-8 0,-2-3-6 16,-3 3-7-16,3-2-6 0,-6-4-6 0,1 0-3 16,0-2-5-16,-4-2-7 0,1 1 11 15,-1-2 14-15,-1-4 18 0,-1 2 2 0,1-5 2 16,-6 2-8-16,6-2-1 0,0 0-4 0,-11-12-5 0,2 2-12 15,5-1-3-15,0-1-2 0,-3-4-8 0,1 1-2 16,0-2-5-16,3-2-6 0,3 2-7 0,-3-4-13 16,6 3-12-16,-3 0-17 0,3 1-14 0,2 4-26 15,0 5-37-15,4-3-28 0,-1 2-27 0,4 3-26 16,0 2-26-16,3 3-19 0,3-1-3 0,2 5-3 16,0-1-1-16,1 5-132 0,1 2-389 0,6 1 172 15</inkml:trace>
  <inkml:trace contextRef="#ctx0" brushRef="#br0" timeOffset="-114024.46">16846 15405 94 0,'-7'-11'170'0,"0"0"3"16,-2 1-5-16,2 2-5 0,-4 1-5 0,-5-5 1 15,6 7 0-15,-10-1-1 0,2 0-2 0,-4 5-3 16,2 2-2-16,-3 0-6 0,5 4-1 0,-5 0-8 15,4 1-2-15,-3 3-9 0,3 1-8 0,2 1-3 16,-1 4-7-16,4-2-6 0,1 1-13 0,5-3-3 16,2 2-11-16,3 0 7 0,1 2-20 0,2-1-6 15,1-1-3-15,4-2-2 0,2 0-11 0,4 2 0 16,0-3-4-16,6 0-2 0,0-1-4 0,2-3-5 16,2 1-2-16,0-4 4 0,-1-2-6 0,4-2-3 15,-4-2-6-15,-2 1-9 0,2-4-10 0,-1-3-5 0,-1 1 0 16,-2-4-8-16,-2 0-3 0,1 0 0 0,-3-3 2 15,0 0-1-15,-3-2-1 0,-3 0 5 16,1 0 1-16,-4 0 5 0,0-1-1 0,-1 7 0 16,1-4 2-16,-6 2 9 0,3 2 1 0,0 1 5 0,-5 1 2 15,4 1 0-15,-1 2-6 0,2 1 5 0,-4 1-6 16,4 0 2-16,0 4 2 0,0 0 2 0,0 0-4 16,-14 8-2-16,13-3 4 0,-2 1-2 15,3 4-2-15,-2 2 1 0,4 0 3 0,-2-1 0 0,2 3 2 16,0-2-6-16,1 6 1 0,4-5 4 0,-3 1 1 15,0-3-4-15,4 1 8 0,-1-2-8 0,-1 0 1 16,3-1 1-16,-3-1 0 0,3-2 4 0,-4-1-3 16,4-2 0-16,-4 1 1 0,4-4-2 0,0-1-1 15,-2 1-5-15,-2-5 1 0,3 2 4 0,-1-2-2 16,1-3-1-16,-2-1 1 0,-1-1-2 0,2-1 0 16,-2 0 1-16,-1 1 6 0,-1-3-4 0,0 0-2 15,-2 3 5-15,5-3-4 0,-1 2 2 0,-2 1 2 16,-2-1 2-16,0 5 5 0,2-2 6 0,-2 3-2 15,-1 0-8-15,3 2 4 0,-3-1-5 0,0 4 5 16,0 0-7-16,0 0 0 0,0 0 0 0,7 12-1 16,-4-6-2-16,1 1 2 0,-3 0-3 0,5 3 0 15,-1 0 1-15,-1 0 11 0,2 1-11 0,-1-2-2 16,2 3 7-16,0-3-4 0,-2 1 1 0,2-1-1 16,-3-4 0-16,0 0-3 0,3 0 8 0,-3-1 2 15,-1 0 1-15,-1-3 7 0,-2-1-1 0,9 0 3 16,-9 0-5-16,0 0 4 0,5-9-5 0,-1 4 7 15,0-1-3-15,-1-1 4 0,-2 0 5 0,2-4-7 0,-2 0 4 16,2-1 2-16,1 0-4 0,0 0 15 0,-1 2-24 16,1-2-2-16,3 1 8 0,-5 4-9 15,1-3 0-15,1 5-2 0,-1-1 6 0,0 1-4 16,0 1-6-16,-2 0-2 0,-1 4 0 0,0 0 1 0,0 0 7 16,13 7-11-16,-13-3 6 0,3 1-3 0,0 2-3 15,1 2 6-15,0 1-6 0,0 2 3 0,0-2 0 16,1 3-2-16,-2-3 4 0,3 1-2 15,-3 0 15-15,1-2-21 0,-3 1 3 0,5-4-3 0,-4 2 9 16,1-3 1-16,1 0-5 0,0-1 3 0,0-2 1 16,0 1 17-16,0-1-19 0,-4-2 6 0,11-2-6 15,-6-1 6-15,0 0 6 0,1-1 9 0,1-2-5 16,-4 0 0-16,6 0-2 0,-5-1-1 0,3-1 4 16,-4-1-3-16,3 0-4 0,-1-3-3 0,3 6 6 15,-4-2 12-15,-2 2-16 0,2 0-2 0,0 4 8 16,-3-3-16-16,3 2-3 0,-4 3 5 0,7-1 0 15,-7 1-7-15,0 0 4 0,11 5 4 0,-8 0-8 16,5-1 0-16,-3 4-2 0,5 1-5 0,-2-1-3 16,2 2-1-16,0-4 4 0,-2 4-2 0,3 0 1 15,0-2-8-15,0 0 3 0,0 0 3 0,1-2-2 16,-1 1-1-16,0-2 4 0,1-3-2 0,-1 1 3 16,1-3-3-16,1 0-6 0,-4-3 7 0,6-1-3 15,-4-1-2-15,-3-3 4 0,4 0-2 0,-2-3-8 16,-2 0 15-16,1 1-1 0,-2-6 2 0,0-1 1 15,-1-1 0-15,-4 6 3 0,4-6-5 0,-6 5 4 16,1 1-1-16,-1-2 7 0,-4 3 1 0,0 1 1 16,0-1 6-16,1 4-8 0,-4 2 0 0,2-2 1 15,-3 7 0-15,1-2 2 0,-3 4-1 0,5-1 4 0,-6 6-3 16,2-1-2-16,0 5 4 0,1-1 1 0,0 3 0 16,4 2 4-16,-1 0-9 0,-1 3 3 15,3-1 3-15,3 0-3 0,-1 1-2 0,2-3 1 0,1 0 0 16,3 3 3-16,-1-5-3 0,3-1 5 0,1-2-5 15,0 1-3-15,3-2 8 0,1-3-6 0,-1 2-8 16,3-4-6-16,2-3-1 0,-2 1 3 0,5-4-7 16,3-3-12-16,-6-1 4 0,7-3-16 0,-4-2-8 15,0-1-5-15,7-5-2 0,-3-3-14 0,-5-2-2 16,4-5-4-16,-3 0-2 0,-2-1 4 0,0 0-1 16,-4 0 2-16,-1-2 8 0,-3-4 8 0,-2 3 5 15,-2-1 5-15,-1 0 9 0,1 1 8 0,-10 3 13 16,1-2 15-16,-1 10 10 0,-4-6 7 0,1 7 6 15,-4 1 5-15,2 1 2 0,-2 3 8 0,-1-1 4 16,3 6 3-16,1 2 4 0,-1-3 1 0,-1 4-2 16,3 4-2-16,0-1-7 0,-2 1 1 0,5 2-1 15,-3 3 3-15,1 1 1 0,3 3-4 0,-2 3 6 16,-1 2-2-16,6 4 8 0,1 5-4 0,-3-1 2 16,2 1-3-16,-1 8-10 0,5-2-2 0,0 2 15 15,-2 0-21-15,6 3-3 0,0-1-1 0,-3 0 2 16,6 1-4-16,-5 1 0 0,2-1 2 0,0 2-9 15,1-4 1-15,0 1-3 0,0 0 1 0,2-1 6 16,-1-5-7-16,-3 0-6 0,1-4-1 0,-3 0-13 0,4-2-6 16,-1-4 0-16,1 1 4 0,-3-6-5 15,2-1 3-15,0 0 3 0,-2-3-3 0,1-1-3 16,2-1 6-16,-3-3-1 0,5-1-2 0,-10 0 1 16,12-4-3-16,-6 1 6 0,4-3-3 0,-2-4 5 0,-1 0-4 15,0 1 7-15,5-6 9 0,-3-2-14 0,0 2 1 16,2-3 12-16,-6 2-7 0,5-2-2 15,-6 0 1-15,0 0 3 0,3 4-4 0,-3-6 3 16,-3 9 2-16,2-2-6 0,-2 1 7 0,1 3 2 0,-4 0-5 16,2 2 2-16,0 1-5 0,-1 1-2 0,1 2 4 15,0 3 1-15,0 0-3 0,-1-7 0 0,1 7 5 16,0 0 1-16,0 0-7 0,0 0 5 0,0 0 2 16,12 14 9-16,-6-8-12 0,1-3 0 0,3 2 0 15,2 0 2-15,3 0-1 0,2 2 3 0,4-2-6 16,-2 1 1-16,2-1 7 0,-1 1-1 0,-1-1-1 15,-2 0-4-15,-3-1 2 0,-1 1 0 0,-1 0 2 16,2-1-1-16,-5 0-1 0,3 1-4 0,-5-1 3 16,-1 1 2-16,-1 0-2 0,-4 2 1 0,2-1 3 15,-3 0 10-15,0 1-15 0,0-2 6 0,-3 1-5 16,2 1 2-16,-3-2 0 0,1 0 0 0,0 0 8 16,1-1-11-16,0 0 4 0,-3-3 1 0,1 1 4 15,4-2-3-15,0 0-2 0,0 0 18 0,0 0-16 16,0 0 1-16,-5-7-4 0,5 7 3 0,5-11-5 15,2 3-4-15,-1 0-4 0,4-2 0 0,5-3-4 16,-3 2-5-16,2-2 4 0,4-3 1 0,0 3 3 16,6-4-3-16,-5 6 1 0,7-2 5 0,-10 1 1 15,2 2-4-15,-7 3 7 0,-1-1-1 0,-3 4-2 0,1-1 1 16,-2 1 2-16,0 2-1 0,-3 0 7 0,-3 2-9 16,2-3 0-16,-2 3 12 0,0 0-10 15,0 0 2-15,0 0-1 0,-10 14 9 0,7-11 0 16,1 3 7-16,0 0 3 0,0 2 0 0,0 0-1 0,2-1 7 15,0 2 2-15,4 0-2 0,0 0-1 0,1 3 3 16,3-5-6-16,0 4-6 0,-1-3 8 0,3 3-3 16,3-4-1-16,3 3 10 0,0-2-12 15,-1-1-3-15,0-2 12 0,-4 0-17 0,1-3 4 0,-1 2 0 16,-2-3-3-16,-3-1-12 0,-2 0-25 0,-4 0-35 16,7-2-34-16,-7 2-24 0,-7-8-33 0,3 5-28 15,-7-4-47-15,2-2-51 0,-9-3-171 0,-8-2-492 16,6-3 219-16</inkml:trace>
  <inkml:trace contextRef="#ctx0" brushRef="#br0" timeOffset="-113790.11">18407 15021 249 0,'0'0'339'16,"0"0"-27"-16,0 0-24 0,18 0-15 0,-12-1-3 16,-6 1-13-16,17-2-27 0,-8 1-26 0,5-2-8 15,-3 2-32-15,10-2-13 0,-2 2-22 0,0-1-35 16,-3-1-46-16,2 2-45 0,-1 0-61 0,-2 1-84 16,4 0-98-16,-8 1-222 0,-1-1-499 0,-1 1 221 15</inkml:trace>
  <inkml:trace contextRef="#ctx0" brushRef="#br0" timeOffset="-105738.4">7566 17092 63 0,'5'-10'301'0,"2"1"-8"16,-4-2-17-16,1 0-19 0,-3 0-14 0,-2-2-10 16,0 2-9-16,-1-2-16 0,0 0-9 0,-4 0-1 15,1-2 3-15,-1-2-5 0,-2 4-2 0,3 2-9 16,-4 0-10-16,-3-2-6 0,4 2-17 0,0 4-10 16,-2-1-14-16,1 0-14 0,1 0-11 0,-1 3-8 15,1 2-10-15,0 0-11 0,0 3-10 0,1 1-7 16,7-1-14-16,-13 5 1 0,6 2-12 0,0 2 6 15,3 1-4-15,-2 7-6 0,1 2-7 0,5 1 3 16,0 1 1-16,0 8-2 0,7 1-8 0,-2-1 2 16,2 2-4-16,0 1-1 0,2 1 2 0,1 0-2 15,-6 2 4-15,7 0-3 0,0-2-6 0,-3 7-1 16,0-3 4-16,-2-4-2 0,-1 3 1 0,-1 0-3 16,-4 0-4-16,1-2 41 0,1 0-11 0,-4-3 0 15,1-2-3-15,0 0-1 0,-4-9-4 0,5 0-24 16,-5-2-18-16,3-5-27 0,-4-2-25 0,2-1-21 15,3-3-19-15,-4-1-34 0,3-1-32 0,-4-2-64 16,6-3-44-16,-8-2-59 0,8 2-285 0,-8-7-681 16,5 0 301-16</inkml:trace>
  <inkml:trace contextRef="#ctx0" brushRef="#br0" timeOffset="-105492.96">7318 17376 23 0,'0'0'343'0,"-8"-3"-16"0,8 3-20 15,-5-3-26-15,5 3-31 0,0 0-21 0,-2-4-24 16,2 4-19-16,15-5-20 0,-1 4-20 0,6-3-7 16,-2 2-16-16,12-5-11 0,3 3-12 0,-2-1-13 0,0-1-20 0,2 2-25 0,2 0-27 15,-1 0-24-15,0 1-32 0,-4 1-33 0,0 1-34 16,-3 0-52-16,3 0-50 0,-8 2-39 0,-10 1-135 15,0 1-414-15,-2 1 184 0</inkml:trace>
  <inkml:trace contextRef="#ctx0" brushRef="#br0" timeOffset="-104711.71">7839 17412 146 0,'0'-5'242'0,"0"5"-17"0,0-5-25 16,0 5-20-16,4-6-25 0,4 1-11 0,1-2-19 16,1 0-8-16,-3-4-12 0,10 3-8 0,-4-5-6 15,2 3 2-15,1-2-3 0,-2-1 1 0,4 3-4 16,-4-3-3-16,3 1 1 0,-6-2-1 0,-1 6 6 15,2-4-4-15,-7 3-7 0,2-1 4 0,-3-1-7 16,-4 4 3-16,0-3-6 0,-1 3-6 0,-5 1-4 16,2 1 3-16,-5-1-9 0,-2 1 3 0,-3 3-2 15,-3 1-10-15,-1 1-1 0,-4 1-7 0,3 3-2 16,0 1-3-16,-1 1-6 0,-2 1 0 0,3 1-4 16,1 2-2-16,2 0-1 0,1 1 0 0,4 2-5 15,3 0 0-15,6-2-3 0,2 4-3 0,4-2 1 16,3-1 1-16,14 7-1 0,2-3-3 0,8-2 2 15,2-4-3-15,7 4 0 0,16-4-8 0,5 0-2 16,-6-8-3-16,5-2-4 0,1-1-2 0,-2-3-4 16,-1-1 0-16,-16 0 2 0,14-4 2 0,-21 5-3 15,3-5 1-15,-7 0 14 0,-2 0-3 0,-8 1-6 16,-7 4 1-16,0-2 6 0,-4-2-4 0,-5 3 0 16,-1 0-1-16,-4-1 1 0,-3-1 2 0,-6 2 0 15,2-1 2-15,-12-2 0 0,-3 5 6 0,-1-2 1 16,-8 1 0-16,1 1 5 0,0 2-3 0,7 2 1 15,1 0-4-15,-1 4 3 0,3 0-3 0,2-2-1 16,-1 6-4-16,5-1-2 0,-2-3 1 0,8 3-1 16,-3 0 6-16,7 0-3 0,-1-1 0 0,3 0-1 15,4 4 2-15,-1-3 1 0,6 0-5 0,-1-1 4 16,0-1-5-16,3-1 3 0,5 0-3 0,0-1-3 0,-2-2 5 16,4 1-3-16,3-5-1 0,-4 1 5 15,0-1-1-15,4-5 0 0,0 2-4 0,-8 0 6 16,7-4 0-16,-7 3-2 0,1-3 7 0,-1 0 14 15,-3 1 3-15,2 0 12 0,-4 1 13 0,4-1 18 16,-5-1 11-16,-1 4 6 0,2-2 12 0,-1 1 1 0,-2 3-3 16,1 0-8-16,-3 0-4 0,3-1-17 0,-2 0-9 15,-2 4-9-15,0 0-6 0,0 0 0 16,12 5-8-16,-7-2 0 0,-1 0-9 0,2 7 4 16,2-3-1-16,-1 1-1 0,1 2-8 0,7 2-18 15,-5-3-16-15,0 1-21 0,1-1-20 0,-1 0-22 0,6 1-17 16,-5-2-25-16,1-1-23 0,-1-2-22 15,0 0-25-15,-1-5-23 0,1 1-26 0,0-1-19 16,-4-4-27-16,3 2-6 0,-3-2-171 0,2 0-502 16,-3-5 222-16</inkml:trace>
  <inkml:trace contextRef="#ctx0" brushRef="#br0" timeOffset="-104446.11">8879 16925 227 0,'-3'-13'263'15,"3"-1"-2"-15,-2 4-5 0,1 1-13 0,1 2-12 0,-3 1-20 16,3 0-22-16,-4 3-23 0,4 3-17 0,0 0-17 16,0 0-7-16,0 0 9 0,0 15-8 0,0-6 0 15,6 8-9-15,-4-1-7 0,1 5-4 16,1-2-16-16,3 3-6 0,0 6-9 0,-2-2-8 16,2 2-2-16,0 1-14 0,-1-3 0 0,0 2-7 0,-1-1-4 15,1-8-4-15,-2 2-13 0,-1-1-5 0,2-2-18 16,0 2-15-16,0-8-22 0,-1 6-12 15,-2-5-20-15,1-4-16 0,0-3-12 0,-2-1-15 16,2 1-16-16,0-3-18 0,-1 0-24 0,-2-3-18 16,6 1-10-16,-6-1 3 0,0 0-12 0,0 0 1 0,1-10-113 15,-1 5-347-15,0-5 154 0</inkml:trace>
  <inkml:trace contextRef="#ctx0" brushRef="#br0" timeOffset="-103492.95">8938 17211 101 0,'-5'-3'166'0,"-1"-1"11"16,2-1 1-16,-5 2 5 0,3 2-2 0,2-1 3 0,0-1-2 15,0 0-3-15,4 3-11 0,-8-2-11 0,8 2-12 16,-4-3-9-16,4 3-3 0,0 0 10 0,0 0-14 16,0 0-9-16,0 0-12 0,16-1-10 0,-16 1-6 15,20 0-9-15,-9-1-7 0,3-1-10 16,1 2-6-16,5-2-8 0,-2 1-3 0,4-4-7 0,-2 4 0 16,1-1-7-16,0-1-7 0,-3-1 16 0,1 2-17 15,-4-1-2-15,-4 0-1 0,1 1-5 0,0-2 1 16,-5 3-4-16,0-2 1 0,-3 2 3 15,-4 1-8-15,7-4 4 0,-7 4-1 0,5-2 10 16,-2-1 4-16,-3 3-2 0,0 0 1 0,0 0-5 0,0 0-7 16,1-4 1-16,-1 4-2 0,0 0-6 0,0 0 2 15,0 0 1-15,3 9-4 0,-3-4 0 0,2 0 0 16,-2 2-2-16,2 1 2 0,0-1-3 0,-1 4 4 16,3 0-5-16,-1-2 0 0,-2 2-2 15,4 0 1-15,1-1-2 0,-2 0 1 0,0 1 4 0,0-4-3 16,3 1 2-16,-2 0-7 0,-1-1 6 0,2-2 4 15,-2-1-1-15,0 0-6 0,2-3 7 0,-3 1-4 16,-3-2-6-16,0 0 8 0,12-5-15 0,-8 3 10 16,-2-2-13-16,1 0-4 0,0-3 0 15,1 2-2-15,-1-6-3 0,1 3 3 0,-3-3-2 0,3-2 7 16,-1 3-2-16,0 0-1 0,-2-1 7 0,2-1-1 16,-2 1 0-16,2 0-1 0,0 4 6 0,-3-4 7 15,1 5-9-15,3-2 3 0,-4 5-6 0,1 0 0 16,-1 3 1-16,6-5-1 0,-6 5 3 0,5 0 0 15,-5 0 0-15,0 0-1 0,12 8 3 0,-7-2 1 16,3 0-1-16,-3 0 1 0,1 4-1 0,0-3 0 16,1 2-1-16,1 0 5 0,-1 0-1 0,1 0 0 15,1 0 0-15,0 0-3 0,-4 1 4 0,4-2-3 16,-4-2-2-16,0 2-2 0,-2-4-1 0,3 2-1 16,-4-1-2-16,1-2 7 0,-2-1 0 0,2 0-1 15,-3-2 2-15,0 0 2 0,0 0 1 0,0 0-1 16,0 0 0-16,0 0 5 0,0 0-3 0,0 0 0 15,-11-7 1-15,11 1-1 0,0 0 1 0,2 1 3 16,0-2-5-16,1 0 0 0,1-1-3 0,3-2 0 16,2-1-1-16,1-1-1 0,5-1-1 0,-2 0-3 15,3 1 4-15,-3-1 2 0,2 3 0 0,1 0 1 16,-5 1-1-16,1 4 0 0,-2-3 4 0,-2 2 14 16,-2 4-8-16,2-2-4 0,-3 2 1 0,-4-2 1 15,-1 4 3-15,0 0-11 0,0 0 8 0,0 0-3 16,0 0-1-16,-1 12 4 0,-4-6-4 0,-2 2 0 15,2 2 1-15,2 0-1 0,0 1-3 0,0-1 6 16,2 0-3-16,0 3-3 0,2 0 3 0,0-2 1 16,2 1 4-16,1-1-5 0,2 2 8 0,3-3-9 15,-1-1 3-15,3-1-3 0,3-1 0 0,-5-1 2 16,5-3 2-16,1-1 0 0,-3-1 3 0,3-2-3 16,-4-1-1-16,5 0 4 0,-3-2 2 0,-2 0 15 15,-1-3 6-15,4 2 4 0,-5-3 12 0,-1 0 11 16,-1-2 2-16,2 2 14 0,1-2 4 0,-4 1 5 15,-1 0 4-15,2 1-2 0,-3 1-3 0,-1 0 5 16,5 2-6-16,-4 0-12 0,-3 0-3 0,2 1-16 16,3 1 0-16,-6 3-3 0,5-1-9 0,-5 1-3 15,11 1-2-15,-7 2 1 0,0 1-16 0,3-1 7 16,-3 0-2-16,4 2-2 0,-4 2-4 0,3 2 2 16,-1 0-9-16,2-1-9 0,-2 0-23 0,0 2-29 15,-1-2-44-15,-2 2-37 0,1-2-33 0,-1 1-27 16,-2-3-59-16,-1 1-74 0,0-2-314 0,-4-2-695 15,0 2 307-15</inkml:trace>
  <inkml:trace contextRef="#ctx0" brushRef="#br0" timeOffset="-102772.83">10879 17145 22 0,'-5'0'293'0,"1"2"-14"16,4-2-19-16,-6 3-12 0,6-3 1 0,0 0 7 15,0 0-16-15,25 1-16 0,-3-3-19 0,12-1-22 0,8 1-12 16,16-2-16-16,6-1-17 0,1 1-13 0,2-1-6 15,35-6-12-15,-41 5-16 0,6 0-7 0,1 0-7 16,-3 0-8-16,-1 1-10 0,-3 1-6 16,-4 1-10-16,2-4 2 0,-20 7-8 0,-1 0-15 0,-4-2-13 15,-12 0-17-15,0 2-27 0,-10 0-26 0,3 2-13 16,-11 0-15-16,2-2-25 0,-6 0-31 0,0 0-42 16,0 0-37-16,-21 3-30 0,9-1-192 0,-8 1-482 15,2-1 213-15</inkml:trace>
  <inkml:trace contextRef="#ctx0" brushRef="#br0" timeOffset="-101395.05">11968 17043 197 0,'21'-7'219'16,"-14"4"-9"-16,5-2-15 0,8-1-8 0,-2 0-15 0,12-5-15 16,-1 0-11-16,5-2-15 0,0-2-2 15,6-1-9-15,15-4-3 0,-5-2-1 0,0 0-6 16,0 4-5-16,-14 2-7 0,2-2-6 0,0 0-11 16,-2-1-8-16,-2-2-4 0,0 0-6 0,-3 1-7 0,-1 0-3 15,-3-1-8-15,-1 3-6 0,-3-4-5 0,-2 2 5 16,-5 5-9-16,-4-2-2 0,2 2 0 15,-5-1-3-15,-1 1-5 0,0 5 1 0,-2-2-5 16,-1 2-5-16,-2 3 5 0,1 0-4 0,-4 1-3 0,2-1 0 16,0 2 1-16,0 0 1 0,-1 1-2 0,0 0-3 15,-1 4-1-15,2-5 10 0,-1 1-9 16,3 2-5-16,-4 2 2 0,0 0 2 0,1-5-4 16,-1 5 0-16,3-5 0 0,-3 5 2 0,0 0-5 15,4-2 5-15,-4 2-5 0,7-4 4 0,-4 2-1 0,0-1 3 16,-1 1-1-16,1-2-2 0,4-2 1 0,-6 3 0 15,3 0-1-15,0-2-1 0,0 0 2 0,-1 0-1 16,0 1-4-16,-2-3 0 0,3 2 3 16,3 0 10-16,-4 2-11 0,-2-4 3 0,-1 2-1 0,3 0 6 15,-2 0-6-15,-1 0-1 0,3-1 0 0,-3 1 1 16,0 0-5-16,0 0 2 0,0 1 5 0,1-1-1 16,-1 5-2-16,-1-9 3 0,1 5-1 0,0 4-2 15,-3-6 3-15,-1 3 4 0,4 3-2 0,-4-5-2 16,4 5 9-16,-8-2-8 0,8 2-2 0,-14 1 2 15,7 2-1-15,-5-1 0 0,0 2 0 0,1 1 3 16,-8 2-4-16,-5 0 0 0,3 2 8 0,-5 1 1 16,5 0-2-16,-9 1 5 0,1 1-3 0,6-2-4 15,4-1 4-15,-4-2-2 0,3 1-3 0,2 0-1 16,6-3-2-16,2 1 2 0,3-2 0 0,0-1 2 16,2-1 4-16,5-2-2 0,-4 1-2 0,4-1 0 15,0 0-3-15,27-9 5 0,-5 2-5 0,6-3 4 16,5-2-2-16,-2-2 4 0,6 3 21 0,-3-1 3 15,0-2 12-15,3 2 2 0,-7 1 13 0,-2-1-12 16,-5 3-3-16,-1 0 1 0,-4 3 3 0,1 1-5 16,-7 1-9-16,0 1-9 0,-5 1-1 0,0 3-8 15,-1 2 16-15,0 0-14 0,-6 5-10 0,4 1 3 16,-4 2 4-16,0 1-4 0,0 7 3 0,-4 1-5 16,-1 0-12-16,2 1-29 0,-2 7-31 0,-2 2-43 15,1-3-34-15,-2 0-40 0,6-5-60 0,-4 4-58 16,2 2-253-16,1-7-594 0,2-2 262 0</inkml:trace>
  <inkml:trace contextRef="#ctx0" brushRef="#br0" timeOffset="-72899.11">10885 15054 219 0,'5'-3'252'0,"-4"1"-1"16,2-1-13-16,0 0-7 0,-3 3-15 0,1-8-10 15,1 5-9-15,-2 3 6 0,4-5-23 0,-3 1 6 16,-1 4-10-16,0-5-10 0,0 5-11 0,0-5-16 16,0 5-7-16,0-4-2 0,0 4-9 0,0 0-17 15,0 0-6-15,-1-5-7 0,1 5-22 0,-6-2 1 16,6 2-7-16,-7-3-8 0,7 3-7 0,-17 1-3 15,3-1-5-15,-1 2-5 0,1 0-1 0,-6 1-6 16,0-1 0-16,-2 1-6 0,-3 0 1 0,-3-1-3 16,-2 1-14-16,7-1 16 0,2 2-5 0,-2-3-4 0,-1 3-2 15,-6-4 2-15,7 1-6 0,1-1 0 16,-1 0 16-16,-7 1-23 0,8-2 5 0,-1 0 3 16,1 1-5-16,1-4 7 0,-4 0-13 0,-3 3 3 15,6-1 4-15,-1-1-1 0,-7-1 0 0,5 1 16 0,-5 0-18 16,0 0-8-16,-1 1 8 0,-1-2 2 0,0 1-4 15,-3 0 1-15,-2 1 0 0,4 2 2 0,-2-3 15 16,1 2-17-16,2 2-7 0,-2-2 7 0,1 0-3 16,-1 3 1-16,0-3-1 0,1 1 6 0,-1-1-3 15,0 3 0-15,-1-2-2 0,5-1 4 0,-3 1 3 16,2 1-8-16,2 2 6 0,-2-3 0 0,-3-1 0 16,12-1-6-16,-6 2 5 0,-2 0 0 0,7-2 0 15,-10 2 0-15,3 0 1 0,7-3-6 0,-7 1 6 16,0-2-4-16,0 4 5 0,-1-2-2 0,4 1-3 15,2 0 2-15,-5-2-8 0,3 0 4 0,-3 0 2 16,-2 3 4-16,2-3 0 0,1 0-2 0,1 1 0 16,6 1 3-16,-7 0-4 0,6-3-3 0,-7-1 2 15,-1 3 1-15,8-1-3 0,-7-1 2 0,0 5 5 16,3 1-4-16,1 3 6 0,-4-5-7 0,3 0 3 16,-3 1-3-16,8-1-2 0,-8 1 1 0,-1-2 1 15,2 4 1-15,-2-5 1 0,8 4-1 0,-1-2-2 16,-8 1-4-16,9 0 6 0,-8-1 5 0,8 1-4 0,-6 0 1 15,-2 1-5-15,9 0 0 0,-1 0-2 0,-3 1 6 16,6-2-2-16,-3 0 6 0,-2 0-2 16,3-1-2-16,0-1-3 0,-2 4 0 0,-4-1 0 0,3-2 3 15,-5 1 0-15,8-1-1 0,-8 1 0 0,0 4 3 16,9-5-4-16,-5 2-1 0,-1 0 1 0,-2-1 10 16,6 0-11-16,-7 0-11 0,6 0 10 0,-5 1 3 15,6 0-6-15,-7 1 3 0,0-2 5 0,2 0-3 16,-2-1 1-16,8 1-2 0,-3 1-2 0,-3 3 6 15,3-5-7-15,1 3 1 0,-6-3 2 0,1 0-3 16,6 1 5-16,0 0-8 0,3 2-7 0,-3-2 6 16,2 0 1-16,-2-1-2 0,0 3-9 0,1-1 10 15,2 1-14-15,-2 0 8 0,3-2 2 0,1 0 3 16,-2 2-3-16,1 2 4 0,-3-3-7 0,3 2 3 16,5-2 5-16,6 0 8 0,-5 1-11 0,2 0-6 15,1 1 8-15,1-3 4 0,1 1-4 0,1 2 2 16,-4-2 2-16,4 1 0 0,-1-1 3 0,1 2-7 15,3-1 7-15,-3 3-10 0,5-2 9 0,-4 1-2 0,1 0 5 16,0 3-9-16,1-2 3 0,-2 5 2 16,3-2 1-16,-1 2-4 0,-2 0 5 0,5 2 4 15,-3 3-8-15,0 0 0 0,0-3 2 0,2 6 3 0,-3 2 13 16,4-2 3-16,-2 0 0 0,-1 2-4 0,1 5-2 16,-1 0 3-16,1-5-4 0,2-1-2 0,-2 3 5 15,-2 3-5-15,4-5-5 0,-1 0-2 16,0 1 5-16,0 5-2 0,-2-5 2 0,4 4-1 0,0 0-4 15,-1-4 10-15,1-3-11 0,-3 2 2 0,7-1 0 16,-4 7 3-16,0-5 0 0,-1 5-4 0,1-7-1 16,1 0 2-16,-2 0 3 0,1 2-2 0,1 3-2 15,-2-6 0-15,1 1 2 0,0-1-3 0,0 1 2 16,-3 1 1-16,3-3 6 0,-2 1-10 0,2 0 2 16,-1 2 1-16,2-2 4 0,-2 1-24 0,0-2 1 15,1-2 3-15,0 1 3 0,0-1-2 0,0 0 5 16,-2-3 1-16,2 1 4 0,0-1 2 0,0-1-6 15,0 0 3-15,2 0-3 0,-2-2 2 0,1 1 2 16,-1-3-1-16,1 3 2 0,-2-4 13 0,2 0-13 16,-1-1 0-16,-1 0 5 0,1 2-1 0,-1-3-3 15,2-1-1-15,-1 2 6 0,1 1-10 0,-1-3 16 16,-1 1-11-16,2 0 7 0,1-2 1 0,-2-3 1 16,3 7-6-16,-2-4 2 0,-1 1 3 0,0-4-3 15,4 5 2-15,-1-2-1 0,0-1 5 0,3 2-4 16,-3-2 2-16,5 1 0 0,-1-2 1 0,2 2 1 15,2-2 0-15,3 4-5 0,9-3-3 0,6 0 7 16,-5-1 0-16,9-1-3 0,-2 0 0 0,3 0 1 16,6-3-1-16,-1 1-5 0,0 2-3 0,2-5 12 0,15 1-1 15,-14 4-3-15,11-2-4 0,-9 0 2 16,9 1-2-16,-10-1 5 0,10-2-4 0,-9 3 5 16,-2-1-7-16,-1-2 6 0,13 0 0 0,-9 3-6 15,11-1-4-15,-14-1 15 0,14-2-6 0,-3 1 7 0,-10 3-7 16,0-3 4-16,14 3 3 0,-3-3-9 0,-13 1 5 15,1 2-3-15,0 0-3 0,2-2 9 0,-2 0-5 16,0 1-4-16,-4-2 7 0,7 2-3 16,-4-1 2-16,-3 1-3 0,4-1-2 0,0 0-5 0,-4 1 9 15,4-2-1-15,-4 1-2 0,2 1 2 0,1-1-5 16,0 0-3-16,-2-3 4 0,-1 5 6 0,4-3-9 16,-1 0 4-16,0 1-4 0,1 2 6 15,0-6-8-15,-2 2 19 0,2 2-19 0,-3 0 0 16,2-3 7-16,-4 0-7 0,2 3 5 0,-1 0 14 0,0-1-14 15,-1-2 0-15,1 5-5 0,-1-1 0 0,0-1 2 16,1 1-1-16,-3-3-2 0,0 2 9 0,2 1-3 16,-1 1 12-16,-1-1-15 0,-1 0 0 0,0 1 0 15,1 1 1-15,2 0-2 0,-3-1 3 0,0 2-1 16,0 0-1-16,-1-1 6 0,-1 0-11 0,1 2 10 16,0-2-3-16,-1 3-3 0,1-1 2 0,0-4 1 15,-3 4 0-15,-1 1-1 0,4-2 6 0,-4-2-7 16,1 4 2-16,-2-1-3 0,2-1 2 0,3 0 3 15,-1 0 1-15,-2-1-5 0,2 0 2 0,-1 0-2 16,0 2 1-16,-1-2-1 0,3 0 3 0,-3 1 2 16,0-2-7-16,-7 1 7 0,9 0-1 0,0 0 0 15,-4-2 1-15,1 2-8 0,-5 0 2 0,-2 0 0 16,0 3 6-16,1-4-11 0,-3 1 10 0,-1 0-4 16,4 0-2-16,-4-2 7 0,-5 4-1 0,1-2 0 15,-2-2 2-15,-1 4-3 0,1-1 0 0,-2-1-6 16,-4 0 9-16,-2-1-5 0,-5 1 2 0,12 0 0 15,-5 0-2-15,-7 0 4 0,7 0-1 0,-7 0-4 16,0 0 5-16,11 1-4 0,-11-1 4 0,0 0-1 16,7-1-2-16,-7 1 9 0,0 0 3 0,0 0 6 15,0 0 1-15,0 0-4 0,0 0 7 0,0 0-1 16,0 0 0-16,9-2-3 0,-9 2-7 0,4-1-2 0,-4 1 1 16,8-2 11-16,-5-2-11 0,1 3 1 0,-4 1-5 15,7-5 1-15,-1 3 0 0,-2-1-4 0,0 1 4 16,2 1 0-16,-2-2-4 0,1 1 1 0,-5 2 4 15,9-3-4-15,-6 1 12 0,-3 2-12 0,8-2-4 16,-8 2-3-16,4-1 1 0,-4 1 2 0,0 0 7 16,8-3-6-16,-8 3-1 0,0 0 2 0,0 0 5 15,7 0-12-15,-4-2 10 0,-3 2-4 0,0 0-3 16,6-2 5-16,-6 2-5 0,7 0-1 0,-7 0 7 16,0 0-6-16,11-1 3 0,-5 1 1 0,-6 0-2 15,10-1-3-15,-3 1 9 0,0-3-5 0,-7 3-11 16,11 0 21-16,-3-1-10 0,0 0-3 0,1 1 12 15,1-3-12-15,-3 3 1 0,4 0-1 0,1-1 4 16,-4 1 1-16,3-2 10 0,0 2-13 0,1 0-6 16,-2 0 3-16,-3 0-1 0,2-1 3 0,-2 1-1 15,-7 0 3-15,15-2-3 0,-10 2 6 0,2-2 5 16,-7 2-14-16,7-1 7 0,-7 1-9 0,10 0 2 16,-10 0 6-16,0 0 1 0,0 0-6 0,6 1 7 15,-6-1-2-15,0 0 2 0,0 0-6 0,0 0-1 0,9-1 3 16,-9 1 1-16,0 0 2 0,0 0-8 15,0 0 5-15,0 0-1 0,0 0 0 0,0 0-6 16,0 0 5-16,0 0 2 0,0 0-5 0,0 0-7 16,0 0-12-16,2 4-15 0,-2-4-10 0,0 0-13 0,0 0-17 15,0 0-8-15,0 0-18 0,0 0-13 0,0 0-17 16,0 0-13-16,0 0-14 0,0 0-18 16,0 0-24-16,0 0-20 0,0 0-23 0,0 0-16 15,0 0-149-15,0 0-447 0,0 0 198 0</inkml:trace>
  <inkml:trace contextRef="#ctx0" brushRef="#br0" timeOffset="-70821.13">6857 16411 23 0,'-4'-10'180'0,"4"4"2"0,-4 1-7 0,1-2-7 16,1 3-10-16,0-1-14 0,0 3-14 15,2 2-14-15,-2-5-13 0,2 5-11 0,-7-3-12 0,7 3-6 16,0 0-10-16,-10 8 3 0,8-2-3 0,1 1-1 16,1 5-7-16,-4 2-1 0,2 4-1 0,2 1-8 15,-1 9-3-15,2 3-1 0,1 3-5 0,-2-2 0 16,1 5 1-16,-1 0-4 0,3 1 0 15,-3 12 3-15,5 1-2 0,-1 0-2 0,-4-16 0 0,0 5 3 16,2 9 1-16,-2-13 8 0,0 12 1 0,0-14-3 16,0 2-2-16,0 1 1 0,-2-3 0 0,2 1-1 15,-1-1-2-15,-1-1-4 0,-1 3-3 0,5-1-2 16,-2 0 0-16,0-5-3 0,3 5-1 0,-5-3-3 16,2-2-2-16,2-1 22 0,2-2-2 0,-3-6-3 15,2 0-4-15,1-1-3 0,2-1 0 0,-2 2-8 16,1-6 0-16,1-2 0 0,0 2-5 0,0-3-2 15,-2-2-1-15,2-1 1 0,0 0-3 0,-2 1-1 16,0-5-3-16,3 7 0 0,0-6 4 0,1 2-6 16,0 0 0-16,2-3-2 0,-2 0 3 0,4 2-1 15,-4-2 1-15,7-2-2 0,-1 0-25 0,9 1 4 16,-2-3 2-16,12 1 1 0,0-1 0 0,5 0-1 16,3 0 3-16,1-2 1 0,14-3 0 0,4 3 2 15,0-4-2-15,2 1 7 0,2 1-5 0,0 0 1 16,5 0 5-16,-2-2-4 0,2 1 3 0,28 3-1 15,-29-3 0-15,31-3-3 0,-1 7 5 0,-37-1-1 16,7-2 1-16,3 3 0 0,24 0-2 0,-25 3 1 16,-4-2 1-16,34-3-3 0,-31 7 6 0,3-2-5 15,25-5 2-15,-31 5-1 0,5-2 1 0,-3 3 2 16,4 1-1-16,-4-4-3 0,3-1 6 0,1 3-3 16,-3-2 0-16,28 2-3 0,-32-1 2 0,-1 2 3 15,0-5 0-15,5 2-2 0,-1 0 0 0,-2-1 0 16,-4 3-1-16,-2-4-1 0,1-1 3 0,3 2-1 15,-7-1-1-15,3 1 1 0,1-1-1 0,-6 0 5 16,2-1-2-16,-1 1-4 0,1-3 3 0,-3 1-1 0,2 2 0 16,-14-3 0-16,14 4 0 0,0-1 1 15,-17-4-1-15,2 4 2 0,1-3-4 0,0 1 2 16,-1 2-1-16,1-2 1 0,-5 0 2 0,0 1-3 16,-1 0 1-16,1 2 0 0,-3-4 1 0,-1 2 1 15,-2 0 7-15,0 1-12 0,-3-3 7 0,-4 4-4 16,-1-1 0-16,0-2 4 0,-2 4-2 0,-6-2-4 15,0 1 0-15,-2-1 1 0,-2 0-1 0,3 1 1 16,-9-2 0-16,5 2-3 0,-5 0 14 0,-5 0-11 16,14 0 3-16,-10 0-2 0,-4 0 0 0,0 0 0 15,0 0 3-15,9 0-3 0,-9 0 6 0,0 0 4 0,0 0 16 16,0 0 9-16,9 0-5 0,-9 0 4 16,0 0-6-16,0-8-7 0,0 8 3 0,-2-5-3 15,2 5 0-15,0-7-1 0,-1 2-6 0,-2-1-1 16,-1 0-1-16,1-1-1 0,-1-1-5 0,0-2 3 0,0-1 0 15,-3 0 0-15,3 1-1 0,0-2-3 0,-1-4-1 16,-1 4 5-16,1-4-5 0,-3-4 1 16,5 6 1-16,-4-7-2 0,3 1 5 0,-3-1-6 15,3-4-2-15,-3-1 3 0,-1-1-1 0,4-1 3 16,-3 0-1-16,-1-3-1 0,0 5 2 0,1-4-5 0,3-2 1 16,-4 0 3-16,1 0-5 0,2 0 4 0,-1 1 0 15,1-5-3-15,-1-2-1 0,0 4 1 16,1-2 1-16,1 1 2 0,2-1-4 0,-4-2 1 15,-1 0-1-15,3 4 3 0,-1 1-2 0,-3-3-2 16,4-1 1-16,-5-1 2 0,4 4 1 0,0-1-3 16,1 1 16-16,-2 3-20 0,-1 0 10 0,2 1-3 0,-2-2 2 15,-1 5-1-15,4-5 3 0,-2 3-1 0,1 0 3 16,2-3 3-16,-4 4-1 0,3 0 2 16,3-3 0-16,-3 3 0 0,0 0-2 0,2 1 17 15,-2 0-14-15,1 0 1 0,2 5 5 0,1-3 1 16,-4-2-11-16,2-1 6 0,2 2-3 0,0 6-2 15,-3-9 0-15,1 4-4 0,1 4 8 0,1-5-2 0,0-3 0 16,-1 4 0-16,5-1-9 0,-6-2 3 16,2 9-2-16,-1-1 5 0,0 0-3 0,1 1 4 15,-2-2 1-15,2 1 10 0,0 1-14 0,0-2 3 16,-1 2-2-16,2 0 3 0,-2 1-1 0,-2-2-3 16,2 1 8-16,-2 0-4 0,3 0 0 0,0 0-5 0,0-1 0 15,-3 1 3-15,1 0-2 0,0 0-1 0,2 3-1 16,0-2 4-16,0 1-4 0,0-1 3 15,0 6 6-15,3-7 4 0,-3 8-2 0,1-1 1 16,2-4 0-16,-3 5 7 0,4-2-12 0,-4-5 4 16,0 7-9-16,4-2 5 0,-4 3-3 0,3 0-1 15,-2-2-2-15,1 4 2 0,-2-2-1 0,3 2 1 0,-2-2-1 16,0 1 1-16,-1-1-7 0,0 10 0 16,0-13 7-16,0 8 14 0,0 5 8 0,4-12 2 15,-4 12 5-15,0-8 6 0,0 8-2 0,0-7 0 16,0 7-3-16,0 0 0 0,0 0-4 0,-4-8-7 15,4 8 1-15,0 0-7 0,0 0-2 0,-19 4 4 0,4 0-6 16,-5 3 0-16,-9 1-2 0,-8 0-8 16,-3 1-14-16,-19 7-36 0,-1-1-45 0,-5-4-65 15,-33 2-60-15,0 4-79 0,-4 0-141 0,-8-7-247 16,-4-7-735-16,-11-4 325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376.76465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1-07T10:22:09.51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2659 1948 180 0,'2'-8'346'0,"0"2"-11"0,0 2-28 16,1 0-19-16,-3-1-27 0,0 5-26 0,1-5-31 16,-1 5-23-16,0 0-24 0,0 0-18 0,0 0-8 15,7 11-18-15,-7-3-12 0,3 4-7 16,1 7-10-16,0-1-8 0,2 2 0 0,4 8-14 0,-4-2-8 16,5 2-3-16,-3 2-8 0,-1-1 0 0,-2 0-6 15,1 1 0-15,2-1-2 0,-2 1-6 0,4-3-2 16,-6 4 1-16,4-5 1 0,-1 2 3 15,1-3-12-15,-2-3-6 0,-5-2 0 0,3 7-18 16,-1-7-16-16,-2-1-18 0,3-2-28 0,0-4-35 0,-1-3-48 16,0 1-56-16,1-4-61 0,-1-1-237 0,-2-4-544 15,3-1 241-15</inkml:trace>
  <inkml:trace contextRef="#ctx0" brushRef="#br0" timeOffset="265.6">3013 2082 2230 0,'2'-16'199'0,"-2"3"34"16,0 1 28-16,0-1 11 0,0 2-17 0,-2 4-33 15,1 0-29-15,2 0-30 0,-1 2-27 0,0 0-15 16,0 0-12-16,0 5-23 0,0-3-13 0,0 3-7 16,0 0-9-16,9 13-1 0,-6-1-10 0,5 6-4 15,-3 1 0-15,6 9-20 0,0 3 16 0,0-2-9 16,0 5-3-16,1-4-1 0,-1 4-1 0,1-3-2 15,0 0-9-15,-4 0-11 0,1 1-16 0,-3-2-12 16,5-4-28-16,-5-4-23 0,-1-1-16 0,-1-2-16 16,-1 2-20-16,0-3-29 0,-1 2-31 0,-3-7-33 15,1-6-42-15,-1 0-55 0,-2-1-250 0,3-6-615 16,-10 3 273-16</inkml:trace>
  <inkml:trace contextRef="#ctx0" brushRef="#br0" timeOffset="744.52">2875 2267 129 0,'0'0'352'0,"-4"-4"-17"15,1 3-25 1,3 1-21-16,0 0-35 0,0 0-26 0,-4-4-31 16,4 4-12-16,0 0-18 0,0 0-17 0,17-3-11 15,-7 5-17-15,5-2-14 0,4 0-8 0,4 0-11 0,-1 0-6 16,8 0-19-16,1 1 4 0,-1 1-9 0,0 1-4 0,-7 1-7 15,7-1-6-15,-1 3-16 0,-1 1-7 0,-8-3-5 16,1 2-3-16,-1 4-3 0,-3-2-4 0,-1 3 1 16,-4-5-1-16,2 5-2 0,-3-3-1 15,-3 2 7-15,-1-1-6 0,2 2 1 0,-5-2-2 16,1-1 0-16,-1-1-6 0,1-1 7 0,-4 2 1 0,2 0-4 16,-2-2-6-16,3 1 7 0,-1-1-1 0,0 0 4 15,2 0 3-15,1-2-6 0,6 3 7 0,-2-6 1 16,3 1-5-16,4-1 4 0,6 0-12 15,-2-5-4-15,0 3-7 0,2-3 2 0,-1-3-2 0,-2-1 2 16,-1 0 2-16,0-1-1 0,-4 0 7 0,-4 0-2 16,1 0 4-16,-2-1 0 0,-6 0 7 0,0-1 2 15,1 0 5-15,-9-2 7 0,3 1 11 0,-6 0-4 16,-2 0 5-16,-3 5 10 0,-4-5-11 16,-4 5 10-16,1-2-2 0,-8 0-8 0,5 5 4 0,-8 0-10 15,8 2 5-15,2 2-6 0,-10-2 9 0,11 5-16 16,5-2-15-16,-1 3-18 0,3 0-31 0,4-2-29 15,-3 2-25-15,7-1-22 0,0 1-35 0,3 2-48 16,1-6-42-16,6 5-50 0,0-3-152 0,5 0-491 16,1-2 217-16</inkml:trace>
  <inkml:trace contextRef="#ctx0" brushRef="#br0" timeOffset="1213.22">3759 2240 19 0,'4'5'194'0,"-4"-1"-10"0,3 1-1 0,-2 1-10 16,1 2-6-16,3 2-7 0,-8 0-21 0,7 2-11 16,-4-1-9-16,3 4-12 0,-2-4-5 0,6 4-6 15,-3-2-14-15,3-1-4 0,1-1-7 0,0 0-3 16,-1-1-8-16,0-1-3 0,2 0 15 0,1-3 6 16,-2-1-2-16,4 2 0 0,-2-6-6 0,2-1-4 15,0-1-2-15,-1-4 0 0,-1-2-1 0,1 1 4 16,-2-4 1-16,2 0-1 0,-2-3 1 0,5 0 2 15,-6 1 9-15,-1 1 7 0,0-5 18 0,-3 4 5 16,-1 4 13-16,2-4 6 0,-2 5-16 0,-2-1 15 16,2 4-15-16,-2-1-13 0,-1 5-15 0,4-4-12 15,-2 2-8-15,-2 2-18 0,0 0 5 0,0 0-4 16,6 7-5-16,-1-2-9 0,-3 4 0 0,4-2-1 16,-1 3-5-16,3-2 3 0,2 2-11 0,1 2 4 15,1-2-7-15,0 2-1 0,3 0 2 0,0-3-5 16,4 0-3-16,-2 0 4 0,-3-4 3 0,2-2-4 15,-2-2-1-15,0-1 3 0,0 0-1 0,-1-3 0 16,0-1-9-16,0-1 35 0,-2-1 13 0,1-7 7 16,-1 4 5-16,-4-1 2 0,0 0-6 0,-2-2 0 15,1-7-8-15,-1 2-8 0,-5 0-2 0,4 1-3 16,-4-1-9-16,-4 3-1 0,4 1-2 0,-3 2-10 16,1-1-14-16,-1 1-18 0,0 3-32 0,-1-1-40 15,0 3-69-15,0 2-66 0,1 0-37 0,-1 3-34 16,4 1-70-16,0 0-345 0,-16 6-766 0,13-2 340 15</inkml:trace>
  <inkml:trace contextRef="#ctx0" brushRef="#br0" timeOffset="1525.87">5138 1790 2845 0,'-3'-13'68'0,"3"-2"91"0,0 2 12 0,2 0 38 15,-4 1-49-15,4 1-24 0,-2 4-24 0,0-1-13 16,0 2-21-16,0 0-30 0,0 2 6 0,0 4 0 16,1-3-11-16,-1 3-11 0,0 0-3 0,4 16-2 15,4 1-2-15,-2 2-1 0,5 6 0 0,-2 2-5 16,1 0 2-16,2 6 4 0,0-1-13 0,0 4 8 15,-5-2-1-15,4 1-8 0,1-1 3 0,-1 0 1 16,-3-1-4-16,2-2-12 0,-2 0-12 0,0-4-20 0,-5 0-36 16,1-7-21-16,-3-2-21 0,5-1-36 15,-6-2-34-15,0-4-48 0,0-2-49 0,0-3-55 16,-1 1-181-16,-4-4-555 0,5-3 246 0</inkml:trace>
  <inkml:trace contextRef="#ctx0" brushRef="#br0" timeOffset="1932.08">5104 2066 216 0,'-4'-2'267'15,"4"2"-8"-15,-11-1-8 0,11 1-4 0,-8 0-18 0,8 0-14 16,0 0-15-16,0 0-13 0,0 0-18 0,-7-1-6 16,7 1-6-16,0 0-6 0,0 0-14 15,29 4-12-15,-16-4-1 0,6 0-26 0,2 2-10 16,3 1-6-16,5-1-13 0,2 1-4 0,-1 2-20 15,0-1 12-15,1 2-6 0,-9 0-9 0,0 1 0 0,5 1-8 16,-4 2-3-16,-3-2-1 0,-3 3-9 0,3 0 1 16,-6 3-5-16,2-3-9 0,-1 3 4 15,-6-4-3-15,0 3-2 0,0 1 7 0,-2-5-6 16,-2 3 1-16,2-1 6 0,0 1-12 0,-3-2-5 16,6-2-2-16,-5 2 11 0,-2-4 7 0,1-1 35 0,1 2 25 15,-2-3 21-15,0-2 25 0,6 1 10 0,-2-4 9 16,-7 1-18-16,20-4-3 0,-11 1-12 15,3-5-6-15,4 1-5 0,-5-4-7 0,0 4-2 16,0-6-8-16,-3-1-6 0,0-1-7 0,0-3-5 0,-4 1-9 16,-1 5-7-16,0-6-10 0,-3 5-9 0,-3-5-15 15,2 1-17-15,-6 4-32 0,-1 2-24 0,0 2-45 16,1-2-32-16,-8 4-31 0,0-1-40 0,-5 4-36 16,-1 2-33-16,1 2-60 0,-3 1-63 0,1 3-221 15,0 2-676-15,2 1 299 0</inkml:trace>
  <inkml:trace contextRef="#ctx0" brushRef="#br0" timeOffset="2307.05">6660 2122 342 0,'2'-9'367'0,"-2"4"-12"0,0-3-8 15,0 3-7-15,-2-1-16 0,2 1-12 0,0 1-10 16,0-2-23-16,0 6-22 0,-4-6-22 0,3 2-24 16,-4 1-22-16,5 3-21 0,-8-2-16 0,-1 4-18 15,-1 0-16-15,1 2-8 0,-5 3-17 0,5 1-1 16,-5 2-14-16,-2 3-5 0,2-1-10 0,-1 2-6 15,3 1-7-15,0 1 1 0,1 1-13 0,-2-4-10 16,7 3 5-16,-1-5-1 0,4-2-1 0,2 5-6 16,2-2-8-16,6-2-4 0,0 1 1 0,5-1-8 15,3-3-16-15,7 2-17 0,8-2-42 0,2-5-14 16,1-1-36-16,1-2-19 0,0-3-25 0,4-2-20 16,-4-3-25-16,1-2-28 0,-3-5-21 0,0-1-23 15,-2-3-27-15,2-4-236 0,-5-3-588 0,-4-3 260 16</inkml:trace>
  <inkml:trace contextRef="#ctx0" brushRef="#br0" timeOffset="2683.55">7056 1774 139 0,'-7'-28'252'16,"-3"10"21"-16,5 0 7 0,-3 1 11 0,1 1 18 15,0 4-3-15,3 2-2 0,-2 0-12 0,0 0-27 16,2 3-21-16,3 3-28 0,-2-1-20 0,1 1-36 16,2 4-14-16,0 0-15 0,0 0-10 0,0 0-17 15,-8 17-8-15,7-6-5 0,2 7-14 0,3 8-4 16,-1 2-9-16,0-1-1 0,1 1-11 0,3 2-7 15,-2 0-2-15,-1 1-9 0,6-3 2 0,-3 5-6 16,-1-3-10-16,4 1-5 0,-2-1-13 0,-3-2-5 16,2-2-17-16,-2-7-3 0,2 2-4 0,-2-3-17 15,0-4 1-15,-4-4-13 0,4 2 12 0,-4-3 2 16,0-2 13-16,2-3 8 0,0 0 8 0,-2-3 2 16,-1-1 12-16,0 0 22 0,0 0 11 0,8-9 19 15,-5 4-3-15,1-3 12 0,0 0 8 0,0-3 3 16,2 2 3-16,0-2 5 0,-2-1-7 0,2 3-1 15,-2-4-8-15,0 8-5 0,2-4-4 0,-1 0-8 16,3 2-8-16,-4 3-5 0,3 0-6 0,0 0-2 16,1 4-6-16,0 0-3 0,2 4-18 0,-1-2-19 15,1 6-15-15,-1 0-15 0,5 1-22 0,-1 2-50 16,0 5 4-16,0-2-28 0,-2-2-21 0,3 4-29 0,-5-1-28 16,2 1-28-16,1-1-29 0,-1-2-34 0,-2-3-266 15,0-1-628-15,-2-3 278 0</inkml:trace>
  <inkml:trace contextRef="#ctx0" brushRef="#br0" timeOffset="3839.68">7539 1998 11 0,'0'0'238'0,"0"0"-10"0,-14 5-18 0,7-1-11 0,0 4-16 16,1 2-17-16,-1-2-15 0,2 3-14 0,-1-1-11 15,2-1-10-15,4 1-12 0,-1 1-11 0,2-1-5 16,-1 1-5-16,4-2-6 0,3 0-6 0,1-1-4 16,1 0-7-16,1-2-4 0,5-3-5 0,-3 1-4 15,3 0-7-15,4-3-4 0,-4-1-4 0,3 0-14 16,-6-3-9-16,3-2-5 0,-2 2-4 0,-3-2 0 16,1-3-3-16,-4 2 3 0,1-3-3 0,-3 0 0 15,-3 2 1-15,-1-4 3 0,-1 1-1 0,-3 0 3 16,-2 0 7-16,-1-1 10 0,0 1 6 0,0 1 5 15,-2 2 0-15,-2 0-3 0,0-1 1 0,0 3 0 16,2 2-1-16,0-2 2 0,1 1-1 0,3 0-2 16,0 2 0-16,4 2-2 0,-7-3-1 0,4 0-3 15,3 3-1-15,0 0-5 0,0 0 4 0,14-2-7 16,-6 0-4-16,8 2-4 0,6 0-5 0,-3 0-1 16,3 0 1-16,0 3-6 0,-4-1-2 0,3 1 1 15,-7-1 2-15,1-2 1 0,-1 5-1 0,-1-1-1 16,-2 0 0-16,-1 1-2 0,-1 0 3 0,-2 1 0 15,-3 3-1-15,-1-5-2 0,-2 4 4 0,3 4 0 16,-4-2 0-16,-1 0 2 0,1 1-1 0,-3-3 1 16,3 3-3-16,0-1 2 0,-1-1 2 0,2 1 2 15,-1-4 0-15,4 4 6 0,-4-4 14 0,2 2 7 16,3-3 3-16,0 0 4 0,-1-2-4 0,5 1 4 16,0-1-9-16,2-1-1 0,-2-1-2 0,5-2 0 15,1-1-7-15,-1-1 5 0,-1 1-6 0,-2-3 1 16,0 0-2-16,1-1-1 0,-5-2 0 0,0 0-9 15,-1-4-8-15,-1 0 0 0,-1 3-8 0,-4-4 4 16,-4 4-2-16,1-3 5 0,-4 1-3 0,-1 0 2 16,-2 3 3-16,-4-4-3 0,3 3 1 0,-2 1 3 15,-3 1-4-15,-3 1 3 0,5 3 4 0,2-3 0 16,-1 5-1-16,0-2-1 0,1 1 2 0,7 1 0 16,-2 0-3-16,1 0 1 0,6 1 2 0,-8-2-2 15,8 2 5-15,0 0 3 0,0 0-2 0,0 0-4 16,22-2 1-16,-6 3-8 0,5-2-5 0,2 1-8 15,0-1-12-15,8-1-8 0,1 1-5 0,-3-4-4 16,3 3-1-16,-1 0 3 0,-9-1 1 0,0-2 2 16,-1 1 5-16,0 0 4 0,-9 2 3 0,4 1 6 0,-5-2 14 15,-3 2 16-15,0 1 12 0,-1-3-1 16,-3 1 1-16,-4 2-2 0,0 0-4 0,2-4 2 16,-2 4-1-16,0 0-3 0,0 0 1 0,0 0-1 15,-27 2 1-15,21 0-1 0,1 0 0 0,-2 1-5 16,0 1 3-16,3-2-3 0,-1 1 1 0,2 3 2 0,1-2-1 15,2 0 0-15,2 2 4 0,1 2-1 16,3-2 3-16,5 6 1 0,0-3 1 0,1 3-1 16,6 0-2-16,-1-2 0 0,1 0 2 0,1 3-5 15,1-1-1-15,-2-2 2 0,0 1 0 0,-6-1-4 0,1-4 1 16,-4 2-2-16,-2-3 0 0,0 1 0 0,-2 0 0 16,-3-3 5-16,-2 1 8 0,0-4 7 15,-7 9 1-15,0-6 12 0,-4-1-1 0,0 2 3 16,-1-3 3-16,-4 2-2 0,2-2 1 0,-1 0-1 15,0-1 1-15,3 0 0 0,1 1 0 0,-1-1 7 0,5-1 14 16,-1 1 9-16,8 0-1 0,-10-3-1 0,7 1-13 16,3 2-7-16,3-6-13 0,-3 6-10 0,13-10-19 15,-1 8-15-15,4-5-18 0,4-2-12 16,2 4-20-16,8-6-18 0,0 1-12 0,4-3-16 16,-5 2-16-16,2-2-1 0,4 1 12 0,-5 2 9 0,0-3 13 15,-7 1 14-15,-5 4 8 0,-3-1 29 0,-2 2 28 16,-3 1 23-16,0 1 10 0,-4 0 7 0,-4 1 3 15,0-2 5-15,-2 2 0 0,-4 0 9 16,0 2 3-16,-2-3 9 0,-3 2 5 0,1 4 1 0,-4-1 14 16,1 5-13-16,-1-1 6 0,-3 0-3 0,5 2-8 15,-2 1-8-15,1 0-7 0,0 3-1 0,2-2-3 16,2 1 9-16,3 2-2 0,1-2-15 16,6 3-7-16,0 0 7 0,-1-1-5 0,9 3-1 15,4 1-19-15,4-3-36 0,10 5-59 0,3 0-83 0,7-6-116 16,3 1-326-16,12-5-662 0,-9-3 293 0</inkml:trace>
  <inkml:trace contextRef="#ctx0" brushRef="#br0" timeOffset="4230.26">9545 1602 285 0,'12'-13'370'0,"3"2"-25"16,-3-1-10-16,2-1-4 0,-5 5-10 0,0 0-7 0,-5 1-11 15,5 1-8-15,-3 2-31 0,-1-1-26 0,-1 3-29 16,-1-1-26-16,-3 3-15 0,12 3-22 0,-7 0-16 16,1 5-10-16,2 2-13 0,-2 7-12 0,3 2-5 15,-1 7-15-15,-1 3-2 0,0 2-5 0,-2-1-7 16,2 5-5-16,0 1-4 0,0 4-4 0,2 7-9 16,-1-10 6-16,-1-2-10 0,7-1 0 0,-3 2-15 15,-2-3-22-15,2-3-13 0,-3-2-23 0,3-1-38 16,-4-8-31-16,1-1-23 0,-1-7-34 0,-2 3-47 15,1-6-46-15,-3-1-54 0,6-2-71 0,-6-4-213 16,2-1-642-16,-5 0 284 0</inkml:trace>
  <inkml:trace contextRef="#ctx0" brushRef="#br0" timeOffset="4495.87">10044 1627 355 0,'1'-4'341'0,"-1"4"-27"16,2-7-28-16,-2 7-22 0,0-5-33 0,0 5-29 15,0 0-24-15,0 0-16 0,0 0-14 0,0 0-16 16,4 16-15-16,-4-13-9 0,5 12-12 0,-4-4-9 16,2 6-8-16,0 2-7 0,1 6-7 0,0 2-5 15,0 0-11-15,2 3 13 0,-2-5-13 0,1 4-6 16,1-1-10-16,-1-8-19 0,-1 1-14 0,2 5-21 15,-3-5-26-15,-1-2-29 0,-2 0-27 0,0 0-33 16,0-6-30-16,0 0-30 0,0-1-30 0,-5-4-25 16,1-1-137-16,-2-1-420 0,-1-2 186 0</inkml:trace>
  <inkml:trace contextRef="#ctx0" brushRef="#br0" timeOffset="5058.34">9845 1968 31 0,'-4'-2'251'0,"-2"-3"7"15,2-2 0-15,-1 3 8 0,1 3-13 0,3-1-9 16,1 2-23-16,-3-8-22 0,3 8-21 0,7-5-17 0,-1 5-20 16,0-3-12-16,4 1-9 0,8 0-16 0,2 2-10 15,3 0-9-15,5 0-5 0,1 2-11 16,2-1-7-16,2 1-5 0,1-2-11 0,-3 2-17 16,2 0-6-16,-2 2-16 0,-1-1-10 0,0-3-10 15,-12 1-8-15,4 2-3 0,-2-3 0 0,-6 1 1 0,-1 0 0 16,-2 0-6-16,-4 1 7 0,1-2 0 0,-3 1 1 15,-5-1-1-15,9 1 5 0,-9-1 1 16,0 0 1-16,0 0 1 0,0 0 3 0,0 0 2 16,0 0-4-16,0 0 4 0,0 0 1 0,0 0 2 0,0 0 20 15,0 0 9-15,0 0 10 0,-22-4 13 0,22 4 10 16,0 0-5-16,0 0-2 0,0-3-6 0,0 3 0 16,7-7-7-16,-3 5-2 0,1-2-2 15,1 0-1-15,0 0 8 0,4-2 0 0,-1 5 2 0,4-5 0 16,-4 4 3-16,2-1-11 0,-3 1-1 0,2-1-4 15,-2 2-2-15,0 0-5 0,-2 1-5 0,3 1-4 16,0 1-3-16,-3 1 0 0,2 1 2 0,1 4-7 16,1-1 3-16,-3 2 5 0,0 3-9 0,5 3 11 15,-8 3-11-15,7 0 1 0,-3 8 3 0,4-2-5 16,-2 2 10-16,2 2-11 0,0 0-1 0,1 1 1 16,0 2 0-16,1-5-5 0,1 2 0 0,-2 0 20 15,-3 1-13-15,3-3-2 0,-3 1 2 0,0-2-1 16,-4-5 4-16,-2-1-3 0,1-1 10 0,-4-6 4 15,-4 6 14-15,-1-5 36 0,-5-4 27 0,-4 2 18 16,-7-5-2-16,1 2 3 0,-4-4-9 0,-11-6-7 16,1 0-11-16,-1-5-6 0,0 1-6 0,4-5-11 15,0 3-15-15,3-7-29 0,8 5-33 0,4 0-43 16,4-1-57-16,3-5-60 0,1 1-72 0,4-2-85 16,8-2-87-16,0-2-210 0,6-8-679 0,11-3 300 15</inkml:trace>
  <inkml:trace contextRef="#ctx0" brushRef="#br0" timeOffset="5324.08">10806 1908 45 0,'0'0'263'0,"0"0"-28"15,0 0-27-15,0 0-11 0,1 13-5 0,0-5 1 16,2 2-6-16,1 1-15 0,-2 7-6 0,3 0-2 15,0 3-18-15,-1 8-13 0,5-3-10 0,-4 3-13 16,2 1-9-16,1-3-12 0,0 4-8 0,-1 0-6 16,0 0-9-16,2 1-4 0,-6 1-3 0,3 1-8 15,0-5-5-15,0 1-7 0,-5-4 0 0,2-4-11 16,-2-1-16-16,5-2-14 0,-5-5-25 0,-1 3-22 0,1-6-27 16,-2-2-28-16,1-3-24 0,0 1-15 15,1-3-32-15,-1-4-30 0,0 0-22 0,0 0-131 16,0 0-387-16,-4-16 170 0</inkml:trace>
  <inkml:trace contextRef="#ctx0" brushRef="#br0" timeOffset="6074.01">10811 2010 14 0,'-4'-11'295'15,"0"0"-6"-15,0 2-8 0,0-3-13 0,0 3-3 16,4-2-16-16,-3 2-19 0,3 1-15 0,0 0-21 15,4-1-14-15,1 0-25 0,4 1-16 16,-4 3-19-16,3-1-13 0,4 2-8 0,2 0-9 0,1 3-8 16,4-2-12-16,0 2-8 0,-1 4-6 0,2 1-7 15,1 2-6-15,-4 0-6 0,2 2-5 0,-3 1-13 16,0 2-5-16,1 1-7 0,-7 0-9 0,-2-3-5 16,3 5-4-16,-6-1-9 0,-1-2-6 15,0 2 1-15,-2-2-3 0,-2 1 0 0,-4 0 2 0,0-1 4 16,-3 1 1-16,-3-4 4 0,-2 4-1 0,-3-1 0 15,3 1 3-15,-1-4-3 0,-3 1 1 0,-3-4 0 16,7 1 0-16,-4 1 2 0,5-3-1 0,0-2 8 16,0-1-2-16,4 1 2 0,-1-1 1 0,4 0-2 15,4-1-1-15,0 0-5 0,-4-4-8 0,4 4-11 16,0 0-5-16,14-10-9 0,-5 2-8 0,6-2 2 16,-1 5-2-16,6-1 1 0,7-7-6 0,-7 3 4 15,1 0-4-15,5-1-6 0,2-2-4 0,-2-4-22 16,6 5-8-16,-7-3 6 0,0-1 9 0,0 1 9 15,-7 3 4-15,0-2 9 0,-2 1 4 0,-6 3 28 16,-3 1 20-16,2 1 10 0,-3-2 13 0,-5 4 1 16,-1-1 6-16,0 1-4 0,-4-2 10 0,0 3-5 15,-4 2 1-15,0-1-3 0,-1 1-1 0,-2 1 4 16,-1 4-2-16,0-4-3 0,1 5-3 0,-1 1 0 16,4-1 0-16,-1-1 1 0,2 3-3 0,0 0 2 15,3 1-3-15,-1 0 1 0,3-1-2 0,2 0 2 16,1 2 0-16,3-1 6 0,-1 1-4 0,8-2-1 15,-2 2-2-15,5-2 5 0,5 2-1 0,3-2-3 16,-6-3-1-16,7 1 0 0,1 2-3 0,-4-3-7 16,4-2 10-16,-1 1-5 0,-1 0 1 0,0-2-4 15,-6 2 4-15,6 0 13 0,-7 1 10 0,-6-1-2 16,3 0-3-16,1 3-6 0,-5-4-2 0,2 5-2 16,-4-1-1-16,-2-1 0 0,6 4-4 0,-6-2-3 15,3 2 9-15,-2-1-9 0,-2 0-2 0,1 1 2 0,-1 3 1 16,-2-1-1-16,1-3-2 0,-2-1 3 0,0 1-7 15,-2 0 5-15,1-2 0 0,1 1 16 16,-3-1 25-16,3-4 35 0,0 6 27 0,0-6 39 16,0 0-2-16,0 0-2 0,0 0-3 0,0 0-1 15,-7-13-5-15,7 6-6 0,0-1-15 0,0-2-4 0,-1-2-12 16,2 1-8-16,-1-1-12 0,3-2-7 0,1-2-20 16,0 3-14-16,2-4-19 0,-1 6-71 15,6-5-40-15,-7 5-51 0,4 1-69 0,-1-1-84 16,1 5-298-16,-2-1-646 0,-1 3 286 0</inkml:trace>
  <inkml:trace contextRef="#ctx0" brushRef="#br0" timeOffset="6605.24">11993 1870 67 0,'8'0'280'0,"-8"0"-31"0,11 3-21 16,0 4-23-16,-3 1-7 0,0 0-6 0,1 10-11 15,1 0-4-15,-3 3-2 0,1 11-11 0,-1 0-17 16,2 2-8-16,-3 2 2 0,5 13-24 0,-10-12-4 16,4 0-4-16,1 0-12 0,-2 2-4 0,6 12-11 15,-7-12-5-15,1-4-11 0,0 1-4 0,1 1 2 16,0-2-1-16,0-3-16 0,-1-5-5 0,0 1-7 15,0-10-23-15,-3-1-22 0,1-7-41 0,-2-1-28 16,-2-3-25-16,1 1-67 0,1-6-80 0,0-1-242 16,0 0-534-16,-14-12 237 0</inkml:trace>
  <inkml:trace contextRef="#ctx0" brushRef="#br0" timeOffset="6980.29">12075 1885 197 0,'0'-12'352'0,"1"1"-20"16,-1-1-12-16,4 3-17 0,0-2-22 0,1 1-17 15,0 3-21-15,-4 1-21 0,7 2-24 0,-4-1-22 16,2 0-18-16,2 2-17 0,3 1-15 0,-2 2-13 0,6 1-12 16,-1 3-12-16,2 0-8 0,2 5-11 15,2-2-5-15,-1 5-9 0,6 2-8 0,-6-1-14 16,4 3-28-16,-8 0-18 0,3-2-13 0,-2-1-13 15,-1 2-11-15,-3-3-12 0,-6 0-7 0,0 1-4 0,-2 0-5 16,-1-3 7-16,-4 0 5 0,-2 1 6 0,-6-3 7 16,-1 2 4-16,-5-3 3 0,-1 2 6 15,-7-5 5-15,1 1 8 0,-1-2-2 0,-6 1 3 16,8-4 3-16,1 0 3 0,1 0 3 0,7 0 5 0,0 0 14 16,4-2 4-16,2 0-5 0,3-1 3 0,3 3-10 15,0-6-18-15,0 6-17 0,13-9-33 0,7 2-24 16,-1 3-11-16,13-3-13 0,-2 0-13 15,2 3 0-15,6-3-11 0,-1-1-15 0,2 0-3 16,-2 0-11-16,2-1-103 0,-2-2-298 0,1 4 132 0</inkml:trace>
  <inkml:trace contextRef="#ctx0" brushRef="#br0" timeOffset="7527.15">12651 1922 858 0,'21'-8'-33'0,"-4"1"44"15,-7 3 29-15,2-1 16 0,-5-2 15 0,-3 2 9 16,-2 0 21-16,-2 1-2 0,-2 0 1 0,-5-1 5 16,-1 3 4-16,-4 0 3 0,-2-1-3 0,-2 2-4 15,-6 1-3-15,3 0-5 0,-2 2-7 0,1 3-5 16,1-1-8-16,0 2-5 0,4 1-11 0,-2 2-5 15,6 0-7-15,1-2-3 0,-2 4-1 0,5-1-6 16,-1 0 4-16,4 2-8 0,-1-1-3 0,3 2-8 16,2-3 2-16,4 2 3 0,2-1-5 0,-1 0-2 15,2-4 0-15,4 2-13 0,1-2-7 0,0-2-11 16,7 0-11-16,-5-5-10 0,1 4-15 0,1-6-10 16,-1 1-13-16,4-5-10 0,0-1-10 0,-3-1-3 15,-3 2 11-15,4-8-4 0,-4 2 8 0,-1-3 5 16,-1-1 6-16,-3 0 9 0,2 1 14 0,-1 0 24 15,-4 2 19-15,-3 1 16 0,2 2 17 0,-1-2 14 16,-2 5 11-16,3-2 8 0,-4 1 7 0,0 4 0 16,0-1 1-16,0 0-5 0,0 5-8 0,0-5-6 15,2 1-10-15,-2 4-7 0,0 0-5 0,0 0-3 16,0 0-2-16,0 0-3 0,0 0-2 0,0 0-5 16,2 18 0-16,1-13-1 0,5 4 2 0,0 0-3 15,-1-1 2-15,5 1-3 0,2 4 4 0,-2-1-11 16,3 1 4-16,7 6-5 0,-9-6 2 0,5-1-4 15,-4 2 1-15,1 0-1 0,2-2 0 0,-2 5-1 16,-1-4-1-16,2 1-1 0,-5-2 4 0,0-2-7 16,-3-1 1-16,0 0 8 0,-1 2-10 0,-1-7-1 15,-4 3 2-15,1-1 0 0,0-2-1 0,-3-2 10 16,0-2-7-16,-4 5 1 0,1 0 8 0,3-5 11 16,-12-2 11-16,12 2 9 0,-15-4 9 0,5 0 12 15,1 2 17-15,-2-3 10 0,3-3 3 0,2 2 3 0,-1-4 0 16,-1 2 0-16,4-2-14 0,4-2-6 15,0 0-17-15,0 1-14 0,4-1-14 0,7-5-24 16,1 1-31-16,0 2-22 0,11-5-31 0,1 2-31 16,3 3-26-16,-3 0-24 0,-3 4-35 0,13 1-17 15,0 0-32-15,1 1-12 0,-1 2-13 0,-1 2-152 0,0 1-454 16,-1 2 202-16</inkml:trace>
  <inkml:trace contextRef="#ctx0" brushRef="#br0" timeOffset="9495.83">13534 1883 19 0,'0'0'133'0,"0"0"6"0,-16-8 11 0,5 6 8 16,-4 1 6-16,5 0-2 0,-6-2-2 0,-2 1-7 16,-5 2-2-16,4-2 0 0,-1 0-12 15,-5 5-11-15,-3-2-12 0,6 0-12 0,1 2-8 0,1 2-9 16,1 0-11-16,3 3-5 0,-4-2-7 0,8 2-8 16,2-2-5-16,2 6-6 0,-1-3-5 0,4 0 2 15,3 0-3-15,-3 2-5 0,5-3 0 0,7 4-6 16,-2-4 0-16,4 0-5 0,0 0-7 15,3-2-10-15,6-1-3 0,1 2-15 0,1-5-3 0,0 0-14 16,1-4-2-16,1-1-7 0,-3-1-7 0,0 1-1 16,3-5 8-16,-10 2 2 0,6-4 3 0,-3 1 3 15,0-3 4-15,-3-1 2 0,-5 3 9 0,1-2 13 16,0 1 13-16,-3-1 11 0,0 1 16 0,-4-1 15 16,0 1 14-16,2 1 15 0,-3 2 14 0,-3 1 7 15,3 0 8-15,-1 0 12 0,-3 2-29 0,1-1-7 16,0 1-13-16,-1 1-11 0,3 1-2 0,1 3-8 15,0 0-7-15,-11 0-1 0,11 0-7 0,-7 5-7 16,6 1 0-16,-2 0-1 0,0 3-9 0,2 0 0 16,1 1 3-16,0 2-6 0,3-1-6 0,-2 1-4 15,6-2-6-15,-3 3-8 0,2-2-14 0,0 0-11 16,2-1-16-16,-1 2-16 0,4-6-10 0,1-1-14 16,-3 0-31-16,4-3-11 0,-2 3-7 0,0-4 9 15,2 0-15-15,-3-2 5 0,5 0 1 0,-4-2 12 16,1-5 16-16,0 2 24 0,-2 1-4 0,2-3 18 15,0-5 16-15,-5 4 26 0,3-2 20 0,-1 0 36 16,-2 1 31-16,0 0 18 0,-3 0 12 0,2 1 17 16,-1 1 10-16,-4 0 12 0,3 3 9 0,-2-1 2 15,0 0-2-15,1 3-16 0,-2-1-11 0,-1 4-10 16,0-4-14-16,0 4-12 0,3-5-9 0,-3 5-11 16,0 0-5-16,0 0-7 0,-1 13 0 0,1-6-3 15,1-2 0-15,-1 2-6 0,0 2-2 0,0 1-4 16,3 1-1-16,-3-1-5 0,4 0-3 0,-1 0-12 15,2 1 18-15,-2-1-22 0,-2-4-3 0,7 2-8 16,-4-1 4-16,3 0-2 0,1-2 0 0,-2 0-2 0,2 1 1 16,3-4 1-16,-4-1-1 0,2 1 4 15,-2-5 0-15,5 3-4 0,-4-2 5 0,3-4 9 16,-2 1-9-16,1 1-1 0,0-5 3 0,-2 3 9 16,0-3-11-16,-1 1-3 0,-3 1 8 0,2-1 5 0,-2 3 7 15,-3-2 4-15,3 2 10 0,0-1-12 0,-1 2 2 16,-2-1-6-16,0 2-3 0,-1 3-6 15,3-5 3-15,-3 5 0 0,0 0-1 0,0 0-5 16,0 0-1-16,0 0 0 0,-8 17-12 0,8-11-3 0,-4 1 1 16,4-1-4-16,0 4 10 0,4-2-10 0,-3 2 1 15,-1 0-6-15,4 0 4 0,1-4 3 0,0 3 2 16,2-3-1-16,-2-1 0 0,7-1 3 16,-6 0 0-16,2-3 6 0,0 0 5 0,-1-1-5 0,5-1 13 15,-5-2-11-15,0 1 1 0,1-3 4 0,-4 0-4 16,6-3 1-16,-4 2-2 0,0 0 9 0,-1-2 3 15,-1 0 10-15,3-4-4 0,-1 4 11 0,-5-2-4 16,-1 0 4-16,4 0 5 0,-3 5-1 0,2-1 3 16,-3-2-2-16,0 4-6 0,0 0-1 0,0 4 0 15,0-7-3-15,0 4-3 0,0 3 0 0,-3-7-10 16,3 7-7-16,0 0-1 0,0 0-10 0,0 0 1 16,0 0-3-16,0 0-3 0,7 14 1 0,-7-11-6 15,6 1 2-15,-5 2-6 0,6 1-8 0,1-1-1 16,-4 3-1-16,7-1-3 0,-3-1-12 0,4 1-8 15,1-1 5-15,4-1-9 0,-6-1-2 0,4 2-5 16,-3-5-1-16,-1 1 5 0,4-2 5 0,-5 0 0 16,3 0 5-16,-2-3 5 0,0 1 7 0,-2-2 3 15,4-1 8-15,-8-1 1 0,4 1 3 0,0-5 7 16,-4 3 7-16,4-3 1 0,-2 1 6 0,2-2 6 16,-4 2 11-16,2-2 9 0,-3 1 13 0,-1-1 4 15,0 2 18-15,-2-2 6 0,-1 2 3 0,0 2 0 16,0-2-1-16,0 1-3 0,0 2-14 0,0 1-1 15,-4-3-1-15,3 3-9 0,-5 2-6 0,6 2-2 16,-11 0-3-16,11 0 0 0,-12 6-8 0,4 2 0 16,1 0 0-16,0 3-1 0,1-2-3 0,0 3-2 15,2-2-2-15,0 3-4 0,3-1-3 0,1 0-4 16,0 0-3-16,2 1-2 0,1-1-1 0,3 0-4 16,4-2-2-16,1 0-7 0,7-2-14 0,-2 2-16 15,3-5-12-15,0-1-13 0,0-3-8 0,7-1-12 0,-5-3-9 16,2 0-4-16,1-1-1 0,-4-4-2 15,1 2 3-15,1-3 4 0,-2 0 8 0,-3-5 3 16,0 1-1-16,0 0 11 0,-3-3 7 0,0 1-16 16,-1-9 16-16,-4 4 4 0,-4-2 23 0,2-3 12 0,-3-4 21 15,-4 1 16-15,0 1 13 0,0 0 21 0,-2-1 14 16,2 8 26-16,-2-7 44 0,-1 1 15 16,2 7 21-16,-2 1 9 0,2 1 3 0,0 0-5 15,-2 4 9-15,1 1 6 0,1-2-8 0,0 4-4 0,-1 4-9 16,-1-4-12-16,3 5-10 0,-5 2-14 0,4-3-13 15,1 2-15-15,0 4-12 0,-3-3-4 0,3 3-12 16,0 0-8-16,0 0-23 0,-7 15 15 0,6-2-4 16,0-3-2-16,-2 6-9 0,3 0 2 0,-2 5 1 15,2-1-4-15,2 8-3 0,-1 0 2 0,3-1-9 16,2 5-1-16,-2 0-4 0,5 1 0 0,-5-3-8 16,3 2 0-16,4-4-22 0,1 1-6 0,1-4-19 15,-1-1-12-15,1-1-16 0,1-6-17 0,-2-3-19 16,3 0-17-16,-3-4-11 0,1 0-17 0,4-4-16 15,-3-4-8-15,1 2-1 0,-1-1 11 0,0-3 14 16,0-3 13-16,5-1 14 0,-7 2 14 0,3-4 11 16,2-5 7-16,0 1 10 0,-3 0 21 0,-2-2 23 15,-4 3 23-15,2-1 25 0,-6 0 13 0,3 2 20 16,-3 0 8-16,0 0 7 0,-3-2 5 0,-2 3-4 16,1-1 0-16,-3 2-4 0,2-1-8 0,-4 2-4 15,-1 2-2-15,3 1-7 0,-2-1-2 0,-1 2-5 16,6 1-4-16,-12-2 5 0,12 2-10 0,-11 6-1 15,10-4 0-15,-2 3 1 0,2-2-3 0,1 5 1 16,1-3-2-16,2 0 4 0,2 0-4 0,0-1-1 16,5 3-1-16,1-1 0 0,-3 0-1 0,7-2-1 15,3 1 3-15,1 2-6 0,1-4 0 0,-2 2 0 16,-2 0 0-16,2-2-3 0,-6 1-1 0,1-3-1 16,-4 3 0-16,2-3-3 0,-6 2 2 0,2 1-2 15,-1 1-2-15,0-4 2 0,-3 6-3 0,-2-3 0 16,1 3 1-16,-5-2 2 0,3 0 1 0,-3 3-3 15,-2-3 2-15,1 2 1 0,-3-2 4 0,3 1-3 16,-3-2 1-16,1 1-1 0,-1 2 3 0,0-6-2 16,0 2 3-16,1-3 4 0,1 1 17 0,5-1 14 15,-8-3 12-15,8 3-5 0,-7-5-1 0,6-2-5 16,2 1-12-16,1-1 8 0,3-6-7 0,1 1 2 16,7 1-9-16,-2-5 6 0,5 0-7 0,6-2-2 15,1-3 7-15,3 3-15 0,1 0 0 0,3 0-6 16,-3 1-2-16,3 1 0 0,-5 2 4 0,-1-3 0 15,-5 6-5-15,-4 1 10 0,-1 3-1 0,-6 2 0 16,2 0-11-16,-4 2 9 0,-2 0-5 0,2 0 5 0,-3 2-8 16,-3 1-1-16,0 0-6 0,5 10 4 15,-2-6-1-15,-3 2 5 0,0 1-4 0,1 1-6 16,-1 2 8-16,2-1-4 0,-1-2 3 0,0 6 0 16,2-6 6-16,-1 0 0 0,1 5 0 0,4-3-1 0,-3 1 1 15,3 0 0-15,-1-1 0 0,0 0-3 0,-2-2-2 16,-1-1 3-16,1-2 3 0,0 1-5 15,-2-3-21-15,0 1-18 0,1 1-19 0,-3-4-18 16,2 2-28-16,-2-2-42 0,0 0-55 0,0 0-53 16,0 0-250-16,-24-9-544 0,12 3 241 0</inkml:trace>
  <inkml:trace contextRef="#ctx0" brushRef="#br0" timeOffset="9683.32">15172 1569 197 0,'-3'-5'493'0,"0"-1"-10"16,2 0-21-16,2-1-32 0,3 0-49 15,2-4-37-15,1 1-32 0,-1-1-26 0,4 1-31 16,-2 0-28-16,2 3-21 0,-1-2-26 0,3 4-52 0,2-1-57 16,-2-2-68-16,-1 6-93 0,-1-1-77 0,0 1-87 15,4 3-98-15,-6-2-248 0,2 2-649 0,-5 0 288 16</inkml:trace>
  <inkml:trace contextRef="#ctx0" brushRef="#br0" timeOffset="11262.89">16182 1547 289 0,'-4'-8'344'0,"3"2"-20"16,-2 0-9-16,2-1-19 0,-2 1-15 0,2 0-33 15,1-1-23-15,1 2-26 0,2 1-20 0,-2-2-22 16,3 3-18-16,7 0-16 0,-3 2-12 0,7 1-16 15,4 1-14-15,0 4 36 0,5 0-15 0,-3 1-9 16,6 4-8-16,-6 0-4 0,-3 0-5 0,0 2-16 16,0 0-8-16,-3 1-8 0,-4 0-4 0,3 0-7 15,-9-3-2-15,3 3-3 0,-5-1-1 0,0-2-3 16,-3 2-10-16,-3 0 2 0,0 0 4 0,-5 4-22 16,0-3 18-16,-6 1 1 0,2 1-4 0,-6-1 3 15,5-2-4-15,-5 0-2 0,2-1-4 0,-1 0 5 16,2 3-12-16,1-4 11 0,1 2-2 0,1-3 1 15,3 1-5-15,0 0 0 0,1 1-11 0,4 0-12 16,-4 0-18-16,5 1-15 0,3 1-38 0,3 0-36 16,1-2-57-16,4 1-69 0,4 3-91 0,-1-5-220 15,4 6-609-15,-1-2 270 0</inkml:trace>
  <inkml:trace contextRef="#ctx0" brushRef="#br0" timeOffset="11591.01">16263 2275 95 0,'-5'2'216'15,"5"-2"-19"-15,-4 5-8 0,4-5-16 0,-5 3-12 16,0-1-16-16,3 1-13 0,2-3-14 0,-5 6-10 15,2-2-12-15,3 0-3 0,0 0-13 0,0-4-5 16,0 8 1-16,4-5 6 0,0 1 3 0,0-3 0 0,2 2-4 16,3 0-7-16,-1-1 0 0,3 0 6 15,1-2 9-15,-2 0 9 0,-3 0 8 0,1-2 8 16,-8 2 0-16,14-4 4 0,-6 2 5 0,-4-1 9 16,0-1-25-16,-1 1 3 0,-1-3-2 0,-2 2-11 0,0-1-6 15,-2-1-20-15,0 2-6 0,-2-1-21 0,-1 1-13 16,-2-2-58-16,0 2-39 0,-1 0-53 0,-4 0-66 15,4 0-95-15,-5 4-296 0,0-1-624 16,0 0 276-16</inkml:trace>
  <inkml:trace contextRef="#ctx0" brushRef="#br0" timeOffset="23408.71">4435 3455 309 0,'-7'-1'298'15,"3"-1"-24"-15,4 2-18 0,-12 2-20 0,2-1-32 0,2 4-22 16,0-2-18-16,-3 1-21 0,6 2-11 0,-1-1-13 16,2 4-15-16,-4 2-10 0,1 0-22 0,3 3-5 15,-1 1-9-15,0 2-5 0,4-4-6 16,2 1-1-16,1-2-5 0,1 3-6 0,6-1 0 0,-3 1-1 15,4-1-8-15,-1-2 2 0,7-5-1 0,-1 4-1 16,1-6-5-16,6 3-2 0,-2-3 3 0,1-4-5 16,2-1 3-16,-3-1-1 0,-2-5-1 0,1 1-4 15,-3 1 10-15,-2-2 12 0,-2-2 16 0,6 1 16 16,-11-4 20-16,0 4 15 0,1-6-4 0,-3 2 1 16,-4-2 3-16,4 0 8 0,-7-5-2 0,-1 5-3 15,-1 0-12-15,0 3-5 0,-7-7-6 0,5 6-8 16,-4-2-4-16,-1 2-5 0,-1-3-15 0,1 6-8 15,-1 0-2-15,1 2-10 0,-4 2-13 0,1 1-39 16,2 3-24-16,-3 2-48 0,4 0-38 0,-4 1-26 16,3 1-24-16,1 5-25 0,2 0-37 0,2 1-44 15,4 1-40-15,-1 1-212 0,3 2-583 0,2-2 258 16</inkml:trace>
  <inkml:trace contextRef="#ctx0" brushRef="#br0" timeOffset="23705.58">4846 3532 20 0,'0'0'170'0,"8"16"-3"0,-7-7-2 0,2 2-10 16,1 4-10-16,1 2-5 0,0-1-5 0,-3 3-16 0,6 10-5 15,-2-4-12-15,2 3-11 0,-1-1-6 16,-3 1-10-16,0 0-4 0,5-1-8 0,-5-7-5 16,3 8-4-16,-3-8-6 0,-1 1-3 0,4-2-5 15,-2 1-2-15,-2-2-2 0,1-1-5 0,-4-3 1 0,2-1-5 16,-1-3-3-16,-1 2 0 0,4-2-3 0,-4-3-5 16,0-2 2-16,0-2-5 0,0 1-8 0,0-4-44 15,0 0-39-15,0 0-39 0,0 0-35 0,0 0-41 16,-8-12-102-16,5 2-319 0,0 0 140 0</inkml:trace>
  <inkml:trace contextRef="#ctx0" brushRef="#br0" timeOffset="24002.44">4855 3593 122 0,'-1'-10'292'0,"-3"0"-10"15,3 0 3-15,-4 2-8 0,4 0-6 0,1 2-7 16,-3-2-16-16,3-2-16 0,0 3-17 0,0-2-20 15,3 5-16-15,0-5-27 0,1 3-16 0,1 1-9 16,1-2-17-16,3 1-16 0,-1 3-5 0,3-1-11 16,7 1-3-16,-2 3-11 0,-2-2-11 0,1 6-5 15,3 1-6-15,-5-3-8 0,3 4-5 0,-1 2-10 16,-1 1-17-16,-3 0-7 0,2 2-6 0,-3 1-2 16,-1-2-8-16,-3 3-2 0,-2-3-3 0,0 4 0 15,-4-1 3-15,0 4 0 0,-5-1 0 0,-1-4 4 16,-7 5 2-16,3-5-1 0,-5 2-8 0,1-1-6 15,-6-1-19-15,2-2-23 0,-1-2-21 0,0 1-31 16,0-4-35-16,5 0-36 0,5-3-44 0,1-2-220 16,-3-1-499-16,3 0 221 0</inkml:trace>
  <inkml:trace contextRef="#ctx0" brushRef="#br0" timeOffset="24361.8">5164 3168 12 0,'0'-3'347'0,"0"3"-8"0,1-9-5 0,-1 6-5 15,2-1-8-15,-2 4-9 0,0 0-19 16,-2-7-25-16,2 7-27 0,0 0-27 0,0-6-26 0,0 6-25 15,0 0-21-15,0 0-16 0,0 0-15 0,0 0-13 16,-8 16-7-16,7-8-15 0,1 3-3 0,-4 3-4 16,1 2-7-16,-1 3-9 0,1 1-3 0,-1 6-4 15,3-5-14-15,-1 7 4 0,2 1 2 0,-1-3-10 16,4 0 0-16,-2-4-2 0,2-2-3 0,1 0-1 16,-1 0 0-16,2 0-1 0,4-4 10 0,0 0-19 15,0-1-4-15,2-7-10 0,0 2-5 0,3 0-18 16,-1-2-27-16,1-5-29 0,1 1-38 0,-2-3-51 15,4 1-56-15,-1-6-67 0,0 0-58 0,-3 0-210 16,0 0-606-16,-5-3 269 0</inkml:trace>
  <inkml:trace contextRef="#ctx0" brushRef="#br0" timeOffset="24549.3">5119 3359 64 0,'0'0'279'0,"-10"-3"-14"0,10 3-16 0,-5-1-6 16,5 1-12-16,0 0-18 0,0 0-18 0,-6-1-22 16,6 1-15-16,0 0-19 0,0 0-18 0,14-7-10 15,-3 5-24-15,0 1-44 0,3-1-56 0,0 1-72 16,6-1-71-16,-1 0-60 0,-6 2-135 0,6 1-379 16,0 0 169-16</inkml:trace>
  <inkml:trace contextRef="#ctx0" brushRef="#br0" timeOffset="24830.54">5500 3465 67 0,'0'0'299'0,"0"0"-21"0,0 0-19 0,0 0-21 0,0 0-20 15,0 0-23-15,0 0-21 0,8-13-17 16,-8 13-13-16,5-2-17 0,1-1-11 0,2 2-15 0,-8 1-14 16,15-1-12-16,-8-3-23 0,5 2-32 0,0 0-46 15,-2 1-49-15,5-2-37 0,-3 2-47 0,1 1-41 16,-3-3-140-16,-2 3-367 0,4 0 163 0</inkml:trace>
  <inkml:trace contextRef="#ctx0" brushRef="#br0" timeOffset="25481.86">5832 3419 210 0,'-3'-5'286'0,"6"-3"-3"16,-2-2-14-16,1 4-11 0,0-6-15 0,1 2-11 15,-2-2-13-15,0 2-11 0,1-2-15 0,-1 1-12 16,-1 0-10-16,3 1 6 0,0-1-24 0,0 4-9 15,-2-3-4-15,3 2-15 0,-4 0-11 0,0 1-4 16,0 1-8-16,0-1-6 0,0 2-1 0,0 2-8 16,0 3-13-16,0-8-6 0,0 8-4 0,0-5-10 15,0 5-9-15,0-5-7 0,0 5-17 0,0 0 1 16,0 0-16-16,0 0-3 0,0 0 0 0,0 0-1 0,0 0 1 16,9 10 3-16,-7-4-3 0,0 3 1 0,0-1-8 15,1 2-1-15,1 3-2 0,-2 0 4 16,3 0-2-16,0 3-2 0,3 2 0 0,-5 1-7 15,1-2 1-15,0 1-4 0,1 0 1 0,1-2-6 0,0 1-4 16,0 0-4-16,-2 0 0 0,-3-4-2 0,5-2 3 16,-2 2 8-16,-1-3-4 0,-2 1 4 15,2-1-1-15,-2 1 2 0,2-4 4 0,-3 0 0 16,1-1 7-16,-1 1-9 0,0-4 5 0,0 3 3 0,0-2-4 16,-1 1 6-16,-3-3 0 0,1 2 3 0,-1-1-7 15,-1-1 8-15,-1 0-1 0,-2-1 2 0,-1 1 0 16,-1 0 3-16,-1 0-6 0,0-1 5 0,2 1 3 15,0-1-1-15,0 1 3 0,1 1 1 0,1-1-4 16,-1-1 0-16,3 3 3 0,5-4-4 0,-10 0 0 16,4 1-2-1,6-1 6-15,-5 2-3 0,5-2 0 0,-3 3 2 16,3-3 6-16,0 0 3 0,0 0 11 16,13 2-14-16,-5-2 4 0,5 0 2 0,1-1-1 0,5 0-5 0,0-2 0 0,1 2-3 15,-1 0 3-15,1 0-2 0,-1-2-7 0,-1 2 8 16,-4 0-37-16,-1-1-41 0,0 2-36 0,-5 2-59 15,1-2-59-15,-3-2-55 0,0 4-268 0,-6-2-592 16,4 2 261-16</inkml:trace>
  <inkml:trace contextRef="#ctx0" brushRef="#br0" timeOffset="26153.73">6478 3569 224 0,'-3'-1'389'16,"3"1"-25"-16,0 0-35 0,-4-4-29 0,4 4-31 16,0 0-27-16,0 0-25 0,0 0-21 0,0 0-28 15,0 0-21-15,0 0-11 0,0 0-11 0,0 0-17 16,-7 6-13-16,7-6-10 0,0 6-12 0,0-1-7 16,0-5-9-16,4 8-9 0,-2-5-3 0,3-1-10 15,-2 2-2-15,1 0-6 0,3-1-6 0,-2-2-8 16,-1 2-17-16,4-2-13 0,-2-1-11 0,-6 0-4 15,12 0-15-15,-8-3-11 0,2 2-18 0,-5-3-8 16,3-1-9-16,-3 1-8 0,1-1-12 0,-2-1 1 16,-3-1-5-16,-1-4-9 0,-2 0-5 0,1 0-16 0,-2-4-12 15,-4-3-16-15,3 1-14 0,1 0-146 16,-2 2-360-16,2-1 159 0</inkml:trace>
  <inkml:trace contextRef="#ctx0" brushRef="#br0" timeOffset="26466.21">6385 3344 90 0,'0'0'203'0,"0"0"-9"0,0 0-13 0,0 0-15 15,0 0-13-15,-1 3-14 0,1-3-8 0,0 0-8 16,0 0-7-16,0 0-10 0,7 2-11 0,-7-2 1 15,2 3 0-15,-2-3-15 0,7 2-8 0,-7-2-8 16,7 0-3-16,-7 0-5 0,7 1-4 0,-7-1 12 16,0 0 6-16,11 0 8 0,-11 0 10 0,0 0 3 15,5-1 8-15,-5 1 2 0,0 0-3 0,0 0-9 16,0 0-6-16,0 0-9 0,1-7-7 0,-1 7-6 16,0 0-9-16,0 0-6 0,0 0-6 0,0 0-13 15,-6-6-28-15,6 6-27 0,0 0-48 0,0 0-50 16,0 0-67-16,0 0-63 0,0 0-221 0,0 0-515 15,0 0 229-15</inkml:trace>
  <inkml:trace contextRef="#ctx0" brushRef="#br0" timeOffset="30290.99">7411 3263 140 0,'1'-10'316'0,"-1"2"-18"0,-1-1-2 0,-1 1-3 16,-1 0-8-16,-2 2-5 0,3 0-15 0,-2-1-11 0,-3 2-12 15,1 0-24-15,2 3-21 0,-4-1-19 0,-4 0-24 16,2 6-11-16,-5-3-9 0,0 3-24 16,-4 4-8-16,-1-1-3 0,1 2-21 0,-3 1-6 0,3 3-7 15,0-1-3-15,3 2-8 0,-6 5 1 0,1 1-8 16,5-3-9-16,4-3-6 0,1 3 2 0,2 2-3 15,0-3-6-15,5 2 1 0,2 0 2 16,0-5-4-16,4 1-4 0,3 4 1 0,3-1 1 0,4-3-2 16,3 2 0-16,10 0-3 0,2-3-29 0,3-4-27 15,4 0-40-15,1 0-36 0,2-3-37 0,-3-1-36 16,3-1-45-16,-2-3-46 0,-2-2-35 0,-3-2-250 16,-10 2-611-16,2-2 270 0</inkml:trace>
  <inkml:trace contextRef="#ctx0" brushRef="#br0" timeOffset="30714.38">7631 3222 43 0,'-4'-17'271'0,"0"2"-6"0,-4 2 11 0,5 2 12 15,-1-1-10-15,-1 3-4 0,0 0 0 0,4 3-19 16,-2 2-9-16,2-3-31 0,1 4-26 0,-4-1-25 16,4 4-27-16,-3-4-15 0,3 4-15 0,0 0-12 15,0 0-10-15,3 13-5 0,1-7-12 0,-4 4-10 16,4 3-3-16,2 5-10 0,2-1-5 0,-3 2-9 15,5 0-6-15,-4 6-16 0,3-6-10 0,0 6-4 16,2-1 2-16,-3-2-7 0,-1-1-5 0,0-3-6 16,1 1-2-16,-3-2-6 0,1-1 12 0,-1-4-9 15,0-2 5-15,0-1 1 0,-4-1 0 0,3-3 3 16,-1 0 8-16,-2 2 3 0,-1-7 26 0,3 1 6 16,-3-1-1-16,0 0 11 0,0 0 2 0,7-12 9 15,-4 6 7-15,-1-5 2 0,5 4 10 0,-4-4 21 16,2-1-14-16,-1 0 8 0,1 0 8 0,1-4-1 15,-3 6 0-15,4-2-1 0,-2 2-3 0,1 1-7 16,-1 1-10-16,-3 1-8 0,3 2-3 0,0-2-9 16,-3 2-7-16,2 3-7 0,1-1 2 0,-5 3-12 0,8 0-6 15,-8 0-11-15,11 6-10 0,-7 0-13 0,2 0-15 16,2 3-13-16,-2 0-15 0,3 2-20 0,-1 5-15 16,-2-1-14-16,2 1-10 0,-4-4-11 0,4 4-10 15,-4-3-12-15,1-2-17 0,2 1-9 0,-1-1-27 16,2-1-29-16,-1 0-25 0,-2-2-27 0,3-4-205 15,0 2-531-15,-1-2 235 0</inkml:trace>
  <inkml:trace contextRef="#ctx0" brushRef="#br0" timeOffset="31959.12">8089 3357 56 0,'0'0'219'0,"0"-5"-19"0,0 5-22 16,0 0-19-16,0 0-16 0,0 0-18 0,0 0-13 15,0 0-7-15,-13 15-13 0,13-9-7 0,0 1-8 16,-3 3-7-16,3 1 1 0,0 1-9 0,3-1 1 16,-3-3-4-16,1 2-7 0,4 2-4 0,1-1-2 15,-2-1-4-15,3 2-1 0,-3-5-5 0,3 2-2 16,1-5-2-16,0 1-4 0,-1 0-3 0,3 0 1 16,-1-3-3-16,2-1-1 0,0 1-4 0,-2-4 3 15,0 1-7-15,-1-1 2 0,-3-1-5 0,6-4-2 0,-3 0-1 16,-1-1-4-16,-1-2-2 0,-1-2-4 0,-3 4 4 15,1-4-4-15,-3-1-1 16,0 3 2-16,-4 1 0 0,0 0-5 0,-3-2 2 16,2 3-2-16,-1-1 5 0,0 1 2 0,-4 0 1 15,2 2 10-15,1 1-6 0,-2 1-1 0,-1-2 0 16,5 4 7-16,-2-1 3 0,1 0-1 0,1-1 6 16,5 4-1-16,-8-5 5 0,7 3-1 0,1 2 7 15,-3-3-10-15,3 3-3 0,0 0 6 0,8-6-9 16,0 5-3-16,0-3-3 0,3 4 9 0,1-1-11 15,2 0 1-15,-1 0-5 0,1 1 6 0,1 0-4 16,-4 0-3-16,4 2 0 0,-1 2 1 0,-5-2-2 16,2 2 2-16,-2-2-4 0,1 1-1 0,-6 1 3 15,3 1-2-15,-2 2-1 0,-1-1-1 0,-1 3 1 0,3 3-1 16,-5-2-1-16,2 0 4 0,-2 2 1 16,2 1-2-16,-2-2 2 0,-1-1-1 0,4 2-2 15,0 0 4-15,-1-3 0 0,1 4 0 0,-3-7-3 16,8 4 4-16,-4-2 1 0,4 0-2 0,0-1 0 0,-2-4 0 15,4 0-2-15,1 1 2 0,-1-3 0 16,1-2 1-16,-3 1-1 0,-2-2 0 0,0-3 2 16,1 2-2-16,-1-1 4 0,-4-2-2 0,1-1 5 15,-2-1 1-15,0 1 5 0,-2 1-6 0,-2-6 3 0,0 1-1 16,-4 0 3-16,-1 1-1 0,-1-1 2 0,-1-2 3 16,-4 1-6-16,3 3 5 0,-1 2-2 0,1-1 3 15,-3 0-1-15,-1 3-1 0,3 0-4 16,0 1 2-16,0 0-1 0,-1-1 0 0,7 1-5 0,-4 4 0 15,4-2 0-15,2-1-3 0,3 3 2 0,-6-3-3 16,6 3-4-16,-6-1 1 0,6 1-2 0,0 0 1 16,0 0 2-16,0 0-1 0,23-1 0 0,-12 0-3 15,4 1 3-15,-3 1-14 0,3-2-5 0,0-1-7 16,0 4-5-16,0-4-9 0,4 4-10 0,0-4-6 16,2 0-7-16,-1-2-7 0,1 3-11 0,-3-3-3 15,0 1 2-15,0-2-1 0,2 2-3 0,-2-1 1 16,-2 3 6-16,1-7 11 0,-2 3 0 0,1-2 4 15,-3 1 14-15,-3 1 13 0,2-2-2 0,-1 2 8 16,-5 1 22-16,-1-1 26 0,3 1 23 0,-5-1 18 16,0 1-8-16,-1 2-3 0,-2 2-7 0,0-4-4 15,0 4-10-15,0 0-1 0,-12-3 0 0,12 3-4 16,0 0-6-16,-18 4 4 0,14-3-7 0,-5 3 1 16,6 2 0-16,-4-1-2 0,2 0-1 0,-1 1-1 15,1 2 2-15,0 1 0 0,3-1 1 0,-2 0-3 16,4 5 2-16,2-2 4 0,0 0-3 0,0 1 1 15,1-2-1-15,3 0 0 0,-1 0 1 0,5 2-2 16,-3-2-1-16,2 0-3 0,-1-1 1 0,1 0 0 16,-4 0-2-16,0-1 2 0,2-3-5 0,-4 1 2 0,1-1-1 15,0 1 0-15,-2-2-6 0,2-1 8 0,-1 1 8 16,-3-4 20-16,-3 6 23 0,-1-3 10 16,0 0 8-16,-2-2-3 0,-2-1 3 0,-3 0-5 15,0 1 0-15,-1-1-5 0,-2 0 0 0,3-1-8 0,-1 1-1 16,3 0-9-16,0-1-2 0,1 1-3 0,3-3-1 15,5 3 0-15,0 0-4 0,-11 0 0 16,11 0-9-16,-3-3-5 0,3 3-6 0,0 0-7 16,13-7-14-16,-1 4-7 0,0 0-13 0,8-1-13 0,-2-2-6 15,2 1-9-15,2-1-2 0,4 1-12 0,0-4-10 16,4-3-8-16,3 2-3 0,-3-2 1 0,-2 5 7 16,-1-5 14-16,-8 3 2 0,-1-2 9 0,1-1 10 15,-8 6 7-15,-2-3 27 0,-1 3 24 0,-2-1 17 16,-2 0 14-16,-4 2 0 0,1-5-1 0,-2 5 8 15,0 2 2-15,-3-1-1 0,-2 0 2 0,-1 1-4 16,-2 2 1-16,2-2-3 0,-1 6-6 0,-2-3-5 16,-5 1-3-16,7 3-3 0,-4 1-2 0,2 0 6 15,2 0-15-15,0 5 4 0,1-3 5 0,3 0-12 16,0 2 0-16,1 3-2 0,2 0 4 0,2-2 3 16,1 1-5-16,6 4-4 0,0-4-5 0,6 2 2 15,5 0-44-15,9 2-61 0,2-3-67 0,6-3-89 16,-1 1-252-16,-1-3-544 0,4 0 242 0</inkml:trace>
  <inkml:trace contextRef="#ctx0" brushRef="#br0" timeOffset="32740.35">9973 2967 88 0,'-1'-8'300'0,"-2"2"0"0,-1 0-6 15,4-1 7-15,-4 0-19 0,3 2-8 0,1 0-24 16,-3 0-19-16,3 5-20 0,0-3-25 0,0 3-32 16,-1-4-12-16,1 4-18 0,0 0-8 0,0 0-13 15,1 14-15-15,-1-4-7 0,4 3-8 0,0 6-7 0,0-1 1 16,0 4-11-16,2-1-11 0,-1 4-3 16,-1 2 4-16,3 2-10 0,0-1-6 0,-2 2 4 15,-2-2-8-15,1 2-3 0,2-4-10 0,-4-5-4 16,5 6-6-16,-4 0-8 0,-1-8-15 0,0 0-9 0,1-1-15 15,-2-2-14-15,2-3-8 0,-2-1-33 0,2-1-26 16,-2-1-25-16,-1-3-31 0,4-3-38 16,1-2-37-16,0-1-218 0,-1 3-513 0,-4-4 227 15</inkml:trace>
  <inkml:trace contextRef="#ctx0" brushRef="#br0" timeOffset="33052.9">10222 2976 141 0,'-1'-6'314'0,"1"0"-2"0,0 0-8 15,0 1-11-15,0 0-10 0,0 1-25 0,0 4-32 0,-2-6-17 0,2 6-27 0,0 0-15 0,0 0-18 16,0 0-19-16,0 0-10 0,0 0-14 0,6 10-9 16,-2-1-16-16,0 3-2 0,-1 1-8 0,6 5-8 15,-3-1-8-15,-2 2-7 0,0 0-3 0,-1 2-7 16,1-2-2-16,0 7-3 0,0-5-1 0,-2-2-2 15,0 3-6-15,2-4 3 0,-3 0-10 0,1 1 5 16,-1-2-4-16,1-3-5 0,0-1-16 0,0-1-16 16,-2-1-11-16,1-1-16 0,-1 0-15 0,4-5-16 15,-8 2-22-15,4 0-19 0,4-4-17 0,-4 2-23 16,0-1-29-16,0-4-43 0,0 0-29 0,0 0-175 16,0 0-470-16,0 0 208 0</inkml:trace>
  <inkml:trace contextRef="#ctx0" brushRef="#br0" timeOffset="33241.93">10062 3233 189 0,'-14'-1'232'16,"6"1"-2"-16,1-1 3 0,0 0-3 0,-1-1-1 16,8 2-8-16,-9-2 3 0,9 2-11 0,-10-1-10 15,10 1-14-15,-3-3-20 0,3 3-14 0,0 0-15 16,14-4-18-16,1 1-10 0,4 1-15 0,0-2-10 15,3 2-10-15,9-1-18 0,-2 0-26 0,-5 1-31 16,-1-2-37-16,7 3-48 0,-8-1-51 0,0 1-53 0,0 0-65 16,-2 1-208-16,-6 0-497 0,-1 1 220 0</inkml:trace>
  <inkml:trace contextRef="#ctx0" brushRef="#br0" timeOffset="33851.28">10433 3254 199 0,'0'0'256'16,"0"0"-22"-16,0 0-19 0,0 0-27 0,-4-3-13 16,4 3-18-16,0 0-19 0,0 0-16 0,0 0-11 15,0 0-12-15,0 0-10 0,0 0-9 0,0 0-8 16,0 0-7-16,0 0-5 0,0 0-8 0,0 0-4 0,0 0-7 15,0 0-1-15,0 0-4 0,8 9-1 16,-8-9-8-16,0 0 4 0,0 0 3 0,0 0 18 16,0 0 15-16,0 0 11 0,0 0 6 0,0 0-7 15,0 0-1-15,0 0-4 0,0 0-9 0,0 0-4 0,-8-11 5 16,8 11-2-16,-3-5-2 0,-1 2-10 0,4 3 3 16,-4-3-5-16,4 3-2 0,0-3-1 15,0 3-13-15,0 0-2 0,0 0-5 0,-4-4-22 16,4 4-13-16,0 0-19 0,0 0-19 0,0 0-11 0,0 0-27 15,0 0-25-15,0 0-30 0,12 6-38 0,-12-6-47 16,10 3-40-16,-6-1-167 0,3 1-469 0,-2-2 209 16</inkml:trace>
  <inkml:trace contextRef="#ctx0" brushRef="#br0" timeOffset="34257.53">10599 3086 234 0,'0'0'289'16,"0"0"-23"-16,0 0-20 0,0 0-27 0,0 0-21 15,0 0-23-15,0 0-18 0,0 0-16 0,0 0-16 16,0 0-10-16,0 0-11 0,-3 10-11 0,3-3-11 15,0 1-6-15,0-1-8 0,0 2-7 0,3 1-9 16,-3 2-2-16,1 4-5 0,1-4-6 0,1 0-4 16,-2 4 0-16,4 1-7 0,-2-4 0 0,-2 5-1 15,3-5-5-15,-1 0 7 0,0 3-11 0,-3-2-1 16,1-3 0-16,-1 0-3 0,0 2 0 0,3-3-2 16,-3-1-1-16,0-2-1 0,-1 1 0 0,1-1-5 15,0-4 5-15,0 1-3 0,0-4 2 0,1 6-1 16,-1-3 4-16,0-3 1 0,0 5-1 0,0-5 1 15,0 0 2-15,0 4-3 0,0-4-2 0,0 0 0 16,0 0-7-16,0 0-20 0,0 0-32 0,0-15-41 16,0 11-49-16,1-1-52 0,-1-2-47 0,3 0-192 15,-3 0-466-15,0 2 207 0</inkml:trace>
  <inkml:trace contextRef="#ctx0" brushRef="#br0" timeOffset="34898.11">10566 3150 54 0,'2'-7'250'16,"0"-4"-18"-16,4 3-22 0,-5 1-16 0,7-3-17 15,-5 4-15-15,4-1-11 0,-3 2-19 0,2-1-14 16,3 4-15-16,-4-3-5 0,5 2-14 0,-2 1-7 16,3 2-10-16,-3 0 0 0,-1 1-13 0,5-1-4 15,-5 4-4-15,3 0-3 0,-1 2-9 0,0 2-2 16,-2-1-5-16,0 0 0 0,-3 2-8 0,0 1 2 16,3 0-5-16,-3 1 3 0,-3 0-4 0,1-2-1 15,-2 1-1-15,-3-1-4 0,0 0 1 0,-1 0 0 16,-4 1-2-16,0-2 0 0,3 0-2 0,-5-3 1 15,-1 0 0-15,0 0-6 0,0 0 4 0,1-2 0 16,0 2 0-16,2-3-3 0,-3 0 2 0,7-2-7 16,4 0-15-16,-10 0-28 0,10 0-37 0,0 0-37 15,0 0-14-15,0 0-36 0,10-9-29 0,-2 5-121 16,4 0-347-16,2 0 153 0</inkml:trace>
  <inkml:trace contextRef="#ctx0" brushRef="#br0" timeOffset="35304.37">10943 3181 153 0,'-3'-4'191'15,"3"4"2"-15,-12-4-5 0,7 1-6 0,-5 1-5 0,3 1 0 16,-5 0-3-16,3 0-13 0,-1-1-17 0,-1 0-13 16,-1 2-12-16,1 0-12 0,1 2-12 15,1 0-13-15,0-1-3 0,2 0-8 0,-2 2-6 16,0 1-9-16,5-1-6 0,-2 1-4 0,2 0-4 0,3 2-3 15,-3-2-4-15,4 1-4 0,0 2-3 0,4-1-1 16,0-1-6-16,-1 2 1 0,5-1-6 0,3 0-2 16,1-1-9-16,-1 1-6 0,3-4-12 15,-3 1-8-15,2-2-8 0,1 0-7 0,-3 0-6 0,2-2-2 16,-3-1 3-16,-2 0 5 0,3 0 9 0,-6-1-3 16,1-2 8-16,-1 2 2 0,-2 0 3 0,1-2 12 15,-3 1 1-15,-1-3 7 0,0 1 9 0,0 2 6 16,-5-1 8-16,5 0 0 0,-1 1 6 0,-1-1-6 15,2 5 0-15,-5-5-2 0,5 5-4 0,-3-4-3 16,3 4 0-16,-3-3-7 0,3 3-9 0,0 0-3 16,0 0-3-16,0 0-7 0,0 0-1 0,0 0-10 15,-1 12-16-15,2-7-14 0,3-1-24 0,0 1-27 16,-1-1-16-16,0 1-16 0,6 0-10 0,-6-1-10 16,1 1-1-16,0-2-1 0,3-1-107 0,-3 1-288 15,-4-3 128-15</inkml:trace>
  <inkml:trace contextRef="#ctx0" brushRef="#br0" timeOffset="36491.83">10998 3236 600 0,'2'-5'-34'0,"1"1"23"15,1 2 16-15,-4-4 36 0,2 1 30 0,1 0-8 16,0 0 5-16,1 0 20 0,0 0-6 0,-2 0 9 16,2-1 0-16,0 2-6 0,0 1-3 0,1 0-11 15,-1 0-8-15,3 1-6 0,0 2-7 0,3-1-7 16,-4 2-5-16,4 1-2 0,-5-1-2 0,5 2-3 16,-1 2-3-16,0 1-4 0,-1 1 0 0,0-3-10 15,0 5 7-15,-1-2-8 0,-3-1 0 0,0 1 1 16,0-1-6-16,3 0 0 0,-6-2 0 0,0 3-3 15,1-1 5-15,-2-2-8 0,0-4 6 0,-3 5 8 16,0-2-6-16,-2-1 15 0,1-1 14 0,0 1 6 16,4-2 6-16,-11-2 5 0,11 2 7 0,-13-2-2 15,10-1 0-15,-1 0-2 0,-3 2-6 0,7 1-5 0,-6-6-7 16,6 1-10-16,0 5-9 0,3-7-7 0,0 3-18 16,2-1-24-16,2 3-26 0,5-2-20 15,-1 0-20-15,5 0-25 0,4-1-24 0,3 3-20 16,1-2 0-16,-3 0-1 0,10-1 10 0,-7 2 11 0,-2 1 15 15,1 0 10-15,-5 1 21 0,2 0 9 0,-6 0 3 16,-1-2 16-16,-3 3 36 0,-3-3 28 0,-2 2 27 16,2 0 11-16,-7 1 7 0,4-4-2 15,-4 4 29-15,0 0 0 0,-7-7 4 0,7 7 13 16,-12-2 5-16,5 1 3 0,-4 0 1 0,1 1-6 0,-3 0 4 16,2 0-5-16,-2 1-5 0,2-1-4 0,-4 3-8 15,4-2-9-15,0 2-8 0,-2 2-5 0,7-1-4 16,-3 0-3-16,2 0-4 0,0 1-4 15,2 0 1-15,0-1-6 0,4 1 0 0,1 0-11 0,-3 0 8 16,6 1-6-16,1 0-2 0,-1-2 3 0,5 0-7 16,-3 0-2-16,5-2-6 0,-3 0 2 0,5-1-7 15,-2 0-8-15,2-1 0 0,-4-1-7 16,0 1-5-16,2-1 5 0,-2-3-1 0,5 0 2 0,-6 1 3 16,3-2 3-16,-2-2-1 0,-1 1 0 0,0-1 5 15,-1-1 1-15,-3 1 2 0,0 2 10 0,2 2 18 16,-1-3 5-16,-4 0 22 0,2 2 0 0,-1-1 5 15,-1 5 5-15,1-5-11 0,1 1-5 0,-2 4-8 16,0 0-7-16,1-3-3 0,-1 3-6 0,0 0-1 16,0 0-4-16,0 0-3 0,0 0-3 0,-4 12-4 15,5-6-2-15,1-2 0 0,-2 3-2 0,1-2-5 16,0 1-4-16,2 2-15 0,0-2-6 0,1 1-9 16,-1-1-14-16,0 1-9 0,0-2-1 0,0-2-3 15,1 1-5-15,-1 0 1 0,0-1-9 0,-3-3 9 16,7 1-2-16,-7-1 14 0,7 0-1 0,-7 0 6 15,7-2 10-15,-1-2 6 0,-2 0 5 0,-4 4 3 16,4-7 0-16,-2 2 13 0,0 3 9 0,1-4 11 16,1 1 16-16,-4 0 2 0,5 0 4 0,-5 1-4 15,2 0 4-15,-2 4 0 0,4-5-5 0,-1 3-6 0,-3 2-5 16,0 0-1-16,1-3 1 0,-1 3-2 16,0 0-6-16,0 0-1 0,8 7 2 0,-4-5-7 15,-1 2-2-15,-3 1-5 0,5-1-12 0,-2 1-4 16,1-1-1-16,0 1 5 0,-1 0-1 0,1 0-5 0,0-1 8 15,3 1-1-15,-2-2 5 0,-2-2-3 0,3 2 5 16,-2-2 3-16,-4-1 4 0,8 0-4 16,-8 0 8-16,8-2-2 0,-4-1-1 0,0 0 11 15,0-1-2-15,-1 2 2 0,1-2 4 0,0 0 1 0,-1 1-2 16,2-3 9-16,-4 4 10 0,2-1 6 0,1-1-5 16,-1 1-4-16,1 0-5 0,-4 3-1 0,3-5-1 15,-3 5-2-15,3-3-10 0,-3 3 2 0,0 0 0 16,4-2 2-16,-4 2-5 0,0 0 1 0,0 0 2 15,12 3-5-15,-8 0 0 0,0-2-2 0,2 3 1 16,-2 0 0-16,5-1-5 0,-3-1 5 0,2 1-3 16,4 0 2-16,-1 2-3 0,-2-3 3 0,6 1-4 15,-4 0 1-15,4 0-6 0,-4-2 2 0,1 0 4 16,2-1 1-16,-2-1 0 0,0 1 1 0,-1 0-3 16,-1-1 0-16,-2 0 2 0,1-2 5 0,0 1-7 15,-2-1-1-15,6-1 2 0,-6-1 0 0,1 0 1 16,-2 1 2-16,0-1-1 0,-2-2 11 0,-1 2 13 15,1-2 11-15,-3 1 4 0,1 1 1 0,-1-2-3 16,-2 3-4-16,-1-1-6 0,1 0-4 0,-3 1-3 16,1 2-1-16,3 2-6 0,-10-2 0 0,4 2-3 15,6 0-3-15,-14 4-5 0,5 0 1 0,2 4-8 16,2-1-4-16,-1 3-2 0,2 1-1 0,1-3-2 16,-2 3-1-16,5 0 2 0,5 2-19 0,-5-3-11 15,4 1-17-15,1-1-2 0,1 0-11 0,3-2-24 16,4 1-36-16,-2-4-1 0,1 0-14 0,2-3 3 15,-2-2-11-15,3 0 4 0,-1-2 9 0,1-2 2 16,1-1 2-16,-4-1-75 0,-1-3-228 0,0 0 101 16</inkml:trace>
  <inkml:trace contextRef="#ctx0" brushRef="#br0" timeOffset="37194.93">12204 3066 38 0,'4'-21'16'0,"-2"-7"27"16,-4 1 26-16,4 1 10 0,-4-2 33 15,2 7 17-15,-3 0 23 0,2 1 23 0,-2 0 9 16,-2 1 7-16,2 3 0 0,0-1-5 0,-5 4-5 0,7 3-15 15,-5 0-15-15,2 2-17 0,3 2-18 0,-3 2-14 16,0 0-11-16,0 1-10 0,4 3-14 0,0 0-10 16,-12 8-9-16,7 0-6 0,3 2-5 15,0 3-5-15,0 6-5 0,4 1-1 0,-2 8-3 0,2-1 0 16,-1 1-5-16,5 2-6 0,-4-1-1 0,3-1-7 16,2 1 0-16,0 0-8 0,0 1-9 0,1-3-12 15,0-7-12-15,-5 0 0 0,5-1-10 16,-4-4 2-16,3 1-5 0,0 0 4 0,-3-6 2 0,-1 2 2 15,-1-6 1-15,3-1 5 0,-4-1 12 0,2 0 5 16,-2-2 1-16,-1-2 2 0,7 2 5 0,-7-2 2 16,0 0-1-16,9-5 9 0,-5 2 2 0,0 1 3 15,1-4-1-15,-4 4-1 0,3-2 3 0,1 0 2 16,-3 0-1-16,-2 4 6 0,6-5-4 0,-4 2-3 16,1 1-3-16,-3 2 1 0,0 0-4 0,0 0-1 15,0 0 0-15,2-4-3 0,-2 4 4 0,0 0 0 16,0 0 1-16,0 0-1 0,9 0 1 0,-9 0-2 15,0 0 2-15,16 3 0 0,-11-3 0 0,2 1-3 16,4-1 8-16,1 0-4 0,2 1-4 0,2-1 1 16,-4 0-2-16,7-1-3 0,-4 1 5 0,-1 0 2 15,0 0-1-15,0 0 0 0,0 1 5 0,1 0-4 16,-7 2-2-16,7 0 0 0,-4-1 2 0,-3 1-3 16,6 2 0-16,-7-1-1 0,-1 0 3 0,-1 0 0 15,-3 1 1-15,5-2-3 0,-3 2 7 0,-4 1-7 16,-1-1 1-16,-1 0 5 0,-2-1-5 0,0 0 4 15,2 0-4-15,-3-1 6 0,1 1-1 0,0-3-1 16,0 2 5-16,1 1 6 0,3-4 25 0,-6 1 10 16,6-1-2-16,0 0-2 0,0 0-4 0,0 0-6 15,0 0-3-15,5-14-2 0,-2 10-7 0,2-5-2 0,2 2 0 16,0-1-5-16,6 0-2 0,-3-1-2 16,6 0-5-16,-2 3 11 0,2-3-9 0,2 2-4 15,1 1 1-15,-3 1-4 0,-1 0 3 0,-4 1-4 16,0 1 1-16,-4 2-2 0,2 1 1 0,-2-1-2 0,-7 1-1 15,12 1 0-15,-5-1 0 0,-3 3-1 0,2 0 0 16,-2 0 1-16,0 2 0 0,1-1-2 16,-2 1 3-16,1 0 3 0,-1 1-3 0,0-1 1 15,-1 1 2-15,0-1-2 0,0-1 3 0,0 2-2 0,-1-3-1 16,-1 2 2-16,0-5-10 0,0 7-15 0,0-7-7 16,0 3-28-16,0-3-17 0,-5 4-48 0,5-4-46 15,-10 0-54-15,10 0-141 0,-13-6-396 16,6 3 175-16</inkml:trace>
  <inkml:trace contextRef="#ctx0" brushRef="#br0" timeOffset="37398.05">12337 2884 53 0,'-4'-7'431'16,"3"2"-24"-16,-2-1-31 0,3-1-18 0,4 1-48 15,1-1-30-15,-2 2-24 0,4-2-19 0,-1-1-31 16,3 4-12-16,-2-1-30 0,5-1-21 0,-2 2-8 16,3 1-18-16,0 0-29 0,1 0-51 0,0 2-45 15,1 0-60-15,0 1-75 0,1 1-85 0,-2 3-85 16,-3-3-193-16,1 1-547 0,-4 1 242 0</inkml:trace>
  <inkml:trace contextRef="#ctx0" brushRef="#br0" timeOffset="39944.94">13623 2864 2089 0,'1'-19'157'0,"-1"0"73"0,1 3 16 15,-2 3-21-15,1 2-23 0,0 1-35 0,0 3-40 16,-1-1-28-16,1 3 2 0,-2 0-26 0,2 1-17 15,0 4-10-15,0-5-9 0,0 5-6 0,0 0-6 16,-4 14 0-16,4-5 10 0,0 4-18 0,-1 5 5 16,1 3-3-16,1 7 2 0,1 2-3 0,3 0-7 15,3 0 1-15,-3 0-1 0,1 0 0 0,5-2-14 16,-2 1-8-16,-2-3-15 0,1-6-23 0,2 4-20 16,-1-3-19-16,-2-4-23 0,3-1-35 0,-5-1-48 15,0-4-55-15,2-1-48 0,-4-3-193 0,0-1-529 16,1 0 235-16</inkml:trace>
  <inkml:trace contextRef="#ctx0" brushRef="#br0" timeOffset="40351.17">13473 3054 283 0,'0'0'286'0,"0"-6"-25"0,0 6-23 16,4-6-23-16,0 4-22 0,3-1-14 0,2 1-16 15,5-1-8-15,1 0-13 0,5 2-7 0,3-1-18 16,-1 2-8-16,3-2-9 0,6 4-11 0,2 0-9 16,-3-2-7-16,-2 1-8 0,-3 2-4 0,3 0-10 15,-5-1-3-15,-2 1-5 0,-1 2-4 0,0 2-7 16,-3-2-1-16,-8 1-8 0,5 1 1 0,-3-1-3 16,-3 3-8-16,0-1 1 0,0 0-2 0,-2 3-2 0,-1-1-3 15,2 2 8-15,-2-1-6 0,-3-3-1 16,-1 4-2-16,3-1 8 0,-1-1-5 0,0-4-3 15,-1 2-4-15,1 0 1 0,1-2 5 0,1-1 4 16,1 2 16-16,0-3 15 0,0 1 18 0,6-3-9 0,2 2-3 16,0-4 8-16,-3 1 1 0,2-2 10 0,2-2-3 15,-1-2 14-15,-1 0-6 0,0 0 0 16,-4-4 12-16,5 2-15 0,-6-1 4 0,0-1-2 16,-1-2-1-16,-2 0-10 0,-2 1-4 0,-2-1-3 0,-1-2-6 15,-1 1-12-15,-6 2-13 0,1-1-10 0,-1 0-25 16,-3 2-25-16,-2 1-34 0,0 2-36 0,-1-1-33 15,0 4-28-15,-1 0-36 0,-3 2-60 16,4 1-64-16,-3 0-247 0,2 2-620 0,2 2 274 0</inkml:trace>
  <inkml:trace contextRef="#ctx0" brushRef="#br0" timeOffset="41007.54">14962 3024 226 0,'0'-3'241'0,"0"3"-29"16,2-4-23-16,-2 4-14 0,0 0-25 0,0 0-14 0,0 0-12 15,0 12-11-15,2-7-13 0,0 2-12 0,0 1-9 16,5 2-5-16,-4-1-12 0,2 1-2 16,2 1-7-16,-3 0-3 0,0 0-11 0,2-3 4 15,-2 2-4-15,1-2-3 0,-1 2-3 0,-1-7-3 0,1 5-3 16,0-5 0-16,-1 3-6 0,-2-5 1 0,4 4 5 16,-5-5-5-16,6 1 0 0,-6-1-3 0,0 0-1 15,12-3-1-15,-5-1-1 0,-4 0 12 16,6 0 10-16,-3-2 7 0,-1 1 4 0,2-4 3 0,0 1 9 15,-3 3-2-15,1-3 5 0,1 3-6 0,-2-1-1 16,2 0-10-16,-2 1 9 0,0 2-15 0,2-1-5 16,-4 1-7-16,0 0-6 0,-2 3-1 0,0 0-4 15,0 0-3-15,14 6-2 0,-10-2-2 0,3-1 0 16,-2 2-5-16,1 1-3 0,-1 0-2 0,2 2-7 16,-3-2 8-16,4 1-6 0,-4 1-1 0,0-2 0 15,2-1 1-15,-2 1 0 0,0-2-1 0,1 0 3 16,-2-3 0-16,1 2 5 0,-4-3-2 0,9 2 4 15,-9-2-3-15,9-3 8 0,-4 0 11 0,4 2 16 16,-4-4 11-16,-1 0 5 0,3-1 15 0,2-1 3 16,0 0 21-16,-4 0 17 0,2-3 8 0,2 3-2 15,-2 1 12-15,1-4-3 0,-1 4 2 0,3-1-8 16,-5 2-8-16,5-1-11 0,-5 2-7 0,3 0-15 16,-4 2-7-16,0-2-8 0,3 3-9 0,-3-2-4 0,-4 3-10 15,15 3-9-15,-9-1-3 0,3 3-12 16,-2-1-18-16,4 3-15 0,-4-1-16 0,2 2-20 15,1-1-16-15,-1 1-21 0,-1 1-15 0,2 0-24 16,1-2-25-16,-6 0-27 0,2 0-27 0,0 0-37 0,2-1-44 16,0-2-43-16,-4 1-242 0,1-4-622 0,1 0 275 15</inkml:trace>
  <inkml:trace contextRef="#ctx0" brushRef="#br0" timeOffset="41210.65">15694 3018 61 0,'0'0'324'16,"0"0"-27"-16,-2-5-31 0,2 5-22 0,0 0-26 0,0 0-28 15,0 0-18-15,0 0-16 0,0 0-17 0,0 0-14 16,0 0-13-16,0 17-10 0,5-13-9 0,-3 3-12 16,1 2-3-16,3 0-8 0,2 0-4 0,-4 0-7 15,7 3-10-15,-6-2-11 0,3 0-33 0,-1 0-40 16,1 0-48-16,-1-3-63 0,1 2-58 0,3-5-210 15,-6 1-447-15,5 2 199 0</inkml:trace>
  <inkml:trace contextRef="#ctx0" brushRef="#br0" timeOffset="41585.65">15867 3022 121 0,'0'0'208'0,"0"0"-24"15,0 0-16-15,0 0-18 0,0 0-15 0,0 0-15 16,-3 13-12-16,4-8-7 0,1 2-14 0,-1-1 0 16,-1 1-12-16,3 3-9 0,-2 0-4 0,2 0-8 15,2-1-4-15,-3 1-5 0,2 0-6 0,-2-2 1 16,1-3-2-16,1 2-6 0,-4 1-3 0,3-5 1 16,1 3-4-16,-1-2-3 0,2-1-3 0,-1 0 0 15,-4-3-1-15,8-1-2 0,-8 1-1 0,10-6-5 16,-2 3 4-16,0-3 17 0,-2 1 15 0,5-4 20 15,-3 3 16-15,1-3 15 0,1 1 8 0,-1 1 7 16,-2-1 2-16,1 0 11 0,1 0 16 0,-3 2-1 16,1 1 4-16,-3 0-2 0,3-1-6 0,-3 3-13 15,0 0-14-15,-1 1-15 0,-3 2-11 0,8-4-10 16,-8 4-12-16,0 0 0 0,10 5-13 0,-6-1-2 16,0 1-5-16,-1 0-5 0,2 1-18 0,2 3-27 15,-2 2-15-15,1-3-19 0,-1 3-18 0,3-2-28 16,-2 2-29-16,-1-1-38 0,1 0-49 0,-1-2-37 0,4-1-64 15,-2-3-238-15,-3 2-587 0,3-2 261 16</inkml:trace>
  <inkml:trace contextRef="#ctx0" brushRef="#br0" timeOffset="41788.75">16317 3057 178 0,'-2'-5'326'0,"2"5"-33"15,0 0-25-15,-1-4-33 0,1 4-25 0,0 0-25 16,0 0-16-16,0 0-17 0,0 0-17 0,-3 11-12 16,2-6-16-16,1 3-5 0,0 1-13 0,0 1-6 15,1 0-14-15,2 2-12 0,0 1-27 0,2-3-32 16,-3 1-46-16,0 1-58 0,1-4-59 0,4 2-67 16,-4-2-145-16,1-2-407 0,1 0 180 0</inkml:trace>
  <inkml:trace contextRef="#ctx0" brushRef="#br0" timeOffset="42523.11">16460 2975 256 0,'0'0'257'0,"-3"-3"-18"0,3 3-17 15,0 0-20-15,0 0-19 0,0 0-21 0,0 0-14 16,0 0-15-16,0 0-15 0,0 0-14 0,0 0-9 16,0 0-9-16,0 0-11 0,0 0-6 0,5 15-6 15,-2-13-6-15,-2 2-7 0,1 1 4 0,-1 0-13 16,1-1-3-16,-2 0-4 0,1 1-2 0,-1-2-3 16,3 1-2-16,-2 2-2 0,-1-1-7 0,3-3 0 15,-3-2-2-15,1 8 1 0,-1-4-9 0,0-4 4 16,3 5 1-16,-3-5-1 0,3 5-1 0,-3-3-1 15,0-2 6-15,0 4-9 0,0-4 1 0,0 0-1 16,0 0 0-16,1 6 0 0,-1-6-1 0,0 0 0 16,1 2 0-16,-1-2 0 0,0 0-4 0,0 0 4 15,0 0-4-15,0 0 2 0,7 1 0 0,-7-1 0 16,0 0-4-16,5 3 3 0,-5-3-1 0,5 1 1 0,-5-1 2 16,5 0-1-16,-5 0-3 0,10 1 1 15,-10-1 3-15,9-1-1 0,-9 1 0 0,11-1-2 16,-5-2 2-16,-1 2 2 0,2-1 2 0,-3-2 3 15,1 0 10-15,-1 0 1 0,0-1 6 0,2 0-8 0,-1 1 5 16,-1-1-6-16,0 0 5 0,2 1 6 0,-5 0-9 16,3-1 1-16,-1 2-6 0,-3 3-1 0,6-6-1 15,-6 6-1-15,3-4-4 0,-3 4-6 16,0-3 8-16,0 3-12 0,0 0-4 0,0 0 13 0,0 0-10 16,9 8 0-16,-9-3-3 0,2-1-5 0,-2 0 5 15,3 1-4-15,1 1-1 0,-1 1 3 0,-2-1-1 16,2 1 0-16,4-1 1 0,-3 1 8 0,-3 0-9 15,3-2-2-15,-1 1 0 0,0-3 4 0,0 2 0 16,-1-1 1-16,-2 0 5 0,4-1-2 0,-1-1-3 16,-3-2 5-16,0 0-2 0,11 0 4 0,-11 0 3 15,5-6-6-15,1 2 5 0,-2 1 1 0,-1-2 3 16,2 0 3-16,0 0 10 0,-1 0 14 0,-1-1 10 16,1 0 7-16,0 1-2 0,2-1 18 0,-1 1-11 15,-1-2 9-15,2 3-3 0,-2-1 0 0,0 2-8 16,0 0-5-16,-1-1-6 0,-3 4-9 0,5-3-7 15,-5 3-10-15,3-2 5 0,-3 2 1 0,0 0-7 16,0 0-7-16,11 6-13 0,-8 0-15 0,1-3-13 16,1 2-16-16,0 0-17 0,1 2-8 0,-2-1-31 15,0 3-28-15,4-1-35 0,0-2-40 0,-5-1-33 16,3 0-42-16,-1-2-183 0,3 1-503 0,3 1 223 16</inkml:trace>
  <inkml:trace contextRef="#ctx0" brushRef="#br0" timeOffset="42741.86">16956 2902 145 0,'0'0'189'0,"0"0"-19"0,0 0-25 15,0 0-8-15,0 0-14 0,0 0-16 16,0 0-11-16,3 16-7 0,-2-9-9 0,1 1-5 15,-1-1-6-15,2 4-6 0,-2-3-11 0,3 3-16 16,0-1-23-16,0-2-45 0,-1 0-22 0,2-1-43 0,-1-2-32 16,1 1-85-16,-3-1-230 0,1 0 102 0</inkml:trace>
  <inkml:trace contextRef="#ctx0" brushRef="#br0" timeOffset="43320.04">17043 2930 162 0,'0'0'252'0,"0"-5"-11"16,0 5-17-16,4-4-23 0,-4 4-20 0,0 0-21 0,0 0-20 15,2-4-14-15,-2 4-14 0,0 0-8 0,0 0-11 16,9 12-9-16,-5-6-8 0,2 2-6 0,2 0-8 16,1 2-3-16,-2 0-10 0,0 2-4 0,5 4-3 15,-2-1-6-15,-1 1-4 0,2 1-1 0,-3-2-3 16,-1 0-6-16,-1 2-1 0,-1 0-1 0,2 1-3 15,-5 0-3-15,0 2 1 0,1-1-3 0,-5 2-4 16,2 5 7-16,-3-6-7 0,2 0 0 0,-2-1-2 16,-6-1 0-16,5 2-1 0,-3-3-2 0,-3 4 0 15,1-6 0-15,1-1-1 0,-2 2 2 0,5-5 1 16,-6-1-2-16,4 2 10 0,0-3 14 0,3-2 17 16,-6-2 25-16,5 1 11 0,1-4 25 0,3 1 21 15,-5 1 49-15,5-1 12 0,1-3 4 0,0 0-9 16,0 0-14-16,-7-10-12 0,7 5-13 0,0 2-19 15,3-7-18-15,0 2-11 0,2 1-7 0,2-8-25 16,4-2-14-16,1 0-18 0,6-6-27 0,1 0-50 16,1-1-44-16,2-3-29 0,3 3-42 0,0-3-31 15,0 0-19-15,1 1-5 0,1 0 7 0,0-1-12 16,-4 0 6-16,2 3 28 0,-4 2 32 0,-6 1 46 16,-3 5 47-16,-2-1 29 0,-2 1 25 0,-2 1 27 0,-2 1 25 15,1 3 22-15,-2-1 7 0,-2 2 5 16,-1 1-8-16,0-1-4 0,-1 3 2 0,0 1-17 15,-2 2-10-15,-1 0-5 0,0 0 7 0,-2 3-18 16,-2 1-5-16,8 0-2 0,-16 6 2 0,6 2-8 0,-1 1-1 16,-1 0 4-16,3 4-6 0,-1 2 3 0,-2 0-4 15,5 2 11-15,0-2-8 0,0 3-5 16,2-2 3-16,1-2 1 0,4 2-4 0,0-3-2 16,0 0-4-16,4 0 0 0,1-1-4 0,-2-2-17 0,1-2-24 15,2-2-38-15,-1 2-52 0,2-3-56 0,1-3-56 16,-2 0-244-16,-1-1-533 0,3-2 236 0</inkml:trace>
  <inkml:trace contextRef="#ctx0" brushRef="#br0" timeOffset="43679.41">16654 2785 248 0,'4'-4'467'0,"-4"4"-3"0,6-3-22 16,-6 3-18-16,5-4-34 0,-2 3-39 0,-3 1-35 15,4-6-28-15,-4 4-30 0,0 2-25 0,3-4-32 16,-3 4-40-16,0 0-65 0,0 0-75 0,2-4-90 16,-2 4-76-16,0 0-64 0,0 0-68 0,-16 1-62 15,9 2-215-15,2-1-600 0,-4 0 266 0</inkml:trace>
  <inkml:trace contextRef="#ctx0" brushRef="#br0" timeOffset="43960.65">16025 2846 38 0,'-10'-2'454'15,"10"2"-14"-15,-6-3-18 0,6 3-20 0,-4-3-30 0,4 3-26 16,-4-8-20-16,3 4-31 0,-4 1-27 0,1 0-28 16,-1-3-27-16,1 2-21 0,3 1-27 0,-3-1-43 15,-2-1-55-15,1 1-54 0,4 1-61 16,1 3-53-16,-6-5-48 0,2 4-54 0,0-1-49 0,4 2-51 15,-11-3-251-15,5 3-599 0,6 0 266 0</inkml:trace>
  <inkml:trace contextRef="#ctx0" brushRef="#br0" timeOffset="44132.52">15709 2776 87 0,'-6'-3'284'0,"6"3"-6"0,-1-7-15 15,1 7-24-15,0-3-11 0,-3 0-32 0,3 3-23 16,0 0-19-16,0-7-26 0,0 7-43 0,0 0-55 16,0 0-64-16,0 0-65 0,0 0-74 0,14 4-134 15,-7-1-332-15,0 0 147 0</inkml:trace>
  <inkml:trace contextRef="#ctx0" brushRef="#br0" timeOffset="44695">18485 2674 164 0,'-4'-12'369'16,"1"1"10"-16,-1 4 1 0,1-1-8 0,-1 1-20 15,3 4-23-15,-1-3-42 0,-1 4-31 16,3 2-27-16,-2-5-34 0,2 5-19 0,0 0-29 16,0 0-7-16,0 0-14 0,-4 12-10 0,4-5-15 0,2 5-10 15,0 1-6-15,3 5-4 0,2 1-16 0,0 1-9 16,0-1-15-16,1 6-17 0,-1-5-21 0,1 0-21 16,-2 1-24-16,2-3-24 0,-2-2-21 0,-2 2-28 15,2-4-30-15,-3-4-47 0,1 2-44 0,-1-2-51 16,-1-4-49-16,0 0-171 0,-1 0-549 0,2-3 243 15</inkml:trace>
  <inkml:trace contextRef="#ctx0" brushRef="#br0" timeOffset="45038.74">18218 2473 312 0,'6'-7'321'15,"-4"4"-34"-15,5 0-23 0,0-2-27 0,4 0-22 16,0 3-16-16,3 1-18 0,0 2-24 0,4 1-10 16,3 2-17-16,0 0-13 0,9 3-10 0,0 2-12 15,1 4-8-15,-1 2-9 0,2 6-8 0,-3 0-11 16,6 2-3-16,7 7-4 0,-12-8-1 0,-2 6-7 16,-1 2-6-16,-1-4-2 0,1 4-6 0,-6-2-7 15,-2 2 1-15,0-1-6 0,-5-3 0 0,-5 2-6 16,-4-8-4-16,-2 2-1 0,-3-2-5 0,-4-2 2 15,-4 2 7-15,-2-4-11 0,-2 1 2 0,-5-3 4 16,-11 1-4-16,3-1 1 0,-7-4 1 0,2 0 6 0,-2-2-9 16,-1-3 3-16,0 0 0 0,2-3 0 15,8 1-1-15,0-2-23 0,2-1-25 0,8 1-38 16,1-1-56-16,5-1-76 0,4 0-79 0,3 1-164 16,0 0-495-16,0 0 219 0</inkml:trace>
  <inkml:trace contextRef="#ctx0" brushRef="#br0" timeOffset="45398.1">19098 3121 438 0,'5'-7'442'16,"-4"4"4"-16,0-2-10 0,2-1-13 0,-3 2-23 15,0 1-28-15,0 3-32 0,5-5-35 0,-5 5-32 16,0-5-31-16,0 5-29 0,0 0-24 0,0 0-21 16,0 0-21-16,0 0-11 0,-16 11-14 0,11-4-14 15,-2 3-9-15,0-2-11 0,0 3-10 0,2 1-5 16,-1 0-8-16,2 4-5 0,1 3-9 0,1-1-4 15,0-2-8-15,2 3-10 0,0-2-3 0,4 1-3 16,-1 2-14-16,4-1-14 0,0 2-15 0,1-2-32 16,4-1-30-16,-1 0-21 0,3-1-37 0,-1-2-43 15,2-3-36-15,-2-2-52 0,-2-1-48 0,3-1-58 16,-1-2-309-16,-3-1-744 0,1-1 330 0</inkml:trace>
  <inkml:trace contextRef="#ctx0" brushRef="#br0" timeOffset="45601.21">18969 3279 229 0,'-4'-2'327'0,"0"-1"-2"16,-3 1-24-16,5-1-19 0,2 3-17 0,-6-2-18 16,6 2-22-16,0 0-24 0,0 0-23 0,0 0-16 15,0 0-17-15,20-3-16 0,-7 3-33 0,2 0-31 16,-2 2-33-16,8 0-38 0,-2 1-48 0,3-2-60 0,1 1-61 15,0 1-44-15,-1-1-222 0,-1-2-476 16,2 3 210-16</inkml:trace>
  <inkml:trace contextRef="#ctx0" brushRef="#br0" timeOffset="46413.68">19359 3327 186 0,'6'0'226'0,"-6"0"-16"0,0 0-6 15,10 0-13-15,-6 3-17 0,0-1-14 0,2 3-15 16,-2-3-15-16,3 4-11 0,0 0-12 16,3 0-11-16,-1 2-2 0,-1 0-16 0,2 1-5 15,-1-1-12-15,-3 0-7 0,-2 0 0 0,-1 1-8 0,2 0-5 16,-3-1 0-16,0-2-7 0,-2 1-3 0,0-1-3 16,-2 0-3-16,-1 0-3 0,-3-1-3 0,2-3 1 15,-1 0-3-15,5-2 0 0,-14 1-3 0,5-4 5 16,3 2-2-16,-3 0 5 0,3-2 16 0,2-2 6 15,-1 0-2-15,2-1-3 0,2-2-9 0,2-1-6 16,0 1-5-16,6 0-7 0,1 0-23 0,4 1-34 16,5-4-35-16,3 1-31 0,-1 3-33 0,10-2-23 15,1 0-7-15,-12 1 3 0,10 2 5 0,-8 3 12 16,2 1 18-16,3 0 7 0,-5 2 17 0,-5 2 3 16,0-4 16-16,-3 0 9 0,0 2 13 0,-6 2 26 15,1-4 0-15,-3 1 42 0,-4 1 7 0,0 0 29 16,0 0 18-16,0 0 17 0,0 0 11 0,0 0 12 15,0 0 9-15,0 0 4 0,-18-3 0 0,18 3-5 16,-19 0-1-16,12 2-9 0,-2-1-5 0,-3 2-6 16,3 0-8-16,-3 1-10 0,3 0-3 0,-4 2-5 15,3-2-6-15,1 2-5 0,2 2 0 0,-1 2-3 16,0-2-4-16,3 1 1 0,2-2-4 0,0 3 3 16,1-4-4-16,2 3-5 0,2-1-5 0,1 0-2 15,0-1-3-15,4 2-4 0,-1-2-2 0,2-2-2 16,2-1-16-16,2 0-4 0,-1-2-7 0,0-1 0 15,4 1-1-15,-3-5 0 0,-1-4 8 0,1 4-1 16,1-1 2-16,-3-4 4 0,1 0 2 0,-1 1 3 16,-1 0 2-16,-2-2 24 0,1 3 19 0,-1-2 22 15,-3 2 19-15,0 0 19 0,0 3 6 0,-1-4 4 0,1 4 2 16,-2-2-2-16,0 0-11 0,-2 3-14 0,0 2-10 16,2-5-12-16,-2 5-11 0,0 0-13 15,0 0 1-15,0 0-3 0,0 0-5 0,0 0-6 16,0 0-8-16,5 14-2 0,-2-9-8 0,-2 1 2 0,1 1-7 15,-2 1 3-15,3 1-8 0,0-2-8 0,0 0-11 16,-2 1-7-16,2-2-3 0,1 0-2 0,0 1-10 16,-2-1 3-16,2 0-3 0,-3-1 7 15,4-2 4-15,-1 1 1 0,2-3 6 0,-2-1 2 0,-4 0 2 16,8 2 0-16,-8-2 3 0,11-3 2 0,-5 3 4 16,0-4 3-16,0-1 5 0,-1 1 2 0,3 0 6 15,-1 1 15-15,-1-2 21 0,-1-1 10 0,2 1 12 16,0 0 17-16,-2 0 17 0,-1 0 6 0,3 1 10 15,-3 0 8-15,0 0-9 0,0 0-8 0,0 2-8 16,-1-1-9-16,-3 3-11 0,4-2-9 0,-4 2-9 16,0 0-10-16,6-3-9 0,-6 3-14 0,0 0-19 15,0 0-26-15,9 8-17 0,-7-6-34 0,1 2-29 16,0-1-22-16,1 1-36 0,-2-1-33 0,2 2-62 16,3-2-75-16,-2 1-286 0,2 1-663 0,-2-4 294 15</inkml:trace>
  <inkml:trace contextRef="#ctx0" brushRef="#br0" timeOffset="46585.56">20000 3168 36 0,'-7'-7'315'0,"2"0"-30"0,1 0-27 15,1 2-26-15,-1-1-11 0,0 2-32 0,1-1-22 16,1 2-33-16,0 0-60 0,2 3-84 0,-2-4-95 0,2 4-74 15,0 0-91-15,0 0-292 0,0 0 130 16</inkml:trace>
  <inkml:trace contextRef="#ctx0" brushRef="#br0" timeOffset="47101.27">20435 2530 301 0,'-5'-10'391'0,"1"-2"-13"0,-2 3-3 16,2-3-16-16,0 3-14 0,4-3-13 0,-3 6-12 16,2-1-16-16,1 0-24 0,0 1-24 0,1 1-24 15,-1 0-29-15,3 0-24 0,1 4-15 0,2 0-19 16,7 2-18-16,0 2-9 0,0-1-14 0,8 5-12 15,-1 3-7-15,1-5-11 0,-3 9-10 0,7 3-4 16,-2 1-10-16,-8-3 0 0,1-1-10 0,-5 3-4 16,0-2-4-16,3 4-8 0,-6-2-3 0,-3 0-1 15,1 2-4-15,-3-1-2 0,-2-1-2 0,-2 1-1 16,-3 0-1-16,-1 0-1 0,-3 0 0 0,1-1 0 16,-5 0-1-16,1 0-1 0,2 1-3 0,-5-1 3 15,0 1 0-15,-4 2-8 0,2 2-37 0,2-5-35 16,4 1-38-16,-3 0-34 0,3 0-26 0,3 0-27 15,2 0-35-15,3 2-57 0,2-1-57 0,3-1-52 16,-2 0-214-16,2 2-665 0,5-1 294 0</inkml:trace>
  <inkml:trace contextRef="#ctx0" brushRef="#br0" timeOffset="47429.39">20623 3380 149 0,'-1'5'209'0,"1"-2"-10"0,0 2-12 15,0-5-16-15,1 10-13 0,-1-7-11 16,-1 1-13-16,2 0-10 0,-1 4-8 0,1-4-13 0,-1-1-10 16,0 2-8-16,2-1-6 0,-1 0-9 0,-1-4-2 15,0 5 3-15,0-5 10 0,0 4 14 0,0-4 10 16,0 0 18-16,0 0 15 0,0 0 0 0,0 0-8 15,0 0-16-15,0 0-8 0,0 0 5 0,10-13-23 16,-8 9-1-16,0 1-10 0,-1-2 10 0,2-2 9 16,-2 1-6-16,-1 1-4 0,0-2-11 0,5 2-8 15,-5 2-8-15,2-3-6 0,-2 2-5 0,0-1-14 16,0 1-36-16,0 4-43 0,-3-7-46 0,-1 4-54 16,4 3-58-16,-7-4-74 0,3 1-305 0,4 3-630 15,0 0 279-15</inkml:trace>
  <inkml:trace contextRef="#ctx0" brushRef="#br0" timeOffset="64627.95">22361 2656 167 0,'4'-7'268'16,"1"4"-8"-16,1-4-12 0,-2 0-6 0,0 0-11 0,2 1-9 16,-5-2-13-16,3 3-10 0,-1-5-11 15,-3 2-11-15,0-2-9 0,2 2-6 0,-2 2-19 16,0-1-5-16,-2-1-10 0,-1 2-18 0,-1 0-3 16,-1-2-8-16,1 2-8 0,-2-2-10 0,-3 1-6 0,3 2-9 15,-5 2-13-15,2-1-3 0,-5-3-7 0,2 6-10 16,-1-1 7-16,0 0 4 0,-2 1-15 15,3 2-6-15,-3 1-1 0,3-2-7 0,-2 1 0 0,-1 1-1 16,4 4 2-16,-2-1-11 0,0 1 6 0,1 0-7 16,4 0 17-16,0 1-17 0,2 4 2 0,0-1-4 15,0 1-1-15,2-1 1 0,6 1-7 0,-1 0 10 16,2 1-2-16,3 1 1 0,3 2 3 0,0 2-3 16,7-1 14-16,-2 1-17 0,2-2 0 0,6 5 5 15,1-1-4-15,-1-1-1 0,-7-4 3 0,1-1 3 16,-1 3-4-16,2 0-5 0,-4-1 1 0,2-1 2 15,-3 1-2-15,1 0-2 0,-4 0 1 0,-1-4 3 16,-2 1-1-16,0-2 0 0,-1 2-2 0,-3-2 14 0,0-1-13 16,0-1 9-16,-4 0-7 0,4 0-4 15,-6 0 5-15,4-1 3 0,-4-2-8 0,1 1 10 16,-4-1 14-16,1-1 12 0,-6 0 10 0,2-2-4 16,-1-1 11-16,-1 2 0 0,-1-3 0 0,0-1-6 0,0-1-14 15,-1 1 6-15,-1-1-3 0,0-2 29 0,1 0-6 16,2 0-5-16,4-2-6 0,-3 1-5 15,0 2-7-15,3-1-19 0,1-2-37 0,3 2-55 0,0 0-55 16,4-2-53-16,-4 1-65 0,4 1-61 0,0 4-50 16,7-8-255-16,-2 5-667 0,2 1 296 0</inkml:trace>
  <inkml:trace contextRef="#ctx0" brushRef="#br0" timeOffset="65315.47">22578 2930 168 0,'0'0'296'0,"0"0"-14"16,0-4-19-16,0 4-17 0,0 0-26 0,0 0-24 16,0 0-19-16,0 0-21 0,0 0-15 0,0 0-15 15,0 0-11-15,0 0-13 0,0 0-13 0,0 0-1 16,-2 14-14-16,2-10-6 0,2 0-7 0,0 1 1 15,0 0-11-15,1 1-3 0,1 0-3 0,1-1-4 16,2 2-6-16,-2-2 2 0,5-2-4 0,2 3-4 16,0-1-4-16,-4 1 0 0,3-2-2 0,0-1 0 0,-3 0 1 15,2-2 1-15,-3 0-6 0,1-1 0 0,-3 0 0 16,-5 0 0-16,14-2-2 0,-10-1-1 0,-3 1 0 16,2-2-2-16,-2 1 11 0,-1 3-2 15,-1-9-2-15,-2 5 0 0,-1-1 8 0,-3-1 2 0,2 0 5 16,-3 0 1-16,-2 1-1 0,1-2 1 0,-5 2-9 15,7 0-3-15,-2-1 0 0,-3 3-2 0,3 0-9 16,2 1 3-16,1-1-7 0,0 1 5 0,2 0-9 16,4 2-1-16,-8-4-3 0,8 4-4 0,-4-1-5 15,4 1 10-15,0 0-5 0,0 0 0 0,0 0-3 16,0 0 3-16,24 2-7 0,-13-2-12 0,2-1-7 16,1 0 0-16,3 0-2 0,1 1 1 0,-1-4 1 15,2 1 6-15,2-2-4 0,-4 0 4 0,-2 1 2 16,3-3 0-16,0-3-3 0,-1 0 0 0,-2-3 2 15,-1-2 0-15,-1-2 0 0,1 2 4 0,-2 1 0 16,-2-4-3-16,-2 0 5 0,-4 1-1 0,3-1 4 16,-4 1-1-16,-2 0 5 0,-4 1 9 0,0-1 11 15,-2 4 15-15,1-3 8 0,-1 3 15 0,-4 1 17 16,4 1 3-16,-4-1 8 0,0-2 1 0,0 5 4 16,2 1-13-16,-2 3-12 0,3 1-1 0,-2 0-7 15,2 2-11-15,-3 1-2 0,9 1-9 0,-12 3-1 16,6 4-4-16,1 1 1 0,-2 3-3 0,2-1-5 0,1 2 3 15,4 4 0-15,0 4-1 0,0-1-1 0,2 1 2 16,2-1 3-16,1 8-5 0,4-2 3 16,0 2-6-16,-2-1-3 0,3-1 7 0,-4-3-2 15,4 2 0-15,-3 1 1 0,2-5-3 0,-3 0-3 0,3-1-4 16,-4 1 4-16,5-2 1 0,-3-2 0 0,0 0-24 16,-2-4-48-16,2 0-41 0,-2-2-42 0,1 0-52 15,-2-3-60-15,2-1-59 0,2 1-295 0,-2-4-660 16,7 2 292-16</inkml:trace>
  <inkml:trace contextRef="#ctx0" brushRef="#br0" timeOffset="65721.7">23466 2902 171 0,'0'0'337'0,"-4"-3"-29"16,4 3-28-16,0 0-29 0,0 0-22 0,0 0-15 16,0 0-6-16,-11 6-8 0,8-1-22 0,-1-2-16 15,-3 2-11-15,4-1-17 0,-1 2-15 0,0-1-7 0,1-2-14 16,-2 4-11-16,4-3-9 0,-3 1-5 15,2 0-6-15,1-1-5 0,0 2-3 0,1-6-1 16,-2 4-2-16,2-4 8 0,3 4 0 0,-3-4 6 0,3 4 8 16,-3-4-4-16,0 0-11 0,15-4-4 0,-15 4-3 15,9-4-6-15,-1 2 2 0,0-3-10 0,-2 0-1 16,-1 0-6-16,1-1-8 0,-1-1-2 16,-2 2 5-16,1-1-11 0,0-1 0 0,0 0-29 0,-4 2-41 15,0-2-28-15,0 1-33 0,-3 0-38 0,-2 0-46 16,0 2-44-16,-1-1-48 0,-1 0-47 0,-4 2-182 15,1-3-560-15,-1 2 249 0</inkml:trace>
  <inkml:trace contextRef="#ctx0" brushRef="#br0" timeOffset="66034.2">23437 2711 197 0,'-7'3'283'16,"3"-1"-16"-16,4-2-21 0,-9 4-21 0,5-3-21 15,-2 3-18-15,2-3-16 0,4-1-19 0,-4 7-17 16,1-5-11-16,1 1-12 0,2-3-1 0,-2 4-17 16,2-4-4-16,0 5-6 0,0-5 3 0,2 4 5 15,-2-4 7-15,6 2-6 0,-6-2-2 0,11 0-9 16,-11 0-5-16,11 0 1 0,-11 0 0 0,8-3 0 15,-5-2-12-15,1 2 2 0,0-1-7 0,-1-1-5 0,-2 1-5 16,2 0-7-16,-1-1 10 0,-2 1-17 16,0-1-8-16,0 0-11 0,-3 0-17 0,1 1-33 15,-2 1-33-15,0 0-34 0,-1 1-40 0,-4 1-43 16,3-1-52-16,-1 1-53 0,7 1-203 0,-14 1-533 0,6 1 236 16</inkml:trace>
  <inkml:trace contextRef="#ctx0" brushRef="#br0" timeOffset="67284.16">24256 2473 180 0,'0'-5'321'0,"0"2"-13"0,0 3-8 0,0-9-12 16,-2 7-32-16,2 2-22 0,0 0-29 0,0 0-29 16,0 0-17-16,0 0-23 0,0 0 0 0,0 0-25 15,-3 12-11-15,1-1-6 0,2-1-11 0,0 9-8 16,-1 0-9-16,-2-1-6 0,6 4 6 0,-3 5-18 16,0-6-2-16,-3 7-8 0,6-3-2 0,-3-5-2 15,1 6-3-15,-1-4-2 0,0-1-2 0,2-1 1 16,1-1-5-16,-3 1 1 0,0-4-9 0,2-2 6 15,-2-1-7-15,1-3 1 0,1 0-5 0,-2-2 26 16,0-3-5-16,2 0 6 0,-2-1 4 0,0 0 50 0,0-4 16 16,0 0-12-16,0 0-10 0,0 0-17 0,3-11 3 15,-3 4 3-15,0-3-19 0,-3-2-7 16,1 1 10-16,-1-1 2 0,-4 1 10 0,3-1 7 16,-3 0-6-16,3 1 3 0,-4 2-3 0,1-2-6 0,1 2-8 15,-5 1-10-15,2 2-5 0,-3 2-8 0,0 1-2 16,0 2-7-16,1 2 5 0,-2 2-11 0,-1 2-5 15,-3 1 4-15,1 3-5 0,1 0 2 0,0 4-4 16,3 1-1-16,2-3-1 0,2 2-2 0,0 5-3 16,0-4-34-16,3 1-46 0,3-3-51 0,4 1-41 15,0 0-58-15,1-2-67 0,5-1-81 0,-1 1-339 16,2-3-770-16,10-1 341 0</inkml:trace>
  <inkml:trace contextRef="#ctx0" brushRef="#br0" timeOffset="67612.27">24788 2677 41 0,'0'0'443'16,"0"-5"-4"-16,0 5-13 0,0-6-21 0,0 6-21 15,0 0-16-15,0 0-19 0,0 0-36 0,4-4-30 16,-4 4-35-16,1-2-20 0,-1 2-26 0,4-5-22 16,2 1-22-16,-6 4-20 0,9-2-24 0,-2 0-50 15,1 2-42-15,6-3-49 0,-3 3-38 0,1 0-39 16,1-1-39-16,0 1-33 0,0 1-40 0,-3 1-35 15,4-2-43-15,-4 0-40 0,-1 1-199 0,0-2-577 16,-2 1 256-16</inkml:trace>
  <inkml:trace contextRef="#ctx0" brushRef="#br0" timeOffset="67768.52">24846 2719 31 0,'-4'3'278'0,"-2"1"-4"0,0-1-2 0,1 0-13 16,0-1-11-16,1 1-12 0,4-3-18 0,0 0-16 15,-1 3-20-15,1-3-17 0,0 0-13 0,0 0-13 16,10 3-12-16,-4-2-22 0,6-2-59 0,1 3-67 16,2-2-70-16,-2 2-77 0,6 1-68 0,-1-3-167 15,2 0-438-15,1 0 194 0</inkml:trace>
  <inkml:trace contextRef="#ctx0" brushRef="#br0" timeOffset="68643.48">26662 2826 50 0,'-3'-3'403'0,"3"3"-10"0,-3-3 5 0,3 3-14 15,0 0-22-15,0 0-30 0,-5-5-33 0,5 5-34 16,0 0-34-16,0 0-31 0,0 0-21 0,0 0-21 16,0 0-13-16,0 0-11 0,7 18-16 0,-6-13-9 15,2 1-11-15,0 2-9 0,-1-1-7 0,4 4-8 16,-2 0-6-16,0-2-10 0,0 1-1 0,1 1-17 15,-3 0 7-15,1 1-8 0,-1-2-7 0,-2 0-26 16,0-1-57-16,-2 0-38 0,0 0-26 0,-1-3-38 16,-6 3-32-16,1-2-37 0,0-2-41 0,-4 1-49 15,6-3-265-15,-5 1-625 0,3-4 277 0</inkml:trace>
  <inkml:trace contextRef="#ctx0" brushRef="#br0" timeOffset="69763.48">27369 2465 205 0,'0'-11'343'0,"0"3"5"0,-1-2 23 0,1 2-7 15,-2 2-5-15,2-1-5 0,0 2-20 0,0 1-22 16,0 4-39-16,-1-7-28 0,1 7-40 0,0 0-33 16,-4-2-15-16,4 2-13 0,0 0-15 0,-7 16-12 15,6-6-14-15,-3 3-9 0,-2-3-11 0,2 8-6 16,-1-1-4-16,1 2-7 0,1 1-8 0,-1-1-1 15,1 2-6-15,3 4-6 0,-4-4-3 0,4-1 3 16,0 1-9-16,0-3-5 0,0-2-19 0,0 2-38 16,0-5-36-16,3 0-43 0,-2-3-50 0,-1-1-47 15,3-1-44-15,-1-2-57 0,2-1-39 0,-2-2-302 16,2 1-698-16,-4-4 308 0</inkml:trace>
  <inkml:trace contextRef="#ctx0" brushRef="#br0" timeOffset="69997.84">27195 2384 259 0,'-1'-3'412'0,"-1"-1"-13"0,1 0-11 0,1 4-8 16,-1-7-42-16,1 4-37 0,0 3-32 0,4-6-29 15,1 3-22-15,-1 1-30 0,6 0-15 16,2-1-22-16,-1 1-18 0,5 2-10 0,2-2-10 0,2 2-22 15,1 0-51-15,-1 0-50 0,1-1-45 0,0 4-39 16,-3-1-44-16,5-1-50 0,-2 2-45 0,2-3-38 16,-3 1-51-16,-6 2-163 0,-1-1-524 0,2-1 232 15</inkml:trace>
  <inkml:trace contextRef="#ctx0" brushRef="#br0" timeOffset="70263.45">27729 2544 347 0,'2'-2'347'0,"-2"2"-30"0,4-5-30 0,-1 2-30 16,2-1-22-16,-1 2-30 0,-1-2-20 0,5 3-18 15,-3-2-20-15,4 1-14 0,-1-1-7 0,2 1-58 16,3 2-51-16,-3 1-57 0,5-1-55 0,-2 0-60 16,3 1-56-16,2 3-179 0,-7 0-422 0,1-1 187 15</inkml:trace>
  <inkml:trace contextRef="#ctx0" brushRef="#br0" timeOffset="70435.33">27753 2681 238 0,'-6'3'300'16,"6"-3"-8"-16,-4 2-7 0,4-2-15 0,0 0-23 15,0 3-22-15,0-3-27 0,0 0-20 0,0 0-24 16,25-4-16-16,-13 4-48 0,8-1-45 0,1 1-53 0,2 1-48 16,-1-3-60-16,1-1-49 0,0 3-61 15,0-3-123-15,0 1-376 0,8 0 166 0</inkml:trace>
  <inkml:trace contextRef="#ctx0" brushRef="#br0" timeOffset="71343">29634 2647 42 0,'0'0'285'0,"0"0"-17"0,0 0-17 16,11 1-12-16,-11-1-12 0,5 4-17 0,-2 0-15 16,-2-1-18-16,3-1-16 0,1 2-17 0,-1-3-11 15,-2 6-16-15,-2-2-13 0,3 0-11 0,2 0-2 16,-2 0-12-16,-2 1-2 0,2-1-14 0,-3 2-2 16,3-1-7-16,-3 1-4 0,0 1-2 0,-3-2-5 15,2-1-15-15,-1 2-34 0,-2 1-35 0,-4 0-37 16,0 0-30-16,0-2-41 0,4 0-43 0,-5-3-39 15,0 1-176-15,-2 1-438 0,7-1 193 0</inkml:trace>
  <inkml:trace contextRef="#ctx0" brushRef="#br0" timeOffset="73264.82">30471 2371 47 0,'7'-10'234'16,"0"0"6"-16,-3 1-3 0,1 3-2 0,-3-3-14 16,1 0-4-16,-3 1 2 0,1 3-8 0,-1-1-17 15,-4-3-17-15,4 5-14 0,0 0-19 0,-4-1-17 16,-1 3-12-16,-1 0-13 0,-2 1-18 0,0 1 6 15,-6 1-16-15,1 4-7 0,0 2-5 0,2-1 6 16,-5 6-20-16,1 2-7 0,2 1-2 0,-1 0 15 16,-1 8-15-16,8-5-2 0,-1 1 5 0,0 10 3 15,5 1 6-15,-1 0 0 0,4 0 0 0,0 1-9 16,7 1 1-16,2 3-8 0,-2-2 2 0,0-1 1 16,5-1-7-16,-1 1 0 0,0 1-2 0,1-1-11 15,-5-3 1-15,1 1 1 0,-2-4-7 0,2-6 3 16,-1-1-2-16,-6-2-3 0,5-1 6 0,-4-3-3 0,0-1-3 15,0-3-4-15,0-1-20 0,-4-1-23 16,2-1-23-16,-2-3 0 0,0 0-17 0,2-3-22 16,-8 2-41-16,8-2-49 0,0 0-66 0,-16-9-46 15,8 2-209-15,1-1-550 0,0-2 243 0</inkml:trace>
  <inkml:trace contextRef="#ctx0" brushRef="#br0" timeOffset="73499.19">30304 2596 190 0,'-2'-4'345'0,"-1"0"1"0,-1 1-1 0,2-2 0 0,-3 3-10 16,5 2-16-16,0 0-29 0,-1-6-29 0,-2 3-29 16,3 3-23-16,0 0-26 0,0 0-17 0,0 0-22 15,0 0-12-15,0 0-10 0,27 3-21 0,-15-1-32 16,5 1-45-16,3-1-42 0,3 2-41 0,-4 0-33 15,4 1-26-15,1-2-42 0,-4-1-18 0,0 2-33 16,5-3-22-16,-5 0-8 0,-5 2-6 0,4-3-2 16,-2 1-143-16,-3-1-425 0,-3-1 187 0</inkml:trace>
  <inkml:trace contextRef="#ctx0" brushRef="#br0" timeOffset="74139.87">30669 2585 585 0,'5'-2'-15'0,"-2"-2"20"0,3 2 31 16,-5-3 31-16,3 0 24 0,-1 0 23 0,-1 0 15 15,2 2 15-15,-4-2 9 0,2 2 12 0,-2 3 8 16,0-9-2-16,1 5 0 0,1 0-1 0,-2-2-1 15,0 6-4-15,0-6-5 0,-2 2-5 0,2 4-11 16,-3-7-13-16,3 7-13 0,-2-5-12 0,2 5-15 16,0 0-6-16,-4-2-12 0,4 2-7 0,-8-2-9 15,8 2-9-15,-10 2-2 0,10-2-7 0,-16 2 0 16,6 2-5-16,2-1-6 0,-2 2-5 0,1 1-1 16,-2 0-2-16,4-1-6 0,-1 3-2 0,0-2 0 15,3 4-2-15,0-4 0 0,0 1-3 0,2 0 1 0,3 1 3 16,4-1 7-16,0 0-7 0,3 0-3 0,-3-2-19 15,10 5-15-15,4-2-18 0,3-3-16 0,2 1-13 16,-1 1-16-16,8-4-11 0,0 5-6 16,-7-6 3-16,7-2-6 0,-7 2-6 0,7-1 6 0,-11-2 2 15,4-2 12-15,0-1 9 0,0-1 9 0,-6 1 9 16,2-3 10-16,-8 2 6 0,-1-1 18 0,3 0 32 16,-8 0 18-16,4 1 19 0,-5-1 17 0,-2 2 10 15,2-2-3-15,-2 2-2 0,-4 0 3 0,2 4-16 16,-4-5 0-16,-1 1-2 0,-2 2 4 0,0-1 0 15,-4 2-8-15,1-3 1 0,-3 4-8 0,3 1 2 16,0-1-7-16,-2 3 2 0,-2 0-7 0,3 0-4 16,2 2 2-16,1-1-2 0,1 1-3 0,0-1-2 15,0 1 0-15,2 0-2 0,-1 0-1 0,4 2-2 16,-1-3 2-16,2 1 8 0,1-3-8 0,0-2 1 16,4 7 0-16,-2-4-1 0,6 2 1 0,-2-5 3 15,1 1-7-15,1 0 5 0,3 0 0 0,-3-1-2 16,3-2-1-16,-1-4 1 0,2 3-3 0,-6 1 0 15,5-3 2-15,-3 2 0 0,2-4-4 0,0 1 1 16,-3 2 0-16,-4 0 11 0,5-1 13 0,-5 3 11 16,3-4 19-16,-2 2-6 0,-2 2 3 0,-2 2-1 15,4-4 1-15,-4 4-10 0,0 0-11 0,6-1-14 16,-6 1 3-16,0 0-8 0,0 0-7 0,5-1 1 16,-5 1-5-16,0 0 3 0,0 0 9 0,5 5-14 15,-5-5 5-15,2 10-3 0,2-6 2 0,2 1 3 16,-4 0 2-16,2 0-3 0,-1 2-5 0,4-1 0 15,-3-2-11-15,3 2-23 0,4-1-27 0,-4 2-26 16,2-4-30-16,0 4-28 0,0-6-29 0,0 3-28 16,3-2-34-16,-2-2-13 0,0-1-14 0,3-1-197 0,-3 1-494 15,-2-6 218-15</inkml:trace>
  <inkml:trace contextRef="#ctx0" brushRef="#br0" timeOffset="75092.95">31326 2415 250 0,'0'-6'276'0,"-1"2"-1"0,1-1-12 16,0 5-12-16,-2-8-13 0,2 8-29 16,-1-4-28-16,1 4-16 0,0 0-21 0,-6-1-15 0,6 1-10 15,-7 7-13-15,2-4-11 0,1 6-6 0,1-1-3 16,-1 0-17-16,0 2-5 0,3 5-3 0,-1 1 0 16,1-1-8-16,0-3-2 0,2 8-10 0,0-2-1 15,2-2-5-15,-3 2-1 0,4 0-4 0,0-3 0 16,-1-3-4-16,1 6-7 0,0-6-12 0,0-2-21 15,0 2-15-15,-1-4-22 0,1 0-12 0,-2-3-4 16,-1 0-1-16,2-2 2 0,-3-3-7 0,4 3-12 16,-4-3-8-16,0 0 7 0,0 0 10 0,0 0 5 15,8-8 7-15,-6 4 7 0,-2-2 9 0,2-1 5 16,-1 2 15-16,-1-1 14 0,4-2 20 0,-2 0 16 16,1 0 12-16,-2 2 14 0,-1-5 12 0,3 4-3 15,-2 3-5-15,2-2 2 0,0 0-7 0,0 2 1 16,0-3-8-16,0 6-5 0,1-3-8 0,3 2-2 15,-2 1-4-15,-5 1-2 0,12 0-3 0,-5-2 0 16,4 5-6-16,-4-1 2 0,4 3-2 0,0-1 1 16,-4 1-5-16,2-1 5 0,-4 1-6 0,1 0-1 15,-1 0 0-15,2 3 1 0,1 1 0 0,-2-2-5 16,-4-2 5-16,3 2-6 0,0-2 4 0,-4 3-4 16,2-2-1-16,1-2-2 0,-3 3 0 0,-1-3-3 15,0-1 4-15,6 0 1 0,-5 1 1 0,-1-4 8 16,0 0 5-16,0 4-4 0,0-4 10 0,0 0 0 15,0 0-3-15,0 0 3 0,0 0-2 0,11-11-3 16,-5 9 10-16,-3-3-6 0,2-3-5 0,0 4-2 16,-1-2 0-16,3-3 2 0,-3 4-9 0,4-3 4 15,-4 2 0-15,3-2-5 0,-3 3 5 0,0 1 4 16,1-1 0-16,2 2-10 0,-5 0 1 0,1 0-6 16,-1 1 3-16,-2 2 5 0,0 0-15 0,7-3 2 15,-7 3-2-15,4-1 1 0,-4 1 3 0,0 0-1 16,0 0 3-16,0 0 0 0,12 5 4 0,-9-3-2 0,1 2 5 15,-4 0-3-15,4-3 0 0,2 3 1 16,-1-1 8-16,1-1-7 0,2 2-3 0,-3 0-3 16,5-4-6-16,-5 1 1 0,5-1 1 0,-2 0 1 15,-8 0 1-15,12-5 3 0,-4 4 0 0,-2-2-4 0,-1-2-1 16,-1 1 6-16,5-1 1 0,-7-1 0 0,4 1-2 16,-4-1 4-16,1 0 0 0,0 0 3 0,0 2 9 15,-2-1 9-15,2 0 4 0,-3 1 4 16,0 4-3-16,2-6-4 0,-2 6-5 0,0-3-9 0,0 3 2 15,0 0-3-15,0 0-4 0,0 0-1 0,0 0 3 16,-16 8-5-16,13-3 3 0,-2 0-1 0,1 4-1 16,-2-4 0-16,2 1 2 0,3 1-3 0,-2 0 0 15,0 1-3-15,1-3 14 0,2 3-14 0,-2-2 1 16,2-2-1-16,2 0 3 0,2 0 1 0,-2 0 5 16,-2-4 1-16,7 3-2 0,-1-1 1 0,-6-2 3 15,13-2-4-15,-4 1 0 0,-3-1 1 0,6-3 0 16,-1 1-1-16,-5 1 4 0,2 0 5 0,3-3 10 15,-4 1 10-15,-2 4 4 0,2-5 4 0,0 4 8 16,0-3 18-16,-2 1 2 0,-1 2-2 0,-4 2-8 16,7-3-5-16,-7 3-15 0,8-1-8 0,-8 1-3 15,0 0 3-15,0 0-16 0,0 0 2 0,8 4-4 16,-5-2 5-16,0 3-4 0,-2-1 2 0,0 0-9 16,2 1-14-16,-1-1-27 0,0 3-24 0,0-2-37 15,0 0-26-15,-2 0-34 0,4 0-46 0,-1-2-44 16,-2 5-45-16,3-3-218 0,-1-1-549 0,4-3 243 15</inkml:trace>
  <inkml:trace contextRef="#ctx0" brushRef="#br0" timeOffset="77001.48">32241 2539 94 0,'0'0'164'0,"0"0"-9"0,0 0-7 0,0 0-7 16,0 0-4-16,0 0 1 0,0 0-6 0,0 0-3 16,0 0-2-16,0 0-3 0,0 0-4 0,0 0-1 15,0 0-3-15,0 0-5 0,0 0 3 0,0 0-9 16,0 0-9-16,0 0-1 0,0 0-8 0,0 0-3 16,0 0 5-16,0 0-9 0,0 0-6 0,0 0-3 15,0 0-4-15,8-1-14 0,-8 1-1 0,0 0-3 16,13 3-9-16,-13-3-3 0,11 1-5 0,-11-1 0 15,9 0-5-15,-5 1-23 0,0 0-43 0,-4-1-50 16,11 2-62-16,-11-2-57 0,8 2-46 0,-5 2-163 16,0-1-452-16,-3-3 200 0</inkml:trace>
  <inkml:trace contextRef="#ctx0" brushRef="#br0" timeOffset="77204.6">32181 2662 118 0,'-4'1'295'0,"4"-1"-2"0,0 0-6 15,0 0-9-15,0 0-14 0,0 0-23 0,0 0-23 16,13 3-20-16,-13-3-23 0,13 2-21 0,-5 2-14 16,5-3-13-16,-1 0-8 0,0 2-33 0,2-1-62 15,-1 0-67-15,-2 1-76 0,5-3-87 0,-7 2-236 16,5 0-479-16,-4-1 213 0</inkml:trace>
  <inkml:trace contextRef="#ctx0" brushRef="#br0" timeOffset="106051.04">25503 2584 81 0,'2'-4'248'0,"2"-1"-4"16,-3 0-7-16,2 0-1 0,1 0-2 0,-3 0-6 15,3-1-6-15,-4 3-10 0,4-1-6 0,-1-1-2 0,0 1-8 0,-2 0-12 16,2 0-10-16,-2 2-11 0,3-2-13 0,-4 4-8 15,0-4-14-15,0 4-11 0,0 0-10 0,2-5-14 16,-2 5-14-16,0 0-10 0,0 0-7 0,0 0-12 16,0 0-4-16,-6-5 0 0,6 5-10 0,0 0-4 15,-11 0-4-15,11 0-5 0,-9 1 0 0,9-1 6 16,-14 2-14-16,9 2-1 0,-4-2-2 0,3-1-1 16,0 3-7-16,0-2 3 0,1 1 0 0,-4 2-3 15,2 0-4-15,2-1 5 0,-2 0 2 0,1 0-3 16,0 1-14-16,0 1 16 0,0-1-3 0,1 2 2 15,-1-2-6-15,0 4-1 0,-1-3 6 0,3 1-2 16,0-2 2-16,0 1-8 0,1 2 5 0,-1 1 2 0,1 0-4 16,-1 2 6-16,2-4-5 0,-4 3 1 15,5-4 2-15,1 5-3 0,-1-3 5 0,1 3 0 16,0-1 1-16,2-1-10 0,-2 1 7 0,3-2 3 16,0 1 8-16,-1 1-14 0,2-1 4 0,-1-1-1 15,4-2-3-15,-3 3 19 0,2-3-15 0,0-1-3 0,0 2 4 16,1-3 10-16,2 0-7 0,2 0 0 15,-3 1-8-15,2-3 17 0,0-1-10 0,1 2 3 16,0-3 8-16,0 0 1 0,3 0-4 0,-3 0 11 16,-2 0-8-16,5 0 5 0,-1-4 8 0,0 3-4 0,-2-3-2 15,2 1 4-15,-2-1 9 0,1 1-4 0,-1 0-4 16,-1 0 1-16,3-5 4 0,-5 4 0 16,3 0 8-16,-6-2-6 0,5 1 3 0,-2-2-5 0,1 1 5 15,-4 1-2-15,5-3 3 0,-5 2-1 0,-1-3-1 16,0 1-5-16,2-1-1 0,-5-1-1 0,4-2 1 15,-3 3-8-15,0 3 0 0,-2-7-5 0,2 6 0 16,-4-5-4-16,0 2-4 0,0-1-1 0,-3 0-5 16,1-1 6-16,-3 0-5 0,3 1-3 0,-3 1 1 15,-1 0-6-15,1-1-5 0,-1 4-31 0,1-1-45 16,2 2-48-16,-2 1-67 0,0 3-69 0,2 1-66 16,5 1-73-16,-10 4-295 0,10 2-759 0,2 5 336 15</inkml:trace>
  <inkml:trace contextRef="#ctx0" brushRef="#br0" timeOffset="121625.04">28766 2537 71 0,'4'-4'196'0,"-4"4"-15"0,0 0-23 0,0 0-19 15,0 0-9-15,0 0-19 0,0 0-8 0,0 0-11 16,0 0-10-16,-13 13-5 0,8-8-10 0,-1 1 4 16,-2 3 7-16,2 2-9 0,-1-1-4 0,-2 0-5 15,-5 3-5-15,6 1-6 0,-7-2 0 0,4 0-12 16,-1 0 2-16,1-5-9 0,0 9 3 0,-5-5-2 16,4 2 0-16,0-4-3 0,-1 1 2 0,2-1 1 15,-1-1-3-15,1 0 2 0,0-2 10 0,1 0 5 16,-2 0 5-16,3-2 5 0,0-1 4 0,0 0 5 15,2-1 8-15,-2 0 12 0,2 0 0 0,0-2 11 16,7 0 3-16,-12-2-13 0,6-2 14 0,1 1-10 16,0-3-9-16,-1 1-7 0,2-2-8 0,0 0 1 15,0-1-8-15,0 2 5 0,1-5-18 0,1 1-5 0,0 2 1 16,2-2 4-16,0 0-6 0,0 2-6 16,2-4 1-16,0 6-5 0,-2 0-11 0,2-1 9 15,3 2 4-15,-1-2-6 0,-3 3-2 0,2-1-5 16,-1 3-5-16,0-1-2 0,-2 3-2 0,7-4-2 0,0 3-6 15,-7 1-4-15,12 1-26 0,-4 4 2 0,3-1 17 16,1 1-9-16,-1 3 2 0,0-3-3 16,1 0 4-16,0 4 3 0,2-1-2 0,0 2 5 15,-2-3 4-15,3 5-3 0,1-2 0 0,-5 2 3 0,0-4 1 16,6 4 5-16,-6-3-6 0,-2-1 1 0,3 1 5 16,-1 0-6-16,0-2 3 0,-2 3 3 0,2 0 0 15,0-4-4-15,-3 1 17 0,1 0-15 16,-1-1-1-16,-2 1 2 0,1-3-1 0,-1-1 1 0,-1 1 0 15,1 1 5-15,2-3-1 0,-3 0 4 0,2 0-5 16,-3-1 3-16,2 0-2 0,-6-1 0 0,9 1 14 16,-9-1 12-16,10-1 6 0,-6-3-3 0,1 3 4 15,3-1 1-15,-5-4 2 0,1 4 6 0,-1-3-8 16,2-3 14-16,-1 3-15 0,-1-1-5 0,1-2 9 16,-1-2 4-16,-1 1-3 0,-2 2-4 0,3-3 1 15,-3 2-5-15,0 1-7 0,0-1-6 0,-3 0-6 16,1-1-6-16,-3 3-2 0,0 1-33 0,-3-3-31 15,0 2-38-15,-3-1-43 0,0 1-58 0,-9 1-71 16,9 1-97-16,-4 0-225 0,3 0-639 0,4 2 282 16</inkml:trace>
  <inkml:trace contextRef="#ctx0" brushRef="#br0" timeOffset="125203.64">32667 2497 62 0,'1'-3'304'0,"2"-2"-14"16,-3 5-21-16,1-3-21 0,2 0-24 0,-3 3-26 15,3-4-25-15,0 2-18 0,-3 2-23 0,0 0-13 16,0 0-10-16,0 0-19 0,0 0 7 0,-9 10-25 16,5-7-5-16,0 4-6 0,-2 1-7 0,1 1-5 15,0 3-5-15,-1 5-5 0,-2-1-2 0,3-3-3 16,-5 3-3-16,5 2-3 0,-1 0-2 0,-2-1-2 16,0-1 0-16,3 1-4 0,-1 0-4 0,-1-2 3 15,5-2 9-15,-3-2-16 0,-4 1 3 0,6-2-6 16,-1 0 2-16,0-2-1 15,1-2-1-15,-1 3-3 0,2-5 5 0,-1 1 5 16,2 2-9-16,-1-4 5 0,2 0-1 0,0-3 19 16,-4 4 27-16,4-4 10 0,0 0-4 0,0 0 2 0,0 0-7 15,0 0 4-15,7-15-6 0,-3 10 3 0,-3-7 5 16,3 2 4-16,1-3-5 0,1 1 16 0,-1-6-15 16,2 0 3-16,0 1-4 0,0-2-2 0,2 2-5 15,-3 3 3-15,2-7 3 0,2 3 1 0,-5 5 5 16,2-2 11-16,-2 3-10 0,-2 2-3 0,1 0 2 15,2 1-4-15,-1 2-5 0,-1 1-2 0,1 1-9 16,-2 0-6-16,2 1-2 0,-3 1-10 0,-2 0 0 16,4 0-7-16,-4 0-6 0,0 3-5 0,5-6-4 15,-5 6-5-15,0 0-11 0,2-2-2 0,-2 2-8 16,0 0 2-16,7 8 0 0,-3-5 2 0,-4 2-4 16,5-1-3-16,-5 4-4 0,3 2 2 0,0 2-8 15,1 1 4-15,-3-2-2 0,4 6-1 0,-1-1-15 16,-2-2 3-16,1 3-9 0,1-4-4 0,-3-1 6 15,3 5 5-15,-2-3-19 0,-1-2 5 0,1 0 5 16,-1 0 24-16,-1-1-4 0,0 0 2 0,1 1-4 16,1-2-1-16,-2 0-17 0,-2-2-9 0,1 0-8 15,2-2-12-15,-3 3-1 0,-1-5-1 0,3 1-9 16,0 0-11-16,-2 2-11 0,2-3-18 0,0-4-6 16,0 4-17-16,0 1-13 0,0-5-16 0,0 0-10 15,0 0-16-15,0 0-32 0,0 0-133 0,0 0-407 0,0 0 180 16</inkml:trace>
  <inkml:trace contextRef="#ctx0" brushRef="#br0" timeOffset="125844.25">32619 2679 147 0,'-4'-2'216'0,"4"2"-14"0,0 0-17 0,-2-4-18 15,2 4-10-15,-3-5-18 0,3 5-9 0,0 0-14 16,0 0-10-16,0 0-7 0,12 9-11 0,-5-7-10 15,1 2-9-15,3-2-6 0,2 4-7 0,-2-1-7 16,3 0-2-16,5 1-5 0,0-1-5 0,0-1-2 0,2 1-5 16,2-1-19-16,-4-2-5 0,1 1-11 15,-6-3-4-15,8 0 5 0,-4-1-6 0,-4-2 10 16,1-1-6-16,-4-1 3 0,0 0-2 0,1-1 2 16,-4-2 2-16,3-1-1 0,-3-2 5 0,0-5 18 15,-3 3-1-15,-1 1 14 0,-2 0 7 0,3-2 9 0,-3 1 9 16,-2 0 7-16,2 3 0 0,-2 0-1 15,-2 0 0-15,1 2 0 0,0-1-5 0,1 1-3 16,0 3-14-16,-3 0-4 0,1 3-8 0,2 2-5 16,-4-5-4-16,4 5-1 0,-7 0-7 0,7 0 4 15,0 0-2-15,-16 8-6 0,9 0 4 0,-1 0-1 0,1 2-3 16,-1 2-4-16,-3 2 2 0,0 0 0 16,-1 1-2-16,7 1 1 0,-3 2-1 0,1-3-3 15,-3 2-4-15,4 1-3 0,0-5-6 0,3 5-6 16,0-5-6-16,3 4 0 0,0-4-9 0,0 0-9 15,3-1-4-15,3 0-2 0,-1-2 0 0,4 0-12 0,1-1-10 16,1 0 4-16,4-3-1 0,1-1 2 0,5 1 8 16,-3-5-2-16,2-1 9 0,0-1 3 15,2-5 8-15,-3 4 4 0,1-4-1 0,-2-5 11 16,0 3 11-16,6-10 8 0,-9 5 7 0,0-2 11 16,-2-3 14-16,0 1 21 0,1 1 16 0,-7 0 19 0,2 1 14 15,-2 2 9-15,-3 0 6 0,-1-1 10 0,-1 2 4 16,1-1-6-16,-3 3 11 0,-1 0-16 15,-1 2-7-15,1 2-10 0,0-1-9 0,-1 2-21 16,-1 2-7-16,-1-1-8 0,4 4-9 0,-10 1-14 16,10-1 4-16,-13 4-1 0,6 0-6 0,-2 3-6 0,0 0 5 15,-1 3-10-15,-1 0 1 0,2 3 0 0,-1 5 3 16,-3-2-4-16,7 1-8 0,-2 0 2 16,2 0 8-16,1 2-14 0,-2-2-3 0,5 2-17 15,2-2-15-15,0 1-9 0,0-1-27 0,4 0-44 16,4 1-44-16,-3-5-55 0,6 0-73 0,-3-2-284 0,2-2-611 15,1 0 271-15</inkml:trace>
  <inkml:trace contextRef="#ctx0" brushRef="#br0" timeOffset="126734.85">32534 1728 282 0,'0'-3'320'0,"0"3"-31"0,-2-8-26 0,2 8-30 0,-4-2-30 16,4 2-22-16,0 0-24 0,0 0-20 15,0 0-10-15,0 0-14 0,-2 15-9 0,-1-9-11 16,0 6 1-16,-2 6-21 0,0-1-6 0,3 1-7 15,-2-1-4-15,0 1-7 0,2 0 7 0,-2 1-17 0,3-2-1 16,-2-3 25-16,0 4-10 0,2-5 0 0,1 0-6 16,-1 1 0-16,-1-4 2 0,4 4-14 15,-2-5-3-15,4 0-4 0,1 0-1 0,-1-3 2 16,-2-1 0-16,2-2-7 0,1 0 5 0,3-2 2 0,-2 0-10 16,3-2-3-16,2 0-1 0,-1-3 7 0,4-1-7 15,-4-1-6-15,3 0 2 0,-3-1-2 16,3-1 2-16,-4 0 20 0,0 2 16 0,-2 1 15 15,-1-2 13-15,1 4 0 0,-5-1 2 0,3-2 0 16,1 4-12-16,-3-1-7 0,-3 3-13 0,4-3-4 0,-4 3-24 16,1-2-9-16,-1 2-14 0,0 0 3 0,0 0 6 15,0 0-4-15,0 10-4 0,0-3-3 0,-4-3 2 16,4 0 1-16,-2 4-5 0,-1-2-5 16,1 0-1-16,-3 0 0 0,5 0-11 0,-3 0 18 15,3-2-3-15,0 1-7 0,0-1 11 0,0 0 7 0,0-1-1 16,0-3 7-16,0 5-2 0,0-5 17 0,3 5 6 15,-3-5 4-15,0 0 2 0,0 0 12 0,15-8 7 16,-11 4 5-16,2 0-4 0,-2 1 12 16,1-3 6-16,5 1-12 0,-4-2 8 0,3 0-4 0,-4 1-2 15,0 2-4-15,2-1-3 0,-1 2-2 0,-1-3-9 16,-1 2-3-16,0 3-17 0,2-3 9 0,-5 1-10 16,-1 3-6-16,6-4-13 0,-6 4-34 0,0 0-21 15,5-1-6-15,-5 1-24 0,4 7-6 0,-4-7-29 16,4 5-12-16,0-3-23 0,-1 3-32 0,1 3-28 15,1-2-38-15,0-1-53 0,1 3-51 0,1 0-187 16,-2-2-587-16,2 0 260 0</inkml:trace>
  <inkml:trace contextRef="#ctx0" brushRef="#br0" timeOffset="127517.59">32969 1980 222 0,'0'0'246'0,"0"0"-25"0,-3-5-23 0,3 5-23 16,0 0-16-16,0 0-18 0,0 0-14 0,0 0-12 16,-16 8-10-16,12-5-15 0,-2 2-6 15,0 0-9-15,0 1-8 0,-1 0-5 0,3 1-9 0,-1 3-2 16,-2-2-4-16,3-1-5 0,0 2-2 0,0-3-7 16,0 2 1-16,2 0-4 0,0-2 0 0,2 1-5 15,0-1 0-15,0-1-2 0,2 0 8 0,2 2-13 16,1-5 2-16,0 2-2 0,4-4-9 15,-2 1 1-15,4-1-7 0,1-1-1 0,-1-2-1 0,3 1-1 16,1-1 0-16,3-5-1 0,-1-2-5 0,3 2-7 16,-4-7-1-16,0 1 0 0,-2-1-6 0,3-1 5 15,-5-1 1-15,3 0 7 0,-7-2 15 0,3 2 19 16,-4 0 25-16,0-2 16 0,-2 2 14 16,-2 2 6-16,-1 2 6 0,-2 3-1 0,0-2 4 15,0 2 3-15,0 0-1 0,0 4-8 0,0 1-13 0,-2-2-11 16,1 4-13-16,1 3-1 0,-3-5-15 0,3 5-6 15,0 0-4-15,-11 0-13 0,11 0-6 0,-9 7-8 16,3 1-2-16,-1 0-8 0,2 2-2 16,-2 3-4-16,3 2-6 0,-3 1-5 0,2 2-3 0,-1 0-8 15,5 0-1-15,-3 1-10 0,3 2-8 0,1-2-12 16,1 0 2-16,3-1-10 0,-3-1-4 0,3 0 0 16,2-6-1-16,-2 2 0 0,2-3 4 0,4 2 13 15,-6-6-1-15,6 3 10 0,-2-5 5 0,0 0 7 16,0-2 8-16,1-1 1 0,-2 2 15 0,2-6 18 15,-2 2 16-15,2 0 10 0,-2-3 16 0,0 3 14 16,-2-4 6-16,1 1 4 0,-1-1 0 0,-1 0 4 16,2 2 0-16,-1-3-1 0,0 2-4 0,-2 0-10 15,1 0-3-15,-4 2-9 0,3-2-4 0,0 1-9 16,-3 3-13-16,4-4-26 0,-4 4-1 0,0 0-4 16,0 0-6-16,0 0-3 0,0 0-3 0,-5 17-10 15,5-10-8-15,-2-2-8 0,1 0 1 0,1 1-1 16,-2 2-6-16,2-2 2 0,0 0 2 0,0 2 6 15,0-3 4-15,2 1 6 0,-1-1 1 0,2 0 6 16,-3-5 4-16,5 4 5 0,1-3 6 0,-6-1 9 16,9 0 12-16,-9 0 11 0,8-4 20 0,-3 2-2 15,-3-2 14-15,6-1 7 0,-4-1 12 0,0 1 9 16,-1-4 10-16,1 4 4 0,2-4-12 0,-1 3 2 16,0 1-10-16,-2-2 5 0,-1 2-4 0,0-1-5 15,1 1-8-15,-2 1-10 0,2 0-1 0,0 1-5 16,-3 3-31-16,4-4-27 0,-4 4-26 0,0 0-10 15,6 0-17-15,-6 0-21 0,5 5-25 0,-1 1-24 16,0 0-23-16,2 2-33 0,2 0-25 0,-2 0-29 16,4 3-141-16,-3-2-423 0,2 1 187 0</inkml:trace>
  <inkml:trace contextRef="#ctx0" brushRef="#br0" timeOffset="128126.95">33590 2182 173 0,'-1'-3'193'0,"-3"-2"-10"16,2 1-12-16,-5 1-13 0,5 0-18 0,-3 1-17 0,-4-1-14 16,4 1-8-16,-4 1-15 0,3 1-6 0,-2 0-10 15,8 0-7-15,-16 3-7 0,5 0-4 0,3-1-4 16,-2 2-8-16,2 0-3 0,3 0-4 0,-7 2-4 16,6-1 2-16,0 0-6 0,1 2 1 15,1-2-3-15,1 1-4 0,0 1 3 0,-1-1-5 16,4-1-2-16,0-1 1 0,0 1-1 0,4-1 1 0,-2 0-4 15,0-2 2-15,4 1 0 0,-1-1-3 0,2 0-1 16,3-4-1-16,-1 1 0 0,2 0-3 0,1-3 0 16,-1-1 0-16,3 0 0 0,-2-3-7 0,-2-1 7 15,3 1 4-15,-2-5-1 0,2 1 0 16,-1-6 8-16,-4 2 17 0,1-3-1 0,-1 2 14 0,-1-4 9 16,1 2 16-16,-2 0 9 0,0 3 11 0,0-1-3 15,-2 0-3-15,-1 5 19 0,0 0 2 0,-1-1 13 16,-2 4-20-16,2 0 5 0,-1 4-16 0,-1-2-8 15,-1 2-12-15,2 0-7 0,-1 5-15 16,-1-4-8-16,1 4-6 0,0 0-5 0,0 0 4 16,0 0-20-16,-15 8-2 0,10-2-5 0,0 3-2 0,0 2-3 15,-2-3-4-15,1 5 1 0,-2 5-8 0,-1-3-3 16,2 3-8-16,2 0-2 0,-1 1-8 0,0 1-1 16,3-1-8-16,-3-1-3 0,6 1-1 15,-2-1-3-15,2-1 0 0,0-5 1 0,2 1-5 16,0-1 6-16,2-2 1 0,-1 0 0 0,0-1 9 0,1-3-1 15,1 1 8-15,3-3 1 0,-3 0 4 0,6-3 1 16,-3-1 5-16,0 1 2 0,4-3 4 0,-5 2-1 16,4-5 6-16,-5 0 11 0,5-1 18 15,-6 1 16-15,1-1 14 0,0-2 7 0,-1 3 20 16,1-1 10-16,-2-1 4 0,-2 1 5 0,0 1 3 16,0 0 6-16,-1 0-7 0,0 0-12 0,-1 5-9 0,3-6-7 15,0 4-18-15,-3 2-8 0,0 0-4 0,0 0-9 16,0 0-2-16,0 0-28 0,0 0-3 0,-19 7-19 15,15-2-21-15,0 2-8 0,2 2-9 16,-2 2-30-16,2 2-33 0,0-1-49 0,2 4-53 16,2-3-82-16,-1 0-253 0,4 4-602 0,1-4 267 15</inkml:trace>
  <inkml:trace contextRef="#ctx0" brushRef="#br0" timeOffset="128845.68">32521 3364 255 0,'2'-15'285'0,"-4"4"-12"0,1-1-17 0,0-1-15 16,-5 0-23-16,3 0-9 0,-4 2-17 0,2-1-17 15,-3 1-18-15,-1 3-18 0,-2-1-14 0,1 3-16 16,1 1-10-16,-5 2-11 0,-1 0-11 0,-4 6-6 15,1 2-9-15,2 3-7 0,-3 2-5 0,4 4-3 16,0 3-10-16,-3 7 6 0,2 3-8 0,3 5-6 16,-2 1 0-16,4 1-1 0,1 2-5 0,-1 3-4 15,3 8 0-15,1-9-1 0,2-1-6 0,-6-2 3 16,6 2-2-16,-4-4-1 0,3 0 3 0,-4 0-3 16,3-1-1-16,2-5 0 0,-1-1 1 0,-1-1-2 15,1-7-3-15,0-1 1 0,2-6-14 0,0 0-25 16,0-4-21-16,1-1-22 0,-1 0-25 0,-1-2-45 15,0-3-65-15,5-1-63 0,0 0-181 0,-9-11-490 16,7 5 217-16</inkml:trace>
  <inkml:trace contextRef="#ctx0" brushRef="#br0" timeOffset="129251.9">32028 3515 261 0,'1'-5'253'0,"3"2"-25"0,2 1-23 16,2 0-21-16,1 0-17 0,1-1-16 0,3 2-18 0,0 1-15 16,0 1-9-16,8 4-9 0,-7-2-12 15,9 0-7-15,-5 4-12 0,4 0-21 0,-3-1-11 16,2 2-23-16,-1-2-17 0,-1-1-16 0,1 2-21 16,1-1-8-16,-5-1-16 0,0-2 1 0,2 2-4 0,-6-3 0 15,2 0 5-15,-2-2 15 0,0 1 1 0,-1-2 10 16,-4 1 16-16,4-3 23 0,-5 3 12 0,-4-2 12 15,5-2 12-15,-1 1 9 0,-4 0 3 16,1 0 6-16,0-1 1 0,-3 4 1 0,2-5-5 0,-2 5-4 16,0 0 3-16,-4-9-3 0,3 5-1 0,-3 1-6 15,4 3-4-15,-8-5-6 0,8 5-4 0,-7-3 3 16,7 3-8-16,-13 2-4 0,13-2-1 16,-10 4-2-16,2-2-5 0,2 1 3 0,1 2-4 0,-5 0-2 15,6 2 0-15,0-1 3 0,1 3-5 0,-1 2 0 16,1-1 4-16,3 3-3 0,0-3 2 0,3 3-13 15,1-2-18-15,7 3-22 0,0 1-20 0,4-1-28 16,3-1-26-16,1-2-20 0,9 3-30 0,-7-5-1 16,7 1-8-16,-1-1-101 0,-5-5-299 0,1-1 133 15</inkml:trace>
  <inkml:trace contextRef="#ctx0" brushRef="#br0" timeOffset="130356.01">32679 3756 845 0,'18'-2'-54'16,"-6"0"34"-16,-1-2 32 0,-2 0 24 0,-2-4 21 16,-3 3 27-16,-1-1 9 0,-3-2 15 0,0 1-5 15,-1 0 3-15,-3-2-8 0,-2 2-9 0,-2 1-7 16,-1-4-6-16,-1 5-14 0,0 0-1 0,-4 0-7 15,1 1-5-15,1 2-2 0,0-1-5 0,1 3-13 16,0 0 4-16,-1 1-5 0,2 3 2 0,-3 0-7 16,6 1 0-16,-3-1-1 0,5 1-2 0,-2 1-4 15,2 1-1-15,-1-1-2 0,2 2-1 0,1-2-7 16,2-1 2-16,0 2-8 0,2-2-2 0,0 1-2 0,2-1 0 16,1 0 2-16,4 0-6 0,-3-3 2 15,5-1 1-15,-3 1 2 0,3-1 0 0,1-1 0 16,-1-1 14-16,1-1 6 0,3 0 12 0,-5-2 18 15,2 0 21-15,2 0 17 0,-4 0 14 0,1-1 13 0,-5 3 20 16,5-2 19-16,-5 0 12 0,-1 1 8 0,0 1 1 16,2-1-13-16,-5 1-11 0,-1 2-16 15,9-1-17-15,-9 1-7 0,3-5-23 0,-3 5-10 16,0 0-13-16,0 0-19 0,0 0-9 0,0 0-6 0,0 0-9 16,6 8-3-16,-5-3-9 0,-1 0-10 0,0 2-3 15,1 1-5-15,-1-2-7 0,2 2 0 0,3 1-9 16,-3-1-6-16,3-1-5 0,-1 3-13 15,3-2-13-15,1 1-20 0,0 0-21 0,-1-4 9 0,3-1-17 16,-4-1-17-16,6 1-19 0,-2-3-11 0,-2 1-11 16,4-4 0-16,-2-1 1 0,1-1-4 0,1 0 6 15,0 1 8-15,-1-7 14 0,4-1 14 0,0-1 14 16,0-3 20-16,-1 0-1 0,1-2 17 0,-3-1 4 16,1 0 25-16,0-1 35 0,-1 2 31 0,-4-1 49 15,3 1 28-15,-5 6 20 0,2 0 17 0,-4 2 10 16,0 0-1-16,-1-1 8 0,-1 3-9 0,-2 2-16 15,3 1-13-15,-3 4-12 0,-3-7-13 0,3 7-12 16,-5-2-7-16,5 2-6 0,-11 5-3 0,4 0-10 16,-1 2-3-16,0 2-5 0,-2 3 1 0,1 0-3 15,-2 4-8-15,-1 2 4 0,4 0-4 0,-1 1-5 16,-3 4 2-16,5-3-1 0,-1-1 0 0,1 6-21 16,1-6-8-16,0-2-10 0,3 2-14 0,-1-4-9 15,4-4-7-15,0 2-7 0,0-3-3 0,0-2 0 16,0-1 9-16,3 1 4 0,1-5 6 0,-2 0-2 15,2-1 9-15,-4-2 3 0,0 0 3 0,12-5 3 16,-8 2 9-16,1-3 8 0,0 0 15 0,1-3 15 16,2-1 5-16,-2 2 10 0,1-4 10 15,0 4 2-15,-3-2 1 0,2 1 3 0,2-1 6 0,-5 4-6 16,1 1-2-16,3 0-7 0,-2-2-7 0,-2 2-5 0,1 2-3 0,0 0-4 0,0 0-4 16,-4 3-3-16,10 0-1 0,-6 4-6 0,1 1-10 15,2 0-9-15,-3 0-6 0,1 5-7 0,3 0-8 16,2 0-8-16,-4 1-7 0,-1 2-9 0,0-1-13 15,-1-2-5-15,2 3-1 0,-2-2-4 0,0 0-3 16,1-1 2-16,-3-4 6 0,1 1 6 0,1 0 5 16,-4-3 4-16,3 1 10 0,2 0 10 0,-4-2 11 0,2-1 4 15,-3-2 18-15,3 3 13 0,-3-3 13 16,0 0 11-16,0 0 5 0,12-5 8 0,-7 2 5 16,-3 1 6-16,5-1 3 0,-2-2 0 0,1 1-6 15,-1-1 0-15,1 0-6 0,-2 0-6 0,5 0-5 0,-5 0-2 16,5 1-7-16,-5-1-1 0,0 1-4 0,5 0-2 15,-8 0-1-15,4 2-5 0,0-1-3 16,-1 1-6-16,-4 2 1 0,0 0-1 0,0 0-4 16,0 0-2-16,0 0 1 0,7 6-3 0,-7-2-3 0,0 1 4 15,0-5 2-15,-4 9-4 0,4-3 1 0,-4-2-1 16,1 3 2-16,3 0-4 0,-1 1-1 0,-1-2 1 16,4 1-4-16,-2-2-2 0,1 1 1 15,-1 1 0-15,2-2 4 0,-1-2-3 0,0 2 2 0,3-3 9 16,2 1-5-16,-2-1-2 0,-4-2 3 0,7 1 0 15,-1-1-1-15,-6 0 7 0,0 0 13 0,15-1 0 16,-7-3 27-16,-2 2 10 0,-1-1 11 0,7-1 10 16,-7 0-1-16,3 1 8 0,2-1-3 0,-3 1-6 15,-1 1-12-15,-1-1-9 0,1 0-6 0,-1 1-6 16,0-1 11-16,0 1-17 0,-5 2-7 0,4-3 7 16,-4 3-19-16,0 0-21 0,5-1-12 0,-5 1-14 15,0 0-19-15,0 0-20 0,4 6-18 0,-4-6-32 16,2 4-27-16,-2-4-41 0,1 6-52 0,-1-6-64 15,0 0-208-15,-1 5-553 0,1-5 245 0</inkml:trace>
  <inkml:trace contextRef="#ctx0" brushRef="#br0" timeOffset="131168.47">32494 1485 118 0,'-1'3'133'0,"0"2"-7"0,-2-1-10 0,3-4-7 0,-2 6-5 16,2-3 9-16,2 1-9 0,-2-4-6 0,1 5 3 15,-1-5 5-15,3 4 0 0,-2-2 6 0,-1-2-7 16,6 3 5-16,-6-3 0 0,8 0-6 0,-8 0-9 15,9-3 1-15,-9 3-8 0,6-4-5 0,-2 2 0 16,1-2-8-16,-3 1-9 0,-1-2-7 0,3 1-6 16,-4 0-7-16,3-1-4 0,-2 1-17 0,-1 4-33 15,-4-7-48-15,-1 5-52 0,5 2-68 0,-10-3-214 16,3 2-422-16,7 1 187 0</inkml:trace>
  <inkml:trace contextRef="#ctx0" brushRef="#br0" timeOffset="172314.67">20827 1659 295 0,'0'-17'329'0,"0"0"-17"0,0 3-12 15,0-3-13-15,0 9-6 0,0-5 4 0,0 3-13 16,2 2-4-16,-2 0-4 0,2 1-15 0,-2 4-23 16,2-2-18-16,0 1-33 0,-2 4-27 0,0 0-13 15,0 0-13-15,0 0-13 0,0 12-13 0,3-2-3 16,-2 1-14-16,-1 7-3 0,0 1-5 0,0 3 3 16,3 6-2-16,-3 3-5 0,-3-2-6 0,3 4-1 15,-4-2-9-15,0 3-2 0,0-5-13 0,4 2 4 16,-3 1-3-16,2-3-5 0,-2 2-1 0,1-3-3 0,-1 1-1 15,0-6-5-15,2-4 5 0,-1 3-9 16,2-2-2-16,0-2 2 0,0 1-7 0,-2-7 6 16,2 6-6-16,0-5 1 0,-2-4 0 0,1 0-2 15,2-2-8-15,-1-1-14 0,0 0-12 0,2-1-2 0,-2-2-7 16,0-3-30-16,0 0-52 0,0 0-43 0,0 0-54 16,0 0-39-16,2-16-55 0,1 3-64 15,1-5-289-15,-1-1-713 0,-2-11 316 0</inkml:trace>
  <inkml:trace contextRef="#ctx0" brushRef="#br0" timeOffset="172674.16">20809 1647 38 0,'0'-9'233'0,"-2"-2"-3"16,2-4 4-16,0 7-9 0,2-4 0 0,-2 2 1 15,0 3-3-15,0 0 0 0,3-1-9 0,0 3-15 16,0-2-11-16,-2 3-12 0,0-1-20 0,-1 5-20 15,7-2-10-15,1 0-5 0,-8 2-26 0,19 9-12 16,-7-5-5-16,-1 8-3 0,6 2 11 0,-2 3 9 16,6 6-7-16,-3 1-7 0,1 2-4 0,0 0-19 15,2 5 4-15,-1-3-1 0,-1 5-9 0,4-3-4 16,-4 1-4-16,-1-1 2 0,4 0-7 0,-3-2-11 16,-3 1 8-16,0-3 5 0,-1-2-21 0,-4-6 10 15,0 2-23-15,0-2 13 0,-2-3 5 0,-2 1-4 16,-3-6-10-16,2-1 5 0,-1 0-1 0,-2-6 5 15,2 2-3-15,-3 1 5 0,0-4-1 0,-2-2-1 16,0 0-2-16,0 0-4 0,0 0-7 0,0 0-13 16,6-15-41-16,-7 5-25 0,1 1-31 0,-3-3-35 15,3-6-35-15,-2 2-37 0,2-2-35 0,0-3-31 16,0 3-13-16,0 0 1 0,0-1-197 0,0 2-523 16,-2-1 232-16</inkml:trace>
  <inkml:trace contextRef="#ctx0" brushRef="#br0" timeOffset="172970.97">21256 1615 173 0,'-2'-11'197'0,"1"-7"10"15,1 5 7-15,0-2 10 0,1 4 3 0,-2-2 3 16,6 2-7-16,-5-1 10 0,0 2 4 0,0 2-11 0,0 1 6 16,0 1-1-16,0 1-9 0,2-1-21 15,-4 4-22-15,4-2-29 0,-2 4-16 0,0 0-19 16,0 0-11-16,0 0-8 0,0 0-11 0,6 19 0 15,-4-8-13-15,0 6-7 0,-2 3 31 0,2 6 0 0,-4 5-10 16,8 1-5-16,-7-3-6 0,1 7-11 0,-3-4-5 16,1 3-1-16,0-2-9 0,0 0-4 15,-3-1-1-15,2-4-5 0,-2 3-5 0,2-3-4 16,0 1 3-16,-1-3-4 0,4-7-2 0,-1-2-6 0,-2 2 1 16,2-2 0-16,1-4-4 0,0-2 3 0,-2 1-11 15,2-4-17-15,0-2-25 0,0 2-23 0,2-4-30 16,2-1-39-16,0 0-50 0,0-2-63 15,-4-1-66-15,11-1-82 0,-2-3-286 0,-2-1-724 0,0-5 320 16</inkml:trace>
  <inkml:trace contextRef="#ctx0" brushRef="#br0" timeOffset="173388.11">21449 1712 120 0,'0'-4'255'0,"0"4"-31"0,0 0-18 0,0 0 0 15,0 0-1-15,-2 17-11 0,0-7 18 0,0 3-13 16,2 1-5-16,0 6-27 0,-2-2-1 0,-3 2 3 16,1 7-19-16,3-1-10 0,1 2-15 0,0-8-11 15,0 8-14-15,1-7-8 0,3-1-2 0,1 0-13 16,0 1-7-16,2-2 6 0,2-1-15 0,2-1-10 15,0-3 1-15,1-1-5 0,2 0 0 0,2-6-6 16,-2 0-5-16,5-3-1 0,-4-3-9 0,4-2-9 16,1-2 4-16,-2-5 6 0,5 1-9 0,-5-8-5 15,-2 0 4-15,4-4-9 0,-4-6-2 0,1 1-3 16,-6-4-3-16,-2 0-1 0,0 1 5 0,-7-1-3 16,-4 1-2-16,-4 2-2 0,-2-2 2 0,-1 10 5 15,-4-6 3-15,-3 0 3 0,1 6 6 0,-8-2-6 16,4 7-4-16,-6-2-3 0,5 7 0 0,-7-3 1 15,2 5-3-15,6 4-1 0,-4 1-15 0,1 3-24 16,1 4-64-16,1 5-61 0,-3 5-66 0,7-3-69 16,-2 10-250-16,7-5-594 0,-5 3 263 0</inkml:trace>
  <inkml:trace contextRef="#ctx0" brushRef="#br0" timeOffset="175044.43">20487 1256 245 0,'-4'-2'258'0,"0"1"-16"0,4 1-8 0,-4-3 22 15,4 3-27-15,0 0-17 0,0 0-20 0,0 0-17 0,0 0-19 16,0 0-15-16,31 1-13 0,-9 2-17 0,10 1 1 15,2 2-19-15,7-2-8 0,16 6-12 0,0-1-6 16,5 0-5-16,0 0-4 0,2-1-4 0,4-2-8 16,-4 1-6-16,6 0-3 0,-3-1-5 0,2 1-3 15,-1-2-6-15,-6-3 2 0,-1 2 2 0,-5 3-7 16,0-4 0-16,-17-1-3 0,1 1-8 0,-2-2 6 16,-2-1 0-16,-3 0-5 0,-9-1-1 0,-3 1 1 15,2-1 10-15,-9-1-7 0,1 1 2 0,-4 0 5 16,2-2 11-16,-7 3 5 0,-2-3 1 0,3 3 4 15,-2-1-1-15,-5 1 0 0,9-3 2 0,-9 3 6 16,7-1-9-16,-7 1-17 0,4-2 10 0,-4 2 4 16,6-1-16-16,-6 1 0 0,0 0-2 0,0 0-9 15,0 0-2-15,0 0-4 0,0 0-3 0,11 1 11 16,-11-1 2-16,4 6-16 0,0-4-4 0,-3 3 11 16,-1-1-7-16,4 0 5 0,-2 0 3 0,0 3-4 15,3-2-3-15,-3 1 3 0,3 1-4 0,-2-1 4 16,-1 3 0-16,2 1-3 0,-4 2 8 0,1-3-3 15,-1 4 1-15,0-1 12 0,0 1-7 0,0 3-5 16,0 1 3-16,-1 1-5 0,-1 3-5 0,0-1 1 16,6 7 7-16,-4 1-4 0,0 1 5 0,-2 1-3 15,0-1 5-15,4-1-2 0,0 4 3 0,-1-3 6 16,-1 0-12-16,3 0 3 0,-3-1 1 0,0 1 4 16,1-1-9-16,-1 0 0 0,3-2 3 0,-2-7 0 15,-1 2 8-15,2-1-9 0,-2-3-4 0,3-1 7 16,-3 3-5-16,0-9-14 0,2 3 13 0,0-1 2 15,-4-4 3-15,4 1-4 0,-2-1-2 0,0-3 6 16,0 0 1-16,-2-1-1 0,2-4-11 0,0 8 24 16,0-6 27-16,0-2 2 0,0 0 3 0,-1 5 0 15,1-5-9-15,0 0-3 0,1 4 0 0,-1-4-2 16,0 0-27-16,0 0 20 0,0 0-8 0,0 4 3 16,0-4-8-16,0 0-8 0,0 0 0 0,0 0-2 15,0 0-3-15,0 0 1 0,-1 5 1 0,1-5-2 16,0 0 0-16,-1 4 8 0,1-4-3 0,0 5-6 15,-3-2 4-15,3-3-4 0,-6 4-3 0,6-2-9 16,0-2 12-16,-4 4-9 0,1-2 10 0,3-2 3 0,-7 4-3 16,2-3 1-16,1 1 4 0,-3 1-4 15,3-1 2-15,-9-2 0 0,3 1-6 0,-1 1-1 16,-4-1 4-16,-4-1 0 0,0 1 0 0,-12-1-2 16,1 3 0-16,-1-6 10 0,-1 3-12 0,1-1 0 15,-3 2 3-15,1-1-2 0,-2 0-2 0,-4-1 6 0,-1 2-5 16,2-1 3-16,-3 0-1 0,2 3 0 15,0-3 0-15,0 0 9 0,0 1 10 0,2 1 1 16,-2 0-3-16,3-1-1 0,2 2-2 0,2-1 1 16,2 2 13-16,5-1 10 0,2-2-1 0,0-1-3 0,5 1-2 15,-2-1-4-15,6 1 0 0,0-2-8 0,0 4 4 16,0-3 2-16,2 1 1 0,1 0-4 16,0-1 1-16,3 1-7 0,1-1 5 0,-2 2-4 15,2-2 1-15,7 0-4 0,-14 4-2 0,9-4 0 0,-2 0-4 16,7 0 1-16,-11 1-1 0,3-1-1 0,8 0-1 15,-12 0 0-15,5 0-1 0,0 0-4 0,3 1 2 16,4-1-1-16,-12 0-3 0,4 2 4 0,2-1-4 16,-2-1 2-16,8 0-4 0,-12-1 5 0,5 2-2 15,7-1 1-15,-9 0-2 0,9 0 3 0,-11 0-3 16,11 0 0-16,-7 0 0 0,7 0-4 0,-7 0 4 16,7 0 6-16,0 0-8 0,0 0 2 0,-11-1 2 15,11 1-4-15,0 0 1 0,-5 2 4 0,5-2 0 16,0 0 6-16,0 0 19 0,0 0 5 0,0 0 4 15,-10-1 4-15,10 1 1 0,0 0-1 0,-2-4-3 16,2 4 0-16,-6-4-4 0,6 4 0 0,0-4-2 16,0 4 3-16,-4-5-8 0,3 3 10 0,-1-3-1 15,1 0-1-15,-2-2 8 0,-1 1 1 0,3-5-3 16,-2-1 0-16,2-1-2 0,-1-4 4 0,4-4-2 16,-4-6-3-16,0-4-3 0,3 0-1 0,-6-1-6 15,0-3-3-15,3-3 0 0,-9-1-7 0,3-9-5 16,-5 1-1-16,1-5-2 0,4 16 0 0,4-1-10 15,-7 1 7-15,-2 1-8 0,3-1 0 0,-1 4-4 16,0-1 9-16,3 4-3 0,-2 3 2 0,3 0-7 16,1 8-20-16,2 4-19 0,0 3-29 0,2 1-42 15,-2 5-47-15,3-4-100 0,-4 4-100 0,3 1-82 16,2 4-70-16,0 0-328 0,0 0-908 0,0 0 402 16</inkml:trace>
  <inkml:trace contextRef="#ctx0" brushRef="#br0" timeOffset="179644.65">4667 5187 73 0,'-6'-2'340'0,"-1"-4"-30"0,-3 4-30 15,0 1-16-15,0 1 3 0,-4 2-30 0,2-2-9 0,3 6-18 16,-4-3-23-16,-2 4-9 0,4 0-18 0,2 1-14 16,1 2-14-16,1 1-11 0,3-1-14 0,-2 0-11 15,4 2-7-15,2-2-6 0,0 0-12 16,4 1-7-16,1 0-2 0,3-2-8 0,2-2-2 0,1 1-14 15,3-3 4-15,0-1-3 0,4-2-5 0,1 3-4 16,3-10-10-16,-4 2 5 0,1-2 24 0,-3-3-28 16,0 1-6-16,-2-2 2 0,-1-3 4 0,-2-1-4 15,-2-1 9-15,0-3-8 0,-4 2 6 0,-2-4-7 16,-1-3 1-16,-4 4 7 0,-1-1-8 0,-2-1 23 16,-3 1 20-16,0 4 4 0,-2 0-2 0,0 1-2 15,1 4 2-15,0 0-18 0,-1 3-8 0,-1 1-7 16,3 4-4-16,-2-2-4 0,-3 4-14 0,6 1-12 15,-1 4-24-15,-3 2-29 0,6 3-36 0,-2 7-32 16,4-2-20-16,-1 5-26 0,5-1-27 0,5-1-32 16,1 2-27-16,-2 1-25 0,10 2-40 0,-4-4-162 15,2-2-526-15,1-2 232 0</inkml:trace>
  <inkml:trace contextRef="#ctx0" brushRef="#br0" timeOffset="180207.22">4933 5160 282 0,'0'-4'292'0,"2"-1"-22"16,0 2-25-16,-2-1-24 0,0 4-26 0,0 0-19 15,0 0-19-15,0 0-10 0,3 16 18 0,-2-3-5 16,3 4-11-16,-4 2-18 0,0 10-5 0,0 0-10 16,0 1-9-16,-4 4-3 0,4-1-17 0,5 0-5 15,-2 1-10-15,-2-2-7 0,2 1-10 0,-3-2-7 16,1-5 0-16,2 2-6 0,-3-9 3 0,2 0-10 15,-1-2-3-15,-1-4-3 0,4-1-1 0,-3-4-8 16,-1-2 10-16,0-1-10 0,0 2 8 0,0-6 0 16,0-1 1-16,0 0 7 0,0 0-19 0,5-10 12 15,-4 2-18-15,-1-2 14 0,0-3-15 0,1-6-3 16,2-7-13-16,-2-3-14 0,2-3-13 0,0-3-13 0,-1 0-3 16,2 1 6-16,-1 0 5 0,0-1 4 15,-3 0 4-15,4 6 2 0,-4-3 0 0,0 3 10 16,0 0 10-16,-4 2 6 0,3 8 14 0,-2 0 21 0,3 1 1 15,-2-1 23-15,1 2 5 0,0 6 3 0,1-2 12 16,-2 2 7-16,4 0-1 0,-1 4-1 0,-1-1-5 16,1 3-6-16,-2-1-16 0,2 2-5 0,2-1-13 15,0 3 3-15,-3 2-6 0,13 1-5 0,-13-1 2 16,14 4-2-16,-3 2-5 0,0 0 8 0,1 2-22 16,3 3-2-16,-4-2-5 0,0 2-3 0,1-2-4 15,0 4-2-15,-2 1-4 0,-2-1-3 0,0 1-3 16,-1-1 3-16,-6-1 3 0,2 0-7 0,-4 2 7 15,-1-2-6-15,0 1-3 0,-5-2-4 0,-2 1 6 16,0-2-1-16,-5 1 16 0,3 2-9 0,-2-5-2 16,2-1-3-16,-2-1-3 0,3-1-9 0,-2-2-8 15,5 0-6-15,-1-2-6 0,5-1-36 0,3 0-23 16,-10-5-24-16,10 2-20 0,3-4-29 0,1-1-3 0,5 0-14 16,1-3-1-16,3-6-4 0,4-4-13 15,1-4-18-15,2 1-176 0,1-8-441 0,-2 3 195 16</inkml:trace>
  <inkml:trace contextRef="#ctx0" brushRef="#br0" timeOffset="180410.34">5290 4843 89 0,'7'-13'206'0,"-7"3"26"16,3 1 23-16,-3 2 13 0,0 1 30 0,0 0 7 15,0 2-3-15,-3-2-11 0,3 3-38 0,-1-1-23 16,1 4-12-16,0 0-7 0,0 0-3 0,0 0 1 16,-13 9-12-16,11 0-15 0,-2 1-13 0,0 2-15 15,1 4-11-15,2 2-22 0,-1 2-2 0,1 1-18 16,2 9-5-16,1-3-15 0,2 1 1 0,0 0-10 15,0-4-7-15,1 3 2 0,-1-5-12 0,3-2-5 16,0 4-18-16,-4-4 7 0,6-1-17 0,-5-1-18 16,2-1-28-16,-2-3-57 0,0-4-53 0,0-1-41 15,-3-1-34-15,2-2-39 0,1-2-58 0,-1-1-78 16,-3-3-261-16,0 0-697 0,0 0 308 0</inkml:trace>
  <inkml:trace contextRef="#ctx0" brushRef="#br0" timeOffset="180576.95">5334 4989 76 0,'-1'-1'374'0,"-1"-5"2"16,2 6 4-16,-4-4-18 0,0 2-7 0,4 2-26 0,-1-4-25 0,1 4-32 0,0 0-17 15,0-5-29-15,0 5-23 0,0 0-27 0,0 0-18 16,8-1-17-16,-8 1-10 0,8 0-38 0,-8 0-43 16,22 1-34-16,-11 1-92 0,2-1-71 0,0 1-81 15,1-2-98-15,0 0-258 0,-1 1-631 0,3 1 279 16</inkml:trace>
  <inkml:trace contextRef="#ctx0" brushRef="#br0" timeOffset="180780.06">5641 5120 394 0,'0'0'373'0,"6"4"-30"15,-6-4-31-15,0 0-29 0,17-5-34 0,-7 2-24 16,-1 1-22-16,2-3-21 0,3 2-21 0,1-3-26 16,0-1-50-16,4 0-64 0,-4-1-76 0,-2 5-83 15,-2-4-99-15,3 1-186 0,-2-1-458 0,-1 0 203 16</inkml:trace>
  <inkml:trace contextRef="#ctx0" brushRef="#br0" timeOffset="181123.8">5896 4900 151 0,'0'0'338'0,"0"0"0"16,0 0 11-16,0 0 9 0,9 7 8 0,-5-4-13 15,3-1-23-15,-1 1-27 0,1-1-27 0,-1 2-31 0,1 0-17 16,1 1-11-16,0 1-25 0,3 0-19 15,-5 4-13-15,3-2-11 0,-1 4-21 0,-5 1-10 16,5 5-14-16,-4-7-8 0,-4 6 0 0,3 4 4 16,-6-2 3-16,3-1 1 0,-4 2 4 0,4-2 6 0,-7-1 5 15,3 0 2-15,-4 0 4 0,1-4-1 0,3-1-3 16,-1-1-11-16,-1 1-8 0,-2-3-12 16,7-3-6-16,1 1-8 0,-3-4-10 0,6 2-5 0,-2 1-3 15,3-4-3-15,6 1-6 0,-1-2-5 0,6 0-12 16,8-2-36-16,-1-1-49 0,11-2-54 0,-2-2-56 15,2 0-80-15,-2 0-82 0,2 0-95 0,1 0-126 16,-6-4-317-16,2 2-934 0,0-2 414 0</inkml:trace>
  <inkml:trace contextRef="#ctx0" brushRef="#br0" timeOffset="181483.17">6795 5184 218 0,'-18'-10'477'0,"15"8"-22"0,3 2-35 16,-8-3-33-16,4 2-27 0,4 1-31 0,-11 0-30 0,11 0-29 15,-11 0-27-15,4 1-25 0,2 2-18 0,0-1-20 16,-1 1-19-16,2 2-17 0,0-1-10 0,1 0-14 15,2 1-12-15,-3 1-10 0,2 0-15 0,2-4-6 16,0 4-8-16,4-3-9 0,-1 1-7 0,0-1-5 16,1-1-4-16,0-2-6 0,3 4-7 0,1-2-5 15,-4 0-11-15,-4-2-7 0,14-3-11 0,-7 2 5 16,-1 0-19-16,1-3-9 0,0 0 4 0,-3 1-14 16,0-1-9-16,0-2-12 0,0 2-13 0,-2 0-24 15,-1-3-27-15,-1 0-27 0,-1 5-39 0,-1-5-42 0,-3 2-40 16,2 0-40-16,-1 3-51 0,-3-4-204 15,0 4-611-15,2-2 270 0</inkml:trace>
  <inkml:trace contextRef="#ctx0" brushRef="#br0" timeOffset="181795.65">6796 4890 119 0,'-4'-2'365'16,"4"2"-11"-16,0 0-20 0,0 0-23 0,-11 0-17 16,11 0-11-16,0 0-16 0,-8 2-21 0,2 1-30 15,6-3-29-15,-1 4-23 0,1-4-16 0,-1 5-15 16,1-5-11-16,1 5-10 0,-1-5-9 0,7 3-10 16,-2-1-14-16,-2 1 0 0,5-2-12 0,-1-1-5 15,3 0-8-15,-10 0-4 0,12-1-1 0,-6-2 1 0,0 2-5 16,-1-2-7-16,0 1-2 0,-1-1-3 15,1-1 1-15,-1 0-4 0,-3 1-3 0,-1-1-8 16,-1-2-2-16,1 6-11 0,-4-7-18 0,1 2-32 0,-1 2-30 16,0 2-37-16,4 1-38 0,-11-3-38 0,5 3-37 15,6 0-55-15,-14 3-74 0,3-5-180 0,3 7-576 16,-2 1 255-16</inkml:trace>
  <inkml:trace contextRef="#ctx0" brushRef="#br0" timeOffset="182937.92">7815 4775 55 0,'-4'-5'308'0,"-3"1"-15"0,3 0-12 15,-2 2-23-15,1-1-17 0,-1 1-21 0,-3 0-21 16,2 2-22-16,7 0-21 0,-15 3-12 0,3 1-16 16,0-1-5-16,-3 5 8 0,0 0-6 0,-1 4-9 15,-1-3-7-15,1 3-9 0,2 3-9 0,-2-3-10 16,4 2-8-16,-2 0 3 0,1 3-14 0,2-4-9 15,1 1-4-15,2-3-6 0,2 1-2 0,5 0-2 16,-4-1-5-16,2 2 1 0,3-1-2 0,1 0 3 16,2 1 1-16,2-7-4 0,4 4 5 0,3-2-7 15,7-3-6-15,3-1 0 0,1 0-8 0,8-4-12 0,-9 1-20 16,8-2-14-16,4-4-30 0,-4-4-23 16,2 1-14-16,-4-3-23 0,0-1-17 0,1-2-17 15,-1-1-8-15,-6-2-4 0,4-2-5 0,-7-2 6 16,0 0 10-16,-2-2 15 0,-6 5-1 0,-1-2 25 0,-1-6 30 15,-5 7 24-15,-1 2 25 0,-3-1 32 0,0 0 42 16,0 1 32-16,-3 4 25 0,2-1 28 16,1 5 11-16,-4-2 20 0,4 3 16 0,-4 1-8 0,4 2-1 15,0-1-29-15,-1 1-19 0,1 5-8 0,-4-5-25 16,4 5-5-16,0 0-10 0,0 0-7 0,0 0-6 16,-6 17-8-16,6-7 1 0,0 1-3 0,2 3-9 15,-2 4-2-15,4 0 2 0,-3 3-4 0,3-1-7 16,4 6-1-16,-2 1 0 0,2-1 0 0,-4 0 6 15,2 1-11-15,-3-6-1 0,0-1 1 0,-3-1-5 16,4-1-4-16,-4 0 4 0,3-4 3 0,-3-4-7 0,0 3 4 16,1-6-7-16,-1 1 8 0,0-2 5 15,3 0 29-15,-2-3 40 0,1-1 33 0,-2-2-7 16,0 0-5-16,0 0-5 0,4-10 5 0,-3 6-2 0,3-5-4 16,3-1-7-16,-3-3-6 0,3 4 3 0,1-7-5 15,-1 4-3-15,4-2-5 0,-3 4-5 0,0-1-7 16,2 1-4-16,-2 0-8 0,0 1-4 15,-2 1-4-15,0 3-8 0,0 0-6 0,-2 1-6 0,-2 2-6 16,4 1-2-16,2 1-5 0,-8 0-5 0,12 1-3 16,-8 3-13-16,0 1-4 0,2 1-22 0,3 3-28 15,-5 1-20-15,3 2-26 0,0 1-41 0,0 2-23 16,1-1-16-16,2 3-26 0,-4-2-34 0,3-1-40 16,1-2-31-16,4 2-39 0,-3-4-311 0,-3-1-723 15,4-4 320-15</inkml:trace>
  <inkml:trace contextRef="#ctx0" brushRef="#br0" timeOffset="184125.37">8526 4925 162 0,'-5'-4'340'0,"3"1"-21"0,-3 0-18 0,5 3-24 16,-4-4-28-16,-3 3-25 0,7 1-26 0,0 0-18 15,-14 2-18-15,8 1-18 0,3 2-18 0,-4-2-10 16,3 3-14-16,1-1-10 0,-1 2-10 0,1 0-5 0,2 1-4 15,1 2-3-15,1 0-5 0,2 2-15 16,1-1 0-16,-1-2-4 0,5 2-2 0,-1-3-9 16,4 1-7-16,-3-1-23 0,3-3-19 0,1 1-19 15,-1-2-19-15,1-3-14 0,-1 2-10 0,-3-3-8 0,3 0 1 16,-4-3 2-16,0 1 5 0,-3-2 11 0,1-2 6 16,0-1 7-16,0-5 4 0,-4 2 4 15,-1-1 10-15,-1-2-1 0,1 0 9 0,-5 0 15 16,0 1 17-16,4 1 18 0,-3-1 13 0,1-1 14 0,2 3 13 15,-5-1 7-15,5 3 10 0,-2 0 9 0,-1 1 3 16,4 1-2-16,-1 1-1 0,2 1-4 0,-2 0-9 16,1 4-12-16,0-7-7 0,0 7-7 0,4-2-9 15,-4 2-4-15,11-1-11 0,3 1-4 0,-5 1-13 16,2 1-2-16,5 0-9 0,-2 3-5 0,-1-1-3 16,2 1-3-16,3 2 2 0,-6-1-1 0,-1 2-2 15,1-2 1-15,-1 3 0 0,-4-1 0 0,1-1-1 16,0 1-2-16,-5 1 2 0,1-2 2 0,-4 0-1 15,4 4 1-15,-4 0 3 0,0-4-1 0,2 3 4 16,-2-2-1-16,0 2 2 0,0-4-1 0,0 1 3 16,0-1-1-16,0-1 4 0,4 2 3 0,-3 0 0 15,1-3 4-15,1 0 7 0,1-2-2 0,2 1-1 16,2-2 4-16,3 0-2 0,-2-3 2 0,2 0-5 16,0-1 0-16,0-1 2 0,0 1-2 0,1-1-1 15,-1 0 2-15,0-4-8 0,1 2 7 0,-5-4-1 16,1 3-9-16,-2-4 8 0,-1 1 0 0,0 1-2 15,-2-1 5-15,-6 2 3 0,2-2-6 0,-4 0-5 16,-5 2-1-16,2-1-1 0,-3 1-4 0,-2 1 4 0,-4-2 0 16,4 2-9-16,-5 1 7 0,-1 2 1 15,5 0-2-15,-3 2-1 0,3-2 1 0,-1 3-1 16,4-1-2-16,3 2-1 0,3 0 0 0,5 0-2 16,-10-3-5-16,10 3-5 0,-7 0-1 0,7 0 0 0,0 0 2 15,0 0 2-15,26 3 2 0,-7-3-10 0,2 0-12 16,2-3-5-16,6 3-6 0,3-2 0 0,0 1 2 15,2-2 3-15,-1 1-3 0,0-1 2 0,-1 1 6 16,0-2 3-16,-1-2 5 0,-1 1 0 0,-6 2 2 16,-4-2 6-16,0 2 4 0,-4-1-2 0,-5-1 4 15,1 2 5-15,-4 1 7 0,1 0 11 0,-1-2 14 16,-4 2 12-16,0 1 2 0,-4 1-1 0,5-4-10 16,-5 4-4-16,0 0-7 0,0 0 0 0,0 0-1 15,-20-2-1-15,14 2-6 0,6 0 1 0,-13 1-3 16,6 0 3-16,2 1-7 0,-2 1-1 0,0 1 1 15,3 0-2-15,0 1 5 0,0-1-5 0,1 3 0 16,3-4 1-16,0 5-2 0,2-1 2 0,0 0 1 16,4 4-1-16,-1 0 3 0,6 0-5 0,0 3 4 15,0-3-2-15,1 1 0 0,-1 1 0 0,4 0 5 16,-4 1-4-16,0-1 0 0,-2-3-2 0,-2-1 3 16,0 3-3-16,-3-6 3 0,1 4-2 0,-1-5 0 15,0 0-2-15,-2 3 2 0,0-6 3 0,-2 3 12 16,0-5 21-16,-5 6 23 0,-2-5 16 0,-1 2 9 0,1-2 2 15,-5-2 9-15,0 1-6 0,-2-2 1 16,4-1-1-16,-3 0 2 0,2 2-18 0,-1 0-3 16,2-1-9-16,4 1-3 0,0 1-6 0,-2-3-2 15,8 3 1-15,-8 0 3 0,8 0 1 0,0 0-15 0,-6-2-5 16,6 2-4-16,0 0-4 0,18-9-17 0,-2 8-9 16,6-2-8-16,8-1-5 0,0-2-7 15,1 2-12-15,3 0 2 0,-4-1-10 0,7-4-9 0,-2 3-4 16,5-2 3-16,-2-2-5 0,-4-1 8 0,-2 1 9 15,1 0-2-15,-4 1 8 0,-10 0 5 0,-3 0 1 16,-2 3 5-16,-4-1 7 0,1 0 11 0,-5 2 21 16,-1-2 8-16,1 2 4 0,-5-1 3 0,-1 1-8 15,-4 0-6-15,0 0 2 0,-3 3-3 0,0-1-7 16,-1 2-5-16,-1 0 5 0,-5 2-8 0,2 2 3 16,0-2 0-16,2 0-7 0,-2 4 4 0,1 0-5 15,4-1 1-15,-4 3-7 0,3-2 6 0,3 0 7 16,1 3-14-16,1-2-13 0,0 2-13 0,6 1-18 15,-2 1-21-15,5-2-35 0,-1 1-45 0,5 1-68 16,7-2-88-16,5 2-323 0,-3-4-681 0,14 1 302 16</inkml:trace>
  <inkml:trace contextRef="#ctx0" brushRef="#br0" timeOffset="184547.25">10422 4552 250 0,'18'-15'386'0,"-6"-1"-11"0,0 0-4 15,-1 0-4-15,3 1-4 0,-6 3-11 0,-1 3-10 16,0-1-12-16,1 3-22 0,-4-2-25 0,-3 4-32 16,5 0-28-16,-4 0-29 0,1 2-27 0,-3 3-20 15,0 0-20-15,0 0-11 0,8 10-10 0,-5 0-15 16,1 4-6-16,-3 5-11 0,-1 8-4 0,3 4-8 15,0 0-4-15,-2-2-5 0,3 4-10 0,-2-3-22 0,2 2-25 16,-2 0-23-16,1-2-39 0,1-2-11 0,1 0-31 16,0-3-26-16,-3-5-20 0,1-2-17 15,0 1-28-15,-2-6-33 0,2-2-42 0,-3-3-44 0,0-2-48 16,1-2-216-16,2-1-629 0,-3-3 280 0</inkml:trace>
  <inkml:trace contextRef="#ctx0" brushRef="#br0" timeOffset="184953.48">10512 4680 102 0,'-5'-4'289'0,"0"1"-14"0,1 1-12 15,0 0-10-15,0 0-14 0,4 2-19 0,-5-2-16 16,5 2-24-16,0 0-8 0,0 0-15 0,0 0-6 16,0 0-13-16,0 0-4 0,0 0-3 0,0 0-13 15,0 0-1-15,15 15 0 0,-8-10-14 0,5 1-11 16,0 1-8-16,4 1-8 0,6 0-10 0,0 2-3 15,6 1-5-15,-2 1-5 0,-5-3-7 0,-1 1-5 0,2-1 1 16,-3-2-10-16,3 2-3 0,-4-1 5 0,0 0-11 16,-3-3-7-16,-4 0 1 0,4 0 14 15,-5 1-19-15,-2-4-1 0,-3 2 2 0,5-2 1 0,-5 1-1 16,-1 1 28-16,3-3 13 0,-3-1 9 0,6 1 15 16,-10-1-2-16,9-1 6 0,-1 0 6 0,-1-3 5 15,1 1 0-15,-1 1-1 0,0-1 7 0,1 0 22 16,-1-3 4-16,1 0-6 0,-1-1-3 0,-2 1-11 15,1 0-4-15,-1 0 4 0,1-1 5 0,-4 1 5 16,2-1-4-16,-2 1-9 0,-1-1-10 0,-1 1-8 16,-3-1-10-16,2 1-9 0,-2 1-11 0,-2 0-16 15,-5-2-10-15,1 2-24 0,-1 2-22 0,-5-1-29 16,2 1-32-16,-8 2-39 0,8-1-48 0,-6 1-60 16,4 2-60-16,1 1-44 0,-1-1-58 0,0 2-75 15,3 1-310-15,1-2-838 0,4 1 372 0</inkml:trace>
  <inkml:trace contextRef="#ctx0" brushRef="#br0" timeOffset="185776.24">11706 4660 319 0,'0'-8'351'0,"0"3"-11"0,3 0 1 16,-3 1-17-16,0-1-18 0,1 1-26 0,-1 4-35 16,0-5-27-16,0 5-34 0,0 0-16 0,0 0-21 15,0 0-14-15,0 0-6 0,6 13-23 0,-6-3 4 16,4-1-19-16,-2 4 1 0,1 1-22 0,1 1-1 15,-4 3-9-15,4-1 0 0,-1-2-13 0,1 2-5 16,0-1-5-16,3 0 2 0,-3-3-6 0,0-2-5 16,-1-1 7-16,0 0-13 0,1-2 0 0,-2-1-4 15,3 0-3-15,-4-1 3 0,0-1-8 0,3-3 16 0,0 1 3 16,-4-3-4-16,0 0-1 0,11-3-8 0,-8-2 3 31,4 1 2-31,-2-1-9 0,3-4 0 0,-1 1 1 16,0-3-1-16,5 2 3 0,-1-6 4 0,-4 5 14 15,6-4 6-15,-4 4 2 0,0 0-4 0,-2 1 0 0,1-1-1 0,-1 3-3 16,-3 1-1-16,0 2-3 0,-1-1-13 0,1 1 4 16,-3 2-11-16,-1 2-5 0,8-3-5 0,-8 3-7 0,0 0 1 15,9 4-3-15,-5 0 5 0,-3 1-8 16,3 1-1-16,0 2-5 0,1 1 3 0,1 0-6 16,-1-1-1-16,1 1-1 0,1-1-1 0,-1 0 0 0,1 0 9 15,-4-1-8-15,3-3 4 0,-2 1 8 0,1 2-3 16,0-4-1-16,-2-1 12 0,3-1-1 0,-2 1-3 15,-4-2 14-15,9-4 8 0,-1 3 19 0,-4-6 7 16,5-1 3-16,-5 2 8 0,4-1 8 0,1-2 8 16,-2-1 12-16,3 0 0 0,-5 0 4 0,6 1 8 15,-4 1 4-15,0 1 3 0,-3 0-1 0,1 2-7 16,3 0-9-16,-5-1-5 0,0 2-9 0,-1 1-10 16,1 0-11-16,-3 3-9 0,4-2-9 0,-4 2-4 15,0 0-3-15,10 5-2 0,-9 0-4 0,3 0-15 16,0 3-13-16,-1 1-16 0,1 2-21 0,3 1-22 15,-1 0-21-15,4 1-23 0,-2 2-13 0,2-5-17 16,2-1-18-16,-5 3-28 0,4-4-35 0,1 1-38 16,-1-2-41-16,4-1-48 0,-3-1-294 0,-1-4-705 0,1 1 312 15</inkml:trace>
  <inkml:trace contextRef="#ctx0" brushRef="#br0" timeOffset="185979.44">12470 4709 82 0,'0'0'345'0,"-1"-5"-11"16,1 5-22-16,1-5-21 0,-1 5-16 16,0 0-36-16,0 0-23 0,0 0-29 0,0 0-17 0,0 0-18 15,0 0-19-15,0 0-12 0,0 0-7 0,0 0-11 16,-1 17-9-16,1-9-9 0,1 0-5 0,-1 2-9 16,3 0-7-16,0 0-10 0,1 3-14 0,0-3-18 15,1 1-23-15,-2-2-25 0,4 2-33 0,-3 0-40 16,2-5-42-16,1 4-50 0,-1-5-52 0,2 0-228 15,-1 1-510-15,0-4 226 0</inkml:trace>
  <inkml:trace contextRef="#ctx0" brushRef="#br0" timeOffset="186354.51">12696 4707 71 0,'0'0'314'0,"0"-4"-12"0,0 4-21 16,-1-5-22-16,1 5-25 0,0-6-29 0,0 6-22 15,0 0-19-15,0 0-16 0,0 0-16 0,0 0-13 0,0 0-9 16,-6 14-11-16,6-10-9 0,-1 2-11 16,1 2-4-16,1-2-5 0,1 3-10 0,-2-1-9 15,3 0-2-15,-2-2-7 0,0 2-2 0,2-2-6 16,1-1-6-16,-1 1-5 0,1 1-3 0,0-3-5 0,0-1 0 16,-3 1-2-16,4-1 2 0,0 0-1 0,4-2-2 15,-3-1 3-15,1-2-3 0,0-2 4 16,-2 2 6-16,3-1 24 0,2-3 11 0,-1 1 21 0,0 0 17 15,1-1 25-15,-2-2-7 0,3 1 14 0,-4 1 6 16,1 2 0-16,-4-1-3 0,2 1-9 0,0-1-12 16,0 1-8-16,-2 2-12 0,0-1-7 0,0 1-13 15,-1 0-13-15,-3 2-5 0,0 0 3 0,0 0-15 16,16 4-6-16,-12 0-4 0,-1 2-4 0,4-1-11 16,-4 5-15-16,2-2-14 0,3 3-14 0,-4-1-19 15,4 0-33-15,-1 1-29 0,-3 1-20 0,4 0-22 16,-5-2-22-16,4 0-31 0,-2 2-35 0,0-6-36 15,-3 2-43-15,3-2-274 0,-2 0-642 0,1-5 284 16</inkml:trace>
  <inkml:trace contextRef="#ctx0" brushRef="#br0" timeOffset="186573.26">13164 4676 174 0,'5'-2'355'0,"-5"2"-32"16,0 0-32-16,0 0-27 0,0 0-33 0,0 0-22 0,0 0-24 16,0 0-19-16,0 0-15 0,0 0-14 0,-9 10-16 15,9-10-10-15,-3 9-10 0,2-1-8 0,0-2-11 16,1 3-9-16,0-1-1 0,1 2-33 0,-1 0-22 16,-1 1-43-16,2-1-49 0,-1 0-60 0,4 0-58 15,0-1-69-15,-1-4-156 0,2 3-452 0,-1-3 201 16</inkml:trace>
  <inkml:trace contextRef="#ctx0" brushRef="#br0" timeOffset="187120.25">13326 4671 294 0,'-1'-4'332'0,"1"4"-21"0,0 0-31 0,-3-6-30 16,3 6-27-16,0 0-23 0,0 0-21 0,0 0-19 15,0 0-22-15,0 0-10 0,0 0-13 0,0 0-11 16,0 0-8-16,1 15-12 0,-1-8-10 0,2-2-5 16,0 3-12-16,0-2-10 0,2-1-21 0,-3 3-16 15,1-1-11-15,0 0-13 0,1 1-11 0,1-3-5 16,0 1-13-16,0 1 1 0,0-2-1 0,-2 0 0 16,0-2 7-16,4 0 5 0,-5 0-1 0,3-1 3 15,-4-2 6-15,6 3 1 0,-1-2 4 0,-5-1 4 0,8 0 0 16,-8 0 5-16,11-2 6 0,-7-1 6 0,1-1 9 15,1-1 13-15,1 1 3 0,-3-1 5 0,3 0 13 16,-3 0-1-16,1 1 8 0,2-1 9 0,-3 0 2 16,0 1-7-16,3 1 0 0,-3-1-7 0,-4 4-7 15,7-5-3-15,-6 4-4 0,-1 1-8 0,0 0-8 16,8-2 1-16,-8 2-3 0,0 0-1 0,7 5 0 16,-3-2 0-16,-2 1-6 0,1 2 3 0,-1-1-4 15,2-2-3-15,0 2-1 0,0 1 4 0,-1-2-4 16,0-1-4-16,0 1 6 0,2-1-1 0,-1 0-1 15,-1-1 1-15,-3-2-2 0,7 1 2 0,-7-1-1 16,11-1 0-16,-6-1 0 0,-1-1 4 0,3-1-1 16,-2 0 11-16,-1 0 7 0,3 1 15 0,-4-2 7 15,1 0 17-15,4 2-7 0,-7-1-4 0,2 0 13 0,0 0 2 16,1 0-2-16,-1 0-15 0,-3 4 2 16,3-5-6-16,-1 3-9 0,-2 2-9 0,0 0-8 15,3-3 7-15,-3 3-14 0,0 0-8 0,9 7-10 16,-6-5-14-16,1 2-10 0,-1 0-16 0,1 1-20 0,0 0-20 15,2-1-29-15,2 2-26 0,-3 1-49 0,5 0-55 16,-2 0-52-16,4-2-253 0,-2 0-590 16,-1 0 261-16</inkml:trace>
  <inkml:trace contextRef="#ctx0" brushRef="#br0" timeOffset="187338.94">13911 4606 309 0,'0'0'301'0,"0"0"-37"0,0 0-29 0,-11 0-24 15,11 0-25-15,0 0-15 0,-7 5-16 0,4-1-16 16,1 1-12-16,0 1-7 0,1 0-15 0,-2 1-10 16,3 4-10-16,-1-4-4 0,1 3-17 0,1 3-10 15,-1-4-25-15,3 3-30 0,-2-3-40 0,1 0-38 16,5-2-48-16,-3 1-53 0,1-3-205 0,-1 0-415 15,0-2 184-15</inkml:trace>
  <inkml:trace contextRef="#ctx0" brushRef="#br0" timeOffset="187965.47">14002 4632 253 0,'0'-3'282'0,"0"3"-15"0,1-5-25 0,-1 5-22 16,0 0-27-16,0 0-19 0,0 0-19 15,0 0-13-15,0 0-16 0,0 0-12 0,14 12-12 16,-11-6-11-16,2 1-8 0,0 4-9 0,1-1-9 0,2 3-5 16,-4 0-5-16,2 1-4 0,0 2-8 0,-2 1-2 15,-1 1-7-15,4 0-2 0,-6-1-5 0,2 2-2 16,-1-1-2-16,-2 3-5 0,0 1-3 0,2-3 2 16,0 3 0-16,-6-1 5 0,2 7 1 0,-1 0 1 15,2 0-5-15,-2-2 2 0,-2 3-7 0,2-10 7 16,0 9-9-16,-2-10 2 0,1 3-5 0,1-2 0 15,-1-1 0-15,1-6-1 0,2 2 1 0,-2-3-4 16,-1 0 1-16,1-4 5 0,2 0 20 0,-1-2 17 16,0 1 31-16,2-2 53 0,-4-2 39 0,4-2 14 15,-5 1-3-15,5-1-22 0,-10-5-11 0,4 1-14 16,-3-4-14-16,2 0-8 0,-2-1-11 0,-1-1-12 16,-2-4-11-16,5 1-3 0,0 1-6 0,-2-3-7 15,4-1-7-15,-1-5-1 0,3 1-12 0,3-7-8 16,0-1-17-16,11 2-20 0,-4-2-12 0,12 1-20 15,1 2-20-15,1 0-24 0,10-1-21 0,-1 3-17 0,19-5-14 16,-14 9-13-16,2 1 14 0,1-2 13 0,-3 6 12 16,-2-2 11-16,-3-1 12 0,1 4 8 0,-2 0 15 15,-10 2 11-15,0 2 33 0,-4-1 37 0,-3 1 21 16,-1 1 29-16,-5-1-8 0,2 2-9 0,-3 1 4 16,-5-1-13-16,0 1-8 0,-3-1-13 0,-1 2 7 15,-1 0-15-15,-2 3 0 0,-2-2-6 0,-5 3 6 16,0 0-4-16,3 3-2 0,-2 0-4 0,-1 1-5 15,-3 3-2-15,4 0 6 0,-1 1-7 0,5 2-2 16,-2-2-1-16,1 5 0 0,3-3 3 0,1 1-2 16,6 1 1-16,-4 1 6 0,7-1-4 0,-2 0 3 15,2 1 10-15,2-2-3 0,5 0-4 0,-3-1-3 0,5 0 15 16,-1-2-13-16,0 2-8 0,2-3-13 0,2-3-39 16,-2 1-39-16,-4 2-52 0,5-4-72 15,-6-2-86-15,0-1-83 0,-8 1-199 0,9-4-633 0,-7-3 280 16</inkml:trace>
  <inkml:trace contextRef="#ctx0" brushRef="#br0" timeOffset="188340.46">13717 4373 123 0,'0'0'409'15,"0"0"-34"-15,0 0-29 0,-2-5-37 0,2 5-34 16,0 0-31-16,0 0-27 0,0 0-23 0,-4-2-21 0,4 2-12 16,0 0-28-16,0 0-11 0,0 0-20 0,0 0-11 15,0 0-12-15,1 16-6 0,1-12-7 16,1 1-14-16,-2-1-7 0,3 0-5 0,-3-1-15 0,0 0-11 16,4 1-14-16,-3-1-14 0,-2-3-24 0,2 3-14 15,-2-3-15-15,0 0-32 0,0 0-49 0,0 0-53 16,0 0-61-16,-23-5-203 0,10 1-503 15,-4-2 222-15</inkml:trace>
  <inkml:trace contextRef="#ctx0" brushRef="#br0" timeOffset="188652.95">13016 4311 28 0,'-3'3'241'0,"3"-3"-20"16,0 0-24-16,0 0-15 0,0 0-18 0,0 0 4 16,3 9-12-16,-3-9-12 0,5 4-15 0,-2-2-9 15,0 1-11-15,1 0-12 0,1-1-6 0,1 2-10 16,-1-2-8-16,3 0-6 0,-5 0-7 0,-3-2-5 0,8 1-6 15,-8-1-4-15,8 2-4 0,-8-2-6 16,7 0-21-16,-7 0-51 0,0 0-57 0,3-4-74 16,-3 4-210-16,-4-9-410 0,-2 4 181 0</inkml:trace>
  <inkml:trace contextRef="#ctx0" brushRef="#br0" timeOffset="188918.56">12517 4254 200 0,'-3'3'322'0,"3"-3"-6"0,0 0 3 16,-3 2-9-16,3-2-6 0,0 0-9 0,0 0-24 16,0 0-29-16,0 0-19 0,0 0-19 0,0 0-24 15,0 0-17-15,0 0-13 0,6-10-16 0,-6 10-17 16,4-5-10-16,-4 5-13 0,1-3-3 0,-1 3-13 15,4-4-6-15,-4 4-10 0,0-3-4 0,0 3-13 16,0 0 0-16,3-7-15 0,-3 7-31 0,0 0-29 16,0-3-36-16,0 3-46 0,0 0-54 0,-3-5-65 15,3 5-66-15,0 0-292 0,0 0-636 0,-10 0 281 16</inkml:trace>
  <inkml:trace contextRef="#ctx0" brushRef="#br0" timeOffset="189606.04">15433 4150 144 0,'0'-11'372'15,"0"0"24"-15,-3 4-24 0,2 1-8 0,-1-1-13 16,1 1-27-16,0 1-34 0,-1 0-35 0,2 2-44 16,0 3-17-16,0 0-25 0,0 0-16 0,0 0-12 15,-12 16-14-15,12-4-14 0,0 6-8 0,0 9-16 16,2-2-11-16,4 4-15 0,-2-3-6 0,0 2-11 16,6 5-23-16,-3-6-25 0,2 1-18 0,-1-3-23 0,2 1-21 15,-3-7-32-15,1 0-31 0,-3-1-36 0,-1-5-45 16,2 0-37-16,-3-2-59 0,-2-3-224 15,1-3-571-15,1-1 252 0</inkml:trace>
  <inkml:trace contextRef="#ctx0" brushRef="#br0" timeOffset="189918.53">15208 4056 31 0,'0'-8'321'0,"3"0"-23"0,1-1-26 15,3 3-31-15,1-1-13 0,3 1-21 0,4 2-22 16,4 3-17-16,1 1-15 0,9 0-16 0,1 6-16 16,2 3-6-16,5-3-16 0,-1 9-12 0,0-2-8 15,1 3-8-15,0 3-6 0,10 7-5 0,-14-3-5 16,0 2-8-16,-3-3-6 0,-2 4 0 0,2 1-7 16,-5-2-4-16,-5 1-1 0,-5 0-1 0,-3 0-8 15,0-1 2-15,-9-4-5 0,4 7-3 0,-10-9 3 16,-1 7-5-16,-4-1-1 0,-3-5 0 0,-4 2 3 15,-5 0-1-15,-5-3 1 0,-2-1 2 0,-4-1 3 16,-2-4 1-16,-3 0 0 0,0-4-1 0,-1 0-2 16,2-1-3-16,2 0 0 0,1-3-9 0,11-1-39 0,1-2-49 15,6 2-58-15,1-1-72 0,7-2-85 0,2-2-167 16,4 1-502-16,0 0 223 0</inkml:trace>
  <inkml:trace contextRef="#ctx0" brushRef="#br0" timeOffset="190840.42">16042 4665 390 0,'0'-9'403'0,"2"2"-4"16,-2-2-11-16,-2 3-17 0,1-2 0 0,-1 2-23 0,4 1-13 16,-4 1-19-16,2-1-20 0,0 0-22 15,-1 1-24-15,1 4-23 0,-3-5-20 0,3 5-24 16,0-7-20-16,0 7-19 0,-1-3-20 0,1 3-12 0,0 0-19 15,0 0-14-15,0 0-5 0,0 0-10 0,0 0-8 16,0 0-4-16,-9 13-6 0,3-8-3 0,6 1-3 16,-1 1-7-16,-3-1-4 0,-1 4 2 0,1 0-9 15,0 1 3-15,-1 0-5 0,0 4 0 0,-1-3-3 16,3 2-2-16,-1-2-1 0,-1 4-2 0,1 1 0 16,0-1 4-16,1 1-6 0,2 0-2 0,-1-4-2 15,1 5-6-15,1-7 3 0,4 2-3 0,-1-1 4 16,-2 1-8-16,6-2 0 0,1 1-2 0,2 1-5 15,0-3-3-15,1-2-7 0,2 0 0 0,3 0-11 16,-4-2-8-16,2-1-8 0,-1-3-9 0,2 1-10 16,4-2-5-16,0-1-2 0,2-4-6 0,-8 2-11 15,9-3-6-15,-10-1-3 0,-1-2 0 0,8-2 4 0,-4-1 7 16,-4 3 7-16,1-5 9 0,-1 4 14 16,-3-3-5-16,-2 2 9 0,-1-3 15 0,-1 5 5 15,-1-2 13-15,-3 3 19 0,3 0 7 0,-3-1 11 16,-3 0 3-16,0 3 2 0,2-1 4 0,-3 1 0 0,0 0-4 15,1 1-2-15,0 0-4 0,-2 2-5 0,2-1 1 16,-2 1-7-16,5 2-1 0,-10-1 3 16,10 1-7-16,0 0 4 0,-9 3-1 0,3 0-4 0,2 1 11 15,0-1-10-15,2 4-5 0,-1-1 7 0,-3 0-2 16,6 3-1-16,-1-2 0 0,1 4-2 0,-3-4-3 16,6 3-2-16,-2-3 0 0,-1 3-4 0,3-4 14 15,0 2-18-15,1-2-1 0,1 0 3 0,-1 0 2 16,2-1 1-16,-1-1 2 0,2 0 1 0,0-2 1 15,1 0 3-15,-1-1 4 0,0-1-6 0,-7 0 3 16,20-3 2-16,-11 1-4 0,1-2 2 0,2 0 2 16,-1-1 2-16,1-1-1 0,-2-1 10 0,2-2-1 15,0 2 15-15,-2 1 3 0,1-3 7 0,1 4 6 0,-2-3 5 16,-1 2 0-16,3 3 1 0,-5-4-5 16,3 3-3-16,-1-1-4 0,-1 3-3 0,-1-2-11 15,1 3 3-15,0 0-7 0,-1 1 2 0,-7 0 0 0,17 4-3 16,-8-1-4-16,1-1-3 0,-4 2 3 0,5 1-8 15,-4 2 2-15,1 0-1 0,2 1 5 0,-1-2-9 16,-5 4-3-16,3-2 5 0,-3 1 12 16,0 0-10-16,1 0-7 0,0-1-2 0,-5 0-9 0,0-1 2 15,0-1-2-15,-5 2-4 0,3 5-20 0,-1-6 13 16,-1-4-33-16,0 2-21 0,-1-2-18 0,-1 1-21 16,0-1-25-16,-3-1-27 0,1-1-28 0,1-1-18 15,-1 0-25-15,1-2-32 0,3 1-39 0,-3-2-192 16,3-1-547-16,2 0 242 0</inkml:trace>
  <inkml:trace contextRef="#ctx0" brushRef="#br0" timeOffset="191121.62">16797 4526 243 0,'5'-8'369'0,"-2"-3"-2"16,-2 5-5-16,1-1 0 0,2 0-9 0,-3 0-13 15,-1 4-27-15,3-1-27 0,-2 0-29 0,-1 4-31 0,2-5-26 16,-2 5-28-16,0 0-19 0,0 0-16 16,0 0-14-16,3 12-10 0,-3-5-14 0,0 2-7 15,2 5-19-15,1-1-3 0,-3 4-5 0,0 1-6 0,0 1-4 16,0 1-5-16,0 0-3 0,0 0-7 0,0 1-2 16,5 5-12-16,-3-7-7 0,0 1-15 0,3-2-4 15,-4 0-32-15,3 0-17 0,0-2-8 0,-2-3-21 16,6-2-13-16,-2 1-31 0,-2-4-24 0,3 3-34 15,-4-3-39-15,3-2-36 0,-4-3-62 0,6 0-278 16,-1 0-644-16,-3-3 285 0</inkml:trace>
  <inkml:trace contextRef="#ctx0" brushRef="#br0" timeOffset="191324.74">16691 4588 102 0,'-15'-5'323'0,"0"1"-4"16,4 2 1-16,0-1-6 0,6 1 2 0,-3-1 2 0,3 1-3 16,1 1-16-16,4 1-20 0,-8-4-29 15,8 4-27-15,0 0-26 0,0 0-32 0,22-5-46 16,-11 4-56-16,5 0-54 0,2 0-49 0,2 1-50 16,1 1-56-16,-5 0-55 0,5-1-63 0,-3 1-268 0,-4-1-576 15,5 3 255-15</inkml:trace>
  <inkml:trace contextRef="#ctx0" brushRef="#br0" timeOffset="191590.4">15884 4738 129 0,'0'0'380'15,"0"0"-16"-15,0 0-20 0,0 0-24 0,0 0-24 16,15-12-22-16,-9 8-31 0,3 1-23 0,-2-1-18 16,1-2-28-16,3 1-17 0,1 0-14 0,2-2-60 15,5 3-56-15,4-3-58 0,-4 2-69 0,3 2-74 16,1 0-98-16,-1 0-192 0,0 1-502 0,6-3 223 15</inkml:trace>
  <inkml:trace contextRef="#ctx0" brushRef="#br0" timeOffset="192293.5">17427 4121 267 0,'0'-6'354'0,"4"-2"11"0,-3 1-28 0,-1-1-22 16,4 3-22-16,-1-5-25 0,1 4-19 0,-1-1-20 15,4 1-21-15,-5 1-23 0,4 1-17 0,-1-1-14 16,1 0-26-16,0 2-3 0,1-1-17 0,-1 0-6 15,1 4-18-15,2 0-9 0,-1 3-5 0,3-1-9 16,0 5-3-16,0 1-10 0,1-2-5 0,-1 3-6 16,-3 1-7-16,3-1 0 0,-3 1-1 0,0 1-7 0,2 3-4 15,-5-4-4-15,1 3-3 0,-1-2-4 0,-2 2 11 16,-2-2-10-16,0 0 0 0,1 2-1 16,-4-3-2-16,1 0 3 0,-2 2-1 0,-2-1-5 0,0 0 7 15,-2-2-2-15,-3 0-3 0,6 1 2 0,-8 0-6 16,1-2-1-16,-2 4 2 0,3-3 5 0,-4 3-2 15,-3 2-8-15,3-1 6 0,1 0-2 0,2-2 2 16,2 0-16-16,-3 4-23 0,5 0-4 0,1 1-21 16,-1-3-1-16,3 3-11 0,3 3-15 0,1 0-23 15,1 2-38-15,0-3-44 0,2 0-62 0,8-2-65 16,-4 1-209-16,1-1-574 0,5-2 254 0</inkml:trace>
  <inkml:trace contextRef="#ctx0" brushRef="#br0" timeOffset="192637.24">17553 4933 222 0,'0'0'309'0,"0"3"-27"15,0-3-27-15,0 0-27 0,0 0-22 0,0 0-13 16,0 0-24-16,0 0-23 0,0 0-2 16,0 0-28-16,0 0-7 0,4 2-7 0,-4-2-13 0,0 0-13 15,0 0-3-15,0 0-4 0,0 0-2 0,0 0-6 16,0 0 2-16,0 0-7 0,0 0-5 0,10-4-6 16,-10 4-1-16,8-1 2 0,-8 1-3 0,5-5 12 15,1 2 2-15,-5 0 3 0,2-1-5 0,1 1 18 16,-4-1-17-16,2 0 0 0,0 0-5 0,-2 4-3 15,0-8-6-15,2 5-6 0,-6-1-9 0,2 0-1 16,-1 0-19-16,-1 0-33 0,4 4-43 0,-11-6-45 16,2 5-69-16,2-1-71 0,-4 2-291 0,2 0-590 15,-1 3 261-15</inkml:trace>
  <inkml:trace contextRef="#ctx0" brushRef="#br0" timeOffset="-101419.88">18583 4229 194 0,'1'-16'343'15,"-1"-2"-3"-15,3 1-3 0,0 4-1 0,-3 2-8 16,1 2-15-16,0 0 4 0,-1 1-10 0,3 2-20 0,-3 0-31 16,0 2-27-16,3-1-35 0,-3 5-17 0,0-4-26 15,0 4-16-15,0 0-11 0,5 14-15 16,-3-4-9-16,-4 3-9 0,4 6-10 0,-1 9-13 0,0 2-3 15,1-1-3-15,-5 2-9 0,2-1-2 0,1 4-6 16,0-3 1-16,-2 2-11 0,1-1 0 0,0-2-2 16,-1 0-6-16,2 1 0 0,0-5-5 0,-1-5 0 15,1-1-7-15,-3-1 4 0,3-1-2 0,0-1-39 16,0-5-29-16,0-2-39 0,0 2-13 0,0-7-44 16,3 3-25-16,-6-3-16 0,3 0-13 0,3-2-40 15,-3-3-58-15,0 0-36 0,0 0-256 0,0 0-640 16,0 0 285-16</inkml:trace>
  <inkml:trace contextRef="#ctx0" brushRef="#br0" timeOffset="-100904.27">18569 4264 50 0,'3'-11'335'16,"-3"0"4"-16,3 4-1 0,-2 0-4 0,-1 0-10 15,4 2-14-15,-1-2-25 0,1 3-27 0,-1 2-27 16,1 0-21-16,4 2-20 0,3 3-18 0,2 2-13 15,4 7-16-15,3-1-8 0,7 6-19 0,2 1-7 16,1 2-9-16,-2 6-9 0,1-2-11 0,-1 2-16 16,2 0 7-16,-4 2-11 0,4-2 7 0,-4 3-16 15,1 0-8-15,-2-4-13 0,-1 3 8 0,-3-5-11 16,-1 1 2-16,0 1-1 0,-6-8-1 0,-2 1-3 16,2-4-4-16,-3 0-3 0,-2-2-3 0,-1-3-8 15,-1 0-4-15,0-2-4 0,-5-1-1 0,3-1 11 16,-1-2-3-16,0 0 5 0,-3 1 14 0,-1-4-7 0,3 1 5 15,-3-1 1-15,0 0-12 0,0 0 4 16,8-9 2-16,-8 5-1 0,2-2-1 0,-2-1 8 16,1 0 3-16,-1-4-2 0,1-1-2 0,-1 0 2 0,3-5-3 15,-1-2 8-15,1 1 10 0,-3-1 1 0,6-1 1 16,-5-1 0-16,6-4 7 0,-7 4-3 0,1-8 0 16,2 9-5-16,-1-9 8 0,-2 4-1 0,1-3-4 15,-1 5-1-15,-1-3 2 0,1-3-1 0,1 11 6 16,-4-4 7-16,-1 2 1 0,1 1 7 0,3 0-1 15,-4 7 3-15,4-6-8 0,-3 4-5 0,-1 4-2 16,4-2-6-16,-3 6-3 0,3 0-9 0,-2 0-5 16,2 3-8-16,0-2-8 0,0 5-6 0,0-5-6 15,0 5-5-15,0 0 1 0,0 0-7 0,5 15-20 16,-5-6-12-16,0 2-14 0,4 6-18 0,-1 2-20 16,-3 8-30-16,4-5-22 0,-1 6-34 0,-3 1-31 15,4 1-33-15,-2 0-32 0,-2 0-28 0,-2 0-31 0,4-1-29 16,-1-2-27-16,-1 0-222 0,1-5-663 0,-1-3 294 15</inkml:trace>
  <inkml:trace contextRef="#ctx0" brushRef="#br0" timeOffset="-100529.29">19525 4358 155 0,'2'-10'351'0,"-2"5"-12"0,1-1-28 0,-2 1-28 15,1 5-29-15,-2-5-30 0,2 5-22 0,0 0-21 16,0 0-4-16,-21 13 1 0,11-6-15 0,-1 7-6 16,-1 2-14-16,1 1-13 0,4-1-12 0,-2 3 1 15,3 1-23-15,2 2-9 0,0 4-7 0,4 1-11 16,4-7-1-16,0 0-6 0,3-1-6 0,4-1-5 16,4 3-3-16,-3-3-8 0,12 0-1 0,-7-6 3 15,10 2-7-15,-7-7 1 0,1 0-6 0,-1-2 1 0,5-1-4 16,-4-5 3-16,0-1-4 0,1-3 30 15,-2-2-6-15,1 0 3 0,-2-4-8 0,-4-2 10 16,1-1-1-16,-4-4-6 0,-1-6-4 0,0-2-5 16,-7 7 6-16,-4-2 4 0,-1 1 10 0,-2-1 14 0,-1 2-1 15,-7-5 1-15,2 5-3 0,-4 2-13 0,1 0-7 16,-2 2-6-16,-3 2-5 0,0 2-4 0,-2 3-11 16,2-1-10-16,-1 5-50 0,-1 2-59 0,0 2-61 15,-3 3-42-15,1 4-63 0,-4 8-78 0,2 3-73 16,0 1-270-16,7-3-739 0,-2 6 328 0</inkml:trace>
  <inkml:trace contextRef="#ctx0" brushRef="#br0" timeOffset="-91119.3">20873 4206 7 0,'0'0'209'0,"0"-5"-25"0,0 5-21 0,0 0-18 16,0 0-14-16,0 0-13 0,0 0-14 0,10 16-8 15,-5-7-4-15,1 2 6 0,2 1-1 0,-1 1-8 0,0 3-5 16,2 1-11-16,2-1-4 0,-3 2-9 0,0 0-9 16,-1 1-6-16,0-3-1 0,0-1-3 0,-2-2-6 15,-1-1 1-15,-2-1-7 0,0 1-1 16,2-2-4-16,-2-3 0 0,-2 2-1 0,0-4-1 0,1-2-1 15,0 1 1-15,-1 0 17 0,0 0 20 0,0-4 20 16,3 5 19-16,-3-5 12 0,1 2 0 0,-1-2-17 16,0 0-7-16,0 0-12 0,7-7-6 0,-3 3-9 15,3 0-3-15,1 0-3 0,3-1-12 0,-1 2 1 16,0-3-10-16,3 2-5 0,-1 1-5 0,2 0 2 16,-2 1-6-16,8 2 3 0,-7 0-8 0,-1 2-4 15,0 1-1-15,0 0 0 0,-1 2-10 0,0 2-1 16,1-1 4-16,-4 3-5 0,-1 0 3 0,0 2-2 15,0 1 4-15,1 1 0 0,-7-3-4 0,3 1 4 16,-4 0 0-16,2 2-4 0,-5-3 3 0,0-1 0 16,-1 0 2-16,-3 0-5 0,-1-2 4 0,0 0 2 15,1-2-3-15,0-1 4 0,-2 1-1 0,-2-1 0 16,0-4 5-16,2 0 4 0,-1 0 15 0,5 0 8 0,-2 0 14 16,-4-3-1-16,6 1 5 0,-2 0 4 0,1-1-1 15,-3 0 0-15,6 0-2 0,1-1-9 16,-3 1 2-16,3 0-8 0,2 3-3 0,-6-3 1 0,3 0-9 15,3 3-1-15,0 0-13 0,-2-4 0 0,2 4-11 16,0 0-8-16,0 0-22 0,0 0-17 0,0 0-7 16,0 0 5-16,0 0-14 0,16-2-6 0,-8 3-11 15,7 2-13-15,0-3-8 0,4 1-8 0,7-1-7 16,-3-1-9-16,8 1-3 0,-1-3 3 0,-1 0-14 16,-6-1 4-16,7-3-2 0,0 2-2 0,1-6 0 15,-1 1 10-15,-1-1 14 0,-9 2 8 0,-1-2 16 16,-4 0 25-16,2 1 26 0,-7-1 18 0,0 1 31 15,-5 0 20-15,2 1 29 0,-4 2 13 0,-2-2 4 16,-1 0 4-16,-4 1-3 0,-3 0 5 0,3 2 2 16,-7 0 3-16,-4 0-2 0,6 2 1 0,-9 1-6 15,3 1-6-15,-1 2 0 0,-2 4-8 0,3-1 5 16,-3 2-12-16,0 0 4 0,5 1-19 0,1 2 0 0,1-1-1 16,1 4-8-16,0-3 0 0,3 4-4 0,0 0-4 15,4 2 0-15,6-1 4 0,0-2-8 16,2 7-5-16,2-4 0 0,2-3-3 0,4 1-35 15,4 0-14-15,1-2-37 0,1-1-43 0,8 1-44 0,2-3-49 16,2-2-37-16,-1-2-228 0,0-3-509 0,0-1 225 16</inkml:trace>
  <inkml:trace contextRef="#ctx0" brushRef="#br0" timeOffset="-90197.4">21906 4478 135 0,'-2'-5'230'15,"-2"1"-7"-15,-3 0-9 0,2 0-4 0,-1 2-10 16,-1-1-8-16,-6 1-16 0,6 1-8 0,-1 1-12 16,0 0-13-16,-2 0-11 0,4 1-12 0,-4 1-9 15,1 2-15-15,-1 1-8 0,1 1-9 0,-1 0-7 16,2 0-7-16,-3 3-4 0,6 1-10 0,-4-1-2 16,4 1-7-16,-1 2 0 0,1-2-6 0,3 1-2 15,2 0-3-15,-2 1-3 0,6-2 0 0,4 0-8 16,-1 0-20-16,4-1-9 0,7-1-18 0,0 0-13 15,3-2-15-15,2 0-11 0,0-3-11 0,7 1-7 16,-8-3-4-16,8-1-4 0,-7-1 0 0,8-3 7 0,-9-1 7 16,-1 0 7-16,0-5 6 0,-2 1 3 0,-1-2 5 15,2 1 5-15,-3-4 12 0,-5 1 10 16,2 0 24-16,-4 3 22 0,-4 0 22 0,2-1 13 0,-8 0 15 16,3 3 8-16,-2 2-5 0,-2-3-1 0,-2 4-8 15,-1-4-7-15,-2 4-5 0,1-1-4 0,-6 1-7 16,0 3 0-16,2 1-1 0,-6 0-4 0,3 2-2 15,-3 0-5-15,2 1 1 0,-1 2-5 0,1 2-4 16,1 0 10-16,-2 3-4 0,6-4-1 0,-1 6-1 16,1-3-1-16,1 2-3 0,1 0-5 0,2 1 0 15,3-2-7-15,1 1-5 0,0-2-8 0,1 0 1 16,3-2-11-16,5 2-11 0,-4-2-7 0,4-2-11 16,5 0-8-16,-2 0-9 0,2-3 4 0,-2-1 1 15,0 0 6-15,2-3 5 0,1-1 4 0,-3-1 6 16,2-1 1-16,-2-2 6 0,-2 1 6 0,3-4 27 15,-6 1 23-15,1 0 11 0,0 1 19 0,-4-2 8 16,3 0 10-16,-3 3 3 0,0-1 14 0,-4 2 2 16,4 1 6-16,-4-1-2 0,0 2-5 0,2-2-9 15,-2 2-8-15,1 3-13 0,-1 2-7 0,0 0-4 16,-7-5-7-16,7 5-5 0,0 0-4 0,0 0-5 16,-7 12 2-16,3-5-4 0,3-1-16 0,-2 2-15 0,3 0-12 15,3 3-14-15,-2 1-18 0,2-2-8 0,-2 0-16 16,4-1-9-16,-1 3-12 0,1-4-13 0,4 0-12 15,-3-1-8-15,2-1-16 0,-1-2-4 0,5 0-15 16,-4-3-4-16,-1-1 4 0,7 0 10 0,-5-2 15 16,1-3 13-16,2 0 18 0,-4-2 14 0,2-1 24 15,-2 0 26-15,0-2 28 0,-1-1 14 0,1-2 28 16,-2 3 23-16,4-6 21 0,-6 3 15 0,3 2 19 16,-3-1 13-16,-1 1 7 0,0 2 4 0,0 1 3 15,0 2 7-15,-1-1-9 0,-1 2-2 0,1 0-21 16,0 3-10-16,-2-2-14 0,2 0-12 0,-2 4-8 15,0 0-3-15,0 0-12 0,0 0-1 0,2 14-7 16,0-6-3-16,3 0-2 0,-2 0-3 0,1 3-6 16,1-1-4-16,2 3-11 0,0-3-7 0,-1 1 1 15,-1 1-4-15,4 1-6 0,-2-3-6 0,0-1-1 16,3 0 1-16,-4-3 1 0,1-1-1 0,0 0 1 16,0 0 5-16,-2-4-2 0,2-1 3 0,0 1 0 15,-7-1 0-15,12-2 2 0,-5-3 1 0,-2 2 2 0,-1-4 12 16,0 2 9-16,-1 0 6 0,0-3-1 0,0 0 6 15,-2 0 2-15,1-1 2 0,-2 2 9 16,-2-2-10-16,2 2-1 0,-1-1-12 0,-1 2 2 16,4 0-2-16,-5 0-5 0,3 1-14 0,0 5-28 0,1-7-41 15,-2 2-44-15,1 5-51 0,0 0-27 0,0 0-7 16,0 0-28-16,0 0-33 0,13 1-204 0,-13-1-496 16,9 6 220-16</inkml:trace>
  <inkml:trace contextRef="#ctx0" brushRef="#br0" timeOffset="-89681.8">22859 4422 248 0,'-3'-4'247'0,"2"0"-8"0,1 4-14 16,-4-7-15-16,-2 5-11 0,6 2-16 0,-6-4-19 16,-1 4-15-16,7 0-12 0,-8-1-18 0,8 1-13 15,-7 4-9-15,4-2-8 0,-1 4-13 0,1-1-7 16,2 1-5-16,1 0-6 0,3 5 1 0,-2-2-13 15,3 3-3-15,2 0-3 0,2 3-2 0,3 0-4 0,-3-4-6 16,1 3-2-16,1-3-1 0,-1 0-5 16,-5-2 0-16,6 1 1 0,-6-2-6 0,3-2 1 15,-2-1-4-15,-5-1-3 0,3 0 1 0,-2-2 13 0,-1-2 8 16,0 0 6-16,-5 4 5 0,5-4 16 0,-15-1 0 16,4 1 9-16,-1-4 13 0,1 0 5 0,-1 1-4 15,0-3-4-15,-1 0-3 0,2 2-7 16,-2 0-6-16,7 0-8 0,-2 0 10 0,2 2-16 0,0 1-9 15,1-1-8-15,5 2-9 0,-6-3-10 0,6 3-29 16,0 0-6-16,0 0-1 0,0 0-3 0,0 0-8 16,0 0-12-16,31 3-7 0,-13 0-10 0,-2-2-1 15,5 2-2-15,-2 0 3 0,5 2-10 0,-1-5 1 16,0-2-3-16,-3 1-1 0,0-1 5 0,0 0 0 16,-2-3 1-16,-3 1 6 0,-1 0 3 0,-3-2 5 15,2 2 3-15,-5-2 13 0,-4 1 7 0,7-1 20 16,-7 1 11-16,-1-1 14 0,1 0 11 0,-4 3 4 15,0-4 7-15,-4 4 4 0,0-1-9 0,-2 1-1 16,0 0-2-16,0 1-1 0,-2 1-3 0,-2 1-1 16,1 1-5-16,0 1-2 0,0 0 0 0,1 0-1 15,0 4-3-15,4 0 0 0,-1 0 1 0,2 1 2 16,3 4-11-16,3 1-17 0,1-2-23 0,5 0-34 16,1 0-41-16,5 2-47 0,5 0-62 0,7 0-211 15,-1 0-469-15,0-3 208 0</inkml:trace>
  <inkml:trace contextRef="#ctx0" brushRef="#br0" timeOffset="-89213.08">23890 4347 202 0,'-3'-7'287'16,"0"-4"-13"-16,-3 2-13 0,-1 2-15 0,-3-1-11 0,2 2-23 15,-5 1-10-15,0 0-11 0,-3 2-14 16,-5 2-15-16,4 1-10 0,-5 1-14 0,2 2-18 16,0 2-6-16,-2 0-8 0,0 3-8 0,3 3 0 0,1-1-6 15,2 3-7-15,1-1-12 0,1 3-3 0,6 0-13 16,3 2-6-16,-2-2-2 0,7 3-4 0,3-2-2 15,6 2-14-15,2 0-17 0,11 2-7 0,-2-4-23 16,9 0-15-16,0-3-40 0,5-4-32 0,0 1-44 16,3-4-42-16,0-3-37 0,1-6-26 0,-4 2-28 15,0-3-144-15,-4-2-461 0,0-6 205 0</inkml:trace>
  <inkml:trace contextRef="#ctx0" brushRef="#br0" timeOffset="-88869.35">24199 4237 178 0,'-2'-16'326'0,"2"4"-5"15,-1 2-17-15,1-2-10 0,0 5-10 0,-4-3-18 16,2 5-26-16,0-1-22 0,1 3-25 0,1-2-25 16,0 5-6-16,0 0-28 0,0 0-16 0,0 0-10 15,-11 12-13-15,8-3-7 0,2 6-10 0,-1 2-7 16,2 2-9-16,0 0-1 0,2 3-10 0,0-1 1 16,2 4-9-16,1-5 6 0,0 0-15 0,4 2-3 15,-4-5-10-15,-1 3-9 0,3-4-11 0,-1 1-7 0,0-5-3 16,0-2-6-16,-1-1-2 0,-1-2 2 0,1 0 4 15,1-5 3-15,0 3 1 0,1-4 3 16,-3-1 0-16,-4 0 1 0,11-3-2 0,-3-1 4 16,-4-1 14-16,3-1 6 0,-3 1 17 0,2-5 15 0,3 3 18 15,-8 0 8-15,6 1-1 0,-4 0 9 0,1-1 5 16,-1 2-6-16,-2 0-7 0,3 1-6 0,-1 1-12 16,0-2-8-16,-3 5-10 0,4-2-19 0,-4 2-21 15,0 0-4-15,9 1-16 0,-5 3-23 0,2 0-35 16,3 5-23-16,-2 0-30 0,3-1-32 0,-2 1-38 15,1 1-38-15,4 2-42 0,-2-4-40 0,3 4-232 16,-4-2-597-16,2-4 264 0</inkml:trace>
  <inkml:trace contextRef="#ctx0" brushRef="#br0" timeOffset="-87603.79">24601 4443 9 0,'0'-6'292'0,"0"6"-27"0,3-5-29 15,-3 5-25-15,0 0-21 0,0-4-23 0,0 4-17 16,0 0-18-16,0 0-15 0,0 0-8 0,0 0-11 16,4 13-11-16,-1-7-9 0,0 1-7 0,-2-2-7 15,5 2-5-15,-1 0-4 0,0-1-6 0,2 2-5 0,-3-3-2 16,2 0-6-16,-2 1-7 0,2-2-9 0,-1-3-4 16,-1 1-1-16,1 1-8 0,-1-2-15 15,-4-1-11-15,0 0-3 0,12-6-3 0,-12 4 0 16,0-2 1-16,3-2 2 0,-3-2 5 0,0 0 0 0,0 0 4 15,0 0-2-15,-3-2 6 0,3-1 2 0,-2 1 5 16,2 1 3-16,-3-1 9 0,8 0 5 0,-5 2 8 16,0 0 8-16,0 3 0 0,3-2 0 0,1 0-1 15,-4 3-4-15,3-2-1 0,-2 2-7 0,1-1-2 16,2 2-2-16,-4 3-3 0,5 0-2 0,-5 0 0 16,0 0-1-16,15 1-3 0,-11 6-1 0,0-4 3 15,2 2-4-15,-1-2 6 0,-1 4-6 0,3-2-1 16,0 4-2-16,-3 0 5 0,4-1-4 0,-3 2-1 15,4-2-5-15,-4 2-7 0,-1-1-2 0,7 1 0 16,-4-3 0-16,-2-1 2 0,1 1 0 0,2-1-2 16,0-1 3-16,-4 0 1 0,4-3 1 0,-2 4 1 15,2-4 4-15,-3-1-1 0,2-1 0 0,0 0 5 16,-7 0-2-16,11-2 4 0,-6 0 7 0,1-1 10 16,-2 0 4-16,1 0 1 0,-2-2 13 0,0 1-4 15,0-1 8-15,2-1 5 0,-4 0-3 0,-1 0-4 16,-1-1-3-16,1-1-1 0,-4 3-3 0,3 0-5 15,-3-1-1-15,2 2-5 0,-5-1-2 0,2 1-2 16,-1 0-1-16,0 0-4 0,0 2-4 0,1-1 3 0,-2 3-4 16,1-2-1-16,6 2 0 0,-13 1-6 15,13-1-11-15,-10 1-7 0,10-1-6 0,-5 3-9 16,5-3 2-16,-3 3-3 0,3-3 0 0,0 0-5 0,4 5-9 16,4-2-10-16,-1-3-5 0,4 2-8 0,1-1 1 15,1-1-3-15,0-1 2 0,1-1 6 0,6 1 5 16,-2-2 5-16,-6 1 5 0,2-2 4 0,2 0 5 15,-4-1 5-15,0 0 4 0,2 0 4 0,0-2-1 16,-2 1 15-16,-4 1 17 0,3-2 22 0,-6 1 6 16,2 2 13-16,-4-1 1 0,1 0 2 0,-1 1 1 15,2 0-5-15,-5 3-3 0,0 1-5 0,3-8-1 16,-2 6-8-16,-1 2-2 0,0 0-1 0,0 0-2 16,-4-6 0-16,4 6-8 0,0 0-1 0,-8 0-2 15,8 0 0-15,0 0-2 0,0 0-1 0,-7 7-2 16,7-2-1-16,-4-1 0 0,4-4 2 0,4 7-2 15,-2-1 3-15,0 0 1 0,4 3-5 0,2-1 2 16,-1-2-2-16,2 4 2 0,-5-2 5 0,8 1-7 16,-5 0 0-16,3-1 0 0,-5 1-2 0,5 0 2 15,-5-2-2-15,-1 0 2 0,2-3 0 0,-5 2-3 16,2 0 0-16,-2-2-1 0,-1 2 7 0,0-3-5 16,-1 2 1-16,-3-2 1 0,4-3-2 0,-10 3 3 15,2-1-2-15,-3-1 8 0,0-2 7 0,3 1 11 0,-3-2 2 16,3 2 9-16,1-3 8 0,3 1 6 15,4 2 7-15,-10-2 9 0,7 1 2 0,-1-2 2 16,4 3-11-16,0 0-6 0,-2-5-8 0,2 5-3 16,0 0-3-16,7-7-9 0,-3 6-6 0,4 0-1 0,-1-1-2 15,1 0 3-15,2 1-12 0,3 1-12 0,-2 0-8 16,3 1-7-16,-5-1-2 0,5 2-8 0,1-2-7 16,-3 2-8-16,3-1-8 0,3 3-10 0,-2-2-4 15,3 3-6-15,2-1-9 0,0-1 1 0,9 3-9 16,-1-3 4-16,3 3 2 0,1-3 5 0,4 1 4 15,2 0-2-15,-1-2 4 0,0 1 0 0,18 2 3 16,-14-1 4-16,17-2-6 0,-2 0 0 0,1-1-8 16,2 0-3-16,-4-2 10 0,-1-2-6 0,0 1-2 15,-17-2 4-15,6 0 12 0,-6 0 5 0,0-1-1 16,-2-2 13-16,-1 0 4 0,-5-1 7 0,-2-1 19 16,-6 0 25-16,-6 3 32 0,-2-1 8 0,-4 1 2 15,-1-1 8-15,-4 0-6 0,-3 0-5 0,-4-1-4 16,0-1-8-16,-6 1-5 0,-1-1-1 0,-6 0-7 15,-4 2-3-15,-1-1 0 0,-2 4-5 0,0 0-1 16,-9-1-7-16,7 9 4 0,-1-3-5 0,-3 3 2 16,0 2-2-16,1 5 5 0,5 0 11 0,2 1 0 15,-2 5-1-15,7-2 16 0,0 1 14 0,-4 8-5 16,6-1 3-16,2 2-5 0,7-3 3 0,2 3-4 0,2 4-2 16,0-3-1-16,5 2-6 0,4 1-2 15,0-2-4-15,4 0-6 0,0-2 3 0,-2-5-4 16,0 4-3-16,4-8-1 0,-5 1 1 0,-1-4-7 0,-2 0 0 15,1-4 1-15,-4 1 0 0,2-5-5 0,-2 0-8 16,-3-1-21-16,-1-1-47 0,0-3-63 0,0 0-53 16,-18-7-43-16,6 1-221 0,-6-4-479 15,-11-5 212-15</inkml:trace>
  <inkml:trace contextRef="#ctx0" brushRef="#br0" timeOffset="-87431.93">25959 4181 9 0,'-3'-9'256'0,"0"2"-29"16,-5-1-47-16,4-2-52 0,-5 2-58 0,3-2-68 0,1 3-74 16,-5-2-62-16,6 0-144 0,0 3 64 15</inkml:trace>
  <inkml:trace contextRef="#ctx0" brushRef="#br0" timeOffset="-85463.28">27187 4080 295 0,'1'-3'290'0,"-1"3"-31"0,3-5-34 0,-3 5-18 15,0 0-24-15,0 0-18 0,0 0-18 0,0 0-18 16,0 0-13-16,-8 18-12 0,1-8-11 0,3 2-10 16,-1 3-9-16,3 4-6 0,-5 0-6 0,3 2-1 15,3-1-11-15,0 8-3 0,1-8-7 0,-2-1-3 16,1 1-1-16,2-3-4 0,1 0-5 0,-2 1-2 16,1-7-3-16,-1-1 1 0,0-2-1 0,1-1 2 15,1-2 6-15,-2 0 39 0,1-1 31 0,-1-4 9 16,4 1-15-16,-4-1-6 0,0 0-8 0,10-9-12 0,-5 3-6 15,3-2-7-15,-2-1 3 0,-1 0-8 16,5 0 7-16,-1-2 0 0,-1 3-2 0,-1-2 3 16,2 2-9-16,1 2-2 0,-6 2-9 0,0-1-7 15,3 0-4-15,-3 3-9 0,4 1-1 0,-1 1-3 0,-7 0 1 16,15 3-11-16,-5 3 7 0,-1 2-5 0,2-1 3 16,1 7-1-16,-1-6-7 0,3 6 4 15,-2 0 3-15,-1-1-10 0,1 1-3 0,-2 0-8 0,-2-2-2 16,1-1-3-16,-2 0-11 0,-1-1-5 0,-1-1-5 15,-1-3 1-15,-2 0 0 0,0 0-1 0,0-1 8 16,-2-2 3-16,-2 2 3 0,2-5-1 0,-8 0 11 16,8 0-4-16,-23-3 1 0,9-1 2 0,-6-2 3 15,-1 1 0-15,-2-1 0 0,3-1 5 0,2 0 2 16,3 3-1-16,2-1 4 0,3 2 1 0,1-1-2 16,3 1 6-16,1 0 0 0,-1 1-3 0,3-1-5 15,3 0-6-15,0 3-11 0,10-4-15 0,1 3-12 16,8-1-22-16,4 4-6 0,7-4-16 0,0 4-9 15,0-2-7-15,5 0-8 0,-2 0-5 0,-2 1 4 16,1 0 5-16,-9-1-4 0,0-1 13 0,-3 0 6 16,-1-2 16-16,-4 1 4 0,-2 1 12 0,0-1 26 15,-6-1 25-15,1-1 11 0,-2 2 4 0,0-2 5 16,-4-1 4-16,0 0 9 0,-2 0 6 0,0-2 14 16,-4 3 8-16,-1-1 7 0,1 0 3 0,0 0 7 15,-3 1 1-15,3 0-1 0,-2-1-3 0,-2 3-2 16,4-1-6-16,-1 0-4 0,-2 2-7 0,1 0-4 15,0-2-4-15,6 3-3 0,-10-1-5 0,10 1-2 16,-11 1-3-16,11-1-2 0,-8 3 1 0,3-1-2 0,-1 1-2 16,5 1-1-16,-2 2 0 0,3-1-4 15,0 3-7-15,3-2-5 0,-2-1-13 0,6 3-12 16,0 0-17-16,-2 1-11 0,5-3-14 0,-2 2-16 0,4 0-7 16,1-2-7-16,-1-1-1 0,-1 0-3 0,2-2 5 15,-1 0 8-15,2-2 13 0,-3-1 9 0,-4-1 5 16,1-1 12-16,0 0 16 0,3-4 20 15,-3 1 14-15,-2 0 18 0,2-1 21 0,-2-2 18 0,3 1 10 16,-3-1 13-16,-3-2 5 0,4-1 8 0,-3 4 9 16,0-4-2-16,-3 4 4 0,2-1 3 0,1 1 3 15,-2 0-5-15,0 2-5 0,-2-1 2 0,3 2-2 16,-2 0-14-16,-1 0-10 0,0 4-7 0,3-6-11 16,-3 4-11-16,0 2-4 0,0 0-15 0,0 0-7 15,0 0 2-15,0 0-10 0,11 11-7 0,-10-8-6 16,-1 3-2-16,3 3-11 0,-2-2-6 0,-1-2-6 15,3 3-10-15,0-1-4 0,-2 0-4 0,1 1 1 16,0-2-6-16,0-1 0 0,2 0-1 0,-1 0 1 16,0 0 4-16,0-1 7 0,1 0 2 0,0-4 5 15,2 2 3-15,-6-2-5 0,8-2 1 0,-8 2 4 16,12-5 5-16,-6 2 2 0,-1 0 1 0,1 0 0 16,3-2 5-16,-3 0 1 0,-1 0 3 0,3 1 3 15,-2-4 2-15,4 4 2 0,-3-3 2 0,0 1-2 0,0 1 1 16,0 3 4-16,1-2-4 0,-3-2 6 15,2 3-4-15,-3 0 2 0,4 2-4 0,-1 0 3 16,-3-1-1-16,2 2 0 0,2-2 1 0,-8 2-2 16,15 2 3-16,-10-2 5 0,-1 3-7 0,6 0-1 0,-5 0 0 15,1-2-1-15,1 1-2 0,-2 2 3 0,2 0 0 16,-3-2 2-16,0 4 3 0,1 1-6 16,0-2 4-16,-4 1-3 0,3 4 1 0,-3-5 0 15,2 4 2-15,0-3-1 0,-3 0-2 0,2 1 4 0,-4-1-1 16,-1-1-1-16,2 2 1 0,-1-2 0 0,0 0-1 15,0 0-1-15,0-1 7 0,-3-1-6 0,1-2 3 16,4-1 0-16,-9 0 2 0,9 0 1 16,-11-2 1-16,11 2 14 0,-8-3 6 0,2 0 4 0,3-1 4 15,3 4 4-15,-5-5-2 0,4 2-3 0,0-2 0 16,1 5-6-16,2-10-3 0,2 7-3 0,0-2-4 16,2 0-6-16,1 2-10 0,2-2-3 0,3 0-9 15,1 2-13-15,1-2-4 0,4 3-20 0,3 0-11 16,-1-2 0-16,-1 2-8 0,1-1-12 0,-1-1-13 15,1 1-5-15,1 1-4 0,-3-2 10 0,-4-1 9 16,-1 0 7-16,-1 1 4 0,-1 1 13 0,-2-3 13 16,-2 1 11-16,-1 0 3 0,-2 0 14 0,-3 0 8 15,2 0 15-15,-3-2 4 0,0 1 6 0,-4 2 4 16,1-3-1-16,-1 2 0 0,0 3 0 0,-5-1-1 16,3 1-1-16,-2-1-1 0,0 2-3 0,-1 1 0 15,2-1-3-15,-2 3-1 0,1 1 0 0,0 1 0 16,4-2 1-16,-1 2-3 0,0 3 3 0,5-1-3 15,0 1 1-15,3 1 8 0,3 3-9 0,3 0 1 0,6 0-1 16,4 3-8-16,9 3-21 0,4-4-20 16,1 2-18-16,5-2-10 0,-3-2-18 0,5 0-7 15,-1-5 2-15,0 2 2 0,0 0 1 0,-1-5 10 16,-3-2 8-16,-4 1 12 0,-9-2-2 0,2-2 14 0,-2 0 13 16,-5-2 7-16,-3 2 30 0,-3-3 11 0,-1-2 20 15,-6 2 14-15,3-1 4 0,-6 1 6 0,-1-2-1 16,-5-3 8-16,-1 5 4 0,2-2 1 15,-3 2 6-15,-4-2-2 0,-1 1-6 0,-3 5 4 0,-4-4 2 16,2 3 0-16,-2 0-2 0,-2 1-6 0,3 1-7 16,2 0-5-16,5 1-5 0,-4 2-8 0,3-1-3 15,-1 3-2-15,4 1-4 0,1 0-4 0,0 0-1 16,-1 2-2-16,3 0-1 0,1-2-2 0,3 0-2 16,1 0-1-16,0 0 1 0,2 1 0 0,4-1 0 15,-2-1-3-15,5 0 1 0,-1-1-1 0,3 0 0 16,-1-1-4-16,-1-3 4 0,7-2-8 0,-4 0-7 15,8-3-7-15,0-2-8 0,-7 1-6 0,6-3-3 16,-2-1-1-16,-3-3 4 0,0-2-2 0,0-1 4 16,1-1 1-16,0-7-2 0,-5 5 4 0,2-8 0 15,0 3 8-15,-6 6 21 0,2-3 32 0,-4 1 38 16,1 2 9-16,-2 0 24 0,0-2 38 0,-2 2 6 16,0 7-1-16,0 0-6 0,0 1-14 0,0 3-16 15,0 2-17-15,0 0-16 0,0 1-11 0,0 4-12 0,-4-3-2 16,4 3-14-16,0 0-9 0,-16 12-5 15,12-2-6-15,-3 0-15 0,0 7 13 0,3 2-40 16,-1 3-10-16,2 2-15 0,-1-1-26 0,3-1-23 16,1-1-33-16,1 4-40 0,6 4-61 0,2-9-70 0,-3-1-298 15,3-2-634-15,5-2 280 0</inkml:trace>
  <inkml:trace contextRef="#ctx0" brushRef="#br0" timeOffset="-84838.13">29620 4264 89 0,'0'0'270'16,"0"0"-30"-16,0 0-23 0,0 0-23 0,0 0-19 15,0 0-20-15,-8 6-15 0,3 0-13 0,3-1-12 16,2 0-4-16,-2 0-20 0,0 2-8 0,2-2-6 15,-1 3-8-15,-2 4-6 0,6-6-4 0,-3 1-9 16,0 2 1-16,1-4-6 0,-1 3-8 0,2-2 0 16,0-4-1-16,0 4-2 0,1-1-2 0,-1-1-2 15,2-2-1-15,-4-2 2 0,1 4-6 0,-1-4-1 16,0 0-4-16,0 0-5 0,14-9 2 0,-11 4 0 16,1-3-7-16,3-1 1 0,-5-2 3 0,4-2-7 15,-1-2 0-15,1 2 0 0,-1-5-2 0,3 2 3 16,-2-1 11-16,-2 0 22 0,4 2 15 0,-4 4 11 15,4 0 0-15,-2-1 2 0,-1 3 0 0,-1-1 4 16,3 1 2-16,-3 2-5 0,2 2-5 0,-4 1-11 16,2 0-6-16,1 1-10 0,-5 3-1 0,0 0-4 15,13 5-10-15,-8-1-1 0,1 0-10 0,-1 1-8 16,0 5-3-16,1-2-3 0,2 3 0 0,-2 1-3 16,-1-1-5-16,2 2-3 0,3 3-5 0,-4-1-4 0,0-3-5 15,-2 1-6-15,2-3-1 0,-2-1 5 0,5 0-1 16,-4-2 5-16,-2 0 3 0,1 0 3 15,2-3 4-15,-2 0 2 0,1-1 0 0,3-2 5 16,-4 0 2-16,3 3 7 0,0-9 19 0,2 4 13 0,-4-2 6 16,3-1 12-16,0 0 10 0,-1-2 15 0,1 1 18 15,0-1 19-15,0-1 6 0,-1 2 3 0,1-1-4 16,-2 3 1-16,-1-2-12 0,3 0 1 0,-1-1 3 16,1 1-14-16,-4 3-8 0,0-1-13 0,3 3-8 15,-1-2-20-15,-6 2 1 0,12 2-6 0,-7-2-5 16,2 5-1-16,3 0-11 0,-2 5 12 0,-3-2-29 15,2 4-20-15,4-1-26 0,-2 5-35 0,-2-1-32 16,0 2-33-16,1-2-39 0,-4 2-54 0,5-1-66 16,-7 1-83-16,-2-3-278 0,-1-1-711 0,0-2 314 15</inkml:trace>
  <inkml:trace contextRef="#ctx0" brushRef="#br0" timeOffset="-83640.28">20509 5724 348 0,'-2'-6'336'0,"1"-2"-23"0,1 3-22 15,0 0-15-15,0-1-22 0,-3 2-26 0,2 2-33 16,1 2-21-16,0 0-17 0,0 0-20 0,0 0-12 16,0 0-11-16,-6 14-19 0,4-4-7 0,4 11-10 15,-2-2-3-15,2 1-12 0,-1 8 1 0,1 1-10 16,0-1-2-16,1 3-4 0,-2-3-6 0,1 0-23 16,1 1-23-16,-1-2-17 0,0 0-16 0,3-6-20 15,-5-1-22-15,0-2-31 0,0-4-34 0,2-1-34 16,-2-3-47-16,2-2-38 0,-4 0-155 0,0-6-454 15,2-2 201-15</inkml:trace>
  <inkml:trace contextRef="#ctx0" brushRef="#br0" timeOffset="-83343.42">20373 5688 39 0,'0'-12'364'0,"-3"3"-5"15,3 1-18-15,4-3-29 0,-4 5-28 0,1 0-27 16,-1 1-34-16,2 0-21 0,2 3-24 0,-3 0-20 15,-1 2-20-15,14 0-9 0,-14 0-12 16,20 4-12-16,-7 3-16 0,4 2-6 0,0 1-8 0,3 2 4 16,3 3-20-16,-1 1-6 0,-2 7-11 0,-6-6-3 15,6 5-2-15,-5 1-8 0,0 3 0 0,0-2 2 16,-4 0-6-16,-7 3 0 0,5 0-6 0,-6-6-2 16,-4-1 2-16,-2 2-5 0,-2 4-3 0,-5-2 2 15,-3 1-8-15,-5-3 6 0,-1-2-1 0,-4 0-1 16,-2-4-1-16,1-1 1 0,5-3-21 0,-2-3-5 15,-4 4-20-15,7-5-25 0,4-2-12 0,5-2-27 16,-2 0-24-16,4-1-35 0,3-1-60 0,4-2-62 16,0 0-211-16,0 0-534 0,23-5 237 0</inkml:trace>
  <inkml:trace contextRef="#ctx0" brushRef="#br0" timeOffset="-82640.33">20861 6088 36 0,'3'-4'351'16,"-1"0"-11"-16,-2 4-9 0,0-6-8 0,2 1-15 15,-1 2-11-15,-1 3-17 0,-1-7-15 0,1 7-31 16,0-5-27-16,0 5-24 0,0 0-23 0,0 0-21 16,0 0-12-16,0 0-17 0,0 0-12 0,-14 13-5 15,9-4-5-15,-2 1-16 0,0 2-10 0,3-1-6 16,-4 4-8-16,4 2-5 0,0 0-2 0,-2 1-8 16,6 0 0-16,-2-2-2 0,0 2-8 0,4 1-4 15,0-6-9-15,4 3-11 0,-1-1-2 0,-1-2 1 0,5-3-10 16,1-1-15-16,1 1-3 0,7-2-23 0,-2-1-12 15,3 0-16-15,-1-3-12 0,2-2-6 16,1-2-5-16,-1-1 1 0,-1 1-2 0,-4-4 7 0,2-1 9 16,-3-1 7-16,-3-1 11 0,0 1 10 0,-1-3 7 15,-5 0 19-15,2-1 15 0,-4 1 20 0,0 1 15 16,-1 0 18-16,-2 1 12 0,-1-1 13 0,0 1-5 16,-1 0-1-16,-2 1-9 0,3 1 0 0,-5-2-6 15,5 3-8-15,-2 2-3 0,-2-1-4 0,-1 2-2 16,6 1-3-16,-8 0-6 0,8 0 5 0,-11 4-10 15,8-2 3-15,-2 2-5 0,2 3 3 0,-1-1-3 16,2 2 5-16,0-2-6 0,1 1 3 0,1 2-2 16,0-2-7-16,0 0 0 0,1 0 0 0,-1-2-2 15,2 0 0-15,0 1-2 0,2-3 3 0,-1 1 0 16,5-3 1-16,-4 1-5 0,-4-2 3 0,15-2 2 16,-3 0-6-16,-1-2 4 0,-1 1 8 0,2-3-7 15,3 1 4-15,1-4-5 0,-3 1-1 0,2 2 1 0,-2-3 9 16,0 3 3-16,-1-1 7 0,0 4-5 0,0-3 1 15,-1 1 6-15,0 0-2 0,-4 1-7 16,1 1 1-16,-3 2-3 0,2 0-2 0,-7 1-1 16,12 1-1-16,-8 2 0 0,5 2-1 0,-5 0 0 0,-1 0-5 15,2 1 10-15,0 0-3 0,-1 1 1 0,3 3-3 16,-4-2-2-16,-2 0 3 0,2 1-1 0,1 0-7 16,-4-1-16-16,4-1-5 0,0-2-17 0,-3 2-13 15,-2-2-14-15,1 0-15 0,-4-1-25 0,4 0-35 16,0-4-38-16,-8 4-30 0,8-4-32 0,0 0-173 15,0 0-455-15,-14-7 201 0</inkml:trace>
  <inkml:trace contextRef="#ctx0" brushRef="#br0" timeOffset="-82359.03">21453 5985 213 0,'2'-8'382'0,"1"2"-26"0,-3-1 4 0,4 3-3 0,-4-3-9 15,2 3-11-15,-2 4-14 0,2-6-23 16,-2 3-38-16,2 0-25 0,-2 3-26 0,0 0-29 16,5-4-21-16,-5 4-17 0,0 0-13 0,0 11-15 0,-1-6-11 15,1 7-10-15,0-1-12 0,-3 1-8 0,0 1 4 16,5 5-16-16,-4 1-4 0,2 0-6 0,0 2-20 16,3-2-18-16,0 1-13 0,-2 0-20 15,3 0-29-15,-1-3-18 0,1 1-22 0,-3 2-18 0,2-6-25 16,1-5-31-16,-2 4-30 0,2-2-31 0,-2-2-26 15,4-3-49-15,-2 0-47 0,-3-3-185 0,3 0-571 16,3-3 253-16</inkml:trace>
  <inkml:trace contextRef="#ctx0" brushRef="#br0" timeOffset="-82187.18">21393 6074 58 0,'-11'-6'238'0,"3"2"-7"0,1 1-7 15,0 0 9-15,-1-2-1 0,4 3-7 0,1-1-8 16,3 3-17-16,-2-3-17 0,-1 1-20 0,3 2-16 16,-3-7-20-16,3 7-32 0,0 0-40 0,11-5-40 15,-7 4-51-15,4-2-51 0,0 3-58 0,-1-1-58 0,0 0-159 16,-3-3-393-16,6 3 174 0</inkml:trace>
  <inkml:trace contextRef="#ctx0" brushRef="#br0" timeOffset="-81999.52">21035 6034 170 0,'0'0'353'0,"-9"-2"-28"0,6 0-20 16,3 2-25-16,-3-3-21 0,-1-1-28 0,4 4-22 15,4-7-21-15,-1 1-19 0,4 4-20 0,-2-3-35 16,6 0-41-16,1 1-43 0,3-1-57 0,4 1-76 15,2 0-88-15,-2-2-232 0,1 3-458 0,-1 0 204 16</inkml:trace>
  <inkml:trace contextRef="#ctx0" brushRef="#br0" timeOffset="-81325.83">20866 6035 228 0,'0'-7'330'0,"0"4"-16"15,0-4-8-15,-2 4-9 0,2 3-15 0,5-10-21 0,-5 7-21 16,0 3-28-16,2-5-21 0,-2 5-23 15,0-6-20-15,0 6-18 0,0 0-12 0,0 0-18 16,0 0-18-16,0 0-26 0,5 13-22 0,-5-7-23 16,1 5-28-16,-1 0-33 0,-1 2-44 0,-2 1-66 0,3 2-75 15,-2 0-257-15,-1 1-533 0,1-3 235 0</inkml:trace>
  <inkml:trace contextRef="#ctx0" brushRef="#br0" timeOffset="-75392.34">22142 6000 6 0,'0'-5'396'0,"3"-3"-16"0,-3 1 6 16,1-1-18-16,2 2-4 0,-1 1-3 0,0-1-6 16,-2 0-12-16,0 1-12 0,2 1-18 0,-2 4-31 15,0-7-28-15,1 4-29 0,-1 3-28 0,1-8-19 16,-1 8-25-16,0 0-19 0,0 0-12 0,0 0-12 16,8 11-10-16,-5-4-13 0,-3 3-5 0,1 2-9 0,1-1-9 15,1 2-20-15,2 0-11 0,-2 4-13 0,0-3-11 16,-1 0-10-16,2 3-12 0,0-6-5 15,-1 2-8-15,1-3-10 0,-2-1-4 0,0-2 1 16,2 0-1-16,-1-1 14 0,0-1-7 0,-2 0 9 0,-1-2 10 16,4 0 5-16,-4-3 1 0,0 0-1 0,0 0 3 15,0 0 2-15,15-9-1 0,-13 4 18 0,3-4 7 16,-2 2 2-16,1-1 3 0,1-3 7 0,-1 2 4 16,2-4 2-16,-5 6 1 0,3-4-1 0,0 3 1 15,1 0-5-15,-3 1 3 0,1 2-8 0,-1-1-7 16,0 1-1-16,-1 3-4 0,3 0-10 0,-4 2-27 15,3-5-13-15,-3 5-2 0,0 0-2 0,8 7-6 16,-2-2-7-16,-1 0-6 0,-1 2-1 0,4 1-2 16,-6 0-4-16,2-2 11 0,1 3-15 0,-1 0 7 15,2-2-1-15,0 0 7 0,-1-1 4 0,-1 0 10 16,-2-2 2-16,1-1 6 0,-1 0 11 0,-1-1 10 0,-1-2 21 16,9 3 9-16,-9-3 20 0,0 0 2 0,7-6 13 15,-3 1 17-15,3-1 9 0,-3 0 4 16,3 0 20-16,-2 1 10 0,-1-3 17 0,2-1 7 0,-1 0-1 15,0-1 0-15,1 2-14 0,-2 3 1 0,3-3-12 16,-1 1-12-16,-4 5-11 0,1-4-8 0,-3 3-11 16,4 1-12-16,-4 2-14 0,5-5-37 0,-5 5-19 15,0 0-22-15,11 5-23 0,-4 0-26 0,0 1-31 16,4 2-30-16,-2 3-32 0,6 0-6 0,-2 1-28 16,4 4-12-16,-2-3-9 0,8 3-20 0,-6-3-25 15,3-1-25-15,0-3-25 0,1 1-10 0,-1-3-35 16,3 0-228-16,-2-2-648 0,-2-3 287 0</inkml:trace>
  <inkml:trace contextRef="#ctx0" brushRef="#br0" timeOffset="-75032.98">22855 6146 624 0,'11'-4'12'0,"-4"-3"27"0,-1-2 26 0,1-1 20 16,-2-1 27-16,-1 0 26 0,1-2 14 15,-4 0 17-15,-1 3 14 0,0 0 26 0,0-3-2 16,-4 4 6-16,0 0-10 0,2 1-12 0,0 3-17 0,-2 0-13 16,-2 0-26-16,0 2-17 0,-1-1-6 0,-3 3-19 15,1 1-9-15,-5 1-7 0,3 3-9 16,0 0-8-16,-1 4-5 0,3-2-10 0,-2 1 3 0,0 0-17 15,4 1-3-15,0 4-13 0,-1-5-7 0,2 2-4 16,1-1-5-16,1 0-4 0,4-2 3 0,-1 0-7 16,-2 0 2-16,3-1-1 0,3-1 2 0,-2-2 5 15,5 0-1-15,-6-2-4 0,13 2 6 0,-13-2 3 16,14-4 8-16,-6 2-11 0,0-1 0 0,5-2-1 16,-4-2 5-16,2 2-3 0,-4 2 18 0,-2-2 7 15,2-1 4-15,0 1 4 0,-2 1 12 0,-1-1 0 16,3 1-1-16,-4 2-6 0,-3 2-9 0,8-3-15 15,-8 3-2-15,5-1 0 0,-5 1-9 0,0 0-5 16,7 5-1-16,-1-3-7 0,-4 5-10 0,3-2-4 16,1 0-11-16,2 3-8 0,-1-2-17 0,4 2-17 15,0 0-17-15,-3-3-18 0,6 1-22 0,-1 0-26 16,0-1-24-16,1-2-28 0,-1 0-14 0,2-2-20 0,-4 0-9 16,1-1-141-16,-3-4-429 0,-2 2 190 0</inkml:trace>
  <inkml:trace contextRef="#ctx0" brushRef="#br0" timeOffset="-74189.21">23131 5803 47 0,'0'-13'291'0,"-1"2"15"15,-2 1-7-15,2 2-15 0,1 0-13 0,-2 2-15 16,2 0-15-16,-2 2-21 0,0-2-25 0,2 3-26 16,0 3-23-16,0 0-14 0,0 0-13 0,0 0-12 15,0 0-16-15,0 0-5 0,-5 10-10 0,2-1-11 16,1 1 4-16,0 0-18 0,4 3 1 0,-2 4-5 15,2-1-10-15,1 2 0 0,-2 0-4 0,0 3 6 16,2-1-16-16,-3-2-2 0,4 1-5 0,-2-1-5 16,3 0-5-16,-5-4-3 0,4-2-12 0,-4 4 1 15,3-4-6-15,-2-1 3 0,1-3-3 0,3 0 1 16,-4-4-3-16,-1 1 5 0,2 0 5 0,-1-2 3 0,-1-3 0 16,3 5 4-16,-3-5 0 0,0 0-1 0,0 0-5 15,9-8 6-15,-4 1-4 0,-3 4 5 0,8-7-2 16,-5 0-3-16,3 0 3 0,-1 1-3 15,5-3 4-15,-6 0 6 0,2 2 11 0,-2-1 6 0,4 2 10 16,-4-2 8-16,-1 4 14 0,1-4 21 0,-4 5 10 16,3-1 2-16,0 1 7 0,-3 1-2 0,-2 1-12 15,3 2-8-15,-1-4-7 0,0 4-13 0,-2 2-12 16,0 0-13-16,0 0-9 0,0 0-1 0,0 0-1 16,0 0-1-16,0 0-16 0,-14 10 9 0,12-5-10 15,-3 0-20-15,2 4 0 0,-1-2-11 0,2 0 0 16,0 4-8-16,0-4-5 0,2 2 2 0,0 1-2 15,2-1-5-15,-1 1 0 0,2 1-2 0,1-4-9 16,0 3-7-16,0-4-12 0,5 1-5 0,0-1-10 16,0 1-9-16,3-3-8 0,-1 0-9 0,-1-3-1 15,3 0 2-15,-2-1-8 0,4 2 13 0,-1-4 8 16,-4 0 11-16,4 1 5 0,-1-3 13 0,0 0 6 0,-2-5 8 16,0 3 8-16,0-3 0 0,-3 1 9 0,0-1 16 15,-1 0 15-15,1-1 22 0,-5 3 17 16,2 1 20-16,-3 0 12 0,-1 0 7 0,-1-3 2 0,0 3-4 15,0-1-3-15,-1 4-7 0,-1-2-8 0,0 1-3 16,-2 0-7-16,4 4-2 0,-13-2-6 0,13 2 0 16,-12 2-5-16,5 2-2 0,0 0-2 0,1-2-2 15,-1 4 2-15,1 3-5 0,1-2 1 0,-1 2 1 16,1-3 3-16,1 3-9 0,0 2-1 0,3-3 4 16,-1 0-6-16,0 0 4 0,2 0-1 0,0-1 0 15,4-2 2-15,-2 2-4 0,1 1 0 0,1-5 0 16,3 0 7-16,-3-1-7 0,3 1-3 0,-2 0-7 15,4-3 1-15,-9 0 0 0,14-4 0 0,-3 0-3 16,-1 1 3-16,-1-3-2 0,1 0 2 0,1-1 0 16,-2 0 3-16,-1-1-1 0,2-1 5 0,-3-2-4 15,1 4 7-15,-3 1 6 0,1-2 2 0,-1 1 0 16,3 1 2-16,-4-1-1 0,3 4 4 0,-3-1-10 0,-1 3-1 16,5-3-4-16,-4 3 3 0,-4 1-3 0,10 0-4 15,-3 2 0-15,-2 2-2 0,2 1 1 0,-2 1 2 16,2 0 1-16,-3 2-2 0,2 3-3 0,-1-1 9 15,0-1-8-15,-2 0 6 0,0 1-5 0,-2 0-2 16,1-2-1-16,-1 1-7 0,-1-4-8 0,-1 4-5 16,-2-2-15-16,0-4-22 0,0 4-27 0,-2-2-51 15,1-1-49-15,0-3-62 0,4-1-181 0,-10 0-466 16,10 0 206-16</inkml:trace>
  <inkml:trace contextRef="#ctx0" brushRef="#br0" timeOffset="-73704.86">24119 5860 160 0,'1'-6'386'0,"-1"1"-17"0,1 3-14 0,1-3-11 16,-1 1-12-16,-1 4 3 0,-1-7-27 0,1 7-23 15,0-4-28-15,0 4-35 0,0 0-28 0,0 0-21 16,0 0-22-16,0 0-16 0,0 0-17 0,-4 13-8 16,4-1-10-16,0 1-11 0,-2 1-9 0,1 3-7 15,1-5-3-15,4 7-22 0,-1-1-16 0,1-1-17 0,2 1 0 16,-1-1-16-16,0-1-12 0,2 1-12 15,1-2-18-15,4-1-11 0,-4-5-26 0,1 0-22 16,1-1-20-16,0-2-25 0,0 0-22 0,3-3-24 0,-5-3-18 16,2 0-24-16,-2-1-24 0,4-4-19 0,-1-2-1 15,-3 0-146-15,3-4-459 0,-1-1 204 16</inkml:trace>
  <inkml:trace contextRef="#ctx0" brushRef="#br0" timeOffset="-73470.5">24398 5716 70 0,'0'-15'279'0,"-2"2"5"15,2-1 4-15,-1 2 0 0,-1 1-12 0,2 1-7 16,-4-2 7-16,4 5 12 0,-1 0-23 0,-2 2-16 16,3-1-22-16,0 2-21 0,-1-1-24 0,1 5-34 15,-3-6-14-15,3 6 3 0,0 0-28 0,0 0-10 16,0 0-13-16,-13 12-6 0,10-4-15 0,0 2-9 16,2 1 0-16,2 7-5 0,-1 1-10 0,0 1-7 15,3 0 6-15,-2 7-14 0,2 0-4 0,1 1-26 16,3-1 0-16,-2 0-16 0,-1 0-16 0,3-7-11 15,0 7-22-15,0-7-20 0,-5-2-25 0,4-1-29 16,-2-4-31-16,1-1-34 0,-3-1-31 0,1-3-40 0,1-1-31 16,-1-3-173-16,0-1-522 0,1-2 230 0</inkml:trace>
  <inkml:trace contextRef="#ctx0" brushRef="#br0" timeOffset="-73287.99">24318 5807 87 0,'-1'-4'273'0,"-3"1"-11"16,4 3-18-16,-7-5-15 0,7 5-22 0,0-2-20 15,0 2-18-15,0 0-14 0,0 0-16 0,0 0-14 0,0 0-12 0,15 1-10 16,-5-1-10-16,5 3-11 0,-4 0-27 0,2-1-32 16,2 0-44-16,6-2-43 0,-2 3-63 0,2-2-51 15,-3-1-182-15,0 0-389 0,-4-1 172 0</inkml:trace>
  <inkml:trace contextRef="#ctx0" brushRef="#br0" timeOffset="-73116.13">24098 5523 328 0,'-8'-6'312'0,"0"4"-32"0,2-1-28 16,1 1-29-16,0 1-30 0,5 1-47 15,-9-2-41-15,9 2-38 0,0 0-47 0,0 0-99 0,19 4-93 16,-5-3-108-16,5 3-302 0,-4 2 134 0</inkml:trace>
  <inkml:trace contextRef="#ctx0" brushRef="#br0" timeOffset="-72131.8">25128 5852 170 0,'-2'-5'295'0,"2"-2"-17"0,-1 2-19 0,-2-1-11 16,2 2-16-16,-3 0-26 0,1 0-20 0,-2 0-21 16,-2 4-14-16,0-1-16 0,-1 1-11 0,-3 1-17 15,0 0-14-15,-2 5-8 0,-1-1-10 0,0 1-9 16,2 0-5-16,3 4-5 0,-5 1-7 0,3-1-5 16,3 2-4-16,0-2-3 0,1 2-5 0,2-2-5 0,1 0-2 15,1-1 1-15,3 2-2 0,1-4-2 16,2 1 1-16,2-1-1 0,2 1 0 0,5-1-2 15,2-4 7-15,1 1-14 0,0-1-1 0,5-3-1 0,-1 0-9 16,-1-3 1-16,2-1-3 0,-3-1 0 0,2-3 0 16,-8 2-1-16,-1-1-1 0,4-6 3 0,-6 3-1 15,2 3 2-15,-5-2 5 0,1 0 8 0,-1 3 13 16,-2-5 12-16,-2 6-4 0,2-2-1 0,-3 0-8 16,0 2 8-16,2 1-9 0,-2 4 0 0,0-6 7 15,0 6-19-15,-2-7 2 0,2 7 7 0,0 0-16 16,-7 2 1-16,7-2-4 0,-5 10-4 0,5-5-6 15,-2 6-1-15,2-3-4 0,2 3-2 0,-1 0-6 16,3 1-6-16,0-1-6 0,-1 1-7 0,2 0-9 16,2-1-8-16,-3-1-15 0,5-1-12 0,-3 0-9 15,2-1-5-15,3-2 0 0,-2-1-8 0,1-2-1 16,-3-1 5-16,1-2 2 0,1 0 6 0,-3-2 6 0,7-2 8 16,-7 0 9-16,5-4-9 0,-4-1 19 0,0 0 12 15,0-1 5-15,3-1 20 0,-6-1 10 16,3 1 25-16,0 0 18 0,-4 0 20 0,2-2 8 15,2 1 14-15,-7 7 17 0,1-1 4 0,2-2 4 0,-1 3-7 16,-1 1-9-16,0 1-12 0,3-1-3 0,-4 4-17 16,3-6-4-16,-3 6-6 0,0 0-3 0,0 0 0 15,0 0-7-15,0 13-2 0,2-8 5 0,0 5-12 16,-2-3-2-16,4 4-1 0,-2-1 0 0,3 0-7 16,-1-1 4-16,0 3 0 0,-2-6-10 0,0 1 5 15,2-1 2-15,-1-1-1 0,1 0 2 0,-2-2-1 16,3 0 2-16,0 0-5 0,-1-2 4 0,-4-1-1 15,10-1 8-15,-6-2 5 0,0-1 4 0,4 0 5 16,-4 0 14-16,3-5 4 0,2 2 5 0,-3-2 13 16,1 1 6-16,0 0 12 0,-2 0 6 0,5 0-4 15,-5-4-1-15,1 9-2 0,0-4 4 0,-1 1-18 16,-1 2 4-16,1 0-15 0,-1 2-4 0,-1-1-12 0,-3 3-6 16,5-2-11-16,-5 2-16 0,0 0-15 0,13 5-10 15,-7-2-31-15,-2 4-20 0,2 1-17 16,2-1-29-16,-1 5-37 0,2-3-42 0,-3 2-50 0,7 2-55 15,-1 2-323-15,-1-1-668 0,0-5 296 0</inkml:trace>
  <inkml:trace contextRef="#ctx0" brushRef="#br0" timeOffset="-71553.71">26013 5800 197 0,'4'-5'342'0,"-1"1"-7"0,0 1 0 15,0-1-14-15,-2 0-10 0,0 1-7 0,1-2-14 16,-2 5-3-16,1-5-44 0,-1 0-27 0,0 5-21 16,0 0-26-16,0 0-31 0,0 0-17 0,0 0-11 15,0 0-9-15,-8 15-11 0,6-10-17 0,0 2 0 16,0 2-8-16,2 2-13 0,0 0-4 0,0 1-13 0,0 1-9 15,2-2-6-15,0 0 2 0,3 2 0 0,-3-4-8 16,2 4-5-16,2-3 5 0,2-1-1 16,1-1 1-16,-3-2-3 0,2-2-13 0,-1 0 11 0,2-1 0 15,-2-4-1-15,1 2-3 0,2-2-3 0,-1 0 1 16,-2-1-5-16,4-3-1 0,-4-2 4 0,2 2-4 16,1-4-5-16,-2 0 6 0,-3 0 2 0,5-1-4 15,-2 0 1-15,-1-1 0 0,-2 1 0 0,0 2 7 16,0 4 12-16,-2-3-1 0,-2 0-4 0,4 2-1 15,-5 0-7-15,4 3 0 0,-2-3-22 0,-2 5-24 16,1-3-28-16,-1 3 1 0,0 0-3 0,0 0-6 16,0 0-16-16,0 0-10 0,-1 16-20 0,2-11-23 0,1 2-25 15,-1 1-36-15,2-3-28 0,-1 3-45 16,0-1-211-16,3-2-532 0,-2 3 235 0</inkml:trace>
  <inkml:trace contextRef="#ctx0" brushRef="#br0" timeOffset="-71194.36">26424 5769 27 0,'0'0'242'0,"-3"-5"-24"16,3 5-24-16,0 0-20 0,-1-4-23 0,1 4-15 16,0 0-9-16,0 0-15 0,0 0-15 0,-8 10-10 15,6-5-11-15,-2 0-1 0,3 1-9 0,1 1-4 16,0 2-9-16,0-3-2 0,1 6-1 0,6-3-6 15,-6 1-8-15,2-1 2 0,1-3-5 0,-1 3-3 16,1-5-1-16,2 0 0 0,0 0 20 0,-2 1 10 16,3-2 9-16,-3-3 5 0,2 1 11 0,-6-1 0 0,15-3 6 15,-9 1-1-15,1-5 3 0,0 2 0 16,2 0 2-16,-2-3 2 0,2 1 31 0,0-2-26 16,-1 1 9-16,0-1 3 0,-2 1 4 0,2 3 2 0,-3 0 5 15,1 0-12-15,-1 1-2 0,-1 0-8 0,-1 0 2 16,0 2-25-16,2 0-18 0,-1-1-10 0,-4 3-20 15,0 0-11-15,0 0-6 0,7 4-11 0,-4-1-11 16,1 1-21-16,-1 3-15 0,0 2-6 0,3-1-9 16,1 2-23-16,-6 1-16 0,6-1-28 0,-1-2-27 15,-1 2-30-15,-1-2-38 0,4 2-36 0,-2-3-44 16,-1-1-215-16,-1-2-559 0,0 1 247 0</inkml:trace>
  <inkml:trace contextRef="#ctx0" brushRef="#br0" timeOffset="-70802.23">26723 5749 315 0,'0'0'317'15,"0"-3"-15"-15,0 3-10 0,0 0-18 0,0 0-17 16,0 0-22-16,3-4-25 0,-3 4-22 0,0 0-23 15,0 0-17-15,0 0-10 0,12 2-20 0,-12-2-14 16,10 5-11-16,-6-1-6 0,3 0-4 0,1 3-18 16,0 0-4-16,-1 1-6 0,2-1-5 0,-1 1-9 15,3 2 8-15,-5-2-25 0,2 2-10 0,-3 0-6 0,1-2-5 16,0 0-13-16,-1-3 1 0,-1 2-5 0,0-1 8 16,-1-4-6-16,-1 3 2 0,2 1 4 15,-4-6 5-15,0 1-1 0,0-1 1 0,0 0 2 0,0 0 5 16,0 0 7-16,-4-15 10 0,3 8 0 0,0 2-1 15,1 0 1-15,0-4 2 0,1 1-5 0,-2 2 4 16,3-2-16-16,-2 0-11 0,4 1-15 0,2 2-22 16,0-2-24-16,-3 2-29 0,5-1-24 0,-1 2-28 15,0 2-15-15,1 0-26 0,0 3-17 0,-8-1-2 16,14 3-9-16,-5 0 0 0,-2 2 0 0,2 1-110 16,-4-1-349-16,4 2 156 0</inkml:trace>
  <inkml:trace contextRef="#ctx0" brushRef="#br0" timeOffset="-69771.04">27033 5865 399 0,'7'2'9'0,"-3"1"19"0,3-2 15 15,1-1 12-15,-4 0 9 0,-4 0 10 16,11-1 8-16,-3-2 3 0,-1 2 3 0,-2-3-4 16,2-2 15-16,-1 2 1 0,-1 0-4 0,1-6 6 0,-4 4 2 15,2 1 2-15,-1-1-2 0,-1-1-2 0,2 2 7 16,-3-2 1-16,0-1-5 0,-1 2-5 0,0 1-6 16,-1 0-10-16,0-1-9 0,-1 3-8 0,0-1-8 15,-1-1-6-15,0 2-8 0,3 3-5 0,-15-3-1 16,11 1-8-16,-3 2-4 0,0 0-4 0,-1 2-3 15,-3 3 1-15,3-3-4 0,1 3-1 0,1-1-4 16,0 1-3-16,2 0 3 0,-4 0 1 0,4 1-7 16,-1 1 1-16,5-1 3 0,-2 1-3 0,2 1 0 15,0-2 3-15,5 3-1 0,0-3 3 0,1 2-8 16,1-4-10-16,5 2-2 0,-1 1-6 0,0-5-6 16,1-2-5-16,2 3 0 0,1-2-5 0,-1-2-2 15,-1-1-5-15,2 0 3 0,-1-4-7 0,1 0-2 0,-2 0 4 16,-2-2-3-16,0 2 2 0,0-3-13 15,1-2 9-15,-2 1 5 0,-2 0 6 0,1-6 4 16,-2 0 5-16,-4 0 6 0,-2-2 10 0,2 0 11 0,-2-2 11 16,-2 2 8-16,-2-2 11 0,3 3 6 0,0-2 18 15,-4 2 6-15,3-1 10 0,-2 2 0 0,0 2 6 16,3 4 6-16,-5-3-3 0,2 4-1 16,3 1-5-16,0 3-4 0,-1-3-12 0,-2 4-1 0,3-1-18 15,0 5-11-15,-4-3-2 0,4 3-3 0,0 0-5 16,0 0-3-16,-7 11 1 0,7-2-8 0,-2 0-1 15,0 4 3-15,2 1 1 0,0 3-5 0,0 0 2 16,0 2-1-16,2 1-2 0,0-1-2 0,0 1 4 16,3 1 2-16,2 6-5 0,-3-8 0 0,1 1-1 15,2-1-5-15,-3 0 0 0,0-3 0 0,2 1-3 16,-2-7 0-16,1 0 3 0,1 0 0 0,-1-4 0 16,-1-1-1-16,1-1 2 0,4-1 5 0,-4 0-1 15,4-1-4-15,-3-4 3 0,5 1 10 0,-3-4-10 16,3-2 8-16,-4 2 2 0,4-2 9 0,-2-1-7 15,1-1 9-15,-1 0 7 0,-2-1 9 0,0 1 16 16,-1 0 20-16,-1 0 6 0,3 3 2 0,-7-2-4 16,4 1-2-16,-3 1 6 0,0 1-7 0,-1 0-6 0,3 1-5 15,-4 1-14-15,0 3-14 0,2-3-21 0,-2 3-25 16,0 0-7-16,0 0 6 0,0 0-8 16,0 0-1-16,4 13 4 0,-4-7 5 0,0 1-11 15,0 1-6-15,3 2 0 0,0 2-10 0,1 1 2 0,0-2-3 16,3 0-2-16,0-3-5 0,0 3-15 0,4-1-12 15,-2 0-12-15,3-1-9 0,6-5-7 0,-6 3-12 16,2-1-10-16,0-4-3 0,5 0 3 0,-4-2-4 16,-2 0 0-16,1 0 1 0,-1-2 4 0,1-1 9 15,-2-7 16-15,2 5 9 0,-3-3 11 0,-2-2 15 16,4-2 16-16,-3 3 12 0,-6 0 17 0,2-2 17 16,-2 2 21-16,-3-2 18 0,2 1 7 0,-1 2 3 15,-2 1-3-15,-2 0 0 0,-1 1 1 0,2-1-13 16,-3 2-3-16,0-1-8 0,-2 1-1 0,-2 2 1 15,0 1-7-15,1 2 1 0,-1 0-4 0,8 0-4 16,-16 1 0-16,8 1-2 0,1 1-4 0,-1 1 5 16,2 1-3-16,-1 1 0 0,3-1 0 0,0 0-1 15,-2 3-2-15,2-1 0 0,1-3 2 0,1 2-1 0,0-1-2 16,4 0-5-16,-4-1 2 0,4 1 0 16,-2-2 1-16,0-3 0 0,3 3 0 0,1 0 1 15,4-2 2-15,-8-1 4 0,8-1-6 0,-8 1 0 16,13-5 5-16,-4 3-2 0,-1-1 9 0,-4-3 12 0,6 1 8 15,-2 2 9-15,0-3 3 0,-1 1 4 0,0-1 11 16,-3 2 3-16,3 1-2 0,-2-2 6 16,-1 2 2-16,0-1-7 0,-1 3-7 0,1-2-7 0,-4 3-14 15,7-2-5-15,-7 2-11 0,0 0-5 0,0 0-4 16,0 0-5-16,5 6-6 0,-1-2-7 0,-1-1-20 16,0 3-13-16,0 0-16 0,-1 0-23 0,-2 1-24 15,3-1-28-15,3-1-31 0,-1 2-48 0,0-2-40 16,1 0-245-16,1-3-535 0,0 2 236 0</inkml:trace>
  <inkml:trace contextRef="#ctx0" brushRef="#br0" timeOffset="-68817.96">28092 5496 317 0,'-2'-5'318'16,"1"0"-7"-16,-1 1-9 0,2 0-27 0,-2 0-22 0,0 0-29 16,2 4-23-16,-4-3-23 0,4 3-18 15,-3-3-19-15,3 3-15 0,0 0-15 0,0 0-7 16,-12 7-8-16,8-2-14 0,2 2-7 0,-3 3-12 0,1-2-3 16,0 1-5-16,1 4-5 0,-2-3-16 0,0 2-4 15,2-1-6-15,0 1-8 0,2 1-3 0,-2-1-1 16,3 1-6-16,0-2-8 0,-1 1-4 15,1-1-5-15,0-2-1 0,1 2 2 0,-1-2-2 0,0-2 3 16,4 1-2-16,-4-3 2 0,4 0 1 0,-2 2 0 16,1-2 3-16,-1-3-1 0,3 2 0 0,-2 2 4 15,3-4-2-15,-2 1 3 0,1-2 0 0,-1 1 0 16,2 0-1-16,-1 1 1 0,-1-1-2 0,4-1-1 16,-3 0 2-16,-1 2-2 0,1-2 1 0,2 1-1 15,-3 0 1-15,1 1-1 0,0-1 1 0,-3 1 2 16,2-1-1-16,-2 2-3 0,4-1-1 0,-6 2 3 15,4 0-2-15,-1 0 4 0,0 0-2 0,-2 1 1 16,3 1-2-16,-1 0-1 0,-3-3 1 0,2 0 2 16,-2 4 1-16,1-4 1 0,-1 2-1 0,0-2-5 15,0 0 3-15,0 0 3 0,0-4-4 0,-3 4 6 16,3-4-5-16,-8 1 3 0,8-1 1 0,-10-1-2 16,1-2 0-16,1-2 0 0,-1 0 5 0,-1 1-5 0,0-2-1 15,-1-1-3-15,3-1 0 0,-3 2 1 0,4-1-1 16,1 0 0-16,3 0 0 0,-2 0 2 15,2 1-2-15,2-3-1 0,-2 0-2 0,3 1 3 16,4-2-1-16,0 1-3 0,1-3-7 0,5 0-7 0,2 2-14 16,0-5-18-16,5-1-26 0,-1 2-22 0,8-3-17 15,-3-1-15-15,3 1-15 0,-1-3-13 0,0 3 6 16,-5 4 10-16,3-1 13 0,-6-1 13 0,-1 3 19 16,-3 2 24-16,-2-2 28 0,0 2 27 0,-2 0 24 15,-2 2 22-15,0 2 10 0,-3-1 3 0,2 4-10 16,-4-2-8-16,0 2 3 0,0 3-6 0,0-5-3 15,0 5 4-15,0 0-3 0,0 0-7 0,0 0 0 16,-19 9-2-16,14-4 6 0,-3 1-6 0,2 3 3 16,-1 0-7-16,0 2 5 0,2-2-2 0,0 4 4 15,-1 4-2-15,2-4 0 0,1 3 6 0,1-3-2 16,2 7 0-16,-2-4 3 0,4-3 4 0,0 5-3 16,3-2-3-16,1 0-3 0,1-4-2 0,-2-1 9 15,4 1-3-15,0-1 0 0,-1 1 0 0,3-6 1 16,4 3-1-16,-3-3-2 0,5 1 1 0,0-3-5 15,-1-2-9-15,1 1-12 0,-3-1-6 0,5-3-7 16,2 0-4-16,-3-2 3 0,-4-1 5 0,-5 0-1 16,6-1 3-16,-4-2 3 0,0-1-4 0,0 2 13 0,-2-4-1 15,-3 2 21-15,-1-3 19 0,0 2 19 0,-2 0 12 16,-3-2 15-16,-3 5 6 0,1-2 4 16,-2 3-4-16,0-1-7 0,0-1-7 0,-2 3-6 0,1 0-8 15,-2 3-8-15,2-1 0 0,-1 0-3 0,6 2-8 16,-15 3 0-16,10 1-7 0,-2 0-3 0,0 3 0 15,2 1-3-15,-1 0-3 0,2 3 3 0,0 1-3 16,3-1 1-16,1 3-1 0,0-3-2 0,0 4-2 16,1 1-19-16,2-1-26 0,1-3-44 0,-3 0-44 15,6-2-55-15,-3-3-69 0,-1-3-140 0,-2 1-416 16,4 1 184-16</inkml:trace>
  <inkml:trace contextRef="#ctx0" brushRef="#br0" timeOffset="-68275.79">27437 5381 64 0,'0'0'346'0,"0"0"-17"0,0 0-21 0,0 0-24 16,0 0-25-16,0 0-30 0,0 0-24 0,0 0-16 16,-7 1-25-16,7-1-19 0,0 0-14 0,0 0-8 15,0 0-19-15,0 0-9 0,0 5-11 0,0-5-6 16,0 0-5-16,0 0-9 0,0 0-5 0,0 0-8 15,0 0-4-15,0 0 5 0,0 0-10 0,0 0-3 0,5 5-5 16,-5-5-3-16,0 0 1 0,0 0-2 16,0 0-2-16,0 0-5 0,0 0-4 0,0 0 1 15,0 0-3-15,0 0-2 16,0 0-2-16,0 0-7 0,1-13-12 0,-1 13-27 0,0-6-32 16,0 6-35-16,0 0-53 0,-3-4-67 0,3 4-81 15,0 0-192-15,-3-2-533 0,3 2 236 0</inkml:trace>
  <inkml:trace contextRef="#ctx0" brushRef="#br0" timeOffset="-65126.12">28970 5634 280 0,'-3'-3'263'16,"3"3"-29"-16,0 0-25 0,0 0-25 0,0 0-18 15,0 0-16-15,0 0-15 0,0 0-13 0,0 0-7 16,0 0-3-16,15 7-2 0,-6-3-8 0,-3-2-5 15,7 2-5-15,-1-1-9 0,3-1-1 0,1 1-8 0,-2-1-9 16,6-1 6-16,-1 0-6 0,1-1-2 16,-2-1 0-16,1-2 2 0,-4 0 4 0,-1-1 8 15,-2 1 11-15,2-1 4 0,-5-2 3 0,2 1 7 16,-3-1-9-16,3 0 8 0,-7-1 5 0,3 0-12 0,-3 1 7 16,0-1 10-16,-1-1-13 0,-2 2 8 0,1-1-4 15,-2 1-12-15,0 1-8 0,0 0-10 0,-3 0 0 16,0 2-22-16,-2 1-2 0,-1-1-8 0,6 3-5 15,-13 0-4-15,4 1-7 0,2 1-2 0,-5 0-10 16,1 4 9-16,-1 0-3 0,3 1-9 0,-5 0-22 16,6 1-6-16,1-1-16 0,3 2-6 0,0-1 1 15,1 0-13-15,2 3 3 0,2-2-3 0,2 0-1 16,1 1-6-16,7-1-17 0,3-1-20 0,2-1-13 16,6 1-27-16,-3-3-22 0,5-1-21 0,-1-4-12 15,7 1-13-15,0-2 5 0,-7-2-7 0,-3 1 10 16,3-4 18-16,-2-2 15 0,-3 1 22 0,4-2 22 15,-5-5 20-15,-3 3 35 0,2 0 38 0,-5 1 34 16,-2-1 27-16,-3 2 29 0,1-1 20 0,-2-1 25 0,0 1 14 16,-3 0 17-16,2 4 9 0,-4-1 7 15,3-2 4-15,-3 5-6 0,3-2-1 0,-6 2-17 16,3 4-16-16,0-6 1 0,0 6-34 0,-1-5-8 16,1 5-9-16,0 0-4 0,-6-2-8 0,6 2-12 0,0 0-10 15,0 0 0-15,-4 12-4 0,4-4-2 0,0-2-5 16,0-1 6-16,2 7-7 0,0-4-3 15,0 3-4-15,2-1 3 0,1 2-2 0,0-1-3 0,2-1-7 16,0 0 2-16,1 1-1 0,-1-1-4 0,1 0 1 16,-1 1 5-16,-3-3 0 0,3 1-14 0,0 2-3 15,-6-8-13-15,3 4 3 0,-4-1-7 0,4-2 0 16,-5 0 15-16,-2 1-10 0,-2-2-3 0,-2-1 0 16,0 0-2-16,0-2-23 0,-4 0-13 0,-2-2-18 15,-1 0-24-15,-1-4-16 0,2 3-30 0,-1-1-32 16,3-1-37-16,-1-2-41 0,0 1-30 0,4-2-186 15,-1 2-513-15,8-1 227 0</inkml:trace>
  <inkml:trace contextRef="#ctx0" brushRef="#br0" timeOffset="-64876.14">29756 5225 194 0,'0'-7'350'15,"3"3"-11"-15,-3 4-26 0,-3-6-26 0,6 3-17 16,-3 3-18-16,0-5-28 0,0 5-28 0,0 0-20 16,-4-5-20-16,4 5-15 0,0 0-15 0,0 0-19 15,6 15-5-15,-5-5-10 0,4 2-15 0,-2 1-4 16,2 2-6-16,-1 3-8 0,2 2-5 0,2 6-3 16,-3 1-1-16,1 1-12 0,-1 1 0 0,2-4-3 15,-3 4-8-15,2-8-26 0,-2-2-19 0,0 8-30 16,-4-8-22-16,3 1-32 0,-3-2-41 0,0 1-40 0,0-2-39 15,0-6-55-15,0 0-195 0,0-1-512 0,-3-3 227 16</inkml:trace>
  <inkml:trace contextRef="#ctx0" brushRef="#br0" timeOffset="-63397.14">29793 5491 104 0,'0'-4'290'16,"0"0"-12"-16,0 4-6 0,2-5-22 0,1 1-19 16,-1 1-27-16,2 1-23 0,-4 2-13 0,9-2-23 15,1 0-14-15,-1 4-13 0,5-1-14 0,1 1-10 16,-3 1-6-16,7 0-11 0,-1 2-8 0,-3-3-8 16,1 3-9-16,3-1-11 0,-2 1-7 0,-2-1-5 15,-2-1-4-15,-2 0-1 0,1 2-4 0,-5-2-2 16,3-1-3-16,-2 3-2 0,-3-2-6 0,-1 0 0 15,1-1-4-15,-1 2 3 0,-3 2-2 0,1-1 0 16,-2-3-1-16,3 4-2 0,-3 1 1 0,-3-1 0 16,3-1 1-16,0 2-2 0,0-1 2 0,0 1-4 15,0-1 2 1,0-1 2-16,0 0-2 0,0 1 1 0,3-2 3 16,-3 1 1-16,2-2 1 0,0 1-3 0,2-3 2 15,-4-1 2-15,7 4-1 0,-3-4-4 0,-4 0 1 0,15 0-2 0,-9-3 4 16,2 2-3-16,4-3 1 0,-5 1 2 0,3-4-3 15,-1 1 1-15,2 0 0 0,-3-3-1 0,2 2 4 16,0 0 5-16,-1-1 7 0,-3 0 3 0,1 0 15 16,0 2 0-16,-2 1 5 0,0 0 2 0,-3-1 6 15,1 3-1-15,1-1-11 0,-2 3-8 0,-2 1-6 16,2-4-9-16,-2 4-1 0,0 0-6 0,0 0 1 16,0 0-9-16,0 0 6 0,5 10-8 0,-5-5-7 0,0 2-3 15,0-2-1-15,2 4 3 0,-1-2-12 16,1 1 0-16,-1-1-3 0,3 0 2 0,-3-1-1 15,2 1-3-15,-3-2-6 0,3 2 5 0,0-1 1 16,-2-1 4-16,3-1 5 0,-4-2 2 0,0-2 3 0,4 1 2 16,-4-1 0-16,0 0 2 0,12-1 1 0,-9-3 11 15,-2 0 8-15,4 1 4 0,-1-3 9 16,0 0 6-16,2 0 9 0,-2 0 11 0,1 0-2 16,0 0 3-16,-1-1-4 0,0 2 1 0,3 0-3 0,-3-1-4 15,0 2-7-15,2-1-7 0,-1 1 0 0,-1 3-10 16,4-2 0-16,-2 3-8 0,-6 0-8 0,18 0-16 15,-9 2-13-15,0 0-17 0,4 4-17 16,0-2-17-16,-2 3-16 0,4-3-20 0,4 6-21 0,-1-4-22 16,0-1-15-16,-1 3-1 0,5-3-8 0,-3 0-1 15,3-1-8-15,-3 0-3 0,0 0 13 0,0-1 14 16,-7-2 14-16,0-2 17 0,-1 1 14 0,0-3 21 16,-4-1 18-16,1-1 26 0,-4 0 31 0,-1 0 19 15,3-6 28-15,-5 1 16 0,-2 1 23 0,1-1 23 16,-5-3 14-16,3 6 15 0,0-5 10 0,-2 7 1 15,-3-4 0-15,3 2-16 0,-2 2-7 0,0 0-13 16,-1 1-11-16,0 0-9 0,-1 1-7 0,2 3-4 16,-7-3-6-16,3 3-8 0,1 1-2 0,-2 2-4 15,6-1-6-15,-5 1-2 0,4 2 0 0,1-1-5 16,1 1-2-16,0-2 1 0,3 2-1 0,-1 0 0 16,1 0-6-16,1-1-3 0,0-4 4 0,1 6-2 15,2-2-6-15,1-1-5 0,2-2 2 0,-1 0 0 16,2 1-6-16,0-1-1 0,-7-1 3 0,14-1 0 15,-8-1-1-15,1 0 0 0,0-1 1 0,0-1 1 16,0 2 0-16,-2-1 9 0,4 1 9 0,-5 2 0 16,1-3 0-16,-1 2-3 0,-4 1-6 0,9-1 2 15,-5-2-4-15,-4 3-6 0,8 4 4 0,-8-4 0 0,7 2-3 16,-1 1-1-16,-1-1 1 0,-2 1 2 0,4 2 0 16,-1 0 0-16,1-1-4 0,-3 0 7 0,7 4-7 15,-1-3 4-15,-2-1-3 0,-1 1 3 16,1-2-10-16,1 0-4 0,-2 0-11 0,3-1-2 0,-1-2-6 15,-1 3-2-15,2-3-4 0,-1 0-7 0,-2-3-5 16,1 1-5-16,2-2-7 0,1 0 1 0,-2 0-3 16,-5-1-3-16,6-4 3 0,-1 0-4 0,-4 2 3 15,1-4 6-15,-1 4 3 0,2-6 8 0,-4 2-3 16,3-5 10-16,-4 3 7 0,0-5 5 0,1 0 1 16,-2-1 8-16,2 1 14 0,-3-1 22 0,0-4 13 15,-3 2 19-15,2 1 26 0,-1-1 20 0,2 6 17 16,-1-3 7-16,-1 2 19 0,2 3-4 0,0 1 13 15,0 2-3-15,0 3 9 0,-2-2-23 0,2 4 0 16,-2 0-14-16,2-1-12 0,0 2-17 0,0 4-10 16,0-4-31-16,0 4-19 0,0 0 8 0,0 0-15 15,0 0-4-15,0 0-4 0,-4 14-2 0,4-5 3 16,-3 3-7-16,3 0-1 0,0 5 1 0,0 1-3 16,0 1-1-16,3 1-1 0,-3 1 18 0,4 5-30 0,0-6-4 15,-2 1-2-15,-1 0-11 0,5 0-2 16,-4-2-7-16,1 1 0 0,4-2-2 0,-2-1-5 15,-2 0 1-15,-2-3 3 0,3-3-2 0,1 1 4 16,0 0 5-16,-2-6 4 0,2 0 4 0,0 1 3 0,0-2 2 16,0-1 7-16,2-3-5 0,1 0 4 0,-3 1 3 15,5-2-1-15,-2-2 4 0,4 0-1 16,-3 1-15-16,0-3 9 0,2-2 6 0,-2 3 2 16,0-4 6-16,1 1-1 0,-3-1 7 0,2 1 1 0,-3 2 11 15,-1-4 15-15,2 5 8 0,-2-1 4 0,-1 0-2 16,1-1-1-16,-2 2 2 0,-2 1-6 0,3-2-9 15,-4 4-5-15,4-3-2 0,-4 3-6 16,0 0-2-16,0 0 1 0,0 0-15 0,0 0 3 0,0 0-1 16,0 0-5-16,0 0 0 0,2 10-4 0,-2-4-5 15,2-2 8-15,0-1-7 0,0 1-1 0,1 3-3 16,1-3-12-16,3-1-12 0,0 2-25 0,2-2-21 16,0 2-28-16,2-2-36 0,1-1-35 0,-3 0-44 15,6-4-44-15,-4 1-230 0,-1 0-540 0,0 0 240 16</inkml:trace>
  <inkml:trace contextRef="#ctx0" brushRef="#br0" timeOffset="-63178.4">31270 5258 410 0,'-1'-5'437'0,"1"0"4"0,0 0-3 16,0-1-2-16,1 2-16 0,-2-2-20 0,2 4-23 15,1-4-25-15,-1 1-36 0,0 0-30 0,3 1-26 16,0 0-29-16,0 0-23 0,-1-1-23 0,1 0-38 16,3 3-37-16,0-1-41 0,-2-1-48 0,5 2-49 15,-1-2-57-15,3 1-53 0,0 3-59 0,-4 2-57 16,1 0-69-16,3 1-63 0,-5 0-304 0,3 3-746 16,-4-4 331-16</inkml:trace>
  <inkml:trace contextRef="#ctx0" brushRef="#br0" timeOffset="-60079.14">30077 6289 234 0,'0'0'280'0,"0"0"-19"0,0 0-26 0,0 0-21 16,18-8-21-16,-10 4-14 0,4-1-16 0,2-1-15 15,2-1-11-15,2 0-17 0,2-1-12 0,3 1-12 16,-5-2-8-16,3 3-10 0,-1-2-8 0,-1 2-5 16,1-2-9-16,-2-1-2 0,-6 1-7 0,-3 2 3 15,3-1 15-15,-3 1 4 0,1 0 7 0,-5 1-1 16,1-1-4-16,-4 1-12 0,-2 3-3 0,2-2-9 0,-6 1-9 16,4 3 0-16,-15-5 0 0,2 4-7 0,-1 2-4 15,0-1 1-15,-4 5-6 0,0-1-3 0,0 4-2 16,2-3 0-16,-2 4-1 0,3-3-6 15,1 5-1-15,4-1-2 0,1-1 1 0,1 2-2 0,2 1 5 16,4-2-7-16,0 2 3 0,5 0 5 0,-2-1-10 16,6-2 5-16,0 1 3 0,4-3-6 0,5 4-2 15,-4-5-12-15,8 0-7 0,-2 0-19 0,3-2-8 16,-1-2-2-16,2-2-1 0,-2 0 1 0,-2-1 3 16,2-3 3-16,-6 2 4 0,0-2 5 0,-1 0 3 15,-1-1 3-15,-2-2 12 0,2 1 13 0,-2-2 9 16,-1 1 13-16,-2-3 9 0,1 4 8 0,0-1 15 15,-1-1 5-15,-3 3 11 0,-2 0-1 0,2-1-5 16,1 3-8-16,-2-1-7 0,2 0-5 0,-1 2-7 16,-4 2-5-16,10-2-9 0,-10 2 9 0,15 4-14 15,-10 0 0-15,8 0-3 0,-6 1-1 0,7 3 3 16,-4 0-6-16,1 0-6 0,1 1-2 0,-2 0-5 16,-1-1-5-16,1 2-3 0,-4-2 1 0,1-1-4 15,-1 0-2-15,-2-1 3 0,0 0 1 0,-2 0 0 0,0-1 0 16,-2-1 0-16,0-4 5 0,-2 6 1 15,2-6 2-15,-4 2 1 0,4-2 11 0,0 0 4 16,0 0 14-16,-16-5 7 0,12 2 11 0,1-1 6 16,1-1 5-16,0-1 3 0,1 0-4 0,1 0 3 0,1-1-12 15,2-2-1-15,1-2-6 0,4 2-6 0,-1-2-2 16,4 2-8-16,-3-1-1 0,4 2 2 16,-1-3-5-16,-1 5-7 0,2-2 1 0,-3 2 1 15,2 2 0-15,0-1-5 0,-5 1-1 0,3 2-5 0,-3-1 0 16,4 3-11-16,-3 0-10 0,1 0-1 0,-1 3-5 15,-1-1 0-15,2 2-7 0,-1 2-2 0,-2-3-5 16,-1 3-1-16,0 2-8 0,2-2 4 0,-2 1-5 16,0 0-2-16,0 1-4 0,-3-1-1 0,3-1 2 15,-4 1-3-15,3 0-1 0,-3-1 6 0,0-1 4 16,0 0 6-16,-1-2 4 0,-1 2 2 0,0-2 7 16,2-3 3-16,-3 3 6 0,3-3 5 0,0 0 11 15,-6 4 14-15,6-4 3 0,0 0 9 0,0 0 2 16,0 0 3-16,-4-12 0 0,6 8-2 0,0-2-1 15,1 1-2-15,1 0-1 0,0-2-7 0,3-1 4 16,1-1-3-16,2 1-4 0,-1 0 1 0,1-3-3 16,-1 4-2-16,-2-4-2 0,4 5 0 0,-3-3-2 15,2 1 8-15,-1 1-7 0,-1 0-1 0,-1 3 0 16,0-1-6-16,-3 3 8 0,-2-1-9 0,3-1 7 16,-5 4 7-16,5-4-11 0,-5 4-6 0,4-2 0 15,-4 2-5-15,2-3 1 0,-2 3 10 0,0 0-9 16,0 0 0-16,5 8 11 0,-5-8-9 0,0 6-7 15,2-1 3-15,-1 0 2 0,0 1 2 0,4 0-5 0,0-1-1 16,-1 2-3-16,1 3 3 0,4-4-3 16,0 3 2-16,2-4 0 0,-2-1-9 0,1 4 3 15,-2-3-5-15,-1-1 10 0,0-2 5 0,0 3-4 0,-2-2 3 16,3 0 5-16,-2-3-1 0,-2 1 0 0,-4-1 0 16,9-1 5-16,-9 1 12 0,0 0 12 0,9-1 1 15,-9 1 16-15,7-2-6 0,-7 2-1 0,0 0-3 16,0 0-5-16,7 0 0 0,-7 0-5 0,0 0-5 15,0 0-2-15,0 0-4 0,4 3-11 0,-4-3 5 16,0 0-2-16,6 5 0 0,-5-3-7 0,-1 2-3 16,2 0-5-16,-2-4 0 0,-2 6 8 0,4-2-7 15,0 0 4-15,-2 0 0 0,0-4 4 0,0 0-4 16,0 8 1-16,0-8 4 0,0 0 26 0,0 2 36 16,0-2 19-16,0 0 4 0,0 0-1 0,0 0 19 15,0-15-11-15,0 8 0 0,2 4-6 0,0-5-3 16,0 0-7-16,3-5 1 0,-1 5-16 0,0-3-11 15,3-1-10-15,2 1-22 0,1-4-22 0,-4 5-39 16,11-2-45-16,-6 1-38 0,8 0-69 0,-4 4-68 16,4 1-93-16,-6 0-286 0,-2 2-702 0,3-2 311 15</inkml:trace>
  <inkml:trace contextRef="#ctx0" brushRef="#br0" timeOffset="-59751.04">31663 6226 81 0,'-5'2'246'15,"2"-1"-14"-15,3-1-19 0,-5 8-18 0,0-5-17 0,5 1-18 16,-5-2-14-16,5-2-12 0,-1 4-13 0,1-4-10 15,-2 7-9-15,2-4-7 0,0-3 5 0,0 6 6 16,0-6 3-16,3 4-2 0,2-1 3 0,-5-3-7 16,7 2 1-16,-3-1-8 0,-4-1 0 0,10 1-3 15,-10-1 2-15,12-1-6 0,-12 1-2 0,8-4-4 16,-4 1-1-16,2 0-5 0,-5 1-9 0,3-2-2 16,-1 1-14-16,-3-1-2 0,0 4-3 0,3-8-8 15,-2 5-18-15,-1 3-33 0,-1-7-31 0,1 7-36 16,-6-7-41-16,2 7-65 0,-1-4-72 0,-1 1-276 15,2 0-578-15,-5-1 255 0</inkml:trace>
  <inkml:trace contextRef="#ctx0" brushRef="#br0" timeOffset="-51902.17">4064 8328 75 0,'-6'-19'426'0,"2"1"-12"16,-3 5-31-16,2 1-18 0,2-1-8 0,-1 5-10 15,1-2-24-15,0 3-40 0,2 2-27 0,-3 0-30 16,4 3-21-16,0 2-31 0,0 0-20 0,0 0-17 15,0 0-7-15,0 16-30 0,0-2 1 0,5 5-13 0,0 7-8 16,-1 2-6-16,0 6-7 0,5-5-12 16,-2 4 1-16,3 2 1 0,-3 2-16 0,3-1-4 0,-4-1-6 15,2 0-18-15,-4-1-13 0,0-3-21 0,3-1-28 16,-5-3-16-16,1-7-22 0,-3-1-15 0,3-2-23 16,-3-3-21-16,0-2-20 0,-1-2-21 0,1-4-7 15,-2-1-41-15,-1-3-49 0,3-2-48 0,0 0-179 16,0 0-553-16,-20-12 245 0</inkml:trace>
  <inkml:trace contextRef="#ctx0" brushRef="#br0" timeOffset="-51626.36">3907 8213 168 0,'0'-20'319'0,"0"-2"-7"16,0 4-2-16,0 0-2 0,4 0-7 0,-1 1-25 15,4 2 3-15,-6-1 10 0,10 1-5 0,-7 4-26 16,7-2-26-16,-3-1-25 0,4 5-14 0,1 1-30 15,-1 0-18-15,4 2-21 0,4 2-6 0,0 3-12 16,3 2-13-16,1 2-12 0,-1 3-7 0,3 3-9 16,0 2-9-16,0 5-6 0,-3 1-6 0,1 1-4 0,-4 3-5 0,-3 1-7 0,-6-4-9 15,4 7-1-15,-7 0-13 0,-2-4-5 0,-2-1 4 16,-4 9-2-16,-3-8-3 0,-2 4-5 0,-5 5 0 16,-3-7-12-16,-3 0-8 0,-2-2-15 0,4-5-35 15,-4-3-28-15,2 3-29 0,-3-4-25 0,0 0-26 0,1-1-36 16,-1-2-51-16,7-4-53 0,-3-1-249 15,8-3-621-15,0-1 274 0</inkml:trace>
  <inkml:trace contextRef="#ctx0" brushRef="#br0" timeOffset="-51032.64">4330 8550 3 0,'7'-5'210'0,"1"3"-20"15,-1 0-15-15,2-1-14 0,4 2-10 0,-4 1-14 16,6 0-10-16,-1 1-10 0,1 0-13 0,-2 3-11 16,1 0-10-16,1 3-13 0,1 0-3 0,-1 4-6 15,0 1-6-15,-1-2-4 0,-5 2-6 0,3 2-5 16,-5-2-4-16,0 0-1 0,-4 1-2 0,1 4-6 15,0 0-1-15,-4-6 0 0,-4 2-6 0,-1-1-2 16,-4-1 6-16,0 1-6 0,-2-5 0 0,-3 5 2 16,1-6 10-16,0-1 16 0,1-3 15 0,3 1 13 0,1-3 8 15,-1 0-4-15,4-4-1 0,-3-2-5 0,2-2-5 16,1-2 1-16,6 1-13 0,2-4-7 16,3 0-3-16,3-4 4 0,2 0-17 0,1 2-5 15,3-1-2-15,1 1-1 0,2 1-3 0,0 2-3 0,-2 0 2 16,2 4-10-16,-6 2 8 0,4 2-11 0,-5-2 3 15,1 4-4-15,2 2-2 0,-2 0 1 0,-2 5-6 16,2-2 4-16,-4 1 0 0,2-1-3 0,-1 6 1 16,1-2 0-16,-2 1 0 0,3 0 2 0,-3 0-1 15,0 1-1-15,0 0-1 0,3-2 2 0,-3 1 1 16,2-1 0-16,-4-4 5 0,0 1-4 0,2 0 0 16,-2-1-1-16,3-1 4 0,-5 0 0 0,-4-2-2 15,10-2 7-15,-10 2 15 0,8-6 7 0,-7 3 3 16,4-2 4-16,-5 0 3 0,0-2 4 0,0 1-9 15,-5-1 8-15,1-1-12 0,0-1 5 0,-3 1-6 16,-1-1-6-16,-3 2 0 0,2 0-8 0,-5-1 14 16,5 4-15-16,-1 0-8 0,-2-3 1 0,2 3-14 15,4 1-18-15,0 0-29 0,2 3-26 0,4 0-18 0,0 0-15 16,-9 0-12-16,9 0-17 0,0 0-31 16,0 0-28-16,0 0-31 0,20 3-37 0,-9-2-155 15,1 1-453-15,3-2 201 0</inkml:trace>
  <inkml:trace contextRef="#ctx0" brushRef="#br0" timeOffset="-49563.97">5070 8168 337 0,'0'-6'352'0,"0"1"-27"0,0 0-17 0,1-1-26 16,2 2-20-16,-3 1-15 0,0 3-34 0,1-5-20 0,-1 5-23 16,0 0-23-16,0 0-16 0,0 0-10 15,0 0-11-15,9 13-11 0,-8-2-15 0,3 2-8 16,3 4-5-16,0 3-7 0,-5 0-11 0,1 7-12 15,-2-5-1-15,4 0 4 0,-4 3-17 0,2 2 2 0,-2-6-15 16,-1-1-3-16,-1-2-9 0,1 0-12 0,-2-2 4 16,0 1 1-16,0-6-4 0,-1-1 2 15,2-2 0-15,1-3 18 0,-4 1-14 0,4-4 9 0,-3 1 5 16,3-3-1-16,0 0-1 0,0 0 2 0,0 0-2 16,0 0 0-16,7-15-4 0,0 7-1 0,1-1-4 15,3 0 5-15,3-1 1 0,-1 4-3 0,-2-2-3 16,8-2 2-16,-1 2-1 0,2-1-2 0,-5 5-3 15,4 2 3-15,-1 0 1 0,1 1-4 0,-3 1 4 16,-2 3-4-16,1-2-1 0,-3 3-2 0,-1 1 11 16,2 2-13-16,-3-1 0 0,-2 2 1 0,-1 0-1 15,-2 1-3-15,-1 1 9 0,-1-1-5 0,-3 3 3 16,-1-1 2-16,-2-1-2 0,-4 0 2 0,-1 0-1 16,-3-1 0-16,2-2-2 0,-7 3 3 0,-2-2-3 15,3-1 4-15,-4-2-1 0,5-1 4 0,0-2-2 16,1-2 4-16,1 3 2 0,1-6 3 0,3 2 7 15,2-2 0-15,2 0 1 0,-1-2-2 0,3-3-4 0,2-1 3 16,7-3-5-16,-1 0 0 0,6-4 2 16,0 0-6-16,10-6 2 0,1 4-3 0,1-7 0 15,1 0-3-15,-1-2 2 0,1 2-1 0,-1 2-1 0,1 2 6 16,-2 0 0-16,-8 10-4 0,-2-2 3 0,-3 2-3 16,0 3 9-16,-5-1 5 0,3 4-3 0,-2 1-4 15,-2 0-2-15,-3 0-3 0,2 3-4 16,-3 1 1-16,0 0-2 0,0 0-2 0,0 12 2 0,0-5-3 15,-4 4 4-15,0 7-3 0,-5 3 3 0,3-2 0 16,-2 10 2-16,2-1-1 0,-2 0-3 0,2 0 1 16,1 2 7-16,1-4-3 0,1 4-3 0,3-2 0 15,3-1-4-15,1-7-2 0,-1 2-9 0,5 4-3 16,0-8 0-16,3-1 0 0,1 0 1 0,2-4-6 16,2-3-2-16,-1-1-14 0,4-3-10 0,3 1-11 15,-2-7-3-15,3 0 2 0,-1-3 5 0,0-2 4 16,-2 0 6-16,3-4 4 0,-6 0 7 0,3-2 4 15,-2-2 4-15,-6-2 1 0,7-6 0 0,-8 3 5 0,0 1 2 16,-2 1 3-16,-3-4 10 0,-6 2 8 16,-2 6 11-16,0-5 10 0,-5 6 11 0,3-1 1 15,1 2 3-15,-5 0 0 0,1 2-11 0,-5 3-5 0,4 0-2 16,-6 4-1-16,2 1-2 0,0 1 5 0,0 3-13 16,-1 1 3-16,1 0-3 0,0 4-1 0,1 3-2 15,0-2-2-15,3 3-3 0,-2 1 8 16,6-2-10-16,0 1-6 0,3 4 3 0,1-6-2 0,2 2 0 15,1 1-1-15,3-2-5 0,2-2 1 0,0 1-2 16,7 0-8-16,-4-4-4 0,2-2 3 0,1 1-12 16,0-4 1-16,2 2-2 0,3-3 4 0,-4-2 3 15,1 0 1-15,-3-2 4 0,3 1-1 0,-4-4 8 16,3 0 3-16,-4 0-2 0,0-1 2 0,1-2 8 16,-2 1 3-16,-1-2 8 0,-1 0 6 0,0 0 13 15,-1 3 14-15,0-4 10 0,1 4 1 0,-5 0 2 16,1 2 7-16,0 0-10 0,0 0 2 0,-2 0-15 15,-1 3 1-15,-1 2-12 0,5-2-2 0,-5 2 5 0,0 0-8 16,0 0-1-16,11 4-8 0,-10 2-2 16,2-1 3-16,0 1-9 0,0 2-3 0,1-2-3 15,-3 6-2-15,2-3 11 0,1 1-10 0,4-1-1 16,-5 0-2-16,0 1 1 0,1-2-5 0,-2-1 3 0,1-1-1 16,0-1 1-16,-2 0 2 0,3-1 5 0,-2 0 3 15,3-3 0-15,-5-1-2 0,8 1 0 16,-8-1 1-16,10-3-1 0,-6 0 0 0,2-1 1 0,0-1 3 15,-1-1-1-15,1 1-3 0,1-5 2 0,2 3 1 16,-2 1 8-16,0 0-2 0,-2 0 1 0,1 0-8 16,2 0 12-16,-4 0-7 0,1 1-7 0,1 3 3 15,-2-4-2-15,2 2-2 0,0 4 0 0,1-1-2 16,-7 1 4-16,11 0-3 0,-2 4 0 0,-2-1 1 16,-1 1 1-16,-1-2-5 0,2 2 1 0,2 3 2 15,1-1-4-15,-3 1-2 0,1-1 1 0,-1 0-3 16,-1-1 3-16,0-1 0 0,1 1 0 0,-3 0-2 15,1-2 9-15,1 0-4 0,-5-1 2 0,3 0 1 16,0 1 17-16,-4-3-4 0,4 1 4 0,-4-1-1 16,0 0 8-16,0 0 1 0,10-6 4 0,-10 6 4 15,4-5 2-15,-3 2 5 0,2-1-1 0,0-1-7 16,-2 1 8-16,3-1-6 0,-4 0 4 0,4 1-9 0,-1-1 6 16,1-1-3-16,0 3-1 0,1-2 3 0,0 0-17 15,0 0 1-15,-1 4-7 0,2-2 3 16,-1 0-3-16,-1 2-4 0,1-3 2 0,2 4-2 0,-7 0-3 15,10 1-2-15,-5 2 1 0,-5-3-5 0,7 1-2 16,-3 2-18-16,-4-3-3 0,6 3-9 0,-2-2-12 16,-3 2-14-16,-1-3-16 0,0 7-18 0,0-7-27 15,-1 5-32-15,-3-2-44 0,2 0-47 0,1 2-52 16,-6-2-192-16,0-1-530 0,2 1 234 0</inkml:trace>
  <inkml:trace contextRef="#ctx0" brushRef="#br0" timeOffset="-46934.25">4103 9229 125 0,'-23'4'290'15,"5"-1"-15"-15,2 1-14 0,4-1-26 0,1-2-19 16,3 0-24-16,-1 3-18 0,5-4-20 0,-1 2-13 16,2 1 1-16,3-3 10 0,14 3 13 0,6 0-9 15,18 0 4-15,26-2-1 0,38-6-6 0,7 5-9 16,5-7 8-16,2 2-28 0,4-3 11 0,-1 0 2 16,6-2-1-16,-3 2-4 0,0 3-2 0,-4-6-5 15,-2 6-2-15,-7 7-9 0,-10-11 2 0,-30 5-15 16,-1 3-10-16,3-6-6 0,-4 5-5 0,-5 0-11 15,-2 1-5-15,-18-3-5 0,-4 6-5 0,-2-5-8 16,-5 4-4-16,-1-1-3 0,-10 2-6 0,-6-1-4 16,-1 1-16-16,1-2-17 0,-6 0-12 0,-1 0-20 0,1-2-23 15,-8 2-28-15,10 1-21 0,-6 2-22 16,-4-3-32-16,8 0-48 0,-8 0-85 0,0 0-104 16,8-8-271-16,-7 1-726 0,2 2 322 0</inkml:trace>
  <inkml:trace contextRef="#ctx0" brushRef="#br0" timeOffset="-26634.08">8370 9269 295 0,'0'-5'304'0,"-2"0"-9"16,2 5-23-16,0-7-37 0,0 7-26 0,0 0-26 15,0 0-8-15,0 0 16 0,7 17-8 0,-4-5-14 16,2 4-25-16,1 3 4 0,2 9 0 0,0 1-18 15,3 4-17-15,-3 2-12 0,-1-1-9 0,1 1-10 16,6 13-12-16,-4-14-1 0,0 2-11 0,0-4-5 16,3 3-4-16,-6-3-8 0,0 3-1 0,2-4-1 15,-2 3-5-15,0 1-10 0,1-7 5 0,-1 2-8 16,-5-10 1-16,5 8-3 0,-4-7 1 0,-2-3-3 16,2-2 0-16,-3-4-6 0,3-2 3 0,-3 1-11 15,0-5-14-15,1 0-8 0,-1-1-7 0,3-2-19 16,-3-3-45-16,0 0-56 0,0 0-63 0,0 0-62 15,0 0-280-15,4-19-596 0,-4 11 264 0</inkml:trace>
  <inkml:trace contextRef="#ctx0" brushRef="#br0" timeOffset="-23243.64">8299 9333 170 0,'0'0'173'16,"-4"-4"0"-16,4 4-11 0,-4-2-7 0,4 2-9 15,0 0-7-15,0 0-7 0,-3-4-11 0,3 4-11 16,0 0-9-16,0 0-12 0,0 0-2 0,0 0-7 16,0 0-9-16,0 0-1 0,0 0-11 0,0 0-5 15,0 0-7-15,25 3 1 0,-19-2-7 0,8 1-5 16,0 0-3-16,-1 0-4 0,8 1 2 0,-1 0-6 16,3-1-2-16,4 1-4 0,3 0-1 0,0-1 0 15,2 0-3-15,-4 1 0 0,6-1 2 0,1 0-7 16,-1 0-1-16,-1 0 1 0,-2-4 2 0,1 2-4 15,2 0 1-15,-6 2-1 0,6-1-2 0,-1 0-3 0,-2-2 2 16,0 2 0-16,-1-1-1 0,3-1 4 16,-2 1-8-16,-1-1 3 0,0 1 3 0,0 0-4 15,-7-2 0-15,-2 2-1 0,2-1 2 0,1 1-1 0,-1 0 0 16,-1-1 2-16,1-1-1 0,-1 2 0 0,-2 0 1 16,3-2-1-16,3 0-2 0,-4 2 9 0,9-1-3 15,1 0 5-15,-1-2-2 0,0 0-2 0,3 3 0 16,0-3-2-16,3 1 2 0,-2-1 2 0,6 0-3 15,-3-1 0-15,3 3 3 0,1-3 3 0,11 2-3 16,-9 1 0-16,11-2 0 0,-14 0 2 0,14 2 0 16,-13-2 1-16,12-4-3 0,2 4-3 0,-15 2 4 15,1-2 1-15,0 1-3 0,19 2 2 0,-6-4-3 16,3 3-1-16,-2-1-3 0,-16 1 2 0,18-1 1 16,-1 2-1-16,-3-2-1 0,2 1-1 0,-12 1 1 15,11-1-2-15,4 0 1 0,-5-4 0 0,-11 5-2 16,12-5 1-16,1 5 2 0,0-1-4 0,-2 0 3 15,-9 0 2-15,10 1-2 0,-1-3-1 0,3-1 2 0,0 3 1 16,0 1-2-16,0-3 0 0,-2-2 0 16,2 4 0-16,0 0-7 0,-1 1 5 0,-14-2 1 15,15-4 0-15,2 4 0 0,-4-3 1 0,1 2 1 0,0 0 2 16,1 0-7-16,0 0 0 0,-1 1 2 0,1 0-2 16,-1 0 5-16,2 1-3 0,-2 0 1 0,1 1-3 15,-4 1 0-15,3-1 1 0,-3 0 0 0,-9 1 0 16,17 3 0-16,-7-2-1 0,-12-1-1 0,14 1-1 15,1-1 4-15,-4 1-2 0,3-1 0 0,1 4 3 16,-19-3 0-16,18 1-4 0,1-2 4 0,-1 0-1 16,1 1-1-16,-5 2-3 0,2-2 3 0,-13-1-3 15,15-1 3-15,-1 2 0 0,-15 2 1 0,18-1-2 16,-2 1 2-16,-14-3-3 0,17 2 3 0,-17-2-2 16,13-2 2-16,-1 3-4 0,-11 1 0 0,13-3 2 15,4 0-1-15,-17 0 1 0,14-2 0 0,-2 2 0 16,1 0-1-16,-13 0 1 0,13 0 1 0,1 0-2 0,-2-1 0 15,0 1 0-15,-14 0 3 0,16-1-1 0,0-3 4 16,-1 5-2-16,-3-2-3 0,3-3 0 16,0 4-1-16,-14-1 1 0,15-1 2 0,-1-1-2 0,2 1 1 15,-2 2-1-15,-2 0 1 0,2-2-4 0,-14 1 1 16,-1 1 1-16,16 0 1 0,-4 0-2 0,-12-2 4 16,18 0-3-16,-6 0 1 0,-13 0 2 0,3 1-3 15,11 1 5-15,3-3-8 0,-4-1 4 0,-11 3 0 16,14-6-3-16,-12 3 4 0,9-1-3 0,-12 4 1 15,1-1 6-15,16-2-5 0,-20 2-1 0,4-1 4 16,13 3-3-16,-13-6 2 0,15 3-3 0,-4-2 1 16,-12 1 0-16,-1-1 2 0,0 4-4 0,17-3 2 15,-19 1 3-15,19 1 0 0,-17-2-3 0,2 1-2 0,15 1 4 16,-15-1-3-16,-1 2-1 0,16 1 1 16,-16-2-1-16,-3 0 3 0,18-1 1 0,-18 1-5 15,4 1 2-15,-1 1 3 0,16-4-3 0,-19 6 1 16,4-3 2-16,-1 1-4 0,0-1 2 0,2-3-1 0,1 4-1 15,-3-3 4-15,2 3-3 0,-2 1 1 0,14-3 0 16,-16 1-1-16,2 1 2 0,-2 0-2 16,4 0 1-16,-4 0 0 0,3-2-2 0,-4-1 3 0,3 3-2 15,1 0 1-15,-1-2-1 0,0 1 7 0,2 0-4 16,-3 0-4-16,1-1 4 0,-1 0-2 0,-2 4 1 16,2-4 5-16,-1 0-6 0,2 1-2 0,-3-4 1 15,3 4-2-15,0-1 3 0,-2 1 0 0,2-3 0 16,-5 2-1-16,4-2 0 0,-3 2 3 0,-2-1-2 15,-1 0-2-15,2 1 1 0,-4 0-1 0,3 0 1 16,1 0-2-16,-5-2 3 0,-1 2 0 0,1 1 3 16,1-2-3-16,-1 1 2 0,-7 2-4 0,-3-2 2 15,1-1 0-15,-1 2 0 0,1-2-2 0,1 2 4 0,-2-2 0 16,-1 1-1-16,-1 1-1 0,-5-1-1 16,1 2 1-16,-4-3 1 0,2 3-1 0,-7-1 3 15,3 0-3-15,-2-2 2 0,0 3 1 0,-2-1 0 0,-5 1 0 16,10-2-3-16,-7 0 4 0,-3 2 4 0,5-2 4 15,-5 2 1-15,0 0 4 0,0 0-1 0,9-1-3 16,-9 1-1-16,0 0 6 0,6-1-7 0,-6 1 1 16,0 0 1-16,0 0-4 0,0 0 0 0,0 0 7 15,0 0-7-15,0 0-3 0,0 0-1 0,4-1 1 16,-4 1-4-16,0 0-2 0,0 0 0 0,0 0 0 16,0 0 0-16,0 0 3 0,1 7-6 0,-1-7 0 15,3 5 0-15,-3-5 1 0,2 7-1 0,-1-2 0 16,0 2-2-16,1 0 4 0,0 6-1 0,1-3 1 15,-2 3-1-15,5 6 1 0,-4 2-1 0,3 6 4 16,-3 1-3-16,2 0 1 0,-2 3 1 0,2-2 2 16,1 1-4-16,-1 0 0 0,0 1 0 0,0 1 1 0,3-2-2 15,0-1 2-15,1-2-1 0,0 2 4 0,-6-8 6 16,3-1 8-16,-2 1 0 0,3-1-3 16,-1-3 1-16,0 1-6 0,-1-3 3 0,0-2-4 0,1 0 2 15,-1-1-1-15,1-3 1 0,-5 2 0 0,5-4-5 16,-3 2 2-16,0-3-2 0,0 1 2 0,-1-2-4 15,3-1 4-15,-1 0-5 0,-3 1 2 0,0-2-2 16,0-3 6-16,4 5-4 0,-4-5-3 0,0 3 0 16,0-3 1-16,2 5 4 0,-2-5-6 0,0 0 0 15,2 2 10-15,-2-2-7 0,0 4-5 0,0-4 4 16,2 4-2-16,0-1 0 0,-2-3 3 0,4 6-3 16,-4-4 2-16,3 2-2 0,-2 2 0 0,2-3-2 15,-3 1 2-15,0-4-1 0,4 6 1 0,-1 0-1 16,-2-1 0-16,1-3 2 0,-1 2 0 0,2 0 0 15,-3-4-1-15,1 7-2 0,-1-4 2 0,4 0 0 16,-4-3-4-16,4 5 6 0,-4-5 3 0,2 3-4 16,-2-3 9-16,0 0-7 0,2 5 2 0,-2-5-5 0,2 2 2 15,-2-2 1-15,0 0 4 0,0 0 7 0,0 0 3 16,0 0 2-16,0 0-2 0,0 0 7 16,0 0-9-16,0 0 1 0,0 0-5 0,0 0 4 0,0 0-6 15,-19-5-3-15,19 5 5 0,-10-2-3 0,3 1-4 16,-3 0 15-16,1 1-13 0,-2-1-4 0,-3 1 12 15,1 0-16-15,-3-1 4 0,2 2-2 0,-1-2 4 16,-4 1-7-16,2 0 2 0,-4 0 2 0,2 1-2 16,0 0 2-16,0-1 0 0,-1 0 9 0,-1 1-13 15,3 2 2-15,-2-1 2 0,-3 0-1 0,3-3-3 16,-10 2-1-16,5 0 4 0,2 1 0 0,-5-1 0 16,3 0-1-16,2 1 7 0,-6 1-7 0,-2-3-2 15,7 2 6-15,2 0-3 0,-1-1 0 0,1 2-5 16,-1 0 5-16,-10-3 3 0,10 1-4 0,-7 2 1 15,7-1 2-15,-4 0-3 0,2 1 3 0,-5-2-5 16,0-1 3-16,6 0-2 0,-9 2 10 0,6 0-8 0,-3-4-1 16,-1 2-5-16,1 6 4 0,0-6 3 0,-1 2-1 15,0 0 3-15,2-2 6 0,-4 1-12 0,2-2 1 16,-6 3 2-16,3-2 1 0,-1 1 0 0,-2-2-3 16,3 1 3-16,-4-2 0 0,4 3-5 0,-4 1 4 15,1 0 4-15,-2-2-5 0,0 2 0 0,0-4 10 16,-5 4-11-16,3-2 3 0,1 0-5 0,-2 3 6 15,-1-3-2-15,0 0 1 0,-11 0-4 0,11 0 3 16,3 1-3-16,-2-1 3 0,-3 2-3 0,-12-2 3 16,5 1 0-16,10-1 3 0,-1 0 6 0,0-1-6 15,-14-2-1-15,15 3 1 0,-11 3-3 0,8-3 4 16,-10 1-4-16,0-1 2 0,10-1-2 0,-8 1 3 16,-1-2 1-16,12 2-3 0,-1 0 2 0,4-1-5 0,-17 1 4 15,15 0-2-15,-15-3 3 0,13 1-2 16,2 0 3-16,0 1-5 0,-2-1 5 0,-10 0-5 15,9 2 4-15,-10-3-1 0,13 1-3 0,-1 1 4 0,-12-2 0 16,13 1-2-16,-1 0 1 0,-1 0 1 0,-11-1-2 16,14 2 5-16,0 0-3 0,-4-1-2 0,-10-1-4 15,10 3 5-15,3-1 4 0,-2-2-2 0,-1 4-2 16,1-2 1-16,-10-2-1 0,11 2 2 0,2 0 1 16,-4-1-5-16,-10 1 0 0,12 1 2 0,-12-2 1 15,12 1 12-15,-1 1-14 0,0 1 1 0,1-1-5 16,-14 0 8-16,15 0 1 0,-1 0-3 0,-12 0-1 15,12 2-1-15,-1-1 2 0,2 1 0 0,-13-1-1 16,12-1 1-16,-3 0-1 0,4 1 3 0,-16 2-3 16,4-2-2-16,14 2-2 0,-17 1 5 0,15-3 0 15,-15 1-4-15,14 0 6 0,-15-2-2 0,3 1 0 16,14 0 0-16,-3 2-1 0,-1-3-5 0,-12-2 4 0,14 6 1 16,-12 0-1-16,-2-4 1 0,15 2 2 0,-1-1 0 15,-14-1 1-15,2 5-4 0,13-4 3 16,-15 2-3-16,16-3 0 0,-15 2-3 0,13-2 2 0,-13 3 4 15,15-3 2-15,-17 0-8 0,14 1 4 0,1-1-1 16,2 2 3-16,-17-2-1 0,14 2-7 0,-11-2 8 16,1 0 0-16,11 1 1 0,-1 3-5 0,-10-3 5 15,12 4-4-15,0-2 2 0,-13-3 1 0,11 0-6 16,2 3 3-16,-1-2 1 0,-14 2-3 0,3 0 1 16,12 0 1-16,-1 2-3 0,1-4 3 0,-1-1 1 15,0 0 11-15,0 1-14 0,-1 1 1 0,2-2 0 16,-2 1 0-16,1 3-1 0,-11-3-2 0,11-1 3 15,5 4 0-15,-18-5-2 0,15 5 3 0,-1-4-1 0,-1 3 0 16,3-1 3-16,-4-2-5 0,0 0 6 16,-9 6-5-16,10-4 1 0,1-5-3 0,3 7 5 15,-4-2-5-15,3-2 4 0,-4 3 0 0,4-2-3 16,-2 2 3-16,0 1 0 0,-2-2 0 0,5 1 3 0,-2-2-3 16,-2 2 1-16,3 0 1 0,2 1-2 0,-3-2 0 15,1 2 1-15,0-1 4 0,-2 0-4 16,4-1 4-16,-1-1 1 0,-3 2 2 0,6 1 3 0,-2-2 2 15,2-1-2-15,-2 1-1 0,0 0 2 0,1 1-1 16,0-2 0-16,1 1 2 0,1-1-4 0,1 1-3 16,-5-2 7-16,3 3-8 0,2-1 6 0,2-1-1 15,-2 0-6-15,-1-1-3 0,1 1 5 0,1 1-5 16,1-1 1-16,-1-1 3 0,2 0 2 0,-1 2-4 16,1 1-3-16,0-3 0 0,-4 0 4 0,6 1 11 15,-2 0-16-15,1 1-2 0,5-2-1 0,-7 1 6 16,2 0 0-16,5 2-2 0,0-2 3 0,-4 2-1 15,6-3-1-15,-2 1-4 0,-6 0 2 0,9 1 0 0,-3-1 6 16,2 0-8-16,0-1 4 0,3 0-1 16,-5 1 1-16,2-1 0 0,0 2-4 0,0-4 6 15,2 2-7-15,2 2 7 0,-2-4-4 0,1 4 0 0,1-2 1 16,3 0 0-16,0 0 0 0,-1 0-5 0,2-2 5 16,-2 2-1-16,2-1 3 0,-2 2-3 0,2-1 0 15,1-1-8-15,-1 1 5 0,3 1 8 0,-2-1-2 16,2 0-1-16,-1 0 5 0,1 0-1 0,0 0 9 15,-1 0-13-15,2 0-3 0,0-1-2 0,-2 1 7 16,1 1-6-16,5 1 2 0,-8-2-4 0,6 2 1 16,1-1 3-16,-5-2 1 0,1 2 0 0,3 1-3 15,-2-1 3-15,2-1 1 0,0 0 3 0,-2 2-2 16,1-2 2-16,1 1 1 0,1-1-14 0,-1 1 11 16,-3 0 0-16,4 1 1 0,0-2 1 0,0 1-6 15,-2 0 4-15,9-1 16 0,-15 0-17 0,8 1 6 16,-1 2 0-16,0-2 3 0,0-1 2 0,2 1 5 15,6-1-2-15,-15 2 1 0,11-2 6 0,-4 0-5 0,0 1 3 16,8-1 0-16,-16-1-11 0,10 2 9 16,-5 0 1-16,3 1-8 0,0-2 4 0,1 0-2 15,-4 0-6-15,3 1-2 0,0 0 8 0,-3-1-13 0,4 3 8 16,-1-3 12-16,1 2-14 0,-5 0-4 0,4-2 5 16,1 1-7-16,-1-2 3 0,-3 2-5 0,6 0-9 15,-4-1-8-15,4 1-3 0,-2 1-26 0,7-2-17 16,0 0-19-16,-12-2-16 0,12 2-19 0,0 0-28 15,0 0-40-15,0 0-61 0,0 0-63 0,0 0-249 16,29-12-607-16,-8 5 269 0</inkml:trace>
  <inkml:trace contextRef="#ctx0" brushRef="#br0" timeOffset="-22431.18">14258 9347 112 0,'0'-3'342'0,"1"0"-24"0,0-1-13 0,-1 4-33 16,0-6-28-16,0 6-26 0,0 0-27 0,0 0-20 16,0 0-17-16,0 0-9 0,7 10-19 0,-3-1-16 15,2 3 1-15,-2 2-5 0,1 6-5 0,-2 6-7 16,1 0-10-16,-1 1-3 0,1 2-7 0,-1-3-11 15,3 2-3-15,-4 1-3 0,0-9-6 0,5 4-8 16,-4 4-2-16,-3-9-2 0,4 0-5 0,-2-1 8 0,2-2-16 16,-3 2 1-16,3-7-3 0,0 0-3 15,-3 1-18-15,3-5-22 0,1 1-33 0,-1-3-42 16,-2-1-63-16,3-2-72 0,2-2-98 0,-7 0-175 0,13-1-545 16,-8-1 241-16</inkml:trace>
  <inkml:trace contextRef="#ctx0" brushRef="#br0" timeOffset="-21368.74">16944 9247 52 0,'1'-6'243'0,"2"2"-3"0,-3 0-4 0,3 2-3 0,-3-2-4 16,0 4-11-16,5-5-11 0,-2 3-7 0,-3 2-19 15,3-5-18-15,-3 5-18 0,0 0-16 16,0 0-15-16,0 0-13 0,0 0-11 0,0 0-11 0,8 10-8 15,-7-3 2-15,3 4 3 0,-2 1-2 0,0 3-1 16,3 5 0-16,0-1 0 0,0 3-1 0,-1 3 8 16,2 4-4-16,1 0-4 0,1 3 2 0,-2-1-6 15,3 1 2-15,0-1-2 0,-1-2 2 0,2 3-6 16,-3-3-6-16,1 1-8 0,-1-1-3 0,2-2-2 16,-2 4-5-16,0-11-6 0,-2 1 2 0,3-1 1 15,-4-1-8-15,1 2-6 0,-3-3 5 0,1-2-5 16,-3 1-6-16,2-4-28 0,-2-3-44 0,-2 2-44 0,2 0-52 15,0-5-73-15,-3 1-85 0,2-2-309 16,-2-2-669-16,-2 1 297 0</inkml:trace>
  <inkml:trace contextRef="#ctx0" brushRef="#br0" timeOffset="-20571.91">11080 9497 28 0,'0'-6'360'16,"-1"1"1"-16,2 0-15 0,-1 1-15 0,0-3-13 0,0 5-15 15,0 2-23-15,0-5-11 0,0 5-27 16,0-5-25-16,0 5-21 0,0 0-22 0,0 0-24 16,0 0-28-16,0 0-6 0,0 0-7 0,9 10-17 0,-8-1 3 15,5 1-17-15,-4 2-11 0,6 3-2 0,-1 0-14 16,-4 2-1-16,2-1-2 0,2 1-7 0,-3 1-4 15,3-3-6-15,-3-1-2 0,0 3-29 0,2-5-21 16,-2-2-25-16,0 2-14 0,-3-5-32 0,3 0-33 16,-1-1-35-16,-2-1-34 0,0 0-54 0,-1-5-62 15,5 0-249-15,-5 0-605 0,0 0 268 0</inkml:trace>
  <inkml:trace contextRef="#ctx0" brushRef="#br0" timeOffset="-20243.8">11014 9450 49 0,'0'0'302'0,"0"-4"-8"0,0 4 5 15,0-8-13-15,2 5-29 0,-2 3-20 16,6-3-25-16,-6 3-17 0,7-2-17 0,-7 2-17 0,15 0-12 16,-3 2-15-16,-2 0-10 0,3 1-19 0,-1 3-5 15,7 1-13-15,-1 3-7 0,1-1 4 0,0 0-17 16,-1 2-11-16,-1 1-4 0,1 2-2 0,1 0-12 15,-4 0 10-15,1 3-19 0,-2-1 0 0,1 0-6 16,-5 0-2-16,-1 1-3 0,1-3-7 0,-5-1 5 16,-1 0-1-16,-4-1 12 0,0 0-15 0,-4 0 1 15,1-1 1-15,-5-2-3 0,-3 0 10 0,-1 1-3 16,-8 0 4-16,2 0-2 0,-2-2-1 0,-3-1-4 16,2-3 3-16,-2 1 3 0,1 0-1 0,1-4-6 15,7 0 11-15,-1 2-9 0,4-1-13 0,3-2-10 16,1 2-22-16,-2-2-27 0,9 0-43 0,0 0-55 15,0 0-55-15,0 0-50 0,0 0-292 0,23-7-596 0,-7 7 264 16</inkml:trace>
  <inkml:trace contextRef="#ctx0" brushRef="#br0" timeOffset="-19900.07">11513 9605 48 0,'1'-5'353'16,"-1"-1"-20"-16,0 2 11 0,0 4-1 0,0-6-20 16,0 6-21-16,0-4-22 0,0 4-30 0,0 0-25 15,0 0-21-15,0-4-24 0,0 4-25 0,0 0-22 16,0 0-12-16,0 0-15 0,0 0-8 0,0 18-13 15,-1-9 1-15,1 0-15 0,-3 3-2 0,0 0-5 0,2 0 3 16,0 1-16-16,-2 1-7 0,3-1 0 0,3 4-6 16,-6-3-3-16,6 4 2 0,-2-6-7 0,-1 0 0 15,3-1-1-15,1 1-4 0,-3-2-5 0,2-1 4 16,1-3-11-16,-1 1 1 0,4 1-17 0,-3-3 3 16,2 0-13-16,1-1-31 0,0-3-33 0,4 0-31 15,-6-1-44-15,4 0-46 0,-1-1-49 0,3 0-42 16,-5-2-40-16,4 1-207 0,-6-2-581 0,5 1 258 15</inkml:trace>
  <inkml:trace contextRef="#ctx0" brushRef="#br0" timeOffset="-18978.25">11513 9771 20 0,'-13'-1'236'0,"1"-2"-8"0,4-1-6 16,-2 3-1-16,1-1-1 0,-2 0 17 0,3 0 12 15,2 1-4-15,-1-2-6 0,7 3 1 16,-9-2-8-16,5 1-4 0,4 1-19 0,-9-2-5 0,9 2-7 15,-3-3-26-15,3 3-18 0,0 0-16 0,0 0-21 16,11-6-35-16,-3 5-28 0,2-2-35 0,3 0-16 16,0 2-18-16,1-2-20 0,1 3-22 0,3-2-16 15,-3 2-19-15,1-1-19 0,2-1-15 0,-3 4-9 16,0-1-10-16,0-2-8 0,-3 2 2 0,-1-1 12 16,1 0 6-16,-3 1 17 0,-3-1 7 0,0 1 15 15,2-1 16-15,-8 0-3 0,8 0 10 0,-8 0 2 16,8 0 9-16,-8 0 9 0,6 2 6 0,-6-2 2 15,5 2 12-15,-5-2 12 0,4 3 11 0,-4-3 13 16,4 3 11-16,-1-1 0 0,0 1 5 0,-2 0-3 16,3 1 6-16,-4-4 2 0,4 6 2 0,-1-1 2 0,1 1 2 15,1-2-1-15,0 1 0 0,-3 1-2 0,1-1-6 16,0 0 6-16,1 2 0 0,-3-2 1 0,2 0 0 16,-3-2 3-16,1 2 1 0,2-2 2 0,-6 2 11 15,3-5 12-15,3 5 12 0,-3-5 16 0,-3 4 8 16,3-4 8-16,0 0 4 0,0 0 0 0,-5 1 3 15,5-1-2-15,0 0 0 0,0 0-3 0,0 0-8 16,-14-4 0-16,14 4-15 0,-3-5-5 0,2 1-7 16,1 0-3-16,0-2-1 0,0 6-28 0,6-8-5 15,-2 1-5-15,5 0-13 0,1 1-9 0,-1-3-3 16,5 5-10-16,-1-4-6 0,-3 2-1 0,5 2 3 16,-3-1 0-16,1 0 1 0,-3 0 6 0,1 4-3 15,1-3-6-15,-6 2 4 0,1-1 2 0,-3 2 5 0,0-1 0 16,-4 2-1-16,7-2-6 0,-7 2 0 15,0 0 5-15,6-2-5 0,-6 2 1 0,0 0 2 16,0 0 3-16,0 0-3 0,-17 6 4 0,11-3 2 0,-1-1-1 16,-2 4-4-16,4-3-2 0,-5 2 5 0,3 4-3 15,1-5 4-15,-3 4 0 0,4-4 2 0,-1 1-2 16,2 1-3-16,0 1-1 0,2-4 6 0,0 4-3 16,1-2 3-16,1 0 2 0,0-2 10 0,1 3-8 15,3-3 2-15,0-1 0 0,0 0 1 0,5-1-4 16,-4 0 2-16,6-2-2 0,0 1 6 0,-3 0 5 15,5-3-13-15,-2 0-1 0,-1 0-1 0,2-4 4 16,-2 5-2-16,-2-1-2 0,-3 0 1 0,5-2 2 16,-5 2-1-16,2 0 3 0,-3-1 3 0,0 2 9 15,0-1-1-15,0 0 3 0,-4 3-2 0,4-3 0 16,-1 0-6-16,-3 3-1 0,0 0-2 0,0 0-7 16,6-2-1-16,-6 2 0 0,0 0 0 0,0 0 1 0,0 0 2 15,4 8-3-15,-4-8 1 0,0 7 2 16,1-3 0-16,-1 0-5 0,0 2-2 0,4 1 2 15,-4-4 9-15,0 2-15 0,3-2 3 0,-1 0-5 0,-2-3 0 16,3 6 6-16,1-3-6 0,-1-2 2 0,-3-1 8 16,4 1-1-16,-4-1-2 0,0 0 3 0,11-4 0 15,-11 4 1-15,9-3 0 0,-3 0 10 0,-2-1 1 16,0 2 8-16,0-4 4 0,0 5 0 0,0-3 0 16,-1 2 6-16,1-1-7 0,-4 3 2 0,4-5 1 15,-4 5-6-15,4-4-1 0,-4 4-10 0,0 0-2 16,7-1-1-16,-7 1-5 0,0 0-6 0,11 4-7 15,-7-1-19-15,-1-1-14 0,2 2-21 0,-1 0-25 16,2-1-33-16,-1 2-37 0,2 0-46 0,1-3-60 0,-2-1-52 16,-1 2-179-16,4-1-540 0,0 1 239 15</inkml:trace>
  <inkml:trace contextRef="#ctx0" brushRef="#br0" timeOffset="-18790.75">12103 9626 183 0,'-8'-6'382'16,"2"-3"-28"-16,0 5-6 0,-1-3-21 0,2 3-32 15,-1 0-30-15,3 1-20 0,1 1-37 0,-2-3-36 16,4 5-55-16,-6-4-52 0,6 4-31 0,0 0-32 16,0 0-63-16,0 0-85 0,0 0-124 0,21 14-150 15,-8-9-455-15,9 1 201 0</inkml:trace>
  <inkml:trace contextRef="#ctx0" brushRef="#br0" timeOffset="-18087.67">15207 9419 204 0,'0'-7'355'0,"1"1"-19"15,-2 0-11-15,2 0-8 0,-1 1-13 0,0 1-18 0,0 4-10 16,0-7-28-16,2 4-30 0,-2 3-24 0,1-4-30 16,-1 4-21-16,0 0-11 0,0 0-16 0,0 0-9 15,0 17-9-15,1-5-16 0,2-1-9 0,0 7 1 16,1 1-11-16,-2 1-1 0,0-2-8 0,2 2-8 15,-1-1-1-15,2-1-14 0,-1 1-19 0,3 1-16 16,-4-2-14-16,6 0-16 0,-6-3-23 0,3 0-25 16,-1-3-36-16,-1-1-35 0,2 1-43 0,-2-5-44 15,1 0-50-15,-1-2-240 0,-3-2-572 0,5-1 254 0</inkml:trace>
  <inkml:trace contextRef="#ctx0" brushRef="#br0" timeOffset="-17775.18">15177 9433 61 0,'-3'-4'344'15,"1"2"-12"-15,-1-2-10 0,0 0-14 0,3 4-13 16,-1-5-20-16,1 5-13 0,-1-4-21 0,1 4-21 16,0 0-27-16,2-4-22 0,-2 4-12 0,0 0-14 15,0 0-17-15,18 3-14 0,-6-1-7 0,-1 2-14 16,-1-1-3-16,3 1-14 0,-1 2-3 0,7-1-10 15,-1 5-7-15,-2-3 2 0,2 2-14 0,0 1-9 16,-4-1-4-16,2 1 2 0,-5-1-9 0,-2 0-2 16,2-1 0-16,-3 3 0 0,-1 0-11 0,-3-1-4 0,1 3 4 15,-2-3-2-15,-3 3-1 0,-4-2 1 0,-3 2-5 16,-1 1 0-16,-4 2 1 0,-2-3-4 0,1 2-7 16,-3-2-23-16,-1-1-21 0,-2 1-28 0,4 0-25 15,-4-2-32-15,0 1-44 0,5-1-46 0,5-3-65 16,-2-2-276-16,3 3-613 0,4-2 272 0</inkml:trace>
  <inkml:trace contextRef="#ctx0" brushRef="#br0" timeOffset="-16978.35">15616 9564 67 0,'0'0'348'16,"0"-8"-16"-16,-1 3-18 0,1 5-14 0,0-5-18 15,0 5-20-15,0-5-22 0,0 5-21 0,0-4-18 16,0 4-31-16,0 0-19 0,0 0-15 0,0 0-14 15,0 0-17-15,-8 10-9 0,6-3-8 0,0 1-9 16,0 1-7-16,-3 3-6 0,1 1-3 0,3 1-9 16,-1 0-8-16,0 1 1 0,2 2-8 0,-2-1-3 15,2-1-7-15,0 4 1 0,0-6-1 0,2-2-3 16,0 2-3-16,1 0-1 0,1-2 1 0,1 0-9 16,-1-1 5-16,1-5-6 0,1 4-6 0,1-2 5 0,4 0-10 15,-1-2-1-15,-3-2-12 0,6-1-9 0,-3-3-11 16,3 1-4-16,-1-1-4 0,-2-3-1 15,1 1-3-15,1-3 0 0,-2 3 2 0,-1-2-1 0,3-2 2 16,-5 0 3-16,-3 4 5 0,5-7 4 0,-4 5 2 16,-4 1 7-16,3-3 14 0,-4 2-5 0,2-1 9 15,-2 0-1-15,0 2 3 0,0-3 10 0,-5 4-6 16,4-1-2-16,1 4-4 0,-4-5 3 0,0 3 3 16,4 2-9-16,-7-3 6 0,7 3 11 0,0 0-16 15,-9 1 1-15,9-1 3 0,-9 3-2 0,4-1 0 16,3 2 5-16,-3 0-8 0,1 1-1 0,0 0 6 15,4 1 2-15,-4-1-3 0,4 1 1 0,0 0-1 16,-1 2 0-16,2-3 0 0,-1 3 4 0,3-3-3 16,-2-3 11-16,3 4-11 0,-2-3 0 0,6 0-1 15,-3 1-3-15,2-3 8 0,1-1-4 0,-8 0-5 16,16-1 4-16,-9-2 0 0,1 2 2 0,3-3 4 0,-4-1-8 16,5 1 1-16,-2 0 1 0,1-3 0 0,-2 0-1 15,1 3-1-15,-1-2 3 0,-2 0 4 0,1 0 6 16,-4 2 6-16,6 1 3 0,-5-2 1 0,-1 2 0 15,3-1-2-15,-3 0-3 0,1 3-1 0,0-2-3 16,3 3-4-16,-4-1-2 0,-4 1 0 0,11 3 0 16,-4-1-1-16,-3 2 0 0,3 0-4 0,-2 0-2 15,1 1 1-15,-2 1-4 0,1 1 3 0,-1-2 8 16,-3 2-9-16,2-1 5 0,0 1-3 0,0 0 0 16,-1-2-1-16,-2 3 2 0,0-5-4 0,-1 4-11 15,1-1 1-15,-1-2 1 0,-4-1-13 0,0 0-18 16,-3-1-16-16,3 2-15 0,-4-4-25 0,4 1-22 0,-6-1-25 15,11 0-22-15,-15-3-22 0,8 1-14 0,-1-2-29 16,4 0-13-16,-3-1-127 0,3-2-405 16,1 1 179-16</inkml:trace>
  <inkml:trace contextRef="#ctx0" brushRef="#br0" timeOffset="-16728.36">16076 9478 25 0,'0'0'313'0,"2"-7"-19"0,-2 7-26 0,0 0-30 16,0 0-28-16,0 0-12 0,0 0 1 0,0 0-10 16,0 0-9-16,0 0-12 0,-5 18-11 0,5-10-9 15,-1 1-12-15,1 3-10 0,0-1-18 0,1 1-6 16,-1 1-4-16,2 4-15 0,-1 1-5 0,1-1-1 16,0 1-14-16,1-1-5 0,-2-1-3 0,2-2-5 15,2 0-2-15,-5-1-15 0,2 1-10 0,0-2-12 16,-2 0-25-16,3-3-23 0,-3 2-29 0,2 0-28 0,-1-4-33 15,0 0-35-15,-1-3-35 0,3 0-31 0,-3-3-51 16,0-1-143-16,0 0-458 0,4 4 203 16</inkml:trace>
  <inkml:trace contextRef="#ctx0" brushRef="#br0" timeOffset="-16572.12">15982 9629 272 0,'-4'-1'306'0,"-3"-3"-17"0,2 0-18 15,1 0-8-15,1 1-9 0,3 3-7 0,-5-3-12 16,5 3-19-16,-3-2-19 0,3 2-20 0,0 0-21 16,-3-3-15-16,3 3-23 0,0 0-31 0,0-5-27 15,0 5-21-15,0 0-36 0,0 0-46 0,0 0-54 0,0 0-57 16,17 7-65-16,-11-6-251 0,3 1-509 16,-3-1 225-16</inkml:trace>
  <inkml:trace contextRef="#ctx0" brushRef="#br0" timeOffset="-16369.01">15571 9678 216 0,'-6'1'258'0,"6"-1"-17"0,-8-1-9 15,8 1-8-15,-7 1-7 0,7-1-18 0,0 0-19 16,0 0-21-16,0 0-13 0,0 0-16 0,27-7-12 15,-15 6-22-15,3 1-39 0,0-1-46 0,4 0-60 16,-1-1-68-16,5 2-77 0,-3-1-160 0,1 0-384 16,5 2 170-16</inkml:trace>
  <inkml:trace contextRef="#ctx0" brushRef="#br0" timeOffset="-12389.47">18277 9308 300 0,'0'-8'381'0,"0"-1"-4"15,-1 4-8-15,1 0-1 0,0-2-23 16,-2 5-25-16,2-2-24 0,0 4-32 0,-1-5-33 0,1 5-26 15,0 0-28-15,0 0-13 0,0 0-22 0,0 0-13 16,0 0-14-16,0 12-7 0,1 0-14 0,-1-2-14 16,0-1-4-16,3 4-5 0,-3 1-10 0,5 3-1 15,-1 0-13-15,-1 1 0 0,1 0-6 0,0-2-2 16,-1 0-7-16,3 1-18 0,-4-3-17 0,6 2-22 16,-4-5-22-16,2 1-25 0,-1 0-25 0,-2-4-28 15,4 1-39-15,-3-2-37 0,0-1-43 0,-3-1-43 16,5-3-53-16,-3 2-218 0,-3-4-605 0,2 2 267 0</inkml:trace>
  <inkml:trace contextRef="#ctx0" brushRef="#br0" timeOffset="-12044.21">18231 9272 28 0,'2'-5'270'0,"0"1"-13"15,3-3-21-15,-1 1-12 0,0 5-18 0,0-4-17 16,3 4-17-16,0-2-15 0,3 2-14 0,2-1-18 0,-3 5-9 16,6 0-8-16,-4 1-15 0,0 0-13 15,4 2-4-15,0 5-13 0,1-2-2 0,-1 2-7 16,0 4-8-16,-3-2-2 0,3 2-6 0,-4 1-3 0,0 0-5 16,1 2-4-16,-5 0-1 0,0-2-1 0,0 2-2 15,-2 0-4-15,1-1 3 0,-5-3-10 0,2-3 3 16,-3 1 2-16,-2 1-6 0,1-1 2 0,-3 1 1 15,-3-2 4-15,-1 0 8 0,1-2 5 0,-1-1 8 16,-3-1-2-16,-1 0 2 0,-4 3-3 0,-1-4 11 16,0-2-15-16,3 1-3 0,-1-3 0 0,1 1-5 15,-2-1-7-15,7-1 1 0,-4 0-29 0,8 0-25 16,-6 1-36-16,7 2-44 0,-2-3-49 0,6-1-59 16,0 0-249-16,0 0-513 0,0 0 228 0</inkml:trace>
  <inkml:trace contextRef="#ctx0" brushRef="#br0" timeOffset="-11503.26">18591 9642 1 0,'-1'-5'360'0,"1"5"-20"0,-2-7-9 16,2 7-20-16,0 0-18 0,0-2-27 0,0 2-9 15,0 0-40-15,0 0-29 0,2-5-10 0,-2 5-23 0,0 0-18 16,0 0-18-16,12 8-7 0,-8-2-15 0,0-1-6 16,0 1-10-16,1 2 7 0,1 0-25 15,-2 2-8-15,2-1-4 0,-2-1-5 0,-2 2-4 0,3-2-2 16,1 2-5-16,-2-2-5 0,-1 2-7 0,0-3 2 16,-2 1-2-16,2-3-3 0,-2 1-9 0,-1 1 4 15,2-6 4-15,0 3-2 0,-2-4-1 0,0 8 7 16,0-6 35-16,0-2 26 0,3 3 24 0,-3-3 28 15,0 0 21-15,0 0-19 0,0 0-14 0,0 0-12 16,9-9-6 0,-6 5-11-16,-1-1-9 0,0-2-11 0,1 0-3 15,4 0-8-15,-3-4-8 0,0 0-4 0,4 0-6 16,-1 0-6-16,-2-1-5 0,2 1-3 0,1 0-5 0,-4 1-1 0,-1 1-6 16,-3 0-4-16,4 3-13 0,0-1-15 0,-1 5-18 15,-3-3-36-15,3 0-43 0,0 2-41 0,-3 3-35 16,0 0-40-16,0-7-15 0,0 7-22 0,0 0-21 15,0 0-25-15,0 0-26 0,-9 12-290 0,9-12-675 16,-1 9 299-16</inkml:trace>
  <inkml:trace contextRef="#ctx0" brushRef="#br0" timeOffset="-10831.42">18920 9671 138 0,'0'0'252'16,"-2"-6"-3"-16,0 2-13 0,2 4-17 0,-4-6-18 16,1 3-10-16,3 3-22 0,-5-4-14 0,1 3-15 15,-3 0-15-15,7 1-10 0,-11 0-18 0,11 0-6 16,-15 2-7-16,7-1-15 0,0 3-4 0,1 0-9 16,-3 0-3-16,1 1-5 0,4 1-7 0,-4 2-4 15,1-1-2-15,2 2-4 0,0-2-3 0,1 2 2 16,0-2-6-16,1 0 1 0,3-1-3 0,-2 0-2 15,3 0-1-15,0 0-2 0,0 1 2 0,0-2-3 16,4 0 1-16,-2-2 2 0,3-3-3 0,1 2-2 16,1 0-4-16,2-2 2 0,-9 0-2 0,16-2-2 15,-7 1 2-15,-2-2 0 0,5 1-2 0,-6-3 1 16,5 0 0-16,-5-1 0 0,0 3 1 0,0-2 4 0,-2 0 16 16,4-1-1-16,-5 2 11 0,1 1 20 0,-3-1-13 15,3 2 2-15,-4 2-6 0,4-4-8 0,-4 4-6 16,3-3-8-16,-3 3-7 0,2-4 0 0,-2 4 2 15,0 0-7-15,0 0 2 0,0 0 7 0,0 0-7 16,4 11-5-16,-3-8-8 0,0 1 8 0,2 0-3 16,-2 1-2-16,3-1 2 0,-1 0-3 0,1 1 8 15,2-2-7-15,-1 2-3 0,-1-3-3 0,6 1 6 16,-3-1-4-16,2 2 1 0,-1-3-4 0,2-1-1 16,-1-1 12-16,0 1-13 0,-2-4 4 0,6 2-5 15,-6-1-5-15,2-4 0 0,-1 4-3 0,1-5-1 16,-3 1 0-16,2-1 0 0,-2-2 1 0,-1-1-4 15,1-1 5-15,-2 0 0 0,0 0 1 0,1-6 2 0,-5 2 2 16,2-1 1-16,-4 6 7 0,2-4 16 16,0 5 21-16,-4-1-1 0,3 0 12 0,-3 1 13 15,1 2-9-15,0-1-6 0,1 3 19 0,-2 3-18 0,-1-2-1 16,0 0-1-16,0 2-15 0,1 1-3 0,4 2 9 16,-11 2-18-16,5 1 0 0,-1 2-3 0,-1 1-3 15,0 1 5-15,3 3-8 0,-1-1 3 0,2 4 0 16,-1 1-2-16,2-1 9 0,3 8-6 0,0-8 15 15,1 3-11-15,2 1 3 0,2-4-8 0,-1 2 4 16,5 2-1-16,0-2 3 0,1 0-11 0,-1-4-1 16,2 2-20-16,1-5-30 0,3 3-40 0,2 0-53 15,-4-5-59-15,1 2-68 0,2-1-69 0,-5-4-203 16,3 5-585-16,-1-3 259 0</inkml:trace>
  <inkml:trace contextRef="#ctx0" brushRef="#br0" timeOffset="-3752.45">18716 10149 64 0,'-5'-7'366'0,"2"2"-19"0,-1-2-34 0,4 4-30 16,-3-1-32-16,3 0-26 0,0 4-28 0,0 0-24 15,0 0-13-15,0 0-17 0,-4 15-16 0,8-2-14 16,-4 4-9-16,4 3-11 0,7 10-5 0,-3 1-9 16,-1 0-5-16,-3 2 2 0,8 2-6 0,-5-1-3 15,3 1-8-15,-1-1-7 0,-1-2-4 0,1-2-1 16,-1-1-3-16,1-2 2 0,-2 0-15 0,0 0-2 16,-3-6 0-16,5-1-4 0,-5 0 0 0,-2-8 0 15,2 1-18-15,0-3-22 0,0 0-32 0,-1 0-38 16,0-4-43-16,-2-1-59 0,6-2-73 0,-2 0-267 15,-1-2-570-15,3-1 252 0</inkml:trace>
  <inkml:trace contextRef="#ctx0" brushRef="#br0" timeOffset="-3189.98">18743 10220 211 0,'0'0'262'0,"-5"-3"-26"0,5 3-22 16,-3-3-25-16,3 3-21 0,0 0-18 0,0 0-15 15,0 0-13-15,-8 6-13 0,5-2-9 0,-1 1-14 16,3-1-7-16,-3 1-8 0,0 3-7 0,-2-1-8 15,5-1-2-15,-2 0-8 0,-2 1-1 0,-1-1-7 16,4 2-5-16,-3-4-1 0,4 1-4 0,-4 0 0 16,2-3-2-16,0 1 4 0,3-3 30 0,-2 4 26 0,2-4 27 15,0 0 22-15,0 0-10 0,0 0-16 0,0 0-6 16,2-14-3-16,1 9-7 0,-1-4-7 0,4-3 0 16,-2-1 4-16,0 2 5 0,-1-2 0 0,1 1 9 15,3-1 10-15,-3 2 1 0,4-1 4 0,-1 4-9 16,-2-4-6-16,1 6-11 0,-2 0 0 0,1 1-20 15,-3 2-6-15,2-1-15 0,-3 1-7 0,-1 3 2 16,8-2-16-16,-8 2-6 0,14 12-4 0,-7-1-13 16,2 3-16-16,1 4-27 0,2-1-17 0,0 9-36 15,0 1-30-15,2 3-36 0,2-2-53 0,-3 3-59 16,2-5-77-16,1 4-314 0,3-4-711 0,0 0 315 16</inkml:trace>
  <inkml:trace contextRef="#ctx0" brushRef="#br0" timeOffset="-2596.27">19184 10929 56 0,'1'-3'222'0,"-1"3"-22"16,0 0-22-16,0 0 3 0,14 9-7 0,-9-1-9 15,1 1-10-15,-2 1-8 0,0 1-6 0,2 2-2 16,-1 4-11-16,3 0-9 0,-1 0-10 0,-2 0-6 16,2 2-11-16,-3-1-10 0,4 0-3 0,-2 0-9 15,-2-1-10-15,0 0-7 0,0-7-9 0,2 3-2 16,-3-4-3-16,0 0-7 0,-1-2 4 0,-1-1 18 15,0-1 12-15,2-1 30 0,-3-1 29 0,3-1 40 0,-3-2 48 16,0 0-14-16,0 0-23 0,8-6-11 0,-2 1-22 16,-4-3-7-16,3-2-12 0,0 0-12 15,-3-8-8-15,2 0-5 0,1 0-9 0,-1-1-9 0,1-3-7 16,2-4-9-16,-2 5-6 0,-2 2-4 0,3-1-9 16,-4 1-4-16,1 1 0 0,0-1-2 0,2 8-2 15,-5-4-8-15,1 5-8 0,-1 0 0 0,0 2-11 16,0 2-21-16,0 1-30 0,3 0-50 0,-3 0-51 15,0 5-30-15,0 0 1 0,0 0-20 0,0 0-27 16,0 0-34-16,-3 23-44 0,3-13-21 0,3 3-45 16,-2-1-187-16,2 1-594 0,3 8 262 0</inkml:trace>
  <inkml:trace contextRef="#ctx0" brushRef="#br0" timeOffset="-1627.57">19699 11056 69 0,'-5'-8'260'0,"1"2"-13"16,0-1-15-16,-3-2-13 0,-1 4-20 0,-3-1-19 15,2 0-17-15,-4 3-17 0,1 1-16 0,1 0-12 16,0 2-12-16,-4 4-9 0,4-1-14 0,-2 2-6 16,-2 5-5-16,-3-2-10 0,9 2-5 0,-1 1-9 15,-1 2-1-15,-1 2-7 0,2 0-2 0,1 1-3 16,4-2-6-16,-1-3 0 0,3 2-3 0,1-1-2 15,-3-3-2-15,5 2-2 0,-1-3 5 0,2 0 1 16,2-2 0-16,0-1 1 0,0-1 2 0,2-1-5 16,2-1 1-16,0 0-2 0,2-2 0 0,1-5 2 15,0 1 2-15,2-1-7 0,-1-1 1 0,1-2 7 0,-1 0 12 16,0-2 1-16,-1 0 11 0,-1 0 1 16,2-1 5-16,-1-1-2 0,-3 4 15 0,0 0-2 15,-2 0-3-15,-2 3 5 0,0-2-4 0,2 3 10 0,-1 0-21 16,-1 1-9-16,-2 0-13 0,-1 3-12 0,0 0-1 15,0 0 1-15,0 0-1 0,0 0-5 0,6 8-2 16,-3-3 0-16,-3 1-6 0,2 2 5 0,-2-1 6 16,3 4-12-16,1-2-5 0,1 2 3 0,1-2-5 15,-1 4-1-15,2-4 14 0,0 1-17 0,4-1 0 16,-2 3-6-16,2-5 21 0,0 0-17 0,0-3 1 16,3-1-6-16,-3 0 3 0,2-2 5 0,-1-2 1 15,-1 0 1-15,0-3-7 0,0-1-4 0,1-2-16 0,-2-2-14 16,2-4-8-16,0-1-13 0,-1-2-19 15,-1-3-14-15,2-8-18 0,0 0-14 0,-4-1-13 16,2-4-8-16,1 1 9 0,-7 0 13 0,1-2 8 0,-2 2 22 16,-2 2 18-16,-1 2 27 0,0 7 31 0,-4-1 19 15,3 2 16-15,-2-2 16 0,-2 5 11 0,-2 4 1 16,4-2 2-16,-1 2 1 0,-1 6 2 0,-1-1-4 16,2 1-7-16,3 0-6 0,-6 2-3 0,0 1-6 15,3 2-7-15,4 1 2 0,-11 7 1 0,7-2-5 16,0 2-2-16,-1 3 1 0,2 6 6 0,-1 3-12 15,1 2 9-15,-1 2-6 0,3 1 2 0,-1 4 0 16,2-8-4-16,0 9 1 0,3-1-2 0,1 0-1 16,-1-2 5-16,1-7-1 0,-1 3 3 0,6-2-2 15,-5-1-1-15,4 2-2 0,-1-4 0 0,0-2 0 16,1-4 5-16,0 2-7 0,-1-5 0 0,0 2 6 16,4-3-9-16,-3 1 4 0,0-5-4 0,4 1-3 0,-1-3 2 15,-1-1 0-15,3-1-1 0,-3 0 2 0,0-4 1 16,3-2-2-16,-3 2 2 0,0-1 2 15,1-3-3-15,0 1 3 0,0-4-1 0,-4 2 3 0,1-1 3 16,0-1 13-16,-1 2 1 0,-2-1 13 0,-1 0 12 16,3 1 1-16,-4 1 3 0,1 2 3 0,-4-2 0 15,3 2 0-15,-2 1-6 0,-1-2-7 0,0 4 2 16,4 2-9-16,-4 2-1 0,2-8-9 0,-2 8-7 16,0-5 4-16,0 5-12 0,0 0-6 0,0 0 4 15,0 0-5-15,0 0 0 0,-7 14 0 0,4-10-2 16,3 5-7-16,0-2-1 0,0 4 3 0,0 0-2 15,0 1 2-15,0 0-2 0,3-1-2 0,-3 1-3 16,1-1 5-16,5 0-3 0,-4-1-7 0,2 0 6 16,1-2 6-16,1 0-8 0,0-1 5 0,2-2 1 15,-3-2 2-15,1 0-4 0,1 2 7 0,2-3-5 16,-2-2-2-16,0 0 10 0,2-3-3 0,-3-1-2 0,4 0 0 16,0-2-9-16,-2-1-13 0,3 0-19 0,-1-2-20 15,2 0-18-15,-4 1-25 0,3-2-15 0,-3 2-23 16,8-4-18-16,-6 6-14 0,1-1-26 0,-2-1-19 15,0 3-31-15,-4 1-134 0,7 0-420 0,-4 2 186 16</inkml:trace>
  <inkml:trace contextRef="#ctx0" brushRef="#br0" timeOffset="-1111.97">20642 10985 137 0,'-9'-8'231'0,"0"2"-9"16,-8 0-8-16,4-2-13 0,-5 1-13 0,2 6-12 16,-4-5-11-16,5 3-13 0,2 2-14 15,-6 1-9-15,1 3-6 0,-1 0-11 0,2 5-7 0,-2-2-11 16,-1 5-11-16,6-1-8 0,-4 0-3 0,6 3-3 16,0-1-6-16,-1 3-2 0,7-3 0 0,-3-1-4 15,2 0-2-15,4 2-3 0,-1 1 2 0,4-1-1 16,0-2-3-16,4 2-2 0,-1-2-5 0,5 0-4 15,0-2-5-15,2-2 2 0,0 1-5 0,4-1-1 16,0-3-5-16,-2-2-1 0,3-1 0 0,0-1-5 16,3-2-7-16,-3 0-5 0,1-7-12 0,2 2-12 15,-1-3-12-15,-2-3-11 0,0-2-17 0,2-7-16 16,-1 0-22-16,-2-3-14 0,-1-1-9 0,-3-3-7 16,-1-2-4-16,-3 4 13 0,4-7 12 0,-7 6 21 15,-2 8 22-15,2-9 37 0,-3 8 32 0,-3 2 23 16,2 1 19-16,0 0 14 0,-5 3 8 0,1 3-5 0,1 1 1 15,-3 0-9-15,4 1-4 0,-1 3-1 0,-3 0-8 16,-1 3-7-16,2-1-2 0,1 2-6 0,-1 0-2 16,1 0-5-16,-1 3-2 0,6 0 2 0,-10 4-2 15,6 1-2-15,1 3 0 0,2-1-1 0,-2 4-2 16,3 1 2-16,-3 4-5 0,5 2 1 0,-1 1-4 16,3 6 2-16,0 5-2 0,1-9 2 0,0-1-2 15,6 5-3-15,-2 2-8 0,-2-6-9 0,5 5-14 16,-3-7-16-16,0-1-14 0,6 0-14 0,-7-2-19 15,3-2-23-15,4 0-23 0,-3-2-27 0,-2-3-26 16,3-3-25-16,0 0-174 0,0 0-415 0,0-4 184 16</inkml:trace>
  <inkml:trace contextRef="#ctx0" brushRef="#br0" timeOffset="-705.74">20827 11068 186 0,'8'-8'30'0,"-1"-2"17"0,-4-2 35 0,1 3 27 16,-1-2 7-16,-3 2 17 0,-3-1 0 15,1 1 0-15,-2 2 1 0,3-1-7 0,-3 3-12 0,-5 0-7 16,3-2-8-16,-1 4-8 0,-2 2-9 0,-2 0-3 15,1 1-10-15,-4 2-3 0,4 2-5 0,-3 2-9 16,3-1-2-16,-1 1 4 0,1 4 1 0,0-2-3 16,4 2-8-16,-1 0-1 0,0 1-3 0,5-1 3 15,-3 0 0-15,2-1-3 0,1-1 0 0,2-1 0 16,0 0-1-16,3-2-1 0,2 1 0 0,-2-2-6 16,2 0-1-16,1-3-2 0,1 2-3 0,2-5-2 15,2 2-2-15,-3-1-3 0,3-3 1 0,-1 1-2 0,2-2-2 16,-1-2-4-16,-2-1 2 0,1-1-4 0,3-6 0 15,-3 6 5-15,-2-1 16 0,0 1 8 16,-1-2 13-16,-2 1 9 0,1 2 6 0,-2 1 2 0,-3-1 3 16,2 3 1-16,-3 2-6 0,5-4-1 0,-3 2-14 15,1 2-6-15,-3 3-17 0,0 0 4 0,0 0-4 16,0 0-10-16,0 0 3 0,0 0 1 0,-10 12-5 16,10-4 3-16,0-3-5 0,-3 5-4 0,6-2-7 15,-6 3 3-15,6 0-3 0,0 0 0 0,1 0-10 16,0 0 9-16,1 2-12 0,4-3-2 0,-4-1-12 15,9 1-16-15,-5-1-21 0,2-1-26 0,8 0-28 16,-3 0-25-16,-2-1-32 0,-2-5-19 0,9 1-20 16,-2-2-28-16,-6-2-12 0,2-1-169 0,-4 0-452 15,4-2 200-15</inkml:trace>
  <inkml:trace contextRef="#ctx0" brushRef="#br0" timeOffset="-252.64">21231 10586 65 0,'-7'-13'282'0,"0"2"-15"16,3 1-16-16,-3 1-21 0,1 3-19 0,2 1-22 15,1 2-19-15,-4 0-21 0,3 3-11 0,4 0-15 16,-8 3-9-16,4 3-8 0,1 4-6 0,0 1-9 16,3 2-8-16,0 6-7 0,0 3-6 0,2-2-7 15,1 10-6-15,-2-1-7 0,4 3-7 0,-1 0 2 16,0 4-6-16,2-1-3 0,-1-5-4 0,0 1-1 15,-1 1-4-15,2-1 2 0,-2-4-20 0,0 1-11 16,-1-7-19-16,-1-3-17 0,0 0-17 0,1-5-15 0,-3 0-12 16,-3-3-14-16,2 1-12 0,1-5-10 15,-3-2 0-15,0 0 1 0,1-2-3 0,2-2 11 16,-10-1 10-16,10 1 11 0,-11-10 0 0,6 3 24 0,-1-2 3 16,2-1 14-16,-1 0 10 0,1-3 7 0,1-4 11 15,3 4 9-15,-1 1 18 0,2-5 16 0,1 1 3 16,-1 1 24-16,4-1 20 0,-1 7 17 0,-2-4 12 15,2 2 11-15,0 4-2 0,1-1-8 0,0 3-4 16,-1-1-8-16,4 2-12 0,-2 1-7 0,4 2-7 16,-1 0-8-16,-2 1-5 0,0 2-6 0,4 1-3 15,-2-1-5-15,1 5-8 0,-2 1-1 0,3-2 0 16,-6 3-5-16,4 1-1 0,0 3-2 0,-1-3-7 16,2 4 7-16,-5-1-5 0,2 4 2 0,1-2-3 15,-2 2-29-15,-2-4-36 0,-1-1-24 0,1 0-34 16,-2 1-35-16,3-1-14 0,2-1-43 0,-2-1-190 15,-3-2-424-15,2-3 188 0</inkml:trace>
  <inkml:trace contextRef="#ctx0" brushRef="#br0" timeOffset="247.33">21579 10971 257 0,'0'-4'246'0,"-1"-1"-21"16,-1 1-17-16,0 0-17 0,-5 2-21 0,4-1-17 15,3 3-15-15,0 0-15 0,-13 3-10 0,13-3-12 16,-11 5-8-16,4 0-7 0,4 1-6 0,-1-1-4 16,3 6-5-16,-2-5-5 0,2 3-6 0,-3 0-3 15,4 1-2-15,0-2-5 0,2 2-2 0,1-1-6 16,0-1 1-16,-2-1-5 0,3-1-1 0,0 0-8 16,2-1-2-16,-1-1-2 0,3 0-8 0,-2-2 4 15,-1 0-4-15,1-1-1 0,-6-1-4 0,9-3-2 16,-9 3 1-16,11-5-5 0,-7 3 3 0,0-5-1 0,-1 2 0 15,1-2 1-15,-1-4-1 0,1 1-2 0,0 0 1 16,0-3 1-16,-1 2 8 0,1-2 10 0,0 4 5 16,1-4 4-16,-1 1 6 0,0 2 0 0,1 3 0 15,0-1 3-15,-2 1-4 0,0 4-4 0,1-4-2 16,2 4 5-16,-2 1-14 0,-1 1-8 0,-3 1 13 16,11 1-16-16,-5 3 1 0,-1-2-9 0,0 5 3 15,-1-2 1-15,5 4-3 0,-5 1 1 0,1-1-3 16,0 4-3-16,2 0 4 0,-3-3 0 0,1 3-1 15,0-2-3-15,-1 0 4 0,0-3 2 0,-1 1-3 16,-2-2-8-16,3-2 4 0,-1-1 1 0,-3-2 3 16,1 2 3-16,-1-4-4 0,2 4-1 0,-2-4 4 15,0 0-6-15,0 0 3 0,0 0-3 0,3-12 3 0,-3 7-3 16,0-1 1-16,2 0-10 0,-2-1-6 16,2 0-18-16,0-4-18 0,0 2-21 0,-1 3-22 15,4-1-23-15,-1-1-27 0,3-3-43 0,0 4-12 0,-3-4-32 16,6 1-21-16,-5 1-140 0,-1 4-421 0,2-1 187 15</inkml:trace>
  <inkml:trace contextRef="#ctx0" brushRef="#br0" timeOffset="419.19">21563 10718 326 0,'-3'-5'362'0,"0"2"-17"15,1-2-38-15,-2 0-27 0,-1 2-32 0,4-1-25 16,1 0-25-16,-1 1-38 0,1 3-50 0,0 0-51 16,-3-5-75-16,3 5-69 0,0 0-64 0,0 0-246 0,0 0-428 15,10 11 190-15</inkml:trace>
  <inkml:trace contextRef="#ctx0" brushRef="#br0" timeOffset="1434.77">22277 10687 230 0,'3'-12'296'0,"2"1"-20"0,-4-3-14 0,1 1-19 0,-2 1-10 16,0-1-22-16,0 2-16 0,-3-2-20 0,2 3-4 15,-4 1-13-15,3 1-16 0,-2 0-17 0,1 4-13 16,-1-2-12-16,0 2-8 0,-3 0-13 0,4 4-10 16,3 0-4-16,-16 4-11 0,9-1-4 0,-5 4-7 15,7-1-4-15,-5 4-2 0,3 0-5 0,-1 3-7 16,3 4 4-16,2-5-5 0,-1 11 1 0,3-3-3 16,5 0-4-16,1 6-1 0,6-1 3 0,-1 2-4 15,7 0 1-15,2-2-3 0,3-1-3 0,1 0 1 16,-5-2 0-16,4-1-1 0,1-3 3 0,-10-1-6 15,2-4-2-15,0 3 0 0,-8-9-3 0,2 4-1 16,-2-4-1-16,-3-1-5 0,-2-1 1 0,2 0 11 16,-4-2-7-16,-4 2-1 0,0-4-4 0,-3 1 8 0,-4-1 1 15,-3-1 4-15,-2 0 0 0,1 0 0 0,-2-1 0 16,-3-2-3-16,7 2-2 0,2 0 1 16,-2-2 7-16,4 3-10 0,1 0 5 0,8 0-1 0,-12-1 2 15,6 0 2-15,6 1 4 0,-8-3 2 0,8 3-3 16,0 0-4-16,0 0 4 0,0 0-16 0,19-8-12 15,-5 6-13-15,-2-1-5 0,9 1-13 0,0-2-6 16,2 0-14-16,7-2-9 0,-8 1-6 0,5-4-8 16,-5 5 0-16,-3-1 2 0,2 1 8 0,-1-4 6 15,-2 3 7-15,-8 0 9 0,3 1 10 0,-4-3 22 16,-2 5 12-16,-3-2 1 0,0 0 1 0,-3 1 2 16,-1-1 10-16,-1-2 6 0,1 6 6 0,-7-6 4 0,3 4 7 15,-2-1-4-15,0 2 2 0,6 1-1 16,-11-2-6-16,4 2-1 0,7 0-2 0,-10 2 1 15,5 0-2-15,3 2 2 0,-2-1-2 0,2 0 0 0,1 3 0 16,1 0 1-16,0 0 4 0,3 1-5 0,-1-1 1 16,4 3-1-16,1 0-1 0,1-1-2 0,3 1-2 15,0-1-4-15,6 2-12 0,3-1-17 0,-2-4-21 16,-3 2-16-16,-1-5-7 0,1 1-13 0,-2-3-18 16,1-2-22-16,-2-1-12 0,2-4-10 0,-1 1-5 15,-2-2-5-15,-1-2 2 0,2-7 7 0,-2 0 12 16,-1 0-3-16,-1 0 8 0,3-9 18 0,-4-1 17 15,-3 1 35-15,0-3 18 0,-3 1 17 0,1 0 18 0,-2 1 28 16,-3 0 22-16,1 0 23 0,0-1 26 16,-1 2 28-16,1 6 24 0,0 0 10 0,2 3 4 15,-1-1 2-15,1 5 2 0,-1 1-7 0,-1 2 0 0,2-1 4 16,0 4-16-16,-1 1-14 0,2 2-23 0,-1 1-11 16,0 3-13-16,0 0-4 0,0 0-10 0,0 0-8 15,2 25 5-15,0-7-17 0,1 1-2 0,3 8-8 16,-3 2-2-16,1 2-8 0,3 1 0 0,-3 1 0 15,-1 2-5-15,1-2-1 0,-1 3 2 0,2-1-1 16,-1-1-5-16,-2 0-3 0,0-4 1 0,1 0-13 16,1-3-10-16,-1-7-22 0,-3-1-16 0,1-1-26 15,1-5-37-15,1 0-65 0,-1-3-44 0,5-2-79 16,-6-5-195-16,3 3-529 0,-1-6 234 0</inkml:trace>
  <inkml:trace contextRef="#ctx0" brushRef="#br0" timeOffset="1591.01">22852 10676 108 0,'-11'-7'236'0,"3"0"-30"16,2 2-18-16,1 0-21 0,1 3-33 0,0 0-26 16,4 2-49-16,0 0-52 0,0 0-62 0,0 0-138 15,0 0-210-15,6 14 93 0</inkml:trace>
  <inkml:trace contextRef="#ctx0" brushRef="#br0" timeOffset="3122.18">23630 10710 182 0,'-4'8'210'0,"-1"4"-8"0,-1-1-9 0,2 2-14 15,-2 0-5-15,0 7-11 0,-1-2-10 0,3 0-9 16,1-2-13-16,1 2-10 0,0-2-8 0,4 1-9 16,0 0-5-16,-2-5-9 0,6 0-7 0,-2 0-4 15,0-2-4-15,7-2-11 0,-2 1-4 0,1-2-7 16,2-1-3-16,2-4-7 0,-2-1-4 0,3 1-2 16,-3-5-7-16,3 1-1 0,3-6-2 0,-2 3-4 15,-3-4-5-15,4-2-3 0,-2 0-6 0,0-3-1 16,-1 1-2-16,-4-3 3 0,0 3-2 0,-2-3-2 15,2 4 5-15,-5 3 0 0,-1-3 3 0,-1 2 8 16,-2 2 3-16,2 3-5 0,-3 0-3 0,3 1-6 0,-3-3-2 16,0 7 0-16,0 0 0 0,-4-2-3 0,4 2 0 15,0 0-2-15,-3 14 6 0,3-9-10 0,-3 7 7 16,6 0-4-16,-2 1 3 0,1 0-4 0,-1 0-1 16,3-2 3-16,0 5 3 0,4 0-7 0,-2-5 5 15,-2 0 0-15,1-1 2 0,1-1-1 0,-1 2-3 16,2-6-1-16,-2 1 2 0,1-2-2 0,-1-3 0 15,0 1 1-15,0-1-1 0,-5-1-3 0,0 0 1 16,11-6 2-16,-9-1-2 0,4 1 2 0,-3-5-2 16,2 1-1-16,-1 1 1 0,1-2 2 0,0-2-1 15,0 0 2-15,2 3 0 0,-3-1 4 0,3-2 2 16,1 2 3-16,-3 1 1 0,1 1 5 0,3 0-3 0,-5 3 2 16,3 0-7-16,-3 3 1 0,3 0-1 0,0 2-4 15,-2 0 6-15,-5 1-5 0,15 3-2 16,-5 0-3-16,-1 4 1 0,1-2 2 0,-2 2 0 0,3 2-6 15,-3 0 2-15,2 0 0 0,0 1 2 0,0 3 0 16,4 0-1-16,-4-4-4 0,-3 0 6 0,0 1-1 16,-1 0-1-16,2-2-1 0,-3 0-3 0,-4-1 3 15,2 1-2-15,-1-4-2 0,-4 0 0 0,2 2 0 16,-4-2 1-16,-5 0 0 0,1-3 5 0,-2 2-5 16,0-2 0-16,-2-1 2 0,1 0-2 0,-1 0 4 15,3 2-2-15,0-4 8 0,9 2-10 0,-12 2 5 16,7-4-1-16,5 2-8 0,-6-1-4 0,6 1-4 15,0 0-5-15,0 0-4 0,14-7-7 0,-5 5-6 0,5-2-5 16,6-1 0-16,2 1-1 0,-3 3 1 16,4-7-5-16,4 0-4 0,-5 3-8 0,7-4-3 15,-3-4-14-15,-5 4-3 0,5-2-7 0,0-2-6 0,-7 2 9 16,-1 0 6-16,-1-3 9 0,-3 3 4 0,-3 0 8 16,0-2 19-16,-3 2 25 0,-2 4 24 0,0-4 17 15,-3 4 11-15,1-3 13 0,-3 4 10 0,-1 0 4 16,0 0-4-16,0 3-5 0,0-2-6 0,0 0-6 15,0 5-8-15,-1-5-2 0,1 5-3 0,-7-2-6 16,7 2-2-16,0 0-4 0,0 0-1 0,-11 8-3 16,7-3-1-16,0-1 1 0,3 2 2 0,-1 2-2 15,2-1-2-15,2 1 1 0,2 2 0 0,0 5-4 16,3-4 2-16,5 3-4 0,2 0 0 0,2-1-4 16,2 0-5-16,9 3-8 0,4-3-21 0,-1 2-20 15,0-3-14-15,1 1-5 0,-1-4-5 0,0 0 1 0,-4-4-1 16,-4-2 4-16,1-1 8 0,1-2 6 0,-3 0 8 15,-8-1 4-15,6-3 2 0,-5-2 5 16,-3-1 7-16,-2 2 4 0,-2-5 12 0,0 0 5 0,-4-3 13 16,-3 1 11-16,-3-4 19 0,-1 3 14 0,-2 2 11 15,1 0 13-15,-6-6 12 0,-1 5-5 0,-2-1-2 16,2 5 1-16,-4-3 2 0,-1 4-5 0,0-2-2 16,2 5-7-16,0 2-5 0,0-1-5 0,0 6-9 15,0-3-5-15,1 2 1 0,1 2-10 0,0 5 6 16,1-2-5-16,-1 7-2 0,4-4 2 0,3 3 0 15,0 0-5-15,2-1-1 0,3 5 3 0,1 1-1 16,0-4-4-16,1-3 2 0,5 2-6 0,0 0-1 16,1-1 4-16,1-2 0 0,3-1-7 0,3 0 4 0,-2-4-7 15,0 0-2-15,3-4-3 0,0 1-8 16,3-5-10-16,1 1-13 0,-3-2-16 0,-1-3-11 16,3-2-13-16,1-4-9 0,-4 1-10 0,4-9-2 0,-6 5 9 15,1-10 3-15,2 3 10 0,-5-3 4 0,0 1 6 16,1-1 9-16,-5 0-1 0,-1 0 6 0,-2 5 9 15,-1-6 33-15,-2 7 32 0,-1-1 14 0,-1-1 3 16,-1 4 22-16,-2 0 4 0,0 6 3 0,-1-5-2 16,-1 5-1-16,-2 3-8 0,1-1-5 0,0 2-12 15,-1 1-7-15,4 4-8 0,-4 1-6 0,-2 2-4 16,10 0-2-16,-11 5-7 0,2-1 5 0,6 5-7 16,-5 0 2-16,5 3-7 0,1 5 7 0,0 1-1 0,2 3-6 15,4-1 6-15,1 9-8 0,1-9-11 16,4 6-25-16,-1 0-32 0,4 0-48 0,-1 1-57 15,0-2-73-15,8-2-92 0,-6 1-235 0,6-2-604 0,-6-8 268 16</inkml:trace>
  <inkml:trace contextRef="#ctx0" brushRef="#br0" timeOffset="3622.15">25645 10414 27 0,'0'-6'384'0,"0"-2"-5"0,2 3-11 15,-2 0-24-15,0 0-24 0,0 5-34 0,0-6-35 16,0 6-24-16,0-4-33 0,0 4-18 0,0 0-11 16,0 0-27-16,0 0-8 0,0 18-18 0,0-8-13 15,0 3-3-15,0 4-5 0,0 1-10 0,2 0-13 16,0 4-6-16,0 6-5 0,-1-1-4 0,3-2-5 0,0 2-7 16,-1 4 4-16,-1-3-13 0,4-1-24 0,-5 0-26 15,1-2-13-15,-2-4-37 0,0-1-32 16,0 1-47-16,-2-1-60 0,4-2-53 0,-2-5-72 0,0-2-189 15,0 2-562-15,-2-2 249 0</inkml:trace>
  <inkml:trace contextRef="#ctx0" brushRef="#br0" timeOffset="4044">25494 10702 199 0,'-2'-4'320'15,"-2"1"-8"-15,4 3-11 0,-4-4-12 0,4 4 4 0,0 0-34 16,0 0-22-16,0-5-22 0,0 5-24 16,12 0-17-16,-12 0-11 0,23 2-23 0,-9-1-16 15,8 3-17-15,-2 1-8 0,9 1-8 0,0 0-13 0,0 1-5 16,-7 0-4-16,1 2-12 0,4 1-2 0,-7-1-8 16,-2-4-12-16,-2 3 4 0,-3-1-6 0,-1 2-7 15,0-1 2-15,-6-2-9 0,2 4-5 0,-4-5 5 16,0 1-6-16,2 2 0 0,-4-2-6 0,1 0-1 15,-2 0 0-15,-1 1 2 0,3-1 0 0,-1-1 11 16,-2 0-18-16,1 0 7 0,3 0-8 0,-3-2 8 16,2 1 6-16,1-1 4 0,3 1-9 0,2-2 4 15,1 0-6-15,1-1-1 0,3-1 2 0,3-3 2 16,-3 1-3-16,0-2 1 0,-1 1-1 0,1-2-1 16,-2-2 5-16,0 1 14 0,-1-3 2 0,0 1-3 15,-2-3 7-15,-4 1-8 0,0-3 6 0,-1 5-7 16,-4-7-3-16,0 4 0 0,0 2 2 0,-3-2-3 0,-3 3-6 15,-1 0-14-15,-2 0-18 0,-1 2-16 0,2 0-15 16,-5 1-22-16,1 2-17 0,0 0-23 16,-2 3-22-16,-4 3-42 0,2-3-53 0,1 1-49 0,-4 4-287 15,5-1-612-15,2 1 271 0</inkml:trace>
  <inkml:trace contextRef="#ctx0" brushRef="#br0" timeOffset="4528.35">26989 10378 35 0,'-11'-18'311'16,"2"1"-7"-16,-4 1-14 0,2-1-7 0,1 2-5 15,0 1 0-15,1 5-13 0,1-2-1 0,0 3-8 16,4 1-22-16,0 2-22 0,1 1-24 0,-2 2-24 16,5 2-17-16,-6-2-11 0,6 2-13 0,0 0-5 15,-1 16-8-15,2-5 1 0,-1 7-19 0,4 1 0 16,-2 2-12-16,2 5-5 0,-1 1-8 0,-1 0-9 16,1 0-8-16,-2 0-1 0,6 0-4 0,-6-6-2 15,1 0-9-15,2 0 3 0,-3-2-7 0,3-1 0 16,-4 0-8-16,5 0-9 0,-1-3-18 0,0 5-20 0,-3-8-28 15,6 0-23-15,-3-2-21 0,3 0-30 16,-2 0-28-16,2-4-33 0,-2 0-40 0,5-1-38 16,-1 0-44-16,-2-2-256 0,1-1-613 0,2 0 271 0</inkml:trace>
  <inkml:trace contextRef="#ctx0" brushRef="#br0" timeOffset="5153.32">26812 10550 34 0,'-13'-1'201'0,"4"-2"-6"0,1 2-11 0,1-1-13 16,-1 1-10-16,8 1-10 0,-10-2-4 0,7 1 5 15,3 1 10-15,0 0 5 0,0 0-6 0,0 0-9 16,13 8-16-16,-1-5-13 0,2 0-15 0,5 1-5 16,3 0-11-16,1 0-10 0,8 1-10 0,-3-1-6 15,1 0-5-15,-5-3-12 0,6 1 1 0,-8 0-5 0,-1-1-8 16,-1 1 0-16,-2-4-5 0,-4 4-4 0,-1-2 0 15,-5 0-6-15,0-2 1 0,-2 4 1 0,0-4-7 16,-6 2-2-16,0 0-2 0,10 0-5 0,-10 0 0 16,0 0 0-16,0 0-2 0,0 0-5 0,0 0 0 15,0 0-1-15,0 0 0 0,-12 9 0 0,8-6 2 16,4-3 3-16,-6 5-6 0,3 1-3 0,1-3 5 16,-1 2-1-16,0 1 2 0,3 1 2 0,0-2 1 15,0 2 4-15,6 0-3 0,0-1 0 0,-1 3 3 16,3-1 1-16,0 1-4 0,1-2 0 0,2-1-1 15,3 0 3-15,-3 1-2 0,2-2-6 0,-2-3 0 16,2 2-8-16,-2-2-1 0,1-2 4 0,-1 0-7 16,-2-1-2-16,-2 0 3 0,2-2-6 0,-5 0 3 15,5-1-2-15,-3-3 3 0,-2 0 2 0,2-1-2 16,-5-2 7-16,3 2-3 0,-4 2 6 0,3-4 13 16,-3 0 8-16,0-1 15 0,0 6 3 0,0-3 7 0,0 2 4 15,0-1 6-15,0 2 9 0,0 0 8 0,0 0-1 16,0 5-3-16,0-8-7 0,0 8-6 0,-3-4-10 15,3 4-6-15,3-5-4 0,-3 5-7 0,0 0-7 16,0 0 1-16,0 0 0 0,6 12-4 0,-4-6-6 16,2 1-2-16,0 4 6 0,3-3-1 0,-1 5-5 15,-1-7-3-15,2 6-11 0,-2-2 9 0,2 2-5 16,0-4 5-16,-2 2-4 0,3-2-8 0,-4-2-5 16,2 1 0-16,-2-2-5 0,0 0 7 0,-1 2 2 15,1-5-1-15,-1 2 4 0,-3-4-5 0,6 3 4 16,-6-3-3-16,0 0 2 0,0 0-13 0,0 0-8 15,6-10-16-15,-5 5-19 0,-1 2-33 0,2-2-28 16,-1-1-42-16,-1-1-65 0,4 1-69 0,-2-2-185 0,0 3-527 16,2 0 233-16</inkml:trace>
  <inkml:trace contextRef="#ctx0" brushRef="#br0" timeOffset="5825.16">27545 10542 34 0,'0'0'340'0,"1"-7"-17"15,-1 7-4-15,5-3-17 0,-5 3-15 0,3-4-15 16,-3 4-19-16,0-4-30 0,0 4-21 0,0 0-22 15,0 0-19-15,0 0-16 0,0 0-13 0,0 0-12 16,11 8-17-16,-8-3-11 0,-2 0-7 0,5 2-7 0,-1 0-7 16,-1 0-7-16,0 1-13 0,0 1 19 0,0 2-27 15,2-1 5-15,-2-1-13 0,1-2-7 16,-2 3-10-16,0-5-12 0,-2 3 8 0,2-1-11 0,-2-3-5 16,-1 2-7-16,4-2-5 0,-4 0 5 0,0-4-1 15,3 5 1-15,-3-5 4 0,2 3 4 0,-2-3 4 16,1 3 1-16,-1-3-2 0,0 0-2 0,0 0 8 15,0 0 19-15,0 0-10 0,1-14 1 0,1 10 16 16,0-2-12-16,4 2 2 0,-4-4 11 0,4 0-1 16,-2 3-9-16,1-2 1 0,1-1 2 0,3 5-2 15,-5-7-13-15,5 3 11 0,-4 2-3 0,1-1-1 16,0 1-4-16,2 0-1 0,-4 2 1 0,3 0-2 16,-2 0-6-16,1 1-4 0,2 0 2 0,-2 2-1 15,1 3-4-15,-2-2 2 0,4 2-14 0,-2 1 1 16,2 2-15-16,1-1-3 0,1 2-3 0,0-1-8 15,0 2-12-15,4 1-8 0,-2-4-6 0,3 4-12 16,2-1-6-16,-4 0-7 0,5 0-6 0,-5-3-8 0,3 2-4 16,-6-3-3-16,0 0-1 0,3-3 5 0,-5 0 4 15,-2-1 9-15,5 0 9 0,-5-2 4 16,-3-1 8-16,3 0 7 0,-2-1 9 0,0-2 6 0,0 1 9 16,-4-2 11-16,1 0 18 0,-1 1 20 0,-1-2 14 15,-1 0 16-15,1-2 15 0,-2 3 7 0,0-1 11 16,-2 2 2-16,2 0-5 0,-1 1-6 0,-2-1-9 15,3 3-3-15,-3-1-5 0,1 1-5 0,4 3-6 16,-7 0-4-16,0-1-1 0,7 1-4 0,-10 6 2 16,4-2-2-16,1 2-5 0,1 1-1 0,-6 2 2 15,6 1-4-15,3-1-3 0,-2 3 6 0,3 1-7 16,-3-2 3-16,6 1-11 0,1 3-17 0,4-1-21 16,3 0-48-16,2 1-68 0,4-4-88 0,3 0-271 15,5 4-552-15,4 0 245 0</inkml:trace>
  <inkml:trace contextRef="#ctx0" brushRef="#br0" timeOffset="6840.73">28649 10173 239 0,'4'-3'300'0,"-2"1"-18"0,3-3-30 16,-4 2-30-16,-1 3-20 0,0 0-22 0,0 0-21 15,0 0-19-15,9 11-12 0,-8-5-8 0,3 6-4 16,0 0 0-16,-4 5-11 0,6 2-10 0,-1 9-9 16,0-2-8-16,2 2-6 0,-1-1-7 0,-1 2 0 15,3-1-2-15,-2-2-6 0,2 0-5 0,-3-6-4 16,0 7-11-16,2-2 2 0,-1-7-7 0,-2-2 0 0,0 1-2 15,0-6-1-15,0 1-7 0,-2-2 3 16,3-4-8-16,-2 1 6 0,-1-2-4 0,0-2 6 16,-1 0 24-16,1 1-2 0,-2-4-7 0,0 0-3 0,0 0-9 15,13-9-4-15,-7 6 3 0,3-7 0 0,-3 3-4 16,1-2-3-16,3-1-3 0,-3 0-2 16,1 0-4-16,2 1-4 0,-1 0 5 0,1 1-1 0,-1 0 0 15,1-1-5-15,-5 3 5 0,-1 2-4 0,3 1-4 16,-3-1-4-16,1 2 2 0,0 1-1 0,-5 1-2 15,0 0 1-15,13 2-1 0,-10 2 4 0,1 0-1 16,0 4-7-16,-1-2 4 0,-1 2 3 0,4-1-2 16,-3 3-5-16,2 1 5 0,-1-3-13 0,-1 2-1 15,1-2 6-15,-2 1-4 0,3-1 0 0,-4-3-10 16,3 3-1-16,0-4 4 0,-2-2-2 0,1 2 2 16,-1-1 17-16,2 0-9 0,-1 0-3 0,-3-3 10 15,8 0-9-15,-8 0-2 0,0 0-1 0,14-6 4 0,-10 1 1 16,0 2 2-16,2-1-1 0,0-2 9 0,-2 2-9 15,3-1 5-15,-3 2 1 0,0-3-2 16,2 1 5-16,-2 1-9 0,1-1 7 0,2-1 0 0,-3 3 1 16,0-2 0-16,3 1 0 0,-2 0 0 0,-1 0 1 15,1 1-7-15,0 1 6 0,-2-1 9 0,2 0-9 16,-2 0 3-16,4 1 0 0,-2-1 1 0,-1 0 5 16,2 1 1-16,-1 0 1 0,-5 2 3 0,11-2-3 15,-8 1-1-15,-3 1 4 0,7-1-3 0,-7 1 1 16,11 1 0-16,-11-1-3 0,7 3-4 0,0 0 4 15,-1 2-2-15,-1 1 0 0,4 1-1 0,-3 4-2 16,5-2 6-16,0 8-4 0,0 0 2 0,-2 3-1 16,2 0-2-16,1 6 0 0,1 0 1 0,0 2-2 15,-4-1 2-15,0 3-1 0,-3-2-1 0,3 3 5 16,-4-1 21-16,2 0-6 0,-3-2 1 0,-1-7 0 16,-1 7-4-16,-4-8-1 0,2-1 1 0,-3 1 0 0,1-4 13 15,-5-1 11-15,1-3 23 0,1-2 27 0,-6-3 30 16,-1 0 37-16,-6-3 24 0,0-3 2 0,-3-3-8 15,0-3-8-15,-8-7-3 0,1-2-19 0,4-3-14 16,-1-3-11-16,1 1-9 0,2-4-13 0,6-3-5 16,1 4-11-16,8 4-10 0,1-1-20 0,4-3-21 15,0 3-34-15,6-2-42 0,3 2-52 0,7-7-65 16,4 4-61-16,3-2-48 0,5 3-59 0,4 1-60 16,4-1-62-16,0-1-270 0,3 6-779 0,-2 2 345 15</inkml:trace>
  <inkml:trace contextRef="#ctx0" brushRef="#br0" timeOffset="7731.31">29524 10560 86 0,'0'0'181'0,"-3"-3"-13"0,3 3-1 0,0 0 2 16,0 0 10-16,0 0 1 0,-5 13-5 0,3-8-5 16,2 3-7-16,0 0-8 0,2 2-11 0,-2 1-7 0,2 4-10 15,1 3-10-15,-3-2-6 0,3 3-9 0,-2 3-12 16,0-3-5-16,2 8-10 0,-2 2-7 0,2-1-7 15,-1-3-3-15,2-3 2 0,-3-2-13 0,1 2-5 16,0-2 0-16,0 1-6 0,-2-2-3 0,2 0-5 16,1-1-1-16,-3 0-1 0,1-5-7 0,1-3 0 15,-2 1-6-15,1-5-5 0,0 0-4 0,1 0 4 16,-2-1 2-16,0-3-8 0,0-2-2 0,0 0 6 16,0 0-9-16,0 0 3 0,-4-15-1 0,1 4-1 15,0-2 0-15,-1-4-3 0,-1-2 3 0,1-2 0 16,-1-7-1-16,1 0 1 0,-1 0-6 0,2-3 3 15,1 4-4-15,0-4 4 0,-2 3-2 0,4-2 3 16,0 5-1-16,-1 4 0 0,2 1 2 0,1-2 0 0,0 3 6 16,-2 1 3-16,2-1 1 0,3 6 2 15,-2 0 7-15,3 0 2 0,-3 4-1 0,3-2-2 16,1 4 0-16,1-2-2 0,1 3-3 0,-1 0 3 0,3 1-3 16,-4 2-4-16,4 1-1 0,-4 2 1 0,6 0-3 15,-6 1 0-15,1 1 2 0,4 3-1 0,-3 0-2 16,-2-2 1-16,2 2-1 0,-2 2 5 15,-2 0-7-15,-1 0 2 0,0-2-5 0,1 1-1 0,-3 1 0 16,-3 1 1-16,0-2-1 0,-1 0-1 0,-1 3 1 16,-5 0 2-16,4 2 0 0,-4-5 0 0,1 4 3 15,0-3-5-15,-2 1 2 0,0-1-1 0,-1-2-5 16,2 3-5-16,3-3-9 0,0 0-8 0,-2 0-8 16,3-2-7-16,0 0-2 0,3 0 6 0,1-3 1 15,1 5-1-15,-1-5-11 0,8 4-12 0,0-4-9 16,5 0 3-16,-4 0 0 0,5-1 5 0,0-2 3 15,4-2 5-15,0 0-1 0,0 0 4 0,-2-1 0 16,2-2 6-16,-2-2 11 0,-4 3 4 0,-1-3-1 0,3-2 14 16,-5 3-8-16,1 0 12 0,-3 0 17 15,0 2 16-15,-3 1 12 0,-2 0-1 0,1 0 6 16,-3 0-2-16,2 1-5 0,-2 2 0 0,0 3-8 0,-5-6 0 16,4 3-4-16,1 3 0 0,0 0-3 0,-10-3-3 15,10 3 0-15,0 0-1 0,-8 8 0 0,7-4 4 16,1-1 1-16,0-3-4 0,3 12-3 0,-1-6-1 15,2 4 0-15,2-4 4 0,4 4 0 0,-1-2-1 16,3 1 0-16,3 2-3 0,-3-2-1 0,5 2 2 16,-5-4-3-16,0 1 2 0,2-3-2 0,-2 3 3 15,0-2-1-15,-1 1-7 0,-4-4 7 0,0 0 3 16,-2 0 0-16,3-1-1 0,-4 0 1 0,3 0-1 16,-5 1-2-16,2-1-3 0,-4-2-1 0,2 4 2 15,0-2-1-15,-2-2-2 0,1 4 3 0,-1-4-1 16,0 0-1-16,-1 7 1 0,1-7-2 0,0 0 2 15,-2 5 2-15,2-5 5 0,0 0 15 0,0 0 2 0,0 3 15 16,0-3 13-16,0 0 13 0,0 0 5 0,0 0-4 16,0 0 13-16,0 0 7 0,-8-8 0 15,8 8 2-15,-3-4-5 0,2-2-8 0,1 6 1 16,0-7-11-16,0 3-4 0,1-1-11 0,-1 1 2 0,0-1-17 16,3-1-10-16,-1 2-19 0,2-3-25 0,1 1-35 15,-1 1-38-15,2 0-49 0,2-2-64 0,1 1-70 16,1 1-268-16,3-3-584 0,1 4 258 0</inkml:trace>
  <inkml:trace contextRef="#ctx0" brushRef="#br0" timeOffset="8293.77">30367 10532 259 0,'11'5'243'0,"-3"3"-14"16,-3 0-15-16,2 8-8 0,-1-4-14 0,-2 5-7 16,2 2-11-16,-4 3-9 0,1 9-6 15,-2-2-5-15,0 1-6 0,-1 2-9 0,-2 0-19 0,0 5-13 16,1-1-10-16,-6-1-5 0,6 1-3 0,-2-1-2 16,2 2-15-16,-2-2 0 0,3-2-9 0,-1-2-6 15,-1-4-5-15,5 0-9 0,-4-8 2 0,1-1-4 16,1-3-1-16,0-2-9 0,-1-3-2 0,0-2-11 15,2-2-3-15,-2 2-6 0,0-4-3 0,3-2-28 16,-3-2-34-16,0 0-42 0,0 0-39 0,0 0-40 16,12-14-52-16,-8 3-45 0,0-6-170 0,1-2-480 15,1-1 213-15</inkml:trace>
  <inkml:trace contextRef="#ctx0" brushRef="#br0" timeOffset="9215.6">30487 10634 83 0,'0'-13'261'0,"2"2"-7"0,-2-2-6 0,3 3-9 16,-3-1-5-16,4 2-4 0,0-1-7 0,-1 4-10 16,2 0-26-16,1-1-17 0,-2 3-15 15,1 1-19-15,1-2-14 0,-1 1-12 0,3 3-10 0,-1 0-10 16,2 1-7-16,4 2-11 0,-3 2-9 0,-4-1-6 16,5 1-10-16,-4 1-3 0,1 2-13 0,-1 0-9 15,0 1-13-15,-2 0-6 0,-2 2-2 0,-3 0-3 16,-2 0-4-16,-2 2-2 0,-2-2-3 0,-1 0-5 15,-3 2-7-15,-4-1 2 0,1 0-1 0,-2-1-3 16,3-4 0-16,-2 2 2 0,2-2-7 0,1-1-8 16,-1 1-6-16,1-1-7 0,4-2-14 0,0 1 5 15,2-1-4-15,5-3-13 0,-5 1-20 0,5-1-13 16,0 0-7-16,0 0-18 0,28-3 7 0,-14 0 5 16,9 3 2-16,0-4 10 0,7 0 7 0,4 1 2 15,0-2 7-15,-1-1-10 0,-1 0 6 0,4 0 10 16,-4 0 13-16,-2-3 6 0,-1 0 7 0,-7 2 16 0,-5 2 38 15,6-5 16-15,-13 7 31 0,1-4 20 0,-1-2 27 16,-7 3 9-16,1 1 8 0,-2-3 1 16,1 2-4-16,-6-1-3 0,-1 1-1 0,2-1-7 15,-6 1-6-15,3 2-4 0,-1-1-10 0,-5 1-7 0,-2 2-5 16,2-1-2-16,-1 5-8 0,-2-1-4 0,0 0-3 16,2 3-5-16,0 1-5 0,-1 2 1 0,0 2-4 15,2-1 2-15,3 0-5 0,1-1-1 0,1 3-1 16,1-3-1-16,3 4-2 0,-1-3 0 0,3 2-2 15,3-3 1-15,-2 3-1 0,0-2-1 0,4-2-3 16,-3 1-1-16,2-2-1 0,7 1 3 0,-4-2-4 16,1-2-1-16,2 0-4 0,0 0 2 0,1-2 2 15,0-4-5-15,3 1 1 0,-3-1 0 0,1-1 0 16,-4 0 0-16,3-3-3 0,1-1 4 0,-5 0 1 16,1 0-3-16,-2-2 4 0,-1 2 3 0,3-2-2 15,-6 5 1-15,0 2-7 0,-2-4 5 0,2 3-2 16,1 0-2-16,-3 3 1 0,0 2-3 0,1-6 0 0,-1 6-1 15,0 0-1-15,0 0-2 0,0 0-4 0,0 0-11 16,-13 10-11-16,8-5-16 0,3 0-3 0,-1 3-13 16,1-2-9-16,0 0-11 0,2 2-9 0,0 0-12 15,0 0-5-15,0-3-3 0,2 1-6 0,0 0 6 16,1 0-4-16,-1-1 6 0,3-2 0 0,-2 0 12 16,-3-3 1-16,9 0 22 0,-9 0-2 0,9 0 12 15,-9 0 4-15,9-5 17 0,-2 1 5 0,-1-1 11 16,2 0 18-16,1-4 12 0,-3 6 12 0,3-5 15 15,2 1 14-15,-3 2 9 0,2-3 6 0,-2 2 9 16,2 1 9-16,-1-2-3 0,1 2 1 0,-3 1-9 16,2 0 0-16,-2 2-11 0,0 1 1 0,-2 1-7 15,4 0-5-15,-2 1-1 0,0-1-8 0,-3 2-3 16,1 0-5-16,1 1 1 0,-3 1-2 0,0 0-4 16,-2 1-4-16,2-1-4 0,-2 1 0 0,-1 0 3 15,1 1-7-15,-1-6-1 0,-1 7 1 0,0-2-5 16,-1 1 4-16,0-1-1 0,2-4 0 0,-5 4-1 0,0-4 1 15,5-1 0-15,-9 4 0 0,4-4-2 0,0 1 1 16,5-1 2-16,-11 0-1 0,11 0-1 16,-9-1 3-16,9 1-3 0,-6-4 0 0,6 4-8 0,0-5-8 15,0 5-11-15,10-5-13 0,0 3-14 0,4 0-16 16,4-2-6-16,2 0-14 0,1-1-18 0,11 3-21 16,2-5-17-16,3 1-20 0,0 1-99 0,-2-2-279 15,0 0 123-15</inkml:trace>
  <inkml:trace contextRef="#ctx0" brushRef="#br0" timeOffset="10574.9">31608 10505 43 0,'-6'-3'138'16,"-2"1"-2"-16,-3 0 2 0,-3 0 4 0,1 2-4 15,-2 0-5-15,-3 1-12 0,-1 2-6 0,-1 0-5 0,3 2-3 16,-2 0-7-16,4-2-11 0,3 2-7 0,0 2-7 16,-2-1-5-16,3 5-5 0,3-5-3 15,-2 3-3-15,4 0-3 0,1 0-3 0,0 0-5 16,5-2 4-16,0 2-5 0,0-1-3 0,2 0-1 0,1 0-8 15,-1-5 2-15,4 2-3 0,0 2-2 0,3-2-4 16,0-2-5-16,3-2-1 0,2-1-4 0,-2-1-1 16,0-1-4-16,4 1-3 0,2-3-1 0,-5-2-1 15,0 1-1-15,-5 0 1 0,5-5-2 0,-3 3 0 16,0-4-4-16,-2 4 3 0,-1-2-1 0,-2 1 7 16,1 0 7-16,-2 1 4 0,-1 0 1 0,-3 3 0 15,3-3-5-15,-2 3 0 0,-1 0-2 0,0 4-2 16,-1-5-2-16,1 5-2 0,-6-3-2 0,6 3-1 15,0 0-1-15,-14 3-1 0,9 0 0 0,-2 0-5 16,4 1 4-16,-1 0-4 0,-1 3 5 0,-1-2 1 16,5 1-3-16,-4 1 5 0,5 0 3 0,1-1-7 15,-1 1 1-15,4-2-3 0,0 0 1 0,0 0 3 16,2 1 0-16,-1-3-3 0,4 0-1 0,-2-1 2 16,6 0-2-16,-4-1 5 0,5-2-4 0,-3 1 1 15,1-3-4-15,0 1 5 0,-2-2-4 0,1-1 3 16,-2-1-3-16,1 0 2 0,0 0 0 0,-3-1-3 0,-3 2 6 15,3 0 8-15,-3-2 4 0,-1 2 5 0,4 0-2 16,-5 1 13-16,0-2 0 0,-1 2-2 16,2 0 5-16,-3 4-11 0,1-4-4 0,-1 4-8 0,2-3 0 15,-2 3-5-15,0 0 8 0,0 0-12 0,0 0 1 16,0 0 6-16,0 0-8 0,-6 15 4 0,6-9-4 16,0-2-2-16,-1 3-1 0,-1 0-3 0,2-1 1 15,0 1-3-15,0 0-2 0,2-2 3 0,-1 1-2 16,3 1 2-16,0-2-3 0,-1-3 4 0,0 2 0 15,1 0 2-15,1 0 0 0,1-3 0 0,-2 1 0 16,-4-2 0-16,8 0-3 0,-8 0 1 0,11-6 2 16,-8 2 4-16,-1 1-5 0,4-1-5 0,-2-4 6 15,-3 3-2-15,2 0 11 0,-2-1 1 0,2 0-2 16,1 1 0-16,-2 0-3 0,1 0-2 0,-1 1 7 16,-1-1-9-16,-1 1 3 0,3 2 1 0,-3 2-8 15,3-5 0-15,-3 5-1 0,0 0-1 0,2-3 2 16,-2 3-1-16,0 0 2 0,0 0 4 0,7 13-6 15,-4-10 2-15,-3 1 0 0,1 3 0 0,2-2 5 0,-1 1-9 16,3 0 5-16,-3 0 0 0,1 0-1 16,0 3 2-16,2-5 0 0,-2 2 0 0,1 2-2 15,3-4 5-15,-2 1-1 0,0 1-2 0,-3-3-2 16,5 1 3-16,-3-1 3 0,3-3-5 0,2 1 4 0,-3-1-1 16,2 0-2-16,0-1-3 0,0 1-5 0,1 0-9 15,3-2-13-15,0 0-14 0,-4-2-13 0,3 1-14 16,1-3-10-16,-1 2-11 0,1 0-3 0,-2-2-11 15,-2-1-10-15,2 2 1 0,1-4 12 0,-2 2-5 16,-1-3-2-16,0 0 6 0,-1 0 0 0,1-4-2 16,-2 1 9-16,-1 0 5 0,3-5 10 0,-5 1 3 15,-2-4 17-15,5-1-3 0,-5 0 12 0,-1-4 10 16,0-1 3-16,0 0 14 0,-1-2 18 0,-2 4 29 16,0-3 18-16,1 1 21 0,-2 0 43 0,-2 0 1 15,6 8 12-15,-5 0-2 0,4 1 7 0,-4-3 1 16,5 10-3-16,-2-3 1 0,0 2-5 0,0 5-3 15,2-3-8-15,0 4-11 0,0 3-12 0,0-1-13 16,0 4-9-16,0 0-6 0,0 0-7 0,0 0-4 16,-7 10-1-16,7 0-6 0,-2 3-3 0,1 5-6 15,2 2 3-15,-1 7-6 0,0 1-4 0,2 2 2 16,-1-1-5-16,-1 2-2 0,1-2 4 0,1 1-5 16,1 1 0-16,-1-2-3 0,-2-1 0 0,0-1 1 0,0 1-4 15,0-7-2-15,2-1-2 0,0-3-1 0,0 0-4 16,-1-5 2-16,-1 1-3 0,0-5-6 15,2 2-1-15,-1-4 7 0,0 1-6 0,3-3 1 16,2 1-9-16,0-4-8 0,1 2-3 0,2-3-6 0,1 0 5 16,4-3 1-16,1 2 1 0,-6-2 4 0,5 0 0 15,1-2 4-15,-4 0 3 0,4-1 2 0,-2-1 1 16,2 2 2-16,-5-2 0 0,0 2 1 16,0-2 3-16,-3 2 0 0,-1 0 0 0,-1 0 0 0,-2 2 1 15,2 0 3-15,-2 0-4 0,-3 3-1 0,4-2-1 16,-4 2 2-16,0 0-1 0,0 0 1 0,0 0 2 15,0 0 2-15,8 8 0 0,-7-2-1 0,2 0 0 16,1 0-1-16,0 1 4 0,4 0-1 0,-2 2-3 16,4 2 3-16,-4-3-1 0,11 4 1 0,-8 0 5 15,6-2-3-15,-7-1-4 0,2 0 3 0,0-2-1 16,2 1-1-16,-3 0 6 0,2-3-2 0,-7 2-3 16,3-5-2-16,-3 2 5 0,1 0 2 0,-2-2 10 15,-3-2 7-15,7 3 5 0,-3 0 12 0,-4-3 4 0,0 0 5 16,0 0 5-16,0 0-2 0,0 0-11 15,0 0 0-15,0 0 0 0,0 0 2 0,0 0 3 16,-2-13-1-16,2 13 2 0,-5-9-5 0,5 2-2 0,-1 1 1 16,1 0 1-16,1-4-8 0,2 4-10 0,1-6-1 15,-1 4-23-15,-1-4-24 0,2 2-36 0,1-1-43 16,0 2-53-16,3-3-56 0,0 2-68 0,0-4-174 16,-1 3-496-16,3 0 220 0</inkml:trace>
  <inkml:trace contextRef="#ctx0" brushRef="#br0" timeOffset="10746.77">32436 10212 143 0,'-4'-6'365'16,"2"2"-1"-16,-2 0-3 0,4-1-3 0,0 1-39 16,0-2-32-16,4 1-29 0,0 2-30 0,3 0-18 15,5 3-25-15,1 3-37 0,2-1-43 0,2 4-61 16,2 5-68-16,-2 1-67 0,-2 0-93 0,9 6-94 15,-10-3-189-15,-1 2-505 0,-3-2 223 0</inkml:trace>
  <inkml:trace contextRef="#ctx0" brushRef="#br0" timeOffset="12069.98">19619 11889 217 0,'-4'-12'382'0,"1"2"-6"0,1 1-14 0,0 2-15 15,2 1-12-15,-2 1-30 0,0-2-30 0,2 4-23 16,0 3-28-16,-4-5-19 0,4 5-37 0,0 0-18 16,0 0-12-16,0 0-8 0,19 14-12 0,-10-7-11 0,5 8-10 15,-3-1-14-15,4 0-4 0,-4 4-12 0,4 3-5 16,-3-4-3-16,1 1 1 0,1 6-3 15,-1-6-10-15,-1-1-3 0,-1 0-4 0,-3-2-9 0,4-1 2 16,-5-2-4-16,1-1-5 0,-2-1 0 0,-1-2-3 16,0-1-3-16,0-2 2 0,-1 1-6 0,-2-2 3 15,1-1 6-15,1-1 7 0,-4-2 18 0,3 1 3 16,-3-1-3-16,0 0-1 0,9-10 4 0,-9 4 9 16,3-4-11-16,-3-1-2 0,1 0-2 0,2-10-3 15,0 3-4-15,1-2-3 0,0-6-3 0,-1-1-5 16,0 1-1-16,0 3-2 0,2 3-1 0,-4 1-5 15,3-2-2-15,0 4 0 0,0-1-4 0,-1 7-7 0,1 0-12 16,-1 1-19-16,1 3-22 0,0-3-29 16,-3 5-34-16,2-1-39 0,0 3-30 0,-2-1-20 15,3 3-14-15,-4 1-16 0,13 5-20 0,-5-2-13 0,-2 0-9 16,4 2-10-16,1 2-7 0,0 1-1 0,5 2 1 16,-4-5-153-16,6 3-480 0,-2 0 213 0</inkml:trace>
  <inkml:trace contextRef="#ctx0" brushRef="#br0" timeOffset="13507.41">20261 11858 172 0,'0'-3'194'0,"3"-1"-3"16,-3 4 9-16,0-11-1 0,0 6-1 0,-1 0-2 15,-1-1-1-15,-1-1-11 0,-1 4-9 0,0-3-13 0,-2 1-22 16,-1 3-12-16,1-1-14 0,-2 2-14 16,-1 2-10-16,-1 0-8 0,-2 6-6 0,-2-4-12 15,2 4-7-15,-4 3-4 0,2-1-6 0,-3 2-6 0,3 2-3 16,3 1-1-16,0-1-11 0,0 1-4 0,1-1-2 15,3 0-2-15,1-1-5 0,2-1 4 0,-2-1 0 16,5-1-3-16,-2 2 0 0,3-1-4 0,0-4 2 16,0 2 0-16,3-3-4 0,1-2 3 0,0-1 1 15,3 2-1-15,0-2 0 0,5-3-3 0,-1-2 0 16,4-1 1-16,-5 1-1 0,3-5-1 0,-1 0 0 16,2-4-1-16,0 2-4 0,-1-4-2 0,-6 3 1 15,1 2 11-15,2-2 16 0,-5 2 4 0,1 0 9 16,-2-1 2-16,1 3 8 0,-2 2-4 0,-2-1-8 15,0 2-5-15,1 0-10 0,-2 4-8 0,0-4 17 16,0 4-10-16,0 0-14 0,0 0 1 0,-9 13-5 16,7-7-4-16,-2 3 5 0,3 1-3 0,-1 3-2 0,2-1 0 15,0 1 1-15,2 1-6 0,-1-1-2 16,3 2 1-16,1-5 3 0,1 3-2 0,2 2-2 16,0-3-2-16,4-3 4 0,1 4-6 0,3-5-2 0,0-1-2 15,2-1 1-15,0-3 6 0,-1-2-6 0,1-1 1 16,-2-1-1-16,-2-3 3 0,5 0-1 0,1-2-2 15,-7-1-2-15,3-1-10 0,-2-5-6 0,2-2-5 16,0-4-11-16,-2 1-8 0,2-6-7 0,-10 4-6 16,6-8 1-16,-4-1 1 0,-2 0 7 0,-4 0 9 15,0-2 5-15,0 2 5 0,1 4 18 0,-8-1 20 16,1 7 20-16,2 0 11 0,-3 1 7 0,-4-2 5 16,4 9-3-16,-2-3-1 0,3 4-5 0,-3 1-3 15,-1 1-2-15,2 2-6 0,0 0-6 0,2 1 0 16,-2 3-1-16,0 1-8 0,6 1-1 0,-10 3 1 15,3 2 4-15,3 0-7 0,-1 3 0 0,1 0 2 16,-3 5-2-16,4 5 0 0,1 1-2 0,-1 0-1 0,0 2 3 16,2-2-1-16,-1 8-3 0,2 0 7 0,0-7-2 15,2 2-2-15,0 0 2 0,1-3 2 16,1 3-7-16,-1-3 1 0,4-1-3 0,0 0 3 0,2-1-7 16,-3-2 0-16,0-4 0 0,1-1 3 0,0-2 0 15,1 0-2-15,3-1 0 0,-2-3 0 0,1 0-1 16,-1-1 4-16,4-3 0 0,-8-2 3 0,7 0-3 15,-3-2-1-15,0-4-1 0,1 2 9 0,-1-3-4 16,-1 2-3-16,-1-5 5 0,4 0-4 0,-3-1 4 16,3-2-1-16,-2 0-2 0,0-1 6 0,-4 6 1 15,1-1 7-15,1 1 9 0,-1 0-3 0,0 1 4 16,-2 2-7-16,0 2 6 0,-1-1-5 0,-1 2 2 16,1 0-3-16,-3 4-6 0,4-4-2 0,-4 4-3 0,5-1-5 15,-5 1 5-15,0 0 0 0,0 0-4 16,4 9-2-16,-1-4 0 0,-3 2 3 0,2 3-2 15,0-3-2-15,-2 5 5 0,0-2-3 0,0-1 5 0,2 1-7 16,-4-1 10-16,4 1-5 0,0 1-5 0,-2-3 1 16,2 0 0-16,-2-1 3 0,1-2-1 0,-1 0 1 15,4 0 0-15,-4-2 1 0,3 0 1 0,-3-3 7 16,5 3-6-16,-5-3 0 0,10-1 0 0,-10 1-2 16,8-4-3-16,-1 0-2 0,0-1 6 0,-2-2 0 15,6 0-1-15,-1-2 1 0,-1 0 1 0,2 0 1 16,-3-1-2-16,3 0 5 0,-3 2 2 0,2-3 3 15,-1 2 6-15,-1 1 5 0,-2 2-2 0,-1 1-1 0,-1 0 0 16,-1 2-4-16,2 1-1 0,-2-1-12 16,-3 3 1-16,0 0-2 0,0 0 2 0,0 0 4 15,11 7-8-15,-10-1-4 0,2 0 7 0,-1 3-4 16,0-2 2-16,2 5-1 0,3-2 1 0,-4 1-8 0,2 1 10 16,1-1-3-16,1 1 0 0,2-1-2 0,-1 0-1 15,0-1 3-15,3-2 1 0,0-1-1 16,1-2-4-16,0 2 7 0,2-4-1 0,1-2-4 0,-3-1-1 15,-1-3-1-15,10 3 3 0,-9-3-2 0,1-3 2 16,-2 0-3-16,2 1 2 0,-4-4 2 0,1 0 2 16,-1 0-3-16,-1-1-2 0,-1-2 4 0,0-1-1 15,-1-2-2-15,-1-3 2 0,0 5-3 0,-2 0 2 16,-2-3 1-16,2 3 1 0,-3 2 1 0,0-1 3 16,0 1 7-16,0 1-5 0,-3 4-1 0,3-2-3 15,-1 3-6-15,-2 3-2 0,-2-3 5 0,5 5-2 16,0 0 0-16,-19 6-2 0,11 0-5 0,-2 3 5 0,2 1-1 15,-2 1 0-15,2 5-5 0,-1 0-2 0,-1 0 7 16,3 2 2-16,-2 0 0 0,6 0-4 16,1-1-1-16,-1-1 3 0,4 2-4 0,1-5-1 15,-1 0 1-15,3-2 15 0,4 0-14 0,0 1 1 0,0-5 0 16,5 0 0-16,-2-3 1 0,2-3 3 0,2 2-6 16,5-6 0-16,-3 1 7 0,2-3-2 0,0-1-5 15,1-4 6-15,-2 1 3 0,1-4-7 0,-3 2 5 16,-2-4 14-16,2 2-14 0,1-1-1 0,-1 0 2 15,-2 0 4-15,0-3 18 0,-3 4-1 0,-4 3 12 16,3-2 8-16,-4 3 13 0,1 0 0 0,-1 0 2 16,-2 4 2-16,0 0-9 0,1 2-13 0,-3-2-8 15,0 3 0-15,-2 2-7 0,0 0-1 0,7 7-7 16,-3-4-2-16,-1 2 7 0,-2 1-6 0,2 4-7 16,1 0 3-16,-1 1 0 0,-1 2-1 0,1 4-2 15,3-4-2-15,-2 5 3 0,0 0-3 0,0-3-3 0,-4 2-3 16,4-3-17-16,1-1-31 0,-3-1-17 0,-1-1-36 15,3 1-35-15,0-1-52 0,-2-1-60 0,2-3-68 16,-3-2-249-16,2 2-612 0,3-1 271 16</inkml:trace>
  <inkml:trace contextRef="#ctx0" brushRef="#br0" timeOffset="13696.39">21832 11921 330 0,'-3'-5'362'0,"2"0"-32"16,1 1-29-16,-3-1-35 0,1 1-22 0,0 0-25 15,-2-1-25-15,0 1-39 0,4 4-56 0,-1-4-77 0,-3 2-111 16,4 2-127-16,-6-2-154 0,6 2-401 0,0 0 179 16</inkml:trace>
  <inkml:trace contextRef="#ctx0" brushRef="#br0" timeOffset="29209.84">3279 12419 15 0,'5'-6'280'0,"-2"-4"-12"0,-2 3-22 0,3-3 1 16,-1 1 6-16,-2 2-6 0,-1-1-9 0,2 0-8 15,-4 3-7-15,1-3-1 0,0 0-8 0,-1 3-3 16,-2-3-5-16,0 5-4 0,-1-4-35 0,-1 2-17 16,-2 2-10-16,-1 0-17 0,-2 1-4 0,-3 1-12 15,-8 4-13-15,2 0-5 0,-2 5-19 0,-1-3-2 16,0 1-7-16,-4 9-8 0,2-2-4 0,5-1-3 0,6 2-5 16,-2 1-6-16,2-3 1 0,4 2-9 15,0 2-6-15,4-1-5 0,2-3 1 0,3-1-7 16,1 0-9-16,5 1 3 0,-2 0-2 0,5-5 12 0,2 2-13 15,3 0-9-15,1-4 12 0,7 3-6 0,0-4 4 16,1 0 5-16,0-3-5 0,1 2 0 0,-4-2-3 16,-4 0 8-16,0 0-4 0,-2-1 0 0,0 0-4 15,-8 0 2-15,2-1 2 0,-3 4-3 0,-4-3-4 16,4 2-1-16,-4-2-1 0,-1 8 3 0,-8-3 2 16,-1 1 1-16,-5 4 9 0,-3-2-8 0,0 2 13 15,-6 5-3-15,8-4-29 0,1 2 2 0,4-7 1 16,1 5-2-16,2-4 1 0,1 1-1 0,3 0 1 15,0-3 1-15,3 4 4 0,1-1 1 0,3-1-3 16,2 1 5-16,2 0 1 0,5-2 5 0,7 3-8 16,4-3 2-16,6 1 2 0,-1-2-9 0,9-4-18 15,-4 2-12-15,2-3-6 0,-2-1-16 0,2 1-11 0,-4-3-18 16,1 1-14-16,-11-1-17 0,2 1-28 0,-1 0-18 16,-3-1-27-16,-5 1-24 0,-2-2-24 15,0 2-33-15,-2-2-185 0,1 0-505 0,-6 0 225 0</inkml:trace>
  <inkml:trace contextRef="#ctx0" brushRef="#br0" timeOffset="29616.15">3658 12540 191 0,'6'-10'207'0,"1"2"-3"0,-5-3 6 0,2 6 2 16,0-2-3-16,0 0-3 0,-1 5-8 0,0-5-17 16,-2 4-20-16,-1 3-17 0,3-5-17 0,-3 5-18 15,0 0-10-15,0 0-18 0,0 0-2 0,0 0-8 16,-7 16-7-16,7-5-3 0,-7-2-8 0,2 6-2 15,1-4-6-15,-4 7-4 0,1-2-8 0,-5 2 1 16,5-1-7-16,-3 1 0 0,2 0-13 0,-1-2 8 16,2 0-6-16,-3 0-13 0,1-4-7 0,2-1-11 15,2-1-10-15,-1-2-10 0,2-1-6 0,-3-2 7 16,3-1-4-16,0-3-13 0,4-1-11 0,0 0-9 0,0 0-5 16,-8-5 0-16,5 0 0 0,3-2 0 15,-4-3 0-15,4 1 0 0,4-3 5 0,-4 1 7 16,2-3 13-16,-2 2 12 0,2 0 17 0,0-1 24 0,-1 2 18 15,-1-1 15-15,0 2 10 0,0-1 13 0,0 5 10 16,0-1 5-16,1 1 0 0,-1 2-3 0,0-1-8 16,0 5-10-16,0-5-6 0,0 5-5 0,3-5-6 15,-3 5-2-15,0 0-4 0,0 0-5 0,15 6 2 16,-5 1-8-16,-1-2-3 0,3 1 3 0,5 3-1 16,2 0-7-16,1-1-8 0,1 0-12 0,0-1-11 15,6 2-26-15,2 1-32 0,-1 1-19 0,-6-5-27 16,7 2-19-16,-5-3-25 0,8-3-24 0,-12 1-156 15,2-2-376-15,1 0 167 0</inkml:trace>
  <inkml:trace contextRef="#ctx0" brushRef="#br0" timeOffset="30100.58">4100 12605 198 0,'-4'-6'196'0,"-5"0"-5"16,-2 0-11-16,3-1-5 0,-3 2-8 15,0 0-7-15,-3 0-11 0,2 2-7 0,-2 1-13 16,1 0-9-16,-1 1-15 0,2 1-7 0,-3 3-14 15,3 2-8-15,-3-2-6 0,4 3-5 0,0 0-3 0,-1 2-10 16,4 1-5-16,-2 0-5 0,6 0-6 0,-3 3-4 16,5-1-4-16,0-1-1 0,2-1-5 0,-1 3-6 15,4-6-2-15,3 2 1 0,1-1-5 0,3-3 1 16,-2 1-6-16,4-1-3 0,-1-1 4 0,4-2-3 16,-3 0 0-16,2-2 2 0,-1 1-3 0,0-4 1 15,-1 3-1-15,-1-3-1 0,-2-1 1 0,-1 2-2 16,2 1 3-16,-5-2 3 0,1 2-1 0,-1-4 2 15,1 4 2-15,-1-2-5 0,-1 3 3 0,0 0-3 16,-2-4-1-16,2 1 1 0,-4 4 1 0,10-5-1 16,-3 3 0-16,4 1-2 0,4 1 2 0,-1 0-1 15,5-3-2-15,0 3-2 0,11-2-5 0,4 6-6 16,-1-4 0-16,4 1-3 0,-1 0-3 0,2-1-6 16,3 2-8-16,1 0-4 0,-3-1 2 0,5 1 1 15,9-2 5-15,-10 2 4 0,-4-2 2 0,0 0 4 16,-1 0-4-16,-4-3 6 0,1 1 2 0,-13 2-1 15,-7-2 7-15,0 1 8 0,-3-1 6 0,-5 2 7 0,0-3 2 16,-3 0-1-16,-1 0-4 0,-3-1 0 0,0 4-2 16,-3-8 0-16,-2 5 6 0,-2-1 5 15,3-2 6-15,-6 1 0 0,5 0 0 0,-1 0-2 0,-2 2-1 16,4 0-4-16,-2 0-1 0,0 1-1 0,2-1-10 16,1 1-11-16,3 2-25 0,0 0-21 0,0 0-9 15,0 0-9-15,0 0-30 0,0 0-31 0,0 0-33 16,0 0-37-16,19 7-122 0,-15-6-347 0,4 2 154 15</inkml:trace>
  <inkml:trace contextRef="#ctx0" brushRef="#br0" timeOffset="31022.56">4987 12510 118 0,'0'0'162'0,"0"0"-2"0,0 0-16 16,0 0-5-16,0 0-10 0,-3 16 7 0,5-8-15 0,-2 4-1 16,1 0-6-16,0 6-7 0,2 3-7 0,0 5-11 15,5 1-5-15,-4-2-7 0,-1 7-6 16,2-1 0-16,-2 1 8 0,2-1-7 0,0-2-6 0,0 3-5 16,-1-4 2-16,3-1-1 0,1-1-4 0,-7-7-3 15,5 0-6-15,-3-1-5 0,3-5-2 0,-6 0-6 16,3-5-2-16,-3 0-3 0,4-1 18 0,-4-2 44 15,1-2 53-15,-1-3-9 0,2 3-3 0,-2-3-18 16,0 0-15-16,-6-11-12 0,5 2-5 0,-7-3-8 16,3-2-6-16,-1-5-10 0,-1-7 1 0,0-2-21 15,1-3-6-15,-1-1-18 0,4 1-15 0,0-4-7 16,2-1-5-16,-2 1-3 0,0 2 0 0,1-2 1 16,0 8 2-16,-1-1 1 0,1 8 0 0,2 1 1 15,-3-1 4-15,2 5-2 0,1 2 1 0,-4 3-2 16,3 0 5-16,-1-1-5 0,2 5 2 0,0 1-2 15,3-2 0-15,1 3-1 0,2 2 2 0,0 0-2 16,1 1 2-16,1 1 2 0,3 1-4 0,-4 3-1 0,2 0-5 16,1 3-4-16,-1-2-9 0,4 1-3 15,-6 4-5-15,3-3-1 0,-3 4-4 0,3-1-1 16,-2 0-1-16,-2 0-1 0,0 2 5 0,-3-2 3 16,-2-1 3-16,-1 4-2 0,3-3 5 0,-6 2 3 0,-1-3 0 15,-2 1 6-15,-3-1-2 0,4-2 3 0,-8 1 1 16,3-3 1-16,-4-1-2 0,-6 1-1 15,6-2-3-15,3-3 1 0,-3 0 3 0,3 0 5 0,2-3-4 16,0-2 3-16,6 0-1 0,-3 0-4 0,5-4 3 16,1-1 0-16,4-3 3 0,3-3-2 0,3 0 5 15,3-2 2-15,2-7-1 0,4 1 0 0,0-2 6 16,2-3-1-16,0 2-1 0,1 1-1 0,-3-2 4 16,3 0-1-16,-6 2 5 0,2 2 12 0,-5 6 16 15,-2 2 10-15,-1-1 12 0,-6 6 8 0,4 2 7 16,-4-2 5-16,0 6 5 0,-1-1-9 0,-2 1-2 15,1 1-9-15,-1 0-11 0,-1 4-12 0,0 0 1 16,0 0-7-16,0 0-3 0,0 0-2 0,-3 18-1 0,2-7-4 16,-2 1-1-16,3 4-2 0,0 3-1 15,0 1-1-15,0 1 3 0,-1 5-4 0,2 3-5 16,2-4 4-16,2 2-3 0,1 0 0 0,-2-1 1 16,3-1-1-16,1-3 0 0,-3-3-1 0,5-1 0 0,-1-2 4 15,-1-1-7-15,2-1-3 0,1-4 3 0,-3-1-3 16,-1-2 2-16,5-1-1 0,-1-4-2 0,-3 0 3 15,-1-4 0-15,5 0-1 0,-1-2 4 0,-3-4-2 16,3 2-1-16,-4-1-2 0,1-5 1 0,0 2 5 16,-1-2 1-16,-3 2 6 0,0-2 15 0,-4 1 7 15,3 1 20-15,-3-1 6 0,0 2-2 0,-1 3-5 16,1-2-10-16,-2 3 7 0,-1 2-13 0,2-3-6 16,-3 2-3-16,4 4-12 0,0 0 2 0,0 0-5 15,-18 8-1-15,14-4-3 0,2 5-18 0,0 0-8 16,1 1-11-16,-2 3-24 0,3-2-6 0,1 1-19 15,1 2-23-15,3 2-19 0,-2 1-24 0,1-4-34 16,-2 3-30-16,2-7-38 0,-1 6-47 0,0-2-170 16,0-6-499-16,-2 6 221 0</inkml:trace>
  <inkml:trace contextRef="#ctx0" brushRef="#br0" timeOffset="31366.29">3139 13170 16 0,'-19'5'245'16,"9"-1"-25"-16,2-3-20 0,4 4-12 0,2-2-3 15,2-3-1-15,14 8-1 0,5-3-12 0,16-1-13 16,17 2-10-16,11 0 5 0,36-2-8 0,3-2 12 16,-1-4-19-16,6-2-5 0,2-2-9 0,5 3-13 15,4-2-6-15,2-5-12 0,0 7-13 0,-3-8 9 16,-1 5-20-16,-5 2-8 0,-5-3-2 0,-4 0-14 16,-4 2 2-16,-31 3 0 0,-1 0-9 0,0 1-5 15,-8-1-6-15,-17 4 0 0,-6-3-40 0,-6 3-55 16,-13 2-39-16,-6-3-25 0,-6 2-56 0,-4 0-86 0,0-3-210 15,-18 7-522-15,1-1 231 0</inkml:trace>
  <inkml:trace contextRef="#ctx0" brushRef="#br0" timeOffset="34379.31">7563 12596 34 0,'0'0'157'16,"-4"-4"-5"-16,4 4 1 0,0 0-2 0,0 0-7 15,0 0-3-15,0-4-12 0,0 4-8 0,0 0-9 16,0 0-10-16,0 0-11 0,0 0-10 0,0 0-8 0,0 0-6 16,0 0-11-16,0 0-4 0,0 0-7 15,0 0-5-15,0 0-7 0,0 0-1 0,0 0-2 16,0 0-5-16,-1 16 0 0,1-13-4 0,0 2-4 0,0 0 2 16,1 2-4-16,-1 2-1 0,4-3-4 0,-4 5 2 15,0-3-4-15,1 2 0 0,2-2 1 16,-1 4-2-16,-1-3-1 0,3 1 2 0,-4 0-1 0,1 2-1 15,2-3-1-15,-1 1 1 0,0 0 0 0,1 1-2 16,1-1 0-16,0 0-1 0,-3 0 0 0,2-2 2 16,-2 1 0-16,2-1 0 0,-1-2 1 0,2 1-2 15,-3 3-1-15,3-3-1 0,-1 4 2 0,-3-5-2 16,1 3 0-16,2-4-1 0,1 3 2 0,-3-2-2 16,1 1 2-16,-1-1-3 0,2 0-2 0,-3 0 5 15,1-1-4-15,-1 0 2 0,0 1 1 0,4-1 2 16,-4-1-4-16,0 1 3 0,0 1-8 0,2-1 8 15,-2 0-6-15,2-2 7 0,-2 3-2 0,0-2-2 0,0 2-3 16,2-3 7-16,-1 1 0 0,0 1-8 16,-2 1 3-16,1-3 0 0,0 2 1 0,0 1 2 15,0-6-4-15,1 9 5 0,1-7-1 0,-1 4 1 0,-1-1-2 16,0-5 1-16,3 6-6 0,-3-2 5 0,1-1-1 16,-1 2 1-16,4 1-1 0,-4-4 3 0,1 2 1 15,1 2-3-15,-2-6-1 0,1 6 1 0,-1-4 1 16,2 2 0-16,-1-1 2 0,-1-3-2 0,0 6-4 15,3-2 4-15,-3-4 1 0,1 6 0 0,-1-3-2 16,0 1 0-16,0 0-1 0,0-4-1 0,0 7 0 16,3-3 0-16,-2 2 1 0,-1-1 1 0,0-2-2 15,0 1 1-15,0 3 3 0,3-2-8 0,-2 0 7 16,1-2 4-16,-2 2-4 0,1 0-1 0,1 2 1 16,-1-3 1-16,-1 4-2 0,3-3 1 0,-2 0 0 15,-1 3-4-15,0-2 3 0,2 0-1 0,-2-1 0 16,3 2 0-16,-3-1 2 0,0 1-1 0,2 1-4 0,-1-3 7 15,-1 1-4-15,1 3 1 0,-1-4-1 0,0 0 3 16,0 2-1-16,2-2-1 0,-1 0 0 16,0 2-2-16,-1-2-2 0,2 3 3 0,-2-4 2 0,0 3 2 15,0-2-6-15,1 0 2 0,-1-2 2 0,0 2 1 16,0 2-5-16,0-2 3 0,3-1 0 0,-3 4-1 16,3-3 0-16,-3-1 0 0,0 2 0 0,0 1 2 15,0-2-2-15,1 1 0 0,-1 1 0 0,1-2 1 16,-1 1-2-16,0 1 3 0,0 0-2 0,2-2-1 15,-1 3 3-15,-1-2-2 0,2 2-3 0,-2-1 3 16,1-3 2-16,-1 3-4 0,0 1 1 0,0-1 3 16,0 0-1-16,4 2 2 0,-3-3-5 0,-1 1 8 15,0 1-4-15,0-1 3 0,4 1-8 0,-8-1 4 16,8 1 4-16,-4-2-6 0,0 3 4 0,2-1 1 16,-1 0-4-16,-1 0 5 0,1-1-1 0,-1 0 2 0,2 2-1 0,-1-2 0 0,-1 1-1 0,0 1 1 15,1-3-2-15,1 3 2 0,-1 2 5 16,-1-3-2-16,2 1-5 0,-1-1 3 0,0 2-1 15,1-2-2-15,0 1 5 0,0-2-2 0,-2 1-1 0,-2 2 1 16,2-2 2-16,2 0-5 0,-2-1-3 0,0 4 6 16,-2-3-3-16,2 3 1 0,0-1-1 0,0 0-1 15,2 4 4-15,-1-7-5 0,2 5 0 0,-2-1 3 16,-1-1-6-16,1 3-2 0,1-1 6 0,-2-1 0 16,1 2 0-16,-1 0 1 0,0-1 0 0,0 1-1 15,0 0 1-15,0 0-1 0,1 3-2 0,-1 1-1 16,3 0 2-16,-7 1 1 0,3-6 1 0,2 5 0 15,-1 0-1-15,0 1 3 0,-1 0 25 0,1 0 0 16,0 0-2-16,0 0-5 0,1-2-3 0,-2 1 3 0,-1 1-7 16,1 0 0-16,1 0-4 0,1 1-2 15,-2-3-1-15,2 4 2 0,-1-2-1 0,0 1-3 16,0-1 3-16,-1 2-7 0,0-2 3 0,-2 1-1 0,6-1 4 16,-1 2-5-16,0-2-3 0,0 2 5 0,1-1-4 15,-3 1-2-15,0 0 4 0,0-1-1 0,2 0 0 16,-1-1-1-16,2 1-2 0,-3 0-3 15,1-1 5-15,1 0-5 0,0 0 6 0,1 2-2 0,-3-2 2 16,0 1 2-16,1 1-5 0,2-2 1 0,-3 3-4 16,3 7 5-16,-1-9 0 0,-2 1 0 0,2 1 0 15,0-1-2-15,1-1-1 0,0 3 6 0,-2 0-1 16,1-2 2-16,-1 1 0 0,0 6 2 0,1 0 18 16,-1-7-4-16,1 7 3 0,-1 0-3 0,-2-4-4 15,2-2 4-15,2 0-7 0,-2 6 3 0,-1-1-6 16,0-4-3-16,1 3-4 0,3 2 1 0,-4-5 1 15,0 5 0-15,0-2-3 0,0-3-1 0,0-2 3 16,0 8-2-16,0-7 0 0,-4 7 3 0,4-2-6 0,0 2 1 16,-1 0-2-16,-3 2-1 0,3-1 3 15,-2 1-1-15,4 0 3 0,-4 0-2 0,2 2-5 16,1-1 12-16,-1 1 1 0,-2-4-1 0,-1 3-3 16,2-1 0-16,1 2-1 0,0 2 4 0,-1-3-6 0,0-1-1 15,-1 1-1-15,0-2 0 0,2 2 2 0,1 1-2 16,0-2 0-16,0 1 1 0,-3-1 0 15,6-2-3-15,-3 1 2 0,1 1 3 0,2-1-4 0,-3 1 0 16,5 0 4-16,-5 0-1 0,0-1-1 0,3 5-1 16,0-3-12-16,1-2 1 0,-3-1 1 0,2 0-2 15,3-2 13-15,-1 4-10 0,-5-3 1 0,5-6 3 16,-5-1-1-16,3 1-1 0,-2-2 2 0,2 3 1 16,1-3-2-16,-4-1 3 0,3 0 7 0,-3-5-5 15,0-1-4-15,0 1 3 0,4-1-16 0,-4-2-20 16,1-2-19-16,-1 0-28 0,-1-3-21 0,1-3-42 15,0-2-59-15,0 0-213 0,0 0-453 0,0 0 200 16</inkml:trace>
  <inkml:trace contextRef="#ctx0" brushRef="#br0" timeOffset="35444">7517 12650 139 0,'0'0'266'16,"0"0"-21"-16,0 0-21 0,0-7-19 0,0 7-20 15,0 0-17-15,0 0-22 0,0 0-13 0,0 0-17 16,0 0-12-16,0 0-12 0,0 0-7 0,-4 11-10 0,2-4-9 16,0 1-6-16,-2-1 0 0,1 5-6 0,-2-2-2 15,1 2-5-15,-2-2-3 0,1 1-6 16,-2 2 0-16,1-1-3 0,-4 3-3 0,4-3-1 0,-1 0-3 16,0-1 5-16,1-1-7 0,2 0-1 0,-2-5 0 15,2 0-2-15,1 3-3 0,2-4 8 0,-2-2 17 16,2 2 11-16,1-4 20 0,-5 7 26 0,5-7 17 15,0 0-17-15,0 0-11 0,0 0-7 0,10-15-9 16,-7 6-6-16,5 1-12 0,-1-4 0 0,0 1-1 16,5-3-4-16,-5 2-7 0,2-2-12 0,-1 2 24 15,2 0 2-15,-3 0 1 0,-1 2 10 0,0 0 1 16,-1 0-1-16,0 3-2 0,-1 2-6 0,-3-1-3 16,3-1-11-16,-2 3-7 0,0 2-1 0,-2 2-12 15,5-6-3-15,-5 2-4 0,0 4-2 0,0 0-10 16,7-1 4-16,-7 1-3 0,10 7 1 0,-6-3-11 15,0 1 10-15,4 5-5 0,3-1 2 0,0 8-2 16,1-2 0-16,6 6-26 0,4-1-22 0,2 2-34 0,5 1-29 16,-5-2-32-16,5 1-51 0,1 2-57 15,2-1-74-15,-2 1-314 0,-1-4-686 0,-2 2 304 16</inkml:trace>
  <inkml:trace contextRef="#ctx0" brushRef="#br0" timeOffset="38112.5">7125 16675 66 0,'0'0'115'0,"0"0"8"0,0 0-5 16,11 0 0-16,-11 0-14 0,4 1 3 0,-4-1-11 0,11-1-14 15,-11 1-4-15,15-3 2 0,-7 2-13 0,2 0-11 16,2-2-11-16,-1 0 3 0,3 0-6 15,0 1-6-15,0 0 3 0,6-2-2 0,-1 0 7 16,1 1-5-16,1 0 0 0,-2-2-5 0,3 1-2 0,-2 1-2 16,10-2 6-16,0-1-7 0,-7 3-4 0,7-2 0 15,-8 1-2-15,11 1-2 0,-2-5-3 16,-4 4 1-16,3 2-4 0,2-1-5 0,-4-3 3 0,2 0-2 16,-1 1-3-16,2 3 0 0,0-4 1 0,-1 1-1 15,0 3-1-15,-2-1 1 0,4 2-5 0,-4-4 5 16,2 3 1-16,0 2 2 0,0-2-10 0,-7 1 7 15,7 1-3-15,0 0-2 0,-8 0 0 0,8-3-2 16,-7 2 1-16,7 0 5 0,-2-1-6 0,-3 2-1 16,6 3 3-16,-9-2 0 0,5-2-4 0,-4 2 3 15,7-1-3-15,-7 2 0 0,-1-2 4 0,10 2 2 16,-12 0-4-16,11 1-4 0,-1-3 3 0,4 2 2 16,-3 0 0-16,1-1-8 0,0 1 8 0,2 0 1 15,1-1-4-15,-2-1 1 0,0 2-2 0,2-1 2 16,-2 2 0-16,2-3 2 0,2 0-4 0,-3 4 0 15,7-1 10-15,-6-1-10 0,-1-1 3 0,4 0 0 16,-4 3 1-16,0-4-4 0,4 2 2 0,-4-2 2 16,4 3 2-16,-1 0-5 0,-2-2-4 0,-2 2 9 15,5-5-3-15,-3 5 0 0,4-2 1 0,-5-1 1 0,2 0 0 16,0 0-3-16,0 1-3 0,4 0 3 16,-3-1 1-16,-2 0 0 0,7 2-6 0,-4-1 2 15,0-1 6-15,2 3-1 0,-1-2-5 0,-1-2 1 16,0 1 3-16,2 1-5 0,-2 1 7 0,0-2-1 0,0-2-2 15,0 4 1-15,-1 0-4 0,-2-1 0 0,3 0 3 16,2-1 2-16,-3 3-4 0,2-2 4 16,-1 0 5-16,-3 2-10 0,2-6 5 0,-3 7-1 15,8-4 2-15,-5 0-7 0,0 0 7 0,-1 0-2 0,2 0-4 16,-1 2 0-16,-3-2 1 0,3 1-2 0,2 1 7 16,-1-1 2-16,-4-1-7 0,3 2 5 0,-3-1-1 15,0 1-4-15,0-1 5 0,0-1 1 16,5 1-4-16,-2-1-1 0,-3 0 3 0,4-2-2 0,-4 3 0 15,2 0-2-15,2-3 7 0,-3 3-6 0,2-1 2 16,0 0 0-16,-3 0 0 0,2-1 5 0,1 1-6 16,0-2 1-16,-2 0-2 0,1 1 2 0,-1 0 1 15,-2 1-4-15,-1-3 1 0,1 4 0 0,1-4 1 16,-2 3 0-16,-2-4 2 0,1 4-2 0,-2-1 1 16,0 1-2-16,1-2-2 0,-6 0 3 0,5 2-4 15,-1-1 4-15,4-1 1 0,-8 1 2 0,5 1-9 16,-1 0 6-16,-5 0-1 0,7-6 3 0,-5 5 0 15,2 1-3-15,-1-3 2 0,2 4 2 0,-3-1-5 16,6-1 4-16,-2 0 1 0,0 0-2 0,-1 1-5 16,3 0 9-16,-2-1-7 0,1 2 6 0,0-1-3 15,-2-4-3-15,-3 3 0 0,-4 0 2 0,9 1-1 16,0-4-2-16,1 8-5 0,-1-6 10 0,-8 0 0 16,7 2-4-16,1-5 5 0,-2 5-4 0,-5 2-6 0,2-5 9 15,0 2 2-15,4 1-7 0,1 0 8 0,-7-1-6 16,6-2 4-16,-5 3-5 0,6-1 2 15,-7 1 0-15,6-1-3 0,-2 0 0 0,-4 1 7 16,0-3-6-16,2 2 0 0,5 1 2 0,-7-1-1 0,7-2-2 16,1 0 2-16,-4 2 6 0,3 0-5 0,0-1-3 15,-5 1 5-15,3 2 0 0,3-1-5 0,-2-1 3 16,1 1 0-16,-8 0 4 0,3 0-6 16,1-4-1-16,-1 3 0 0,2 1 6 0,-3 0 2 0,8-1-6 15,-11 1 3-15,9-1-1 0,-8-1-3 0,8 2 0 16,-5 0 5-16,-1 0-2 0,5-1 0 0,-7 0-3 15,8-1-4-15,-6 2 12 0,4-2-5 16,-3 2 1-16,3-3-2 0,-3 3 0 0,3 1 4 0,2-1-3 16,-8 0-3-16,7-1 4 0,-1 1 1 0,4-1-3 15,-8 1-3-15,7-1 11 0,-1-1-7 0,3 1-2 16,-3 0 2-16,0-2 2 0,1 1-4 0,-1 2 2 16,1-3-5-16,-1 3 4 0,0 0 1 0,3 0 0 15,-5-3 2-15,4 1 1 0,2 2-5 0,-2-1 5 16,1-2-4-16,0 3 1 0,-1 0 2 0,0-1-1 15,-3 0-2-15,4-1-1 0,1 1 5 0,-1 0-2 16,1 2-2-16,0-2 3 0,-2 0 5 0,-1 1 12 16,2-2 1-16,-3 1 0 0,4-1-1 0,-3 1-3 15,-1 0-3-15,2 0-2 0,-2-1 3 0,-2 1 2 16,2 0-10-16,-8 1 2 0,9-1 1 0,-1 2 0 16,-7-1-3-16,2-3-2 0,3 3 3 0,-3-1-5 15,6-1 1-15,-1 0 1 0,0 1-1 0,-8 1 1 16,2-2-1-16,-1-1-2 0,2 3 6 0,3-3-6 15,-6 1 2-15,1 0-2 0,0 1 1 0,-1-1 0 16,0 0 0-16,-2 0 5 0,-1 2 12 0,0-1-2 16,0 0 2-16,2-1-1 0,-4 2-2 0,4-2 0 15,-8 1-2-15,6-1 0 0,-5 2-6 0,2-3 0 16,-2 2 2-16,4 0-3 0,-3 1-5 0,-1-3 11 0,4 2-5 16,-3-1-4-16,0 0 1 0,0 2-5 0,-1-1 2 15,5-2 4-15,0 0 2 0,-6 2 0 16,1 0 9-16,6 0 0 0,1-2-3 0,-3 1 2 15,-4 1-4-15,6-2 2 0,-6 2-2 0,6-2-3 0,0 0 1 16,-1 1 5-16,0-1-10 0,1 2 3 0,2 0-2 16,-3-2 1-16,4-3-3 0,-1 3-1 0,-8 2 0 15,7-2 1-15,-7 2-3 0,5 0 4 0,1-3-3 16,-2 2 0-16,-3-1-1 0,-1 1 1 0,-1 1-1 16,1 0-1-16,-6 1 0 0,6-3 0 0,-5 3 2 15,-1 0-3-15,3-1 2 0,-3 1-4 0,-2-1 3 16,-6 1 0-16,10 0 0 0,-10 0-1 0,9-1 0 15,-5-1 0-15,-4 2 0 0,0 0 3 0,10-1-3 16,-10 1 3-16,4-1-3 0,-4 1-2 0,0 0 4 16,0 0-1-16,13 0-1 0,-9 1 0 0,-4-1-4 15,7-1 4-15,-7 1 2 0,7-1-1 0,-7 1-2 16,9-2 1-16,-2 4 1 0,0-5-1 0,-7 3-2 16,11 0 0-16,-3 0 0 0,-3 1 5 0,2-2-3 15,-7 1 3-15,11 0-3 0,-11 0-2 0,15 0 9 16,-9 0-6-16,-6 0 1 0,9-1-2 0,-9 1-1 15,11 0 2-15,-6-1-3 0,-5 1 5 0,11-3-3 16,-4 1-2-16,-7 2 0 0,11 0 1 0,-4 0 1 16,-7 0 2-16,15 0-5 0,-10-1 0 0,1 2 4 15,3-2-2-15,-2 1-1 0,1-1 4 0,-1 3-1 0,0-2-4 16,0-1 7-16,0 0-1 0,-7 1-2 16,13 1-1-16,-6-2 3 0,0 0-4 0,-7 1-1 15,12 0 4-15,-12 0-1 0,9-2-2 0,-9 2-1 16,9 0 0-16,-9 0 5 0,6-1-4 0,-6 1 1 0,6-1 2 15,-6 1-3-15,0 0 0 0,5-1 1 0,-5 1 1 16,0 0 0-16,0 0-3 0,8-2 4 16,-8 2-4-16,0 0 4 0,0 0-3 0,0 0 2 15,0 0-1-15,0 0 1 0,3-2-2 0,-3 2-1 0,0 0-1 16,0 0 0-16,0 0-3 0,0 0-11 0,0 0-14 16,0 0-20-16,0 0-24 0,0 0-38 0,0 0-32 15,0 0-33-15,0 0-31 0,0 0-132 16,0 0-368-16,0 0 163 0</inkml:trace>
  <inkml:trace contextRef="#ctx0" brushRef="#br0" timeOffset="38534.35">17394 16273 29 0,'0'0'144'0,"0"0"-7"0,0 0-14 16,-3 6 6-16,3-6-7 0,0 0 6 0,3 9 7 15,1-6-12-15,-2 1 6 0,3-1-11 0,2 2-5 16,2 1-13-16,1-1-7 0,2 2-8 0,0 0-11 15,2-2-6-15,2-1-4 0,2 3-7 0,0-2-7 16,-5-2-6-16,1 0-9 0,-2 1 4 0,4 0-5 16,-5-2-5-16,-2 0 4 0,0 0-5 0,-4-1-5 15,4 1 1-15,-5-1 13 0,-4-1 3 0,5 0-2 16,-5 0 1-16,8 2-3 0,-8-2-3 0,0 0-4 16,1 4-1-16,-1-4 16 0,-5 6 12 0,-3-1 7 15,4-3-4-15,-6 3-2 0,-4 1-5 0,3 2-3 16,-7 0-7-16,0 4-2 0,-1-4-4 0,-4 8-4 15,-3-1-4-15,0 1 0 0,2-1-4 0,-1 3-7 0,6-7-34 16,-4 7-40-16,0 2-55 0,9-11-85 16,-5 6-276-16,7-1-511 0,0-1 226 0</inkml:trace>
  <inkml:trace contextRef="#ctx0" brushRef="#br0" timeOffset="39469.01">11824 17340 197 0,'-1'-5'280'16,"1"0"-19"-16,0 5-17 0,-3-5-15 0,3 5-13 15,0-6-13-15,0 6-22 0,0 0-20 0,0-5-10 0,0 5-17 0,0 0-20 16,0 0-13-16,0 0-10 0,0 0-11 0,0 0-9 15,0 0 0-15,0 0-9 0,10 16-6 0,-9-8-6 0,2 2-2 16,1 7-10-16,1-5-2 0,-2 5-4 16,1-1 6-16,-1-3-11 0,2 2-18 0,-2 2 22 15,0 1-18-15,1 0-10 0,1-3-24 0,-3-1-15 16,0-1-21-16,2 0-26 0,-1-2-36 0,0 1-40 0,1-2-49 16,-1 1-38-16,1-6-138 0,-4-1-415 0,4 1 185 15</inkml:trace>
  <inkml:trace contextRef="#ctx0" brushRef="#br0" timeOffset="40765.82">12046 17149 76 0,'0'-10'251'0,"-1"-1"-4"15,-2 4-10-15,3-1-9 0,0 3-9 0,0 0-9 16,0-3-6-16,-1 5-8 0,1-2-11 16,0 0-16-16,0 5-13 0,-2-5-22 0,2 5-12 15,-1-4-14-15,1 4-17 0,0 0-13 0,0 0-8 0,0 0-2 16,0 0-10-16,0 0-6 0,0 0-5 0,7 17-4 16,-7-10-12-16,1 0 1 0,-1 2-1 0,0 0-7 15,0 1-1-15,0 2 1 0,0 1-3 0,0-1-6 16,-1 1 0-16,-2-1 2 0,3 0-4 0,-4 5-1 15,1-5-3-15,-1 6 0 0,1 1 2 0,-2-7-5 16,4 4 0-16,-1 1 0 0,0-2 0 0,0 6 4 16,0-4-7-16,0 0 5 0,2 0-2 0,0-1-1 15,0-1 2-15,2 0 5 0,-2-4-5 0,2 3-4 16,2-1 2-16,-1-1 4 0,2 2-4 0,-1-4 5 16,2 0-3-16,-2 0-4 0,2 0 4 0,-1-4-1 15,3 0-2-15,-4 1 1 0,3-2 1 0,-3 0 1 16,3 2 0-16,1-5-1 0,-4 1 7 0,4-2-10 15,-1 0 3-15,0-1-2 0,-7 0 1 0,15-1 0 16,-8-3 4-16,0 4-5 0,-1-4-1 0,2 0 0 16,-4 0 0-16,2-1-2 0,-2-1 4 0,-1 2-3 15,2-5 1-15,-1 3 6 0,0-2-12 0,-1-1 3 16,0 0 1-16,-3 1-2 0,1-1 2 0,1 2 0 16,-2-1 10-16,0 3-11 0,0-3-1 0,0 2 2 15,-2 2-3-15,1-1 5 0,-2 0 2 0,2 0 3 16,1 5-20-16,-6-4 7 0,2 2 0 0,4 2 0 15,-11-1-3-15,11 1 2 0,-12 3-1 0,6-1 1 16,1 1-3-16,0 1 1 0,-1 2 5 0,2-1 0 16,0 2-5-16,0-2 2 0,1 0 2 0,-1 1-2 15,0 1-5-15,4-1 2 0,3-2-1 0,-2 0-2 16,3 1 3-16,2-1 0 0,-1-2-2 0,2 2 3 16,5-2 7-16,-1-1-5 0,0 0-3 0,5-2 4 15,-2 0 0-15,6-2-2 0,1 0 8 0,1 1-2 16,-4-1-2-16,3 1 1 0,-3-2 0 0,-5 1 7 15,2 0-10-15,-1 1 4 0,-3 1-1 0,-2-2 3 16,-3 2-1-16,2 0-6 0,-1 1 0 0,-7 0 3 16,11-2 3-16,-11 2-5 0,6 2-2 0,-6-2 5 15,7 2-4-15,-7-2 0 0,4 4 4 0,-3 0-6 16,2 0 5-16,-3-4-1 0,0 7 2 0,0-3 1 16,-3 0 2-16,3-4-4 0,0 8 1 0,-1-4 0 0,1-4 0 15,-3 5 8-15,3-5-7 0,-1 5 1 16,-2-2 2-16,3-3 11 0,-4 2 15 0,4-2 18 15,0 0 23-15,0 0-4 0,0 0-10 0,0 0-1 16,0 0-5-16,-6-9 0 0,4 5-2 0,2 4-7 0,-3-9-3 16,6 4-7-16,-6 0-2 0,3 1-8 0,-1-1-9 15,1-2-1-15,1 4-9 0,-1 3-20 16,3-8-25-16,-3 3-28 0,4 0-29 0,0 0-26 16,4 0-15-16,-4 0-22 0,6-1-18 0,2 2-10 0,3 1-18 15,-1-2 3-15,1 3 1 0,5 0 15 0,-1-2 11 16,2 0 13-16,-1 0 20 0,-1 2 18 0,1-1 10 15,-2 2 13-15,4-2 16 0,-9-2 6 0,1 5 19 16,-3-5 14-16,4 3 25 0,-7-1 24 16,2 2 35-16,-4-2 20 0,0-1 27 0,-2 0 7 0,0 2 26 15,-4-2-17-15,4 0 3 0,-4 4-4 0,-3-8 0 16,2 5 0-16,1 3-10 0,-5-5-4 0,0 2-13 16,0 2-7-16,5 1-7 0,-15 0-4 0,8 1-8 15,-1 0-4-15,-4 3-1 0,2 2-8 0,2 1-2 16,-4 2-2-16,4 1 6 0,-2-2-13 0,1 0 1 15,2 2 0-15,0 0-5 0,2-1-3 0,1 0 6 16,2-3-8-16,-2 2-1 0,2-1 3 0,2 1-4 16,0-1 1-16,0-4 4 0,1 2 3 0,0 0-4 15,5-2 3-15,-1 0-6 0,-5-3 1 0,11 0 3 16,-4-1-5-16,2-1 1 0,1-4 0 0,-1 3-2 16,5-2 2-16,-3-2-2 0,1 2 0 0,-1-3 1 15,-3-1 3-15,3 0 15 0,-2 0 15 0,-3 1 18 16,-2 3 10-16,0-2 5 0,0 4 14 0,-1 0-4 15,1-3 3-15,-3 3-5 0,2 1-12 0,-3 2-4 16,1-4-12-16,-1 4-10 0,4-1-7 0,-4 1-7 16,0 0 4-16,0 0-7 0,0 0-17 0,3 10 12 15,-3-2-1-15,0-1-4 0,2-2-4 0,-1 0-4 16,2 2-2-16,1 3-12 0,-1-3-4 0,3-1-10 16,0 1-14-16,-1-1-17 0,2-2-10 0,3-1-20 15,0 2-11-15,1-2-9 0,1-1-14 0,-2 0-10 16,-2-4-1-16,2 1-8 0,0-3-8 0,-1 1-13 15,-4-1-5-15,2-1-11 0,5-3-10 0,-6-2-8 16,2-2-146-16,1-2-364 0,-2-2 162 0</inkml:trace>
  <inkml:trace contextRef="#ctx0" brushRef="#br0" timeOffset="41203.28">12989 17160 16 0,'-5'-18'141'16,"0"7"20"-16,4-4-4 0,-3 5 12 0,-2-1 3 15,2 2-6-15,0 3-11 0,4 1-17 0,-3 0-14 16,-1 1-16-16,0 1-13 0,4 3-5 0,0 0-7 15,0 0-3-15,-4 10-3 0,3-2-6 0,1 1-1 16,1 0-9-16,-1 3-3 0,3 5-6 0,2 0-2 16,2 2-6-16,-3 0-2 0,2 2-4 0,1-2-6 15,-1 0-5-15,0 9 2 0,-1-9-9 0,-1 1 0 16,3-1 1-16,1 7-4 0,-4-6-2 0,0 1 2 16,0-3-5-16,-1-5 1 0,0-1-1 0,1 1 2 15,-4-4-4-15,1-2 3 0,1-1-2 0,-4 1-1 16,2-3-1-16,-1 0 2 0,-2-1-3 0,3-3 1 15,-9 1-1-15,9-1 1 0,-10-5-4 0,5 2 5 16,-2-1-1-16,4-3-5 0,-1 0 4 0,-1 2 1 16,-1-4 2-16,0 1 5 0,3 0 13 0,-1-2 7 0,1-1 12 15,0 2-3-15,3 2 11 0,0-1-2 16,0 1 3-16,0 1 9 0,0 1-11 0,0-2-1 16,4 1-6-16,2 2-1 0,-2-1-9 0,5 0 1 15,-3 0-6-15,2 1-6 0,4 0-6 0,-4 1 5 16,2 2 2-16,-2 1-13 0,0 0 0 0,0 3-1 0,1-2-3 15,1 2-2-15,-2-1 0 0,1 5-8 0,-4-2 6 16,2 1 0-16,1 3-3 0,-2 0-1 16,-1 1-3-16,-1 0 0 0,-2 1 4 0,0 1-18 15,0 0-15-15,-1-4-15 0,-1 3-25 0,-1 0-21 0,1-4-26 16,0 0-28-16,1 3-30 0,4-3-37 0,-2-1-47 16,0-1-175-16,-2-3-468 0,3 1 208 0</inkml:trace>
  <inkml:trace contextRef="#ctx0" brushRef="#br0" timeOffset="41736.18">13378 17406 17 0,'-4'-5'222'0,"4"5"-18"16,-6-1-22-16,6 1-15 0,0 0-18 0,0 0-14 0,-15 6-9 15,11-6-15-15,2 6-10 0,-1-3-9 0,0 0-4 16,3 2-8-16,0 3-6 0,-1-6-4 0,2 3-7 15,-1 3-7-15,1-3-2 0,2-2-1 0,1 4-5 16,0-1-6-16,0-1-4 0,0-2 0 16,2 2-4-16,-1-1-6 0,-3 0-2 0,0-1 2 0,5 1-3 15,-7-4 10-15,4 2 9 0,0-1 1 0,-4-1-3 16,0 0 6-16,0 0-5 0,11-3 2 0,-11-1-1 16,3 1 3-16,-3-2-1 0,0-1 2 0,1-1 4 15,2 2 6-15,-3-1 0 0,4-5-3 0,-1 0-4 16,-2 2-1-16,2-1 0 0,-2-1-2 0,3 1 2 15,-2 4-7-15,3-3-6 0,-2 1-1 0,1 0-8 16,1 2 1-16,-1 1-9 0,2 3-1 0,-5-3-4 16,3 2-5-16,3 1 4 0,-7 2-4 0,7 0-1 15,-7 0-3-15,13 5 7 0,-8 0-5 0,-3 0-4 16,5 0 0-16,-3 1-1 0,0 1-3 0,2 1 3 16,-2 3-3-16,0-1 5 0,0 0 3 0,0-2-10 15,-4 1 0-15,4-4 2 0,-1 2 0 0,-2 0 2 16,0-2-3-16,2 0-3 0,-1 0 3 0,0-1 4 15,1-1 0-15,-3 1 19 0,0-4 27 0,1 5 12 16,-1-5-5-16,5 1-19 0,-5-1 5 0,0 0 12 16,9-6-7-16,-9 2-2 0,5 1-2 0,-2-1-3 0,0 0-4 15,1-2-3-15,0 2-6 0,-3 2-5 0,2-2 0 16,1 0 0-16,-1 0 0 0,2 2-7 0,-5 2-19 16,3-7-18-16,-2 6-32 0,-1 1-28 15,5-4-29-15,-5 4-24 0,0 0-30 0,0 0-35 16,11 5-19-16,-11-5-26 0,10 4-37 0,-6-1-186 0,0-1-507 15,1 2 224-15</inkml:trace>
  <inkml:trace contextRef="#ctx0" brushRef="#br0" timeOffset="42033.04">13825 17270 181 0,'-7'-1'241'0,"7"1"-18"0,-15 3-17 0,9 0-10 16,0-1-13-16,-1 3-20 0,1-1-8 0,2 2-5 15,-1-2-10-15,3 2-2 0,0 2-6 0,2 0 0 16,0-2-8-16,3 3-9 0,0-1-5 0,2 1-12 16,2 1-12-16,-2-2-2 0,2 2-6 15,-1 0-15-15,2-2-2 0,-1 1-7 0,-1-1-6 0,0-2-4 16,-2-1-6-16,-1 3-6 0,0-1-3 0,-3 0 1 15,0-1-7-15,-5 1-24 0,1-4-38 0,-5 4-35 16,-5-3-49-16,-4 3-49 0,-3-2-68 0,-8 2-212 16,-5-3-488-16,1-2 216 0</inkml:trace>
  <inkml:trace contextRef="#ctx0" brushRef="#br0" timeOffset="42736.13">11913 17282 80 0,'0'0'343'0,"-6"-4"-3"16,6 4-17-16,-6-2-3 0,6 2-5 0,0 0-6 15,-6-1-12-15,6 1-20 0,0 0-10 0,-3-3-27 16,3 3-18-16,0 0-29 0,0 0-6 0,0 0-18 16,0 0-11-16,0 0-17 0,0 0-14 0,25-2-11 15,-10 4-18-15,4-5-14 0,4 2-14 0,-4-1-16 16,4 1-19-16,2-3-19 0,5 2-21 0,-2 0-43 16,-10-1-42-16,2 2-43 0,-1 1-48 0,-5-2-56 15,-2-1-58-15,0 0-59 0,-5 2-219 0,-3-1-621 16,-4 2 274-16</inkml:trace>
  <inkml:trace contextRef="#ctx0" brushRef="#br0" timeOffset="43189.23">11739 17144 270 0,'0'0'302'15,"-3"-5"-7"-15,3 5-14 0,-3-4-18 0,3 4-25 16,-2-3-22-16,2 3-26 0,0 0-20 0,0 0-13 0,0 0-24 16,0 0-13-16,0 0-13 0,0 0-8 15,0 0-13-15,0 0-8 0,13 7-6 0,-9-4-10 16,2 0-7-16,-1 1-6 0,-1-2 0 0,0 4-6 16,3-3-6-16,-3 0-6 0,4-1 0 0,-2 1-8 0,-5 1 4 15,3-3-6-15,-4-1 0 0,4 4-2 0,-4-4 1 16,3 3 3-16,-3-3-2 0,0 0 6 0,0 0 14 15,0 0-5-15,0 0-7 0,0 0-4 16,0 0-4-16,0 0-5 0,0 0-8 0,-7-12-33 0,7 12-45 16,-4-5-45-16,4 5-65 0,-7-3-95 0,3 1-250 15,4 2-568-15,-4-3 251 0</inkml:trace>
  <inkml:trace contextRef="#ctx0" brushRef="#br0" timeOffset="49306.21">5886 14321 188 0,'0'-5'343'0,"0"2"-2"0,0 3 2 0,0-6-2 16,0 1-8-16,0 1-15 0,0 4-18 0,0-6-19 15,0 6-31-15,0 0-24 0,0-3-22 0,0 3-22 16,0 0-26-16,0 0-19 0,0 0-15 0,0 0-15 0,0 0-8 16,0 0-14-16,3 13 4 0,-3-5-18 15,1 3-7-15,1 2-7 0,0 2-7 0,-2-3-3 16,2 5-9-16,-1 0-1 0,3 3-1 0,-3-2-4 0,3 0-3 15,-1-1-2-15,4 0-2 0,-7-5-5 0,4 2-20 16,-1-2-29-16,1-1-17 0,-2 1-29 0,0-6-23 16,2 5-17-16,-4-4-23 0,1-2-10 0,2-1-17 15,-3 0-27-15,1 0 1 0,-1-4-24 0,2 4-43 16,-2-4-59-16,0 0-182 0,0 0-540 0,0 0 239 16</inkml:trace>
  <inkml:trace contextRef="#ctx0" brushRef="#br0" timeOffset="49566.39">5762 14276 179 0,'-1'-4'330'0,"1"4"-5"0,-3-4-8 16,3 4-10-16,0 0-6 0,0 0-25 15,3-7-18-15,-3 7-31 0,0-3-20 0,4 0-27 16,-4 3-17-16,7-5-12 0,-2 1-17 0,3 1-12 0,-1 1-12 15,3-6 8-15,-1 6-31 0,4-2-9 0,-4 0-6 16,3-2-8-16,-1 1-3 0,3 1-1 0,-2 0-23 16,-1-3-12-16,2 4-28 0,1 0-25 0,-3 1-40 15,0-4-33-15,-3 4-49 0,-2 0-42 0,2 2-40 16,-2 2-31-16,-6-2-51 0,13 0-159 0,-9 2-513 16,1 2 226-16</inkml:trace>
  <inkml:trace contextRef="#ctx0" brushRef="#br0" timeOffset="50332.05">5981 14365 16 0,'11'4'135'0,"-8"-1"3"0,4 0-11 16,-2 4-11-16,2-3-9 0,1 1-9 15,0 1-13-15,2 2-5 0,-2-2-11 0,3 1-1 0,-3 1-12 16,0 0-5-16,4 0-4 0,-5 1-10 0,1-2-4 16,-2 0 3-16,0-2-4 0,-1 1-5 0,-3 1-4 15,2-2 7-15,-1 0 1 0,0 0 8 16,-2 0 14-16,1-2 10 0,-2 2 11 0,0-5 12 0,-2 5 4 15,2-5 3-15,-7 4 3 0,5-2 2 0,2-2 0 16,-9 2 1-16,9-2-1 0,-10 0 1 0,10 0-7 16,-10-1-1-16,6-2-6 0,4 3-4 0,-5-4-8 15,1 2-9-15,4 2-6 0,-3-5-3 0,3 1-9 16,0 4-6-16,0-7-8 0,3 3-7 0,2 1-1 16,-1-1-10-16,3-3-11 0,3 2-6 0,0 0-3 15,1-1-2-15,0-1-2 0,3 1 0 0,-1 0-4 16,2 0 3-16,-7 0 0 0,3 1 4 0,0 1 0 15,0 0 4-15,-4 0-2 0,-3 2 1 0,1-1 0 16,-1 1 10-16,2-1-4 0,-6 3 2 0,4-2-4 16,-4 2-2-16,0-4-1 0,0 4 0 0,0 0-2 15,0 0 6-15,0 0-4 0,0 0 0 0,-20 5-1 16,13-2 0-16,0 0 3 0,3 1-2 0,-5 1 0 0,3-1-2 16,2 0 3-16,-2 2-2 0,1-1 1 0,2 1-3 15,-2-2 4-15,1 2-1 0,3-1-1 16,-1-1 2-16,-1 1-1 0,2-1-3 0,1-4 6 0,4 5-1 15,-2-3 2-15,-2-2-1 0,9 3-2 0,-9-3-1 16,9 0 4-16,-9 0-1 0,14-3 1 0,-6-2 0 16,0 3-4-16,5-4 2 0,-5 2 1 0,1-1 1 15,-2 1-1-15,0 0 4 0,1-1 0 0,-3 0 5 16,1 3 1-16,-2-2 6 0,-1 1 11 0,1-1 4 16,0 0 9-16,0 1 4 0,-1 1-1 0,-3 2-1 15,2-3-6-15,-2 3-7 0,4-4-4 0,-4 4 1 16,0 0-7-16,0 0-2 0,6 0-5 0,-6 0-6 15,0 0 4-15,0 0-3 0,0 0-2 0,8 3 2 16,-8-3 1-16,9 2-4 0,-4 1 2 0,-4-1-4 16,7 0-4-16,-4 1-6 0,3 0-15 0,1-1-19 15,-2-1-31-15,1 1-34 0,-2 0-38 0,2-1-40 16,2-1-37-16,-5 1-56 0,-4-1-147 0,10-1-459 16,-10 1 203-16</inkml:trace>
  <inkml:trace contextRef="#ctx0" brushRef="#br0" timeOffset="50519.54">6266 14264 325 0,'-3'-3'329'0,"3"3"-22"0,-3-5-27 16,3 5-26-16,-4-3-19 0,4 3-32 0,0 0-18 15,0-4-17-15,0 4-23 0,0 0-15 0,0 0-17 16,0 0-25-16,0 0-26 0,8-4-29 0,-8 4-32 15,0 0-35-15,15 3-40 0,-12-1-37 0,4-1-38 16,0 2-50-16,1-1-184 0,-6 2-412 0,5 0 182 16</inkml:trace>
  <inkml:trace contextRef="#ctx0" brushRef="#br0" timeOffset="51378.87">6497 14116 25 0,'0'0'165'0,"0"0"-11"15,0 0-6-15,0 0 1 0,-6 18-8 0,8-12-6 16,-1 3-16-16,-1 1 6 0,0 2-8 0,4-2-10 16,-1 1-11-16,-2 4-10 0,5 1-7 0,-2-3-10 15,1 5-2-15,-1-1-9 0,-1-5-9 0,2 3-3 16,0 2-1-16,-4-3-9 0,0-1 2 0,3 0-1 15,-1 1-8-15,-3-4 2 0,3 2-5 0,-2-1 1 0,-1-2 32 16,0-2 0-16,0-1-3 0,0 2-8 16,-1-3 1-16,2-2 14 0,0 3 13 0,-1-2 10 15,0-4 18-15,0 0 13 0,-1 5 4 0,1-5 8 16,3 2 0-16,-3-2-5 0,0 0-11 0,0 0-11 0,0 0-13 16,0 0-13-16,9-7-6 0,-4 4-9 0,-1 1 5 15,4-3-24-15,-2 2-9 0,1-1-1 0,3 0-30 16,2 1-10-16,-1-2-23 0,0 3-16 0,2-1-15 15,1 1-18-15,-2-1-10 0,-1 3-8 0,0 0-6 16,4 0-4-16,-4 0-4 0,-3 0-1 0,6 0-5 16,-6 3 6-16,-1-2 6 0,1 0 8 0,-3 1 14 15,-1-1 2-15,-4-1 12 0,7 1 8 0,-7-1 7 16,8 1 5-16,-8-1 9 0,6 2 15 0,-6-2 16 16,0 0 5-16,0 0 3 0,0 0 7 0,0 0 6 15,0 0 0-15,0 0 1 0,0 0-1 0,0 0-2 16,0 0 0-16,0 0 3 0,0 0-2 0,-14 5-1 15,14-5-1-15,0 0-4 0,0 0-6 0,0 0 6 16,0 0 1-16,0 0 1 0,0 0-1 0,0 0-1 16,0 0 4-16,0 0-2 0,0 0 2 0,0 0 0 15,0 0-7-15,0 0 6 0,0 0 1 0,19-7-3 16,-19 7-2-16,10-1 4 0,-5-1-2 0,3 0-1 16,-2 0-1-16,-2-1 0 0,1 2 2 0,-1 0-3 15,-4 1 2-15,7-3-1 0,-7 3-4 0,10-1 5 0,-6 0-4 16,-4 1 0-16,8-3 0 0,-8 3-3 15,5 0 5-15,-5 0-1 0,6 3-2 0,-6-3-1 16,6 4 1-16,-3-3 0 0,0 1 0 0,0 1 1 0,-2 1-3 16,3-2 1-16,-1 1 3 0,1 2 1 0,-4-2-4 15,0-3 1-15,4 6 2 0,-1-4-2 0,-3-2 3 16,4 5-3-16,-3-2 2 0,-1-3 3 16,3 3 1-16,-3-3 5 0,0 0 17 0,0 0 12 0,0 0-6 15,0 0-1-15,0 0-3 0,0 0 1 0,7-11-2 16,-3 9-3-16,-1-2 4 0,-2-1 2 0,3 1 3 15,3-1 5-15,-3-3 0 0,0 3 6 0,0-1 1 16,3-1 5-16,-3 4 3 0,4-2-2 0,-4-2-2 16,2 2 1-16,-1 2 0 0,-1 0-1 0,0-2-12 15,0 3 0-15,0-1-5 0,-4 3-4 0,7-2-1 16,-1 2-2-16,-6 0-6 0,0 0-2 0,9 1-8 16,-4 2 2-16,-1 0 0 0,-1 3 0 0,1-4-8 15,-2 3-22-15,0 2-29 0,1-1-27 0,-1-1-27 16,-2 7-38-16,0-2-62 0,0-2-60 0,-2 2-219 15,1 2-519-15,-2-2 230 0</inkml:trace>
  <inkml:trace contextRef="#ctx0" brushRef="#br0" timeOffset="65013.37">7956 16527 59 0,'0'0'203'16,"4"-5"-4"-16,-4 5-4 0,3-3-6 0,-3 3-4 0,0 0-7 15,0-7-12-15,0 7-4 0,0 0-4 0,0-3-22 16,0 3-9-16,0 0-9 0,0 0-14 0,0-5 0 16,0 5-10-16,0 0-6 0,3-5-7 0,-3 5-7 15,0 0-9-15,0 0-5 0,0 0-4 0,0 0-10 16,0 0-5-16,0 0-7 0,0 0-5 0,0 0-2 16,0 0-4-16,0 0 2 0,0 0-4 0,0 0-1 15,-3 15-6-15,0-12 3 0,6 3-4 0,-2-2-1 16,1 1-2-16,-2 1 1 0,0 1-2 0,0 0-2 15,0 1 1-15,1-3 1 0,-1 1-2 0,0-2-4 16,0 3 1-16,1-1 1 0,-1-2 4 0,0-4-5 16,0 5 10-16,2-1-12 0,-2-4 0 0,0 5 6 15,0-5 0-15,1 4-2 0,-1-4-3 0,0 0 5 16,0 2-2-16,0-2 2 0,0 0-4 0,0 0-1 16,0 0-1-16,0 0 3 0,0 0-2 0,-11-7-2 15,9 3-2-15,-1-2 4 0,3 6 8 0,-3-4-18 16,3 4-19-16,-4-5-31 0,3 1-51 0,1 4-58 15,-3-5-63-15,3 5-223 0,0 0-490 0,0 0 216 16</inkml:trace>
  <inkml:trace contextRef="#ctx0" brushRef="#br0" timeOffset="67654.69">7877 13177 6 0,'0'0'137'0,"0"0"-1"0,0 0-7 15,0 0-6-15,0 0-3 0,0 0 1 0,0 0-1 0,0 0-4 16,3-4-7-16,-3 4-2 0,0 0-5 0,1-3 0 16,-1 3 1-16,0 0-1 0,5-2-4 0,-5 2-6 15,0 0-9-15,0 0-4 0,1-5-2 0,-1 5-1 16,0 0-3-16,0 0-5 0,0 0-2 0,0 0-7 16,0 0-2-16,0 0-4 0,0 0 0 0,0 0-3 15,0 0-4-15,0 0-1 0,0 0-8 0,0 0-2 16,0 0-4-16,0 0-5 0,0 0 0 0,0 0-3 15,0 0-4-15,0 0-4 0,0 0-1 0,0 0-3 16,0 0 1-16,0 0-2 0,0 0-2 0,0 0 5 16,-10 12-5-16,6-8-1 0,1-2 1 0,-2 4-6 15,3-2 3-15,0 1 1 0,-2 2-4 0,-2-5 1 16,1 3 2-16,1 1-2 0,-1-3 1 0,-1 4-3 0,2-4 0 16,0 2-1-16,-2 5 6 0,4-7-3 0,-2 2-3 15,2 0 2-15,-3-2 0 0,1 0-2 16,1 1 1-16,2-1-4 0,-2 1-13 0,3-4-13 0,-3 7-21 15,2-3-22-15,1-4-23 0,-3 3-19 0,3 1-18 16,0-4-30-16,0 0-18 0,0 0-31 0,3 4-122 16,-3-4-359-16,0 0 159 0</inkml:trace>
  <inkml:trace contextRef="#ctx0" brushRef="#br0" timeOffset="68060.92">7783 13195 135 0,'0'0'146'0,"6"-3"-2"15,-6 3-6-15,0 0-3 0,0 0-9 0,1-2-6 16,-1 2-23-16,0 0-10 0,0 0 1 0,0 0-19 16,0 0 0-16,0 0-5 0,0 0-9 0,0 0-7 15,0 0-1-15,9 6-5 0,-8-2-5 0,3 0 0 16,-3 0-7-16,3-2-3 0,-1 5-2 0,1-3 2 15,-3 1-7-15,2 0 0 0,4-2-3 0,-3 3 4 16,2-1-1-16,-1 0-4 0,-1 2-3 0,4-4-2 16,-1 5 1-16,2-2-1 0,-2 0 3 0,3-3-12 15,-2 1-30-15,3 1-56 0,-3-1-52 0,3 1-151 0,-7-2-312 16,7-2 139-16</inkml:trace>
  <inkml:trace contextRef="#ctx0" brushRef="#br0" timeOffset="108847.87">8273 16474 115 0,'0'0'189'0,"0"0"-13"0,0 0-11 0,0 0 0 16,0 0-6-16,0 0-8 0,0 0-4 0,0 0-12 15,0 0-1-15,0 0-6 0,0 0 0 0,0 0-3 16,0 0-9-16,15 8-4 0,-15-4-4 0,2 1-3 15,-2-5 0-15,-2 8-8 0,2-1-8 0,0-1-4 16,-3 1-7-16,2 1-9 0,-2 0-2 0,2 3-9 16,-3 3-10-16,1-4 1 0,0-3-7 0,-2 8-6 15,5-5-1-15,-1 0-2 0,-3 3-3 0,2-2-3 16,4 0-10-16,-1-4-22 0,3 3-34 0,-2-3-65 16,1-1-80-16,1 1-85 0,2-4-185 0,-2-1-491 15,3-2 216-15</inkml:trace>
  <inkml:trace contextRef="#ctx0" brushRef="#br0" timeOffset="114614.96">8088 13557 20 0,'0'0'96'0,"0"0"-1"16,0 0-1-16,0 0-4 0,0 0 5 0,0 0 5 15,0 0-6-15,0 0-2 0,0 0 1 0,0 0 2 16,0 0-12-16,0 0 3 0,0 0-9 0,0 0-2 16,0 0 0-16,0 0-7 0,0 0 7 0,0 0-14 15,0 0-1-15,0 0-9 0,0 0-4 0,0 0-5 16,0-6-4-16,0 6-2 0,0 0 1 0,0 0-9 15,0 0-2-15,0 0 0 0,0 0 1 0,0 0-6 16,0 0 1-16,0 0-5 0,0 0 1 0,0 0-3 16,0 0-4-16,0 0 6 0,0 0-5 0,0 0 3 15,0 0 0-15,0 0-2 0,0 0-1 0,0 0-3 0,0 0 1 16,0 0 2-16,0 0 0 0,0 0-1 0,0 0-3 16,0 0 4-16,0 0-6 0,0 0 4 15,0 0 6-15,0 0-1 0,0 0 0 0,0 0-3 0,0 0-2 16,0 0 0-16,0 0 3 0,0 0 1 0,0 0-3 15,0 0 4-15,0 0-5 0,0 0 4 0,0 0-5 16,0 0 2-16,0 0-2 0,0 0-1 0,0 0 3 16,0 0-4-16,0 0 6 0,0 0-9 0,0 0 0 15,0 0 3-15,0 0-4 0,1-3 1 0,-1 3-1 16,0 0 3-16,0 0-4 0,3-4-1 0,-3 4 5 16,0 0-8-16,0 0 4 0,0-5-1 0,0 5 0 15,0 0 0-15,2-3 1 0,-2 3 0 0,0 0-1 16,1-5-1-16,-1 5 2 0,0 0-1 0,1-2 0 15,-1 2 1-15,0 0 0 0,0 0 0 0,0 0 2 16,0 0 5-16,0 0-1 0,3-4 2 0,-3 4 0 16,0 0-3-16,0 0-1 0,0 0 1 0,0 0-1 15,0 0-1-15,0 0-4 0,0 0 5 0,0 0-4 0,0 0-1 16,0 0 3-16,0 0 0 0,0 0-2 0,-11 11 5 16,10-6 8-16,-3-2 2 0,0 2-3 15,1-2 1-15,0 4 5 0,-1-2-5 0,-1 0-1 0,0 0 2 16,4 1-3-16,-3-1 1 0,0 2-1 0,-1-2-1 15,1 0-2-15,-1 0-1 0,4 2 0 0,-3-3 1 16,0 1-3-16,-1-1 3 0,2 2-3 0,0-1 1 16,3-1-5-16,-5-2 0 0,5-2 0 0,-4 7 2 15,2-4-6-15,2-3 4 0,-3 4 1 0,3-4-2 16,-5 4-1-16,5-4 2 0,0 0-4 0,0 3-1 16,0-3-13-16,0 0-11 0,0 0-8 0,0 0-15 15,0 0-17-15,-3 5-26 0,3-5-23 0,0 0-27 16,0 0-22-16,0 0-36 0,0 0-135 0,0 0-363 15,0 0 161-15</inkml:trace>
  <inkml:trace contextRef="#ctx0" brushRef="#br0" timeOffset="115239.93">8012 13560 115 0,'0'0'118'0,"0"0"-7"15,0 0 3-15,0 0-4 0,0 0 0 0,0 0-5 16,0 0-5-16,0 0-10 0,-3-4-2 0,3 4-11 0,0 0-8 15,0 0-1-15,0 0-6 0,0 0-9 0,0 0-2 16,0 0-4-16,0 0-4 0,0 0-2 0,0 0 3 16,0 0-9-16,0 0 8 0,0 0 0 0,0 0-5 15,0 0-1-15,0 0-1 0,0 0-3 0,0 0 13 16,0 0-5-16,0 0-2 0,0 0-6 0,0 0-4 16,4 13 2-16,-4-13-5 0,3 4-1 0,0-3-6 15,-3-1 1-15,3 5-3 0,0-4-3 0,-3-1 6 16,3 5-5-16,-3-5 1 0,6 4-3 0,-5-1 13 15,3 0-2-15,-4 0-3 0,3 0-3 0,0-1-1 16,-3-2 1-16,5 7-5 0,-1-4 0 0,-4-1-2 16,4 1-6-16,-3 0 4 0,2 0 2 0,0 0-5 15,0 2 2-15,-2 1-2 0,2-3 0 0,-2 0 2 16,2 1-2-16,-3 0-3 0,0 0 2 0,1 0-6 0,-1-4-20 16,2 6-16-16,-2 0-27 0,0-4-26 15,0-2-36-15,3 4-38 0,-3-4-172 0,0 0-364 16,1 3 161-16</inkml:trace>
  <inkml:trace contextRef="#ctx0" brushRef="#br0" timeOffset="132384.97">8092 13347 3 0,'0'-5'199'0,"0"5"-11"15,-4-2-13-15,4 2-9 0,0 0-19 0,0 0-10 16,0 0-15-16,0 0-15 0,-3-3-11 0,3 3-12 16,0 0-5-16,0 0-6 0,0 0-7 0,0 0-12 15,0 0-3-15,-9 8 0 0,9-8-7 0,0 3 3 16,0-3-7-16,0 0-3 0,1 7-5 0,-1-7 1 16,5 4-1-16,-5-4-1 0,5 4-2 0,-4-2-1 0,-1-2 0 15,6 1-2-15,-6-1-3 0,9 2-2 16,-9-2-1-16,8-2-4 0,-1 0 2 0,-7 2 4 15,7-5 6-15,-2 2 4 0,-2-1 1 0,-2 2 4 16,2-6 2-16,-3 5 1 0,2-1 2 0,-1-1-3 0,-1 5 2 16,-3-7 0-16,2 3-4 0,-2 1-1 0,-1-2-3 15,1 3-4-15,-1-1-5 0,0 1-2 0,-3-1 0 16,7 3-6-16,-8-1-1 0,8 1-4 0,-11 0 1 16,11 0-2-16,-7 3-1 0,1 2 1 0,3-4-4 15,0 1 0-15,-1 4 0 0,3-4-2 0,-3 3 2 16,4-5-3-16,-2 8-2 0,2-3-1 0,0-1 1 15,0 2-1-15,2-2 1 0,2-2-3 0,-3 4-1 16,2-2 3-16,1-1-2 0,-1 0-1 0,3-2 3 16,-3 2-2-16,1-2-2 0,-1 2 4 0,-3-3-3 15,0 0 4-15,0 0-2 0,11-6 2 0,-11 6 1 16,4-3 1-16,-4 3 0 0,-3-5 2 0,3 5-3 16,-1-10-2-16,-2 8 1 0,2-2 2 0,1 4-6 0,-7-6-8 15,4 5-26-15,3 1-50 0,-5-4-67 16,5 4-86-16,-5-1-175 0,5 1-449 0,0 0 199 15</inkml:trace>
  <inkml:trace contextRef="#ctx0" brushRef="#br0" timeOffset="134292.57">7777 13010 9 0,'0'0'106'0,"0"0"-10"0,0 0-6 0,0 0 1 16,0 0-9-16,0 0-2 0,0 0-6 0,0 0-3 16,0 0-3-16,0 0-5 0,0 0-2 0,0 0-4 15,0 0-3-15,0 0-3 0,0 0-3 0,0 0-1 16,0 0-12-16,0 9 6 0,0-9-3 0,0 0-7 15,0 4-9-15,0-4 8 0,0 0-5 0,4 4-1 16,-4-4-3-16,0 0-7 0,1 4 1 0,-1-4-6 16,0 0 5-16,0 0-2 0,1 2 1 0,-1-2-2 0,0 0 2 15,0 0-3-15,3 5 10 0,-3-5 11 16,0 0 12-16,0 0-2 0,0 0 6 0,0 0 4 16,0 0 8-16,0 0 4 0,0 0 3 0,0 0 3 0,0 0-2 15,0 0 0-15,0 0-6 0,0 0 0 0,0 0-2 16,0 0-5-16,0 0-3 0,0 0-4 0,0 0-7 15,0 0-7-15,0 0-1 0,0 0-6 0,0 0 1 16,0 0-13-16,0 0 2 0,0 0-2 0,0 0 0 16,0 0-2-16,0 0-3 0,0 0 3 0,-7 5-5 15,7-5 0-15,2 5-1 0,-2-5 1 0,2 6-5 0,0-4 0 16,-2-2 1-16,4 6-3 0,0-4-2 16,0 0 0-16,2 0-2 0,0 1 0 0,-2-3 4 15,3 1-10-15,-7-1 6 0,11-1-2 0,-3-1 0 0,-4 1-1 16,2-1 1-16,1 0-3 0,-3-1 4 0,-3 0 3 15,3-1-1-15,1 0-2 0,-5 0 3 0,0-1-1 16,0 5-3-16,-5-9 7 0,3 5-2 0,0 1 6 16,-2-3-1-16,1 1 1 0,-2 1 1 0,2 3-6 15,-4-1 6-15,1-3-1 0,6 5-2 0,-9-4 1 16,5 1-1-16,-1 2-2 0,-1-1-1 0,6 2 1 16,-9 0-4-16,9 0 3 0,-8 3-2 0,8-3 2 15,-6 1 2-15,6-1-8 0,-4 6 9 0,4-6-4 16,-1 5 1-16,1-5-2 0,0 5-4 0,0-5 1 15,2 5-10-15,0 0-24 0,-2-5-28 0,4 6-36 16,0-3-48-16,2-3-59 0,-1 2-143 0,2-2-383 16,-2 2 169-16</inkml:trace>
  <inkml:trace contextRef="#ctx0" brushRef="#br0" timeOffset="137538.76">8356 13885 62 0,'0'0'208'0,"4"-3"-11"0,-4 3-20 15,0 0-14-15,0 0-13 0,0 0-16 0,0 0-15 16,0 0-13-16,0 0-5 0,0 0-8 0,0 0 7 16,3 8-10-16,-3-8-6 0,-3 9-6 0,3-4 11 15,-1 1 6-15,-2 0-8 0,2 0-10 0,-2 1-7 16,-1 0 0-16,-2 1-8 0,2 1-5 0,0 0-4 16,-5 0-8-16,3 0-2 0,1 1-6 0,-2-4-2 15,3 2-1-15,-4-1-5 0,3-2-4 0,0 0-2 0,4 1-5 16,-2-2-6-16,1 1-16 0,-3 0-23 15,5 1-25-15,0-6-28 0,0 0-24 0,0 3-35 16,0-3-29-16,0 0-30 0,0 0-145 0,0 0-369 0,14-11 164 16</inkml:trace>
  <inkml:trace contextRef="#ctx0" brushRef="#br0" timeOffset="137695.04">8285 13952 50 0,'0'0'233'0,"-4"-6"2"16,4 6-4-16,0-2-12 0,0 2-21 0,0 0-15 15,0 0-15-15,0-5-19 0,0 5-8 0,0 0-17 16,0 0-10-16,0 0-13 0,14 10-6 0,-6-6-11 16,2 1-6-16,-5 0-8 0,2 4-9 0,5 0-7 15,-1 0-32-15,0 0-47 0,5 3-53 0,-2-2-63 16,2 1-92-16,-5-2-123 0,2 3-385 0,1 3 171 16</inkml:trace>
  <inkml:trace contextRef="#ctx0" brushRef="#br0" timeOffset="138476.2">8692 14385 61 0,'-11'7'212'0,"8"-4"-9"0,-1 2-19 15,-5 0-16-15,3-1-15 0,1 1-14 0,2 1-11 16,-2 2-13-16,-1 0-11 0,-3 1-12 0,6 0-13 15,-1-2-1-15,-3 5-8 0,6-5-9 0,-2 0-5 16,0-1-4-16,0 2-3 0,-3 2-8 0,2-5-3 16,1 4-6-16,2-2 0 0,-5-1-16 0,2 1-22 15,0-2-19-15,3-4-13 0,-6 3-11 0,0 1-12 16,3-4-10-16,-1 1-16 0,5-2-1 0,0 0-6 16,-14-7 0-16,10 4 16 0,0 1 11 0,1-1-1 15,-1 0 13-15,4-4 21 0,-1 3 16 0,-3 0 20 16,4-2 19-16,0 6 21 0,1-8 19 0,2 4 20 15,-2 1 2-15,-1-2 5 0,0 5 0 0,7-6-3 0,-3 4 2 16,2 0-4-16,-6 2-7 0,10 0-7 16,-10 0-1-16,11 2-9 0,-4 0-4 0,5 1-8 15,-6 1-4-15,2 2-1 0,0-2-5 0,3 3 0 0,-2 0-6 16,1-3-11-16,-1 2-52 0,1 3-81 0,1-4-98 16,0 3-153-16,0-3-393 0,1-1 174 0</inkml:trace>
  <inkml:trace contextRef="#ctx0" brushRef="#br0" timeOffset="139116.79">9220 14771 227 0,'0'0'248'0,"-3"5"-9"16,-1-4-13-16,1 4-17 0,1-2-15 0,-3 2-14 16,1 0-18-16,-1 0-14 0,0 0-13 0,-1-1-15 15,2 1-9-15,-1 2-10 0,-1-2-5 0,-1 3-15 16,2-3-7-16,-1 1-5 0,0 2-9 0,0 0-3 16,-2-2-9-16,3-2-28 0,1 3-34 0,-2-4-43 15,1 2-56-15,0-3-41 0,0 0-50 0,0-1-174 16,-1-1-408-16,6 0 180 0</inkml:trace>
  <inkml:trace contextRef="#ctx0" brushRef="#br0" timeOffset="139257.41">9074 14830 154 0,'0'0'240'16,"4"-4"-14"-16,2 3-19 0,-6 1-18 0,5-3-10 16,-2 2-14-16,-3 1-14 0,8 0-16 0,-8 0-14 0,10 4-8 15,-5-3-16-15,1 0-7 0,0 3-7 16,2 1-10-16,2 1-15 0,0 0-27 0,-1 1-60 15,2 1-70-15,1-1-93 0,0-1-140 0,-2 2-360 16,1-1 159-16</inkml:trace>
  <inkml:trace contextRef="#ctx0" brushRef="#br0" timeOffset="139971.11">9693 15055 208 0,'0'0'286'0,"0"0"-18"16,0 0-20-16,-5 7-13 0,2-3-18 0,-1-2-18 15,1 1-5-15,-1-2-15 0,-3 4-21 0,3-1-13 0,0 0-21 16,-4 0-11-16,3 0-10 0,-2 0-12 16,1-1-4-16,2 2-11 0,-7 0-7 0,3-1-5 15,3 0-10-15,-1 0-19 0,1 0-21 0,-2-2-29 0,4 2-26 16,-1-1-20-16,2 1-22 0,-4-2-10 0,6-2-25 16,-3 3-19-16,3-3-9 0,0 0-9 0,0 0-1 15,0 0 5-15,0 0 0 0,2-13 16 0,-2 13 12 16,1-6 15-16,3 1 14 0,-4-1 30 0,0 1 20 15,2 0 27-15,-1-1 28 0,-1-1 28 0,-1 5 26 16,-1-3 23-16,-2 0 19 0,3-2 16 0,-1 4 12 16,-1 0 4-16,3 3-3 0,0-8-5 0,0 8-2 15,-2-5-21-15,2 5-7 0,0 0-12 0,0 0-10 16,0 0-5-16,0 0-9 0,5-2-3 0,-5 2-3 16,0 0-16-16,17 7-18 0,-9-2-40 0,1 0-49 15,2 0-66-15,1 1-78 0,-1 0-237 0,2-1-481 16,0 2 213-16</inkml:trace>
  <inkml:trace contextRef="#ctx0" brushRef="#br0" timeOffset="140502.32">10131 15214 168 0,'0'0'296'0,"7"-3"-22"0,-7 3-23 0,1-2-23 15,-1 2-26-15,0 0-19 0,0 0-20 0,0 0-12 0,0 0 13 16,0 0-1-16,0 0-21 0,3 9-7 0,-7-3-13 16,1 1-12-16,2-3-9 0,-6 2 8 0,1 2-12 15,-1 0-9-15,-2 0-3 0,1 0-14 0,1 0-5 16,-5-1-6-16,2 1-10 0,4 0-3 0,-4-2-9 16,3 0-25-16,2-2-29 0,-2 0-31 0,2 0-35 15,-1 0-31-15,1-1-33 0,1-2-46 0,4-1-35 16,0 0-28-16,0 0-162 0,0 0-451 0,0 0 199 15</inkml:trace>
  <inkml:trace contextRef="#ctx0" brushRef="#br0" timeOffset="140658.57">10051 15265 62 0,'1'-3'194'16,"-1"3"0"-16,0 0-11 0,0 0-16 0,0 0-10 16,0 0-11-16,0 0 12 0,0 0 1 0,0 0-5 15,0 0-6-15,0 0-12 0,0 0-8 0,0 0-11 16,4 9-8-16,-1-5-12 0,0-2-6 0,1 3-11 15,3-1-9-15,-2-1-9 0,4 4-17 0,1-1-55 16,-2 1-55-16,1-2-55 0,3 0-61 0,-3 0-200 0,1-1-412 16,3 0 183-16</inkml:trace>
  <inkml:trace contextRef="#ctx0" brushRef="#br0" timeOffset="141267.96">10570 15447 218 0,'0'0'314'16,"0"0"-30"-16,6-3-23 0,-6 3-34 0,0 0-20 15,0 0-21-15,0 0-19 0,0 0-11 0,-12 9-20 0,6-6-10 16,1 2-16-16,-2 0-8 0,0 1-13 0,2-1-10 16,-5 1-5-16,2 1-6 0,-1 0-8 0,0 1-7 15,1-2-10-15,-1 1-21 0,-1-1-22 16,5-1-23-16,-4 2-28 0,0-1-29 0,2 0-24 0,3-3-19 15,0 0-22-15,0-1-14 0,1 1-1 0,3-3 3 16,-5 5 12-16,5-5 13 0,0 0 16 0,0 0 8 16,0 0 20-16,0 0 28 0,0 0 24 0,9-13 28 15,-9 13 24-15,2-8 33 0,-1 6 27 0,2-2 23 16,-2 0 25-16,2 3 15 0,-3 1 14 0,1-7 1 16,-1 7-5-16,4-4-14 0,-4 4-17 0,0 0-14 15,0 0-14-15,0 0-7 0,0 0-9 0,0 0-7 16,0 0-5-16,7 8-13 0,-4-5-21 0,2 1-30 15,-1 1-45-15,2 2-61 0,-1-1-60 0,9 0-80 16,-9 3-167-16,6-4-447 0,3 4 198 0</inkml:trace>
  <inkml:trace contextRef="#ctx0" brushRef="#br0" timeOffset="141753.84">11137 15637 14 0,'0'0'377'0,"5"-3"-26"16,-5 3-38-16,0 0-21 0,0 0-33 0,0 0-24 16,0 0-24-16,-14-3-24 0,14 3-16 0,0 0-17 15,-15 3-16-15,8 1-9 0,2 0-18 0,-2-1-10 16,-1 3-12-16,0-1-12 0,1 1-4 0,0-1-16 0,3 2-15 16,-3-2-22-16,0 1-28 0,-2 1-24 0,4-2-22 15,-1 1-27-15,2 2-28 0,-2-5-23 0,2 2-34 16,3-3-25-16,-3 3-19 0,4-5-6 15,0 0-151-15,-4 3-399 0,4-3 177 0</inkml:trace>
  <inkml:trace contextRef="#ctx0" brushRef="#br0" timeOffset="141894.44">11009 15707 505 0,'0'0'1'0,"3"-5"32"0,-1 2 28 15,-2 3 26-15,0-6 34 0,0 6 17 0,0-5 17 16,0 1 9-16,0-1 9 0,0 5 5 0,0-5-7 16,0 5-5-16,0-4-13 0,0 4-14 0,0 0-16 15,0 0-16-15,2-4-9 0,-2 4-11 0,0 0-5 16,0 0-11-16,0 0-10 0,17 8-19 0,-12-4-33 15,3-2-40-15,-1 2-51 0,0 1-72 0,4-3-74 16,-3 0-177-16,3 2-439 0,0 1 194 0</inkml:trace>
  <inkml:trace contextRef="#ctx0" brushRef="#br0" timeOffset="142374.38">11672 15763 132 0,'0'0'253'16,"0"0"-23"-16,-3 11-23 0,3-11-11 0,-7 6-26 15,1 0-13-15,0 1-16 0,2-2-17 0,-1 1-10 16,-2 0-13-16,1 0-8 0,-3 1-10 16,5 1-9-16,-1-1-7 0,-1-1-19 0,5 1-28 0,-5-2-31 15,2 0-43-15,0 0-39 0,0-1-38 0,4 0-47 16,-4-2-113-16,4-2-314 0,-4 5 138 0</inkml:trace>
  <inkml:trace contextRef="#ctx0" brushRef="#br0" timeOffset="142515.01">11584 15815 216 0,'0'-3'231'16,"0"3"-20"-16,-3-3-19 0,3 3-19 0,0 0-13 15,0 0-7-15,0 0-15 0,0 0-13 0,0 0-11 16,0 0-9-16,4 14-10 0,0-7-12 0,4-2-15 15,-1 1-35-15,3 2-47 0,-1 0-50 0,2-2-62 16,1 3-190-16,-2-2-342 0,6 3 151 0</inkml:trace>
  <inkml:trace contextRef="#ctx0" brushRef="#br0" timeOffset="142936.94">12089 15874 109 0,'5'-2'296'15,"-5"2"-34"-15,0 0-20 0,0 0-22 0,0 0-9 16,0 0-10-16,0 0-20 0,-3 12-4 0,-1-4-15 0,0-5-18 15,1 4-10-15,-1 1-18 0,-1-2-10 16,-1 4-11-16,-1-2-7 0,-1 2-11 0,3-2-21 16,-2-1-27-16,0 0-28 0,-1-2-30 0,5 0-36 0,-3 0-37 15,0 0-37-15,5-1-46 0,-5-1-32 0,2-1-145 16,4-2-392-16,-8 1 173 0</inkml:trace>
  <inkml:trace contextRef="#ctx0" brushRef="#br0" timeOffset="143108.81">11966 15931 172 0,'1'-7'223'0,"-1"7"-19"16,0 0-5-16,0 0-1 0,0 0-3 0,0 0-9 15,0 0-15-15,0 0-9 0,4 12-17 0,0-8-15 16,0-2-11-16,1 3-10 0,-1 1-10 0,1-2-12 16,2 1-15-16,2 0-37 0,-2 0-52 0,4 1-70 15,0-3-84-15,-3 4-202 0,0-5-402 0,3-1 178 16</inkml:trace>
  <inkml:trace contextRef="#ctx0" brushRef="#br0" timeOffset="143546.29">12696 16102 336 0,'3'-3'371'0,"-3"3"-39"0,0-5-25 0,0 5-23 16,0 0-37-16,0 0-23 0,-4-4-26 0,4 4-15 15,-10 0-22-15,10 0-17 0,-11 1-10 0,3 3-17 16,-1 1-11-16,-1 1-10 0,0-1-11 0,1-1-3 15,-2 4-23-15,2-1-31 0,-1 0-30 0,2 2-31 16,0-2-29-16,-1 0-29 0,3 2-31 0,1-2-31 16,-1-2-35-16,3-1-23 0,-2 1-36 0,2-1-151 15,-1-2-431-15,4-2 191 0</inkml:trace>
  <inkml:trace contextRef="#ctx0" brushRef="#br0" timeOffset="143702.53">12574 16126 27 0,'0'0'220'15,"-4"-7"5"-15,4 5 0 0,0 2-7 0,-3-5-10 0,3 5-13 16,-5-3-13-16,5 3-15 0,0 0-17 16,0 0-9-16,0 0-13 0,0 0-10 0,0 0-11 15,0 0-10-15,0 0-10 0,0 0-10 0,9 11-13 0,-5-5-34 16,4-2-45-16,-1 2-60 0,3-1-63 0,3 0-83 16,-5 0-149-16,5 2-401 0,6-1 179 15</inkml:trace>
  <inkml:trace contextRef="#ctx0" brushRef="#br0" timeOffset="144140">13172 16158 281 0,'3'-3'332'0,"-3"3"-14"16,4-4-8-16,-4 4-11 0,4-2-16 0,-4 2-9 15,2-4-18-15,-2 4-25 0,1-4-22 0,-1 4-26 16,0 0-14-16,0 0-15 0,0 0-15 0,0 0-18 16,-19 7-11-16,12-6-12 0,2 3-20 0,-6 1-29 15,-1 0-32-15,2 0-31 0,0 1-27 0,-2 1-28 16,1 1-30-16,3-1-33 0,-3 1-36 0,3 0-36 0,1-2-45 15,-1-1-43-15,5 2-149 0,-3-4-477 0,2 4 211 16</inkml:trace>
  <inkml:trace contextRef="#ctx0" brushRef="#br0" timeOffset="144311.87">13098 16172 102 0,'0'0'243'0,"-3"-4"-12"0,3 4-15 15,-3-4-17-15,3 4-22 0,0 0-19 0,-4-1-15 16,4 1-14-16,0 0-12 0,0 0-10 0,0 0-11 16,4 11-12-16,2-8-27 0,-1-1-44 0,4 4-66 15,1-4-71-15,0 3-193 0,0 0-341 0,3-1 152 16</inkml:trace>
  <inkml:trace contextRef="#ctx0" brushRef="#br0" timeOffset="144714.29">13602 16212 195 0,'0'0'323'0,"0"0"-22"16,0 0-24-16,4-3-27 0,-4 3-28 0,0 0-26 15,0 0-13-15,0 0-22 0,0 0-12 0,-16 8-15 16,13-5-12-16,-4 0-17 0,2 4-9 0,-6-2-7 16,2 1-12-16,0 2-4 0,0-4-8 0,-2 4-12 15,3-1-16-15,-2-3-24 0,2 2-29 0,0 0-32 16,4-3-34-16,0 1-47 0,-2 0-48 0,5-2-43 0,-3 1-189 16,4-3-441-16,-4 3 195 0</inkml:trace>
  <inkml:trace contextRef="#ctx0" brushRef="#br0" timeOffset="144870.53">13492 16223 22 0,'0'-6'236'0,"0"6"-19"0,0 0-18 0,0 0-22 16,-3-4-20-16,3 4-12 0,0 0-6 0,0 0-10 0,0 0-11 16,0 0-10-16,13 13-13 0,-8-7-5 0,0-3-10 15,5 2-15-15,-6 1-32 0,8-1-47 0,0 1-65 16,2 3-68-16,-5-3-148 0,5-3-321 15,-2 2 142-15</inkml:trace>
  <inkml:trace contextRef="#ctx0" brushRef="#br0" timeOffset="145276.76">13973 16246 267 0,'0'0'347'0,"2"-5"-16"0,-2 5-26 15,0 0-34-15,0 0-29 0,0 0-25 0,0 0-23 16,0 0-17-16,0 0-18 0,0 0-17 0,0 0-23 16,0 0-2-16,0 0-18 0,-6 15-6 0,6-8-4 15,-1-1-13-15,-2-2-8 0,2 2-25 0,-2 1-30 16,3-1-37-16,-1 0-31 0,-2-1-34 0,2-2-33 15,-2 2-40-15,3-1-52 0,-1 0-37 0,1-4-158 16,-2 8-443-16,4-4 196 0</inkml:trace>
  <inkml:trace contextRef="#ctx0" brushRef="#br0" timeOffset="145479.94">13920 16292 58 0,'-1'-2'275'0,"-3"-1"3"15,4 3-11-15,-6-3-8 0,5-1-15 0,1 4-24 16,0 0-16-16,-4-3-16 0,4 3-20 0,0 0-18 16,0 0-15-16,0 0-6 0,0 0-15 0,0 0-13 0,0 0-8 15,8 10-9-15,-4-6-9 0,-1 0-9 0,3-1-7 16,-1 2-16-16,3 0-27 0,-1-3-28 16,0 2-29-16,0 1-43 0,3-1-52 0,1-3-64 15,-4 2-67-15,0-1-148 0,5 0-449 0,0 0 199 0</inkml:trace>
  <inkml:trace contextRef="#ctx0" brushRef="#br0" timeOffset="146042.41">14629 16306 253 0,'0'0'287'0,"0"0"-28"0,0 0-24 16,0 0-16-16,0 0-17 0,0 0-22 0,0 0-19 16,0 0-19-16,-7-3-11 0,7 3-13 15,0 0-12-15,-8 0-13 0,8 0-10 0,-11 0-4 0,11 0-12 16,-11 2 1-16,6-2-20 0,-3 1-20 0,1 2-17 15,0-1-22-15,-3 0-24 0,4 0-19 0,-4-1-20 16,2 2-9-16,-3-1-17 0,2 3-22 0,0-4-16 16,3 1-36-16,-1 1-15 0,0-3-110 0,2 2-323 15,-1 0 143-15</inkml:trace>
  <inkml:trace contextRef="#ctx0" brushRef="#br0" timeOffset="146214.28">14511 16334 117 0,'0'0'228'0,"0"0"11"0,5-2-7 16,-5 2-7-16,0 0-11 0,3-3-16 0,-3 3-16 16,0 0-20-16,0 0-14 0,0 0-13 0,0 0-8 15,0 0-26-15,5-2-9 0,-5 2-20 0,0 0-22 16,11 1-43-16,-5 0-50 0,1 1-50 0,0-2-42 16,6 2-54-16,-6-1-157 0,3 1-373 0,3 0 166 15</inkml:trace>
  <inkml:trace contextRef="#ctx0" brushRef="#br0" timeOffset="146542.38">15021 16280 31 0,'0'0'256'0,"0"0"-15"0,0 0-9 0,0 0-21 0,-14 8-19 16,7-6-16-16,7-2-16 0,-8 3-17 15,0 0-14-15,1-2-13 0,-1 0-14 0,1 2-10 16,0 0-5-16,-1-1-11 0,2 2-14 0,-1 0-20 15,0-3-28-15,-1 2-23 0,2 0-29 0,2 0-29 0,-4-1-30 16,5 0-34-16,3-2-39 0,-7 4-11 0,7-4-98 16,-6 1-301-16,6-1 134 0</inkml:trace>
  <inkml:trace contextRef="#ctx0" brushRef="#br0" timeOffset="146698.63">14911 16293 93 0,'0'0'223'16,"4"-2"4"-16,-4 2 2 0,0 0-6 15,1-4-8-15,-1 4-9 0,0 0-23 0,0 0-20 0,0 0-14 16,2-3-16-16,-2 3-8 0,0 0-19 0,0 0-10 16,0 0-7-16,0 0-11 0,14 7-9 0,-11-5-16 15,5 1-32-15,-4-1-44 0,4 3-53 0,3 1-60 16,-5-4-66-16,3 3-172 0,2-1-406 0,0 0 180 16</inkml:trace>
  <inkml:trace contextRef="#ctx0" brushRef="#br0" timeOffset="146950.2">15410 16300 111 0,'0'0'251'0,"0"0"-26"15,0 0-24-15,0 0-10 0,0 0-10 0,0 0-16 16,0 0-15-16,0 0-11 0,0 0-19 0,-6 9-9 0,6-9-8 16,0 7-9-16,0-3-16 0,0-4-30 0,0 7-35 15,0-3-44-15,0-4-43 0,2 6-49 16,-1-2-46-16,-1-4-129 0,1 5-322 0,-1-5 143 16</inkml:trace>
  <inkml:trace contextRef="#ctx0" brushRef="#br0" timeOffset="147184.57">15571 16350 70 0,'-5'-5'235'0,"5"5"-17"15,-5-3-15-15,2 0-12 0,3 3-10 0,0 0-17 16,-8 0-6-16,8 0-23 0,-10 0-13 0,10 0-9 15,-12 3-12-15,5-3-10 0,2 3-10 0,-1-2-6 16,-2 0-8-16,1 3-23 0,3-3-28 0,-1 3-32 16,-1-1-37-16,-2-2-41 0,4 1-40 0,4-2-35 15,-5 3-132-15,5-3-324 0,-4 4 144 0</inkml:trace>
  <inkml:trace contextRef="#ctx0" brushRef="#br0" timeOffset="147559.54">15720 16336 115 0,'5'-2'184'16,"-5"2"-12"-16,0 0-14 0,0 0-15 0,0 0-16 15,0 0-6-15,0 0-12 0,0 0-16 0,-4 11-5 16,4-11-8-16,0 5-7 0,0-5-8 0,0 5-7 16,0-5-6-16,-1 5-4 0,1-5-3 0,-4 5 0 15,1-2-10-15,3-3-4 0,-7 4-1 0,3-3-2 16,0 0-4-16,-4 0-3 0,5 2 2 0,-2-2-17 16,5-1-15-16,-11 1-5 0,8 1-14 0,-1 1-19 15,4-3-11-15,-9 1 8 0,9-1 4 0,0 0 2 16,0 0 0-16,-9 0 5 0,9 0 7 0,0 0 3 0,0 0-6 15,0 0 2-15,0 0 13 0,0 0-3 16,0 0 2-16,0 0-12 0,22-6 4 0,-19 5-6 16,-3 1-7-16,12-1-11 0,-12 1-18 0,11 0-21 15,-6-1-83-15,-5 1-189 0,10 0 84 0</inkml:trace>
  <inkml:trace contextRef="#ctx0" brushRef="#br0" timeOffset="147840.9">15833 16379 107 0,'4'-1'157'0,"-4"1"-2"16,9-4-6-16,-5 3 1 0,0-2-7 0,-4 3-12 16,7-3-11-16,-4 1-12 0,-3 2-7 0,6-3-13 15,-2 1-10-15,-4 2-3 0,6-4-15 16,-6 4-7-16,0 0-22 0,8-1-21 0,-8 1-21 0,7 0-23 16,-7 0-2-16,0 0-16 0,6 2-2 0,-6-2 0 15,3 5 2-15,-3-5 9 0,6 2 3 0,-6-2 9 16,3 3 8-16,-3-3-5 0,0 0 10 0,1 3 0 15,-1-3 14-15,0 0 18 0,6 3 19 0,-6-3 4 16,0 0-2-16,0 0 2 0,0 0-4 0,12-3-5 16,-8 2 6-16,3-1-9 0,-2 0-5 0,1 1-3 15,2 0-3-15,-4-2 2 0,5 2-7 0,-3-2-9 16,4 1-25-16,-5 0-23 0,3-1-39 0,-1 1-26 16,0 1-104-16,-2 0-233 0,3 0 103 0</inkml:trace>
  <inkml:trace contextRef="#ctx0" brushRef="#br0" timeOffset="148012.76">16086 16359 65 0,'0'0'264'0,"0"0"7"0,0 0 2 15,0 0 0-15,0 0 0 0,0 0-3 0,0 0-22 16,0 0-20-16,0 0-28 0,0 0-16 0,0 0-18 16,0 0-30-16,0 0-18 0,0 0-38 0,0 0-49 15,0 0-41-15,0 0-55 0,0 0-63 0,0 0-56 16,17-3-60-16,-10 3-165 0,0 0-441 0,7 0 195 15</inkml:trace>
  <inkml:trace contextRef="#ctx0" brushRef="#br0" timeOffset="148179.19">16326 16342 56 0,'0'-4'277'0,"0"4"2"0,2-5 1 0,-2 1-9 15,0 4-17-15,0-8-27 0,1 5-20 16,-1 3-21-16,2-5-17 0,-2 5-21 0,1-5-14 15,3 2-12-15,-4 3-27 0,0 0-33 0,5-2-33 16,-5 2-35 0,6-2-33-16,-6 2-37 0,8 4-44 0,-1-3-39 15,2 2-44-15,-5-1-163 0,2 1-396 0,2-2 176 16</inkml:trace>
  <inkml:trace contextRef="#ctx0" brushRef="#br0" timeOffset="148288.56">16476 16347 22 0,'0'0'183'0,"0"-3"-14"16,3-2-23-16,-3 5-18 0,4-3-15 0,-1 0-19 0,1-1-63 16,0-1-64-16,-2 2-110 0,4-2-154 15,-1 2 69-15</inkml:trace>
  <inkml:trace contextRef="#ctx0" brushRef="#br0" timeOffset="152064.64">8270 13590 199 0,'0'0'248'0,"0"0"-12"0,0 0-21 0,0 0-18 15,0 0-20-15,0 0-17 0,-5-2-19 0,5 2-11 16,0 0-17-16,0 0-8 0,0 0-13 0,-7 7-11 16,7-7-7-16,-1 6-6 0,-1-4-8 0,1 3-8 15,0 1-3-15,-1-2-6 0,1 1-1 0,1-1-7 16,0 2-3-16,0-1 2 0,0-1-8 0,1-1-3 16,1 1-3-16,0-1-3 0,0 2-2 0,-1-2-2 15,-1-3 1-15,7 2-1 0,-7-2-3 0,5 1 1 16,-5-1-3-16,0 0 0 0,0 0 4 0,0 0-4 15,9-6-2-15,-9 6 0 0,0-5 0 0,0 5 3 16,0-5-2-16,0 5-1 0,-6-4 0 0,6 4-2 16,-3-4-4-16,3 4-5 0,-12-2-11 0,12 2-23 0,-8 1-12 15,8-1-24-15,-13 4-35 0,8-3-44 0,0 3-55 16,-1-2-153-16,4 4-393 0,-1-3 174 16</inkml:trace>
  <inkml:trace contextRef="#ctx0" brushRef="#br0" timeOffset="152877.07">8504 13825 10 0,'0'0'293'15,"0"0"-15"-15,0 0-29 0,6-3-21 0,-6 3-26 16,0 0-18-16,0 0-22 0,0 0-15 16,0 0-17-16,0 0-9 0,0 0-12 0,0 0-12 0,1 10-10 15,-1-7-10-15,0-3-2 0,0 6-10 0,0-1-5 16,3 0-7-16,-3 0-1 0,0 0-11 0,2 0 1 16,1 0-4-16,-3-4-5 0,6 3-3 0,-5 2-1 15,2-2-5-15,-2-1 1 0,2-2-1 0,-3-1-2 16,4 5 3-16,-4-5 7 0,6 2 4 0,-6-2 1 15,0 0 6-15,0 0-2 0,0 0 9 0,10-7 10 16,-10 7 0-16,2-5 4 0,0 1 6 0,0-1-5 16,-2 5 9-16,0-6-7 0,0 0 0 0,0 0 0 15,0 6 7-15,-4-7-4 0,2 4-4 0,-1-2-6 16,1 1-7-16,2 4-4 0,-7-4-4 0,3 2-9 16,4 2-2-16,-7-1-11 0,7 1-3 0,0 0 2 15,-11 1-24-15,6 1-29 0,1 1-30 0,0 0-39 0,1 6-31 16,2-6-39-16,-2 2-64 0,3 3-49 0,0-3-282 15,0 0-610-15,1 3 270 0</inkml:trace>
  <inkml:trace contextRef="#ctx0" brushRef="#br0" timeOffset="153658.29">8855 14134 234 0,'0'0'300'0,"0"0"-26"0,0 0-25 16,0 0-27-16,0 0-22 0,-5-3-19 0,5 3-23 0,0 0-14 15,0 0-13-15,-7 6-14 0,7-6-11 16,-4 5-15-16,4-5-11 0,-3 5-8 0,0-2-7 15,2 1-4-15,0 1-4 0,1 0-9 0,-3-1-5 0,3 1-2 16,0-5-4-16,0 9-3 0,0-7-4 0,3 3-1 16,-3-5-3-16,2 2-1 0,-2-2 0 15,6 1-3-15,-6-1-2 0,0 0 6 0,0 0-7 0,11-8-5 16,-6 5 3-16,-1-1 0 0,-2 0 11 0,-1-1 2 16,-1 0 2-16,0-2 1 0,0 3-4 0,0 4-2 15,-1-10-2-15,-2 8-2 0,-2-1-2 0,2 0-3 16,0 0-4-16,-2 1 0 0,1-3-7 0,4 5-4 15,-10 0-22-15,10 0-15 0,-11 6-23 0,7-4-22 16,0 3-36-16,-1-1-57 0,0 3-52 0,1-1-247 16,4 1-508-16,-1 3 225 0</inkml:trace>
  <inkml:trace contextRef="#ctx0" brushRef="#br0" timeOffset="154283.35">9161 14487 104 0,'-1'-4'293'0,"1"4"-26"0,0 0-28 0,0 0-28 0,0 0-20 16,0 0-18-16,0 0-19 0,0 0-18 16,0 0-12-16,0 0-15 0,0 0-7 0,-10 8-13 0,10-8-7 15,0 5-14-15,-1 0 0 0,1-5-8 0,0 8-5 16,0-3-5-16,1-2-10 0,-1 3 2 0,3 0-3 15,-3-3-5-15,3 2 1 0,0-2-4 0,-1 2-3 16,2-3 2-16,0 1-4 0,-4-3-1 0,9 1 1 16,-4-1-7-16,-5 0-1 0,11-1 0 0,-6-3-5 15,2 1 4-15,-3-2 11 0,2 0 11 0,-2 1 2 16,1-2 1-16,-4 0 1 0,4 0-1 0,-4-1 4 16,-1 0 3-16,0 1 3 0,0-2-5 0,-1 1-11 15,-4 2 2-15,4 1-6 0,-4-2-5 0,2 2-6 16,-2 1-7-16,-1 0-18 0,2 2-26 0,4 1-23 15,-12 0-34-15,7 2-41 0,-2 1-55 0,3 0-63 16,-1 3-235-16,1-2-520 0,-1 2 231 0</inkml:trace>
  <inkml:trace contextRef="#ctx0" brushRef="#br0" timeOffset="154981.17">9640 14677 61 0,'0'0'216'0,"0"0"-21"0,0 0-19 0,-5 8-14 16,5-8-1-16,1 7-6 0,-1-7-14 0,0 3-9 15,1 2-8-15,1-2-7 0,-1 2-9 0,3-2-9 16,-1 1-12-16,1-2-2 0,3 2-2 0,-5 0-8 16,2-1-5-16,1-1-1 0,-5-2 5 0,5 1 2 15,-5-1 0-15,7 0 8 0,-7 0 12 0,0 0-3 16,11 0-2-16,-11 0-7 0,0 0 3 0,5-5-10 15,-5 5-3-15,0-8 0 0,-1 5-5 0,-2-1-2 16,2 0-3-16,-3-2 0 0,0 2-4 0,2-1-2 0,1 0-7 16,-3 1-7-16,-2 0-2 0,4 0-6 15,-3 3-7-15,1-2-1 0,4 3-23 0,0 0-28 16,-13 1-25-16,13-1-33 0,-7 5-39 0,3 0-45 0,1 2-58 16,2-3-65-16,-1 1-208 0,4 3-536 0,1-2 237 15</inkml:trace>
  <inkml:trace contextRef="#ctx0" brushRef="#br0" timeOffset="155621.76">10057 14921 26 0,'0'0'222'0,"-9"8"-19"0,9-8-15 15,0 6-15-15,0-3-6 0,0-3-16 0,-1 5-9 16,1-5-12-16,1 6-9 0,-1-2-1 0,3-2-13 16,-3-2-9-16,5 6-4 0,-1-1-10 0,-1-3-5 0,2 1-6 15,1-1-7-15,1 1-9 0,-1 0-2 0,1-2-8 16,0 0-6-16,-1 0-4 0,-6-1 4 15,9 2 4-15,-4-2 9 0,-5 0 5 0,0 0 15 16,9 0 8-16,-9 0 4 0,0 0-9 0,0 0-10 0,0 0-5 16,0-6-6-16,0 6-10 0,-6-7 6 0,6 7-9 15,-8-4 4-15,3 2-1 0,-1-1-9 0,2 2 3 16,0-2-13-16,4 3-5 0,-10-1-4 0,10 1-18 16,-10 0-30-16,10 0-42 0,-6 4-39 0,1 0-46 15,5-4-61-15,-3 6-278 0,3-1-537 0,0-1 238 16</inkml:trace>
  <inkml:trace contextRef="#ctx0" brushRef="#br0" timeOffset="156246.73">10564 15177 194 0,'0'0'246'0,"0"0"-25"0,0 0-22 0,0 0-20 0,0 0-16 16,0 0-18-16,0 0-14 0,0 0-13 16,-9 10-17-16,8-6-5 0,1-4-5 0,0 4-2 15,0-4-4-15,1 6-5 0,2-3-2 0,0 1-7 0,-2-1-7 16,5-3-5-16,-4 3-5 0,4 0-1 0,-1-2-8 15,1 0 2-15,-6-1-4 0,9 0-2 0,-2 0 4 16,-7 0 7-16,12-2 2 0,-6-1 4 0,1 0-4 16,-5 1 3-16,2-3 1 0,-1 0 0 0,2-2 3 15,-5 2-13-15,2 0-2 0,-4-1-2 0,-1-1 2 16,1 2-8-16,-2-1-9 0,1 0-4 0,1 1-1 16,-4 0-6-16,1 1-12 0,-1 1-23 0,0 0-31 15,0 2-28-15,-1-1-32 0,7 2-37 0,-11 3-45 16,6 0-56-16,-2 0-202 0,3 0-484 0,1 2 214 15</inkml:trace>
  <inkml:trace contextRef="#ctx0" brushRef="#br0" timeOffset="156809.35">11082 15394 138 0,'0'0'199'0,"0"0"-21"0,-4 2-18 0,4-2-14 15,0 0-5-15,0 0-5 0,0 9-6 0,0-7-13 16,0-2-13-16,0 4-9 0,0-4-9 0,1 7-4 16,-1-3-3-16,0-4-1 0,3 5-2 0,-3-2-5 15,4-1-4-15,-4-2 4 0,3 4-1 0,-3-4 6 16,1 4 11-16,-1-4 15 0,0 0 16 0,0 0 15 16,0 0-11-16,0 0-13 0,0 0-9 0,0 0-7 15,6-10-9-15,-6 10-4 0,-2-10-7 0,2 5-4 0,0 0-6 16,0 0-6-16,-4-1-4 0,3 1-5 15,-1 2-3-15,-1-2-10 0,1 0 0 0,2 5-19 16,-4-5-22-16,4 5-29 0,-7-3-26 0,7 3-27 0,0 0-31 16,0 0-41-16,0 0-55 0,-11 6-54 0,11-2-210 15,0-4-518-15,1 9 230 0</inkml:trace>
  <inkml:trace contextRef="#ctx0" brushRef="#br0" timeOffset="157340.57">11448 15500 83 0,'0'0'227'16,"0"0"-23"-16,0 0-18 0,0 0-6 0,-8 6-11 16,8-6-13-16,-3 5-14 0,2-1-11 15,1-4-5-15,1 8-4 0,0-6-10 0,-1-2-4 16,2 7-11-16,0-3-5 0,4-1-7 0,-4 1-4 0,4-1-9 16,-2 0-8-16,3-1-3 0,-3-1-3 0,5 2-4 15,-5-3 5-15,3 1 4 0,-7-1 1 16,11 0 9-16,-11 0 11 0,11-2 5 0,-11 2 5 0,4-3-6 15,0 0-1-15,-4-2-8 0,2 1-6 0,-2 4 0 16,-2-10-11-16,-1 5 2 0,-1 0-7 0,3-1-3 16,-5 0-11-16,1 0 2 0,1 1-2 0,-4 1-11 15,4 0-9-15,-2 0-23 0,1 2-33 0,1 0-34 16,4 2-34-16,-11 0-38 0,11 0-48 0,-8 4-60 16,5-1-285-16,0-1-574 0,3-2 254 0</inkml:trace>
  <inkml:trace contextRef="#ctx0" brushRef="#br0" timeOffset="157949.91">12039 15621 155 0,'0'0'278'16,"0"0"-19"-16,0 0-29 0,0 0-22 0,0 0-18 15,0 0-1-15,0 0-16 0,0 0-13 0,0 0-8 16,-7 12-10-16,7-12-9 0,0 7-13 0,3-4-8 16,-3 1-7-16,0-4-9 0,3 6-3 0,1-1-8 15,-1-3-8-15,-2 1-1 0,3 0-5 0,-1 1-5 16,2-3-2-16,-2 2-3 0,2-2-3 0,-5-1 1 16,10 3 8-16,-6-3-1 0,-4 0-2 0,0 0 4 15,14-3 5-15,-14 3 10 0,5-1-8 0,-1-2-5 16,-2-1-2-16,-1 0 0 0,2 2-4 0,-3-3-10 15,0 0 1-15,0-1-2 0,0 1-7 0,-2 0-1 0,1 1-12 16,-2-1-1-16,3 0-6 0,-4 0-15 16,0 2-3-16,1 0-42 0,3 3-28 0,-6-6-41 15,6 6-33-15,-10 0-33 0,10 0-33 0,-7 6-46 16,3-3-59-16,0 2-240 0,1-2-592 0,-1 2 261 0</inkml:trace>
  <inkml:trace contextRef="#ctx0" brushRef="#br0" timeOffset="158493.7">12521 15763 198 0,'0'0'269'0,"0"0"-18"16,0 0-20-16,0 0-24 0,-18 7-18 16,14-6-19-16,4 4-13 0,-3-1-19 0,0 0-7 0,2 0-11 15,1-4-10-15,0 7-3 0,0-3-6 0,0 1-6 16,4 1-9-16,-1-1-2 0,1 0-12 0,2 0-7 15,1-1-3-15,0 0-2 0,2-1-9 0,-1 1-7 16,0-1-1-16,0-3-3 0,-1 1-2 0,1-1 6 16,-1 0 1-16,-7 0 4 0,11-4 5 0,-7 3-2 15,-1-3 0-15,-2 2-6 0,0-2 0 0,-1 4-3 16,-1-9-6-16,-2 5-6 0,-1-1-3 0,3 1-5 0,-5-1-4 0,-3 0 4 0,5 1-21 16,-2-1-24-16,-2 2-32 0,3 0-32 0,-2 1-36 15,0 2-50-15,7 0-56 0,-11 0-72 0,11 0-156 16,-9 2-492-16,6 1 219 0</inkml:trace>
  <inkml:trace contextRef="#ctx0" brushRef="#br0" timeOffset="159165.57">13132 15976 287 0,'-2'-4'312'0,"2"4"-3"16,-1-3-1-16,1 3-8 0,-3-6-3 0,3 6-13 15,0-4-11-15,0 4-14 0,0 0-28 0,-4-4-22 16,4 4-26-16,0 0-18 0,0 0-18 0,0-3-18 15,0 3-16-15,0 0-11 0,0 0-12 0,0 0-7 16,0 0-6-16,0 0-9 0,0 0-5 0,4 12-10 16,-4-12-5-16,4 7 2 0,-1-5-10 0,2 2-8 15,-1-1-3-15,-1-1-5 0,1 1-4 0,2 0 4 16,-6-3-2-16,5 2-5 0,-5-2 0 0,7 0 7 0,-7 0-7 16,0 0-7-16,12-2 1 0,-12 2 0 0,1-5 4 15,-1 5-3-15,0 0-3 0,-1-6-3 16,1 6-4-16,-7-6 1 0,7 6-1 0,-8-4-2 0,6 3-17 15,2 1-17-15,-6-4-26 0,5 1-30 0,1 3-32 16,-7-2-46-16,7 2-45 0,0 0-53 0,-7-2-48 16,7 2-271-16,0 0-632 0,0 0 281 0</inkml:trace>
  <inkml:trace contextRef="#ctx0" brushRef="#br0" timeOffset="159821.76">13468 15916 90 0,'0'0'300'0,"0"0"-20"15,0 0-20-15,0 0-15 0,0 0-11 0,0 0-27 16,0 0-20-16,0 0-17 0,0 0-15 0,0 0-14 16,0 0-4-16,0 0 1 0,0 0-8 0,-2 12-8 15,2-12-10-15,0 0-10 0,7 2-5 0,-2-1-11 0,-1 2-9 16,0-1 1-16,1 1-17 0,-5-3-7 0,8 3-6 15,-4-3 1-15,-4 0-7 0,8 3-1 16,-5 0-6-16,-3-3-1 0,5 1-4 0,-5-1-5 16,4 3-1-16,-4-3 8 0,0 0-6 0,0 0-7 0,0 0 0 15,0 0-6-15,0 0 6 0,-2-11-8 0,2 11 7 16,-6-3 2-16,5-1 1 0,-5 1 1 0,6 3 5 16,-5-2-5-16,1-1-1 0,4 3 11 0,-3-5-7 15,3 5 1-15,-4-5-1 0,4 5-5 0,0 0-12 16,-3-4 1-16,3 4-1 0,0 0-6 0,0 0-1 15,0 0 6-15,0 0-13 0,0 0-10 0,0 0-5 16,0 0-4-16,0 0-5 0,-1 12-2 0,1-12 2 16,4 5-6-16,-4-5-3 0,1 2 5 0,2 1-2 15,-3-3-1-15,7 4 5 0,-3-3 0 0,-4-1 3 16,0 0 4-16,12-1 0 0,-12 1-1 0,7-4 3 16,-3 1 1-16,0 2 6 0,-4 1-5 0,7-7 3 15,-4 4 3-15,-1-2 3 0,1 2 1 0,-3 3 1 16,0-5 4-16,0 0 0 0,0 5-1 0,-3-5 0 15,3 5 1-15,-2-5 1 0,2 5 0 0,-6-3-2 16,6 3 1-16,-4-4 3 0,4 4-2 0,-8 0 2 16,8 0 0-16,0 0-28 0,0 0-23 0,-8 5-23 15,8-5-25-15,-3 2-37 0,3-2-42 0,0 0-51 0,1 5-218 16,-1-5-488-16,7 3 216 0</inkml:trace>
  <inkml:trace contextRef="#ctx0" brushRef="#br0" timeOffset="160368.59">13783 15872 152 0,'0'0'317'0,"0"0"-15"0,-7-5-18 16,7 5-22-16,0 0-21 0,-2-3-24 0,2 3-18 15,0 0-23-15,0 0-20 0,0 0-20 0,0 0-15 16,0 0-6-16,0 0-13 0,0 0-10 0,0 0-9 16,0 0-9-16,0 0-9 0,0 0-11 0,2 13-8 15,-2-13-5-15,3 4-9 0,2-1-10 0,-1 1-14 16,0-3-13-16,1 2-15 0,-5-3-9 0,9 0-7 16,-1 2-7-16,-4-2-3 0,-4 0 0 0,11-1 3 15,-11 1 1-15,7-1 3 0,-1 1 1 0,-6 0 8 16,6-4 1-16,-2 1 5 0,-4-1 3 0,0 4 2 15,3-6 5-15,-3 2 3 0,0 4 5 0,0-5 11 16,0 5 10-16,-1-8 9 0,-1 4 2 0,0 1 3 16,2 3 4-16,-2-6 4 0,-2 4 0 0,4 2 2 0,-2-4-10 15,2 4-3-15,-6-4 0 0,5 2-5 16,1 2-2-16,0 0-2 0,0 0-6 0,0 0 1 16,0 0-2-16,0 0-3 0,0 0 3 0,0 0-4 0,0 0-4 15,-7 6-6-15,7-6-2 0,0 0-9 0,0 0-5 16,0 0-6-16,0 0-5 0,1 6-4 0,-1-6-10 15,0 0-7-15,3 4-13 0,-3-4-12 16,0 0-8-16,0 0-17 0,0 0-24 0,0 0-5 0,0 0-4 16,0 0 3-16,0 0-5 0,13-6 2 0,-13 6 11 15,0 0 2-15,5-5 8 0,-5 5 9 0,0 0 7 16,2-4 13-16,-2 4 7 0,0 0 7 0,0 0 9 16,0 0 7-16,0 0 5 0,0 0 2 0,0 0 9 15,-13-1 0-15,13 1-8 0,0 0-15 0,0 0-45 16,-10 0-115-16,10 0 51 0</inkml:trace>
  <inkml:trace contextRef="#ctx0" brushRef="#br0" timeOffset="160806.07">14139 15734 143 0,'0'0'352'0,"0"0"-22"16,0 0-18-16,2-2-30 0,-2 2-25 0,0 0-30 0,0 0-20 16,0 0-23-16,0 0-23 0,0 0-15 0,0 0-4 15,0 0-25-15,0 0-12 0,0 0-8 16,0 0-9-16,-10 12-6 0,10-8-12 0,0 0-8 15,-3-1-12-15,3-3-6 0,3 7-16 0,-6-3-3 0,3-4-12 16,3 5-6-16,-3-1-5 0,0-4-7 0,6 5-5 16,-6-5-2-16,4 1 1 0,-4-1 1 0,4 1 0 15,-4-1-2-15,0 0 3 0,0 0 1 0,11-1 1 16,-11 1-1-16,2-5 5 0,-2 5 0 0,-2-5-1 16,2 5 4-16,-6-5-3 0,6 5 0 0,-4-6 3 15,4 2-2-15,-4 0-1 0,4 4 3 0,-3-4-4 16,3 4 3-16,-2-3-4 0,2 3 0 0,0 0-6 15,-9-1-23-15,9 1-13 0,0 0-20 0,0 0-18 16,0 0-23-16,-5 8-22 0,5-8-28 0,1 4-29 16,-1-4-36-16,0 0-169 0,4 8-422 0,1-5 186 15</inkml:trace>
  <inkml:trace contextRef="#ctx0" brushRef="#br0" timeOffset="161352.93">14400 15627 270 0,'0'0'296'0,"-5"-2"-13"0,5 2-17 16,-4-4-7-16,4 4-14 0,0 0-16 0,0 0-21 15,-3-2-16-15,3 2-18 0,0 0-15 0,0 0-20 0,0 0-18 16,0 0-12-16,0 0-17 0,0 0-9 15,0 0-12-15,0 0-15 0,0 0-12 0,0 0-22 16,0 0-20-16,14 7-17 0,-10-4-16 0,0 0-10 0,0-1-22 16,2 2-12-16,-4-3-8 0,1 3-1 0,1-2-3 15,-4-2 5-15,5 3 6 0,-5-3 4 0,5 4 5 16,-5-4 9-16,0 0 6 0,2 3 4 0,-2-3 13 16,0 0 6-16,0 0 18 0,0 0 17 0,0 0 7 15,0 0 8-15,0 0 13 0,0 0 8 0,0 0 1 16,0 0 4-16,-16-7-2 0,16 7-3 0,0 0-5 15,0 0-2-15,-5-3-6 0,5 3 0 0,0 0-5 16,0 0-6-16,0 0-4 0,0 0 0 0,0 0 1 16,0 0-6-16,0 0-7 0,0 0-15 0,0 0-17 15,17 7-21-15,-13-6-25 0,3 1-23 0,-3 0-21 16,2-2-27-16,3 1-9 0,-5 1-6 0,3-2-4 16,-1 1 8-16,1-1 16 0,-7 0 11 0,10 0 10 15,-10 0 23-15,8-1 13 0,-2-1 27 0,-6 2 13 16,0 0 23-16,4-3 17 0,-4 3 24 0,0-5 22 15,0 5 20-15,0 0 16 0,-7-7 11 0,4 4 12 16,1 0 14-16,2 3 15 0,-6-5 12 0,2 2 12 16,1 0 3-16,-2 1-7 0,5 2 0 0,-5-5-6 15,2 4-10-15,3 1-6 0,-4-4-11 0,4 4-17 0,0 0-10 16,-4-4-14-16,4 4-5 0,-3-3-18 0,3 3-35 16,0 0-32-16,0 0-41 0,0 0-50 15,0 0-58-15,0 0-66 0,0 0-216 0,16 6-482 0,-9-5 213 16</inkml:trace>
  <inkml:trace contextRef="#ctx0" brushRef="#br0" timeOffset="161931.07">14800 15524 125 0,'-5'-4'229'0,"5"4"-21"0,0 0-22 0,0 0-20 15,-7 0-17-15,7 0-14 0,0 0-14 0,0 0-10 16,0 0-14-16,-7 8-10 0,7-8-12 0,0 4-19 16,0-4-20-16,3 7-21 0,-3-7-24 0,4 5-17 15,-1-1-19-15,1-1-14 0,4-2-25 0,-4 1-16 16,3 0-2-16,-3-1 0 0,0 2 4 0,2-2 2 15,-6-1 7-15,9 3 13 0,-9-3 10 0,10-4 18 16,-6 3 12-16,-4 1 19 0,5-4 18 0,0 0 13 0,-3 1 19 16,-2-2 20-16,1 1 20 0,-1-1 15 0,0 5 20 15,0-9 6-15,0 4 4 0,0 5-2 16,-3-6-3-16,3 0-6 0,-2 3 8 0,2 3-17 0,-1-5-11 16,1 5-7-16,0-4-5 0,0 4-13 0,0 0-8 15,0 0-9-15,-2-6 0 0,2 6-7 0,0 0-17 16,0 0-9-16,0 0-8 0,0 0-10 0,0 0-10 15,0 0-10-15,0 0-13 0,2 13-9 0,-2-13-12 16,3 4-11-16,-3-4-8 0,3 4-2 0,-3-4-2 16,4 2 5-16,-4-2 3 0,3 1-7 0,-3-1 1 15,0 0 11-15,0 0 2 0,10-4 13 0,-10 4 11 16,2-4-2-16,-2 4 5 0,0 0 9 0,-1-8 6 16,1 5 12-16,0 3 15 0,-3-6 8 0,3 6 6 15,-4-5 13-15,0 1 8 0,4 4 0 0,-4-3-3 16,3-1 0-16,1 4-6 0,-7-4-4 0,7 4-3 15,-3-3 0-15,3 3-1 0,-4-2-4 0,4 2 2 16,0 0-8-16,-4-3 9 0,4 3-8 0,0 0 3 16,0 0-9-16,0 0 4 0,0 0-10 0,0 0-22 15,0 0-23-15,0 0-37 0,0 0-35 0,0 0-100 16,0 0-238-16,8-5 105 0</inkml:trace>
  <inkml:trace contextRef="#ctx0" brushRef="#br0" timeOffset="162384.17">15176 15268 251 0,'-6'-6'275'0,"6"6"-20"0,-8-3-15 16,8 3-20-16,-7 0-20 0,7 0-18 0,-8-1-21 15,8 1-15-15,0 0-14 0,-12 4-15 0,8-3-9 16,4-1-9-16,-4 5-10 0,3-2-9 0,-2 2-8 16,1-1-2-16,2 0-13 0,0 1-4 0,3 1-9 15,-1-1-4-15,0 0-4 0,1 1-7 0,6-1-4 16,-6-2-6-16,1 1-9 0,3 0-3 0,-3-2 0 15,2 1 2-15,-1-2-3 0,0 1 1 0,-5-2-1 16,0 0-1-16,10-2 4 0,-10 2-3 0,5-5 2 16,-2 1-3-16,-3 0 3 0,0 0 1 0,0-1 6 15,0 5 1-15,-3-10 13 0,2 7 2 0,-2-4 0 16,1 2 6-16,-3 1-1 0,3-2-5 0,0 1-2 0,0 2-2 16,-4-2-5-16,4 1-4 0,-1-1-1 15,3 5-2-15,-6-4-21 0,6 4-34 0,-5-3-22 16,5 3-31-16,0 0-50 0,0 0-55 0,0 0-67 0,0 0-177 15,0 0-479-15,0 11 213 0</inkml:trace>
  <inkml:trace contextRef="#ctx0" brushRef="#br0" timeOffset="162868.51">15493 15089 286 0,'0'0'310'0,"0"0"-9"0,-3-3-30 0,3 3-18 16,0 0-21-16,0 0-19 0,-4-2-19 0,4 2-22 0,0 0-15 15,-3-4-15-15,3 4-22 0,0 0-16 16,0 0-10-16,0 0-9 0,0 0-10 0,0 0-7 16,0 0-10-16,4 15-8 0,-4-12-16 0,4 1-10 15,-2-2-4-15,0 2-12 0,3 1-1 0,-3-2-7 0,1-1-2 16,-3-2 2-16,5 4-5 0,-1-1 9 0,-4-3-6 15,4 3 3-15,-4-3-1 0,3 1 4 16,-3-1-1-16,0 0-2 0,0 0 3 0,3-7 1 0,-3 7 0 16,0-5 1-16,1 1 2 0,-1 0 0 0,-1-2 0 15,1 1 5-15,0-2-3 0,-3 3-1 0,3-1-1 16,-1 0 1-16,-1-1-2 0,1 3 1 0,0-1-3 16,1 4-8-16,-2-6-30 0,2 6-39 0,-4-4-45 15,4 4-49-15,0 0-40 0,0 0-59 0,0 0-158 16,0 0-457-16,0 0 203 0</inkml:trace>
  <inkml:trace contextRef="#ctx0" brushRef="#br0" timeOffset="163181">15736 15022 65 0,'4'-2'204'0,"-4"2"-20"16,0 0-14-16,6-5-6 0,-6 5-14 0,0 0-14 15,10 2-15-15,-10-2-8 0,10 3-13 0,-10-3-13 16,8 1-5-16,-8-1-10 0,11 2-6 0,-7 0-7 0,-4-2 1 16,8 1 1-16,-8-1 3 0,6 0 6 15,-6 0 5-15,7 1 10 0,-7-1 0 0,0 0-6 16,8-2 2-16,-8 2-4 0,1-4-1 0,-1 4-4 0,4-7 4 15,-4 3-10-15,0 1-4 0,4-2-7 0,-4 1-2 16,-4-2-7-16,4 1-9 0,0 5-20 16,-1-7-43-16,-2 3-53 0,0 0-74 0,2 0-85 15,-4 2-191-15,-1-1-465 0,2 2 205 0</inkml:trace>
  <inkml:trace contextRef="#ctx0" brushRef="#br0" timeOffset="169729.5">13152 16667 13 0,'0'0'161'16,"0"-5"5"-16,0 5-5 0,3-5-6 0,-5 0 2 16,2 5 4-16,3-5-1 0,-3 2-5 0,0 3 1 0,0-5-5 15,0 5-6-15,0 0 4 0,0-6-9 16,0 6 1-16,0-4-9 0,0 4-6 0,0 0-10 15,0 0-12-15,0 0-10 0,0 0-10 0,0 0-9 0,0 0-13 16,0 0-5-16,0 0-4 0,0 0-9 0,0 0-4 16,0 0-3-16,0 0-5 0,0 0-1 0,0 13-4 15,0-13-1-15,0 9-6 0,1-3 0 16,-1 4-2-16,3-1 0 0,-1 0-1 0,-2-1-20 0,2 4 1 16,1-1-2-16,-3-1 6 0,2 2-4 0,-2 2-2 15,3-2 14-15,-4-1-12 0,2 2 1 0,-1-2 4 16,3 2 3-16,-3-1-4 0,0-1-1 0,0-2-1 15,0 2 1-15,-3 1-1 0,2-4 2 0,1-2 2 16,0 2-3-16,-2 0 3 0,2-2-3 0,-2 0-4 16,-1-1 3-16,3 0 12 0,-2-2-7 0,0 2-14 15,2-5-9-15,0 0-7 0,0 5-2 0,0-5-23 16,0 0-20-16,-4 3-32 0,4-3-26 0,0 0-26 16,0 0-28-16,0 0-18 0,0 0-26 0,0 0-149 15,0 0-406-15,0 0 181 0</inkml:trace>
  <inkml:trace contextRef="#ctx0" brushRef="#br0" timeOffset="170682.57">13162 16653 172 0,'0'0'188'0,"0"0"-8"16,0-6-1-16,0 6-6 0,0 0-4 0,0-5-8 15,0 5-11-15,0 0-18 0,2-3-7 0,-2 3-13 16,0-5-12-16,0 5-11 0,0 0-15 0,0 0-6 0,0 0-7 16,0 0-9-16,0 0-1 0,0 0-5 0,-7 17-6 15,6-14-4-15,0 4-4 0,-2-2-4 16,-1 4 0-16,1-1-2 0,0-2-10 0,3 0 4 16,-1 2-1-16,-2-1-4 0,-5 0-2 0,4 1 3 15,0-2-3-15,0 1-1 0,0-1 0 0,2 0-2 0,-2-2-1 16,2 1-3-16,-1 0 0 0,0-2 1 0,3-3 0 15,-2 4-2-15,2-4 3 0,-2 2 8 16,2-2 14-16,-1 6 8 0,1-6 9 0,0 0-1 16,0 0 2-16,0 0-13 0,0 0-3 0,0 0-3 0,0 0-6 15,0 0 10-15,-3-12-13 0,3 12-3 0,0-5 0 16,0 5-1-16,0-8-6 0,0 8 0 0,1-5 2 16,1 0-4-16,-2 2 3 0,0 3-3 15,3-7-3-15,-3 4 2 0,1-2-1 0,0 2 2 0,2-1-2 16,-3-2 5-16,3 4-8 0,-1-3 2 0,1 1-3 15,1 0 4-15,0 0 0 0,-1 0-1 0,1-1 3 16,-2 2-4-16,2 0 2 0,1-2 0 0,0 1 2 16,-3 1 7-16,0 1 5 0,1-1-6 0,-3 3 5 15,7-5-8-15,-7 5 1 0,4-4-1 0,-4 4-1 16,2-2-1-16,-2 2-2 0,0 0-4 0,0 0 0 16,9-2-1-16,-9 2-3 0,5 5 5 0,4 0-1 15,-8-2-2-15,3 1 2 0,0 1 0 0,0 1-5 16,0 1 4-16,2-1 0 0,-4 4-4 0,3-3 2 15,1 1 2-15,1 0-1 0,-6 0 2 0,5-3-5 16,-3 2-16-16,1 0-18 0,-3-2-23 0,3 4-40 16,-4-3-42-16,4-3-45 0,-4 4-46 0,0-3-211 15,0-4-480-15,-4 5 213 0</inkml:trace>
  <inkml:trace contextRef="#ctx0" brushRef="#br0" timeOffset="171963.76">13106 16196 39 0,'-3'6'89'16,"0"-1"2"-16,2-3-11 0,1-2-2 0,1 6-7 0,-2-2-4 16,1-4-3-16,0 6-3 0,0-6-1 0,0 5 5 15,0-5-7-15,1 2 0 0,-1-2 9 0,0 0 4 16,3 4 7-16,-3-4 11 0,0 0 0 0,0 0 4 16,0 0-6-16,0 0-11 0,0 0-3 0,0 0-12 15,0 0 1-15,0 0-11 0,0 0-5 0,0 0-5 16,0-14-1-16,0 14-5 0,0-5-5 0,-4 2-3 15,4 3-2-15,-4-5-3 0,4 5 1 0,-4-5-5 16,1 2-1-16,-1 1-4 0,0-1-1 0,4 3-4 16,-6-2 3-16,6 2-4 0,-8-3 3 0,8 3-3 15,-5-1-2-15,5 1 2 0,-6-1-2 0,6 1-1 16,0 0 6-16,0 0-11 0,-8 0 1 0,8 0 2 16,0 0 1-16,0 0 0 0,0 0-2 0,0 0 3 15,0 0 3-15,0 0 2 0,0 0-1 0,0 0-3 16,0 0 2-16,0 0-2 0,0 0 0 0,0 0-1 15,0 0-1-15,0 0 0 0,0 0 0 0,21 5-4 16,-15-3-1-16,-3 1 4 0,2 0 0 0,1 2 0 16,-2 0 2-16,2-2-1 0,2 2 1 0,-4 3-4 15,1-4 0-15,-1 2 1 0,3 1-6 0,-3-2-15 0,3 0-27 16,-3 3-37-16,1-3-54 0,1-1-51 0,-2 2-112 16,0 0-326-16,0-2 145 0</inkml:trace>
  <inkml:trace contextRef="#ctx0" brushRef="#br0" timeOffset="180040.56">13512 16890 141 0,'2'-4'208'0,"-2"4"-11"0,0 0-7 0,0 0-14 15,0 0-9-15,0 0-10 0,0 0-10 0,0 0-8 16,0 0-6-16,0 0-7 0,0 0-11 0,0 0-7 16,2-3-7-16,-2 3-5 0,0 0-5 0,0 0-7 15,0 0-1-15,0 0 3 0,0 0-3 0,0 0-4 16,0 0 2-16,0 0 3 0,0 0-1 0,0 0 1 16,0 0 3-16,0 0-4 0,0 0-1 0,0 0 1 15,0 0-8-15,0 0-3 0,0 0 5 0,0 0-7 16,0 0-7-16,0 0-9 0,0 0-3 0,0 0-8 15,0 0-8-15,0 0-1 0,0 0-2 0,0 0-5 16,0 0 0-16,0 0-1 0,-2 12-9 0,3-6-3 16,0-1 5-16,1 1 10 0,1 1-16 0,-1 2-3 15,0 0 5-15,-1 2 0 0,3 0-7 0,0 1-1 16,-4 1 1-16,3 0-1 0,-3-1-2 0,1 1 0 16,2 0 0-16,-2 0-3 0,1 1 6 0,-2-3-3 15,0 3-5-15,0-4 1 0,2 2-17 0,-2-3-18 16,0-1-25-16,0-3-20 0,0 0-24 0,0 0-22 15,0 0-21-15,0-1-15 0,0-4-27 0,0 5-23 16,0-5-53-16,0 0-215 0,0 0-516 0,0 0 228 16</inkml:trace>
  <inkml:trace contextRef="#ctx0" brushRef="#br0" timeOffset="181040.49">13354 16921 180 0,'-5'-2'211'0,"5"2"-4"0,0 0-5 0,-5-2-11 16,5 2-2-16,0 0-7 0,0 0-14 0,0 0 0 16,0 0-18-16,-4-3-8 0,4 3-7 0,0 0-9 15,0 0-12-15,0 0-12 0,0 0-6 0,0 0-10 16,0 0-8-16,0 0-5 0,0 0-10 0,0 0-2 16,0 0-6-16,20 0-7 0,-12 2-6 0,-8-2-4 15,19 1-2-15,-8-1 9 0,0 0-17 0,4 0-1 16,0-1-2-16,1 2 6 0,2-2-14 0,-3 2 2 15,4-1-4-15,-7 2 6 0,3-2-9 0,0 1-8 16,-3 0 3-16,3-1-1 0,-2 0 2 0,-3 1 1 16,-1 2-6-16,-1-6 3 0,-3 3 3 0,3 3-5 15,-8-3-3-15,8 0 4 0,-8 0 4 0,9 0 5 16,-9 0-6-16,5 1-7 0,-5-1 3 0,0 0 0 16,0 0 13-16,0 0-14 0,0 0-1 0,0 0 2 15,0 0-4-15,0 0 0 0,-15-7 1 0,15 7 1 16,-11-3-5-16,5 1 6 0,0 2-2 0,6 0-2 15,-14 0 2-15,4 0-3 0,4-1-15 0,-4 1-19 16,4-1-29-16,6 1-34 0,-14 0-55 0,10 0-78 0,-4 0-253 16,8 0-526-16,-11-3 232 0</inkml:trace>
  <inkml:trace contextRef="#ctx0" brushRef="#br0" timeOffset="-181479.32">13549 11110 216 0,'-7'-3'342'0,"3"-1"-8"0,-2 0-2 0,0 1-5 16,2 1-12-16,1-2-13 0,3 4-18 0,-4-4-16 15,4 4-20-15,-4-2-22 0,4 2-15 0,0 0-20 16,-3-4-16-16,3 4-21 0,0 0-16 0,0 0-14 0,0 0-8 16,22 1-13-16,-13 0-8 0,4 1-14 0,2-1-6 15,1 0-8-15,3 2-5 0,-4-2-3 16,1 0-9-16,2-1-5 0,-2 1-5 0,-2 1-6 0,2-1-2 16,-2 0-2-16,-2 0-7 0,2-1-2 0,-5 2 0 15,1-2-2-15,-3 0 1 0,-1 1-4 0,1 1-3 16,-7-2-2-16,11 0 3 0,-7 1-8 0,-4-1-5 15,6 2 3-15,-5 1-1 0,2-1 0 0,-2 2 2 16,0 2 1-16,-1 0-2 0,0-1 4 0,-1 4-6 16,-2 1 1-16,2 2 2 0,0 1-3 0,-4 0 1 15,1 4 1-15,0 0-1 0,-1 2-1 0,2-2 2 16,-4 0-6-16,5 3 6 0,0-1 2 0,-2 0-3 0,0 1-6 16,4-2-5-16,-1 0-10 0,-1-3-16 15,2 1-9-15,0 1-31 0,0-4-28 0,0 0-30 16,2-2-29-16,-1 2-36 0,-1-4-34 0,0-1-39 0,4-2-40 15,-2-3-50-15,0 3-202 0,0-3-608 0,-2-3 268 16</inkml:trace>
  <inkml:trace contextRef="#ctx0" brushRef="#br0" timeOffset="-181031.05">13669 11295 233 0,'0'0'295'0,"0"-5"-20"0,1 0-16 0,3 1-21 0,0 0-12 16,2-1-15-16,6 1-15 0,-1-1-10 16,4 1-22-16,1-1-18 0,3 1-11 0,0 0-15 0,3 0-9 15,1 4-12-15,1-2-12 0,-2-1-11 0,3 0-2 16,-5 2-3-16,2 1-11 0,-3 0-8 0,-3 1-5 16,-2-1-7-16,-2 3-3 0,2 0-4 0,-2 1-8 15,-1-1 0-15,-3 0-4 0,-4 1-4 0,0 0 0 16,-1 1-1-16,0 0 0 0,-2 1 3 0,-1 0-1 15,-1 0 5-15,-2 1-4 0,2 1 3 0,-1 0-1 16,-2-2-3-16,0 5 0 0,4-5 9 0,-4 2-4 0,3-2 1 0,1-2-1 0,0 3-3 16,1-1 2-16,3-1 7 0,0-2-12 0,0 3 2 15,3-4-2-15,4 1-4 0,-2-3 2 0,5 0-1 16,1-1 1-16,7-2-5 0,-9 1 10 0,2-3-10 16,-1 0 0-16,3-2-5 0,-6-2 6 0,2 3 5 15,-4-5 2-15,-1 4 2 0,2-4 7 0,-7 2 16 16,1-2 2-16,0 1 15 0,-6-2-7 0,2-1 1 15,-5 0 2-15,1 3 9 0,-3 1-5 0,-2 1-6 0,-4-1-8 16,-2 1-4-16,2 1-2 0,-1 3-8 16,3 0 1-16,-4 3-9 0,2 1-42 0,-1 0-35 15,3 1-33-15,-1 3-32 0,5 2-43 0,-2 0-40 0,-1 3-50 16,7-1-44-16,3-1-47 0,0 4-221 0,0 0-609 16,6 1 270-16</inkml:trace>
  <inkml:trace contextRef="#ctx0" brushRef="#br0" timeOffset="-180593.58">14648 11363 287 0,'0'0'349'0,"-11"-4"-11"0,11 4-20 16,0 0-20-16,-11 1-24 0,11-1-26 0,-8 2-25 16,8-2-19-16,-8 0-18 0,8 0-21 0,-8 2-13 15,4-1-13-15,4-1-13 0,-6 4-15 0,2-2-10 16,1 1-7-16,3-3-15 0,-2 7-2 0,2-7-13 15,-3 5-4-15,2-2-6 0,1-3-9 0,4 8 8 16,-3-4-11-16,0 0-5 0,-1-4-4 0,7 2-1 16,-7-2-3-16,8 2-4 0,-2-1-5 0,-6-1-5 0,12-3 1 15,-12 3-6-15,8-3-3 0,-1 0-6 0,-1-1-3 16,-4-1-10-16,5 1-4 0,-4-2-2 0,1 1-11 16,-3-2-9-16,2 2-15 0,-3-1-13 0,1 0-11 15,-5 0-17-15,4 3-13 0,-3-1-22 0,1-3-23 16,-4 3-24-16,0 3-35 0,0-1-27 0,-1-2-41 15,2 3-158-15,-2-2-471 0,-4 2 209 0</inkml:trace>
  <inkml:trace contextRef="#ctx0" brushRef="#br0" timeOffset="-180281.1">14610 11205 67 0,'0'0'264'16,"-4"-3"-16"-16,4 3-16 0,0 0-16 0,-4-3-22 0,4 3-17 16,-3-3-18-16,3 3-21 0,0 0-12 0,-3-4-12 15,3 4-11-15,0 0-11 0,0 0-10 0,0 0-5 16,0 0-7-16,0 0 1 0,0 0 5 0,0 0-3 16,0 0-9-16,0 0-7 0,18 6 0 0,-18-6-7 15,8-2-3-15,-1 1-8 0,-7 1-1 0,10-2-2 16,-4-1-3-16,-2 0 8 0,0-2 2 0,-1 2-2 15,1-2-8-15,-1-1 1 0,-2 1-3 0,4 1-6 16,-4-4 0-16,0 5-2 0,1-2-3 0,-2-1-3 16,0 6 6-16,-2-7-12 0,2 4 3 0,0 3-11 15,-2-6 0-15,2 6-17 0,-6-3-14 0,6 3-23 16,0 0-22-16,-11 3-29 0,7 2-33 0,-4-1-48 16,5 1-39-16,-4 3-209 0,2-1-464 0,-2 2 205 0</inkml:trace>
  <inkml:trace contextRef="#ctx0" brushRef="#br0" timeOffset="-179984.25">15034 11090 372 0,'2'-6'366'15,"1"2"-16"-15,-2-3-19 0,0 2-27 0,1 1-23 16,-2 4-36-16,2-4-30 0,-2 4-21 0,0 0-23 0,0 0-16 16,0 0-6-16,0 0-30 0,0 0-10 15,0 18-9-15,3-7-8 0,-2-1-13 0,-1 3-3 16,2 5-10-16,0 0-1 0,1 0-10 0,0 1-2 0,1 0-19 16,0 0-13-16,3-1-23 0,-2 0-23 0,2 0-24 15,-4-2-26-15,1-1-33 0,-1-2-34 0,1-3-47 16,1 1-52-16,2-3-53 0,-5 0-186 0,4-2-519 15,-2-2 229-15</inkml:trace>
  <inkml:trace contextRef="#ctx0" brushRef="#br0" timeOffset="-179718.59">15320 11139 112 0,'-3'-4'291'0,"3"4"-26"0,0 0-22 15,0 0-8-15,0 0-1 0,-8 0-10 0,8 0-12 0,-3 9 4 16,2-4-18-16,1-1-14 0,0 5-8 0,1 0-11 16,2 4-3-16,1-2-14 0,0 0-12 15,6 5-8-15,-2-1-15 0,2-1-15 0,3 3-7 16,-3-3 0-16,1-1-19 0,1 1-7 0,-3-5-2 0,-1 2-7 16,3 1-9-16,-5-5-10 0,3 4-15 0,-5-2-15 15,1-3-27-15,-2 1-10 0,-1-1-2 0,-4-1-19 16,0-1-13-16,-2 0-12 0,-2-2-8 0,-2 0-8 15,-2-1-14-15,-2-1-21 0,-1-1-27 0,-2-2-26 16,-2-2-25-16,0-3-33 0,-2 2-201 0,0-2-475 16,1-1 209-16</inkml:trace>
  <inkml:trace contextRef="#ctx0" brushRef="#br0" timeOffset="-179562.35">15313 11139 165 0,'6'-6'254'0,"0"3"-8"0,0 0-10 0,1-3-11 15,1 2-20-15,1 0-22 0,-2-1-15 0,4 0-20 16,2 1-14-16,-3 1-13 0,2-1-24 0,3 3-46 16,-4 1-66-16,3 1-67 0,5 1-88 0,-6 0-158 15,0-1-355-15,6 4 157 0</inkml:trace>
  <inkml:trace contextRef="#ctx0" brushRef="#br0" timeOffset="-179218.62">15948 11332 100 0,'0'0'339'0,"-4"4"-24"0,4-4-33 0,-8 1-24 15,8-1-23-15,0 0-22 0,-7 0-14 0,7 0-29 0,0 0-12 16,0 0-17-16,-7 2-17 0,7-2-9 0,0 0-16 15,0 0-9-15,0 0-4 0,-2 6-8 0,2-6-14 16,0 0 3-16,1 5-5 0,-1-5-13 0,1 5-1 16,-1-5-4-16,0 0-4 0,3 4-4 0,-3-4 4 15,0 0-11-15,0 0 2 0,0 0-4 0,0 0-3 16,0 0-4-16,0 0-2 0,0 0-2 0,0 0 1 16,0 0-3-16,-11-13 1 0,7 9-1 0,-1 2-4 15,1-2 0-15,4 4-4 0,-10-7 4 0,5 6-6 16,-1-3 1-16,-2 3-5 0,3-1-17 0,-1-1-30 15,1 2-34-15,5 1-33 0,-8 0-33 0,8 0-37 16,0 0-31-16,-11 1-47 0,11-1-181 0,-6 5-479 16,6-5 212-16</inkml:trace>
  <inkml:trace contextRef="#ctx0" brushRef="#br0" timeOffset="-178904.63">15944 11146 84 0,'-8'-2'273'16,"1"-3"-15"-16,3 3-12 0,-4 2-17 0,4-2-19 15,-4-1-23-15,8 3-20 0,-7-1-17 0,7 1-12 16,0 0-15-16,-10-1-11 0,10 1-14 0,0 0-8 16,0 0-3-16,0 0 6 0,0 0-3 0,0 0-6 15,0 0-10-15,0 0-1 0,0 0 1 0,0 0-3 0,0 0-3 16,16-3-5-16,-10-1-6 0,-2 2 0 0,-2-2-13 15,0 0-2-15,0-2-6 0,0 1-2 0,1-2-6 16,-3 1-2-16,0-2 5 0,0 1-9 0,0 1-6 16,0 1-5-16,-4-2-13 0,3 2-12 0,-3 2-18 15,2-1-25-15,-2 2-24 0,-1-2-30 0,5 4-41 16,0 0-51-16,-11 0-39 0,5 5-200 0,2-3-480 16,0 2 213-16</inkml:trace>
  <inkml:trace contextRef="#ctx0" brushRef="#br0" timeOffset="-178635.17">16250 11056 271 0,'2'-3'412'0,"0"-2"-11"0,-2 5-21 0,3-4-27 16,-3 4-37-16,3-4-40 0,-3 4-35 0,0 0-29 15,0 0-20-15,0 0-25 0,0 0-4 0,3 9-26 16,-2-3-13-16,0 2-8 0,-1 2-10 0,3 7-9 16,-2-4-8-16,1 6-8 0,1 2-3 0,-2-1-11 15,3-1-10-15,-4 3-4 0,1-2-56 0,-1 1-28 16,4-1-28-16,-4-2-27 0,0 3-30 0,0-2-40 16,0-6-44-1,4-1-64-15,-1 0-47 0,-3 1-217 0,1-4-571 16,2-2 254-16</inkml:trace>
  <inkml:trace contextRef="#ctx0" brushRef="#br0" timeOffset="-178346.65">16525 11148 273 0,'-4'-3'371'16,"4"3"-14"-16,-3-5-33 0,3 5-28 0,0 0-28 15,-2-4-35-15,2 4-4 0,0 0 20 0,0 0-32 16,-3 12-12-16,6-7-13 0,-1 3-14 0,2 0-14 16,3 4-20-16,-1-1-9 0,2 5-14 0,0-1-10 15,4 1-13-15,-2-1-6 0,3 1-13 0,-3 2-8 16,2-1-7-16,0 0-9 0,-1 1-6 0,-3-5-22 16,2 3-21-16,-5-4-19 0,-1-4-25 0,-1 3-1 0,0-4-28 15,-2 4-10-15,-2-6-12 0,-3 0-12 0,-2 1-12 16,2 0-10-16,-4-1-13 0,-3 0-17 15,-3-4-21-15,0 0-22 0,1-2-36 0,-2 0-39 0,2-3-194 16,-5-2-503-16,0-1 223 0</inkml:trace>
  <inkml:trace contextRef="#ctx0" brushRef="#br0" timeOffset="-178143.54">16543 11150 196 0,'-2'-5'415'0,"1"-1"-8"16,0 2 10-16,-1-1-8 0,2-3-27 0,2 3-34 0,-1-2-33 16,0 2-35-16,5 0-26 0,-1-1-30 15,6 1-23-15,0 0-28 0,8-1-41 0,4 1-44 16,3 1-57-16,8 1-51 0,-4 3-45 0,5-2-48 0,-2 5-53 16,1-3-66-16,-3 1-63 0,-10 2-269 0,-1-3-610 15,-2 2 269-15</inkml:trace>
  <inkml:trace contextRef="#ctx0" brushRef="#br0" timeOffset="-177440.46">13427 10398 57 0,'0'-8'390'15,"4"-2"-10"-15,-3 3-7 0,-1 1-8 0,3-1-13 16,-2 1-11-16,1 1-15 0,-1 0-22 0,-1 2-28 16,0 3-31-16,0-6-29 0,0 6-27 0,0 0-16 15,0 0-3-15,0 0-33 0,9 14-11 0,-6-7-16 0,1 5-8 16,0-1-10-16,2 6-10 0,-1 0-6 0,-2-1-9 15,5 4-9-15,-4-2-31 0,-1-2-42 0,1 1-29 16,-3-3-29-16,2-1-28 0,0-2-29 0,0 2-36 16,-1-4-36-16,-2 1-50 0,3-4-49 0,-2-1-47 15,-1 1-219-15,0-6-615 0,-5 4 272 0</inkml:trace>
  <inkml:trace contextRef="#ctx0" brushRef="#br0" timeOffset="-177159.23">13402 10310 150 0,'0'-5'368'16,"-1"0"-19"-16,1-1 3 0,0 2-5 0,1-3-18 0,-1 2-3 15,0 1-11-15,3 1-18 0,-3 0-16 0,0 3-36 16,6-7-30-16,0 6-19 0,-6 1-19 0,15 3-16 16,-8-1-21-16,6 2-14 0,1 1-12 0,4 5-11 15,-3-2-15-15,4 4-5 0,-3 1-9 0,-1 0-7 16,0 1-10-16,4 9-2 0,-8-8-8 0,1-1-5 15,-1 4-5-15,-4-1-14 0,1 2-22 0,-7-1-12 16,2-6-9-16,-6 6-5 0,-1-3-13 0,-4-1-3 16,0 1 1-16,-6-2-6 0,-2 1 2 0,0-2-11 15,-7 5-5-15,4-8-13 0,-2-2-7 0,3-1-14 16,0 3-15-16,0-6-12 0,4 0-16 0,3 1-20 0,-1-1-26 16,1-3-44-16,7 0-63 0,4 0-263 0,-5-5-598 15,5 5 265-15</inkml:trace>
  <inkml:trace contextRef="#ctx0" brushRef="#br0" timeOffset="-176737.39">13798 10502 234 0,'3'-4'335'0,"-2"1"-3"16,-1-2-5-16,1 1-6 0,1 0 3 0,-2 4-8 15,1-9-5-15,-1 5-6 0,0 4-3 0,0 0-30 16,0-4-26-16,0 4-23 0,0 0-28 0,0 0-22 15,0 0-22-15,0 0-13 0,0 0-16 0,0 0-13 16,-9 9-8-16,4-1-14 0,3 0-4 0,-1 3-12 16,-1-1-7-16,0 1-4 0,3 2-7 0,-1 1-4 15,0-1-4-15,2 4-2 0,-2-2-5 0,2 3-6 0,0-1-1 16,0-3-4-16,2-1-1 0,2 0-7 16,-2-2-21-16,2 1-27 0,0-2-26 0,3 0-26 15,-1-2-36-15,-1-3-35 0,-1 1-31 0,4-1-40 0,-1-2-45 16,-3-1-46-16,2 0-48 0,3-2-269 0,-9 0-681 15,8-4 302-15</inkml:trace>
  <inkml:trace contextRef="#ctx0" brushRef="#br0" timeOffset="-176440.53">13746 10612 239 0,'0'-3'265'0,"0"3"-15"15,2-7-19-15,-2 7-19 0,6-6-16 0,-3 4-20 16,3 1-13-16,-6 1-20 0,11-2-13 0,-2-1-17 15,-2 2-7-15,0 1-12 0,2 0-11 0,3 1-6 16,-1 0-10-16,-1 2-6 0,-1-1-7 0,2 2-7 16,-4 0-20-16,-1 1-33 0,4-1-30 0,-6 1-31 15,3 0-41-15,-1 2-41 0,-4-3-40 0,5-1-175 16,-6 5-393-16,-1-3 174 0</inkml:trace>
  <inkml:trace contextRef="#ctx0" brushRef="#br0" timeOffset="-176032.78">13863 10693 93 0,'3'-2'183'16,"1"-1"-3"-16,1 1-9 0,1-1-10 0,-2-1-3 15,4 1-12-15,-1 0-14 0,1-1-3 0,-1 1-4 16,-2-1-10-16,2 2-5 0,0-1-14 0,-2-1-9 16,1 2-10-16,-1 1-6 0,1 1-10 0,-6 0-5 15,9 0-8-15,-9 0-5 0,10 0-3 0,-10 0-4 0,7 1-6 16,-7-1-2-16,5 2-5 0,-1 2 1 15,-4-4-2-15,2 7-4 0,-1-3-2 0,3-2 2 16,-3 2-7-16,0-2 3 0,1 2-2 0,-2-4 2 0,1 4-6 16,2 0 1-16,-3-4-1 0,1 5 1 0,1-3-2 15,-2-2 4-15,3 5-1 0,-1-3 1 0,-2-2-3 16,7 2 0-16,-7-2-1 0,9-2 0 0,-9 2 0 16,10-2 28-16,-6 0 9 0,2 1 8 0,-1-2 6 15,0 2 5-15,1-1 4 0,2 0-1 0,-4 0 3 16,0 1 3-16,3-2 7 0,-3 0 8 0,-4 3 12 15,4-4-15-15,0 3-2 0,-4 1-8 0,7-5-2 16,-7 5-7-16,4 0-11 0,-4 0-9 0,0 0-3 0,0 0-6 16,6-1-5-16,-6 1-4 0,0 0-7 15,5 5-24-15,-5-5-28 0,4 4-28 0,0-2-37 16,0-1-44-16,-1 4-57 0,-3-5-59 0,11 2-63 0,-6-2-176 16,-5 0-536-16,10 1 237 0</inkml:trace>
  <inkml:trace contextRef="#ctx0" brushRef="#br0" timeOffset="-175876.6">14190 10529 126 0,'0'0'209'0,"0"-3"-22"0,0 3-21 0,0 0-19 15,0 0-39-15,-3-4-43 0,3 4-43 0,0 0-52 16,0 0-137-16,9 11-181 0,-6-5 81 0</inkml:trace>
  <inkml:trace contextRef="#ctx0" brushRef="#br0" timeOffset="-175517.25">14751 10438 47 0,'2'-7'366'0,"-2"-1"-2"0,1 0-5 15,-1-2 0-15,2 2-1 0,-1 1-1 0,2 0-5 16,-2 1-8-16,-1 1-17 0,0 0-24 0,3 2-25 0,-3-1-32 15,0 4-31-15,0-5-23 0,0 5-24 0,0 0-17 16,0 0-15-16,6 10-13 0,-6-2-10 0,3 3-12 16,1 2-11-16,-4 5-5 0,4 0-15 0,-1 1-8 15,1 2-29-15,-1 1-35 0,1-2-25 0,1 7-30 16,-1-9-29-16,2 2-25 0,-2-2-32 0,0 1-22 16,-2-7-23-16,0 4-29 0,0-5-37 0,0-1-44 15,0-2-39-15,-2-2-282 0,2 1-672 0,-4-3 298 16</inkml:trace>
  <inkml:trace contextRef="#ctx0" brushRef="#br0" timeOffset="-175236.01">14709 10362 224 0,'-4'-7'365'0,"3"0"-9"0,0 1-5 15,-1 1 5-15,1 0-7 0,-1 1-10 0,2 4-19 16,0-6-34-16,0 6-25 0,5-3-30 0,-5 3-21 15,12 0-20-15,0 3-20 0,-1 0-17 0,1 2-16 16,3 1-12-16,4 1-12 0,0 3-15 0,0 2-10 16,-3-2-6-16,4 2-10 0,-3 1-7 0,1 0-6 15,-2 1-6-15,-2 1-6 0,-2-1-3 0,-1 2-6 16,-2 2-5-16,-2-3-6 0,-3-2-21 0,-1 0-20 16,-2 3-22-16,-5 0-13 0,2-1-29 0,-4-1-25 0,-5 4-14 15,-1-3-22-15,-4-3-25 0,-2 1-28 0,3 1-27 16,-1-2-31-16,-2 0-39 0,4-3-38 0,4-1-219 15,-1-1-590-15,-2-1 261 0</inkml:trace>
  <inkml:trace contextRef="#ctx0" brushRef="#br0" timeOffset="-174579.81">15131 10524 344 0,'0'0'351'0,"-3"-6"-10"16,3 6-12-16,-4-7-16 0,3 5-18 15,1 2-34-15,-6-3-25 0,6 3-25 0,0 0-11 0,0 0-16 16,-15 5 6-16,14-1-19 0,-2 1-14 0,1 1-12 16,-1 2-13-16,0 4-14 0,4-1-5 0,-1 6-11 15,0 0-10-15,2 1-10 0,-1-2-12 0,1 2-2 16,0 0-6-16,1 0-11 0,1 0 0 0,1 0-24 15,-2 0-9-15,1-2-11 0,0 1-8 0,-2-4-19 16,3-2-15-16,-2-2-10 0,6 2-14 0,-5 0-10 16,1-6-9-16,0-1-5 0,-1 1-9 0,3-4-9 15,-2 0-5-15,2-1 4 0,-7 0 11 0,11-3 7 0,-5-1 9 16,1 0 9-16,-1-2 7 0,-1-4 6 16,1 2 6-16,2-2 9 0,-3-2 14 0,-2 2 14 15,1-1 16-15,-1 0 13 0,-3 4 14 0,4-3 14 0,-4 4 1 16,0-2 8-16,0 2 4 0,0 0-4 0,0 0 0 15,0 1-6-15,0 5 0 0,-4-6-16 0,4 6 0 16,-3-2-6-16,3 2-3 0,-7-2-3 0,7 2-3 16,0 0 6-16,-10 8-8 0,6-5-1 0,-1 2-4 15,3 1-3-15,0 0 1 0,1 0 0 0,1 2 1 16,0 1-5-16,0-1 4 0,0-2-4 0,1 2-1 16,2 0 2-16,1-3 0 0,-1 0-3 0,3-1-2 15,1 0-10-15,0 1 3 0,2-4-1 0,3 2 0 0,0-5 1 16,0 2-1-16,0 0 1 0,-1 2 1 15,0-5 0-15,3 2-2 0,-5-4 3 0,-2 2 2 16,5-2 13-16,-5 2 9 0,0 1 7 0,-1-1 7 0,0 0 7 16,0 0 1-16,-2 0 2 0,1 1 1 0,-1 0-6 15,-4 2-8-15,3-2-9 0,-3 2-4 0,0 0-2 16,4-1-2-16,-4 1-2 0,0 0-4 0,0 0 6 16,8 7-4-16,-8-3-5 0,0 1 4 0,0 0-6 15,0 3 1-15,0 0-9 0,0-2-18 0,-3 3-12 16,3-2-17-16,-1 1-5 0,-1-1-24 0,-1-2-19 15,1 2-17-15,0 0-19 0,0 1-23 0,2-5-26 16,-4 2-27-16,1 0-29 0,1-4-32 0,2-1-221 0,-6 3-532 16,6-3 235-16</inkml:trace>
  <inkml:trace contextRef="#ctx0" brushRef="#br0" timeOffset="-174329.83">15500 10569 351 0,'1'-11'356'0,"0"4"-5"16,-1 1 2-16,0-1 11 0,0 1-2 0,-1 1-8 16,1-1-21-16,-1 3-26 0,1 3-32 0,-3-5-32 15,3 5-24-15,0 0-25 0,0 0-19 0,0 0-12 16,0 0-7-16,-11 11-14 0,8-3-11 0,3 0-12 16,-3 3-12-16,3 3-11 0,0-3-5 0,0 1-3 15,0 2-15-15,3-1-14 0,1 2-18 0,-1 5-22 16,0-5-25-16,-1-1-33 0,3-1-32 0,-1-1-37 15,-1-3-35-15,0 1-29 0,3 0-33 0,-4-4-36 0,0 1-36 16,-1-4-50-16,2 0-50 0,-3-3-216 0,0 0-643 16,0 0 285-16</inkml:trace>
  <inkml:trace contextRef="#ctx0" brushRef="#br0" timeOffset="-174173.59">15408 10589 90 0,'-2'-3'310'16,"-4"-3"-4"-16,2 1-3 0,0 1-3 0,1 1-3 15,2 0-12-15,1 3-8 0,-7-4-10 0,7 4-20 16,-2-5-24-16,2 5-26 0,-3-3-21 0,3 3-21 16,0 0-38-16,0 0-41 0,0 0-46 0,0 0-49 15,0 0-51-15,15 9-57 0,-13-6-58 0,-2-3-75 0,9 3-240 16,-7-2-541-16,1 1 240 0</inkml:trace>
  <inkml:trace contextRef="#ctx0" brushRef="#br0" timeOffset="-174017.35">15026 10605 250 0,'-5'0'343'0,"-1"0"-9"0,6 0-11 0,0 0-31 16,0 0-23-16,0 0-33 0,0 0-25 0,0 0-18 16,0 0-25-16,24-9-27 0,-12 6-47 0,1 1-59 15,2 0-71-15,-1 0-85 0,7-1-103 0,-7 0-194 16,8 2-454-16,-2 0 201 0</inkml:trace>
  <inkml:trace contextRef="#ctx0" brushRef="#br0" timeOffset="-173537.94">16412 10385 194 0,'1'-5'384'0,"1"2"-18"0,1 0-44 15,-3 3-35-15,0 0-28 0,1-3-28 0,-1 3-23 16,0 0-24-16,0 0-15 0,0 0-14 0,4 13-19 15,-1-6-11-15,0 4-15 16,3 0-9-16,-2 3-7 0,0 1-10 0,3 2-9 16,-1-1-4-16,0 5-12 0,0-4-5 0,-2-1-35 15,0-3-33-15,0 2-27 0,-1-2-27 0,0-3-53 0,-1 2-53 16,0-5-52-16,-1-1-38 0,-1-1-200 0,-1-1-502 0,1-4 223 16</inkml:trace>
  <inkml:trace contextRef="#ctx0" brushRef="#br0" timeOffset="-173303.58">16345 10323 308 0,'0'-6'312'0,"2"-1"-20"0,-2 2-26 0,1 1-25 16,3-1-13-16,2 4-6 0,-6 1-10 0,15 0-10 16,-2 2-11-16,1 3-7 0,5 2-22 0,1 3-7 15,-2-1-12-15,9 4-15 0,-6-1-18 0,-1-1-3 16,2 4-13-16,-2-2-8 0,-5 3-15 0,-1-3-7 15,-3 2-6-15,2 1-4 0,-5 1-2 0,-1 0-5 16,-4-1-5-16,1 2-6 0,-7-1-2 0,2 1-6 16,-6 0-26-16,-4 0-25 0,0 1-24 0,-2-2-18 15,-6 2-20-15,-3-1-30 0,0-1-42 0,2-5-54 0,3 0-62 16,-3-2-254-16,4 0-568 0,2-4 251 16</inkml:trace>
  <inkml:trace contextRef="#ctx0" brushRef="#br0" timeOffset="-172959.85">16726 10524 193 0,'0'0'348'0,"0"-5"-31"0,0 5-28 15,0 0-33-15,0 0-14 0,0 0-4 0,0 0-16 16,0 0-8-16,3 14-14 0,-3-9-19 0,0 4-15 15,3 1-19-15,-2 1-15 0,2 0-7 0,2 2-11 16,3 5-13-16,1-1-8 0,-1-2-12 0,1 1-7 16,1 0-8-16,-3-4-5 0,0-1-10 0,2 1-1 0,-1-1-24 15,-2-2-1-15,-1-3-13 0,0-2-6 0,-2 3 4 16,0-4 1-16,1 0-10 0,0-2 4 16,-4-1-4-16,0 0 9 0,4-7-6 0,-4 1-3 0,2 1 2 15,-2-2-2-15,2-4-1 0,-2 1 0 0,0-2 12 16,0 1-10-16,2 0 0 0,-1-2-2 0,2 0 1 15,-1 1-4-15,1 2 6 0,-2 0-9 0,2 5-14 16,-2-3-22-16,-1 2-40 0,2 1-43 0,1 2-51 16,-1 1-50-16,-2 2-50 0,9-2-248 0,-2 2-567 15,-7 0 251-15</inkml:trace>
  <inkml:trace contextRef="#ctx0" brushRef="#br0" timeOffset="-172397.39">17110 10651 13 0,'-3'-6'282'0,"2"1"-15"0,-2-1-15 16,0 2-11-16,-1 2-14 0,0-5-5 0,-1 2-29 15,-1 1-15-15,1 2-18 0,-3 1-19 0,2-1-11 16,-1 0-18-16,-1 0-10 0,0 2-12 0,8 0-8 16,-15 7-8-16,8-5-5 0,-1 3-10 0,1 3-5 15,1-4 0-15,0 2-9 0,2 6-7 0,-1-6-9 16,2 1-12-16,0-2-5 0,3 3 2 0,0-3 1 15,0 0-3-15,2 0-3 0,-1-1-1 0,3-3-1 16,0 1 0-16,-4-2-1 0,10 3-1 0,-5-3 4 0,-5 0-4 16,12-3 0-16,-5 2 0 0,-2-4 0 15,2 3 7-15,-1-1 6 0,-1-1 7 0,1 2 7 0,-2-2 7 16,-2 0-3-16,4 2-1 0,-3-1 1 0,-3 3-15 16,4-4 3-16,-4 4-4 0,7-3-5 0,-7 3 1 15,0 0-2-15,0 0-4 0,10 6 0 0,-8-4-3 16,-2-2 4-16,8 4-5 0,-4-1 1 0,0 2 4 15,4-3-5-15,-2 2 0 0,2 1-1 0,2-2-5 16,0 2-3-16,3-3-6 0,-4 1-4 0,5-3 4 16,-3 2-4-16,-1-2 5 0,4-2-4 0,-2-1-3 15,2-1 3-15,-6 1 2 0,5-2-3 0,-3-1 9 16,-2-2-5-16,2 0 4 0,-4-4-6 0,1 2 8 16,-3-3-6-16,1-3 4 0,-3 3-4 0,0-7 4 15,-2 2 2-15,-2 2 17 0,2-3 22 0,0 1 11 16,-2-1 39-16,0 2 32 0,-1 5 19 0,2 0-1 0,-2 1 4 15,-1 1-19-15,1 2-12 0,1 3-8 0,-1-1-16 16,-1 3-11-16,-1 1-8 0,5 2-9 0,-10 0-7 16,5 5-5-16,-3 4-2 0,2 1-10 0,-5 3 6 15,0 6-18-15,2-1-36 0,-2 6-39 0,-4 2-39 16,7 1-39-16,0 1-39 0,-1 3-66 0,0-1-96 16,-1-2-337-16,2-2-727 0,-2 6 322 0</inkml:trace>
  <inkml:trace contextRef="#ctx0" brushRef="#br0" timeOffset="-171099.08">13602 12397 146 0,'0'-5'317'0,"0"0"-2"15,0 5 5-15,0-9-21 0,0 4-7 0,-3-1 3 16,3-2 7-16,-1 0-4 0,-3 1 1 0,3-4-15 16,-3 2-13-16,2-2-14 0,-2-1-21 0,1 1-22 15,2-2-19-15,1 0-19 0,-3 0-18 0,3 0-14 16,0 0-16-16,3 1-17 0,1-6-9 0,-3 5-5 15,6-4-16-15,4 2-8 0,-1 0-9 0,-3 6-7 0,3-3-12 16,-2 2-10-16,5 2-10 0,0 2-11 16,-5-1-8-16,6 4-10 0,-2-1-11 0,-1 1-14 0,-1 3-5 15,-1 0-8-15,2 2-5 0,-4 0-1 0,2 2-6 16,-2 1 11-16,0 2 5 0,-3 0-5 0,0 2 8 16,0 3 0-16,-4 1 7 0,0 1-3 0,-2 2 8 15,-4 1 1-15,-1 1 2 0,-2 0 3 0,-2 0 3 16,-4 3 6-16,-3 1-10 0,3 1 10 0,-5 0 5 15,6-10 6-15,-9 10 3 0,6-1-1 0,2-6 3 16,1 1 0-16,3 0-1 0,0 0 0 0,3-7 1 16,-1 6-4-16,3-4 5 0,3-2-3 0,3 2 2 0,3-2 4 15,0-3-1-15,4-1-2 0,5 1-1 16,6-1 1-16,2-3 1 0,3 0-6 0,7-3 5 16,-10-1-4-16,2-2 1 0,1-1-7 0,-1-2 1 0,0-2 3 15,-3 0-10-15,-3-4 0 0,-1-1-3 0,-3-2-14 16,-1-1-1-16,-5 1-5 0,-2 2 2 0,-6-4 1 15,-2 0 5-15,0 1 3 0,-5-1-6 0,-4 3 12 16,0 0-4-16,-1 2 3 0,-2-1-2 0,0 3 3 16,-3 0-1-16,-1 2 5 0,3 0-1 0,0 5-1 15,5-2-3-15,-1 0 3 0,3 2-34 0,2 1-36 16,1-1-20-16,3 3 8 0,4 0-6 0,0 0-18 16,0 0-23-16,0 0-17 0,27 8-28 0,-9-3-24 0,5-1-10 15,0 0-4-15,7 2 7 0,3-2 0 16,-2 1 18-16,-2 0 18 0,-7-2 19 0,2 0 15 15,-4 0 15-15,2-1 15 0,-4-1 17 0,-5-1 26 0,1 0 34 16,-6 0 31-16,1 1 46 0,-3 0 37 0,-6-1 25 16,10 0 9-16,-10 0 5 0,5-1 10 0,-5 1 8 15,0 0 5-15,0 0 0 0,0 0 0 0,0 0 4 16,0 0-16-16,0 0 0 0,0 0-10 0,0 0-14 16,-19 4-7-16,15-2-7 0,-1 4-13 0,3-2-3 15,-1-2-8-15,3 3-4 0,3 1-7 0,-1 1-5 0,3-1 2 16,3 4-4-16,-1-6-6 0,3 5-2 0,3-3 0 15,5-1-10-15,1 0 0 0,-3-3-3 0,3 1 0 16,-3-2-7-16,2 0 7 0,-3-3-10 0,-1-1 3 16,2 1 0-16,-5-3-3 0,-2 0 2 0,1-3 2 15,-2 0 0-15,-1-2-5 0,-3 0 3 0,-3-4 3 16,-1 0-8-16,-1-2-1 0,-3 3-4 0,-2-5-1 16,0 2-2-16,-4 0 3 0,2 6-1 0,-4-5-4 15,-2 2-2-15,-1 0-2 0,3 6-18 0,1 1-20 16,-3 1-26-16,1 3-28 0,-1-1-20 0,3 3-32 15,-1 0-54-15,5 2-63 0,0-1-68 0,2 3-180 16,0 2-555-16,3 1 245 0</inkml:trace>
  <inkml:trace contextRef="#ctx0" brushRef="#br0" timeOffset="-170849.05">14502 12378 14 0,'0'0'360'0,"0"0"-22"16,0 0-28-16,0 0-29 0,7 0-30 0,-7 0-23 15,0 0-23-15,0 0-20 0,0 0-10 0,0 0-23 16,0 0-16-16,0 0-17 0,2 4-7 0,-2-4-14 16,0 5-7-16,0-5-12 0,4 5-6 0,-4-2-6 15,1 0-8-15,-1-3-5 0,0 5-36 0,0-5-22 16,3 3-23-16,-3-3-27 0,1 5-26 0,-1-5-24 15,0 0-30-15,0 0-43 0,0 0-44 0,0 0-34 0,0 0-137 16,0 0-424-16,0 0 188 0</inkml:trace>
  <inkml:trace contextRef="#ctx0" brushRef="#br0" timeOffset="-170583.44">14573 12214 25 0,'-4'-2'353'0,"-1"-3"-3"15,-1 0-6-15,2 2-8 0,-2-1-8 0,-1-1-9 16,1 4-9-16,2-2-14 0,0 0-23 0,0 1-25 16,4 2-26-16,-4-3-25 0,1 0-23 0,3 3-19 15,0 0-20-15,0 0-13 0,0 0-13 0,0 0-12 0,0 0-11 16,0 0-11-16,11 9-13 0,-4-5-8 0,-2-2-8 16,-1 0-12-16,3 2-5 0,-2-3-12 15,0 1 0-15,0 0 2 0,-1-1-3 0,-4-1-7 0,0 0 5 16,4 2-6-16,-4-2-19 0,0 0-11 0,0 0-4 15,0 0-17-15,0 0-17 0,-8-12-18 0,1 10-29 16,-1 0-30-16,0-3-27 0,0 1-32 0,-2 1-38 16,2 2-61-16,0-2-290 0,1 2-633 0,0-2 280 15</inkml:trace>
  <inkml:trace contextRef="#ctx0" brushRef="#br0" timeOffset="-170239.76">15138 12141 180 0,'2'-6'354'0,"-2"1"-8"0,0-2-18 0,2 3-13 16,-2 1-7-16,1-1-15 0,-1 4-27 0,0-6-24 0,0 6-29 16,0-5-30-16,0 5-19 0,0 0-14 0,0 0-15 15,0 0-8-15,0 0-16 0,-3 22-14 0,3-11-10 16,-2 3-13-16,-2 2-2 0,0 2-9 0,1-1 1 16,0 1-11-16,0 0-1 0,-1 1-10 0,4 0-3 15,-1 0-35-15,2-1-30 0,-1 2-27 0,3-2-33 16,0-6-40-16,2 1-50 0,-2 0-57 0,6-2-73 15,-5 0-254-15,6-1-605 0,0-4 267 0</inkml:trace>
  <inkml:trace contextRef="#ctx0" brushRef="#br0" timeOffset="-169927.28">15370 12224 46 0,'0'-5'332'16,"-2"1"-22"-16,2 4-30 0,-6-5-22 0,6 5-15 15,0 0-14-15,0 0-10 0,0 0-12 0,-15 9-8 16,15-4-3-16,-1 1-3 0,0 1-8 0,3 5 1 16,2-3-3-16,2 1 0 0,2 0-23 0,4 4-12 15,2-1-11-15,-1-5-10 0,2 3-16 0,3-2-8 16,-2 0-7-16,-1-2-7 0,0-4 2 0,-1 1 0 16,1-1 0-16,-3-3-6 0,-1 0 8 0,2-3-19 15,-3-2-5-15,2 2-7 0,-5-8-6 0,0 4-5 0,-2-5-4 16,1 3-7-16,-5-5-3 0,1 1-6 0,-4-4-1 15,-2 0-4-15,1-1-3 0,-2-2-5 16,-5 5 0-16,2-1-12 0,0 5-22 0,1 1-12 0,-4 2-26 16,-1 0-25-16,0 2-34 0,0 2-23 0,-1 2-14 15,0 3-17-15,1 2-25 0,-1 2-33 0,-2 2-44 16,6 1-54-16,0 2-296 0,0-1-668 0,5 4 296 16</inkml:trace>
  <inkml:trace contextRef="#ctx0" brushRef="#br0" timeOffset="-169614.8">16112 12359 112 0,'-2'-5'384'0,"-1"1"-26"0,2 0-17 0,-3 0-25 16,0-2-16-16,0 3-11 0,-1 1-16 0,0-1-6 15,1 1-15-15,2-3-15 0,2 5-33 0,-6-2-26 16,6 2-17-16,-5-1-16 0,5 1-14 0,0 0-13 16,0 0-12-16,0 0-8 0,0 0 0 0,-14 3-20 15,10 2-8-15,4-5-8 0,-3 5-7 0,2-3-6 16,1-2-2-16,-3 5-9 0,3-5-13 0,-3 6-8 16,3-6 3-16,-1 5-1 0,1-5-2 0,0 0 3 15,-3 1-9-15,3-1-7 0,0 0-19 0,0 0-38 16,0 0-35-16,0 0-22 0,0 0-39 0,0 0-40 0,7-12-36 15,-7 12-43-15,2-7-41 0,-1 3-274 0,-1-4-631 16,0 2 280-16</inkml:trace>
  <inkml:trace contextRef="#ctx0" brushRef="#br0" timeOffset="-169333.58">16034 12108 241 0,'0'0'257'15,"-5"-4"-11"-15,5 4-6 0,0 0-10 0,0 0-5 16,0 0-10-16,-6-1-12 0,6 1-12 0,0 0-16 16,0 0-17-16,0 0-16 0,0 0-13 0,0 0-11 15,0 0-9-15,0 0-9 0,0 0-10 0,0 0-10 0,0 0-4 16,19-2-10-16,-19 2-7 0,11 0-5 16,-11 0-4-16,11-2-7 0,-8 1-7 0,-3 1 2 15,6-3-8-15,-4-1-9 0,-1 0-8 0,-1 4-4 0,2-7-6 16,-2 2-3-16,0 1-2 0,-2-2-11 0,1 3-15 15,1 3-11-15,-3-8-11 0,-1 6-20 0,1-3-23 16,3 5-32-16,0 0-35 0,-5-3-41 0,5 3-39 16,0 0-198-16,0 0-474 0,0 0 210 0</inkml:trace>
  <inkml:trace contextRef="#ctx0" brushRef="#br0" timeOffset="-169052.34">16390 11948 179 0,'-1'-4'341'0,"-2"1"-22"0,3 0-36 16,0 3-31-16,-4-5-25 0,4 5-24 0,0 0-18 15,0 0 8-15,-5 8 1 0,3-1-8 0,2 1-11 16,0 2-14-16,-2 3-10 0,4 3-15 0,-2 4-13 15,0 0-14-15,0 0-9 0,2 6-11 0,0-1-1 16,1-4-15-16,1 6-3 0,-4-6-10 0,4 0-35 16,-1 1-36-16,1-2-33 0,0 2-41 0,0-3-46 15,-4-1-57-15,4-5-62 0,-1 1-67 0,-3-3-166 16,0 2-523-16,0-4 231 0</inkml:trace>
  <inkml:trace contextRef="#ctx0" brushRef="#br0" timeOffset="-168708.62">16624 12148 204 0,'-4'-6'337'16,"1"3"-17"-16,0 0-18 0,-3 1-15 0,-1 0-20 16,7 2-5-16,-11 4-15 0,7-1-20 0,-4 4-20 15,3-3-18-15,-1 4-13 0,-1 2-11 0,5-2-10 16,-4 5-16-16,4-3-9 0,0 1-19 0,2 2-3 15,3 0-12-15,1-3-7 0,1 3-10 0,2-1-6 16,1 1-3-16,3 0-5 0,0-1-26 0,-1-4-3 0,3 1-8 16,5-4-5-16,-6 0-6 0,2 1-4 15,-2-4-5-15,0-2 0 0,-1 0 3 0,0-2-3 0,-2-4 0 16,-2 1 0-16,3-2-6 0,-2-3 0 0,-1 0 1 16,-2-2 10-16,-2 1-10 0,1-3 6 0,-2-2-3 15,-1-2 8-15,0 0 8 0,-1 5-4 0,0-3-3 16,-2-2 6-16,0 4-13 0,-3 2-4 0,1 1-22 15,-2 1-30-15,-2 1-32 0,-2 0-48 0,-3 2-41 16,-5 2-63-16,3 1-93 0,-8 0-284 0,-7 2-660 16,0 1 292-16</inkml:trace>
  <inkml:trace contextRef="#ctx0" brushRef="#br0" timeOffset="-166241.49">13904 12888 213 0,'0'-5'325'0,"0"-1"-10"15,0 0-11-15,0 2-13 0,-4 0-10 0,4 4-12 16,0-8-26-16,-4 6-26 0,4 2-19 0,-6-1-8 0,6 1-30 15,-12 2-15-15,4 2-11 0,0 0-3 0,-4 4-9 16,-5 2-6-16,2 3 3 0,-2 1-6 16,2 0-2-16,-2 2-11 0,0 4-4 0,-2 0-7 0,4-2-13 15,0 4-5-15,0 4-5 0,4-10-4 0,3-1-10 16,-1 2-2-16,3-1-11 0,3-5 1 0,-1 5 0 16,4-2-3-16,4-1-4 0,-1-1-1 0,0 1-2 15,6-6-1-15,-1 4-2 0,3-5-2 0,3 0-1 16,-2-1-1-16,0-3-3 0,2 1 1 0,-2-3-6 15,4 0 1-15,-5-2 2 0,1-1-4 0,-2 0-1 16,1-2-2-16,-4 2 1 0,-2-3-2 0,2 2 1 16,-6-4-7-16,2 3 12 0,-3-2-13 0,0-1-5 0,-3 0 0 15,-1 2-2-15,-3-2-3 0,-2 1-4 0,-1 0-10 16,1 2-13-16,-2 1-14 0,3 0-44 0,-2 3-32 16,1-1-28-16,1 0-26 0,1 2-22 0,7 0-20 15,-10 3-25-15,10-3-28 0,0 4-34 0,0-4-18 16,14 7-172-16,-2-5-537 0,0 4 238 0</inkml:trace>
  <inkml:trace contextRef="#ctx0" brushRef="#br0" timeOffset="-165960.15">14097 13113 13 0,'0'-4'228'0,"1"0"-2"16,-1-1 7-16,0 0-6 0,0 5-3 0,-1-8-8 15,-3 5-16-15,4-1-14 0,-4 1-17 0,4 3-18 16,-7-3-18-16,7 3-11 0,0 0-17 0,-13 5-7 15,8-3-12-15,3 2-10 0,-2 0-8 0,0 1-5 16,1 1-5-16,0-1-8 0,1 3-1 0,2 0-6 16,2-2-6-16,-2 0 2 0,3 0-5 0,1 0-4 15,-1-1 1-15,1 0 1 0,-2-1 16 0,3-1-1 16,0-1 13-16,-5-2 1 0,6 3 7 0,-6-3-3 16,9-5-4-16,-5 1 2 0,-3-2-8 0,2 2-3 15,-3-3-10-15,1 0-1 0,-1-2-6 0,0-2-4 16,-1 2 5-16,1-1-8 0,-4 1 7 0,-1 2-16 15,-1-1-11-15,2 1-22 0,0 1-33 0,-1 1-19 16,2 1-38-16,-3 1-42 0,1 2-34 0,1-1-50 16,4 2-61-16,0 0-210 0,-10 5-543 0,10 0 240 0</inkml:trace>
  <inkml:trace contextRef="#ctx0" brushRef="#br0" timeOffset="-165600.84">14704 13079 201 0,'-4'-3'209'15,"1"1"-23"-15,3 2-21 0,-11-2-16 0,11 2-14 0,0 0-10 16,-12 2-23-16,9 1-6 0,3-3-11 0,-5 7-4 15,2-4-8-15,3 1-2 0,-3 1-3 16,3 1 4-16,0-1-4 0,0 0-6 0,0 0-7 0,3 0 1 16,-2-1 8-16,2 1 7 0,-3-5 2 0,6 5 0 15,-5-2 1-15,4-2 0 0,-5-1 0 0,6 1-2 16,-6-1-5-16,0 0 0 0,9-3 1 0,-6-1-5 16,0 1-2-16,0-1-5 0,-3 0-8 0,1-1-1 15,0 0-4-15,-1 5-6 0,-1-9-3 0,0 4-8 16,-2 1 3-16,0-1-30 0,-1 1-24 0,0 0-31 15,0 1-38-15,0 0-53 0,-3-1-57 0,7 4-69 16,-8-1-141-16,4-2-448 0,-2 2 199 0</inkml:trace>
  <inkml:trace contextRef="#ctx0" brushRef="#br0" timeOffset="-165319.62">14719 12904 14 0,'-9'-1'264'0,"2"0"-19"16,1 0-25-16,6 1-25 0,-14 1-18 0,10 0-17 15,4-1-14-15,-12 1-12 0,8 2-11 0,3-1 16 16,1-2-6-16,-3 7-5 0,3-7-6 0,0 5-5 16,0-5-5-16,1 4-3 0,-1-4-8 0,4 4-2 15,-4-4-5-15,5 2 0 0,-5-2-5 0,0 0 7 16,0 0-9-16,0 0-12 0,0 0-1 0,10-6-11 15,-10 6-4-15,4-5-9 0,-4 2-5 0,0 3 2 16,2-8-37-16,-2 5-23 0,0 3-27 0,0-7-35 0,0 7-37 16,-2-5-48-16,2 5-66 0,0 0-57 15,-2-4-169-15,2 4-490 0,0 0 216 0</inkml:trace>
  <inkml:trace contextRef="#ctx0" brushRef="#br0" timeOffset="-164710.19">15015 12922 5 0,'0'0'352'15,"1"-5"-28"-15,-1 5-32 0,0 0-34 0,3-4-28 16,-3 4-18-16,0 0-23 0,17 3-16 0,-8-1-9 15,3 2-8-15,-1 0-15 0,4 1-14 0,-4 1-14 16,3 1-6-16,-5-1-13 0,4 1-12 0,-1 1-4 0,0 0-13 16,-5 0-3-16,2 2-13 0,-3 0 0 15,-1-1-7-15,-1 4 1 0,-1-4-10 0,-2 4 0 0,2-2-3 16,-6 1-3-16,2 1 2 0,-3-3-4 0,-2 3-10 16,2-2 7-16,-4 1 1 0,2-1 0 0,0 1 1 15,-1-1-10-15,0-2 7 0,1 1-2 0,0-3-3 16,2-2-1-16,0-1-4 0,1 3 3 0,2-4 3 15,-1 0 4-15,2-3-1 0,0 0-4 0,0 0-3 16,0 0 4-16,26-5-7 0,-12 0-6 0,1-2-5 16,4 2-11-16,0-7 0 0,8 1-7 0,0-3 4 15,-1 2-21-15,0-1 7 0,0-2 6 0,-7 4-3 16,-3 1 1-16,2 1 7 0,-6 2 2 0,-5 1 4 0,2 0 20 16,-2 1 11-16,0 2 4 0,-4 0-1 15,-2 1-1-15,-1 2 0 0,0 0-5 0,0 0 2 16,0 0 3-16,0 0-3 0,-12-2 0 0,12 2-2 0,-7 8-1 15,-1-3-1-15,4 0-3 0,1 2-3 0,1-2-4 16,0 0 4-16,2 0 5 0,0 1-4 0,2 1 2 16,0-1 9-16,1-1 18 0,3-1 3 0,1 0-2 15,3 0-2-15,1-1 0 0,3-2-5 0,-2-2-1 16,1 1 4-16,-2-3-10 0,3 1 9 0,-2-3 17 16,-4 0 0-16,2 0-6 0,-1 2-5 0,-2-5 0 15,-1 1-4-15,-5 0-6 0,-1 0-2 0,3-3-5 16,-6 0-16-16,2 2-24 0,-2 2-16 0,-1-2-22 0,-3 0-34 15,-1 4-26-15,1-2-31 0,0 3-39 16,0 3-45-16,-2-2-63 0,-1 3-298 0,1-1-641 16,1 1 283-16</inkml:trace>
  <inkml:trace contextRef="#ctx0" brushRef="#br0" timeOffset="-164178.85">16207 13148 177 0,'0'-3'369'0,"0"3"-6"0,0-5-17 16,0 5-8-16,0-6-17 0,0 6-15 0,-2-3-28 16,2 3-26-16,0 0-26 0,0 0-28 0,-1-4-25 15,1 4-9-15,0 0-28 0,0 0-13 0,0 0-9 16,0 0-12-16,0 0-10 0,0 0-9 0,0 0-5 16,0 14-13-16,1-11-2 0,-1-3-4 0,0 7-6 15,0-4-8-15,0-3-5 0,3 4-2 0,-3-4-4 16,2 3-5-16,-2-3-1 0,1 3-2 0,-1-3-2 0,0 0-2 15,0 0-2-15,0 0 9 0,0 0-18 16,0 0-7-16,0 0-11 0,6-12-20 0,-3 10-14 16,-3-3-16-16,2 0-15 0,-2 5-13 0,1-8-13 0,-2 4-21 15,1 1-29-15,0 3-38 0,-5-7-43 0,5 2-48 16,-1 1-51-16,1 4-199 0,-5-5-568 0,1 3 251 16</inkml:trace>
  <inkml:trace contextRef="#ctx0" brushRef="#br0" timeOffset="-163850.79">16237 12912 106 0,'0'0'262'0,"-6"-4"-20"0,2 2-19 16,4 2-24-16,-4-3-19 0,4 3-18 0,0 0-16 15,-6-2-15-15,6 2-14 0,0 0-9 16,0 0 14-16,0 0-5 0,0 0-8 0,0 0-7 0,0 0 3 16,0 0-11-16,0 0-1 0,13 8-8 0,-13-8 4 15,4 3-1-15,-4-3 7 0,0 0-10 0,8 0-6 16,-8 0-1-16,0 0-5 0,0 0-10 0,0 0-5 16,8-4-11-16,-8 4-3 0,0-5-7 0,0 5-10 15,0-4-15-15,0 4-32 0,0 0-25 0,0 0-32 16,-8-3-29-16,8 3-44 0,0 0-49 0,-11 5-59 15,7-3-197-15,0 1-490 0,4-3 216 0</inkml:trace>
  <inkml:trace contextRef="#ctx0" brushRef="#br0" timeOffset="-163257.08">16551 12830 219 0,'0'0'290'16,"0"0"-34"-16,0 0-25 0,5-1-17 0,-5 1-11 16,0 0-11-16,15 6-20 0,-9 0-16 0,3 0-16 15,-2-1-11-15,1 4-8 0,0 0-14 0,3 1-15 16,-5-1-2-16,2 1-13 0,-3 0-5 0,0 1-10 15,1-1-6-15,-3 3-3 0,-2-1-6 0,-1 1-5 16,0 0-3-16,-1-3-2 0,-3 4-3 0,-3-5-4 0,3 4 1 16,-3-2-4-16,0 1 4 0,0-1-1 0,-1-1-6 15,0-1-1-15,1 0-2 0,2-4 2 16,-2 3-3-16,3-5-4 0,1 1 0 0,1-1 1 0,0-1 1 16,0 2 4-16,2-4-6 0,0 0-1 0,9 3-4 15,-9-3 1-15,22-3-1 0,-13-1 2 0,10 0-6 16,3 2-7-16,-3-3-4 0,3-2 0 0,-2 0-3 15,-1-1-1-15,3 0-4 0,-2-1-1 0,0 0 2 16,-3 2 4-16,1-1 2 0,-6-1-3 0,-1 5 7 16,-1-2 18-16,-4 2 11 0,-2 0 12 0,3 1 6 15,-4 2-3-15,-3-3 4 0,0 4-14 0,0 0-5 16,0 0-2-16,0 0-2 0,0 0-5 0,-14 0-2 0,14 0 1 16,-10 5-4-16,4 0-2 0,2-1-1 15,-1 3-4-15,2-2 0 0,1 3 8 0,1-1-6 16,1 1 1-16,1-1 4 0,1-1 3 0,6 1 8 0,-4 0 6 15,3-2-2-15,5 0-2 0,2 0-4 0,-1-2-4 16,1 0 9-16,-2-3-11 0,3 0 6 0,-4-2-5 16,3-2-5-16,-5 0 4 0,2-1-6 0,1-1 0 15,-5-1-4-15,1 0 6 0,-4-1-4 0,0-2 0 16,-2 0-10-16,-1-2-18 0,-2-1-11 0,-6 1-22 16,0 0-22-16,-2-4-22 0,-5 2-24 0,-2 1-21 15,-13-3-36-15,-5 3-46 0,3 2-75 0,-9 0-217 16,-2 4-557-16,-16-5 246 0</inkml:trace>
  <inkml:trace contextRef="#ctx0" brushRef="#br0" timeOffset="-162225.25">14108 13014 36 0,'-4'-1'253'0,"4"1"-19"0,-11-3-17 16,4 3-22-16,7 0-13 0,-13 2-2 0,3-1-1 16,2 5-9-16,-3 1-15 0,0-1-2 0,-1 3-7 15,3 0-17-15,0-1-3 0,0 2-10 0,2 1-13 16,0 0-10-16,4 1-6 0,1 0-8 0,2-1-4 15,1 0-2-15,3-1-5 0,3 1-3 0,1-1-5 16,3-2-5-16,0 2-5 0,1-4-2 0,5 2-8 16,-3-2 2-16,4-3-5 0,1-2-3 0,-1 0-9 15,-2-2 4-15,-2-3-1 0,1 2 11 0,-4-5 5 16,-2-1-2-16,2 1-2 0,-3-1 3 0,-1-2-9 16,-3 1-3-16,0-1-2 0,-4-2-2 0,0 0-4 15,-4-5-2-15,0 4-15 0,-4-4-14 0,0 2-12 16,-6 0-17-16,-1 2-22 0,0 0-22 0,0 4-31 0,-1-1-27 15,2 3-31-15,-3 1-59 0,-1 1-66 0,-2 1-171 16,-1 0-503-16,3 3 223 0</inkml:trace>
  <inkml:trace contextRef="#ctx0" brushRef="#br0" timeOffset="-160975.26">13103 11061 115 0,'-4'-7'197'0,"0"2"-5"0,-3-2 5 15,0-2-5-15,2 3-10 0,-2 3-16 0,-1-4-18 0,2 3-15 16,-3 0-13-16,-1 2-10 0,-1 1-12 16,2 1-11-16,-3 0-11 0,-2 3-10 0,-4 3-4 15,-1 3-7-15,0 0-7 0,-1 2-6 0,-2 6-6 0,-1 0-1 16,0 5-5-16,1 0-1 0,2 2-4 0,-2-1-3 16,3 3-3-16,4 1 3 0,0 1-3 0,4 0 0 15,0 3-2-15,3-1 9 0,4-3 20 0,4 1-3 16,0 2-4-16,4-3 0 0,4 4 5 0,3-3 7 15,5 0 1-15,5-1-7 0,-1 1 0 0,3-1-10 16,-1 1-1-16,1-5-4 0,0 1-1 0,-1-3-4 16,-1-2-3-16,-4-5-2 0,-6 0-3 0,4-1 0 15,-7-1-5-15,-2-3-1 0,1 2-5 0,-5-5 3 16,3 2 1-16,-5-2 1 0,0 0 0 0,-5 0-2 16,0-1-1-16,-5 1 3 0,-6-1 5 0,-2 0 8 15,-5-3-4-15,-7 1-1 0,-2 0 2 0,2-3-2 0,-3 5-2 16,3-4-1-16,7 1 6 0,1 0-10 0,0 0-3 15,8-1 2-15,1 1-4 0,4-2-2 0,-1 1-2 16,5 0-8-16,-1 0 6 0,6-1 2 0,0 7-2 16,0-7 2-16,15 10-1 0,-3-5-7 0,5 4 3 15,6 0-1-15,4 3-4 0,2 1 2 0,-2 3 7 16,0-3-8-16,-3 6 1 0,-2-2-1 0,-4-4 0 16,5 7-1-16,-4-2 0 0,-5 0-2 0,-5 0 5 15,2 5-2-15,-7 5 0 0,3-1-5 0,-7 1 7 16,-3 0-2-16,-6 3 4 0,-3 4 1 0,-5-2-5 15,-1 3 8-15,-6 11-2 0,-6 1-1 0,-2-2-2 16,0 1 4-16,0 2 2 0,0 0 8 0,1 2 3 16,1-3 4-16,3-1 4 0,3 0 0 0,-1 0 6 0,11-10 3 15,3-1 10-15,-2 14 3 0,7-13 6 16,5-1 3-16,2 2 7 0,10-1 11 0,3-1 3 16,6 12 1-16,10-6-5 0,-2-13-6 0,16 5-2 0,3-2-9 15,6-4-6-15,2-5-3 0,6-5-4 0,2-1 2 16,1-2-13-16,4-4-30 0,-3-3-28 0,-1-3-49 15,-5-2-55-15,-16-2-97 0,10-1-122 0,-12-6-261 16,-7 0-663-16,-3-6 294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376.76465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1-12T09:25:37.83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7184 1884 47 0,'0'0'159'0,"-3"-1"-11"0,3 1-4 15,0 0-9-15,0 0-17 0,0 0-8 0,0 0-9 16,0 0-8-16,-4-4-11 0,4 4-9 0,0 0-11 15,0 0 0-15,0 0-12 0,0 0-4 0,0 0-4 16,0 0-2-16,0 0-6 0,0 0 5 0,0 0-1 16,0 0-1-16,7 12-1 0,-6-8-1 0,2 0-4 15,-3 0-1-15,1 1-3 0,-1 0-2 0,4-1-3 16,0 3 1-16,-2-1-6 0,2 0-2 0,-3 1 0 16,3-1-3-16,-1-1-1 0,0 4 0 0,1-4-1 15,-1 5-3-15,3-2 2 0,-3 2-1 0,1 1-5 0,0-4 2 16,3 4 2-16,-3-3-2 0,3 3 2 15,-3-1 0-15,1-1-5 0,-2 1 3 0,1-1-3 16,3 1 8-16,-4-2 17 0,2 2-6 0,-2 1-1 16,2-5-3-16,-2 5-3 0,1-3 1 0,0 3-4 0,-1-2 1 15,1-3-2-15,-2 2 2 0,3 0-2 0,-3-1-2 16,4 1-1-16,-5-2-1 0,2 2-1 16,-2-2 1-16,2 0-1 0,0 0-2 0,1 1 0 15,-4 0-1-15,5 1 2 0,-1-3 2 0,-4 1-5 16,3 1 2-16,0 4-2 0,1-7 2 0,-3 2-3 0,2 1 2 15,-2-2 2-15,2 1-1 0,0 1-1 0,2-1 1 16,-2 1-1-16,-2-1-1 0,3 0 1 0,0 3 2 16,1-3-2-16,-4 2 0 0,3-1 4 15,0-2-3-15,-2 2 5 0,4 1-1 0,-2-2 1 0,-1 3 5 16,-2-1 4-16,2-2-8 0,1 2-1 0,-1-3 2 16,0 3 1-16,-2 0 0 0,4 2 1 0,-3-3-4 15,0 3-2-15,1-4 4 0,0 6-1 16,1-5-2-16,-4 2 0 0,4-1-2 0,-2 1 4 15,0-2-6-15,0 1 3 0,-1 2-1 0,0-2 1 0,3 2-2 16,-1 0 1-16,-2-2 0 0,1 0-1 0,0 2 0 16,1-1 2-16,0 3-3 0,0-1-1 0,-2-2 8 15,3 1-8-15,-1 1 1 0,-2-1-3 0,2 0 4 16,1-4-4-16,-3 5 3 0,3-1 1 0,-1 2-2 16,1-2 0-16,-2 0-1 0,-1 0 1 0,2 1-1 15,-2-1 0-15,3 1 0 0,-1 0 0 0,1 1 4 16,-3-3-5-16,2 2-1 0,-2 2 1 0,2-4 0 15,-2-1 1-15,2 2 0 0,-2 2 1 0,2-4 0 16,-1 2 2-16,0-1-4 0,0-2-3 0,2 1 4 16,-3 0 1-16,3 0-2 0,-4-2 0 0,1 2 2 15,1-2-1-15,1 7-1 0,-2-6-2 0,0-1 3 16,2 4 0-16,-2-5-1 0,2 4-2 0,-1-2 4 16,-1 3-2-16,0-3 2 0,-1 1 1 0,3 0-2 15,-2-2 1-15,2 2-4 0,-3 2 2 0,4-3-1 16,-4 0 4-16,0-1-3 0,1 2 0 0,3 1 1 15,-4 0 1-15,3-2-3 0,3 0 3 0,-6 0 0 16,1-1-2-16,-1 1 0 0,0-1 1 0,3 3-2 16,-2-2 2-16,-1-1 1 0,3 0-2 0,-3-1 0 15,0 0 2-15,0-1-3 0,0 0 0 0,1 0 8 16,-1-1-6-16,3 0-2 0,-3-3 3 0,4 7-1 16,-4-7 1-16,0 3-3 0,0-3 2 0,0 0 0 15,1 4 26-15,-1-4 4 0,0 0 6 0,0 0 5 16,2 4 0-16,-2-4 3 0,0 0 2 0,0 0-1 15,0 0 1-15,0 0 1 0,0 0-1 0,1 3-2 16,-1-3-5-16,0 0-6 0,0 0-3 0,0 0-2 16,0 0-7-16,0 0 0 0,0 0-5 0,0 0-5 15,0 0-21-15,0 0-42 0,0 0-49 0,0 0-53 16,0 0-66-16,-12-8-55 0,12 8-150 0,0 0-459 16,-12-1 203-16</inkml:trace>
  <inkml:trace contextRef="#ctx0" brushRef="#br0" timeOffset="2896.08">10158 2123 99 0,'0'0'145'0,"0"0"-11"0,0 0-11 16,0 0-23-16,0 0 0 0,0 0-15 0,0 0-10 16,0 0 7-16,3 8 13 0,-2-6-3 0,3 3-3 15,-2 0-5-15,-1 0-10 0,2 1-1 0,-2 1-3 16,2-1 0-16,2 1-1 0,-2 2-4 0,0 1-6 15,-2 1-3-15,3 1-2 0,-1-1-4 0,-3 1-9 16,4 0 2-16,0 4-5 0,-1-3-8 0,-3-1 4 16,5 2-4-16,-3 1-4 0,2-4-1 0,-2 5-4 15,1-3-6-15,0 5 3 0,-2-2-3 0,6 0 0 16,-5-3 0-16,-1 1 0 0,4 2-5 0,-5 0 4 16,4 1-4-16,-1 1 2 0,0 0-2 0,-2 0-3 15,2-2 0-15,0 2 0 0,-2-1 6 0,3 1-7 16,-3-2 0-16,1 2 0 0,-2-3 0 0,1 1-1 15,2-2 0-15,1 3-4 0,-3-1 5 0,2-3-1 16,-2 4-2-16,-1 0 0 0,2 0 1 0,0 0 1 16,1-1 0-16,-3-5-1 0,0 3 0 0,3 3 3 15,-3-4-6-15,1-1 3 0,1 2 1 0,-2-1 0 16,1 0-1-16,3 0-4 0,-4 0 1 0,2-1 2 16,0-1 0-16,-2 2 0 0,3-1-3 0,-2 0 1 15,0-2 1-15,1 2 2 0,-2-1-2 0,0 1-2 16,1-2 1-16,1 0-1 0,-1 2-2 0,0-2 4 15,2 0-2-15,-3-1 1 0,0 3 0 0,3-1-3 16,-2-2 4-16,1 2 1 0,-1-1-3 0,0 2 2 16,1-1-1-16,-2 0 0 0,4 1 0 0,-4 1 0 0,1-2 2 15,-1-1 0-15,3 2-3 0,-2-1-1 16,2 2 0-16,-3-4 3 0,2 9 1 0,0-5-1 16,1-1-4-16,-2 0 1 0,3 2 2 0,-3-1 1 15,-1 0 0-15,3 5-3 0,-3-3 4 0,2-1-4 0,-1-1 4 16,2 1-4-16,-2-3 0 0,-1 7 6 0,5 0-1 15,-2-1 3-15,-3-4-8 0,0 5 2 16,4-2 2-16,-4 1-9 0,1-4 4 0,1-1 1 16,2 6 2-16,-1-6-2 0,-2 4 1 0,-1-1-2 15,4 1 2-15,-4 2 4 0,0-1-2 0,2-4-2 0,0-2 3 16,2 9-1-16,-2-7-3 0,-1 1 2 0,-1-2-2 16,1 2 1-16,-1 1-2 0,4 1 4 15,-1 2-2-15,-1-4 2 0,0-1 2 0,1 0-4 16,-3-2 0-16,0 2 2 0,3 0 2 0,-2 1-7 0,-1-3 8 15,4 2-1-15,-4 1-4 0,4-1 1 0,-4 1 1 16,0-1-6-16,0 4 5 0,3 0 10 0,-2-5-10 16,-1 0-3-16,3 1 3 0,-3 0-2 0,4 5 5 15,-4-6 2-15,4 1-4 0,-2 6-2 0,0 0 2 16,-2-5-5-16,3 4 4 0,-3-1 2 0,1 0 0 16,2-2 0-16,-3-2 1 0,0 6-1 0,3-2 4 15,-1 1 23-15,2 0-2 0,-4 0-3 0,3 0-4 16,0-1 1-16,0 1-2 0,-2 1-1 0,-1 0-3 15,3-1-2-15,-2 0-1 0,-1 0-3 0,4 0 1 16,-1 0 0-16,-1 0-1 0,1 0-1 0,0 0-2 16,-4 0 0-16,6 1 1 0,-3-2-2 0,3-2-3 15,-2 2 3-15,1 2-1 0,-1-2 2 0,-1 0-2 16,4 0 0-16,-4-2-1 0,1 3 2 0,1-1-5 16,-1 0 5-16,2-3-2 0,-2 2 14 0,0 2 6 15,2 0-3-15,-1 2-1 0,2-4-1 0,-1 5-2 16,-3-1-2-16,0-1-4 0,4 1 6 0,-2-1-6 15,1 1 2-15,-4 0-1 0,4 0-3 0,-3-1 1 16,4 2 2-16,-5-2-3 0,3 1-1 0,1 2 0 16,1 4 1-16,-2-6 3 0,-4 0 2 0,4 3-1 15,-1 3 6-15,3 1 1 0,-5-5-2 0,4-3 0 16,-2 2-4-16,5 6-1 0,-8-7-2 0,4 6 9 16,-1-5-9-16,1 0-2 0,-1 1-1 0,0-2 7 15,-2 7-12-15,3-1 2 0,1-1 0 0,2 1 2 16,-6-3-5-16,2-2 10 0,0 8-8 0,-2-3 2 15,4-4-4-15,-3 4 1 0,1 2 7 0,0 2-6 16,2-2-3-16,-2-1 4 0,-1 1-2 0,3-1 2 16,-3 4-3-16,1-5 4 0,1 5-7 0,-1-2 5 15,-2 1-3-15,3 1-1 0,2-3 5 0,-4 1-1 16,0 2 2-16,0-2-1 0,0 2 13 0,-1-3 0 16,2 0 1-16,1 3-3 0,0-2-4 0,-4 0 4 15,3 1-1-15,2-2-1 0,-2 0-10 0,1 4 5 16,0-2 2-16,0-1 0 0,0 0-3 0,2 4-2 15,-2-3 2-15,0 2-1 0,4-1 4 0,-4 0-7 16,0-1 6-16,0 1-5 0,4 2 12 0,-2-1 6 0,1-1-1 16,-2 0-2-16,1 0-3 0,3-2-2 0,-5 1 2 15,2-1-1-15,3-1 1 0,-3 1-6 16,2-2-5-16,-3 3 2 0,2-2 5 0,-4-1-3 16,0 0-5-16,2-1-2 0,0 2 3 0,1-3 2 0,-1 5-4 15,-1-4 3-15,0 1 2 0,2-1-4 0,-1 0-1 16,1 1-2-16,-2-5 4 0,0 5 0 0,0-6-1 15,0 7-8-15,-1-8 6 0,2 8-4 16,3 0 5-16,-6-8 6 0,2 0-10 0,1 7 1 16,2-1-1-16,-5-5 3 0,4-1-1 0,-2-1 0 0,0 3 0 15,-1-2 4-15,3 1-5 0,-1-1 4 0,0 0 2 16,-1 0 1-16,3 1 5 0,-4-2-4 0,1 2-2 16,3-1 5-16,-3-1 1 0,1 0-6 15,-2 0 0-15,2 1-1 0,1-1 2 0,-5-1-12 0,2 1 10 16,1 1 1-16,-4 0-2 0,3 0-2 0,2-1 2 15,-1 1-1-15,-1-1-1 0,0 1 2 0,0-3-1 16,-2 2 3-16,0 1-7 0,1-1 6 0,-1 0-4 16,2-2 12-16,-2 0-14 0,-1-3-2 15,4-1 5-15,-1 0-11 0,-3-1-28 0,1-4-15 0,0 3-40 16,-1-5-39-16,0 2-40 0,0-8-52 0,-2 9-64 16,-3-3-261-16,5-6-591 0,-9 2 262 0</inkml:trace>
  <inkml:trace contextRef="#ctx0" brushRef="#br0" timeOffset="4624.95">8422 8488 163 0,'0'0'154'16,"-3"-4"-10"-16,3 4-7 0,3-6-9 0,-3 6-5 16,9-5 2-16,-4 1-7 0,5 0-5 0,1 0-8 15,1 0-10 1,2 2-7-16,3-4-7 0,2 1-10 0,0 2-4 15,4-4-3-15,-1 3 1 0,9-1-5 0,-10 1-9 16,12-2 1-16,-9 3-8 0,9-1-2 0,-2-2-4 0,0 1-1 0,2 3-6 16,-3-2-1-16,6-2-2 0,1 3 7 0,1-1 7 15,2-1-5-15,2-2-5 0,11 1-2 0,-11-1-2 16,11-1-5-16,-9 0 2 0,10 1-3 0,-13-1-2 16,16-1 2-16,0-2-2 0,-2 4 3 0,-1 0-6 15,5 0 3-15,-4-4-7 0,1 1 2 0,0-2 2 16,-4 0-5-16,2 3 0 0,-12 1-3 0,15-5-1 15,-2 5 2-15,-14 0-3 0,14-2 2 0,-14 1-1 16,13-3 1-16,-15 5-1 0,1-1-3 0,16-2 1 16,-17-1 4-16,2 4-1 0,16-6 0 0,-4 2-1 0,-13 2-4 15,-2 1 5-15,4-2-2 0,10-3 2 0,-10 5-6 16,-3-1 2-16,2 0 1 0,12-2-1 16,-15 1-1-16,3 3-1 0,-3 0 2 0,-1 0-2 0,1 0 0 15,3-1 0-15,-3 2-3 0,-1-1-1 0,2 0 4 16,-5 1-2-16,8 1 1 0,-2-3 1 0,-2 4 0 15,1-1-1-15,-1-1-1 0,0 0-2 0,1 2 1 16,3 0 1-16,-4-1 2 0,1-1 0 0,-2 4-4 16,2-5 1-16,1 4 0 0,-5-1 1 0,2 0-2 15,0-1 2-15,2 1-1 0,-5 0-1 0,4 0 1 16,-4-1 3-16,0 1-2 0,0-1 1 0,4 3-5 16,0-1 3-16,-4-2 1 0,3 0-2 0,4 1 0 15,-3-1 4-15,0-1-2 0,0 1 0 0,0-1 0 16,0 4-2-16,-1-3 3 0,4 0-3 0,2 3 2 15,-5-3-3-15,2-1 5 0,-2 1-4 0,4 3 1 16,-1-2 0-16,-3 1-3 0,0-3 2 0,1 1 1 16,-2 3-1-16,3-3 0 0,-3 0 4 0,2 1-1 0,-2 2-2 15,1 0 0-15,1-3 3 0,-1 1-2 0,3-1-4 16,-4 4 0-16,2 0 5 0,-1 0 0 16,0-2-1-16,2 3-1 0,-1-5 1 0,3 3-5 0,-4 1 4 15,1-2 0-15,0-2-2 0,-1 3 2 0,0 1 0 16,0 1 0-16,0-4 3 0,0 3-1 0,0-1-4 15,1 0 3-15,0 2 0 0,0-1-3 0,2-3 2 16,4 1 0-16,-7 1 1 0,2-1 1 0,1 2-2 16,1-3-2-16,0 2 2 0,14-2 0 0,-17 2 2 15,3 1 0-15,-1-3-3 0,13 1 0 0,-13 0 0 16,1 1 0-16,2-1 0 0,-5-1 1 0,17 1-1 16,-18 1 2-16,2-2 1 0,2 2-2 0,0-2-1 15,14 2 5-15,1-3-1 0,-18 4-4 0,14-2 3 16,-9 0-3-16,12-3 1 0,-17 1 2 0,18-1-5 15,-4 4 4-15,-11 0-1 0,16 1-1 0,-4-5-1 16,-13 3 0-16,2-1 1 0,14 3 3 0,-15 0-2 0,14-1 2 16,-12 2-1-16,10 0-1 0,3-1 0 0,-17 0-2 15,18-4 3-15,-2 6-1 0,-14-2-5 0,15 0 3 16,-1-3 1-16,-2 4 2 0,1 0-2 16,-12 2 0-16,16-2 1 0,-6 3 2 0,-12-4-3 0,17 1 0 15,-5 1 1-15,3-4 0 0,1 10-4 0,-3-10 6 16,5 3-3-16,-6 3 1 0,4-6 3 0,0 2-4 15,-1-2 2-15,4 6-2 0,0-3 2 0,0 1 0 16,2-2-1-16,-2 2-1 0,-4-5 0 0,5 2 1 16,-2 7-1-16,-1-10 2 0,2 5-3 0,-2 0 2 15,2-1 3-15,0 2-3 0,-3-3 3 0,4 0-3 16,-4 3-2-16,5-1 1 0,-3-1 0 0,1 2-1 16,-1 0 3-16,-2-2 1 0,3 2-5 0,-2-2 3 15,-1 2 0-15,-1-3-1 0,1 0 2 0,3 2-3 16,-3 0 5-16,2 0-1 0,1-3-3 0,-2 3 3 15,3 0-1-15,-2-2-1 0,2 6-2 0,0-4 1 16,-1 3 0-16,-1-3 2 0,0 1-2 0,-3 0 0 0,1-1 0 16,2 0 2-16,-3 1-2 0,2 2-1 0,1-1 2 15,-2 0 0-15,0 1 0 0,1-3 3 0,-5 3 0 16,7-1-3-16,-5-1 0 0,3 0 3 0,-4 1-2 16,-2 0 1-16,5 1-2 0,-4-1-1 0,-12 0-2 15,18-1 4-15,-5 3-1 0,3-2 1 0,-3-2 3 16,-10 0-1-16,12 0 0 0,-2 0-3 0,2 6 0 15,-2-1-1-15,-10-4 2 0,10 1 0 0,2-4-2 16,0 3 1-16,-2 0 0 0,-12-1 1 0,2 1-1 16,-3-1 1-16,19-1 0 0,-22 0-1 0,16 1 3 15,-14 0-1-15,-2-1 1 0,5 0 2 0,-5-3-1 16,6 4 1-16,-4-1 0 0,-3-1-1 0,-1 2 2 16,-1-4 2-16,-4 4 0 0,-8 0 1 0,0-2 0 15,-2 0-2-15,-1 1 2 0,-4 1 1 0,-2 0-2 16,-3-2 1-16,0 0-3 0,-4 2-2 0,0-2 5 15,-2 2-2-15,-5 0 5 0,12 0-1 0,-12 0-3 16,4-2 0-16,-4 2-4 0,0 0 0 0,0 0-4 0,0 0-10 16,0 0-16-16,6-1-26 0,-6 1-28 0,0 0-32 15,0 0-39-15,0 0-34 0,0 0-45 0,-14-4-151 16,14 4-413-16,-11 0 182 0</inkml:trace>
  <inkml:trace contextRef="#ctx0" brushRef="#br0" timeOffset="5109.29">21685 7411 39 0,'0'0'168'0,"0"0"-4"0,0 0 9 16,-6 5 4-16,6-5 5 0,0 0-15 16,11 7-4-16,-7-4-8 0,5-1-5 0,-1 3-6 0,7-1-12 15,0 0-6-15,0 0-14 0,8 2-8 0,-1-2-8 16,1 0-9-16,10 1-11 0,-11 1-8 0,1-2-6 15,-2 1-5-15,1-2-8 0,-1 1-2 0,-4-1-5 16,-3 0-7-16,-1 2-3 0,-2-1-4 0,-1-1-3 16,-1-1 1-16,-2 1-7 0,-1-2-1 0,-1 1 3 15,-4 0-1-15,-1-2-2 0,6 4 12 0,-4 0 7 16,-2-4 14-16,-8 10 9 0,4-2 6 0,-4 0 11 16,-3 2 0-16,-4 1-1 0,0 3-2 0,-4-2-6 15,0 1-1-15,-4 5-8 0,1-1-3 0,-2 1-7 16,0 0-10-16,-1 0 6 0,3-1-11 0,6-1-2 15,-1 0-5-15,1-1-2 0,7 2 1 0,-5-4-31 16,5 2-28-16,-1-1-44 0,3-2-51 0,-1 0-61 0,7-1-67 16,-2-1-77-16,-1-4-173 0,4 2-549 0,0-3 243 15</inkml:trace>
  <inkml:trace contextRef="#ctx0" brushRef="#br0" timeOffset="6924.44">10092 1995 109 0,'0'0'234'0,"0"-4"-15"0,0 4-18 0,0 0-21 16,0 0-21-16,0 0-19 0,0 0-15 0,0 0-11 16,0 0-14-16,0 0-7 0,-7 17-7 0,4-10-8 0,-1 4-6 15,0 1-8-15,-7 4-5 0,5 1 3 16,-3-1-1-16,0 10-4 0,-1-8-1 0,1-1-7 15,-1 2 0-15,2-1-1 0,1-2-6 0,-8 1-8 16,8-2 0-16,-1-1-4 0,0-1-2 0,1-1-5 0,3-1 0 16,0-3-4-16,0 4-1 0,0-9-1 0,0 5-5 15,1-4 4-15,2 0-5 0,-2 0 5 16,3-4 0-16,0 0 2 0,0 0-2 0,0 0 0 16,0 0-1-16,15-10-3 0,-10 0 2 0,2 5-1 0,0-8 5 15,5-2 3-15,-2 1 1 0,-1-1 1 0,2-2 2 16,-3 1 4-16,2-2 6 0,1 1 1 0,-3 0 4 15,-1 1 1-15,-3 3 6 0,5-4 2 16,-3 8-4-16,-2-4 14 0,1 3-12 0,-2 1 1 16,0 3-4-16,0 1-3 0,-1 1-6 0,1 0-7 0,2 1-4 15,-1 1-2-15,-4 2-7 0,11 0-6 0,-4 1 2 16,2 3 0-16,5 0-1 0,1 5-3 0,4-1 3 16,-1 3 3-16,1 2-3 0,7-1-4 15,-2 4 3-15,1-1-2 0,-1 1-20 0,1-3-33 0,-1 3-43 16,-8-3-49-16,6 4-65 0,4-2-79 0,-11-2-216 15,1 1-539-15,-4 0 239 0</inkml:trace>
  <inkml:trace contextRef="#ctx0" brushRef="#br0" timeOffset="8762.75">15698 8545 154 0,'0'0'285'0,"-4"-2"-17"16,4 2-18-16,-4-5-21 0,4 5-22 0,0 0-18 16,0 0-21-16,0 0-12 0,0 0 3 15,-3 11-2-15,3-6-8 0,0 2-14 0,0 5-9 0,2 1-13 16,3 3-9-16,-1 1-6 0,0 4-3 0,-3-1-8 15,8 4-9-15,-1-3-9 0,1 4-3 0,-3-4-4 16,-1-1-10-16,6 6-7 16,-3-7 2-16,-1-1-17 0,0 1 4 0,0 0-4 15,-2-2-3-15,0-1 3 0,1-5-3 0,-1 2-6 16,-2-1-1-16,0-3-2 0,0 0-11 0,-2-2 7 0,0 0 1 16,2-3 2-16,-2 2 2 0,1-4-7 0,-2-2 4 15,0 4 1-15,0-4 0 0,0 0-5 0,0 0 1 16,0 0-7-16,0 0 2 0,-6-16-3 0,4 10-1 15,-4-1 3-15,3 0-4 0,-2-2-3 0,-2 0 4 16,-1 1 1-16,1-3-2 0,-1 3 0 0,-2-2 3 16,1 0-5-16,2 5 1 0,-2-4 4 0,-2 4 3 15,0-2-2-15,1 2 4 0,0 1-3 0,0 0 2 16,-4 3 0-16,2 0-2 0,-1 1-3 0,-2 2 3 16,-2 5 4-16,1-2-5 0,-2 1 7 0,1 2 4 0,0 0 12 15,1 3-6-15,-1 0-10 0,3 2 5 16,1 0 3-16,0 3-7 0,-1-1-2 0,1-1 7 15,2 1-10-15,1 2 2 0,1-3 2 0,3-2-2 0,-1 1-1 16,1-4 3-16,1 4-8 0,0 1 1 0,1-3 5 16,3-1-4-16,-1-1-6 0,1-1-23 0,1-3-27 15,-1 0-30-15,1 0-32 0,0-5-44 0,2 4-64 16,-2-4-69-16,0 0-294 0,18-7-629 0,-13 2 279 16</inkml:trace>
  <inkml:trace contextRef="#ctx0" brushRef="#br0" timeOffset="9512.69">16250 8730 87 0,'0'0'347'0,"0"-3"-13"0,0 3-18 15,0 0-16-15,-4-5-12 0,4 5-23 0,0 0-20 16,4-5-31-16,0 3-6 0,0-2-23 15,1 2-16-15,1-1-18 0,2 0-13 0,-1 1-12 0,7 0-10 16,-2-1-12-16,2-1-14 0,3-2-9 0,1 3-8 16,1-1-13-16,0 0-29 0,-1 2-43 0,2-1-33 15,-3-1-37-15,-1 3-36 0,0-1-46 0,-4 1-43 16,2 0-50-16,-4 0-44 0,-2 1-156 0,-3 0-496 16,-5 0 220-16</inkml:trace>
  <inkml:trace contextRef="#ctx0" brushRef="#br0" timeOffset="9684.54">16343 8854 172 0,'0'0'281'16,"0"0"-5"-16,5 4-14 0,-5-4-15 0,0 0-19 16,27-7-19-16,-16 4-21 0,11-5-20 0,-3 2-15 0,0-3-20 15,4 1-13-15,4-2-13 0,2 1-31 0,-10 1-41 16,4 0-52-16,-4 1-54 0,0 1-49 15,0-2-66-15,-4 0-192 0,0 5-408 0,-4-4 182 0</inkml:trace>
  <inkml:trace contextRef="#ctx0" brushRef="#br0" timeOffset="10090.77">16722 8580 73 0,'0'0'259'0,"4"-5"-11"0,-4 5-13 0,0 0-9 16,0 0-8-16,15 4-10 0,-7 1-11 0,2-1-15 16,1 1-10-16,1 4-17 0,3 4-11 0,0-1-15 0,0-2-4 15,3 4-13-15,-7-2-9 0,5 1-12 16,-2 0-6-16,3 0-15 0,-6 1-6 0,1-3-3 15,-4-2-6-15,1 2-1 0,-2-2-6 0,-5-3-5 0,5 1-4 16,-3-4-4-16,0 4 0 0,-4-4 9 0,3 2 7 16,-2-3 11-16,-1-2 4 0,0 0-4 0,0 0 13 15,-11 0 3-15,11 0 2 0,-13-7 7 0,7 2 0 16,-1-2-9-16,2 2-3 0,-2-7-4 0,3 2-5 16,0-3-5-16,3 1-3 0,-1 0-11 0,4-1-4 15,-1 1-6-15,3-1-12 0,-1 0-5 0,5 1-26 16,-3 2-24-16,2 1-49 0,2-3-26 0,1 4-33 15,1 3-31-15,-1-1-31 0,3 3-23 0,-2 1-22 16,3 0-20-16,-1 0-16 0,-2 2 4 0,4 2-177 16,-2-1-492-16,1 2 219 0</inkml:trace>
  <inkml:trace contextRef="#ctx0" brushRef="#br0" timeOffset="12137.49">17352 8556 11 0,'9'-6'137'16,"1"-1"10"-16,1 1 16 0,-2-2 3 0,-3 3 3 15,-1-4 6-15,-1 4-1 0,1-2 1 0,-3 4-5 0,-2-5-8 16,4 3-4-16,-3 0-12 0,1 0-15 0,-4 1-12 16,2 4-16-16,-6-5-8 0,2 2-11 0,-4 3-7 15,8 0-7-15,-18 4-9 0,6-1-5 0,1 2 0 16,-4 1-5-16,-2 1 2 0,1 3 0 0,-3-1 2 16,4 0-6-16,3 0-1 0,-4 0-6 0,6-1-5 15,-2 3-2-15,4-4-3 0,1 3-6 0,3-2-1 16,2 2-3-16,2-6 0 0,0 4-5 0,4-3 3 15,6 0-1-15,8 3-3 0,-2-4 0 0,7-1-1 16,7-1-7-16,3-2-14 0,-2-1-15 0,3 0-4 16,2-4-10-16,-1 2-5 0,0-4-7 0,-1 4-4 15,-1-7-3-15,-2 2-5 0,-3 3 0 0,-7-3 0 16,-2-1 8-16,4 1 6 0,-6-1 5 0,-3-2 6 0,-1 3 1 16,-5 0 7-16,3 1 4 0,-6-2-1 0,-1 0 8 15,0 0 3-15,-4 1 4 0,0-1 4 16,-4 3 12-16,0 0 10 0,-1 1 4 0,-5-2 9 15,-1 3 7-15,0 1 4 0,-1-3 8 0,1 6 4 0,0 0 3 16,-2 1 1-16,1 0-6 0,-2 1-2 0,6 1-8 16,1 0-4-16,0 0-4 0,-1 3-3 0,3 2-4 15,1-2 0-15,2 4-1 0,1-2 3 0,4 1-3 16,-1 3 2-16,5 2-1 0,2-1-5 0,3 0 11 16,0 1-15-16,1 1 0 0,2-1-3 0,2 3-2 15,-1-4-1-15,2 3-2 0,2 3 0 0,-8-3-2 16,4-1 2-16,-2-1-1 0,-1 0 0 0,-3 0-5 15,-3-3 5-15,1 1 5 0,-2 1-8 0,-2-2-5 16,-3 0 4-16,2-1 3 0,-3 2 4 0,-4-4-3 16,-1 2 13-16,-4-3 6 0,2 1 6 0,-4-2 3 15,-1-1 5-15,0 2 6 0,0-2 4 0,-2-2-2 16,3-1 4-16,-1-1-6 0,1 1 5 0,-2-2 4 0,2-2-2 16,0 1 1-16,3-3-8 0,-2 1 9 0,3 0-17 15,2-2-3-15,-1-2-2 0,1 1-9 16,1-3-3-16,3-1 1 0,1-1-7 0,1-2-8 0,6-3-16 15,1-1-23-15,0-3-23 0,6-6-21 0,2 3-13 16,-1-2-21-16,4 2 0 0,-8 5 0 0,7-5-4 16,3 4-6-16,-6 3-3 0,1 0-1 0,2 3-4 15,-3 1 13-15,-2 3 11 0,1-2 7 0,-4 3 12 16,-2 1 8-16,-2 2 9 0,0-1 9 0,-2 3 12 16,-1-1 3-16,0-1 8 0,0 3-4 0,-3 2 3 15,4-3 5-15,-4 3 3 0,0 0 4 0,0 0 3 16,0 0 5-16,0 0 0 0,-4 12 9 0,2-6 3 15,1 2-1-15,-2-2 2 0,2 2 4 0,-1 0-1 0,2-1-2 16,2 2 2-16,-1 1-1 0,0 1 0 16,1-5 2-16,1 3-4 0,1 0 2 0,-2 0-2 15,1-4 6-15,0 4-3 0,2-4 2 0,-1 0-1 0,0 2 1 16,-1-4-3-16,0 0 2 0,1 0-4 0,-4-3 3 16,6 1-2-16,-6-1 1 0,0 0 1 0,14-5 1 15,-12 1-2-15,2 0 2 0,0-2 1 0,0 0-1 16,0-1 0-16,1-2 0 0,-2-1 12 0,4 1 6 15,-3-2 9-15,-1 3 6 0,4-3 5 0,-1 3 6 16,-2-2 7-16,0 3 3 0,1 2 5 0,-3-1-3 16,1 1 1-16,1 2-4 0,2-2-3 0,-5 0-5 15,3 2-6-15,-3 0-3 0,-1 3-9 0,0 0-4 16,9 0 3-16,-9 0-3 0,5 6-2 0,-5-1 8 16,4-2-12-16,-2 4-4 0,3-1-1 0,-3-1 0 15,3 4 1-15,0-1 0 0,-1-2-3 0,3 3-5 16,-3-3 3-16,7 0 3 0,-6 0-5 0,2-2 0 0,0 1-3 15,4-1-2-15,0-2-6 0,1 0-8 0,0-2-13 16,-1-2-4-16,3 1-1 0,-1-1-5 16,2-2 2-16,-4-2-2 0,2 0 0 0,3-2 3 15,-7-2 4-15,6-2 1 0,-3 0 2 0,-2-1 2 0,2-2-4 16,-1-2-7-16,-1-2-11 0,0 2-12 0,-3-3 2 16,0 1-1-16,0-10 1 0,2 4 8 0,-7 4 4 15,-1 2 5-15,0 1 8 0,-2 0 7 0,0 5 13 16,-1 1 10-16,-3 0 5 0,0 2 7 0,1 1 2 15,1 3-1-15,-3 1 3 0,2 1-7 0,-1 0-1 16,-3 1-1-16,1 3 1 0,7 0-1 0,-14 6-1 16,6-1-2-16,1-2 2 0,2 7 0 0,-1-2-4 15,2 3 6-15,4 1-1 0,-4 0 0 0,7 2-1 16,-2 2 0-16,1-1-2 0,4 1 3 0,0 2 0 16,1 0 1-16,5 7-4 0,-1-9 2 0,-1 1-2 15,3-2-1-15,-1 0-3 0,2 1-5 0,2-2-9 16,0-1 1-16,-2-2-8 0,2-1-3 0,-6-2-2 0,7 1 0 15,-3-5 2-15,-3 0 4 0,5 0 3 0,-9-4 3 16,7 1-4-16,-5 0 4 0,2-2 0 16,-1 0 7-16,-5-2-3 0,3 1 3 0,-2-2 4 0,-1-1-1 15,2 0 2-15,-3-2 4 0,-1 1-3 0,2-4 5 16,-3-1 3-16,0 1 5 0,1 0 1 0,-2 0-5 16,1 2 1-16,-2-3 2 0,1 2-1 0,-2-2 9 15,-1 6 5-15,2-3 0 0,-1 3 1 0,0 2-4 16,-1-3-1-16,0 4-2 0,2 2-3 0,-7-4-4 15,1 4-1-15,6 0-3 0,-10 4 0 0,3-2-2 16,1 4 2-16,-1-3-1 0,-2 2 1 0,-1 3-2 16,4-1-1-16,-3 0-2 0,3 4 0 0,-1-4 4 15,3 0-6-15,-2 0 1 0,2 2 1 0,4-3-3 16,-3 1 3-16,2-1-4 0,1-1 5 0,0 1 1 16,1-3-1-16,2 0 6 0,1 1-4 0,0-3-2 15,3 0-4-15,3 0 3 0,-10-1 2 0,13-2-6 16,-2-1 5-16,-3 1 1 0,2-4-1 0,1 0-2 0,-4 2 5 15,5-1 10-15,-3 0 3 0,-3-1 5 16,0 1 2-16,-1 1-1 0,-1-1 11 0,1 1 0 16,-1 1 1-16,2 1-5 0,-3-2-4 0,-2-1-10 0,-1 5 2 15,5-2-5-15,-5 2-1 0,0 0-2 0,0 0 1 16,0 0-3-16,0 0-5 0,6 9 5 0,-4-5 3 16,1 2-10-16,-3-1 4 0,1 1-12 0,2-1-9 15,1 2-7-15,-1-1-13 0,1 0-1 0,-4-2-10 16,7 1-5-16,-6-1-7 0,3-1-9 0,0-1 1 15,-1 1-6-15,-3-3-13 0,0 0-8 0,8 0-7 16,-8 0-5-16,8-4 6 0,-6 0-13 0,0 0 23 16,1-1 11-16,0 1 3 0,-2-3 11 0,2 2 2 15,-2-2 9-15,2-1 13 0,-3 1 4 0,3-2 17 16,-2 1 20-16,1 3 15 0,-2-4 17 0,1 2 3 16,-1 1 17-16,0-1 4 0,4 2 4 0,-4 0 5 15,-4-2 7-15,8 2 4 0,-3-1-9 0,-1 2-1 16,0 4-8-16,3-7-4 0,-2 5-9 0,-1 2-1 0,0 0-8 15,4-3-1-15,1 2-5 0,-5 1-4 16,0 0-2-16,13 4-4 0,-6-2-4 0,0-2 0 16,2 5-2-16,2 1-2 0,-3-1 4 0,2 1-5 0,-2 2-2 15,6-2-3-15,-5 0-3 0,1 1 2 0,2-1-3 16,-3 2 4-16,1-1-4 0,2 1 0 0,-5-2 2 16,1 1-2-16,-1 3-1 0,-2-3-5 0,-2-2 4 15,-2 0-5-15,-1 1-3 0,0-2 8 0,0 1-4 16,-1 0 1-16,-3-1-2 0,-3 0 3 0,3-1-1 15,0-2 2-15,-3 2 1 0,7-3 2 0,-11 0-4 16,11 0 2-16,-10-3 3 0,4 2-6 0,1-3 8 16,-1 0 7-16,3 1 7 0,-2-2 0 0,1 2 0 15,3-4 2-15,-2 2-3 0,2-1-1 0,1 0-8 16,1 1 4-16,0-2-7 0,1 2 3 0,0-2 1 16,5-1-5-16,-6 4 2 0,3 2-5 0,1-2 3 15,0-1-3-15,-1 4-1 0,2-2 0 0,0 1-1 0,-6 2-2 16,11 0 1-16,-4 0 2 0,1 1-7 0,0 1 3 15,-1 1 0-15,-1 2 0 0,-1 1 0 16,4-3 0-16,-2 5 3 0,0-5-3 0,0 2-2 0,-3 2-10 16,4-1-18-16,-2 1-19 0,-1-1-15 0,-1-1-26 15,0 0-29-15,-1 1-25 0,2-2-30 0,-1-1-19 16,-2 0-21-16,-1-1-21 0,-1-2-144 0,4 5-409 16,-4-5 181-16</inkml:trace>
  <inkml:trace contextRef="#ctx0" brushRef="#br0" timeOffset="12951.38">19116 8365 171 0,'0'0'299'0,"-1"-4"-7"0,1 4-11 16,0-5-18-16,0 5-18 0,2-2-24 0,-2 2-28 15,0 0-16-15,0 0-16 0,0 0-17 0,0 0-15 16,0 0-13-16,15 6-12 0,-9-3-11 0,3 0-14 15,-2 5-4-15,1-1-7 0,6 1-4 0,-6 0-6 16,7 4-6-16,4 3-5 0,-3-1-6 0,-2 2-7 16,1-1 4-16,4 6-7 0,0-1-3 0,-5-2 1 15,-1-2-9-15,-2 2 1 0,4 10-5 0,-1-7 2 16,-2 5-6-16,0-1 0 0,-1 0 1 0,-3-6-3 16,-2 0 1-16,2 2 0 0,-3-1-3 0,-1-1 2 15,-4-1 2-15,0-3 8 0,-2-2 10 0,-3 2 4 16,4-4 6-16,-4 1 6 0,-3-4 6 0,2 2 8 15,-1-2 2-15,3-3 20 0,-4 3 0 0,-1-5 17 0,3-1-1 16,-3 1-1-16,-1-2-7 0,3 0 3 16,-1-2-6-16,0 0 0 0,-3-3-9 0,4 1-7 15,-1-5-11-15,1 1-2 0,-1-2-5 0,3 0-4 0,-1-1-7 16,4-2-3-16,0-1-6 0,2-3-2 0,2-3-7 16,0 0-8-16,4-10-19 0,4 3-21 0,1-1-31 15,2 0-24-15,2-1-26 0,3-2-17 0,3 1-16 16,2 6-7-16,-4-3 5 0,7 2 12 0,-4 3 9 15,4 2 14-15,-6 0 9 0,-1-1 9 0,-3 9 5 16,-3-1 10-16,6 2 9 0,-10 0 10 0,-2-2 4 16,0 5 10-16,2 1 8 0,-6 1 17 0,0 0 11 15,2-1 2-15,-5 4-2 0,0-2 2 0,0 4-2 16,0 0-2-16,-11-3 1 0,11 3 5 0,-17 3 7 16,9 2-8-16,-6-3 9 0,3 3-8 0,0 1 2 15,2 3-8-15,-2-2 8 0,1 1 0 0,1 1-2 16,-1 0-3-16,5-2 5 0,-2 5-1 0,4-6 0 0,-2 2 4 15,5-3-1-15,-1 2 2 0,2-4-7 0,-1 2 7 16,5 1 0-16,-2-4-2 0,0 1 1 16,2-2 4-16,2 0-4 0,-7-1 1 0,15-1-3 0,-7-1-1 15,0 0 1-15,4-3 1 0,-3 0-4 0,2-1-1 16,-1-1 4-16,-3-1-1 0,3 1 0 0,-2 1-1 16,1-1 8-16,1 0 3 0,-6 1 10 0,0 0 8 15,0 2 11-15,0-1 2 0,0 3 5 0,-1-4-4 16,0 2-6-16,-3 4 1 0,1-2-11 0,-1 2-4 15,0 0-6-15,0 0-2 0,0 0-3 0,0 0 0 16,0 0 0-16,0 0-5 0,0 0 7 0,3 13-5 16,0-9 1-16,-2 1 0 0,2 1-7 0,2-2 3 15,-5 2-2-15,7 0 5 0,-2-2-3 0,2 1-9 16,-1-1-13-16,3 3-9 0,3-6-12 0,-1 3-11 16,1-3-14-16,1 1-21 0,-2-2-13 0,1 0-11 15,0 0-13-15,-1-5-11 0,1 0-13 0,-1-1-18 16,1 1-18-16,1-4-10 0,1-2-6 0,0-2 5 0,-1-1 7 15,1 0-1-15,-3 0-21 0,3-2-133 0,-5 1-363 16,0-2 161-16</inkml:trace>
  <inkml:trace contextRef="#ctx0" brushRef="#br0" timeOffset="13539.67">19950 8254 1076 0,'2'-18'-72'0,"0"3"26"0,-4-2 31 0,0 3 25 15,0 1 47-15,1 0 31 0,-6 2 17 0,6-2 17 16,-2 2 14-16,-2 1 13 0,-1 0 9 0,2 1 4 16,3 1 13-16,-2 2 2 0,-1-1-10 0,-3 2-3 15,6 0-14-15,-3 3-15 0,1-1-19 0,3 3-11 16,-7-5-9-16,7 5-4 0,-7 2-12 0,7-2-6 15,-7 8-3-15,4-2-9 0,1 0-5 0,1 1-1 16,-2 3-7-16,3 1-7 0,3 2 0 0,-2 0-2 16,1 4-9-16,1-1 2 0,3 2-7 0,-2 1-2 15,2 3 1-15,-1-2-4 0,3-1 1 0,2 2-1 16,-2 4-9-16,0-5-9 0,-1-1-18 0,2 1-8 16,-2-2-14-16,2 1-5 0,-4-8-14 0,0 7-9 15,2-8-6-15,-4-1-7 0,-2-3-4 0,2 1-4 16,0-2 11-16,-2 0 6 0,0-2 8 0,-1-3 9 0,-1 3 3 15,1-3 5-15,0 0 4 0,-7-10 5 0,4 7 8 16,-1-3 16-16,-1-3 8 0,1 2 8 16,-1-1 12-16,-1-4 3 0,2 1 11 0,1 1 6 0,0-4 14 15,2 3 6-15,0 4 1 0,1-4 12 0,0-1-9 16,1 3-3-16,2-1-6 0,1 3-4 0,1-2-8 16,1 4-6-16,3-2-3 0,5 2-1 0,-2 3-3 15,2-1-4-15,-1 3-9 0,2-1 3 0,0 2-1 16,7 2-1-16,-8-1 1 0,-1 1-3 0,2 1-4 15,0 1 0-15,0 3-6 0,-1-2 0 0,-5 2 5 16,2-2 11-16,1-1-18 0,-1 3 1 0,-2 0 0 16,0 0-1-16,-2-2 2 0,2 0 0 0,-5 0-1 15,2-1 0-15,-1-3 2 0,-1 2-4 0,0 1 3 0,-1-2 0 16,1-2 6-16,-4-1 0 0,4 3 3 16,-4-3-3-16,7 1-3 0,-7-1-3 0,7 0-1 15,-7 0 2-15,0 0-8 0,5-4 6 0,-1 0 2 0,1-1-1 16,0 1 3-16,0 2-6 0,-1-2 0 0,3-1-1 15,-1 2 6-15,-1-2-3 0,7 0-7 0,-4-1-8 16,-1 4-8-16,-2-3-3 0,4 4 5 0,-4-3 1 16,1 1-11-16,-1 2-11 0,-2 0-17 0,-3 1-11 15,11-3-14-15,-11 3-15 0,8 1-18 0,-8-1-16 16,7 2-16-16,-4 0-16 0,-3-2-10 16,0 0-14-16,0 0 2 0,5 2-9 0,-5-2-14 15,0 0-141-15,0 0-377 0,0 0 167 0</inkml:trace>
  <inkml:trace contextRef="#ctx0" brushRef="#br0" timeOffset="13680.28">20233 8200 204 0,'-10'-7'283'0,"2"-1"-7"0,1 1-11 0,-2 1-17 16,2-2-24-16,0 4-15 0,3-1-27 0,0 0-18 16,1 1-19-16,-1 2-29 0,1-1-55 0,3 3-78 15,0 0-88-15,0 0-81 0,0 0-160 0,0 0-373 16,0 0 166-16</inkml:trace>
  <inkml:trace contextRef="#ctx0" brushRef="#br0" timeOffset="14055.25">20869 8219 72 0,'0'0'215'0,"8"5"4"16,-5 1-10-16,1-2-7 0,0 5-10 0,-1 3-2 15,4 6-12-15,-3 4-8 0,3 3 1 0,-2 2-3 16,2 3-11-16,2 1-5 0,1-2-6 0,2 2-5 16,2 2-9-16,-2-3-4 0,4-1-18 0,-1 2-7 15,3-2-10-15,0-1-5 0,1-1-14 0,1-1-7 16,-3-4-4-16,-3-5-4 0,4 5-9 0,-4-9-6 16,-5-3-2-16,-2 0-10 0,0-2-20 0,0-3-22 0,-2-1-23 15,1 0-44-15,-4-3-49 0,-2-1-60 0,7 1-48 16,-7-1-54-16,0 0-167 0,3-11-492 15,-4 6 218-15</inkml:trace>
  <inkml:trace contextRef="#ctx0" brushRef="#br0" timeOffset="14414.6">20980 8260 5 0,'-3'-18'267'0,"-1"0"-2"15,2 5 0-15,2 0-9 0,0 1-15 0,2 1-21 16,0-1-16-16,3 2-20 0,-1-1-17 0,2 4-15 16,1 0-15-16,-3 2-15 0,7 0-15 0,-3 1-14 15,-1 3-11-15,1 1-9 0,2 1-2 0,0 2-12 16,3 3-5-16,-3 0 2 0,-1 2-7 0,0 2-9 16,-2 0-3-16,4 5-5 0,-4-4 2 0,1 5-5 0,-2 1-3 15,-4-5-1-15,1 7-6 0,2-2 5 0,-3-4-8 16,-4-2 0-16,1 2-3 0,-4-1-4 15,1-2 2-15,-2 0-3 0,-1 0-3 0,-2 0-6 0,-2-3-1 16,-3-1 0-16,1-1 2 0,-4 1-14 0,-2-2-5 16,6-2-5-16,-1-1-9 0,0 0-6 0,2-3-6 15,1 2-8-15,3 0-24 0,1 0-22 0,1-2-16 16,6 2-18-16,-6-4-18 0,6 4-14 0,4-8-17 16,4 5-10-16,2 0-9 0,2-1-120 0,7-1-348 15,0 0 154-15</inkml:trace>
  <inkml:trace contextRef="#ctx0" brushRef="#br0" timeOffset="16743.98">21304 8272 121 0,'10'-2'147'0,"-4"0"14"16,3-3 12-16,-4 1 12 0,-2 1 7 15,1 0 0-15,0-2-2 0,-2 3-4 0,-2 2-7 16,4-6-16-16,-7 2-11 0,3 4-16 0,-3-6-14 0,1 4-8 16,2 2-7-16,-13-4-9 0,7 4-2 0,-4 4-10 15,3-1-10-15,0 1-7 0,-5 1-7 0,1-2-6 16,4 4-4-16,-2 2-6 0,-1-2-3 0,5 3-3 15,-2-3-5-15,1 4-4 0,1-3-5 0,4 3 2 16,-2-1-4-16,2-2-3 0,2-3-5 0,2 1 0 16,-3 1 3-16,4-2-2 0,3 0-6 0,-2-1 6 15,3-4-6-15,2 1 3 0,-1-1-2 0,1-1-8 16,1-2 7-16,1-2-6 0,-1 0-3 0,0-3 0 16,-2 2 3-16,2-3-2 0,-4 0 0 0,5-2 1 15,-6 1-4-15,2-5 0 0,-4 3 6 0,-1 3-3 16,3-2 2-16,-3 3-5 0,-1 0 0 0,-1 1 6 15,-1-1-6-15,0 2 0 0,0 2-2 0,0-1-2 0,0 5-1 16,-3-5 0-16,3 5 1 0,0 0-2 16,0 0 1-16,0 0-1 0,-13 7 1 0,10 0 2 15,0-2-1-15,3 1-8 0,0 0-6 0,-1 1-5 0,2-1-3 16,1 1-11-16,-1-1-1 0,-1 6-6 0,4-3-4 16,0-2-8-16,1-3 4 0,-2 2-7 0,4-3-1 15,-3 1-9-15,2 0 1 0,1-2 0 0,-1 0-1 16,2-4 5-16,3 0 12 0,1 2 1 0,-3-4 2 15,0 2 4-15,-3-2 9 0,6-3 5 0,-7 2 9 16,5 0 11-16,-5-1 3 0,6 0 16 0,-3 1 11 16,-1 0 10-16,0 1 5 0,-2 0 2 0,2-1-1 15,-3 1-1-15,3 2-6 0,0 0 1 0,-2-1-9 16,3 2 2-16,-8 1-3 0,11 1-1 0,-3-1-1 16,-1 3 3-16,-1-1 8 0,1 4 1 0,-2-2 1 15,6 2-7-15,-4 0 1 0,1 1-3 0,-1 0-1 16,-1 3 2-16,0-1-4 0,-1-1-1 0,-1-2-3 0,1 1-4 15,-3-1 4-15,0 0-2 0,0 1-1 0,-2-3 2 16,0 1-1-16,0-5 2 0,-2 4-3 16,2-4 4-16,-9 2-1 0,9-2 5 0,-9-2 4 0,9 2-1 15,-11-3 8-15,7-1 1 0,-2 1-1 0,5-1 6 16,-3 0-7-16,1-1-1 0,0 0-3 0,2-3 0 16,2 3-4-16,1 0-5 0,2 0 0 0,0-1-5 15,3-1-2-15,2-1 0 0,0 3-4 0,2 0-8 16,3-3-15-16,4 1-12 0,-2 5-1 0,2-4 1 15,1 1-4-15,0 2 2 0,-4-1 3 0,3 0-1 16,-2 2 3-16,-1-1 3 0,-3 1 1 0,3-1 5 16,-4 0 4-16,-3 0-3 0,-2 0 9 0,3 1 2 0,-5 0-2 15,0 0 3-15,2-1 1 0,-2 1 1 0,-4 2 3 16,0-4 1-16,0 4-1 0,0 0 0 16,-4-7 1-16,4 7 0 0,-10-2-1 0,3 2 4 0,7 0 6 15,-16 1 0-15,7-1 9 0,-3 3 6 0,1 0 5 16,-2 3-7-16,1-2 3 0,1 2-4 0,0-1 0 15,-1 0-3-15,1 2-4 0,1 2 2 0,1-2 3 16,2 2-5-16,2-3-6 0,-1 1 1 0,1 0 3 16,4-1-4-16,-2 1 0 0,3 0-4 0,-1-2 3 15,1 1 2-15,1-1 0 0,2 0-4 0,2-2 2 16,-2 1 2-16,5-3-4 0,-2-1 3 0,2 0-5 16,2-1 2-16,3 0-9 0,-2-2-10 0,4-2 3 15,-2 0-2-15,1 1-4 0,-3-4 2 0,2 3 2 0,-2-2 0 16,2-1 2-16,-1-1-1 0,0 0 2 15,-4 1 2-15,3 0 0 0,-4 1 4 0,1-3 1 16,-4 5 7-16,1-2 6 0,-3 1 6 0,3 0 9 0,-2 1 1 16,-2 0 2-16,-1 2 6 0,0 3-11 0,3-5-1 15,-3 5-8-15,0 0 2 0,0 0 0 0,0 0-4 16,0 0 2-16,0 0-5 0,0 0-2 0,-19 10 1 16,16-5-4-16,2 0 5 0,-2 3-4 0,-1-2-4 15,3 1 2-15,-1-1 1 0,2 2-3 0,2-2 3 16,-1 3 0-16,3-4-5 0,-1 5 1 0,-2-4-3 15,4-1-4-15,2 1-6 0,-1-2 1 0,-2-2-14 16,3 3-4-16,-2-5 4 0,3 3-12 0,1-2 2 16,-4-2 0-16,5-2 4 0,-1 3 5 0,-2-2 4 15,1-5-4-15,3 1 7 0,-3 3 0 0,0-3 4 16,-1-2 2-16,2 2 1 0,-3-1 1 0,-1-2 2 16,1 3 4-16,-3-1 2 0,1 2 12 0,2 0 10 0,-3-1-1 15,-2 2 3-15,2-1 2 0,-1 3-1 16,-2 2-2-16,2-6-7 0,-2 6 0 0,3-3-5 15,-3 3-4-15,0 0 4 0,0 0-3 0,0 0 3 0,0 0-3 16,0 0 2-16,1 11-6 0,-1-6 3 0,0-1-1 16,0 0-2-16,3 1 4 0,-3 0 0 0,2 0-2 15,0 3-3-15,0-4 1 0,0 2 1 0,2-2 1 16,0-2 2-16,-1 0 2 0,-3-2 4 0,6 5-3 16,-2-5-3-16,-4 0 0 0,9 0-1 0,-9 0 1 15,12-2 1-15,-7 1-3 0,1-3 1 0,0 2 7 16,-1-1-6-16,-2-1 0 0,5 0-6 0,-4 0 8 15,2 1 8-15,-1-3 4 0,-2 2-2 0,2 2 4 16,1-1 0-16,-4-1-4 0,1 3-5 0,-3 1-3 16,0 0-3-16,4-2-3 0,-4 2-2 0,0 0 3 15,0 0-5-15,6 6 3 0,-3-4 0 0,-3-2-1 16,1 7 1-16,3-1 0 0,-4-2-2 0,1 2 7 0,2 0-7 16,-2-2 0-16,5 1-7 0,-2-1-2 0,0 3-2 15,1-4 2-15,2 1-5 0,0-3-1 0,2 4 1 16,-2-3-1-16,5-2 2 0,-1 1-2 0,4-1 2 15,-4-2 5-15,0 1 2 0,1-4-3 0,-2 2 2 16,2-1 3-16,-1-5-1 0,-3 4 2 0,0 0 0 16,-2-3-3-16,0 1 3 0,-2 0 1 0,-1 1 4 15,0 1-2-15,-2-1 1 0,2 0 3 0,-3 0-1 16,0-2 4-16,0 3 3 0,-3 0-1 0,-1 0 6 16,4-1-3-16,-4 3-2 0,1-1-4 0,-2 0-1 0,5 4 4 15,-7-4-9-15,2 3 5 0,-1-1-5 0,6 2 2 16,0 0-1-16,-8 5 2 0,8-5 3 15,-8 7-5-15,5-4 3 0,-1 2-5 0,4-1 2 0,0 1 2 16,0 1 4-16,0-1-8 0,3 2 5 0,-2-2-1 16,4 2 0-16,-2-1-1 0,3 0-1 0,-1-1 3 15,4 2-2-15,-1-2-4 0,2 0 3 0,-3-2-8 16,4-1-9-16,1 0-3 0,-1-1-2 0,-1-1-15 16,3 0-9-16,0 0-9 0,-1-2-7 0,-1-1-14 15,1-3-10-15,-1 1-10 0,1 0-3 0,3-1-4 16,-4-2 2-16,-1 0 10 0,0-1 7 0,1 0 7 15,0-3 9-15,1 2 7 0,-1-2-2 0,-1-2 11 16,1-1 5-16,-6 4 10 0,2-2 6 0,-3-2 14 0,3-2 11 16,-6 3 7-16,-1-5 10 0,6 2 23 15,-4-1 17-15,-2 2 7 0,-1 1 17 0,-2 3 8 16,2-5 5-16,-3 3-3 0,0 2 3 0,1 2-7 0,-1 0 8 16,0 2 0-16,0 0-5 0,1 2-8 0,-1 1-8 15,-3 3-7-15,3-1-11 0,4 3-4 0,-9 0 9 16,9 0-19-16,-13 3-1 0,5 0-1 0,4 3-4 15,0 0 3-15,-3 3-9 0,3 0-2 0,0 1 3 16,-4 3 0-16,5-2-5 0,3 3 1 0,0-1-7 16,2 4 1-16,-1-4 4 0,2 3-8 0,2-3 1 15,-1 5-4-15,6-2 8 0,-2 0-4 0,-1 2-4 16,4-3-17-16,0 1-11 0,-1-2-11 0,1-1-15 16,0-2-14-16,-3-2-2 0,2-1 2 0,-1 0-6 15,-2-1-8-15,1-3-8 0,0 1 0 0,-2-1-3 16,2-3 9-16,-1 2 6 0,1-1 7 0,-3-2 7 15,1 2 7-15,-6-2 1 0,13-4 9 0,-7 1 5 0,2 0 3 16,-2-2 6-16,4-1 2 0,-3-1 10 0,1-1 15 16,-1 0 11-16,1-1 6 0,-4 4 7 15,3-3 16-15,0 1 12 0,-3 0 14 0,0 1-6 0,1 0 3 16,0-1 1-16,-3 2-1 0,2 0-5 0,1-1-6 16,-1 1 1-16,-3 0-8 0,3 3-5 0,0-3-1 15,-4 5-12-15,5-4-1 0,0 1-2 0,-5 3-5 16,8 1-4-16,-8-1 5 0,12 4-6 0,-5-2-7 15,0 1-1-15,2 4 4 0,-1-3 1 0,0 2-4 16,2 1-3-16,-2-1 0 0,3 2-4 0,-3-1 2 16,0 0 1-16,3-1 2 0,-7-1-2 0,3 0 0 15,-3 2-7-15,0-2 6 0,1-1 0 0,0 0-6 16,-3 0 4-16,-2-2 7 0,0-2-3 0,3 5 8 16,-3-5 15-16,2 3 11 0,-2-3-2 0,0 0-9 15,0 0 4-15,0 0-9 0,0 0-3 0,0 0-1 16,0 0 2-16,-5-12-2 0,5 12-7 0,-5-7-32 0,1 3-14 15,3-1-24-15,-1-1-26 0,2 0-17 0,-2 0-19 16,0 0-17-16,2 1-24 0,0-1-21 0,4 1-15 16,-4-3-12-16,2 2-10 0,1-3-1 15,3 0-3-15,-2 0 3 0,0 1 8 0,-1-2-116 0,0 2 282 16,-2 1-95-16,2 1 30 0,-2-5 38 0,-1 5 42 16,3-2 37-16,-3 2 27 0,0-2 39 0,0 0 26 15,0 1 33-15,0 0 22 0,0-1 18 0,0 1 13 16,0-4 6-16,0 3 8 0,0-3 8 0,0 4 6 15,1-5-15-15,1 2-26 0,4 1-11 0,-3 0-22 16,0 3-10-16,2-5-13 0,2 4-17 0,0-1-11 16,1 2-11-16,-1 1-30 0,-2-1-40 0,1 2-57 15,-1 1-62-15,1 1-79 0,3 1-93 0,-9 1-304 16,8 1-637-16,-2 1 282 0</inkml:trace>
  <inkml:trace contextRef="#ctx0" brushRef="#br0" timeOffset="19271.91">8045 4590 147 0,'0'-6'263'0,"0"2"-29"16,0 4-25-16,1-5-22 0,-1 5-17 0,0 0-12 15,12 8 1-15,-5 0-12 0,1 2-12 0,6 4-24 16,-2 2-7-16,-1 0-4 0,5 7-11 0,-2 0-7 15,2 3-8-15,-1-1-5 0,-1 1-7 0,-1-2-6 16,1 0-6-16,-5 3-6 0,-3-8-3 0,4 1-9 16,-4-2 2-16,1 1-2 0,-4 0-6 0,1 0 0 0,-3-5-1 15,-2 2-1-15,-1 2 0 0,0-6 13 0,-1-2 8 16,0 2 10-16,-5-1 2 0,0-3 2 16,0-1 0-16,-3-2-1 0,-1 0-9 0,1-1 2 0,-4-1-7 15,1-2 7-15,2-2 0 0,0 2 5 0,1-2-7 16,0-2 12-16,0-1-1 0,4 2-16 0,3-2 2 15,0 0 3-15,3-1-4 0,-1 0-10 0,4-3-3 16,-1 3-6-16,7-7-5 0,6 2-5 0,5-1-9 16,1 3-16-16,5-5-19 0,5 0-14 0,-3 3-22 15,0 1-16-15,3 3-21 0,-10 0-33 0,5-1-33 16,-6 3-36-16,4-3-35 0,-3 1-44 0,-2 2-174 16,-2 1-492-16,-6-1 219 0</inkml:trace>
  <inkml:trace contextRef="#ctx0" brushRef="#br0" timeOffset="19990.62">8446 4797 105 0,'0'0'190'16,"-7"-1"-14"-16,7 1-19 0,0 0-14 0,0 0-19 15,0 0-9-15,0 0-9 0,-3 8-6 0,2-2-11 16,1-1-2-16,-1 1-10 0,2 1-10 0,0-1-5 15,2 1-6-15,1 1-1 0,-2 1-7 0,4 0-8 16,2-1 1-16,-4-2-7 0,5 3-3 0,-1-1-6 16,3-2-3-16,-2-2-5 0,1 1-16 0,-1-2-16 15,-2-1-8-15,0-2-3 0,3 0-8 0,-4 0 2 16,2 2-4-16,-8-2 4 0,10-5 2 0,-6 1 7 16,0 0 3-16,-1-1 3 0,-3 0 0 0,0 0 3 0,-3-2 8 15,-1-1 3-15,0 0 2 0,0 1 14 16,-2-2 5-16,-2 3 7 0,0-3 11 0,1 1 4 15,-1 0 6-15,1 2 12 0,2 0 3 0,0 1-1 16,-4 0 2-16,5 2 1 0,-3-1-1 0,2 0-3 0,2 0 3 16,2 1-10-16,1 3 2 0,-4-3-9 0,4 3-6 15,-4-4-2-15,4 4-8 0,0 0 0 16,0 0-6-16,0 0 0 0,16 0 0 0,-16 0-2 16,11 3-3-16,-4-2-1 0,1-1-4 0,4 3-2 0,-1-1-1 15,1 0 1-15,2 3-3 0,-2-3-3 0,0 3-7 16,3-1 0-16,0-1-4 0,-1 3-6 0,1-2-1 15,-3 2-4-15,4 1-5 0,-6-1-4 0,1 1 0 16,1 0 1-16,-4-2-1 0,3 4 2 0,-3-4 1 16,0 4 8-16,-1 0-7 0,-1-4 2 0,-2 0 1 15,-3 2 1-15,3-2-3 0,-3 0 3 0,-1-1 4 16,0 0 2-16,0 1 7 0,0-5 2 0,-1 5 3 16,1-5 2-16,-4 3 11 0,4-3 3 0,-5 1 7 15,5-1 5-15,-10-5 3 0,6 1 9 0,-2 0 6 16,1-1-1-16,1 0 7 0,3-3 4 0,-2 2 2 15,-1-6-3-15,3 1-4 0,-1-1 0 0,2-1-4 16,3 2 1-16,1 0-4 0,0-3-3 0,-1 1-6 16,5 2 2-16,0-3-8 0,-4 2 4 0,3 2 1 15,2 0 1-15,0-1-5 0,-4 1-7 0,1 3 2 16,4-1-3-16,-6 4-7 0,2 0 1 0,-2 1-6 16,3-2 1-16,1 3-2 0,-4 1-5 0,-4 1 3 15,12 0 0-15,-5 3-4 0,2-1 12 0,-3 4-12 16,4-1 0-16,-2 1 0 0,0 3-2 0,-1-2 0 15,-2 2 0-15,5 0-1 0,-1 0 2 0,-5 1-2 0,3 1-4 16,0-1-14-16,-3-1-18 0,-3 1-13 16,2 2-13-16,0 0-36 0,1-4-32 0,-7 5-39 15,3-8-57-15,3 6-233 0,-7-4-497 0,0 2 221 16</inkml:trace>
  <inkml:trace contextRef="#ctx0" brushRef="#br0" timeOffset="25933.63">11532 7852 144 0,'0'0'141'16,"0"-4"-7"-16,0 4-8 0,0 0-2 0,0 0-17 15,0 0-11-15,0 0-7 0,0-5-12 0,0 5-9 16,0 0-1-16,0 0-12 0,0 0-2 0,0 0-5 15,0 0 2-15,0 0-8 0,0 0 1 0,0 0 1 16,0 0 0-16,0 0 9 0,0 0 0 0,0 0 2 16,0 0 7-16,0 0 7 0,0 0 7 0,0 0 2 15,0 0 4-15,0 0 8 0,0 0 3 0,0 0 6 16,0 0-3-16,7-1 7 0,-7 1-8 0,0 0-10 0,0 0-8 16,2-4-7-16,-2 4-2 0,0 0-8 0,2-4-8 15,-2 4-1-15,3-4-3 0,-3 4-8 16,0 0-6-16,0-5-1 0,0 5-3 0,0 0-1 0,1-4-10 15,-1 4 2-15,0 0-1 0,1-4-4 0,-1 4 3 16,0 0-5-16,0 0-4 0,0 0-2 0,3-4 2 16,-3 4-2-16,0 0-4 0,0 0-1 0,0 0 2 15,0 0-3-15,0 0 3 0,0 0-3 0,4 11 4 16,-2-9-2-16,3 3 1 0,-5 1-1 0,4-1-2 16,0 0 6-16,-3 4-4 0,2-3-1 0,3 3 4 15,-5 1-6-15,3 0 5 0,0 0-2 0,3-1-4 16,-2 3-21-16,-2-3-40 0,1 3-61 0,0-1-77 15,-1-1-82-15,0 0-198 0,-2-3-518 0,-1-1 230 16</inkml:trace>
  <inkml:trace contextRef="#ctx0" brushRef="#br0" timeOffset="27068.86">11634 8195 100 0,'0'0'281'16,"0"0"-7"-16,0 0-8 0,-11 0-12 0,11 0-9 15,-8 0-10-15,8 0-10 0,-10 3-12 0,8-1-12 16,-2 1 1-16,-2 0-15 0,1 0-15 0,1 1-15 0,0 1-11 16,-2 4-15-16,2-5-5 0,1 2-13 0,-2 3-18 15,2-3 1-15,-1 1-14 0,4 0-15 16,-3-1 8-16,2 6-12 0,1-5-11 0,0 1-1 16,0-1 0-16,1 0-8 0,2-1-6 0,-1 0 2 0,2 0-7 15,2-2 1-15,1 1-9 0,-1-2-3 0,-1 0 4 16,6-3-1-16,-2 3-6 0,4-2-5 0,-1-2 0 15,-4-1-2-15,3-2 7 0,0 1-3 0,0-1 6 16,-3-1-15-16,-3-1-1 0,6-1 4 0,-5-1-5 16,2-1-2-16,-5 0 8 0,-1 0-1 0,1 2-6 15,-3-3 4-15,-1 3-2 0,1-2 10 0,-2 1-7 16,-2 0-5-16,0-2-3 0,-1 5-1 0,-1-2 6 16,-5 0-8-16,3 1 7 0,-1 1 0 0,-2 1-8 15,3 2 0-15,-2 1 2 0,2-1-7 0,-4 2-15 16,-2 1-38-16,3 0-34 0,-1 2-32 0,5 2-49 15,-5 0-66-15,5-1-86 0,-1 0-265 0,1 1-644 16,4-2 285-16</inkml:trace>
  <inkml:trace contextRef="#ctx0" brushRef="#br0" timeOffset="28307.38">12680 7746 250 0,'-3'-4'283'0,"0"-1"1"0,1 0-1 0,2 5 2 16,-3-6-11-16,3 3 4 0,-3-1-9 0,3 4 9 15,-1-7-8-15,1 7-4 0,-3-2-9 0,3 2-8 16,-1-5-12-16,1 5-16 0,1-5-16 0,-1 5-19 16,0 0-15-16,0 0-14 0,0 0-15 0,0 0-16 15,-4-4-15-15,4 4-11 0,0 0-13 0,0 0-7 16,0 0-14-16,0 0-5 0,0 0-4 0,3 12-7 16,-2-6-6-16,-1 3-3 0,4 0-3 0,-1 3-5 15,0 1-6-15,5-2-27 0,-4 4-34 0,1 1-32 0,5 1-39 16,-2-2-73-16,3 2-47 0,-5 0-61 15,3-2-81-15,3-5-385 0,1 4-812 0,0-3 359 16</inkml:trace>
  <inkml:trace contextRef="#ctx0" brushRef="#br0" timeOffset="28807.35">12811 8149 101 0,'1'-7'432'0,"-1"7"2"0,-1-5 4 16,1 5-6-16,-6-3-23 0,6 3-23 0,0 0-34 15,0-5-37-15,0 5-30 0,0 0-32 0,0 0-25 16,0 0-25-16,0 0-16 0,0 0-22 0,-1 15-11 16,2-10-15-16,-1 1-14 0,3 1-14 0,0 0-18 0,1 1-33 15,0 1-46-15,1-2-72 0,6 3-65 0,1 1-51 16,-2-2-65-16,-1 2-89 0,2-3-405 15,-3-2-793-15,3-2 351 0</inkml:trace>
  <inkml:trace contextRef="#ctx0" brushRef="#br0" timeOffset="29574.35">13854 7606 250 0,'0'0'276'15,"0"0"-2"-15,4-4 4 0,-4 4-7 16,0-3 2-16,0 3 6 0,1-5 9 0,-1 5-5 0,0-6 3 16,0 6-20-16,0-4-19 0,0 4-13 0,3-3-9 15,-3 3-21-15,0 0-11 0,0-6-15 0,0 6-20 16,0 0-16-16,0 0-15 0,0 0-16 0,0 0-16 16,0 0-6-16,0 0-11 0,0 0-7 0,4 13-8 15,-3-7-4-15,2 5-6 0,-1-1-24 0,3 3-55 16,-4-2-72-16,3 1 3 0,-1 1 11 0,2 3-24 15,0-3-29-15,-1 4-27 0,-2 2-34 0,5-2-43 16,-3-4-72-16,0-2-64 0,-1 3-214 0,-3 3-638 16,0-3 282-16</inkml:trace>
  <inkml:trace contextRef="#ctx0" brushRef="#br0" timeOffset="30058.69">13866 8072 240 0,'0'0'304'0,"0"0"-15"0,0 0-20 0,0 0-13 16,0 0-27-16,0 0-23 0,0 0-23 0,0 0-13 16,11-2-16-16,-11 2-19 0,8 2-11 0,-3 1-15 15,-5-3-8-15,10 4-11 0,-6-1-14 0,4 1-2 0,-4-2-9 16,0 2-7-16,3 2-6 0,0 0-7 0,-2-2-3 15,4 1-5-15,-4-1-3 0,-2 1-1 16,-2-1-7-16,2 1 2 0,0 1 11 0,-3-2 9 0,1 1 10 16,-1-1 3-16,1 0 3 0,-1-4 5 0,0 6 4 15,0-3 5-15,0-3-7 0,-1 5-6 0,0-1-14 16,1-4 5-16,1 5-4 0,-1-5-9 0,0 0-1 16,0 4-4-16,0-4 1 0,0 0-7 0,5 1-7 15,-5-1-6-15,14-2-28 0,-6 0-27 0,7 0-35 16,0 1-42-16,-3-2-54 0,6-1-60 0,4-1-82 15,-1-1-278-15,9-5-636 0,-5 0 282 0</inkml:trace>
  <inkml:trace contextRef="#ctx0" brushRef="#br0" timeOffset="31741.04">14973 8015 256 0,'0'0'257'0,"4"-3"-3"16,-4 3-13-16,0 0-14 0,0 0-22 0,3-3-17 0,-3 3-23 0,0 0-13 0,5-2-13 0,-5 2-16 15,7-2-19-15,-7 2-7 0,6-2-8 0,-6 2-8 16,5-1-13-16,2-1-34 0,-7 2-37 16,9 0-52-16,-9 0-47 0,14 0-52 0,-2 0-63 0,-4 0-142 15,-1 2-388-15,6-4 172 0</inkml:trace>
  <inkml:trace contextRef="#ctx0" brushRef="#br0" timeOffset="31975.4">15543 7928 26 0,'0'0'272'15,"0"0"-18"-15,0 0-14 0,0 0-23 0,8 0-22 16,-8 0-16-16,0 0-17 0,0 0-18 0,7-1-13 0,-7 1-17 15,11-1-25-15,-11 1-46 0,8-1-60 0,-1 1-75 16,4-2-55-16,-1 2-155 0,1-1-327 16,4 0 144-16</inkml:trace>
  <inkml:trace contextRef="#ctx0" brushRef="#br0" timeOffset="32147.26">16033 7872 114 0,'2'-2'268'0,"-2"2"-24"15,4-3-20-15,-4 3-23 0,6-4-17 0,-6 4-23 16,0-3-14-16,0 3-21 0,4-3-30 0,-4 3-45 16,11-1-59-16,-4 1-57 0,-1-1-57 0,1-1-149 15,5 2-292-15,-1 0 129 0</inkml:trace>
  <inkml:trace contextRef="#ctx0" brushRef="#br0" timeOffset="32350.37">16593 7855 158 0,'0'0'235'16,"4"-3"-23"-16,-4 3-23 0,6-4-15 0,-4 1-19 15,-2 3-19-15,11-2-22 0,-7 1-43 0,-4 1-38 16,8 0-48-16,-1-3-53 0,0 2-62 0,-7 1-81 16,16 0-228-16,-5-1 100 0</inkml:trace>
  <inkml:trace contextRef="#ctx0" brushRef="#br0" timeOffset="32506.61">16956 7829 62 0,'0'0'192'0,"0"0"-20"0,3-4-12 15,-3 4-20-15,3-4-26 0,-3 4-40 0,0 0-41 0,2-5-60 16,-2 5-62-16,6-3-50 0,-1 1-150 0,-5 2 66 16</inkml:trace>
  <inkml:trace contextRef="#ctx0" brushRef="#br0" timeOffset="33865.87">16644 7481 62 0,'-2'-5'293'0,"2"5"-6"15,0 0-10-15,0-6-12 0,0 6-12 0,0 0-19 16,-4-2-14-16,4 2-22 0,0 0-20 0,0 0-18 16,0-4-17-16,0 4-16 0,0 0-14 0,0 0-18 15,0 0-5-15,0 0-6 0,0 0-10 0,-3 14-8 16,3-9-4-16,3-1-4 0,-2 2-3 0,4 5-9 15,1-1-13-15,-3-1-21 0,2 1-15 0,1 0-22 16,-1 1-33-16,2 5-39 0,0-3-49 0,-3-1-39 16,0 1-49-16,-3-1-223 0,3 2-493 0,-4-1 218 0</inkml:trace>
  <inkml:trace contextRef="#ctx0" brushRef="#br0" timeOffset="34195.5">16705 7827 20 0,'0'0'344'0,"0"0"-15"0,0 0-13 0,0 0-22 16,0 0-15-16,0 0-27 0,0 0-29 0,0 0-25 16,0 0-24-16,0 0-17 0,0 0-8 15,0 0-24-15,8 2-7 0,-6 1-11 0,-2 3-11 0,2 0-9 16,0 2-10-16,0-2 1 0,-1 2-14 0,3 1-11 16,0 2-1-16,2-3-31 0,-1 3-19 0,-1-2-30 15,2 0-27-15,-1 0-38 0,-2 2-45 0,1-1-46 16,0-4-42-16,1 1-44 0,-2 1-168 0,1-3-473 15,0 0 211-15</inkml:trace>
  <inkml:trace contextRef="#ctx0" brushRef="#br0" timeOffset="34492.36">16913 7897 219 0,'0'0'211'0,"0"0"3"16,0 0-17-16,0 0-12 0,-6 12-8 0,6-12-9 16,0 10-11-16,3-6-10 0,0 1-15 15,-2-1-9-15,3 3 3 0,0-2-6 0,1 0-11 0,2-1-10 16,-2 1-6-16,4-2-8 0,-1-1-12 0,-1 1-3 16,1-2-9-16,0 1-1 0,3-2-9 0,-4 0-3 15,1 0-8-15,-8 0 0 0,14-3-4 0,-9 1-6 16,1-1-4-16,-2-1-1 0,-3 1-6 0,1-2-3 15,-2 1-14-15,-2-2-3 0,1-2-9 0,-3 3-13 16,-2-5-16-16,2 3-15 0,-4-1-22 0,1-1-21 16,0 5-28-16,-1-5-47 0,0 5-22 0,1-1-38 15,-1 1-124-15,3 0-386 0,-6-1 170 0</inkml:trace>
  <inkml:trace contextRef="#ctx0" brushRef="#br0" timeOffset="36162.33">18297 7870 219 0,'0'0'296'0,"3"-5"-4"0,-3 5 0 16,1-4-9-16,-1 4-6 0,3-4-13 0,-3 4-22 15,3-4-15-15,-3 4-21 0,4-3-19 0,-4 3-18 16,1-3-18-16,-1 3-24 0,0 0-9 0,0 0-23 16,4-3-32-16,-4 3-32 0,8 0-41 0,-1 0-51 15,3 1-65-15,3 1-72 0,1-2-61 0,5 1-223 0,1 0-520 16,2-1 231-16</inkml:trace>
  <inkml:trace contextRef="#ctx0" brushRef="#br0" timeOffset="36365.44">18946 7791 28 0,'4'-2'250'16,"0"1"-18"-16,0-2-22 0,-4 3-21 0,8-4-15 15,-5 2-22-15,1 1-18 0,-4 1-13 0,11-3-13 16,-6 3-30-16,4-2-40 0,-9 2-34 0,15 0-36 16,-2 0-37-16,-2 2-42 0,1-2-39 0,-1 2-76 15,2-1-246-15,1 0 109 0</inkml:trace>
  <inkml:trace contextRef="#ctx0" brushRef="#br0" timeOffset="36521.69">19309 7778 163 0,'0'0'225'16,"0"0"0"-16,2-6-13 0,-1 2-13 0,-1 4-16 16,0 0-17-16,0-3-17 0,0 3-14 0,1-4-16 0,-1 4-13 15,0 0-29-15,2-4-46 0,-2 4-45 0,4-2-48 16,-4 2-59-16,8-2-31 0,-8 2-122 16,8 0-297-16,0 0 133 0</inkml:trace>
  <inkml:trace contextRef="#ctx0" brushRef="#br0" timeOffset="36646.68">19473 7728 174 0,'1'-7'173'0,"-1"7"-14"0,1-5-13 0,-1 5-14 16,3-3-16-16,-3 3-19 0,0-3-22 0,0 3-35 16,0 0-50-16,5-4-61 0,-5 4-102 0,0 0-185 15,0 0 83-15</inkml:trace>
  <inkml:trace contextRef="#ctx0" brushRef="#br0" timeOffset="37236.19">19974 7506 94 0,'0'0'274'15,"0"-5"-11"-15,0 5-16 0,0 0-19 0,0 0-17 16,0-5-19-16,0 5-15 0,0 0-22 0,0 0-17 16,0 0-14-16,0 0-15 0,0 0-13 0,0 0 1 15,0 0 4-15,10 15-2 0,-7-10-3 0,1 2-7 16,0 2-10-16,3 0-2 0,-1 0-13 0,2 1-3 15,1-1-4-15,-1 4-5 0,5-1-7 0,-3 2-4 16,1 1-2-16,-2-1-22 0,2 0-34 0,-4-4-42 16,1 1-60-16,0 1-69 0,-1-2-71 0,-3 1-188 15,4-2-484-15,-4 2 214 0</inkml:trace>
  <inkml:trace contextRef="#ctx0" brushRef="#br0" timeOffset="37986.14">20146 7816 270 0,'0'0'310'0,"0"0"-7"0,0 0-16 0,-3-4-21 15,3 4-27-15,0 0-24 0,0 0-27 0,0 0-12 16,0 0-18-16,0 0-19 0,-11 5-10 0,8-1-15 16,2 0-13-16,-4 2-9 0,1 1-7 0,2-1-9 15,-2 2-7-15,4 1-12 0,-3-2 0 0,1 3-7 16,0 0-7-16,2-2 0 0,0 1-3 0,4-2 0 15,-4 2 5-15,3-3-15 0,-2-1-3 0,6 3-10 0,4-2-12 16,-6-2-7-16,5 2-13 0,2-5-10 16,-1 0-10-16,0 0-6 0,1-2-4 0,-1 0-4 15,2-5-2-15,-3 4-1 0,-2-2 7 0,2-1 4 0,-1-3 3 16,0 4 7-16,-5-2 1 0,0-1 1 0,0 0 5 16,-3 2 1-16,-1-2 4 0,0 0 3 0,0 1 3 15,-4-5 2-15,2 5 4 0,-4 1 2 0,0-1-1 16,0 0 0-16,-4 0 1 0,3 3-1 0,1 1 1 15,-3-2-1-15,0 2 3 0,2 2-2 0,0 0-1 16,7 0-11-16,-16 3-27 0,11 0-24 0,-1-2-34 16,2 2-38-16,1-1-36 0,3-2-46 0,0 5-147 15,0-5-398-15,6 6 177 0</inkml:trace>
  <inkml:trace contextRef="#ctx0" brushRef="#br0" timeOffset="38267.37">20425 7825 39 0,'-5'-6'255'0,"5"6"-13"16,0 0-11-16,-9 1-11 0,9-1-5 0,-14 2-7 0,12 1-12 16,-4 1-15-16,-1-1-13 0,0 3-12 0,0-1-14 15,1-1-13-15,0 1-11 0,0 1-14 16,0-1-11-16,2 0-4 0,0 1-6 0,0-1-11 0,1 0-6 15,2 0-6-15,1-2-5 0,-3 2-1 0,3 1-8 16,0-6-2-16,3 6-6 0,-2-3 0 0,-1-3-6 16,4 7-1-16,-1-5-20 0,-3-2-16 0,9 1-24 15,-2 0-31-15,-7-1-40 0,7 0-56 0,-7 0-39 16,7 0-49-16,-7 0-195 0,9-3-473 0,-9 3 210 16</inkml:trace>
  <inkml:trace contextRef="#ctx0" brushRef="#br0" timeOffset="39190.62">20358 7881 174 0,'-6'-6'205'0,"6"6"0"0,-4-3-3 15,4 3 3-15,-4-4-3 0,0 2-6 0,4 2-11 16,-7-3-4-16,7 3-5 0,0 0-10 0,-5-2-11 0,5 2-6 16,0 0-15-16,-8-1-11 0,8 1-13 0,-4-2-9 15,4 2-14-15,0 0-17 0,0 0 1 0,0 0-6 16,-10 4-9-16,10-4-8 0,0 6 0 0,-2-3-4 16,2-3-7-16,-2 8 0 0,2-3-5 0,0 0-4 15,2 0-1-15,0 0 6 0,-2 3-12 0,3-5 1 16,4 6-1-16,-2-5-2 0,2 0-1 0,-3 0 0 15,8 2 1-15,-2-3-4 0,2 1 0 0,0-3-1 16,-1 0 0-16,0 1 0 0,4-4-4 0,-5 1-7 16,4-1-5-16,-4-2 5 0,0 0-11 0,-1 0 8 15,-4 1 2-15,1-2-1 0,-1 1-1 0,-2-3 2 0,1 2-2 16,-2-5 1-16,-1 3-5 0,1 1 4 16,-2 1-2-16,-3-2-3 0,1 1-2 0,-2 1 6 15,-1 1-4-15,-1-1-1 0,-1 2-11 0,-1-1-11 0,-3 2-11 16,3 1-17-16,-4 1-16 0,5-2-22 0,-4 5-31 15,-1-1-21-15,3 2-42 0,-4-1-48 0,3 1-222 16,0 1-495-16,-4 1 220 0</inkml:trace>
  <inkml:trace contextRef="#ctx0" brushRef="#br0" timeOffset="39612.46">19969 7852 191 0,'0'-3'380'0,"0"3"4"16,1-9 9-16,2 7 0 0,-2-1-3 0,-1 3-15 16,-1-5-26-16,1 5-32 0,0 0-37 0,0 0-30 15,0 0-30-15,0 0-26 0,0 0-16 0,0 0-20 16,-7 10-15-16,6-3-13 0,-2 1-15 0,3-2-13 15,-3 4-7-15,3 2-10 0,3-1-4 0,0 3-9 16,0-1-16-16,6 3-33 0,-2-2-52 0,7 1-56 16,0-1-68-16,0-1-78 0,2-2-115 0,-1-3-406 15,4 1-815-15,-1-2 361 0</inkml:trace>
  <inkml:trace contextRef="#ctx0" brushRef="#br0" timeOffset="61789.68">11422 7144 144 0,'0'0'182'0,"0"0"4"15,3-3 5-15,-3 3-2 0,0 0-6 0,0 0-2 16,1-4-3-16,-1 4-10 0,0 0-1 0,0 0-11 16,0 0-6-16,1-5-11 0,-1 5-12 0,0 0-10 15,0 0-13-15,0 0-14 0,0 0-2 0,2-4-16 16,-2 4-4-16,0 0-11 0,0 0-7 0,0 0-4 16,0 0-8-16,0 0-5 0,0 0-1 0,0 0-2 15,0 0-3-15,0 0-5 0,0 0-6 0,0 0 2 16,-3 15 1-16,2-12-2 0,-2 1-2 0,3-4-2 15,-3 5-2-15,0-1-1 0,2 0-1 0,-2 0 0 16,-2 0 0-16,5-1 0 0,-1 1-3 0,-3 2 1 16,1-4-3-16,0 2 1 0,0-2 1 0,3-2-3 15,-4 5 3-15,1 0-1 0,-1-3-1 0,-1 1 1 0,5-3-4 16,-4 3 2-16,3 0 1 0,1-3-4 0,-2 4 0 16,2-4 3-16,-3 5-4 0,3-5 4 15,-4 3-4-15,4-3 2 0,0 0-5 0,-5 2 2 16,5-2-4-16,0 0 1 0,-3 1-4 0,3-1 0 0,0 0-6 15,-4 3 4-15,4-3-2 0,0 0-2 0,0 0 0 16,0 0 0-16,-1 4 0 0,1-4-4 0,0 0-5 16,0 4-3-16,0-4-2 0,0 0-12 0,0 0-7 15,0 0-7-15,-7 4-15 0,7-4-12 16,0 0-16-16,0 0 2 0,0 5-22 0,0-5 1 0,0 0-7 0,0 0-13 0,0 0 1 0,7 2 4 16,-7-2-6-16,0 0-3 0,0 0 1 0,0 0-3 15,0 0 6-15,0 0-71 0,0 0-226 0,0 0 100 16</inkml:trace>
  <inkml:trace contextRef="#ctx0" brushRef="#br0" timeOffset="62524">11393 7143 5 0,'0'-3'174'0,"0"3"-4"0,0 0-4 16,0 0-14-16,0 0-11 0,0 0-15 0,0 0-5 16,0 0-11-16,0 0-12 0,0 0-10 0,0 0-12 15,0 0-8-15,3-4-4 0,-3 4-4 0,0 0-12 16,0 0-13-16,0 0 8 0,0 0-13 0,0 0-6 15,0 0 5-15,0 0-5 0,0 0 2 0,0 0-4 16,0 0-2-16,0 0-10 0,0 0 10 0,0 0-5 16,0 0-1-16,0 0 3 0,0 0-6 0,0 0 2 0,0 0-3 15,0 0-3-15,0 0 3 0,0 0 0 16,0 0 2-16,0 0-5 0,0 0 0 0,0 0 2 16,10 1-2-16,-10-1-3 0,0 0 1 0,0 0 1 0,6-2-3 15,-6 2 4-15,4-2-3 0,-4 2-3 0,0 0 0 16,6-2 3-16,-6 2-1 0,0 0 3 0,0 0 2 15,0 0-8-15,0 0 2 0,0 0 4 0,0 0 0 16,5-3-5-16,-5 3 2 0,0 0 1 0,0 0 5 16,0 0 2-16,0 0 2 0,0 0-8 0,0 0 5 15,0 0-4-15,0 0-2 0,0 0 0 0,0 0 0 16,0 0 0-16,0 0-1 0,0 0 0 0,-7 13-2 16,5-8 2-16,-2-1 0 0,1 1 0 0,-1-1 1 15,1 0-4-15,1 2 7 0,-4-1-1 0,3 0 2 16,-2 2-1-16,2-2-3 0,-1 3 2 0,0-3 3 15,0 0-3-15,1 1 0 0,0 1 0 0,1-1-1 16,-2-2 0-16,2 0-1 0,-2 3-1 0,3-2 1 0,-2-3 3 16,2 0-1-16,-2 3-4 0,0 0 4 15,3-5-6-15,-1 5 0 0,1-5-14 0,0 3-18 16,0-3-27-16,0 5-22 0,0-5-33 0,0 0-16 16,0 0-21-16,-3 4-22 0,3-4-97 0,0 0-292 0,0 0 130 15</inkml:trace>
  <inkml:trace contextRef="#ctx0" brushRef="#br0" timeOffset="63070.83">11302 7190 146 0,'0'0'182'15,"0"0"-6"-15,0 0-6 0,0-4-13 0,0 4-7 16,0 0-19-16,0 0-16 0,0 0-8 0,0 0-14 15,0 0-14-15,0 0-4 0,0 0-7 16,0 0-8-16,0 0-2 0,0 0 1 0,0 0 9 0,7 9 1 16,-7-9-2-16,8 4-6 0,-4-1 2 0,0-2-5 15,0 4 9-15,2-4-9 0,-2 0-2 0,0 2-4 16,-3-1-4-16,6 1-7 0,0 1 1 0,0-3-6 16,-3 2-6-16,1-1 0 0,3-2-5 0,-1 3 2 15,1-1-4-15,-1 1-5 0,1-1 1 0,-1-2-2 16,0 5-2-16,0-4-1 0,-2 3-2 0,3-3-1 15,-4 0-1-15,3 1-2 0,0 3-1 0,-3-3 1 16,1 0-3-16,-5-2 0 0,9 2-1 0,-7-1 4 16,-2-1-8-16,7 2 5 0,-7-2-2 0,0 0 0 0,7 2 0 15,-3-2 1-15,-4 0 1 0,3 4-1 16,-3-4 0-16,0 0-1 0,0 0 1 0,0 0-3 16,5 1 2-16,-5-1-2 0,0 0 0 0,0 0 2 0,0 0-2 15,0 0-18-15,0 0-22 0,0 0-32 0,0 0-27 16,0 0-32-16,0 0-50 0,0 0-26 0,0 0-164 15,0 0-399-15,0 0 177 0</inkml:trace>
  <inkml:trace contextRef="#ctx0" brushRef="#br0" timeOffset="63508.3">11446 7154 70 0,'0'0'150'0,"0"0"4"0,0 0-2 0,0 0-6 16,0 0-11-16,0 0-15 0,0-5-8 0,0 5-14 15,0 0-13-15,0 0-8 0,0 0-7 16,0 0-14-16,0 0-4 0,0 0-2 0,0 0 1 0,-8 13 6 16,6-11 9-16,0 2 1 0,1 0-8 0,-2 2 4 15,3 0-4-15,-3 0 2 0,1 0 0 0,-1 1-4 16,-1-1-1-16,0 2-6 0,-3 2-1 0,3-5 4 16,-3 6-9-16,3-5 0 0,0 0-5 0,-2 2-3 15,1 1-4-15,1-3-1 0,1 1-2 0,-2 0-3 16,-1-1-2-16,1 2 1 0,2-1-5 0,-4-2-3 15,6 0-2-15,-3 0-2 0,1-1 3 0,2 0-4 16,-2 0-3-16,3 0 2 0,0-4 0 0,-3 7 0 16,1-6-6-16,2-1 4 0,0 0-3 0,0 0-15 0,0 0-20 15,5 5-26-15,-5-5-28 0,0 0-30 16,0 0-31-16,0 0-20 0,0 0-37 0,12-5-137 16,-12 5-365-16,7-2 162 0</inkml:trace>
  <inkml:trace contextRef="#ctx0" brushRef="#br0" timeOffset="63914.61">11306 7210 20 0,'0'-3'186'0,"0"3"-17"0,0 0-8 0,0 0-13 15,0 0-11-15,0 0-12 0,0 0-12 16,0 0-13-16,0 0-6 0,0 0-13 0,0 0-8 16,0 0 0-16,0 0 12 0,0 0 1 0,0 0 0 15,0 0-3-15,0 0-9 0,0 0-3 0,0 0 0 0,10 8 7 16,-10-8-5-16,0 0 1 0,1 4-3 0,-1-4 4 15,8 4-1-15,-6-1-4 0,-2-3-4 16,8 2-5-16,-4 1-6 0,-4-3-6 0,5 4-2 0,2-3-4 16,-3 1-7-16,0 3-4 0,3-3-2 0,-1 1-4 15,-1-1-1-15,3-1 1 0,-1 3-4 0,4 0-3 16,-3-1-1-16,1 2-2 0,1-2-1 0,2 0-16 16,-2-1-27-16,-1 0-36 0,3 2-39 0,-3-3-51 15,0 2-49-15,0-2-54 0,-3 0-132 0,2 0-419 16,-1 1 186-16</inkml:trace>
  <inkml:trace contextRef="#ctx0" brushRef="#br0" timeOffset="74355.88">10911 4236 13 0,'0'0'125'0,"0"0"-14"0,0 0-5 15,0 0-15-15,-11 5-2 0,9-2-12 0,2-3-4 16,-4 2-7-16,4-2-4 0,0 5-7 0,0-5-12 15,0 6-2-15,0-3 0 0,0-3-5 0,4 5-4 16,-4-2-1-16,2 0-2 0,-2-3 0 0,0 0-1 16,6 4 1-16,-6-4 11 0,6 2-4 0,-6-2 5 0,0 0-2 15,11-1-6-15,-11 1 5 0,5 1 3 0,-5-1 5 16,4-6-1-16,-4 6-1 0,6-2 0 0,-6 2-1 16,4-4 6-16,-4 4 0 0,1-5 5 15,-1 5-7-15,0-5 0 0,0 5 6 0,2-6-8 0,-2 6 0 16,-2-5-3-16,2 5-1 0,-3-4-5 0,3 4-2 15,0 0-4-15,-2-4-2 0,2 4-5 0,0 0-5 16,0 0-3-16,0 0 1 0,0 0-3 0,0 0-2 16,0 0 0-16,-11 5-2 0,11-5-2 0,-6 4-3 15,6-4 7-15,-5 5-4 0,5-5-3 0,-3 5 0 16,3-5 0-16,3 5 0 0,-3-5 0 0,0 8-3 16,1-6 2-16,-1-2 0 0,7 6 0 0,-4-4 1 15,-2 1-4-15,-1-3 3 0,8 2 1 0,-8-2 2 16,0 0-3-16,14-2-2 0,-14 2 13 0,7-3-14 15,-3 2 3-15,-4 1-2 0,5-4 1 0,-2 0-1 16,-3 4-1-16,1-5-1 0,-1 5 3 0,2-6-2 0,-4 1 3 16,2 5-1-16,-1-8-2 0,-2 5 2 15,3 3 1-15,-3-3-6 0,3 3 4 0,-5-3-4 16,2 1 1-16,3 2-2 0,-9-2 3 0,9 2-3 0,0 0 1 16,-11 3 1-16,11-3-2 0,-8 4 2 15,8-4-2-15,-6 5 0 0,2-4 2 16,3 3 3-16,-2-2-4 0,2 2 2 0,1 0-2 15,-1 0 4-15,1-4-2 0,0 7 2 0,0-2-1 0,0-5 2 16,2 6-4-16,-2-6 2 0,3 2 0 0,-3-2 2 16,7 4 0-16,-3-4-2 0,-4 0-1 0,5 1 2 15,-5-1 1-15,0 0 0 0,8-5-2 0,-3 3-2 16,-4-2 2-16,4 0 0 0,-5 0 1 0,0 4-2 16,4-7 3-16,-4 4-1 0,2-1 1 0,-2 4 0 15,-2-6 1-15,2 6-4 0,-4-5 1 0,4 5 2 16,-5-4-2-16,5 4-3 0,-3-1 9 0,3 1-8 15,-8-2 0-15,8 2-1 0,0 0 1 0,-10 3-1 16,6-2 2-16,4-1 0 0,-5 5-2 0,2 0-5 16,2-1-29-16,1 1-43 0,1 2-54 0,2-1-72 15,-2-1-132-15,5 2-364 0,-1-1 162 0</inkml:trace>
  <inkml:trace contextRef="#ctx0" brushRef="#br0" timeOffset="109870.11">12450 6869 10 0,'-4'-7'162'0,"4"7"-2"0,0-4 3 16,0 4-2-16,0 0-2 0,0 0-8 0,0-5-3 16,0 5-3-16,0 0-5 0,0 0-2 0,0 0-6 15,0-5-7-15,0 5-5 0,0 0-10 0,0 0-9 16,0 0-8-16,0 0-8 0,0 0-10 0,0 0-9 15,-1-4-7-15,1 4-6 0,0 0-8 0,0 0-5 16,0 0-4-16,0 0-5 0,0 0 0 0,0 0-3 16,0 0-5-16,0 0-3 0,-9 9-2 0,9-9-2 15,-4 6 1-15,3 1-1 0,-2-3 10 0,-1 1 3 16,0 2-2-16,2-1-5 0,-4 0-3 0,2 6-1 16,0-3 3-16,1 1-4 0,0 0-2 0,-3-1-3 0,2 1 4 15,-1 0-4-15,0-1-2 0,2 2 1 16,-1-2-1-16,1-2-2 0,-2 2 0 0,1 1 0 15,3 0-2-15,-1-4 3 0,1 0-21 0,-2 0-26 0,2-3-23 16,-1 1-24-16,1 0-33 0,-2 1-31 0,3-5-31 16,-1 5-40-16,1-5-167 0,0 0-419 15,-6 0 187-15</inkml:trace>
  <inkml:trace contextRef="#ctx0" brushRef="#br0" timeOffset="110245.08">12299 6907 208 0,'0'0'248'0,"0"-6"-16"15,0 6-19-15,0 0-16 0,0 0-26 0,0 0-16 0,0 0-15 16,0 0-15-16,0 0-11 0,0 0 0 0,0 0-4 16,0 0-6-16,3 17-6 0,2-11-6 0,-2 0 0 15,2-3-3-15,1 3-8 0,-2 2-2 16,4-2-10-16,0 1-2 0,0 0-5 0,1-1 0 0,0 1-8 16,-2-2-8-16,1 0-2 0,2 0 0 0,-1 0-9 15,-1-2-3-15,-1 0 1 0,0-1-3 0,2 1-4 16,-2-1-4-16,-1-1-2 0,2 1-1 0,-3-1-1 15,1 0 4-15,-6-1-11 0,5 1-2 0,-5-1-12 16,4 2-16-16,-4-2-21 0,0 0-28 0,0 0-30 16,0 0-32-16,0 0-37 0,0 0-27 0,0 0-36 15,0 0-177-15,0 0-440 0,0 0 195 0</inkml:trace>
  <inkml:trace contextRef="#ctx0" brushRef="#br0" timeOffset="115282.41">11933 4758 2 0,'0'0'90'0,"0"0"5"0,0 0-4 16,0 0 3-16,0 0-6 0,-5 11 0 0,5-11-4 15,-3 4-5-15,0-2 1 0,1 1-9 0,2-3-1 16,-4 3-4-16,1 0-9 0,3-3 0 0,-3 4-9 16,0-1-6-16,-2-1-1 0,5-2-6 0,0 0-4 15,0 6-2-15,0-6-2 0,-4 3-3 0,4-3 2 16,0 0-4-16,0 0-4 0,3 7 6 0,-3-7-8 16,0 0 7-16,1 3-11 0,-1-3 1 0,0 0 0 15,0 0-1-15,8 1 5 0,-8-1 0 0,0 0 0 16,0 0 5-16,0 0 6 0,0 0 1 0,10-4 8 15,-10 4-2-15,2-5 5 0,-2 5-1 0,0 0 1 16,3-5-1-16,-3 5 1 0,0 0-2 0,0 0-3 16,0 0 2-16,0 0-7 0,-8-5-1 0,8 5-4 15,0 0-8-15,-7-1 1 0,7 1-2 0,-9-1-2 0,9 1-1 16,0 0-3-16,-11 4 0 0,5-3-4 16,3 2 3-16,-1 0-6 0,0-1 0 0,-1 2 0 15,1-1 0-15,4-3-1 0,-3 6 1 0,2-3 1 16,1-3-2-16,-3 8 2 0,3-8-3 0,1 5 1 0,-1-5-1 15,2 5 4-15,-2-1 0 0,0-4 1 0,4 4-3 16,0-3-2-16,-4-1 5 0,11 0-1 0,-6 1-1 16,-5-1-6-16,8-1 1 0,-8 1-4 0,10-1 2 15,-3-2 0-15,-2 2 0 0,-1-3-1 0,0 0 3 16,-1 2-4-16,-3 2 0 0,6-5-1 0,-4 2 3 16,1-1 3-16,-3 4 0 0,0-5 3 0,0 5 1 15,0-5 5-15,0 5-3 0,0-4-1 0,0 4-1 16,0 0 1-16,-7-3-2 0,7 3 2 0,0 0-6 15,-9-1 1-15,9 1 1 0,0 0-2 0,0 0 2 16,-11 6 0-16,9-5 0 0,-4 1-1 0,3 1 3 16,3-3-3-16,-4 5 0 0,4-5 0 0,-3 5-1 15,2-2 1-15,1-3 1 0,0 0-3 0,1 5 1 16,-1-5 4-16,3 3-2 0,-3-3 2 0,3 5-4 16,-3-5 2-16,5 2 1 0,2-1-2 0,-7-1 5 15,7 0-6-15,-7 0 4 0,0 0 1 0,11-1 0 16,-11 1-4-16,6-5 0 0,1 2 5 0,-7 3-4 15,3-4 5-15,-2 2 5 0,-1 2 6 0,0-4 5 0,0 4 7 16,-1-8 6-16,1 8 0 0,-2-4-1 0,2 4-3 16,-5-3 0-16,5 3-6 0,-4-5-2 15,4 5 3-15,-5-2-7 0,5 2-5 0,-6-1-3 16,6 1 0-16,0 0-2 0,0 0-15 0,-11 1-37 0,11-1-41 16,-8 4-44-16,8-1-56 0,0-3-203 0,-4 5-419 15,4-2 185-15</inkml:trace>
  <inkml:trace contextRef="#ctx0" brushRef="#br0" timeOffset="122078.73">13710 6150 32 0,'0'0'182'0,"1"-4"-1"0,-1 4-2 16,0 0 2-16,3-2-5 0,-3 2-9 0,0 0-8 0,0 0-5 15,0 0-12-15,0 0-13 0,0 0-16 0,0 0-9 16,0 0-16-16,0-5-9 0,0 5-10 0,0 0-6 15,0 0-8-15,0 0-5 0,0 0-4 0,-4 14-5 16,1-9-1-16,0 1 2 0,3 0 3 0,-4 1 0 16,1 3 1-16,0-1-1 0,-3 3 1 0,3-4-3 15,0 3 0-15,-5-2-1 0,4 0-5 0,-1-1-5 0,-3 1 1 16,5-1-5-16,-4 0-1 0,0 0-4 0,0 0-1 16,3-3 1-16,-4 1-2 0,4 0-6 15,0-3-1-15,-1 2 1 0,0-1-10 0,1-2-27 16,-1 2-24-16,2-1-27 0,-1 1-27 0,1-2-22 0,3-2-27 15,-4 3-23-15,4-3-27 0,0 0-175 0,0 0-404 16,-7 1 179-16</inkml:trace>
  <inkml:trace contextRef="#ctx0" brushRef="#br0" timeOffset="122386.03">13576 6183 19 0,'0'0'224'0,"0"-5"-9"16,0 5-14-16,0 0-14 0,3-3-17 0,-3 3-19 15,0 0-18-15,4-3-12 0,-4 3-9 0,0 0 5 16,0 0-6-16,10 8-2 0,-4-5-4 0,-3 1-8 16,4 0-9-16,0 1 0 0,0 3-8 0,3-3-9 15,-3 2-4-15,4 0-7 0,0 1-4 0,-3 0-6 16,2-2-5-16,-2 1-4 0,4 0-2 0,-4-2 0 15,2 1-7-15,-5 0-7 0,3-1-1 0,-1-2-1 16,-1 1-2-16,-1 1 0 0,0-3-8 0,2 2-13 16,-3-2-17-16,-1 1-21 0,1-1-29 0,0 1-27 0,-4-3-34 15,4 3-32-15,-4-3-60 0,0 0-153 0,0 0-402 16,0 0 178-16</inkml:trace>
  <inkml:trace contextRef="#ctx0" brushRef="#br0" timeOffset="127438.1">13451 5200 202 0,'0'0'236'0,"-1"-6"-9"0,1 6-9 16,1-5-9-16,2 3-12 0,-3 2-8 0,0-5-12 16,0 5-9-16,0 0-11 0,-2-6-9 15,2 6-9-15,0 0-11 0,0-5-16 0,0 5-7 16,0 0-17-16,0 0-4 0,-1-3-12 0,1 3-10 0,0 0-12 15,0 0-6-15,0 0-2 0,0 0-5 0,0 0-6 16,0 0 2-16,0 0-7 0,-7 10-1 0,7-6-5 16,0-4 2-16,-5 7-4 0,5-4-1 0,-1 2-2 15,-1-2-5-15,2-3 1 0,-1 8-2 0,1-8-7 16,3 6-4-16,-2-2-5 0,-1 0-2 0,0-4-5 16,5 5 4-16,-3-5 2 0,2 4-3 0,-4-4 2 15,5 1-3-15,-5-1-4 0,10-1 1 0,-10 1-9 16,7-4 11-16,-2 4 2 0,-1-2-2 0,-4 2 3 15,5-6-4-15,0 4 5 0,-5 2-1 0,1-8 2 16,0 7 3-16,-1 1-3 0,4-7 2 0,-4 7 1 16,-1-6 1-16,1 6-4 0,-3-4 3 0,3 4-4 15,0 0 3-15,-5-2 3 0,5 2-1 0,-10 0-2 16,10 0 0-16,-9 2 2 0,2-1 2 0,0 1-4 0,3 3 0 16,-3-1 0-16,2 1 1 0,1-4 2 15,0 5-2-15,-2-2 5 0,5 2-5 0,-2-4 3 16,2 4-1-16,-3-1 1 0,1-2 2 0,3-3 0 0,-4 7 0 15,6-4 0-15,-2-3-2 0,0 5 4 0,6-2-2 16,-2 0 2-16,0-2 2 0,2 2-3 0,-6-3 1 16,0 0-6-16,15-4 2 0,-9 1-1 0,0 0-2 15,1 1-2-15,-3-1 1 0,0 0 0 0,1-2 2 16,1-1-3-16,-2 1 6 0,-1 0-2 0,-2 0 2 16,3 0 1-16,-4-2 5 0,0 2 9 0,0 0 1 15,-3 0-3-15,2 0 0 0,0 2 3 0,-2-2-2 16,0-1 1-16,-1 3-5 0,-4 1 1 0,4 0 0 15,4 2-2-15,-15 2-2 0,15-2-2 0,-15 2 0 16,11-1-1-16,-6 4-2 0,5 2-2 0,-2-3 0 16,3 3 2-16,0 1 1 0,0-3 1 0,2 4-3 15,2-1 1-15,-1 0-1 0,1 0-4 0,0 0-7 16,4 1-9-16,-4-1-6 0,4 1-7 0,1-2-6 0,1-1 0 16,-2 0-3-16,0 0-1 0,5-3 4 15,-4 0-1-15,0-1-6 0,2 1 11 0,-3-2-11 16,-4-1 12-16,13-3 6 0,-8 1 4 0,0 0 3 0,-1-1-1 15,-4 3-1-15,6-8 6 0,-3 4 1 0,-2-1 9 16,-1 0 7-16,0 0 6 0,0 0 2 0,0 0 7 16,-1 0 9-16,1-1-2 0,-3 3-2 15,0-1 1-15,0 0 0 0,-1 0-5 0,4 4-1 0,-1-5-5 16,-4 4 2-16,5 1-2 0,-6-3 0 0,6 3-4 16,0 0 1-16,-11 3-4 0,11-3-3 0,-9 2 0 15,7 1-5-15,2-3-19 0,-6 6-22 0,3-2-17 16,3-4-29-16,0 8-30 0,1-4-5 0,1 0-23 15,-1-1-16-15,4 0-148 0,-1 0-338 0,0 0 150 16</inkml:trace>
  <inkml:trace contextRef="#ctx0" brushRef="#br0" timeOffset="133164.35">10893 4247 58 0,'-2'-3'147'15,"2"3"-5"-15,0 0-5 0,0-7 0 0,0 7-7 16,0 0-4-16,0-5-7 0,0 5-3 0,-1-4-9 15,1 4-9-15,0 0-5 0,0-5-11 0,0 5 0 16,0 0-14-16,0 0 2 0,0 0-11 0,0 0-7 16,0 0-6-16,0 0-5 0,0 0-6 0,0 0-4 0,0 0-4 15,0 0-2-15,0 0-6 0,0 0-1 16,0 0 0-16,0 0-3 0,0 0-2 0,0 0-1 16,0 0 0-16,1 14-1 0,-1-10 0 0,2-1-3 0,-2-3 3 15,1 3-4-15,2 1 2 0,-3-4-2 0,3 4 1 16,-1-1-5-16,2-1 0 0,-4-2 2 0,7 2 2 15,-7-2-3-15,11 2 2 0,-7-2 0 0,0 1-4 16,-4-1 1-16,11-1-2 0,-11 1 4 0,8-2-2 16,-4 0 0-16,0 0-3 0,-4 2 2 0,4-4 2 15,-1 0-2-15,-3 0-2 0,3 0 2 0,-3-1 2 16,0 5-10-16,0-8 9 0,0 8 3 0,0-3 2 16,-3-1-3-16,3 4 2 0,-1-4-4 0,1 4-1 15,-3-5 3-15,3 5-4 0,-4-2-5 0,4 2 2 16,0 0 4-16,0 0-4 0,-13 2 2 0,13-2-4 15,-7 4 2-15,4 1-1 0,-1-1 5 0,1-2-8 16,2 4 6-16,-1 0-2 0,1-1 1 0,1 0 0 16,-1-1-3-16,2 1 1 0,-1-1 2 0,3 1 4 0,-2 0-2 15,2 0-1-15,-2-1 0 0,3-1 1 16,0 0-1-16,2 0 1 0,-1 0-3 0,2-2-4 16,-7-1-6-16,8-4-5 0,0 1-6 0,-1 2 3 0,-1-3 5 15,-1-1-3-15,1-2 3 0,-1 3 0 0,-1-1 3 16,0-2-2-16,0 1 6 0,-3-1 3 0,2-3 7 15,-3 5 11-15,3-3 7 0,-6 3 2 16,3-3-1-16,-3 3 0 0,-1 0-4 0,1 0-3 0,-2 1-3 16,1 2 0-16,-3-1-2 0,3 2-3 0,-5 1 2 15,-1 1-4-15,-1 2 1 0,-2 0 2 0,5 3-4 16,-2-1 1-16,-1 0-6 0,5 2-15 0,-1 1-24 16,1 0-27-16,1 1-26 0,5-3-21 0,-2 2-43 15,4-1-143-15,-1 3-325 0,5-1 144 0</inkml:trace>
  <inkml:trace contextRef="#ctx0" brushRef="#br0" timeOffset="134195.51">11886 4774 61 0,'-7'-1'217'0,"7"1"-10"0,-6-2-15 16,6 2-10-16,0 0-14 0,0 0-15 0,-10 3-17 0,10-3-13 15,-5 2-14-15,5-2-9 0,-2 3-8 0,2-3-13 16,-6 6-8-16,6-2-6 0,-4-1-7 0,4-3-3 16,0 8-6-16,-3-1-7 0,2-3-4 0,1 1-2 15,0 0-3-15,-2 2-2 0,2-4-3 0,-2 4-4 16,-1-1 0-16,3-2-4 0,0 0-3 0,3 0 0 16,-1 1-2-16,-2-5 1 0,0 5-2 0,0-5-1 15,3 3 7-15,-3-3-10 0,3 5 6 0,-3-5-3 16,0 0 1-16,0 0-3 0,0 0 2 0,17-7 1 15,-16 4-3-15,8 1-3 0,-7-4 2 0,2 2 3 16,0 0 1-16,-1 1 3 0,1-1 7 0,-2-3 6 16,0 3 9-16,1 1 3 0,-2-3 5 0,-1 1 5 15,0 0 2-15,0 5 0 0,0-7-2 0,0 3-4 16,0 4-5-16,-1-4-7 0,1 4-6 0,-7-4 0 0,3 3-8 16,4 1-1-16,-9 0-3 0,9 0-3 0,-10 2-8 15,4-1-28-15,1 3-27 0,-1-2-44 16,1 3-42-16,-2 0-51 0,3 0-53 0,0-2-199 15,1 4-471-15,0-4 209 0</inkml:trace>
  <inkml:trace contextRef="#ctx0" brushRef="#br0" timeOffset="152240.89">11187 7336 110 0,'-7'-10'191'0,"7"10"-5"0,0 0-16 0,-4-3-1 0,4 3-7 15,0 0-10-15,-3-4-10 0,3 4-18 0,0 0-1 16,0 0-19-16,0 0-6 0,-4-1-12 15,4 1-8-15,0 0-8 0,0 0-8 0,0 0-6 0,0 0-7 16,0 0-2-16,0 0-8 0,0 0 1 0,0 0-3 16,0 0 0-16,0 0 1 0,0 0 5 0,0 0 4 15,0 0-1-15,0 0 1 0,12-4 2 0,-12 4-1 16,6-3-2-16,-1 1-6 0,-5 2-3 0,8-3-3 16,-1 2-2-16,-3-1-6 0,6-1-2 0,-1 0-3 15,-1-1-3-15,3 1 2 0,-2-1-6 0,1 0 2 16,4 1-3-16,-1-2 0 0,0 1 0 0,4-3-5 15,-3 3-1-15,5 0 3 0,-4-2-2 0,5 2-1 16,-1-3-2-16,-2 2-1 0,-4 2 0 0,6-1 1 16,0 0 1-16,-8-1 0 0,3 1-3 0,-2 0 0 15,2 2 2-15,-2-3-3 0,0-1 3 0,0 4-3 16,1-1-1-16,-4-1 0 0,3 1-1 0,-1-2 5 16,-1 2-4-16,-1 0 0 0,2 1-1 0,0-1-2 0,0 1 5 15,1-2-2-15,0 0-2 0,-2 1 0 0,2 1 0 16,-1-2 2-16,1 3-2 0,-1-3 0 15,0 1 3-15,0-1-4 0,0 0 5 0,0 2-5 0,1-1 1 16,-2 0 3-16,0-2-1 0,1 2-3 0,1-1 3 16,-5 1 2-16,4 1-3 0,1-2 0 0,-5 1-2 15,0-1 4-15,0 2 1 0,0-1-4 0,2 0 0 16,-3 2 2-16,-1-2-1 0,2 1 1 0,1 0 0 16,-1-1 1-16,-2 1-3 0,2-3-2 0,-3 4 2 15,4-1 0-15,-1 0 2 0,0-1-6 0,0-3 7 16,-2 2-1-16,2 1 0 0,1 1-4 0,-2 1 4 15,2-5-1-15,-2 2 0 0,3 1-4 0,-4 0 1 16,3 1 3-16,-2 2-2 0,-1-3 2 0,3-2-3 16,-2 2 5-16,-1 2-1 0,2-3 0 0,1 0-2 15,-4 2 1-15,3-1 1 0,-1-1-2 0,-1 2 0 16,2-1 1-16,-2 1-2 0,3-2-1 0,-5 3 3 16,4-3 0-16,2 1 0 0,-2 0-2 0,-3 1 2 0,3-1-3 15,1 1 3-15,-3-1 0 0,2 1 2 16,0 1-3-16,-3-4 4 0,3 2-4 0,1 0 0 15,-4 1-1-15,2-1 2 0,1 1 0 0,-1-3-1 16,-2 3 1-16,0-1-1 0,2 2 0 0,-2-1 3 0,-4 2-4 16,7-4 6-16,-3 2-3 0,1-2-2 0,1 2 3 15,-2-1-5-15,0 0 1 0,0-1 1 0,3 2 0 16,-2 0 0-16,2 0 1 0,-1-1 0 0,-1 0 2 16,3 1-2-16,0-2-2 0,-1 0 1 0,0 2-2 15,-3 2 1-15,4-3 1 0,-1 0 1 0,1 0-2 16,-2 0 2-16,-1 1 1 0,2-1-1 0,-2 1 2 15,2-1-3-15,1-1 1 0,-4 0 0 0,4 2 0 16,-1-2 2-16,-3 0 0 0,3 2-3 0,-1-3 2 16,3 3-3-16,-4-3 3 0,5 2-1 0,-3 1 0 15,-1-2-4-15,3 1 6 0,-4-1-5 0,2 2 4 16,1-2 1-16,-4 2-2 0,4-1 1 0,-1 0-3 16,-1-1 1-16,0 2 3 0,0-2 3 0,1 2-5 15,-2-2-1-15,-1 0 0 0,6 1 1 0,-5 1-1 16,2-2 1-16,-1 2-3 0,-1-2 3 0,3 3 1 15,-3-3-1-15,4 1 2 0,-2 0-1 0,0-2-2 16,0 2 1-16,0 1 0 0,0-2 0 0,5 0 0 0,-5 1-3 16,4-4 2-16,-3 5 0 0,0-1 0 0,-1 0-1 15,3-2 1-15,-5 3 0 0,6-1 0 0,-3 1 1 16,2-1-2-16,-4 2 3 0,2-1 3 0,1-1-4 16,-2 0 3-16,0 1-1 0,-1-1-7 0,2 1 5 15,-1-1-1-15,4-4-1 0,-4 5 3 0,0 1-4 16,-1-2 5-16,2 1-1 0,-2-1 1 0,2 1-2 15,-2 0-1-15,-1-2 0 0,3 2 0 0,0 0 3 16,-1 0-1-16,-1-1-1 0,-1 2-1 0,3-1-1 16,-2-3 2-16,-2 2-1 0,4-1 2 0,-4 1-4 15,4 1 5-15,-4-2-1 0,0 0 0 0,0 1 0 16,2 1-2-16,-2-1 4 0,1 1-4 0,1 0-1 16,-2-1 1-16,0 2 0 0,0-2 2 0,3 0 1 15,-2 1-3-15,3-1 3 0,-4 0-2 0,2 0 1 16,-2-1-2-16,2 4 0 0,-1-3-1 0,0 1 1 15,1-1 2-15,-1 1-4 0,1-1 3 0,2-3 3 16,-2 3-1-16,1-1 3 0,-3 1-7 0,3-1 2 0,1 1-2 16,-4 0 2-16,3 0 0 0,-4 0 0 0,5-2-1 15,0 0 1-15,-2 3-1 0,2-3 2 0,-3 2-1 16,2-1 0-16,4 0 1 0,-6 2-1 16,1-2 0-16,2 1 0 0,0-1 0 0,-1-1 1 0,1 1 0 15,-2 1-3-15,3-2-1 0,-2 3 3 0,0-1 0 16,1 1 0-16,0-2-1 0,-1 1 1 0,0-2-1 15,0 3 0-15,0-2 4 0,-1 1-6 0,2 0 2 16,-1-1 2-16,0 0-1 0,1-1 1 0,0 2-1 16,-4 1 2-16,3-2-7 0,1 0 7 0,0 1-2 15,-1 0 3-15,-1-1-3 0,-1 1 2 0,3-2-1 16,-2 2 3-16,2 1-2 0,-4-2 0 0,0 0-2 16,4-1 1-16,-4 3 1 0,2-1-2 0,-1-1 3 15,1-1-1-15,-4 1-1 0,4 2-3 0,-1-2 3 16,-1 1 0-16,0-2-3 0,2 1 1 0,-3 3-2 15,1-3 1-15,2 0 4 0,0 0-3 0,-2 2 1 16,0-2-1-16,3 2 2 0,-3-1-3 0,1-1 2 16,2 1 0-16,-1 0 0 0,-2 0-5 0,3-1 3 0,-1 2 1 15,0-2-3-15,0 0 5 0,1 0-2 0,0 2 2 16,4-2-1-16,-3 2 0 0,-2-3 1 16,-1 1-2-16,3 2 0 0,-1-2 2 0,1 1-4 0,-2-2 3 15,3 1-1-15,-4 1 2 0,4-2 4 0,-4 1-1 16,4 0-2-16,-4 1-3 0,0 0 3 0,2-1-2 15,-2 1 0-15,1-3 0 0,2 3 0 0,-4 2-2 16,4-3 1-16,-4 0 0 0,3-2 3 0,1 2 0 16,-2 1-2-16,-1 0 0 0,3-2-1 0,0 1 0 15,-1 1-1-15,1-2 1 0,-1 0 2 0,1 0-1 16,3-1 1-16,-5 3-2 0,3-2 4 0,1 0-3 16,-2 1-2-16,0-2 2 0,4 0 0 0,-5 2 0 15,1 0 0-15,4-3 0 0,-5 2-1 0,3-1 1 16,-3 0-2-16,2 1 1 0,-1-1 3 0,2-1-3 15,-6 3 1-15,7-3 0 0,-4 3-1 0,-2 0 2 16,2-1 3-16,1 0 1 0,-3 0-2 0,2-2 1 16,4 3 2-16,-7-1 0 0,4-1 3 0,1-1 1 0,-3 5 1 15,1-3-1-15,0 0-1 0,1-1-1 0,-4 1-2 16,2 0 2-16,-1 0-2 0,6-1 4 16,-4 1-1-16,2-2 4 0,-2 2-8 0,1-1 3 15,3 1-4-15,-4-1 0 0,2 0 1 0,-2 0 1 0,4 1-1 16,-4-2-3-16,2 2 0 0,1 0-2 0,-2 3 2 15,4-5-2-15,-2 2 2 0,1-3-3 0,-3 5 0 16,0-5 1-16,3 1 4 0,-5 1-1 0,4 2-1 16,-2-1-2-16,-1 1 0 0,4-4 1 0,0 3-1 15,-7 1 2-15,6-2-1 0,-1 1 0 0,-1 2 4 16,1-1-5-16,1-2 4 0,-3-1 4 0,4 1-2 16,0 1-1-16,-2-3 1 0,1 3-4 0,2-1 1 15,-1 1 6-15,-1 1-6 0,0-2-3 0,3 1 3 16,-4-2 0-16,3 1 0 0,-1-1-1 0,0 2 0 15,4 1-1-15,-4-2 2 0,1 0 0 0,-1 2-3 16,-1-5 2-16,3 5-1 0,-2-1 4 0,3-1-8 16,-5 1 3-16,1 2 3 0,3-2-1 0,-3-2 2 15,0 2-2-15,0 0 1 0,-2 0 10 0,2-2 2 0,-3 3-3 16,4-1 2-16,-2-1 3 0,1 2-1 16,-1-1-1-16,-1 0-2 0,-1 1-2 0,0 0-4 15,2-2 2-15,1 1 1 0,-4 0 2 0,2 0-5 0,0-2-1 16,-3 3 1-16,2-1-2 0,0-1 3 0,2 1-2 15,-5 0 1-15,3-1 3 0,-1 0-2 0,-1 2-2 16,3-1 1-16,-4-2-3 0,3 1 2 0,0 2-2 16,0-4 2-16,-1 2-2 0,1 2 0 0,-3-2-3 15,5-2 0-15,-4 1 0 0,4-3 0 0,-3 5 6 16,5-2-5-16,0-1 7 0,-4-1-9 0,1 0-1 16,1 2 2-16,2-2 0 0,-3 0-1 0,2 0-2 15,1 1 6-15,-2-2-2 0,2 1-3 0,4-3 1 16,-4 2 2-16,5 1 0 0,-5-1-2 0,5 0-3 15,-6 0 0-15,0 1 3 0,2-1 0 0,-3 2 3 16,4-2-3-16,-1 2 0 0,-3-1 1 0,1-2-1 16,5 1 2-16,-6 2-5 0,2 0 2 0,-3-2 2 15,0 3-1-15,4-1 10 0,-3 0-12 0,-1 2 2 16,0-3-4-16,-1 1 3 0,2 0 0 0,1 0 2 16,-2-1-5-16,3 1 0 0,-1 1 4 0,-2-3-3 15,3 3 1-15,-2-1-1 0,1-1 4 0,-1 0-3 16,2 0 1-16,-1 0-1 0,3 0 1 0,-5-1 0 0,3 2 5 15,-4-1-2-15,5 3-2 0,-2-4-1 0,-2 2 0 16,4 0-3-16,-4 1 2 0,2 2 1 16,-1-5 1-16,2 4 1 0,-2 0 2 0,-2-2-3 0,3 2 1 15,-2 0 0-15,2-2 8 0,-1 0-11 0,0 1 2 16,-4 0 3-16,6 1-3 0,-6 2 0 0,2-3-1 16,0 2 1-16,-3-1 7 0,5 2-10 0,-2-4 0 15,0 2 2-15,-3 2-3 0,2-1 6 0,0-2-3 16,0 2 1-16,-1 1-1 0,2-2 4 0,-3 1-3 15,2 1-2-15,0 1 1 0,-2-4-1 0,2 2 7 16,2-1-8-16,-2 0 0 0,3 1 13 0,-1-1 4 16,-2 0-6-16,2-1 1 0,-1 2-1 0,1 0-1 15,-3-1 2-15,2 1-6 0,-3 0 2 0,7-1-1 16,-3-1 3-16,0 1-1 0,0 2-6 0,-4-2-1 16,7 1 2-16,-4-2 3 0,3-1-2 0,-1 2 0 15,0-1-2-15,1 1 1 0,-3-3 1 0,1 3 2 16,1 1-3-16,1-3 2 0,-6 3-1 0,6-3 0 15,-5 1-7-15,5-1 10 0,-3 0-4 0,2 2 5 0,-5 1-3 16,3-3 0-16,4 1-2 0,-4-1-4 16,1 1 5-16,-4 0 3 0,8-2-4 0,-5 1-1 15,0 2 1-15,1-2-1 0,0 0-1 0,-1 0 1 16,1 1 3-16,-2-2-2 0,3 4-2 0,-2-4-3 0,0 1 5 16,0 2-1-16,1-3 3 0,-2 1-5 0,3 1 2 15,-2-2 2-15,2 3-5 0,-1-1 2 16,-2-2-1-16,0 1 3 0,5 1-2 0,-5-1 1 0,1 1 0 15,1-1 5-15,1 1-7 0,-1-1 0 0,-1 0-1 16,0 1 5-16,1-4-3 0,0 5 0 0,-4-1 3 16,5-1 1-16,-3 0-1 0,0 3-3 0,-1-4 5 15,2 2-6-15,1-3 2 0,0 3-3 0,-1-3 8 16,-1 6-6-16,-4-3-3 0,7-2 5 0,-3 0 0 16,-2 1 3-16,3-2-3 0,-1 4-1 0,-1-2-3 15,-1-1 1-15,3 3 2 0,-3-2 3 0,1 4 2 16,-2-2-6-16,1-1 6 0,3 0-7 0,-2 1-1 15,-2-1 3-15,1 3 0 0,3-3 0 0,-4 0 0 16,0 1-3-16,1 1 6 0,2 0-2 0,-2-2-1 16,-1 2 1-16,0-1 3 0,2 0-3 0,-2 1-3 15,3-1 0-15,0 1-3 0,-2 0 8 0,3-2-3 16,-4 1 1-16,4-1-6 0,-3 2 2 0,1-3 6 16,2 2 0-16,-3 0-6 0,0 0 5 0,3-4 3 0,-3 5-7 15,1-1 0-15,2-2 0 0,-1 3 5 16,-2-2-4-16,1 1 0 0,2-2-1 0,-2 1 1 15,2-1-1-15,-3 2 4 0,2 0-4 0,-3-1 1 16,3 0 1-16,0 0-2 0,-1 1 0 0,-1-1 1 0,2 0 1 16,-2-1 3-16,0 0-7 0,1 2 5 0,-1-2-2 15,0 2 2-15,-1-1 5 0,1 1-6 16,0 1-2-16,-1-4 1 0,5 2 4 0,-5 1-3 0,1-2 1 16,0 2 1-16,0 0-5 0,0-2 0 0,-1 2 0 15,3 1 1-15,-3-3 2 0,0 3 0 0,1-2 0 16,0 2-3-16,-1-3 4 0,1 2-1 0,-1-1-1 15,1 1-2-15,-1-1 3 0,2 0-2 0,3 1 7 16,-2-1-8-16,-2 2 0 0,0-4-1 0,0 4 5 16,3 0-4-16,-3-2 1 0,0 2 5 0,0 1-5 15,0-5 1-15,0 6-1 0,-1-2 1 0,4-3-2 16,-3 2 4-16,0 1 1 0,1-2-5 0,-2 2 3 16,1-1 3-16,-1-1-2 0,5 1 1 0,-3 1 12 15,0-2-4-15,0 1 1 0,-1-1-4 0,0 1 1 16,1-1 1-16,0 2 2 0,0-3-7 0,1 2 1 15,-2-1 0-15,1 2-2 0,0-2 0 0,-2 1 3 16,1-1 2-16,3-1-5 0,-6 2-3 0,5 0 1 16,-2 2 17-16,3-4-22 0,-5 3 5 0,3 0-1 0,0-3-1 15,-1 3 0-15,0-1 4 0,-1-1-6 16,2-1 0-16,2 0 3 0,-4 3 1 0,4-4 0 16,-2 1-7-16,-1 2 6 0,-2-2 0 0,4 1 1 15,-2 1-2-15,0 2 2 0,-1-2 0 0,3-1 3 0,-1 2 0 16,-1-1-2-16,3 2-6 0,-4-2 4 0,1 0 2 15,-1 2-4-15,2-3 2 0,-2 0 1 0,1 2-1 16,-3-2-5-16,6 1 8 0,-4 1-4 0,1 0 1 16,0-1 0-16,-3 0 2 0,3 1-3 0,-1-2 6 15,1 2-7-15,1 0 1 0,-1 0-1 0,1-2 3 16,-3 1 0-16,2 1-3 0,-1-2 3 0,3 2 3 16,-1-1-3-16,-1-1 1 0,-1 1 6 0,-1 1-10 15,3-1-2-15,-1-1 1 0,0 0 5 0,0 2-3 16,1-3 0-16,1 0 0 0,-1 3 0 0,-1-3 3 15,-1 2-4-15,1 1-16 0,3-5 2 0,0 2 4 16,-3 1-6-16,1 1 9 0,-1-3 1 0,0 3-3 16,2-1 2-16,-2 1 5 0,1-1 0 0,-1-1-1 15,5 0 15-15,-7 1 7 0,5-1-2 0,-2 1 0 16,-2 1-4-16,1-3 0 0,3 2 2 0,-3 0-2 16,-1 1-2-16,1 0 3 0,1-3-3 0,-1 0-3 15,2-1-1-15,-2 1 2 0,0 3-1 0,0-1 1 16,-1 1-2-16,2-2-4 0,1 2 4 0,-4-1 4 15,1 1-3-15,-1 0 3 0,2 2-3 0,-2-3 0 16,1 2-1-16,0 0 0 0,0-2 4 0,0 2-4 16,0 0-3-16,0 1-1 0,0-1 2 0,-2 0 1 15,3 0-2-15,-1 0 3 0,1 0 14 0,-2 0-19 16,2 0-1-16,1 0 0 0,-2 0 6 0,-1 1-1 0,1-1-5 16,1 0 4-16,-2 0-3 0,0-1 3 0,4 1-2 15,-5 0 4-15,3 0-6 0,0 0 0 16,0 0 4-16,0 0 0 0,-1-2 5 0,3-1-3 15,-2 3 1-15,0 0 0 0,1 0-4 0,-1-1 2 0,-1 2 0 16,4-2 1-16,-3 1-1 0,-1 2 1 0,-1-2-8 16,5 0 9-16,-3 0-1 0,0 3 4 0,0-3-6 15,-1-1 4-15,1 4 2 0,0-3-3 16,-1 1-1-16,4-1 5 0,-6 1-2 0,2 2 1 0,-2-1 1 16,3-3-3-16,-2 3-3 0,2 0-3 0,0 0 4 15,-1 0-1-15,-1-2-1 0,2 3 2 0,-4 2 1 16,7-7-3-16,-4 4 12 0,-3 3-13 0,5-5-3 15,-5 2 7-15,4-1-4 0,1 0-10 0,-3 1 14 16,1-1-2-16,2 1-2 0,-1-1-5 0,-1 0 2 16,0 0-1-16,0 0 5 0,-1 2 0 0,1-2-7 15,0-1 6-15,0 1 14 0,2-1-5 0,-4 1 3 16,3 0 6-16,0 0 1 0,-1 2-2 0,-2-4-11 16,2 3 9-16,1 0 8 0,-4 0-4 0,0 3 9 15,4-9 8-15,-1 7-8 0,-3 2 0 0,3-6-4 16,-2 3 2-16,-1 3-3 0,4-7-1 0,-1 5-1 15,-2 0-1-15,-1 2 5 0,2-7-4 0,-2 7-1 16,2-9 3-16,0 7 2 0,-1-1-5 0,-1 3 0 16,4-5-6-16,0 0 3 0,-4 1-1 0,3 1 5 15,2 0-8-15,-2-2 0 0,-2 0 0 0,2-1 0 16,1 2-3-16,-1-2-2 0,1 2 0 0,-1-1 4 16,1 0-6-16,1 0 7 0,-2 0-9 0,0 1 11 15,2-1 6-15,-2-2-6 0,-2 4-1 0,3-4 4 0,-1 2-4 16,1 0-1-16,0-2 6 0,0 3-5 0,0-1-5 15,0 1 0-15,-1 0-2 0,0-3 3 16,-2 3-5-16,2-1 0 0,0 0 0 0,-2-1-1 16,6 2-1-16,-3-1-10 0,-3-1 11 0,3 3-4 0,1-1 4 15,-3 0 0-15,1-1-4 0,1 3 4 0,1-4-3 16,-2 4 1-16,1-3-2 0,-1 1 0 0,0 0 5 16,-2 0-1-16,3-1-5 0,-1 1 2 0,0-1 3 15,-1 1-6-15,1 0 5 0,0 2-4 0,-2-3 1 16,-1 5 4-16,4-7 1 0,-1 3-11 0,-2 2 9 15,2-2-5-15,-3 4-3 0,3-4 0 0,-3 4-15 16,0 0-24-16,1-5-38 0,-1 5-36 0,0 0-36 16,4-3-47-16,-4 3-47 0,0 0-32 0,0 0-44 15,0 0-59-15,0 0-213 0,0 11-643 0,0-11 285 16</inkml:trace>
  <inkml:trace contextRef="#ctx0" brushRef="#br0" timeOffset="153841.92">18087 7541 160 0,'-2'-7'394'16,"2"-2"-7"-16,0 3-1 0,-1 1-10 0,1-3-15 15,-3 3-12-15,3 0-25 0,-1 0-23 0,-1 1-27 16,2 4-28-16,0 0-34 0,2-5-26 0,-2 5-18 16,0 0-21-16,0 0-12 0,4 11-11 0,-1 0-11 15,1 0-12-15,1 2-7 0,0 2-13 0,4 5-4 0,-1-4-11 16,2 2-7-16,-1 2-4 0,-2-3-11 15,6 1-13-15,-5 1-37 0,3-2-50 0,0 0-54 16,-3-2-42-16,-1-4-51 0,1 5-64 0,0-6-70 0,-1 1-350 16,-7-2-744-16,1-3 329 0</inkml:trace>
  <inkml:trace contextRef="#ctx0" brushRef="#br0" timeOffset="154201.26">18059 7915 156 0,'3'4'276'0,"-3"-4"-19"0,5 6-17 16,-5-3-13-16,3 4-12 0,1-1-18 0,-2 2-15 16,-1 0-9-16,-1-2-26 0,1 6-12 0,1-3-9 15,-1 2-16-15,-1-1-9 0,4 2-11 0,0-2-7 16,-2-2-10-16,1 1-18 0,0-3-32 0,0 2-35 15,1-2-33-15,-3-2-42 0,5 0-45 0,1-1-51 16,1-1-219-16,0-2-434 0,0-1 192 0</inkml:trace>
  <inkml:trace contextRef="#ctx0" brushRef="#br0" timeOffset="154873.07">18226 7922 81 0,'0'0'234'0,"0"0"0"0,0 0 0 0,-12 6-7 16,10-4-7-16,0 3-12 0,-2-2-14 0,0 0-13 0,3 4-12 16,-2-4-20-16,3 4-11 0,1-2-12 0,1 1-12 15,-2 0-8-15,1 0-4 0,3-1-21 0,0 0-1 16,2 1-10-16,2-4-5 0,-3 2-3 0,2 0-10 16,1-3-2-16,2 0-9 0,-2 0-13 0,2-1-8 15,-5 0-10-15,4-1-6 0,-2 0-4 0,0-2-1 16,-3 0-1-16,0-1-2 0,0 1 0 0,-1-2-2 15,-2 0 5-15,-2 0-4 0,-2-1 4 0,3-1-2 16,-1 1 4-16,-4 1 4 0,3-1 9 0,-2 0 1 0,1 0 4 0,2-1 7 0,-2 3 5 0,2-2 2 16,1 0-4-16,-2 0-6 0,4 2-3 0,-2-3 1 15,1 0-2-15,3 4-8 0,0-5 3 0,2 4 11 16,2-1-14-16,-3 0-1 0,1 2 0 0,2 0-3 0,0 1-3 16,-1 1 0-16,0 0-2 0,1 1 0 0,-8 0 1 15,12 0 0-15,-6 4-3 0,-1-2 8 16,-1 1-10-16,0 2-1 0,-1 0 6 0,4 1-2 0,-5 2-3 15,1-1 1-15,0 2 3 0,0-2-5 0,2 1 2 16,-4-2 9-16,2 0-10 0,0 2 2 0,6-2 3 16,-6 1-1-16,0-2 0 0,4 0 0 0,0-1 6 15,3 0-3-15,-2-3 7 0,2 2-3 0,1-3 0 16,1 0 0-16,2-1 1 0,-1-2-1 0,-2 0 8 16,1-2 4-16,-2 0 15 0,-2 0 2 0,0 0 5 15,-1 0 12-15,-3 1 8 0,0-4-3 0,-1 4 17 16,-3-1-20-16,-1-2-7 0,-1 0-6 0,-2 3-6 15,0-3-7-15,-3 2 1 0,-4 2-7 0,-1-2-1 16,1 1-1-16,-1 2-8 0,1 0 0 0,-4 1-1 16,3 0-1-16,1 1-1 0,0 1 3 0,3-1-6 15,-3-1-2-15,4 2-5 0,7-1-2 0,-11 1 2 16,11-1-6-16,-8 0 5 0,8 0-20 0,0 0-2 0,-8 0 0 16,8 0-6-16,0 0 5 0,0 0 0 15,0 0 5-15,0 0-17 0,16-10 0 0,-7 9-2 16,-4-2-1-16,2 1-5 0,2-1-5 0,-2 1-2 0,4-3-9 15,-3 3-2-15,3-3-9 0,-7 2-10 0,7 1-10 16,-3 1-19-16,-2-2-21 0,-1 1-33 0,1 1-40 16,3-1-35-16,-5 2-50 0,-4 0-152 0,11-3-475 15,-7 2 211-15</inkml:trace>
  <inkml:trace contextRef="#ctx0" brushRef="#br0" timeOffset="155791.32">20646 7863 271 0,'0'0'292'0,"0"0"-1"15,0 0-8-15,0 0-9 0,0 0-18 0,0 0-12 16,0 0-22-16,0 0-21 0,0 0-17 0,0 0-27 16,0 0-13-16,0 0-13 0,0 0-1 0,-7 11-2 15,3-7-4-15,0 2-4 0,0 0-5 0,0 1-9 16,-4-1-13-16,5-1-13 0,-1 2-7 0,-1 1-2 16,1-3-11-16,-1 4 12 0,5-3-19 0,-4 0-6 15,4-1-6-15,3 2 1 0,-2-2-3 0,4-2 1 16,0 3-4-16,3-4-2 0,4 1-8 0,1-1 3 15,-4 0-21-15,6-4 13 0,-5 2 1 0,3-1-13 16,-2-1 3-16,-1-2 2 0,3-2-6 0,-9 3 6 16,3-2-14-16,0 0-9 0,-4-2 8 0,1 1-2 15,-2-2-3-15,-2 1-3 0,-1-1-3 0,-4-3-7 0,-1 3-19 16,-2-2-30-16,-3 2-23 0,-1 0-32 0,-4-1-52 16,-9 0-65-16,-1-3-79 0,-5 4-265 0,0-2-633 15,-2 2 279-15</inkml:trace>
  <inkml:trace contextRef="#ctx0" brushRef="#br0" timeOffset="157353.51">17735 2317 67 0,'0'0'166'0,"0"0"-5"0,2-7-4 15,-2 7 1-15,1-2-14 0,-1 2-2 0,2-3-3 16,-2 3-8-16,2-4-8 0,-2 4-8 0,0-8 2 15,3 6-17-15,0-2-4 0,0 3-2 0,-1-3-3 0,2-2-8 16,-1 2-5-16,1 0-1 0,0-1 7 16,-2 0-8-16,2-1-3 0,1 0-8 0,-1-3-1 15,4 0-13-15,-1 0 3 0,-3-1-7 0,3 1-4 16,2-1-4-16,-2 0 0 0,0-2-7 0,4-2-1 0,0-1-5 16,-2-1-3-16,1 0-1 0,-2-1-5 15,-1 0 1-15,2 1-6 0,-2 0-10 0,1 0-15 16,-4-1-16-16,2-1-14 0,-1 3-18 0,-3 2-15 0,0-1-16 15,3 2-19-15,-4 5-31 0,0-5-24 0,2 6-30 16,-2 1-159-16,-1 1-384 0,0 4 169 0</inkml:trace>
  <inkml:trace contextRef="#ctx0" brushRef="#br0" timeOffset="158223.85">17855 2076 67 0,'-19'26'93'0,"1"2"-2"0,2 0-18 0,-3-3-6 15,4 3-12-15,-4 1 0 0,4-5-15 0,-4-1-26 16,5 0-42-16,0 2-61 0,1-9-94 0,5-1 42 16</inkml:trace>
  <inkml:trace contextRef="#ctx0" brushRef="#br0" timeOffset="172666.71">23005 1953 3011 0,'0'-6'121'0,"1"-2"-27"16,-1 1-52-16,0 2 43 0,0 0 25 0,0 0 11 16,0 1 1-16,0 4-19 0,0-6-18 0,0 6-15 15,0 0-14-15,0 0-6 0,0 0-8 0,0 0 24 0,0 0 16 16,-1 19 9-16,1-6 4 0,1 8 0 15,-2 4 1-15,1 0-2 0,1 4-2 0,-1 0-10 16,3 3-8-16,-2-4-3 0,3 5-12 0,-4-2-4 16,6-1-5-16,-2-2-6 0,2 0-1 0,-3 0-8 0,0-7-53 15,0-1-48-15,-1 1 6 0,4-3-13 0,-3 0-32 16,0-2-26-16,0-4-22 0,0-4-17 0,1 2-18 16,-4-4-12-16,1 2-12 0,-1-7-55 15,0-1-67-15,5 1-227 0,-5-1-606 0,0 0 269 0</inkml:trace>
  <inkml:trace contextRef="#ctx0" brushRef="#br0" timeOffset="172947.93">22753 1909 313 0,'-3'-2'338'0,"-1"-1"-27"15,4 3-29-15,0 0-20 0,0 0-9 0,0-5 1 16,0 5-11-16,0 0-20 0,10-1-21 0,-5-1-14 16,1 1-28-16,4 1-10 0,1 0-15 0,0-1-16 15,8-2-6-15,4 2-15 0,-5-1-8 0,7-1-12 16,2-2-5-16,4 2-18 0,-8-1-19 0,-1 1-24 16,7-2-19-16,-9 2-16 0,3-2-12 0,-1 1-15 15,-3 0-22-15,1 1-12 0,-2 1-32 0,-6 2-31 16,-4-1-35-16,-1 1-26 0,0-1-37 0,1 0-32 15,-8 1-147-15,4 3-459 0,-1 0 203 0</inkml:trace>
  <inkml:trace contextRef="#ctx0" brushRef="#br0" timeOffset="174104.09">23146 2191 107 0,'0'0'169'0,"0"0"-18"15,19 6-13-15,-12-3-14 0,5 3-14 0,2-1-11 16,-3 5-7-16,2 1-10 0,6-1-11 0,-1 2-5 15,4 6 0-15,-8-5-11 0,4 2-9 0,-4-1 5 16,-2 0-11-16,-1 0-5 0,0 2-3 0,-6-5-11 16,1 1 10-16,-1-1-7 0,-3 2-2 0,-1-3-4 15,-2 0 2-15,-2 1 2 0,-3-5-1 0,2 3 19 16,-1-4 16-16,-6 3 17 0,3-4 18 0,-2-3 14 16,4 1 7-16,-4 0 12 0,3-2 8 0,-5-3 9 15,3 2 8-15,0-2 0 0,4 0-2 0,1-5-8 0,-1 1 2 16,3-3-24-16,-2-3-13 0,4 2-11 15,1-2-11-15,5-4-10 0,0 2-3 0,3 0-10 16,3 0-14-16,2-1-6 0,2 2-18 0,3-2-14 16,4 0-16-16,-5 6-9 0,-1-5-19 0,6 7-12 0,4-5-14 15,-7 4-11-15,0-2-8 0,1 4-22 0,0 1-9 16,-3-4-2-16,0 3 1 0,2-1 2 16,-3 2-5-16,-5 1 23 0,0 1 1 0,-3 0 9 15,-2-2 13-15,-3 3 5 0,2-1 8 0,-3 1 5 16,-2-3 5-16,-1 6 9 0,-1-5 0 0,1 5-1 0,-9-4 11 15,5 3-3-15,-3 0 10 0,-3 2 7 0,-1 0-1 16,-1 2 6-16,-1 2 4 0,-2 4-10 0,-4-1 16 16,3 3 0-16,0 2 4 0,-1 0 0 15,2 0 0-15,-2 8-7 0,3-7 9 0,2 0 0 0,1 2 1 16,1-1-4-16,3-2-6 0,-2 2 8 0,6 0 2 16,-1-2-3-16,6-2 1 0,0-1 1 0,1-2-2 15,1 0 7-15,4-2-5 0,0 0-1 0,2-3 1 16,3-1 1-16,3-1-9 0,-3-2-7 0,1-3-6 15,5-1-4-15,-6 1 6 0,5-5-2 0,-3-2 3 16,-2 3 0-16,1-3 0 0,-5 1 0 0,4-7 6 16,-3 3-1-16,-5 2 9 0,-1-1 19 0,-2 2 4 15,1-1 17-15,-3 2 5 0,0 0 13 0,-3 1 13 16,3-1-6-16,-2 5 5 0,-1-1-5 0,3 0-11 16,-1 3-7-16,1 3 1 0,-4-3-12 0,4 3-4 15,0 0-4-15,0 0-5 0,-14 7-3 0,10 0 8 16,-1 0-14-16,-1 1-4 0,6 2 1 0,0 2 1 15,0-1-4-15,0 0-3 0,0-1 1 0,3 2-2 16,0-2-6-16,2 0 11 0,-1-1-13 0,0 0 3 16,3 0-5-16,-3-2 2 0,0-2-1 0,7-1 0 15,-3 0-5-15,-1-3 3 0,0-1 0 0,4-1-1 16,-3 0-1-16,3-4 7 0,-2-1-3 0,0-2 3 16,0 2-1-16,-1-5-2 0,4 4 3 0,-5-5 0 15,0 1-5-15,0 0 8 0,1 2 11 0,-4 0-1 16,0 0 16-16,2 2 6 0,-2 0 10 0,-3 2 1 15,4 1-9-15,-5-1-11 0,2 2 16 0,-2 3-25 16,3-5-1-16,-3 5-4 0,0 0 3 0,0 0-7 16,0 0 2-16,6 12-4 0,-7-7 3 0,2 3 10 15,-1 1-11-15,3-2-2 0,-1 4-1 0,0-1-4 16,0-2 0-16,0 2-8 0,1-4 2 0,0 3 2 16,3-1-4-16,-3 0 5 0,3-3-2 0,-4 0 3 15,1 0-1-15,1-3 0 0,2 0 0 0,-1-1-1 16,-5-1 6-16,0 0-3 0,15-3 4 0,-11-3-2 15,3 4 1-15,-2-5 4 0,2-2 3 0,-3 4 4 16,0-1 1-16,1-5 12 0,-3 3 5 0,2-2 12 0,2 0 14 16,-4 1 2-16,1 2 4 0,-2 0 12 15,2 1-2-15,-3 1-9 0,3 1-6 0,-3 0-3 16,0 4-7-16,3-7-8 0,-1 5-13 0,-2 2-4 16,0 0-6-16,0 0-6 0,0 0 5 0,0 0-3 15,10 9 3-15,-5-4-3 0,-3 0-6 0,2 0 4 0,1 1-1 16,-1 0-17-16,7 1 9 0,-3-1 7 15,1 3-14-15,0-3-6 0,3 1-10 0,-1-4-22 16,1 1-25-16,2 0-38 0,-6-3-47 0,4 0-63 16,2-1-67-16,-4-2-289 0,-1-1-620 0,-5 0 275 0</inkml:trace>
  <inkml:trace contextRef="#ctx0" brushRef="#br0" timeOffset="174291.57">23708 1898 99 0,'0'0'133'0,"0"0"-19"0,12 0-16 0,-12 0-20 0,12 4-50 16,-2-2-74-16,-1 2-38 0,2 1-91 0,0-1 40 15</inkml:trace>
  <inkml:trace contextRef="#ctx0" brushRef="#br0" timeOffset="175244.61">24019 1868 62 0,'4'11'159'15,"-2"3"-6"-15,2 1-6 0,1 3-7 0,1 3-15 16,2-2-9-16,4 6-8 0,-5 3-6 16,2-3-9-16,1-1-10 0,0 2-6 0,-4-4-10 15,1 0-4-15,0-2-7 0,-3-2-5 0,0 3-3 0,-1-4-13 16,2 1 4-16,-2 0 3 0,0-5-6 0,-5-1-8 16,2 0 0-16,-3 0-5 0,2-3 8 0,0-1 21 15,-2-1 13-15,2-3 15 0,1 4 16 0,-3-4 13 16,2-1 26-16,-1 0 9 0,2-3 19 0,-1 3 17 15,1-3 5-15,-1 4-22 0,1-4-16 0,0 0-16 16,0 0-16-16,8-9-16 0,-2 6-16 0,4-2-14 16,5-3-29-16,8 2-20 0,-7-1-23 0,6-1-17 15,0 2-9-15,1-4-16 0,8 3-9 0,-5-3-13 16,4 1-9-16,-3-1-6 0,-5 3-11 0,0 0-5 16,-2-1 5-16,-2 0 1 0,-6 3 8 0,-1-1 7 15,-3 1 7-15,-1 0 7 0,0 1 9 0,-2 0-2 16,-1 1 8-16,-1-1 10 0,-3 4 3 0,0-6-2 15,0 6 4-15,0 0-1 0,-8-1 6 0,8 1 2 16,0 0 1-16,-11 5-1 0,7-3 1 0,0 2 3 16,-2 2 1-16,2-1 5 0,3 1 2 0,-3 1-2 15,0-1 6-15,0 1 3 0,3 3-5 0,1 0 9 16,0-4 0-16,0 6 3 0,3-4 6 0,-1 0-6 16,3 0 1-16,-1 1 3 0,-2-3-2 0,3-2 0 15,2 4 1-15,0-4-1 0,1 0-5 0,0-2-9 16,-1 0-18-16,2 0-19 0,2 0-17 0,-4-4-5 15,1 0-2-15,0-1 0 0,-2 0 21 0,-2 0-5 16,-1-2-7-16,-2-2 13 0,-1 2 0 0,0-4 2 16,-1 0 15-16,-3-1 1 0,-5 1 13 0,4-1 17 15,-4-2 17-15,2 2 19 0,-2-1 13 0,0 1 7 16,1 2 12-16,1 0 10 0,0 0 5 0,2 0 7 16,0 0 3-16,2 2-6 0,0 1-2 0,-1-1-3 15,2-1-5-15,2 3-10 0,0 1-7 0,3-1-9 16,3-2-5-16,-3 3-3 0,4-1-8 0,0 4-1 15,6-3 3-15,-3 5-10 0,3-1-3 0,-4 1-2 16,3 1 0-16,2 4-5 0,0-2-1 0,-3 0-4 16,2 6-6-16,2-1-2 0,-1 3-3 0,-1-2-6 15,-6 0-6-15,3 1-5 0,0-2-5 0,-3 1-10 16,-1-1 12-16,-1 2-6 0,-1-3-3 0,3 1 6 16,-3-2-7-16,-3-1 5 0,2 0 4 0,1-1 0 15,-2-3 0-15,-4-1 12 0,2-2 0 0,2 7 3 0,-2-7 4 16,0 0 10-16,0 0 17 0,0 0 5 15,0 0 11-15,0 0 2 0,0-18 11 0,2 10 9 16,-2 1 6-16,2-3 3 0,2-3 1 0,0 2 6 16,1-1 6-16,1 0-5 0,-2 1 1 0,-3-2 9 15,5 2-1-15,-1 0 1 0,-1-1 2 0,1 1-6 0,0-1-2 16,0 5 0-16,2-4-8 0,-3 6 7 16,-1-1-12-16,-2 1-6 0,4 1 0 0,-2 1-12 15,0-2-12-15,-2 3-1 0,3-1 7 0,-4 3-20 16,10 0-3-16,-10 0-8 0,11 3 5 0,-6-1-4 0,1 5-2 15,2-2-10-15,0 1-19 0,1 3-15 0,-2 2-22 16,2-3-25-16,1 3-27 0,-3 0-42 16,4 3-47-16,-3 1-50 0,4-2-75 0,-10-1-243 15,-1-1-608-15,2 0 268 0</inkml:trace>
  <inkml:trace contextRef="#ctx0" brushRef="#br0" timeOffset="176978.85">21462 2296 183 0,'-7'5'169'0,"7"0"-3"0,-4-1-9 0,2 5-5 0,2 0-8 15,0 5-15-15,2-2-13 0,0 4-5 0,0 1-12 16,1 0-9-16,1 1-12 0,2 0-5 0,2-2-6 16,-1 2-9-16,-2-5-2 0,-1 2-5 0,4-2-8 15,-6-3-3-15,3-1 0 0,-2-2-5 0,-2 0-4 16,3 0-1-16,0-3 5 0,-2-1 26 0,-1 0 10 16,-1-3-6-16,0 0-8 0,0 0-6 0,4-9-1 15,-1 2-5-15,-3-3-5 0,1 0 5 0,2 0-1 16,-2-3-2-16,4 3 1 0,0-2-3 0,-4 1 5 15,3 2-6-15,2-2-5 0,-4 4-2 0,1-2-3 16,1 2-5-16,-1 2-1 0,0 2-7 0,1 0 1 16,0 1-1-16,-4 2-3 0,9 0-3 0,-9 0-1 15,11 6 1-15,-3-2-2 0,-2 2-2 0,3 1-1 16,-2 3 1-16,1-2-5 0,-1 0 0 0,0 4-2 16,-2-3-5-16,2 3-2 0,1-5-2 0,-1 4 0 15,-3-7 4-15,0 1 3 0,-1-1-3 0,1 2 5 16,-4-3 1-16,2-1 3 0,-2-2-3 0,0 0 1 15,0 0 1-15,10-7 2 0,-10 7 5 0,3-9 3 16,-2 2 1-16,2-5 0 0,-1 2 6 0,2 0 18 16,-3-2 13-16,2 1 7 0,-2-1 7 0,3 2 6 15,-1-1 3-15,2 1 2 0,-3 4 5 0,-1-1-7 16,0 1 1-16,-1 1-12 0,3 1-7 0,-3 1-1 16,0 3-17-16,4-3-5 0,-4 3-5 0,0 0-2 15,0 0-7-15,7 8 9 0,-4-2-9 0,2 0 0 16,-4 5-3-16,2-3 5 0,3 2-25 0,-2 1-10 0,1-2-10 15,1 2-5-15,0 1-27 0,-2-3 6 0,5 3-33 16,-4-5-14-16,5 4-25 0,-2-4-25 16,0-1-39-16,0 0-46 0,3-3-56 0,-3 0-193 15,3-1-523-15,-2-3 232 0</inkml:trace>
  <inkml:trace contextRef="#ctx0" brushRef="#br0" timeOffset="177197.58">21949 2322 3 0,'0'0'298'0,"0"0"-29"15,0 0-27-15,0 0-30 0,0 0-22 16,0 0-20-16,0 0-17 0,-9 6-12 0,10 1-14 0,-1-2-16 16,3 1-8-16,-2 2-8 0,2 1-10 0,-2 3-6 15,3-1-10-15,-2 2-20 0,2 2-28 0,3 1-36 16,-2 0-54-16,0-2-53 0,2-4-59 0,-3 1-158 15,0-5-367-15,5 3 164 0</inkml:trace>
  <inkml:trace contextRef="#ctx0" brushRef="#br0" timeOffset="177572.54">22131 2360 56 0,'0'0'210'16,"-2"-3"-23"-16,2 3-14 0,0 0-22 0,0 0-19 15,0 0-11-15,-7 12-12 0,4-5-12 0,2 0-8 16,0-2-8-16,-1 7-7 0,4-2-7 0,-2 0-9 16,2 2-4-16,1-3-4 0,-2-2-9 0,1 1 2 15,-1 0-4-15,2-3-3 0,-1 3 0 0,1-2-6 16,1-1 3-16,-1-3-1 0,1 3-3 0,0-4 0 16,0 0-3-16,-4-1-2 0,0 0 0 0,15-9 20 15,-9 4-4-15,-1-1 3 0,1-3 7 0,3 1 14 16,-4-4 3-16,4 2 11 0,-4 1 3 0,4-1 15 15,-3 1 8-15,1 0 1 0,-6 2 13 0,3 0 11 16,-1 2-5-16,1 1-6 0,-1-1-19 0,-3 1-5 16,0 4-12-16,2-5-16 0,-2 5-6 0,7 0-9 15,-7 0 2-15,0 0-11 0,10 9-7 0,-6-4 1 16,-1 0-2-16,1 3-6 0,2 1-4 0,0 0-13 16,1 1-18-16,-2-1-22 0,2 0-8 0,1 0-14 15,2 1-26-15,-2-1-30 0,1-3-43 0,-3 1-50 16,5-3-57-16,-3 0-275 0,-1-3-577 0,-7-1 255 15</inkml:trace>
  <inkml:trace contextRef="#ctx0" brushRef="#br0" timeOffset="177713.16">22087 2035 97 0,'-4'-3'217'0,"4"3"-23"15,-9 1-21-15,9-1-15 0,-4 10-15 0,-1 0-27 16,2 3-65-16,3 3-85 0,2 6-153 16,-4 6-200-16,4 3 89 0</inkml:trace>
  <inkml:trace contextRef="#ctx0" brushRef="#br0" timeOffset="178338.11">22004 3058 53 0,'0'0'278'0,"0"0"-25"15,-7 0-27-15,7 0-30 0,0 0-19 0,-4 4-20 16,4 1-14-16,-2 1-17 0,2 1-12 0,0 3-7 16,0 0-12-16,0 2-10 0,-1 2-7 15,1-3-7-15,1 8-7 0,-1-2-9 0,0-4-2 0,2 0-5 16,1 3-6-16,-2-3-4 0,0 0-2 0,1-3-5 15,-1-1-6-15,0-3-1 0,3 1 0 0,-2 1-2 16,0-4-3-16,4-2 0 0,-2 0-3 0,-4-2-2 16,11-7-1-16,-2 2 5 0,-1-4-8 0,1 1-4 15,-1-1 0-15,0-2 2 0,0 1 5 0,-1-2 10 16,1 2 11-16,2-1 12 0,-4 3 9 0,0-3 10 16,1 1 11-16,-1 5-10 0,-3 0 1 0,0 0-5 15,0 0-5-15,2 2-8 0,-4-1-11 0,2 0-4 16,-3 4-3-16,0 0-8 0,12 2 1 0,-8 1-4 15,2 2-3-15,1-2 3 0,2 3-3 0,2 3-5 16,-3-4 4-16,3 1 10 0,4 1-18 0,-4 0 1 16,1-2-2-16,-1 0 5 0,3 0-1 0,-1-1-1 15,-2-3 10-15,0 2-15 0,1-3 1 0,-2 0-2 16,3-1 7-16,-2-2-2 0,-5-1-1 0,3 0 4 16,-5-1 10-16,0 0 5 0,2-1 3 0,-5-1 0 15,-1-4-3-15,3 2 0 0,-6-2-4 0,-1-2 0 16,1 1-2-16,-1-1-16 0,0-6-23 0,-4 2-44 15,3 1-54-15,-2-1-55 0,1 0-66 0,4 1-76 16,-5-1-203-16,7 3-558 0,0-3 248 0</inkml:trace>
  <inkml:trace contextRef="#ctx0" brushRef="#br0" timeOffset="179134.92">25193 1782 253 0,'4'-6'373'0,"0"1"-6"0,-4 3-7 0,3-1 1 16,-3-2-4-16,5 2-16 0,-5 3-28 0,0-5-28 15,0 5-37-15,0 0-26 0,0 0-31 0,0 0-19 16,0 0-19-16,0 0-16 0,-12 14-13 0,5 1-11 16,0-3-15-16,-3 6-8 0,0 0-11 0,-4 9-5 15,0 1-7-15,1 0-8 0,5 4-6 0,-4 1 1 16,5-3-12-16,2 1 0 0,2 1-2 0,-1-3-7 15,6 1-3-15,-2 3 0 0,5-8-4 0,-3-3 1 16,5-3-5-16,-1 2-17 0,3-3-5 0,3 0-24 16,1-3-26-16,3-5-30 0,2 1-47 0,2-6-39 15,3 0-44-15,-5-2-56 0,2-3-57 0,2-3-64 16,-7-2-215-16,5-1-651 0,-2-6 288 0</inkml:trace>
  <inkml:trace contextRef="#ctx0" brushRef="#br0" timeOffset="179588">25401 1911 21 0,'-1'-3'273'0,"1"3"-27"0,-2-4-18 0,2 4-31 16,0 0-24-16,-4-2-18 0,4 2-10 0,0 0-20 0,-4 10-14 16,2-3-12-16,2 0-8 0,1 2-10 15,-4 3-5-15,3 2-8 0,2 3-5 0,0-1-5 16,2 0-5-16,-4 2-5 0,4 2-3 0,-4-4-4 15,3 0 0-15,0-2-9 0,0-1-1 0,2-4-1 0,-1 1-2 16,-4 2-3-16,4-6-2 0,-4-2-3 0,2 2-2 16,2-3 0-16,-2-1-2 0,-2-2-1 15,4 2-3-15,-4-2 1 0,11-7-1 0,-5 3-1 16,0 0-3-16,0-3-2 0,-1-2 4 0,4 1 7 0,-4-1 22 16,-1 1 11-16,1 1 8 0,4-2 10 0,-5 4 3 15,-3-2 5-15,5 2-6 0,-2 0-8 0,0 1-4 16,-3 2-13-16,-1 2-4 0,4-4-6 0,-4 4-5 15,0 0-1-15,0 0-7 0,11 6 0 16,-7-2-3-16,2 1-5 0,-1 2 12 0,0 0-15 0,2 2 4 16,-1 0-5-16,1-3 4 0,1 2 0 0,-3-1-5 15,6-1-1-15,-3 2 4 0,3-3-2 0,0-3 3 16,-5 1-2-16,4-2 0 0,-2-1 1 0,2 0-2 16,-3-1 4-16,5-2-5 0,-2-2-3 0,-4 2 13 15,0-4-10-15,3-1-2 0,-2-1-1 0,-1 0-5 16,-1-2 10-16,-1-1-22 0,-4-2-18 0,1-1-27 15,-1-2-34-15,-1 1-42 0,-3-2-55 0,1-1-62 16,-1 1-61-16,-3 0-156 0,3 1-506 0,2 6 224 16</inkml:trace>
  <inkml:trace contextRef="#ctx0" brushRef="#br0" timeOffset="179900.47">25722 1792 68 0,'3'-3'326'0,"-3"3"-31"0,0 0-19 15,0 0-22-15,0 0-19 0,8-1-21 0,-8 1-21 16,8 6-16-16,-4 1-12 0,0-2-14 0,6 2-12 16,3 3-11-16,0 2-11 0,3 2-12 0,-2 2-6 15,7 7 1-15,-2-2-21 0,-4 1-10 0,3 0-6 16,-4 4-5-16,-2-1-5 0,4 1-2 0,-6-7-3 15,2 6-6-15,-4 1-6 0,-1-4-2 0,-4-3-2 16,1 1-8-16,1 0-2 0,-1-3-12 0,-4-2-16 16,0-1-11-16,-3-2-16 0,3-1-7 0,0-1-18 15,-2-2-17-15,-3-3-21 0,2 2-33 0,0-2-46 16,0-4-52-16,3-1-242 0,-4 1-506 0,4-1 224 16</inkml:trace>
  <inkml:trace contextRef="#ctx0" brushRef="#br0" timeOffset="180103.59">26234 1936 24 0,'-5'-2'454'0,"5"2"16"0,0 0 4 0,0 0-17 15,0 0-14-15,0 0-19 0,5-5-24 0,-5 5-36 16,4-3-39-16,-4 3-30 0,5-4-32 0,1 2-29 15,-1-1-36-15,4 2-38 0,2 1-53 0,-2-2-69 0,4 1-81 16,-2 1-80-16,4 1-83 0,-3-1-90 0,9 0-85 16,-9 3-300-16,1-3-736 0,-2 2 325 15</inkml:trace>
  <inkml:trace contextRef="#ctx0" brushRef="#br0" timeOffset="180275.45">26242 2128 136 0,'-3'2'309'0,"0"0"11"16,3-2 5-16,0 0-14 0,0 0-23 0,0 0-26 0,0 0-28 15,0 0-24-15,23-4-23 0,-10 2-21 0,-2-1-28 16,3 1-51-16,7-6-56 0,-3 4-68 0,1 2-91 16,3-6-110-16,-4 3-196 0,1-2-470 15,-1 0 208-15</inkml:trace>
  <inkml:trace contextRef="#ctx0" brushRef="#br0" timeOffset="181509.72">27373 1582 188 0,'0'0'296'15,"0"0"-29"-15,-1-6-31 0,1 6-21 0,0 0-28 16,0 0-18-16,0 0-17 0,0 0-18 0,-4 15-10 16,4-4-13-16,1 1-12 0,-2 3-7 0,2 3-10 15,1 4-7-15,-1 4-5 0,0 3-9 0,3-7-6 0,-1 3-2 16,-1 5-5-16,0-11-7 0,-2 3 0 15,2-2-5-15,0-1-4 0,6 8-2 0,-8-8-2 16,4-1-3-16,-2-3-1 0,1-4-1 0,-2 2-1 16,-1-2-3-16,0 0-2 0,0-5-21 0,0 2-26 15,0-3-26-15,-1 0-36 0,1-2-45 0,0-3-75 0,0 0-209 16,0 0-454-16,0 0 201 0</inkml:trace>
  <inkml:trace contextRef="#ctx0" brushRef="#br0" timeOffset="182728.36">26243 2067 6 0,'-11'-3'232'16,"4"2"-9"-16,1 0-11 0,-2 0-13 0,8 1-12 15,-13 1-10-15,5-1-18 0,1-1-12 0,0-1-12 16,7 2-13-16,-8-1-13 0,8 1-11 0,-10 1-10 16,10-1-9-16,0 0-8 0,-6 0-6 0,6 0-4 15,0 0-6-15,0 0-4 0,0 0-2 0,0 0-3 16,0 0-4-16,31 2-3 0,-16-4-2 0,3 0-4 15,5 2-7-15,1-4-1 0,6-1-2 0,2 1-3 16,-2-1-3-16,-1 1 1 0,3-1-3 0,-6 0-2 16,-3 1 0-16,-1-2-2 0,-2 3-5 0,-1-3 3 15,0 3-3-15,-5-1 1 0,-2 0 1 0,0 1-2 16,-1-1 0-16,-6 2 0 0,1 0 0 0,-1-1 4 16,2 1-2-16,-3-1-1 0,0-2 0 0,-2 2 3 0,-2 3 0 15,0 0-2-15,1-3-1 0,-1 3 3 0,0 0-3 16,0 0-5-16,-11-7 3 0,7 4-3 15,-1 2-1-15,-4 1 1 0,0 0-1 0,-2 1 0 16,-3 2 0-16,1 0 0 0,-4 1 2 0,-1-1-3 16,-1 1 0-16,2 3-3 0,2-3 3 0,0-1 2 0,-2 3-2 15,3-2 3-15,-1 2-2 0,-1-2-1 16,6-1 1-16,-1 0-1 0,6-1 2 0,-3 1-1 16,3 0 0-16,0-1 1 0,5-2 2 0,-5 2 2 15,5-2 5-15,0 0-3 0,0 0 0 0,0 0 3 16,0 0-3-16,24-2 2 0,-8 2-4 0,2 0-1 0,5-3-2 15,0 1 0-15,-1-1-2 0,10-1-3 0,-2 3 2 16,-7 0-2-16,6 0-1 0,-8 1-6 16,1-3-1-16,-2 3-5 0,-2 2 0 0,-1-4-3 15,-2 1 8-15,-5 1-6 0,5 0 5 0,-8 0 2 0,-2 0-4 16,-5 0 1-16,8-1-1 0,-8 1-1 0,0 0 2 16,7 0 2-16,-7 0 0 0,0 0 2 0,0 0-3 15,0 0 5-15,0 0 3 0,-31 0-3 16,20 0 1-16,-2-1 2 0,0 2 0 0,-2-1 0 15,-4 1 0-15,5 0 2 0,-2-1-3 0,-2-1-4 0,6 2-32 16,-6-1-45-16,2 2-61 0,4-2-62 0,1 1-195 16,-1-1-435-16,3 1 193 0</inkml:trace>
  <inkml:trace contextRef="#ctx0" brushRef="#br0" timeOffset="183464.21">26306 1846 133 0,'-3'-4'313'0,"3"4"-20"16,-3-3-24-16,3 3-23 0,0 0-26 15,0 0-27-15,0 0-17 0,0 0-23 0,0 0-14 0,0 0-14 16,4 13-14-16,2-4-10 0,-1 1-11 0,-1 3-9 16,0 2-8-16,3 0-2 0,-1 3-11 0,3 0-5 15,-1 4-7-15,-4 4-5 0,6 0-1 0,-7-6-5 16,-1 0-4-16,3 0-2 0,-3 3-4 0,1-4 2 16,-3 0-9-16,2 0-1 0,-2-1 1 0,3-1 0 15,-3-5-7-15,2 1 0 0,-4-2 1 0,4 0-2 16,0-3-2-16,-2-2 2 0,0 1 4 0,3-4-3 15,-3 2 8-15,1 0 25 0,1-2 35 0,-2-3 37 16,1 3-11-16,-1-3 1 0,0 0-15 0,0 0-12 16,7-11-8-16,-6 5-4 0,3-1 0 0,-1-8-11 15,-2 4-7-15,2-2-8 0,0-6-3 0,-2 0 3 16,2-8-12-16,-3 5-1 0,0-7-5 0,-3 2-1 16,3 0-3-16,-4 0-1 0,4 7 6 0,-4 0 8 15,4 2 11-15,-7 0 19 0,6 2 11 0,-2 3 9 16,-1-5 5-16,4 6 4 0,-3 2 4 0,-1-1-1 15,2 1 0-15,0-1-7 0,-1 3-7 0,1 1-6 16,0 2-5-16,1 0-6 0,-1-1-5 0,-1 3-8 16,1-2-6-16,2 5-12 0,0-4-10 0,0 4-30 15,0 0-30-15,0 0-7 0,0 0 2 0,0 0 2 16,2 14 5-16,3-4 5 0,-1 3-3 0,-3 4 2 16,4 2 0-16,1 1 2 0,0 1-3 0,-2 6 3 0,5 1 0 15,-2-2-6-15,0-1-5 0,1 0-7 0,0-7-5 16,-2 2 6-16,-5-2-3 0,3 1-2 0,0-6 8 15,-1-2 0-15,0 1 11 0,0-4 1 16,-3-1-1-16,1-1 8 0,-1 1 3 0,2-4 5 16,-2 2 15-16,0-5 6 0,-2 3 5 0,2-3-1 0,0 0 11 15,0 0-1-15,0 0 0 0,-10-13 3 0,6 7-16 16,0-3 7-16,0-1 1 0,-1-1 0 0,-1-2-5 16,4 0 0-16,-1-1-6 0,-1-3-12 15,1 2-18-15,0 2-23 0,-1 1-37 0,1 2-49 0,2-2-35 16,0 3-39-16,-1 2-49 0,-3 0-56 0,5 1-48 15,-3 4-241-15,3 2-651 0,-4-6 288 0</inkml:trace>
  <inkml:trace contextRef="#ctx0" brushRef="#br0" timeOffset="183714.18">26167 2080 68 0,'-7'1'220'0,"7"-1"-5"0,0 0-9 16,0 0-6-16,-2 4-10 0,2-4-14 0,0 0-4 16,0 5 10-16,0-5 4 0,0 0-5 15,10 0-10-15,-2 0-19 0,3 0-12 0,4-1-16 0,3-2-10 16,4 1-12-16,8-1-20 0,-6-2-31 0,6 1-50 15,1-1-65-15,1-1-63 0,6-4-89 0,-6 3-205 16,4-4-457-16,-1-1 202 0</inkml:trace>
  <inkml:trace contextRef="#ctx0" brushRef="#br0" timeOffset="184990.09">27372 1571 29 0,'1'-2'272'0,"2"-1"3"15,-3 3 4-15,3-3-3 0,-3 3-6 0,0-6-7 16,0 6-13 0,0 0-10-16,3-2-9 0,-3 2-39 0,0 0-18 15,0 0-21-15,0 0-14 0,0 0-20 0,0 0-19 16,0 0 3-16,0 0-30 0,0 0-5 0,-9 18-2 0,9-11-7 15,-1 4-7-15,1 0-5 0,-1-1-2 0,2 3-17 16,0 5 6-16,-1 3-4 0,3-2-1 0,-2 0 3 0,4 2-2 16,-3-2-8-16,1 1 7 0,1 6-11 0,4-7-2 15,-2 0-2-15,-1 1-2 0,-1-2-1 0,2 1 0 16,0-3 2-16,-2 1-3 0,2-1 0 16,2-1-1-16,-4-4-1 0,-1 1-2 0,1-1 1 15,1-2 3-15,-1-1-5 0,-2-2-10 0,-1 0 16 0,2 1-8 16,-2-2 4-16,1-1-3 0,-1-2 5 0,2 2-12 15,-3-4 13-15,1 7 8 0,-1-7-6 0,2 2 4 16,0 1 7-16,-2-3 2 0,0 0-2 16,0 4 0-16,0-4-5 0,0 0 2 0,0 0-5 0,0 0 5 15,0 0-6-15,0 0-6 0,0 0-2 0,0 0 4 16,5 2-6-16,-5-2 1 0,0 0-6 0,0 0 3 16,0 0 3-16,2 4 1 0,-2-4-4 0,0 0 7 15,0 0-7-15,0 0-18 0,0 0 21 0,0 0 4 16,0 0-6-16,1 3 5 0,-1-3-1 0,0 0 2 15,0 0 13-15,0 0-17 0,0 0 1 0,0 0-1 16,0 0 11-16,0 0-3 0,0 0-11 0,0 0 7 16,-1-14 10-16,1 14-12 0,-2-10-3 0,-1 5 3 15,1-1-4-15,-2 1 1 0,3-2-11 0,-5 1 6 16,1-3 4-16,-3 0-8 0,2 4 9 0,-2-4-8 16,1 3-3-16,0 1 7 0,-2-2-5 0,1 1 2 15,1 3 1-15,-1-2-16 0,-3 1 23 0,-3 2-8 16,9 0 4-16,-6 0-10 0,4 2 7 0,-1 0-3 15,-4 0-5-15,2 1 0 0,1 3 11 0,-1 1-6 16,-1 2 2-16,6-1-5 0,-5 3 0 0,2-1 0 16,-1 3 4-16,3 0-2 0,-2 1 1 0,2-1 5 15,1 2-2-15,-1-1-1 0,-1 1 5 0,1-2-2 16,0 2 0-16,1-3 0 0,1 1-5 0,-1-1 3 16,1-4 3-16,1 3-2 0,-1-5 10 0,1 1-4 15,2 2-20-15,-2-2 20 0,2-3 1 0,-2 2 8 16,2 0 0-16,1-4 17 0,-2 4 11 0,2-4-5 15,0 0 16-15,-2 3-8 0,2-3 0 0,0 0-25 16,0 0 10-16,0 0-23 0,0 0-27 0,0 0-35 16,-6-11-43-16,6 11-45 0,0-4-51 0,0 4-62 15,6-13-74-15,-2 7-297 0,0 1-677 0,4-7 300 16</inkml:trace>
  <inkml:trace contextRef="#ctx0" brushRef="#br0" timeOffset="185458.8">27796 1880 125 0,'0'0'216'0,"0"0"-19"0,-12 8-19 0,8-6-15 16,0 1-13-16,1 0-17 0,0 0-12 0,-1 1-12 15,1 0-15-15,1 0-6 0,2 1-7 0,0-5-9 16,0 5-1-16,0 0-3 0,0-5 6 0,0 5-2 16,0-5-1-16,2 4 4 0,-2-4 1 0,0 0 6 15,3 5 9-15,-1-2 5 0,-2-3 5 0,0 0-4 16,7 1-1-16,-7-1-2 0,0 0-4 0,0 0-4 16,2-9 3-16,-2 9-10 0,4-6 2 0,-4 3-16 15,3-1-12-15,-3 4-1 0,0-8-5 0,0 8-7 16,0-5-14-16,0 2-23 0,0 3-30 0,-3-7-40 15,3 7-46-15,-4-6-61 0,4 3-72 0,0 3-251 16,-5-2-536-16,5 2 238 0</inkml:trace>
  <inkml:trace contextRef="#ctx0" brushRef="#br0" timeOffset="187711.57">27996 1456 250 0,'2'-9'310'0,"3"6"-11"0,-5-5-9 0,3 3-11 16,-2 0-21-16,-1-2-24 0,0 7-26 0,0-5-27 15,0 5-21-15,0 0-15 0,0 0-18 0,0 0-18 16,5 13-6-16,-2-1-11 0,1 6-5 0,-1 3-23 15,1 7-2-15,0 4 0 0,-2 3-4 0,5 2-8 16,-1 16-1-16,0-5-7 0,-1-10-1 0,-1 13-7 16,0-16 0-16,6 2-3 0,-2 0-5 0,-3-3 2 0,5 3 2 15,-2-3-5-15,-3-2 0 0,4 1-6 16,-2-5-6-16,-3-2 4 0,2-3-7 0,1-6-8 16,0 0-6-16,-3-4-5 0,0-3-12 0,-1 0-8 15,1-2-8-15,-3-2-6 0,3-1 4 0,-4-1-3 16,0-4-19-16,2 4-34 0,-2-4-27 0,0 0-24 0,0 0-30 15,0 0-34-15,2-11-31 0,-2 4-190 16,0-1-464-16,0-3 205 0</inkml:trace>
  <inkml:trace contextRef="#ctx0" brushRef="#br0" timeOffset="188039.67">28252 1354 128 0,'0'-8'353'0,"3"1"-7"0,-1 1-25 15,-2 1-28-15,0 2-34 0,3 0-32 0,-3 3-26 16,0 0-24-16,0 0-12 0,-3 13-22 16,6 1-11-16,-2 4-19 0,4 11-6 0,-3 2-12 15,0 3-10-15,2 2-12 0,1 14-1 0,1-1-3 16,0 3-11-16,-3-12-1 0,3 11-6 0,-1-1-5 0,-1 0-13 15,10-1 6-15,-9-11-3 0,-1 1-5 0,0-5 6 16,3 2-9-16,1-4 9 0,-1-1-15 16,-1-2 1-16,0-10-2 0,-3 3 0 0,1-5-4 15,1-4-2-15,-2-2 2 0,0-2-7 0,0-3-12 16,-2 2-4-16,3-4-2 0,-4 0-7 0,4-3-33 0,-4-1-39 16,0 0-46-16,0 0-51 0,12-9-63 0,-8 1-59 15,-1 0-181-15,-3-4-529 0,2-1 234 16</inkml:trace>
  <inkml:trace contextRef="#ctx0" brushRef="#br0" timeOffset="188695.86">28496 1519 32 0,'0'0'235'15,"0"0"-25"-15,0 0-20 0,0 0-23 0,0 0-17 16,-5 14-17-16,5-1-12 0,-1 2-11 0,-2 4-12 16,3 3-7-16,3 3-12 0,-3-5-1 0,1 10-10 0,2-1-6 15,1 0-4-15,-1 1-9 0,2-6 1 16,2 5-4-16,-3-10-8 0,0 8-2 0,3-10-4 15,1 0-1-15,-4-1-3 0,3-6-5 0,-3 0 2 16,0 0-2-16,1-5-2 0,-4 0 6 0,4 1 18 16,-2-5 0-16,0 0-2 0,-3-1-7 0,0 0 6 0,11-7 7 15,-7 2-10-15,-2-1 4 0,1-4-3 16,2 0 12-16,-3-2 10 0,5-5-1 0,-5 5 0 16,2-6 0-16,-1 2 6 0,0 2 7 0,0-3 3 15,1 5 7-15,-2-2 15 0,-2 2-13 0,2 1 29 16,-2 0 6-16,2 4-16 0,-2 0 4 0,2 1-24 0,-2 1-10 15,0 5-15-15,3-7-12 0,-3 4-17 16,0 3-15-16,0 0-1 0,0 0-7 0,0 0 1 16,9 11 10-16,-7-4-11 0,2 4-7 0,0-1 3 15,2 2-2-15,1 2 9 0,1 3-13 0,1-2-1 0,1 0 13 16,-1-1 2-16,0-3-11 0,0 0 2 0,4 2-13 16,-5-3-1-16,1-1 12 0,1 0-16 15,-2-4 6-15,1 4-2 0,-2-6 5 0,-1-1-2 16,1 1-11-16,0-3 19 0,-1 0-9 0,-6 0 10 15,15-4 1-15,-10 0 1 0,-3-1 2 0,0-3 6 0,0 2-3 16,-2-3 7-16,4-3 2 0,-4 2 1 0,0-8 1 16,2 6 9-16,-4-8-3 0,2 1 0 0,-4 0-2 15,-1 0-7-15,1-2-1 0,-2 1 2 16,1-6-17-16,-1 6 9 0,0-6-14 0,2 7-17 0,-2-2-22 16,1 4-14-16,0 1-23 0,1 4-28 0,-1 1-32 15,2-1-33-15,-2 3-48 0,2 2-50 0,2 1-52 16,-3 0-184-16,2 2-551 0,2 4 244 0</inkml:trace>
  <inkml:trace contextRef="#ctx0" brushRef="#br0" timeOffset="189049.91">28925 1345 207 0,'0'0'223'0,"0"0"-26"0,0 0-21 16,0 0-18-16,0 0-13 0,-2 23-15 15,2-12-18-15,2 7-6 0,1 4-8 0,-1 0-13 16,7 4-1-16,-5 5-1 0,1 0-4 0,4-3-11 15,-4 6-3-15,9 2-6 0,-8-2-7 0,8-2 0 0,-3 1-7 16,1 2-5-16,-1 1 2 0,-1-2-4 0,-1-3-3 16,5-2-1-16,-5 1-3 0,1-4-2 15,3-2 1-15,-5-5-5 0,-1-1-1 0,0-2-2 16,-2-5-2-16,1-2 1 0,-2 1-9 0,2-5-6 0,-4-1-13 16,2 0-30-16,3-3-42 0,-7-1-41 0,8-5-48 15,-4 0-43-15,2-2-125 0,-5-1-363 16,3-3 162-16</inkml:trace>
  <inkml:trace contextRef="#ctx0" brushRef="#br0" timeOffset="189346.76">29086 1320 167 0,'-6'-8'331'0,"2"3"-18"0,3 0-25 0,-2-1-30 0,3 4-33 15,0 2-28-15,0 0-16 0,0 0-20 0,0 14-21 16,3 0-11-16,4 5-16 0,3 8-9 0,1 6-14 16,0 0-7-16,3 6-3 0,0-3-6 15,3 11-10-15,-2 6-5 0,0-3-4 0,-1 2-8 16,1-1-3-16,-6-1-4 0,0-12 0 0,-4 0-8 0,0 0 1 16,1-1-3-16,-1-1 1 0,-1-3-5 0,0-2-5 15,-2-4 2-15,1-5-3 0,2-4 0 0,-5-4-3 16,1-2-2-16,0-2-4 0,-1-4-4 15,3-1 9-15,-1 0-8 0,-2-2-40 0,0-3-34 16,0 0-53-16,0 0-73 0,0 0-91 0,-3-22-201 0,1 8-524 16,1-2 232-16</inkml:trace>
  <inkml:trace contextRef="#ctx0" brushRef="#br0" timeOffset="190290">29231 1194 17 0,'-1'-6'292'0,"1"6"-24"0,0 0-22 0,0 0-25 16,0 0-21-16,0 0-23 0,0 0-17 0,15 1-13 0,-15-1-20 16,16 5-11-16,-2 0-9 0,-1-2-13 0,-2 6-6 15,1-3-13-15,2 4-6 0,2 0-7 0,-5-1-7 16,-2-1-5-16,1 2-7 0,-1-3-6 16,-3 4-1-16,-1-3-3 0,1 2-3 0,-5-2-2 15,-1 1-2-15,0 2-4 0,-1-4-2 0,-5 1 0 0,4 0 0 16,-2-3 28-16,-1 1 14 0,0 1 7 0,1-1 8 15,0-2 10-15,-2 0 14 0,3 0 3 0,0-1 28 16,3-3 11-16,-3 3 25 0,3-3 17 16,0 0 15-16,0 4 11 0,0-4-2 0,0 0-19 0,0 0-22 15,14-11-18-15,-5 8-19 0,2-3-15 0,8-2-14 16,-1 0-24-16,3 2-30 0,0-1-44 0,-3-2-58 16,9 0-71-16,0-1-78 0,-8 3-70 0,3 1-92 15,0 0-411-15,-5-1-838 0,4-1 370 0</inkml:trace>
  <inkml:trace contextRef="#ctx0" brushRef="#br0" timeOffset="191450.57">27051 2404 114 0,'0'0'387'15,"-9"0"10"-15,9 0-6 0,-6-2 10 0,6 2-3 16,0 0-14-16,-10 0-8 0,10 0-12 0,0 0-11 16,0 0-26-16,0 0-32 0,7-8-34 0,0 3-24 15,4 0-24-15,8-2-26 0,1 0-21 0,12-2-21 16,-2 2-21-16,5-1-24 0,0 1-25 0,-1 0-24 16,0 2-33-16,-1 0-38 0,0 1-30 0,-2 2-33 15,-9-3-37-15,-1 4-33 0,-1-1-30 0,-6 2-19 16,0 0-27-16,0 1-30 0,-5 0-38 0,2-1-31 15,-4 1-35-15,0 2-217 0,-7-3-628 0,4 4 278 16</inkml:trace>
  <inkml:trace contextRef="#ctx0" brushRef="#br0" timeOffset="192387.99">27286 2679 154 0,'0'0'235'0,"0"0"-6"0,0 0-7 0,0 0-9 16,13 4-10-16,-13-4-19 0,10 2-19 0,-4 1-12 15,2 0-15-15,-1 0-13 0,1-1-14 0,-3 1-13 16,2 2-5-16,-1-2-14 0,-1 1-9 0,2 1-8 16,-3 0-5-16,0 0-6 0,-1 3-6 0,0-2-4 15,-3 1-6-15,0 2 0 0,0 2-6 0,-3-2-3 16,0 1 4-16,-2 0-6 0,2-2-3 0,-4 2-2 16,0-1 2-16,5 1 4 0,-2-4 8 0,-2 0 13 15,2 1 7-15,1-2 12 0,2-1 12 0,-2-2 15 16,2 2 19-16,1-4 25 0,-3 4 25 0,3-4 24 15,0 0 18-15,-2 4 6 0,2-4-17 0,0 0-14 16,23-6-20-16,-10 1-18 0,9 0-14 0,0-1-12 16,8-3-12-16,-1 2-11 0,4-3-18 0,-4 3-38 15,-1-2-58-15,5 0-79 0,-2 0-78 0,0 2-86 16,-8 0-116-16,-1 2-388 0,7-6-835 0,-9 5 370 16</inkml:trace>
  <inkml:trace contextRef="#ctx0" brushRef="#br0" timeOffset="196060.78">23016 2850 121 0,'-2'-4'254'16,"2"4"-13"-16,-4-5-22 0,4 5-21 0,-3-2-20 16,3 2-21-16,0 0-16 0,0 0-16 0,0 0-12 15,0 0-9-15,-1 11-13 0,1-11-2 0,3 9-14 16,-2 2-6-16,5-1-3 0,-2-1-6 0,1 1-2 15,0 3-4-15,0-2-6 0,0 1 1 0,2 0-6 16,-1-1-5-16,0 1-2 0,2-1 0 0,-4 0-10 16,2 0 2-16,3-2 2 0,-5 0-5 0,3 0 0 15,-3-3-4-15,0 0 1 0,-1 0-2 0,4-1 11 16,-5 0 3-16,1-1 3 0,1 0 5 0,-2-2 9 16,3 1-2-16,-2-1 6 0,-3-2 7 0,7 2-3 15,2-1 10-15,-9-1-14 0,17-1-6 0,-7-2-5 16,1 1-2-16,4-2-6 0,3-2-2 0,2 1-7 15,-1-1-2-15,10-2-2 0,0 1 1 0,-1-1-4 16,2-1-4-16,-1 0 0 0,3 2-4 0,2-2-2 16,0 2 0-16,0-2 0 0,4 2-3 0,2-5 0 15,-1 3 4-15,-1 0-4 0,4 1 0 0,-4-2-2 16,5 1-4-16,-3-3 8 0,-3 2-6 0,1-3-1 16,0 5 3-16,0-4-7 0,0 1 7 0,1 4-4 15,-3-6 0-15,0 4 3 0,4 1-4 0,-1 0 3 0,-3-2-2 16,4-2-2-16,-2 4 2 0,-3 0-3 15,5 1 0-15,-1 1 0 0,-5-1 0 0,5-1 1 16,0 2 1-16,-4 1 1 0,0-2-1 0,2 4-3 16,-3 0 3-16,-3-2 3 0,0 1-3 0,1 0 0 15,-12 2 1-15,6 0-2 0,-3 2 0 0,0-1 2 0,-2 0-1 16,2 1-2-16,0 0-7 0,-9-1 10 16,6-1 0-16,-5 4 0 0,0-2-1 0,-1 1 2 15,0-1 15-15,3 0-21 0,3 1 6 0,-1 0-4 16,0 1 0-16,2-2 3 0,-3 1-1 0,2-1 0 0,0 1 1 15,-6 0-3-15,5 1 0 0,-4 0 4 0,4-2-4 16,0 3 5-16,-5-2-4 0,-1-1 0 16,8 1 6-16,-5 1-9 0,2-1 0 0,1 2 2 15,-2-1-3-15,5-1 4 0,-9 1-1 0,7 0 3 0,-1 2 0 16,-1-2-8-16,-5 0 10 0,3-1-2 0,-4 2-1 16,2-1 3-16,0 1-1 0,-3-2-5 0,0 0 5 15,1-1-1-15,-3 3 2 0,-3-3-7 16,1 0 5-16,1 0 1 0,-2 1-8 0,-6-1 8 0,14 0 2 15,-7 1 2-15,-7-1-3 0,9-2-5 0,-2 2 20 16,-7 0 17-16,11-1 13 0,-3-1-3 0,-1 0 17 16,0-2-20-16,1 2 2 0,3-4 1 0,-2 1-5 15,1-1 13-15,-1-1-13 0,2-2 14 0,-2 1-3 16,5-4-5-16,-3-2-9 0,1 5 0 0,-1-6-3 16,-1-2-3-16,3-1-3 0,-2 1-7 0,-4-2-16 15,4 0-28-15,-7 0-33 0,0 1-48 0,-1 1-43 16,-3-1-53-16,0 4-65 0,0 2-93 0,-6 0-232 15,2 3-639-15,-4-1 282 0</inkml:trace>
  <inkml:trace contextRef="#ctx0" brushRef="#br0" timeOffset="197560.65">27168 3076 8 0,'0'0'265'0,"-3"-3"-18"0,3 3-26 0,0 0-16 0,0 0-27 16,0 0-18-16,0 0-19 0,0 0-16 0,0 0-13 15,0 0-13-15,-4 10-10 0,4-10-8 0,-3 8-8 16,3-3-8-16,-1 0-3 0,0 2-8 15,1-1-7-15,0 2-6 0,0-1 0 0,0 0-7 0,0 2 0 16,1 0-3-16,0 0-4 0,1-2-5 0,-1 1 2 16,-1-1-6-16,4 0 1 0,-2 0 0 0,-1 1-4 15,0-3-5-15,2 0 5 0,0-3 1 0,-2 4-1 16,2-4 0-16,-2 2 2 0,-1-4 7 0,3 5 10 16,-2-3 19-16,-1-2 16 0,6 3 11 0,-6-3 6 15,0 0 9-15,9 0 6 0,-9 0-1 0,11-3-8 16,-5 0-1-16,2 0-11 0,0 1-7 0,1-3 9 15,2 0-20-15,0 0-9 0,-1 0 3 0,2 0-7 16,2 0-10-16,2-1-9 0,-2 1 3 0,3-2-3 16,3 3-3-16,0-3-2 0,0 2-11 0,2 0 5 15,-2-2 1-15,10 1-2 0,-1 3 0 0,-1-3-7 16,-3 1-3-16,7 2 7 0,-2-1-10 0,4 3 4 16,-2-4-4-16,0 1 4 0,4 1-1 0,-1 0-8 15,2 1 3-15,-2-1-8 0,0 0 10 0,2 0-5 16,1 2 8-16,0 0-10 0,-5-2 1 0,2-2 2 15,-1 3 1-15,3-1 14 0,-2-1-17 0,1 1-1 16,0 1 5-16,1-1-4 0,-1 1-3 0,0-1 5 16,2-1 2-16,-5 0-3 0,6 1-6 0,-7 1 7 15,4 0 1-15,-2-1-11 0,0 1 3 0,-1-2 12 16,-2 1-7-16,2 3-6 0,0-2 20 0,-1 0-11 16,-2-1 2-16,0 3-3 0,0-3-4 0,-8 2 2 15,2 0 5-15,-2 0-7 0,1-1-2 0,0 2 16 16,-4-2-10-16,-1 0-1 0,-3 1 4 0,-1-1-5 15,0 1 2-15,-3 0 4 0,0 0-4 0,3-1 0 0,-2 1-6 16,-1 0 3-16,3 1-2 0,-1 1 2 16,2-1 0-16,0 0-2 0,4 1 2 0,1-1 5 15,-2 2 1-15,3-1-5 0,-2 0 4 0,3 0-2 16,-4 1 7-16,-4-2-12 0,2 1 1 0,0-2 6 0,-2 2-6 16,1-1 7-16,-3 1-6 0,-1-2 2 0,0 1 2 15,-3-1 0-15,1-1 1 0,-2 1 2 16,-1-1 12-16,2-1-7 0,-4 1 9 0,2-1 6 15,-2 2 19-15,-1-2-12 0,1-1-1 0,-1 0-4 0,1 1 0 16,-3-1 3-16,3 0-10 0,-3 0 5 0,3-5-4 16,-2 4 0-16,-1-3 3 0,1 1-7 0,2-2 2 15,-3-1-3-15,2-1 1 0,0 1-9 16,-1-3 2-16,2 0-3 0,0-3 1 0,-1 3-4 0,2-3-12 16,-2 2-21-16,-1 1-20 0,2-4-48 0,-1 5-33 15,-1-2-48-15,0 3-54 0,0-2-86 0,-4 1-308 16,-2 1-677-16,1-2 300 0</inkml:trace>
  <inkml:trace contextRef="#ctx0" brushRef="#br0" timeOffset="-204074.5">14598 5527 211 0,'0'0'242'0,"0"0"-6"16,0 0-17-16,-2-5-9 0,2 5-8 0,0 0-10 15,2-7-7-15,-2 7-11 0,0 0-13 0,0 0-8 16,0 0-14-16,0 0-11 0,0 0-10 0,0 0-9 16,0-5-17-16,0 5-10 0,0 0-8 0,0 0-8 15,0 0-10-15,0 0-7 0,0 0-5 0,0 0-8 16,0 0-5-16,0 0-1 0,0 0-3 0,0 0-1 16,0 0-4-16,-10 14-1 0,9-11-6 0,-2-1 0 15,-1 3 1-15,3 1-5 0,-3-3 1 0,2 1-1 16,-2 0-3-16,0 1 4 0,3 0-4 0,-5-1-2 15,3 1 2-15,2-1-2 0,-5 0-3 0,1 0 3 0,3-2-4 16,0 2 2-16,-2 0 1 0,0-1-3 16,1 1 1-16,2-1 3 0,-2 0-2 0,-1 1-1 15,4-4-2-15,-4 3-2 0,4-3-1 0,-4 4-11 16,4-4-10-16,-3 3-7 0,3-3-13 0,-4 3-14 0,4-3-16 16,-3 3-23-16,3-3-27 0,-1 3-30 0,1-3-34 15,0 0-43-15,0 0-183 0,0 0-445 16,0 0 198-16</inkml:trace>
  <inkml:trace contextRef="#ctx0" brushRef="#br0" timeOffset="-203808.89">14493 5529 19 0,'0'0'141'0,"0"0"-15"16,0 0 13-16,0 0-10 0,0 0-11 0,14 9-7 15,-10-6-8-15,1-1-1 0,-2 2-3 0,1-3-7 16,1 4-10-16,1-2-6 0,-3 0-11 0,1 2-6 16,3-3-6-16,-1 2-3 0,-2 0-5 0,-1 0-4 15,1 0-2-15,0-2-2 0,0 2-4 0,2 0-7 16,-1-2-3-16,-2 1-32 0,-1 0-52 0,3-1-58 15,-5-2-152-15,6 4-291 0,-3-3 129 0</inkml:trace>
  <inkml:trace contextRef="#ctx0" brushRef="#br0" timeOffset="-202871.39">14549 5563 110 0,'0'0'191'15,"-7"-2"-17"-15,7 2-17 0,0 0-11 0,0 0-14 16,0 0-16-16,0 0-15 0,-7 4-9 0,7-4-11 15,0 0-9-15,-4 3-3 0,4-3-10 0,0 3 1 16,0-3-3-16,0 0-12 0,0 7-4 0,0-7-2 16,4 3-1-16,-4-3-6 0,2 3-2 0,-2-3-3 15,6 2 1-15,-1-1-2 0,-5-1-6 0,0 0 16 16,10-1-18-16,-10 1-2 0,11-2-2 0,-11 2 1 16,10 0-3-16,-6-2-2 0,-4 2 1 0,5-3-3 0,-5 3 2 15,4-4 0-15,-4 4-2 0,4-4 1 16,-2 1-2-16,-2 3 5 0,2-3-7 0,-2 3 0 15,0 0 0-15,0 0-3 0,-1-8-2 0,1 8 2 16,-7-2-1-16,7 2-1 0,-4-4 0 0,4 4 0 0,-12 0-2 16,12 0 2-16,-11 2-1 0,6 0 7 0,-1 0-8 15,-3 0 5-15,3 2-3 0,1-2 1 16,-3 1-6-16,1 0 5 0,0 2-4 0,2 0 1 0,-1-2-1 16,2 0 4-16,1-1-3 0,0 2 2 0,1 0 4 15,2-4-3-15,-1 5 6 0,1-5-3 0,0 4-2 16,0-4 3-16,5 5-2 0,-5-5 8 0,4 1-6 15,-4-1-1-15,8 0 2 0,-8 0-5 0,10-1 2 16,-10 1 1-16,11-2-1 0,-6-1-5 0,3 1 2 16,-4-2-2-16,3-1 3 0,-2 2 3 0,0-1-5 15,0-1-3-15,-1 0 6 0,-4 1-2 0,4-2 2 16,-4 2 0-16,0-1 1 0,2-1 3 0,-2 6 6 16,-2-7 3-16,2 3 2 0,-4 0 4 0,4 4 1 15,-4-4-4-15,4 4-2 0,-5-4-2 0,5 4-1 16,-6-1-1-16,6 1 1 0,0 0-5 0,-15 4-1 15,11-2 0-15,0 3 0 0,-1-2-4 0,2 0 3 16,-1 1-1-16,1 1-1 0,2 0 0 0,-2-1 0 16,0 0-1-16,2-1 2 0,1 2-2 0,0-5 3 0,3 7 3 15,-3-4-1-15,4-1-2 0,-4-2 1 0,0 0 2 16,8 3 0-16,-5-1-2 0,-3-2 1 16,9-1 1-16,-9 1-3 0,8-4 0 0,-3 2 3 15,1 0 1-15,-2-1-2 0,-2-2 0 0,-1 0 5 0,3 2 6 16,-4-1 7-16,3 0 3 0,-3-1-1 0,-3 0 0 15,3 1 0-15,-4 0-2 0,4 4-6 16,-7-7-3-16,1 5 1 0,-3 1-2 0,5-1-4 0,4 2-5 16,-19 2-22-16,10 0-35 0,-1 2-44 0,2-1-62 15,0 1-64-15,-5 1-154 0,3 1-405 0,2 1 179 16</inkml:trace>
  <inkml:trace contextRef="#ctx0" brushRef="#br0" timeOffset="-200673.76">10350 3212 106 0,'0'0'269'0,"0"-4"-23"0,0 4-12 0,0 0-14 16,0 0-19-16,0-6-16 0,0 6-21 0,0 0-16 16,0 0-13-16,0 0-19 0,0 0-15 0,0 0-8 0,0 0-11 15,0 0-9-15,-4 12-4 0,1-7-9 0,2 1-6 16,-1-1-5-16,1 2-7 0,-2 0-2 0,3 0-3 16,0 3-3-16,0-3-6 0,0 1-2 15,-1-2-3-15,2 2-1 0,-1-2 1 0,2 0-6 0,0-1 1 16,1-2-4-16,0 2-4 0,1 0 1 0,-4-5-4 15,6 3-2-15,-1-1 3 0,-5-2 0 0,12-4-2 16,-12 4 0-16,7-6-3 0,-3 4 8 0,0-3-5 16,-2 1-2-16,-1-3 0 0,0 1 0 0,-1 2 4 15,0-4-3-15,-2 2-2 0,0 1 2 0,-2 0-3 16,0 0 0-16,-2 1-3 0,2 0 0 0,0 3 1 16,-4 0-5-16,8 1 2 0,-11-3 0 0,11 3 6 0,-12 4-10 0,4-3-13 0,3 3-14 15,0-2-9-15,1 2-22 0,2 0-35 0,2 1-35 16,0 0-35-16,2 2-44 0,1-3-162 0,1-2-405 15,2 3 180-15</inkml:trace>
  <inkml:trace contextRef="#ctx0" brushRef="#br0" timeOffset="-197172.55">10376 3207 139 0,'-2'-5'201'0,"2"5"-23"0,0 0-16 0,0 0-17 16,0 0-18-16,0 0-14 0,0 0-13 0,0 0-10 15,0 0-10-15,0 0-10 0,0 0-6 0,-1 13-9 16,1-13-3-16,0 8-4 0,0-4 2 0,0 1-13 16,0 0-12-16,0 0 6 0,3 1-3 0,-3 0-7 15,3 0 5-15,-2 2-6 0,-1-2-13 0,4 1 10 16,-4 1 0-16,2-1 0 0,0 2-8 0,0-4 4 16,0 6-1-16,4-5-3 0,-4 4 0 0,1-1 4 15,1-1-8-15,-2 2 3 0,0-2 1 0,1-2-2 16,-3 2-3-16,4-2 2 0,-1 2-5 0,-2 1 4 15,6-2-5-15,-4 0 6 0,-2 1 0 0,6-1-3 16,-6 1-1-16,5-3 2 0,-2 2-1 0,0 2 2 16,-4-4-1-16,6-1-10 0,0 6 7 0,-2-4 4 15,0 0 1-15,0 1-5 0,1-2 5 0,0 1-2 16,0 0-3-16,-2-1 1 0,-2 2-2 0,3-2 3 16,-1 1-2-16,0-1-2 0,0-2 7 0,-1 2-5 15,1 2-2-15,1-2-1 0,0 0 3 0,0 1 5 16,-2-1-3-16,2 0-2 0,-2 1-4 0,1-1 5 0,0 0-4 15,1 0 1-15,0 0 5 0,-1 1-13 16,-1-1 11-16,1 0-2 0,1-2 5 0,-1 4-2 16,-2-3 1-16,3 0-2 0,-1-1 1 0,0 3 0 15,-2-2-5-15,3-1-1 0,0 1 4 0,-1 1 0 0,-2 0-4 16,5-3 1-16,-5 2 2 0,2 1 4 0,-2-2-6 16,2 2 3-16,3-2 1 0,-4 2 2 0,2-1-2 15,-2 1-2-15,0-2 3 0,1 2 0 16,1-1-1-16,-1 1-3 0,1-1 1 0,-3 2 1 0,4-2 0 15,0 0 1-15,-4 1-5 0,3-1 5 0,-1 0-4 16,1-2 1-16,-1 1-1 0,1 1 0 0,-4 1 3 16,4-1-2-16,1 0 2 0,-1 1 1 0,0-2-1 15,-1 2-2-15,-3-3 2 0,3 3 3 16,-2-1-5-16,4-2 3 0,-4 3-3 0,2 0 3 0,-2-2 1 16,2-2-2-16,-2 3-2 0,4-1 3 0,-3 2 0 15,-1-1-3-15,-1-4 3 0,3 5-2 0,-2 0-1 16,2-3 0-16,0 3 1 0,-3-5 3 0,1 6 2 15,3-2-1-15,-4-2 2 0,0-2 8 0,6 7 8 16,-4-5 3-16,1 2 0 0,0-1-2 0,-2 0-2 16,-1-3-3-16,4 6 0 0,-1-2-2 0,0-2-1 15,-2 2-2-15,2-2-1 0,2 2-1 0,-3-1 0 16,0 1-2-16,2-2-1 0,-1 1-2 0,1 1 2 16,-4-4-3-16,4 5-1 0,-3-2 2 0,2-1 3 15,1 2-4-15,-4-4-2 0,6 5-6 0,-5-3 5 16,3 2 5-16,-1 0-5 0,-2-1 1 0,2 3 0 15,1-2-1-15,-3-2-2 0,2 1 1 0,1 1-5 16,-2 0 8-16,0-1 1 0,1 1-5 0,2-1 1 16,-5 2 2-16,3 0-8 0,0-2 4 0,-2-2 4 15,1 4-4-15,2-1 1 0,-3-1 5 0,3 0-2 16,-2 1-3-16,0-3-2 0,0 4 2 0,2-2 4 16,1 1-2-16,-5-1 0 0,4 0 1 0,0 0 0 15,-2-1-1-15,3 3 0 0,-1-3-1 0,-1 3 1 16,0-2 3-16,2-1-2 0,-1 1 2 0,-1-1 0 15,-2 1-3-15,5 0-2 0,-2-1 4 0,-4-2-4 0,5 4 3 16,-2-3-4-16,-3-1 1 0,5 6 3 16,-2-4-4-16,-3-2 2 0,7 4 5 0,-6-3-3 15,3 2-3-15,-4-3 0 0,4 3 3 0,-4-3-1 16,5 4-3-16,-5-4 2 0,5 4 2 0,-4-1-3 0,3 1 2 16,-4-4-1-16,6 3-1 0,-4 0-1 0,-2-3 2 15,3 3-1-15,1 0 1 0,-1 0-2 16,0 0 1-16,2 0 3 0,-1 1-3 0,-2 0 2 15,2-1 2-15,-3 1-5 0,2-2 2 0,0 3-2 0,-1-3 1 16,1 0-2-16,1 0 3 0,1 1 2 0,-2 0 1 16,4 0-2-16,-6 0 1 0,3-1-2 15,-1 1 0-15,1-1 1 0,4 0 1 0,-4 2-1 16,2-2-2-16,-2 1 2 0,0-1 5 0,0 0-5 0,3 1-2 16,-2-3 2-16,-1 5-4 0,3-2 5 0,-3-1 0 15,3 1-6-15,-4 0 4 0,2-2 3 0,-1 2-3 16,0-1-1-16,3 1-2 0,-4 0-2 0,1-1 6 15,3 1-1-15,-3-1-1 0,0 2 3 0,0-3-6 16,2 2 3-16,-2 1 0 0,1-3 4 0,2 4-1 16,-2-4-1-16,-2 2 1 0,4-2-2 0,-2 2 3 15,0 0-3-15,1-2 1 0,0 4 1 0,-2-1-3 16,1-2 2-16,1 2-4 0,-2-1-2 0,2 1 7 16,1-2 3-16,-1 2-7 0,-1-2 3 0,3 2-2 15,-1-2 3-15,1 1-2 0,-2 0-1 0,2 0 3 16,0 4-4-16,0-3 0 0,-2-3 6 0,2 3-7 15,-3-1 2-15,3 2 0 0,-2-2 0 0,2 0 0 16,0-2 0-16,-1 3-2 0,-2 0 4 0,1-1-1 16,-1-1-1-16,3 2 3 0,-4-2-6 0,3 0 4 15,-1-2-1-15,1 4-3 0,-2-2 5 0,0 1-1 16,1-1-2-16,-1 2 2 0,1-1 1 0,-1-2-3 16,3 1 2-16,-4 1 1 0,2 1-5 0,-1-1 5 15,1-1-3-15,0 1 4 0,1-1-3 0,-1-1 2 16,-1 1 0-16,-1 1-2 0,3-2 0 0,-2 1 2 15,2 0-4-15,0 0 1 0,-7-2 0 0,11 3-1 16,-6-3 3-16,-1 1-1 0,2 0 1 0,-2 2-2 16,-4-3 4-16,8 2-2 0,-1 1 0 0,-7-3 0 15,8 3-1-15,-1-2-1 0,-3 0 1 0,0 2 1 16,3-2-1-16,-2 1 3 0,-1 2-1 0,2-2-4 16,-2 2 2-16,0-3-1 0,4 1 5 0,-1 0-5 15,-3 0-1-15,3 0 0 0,-2 1 3 0,1-1-2 16,0 2 0-16,-1-2 5 0,0 1-3 0,2-1 2 15,-3 2-3-15,3-1 2 0,-2 0-2 0,-1 1-3 16,2-1 1-16,-1-1 0 0,-1 3 2 0,2-1 2 0,-1-3-4 16,-1 5 2-16,0-1 1 0,2-2-2 0,-1 1 1 15,-1-1 0-15,2 2 2 0,-1-1-3 16,-1 1 3-16,2-1-1 0,1 1-2 0,-1-1 1 16,-5 1 0-16,6-1-1 0,-4-1 4 0,4 3-3 0,-3-2-3 15,2-1 6-15,0 0-2 0,-2 1-2 0,0-1 0 16,2 0 3-16,-2 0-2 0,-3 1 3 0,7-1-4 15,-5 1 3-15,4-1-2 0,-3 1 1 16,2 0-3-16,-5-2 3 0,3 0-5 0,4 2 6 0,-4-1 1 16,0 0 0-16,0-1 1 0,2 1-1 0,-2 0-2 15,5-1 10-15,-6 3-2 0,1-3 1 0,0-1 1 16,0 1-3-16,2 1 2 0,-2-1-1 0,4-1-4 16,-5 2 11-16,1-1-12 0,0 1 2 0,1-2-1 15,1 3-2-15,-1-2 2 0,2 0-2 0,-3 2 0 16,3-3-1-16,0 2-1 0,-1 0 2 0,1-1-2 15,0-1 2-15,-1 1-3 0,-1 0 2 0,3 3 0 16,0-4 1-16,-2 2-1 0,-1-2-1 0,3 0 4 16,-4 1-7-16,3-1 6 0,-1 1-2 0,-1-2 1 15,1 1 1-15,0 1-3 0,0 1 3 0,-6-3-2 16,8 1-3-16,-2 0 0 0,-1 1 4 0,2-1-2 16,-7-1 10-16,9 2-1 0,-3 0 1 0,-1-1-2 15,3 0 0-15,-4 2 1 0,-4-3-3 0,10 3 1 16,-5-3 1-16,1 2-4 0,-6-2 0 0,13 3 0 15,-9-1-5-15,3-1 0 0,0 1 3 0,0-1 3 16,1 1-6-16,-3 0 4 0,2-1-4 0,1 2 1 16,-1-1 2-16,0 1 7 0,-2-1-9 0,4 1 5 15,-3-1-6-15,2 1 0 0,-2 0 8 0,2-2-7 16,0 2-2-16,0-1 0 0,-2 1-1 0,1-2 5 16,2 1 0-16,-3-1-2 0,-1 1 1 0,2 0-1 15,-3 1 0-15,3-1 0 0,-2 0-2 0,-1-1 2 16,3 1-1-16,-3 0 2 0,0 0-2 0,4 1 0 15,-1-1 1-15,-1 0 9 0,1 0-9 0,-1 0-2 16,2-2 1-16,-1 2-1 0,-3 1 10 0,3-2-13 16,2 0 4-16,0 3-3 0,-4-1 3 0,2-1 1 0,2-1-2 15,-2 0 4-15,0 0-1 0,1 2 1 16,-2-2-1-16,3 0 5 0,1 0 1 0,-5 1-1 16,5-1 5-16,-2 1-7 0,-1-2-1 0,0 2 1 15,-1-1 1-15,2 0-2 0,-1 1-2 0,0-1-1 0,-7-1 4 16,14 0-2-16,-9 0-1 0,-5 0 2 0,11 1-2 15,-7-1-2-15,-4 0 10 0,14 0-7 16,-14 0-5-16,9 2 5 0,-2-2 3 0,-7 0-7 16,9 1 1-16,-2 0 1 0,0 0 1 0,0 1-4 0,1 0 2 15,0-1-2-15,-1 2 2 0,3-2-3 0,-1-1 3 16,-1 3 2-16,0 0-2 0,2-2 3 0,-2 3-3 16,2-3 0-16,-1 1-3 0,2 1 6 15,0-1-3-15,-4 1-1 0,3 0 1 0,0 2-2 0,0-3 8 16,0 2-7-16,-4-3-3 0,2 2 6 0,-1 0-2 15,-2-1 10-15,3 1-11 0,-1-1 2 0,0 2-4 16,-3-1 1-16,2-2 2 0,2 1-2 0,-3 3 3 16,-1-4 0-16,3 1-3 0,-3 1 3 0,0 1-3 15,3-2 2-15,-3 2 1 0,0 0-2 0,2-1 2 16,1-1-1-16,-1 2-1 0,0-2-1 0,-2 2 2 16,1 0-2-16,1-2 4 0,-1 1-4 0,2 2 3 15,-2-1 0-15,1 3 0 0,-2-5 0 0,1 2-2 16,0 0 2-16,1 1-1 0,-2-2 1 0,2 0-1 15,-1 1 0-15,-1 2 0 0,0-3 0 0,2 1-1 16,-2-1-1-16,0-1 3 0,0 1 0 0,-1 0-1 16,1 0 3-16,0-1 0 0,0 0-6 0,3 1 5 15,-5-2-1-15,3 3 2 0,0-2-2 0,1 2 1 16,-2-2-2-16,2 3 5 0,-2-3-5 0,2 1 3 16,1-1-2-16,-2 1 4 0,-1 0-5 0,4-1 0 15,-4 0 8-15,3 1-7 0,-1 0-1 0,-6-3-1 16,13 2 4-16,-7 1-2 0,-1-2 7 0,3 1-8 15,0 1 3-15,1-2-4 0,-4 1 0 0,3 0 10 16,-2 0-8-16,0 0-3 0,1-1 4 0,-1 1-2 16,-2 0 0-16,3-1 0 0,-1 1 1 0,1-1-2 15,-3 1 1-15,0-1 2 0,2 3-1 0,-2-2 0 16,3 1 6-16,-7-3-4 0,9 0-5 0,-3 1 1 16,-2 1-2-16,5 1 3 0,-5-3 3 0,2 1-3 15,-1 1 6-15,1 0-9 0,-2-1 13 0,4 0-9 16,-3 1-4-16,-1-1 4 0,-4-1 0 0,14 4 0 0,-6-4-3 15,0 1 2-15,-2 0 1 0,-1 2-3 16,3-1 3-16,-2 0-2 0,-1-1-1 0,2 0 2 16,-1 0-1-16,-1 4 0 0,0-4 0 0,1 0 1 15,-2 0 1-15,0 2-1 0,3-2-4 0,-3 2 12 0,1-2-8 16,1 1 0-16,-2 1-1 0,0-1 0 0,-4-2-2 16,8 3 3-16,-4-1 0 0,3-1 0 15,-2 1-1-15,-1 1-1 0,2 1 4 0,-2-2-3 16,3 1 3-16,-2 0-2 0,2-1-3 0,-3 1 6 0,3 0-1 15,2 2-3-15,-3-2-2 0,2 0 5 0,0 1-2 16,-4-2 1-16,4 1-1 0,-1 0 3 0,0-1-2 16,0 2-1-16,-1 0 0 0,0-1-2 15,-2 0 2-15,3-1 2 0,-2 1-1 0,1 0-2 0,2 1 1 16,-1-2-1-16,-2 1 8 0,-1 0-10 0,2-2 1 16,-1 2 4-16,1-2-2 0,-1 4-1 0,-1-4 2 15,3 0-1-15,-3 3-1 0,1-1 0 0,-2-1 1 16,5 0 2-16,-5 3-2 0,5-4-1 0,-5 1-2 15,4 1 2-15,-1 0 2 0,0-1 2 0,1 0-5 16,-2 1 2-16,3 1 0 0,-1-2 2 0,-3 2-1 16,3-3 1-16,1 3-1 0,0-3-1 0,-1 2-1 15,0-1 2-15,2 0 0 0,-3 2 4 0,-1-2 3 0,4-2 5 16,-4 3 2-16,4-1-2 0,-3 1-2 16,-2-1-1-16,3-2 1 0,-3 5-1 0,4-3 6 15,-1-1-10-15,-3 1 1 0,0-1-2 0,0 0-2 16,-4-1 4-16,8 1-4 0,-8-1 4 0,10 0-6 0,-6 2-1 15,1-1 1-15,2 1 4 0,-7-2-5 0,9 4 2 16,-6-4-2-16,-3 0 6 0,10 2-3 16,-5-1-2-16,2 2 1 0,-2-1-2 0,1-2 0 15,-1 1 9-15,2 1-10 0,-5 1 1 0,6-3-3 0,-4 3 6 16,1-1-3-16,2 0 1 0,-3-1 2 0,0 2-5 16,2-1 0-16,-6-2 3 0,9 2-6 0,-8-1 13 15,-1-1-8-15,6 2-1 0,-6-2 4 0,4 2-4 16,-4-2 2-16,7 1-2 0,-7-1 1 15,0 0-1-15,8 0 3 0,-8 0-2 0,5 2 0 0,-5-2 0 16,0 0 2-16,11 0-2 0,-11 0-1 0,7 0 2 16,-7 0 0-16,4 2 0 0,-4-2-2 0,11 1 1 15,-7 1 2-15,-4-2-4 0,11 0 2 0,-4 2 1 16,-7-2 6-16,8 3-7 0,-1-2 0 0,-2 0 0 16,1 0 6-16,-1 1-8 0,3-1 1 0,-2 0 0 15,2-1 0-15,-4 2 2 0,4 0 0 0,-2-1 1 16,-1 2-2-16,-5-3-3 0,8 1 3 0,0 1-1 15,-5-1 0-15,-3-1 5 0,8 2 0 0,-4-2-6 16,2 3 5-16,-6-3 7 0,8 0-1 0,-8 0-11 16,7 2 1-16,-7-2 1 0,8 1-3 0,-8-1 2 15,4 2-3-15,-4-2 4 0,4 1 2 0,-4-1-3 16,7 2-2-16,-7-2 4 0,5 5-1 0,-5-5-2 16,8 1 2-16,-2-1-2 0,-6 0-1 0,8 1-14 15,-1 1-26-15,-7-2-25 0,9 1-24 0,-3 0-24 16,-6-1-41-16,12 0-38 0,-5 0-49 0,-2 1-169 15,-5-1-447-15,13-2 198 0</inkml:trace>
  <inkml:trace contextRef="#ctx0" brushRef="#br0" timeOffset="-195610.18">14416 5449 126 0,'0'0'155'0,"0"0"-16"16,0 0-8-16,0 0-15 0,0 0-9 0,2 3-11 16,-2-3-4-16,0 0-15 0,6 1-9 0,-6-1 0 15,6 3-4-15,-6-3 1 0,4 1-1 0,-4-1-3 16,7 1-1-16,-7-1-6 0,7 2 8 0,-7-2-6 16,0 0-3-16,8 0-8 0,-8 0 0 0,8 0-3 15,-8 0-4-15,0 0 1 0,10 0-6 0,-10 0-4 16,7 0-1-16,-7 0-9 0,5 2 2 0,-5-2 1 15,5 1-5-15,-5-1 2 0,0 0-2 0,0 0-5 16,14 0 1-16,-14 0-1 0,4 1 0 0,-4-1-2 16,10 0-1-16,-10 0-3 0,5 3 2 0,-5-3-3 0,7 1-1 15,-7-1 4-15,8 0-3 0,-6 2-5 0,-2-2 0 16,0 0 3-16,9 0 1 0,-9 0 0 16,8 1 0-16,-8-1 1 0,3 2-3 0,-3-2-5 0,0 0 3 15,8 0-1-15,-8 0 4 0,0 0-1 0,0 0-2 16,7 1 3-16,-7-1-2 0,0 0 0 0,8 1 2 15,-8-1 0-15,0 0-2 0,0 0 0 0,0 0 1 16,8-2 3-16,-8 2-4 0,0 0 2 0,4-2-5 16,-4 2 2-16,0 0 2 0,0 0-3 0,7-1 0 15,-7 1 2-15,7 0-4 0,-7 0 5 0,0 0 1 16,8-1-3-16,-8 1 1 0,0 0 1 0,11 0-8 16,-11 0 8-16,6-2-1 0,-6 2-2 0,0 0 2 15,6 0-5-15,-6 0 6 0,0 0 0 0,10-3 1 16,-10 3-1-16,0 0-7 0,0 0 5 0,0 0 2 15,5-1 2-15,-5 1 0 0,0 0-3 0,4-3-1 16,-4 3 0-16,0 0-7 0,3-3 10 0,-3 3-1 16,0 0-2-16,0 0 0 0,0 0-2 0,8-1-4 0,-8 1-20 15,0 0-23-15,0 0-37 0,8-1-31 16,-8 1-45-16,4-2-146 0,-4 2-331 0,0 0 146 16</inkml:trace>
  <inkml:trace contextRef="#ctx0" brushRef="#br0" timeOffset="-193459.32">14575 5535 50 0,'-2'-3'229'0,"2"3"-14"0,0 0-18 0,0-4-8 15,0 4-15-15,0 0-15 0,0-5-16 0,0 5-12 0,0 0-11 16,0 0-16-16,3-6-10 0,-3 6-4 0,0 0-14 15,0 0-7-15,0 0-6 0,0 0-8 0,7-3-5 16,-7 3-5-16,0 0-4 0,0 0-1 0,0 0-4 16,0 0-2-16,0 0-5 0,0 0 5 0,4-2 10 15,-4 2-3-15,0 0 0 0,5-1-3 0,-5 1-7 16,4-2 0-16,-4 2-4 0,7-3-2 0,-4 1-6 16,1-1 0-16,-4 3 10 0,8-3-6 0,-4 1-2 15,0-1-3-15,-4 3 0 0,10-4-2 0,-6 2-3 16,4 1 0-16,-4-2 0 0,0 2-1 0,-4 1-3 15,8-4 0-15,-3 1-2 0,-3 1 2 0,1 0-3 16,-3 2 5-16,9-2-6 0,-9 2-2 0,7-2 0 16,-7 2 1-16,7-3-1 0,-7 3-1 0,6-4 5 15,-4 2-7-15,-2 2 1 0,8-3 0 0,-5 1 1 16,-3 2 0-16,7-2-2 0,-3 0 3 0,-4 2-1 0,6-4-1 16,-6 4 0-16,5-4-1 0,-1 2 1 15,-4 2-1-15,5-2 0 0,-2-1-1 0,-3 3 5 16,4-3-6-16,-4 3 3 0,6-2-2 0,-6 2 3 0,4-2-1 15,-4 2 1-15,0 0-2 0,6-1-2 0,-6 1 2 16,0 0 0-16,4-3-1 0,-4 3-1 0,0 0 0 16,7-1 1-16,-7 1 0 0,4-3 1 15,-4 3 2-15,0 0-2 0,6-3-2 0,-6 3 1 0,0 0 0 16,0 0 0-16,4-2-3 0,-4 2-5 0,0 0-11 16,0 0-14-16,0 0-23 0,5-3-43 0,-5 3-47 15,3-3-36-15,-3 3-53 0,0 0-141 0,0-4-406 16,0 4 180-16</inkml:trace>
  <inkml:trace contextRef="#ctx0" brushRef="#br0" timeOffset="-192239.15">14774 5427 87 0,'0'0'213'0,"0"0"-5"0,0 0-1 0,0 0 3 16,0 0-8-16,0 0-5 0,0 0-2 0,3-8-8 16,-3 8-11-16,0 0-3 0,4-3-12 0,-4 3-10 15,0 0-13-15,0 0-14 0,3-2-8 0,-3 2-14 16,4-4-11-16,-4 4-11 0,3-5-5 0,1 4-9 16,0-2-5-16,0 0-8 0,-4 3-8 0,8-6-2 15,-5 1 0-15,1 3-8 0,2-4-6 0,2 2 0 16,-6-1 2-16,2 3-9 0,5-2 1 0,-5 0-9 15,0 0 1-15,0 0-4 0,1 2 5 0,-1-1-3 0,0 2-1 16,2-1-1-16,-3-1-2 0,-3 3-3 16,5-5 1-16,-2 3 2 0,2 0-4 0,-5 2-2 15,0 0 0-15,6-4 1 0,-5 2 0 0,-1 2-3 16,0 0 8-16,8-3-9 0,-8 3 4 0,0 0-3 0,4-3-2 16,-4 3 2-16,6-1-1 0,-6 1 0 0,5-3 3 15,-5 3-4-15,7-2 1 0,-7 2 1 16,4-4 2-16,-4 4-5 0,4-1 3 0,-4 1 3 15,0 0-6-15,4-2 7 0,-4 2-3 0,0 0-2 0,0 0-2 16,0 0 1-16,0 0-1 0,4-3 1 0,-4 3 2 16,0 0-1-16,0 0 0 0,0 0-3 0,0 0-2 15,0 0 5-15,0 0-3 0,0 0-1 0,0 0-3 16,0 0 1-16,0 0 0 0,0 0-2 0,0 0 2 16,0 0 1-16,0 0 2 0,0 0 1 0,-9 9-2 15,9-9 1-15,-4 3 0 0,1 1 4 0,0 0-4 16,0 0 1-16,-2-1-1 0,3 0 2 0,-3 1-3 15,3 2-7-15,-4-3-2 0,5 1-5 0,-2 0-2 16,-1 1-10-16,0-1-6 0,-3 0-5 0,6-2-9 16,-3 1-14-16,0 1-17 0,-1-2-10 0,5-2-18 15,-5 6-23-15,2-4-19 0,3-2-17 0,-3 1-22 16,3-1-23-16,0 0-161 0,0 0-405 0,0 0 180 16</inkml:trace>
  <inkml:trace contextRef="#ctx0" brushRef="#br0" timeOffset="-191832.93">14897 5309 144 0,'-4'1'233'0,"4"-1"-9"0,0 0-18 16,0 0-16-16,0 0-17 0,0 0-20 0,0 0-12 15,0 0-15-15,0 0-14 0,12-5-8 0,-6 2-11 16,-2 1-10-16,1-1-9 0,2 1-7 0,-2-1-8 16,1 0-8-16,1 0-7 0,1 1-10 0,-2-4-11 15,1 3-16-15,4-1-26 0,-4-1-16 0,0 1-19 16,-2-2-9-16,1 1-20 0,-1 0-12 0,4 0-17 16,0 0 2-16,-5 1-8 0,0 2-8 0,-3-2-11 15,1 0-95-15,1 1-251 0,-3 3 111 0</inkml:trace>
  <inkml:trace contextRef="#ctx0" brushRef="#br0" timeOffset="-190817.39">14611 5534 63 0,'-8'4'213'0,"8"-4"-15"16,-7 2-12-16,7-2-9 0,-8 0-16 0,8 0-15 16,-8 2-13-16,3 1-14 0,5-3-10 0,-7 2-10 0,4-1-8 15,3-1-13-15,-7 5-7 0,3-2-9 0,0 0-8 16,4-3-1-16,-2 5-5 0,-1-3-4 0,3-2-3 15,-3 5-5-15,3-5-3 0,1 4-2 0,-1-4-1 16,0 0-5-16,11 1-1 0,-7 1-4 0,-4-2-4 16,11 0-1-16,-11 0-5 0,11-2-8 0,-3 1-5 15,-4-1-1-15,2-1-4 0,-1 1 0 0,-2-1-3 16,2 1 5-16,-1-2 1 0,-1 1 1 0,-3-2-1 16,3 1 2-16,-3 4 1 0,0-7 3 0,-3 2 2 15,2 2 5-15,-5-1-1 0,1 3 2 0,2-3 3 16,-2 0 5-16,-1 1 1 0,-1 1 8 0,1 0 4 15,0 1-2-15,-2 1-5 0,8 0 0 0,-15-1-1 16,10 2-3-16,-1 0-3 0,2 2-4 0,-3-2 3 16,2 2-3-16,1 2-1 0,0-4 0 0,0 2-1 15,2 1-2-15,1-1 2 0,1-3 0 0,3 10-2 16,1-8 0-16,0 1 0 0,1 0 0 0,2 1 0 16,-1-2-5-16,0 0-5 0,5 0-6 0,-7-1-14 15,3 0-10-15,0-1-12 0,-7 0-15 0,11 0-16 0,-11 0-26 16,6-1-36-16,-3-2-42 0,-3 3-167 0,4-4-374 15,-4 4 165-15</inkml:trace>
  <inkml:trace contextRef="#ctx0" brushRef="#br0" timeOffset="-190379.93">14652 5737 87 0,'0'0'231'16,"0"0"-15"-16,0 0-16 0,1 4-13 0,-1-4-16 0,0 0-16 15,2 5-10-15,-1-3-12 0,-1-2-6 16,-3 6-2-16,3-6-16 0,0 7-9 0,0-3-14 15,-1 1-4-15,1-2-6 0,-3 3-9 0,2-2-6 16,1 1-9-16,-1-2-2 0,1 3-5 0,0 0-4 0,0-2-20 16,1 1-34-16,-1 0-44 0,3 2-56 0,-1-5-63 15,1 3-192-15,1-1-399 0,2 0 176 16</inkml:trace>
  <inkml:trace contextRef="#ctx0" brushRef="#br0" timeOffset="-189942.46">14681 6086 94 0,'0'0'248'0,"0"0"-14"0,0 4-14 0,0-4-16 16,0 0-19-16,0 0-22 0,0 0-14 0,2 4-11 15,-2-4-14-15,0 0-14 0,0 4-6 0,0-4-12 16,2 4-5-16,-2-4-15 0,0 4 0 0,1 0-4 15,-1-4-14-15,3 8 0 0,0-4-7 0,-3 1-9 16,1-1-16-16,-1 1-28 0,0 0-35 0,0 0-35 16,0 0-24-16,1 1-28 0,2 0-14 0,-3 0-15 15,0 1-7-15,1 0-4 0,-1 4 23 0,2 0 17 16,-1-4 6-16,1 2 11 0,-2-2 11 0,1 2 6 16,0 0 13-16,2 2 30 0,-2-2 9 0,0-2 6 15,-1 1 7-15,3-1 18 0,-3 0 11 0,0-2 9 16,0 0 17-16,2-1 15 0,-2 0 24 0,1 1 4 0,-1-5 12 15,0 5 5-15,0-5 5 0,0 5-3 16,0-5 3-16,0 4 5 0,0-4 3 0,1 4-3 16,-1-4-3-16,3 4-6 0,-3-4-8 0,3 2-7 15,-3-2-7-15,4 5-7 0,0-2-5 0,-2 0-4 0,-2-3-4 16,7 5 1-16,-1-3-14 0,-5 3-4 0,3-2-24 16,-1 2-3-16,0 0 1 0,1 3-37 15,0-4-50-15,-1 3-22 0,-1 1-14 0,1-3 18 0,1 5-17 16,-4 0-29-16,0-3-115 0,0 3-285 0,-3 0 127 15</inkml:trace>
  <inkml:trace contextRef="#ctx0" brushRef="#br0" timeOffset="-189119.28">14765 6533 467 0,'0'6'3'0,"0"1"1"0,0-3 14 0,0 1 7 15,0 0 12-15,3-1 8 0,-1 0 7 0,-2-4 17 16,0 4-4-16,2 1 12 0,-2-5 3 0,1 3-3 16,-1-3 2-16,1 4-6 15,-1-4-6-15,6 4-7 0,-6 0-6 0,0-4 0 16,4 3-8-16,0-2-6 0,-4-1-5 0,3 5 0 15,0-3-1-15,-2 1-8 0,-1-3-7 0,5 5 1 0,-5-2-13 16,0-3-2-16,0 6-13 0,0 0 1 0,0-2-1 16,0 3-16-16,0-2-17 0,-1 1-16 0,1 1-6 15,-4-2-2-15,4 1-16 0,0 2 15 0,-1-2-2 16,-2 2-5-16,3-2 5 0,-1 2 1 0,1-1 2 16,-2-2 8-16,2 2 2 0,0-3 2 0,-3 0 7 15,2 0 12-15,1-4 2 0,0 7 13 0,0-4 10 16,0-3 18-16,0 0 16 0,0 5 8 0,0-5 22 15,0 4 12-15,0-4 9 0,0 0 8 0,0 0 4 16,-3 4 3-16,3-4-1 0,0 0 5 0,0 0-5 16,0 0-7-16,0 0-8 0,0 0-10 0,0 0-1 15,0 0-14-15,0 0-1 0,0 0-6 0,0 0-4 16,0 5-4-16,0-5-3 0,3 5-6 0,-3-5-13 0,0 7-12 16,0-4-13-16,0-3 3 0,0 8-31 15,1 0 1-15,2-1 9 0,-1 1-4 0,3 2 8 16,0 3 5-16,-2 0-3 0,1 0 5 0,2 0 1 15,-1 6 0-15,1-2 4 0,0 0 7 0,-2 0-1 0,3 1 2 16,0-2 4-16,-3 2 6 0,3-1 3 0,2 0-1 16,-5-1 13-16,5 0 4 0,-4-1 0 0,3-2-5 15,-2-1-3-15,-1 1 26 0,1-1 0 0,-2 1-2 16,0-4-6-16,2 0-1 0,-3 1-3 0,-1-2-3 16,-1-3 3-16,2 1-9 0,-3-1-3 0,1 0 3 15,0-1-4-15,-1 2-1 0,0-6-2 0,0 7 2 16,-1-4-6-16,1-3-1 0,-1 6 0 0,-1-2-1 15,2-4 2-15,-1 6-6 0,1-6 2 0,-1 3 1 16,1-3-2-16,0 7-1 0,1-4 0 0,-1-3 1 16,-1 7-2-16,1-7 1 0,0 4-1 0,1 0-2 15,-1 1 6-15,0 1-4 0,0-3-1 0,0 1-2 16,0-4 2-16,1 9-1 0,1-6-3 0,-2 1 1 16,0-4 1-16,0 6 1 0,0-6-3 0,-2 5-6 15,1-2-13-15,1-3-8 0,-3 4-4 0,3-4-8 16,-1 3-10-16,1-3-4 0,0 0-11 0,-3 4-3 15,3-4-10-15,0 0 2 0,3 6 2 0,-3-6 6 16,0 0 7-16,0 5 5 0,0-5 6 0,0 0 6 0,-3 6 5 16,2-4 5-16,1-2 3 0,-3 8 27 0,1-3 2 15,0 0-3-15,1-1 3 0,-1 2-3 16,2-3 3-16,-1 2 4 0,1 0 0 0,0 2-1 16,0-1 5-16,0-2 10 0,0 1 8 0,0 1-11 0,1 0 1 15,-1-3-1-15,2 4 6 0,-1-2-8 0,1-1 3 16,-2 1-3-16,1 1 2 0,-1-6-3 0,1 6-5 15,2-4 0-15,-3-2 3 0,1 6 3 16,0-3-3-16,-1-3 1 0,0 0-2 0,2 4 0 0,-2-4 1 16,0 0 3-16,0 0-10 0,0 0-10 0,0 0-18 15,0 0-27-15,0 0-30 0,0 0-33 0,0 0-62 16,0 0-196-16,0 0 87 0</inkml:trace>
  <inkml:trace contextRef="#ctx0" brushRef="#br0" timeOffset="-188572.45">14958 7453 38 0,'1'-3'215'0,"-1"3"-2"0,3-3-9 16,-3 3-6-16,0 0-11 0,0 0-15 0,0 0-10 16,0 0-23-16,0 0-12 0,0 0-4 0,0 0 2 15,-4 12-1-15,0-8-6 0,3 1-4 0,-5 1-6 0,2 2-6 16,-1-1-7-16,-2 3-9 0,1-2-2 0,-3 4-11 16,2-1-6-16,-1 1-4 0,0 2-5 15,-3 0-7-15,0 4-7 0,3-5-4 0,-3 1-1 16,2 1-3-16,-1 1-6 0,-1-3-3 0,3-2-3 0,0 1 4 15,2-1-5-15,-3-1-6 0,6-2 2 0,-1 0-3 16,1-1-1-16,-1-4-2 0,1 2 4 0,1-2-7 16,2-3-2-16,0 0 2 0,0 0-5 15,0 0 2-15,0 0-1 0,18-8-3 0,-9 0-1 0,-2-1-4 16,4 0-1-16,4-4-1 0,-3-2 1 0,3 2 1 16,-3-1-2-16,3 3 1 0,-4 2 1 0,1-4-1 15,-3 3 0-15,0 2 7 0,-2 0-7 0,0 2 2 16,-2 0 2-16,-1 1 7 0,4 2 2 0,-8-1 9 15,4 2-1-15,-2-2 3 0,-2 4 2 0,2-5-6 16,-2 5-1-16,0 0 7 0,0 0 20 0,0 0 5 16,-17 12 4-16,11-8-5 0,-1 3-5 0,1 2 8 15,-4-3-14-15,2 4 4 0,0-1-3 0,-1 1-4 16,-1-1-6-16,3 0 5 0,-1 1-6 0,1 0 5 16,-1-3-9-16,4-1-4 0,-3 2-18 0,1-3-30 15,2 0-48-15,0 1-71 0,-2-2-108 0,2-2-357 16,2 1-665-16,2-3 294 0</inkml:trace>
  <inkml:trace contextRef="#ctx0" brushRef="#br0" timeOffset="-184409.51">11758 8096 155 0,'-4'-6'264'16,"2"2"2"-16,-2 0-2 0,4-3 3 0,-1 1-5 15,1 4 10-15,-3-3 3 0,3 5-2 0,0-6 0 16,0 6-17-16,-1-4-16 0,1 4-22 0,0 0-24 0,-3-3-21 16,3 3-21-16,0 0-16 0,0 0-15 0,0 0-11 15,0 0 1-15,0 0-28 0,0 0-5 0,4 16-13 16,-1-11 2-16,-3 1-5 0,1 1-11 0,3-2-1 15,-1 3-6-15,1-1-4 0,0 0-8 0,0 0-1 16,0-2-1-16,1 1-1 0,-3-2 0 0,3 0-7 16,0 0 0-16,0 0-2 0,-1-2-3 0,-1 1 1 15,-3-3-2-15,12 1 0 0,-12-1-6 0,11-3 0 16,-4 1-4-16,-2-3 3 0,6 0-1 0,-4-3-1 16,3 0 0-16,-5-2 1 0,6 0-12 0,-6-2 10 15,5-5-7-15,-3 1 5 0,1 2-14 0,-4 0-10 16,1-2-12-16,-1 5-23 0,-1-2-30 0,1 2-36 15,0-1-35-15,-1 6-48 0,-3-2-68 0,4 0-68 0,-4 2-307 16,1 1-700-16,-1 1 310 0</inkml:trace>
  <inkml:trace contextRef="#ctx0" brushRef="#br0" timeOffset="-182565.92">12915 8043 59 0,'-1'-7'357'0,"1"2"0"16,0 1 4-16,0-1 1 0,0 5-14 0,0-6-17 15,0 6-23-15,-1-4-34 0,1 4-30 0,0-4-25 0,0 4-24 16,0 0-25-16,0 0-16 0,0 0-19 16,0 0-9-16,0 0-15 0,8 9-7 0,-3-4-14 15,-1 1-7-15,0 1-10 0,2-1-4 0,-2 2-11 0,0-1-3 16,1-1-9-16,2 4 2 0,-3-3-6 0,-1-1-7 15,2-1-4-15,0-1 14 0,-4 2-22 0,0 0 5 16,3-4-3-16,0-1 1 0,-4-1-1 0,3 5 0 16,-3-5-2-16,4 2-1 0,-4-2 0 0,0 0-4 15,4-7-1-15,-1 3-3 0,1-1-7 0,-2-2 5 16,2-1-2-16,1-2 6 0,-4-1-11 0,5-1-2 16,-5 0-7-16,2 0-23 0,1-1-28 0,-3 0-42 15,3-5-37-15,1 1-36 0,-2 4-42 0,0 2-72 16,1-2-53-16,0 5-312 0,-1 0-703 0,0-1 312 15</inkml:trace>
  <inkml:trace contextRef="#ctx0" brushRef="#br0" timeOffset="-181689.47">14066 7908 137 0,'0'0'296'0,"0"0"-17"16,0 0-29-16,0 0-27 0,0 0-20 0,0 0-20 16,0 0-17-16,0 0-16 0,0 0-15 0,0 0-10 15,0 11-8-15,0-11-6 0,0 3-9 0,0-3-9 16,0 6-8-16,1-4-6 0,-1-2-9 0,0 5 0 15,0-5-10-15,0 0-7 0,0 5-5 0,0-5-3 0,4 4-3 16,-4-4 3-16,0 0 7 0,2 2-1 0,-2-2-2 16,0 0-1-16,0 0-4 0,0 0-3 15,0 0-2-15,15-5-2 0,-14 3-3 0,3-2-2 0,0 0-4 16,-3 1-6-16,2-2 2 0,-3 1-4 0,3-3 4 16,0 2-23-16,-3-3-40 0,0 3-34 0,-3-1-53 15,3-2-67-15,0-1-83 0,0 3-225 0,-3-4-543 16,3-1 240-16</inkml:trace>
  <inkml:trace contextRef="#ctx0" brushRef="#br0" timeOffset="-180618.65">14905 7968 231 0,'0'0'269'0,"0"0"-6"0,0 0-8 16,0 0-9-16,0 0-9 0,0 0-10 0,0 0-13 16,-7-4-16-16,7 4-10 0,0 0-21 0,0 0-15 15,0 0-14-15,0 0-15 0,0 0-16 0,0 0-4 16,0 0-12-16,0 0-6 0,0 0-10 0,-7 10-7 0,7-7-4 16,0-3-12-16,-2 7-1 0,2-2-5 15,0-1-7-15,2 1-2 0,0 0-2 0,-1 0-4 16,2 0 8-16,1 2-13 0,0-2 0 0,0 0-1 0,3 0-6 15,0 1 7-15,2 2-8 0,0-3-8 0,-1 2 7 16,1 0-5-16,-3-3 1 0,0 0-2 0,4 3-5 16,-5-3 2-16,2 2-2 0,-3 0 2 0,2-1-3 15,-1 0 1-15,-2 2 3 0,2-1-6 0,-5-1-2 16,0 0 5-16,0-1 1 0,0 1 1 0,-5 1-3 16,2 0-1-16,-2-1 5 0,-1 0-4 0,1 0 0 15,-5-1 1-15,2 1 2 0,-3-2 1 0,-2 2 6 16,3-2-12-16,-2 0 0 0,0 0-1 0,-2-2 1 15,4 0 0-15,-2-1-31 0,1-1-12 0,-1 1-10 16,1-2-16-16,3-1-26 0,1 0-28 0,1-1-29 16,0 1-37-16,2-2-35 0,4-2-43 0,0 1-232 15,0-4-536-15,4-2 237 16</inkml:trace>
  <inkml:trace contextRef="#ctx0" brushRef="#br0" timeOffset="-180397.08">14834 7956 292 0,'0'0'331'0,"-8"0"-6"16,8 0-13-16,0 0-10 0,0 0 0 0,-2-5-25 16,2 5-15-16,0 0-23 0,0 0-29 0,13-3-11 15,-6 0-21-15,-3 1-17 0,4-1-21 0,2 2-7 16,-5 0-14-16,5-2-15 0,-2 0 8 0,3 2-30 15,-2 0-12-15,-2-1-27 0,1 0-30 0,0 2-41 16,-2-3-37-16,-6 3-47 0,9-1-57 0,-2 1-55 16,-3-3-68-16,-4 3-261 0,1-5-599 0,-1 5 265 15</inkml:trace>
  <inkml:trace contextRef="#ctx0" brushRef="#br0" timeOffset="-179819">14377 8068 19 0,'-9'0'321'0,"9"0"-5"0,0 0-5 15,0 0-19-15,0 0-11 0,0 0-16 0,0 0-14 16,0 0-15-16,0 0-19 0,0 0-15 0,0 0-19 16,0 0-22-16,0 0-10 0,0 0-20 0,0 0-6 15,0 0-17-15,0 0-9 0,0 0-9 0,0 0-8 16,0 0-1-16,0 0-30 0,0 0-23 0,0 0-37 16,0 0-33-16,0 0-40 0,23-1-43 0,-23 1-48 15,9 0-50-15,-3-2-43 0,-6 2-248 0,11 0-557 16,-6 0 248-16</inkml:trace>
  <inkml:trace contextRef="#ctx0" brushRef="#br0" timeOffset="-179678.39">14515 8052 105 0,'4'-3'225'0,"-4"3"-6"0,-3-5-8 16,3 5-21-16,0 0-19 0,3-4-17 0,-3 4-11 15,0 0-17-15,0 0-13 0,1-4-15 0,-1 4-11 16,0 0-18-16,0 0-40 0,0 0-46 0,8 0-58 15,-8 0-50-15,7-1-163 0,-7 1-311 0,0 0 139 16</inkml:trace>
  <inkml:trace contextRef="#ctx0" brushRef="#br0" timeOffset="-179506.53">14596 8052 163 0,'0'0'255'0,"0"0"6"0,0 0-5 16,0 0-7-16,10-7-20 0,-9 6-18 0,3-2-22 15,2 1-20-15,-6 2-17 0,5-1-13 0,-5 1-16 0,10-4-12 16,-6 3-11-16,0-1-12 0,-4 2-26 16,11-1-34-16,-11 1-53 0,4-2-58 0,-4 2-64 15,7-2-58-15,-7 2-183 0,4-1-420 0,-4 1 186 16</inkml:trace>
  <inkml:trace contextRef="#ctx0" brushRef="#br0" timeOffset="-179350.29">14692 8041 149 0,'0'0'249'0,"0"0"-9"0,0 0-18 0,0 0-19 0,0 0-16 15,0 0-17-15,0 0-18 0,0 0-18 0,0 0-14 16,0 0-24-16,1-13-48 0,-1 13-73 0,0 0-83 16,0 0-199-16,4-2-331 0,-4 2 147 0</inkml:trace>
  <inkml:trace contextRef="#ctx0" brushRef="#br0" timeOffset="-170904.12">15347 7554 261 0,'0'-4'302'0,"-1"-1"2"0,0 0-14 0,-1-1-1 16,1 1-14-16,-1-1-8 0,2 1-3 0,0 5-10 15,-1-9-1-15,0 5-15 0,1 4-15 0,-2-6-15 16,2 6-3-16,-1-5-25 0,1 5-17 0,0-3-19 16,0 3-16-16,0 0-9 0,-3-5-16 0,3 5-14 15,0 0-9-15,0 0-14 0,0 0 0 0,0 0-10 16,0 0-6-16,-1 14-11 0,1-9 5 0,0 1-5 16,0 2-5-16,0 0-5 0,0 2-2 0,1 0 5 15,-1-1-30-15,0 3-32 0,3-5-43 0,0 4-31 0,-1 2-27 16,3-4-29-16,0 4-37 0,0-1-63 15,2-1-58-15,1-1-58 0,-2 2-203 0,-1-3-628 16,3 0 278-16</inkml:trace>
  <inkml:trace contextRef="#ctx0" brushRef="#br0" timeOffset="-170348.9">15518 7922 82 0,'0'-3'337'0,"0"3"-5"0,-2-5-19 0,2 5-15 16,-2-5-25-16,2 5-28 0,0 0-19 0,0 0-28 15,0 0-25-15,-17 7-12 0,13-2-3 0,-2 0-27 16,-1 1-15-16,-1 5-6 0,2-3-14 0,-3 4-9 16,4 0-11-16,-3-1-8 0,2 2 1 0,2-2-12 15,0 2-5-15,0 0-5 0,3 0-2 0,-1-3-6 16,2 1-8-16,2 1 3 0,-1-6-3 0,0 5-1 16,1-5-1-16,3 2-1 0,-2-3-11 0,0 0 4 15,0-1 2-15,0-2-3 0,3 0 1 0,-6-2-1 16,5 3-3-16,-5-3-3 0,0 0 5 0,10-8-3 15,-9 4-9-15,-1 0 7 0,0-1-9 0,0 5 7 16,-2-9-3-16,-4 1-4 0,1 0 0 0,-1-1-9 16,-3 0-26-16,2 1-26 0,-3 2-37 0,-2-1-56 0,1-1-72 31,0 1-93-31,-2-1-245 0,2 0-605 0,-4-2 268 16</inkml:trace>
  <inkml:trace contextRef="#ctx0" brushRef="#br0" timeOffset="-169049.71">14970 5215 168 0,'0'0'267'16,"0"0"-6"-16,2-5-14 0,-2 5-9 0,0 0-11 15,0 0-14-15,0 0-20 0,0 0-20 0,0 0-16 16,0 0-17-16,0 0-16 0,0 0-15 0,0 0-10 15,0 0-11-15,0 0-8 0,0 0-7 0,0 0-8 16,0 16-7-16,4-12-9 0,-4 1-2 0,1 0-5 16,-1 0-1-16,3 0-6 0,-2 0-7 0,2-1 3 15,1-1-4-15,0 2-2 0,-3-3-1 0,4 1-5 16,-3-1 4-16,-2-2-4 0,6 3 1 0,-2-2 0 16,-4-1-7-16,9 0 2 0,-9 0-2 0,10-4 0 0,-6 1-2 15,3 0-2-15,-2-1-2 0,-1-1 1 0,0 0-1 16,0 1 1-16,2-1-1 0,-5 0 1 15,2 0-1-15,-2 0 3 0,-1 0-2 0,5 0 5 0,-5 0-5 16,-5-2 3-16,1 4-5 0,3-1 2 0,-5 2-2 16,0-2 2-16,0 3 1 0,6 1-5 0,-15 0 1 15,7 0-3-15,8 0-2 0,-15 1 4 0,8 1 7 16,0 1-9-16,1 0-1 0,-1-1 1 0,3 1-1 16,-2-1-2-16,2 5 2 0,2-4 6 0,2-3-7 15,-5 6 2-15,4-5-4 0,1 4 2 0,0-5 3 16,4 5-3-16,-4-5 0 0,4 3 2 0,-4-3-4 15,10 0 0-15,-10 0 1 0,11-2-3 0,-11 2 3 16,11-6 0-16,-6 4 2 0,2-2-1 0,-2 1 0 16,-1-1 0-16,-2 0-4 0,3-2 7 0,-5 4-3 15,0-4 4-15,0 2-5 0,0 4-1 0,-1-7 0 16,1 7 1-16,-4-4-3 0,2 0 9 0,-2 1-12 16,-4 2 4-16,8 1-6 0,-7-1 2 0,7 1 1 0,-12 2-5 15,4 1-17-15,1 1-24 0,2-1-22 0,1 2-38 16,2 2-60-16,-1 0-66 0,2 0-255 15,2 0-534-15,2 1 237 0</inkml:trace>
  <inkml:trace contextRef="#ctx0" brushRef="#br0" timeOffset="-146039.8">14511 5592 173 0,'0'-5'206'15,"0"5"3"-15,0 0-6 0,-2-4-7 0,2 4-4 16,0 0-12-16,-1-4-1 0,1 4-11 0,0 0-11 16,-3-4-6-16,3 4-21 0,0 0-10 0,0 0-13 15,-4-2-9-15,4 2-5 0,0 0-12 0,0 0-10 16,0 0-9-16,0 0-5 0,0 0-7 0,-8 0-11 16,8 0-2-16,0 0-6 0,0 0-6 0,0 0 0 15,0 0-3-15,3 10-7 0,-3-10 2 0,5 6-9 16,-1-3 0-16,-1-1-4 0,4 1-6 0,-2 0-9 0,3-2-12 15,-1 0-1-15,1 1-7 0,3-1-4 0,-1-1 3 16,-2 0 3-16,-4-1 1 0,5-1 3 16,-2 1 3-16,-3-1 6 0,0-2 0 0,-1 2 1 0,0-2 3 15,1-1 8-15,-4 0 8 0,0 0-4 0,-4-1 2 16,1 2 1-16,0-3 1 0,-1 1 8 0,-3 2 7 16,2 0 1-16,-4-1-1 0,3 0-2 0,1 1-1 15,-1 3-2-15,-2-2-4 0,3 2-3 0,5 1 0 16,-10 0-2-16,10 0-5 0,-9 4-7 0,3-3-17 15,5 3-27-15,1 3-42 0,0-2-32 0,1-2-51 16,6 4-56-16,1-1-142 0,0 1-404 0,3-1 179 16</inkml:trace>
  <inkml:trace contextRef="#ctx0" brushRef="#br0" timeOffset="-143461.55">14549 5697 106 0,'0'0'220'0,"0"0"-6"16,0 0-17-16,0 0-8 0,0 0-17 0,0 0-20 15,0 0-14-15,0 0-14 0,0 0-9 0,0 0-18 16,0 0-10-16,0 0-12 0,0 0-4 0,0 0-8 16,0 0-8-16,0 0-4 0,0 0-5 0,0 0-7 15,0 11-1-15,0-11-4 0,5 8-3 0,-4-5 0 16,2-1-8-16,3 1-6 0,-5-1-6 0,3 0-11 15,-4-2-4-15,6 3-3 0,-6-3-3 0,8 4 1 16,-7-2-2-16,-1-2 2 0,0 0-3 0,0 0 3 16,0 0-2-16,0 0 2 0,8-6 0 0,-8 6 0 15,0-5 2-15,0 5 0 0,0-6 0 0,0 6 4 16,-4-9 1-16,3 5 3 0,-1 3 5 0,0-4 7 16,-2-1 4-16,4 6 5 0,-6-5-1 0,2 3 0 0,4 2-2 15,-4-4-1-15,0 2-6 0,4 2-2 0,0 0-3 16,-7-3-3-16,7 3 3 0,0 0-2 15,-13 5-3-15,11-2-1 0,2-3 4 0,-4 3-5 0,3 1 0 16,-2 2 2-16,3-1-1 0,0-3-1 0,3 3-1 16,-2 2 7-16,3-2-8 0,-2-1-4 0,5 1-1 15,-1-1-6-15,-2 0-3 0,2-2-4 0,-1-1-6 16,-1 2 1-16,-4-3 4 0,12 1 0 0,-9 0 1 16,-3-1 1-16,10-1 4 0,-10 1 2 0,5-4 2 15,-5 4 1-15,3-5 1 0,1 3 4 0,-4 2 1 16,-3-9 6-16,2 5 9 0,-2 0 1 0,2-3 7 15,-2 4 6-15,-2 0 1 0,0-2 4 0,3 0-1 16,-2 2 2-16,-3 1-9 0,3-1 0 0,4 3-7 16,-11-1-1-16,11 1-5 0,-7 0 0 0,7 0 1 15,-12 1-1-15,9 2-3 0,1 2 7 0,0 0-9 16,1-2-2-16,-2 0 1 0,6 2 5 0,-2 1-7 16,1-2 1-16,0-1-1 0,4-1-1 0,-1 4-5 15,3-2 0-15,-1-1-2 0,0-2 3 0,0 1-4 0,-2 0 0 16,0-1 2-16,4-1 2 0,-9 0 0 15,8-1 2-15,-8 1 2 0,8-5 2 0,-5 1 3 16,-2 1-2-16,-1 3 2 0,-1-9 3 0,-1 4 1 16,-2 3-1-16,0-6 2 0,0 3 6 0,-1 0 1 0,-1-2-6 15,2 2-1-15,-4 2-3 0,1 0-2 0,-1 1 0 16,1 0-2-16,-1 0-1 0,0 2-1 16,8 0-6-16,-14 3-34 0,9 2-35 0,-2-1-48 0,6-2-54 15,-3 5-189-15,2 1-396 0,2-3 175 0</inkml:trace>
  <inkml:trace contextRef="#ctx0" brushRef="#br0" timeOffset="-142633.49">14486 5801 23 0,'-2'3'69'16,"0"1"-4"-16,2-4-9 0,0 8-10 0,0-4-3 15,2 1 3-15,2-3-8 0,-1 1-2 0,2-2 1 16,1 2-5-16,1-2-2 0,3-1-8 0,-2 0-5 16,4 0 5-16,-1-1-2 0,0-1-7 0,0 0-2 15,-3-2 2-15,0 2-4 0,-2-3 1 0,2-1-2 16,-4 1 4-16,-3 1 11 0,3 0 18 0,-4-2 8 16,0 2 1-16,-5-1 4 0,2 2 7 0,-2-2 4 15,-4 0 1-15,3 3 7 0,-5-2-9 0,0 2 2 16,0 0-4-16,0 2-9 0,0 0 1 0,-1 0-3 15,1 0-13-15,3 3-4 0,-1-1-10 0,3 0 8 0,-1 1-6 16,0 0-4-16,3 2-2 0,2-1 2 16,0 1-3-16,2-1-1 0,3 3-8 0,1-3-12 15,0 1-24-15,7 3-42 0,0-4-41 0,1 0-153 0,-1-2-283 16,7 1 124-16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33DA4-7D0E-412B-ECCE-EA58FCDF36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3B3F93-FD0A-B9DF-D7E4-09940A3E74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65EF2-3D27-74DB-AC93-4B1957437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55C84-1E9E-4642-A301-6EAAC98A6312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70E2B4-3D52-AE8B-7220-08A2FB82A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6DBF4-E06F-89B3-631A-0E9021755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2A346-303C-483B-ABC3-281271FD5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065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CAFB3-3953-1597-BFC6-FD955EB37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26D75-6728-99A9-D9C9-33E6F38E9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1844A-A1E7-C0DA-2072-6BBFED3BB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55C84-1E9E-4642-A301-6EAAC98A6312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067ACA-FB40-EB0B-26E2-57CD40D37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3D46A-85B8-5E67-1F48-5D923788C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2A346-303C-483B-ABC3-281271FD5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346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F7C56-A988-9684-5418-790BFFBE9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CD6CDB-82C0-5D74-35BF-0EFDF5DB6A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F0AAF-E8E9-4E2F-C8EA-0C75442E3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55C84-1E9E-4642-A301-6EAAC98A6312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731D0-08CF-3A33-5F58-6A88B9986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3F9DA-0E3B-B647-0D62-C1162A1C1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2A346-303C-483B-ABC3-281271FD5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458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8A9D3-8341-7564-E4E7-6989349E2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49ED4-20E7-8FE6-AFE6-1A235293C6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3E9A99-7FC6-9765-7479-90AE257ABE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B0D503-0D3C-456D-5753-098164DF6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55C84-1E9E-4642-A301-6EAAC98A6312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A0CF99-479C-500B-5C19-FE4A7F8DB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1168BC-DACB-032E-3BB8-0FDEB7B60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2A346-303C-483B-ABC3-281271FD5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568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667E4-2D52-BE63-F2AF-858B28007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DD32B9-3E54-0478-0128-802D667D9A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FE2CE6-CA9C-889A-90FB-F7B89636B5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72778A-BBB8-2A2F-64D2-0C6E6D27D9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0A9696-F91C-CD57-102C-71A545A4A8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EE16CB-0D3D-9595-E989-10902B45E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55C84-1E9E-4642-A301-6EAAC98A6312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6DACBB-E5F7-D216-B98F-617DBC7D1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918EF2-D9A5-825B-F5A5-DBF79D5F8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2A346-303C-483B-ABC3-281271FD5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234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58F31-0A5B-45C6-641A-0AEA632D1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E4EF98-3224-917B-3938-97A6BA0BC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55C84-1E9E-4642-A301-6EAAC98A6312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44D3A1-9B72-1608-6C40-0E93EF03E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A7C4A7-010D-3283-63E5-BD9DD6851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2A346-303C-483B-ABC3-281271FD5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951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0BF2E7-CC89-BB0E-71E2-8684AACB5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55C84-1E9E-4642-A301-6EAAC98A6312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8972EE-ECC2-2A60-6C22-5C25E1800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2EAB6A-7B05-F6E7-0019-952E08F89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2A346-303C-483B-ABC3-281271FD5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386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C6468-8E0F-2139-943D-7C83C83C3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50C22-8002-14D7-29EA-7CA834C18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8482C7-9535-1AC2-DB41-29B5F41FC9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CE47B0-A1F0-C571-AD1D-A0D21767C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55C84-1E9E-4642-A301-6EAAC98A6312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4D3166-A693-A3EE-F359-8DD33B3A7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DDA124-B1BA-3F96-93D7-8AFFC2831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2A346-303C-483B-ABC3-281271FD5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207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57CB8-C57E-541C-B336-F34E2E0BD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58B11F-E45F-D948-4C49-BEEDD23C78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080330-9489-E3DD-3B53-C8E6B3A17A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3F86C8-2F98-67C4-3FBB-D9B29EF67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55C84-1E9E-4642-A301-6EAAC98A6312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1C846E-8C95-08E3-91C7-25B60933D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0C5829-681C-F176-5A5B-50C001D76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2A346-303C-483B-ABC3-281271FD5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951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484D0-0E7A-9C4C-EA1D-C23FC4BBE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0299AD-8F52-A3CF-B165-4151360AD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5200A0-2E44-28FA-C0B9-AAA6FBC6A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55C84-1E9E-4642-A301-6EAAC98A6312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68B8BC-36AD-33A2-6422-F64BC6F04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54A7D1-0F18-381A-F8EC-8F761C0A1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2A346-303C-483B-ABC3-281271FD5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895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F76F64-45E2-B5B0-D725-586BB73DE9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987F68-C0A4-47C1-E06F-641883B793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8E32C-0628-CE33-7CD0-ABF4CA2C7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55C84-1E9E-4642-A301-6EAAC98A6312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791CB-2E6C-B03C-31F1-8581B32BC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7CEE2-8027-C910-D803-63ACABD4E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2A346-303C-483B-ABC3-281271FD5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39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F18DD4-8524-5696-C6EB-8A74A7ED8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E43EC3-E828-E663-3A07-BDB3A6B06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87680-D653-78C2-85DA-943F4A9991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355C84-1E9E-4642-A301-6EAAC98A6312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ADB8C-03D6-0800-18A5-259A4C3540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49EFF-000B-5635-E599-7DFC4D2A0F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12A346-303C-483B-ABC3-281271FD5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369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63882-90CE-369D-E458-D3407FCD77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Week6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2B81E7-98EC-2003-0464-A0709348B6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177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D74E4-CFF3-FE30-26B9-0DFAA5E8C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5BD7F-C261-D066-504B-8FEFC7141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F602E0C-E7B8-4816-A435-E0C48D6A98BE}"/>
                  </a:ext>
                </a:extLst>
              </p14:cNvPr>
              <p14:cNvContentPartPr/>
              <p14:nvPr/>
            </p14:nvContentPartPr>
            <p14:xfrm>
              <a:off x="607320" y="492120"/>
              <a:ext cx="9776160" cy="57661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F602E0C-E7B8-4816-A435-E0C48D6A98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7960" y="482760"/>
                <a:ext cx="9794880" cy="578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01103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84A3D-B715-BFBF-6BBE-693DF4172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E884F-FD49-5AD6-6F69-097E25574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EF285-407C-9DE5-75B5-6D2957061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0A8BDD9-C38B-A631-E92D-87A933A807BA}"/>
                  </a:ext>
                </a:extLst>
              </p14:cNvPr>
              <p14:cNvContentPartPr/>
              <p14:nvPr/>
            </p14:nvContentPartPr>
            <p14:xfrm>
              <a:off x="889560" y="558000"/>
              <a:ext cx="8655120" cy="56718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0A8BDD9-C38B-A631-E92D-87A933A807B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80200" y="548640"/>
                <a:ext cx="8673840" cy="5690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89384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D0909-51F6-FC27-8F73-24DF2F4DF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EECDE-13E0-4B3E-7F49-E6D3C09CD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53B8D-0346-9BB0-9DDE-EEBE4A7A15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2256CAA-B205-ED68-D181-57437845410E}"/>
                  </a:ext>
                </a:extLst>
              </p14:cNvPr>
              <p14:cNvContentPartPr/>
              <p14:nvPr/>
            </p14:nvContentPartPr>
            <p14:xfrm>
              <a:off x="828720" y="304560"/>
              <a:ext cx="10937520" cy="5647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2256CAA-B205-ED68-D181-57437845410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19360" y="295200"/>
                <a:ext cx="10956240" cy="5666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22321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44D0A-E0D9-06F2-E4A3-B710E05F4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24BBC-599A-096C-7B1D-1F410C9BD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3842D-BA51-28A7-A3FC-87C9F1DC2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791484C-A298-623B-750F-6771FCC6E956}"/>
                  </a:ext>
                </a:extLst>
              </p14:cNvPr>
              <p14:cNvContentPartPr/>
              <p14:nvPr/>
            </p14:nvContentPartPr>
            <p14:xfrm>
              <a:off x="821880" y="316440"/>
              <a:ext cx="11283840" cy="61797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791484C-A298-623B-750F-6771FCC6E95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12520" y="307080"/>
                <a:ext cx="11302560" cy="6198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59779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564EC-AADC-AF5A-1B79-A5B429335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D03AC-FFB0-AAFC-8F22-21F1B7C79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582EC-8291-C110-E0CF-A471DF37B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F858206-7BC1-70C5-AD87-8181B457D1CC}"/>
                  </a:ext>
                </a:extLst>
              </p14:cNvPr>
              <p14:cNvContentPartPr/>
              <p14:nvPr/>
            </p14:nvContentPartPr>
            <p14:xfrm>
              <a:off x="1274400" y="918720"/>
              <a:ext cx="10639440" cy="55072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F858206-7BC1-70C5-AD87-8181B457D1C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65040" y="909360"/>
                <a:ext cx="10658160" cy="552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60350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8BB06-20A5-806B-8ED0-519C259DE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4997D-688D-8068-E0F0-2C6940892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6BD7F-DB76-94A1-7384-BE72B9AF74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F2448B2-3D4C-7DF4-E58F-265630CBE62E}"/>
                  </a:ext>
                </a:extLst>
              </p14:cNvPr>
              <p14:cNvContentPartPr/>
              <p14:nvPr/>
            </p14:nvContentPartPr>
            <p14:xfrm>
              <a:off x="957240" y="450000"/>
              <a:ext cx="11185200" cy="58878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F2448B2-3D4C-7DF4-E58F-265630CBE62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7880" y="440640"/>
                <a:ext cx="11203920" cy="5906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56121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B98C7-B3AF-AD43-D5E7-56291E94B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27E2C-7B72-B58D-324A-E815824AD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B5B0A-952E-6C5E-D7ED-7A73FC755D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85E3445-7874-0BB1-7820-0415AE9D3F78}"/>
                  </a:ext>
                </a:extLst>
              </p14:cNvPr>
              <p14:cNvContentPartPr/>
              <p14:nvPr/>
            </p14:nvContentPartPr>
            <p14:xfrm>
              <a:off x="2583720" y="427680"/>
              <a:ext cx="8086320" cy="28630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85E3445-7874-0BB1-7820-0415AE9D3F7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74360" y="418320"/>
                <a:ext cx="8105040" cy="2881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87468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06738-B433-8EF4-B0D4-40A4946CF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09CA5-8BB5-666E-71EE-20783192B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4B172-E336-0CBF-A6E8-5C6FA37751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000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53AE8-95D8-0BA8-E292-99730F820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3AACE-C326-452A-9D26-419E8C2E7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1BA6E-04C6-A315-E088-25E6B0CEC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346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D933E-1D15-2DFF-E233-B665DF3F2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C7491-B389-74E3-E8D5-C84AE1804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1E110-8D3F-33EE-E985-ECECA52A5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929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6A484-9068-42F0-BDF3-D13999DE0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2A751-5484-C403-F937-1A8A1ACF6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CF424-85F2-4420-93F5-169739A1C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8159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314CC-C55D-34DD-80CB-39461E377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8444D-C811-9EFF-869A-1B1D42B3B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9B78E-F147-0B79-6B6F-BABF1B6A0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5857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CF5E5-1A41-D4E0-9A94-A6F14A780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55E06-0031-ECCE-50B7-48742CDE6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CF5D9-D1F1-0889-E7BE-D00AF0FF4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3543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6252C-7876-FE04-FFDA-F2A84358C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ED517-493F-6803-4E5C-AA34FB713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BC91A-C809-A2FE-B425-70AC04605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6100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B67B8-6F35-A239-9044-FEBAE0785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80012-021C-9B99-53EF-ACA175A5C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B5C90-0446-53FB-5033-D158AB758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046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1</Words>
  <Application>Microsoft Office PowerPoint</Application>
  <PresentationFormat>Widescreen</PresentationFormat>
  <Paragraphs>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Week6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Ayyaz Hussain</dc:creator>
  <cp:lastModifiedBy>Ayyaz Hussain</cp:lastModifiedBy>
  <cp:revision>2</cp:revision>
  <dcterms:created xsi:type="dcterms:W3CDTF">2024-11-07T09:11:24Z</dcterms:created>
  <dcterms:modified xsi:type="dcterms:W3CDTF">2024-11-12T10:28:38Z</dcterms:modified>
</cp:coreProperties>
</file>