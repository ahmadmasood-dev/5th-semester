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34" d="100"/>
          <a:sy n="34" d="100"/>
        </p:scale>
        <p:origin x="12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4T09:40:58.50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3080 1173 28 0,'5'-6'287'0,"-3"-3"-6"0,1 0-5 15,0 0-27-15,0-2-7 0,1 1-20 0,-3 2-10 16,-1-1-10-16,4-1-8 0,-1 1-5 0,0 3-12 16,-1-6 6-16,0 4-31 0,-2-5-9 0,0 7-6 15,0-2-9-15,0-1-9 0,0 2-12 0,-2-2-3 16,0-2-17-16,-4 1-8 0,2 1-6 0,-1-2-14 16,-6 1-11-16,-1 0-1 0,2 1-10 0,-3-1 5 15,-2 3-5-15,0-1-9 0,2 3-2 0,-8-2-4 16,4 2-4-16,-4 3-9 0,-1 0 7 0,0 4-6 15,1 0-3-15,3 2 0 0,-2 0-5 0,0 5 0 16,3 1 0-16,1-2-4 0,4 8 5 0,1-5-3 16,4 6-3-16,-1 0 0 0,3-1 5 0,5 0-14 15,5 0 8-15,1 4 2 0,4 2 0 0,10 1 5 16,-2-2 1-16,4 1-4 0,14 0 0 0,-7-2-3 16,4 4 1-16,3-4 7 0,0-3-2 0,-1 4-3 15,-5-7 2-15,1 5-5 0,-4-4 1 0,1 0 13 16,-3 3-16-16,-2-2-7 0,-1 1 8 0,1-2-9 15,-5-5 2-15,-1 6 0 0,-1-6 0 0,-3 2 0 16,2 1-1-16,-6-1 1 0,-1 0 2 0,-2-1 4 16,1 0 0-16,-5-1-2 0,3-2-3 0,-5 5 8 15,1-7 7-15,-2 3-6 0,1 2 6 0,-7-6 1 16,7 0 2-16,-8 1 2 0,-1 2 11 0,-4-7 2 16,0 3 8-16,1 1 8 0,-6-3-5 0,0-2 22 0,0 1-19 15,-2 2 6-15,2-6-3 0,-4 2-8 0,6-1 3 16,-4 0 0-16,3-2-6 0,-1 1-3 0,5 2-1 15,0-1-2-15,-1-3-9 0,6 5 0 0,8 0 5 16,-17-3 1-16,11 2-9 0,6 1-1 0,-13 0-6 16,13 0-5-16,0 0-15 0,-9-3-29 0,9 3-19 15,0 0-25-15,0 0-24 0,0 0-20 0,0 0-26 16,0 0-28-16,0 0-33 0,0 0-39 0,0 0-41 16,0 0-236-16,0 0-581 0,0 0 258 0</inkml:trace>
  <inkml:trace contextRef="#ctx0" brushRef="#br0" timeOffset="932.43">3527 1474 196 0,'0'0'209'0,"10"0"-24"0,-10 0-14 15,0 0-16-15,13 0-11 0,-13 0-12 0,15 4-14 16,-15-4-12-16,16-4-5 0,-1 4-10 0,-6-1-11 15,4-3-9-15,-2 4-7 0,4-5-4 0,4 2-3 16,-11-3-7-16,7 3-6 0,0-5-2 0,-2 1-6 16,-3 1 0-16,1-1-2 0,-4-1-7 0,1-7-1 15,-1 6 1-15,0 0 3 0,-6-3-6 0,-1 0 2 16,7-3-1-16,-7 3-3 0,-7 3 0 0,6-4 11 16,-6 5 2-16,5-6 1 0,-9 3 2 0,2 4-1 15,3-2-3-15,-4 4-4 0,-2 0 5 0,-3 3-10 16,0 1-6-16,1-1 0 0,-1 2-1 0,-4 3-2 15,1 5-2-15,2 1-3 0,1 0-1 0,-2 1 1 16,2 5-1-16,0-5-4 0,-1 0 2 0,8 6-1 16,-2 2-1-16,10-6 0 0,-7 2-2 0,5 4 1 15,2-3 2-15,4 3 2 0,4-3-1 0,4 0 3 0,1-2-1 16,10 2-2-16,0-3 4 0,9 0-1 0,2-4-5 16,13 1 1-16,-4 1-1 0,0-8-23 15,5-2-13-15,-5 0-13 0,5-2-11 0,-12-5-9 16,-3-3-8-16,10-3 0 0,-6 4 2 0,-9-3 6 15,2-3 7-15,-1 2 7 0,0-4 4 0,-5 1 7 0,0-4 11 16,-5 2 2-16,-2-1 20 0,-5 2 19 0,-4-1 8 16,0 5 11-16,-6-2 11 0,-2 4 11 15,-2-2 11-15,-1 4-3 0,-7-1-7 0,-2-1 7 16,-1 0-13-16,0 6-6 0,-2-3-2 0,-2 7-4 0,-4-1-3 16,4 2-2-16,-9 2-5 0,3 3-2 0,1 2-2 15,2 0-3-15,-5 6-3 0,4-4-3 0,6 4 0 16,-5 4-2-16,5-6 1 0,-1 5-4 0,3-1 0 15,4 1-3-15,1-3 11 0,0 1-12 0,1 1-2 16,4-3-1-16,3 0-12 0,0-5-4 0,0-1-5 16,1 3 1-16,3-4 1 0,2-2 2 0,6-2 1 15,0 2 0-15,1-6 1 0,3 2 3 0,-6-2 1 16,8-5-1-16,-3-1 4 0,-1-1 0 16,0-2 3-16,1 1-2 0,0 0 10 0,-1-1 28 0,-6 0 23 15,5 2 21-15,-5 0 11 0,1-1 13 0,-4 3 14 16,-2 0 12-16,2-1 7 0,-4 1-3 0,-1 3-4 15,5 3-16-15,-5 2-18 0,5-7-14 0,-5 7-11 16,0 0-12-16,0 0-4 0,0 0 0 0,17 14-7 16,-15-6-13-16,1 5 4 0,0-4-5 0,1 9-9 15,2-3 15-15,1 5-12 0,-1-5-6 0,3 2 1 16,-1 1-18-16,7 1-33 0,-9-4-19 0,6-2-19 16,-2 1-16-16,0-2-22 0,-3-5-8 0,-1-1-4 15,7-3-7-15,-4-2-17 0,-9-1-22 0,16-2-18 16,-3-3-20-16,-6-3-22 0,3 3-12 0,2-11-11 15,-9 6 5-15,4-7 4 0,-2-1-131 0,1-1-398 16,-4-1 177-16</inkml:trace>
  <inkml:trace contextRef="#ctx0" brushRef="#br0" timeOffset="1816.01">4397 1339 1129 0,'2'-15'-83'0,"-2"-1"34"0,-2 3 38 0,2-4 21 15,0 9 27-15,0-4 27 0,0 5 12 0,0 7-2 16,0-8 2-16,0 4-15 0,0 4-9 0,0-8-7 16,0 8 0-16,0 0 5 0,14-1 21 0,-14 1 2 15,15 8-4-15,-7-4 3 0,0 5 1 0,7 1 5 16,0-1 5-16,0 4 5 0,1 0-11 0,4-4-9 15,2 10-5-15,-6-7-5 0,7 3-6 0,-4-4-7 16,-3 4-3-16,1-3-3 0,-2 0-5 0,1 3-1 16,-1-4-2-16,-3-3-6 0,-6 1-1 0,3 1 0 0,-3-3-1 15,1-1 3-15,-6 0 9 0,4-1 16 16,-5-5 21-16,0 0-3 0,-6 5 9 0,6-5 10 16,-13 3 1-16,13-3 1 0,0 0 9 0,-22-7-11 15,7 1 2-15,10 2-13 0,-5-3-5 0,4-1-6 0,4-2-11 16,-5-2-12-16,6-1-16 0,2 1-27 0,6-3-23 15,0-4-30-15,4 2-20 0,9-3-25 16,2 3-22-16,6-2-29 0,3 0-21 0,9 3-18 16,-9 0-10-16,12-3 0 0,-10 10-9 0,14-12 10 15,-7 8 9-15,-9 10 18 0,4-8 12 0,-5 2 16 0,-2 5 7 16,0-4 24-16,-12 5 21 0,-1-1 34 0,-1-1 30 16,-5 2 39-16,0 3 28 0,-9 0 14 15,6-3 7-15,-6 3 12 0,0 0 5 0,0 0 16 16,0 0 8-16,-21 11 13 0,4-4 5 0,1 1 2 0,-4 0 13 15,-8 3 4-15,5 2-3 0,-1 1 19 0,-4 1-19 16,3-2-6-16,4 2-4 0,1 5-14 0,3-8-11 16,1 3-6-16,3-1-12 0,-1 0-2 15,6 1-13-15,0 4-9 0,1-4-4 0,6 1-1 0,2 0-8 16,3-1-1-16,2-1-1 0,7-1-9 0,2-1-20 16,5-2-12-16,7 2-18 0,1-5-23 0,0-4-28 15,3 2-23-15,4-5-32 0,-5-5-18 0,0 0-23 16,8-2-11-16,-7-3-13 0,-3-4-1 0,2 2 13 15,-2-6 19-15,-1-3 8 0,-2 2 17 0,-2-7 16 16,3-6-2-16,-3 0 19 0,-8 3 20 0,-6-3 22 16,4 5 29-16,-8 0 45 0,0-1 33 0,-2 1 29 15,-1 1 27-15,-2 4 13 0,0 2 11 0,-5 4 16 16,5-4 7-16,-5 4 3 0,0 0 11 0,3-1 7 16,-1 0 5-16,3 9-1 0,-8-4-2 0,6 1-10 15,2 4-5-15,-7-1-22 0,7 0-10 0,0 8-18 16,0-8-9-16,0 4-18 0,0 4-12 0,0 0-7 15,0 0-11-15,0 0-4 0,0 0-6 0,0 0-4 16,9 16-6-16,-1-8-11 0,-3 6-9 0,2 3-2 16,-1-1 0-16,1 6-9 0,-4 5 0 0,4 2 5 15,-1 13-12-15,1-11 11 0,0-1-8 0,1 2-3 16,-5 9-8-16,7-4-4 0,-5-7 14 0,2-3-16 16,1-3 4-16,-3-2 3 0,2-3 0 0,-3-3 1 15,-2-1-3-15,1-6 8 0,2 2 0 0,0-7 5 16,-1 3 12-16,-3-2 26 0,-1-5 7 0,0 0-4 15,0 0-6-15,0 0-1 0,14-13-1 0,-8 3-5 16,2-3 0-16,-1-1-5 0,6-2-2 0,-6 0-7 16,10-10 0-16,-3 11-8 0,1 0 6 0,5-6-2 15,-3 6-5-15,-2 0 0 0,1 3 0 0,-3 0-3 16,2 0-3-16,0 4-5 0,-2 3 10 0,2-3-9 0,-6 5-3 16,4-3 3-16,-5 6-1 0,7 2 6 15,-5 2-9-15,3-1 1 0,-1 0-2 0,1 7-6 16,4-2-21-16,-6 4-17 0,4 0-22 0,0 3-31 15,2-3-20-15,1 5-31 0,2 2-34 0,-2 3-42 0,2-10-56 16,3 3-47-16,-2 0-307 0,9-3-693 0,-8-1 307 16</inkml:trace>
  <inkml:trace contextRef="#ctx0" brushRef="#br0" timeOffset="2085.27">7057 783 205 0,'-1'-7'363'15,"1"7"-19"-15,1-8-29 0,-1 8-42 0,0-6-28 16,0 6-28-16,0 0-24 0,0 0-22 0,0 0-13 16,9 28-19-16,-9-13-15 0,3 4-8 0,0 1-15 15,2 9-9-15,3 10-11 0,-3 1-4 0,5 2-7 16,-3 5-9-16,1 3-5 0,-1-4-7 0,8-3 1 15,-7-1-5-15,-5-10-3 0,7 11-20 0,-3-11-26 16,-4-3-20-16,4-2-27 0,-2-8-31 0,-4-3-46 16,6-1-38-16,-7-4-30 0,2-3-45 0,3-4-213 15,-5-4-490-15,0 0 217 0</inkml:trace>
  <inkml:trace contextRef="#ctx0" brushRef="#br0" timeOffset="2382.77">6936 727 163 0,'-6'-8'335'0,"-1"-3"-2"0,7 0-12 15,-1 6-11-15,-4-6-14 0,5 2-24 0,0 2-25 16,0-4-25-16,5 2-25 0,-4 2-20 0,6-1-5 16,3 2-32-16,5 0-15 0,0 3-14 0,-1-1-14 15,6 0-8-15,0 3-13 0,5 1-2 0,1 5-8 16,1 1-9-16,1 3-15 0,0-2-12 0,0 5-12 15,-4 0-3-15,-3-1-9 0,2 2-9 0,-1 3 2 16,-7 1-2-16,1-4-4 0,-1 2-3 0,-7 4 4 16,2-3-2-16,-6 3-4 0,-1 5 4 0,-1-7-1 15,-4 2-7-15,-5 7-15 0,-3-10-12 0,-5 11-21 16,-3-5-19-16,-2 2-24 0,-3-1-34 0,0-3-41 16,2 3-52-16,-8-3-58 0,-7 6-164 0,13-14-493 15,-2 4 219-15</inkml:trace>
  <inkml:trace contextRef="#ctx0" brushRef="#br0" timeOffset="2932.63">7435 1134 202 0,'0'0'296'16,"5"-3"-22"-16,1-3-22 0,-1 3-31 0,2-1-21 15,-7 4-18-15,11-7-22 0,3 3-15 0,-6 1-11 16,5 3-18-16,4 2-10 0,4-4-12 0,1 4-10 16,-2 2-9-16,8-1-6 0,-3 6-4 0,6-2-8 15,-1 2-6-15,-2 2-5 0,-7-3-10 0,6 2 2 16,-4 3-8-16,-6-1-16 0,-1 0-7 0,7 3-2 16,-11-3-4-16,3 5-4 0,-7-4-4 0,-1 1 5 15,-6-1-3-15,-1 1 3 0,-1-5-5 0,-1 4 6 0,-3-5-3 16,-3 2 3-16,-4-2-1 0,1-2 2 0,-6 0-2 15,6-3 5-15,-3 1-1 0,4-4 1 16,-1 0 4-16,3 2 10 0,8-2 6 0,-14-9 1 16,6 6 0-16,5 0-4 0,-1-6 1 0,4 9-5 15,0-15-2-15,5 7-2 0,0 1-3 0,2-2-1 0,1 3 4 16,7-1-6-16,-5-4-1 0,5 5-2 0,0 3-1 16,5-2 0-16,-4 5 0 0,4 0-2 15,-3 0 2-15,6 3 0 0,-3-1-2 0,-2 4 0 16,3-2 1-16,1 6-3 0,-1-3 2 0,8 1 0 0,0 2 0 15,-2 1 11-15,-4 0-3 0,-1-3-5 0,-4-2-5 16,5 0 1-16,-10-2 3 0,7-1 1 0,-3 2 0 16,-3-5-1-16,-7 3 11 0,-7-3-9 15,20-11 4-15,-15 7 5 0,-5-4 1 0,0-2 4 0,0-2 0 16,-5 3-2-16,-5-9 11 0,0 8 7 0,-3-7-7 16,-2-3 4-16,0 5-5 0,0 3-4 0,2 0 2 15,-2 0-4-15,-6 2-4 0,6 0-2 0,3 2 1 16,0 2-13-16,3 0-30 0,-3 3-37 0,2-1-47 15,-2 2-58-15,7 1-55 0,5 1-59 0,-14 0-162 16,14 0-481-16,0 0 214 0</inkml:trace>
  <inkml:trace contextRef="#ctx0" brushRef="#br0" timeOffset="4283.09">8522 672 351 0,'5'-4'361'0,"-3"-3"-16"0,-2 7-9 16,1-7-42-16,-1 7-33 0,0 0-27 0,-1-9-29 15,1 9-22-15,0 0-20 0,0 0-16 0,0 0-17 16,1 21-17-16,-1-11-7 0,5 6-11 0,-5 0-7 16,2 0-11-16,5 4-9 0,-7 1-4 0,0 4-7 15,8 5-5-15,0-4-2 0,-3-1-7 0,5 4-22 16,0-5-14-16,0 0-6 0,3 3-13 0,-6 0-11 15,3-8-11-15,1-2-3 0,-1 1-6 0,2-9-2 16,-2 6 1-16,6-3 0 0,-1-2 2 0,0-2 5 16,7 0 5-16,-6-4 2 0,2-3 3 0,2 2 0 15,0 0 5-15,0-3 2 0,-2 2 4 0,0-2 1 16,-1 2 3-16,4-4-1 0,-1 0 4 0,-3 4 13 16,-4-2-10-16,-5 0-3 0,7 2 4 0,-3-1-3 15,-4-1 3-15,-8 0-2 0,15 3 4 0,-8 0 8 16,-4 2-7-16,-3-5-2 0,11 5 0 0,-7-2 1 15,-4 5 0-15,-2-1 0 0,-3 1 6 0,2 0-4 16,-5 0 0-16,-1-3 2 0,-7 5 3 0,4-2-4 16,-8-4 1-16,4 4 1 0,-6-6 0 0,1 0 1 15,1 5 0-15,3-7 0 0,-4 0-3 0,-1-4 14 16,7 0-12-16,-1 3 1 0,3-4 10 0,-1-1 5 16,6-1 3-16,0-4-2 0,0 2 1 0,4-2-3 15,6-5 0-15,-4 2 2 0,6-7-5 0,-1 2 1 16,10-8-6-16,0 0 7 0,9-11-6 0,3 4-2 0,3 1-5 15,-5 0 1-15,7 1 1 0,-2 2-2 16,-8 5 1-16,1 2 0 0,1 1-4 0,-12 5 4 16,5 6 17-16,-2-5 15 0,-5 5 6 0,0 2-4 15,-3-1-1-15,2 5-3 0,-2-5-4 0,0 8-8 0,0-1-4 16,-5 3-6-16,0 0 2 0,0 0-5 0,0 0 3 16,10 8-5-16,-10 3 0 0,1-2 12 15,-2 5-15-15,6 1 3 0,-5 4-2 0,1 3-1 16,3 4-2-16,-4-2 1 0,3 7-3 0,-1-4-4 0,-1 0-9 15,4 2-8-15,2-5-6 0,0 0-9 0,3 4-2 16,-2-1-5-16,7-4-9 0,-2-5 14 16,0 0-19-16,5-1-3 0,2-4 0 0,3-2 2 15,1-3 7-15,-5-1 6 0,3-3 4 0,1-3 4 16,0-1 4-16,-4-4 10 0,2-1-3 0,-3-5 20 0,2 2 16 16,-3-1 13-16,-4 1 15 0,2-2 9 0,-2 0 4 15,-8 1 3-15,5-3 10 0,-5 4-5 0,2 1 6 16,-1-5-2-16,-4 7 4 0,4-3-6 15,-2 1 10-15,-4 3-21 0,0 4-7 0,0 0-4 0,-4-8-8 16,4 8-4-16,0 0-9 0,0 0 2 0,0 0 0 16,-23 12-8-16,20-4-1 0,-2 1-9 0,5-1-8 15,-5 5-9-15,5-1-4 0,0-3-1 0,5 3-9 16,-3 1-6-16,11-1-2 0,-5 4-1 0,7-8-14 16,7 3-10-16,-1 0-10 0,11-4 1 0,-4-1-5 15,1-4 3-15,5 2 7 0,-1-8 2 0,3-1 11 16,-4 0 3-16,1-2 4 0,-2-5 10 0,-4 3 4 15,-3-5 10-15,6 1 16 0,-10 5 15 0,2-3 16 16,1-3 11-16,-8 2 12 0,-7 3 9 0,5-2 13 16,-6 4-2-16,-1 2-1 0,-2-2-3 0,2-1-4 15,-6 4-6-15,5 0 2 0,-5 4-10 0,4-7-5 16,-4 7-10-16,0 0 1 0,0 0-10 0,0 0 11 16,0 0-13-16,0 0-3 0,-14 20-3 0,13-13-4 15,-1 0 3-15,-5 1-7 0,7 4-5 0,0-1-5 16,0 0-8-16,0 1-2 0,0-1-3 0,0-3 0 15,7-4 0-15,0 7-1 0,-1-3 2 0,-2-1-2 16,4-6-1-16,3 3 6 0,-1-3-1 0,5 2 1 16,0-6 5-16,-3 3-5 0,-2-6-1 0,8 0 2 15,-3-2 3-15,3 0-1 0,-3-3 3 0,0 2 3 16,-4 2 0-16,1-5 3 0,-2 4 4 0,0 1 6 16,-2-1 4-16,-1 2 6 0,-6-1 4 0,6 2-9 15,-7 5 0-15,8-5-5 0,-8-2-4 0,0 7-1 16,0 0-8-16,7-3 7 0,-7 3-3 0,0 0-2 15,0 0-1-15,0 0 2 0,0 0-4 0,7 12 5 16,-7-12-2-16,0 10 4 0,4-2 10 0,-4 3-10 0,2-4-2 16,0 2 2-16,3 2-5 0,-4-3-5 0,11 3 0 15,-9-7 2-15,4 4-2 0,1-4 7 16,5 3 1-16,1-3 0 0,1-3-4 0,1 1 0 16,4-2 1-16,-2-2 1 0,2-2 0 0,0 0 3 0,0-3 2 15,8-3-3-15,-12 3 17 0,13-4 9 0,-8 0 6 16,-6 2 9-16,5 2 15 0,-5-1 18 0,-7 0 13 15,7-1 6-15,-7 1 2 0,5 3 4 16,-6 0 6-16,-5-4-2 0,9 4-7 0,-7 2-11 0,1-2-8 16,-5 5-10-16,6-2-9 0,-6 2-3 0,5-7-14 15,-5 7-10-15,0 0-19 0,5-4-14 0,-5 4-19 16,0 0-9-16,0 0-14 0,0 0-29 0,18 12-24 16,-18-12-8-16,5 6-22 0,0 2-23 0,2-1-32 15,0 3-37-15,-4-5-37 0,8 2-53 0,-2 1-276 16,-6 4-634-16,4-5 280 0</inkml:trace>
  <inkml:trace contextRef="#ctx0" brushRef="#br0" timeOffset="5216.6">1650 1417 230 0,'0'0'323'0,"-12"0"-13"0,12 0-9 16,0 0-15-16,-8-1-18 0,8 1-25 0,0 0-10 16,0 0-32-16,0 0-21 0,-7-4-23 0,7 4-9 0,0 0-20 15,0 0-12-15,0 0-12 0,0 0-8 0,0 0-12 16,30-4-1-16,-10 3-11 0,2-1-3 0,11-2-15 15,1 0-2-15,14-1-3 0,2 2-16 16,1-1-32-16,6-1-28 0,-4 2-35 0,3-3-44 0,-1 0-42 16,-6-1-49-16,-4-1-58 0,0 2-250 0,-7 1-546 15,-10 1 242-15</inkml:trace>
  <inkml:trace contextRef="#ctx0" brushRef="#br0" timeOffset="5516.6">2110 1187 153 0,'0'0'261'0,"0"0"-18"0,0 0-19 0,0 0-17 16,0 0-3-16,0 0-24 0,0 0-11 0,0 0-13 15,26-7-14-15,-26 7-12 0,22 7-9 0,-10-6-16 16,2 3-7-16,6 1-11 0,-3 2-11 0,3-4-7 15,0 5-5-15,-4-1-12 0,-1 1 0 0,2 3-7 16,-4-4-3-16,2 3-5 0,0 2-3 0,-2-1-4 16,-5 4-1-16,0-6-2 0,1 5-6 0,-9-2 1 15,0 4 0-15,0-1-2 0,-9 3 2 0,1 2-7 16,0-3 0-16,-7 1-2 0,0 6 4 0,0-4-20 16,-5-1-39-16,-3 4-60 0,8-11-100 0,2 3-275 15,-10 1-515-15,10-5 229 0</inkml:trace>
  <inkml:trace contextRef="#ctx0" brushRef="#br0" timeOffset="22115.32">4051 3171 236 0,'0'0'329'0,"0"-12"-12"0,0 6-13 16,0 6-14-16,0-9-15 0,0 9-3 0,2-8-43 16,-2 8-21-16,0 0-21 0,7-4-27 0,-7 4-22 15,0 0-12-15,0 0-16 0,0 0-10 0,0 0-13 16,6 14 5-16,-4-6-21 0,6 3-4 0,-4 1-10 16,-3-1-7-16,6 6-4 0,-5 2-5 0,3-3-4 15,-4 3 0-15,6 0-9 0,-7 0 1 0,6-1-4 16,-4 3-6-16,3-5 1 0,-3 7-5 0,4-5 6 15,-6 2-4-15,2-1-10 0,3-1 11 0,-3 0-8 16,-2-3-2-16,5 1 2 0,-2 1-20 0,-3-5-19 0,2-2-16 16,2 7-23-16,-4-8-27 0,0 3-36 15,0-4-39-15,0 4-31 0,7-5-36 0,-4-1-50 16,1-3-183-16,-1 3-510 0,-3-6 226 0</inkml:trace>
  <inkml:trace contextRef="#ctx0" brushRef="#br0" timeOffset="22382.96">4000 3117 149 0,'-3'-12'318'0,"1"6"-14"15,2-3-17-15,0 0-27 0,0 0-16 0,5 0-19 16,-3-3-22-16,4 3-16 0,1 1-23 0,8-3-12 15,-7 0-18-15,5 3-15 0,2-1-14 0,0 2-12 16,5-1-6-16,-3 3-10 0,6 0-12 0,-7 2-2 16,6 0-7-16,4 0-5 0,-7 2-3 0,10 1-13 15,-9 0-7-15,2 0-25 0,-2 0-28 0,-2 1-30 16,3 3-35-16,-4-2-31 0,3 1-33 0,-5 2-42 16,5-4-38-16,-11 3-197 0,5 3-466 0,-6-2 206 15</inkml:trace>
  <inkml:trace contextRef="#ctx0" brushRef="#br0" timeOffset="22615.25">4234 3229 24 0,'-7'5'181'15,"7"-5"-10"-15,0 0-2 0,-3 6-2 0,3-6-4 16,0 0-8-16,0 0 0 0,13 7-9 0,-13-7-7 15,5 2-13-15,-2 3-7 0,-3-5-12 0,15 2-9 16,-5-2-14-16,0 3-5 0,0-1-4 0,5 0-9 16,5-1-7-16,1-1-1 0,-4 0-12 0,3 0-33 15,11-1-38-15,-10 1-48 0,8 0-43 0,2-4-49 16,-9 1-173-16,-3 6-364 0,3-3 162 0</inkml:trace>
  <inkml:trace contextRef="#ctx0" brushRef="#br0" timeOffset="23083.17">4864 3325 86 0,'0'0'223'0,"-3"-7"-8"0,3 7-16 15,-8-5-13-15,3 2-13 0,-4-2-14 0,4 1-12 16,-5 0-10-16,2 2-15 0,8 2-13 0,-23-1-10 0,10 2-8 15,1 1-5-15,-4 2-12 0,-6 0-4 0,7 4-9 16,-6 0-5-16,2-1-4 0,0 7-9 0,-1-7-2 16,3 8-1-16,1-4-4 0,-4 8-6 15,2 0-1-15,4-6-3 0,1 2 0 0,3-1-4 0,2 0-2 16,-2 1-1-16,7-3-5 0,-1 1 2 0,3-4 0 16,2 4-1-16,3-6-3 0,2 8 9 0,1-10-10 15,9 1-3-15,1 0 1 0,5-4 3 0,-3 2-2 16,3-4-4-16,4-4-6 0,-1 2-5 0,0-7 0 15,-2 3-8-15,-1-3 5 0,-6 1 2 0,4 1 0 16,-5-3 1-16,5-1 4 0,-5 2-3 0,0-5 7 16,-5 4 6-16,-4 0 15 0,1-1 19 0,-1 2 17 15,-4-1 13-15,0 1 8 0,-2 1 10 0,3-1 5 16,-3 1 3-16,0-1 8 0,0 5 0 0,0 4-8 16,-3-12 0-16,3 12-15 0,-2-6-14 0,2 6-11 15,-2-5-8-15,2 5-1 0,0 0-11 0,0 0-10 16,0 0 2-16,0 0-9 0,0 0-5 0,-8 19-22 15,3-14-15-15,5 3-18 0,5-1-17 0,-3 4-17 16,1-2-28-16,2 2-35 0,2-3-36 0,-2 3-31 16,3 0-17-16,4-2-35 0,1-1-27 0,2 2-164 15,0-3-480-15,-4-4 212 0</inkml:trace>
  <inkml:trace contextRef="#ctx0" brushRef="#br0" timeOffset="23415.71">5134 3363 51 0,'0'0'266'0,"0"-12"5"16,-2 6-4-16,2 6-13 0,0-6-22 0,0 6-21 16,0 0-19-16,0 0-19 0,0 0-12 0,2-9-29 15,-2 9-17-15,0 0-8 0,0 0-12 0,21 6-9 16,-21-6-8-16,15 6-7 0,0 0-9 0,-5 2-6 0,3 0-4 16,2 0-5-16,0-2-8 0,0 6-5 15,-2-3-1-15,2 3-3 0,-5-3 0 0,3 4-3 16,-3-5-7-16,-5 1 1 0,2-2-3 0,1 4-1 15,-1-2-1-15,-2 1-4 0,-5-2-2 0,3-2 1 0,-3 0 0 16,0-2 2-16,0-4 3 0,-2 10 22 0,2-10 26 16,-4 2 24-16,4-2 25 0,0 0 11 15,0 0 9-15,-17-9 4 0,15 4 4 0,-3-5-9 16,2 2-8-16,-2-3-13 0,2-5-8 0,-1 0-14 0,3 0-10 16,2 1-15-16,4-3-13 0,0 3-13 0,-3-3-38 15,6 1-35-15,1 4-51 0,1-2-46 0,3 3-44 16,-2 0-45-16,1 3-58 0,8 0-46 0,-5 1-294 15,-5 6-670-15,8-4 296 0</inkml:trace>
  <inkml:trace contextRef="#ctx0" brushRef="#br0" timeOffset="24531.94">5602 3232 225 0,'0'0'315'0,"0"0"-19"15,0 0-26-15,-5-5-26 0,5 5-17 0,0 0-34 16,0 0-21-16,0 0-22 0,0 0-14 0,0 0-11 16,0 0-12-16,10 16-14 0,-5-5-11 0,2-2-7 15,-5-1-6-15,6 9-5 0,0-2-10 0,-1 3 2 16,1-2-14-16,2-1-3 0,-2 5-8 0,1-5-1 16,-1 1-1-16,-3-1-4 0,3-1-4 0,-5-4-2 15,2 1-3-15,-3-4 0 0,5 0-1 0,-4-2-4 16,0 0 7-16,-3 0-4 0,0-5-2 0,0 0 0 15,0 0 3-15,0 0-1 0,15-15 5 0,-13 8 4 16,3 0-4-16,0-4 1 0,-2 2 4 0,4-6 7 16,-1 0 4-16,-4 5-1 0,5 1-1 0,-1-8 1 15,1 10 4-15,-6-5 3 0,6 3 0 0,0 0 0 16,-6 3-11-16,8 0-3 0,-4 1 1 0,-4 1-11 16,4-4-6-16,-2 4 2 0,-3 4-2 0,14-3 8 15,-14 3-17-15,8 0 1 0,-8 0-6 0,13 7 2 16,-4-3-3-16,-3 4-4 0,2 0 0 0,-1 1-10 15,0 3-7-15,3-3-7 0,-4 3-2 0,4 0-6 16,-5-1 0-16,2-3-9 0,-1 4 7 0,-1-4 4 0,4 1 1 16,-6 0 3-16,2-3 3 0,-2-2 4 15,2 1 1-15,0-2 5 0,-5-3 9 0,5 5 0 16,-5-5 6-16,0 0 7 0,0 0 7 0,13-14 4 16,-8 6 2-16,-1-2-1 0,-1 0 9 0,4-4 3 0,-1-1 8 15,-1-2 8-15,2 1 11 0,-1 2 2 0,-4 1 5 16,5-1 8-16,-1-2 6 0,-1 1 2 15,-1 6-1-15,-3-2 0 0,4 1-3 0,0 1-8 16,-3 1-10-16,3 1-3 0,0-1-8 0,-5 6-9 0,0 2-9 16,0 0-6-16,6-7-4 0,-6 7-9 0,0 0 2 15,15 8-5-15,-8 1-1 0,-1-2-8 0,3 1-12 16,-1 7-12-16,5-3-15 0,-6 0-2 0,1 0-15 16,9 2-12-16,-6-2-2 0,3 4-5 0,-5-5-11 15,11 4 3-15,-3-2 4 0,-1-2-5 0,3-4-10 16,-1-1 0-16,2 1-3 0,-2 0 5 0,3-4 0 15,4-3 2-15,-5 0 8 0,2-3 3 0,1-1 7 16,-3 1 9-16,-1-4 6 0,-2-2 6 0,3-2 6 16,-4 2 5-16,4 1 3 0,-10-7 4 0,3 1 3 15,-4 1 3-15,-1 5 6 0,-3-6 3 0,-2 2 13 16,1 3 9-16,-3-1 11 0,-1 1 7 0,0 1 5 16,-1 1-1-16,-3-1 1 0,1 3-3 0,-2-2-4 15,-3 3 2-15,3 1-6 0,5 3-3 0,-17 0-1 16,7 3 0-16,-1 1-2 0,-4 1-2 0,0 2 0 15,0 3-3-15,0-1 3 0,0 4-3 0,2 1 1 16,3-2 0-16,-3 3-1 0,6 1-3 0,-1-1 0 16,5-3-5-16,-1 0-1 0,4 0 0 0,0-1-5 15,4-4 0-15,1-1-1 0,1 1 1 0,7 1-6 16,2-1 4-16,0-4-1 0,0-4 3 0,5 2 2 16,-2-2-3-16,0-1 10 0,-1-3-6 0,3-2 0 15,-4 3-2-15,1-5 6 0,1 2 0 0,-3-3 8 16,-5 5 9-16,5-3 8 0,-7 1 3 0,4-1 4 15,-4 2 10-15,0 0-7 0,1 0-4 0,-1 1 5 16,-2 2-13-16,1-1-2 0,1 3-3 0,-8 1-2 16,12-4-3-16,-2 4 0 0,-10 0-3 0,21 4 8 15,-11 0-9-15,2-1 2 0,-2 1-7 0,10 4 2 16,-5 0 15-16,4 0-17 0,0 3 0 0,1-2-2 16,-6 3 3-16,0-3 2 0,-3 1-5 0,2 1 0 15,-3-4-1-15,2 5 2 0,-5-5 1 0,-1-2-1 0,3-2 2 16,-6 2 3-16,0-2 17 0,-3-3 33 0,3 8 32 15,-3-8 15-15,0 0 5 0,0 0 22 16,0 0 19-16,0 0 8 0,0 0 11 0,-18-17 4 16,12 10 1-16,-1-1-3 0,2-1-3 0,2 0-12 0,-1-2-11 15,1 1-15-15,6-7-5 0,-3 7-17 0,0-7-16 16,0 4-16-16,10-2-19 0,-3-1-33 0,5 2-43 16,-1 1-50-16,4 2-55 0,2 3-52 15,-1-2-52-15,2 1-59 0,1 5-62 0,5-5-58 0,-5 6-339 16,2-1-810-16,-4 1 358 0</inkml:trace>
  <inkml:trace contextRef="#ctx0" brushRef="#br0" timeOffset="24748.7">7438 3526 229 0,'2'9'241'0,"-2"2"-12"0,3 0-16 0,0 2-13 16,-3 1-17-16,0-2-17 0,0 4-17 0,0 2-14 16,0-3-8-16,0 3-17 0,-3 0-6 0,-2 1-9 15,2 1-10-15,-7-4-6 0,6 2-17 0,-4-2-38 16,-2 2-73-16,4-9-94 0,-4 2-231 0,3 1-404 16,0-8 179-16</inkml:trace>
  <inkml:trace contextRef="#ctx0" brushRef="#br0" timeOffset="27565.5">8401 3061 247 0,'17'-25'301'0,"-4"0"-5"0,0 1-3 0,-4-3 0 16,2 1 0-16,-6 2 4 0,-3 5-5 0,1-8-9 16,-6 1-9-16,3 11-20 0,-7-6-16 0,2 6-20 15,-5-3-22-15,5 3-18 0,-6 1-16 0,1 2-17 16,-5 4-16-16,-5-3-14 0,0 5-6 0,-6 1-12 16,-2 1-15-16,1 7-10 0,-6 1-6 0,1 4-9 0,1 4-5 15,-7 4-8-15,8 2-3 0,-5 8-7 16,9-5-2-16,-4 7-31 0,4 2-5 0,7-4 3 15,1 1 1-15,8 0-6 0,-3-2 5 0,6-1 0 16,6 3-2-16,2 0 1 0,4 0 2 0,2-4-6 0,8 1 8 16,1-5-1-16,-1 1-2 0,10-3 0 15,0-2-6-15,-2-2-4 0,0 1-5 0,4-2-8 16,3-7-5-16,-4 3-3 0,4-5-8 0,-10-2 8 0,1-1-2 16,9-1-5-16,-10 0 12 0,-2-5 4 0,2-1 0 15,-2 2 1-15,0-4 4 0,-3-1-1 0,0-2 17 16,-5-1-11-16,2 3 5 0,-9-1-3 15,9-1 15-15,-2-3 15 0,-9 7 0 0,4 1 8 0,0-5 6 16,0 6 8-16,-2 0 1 0,1-2 3 0,-1 5-7 16,-3 3-7-16,5-7-6 0,-5 7-4 0,2-5-13 15,-2 5 6-15,0 0-10 0,0 0 2 0,0 0-2 16,0 0 2-16,15 14-3 0,-12-6 2 0,4 0-1 16,1 1 1-16,-7 2 0 0,13 1-1 0,-8 2-14 15,3 1-14-15,4 1-27 0,2-4 6 0,-2 0-41 16,-3 2-15-16,3-1-18 0,-5-1-32 0,6-3-29 15,-4-2-36-15,-4 1-39 0,1-2-38 0,3-2-41 16,0 0-214-16,-5-3-594 0,-5-1 264 0</inkml:trace>
  <inkml:trace contextRef="#ctx0" brushRef="#br0" timeOffset="28515.18">8817 3072 199 0,'6'-3'253'0,"-6"3"-24"0,0 0-25 0,0-6-20 15,0 6-17-15,0 0-18 0,0 0-17 0,4 18-8 16,-1-9-11-16,-3-2-9 0,3 1-8 0,1 6-6 16,1-2-11-16,-2 0-2 0,5-1-8 0,-1 6-7 15,8-7 1-15,-9 6-10 0,6-6-4 0,-2 0-6 16,0 0-2-16,3-1 0 0,0-3-6 0,-5-4-1 0,7 3-1 16,-6-5-4-16,4 0 0 0,0-2-3 15,-3-1 1-15,2 2-4 0,-4-6-3 0,0 0-4 16,-1 2 0-16,-1-4-3 0,-4-2 0 0,0 0-3 15,-2 1 2-15,-2 0-2 0,-5 0 12 0,-1-3 4 0,0-1 7 16,-5 2 7-16,3-1 5 0,0 2 1 0,-7 3 2 16,2-2-7-16,0 0-1 0,2 7-9 0,5-5 10 15,0 3-16-15,3 0-1 0,-5 2-15 16,5-2-16-16,5 5-13 0,0 0-3 0,0 0-16 0,0 0-17 16,21 11-28-16,1-8-22 0,6 3-21 0,2 0-21 15,14 2-17-15,3-1-6 0,1-1-22 0,0 0 5 16,1-5 0-16,-4 1 15 0,6-1 6 0,-6 3 22 15,-10-4 8-15,-2-4 27 0,-2 3 19 0,-4-1 39 16,-6 1 28-16,-4-3 47 0,1 2 51 0,-10-4 42 16,6 4 11-16,-11-3 7 0,2 0-6 0,-5 5 1 15,0-6 4-15,0 6-1 0,-13-10 4 0,4 2-3 16,-4 3-8-16,0 4-7 0,-7-5-5 0,2 4-13 16,0-1-13-16,-2 6-9 0,2-1-4 0,-1 0-13 15,-2 3-4-15,1 2-8 0,-6 1-2 0,9 4-5 16,-3-1-4-16,-1 1-3 0,11 3-4 0,-9 0-1 15,10-2 1-15,0 4-9 0,-4 0-7 0,6-4-7 16,7 4-6-16,-6-4 6 0,6-1-16 0,0-1-3 16,6 0-4-16,-4-2-8 0,5-1-1 0,6-2-3 15,-3-2-4-15,8-2 1 0,-1-2 0 0,-2-2 4 16,4-2 3-16,-2-3 2 0,-1-1 2 0,1-3 1 16,-2 1 6-16,1-4-2 0,-1 2 5 0,0-3 14 15,-1 0 11-15,-5 2 14 0,3-1 20 0,-2-2 27 16,-3 4-7-16,1 0 10 0,-6 1 13 0,4 4-2 15,-4-2 7-15,4 0 2 0,-6 4-7 0,0-2-15 16,4 1-9-16,-4 6-13 0,3-6-11 0,-3 6-6 16,0 0 4-16,0 0-8 0,0 0-11 0,7 18-2 15,-7-12 1-15,6 4-2 0,-1 2-3 0,5-1-14 16,-2 4-8-16,-1-2 1 0,3 1-14 0,3-1 6 16,2-2-9-16,-2 1-2 0,2 0-7 0,0-3-18 15,15-1-5-15,-9-3-14 0,-1 0-7 0,7-3-8 16,-7-2 1-16,5-2-5 0,-4-3 0 0,1-2 1 15,-1-2 5-15,1-5-1 0,-8 2 1 0,1-3 2 16,0-1-1-16,0-7 1 0,0-2 4 0,-7-4 8 0,6-10-5 16,0 0 2-16,-7-4 1 0,0 1 6 15,-6-1 10-15,-1-3 5 0,0 4 30 0,-1 3 26 16,1 8 27-16,-7 4 28 0,0-1 22 0,1 1 15 16,4 8 26-16,-4 0 18 0,6-1 17 0,-5 5 11 0,1 7 5 15,4-3-13-15,-5 2-10 0,4 1-15 0,1 5-20 16,0 3-20-16,-2-8-11 0,2 8-9 0,0 0-16 15,-5 18-2-15,5-4-7 0,-7 8-2 16,6 3-6-16,1 4-6 0,0 2-7 0,1 0 0 0,6 10-1 16,0 6 1-16,-6-6-12 0,11 6 4 0,-4-5-9 15,5 0-20-15,-3-3-22 0,4-9-31 0,-6 9-30 16,5-12-27-16,-5-3-35 0,1-8-32 0,2 6-39 16,-2-7-45-16,0-2-62 0,-2-2-297 0,0-7-672 15,1-4 298-15</inkml:trace>
  <inkml:trace contextRef="#ctx0" brushRef="#br0" timeOffset="28682.95">9934 2784 168 0,'-5'-3'341'0,"5"3"-11"0,-8-6-28 16,8 6-33-16,-2-6-22 0,2 6-27 0,0 0-22 15,0 0-21-15,0 0-15 0,0 0-13 0,0 0-18 16,38 7-29-16,-21 0-46 0,2-1-55 0,10 4-62 15,-1 1-78-15,2-4-87 0,-1 5-179 0,4-4-438 16,7 8 193-16</inkml:trace>
  <inkml:trace contextRef="#ctx0" brushRef="#br0" timeOffset="28848.79">10786 3156 125 0,'0'15'257'0,"-3"-3"-3"0,1 5-4 0,-6-2-6 15,0 2-20-15,0 2-22 0,-4 6-16 0,0 0-18 16,-1-1-20-16,-7 3-7 0,10-1-15 0,-3-1-12 16,0 4-8-16,-2-5-19 0,0 2-22 0,7-7-48 0,-2 3-65 15,0-4-84-15,8-10-68 0,-4 1-189 0,6-3-422 16,0-6 186-16</inkml:trace>
  <inkml:trace contextRef="#ctx0" brushRef="#br0" timeOffset="29415.22">11119 2673 232 0,'0'0'393'0,"-5"-6"-33"15,5 6-23-15,0 0-39 0,0 0-29 0,3-8-34 16,-3 8-28-16,0 0-8 0,0 0-29 0,7 22-21 0,-4-6-15 15,1-3-9-15,1 5-11 0,0 8-11 0,-2 1-13 16,2 3-11-16,3-3-5 0,-1 6-7 16,-2-1-13-16,-4-4-18 0,4-1-8 0,4 0-16 15,-6-9-16-15,2 2-8 0,1-5-7 0,1 1 9 0,-4-7-11 16,2 0 4-16,2-4 2 0,0-1 2 0,-2-4 3 16,-5 0 1-16,19-6 0 0,-9 1 2 0,5-8 0 15,0-1 1-15,-3 0 1 0,3-6 3 0,0-1 16 16,-1 0 11-16,-5 4 8 0,4 0 13 0,-5 2 12 15,2-4 2-15,-5 7 13 0,7 0 17 0,-9 1-1 16,4 4-4-16,-1 0-3 0,-2-1-9 0,-1 3-17 16,-1 0-13-16,-2 5-1 0,0 0-2 0,0 0-9 15,14 12 0-15,-5 0-1 0,-1 0-7 0,-3 4-4 16,5-1-1-16,1 4 1 0,-1-3 7 0,4 8-15 16,2-2 3-16,6 0 1 0,-4-1-8 0,5-2 5 15,0-3-2-15,0-2-1 0,2-1-9 0,-5-1 4 16,2-5-8-16,1-2 12 0,-3-3-5 0,-1-2-2 15,3-2-3-15,-7 1 5 0,1-3-1 0,-1-7 2 16,2 0 3-16,-6 1 1 0,-1-6-1 0,-8 2-2 16,3-7-1-16,-3-3-4 0,-2-3 4 0,-2 7 3 0,-5-8 2 15,1 4 8-15,-2-2-6 0,-1 7 6 16,-1-4-6-16,4 4-5 0,-6-1 14 0,4 4-6 16,3 1-8-16,-5-1 3 0,3 2-2 0,1 5-14 15,-3 1-31-15,3 1-34 0,4 1-47 0,-4 0-54 0,6 3-67 16,0 3-44-16,0 0-57 0,0 0-276 0,0 0-667 15,0 0 296-15</inkml:trace>
  <inkml:trace contextRef="#ctx0" brushRef="#br0" timeOffset="30248.52">12215 2879 112 0,'-7'8'231'0,"0"3"-9"0,-1 1-10 0,0-1-16 15,0 1-18-15,-4-2-17 0,5 0-16 0,1 4-14 16,1-1-10-16,2-1-12 0,-1-1-10 0,-1 1-12 16,5-3-5-16,0 3-3 0,0-5-6 15,0 4 3-15,9-4 5 0,-5 2-3 0,3-4-6 0,8 1 0 16,-5-5-12-16,5 1-4 0,3-2-6 0,-1 0-9 16,1-2 0-16,2-3-2 0,-4-3-5 0,4-4-6 15,-10-2 1-15,12 5-5 0,-16-4-1 0,4-5-3 16,-5 3-1-16,2-3 0 0,-6 5-8 0,-2-7 3 15,1 4 1-15,-7 1 4 0,-1-5 6 0,-2 5 6 16,-2 3 3-16,-1-3 1 0,-4 3-3 0,3 5-3 16,-1-4-2-16,0 0-2 0,2 7-2 0,-4-4-4 15,7 7-3-15,-2-2 2 0,6-1-11 0,-2 2 1 16,8 2 1-16,-10-2-5 0,10 2-4 0,0 0 1 16,0 0-1-16,0 0 0 0,0 0-11 0,31 4-8 15,-14-4-6-15,2-2-8 0,0 0-11 0,12-5-6 16,-4 4-10-16,7-4-10 0,-4-1-13 0,13-9-9 15,-15 7-1-15,4-4 12 0,-2 1-1 0,-2-6 7 16,3 4 6-16,-9-4 13 0,1 1 2 0,-8 5 15 16,0-5 29-16,-4 3 19 0,-4-5 16 0,-4 4 16 15,-1 1 12-15,-2-3 9 0,0 4-2 0,-2 7-5 0,-1-1 5 16,-4 1-15-16,1 4-6 0,-6 1-2 16,12 2-3-16,-20 2-7 0,4 4-1 0,1 3-3 15,-2 3-1-15,-3 1-3 0,0 8-4 0,-1 5-1 16,3-2 0-16,1 2-2 0,9 2-1 0,0-1-1 0,3 3 1 15,3 1 1-15,4 1-1 0,4-3-5 16,9 11 14-16,0-13-8 0,2 0-2 0,4-3 2 16,2 0-1-16,2-6-1 0,5 0-3 0,10-3-10 15,-11-5-19-15,8-5-20 0,8-2-24 0,3-6-21 0,-2 0-22 16,0-4-16-16,1-7-4 0,-8 1 7 0,6-4-4 16,-2-4 14-16,-7-3-7 0,-1-3-2 15,-3-3-16-15,-1-1-4 0,-4-3-1 0,2 2 8 0,-7-3 17 16,-1 0 9-16,-2 0 35 0,-8 4 47 0,-1 0 60 15,-2 3 44-15,-1-1 35 0,-7-1 20 0,2 3 14 16,-4 3 10-16,2 4 14 0,-7 1 4 0,4-1 22 16,-2 5-15-16,-1 0-5 0,-1 2-8 15,4 1-15-15,-2 6-8 0,-2-3-21 0,0 3-9 0,-1 1-18 16,8 5-9-16,0 0-14 0,-23 10-9 0,8 3-4 16,7-1-8-16,-7 11-4 0,5 0-6 0,0 9-9 15,3-1 1-15,-1 13-5 0,1 1 0 0,6-1 0 16,-6 4-6-16,6 1-1 0,-6-1 1 0,7 6-6 15,0-3-15-15,0 2 14 0,5 1-6 0,2 0 4 16,-3 1-6-16,1-4 3 0,5 2 4 0,0-6 0 16,-1-3-18-16,1-2-15 0,-2 0-26 0,3-12-14 15,-2-5-26-15,-1-5-31 0,-1-2-28 0,-2-2-27 16,-4-5-15-16,2-4-59 0,2-5-44 0,0 1-227 16,-5-3-556-16,0 0 246 0</inkml:trace>
  <inkml:trace contextRef="#ctx0" brushRef="#br0" timeOffset="30432.85">13047 2980 246 0,'-5'-7'336'0,"-1"1"-10"0,6 6-15 16,-2-9-24-16,2 9-28 0,2-10-27 0,4 3-28 16,3 4-3-16,2-1-31 0,4 1-17 0,2-5-16 15,4 6-19-15,1 0-6 0,7 1-14 0,1-4-11 16,0 5-31-16,3-3-50 0,-1 3-62 0,-1 0-74 0,12-4-95 15,-7 5-263-15,-6-1-529 0,7 0 233 16</inkml:trace>
  <inkml:trace contextRef="#ctx0" brushRef="#br0" timeOffset="30632.84">13784 3000 142 0,'-5'7'278'0,"5"-7"-10"15,5 5-13-15,-5-1-9 0,0-4-14 0,1 13-11 16,4-6-16-16,-3 0-19 0,5 4-14 0,-6-2-15 16,6 0-15-16,0 4-14 0,-6 6-16 15,6-6-9-15,-7-3-7 0,0 9-9 0,5-2 0 0,-10-2-26 16,5-3-41-16,-7 5-54 0,-1-4-84 0,0-4-106 16,-7 4-247-16,2-4-510 0,-7-1 227 0</inkml:trace>
  <inkml:trace contextRef="#ctx0" brushRef="#br0" timeOffset="31815.59">14742 2776 132 0,'12'-16'260'0,"-1"-7"-1"16,3 1 5-16,-3-2-5 0,-1-1-6 0,-3 5 2 0,-4-6 8 15,-3 7 8-15,0 1-7 0,-3-7-7 0,-4 8-17 16,2 3-15-16,-5-2-17 0,-3 2-21 16,5 4-14-16,-11-2-18 0,1 6-26 0,0 0-8 0,-7 4-11 15,-5 1-11-15,1 2-14 0,-1 7-7 0,0 1-7 16,5 3-7-16,-3 3-10 0,0 3-9 0,6 3-6 16,1 5 0-16,-1-4-5 0,7 5 0 0,7 1-8 15,-2 3-1-15,5-6-11 0,5 7-3 0,5-3-6 16,5 1-12-16,5-6 1 0,7 14-5 0,7-8-7 15,-5-6-8-15,17-1-18 0,-5 2-12 0,4-8-7 16,-7-4-12-16,0-4-14 0,2-2 1 0,10-2-2 16,1-3 10-16,-11-6 7 0,0-1 8 0,-4-3 1 15,0-1 10-15,-2-8 8 0,-1 6 1 0,-5-9 20 16,0 2-3-16,-1-2 17 0,-6 1 4 0,-4-2 26 16,-2-5 9-16,3 10 9 0,-10-2 16 0,1 2 12 15,-4-4 5-15,6 2 7 0,-11 1-8 0,4 4-1 16,-6 1-11-16,0 2-4 0,6 0-6 0,-9 5 2 15,0-2-19-15,-2 3 3 0,-8 3-8 0,0 2-2 16,1 3 0-16,-3 4-5 0,-4 4 2 0,-3-2-3 0,11 2-5 16,-5 2 0-16,3-1-6 0,4 7-14 15,2-5-11-15,6-1 1 0,-3 0-24 0,4 0-7 16,7 1-1-16,0-3 7 0,0 0-2 0,0-4 4 16,0 0-3-16,7-1 9 0,6-2 5 0,0-3 1 0,4-1 11 15,2-2-9-15,3-1 3 0,0-2-6 0,-3-1 11 16,3-2 4-16,-2-1-2 0,0 1 3 0,-2-4 3 15,0 1 0-15,-1 3 11 0,-1-4 6 16,-1 0 16-16,-8 4 23 0,1 0 9 0,-1 1 8 0,1-1 11 16,-2 2 4-16,3 1-9 0,-9 4-5 0,0-5-8 15,6 0-9-15,-6 5-6 0,9-2 0 0,-9 2-12 16,0 0-4-16,0 0-4 0,0 0 0 16,8 14-4-16,-3-7 2 0,-2 1-5 0,2-1-18 0,2 4 0 15,1 3-19-15,4-1-3 0,-2-1-16 0,-2 0-19 16,10-1-12-16,-1 2-23 0,-1-4-21 0,-3 1-34 15,7 0-29-15,-2-3-37 0,1-1-40 0,-1-3-40 16,2-2-38-16,-4 2-182 0,-1-3-559 0,2 0 248 16</inkml:trace>
  <inkml:trace contextRef="#ctx0" brushRef="#br0" timeOffset="32715.87">15578 2406 196 0,'0'-9'333'0,"0"-1"3"0,-5 2-21 0,10 2-1 16,-5 1-27-16,0 5-26 0,3-11-20 0,-3 11-36 15,0 0-27-15,0-5-16 0,0 5-16 0,0 0-12 16,0 0-17-16,0 28-13 0,0-9-7 0,0-2-14 15,0 6-5-15,0 4-7 0,0 3-4 0,0 1-13 16,0 1-3-16,0-1-2 0,0-1-9 0,0 1-3 16,5-3 5-16,-10-4-21 0,5-2-10 0,0-5-9 15,0-2-3-15,0-3-7 0,0 0-6 0,5-3 5 16,-10 0 4-16,10-5-1 0,-5 3 16 0,0-7-16 16,2 4 2-16,-2-4 2 0,0 0 0 0,20-11-1 15,-10 7 2-15,5-5-2 0,1 0-3 0,2 0 6 16,-1-1 0-16,4 2-6 0,4-2 14 0,-5 2-12 15,2 2 1-15,-3 1 11 0,0 4-16 0,-4-2 2 16,4 2 10-16,-9 1-11 0,4 1-1 0,-1 2-5 16,-3-2 5-16,-4 2 1 0,3 4 0 0,-3-5 1 0,6 9 2 15,-9-5-5-15,5 3 1 0,-8 0 5 16,0 2-3-16,0-3 7 0,-3 3-1 0,-2-3 0 16,-3-1-1-16,0 2 1 0,-6-2-2 0,0 1-1 15,-1-1 6-15,-7 1 2 0,4-5-5 0,-7-2 2 0,4-1-1 16,1-1 5-16,0-1-3 0,-3 1-2 0,-1-3-5 15,5 0-13-15,5-6-17 0,-2 2-23 16,1-4-24-16,7 5-34 0,-1-5-29 0,6 2-36 0,6-8-34 16,2 4-26-16,7-3-32 0,3 2-152 0,5-9-457 15,3 2 203-15</inkml:trace>
  <inkml:trace contextRef="#ctx0" brushRef="#br0" timeOffset="33898.99">16071 2310 38 0,'2'-3'237'0,"1"-2"-13"15,-3 5-17-15,3-7-26 0,-3 7-18 0,0 0-16 16,0 0-14-16,0 0-13 0,0 0-8 0,0 23-3 16,0-18-2-16,-3 13-5 0,3-2-4 0,-1 3-8 15,1 0-8-15,-2 1-8 0,2 6-4 0,0-7-8 16,2 6-3-16,-2 1-6 0,0-10-5 0,4 13-9 16,-4-14 0-16,0 4 8 0,0-1-11 0,0-2-5 15,0-3-3-15,0-4-1 0,0 0-2 0,0 0 0 16,0 0-6-16,0-4 10 0,2-1-10 0,-2-4-1 15,2 9 1-15,-2-9-6 0,10 2-3 0,-10-2 0 16,0 0-2-16,0 0-4 0,23-11 1 0,-12 11-2 16,-6-3-3-16,7 2 0 0,0 1 1 0,1 0-1 15,-3 0 5-15,3-4-7 0,4 8-2 0,-6-3-2 16,-1 2 3-16,8 1 1 0,-3 3-4 0,-5-2 1 16,5-2 2-16,-8 4 0 0,4 0 0 0,1 3-2 15,1 0 5-15,-6-3-4 0,-1 0 2 0,3 4-1 16,-9-4-3-16,1 2 6 0,1-1-2 0,-2 2-1 15,-2-2 5-15,1 1 1 0,-11-3-1 0,2 2-2 16,0-3 4-16,-5-3-1 0,-1 4 0 0,-4-2 0 0,-2-4-1 16,2 0 2-16,1 0-1 0,2 0 4 15,-4-1 6-15,11-2-5 0,-4 2 5 0,1-3 0 16,6 3 2-16,-4-1 4 0,3-2-7 0,8 4-5 16,-7-10 4-16,7 10-20 0,7-8-15 0,1 2-18 0,8-5-24 15,4 3-9-15,7 0-20 0,3-4-13 0,4 3-14 16,8-3-1-16,2-3-8 0,-1 1 7 0,4 4 9 15,-4-2 22-15,-10 2 4 0,-3 2 9 16,4-1 15-16,-15 4 26 0,1-2 23 0,-2 1 39 0,-8 0 37 16,-2 1 31-16,5-1 13 0,-6 1 0 0,-6 1-3 15,8 1 0-15,-9 3-9 0,3-7-6 0,-3 7-2 16,-12-13 1-16,9 8-4 0,-7 5-9 0,0-2-8 16,-3 1-2-16,5-2-6 0,-7 2-4 0,0 1-5 15,-7 1-5-15,9 2-6 0,-8 0-2 0,4-2-2 16,2 7-2-16,0-4-7 0,2 3-1 0,-2-2-5 15,5-2 3-15,4 6-2 0,-6-3-8 0,4-1 1 16,1 1 1-16,2-1 3 0,0 0-5 0,0 2 6 16,5-7-5-16,-3 7 1 0,3-7 8 0,2 8-8 15,-2-8-1-15,13 3 12 0,-5-3-16 0,0 1 0 16,6-1-3-16,2 0 5 0,2-1-3 0,2-1 2 16,2-3-5-16,6 4 5 0,2-5-14 0,-4-2-7 15,-1 3 3-15,3-3 0 0,0-1-1 0,-3-3-6 16,3 3-3-16,-5-2-1 0,4-2 2 0,-9 4 0 15,0-3 3-15,1 3 1 0,2-2 4 0,-6 3-1 16,0 0 11-16,1-3 7 0,-4 2 15 0,-2 2 9 16,2-1 7-16,-6 1 15 0,2-1 10 0,-1 1 2 15,-4 2 1-15,4 1-12 0,0 1-3 0,-7 3-6 0,8-6-4 16,-8 3-11-16,0 3-3 0,0 0-9 0,0 0 2 16,0 0-4-16,0 0 0 0,5 12-2 15,-5-3-1-15,0 3-5 0,0 3 5 0,-5 4-6 16,5 1 2-16,0 7-5 0,-8 3 5 0,8 1-4 0,0 3 10 15,0 3-12-15,5 4 5 0,-5-1-1 0,3-7-4 16,-3 7 2-16,5 2-1 0,-4-1-3 0,4-4 4 16,0-5-4-16,-1-3 1 0,-3-4 0 15,4 2 4-15,-3-9-4 0,-2 0 2 0,3-1-1 0,-3-9 3 16,-5 4 12-16,0-1 25 0,5-4 43 0,-5 0 26 16,-5-5 21-16,4 1 12 0,-9-3-2 0,15 0 11 15,-25-7-4-15,5-1-1 0,0 0-4 0,4-3-3 16,1-2 0-16,0-1-3 0,-1 1-10 0,2-2-11 15,4-5-11-15,4 5-7 0,1-6-11 0,1-6-12 16,1 0-14-16,10 0-13 0,9 0-15 0,-2-10-26 16,9 2-15-16,11-1-23 0,3 6-14 0,6 0-8 15,3 3-6-15,1 2-1 0,1 2 1 0,1-3 8 16,1 2 2-16,0 6 7 0,-7-3 4 0,-4-1 2 16,-7 10 3-16,-7 0 5 0,-6 1 9 0,-2 1 9 15,-2 1 13-15,0 1 16 0,-7 6 14 0,-1-5 6 16,-1 4-3-16,-2-4-3 0,1 4-1 0,-5 3-7 15,0 0-7-15,-17-6-1 0,17 6-3 0,-28 8-1 16,13 0-2-16,-5 0-3 0,2 1 0 0,0 0-3 0,1 3-2 16,1 0 0-16,4 0-2 0,-4 4 3 15,7-1-5-15,1-1 1 0,1 2 2 0,2-4-2 16,5 4 2-16,0-8-4 0,0 11-9 0,7-8-8 16,1 6-25-16,6-7-36 0,-1 4-59 0,12-4-81 0,-6 0-92 15,6-3-119-15,-3-1-409 0,11 0-908 16,-8-3 402-16</inkml:trace>
  <inkml:trace contextRef="#ctx0" brushRef="#br0" timeOffset="43615.77">8080 4602 271 0,'-2'-19'337'15,"-2"0"-2"-15,0 3-5 0,3 3-13 0,-3-4 7 16,3 7-8-16,1-3-14 0,1 4-5 0,-2 2-18 15,1-1-16-15,0 1-24 0,0 7-20 0,1-8-28 16,-1 8-36-16,5-4-29 0,-5 4-11 0,0 0-16 16,0 0-11-16,10 11-6 0,-5-3-14 0,-2 3-5 15,2 2-5-15,-3 7-5 0,-2 7-5 0,3-2-5 16,1 6-6-16,-4 0 2 0,0-1-6 0,1 14-3 0,-1-1-8 16,-1-1 5-16,1 4-8 0,-4-7 1 15,-1 7 1-15,5-4-4 0,0-2 0 0,-6-7 1 16,6-3-2-16,0 12-9 0,-2-12 7 0,0-2-6 0,-1-4 3 15,3 2-3-15,0-5-7 0,0-3-14 0,0-3-26 16,0-3-30-16,0-3-3 0,3-2-4 0,-3 1 2 16,2-2-5-16,-2 0 0 0,0-6-21 15,0 0-34-15,0 0-32 0,0 0-31 0,0 0-40 0,0 0-50 16,-11-25-47-16,9 10-238 0,-1-4-619 0,-4 3 275 16</inkml:trace>
  <inkml:trace contextRef="#ctx0" brushRef="#br0" timeOffset="44531.36">8580 4621 8 0,'0'0'293'0,"5"-8"-27"0,-5 8-31 15,0 0-27-15,0 0-26 0,0 0-18 0,0 0-18 16,0 0-14-16,-5 19-15 0,5-1-12 0,-2-6-10 15,-4 10-11-15,-1 5-5 0,-6 11 2 0,5-7-2 16,-7 8-7-16,0 4 1 0,0-3 0 0,2 2 0 16,-6-8-3-16,5 5 0 0,-1-1-13 0,-7-2-4 15,6-9-7-15,-1 2-1 0,0-2-6 0,3 0-3 16,-3-5 0-16,4 2-4 0,5-7-6 0,-1-1-2 16,3-4-1-16,-1 0-5 0,7-5-8 0,-2 0-2 15,2-2-16-15,0-5-34 0,0 0-44 0,0 0-56 16,0 0-52-16,32-19-63 0,-19 6-149 0,2-9-438 15,-2 0 194-15</inkml:trace>
  <inkml:trace contextRef="#ctx0" brushRef="#br0" timeOffset="44914.68">8557 4734 149 0,'0'0'205'0,"0"0"-22"0,0 0-17 0,0 0-16 0,0 0-7 16,21 12-10-16,-14-3-2 0,3 0-6 0,3 7-11 15,4 5-9-15,-2 2-6 0,6 3-9 0,1-3-8 16,6 9-8-16,0 2-8 0,-2-2-3 0,9-1-9 16,-5 1-2-16,1-3-6 0,6-1-3 0,-11-6-5 15,-3 2-5-15,1-4-1 0,2-3-2 0,-3-3-5 16,-6-1 2-16,-2-6-5 0,-2 0 1 0,-3 0 1 16,0-3 19-16,-5-7 19 0,-5 3 6 0,10-8-3 15,-7 1 1-15,0 0 3 0,-3-6 10 0,0-3-5 16,-3-7 1-16,1-2 2 0,-3-8-5 0,-1-7-2 15,-4-4-5-15,3-1-11 0,-1-1-5 0,1 2 9 16,1-4 16-16,-1 6 12 0,4 2 20 0,-6-1 8 16,3 12 5-16,-2-3-4 0,1 6-3 0,0 0-4 15,6 7-3-15,-4-1-8 0,3 4-7 0,2-2-12 16,-3 4-6-16,-1 4-9 0,3 2-7 0,-4 1-17 16,5 2-34-16,0 5-50 0,-2-7-20 0,2 7-5 15,0 0-28-15,0 0-16 0,8 31-21 0,-4-13-22 0,-4 2-32 16,5 7-34-16,0 3-39 0,1 3-47 0,3-4-249 15,-1 3-604-15,2 5 268 0</inkml:trace>
  <inkml:trace contextRef="#ctx0" brushRef="#br0" timeOffset="45931.21">9621 4902 283 0,'0'-6'302'0,"0"-6"-5"0,3 5-6 0,-1 2-17 16,-2-5-12-16,0 1-15 0,-2 1-10 0,2 5-20 16,-5-5-18-16,2 2-19 0,-4 1-11 0,-2-2-13 15,-1 6-25-15,1-3-10 0,-4 4-10 0,-2 4-17 16,-1-1-10-16,-6 3-6 0,-1 4-7 0,-5 6-9 16,3 3-5-16,-3-7-10 0,0 9-5 0,3 3-7 15,2-3 0-15,-10 6-3 0,11-4-2 0,6 2-7 16,2-4 0-16,-1 3-5 0,2-8-1 0,10 4-2 15,-2-5-1-15,5 4-3 0,5-7-5 0,3 5 1 16,0-9-3-16,7 5-7 0,2-6-11 0,9 0-5 16,-2-6-10-16,5-2-4 0,1-4-9 0,0 0 9 15,0-3-2-15,1-6 1 0,-6 2 6 0,3-6 4 16,-5-1 2-16,0 2 4 0,-1-1 2 0,-1 0 10 16,-6-2 24-16,-1 2 11 0,-6 4 30 0,-1-3 18 15,-1 2 26-15,-3 2 12 0,-3 4 4 0,7-1-1 16,-7-2-6-16,0 7-10 0,0-2-12 0,0 7-11 15,5-8-12-15,-5 8-10 0,0 0-7 0,0 0-3 16,0 0-9-16,0 0-2 0,0 0-8 0,-20 20-12 0,20-8-12 16,0-2-15-16,0 3-12 0,0-1-7 15,0 3-8-15,0 0-2 0,0 0-15 0,5-2 17 16,-2 2-17-16,4-3-4 0,0 0-6 0,1-1 6 0,-1-3 2 16,3-4 6-16,3 0 7 0,5-4 0 0,-8 0 10 15,3-1 4-15,2-6 3 0,0-4-2 0,-3 3 7 16,4-5 8-16,-4-1-4 0,1 1 5 0,-3-2 18 15,3 2 11-15,-1-5 10 0,-2 4 9 0,0 1 2 16,-4-4 5-16,1 3 2 0,-1 4 3 0,-4 4-6 16,3 0 1-16,-3-3-9 0,-2 9-10 0,6-6-8 15,-4 1-7-15,-2 5-11 0,0 0 2 0,0 0-6 16,15 19-10-16,-10-12-4 0,3 4-11 0,-8 2-7 16,7 2 8-16,-1-2-6 0,3 5-9 0,-1-2 3 15,-2-1-4-15,8-2 0 0,-8-1 4 0,4-2-4 16,-3 1 10-16,1-3 3 0,4-3 4 0,-4-2 3 15,0-3 5-15,7 0-1 0,-2-3 6 0,-3-1 3 16,5-5 8-16,0-5 15 0,-2 1 13 0,1 1 13 16,-4-2 21-16,3-1 9 0,-3 1 14 0,3-4 13 15,-5 2 8-15,-1 1 10 0,1 0 2 0,-1-1 0 16,-1 8-6-16,-1-2-6 0,-1 0-14 0,2 7-9 16,-6-5-9-16,7 4-18 0,-7-4-6 0,0 8-6 15,8-4-4-15,-8 4-1 0,0 0-10 0,15 16-10 0,-13-12-6 16,4 12-13-16,9-6-5 0,-8 3-7 0,6 1-6 15,0 1-8-15,-3-3-8 0,5 1-7 16,8 3-4-16,-4-8-4 0,-1 4-2 0,2-1-9 16,0-7-9-16,-1 3-9 0,6-6-6 0,-2-1 6 0,-4 0-1 15,10-5-5-15,-9-2 9 0,-3-1 10 0,4-2 7 16,-6-3 4-16,5-1 9 0,-3-8-3 0,2 0 7 16,-4-5-2-16,-6 2 2 0,4-4 0 0,-5-11-1 15,5 1-6-15,-4-2 3 0,-6 1 6 0,2-5 6 16,0 5 3-16,-8-2 11 0,6-1 29 0,-8 12 23 15,3 3 21-15,-3-2 35 0,2 3 10 0,-4 0 19 16,2 11 18-16,4-3 14 0,-6 6 5 0,7 0-11 16,-1 6-15-16,-4-2-14 0,5 1-18 0,-2 4-14 15,2 4-13-15,0 0-8 0,0 0-7 0,0 0-6 16,0 35-4-16,0-12-3 0,2 9-3 0,3-1-4 16,-4 13-1-16,6 1-5 0,-1 1-17 0,1 5-23 15,-4 1-10-15,4 2-28 0,0 0-30 0,3-1-30 16,1-1-26-16,2 0-11 0,-4-3-28 0,-1-5-40 15,0-2-44-15,-1-14-35 0,1-1-51 0,-3-9-266 0,-2-2-667 16,1-6 295-16</inkml:trace>
  <inkml:trace contextRef="#ctx0" brushRef="#br0" timeOffset="46115.45">10722 4811 161 0,'-9'-15'387'0,"-4"-4"14"0,5 4 19 0,1 1 4 16,2 0 1-16,2 2-8 0,-4 4-17 0,2 1-23 15,4 1-36-15,-6 0-31 0,7 0-37 0,0 6-31 0,7-9-25 16,-2 6-25-16,3-2-24 0,7 2-36 0,8 3-33 16,7 0-34-16,1-1-43 0,11 1-53 15,4 1-62-15,9-1-66 0,-2 0-60 0,0 0-76 0,5-1-94 16,1-2-326-16,-3 0-774 0,-1 1 342 0</inkml:trace>
  <inkml:trace contextRef="#ctx0" brushRef="#br0" timeOffset="46381.92">12041 4227 335 0,'0'-8'450'0,"0"8"-13"16,7-12-4-16,-7 9-22 0,0 3-24 0,4-7-33 15,-4 7-38-15,2-5-35 0,-2 5-35 0,0 0-26 16,0 0-24-16,0 0-17 0,13 20-18 0,-6-8-18 15,-2 6-15-15,0 3-14 0,2 9-11 0,1 0-14 16,3 10-13-16,-2 7-12 0,-8-2-14 0,8 3-21 16,-4-3-24-16,-4 1-28 0,8 0-30 0,-6 6-22 15,-2-4-25-15,1-6-8 0,-2-1-23 0,0-9-11 16,0 2-24-16,0-7-26 0,2-4-27 0,-2-6-29 16,0-2-19-16,3-3-9 0,0-2-25 0,-3-6-184 15,0-4-524-15,0 0 232 0</inkml:trace>
  <inkml:trace contextRef="#ctx0" brushRef="#br0" timeOffset="46765.58">12114 4613 228 0,'-9'-7'265'0,"3"4"1"0,-2-1-5 0,1-1 2 0,2 1-7 16,5 4-9-16,-3-7-17 0,-4 2-19 15,7 5-20-15,0 0-18 0,0 0-19 0,-7-3-16 0,7 3-10 16,0 0-17-16,0 0-5 0,0 0-15 0,27 9-10 15,-17-5-10-15,5 6-7 0,6-3-9 0,-1 1-3 16,5 8-4-16,-2-5-4 0,2 6-8 0,5 0 0 16,6 5 3-16,-16-2-13 0,5-1 0 0,-4 3-7 15,4-2-2-15,-8 6 4 0,9-2-6 0,-9-1 1 16,-2 0-2-16,6 3-4 0,-4-5-1 0,-2-7 1 16,-2 3-1-16,2-6 0 0,-4 1 3 0,-1-4-2 15,-1-1 2-15,2-1 4 0,-3-4 10 0,2-2 16 16,2 0 12-16,-2-4 10 0,-2-1 12 0,4-3 3 15,-2-4 8-15,-2 0 10 0,2-3 9 0,-5-2-1 16,1-2 4-16,-2 3 2 0,1-3-2 0,-5-8-5 16,0 2-9-16,0 4-7 0,-10 4-4 0,10-5-11 15,-10 6-4-15,-2-4-3 0,2 5-15 0,-1 0-5 16,-1 2-16-16,-1 2-17 0,-5 0-23 0,1 4-44 0,-11-6-58 16,8 8-60-16,-1 2-65 0,-6 0-67 15,6 2-103-15,-4-1-357 0,7 2-828 0,1-2 366 16</inkml:trace>
  <inkml:trace contextRef="#ctx0" brushRef="#br0" timeOffset="48014.62">14613 4536 156 0,'15'-14'269'0,"0"0"2"0,0 0 5 0,-4-4 0 16,7-2 1-16,-1 0-8 0,-7 3-13 15,0-1-4-15,-7 2-11 0,4-6-9 0,-6 3-6 16,-1-1-20-16,-3-2 0 0,-2 4-3 0,-8 3-26 0,1 1-13 15,-7-2-14-15,-5 0-13 0,-2 2-17 0,-6 5-10 16,-4 1-14-16,-7 3-9 0,-7 5-9 0,4 1-10 16,-2 8-7-16,0 9-17 0,3 0 9 0,-1 3-8 15,-4 6-6-15,14 1-6 0,4 6-4 0,-1-3 0 16,4 7-9-16,10 2-1 0,-1-2-11 0,12-10 11 16,3 14-2-16,5 0-4 0,7-3 0 0,6 3-10 15,7-6-10-15,1 2-7 0,6-4-8 0,3 2-15 16,4-8-16-16,3-2-13 0,1-5-15 0,3-3-23 15,-1-4-24-15,5-2-8 0,-12-7-15 0,0-5 6 16,2 0 4-16,-4-7 15 0,2-3 15 0,-1-1 9 16,-4-5 16-16,-3 1 24 0,3-5 25 0,-7 1 24 15,-1-3 28-15,-5 7 26 0,5-5 24 0,-7 1 23 16,-5 6 19-16,2-5 12 0,2 2 5 0,-5 2 11 16,1-1-2-16,0 3-8 0,-3 3-12 0,5-6-15 15,-5 10-11-15,5-2-8 0,-5 4-15 0,3 2-5 16,0-3-10-16,4 4-15 0,-12 0 8 0,32 7-7 15,-16 0-12-15,4-4 9 0,0 12 0 0,5 0-10 0,-2 3 6 16,3-2-14-16,-4 1-9 0,3 1-4 0,-4 1-7 16,1-2-4-16,-7 1-6 0,1-2-3 0,-3-1-7 15,2-3 1-15,-5-1-2 0,-5-3 2 16,2 5 3-16,-1-7 0 0,-4 0 11 0,3-3-5 0,-3 0 5 16,-2-3 6-16,0 0-2 0,0 0 5 0,0 0 0 15,0 0 0-15,-35-8 2 0,27 5 3 0,-4-5-4 16,0-3 7-16,6 3 3 0,-1-4 0 0,2-1-1 15,-1-2-3-15,2 0-4 0,4-3-5 0,4 1-1 16,-1-2-4-16,4 6-8 0,4-5-9 0,1 1 2 16,9-2-2-16,-6 5 0 0,13-1 5 0,-11 6 0 15,9-6 4-15,-9 7-2 0,3 7-3 0,-2-5 11 16,0 3-3-16,-3-3-6 0,-5 6 5 0,5 4 1 16,-4 0-2-16,4 1-2 0,-5 2 1 0,2 6 3 15,-1-4-4-15,1 6 9 0,-2 0-1 0,-3 0 7 16,6 2-13-16,-3 0 12 0,-4 6-5 0,3-7 6 15,-3-1-2-15,3 4-1 0,-1-6 1 0,-2 2 1 16,6-4 4-16,-4-3-8 0,-1 3 3 0,1-8 4 16,0 2-3-16,-1-4 13 0,6-1-14 0,-13 0-14 15,22-6 7-15,-14 3-21 0,-1-8 2 0,-1-1 5 16,-2 5-5-16,1-4 7 0,-5-5 2 0,0 1-5 16,-4 0 5-16,1 2 5 0,-4-6 2 0,1 4-1 0,-2 1 10 15,-1 0 2-15,-4 1 6 0,0-1 19 0,4-1 4 16,-4 6 18-16,5-7-3 0,0 8 20 0,-1 2-4 15,3 1 9-15,1-5 5 0,5 4 0 0,-8 3 0 16,6-5-7-16,2 8 0 0,0-8-12 0,0 8-7 16,10-8-9-16,-5 5-10 0,8 0-7 0,4 3-10 15,2 0-8-15,-2 0-9 0,9 4-4 0,-6-2-8 16,10 3-6-16,0 2-6 0,-2 1-2 0,7-3-8 16,-7 6 13-16,3 4-16 0,-4-6-1 0,-1 3-4 15,1 0 0-15,-4 3-2 0,0 0-4 0,-10-4-5 16,2 2-2-16,-3-1 5 0,-2-2-3 0,-4 0 3 15,-4-1 12-15,5-4-2 0,-7 3 7 0,1-1 6 16,-1-7 1-16,-3 12 4 0,-2-9 0 0,5-3 10 16,-6 8 8-16,6-8 14 0,0 0 14 0,0 0 9 15,0 0 18-15,-9-15 0 0,9 15 9 0,0-15 2 16,0 7 1-16,2-1 5 0,1-2-2 0,2-5-4 16,0 1-2-16,10-1-6 0,-7 0 4 0,6-1 0 15,-1 4-8-15,5-7 11 0,-3 4 10 0,0 5-6 16,0-3 11-16,0 2 0 0,-1 8 2 0,-7-6-2 0,6 0-8 15,-4 6-1-15,-1-2-11 0,2 4-1 16,0-2-14-16,-2 3-4 0,-8 1-4 0,17 2-6 16,-6 3 0-16,-3 1-4 0,1-2 1 0,4 8 6 0,-5 0-18 15,7 2-22-15,-8 2-23 0,8 4-29 0,0-6-41 16,-4 6-43-16,-3 0-46 0,4 3-69 0,0-4-80 16,-6-1-81-16,4-3-228 0,-5 0-715 15,3 3 317-15</inkml:trace>
  <inkml:trace contextRef="#ctx0" brushRef="#br0" timeOffset="48297.78">17174 4003 150 0,'1'-24'478'0,"2"-1"13"15,2 1-12-15,0 6-24 0,0 3-35 0,2 0-32 16,-2 0-38-16,-2 6-39 0,4 2-35 0,-5 3-32 16,4 1-27-16,-6 3-25 0,15 8-20 0,0 7-16 15,5 3-14-15,-4 9-17 0,4 9-13 0,-3 7-13 16,6 3-9-16,-10 4-14 0,0 1-19 0,1-1-13 16,-9 4-21-16,5-1-31 0,-5-2-30 0,1 0-37 15,1-2-30-15,1-4-24 0,-3-3-28 0,-3-12-32 16,1-2-38-16,-1 4-47 0,-2-15-39 0,5 0-32 15,-2-6-270-15,2 0-665 0,2-7 294 0</inkml:trace>
  <inkml:trace contextRef="#ctx0" brushRef="#br0" timeOffset="48864.43">17728 4167 239 0,'3'-27'266'0,"1"3"12"15,-1 4-3-15,-1 4 0 0,1 1-3 0,-3 6-15 16,2-2-29-16,-1 7-21 0,-1-4-31 15,5 3-18-15,-5 5-19 0,0 0-16 0,0 0-12 16,0 0-7-16,0 22-14 0,0-4-10 0,2 3-9 0,3 6 5 16,-2-3-17-16,0 6-6 0,1 3-7 0,-3 5 0 15,3-6-1-15,-3 6-10 0,4-6-5 0,-1 10-8 16,-4-14 8-16,3 3-7 0,-1-1-5 0,-2-3 1 16,0 1-2-16,1-8 0 0,-1-2-7 0,2 1-1 15,-2-2 2-15,3-7 1 0,-1 2 0 0,-2-5 3 16,3-1 11-16,-1 1 14 0,-1-2 12 0,-1-5 3 15,10 2-15-15,-10-2 2 0,20-3-8 0,-13-5 0 16,6 4 0-16,-5-3-3 0,12 0-1 0,-8-2 5 16,4 5-16-16,4-3 1 0,-3-2 8 0,-11 5-19 15,8 0-1-15,-3 1-1 0,1-2-2 0,3 3 1 16,-4 2-7-16,-1-1 3 0,-10 1-2 0,22 4 3 16,-12 0-8-16,3 1 5 0,4 1-5 0,-6-1 4 15,4 2 4-15,2 4-6 0,-4-2 7 0,2-3 2 16,1 0-7-16,-3-3 2 0,4 5 3 0,-2-5-1 0,-5 1 2 15,5-3 13-15,3-1-19 0,-3 0-2 16,6-4 3-16,-7 0-5 0,1-5-2 0,-2 2-1 16,-3 0-5-16,5-6 0 0,-7 5-2 0,-2 2 8 15,6-5-1-15,-2-1 11 0,-3 3-10 0,-4-7 4 0,2 7 21 16,0 0 1-16,-3 0 5 0,-1 2 4 0,-1-1 6 16,3 0-7-16,-3 4-3 0,0 4-1 15,-6-9 4-15,6 9-11 0,-15 0-1 0,15 0-3 16,-20 3-1-16,10 1 0 0,-1 2-2 0,1 2 2 0,-2 4-5 15,2-4-7-15,-1 0 7 0,7 6-6 0,1-3 4 16,-5-1-8-16,1 1 4 0,5 0 4 0,2 0-4 16,9-2-17-16,-4 6-24 0,3-6-45 0,7 5-50 15,6-7-63-15,2 2-78 0,9-5-103 0,1-2-228 16,-2-2-658-16,-2-2 292 0</inkml:trace>
  <inkml:trace contextRef="#ctx0" brushRef="#br0" timeOffset="49047.7">17582 4273 114 0,'-82'-7'425'0,"24"-2"-13"16,5 6-9-16,20-1-14 0,3 0-32 0,8 1-38 16,7 2-41-16,7 0-21 0,-3 1-26 0,11 0-22 15,0 0-26-15,0 0-44 0,0 0-65 0,76 5-83 16,-25-1-103-16,7 3-117 0,5-3-114 0,26 4-174 15,-4 0-558-15,6-3 247 0</inkml:trace>
  <inkml:trace contextRef="#ctx0" brushRef="#br0" timeOffset="49764.42">19580 4197 18 0,'7'-8'357'0,"-1"4"-3"0,-4-4-22 15,3 4-21-15,3 0-15 0,-8-3-43 0,0 7-29 16,7-2-26-16,-7 2-21 0,0 0-17 0,8 10-18 15,-8 0-11-15,3 6-19 0,2 3-7 0,-5 0-16 16,5 8-9-16,-3 1-7 0,-2 2-8 0,7-2 1 16,-4 8-4-16,0-6-15 0,-1 11-2 0,5-12-8 15,-7 1 2-15,0 1-6 0,3-3-2 0,-3-1-3 16,0-5-5-16,-3-6 6 0,6 3-13 0,0-10 16 16,-3 3-16-16,2-3 4 0,-2-1 13 0,0-8-16 15,0 2 3-15,0-2-9 0,0 0 0 0,0 0-1 16,5-24 3-16,-4 9-1 0,1-4 1 0,3-2-4 0,-5-6-6 15,8-3 13-15,-8-1-7 0,7-15-6 16,-7 3 1-16,2-5 3 0,-2-1-4 0,0-4-2 16,5 2-1-16,-10 0 7 0,5 0-2 0,-2-3 10 0,2 4 9 15,0 4 24-15,0-1 10 0,0 5 12 0,0-1 0 16,-7 12 17-16,14 2-13 0,-7 2 2 0,7 2-17 16,-6-2-3-16,8 6-6 0,-5 4-7 15,3 0-9-15,0 1 3 0,3 4-12 0,-4 5-12 0,8-3-1 16,0 9-23-16,0-2-7 0,2 3-8 0,2 7-1 15,1 4-15-15,-1 1 3 0,3 6-2 0,-1 2 0 16,-3 5-8-16,1 1 0 0,-6-1 4 0,1 4 2 16,-5 2 6-16,-1 2 1 0,3 4 0 0,-15 6 7 15,0-12 15-15,-2 8-10 0,0-9 1 0,-2 1 5 16,-5 0-3-16,-1-3 7 0,2 2-1 0,-3-3 1 16,-1-3 3-16,2 0 0 0,2-2 4 0,0 1-5 15,1-8 2-15,0 1 4 0,3 0-2 0,-1-1 2 16,5-3 1-16,-2-1-2 0,0-2 3 0,2 1 1 15,4 2 0-15,-6-4 2 0,7 6-2 0,0-4 5 16,0 1 1-16,5 5 3 0,3-4-7 0,-6 5 11 16,13-4-4-16,-3 4 3 0,7 1 2 0,-5-3-5 15,12 5 5-15,4-4 8 0,0-2-12 0,8 5 1 16,6 1 1-16,0-8-36 0,0 1-39 0,-1-4-39 0,0 0-42 16,4 0-48-16,-16-9-48 0,2 0-53 15,-1 0-251-15,-3-8-591 0,0-2 262 0</inkml:trace>
  <inkml:trace contextRef="#ctx0" brushRef="#br0" timeOffset="49965.43">20426 4219 162 0,'0'-5'349'0,"-3"-2"10"0,-1 3 11 0,4-3-10 0,-8-1-20 16,8 8-33-16,0-4-31 0,0 4-31 0,0 0-30 15,-7-7-20-15,7 7-24 0,0 0-15 0,0 0-17 16,7 26-18-16,-7-15-12 0,8 2-5 0,-4 6-11 15,-1 1-14-15,5 3-3 0,-3 0-10 0,3 4-9 16,6 0-15-16,-1-1-28 0,-3 1-38 0,-2 0-37 16,4-3-50-16,-1-3-58 0,-4-3-74 0,4-3-77 15,-2-2-260-15,-3-2-628 0,1-7 278 0</inkml:trace>
  <inkml:trace contextRef="#ctx0" brushRef="#br0" timeOffset="50348.11">20719 4207 283 0,'0'0'358'0,"0"-10"-15"0,0 10-27 16,0 0-20-16,0 0-29 0,0 0-27 0,2-8-32 16,-2 8-22-16,0 0-16 0,0 0-22 0,0 0-14 15,13 25-13-15,-12-16-10 0,6 4-10 0,-2 2-13 0,5 2-7 16,-10 0-10-16,7 3-6 0,6-2-6 0,-5 5-3 15,0-4-10-15,6 1-2 0,-8-4-2 16,4 2 2-16,-3-5-11 0,-1 2-1 0,1-3-2 0,-4-1 1 16,4-5-4-16,0 0 0 0,-2-2 0 0,1 0-4 15,2-3 2-15,-8-1 0 0,0 0-7 0,24-8 4 16,-16 6 1-16,0-6-5 0,5-6 3 0,-3 2 11 16,4-1 17-16,-3-4 10 0,-1-2 5 0,2 4 13 15,-1-10-4-15,-4 3 8 0,4-3-5 0,1-1-11 16,-7 4 3-16,0-2-18 0,0 4-2 0,-5 4-8 15,7 0-1-15,-7 5-13 0,0-3-10 0,3 4-36 16,0 3-42-16,-3-1-67 0,0 2-40 0,0 6-12 16,0 0-23-16,0 0-27 0,0 0-28 0,-13 19-26 15,13-12-39-15,0 5-220 0,0 3-588 0,0-3 260 16</inkml:trace>
  <inkml:trace contextRef="#ctx0" brushRef="#br0" timeOffset="50881.12">21318 4385 105 0,'13'-4'247'0,"-6"-3"9"0,6 3 4 0,-5-3-8 16,-1 2-5-16,1-6-10 0,1 3-1 0,-3 0-13 15,-4-4-7-15,6-2-7 0,-3 4-8 0,-5-3-4 16,2-1-10-16,3 1-13 0,-5-1-13 0,0 0-22 0,0 2-13 16,-5 1-15-16,3 3-8 0,-1 0-17 15,1 0-12-15,-6 4-2 0,0-2-11 0,-1 5-9 16,1-1-3-16,8 2-7 0,-23 6 2 0,5 0-13 0,3 0-4 15,0 5-11-15,3 0-20 0,-1 3-5 0,0-1-5 16,5 3-3-16,-2 0-1 0,3 2-6 0,0 0 2 16,7-1-5-16,-3 0-1 0,3 3 5 15,0-6-1-15,7 2 5 0,-1-4-1 0,3 6 3 0,2-10 3 16,-1-3 3-16,8 3 1 0,2-2 0 0,-2-3 3 16,4-2-2-16,1-1 3 0,7-1 2 0,-5-2 1 15,-5-3 0-15,9-2 10 0,-1 3 13 0,-8-3 8 16,10-3 6-16,-5-1-5 0,-4 9 1 0,9-6 9 15,-13-1 3-15,4 2-7 0,-3 4 3 0,1-5-5 16,-4 5-1-16,3 1-11 0,-7-2-1 0,3 3 4 16,2 4-12-16,-3-2-2 0,2 5-5 0,0-2 4 15,-7 5-8-15,4-3 0 0,3 2 6 0,-5 1-4 16,-3 3 0-16,6-4-1 0,-10 2 4 0,7 0-6 16,-7-2 8-16,2 0-9 0,-1-2-2 0,2 2-1 15,-4-3 8-15,-2-4 2 0,5 9 1 0,-4-6 26 16,-1-3 47-16,0 0 33 0,0 0 22 0,0 0 7 15,0 0 1-15,0 0 11 0,0 0 2 0,4-16-3 16,-4 8-10-16,0 0-4 0,0-7-9 0,0 2-10 0,1-5-7 16,3 3-17-16,1-5-8 0,-4-3-18 15,11-4 1-15,-2 1-19 0,3-1-26 0,4-2-30 16,-6 6-40-16,3-9-48 0,-1 3-59 0,0-2-62 0,-5 4-83 16,4 3-73-16,-4-6-95 0,-8 3-391 0,-6 3-927 15,-9 0 410-15</inkml:trace>
  <inkml:trace contextRef="#ctx0" brushRef="#br0" timeOffset="51081.9">20692 3577 368 0,'-10'0'406'0,"10"0"-25"16,-14 0-26-16,14 0-31 0,-9 0-31 0,9 0-21 15,-8-5-39-15,8 5-30 0,0 0-74 0,-7-4-75 16,7 4-96-16,0 0-74 0,-11 9-89 0,9-2-238 16,2-7-479-16,-6 7 212 0</inkml:trace>
  <inkml:trace contextRef="#ctx0" brushRef="#br0" timeOffset="54547.68">7090 5188 51 0,'-5'-4'419'0,"2"-5"3"15,-2 6 0-15,0-2-15 0,5 5-20 0,-3-8-24 16,3 8-20-16,-3-7-26 0,3 7-33 0,0 0-27 0,-10-4-27 16,10 4-23-16,0 0-19 0,-5-6-22 15,5 6-23-15,0 0-33 0,0 0-33 0,34-2-52 16,-4-1-69-16,3 2-73 0,15-2-68 0,10 6-106 0,2-3-123 15,23 1-215-15,-26-2-679 0,8-2 301 0</inkml:trace>
  <inkml:trace contextRef="#ctx0" brushRef="#br0" timeOffset="55831.67">20219 1998 267 0,'7'-17'301'0,"-7"2"0"0,1 0-8 15,-1 0-13-15,-1 5-2 0,1 1-16 0,0-1-22 0,-7 2-28 16,5 1-19-16,-3 3-29 0,-3 1-10 16,8 3-16-16,-26 7-20 0,6 1-10 0,-8 9-10 15,-2 1-8-15,-5 9-13 0,-3 4 1 0,2 5-1 16,-1 5 0-16,-3-2-3 0,4 4-2 0,0 4-1 0,-14 10-10 16,20-9-1-16,0 1-15 0,11 4 2 15,-5-2-4-15,3 3 1 0,9-3-6 0,7 0-1 16,-1 2-1-16,6-9-5 0,8 6 0 0,5-5-1 0,9 2-10 15,3-7-14-15,9 1-22 0,1-7-35 0,6-6-40 16,1 1-66-16,2-3-85 0,9-6-91 0,-1-5-278 16,-1-3-661-16,4-5 292 0</inkml:trace>
  <inkml:trace contextRef="#ctx0" brushRef="#br0" timeOffset="56930.89">20997 2412 72 0,'0'-6'344'16,"0"-1"-13"-16,0 0-7 0,-3 0-12 0,3 7-20 15,-2-8-25-15,2 8-27 0,-7-5-20 0,7 5-31 16,-15 0-17-16,15 0-16 0,-16 7-15 0,-1 2-16 15,4 3-19-15,-2 3-10 0,-1 4-2 0,-4 1-13 16,3 1-6-16,-1 1 1 0,1 4-26 0,3 0 4 16,5 1-6-16,-4 1-3 0,6-3-8 0,6 0 0 15,-4 0-6-15,5-1 0 0,0-3-3 0,5-1 1 16,3-1-5-16,0-1-4 0,12 3 14 0,-10-9-15 16,5 0-4-16,3-6-2 0,0 4-7 0,1-2-9 15,1-5-5-15,1-4-3 0,1-1-6 0,-1-4-5 16,-1-1-5-16,-2-4 0 0,7-4 3 0,-7-5-6 15,4 0-3-15,-7-2-2 0,-1 0-3 0,-7-8 1 16,0 3 6-16,-4-3 3 0,0 3 2 0,-3-1 15 16,0 1-5-16,-3-7 9 0,-5 10 14 0,-1-6 13 15,3 6 11-15,-2 5 17 0,1-1 10 0,0 1 6 16,6 3 13-16,-6-4 18 0,0 6 1 0,2 1 5 0,2 6-2 16,0-4-6-16,0 0-8 0,3 6-4 15,-2-3-10-15,2 2-7 0,0 6-10 0,0-8-12 16,0 8-6-16,8-5-5 0,-8 5-11 0,15 1-7 15,5 2-5-15,-4 0-6 0,6 1 0 0,4 5-10 0,-1 3-6 16,5 6 0-16,8-1-3 0,-10 1-14 0,2-3-3 16,8 6-4-16,-1 5-11 0,-1-3-10 15,-8-3-3-15,-5 1 4 0,4 1-8 0,-6 1-4 0,-1-2 2 16,-5 0 0-16,0 2-3 0,-5-4 3 0,-2-4 7 16,-1 1 4-16,-4-7 2 0,2 2 7 0,-3 1 5 15,-1-1 7-15,4-6 3 0,-5 2 8 0,0-7 11 16,-5 7 22-16,5-7 13 0,0 0 17 0,0 0 12 15,0 0 12-15,0 0 17 0,-21-16 8 0,19 9 9 16,-1-1-3-16,-2-2-4 0,5 1-7 0,0 1-2 16,-2-7-7-16,2 1-8 0,0-3-6 0,5 1-3 15,-1 1-8-15,-1 0-3 0,5 0-5 0,-3-2-4 16,7 2-6-16,-2 0-4 0,3 0-2 0,-3 3-5 16,1 0 0-16,3 4-5 0,-3-3 1 0,4 0-7 15,-2 2 5-15,-3 2-5 0,3 4-1 0,-4-3 0 16,6 2-2-16,-9 4-10 0,4-2 3 0,2 2 4 15,-12 0-7-15,21 3 2 0,-6 4-4 0,-7 4-1 16,4-3-1-16,-2 4-11 0,2 0 6 0,-2 3 3 16,3 1 2-16,-3 0-4 0,-2 3 2 0,5 0 4 15,0 5-1-15,2-1 0 0,-1-1-1 0,-3 2 0 16,1-8 1-16,4-1-1 0,3 5 1 0,-5-5-1 16,6 3 2-16,2-3 0 0,6-2 3 0,2-4-3 15,0 2 3-15,-1-5-4 0,-1 0 4 0,2-6-3 0,2 0-1 16,-4 0 6-16,2-3-6 0,-4 0-1 15,-4-3 3-15,4-5 2 0,-6 2 1 0,3 1 7 16,-3-4 2-16,-3-2-14 0,4-2 6 0,-6 2-3 0,-3-4 0 16,-1 1-2-16,1-7 15 0,-6 5-15 0,1-1 1 15,-5 1-1-15,-1-1 1 0,-1-7 0 0,-1 5 1 16,-6 4-5-16,0-1 12 0,1 1-2 0,-3-1 2 16,1 2 4-16,0 2 2 0,-4 1-2 0,4 5 0 15,-7-6 1-15,7 4-1 0,-5 4 0 0,-2 1 3 16,2 0-7-16,-9 4-3 0,5-1 3 0,3 6-2 15,-5 4 2-15,1 0-2 0,2-1-3 0,1 9-2 16,1-2-4-16,6 2 5 0,-3 0 0 0,6 8 3 16,-2-3 3-16,2 3-3 0,5-1 2 0,5 3 2 15,2 2 4-15,-2-9-1 0,8 9 0 0,2 0 0 16,3-3-1-16,0-3 2 0,7-2 0 0,1 3-1 16,4-7 2-16,0 0-1 0,13 4 1 0,-11-9 0 15,2 2-17-15,9-4-27 0,-8-1-30 0,6 0-33 16,-4-9-36-16,-7 2-43 0,6-2-49 0,-8-1-88 0,2-6-68 15,-4-1-231-15,-7 0-663 0,-3-1 294 16</inkml:trace>
  <inkml:trace contextRef="#ctx0" brushRef="#br0" timeOffset="57665.17">24251 2022 174 0,'0'-25'358'16,"0"-2"-3"-16,0 8-4 0,0 0-9 0,0 4-1 15,2 3-16-15,-4 0-29 0,-3 4-30 0,5 0-35 16,0 3-35-16,0 5-19 0,0 0-20 0,0 0-16 16,-7 21-19-16,12-3-3 0,-5 7-18 0,0 5-10 15,2 11-5-15,-4 1-16 0,2-1-1 0,2 8-6 16,-4-2-8-16,4-3-5 0,-4 3-3 0,4 1-4 16,-2 3-7-16,0-12-8 0,5 3 3 0,-3-14-15 15,-2 1-3-15,0-2-3 0,6-6-12 0,-6-6-4 16,0 0-3-16,0-3 0 0,0-4 2 0,2-1 6 0,-2-1 5 15,0-6 1-15,0 0-3 0,7 4-3 16,-7-4 6-16,11-12-1 0,-3 5 3 0,7-6-14 16,-3-1 4-16,9-6 0 0,-1 4 2 0,2-4 3 15,1 1-4-15,3 4 2 0,1-3 0 0,1 4 0 0,-5 6-2 16,-1-2-1-16,1 8-2 0,-2-1 6 0,1-1-9 16,-1 1 6-16,-6 5-4 0,7 3-2 15,-7 0-5-15,1 3 1 0,2 2 15 0,-3 2-12 16,-3 3-2-16,0 2 2 0,-4 1 0 0,0 0 7 0,-1 3-1 15,-2-2-3-15,-2-3-1 0,2 4 1 0,-5-2 6 16,-5 2-9-16,3-2 0 0,-4 0 3 0,-3-6 4 16,-2 5 6-16,-4-4-7 0,-2-2 5 15,-7 0 9-15,-5-2-5 0,1-2 8 0,-1-2 1 0,-6-2 12 16,3-6-7-16,-14 3-15 0,13-5 5 0,-13 1-5 16,14-3 5-16,2 1 1 0,2-3-18 0,13 1-29 15,-5 1-36-15,14-3-32 0,-2-4-34 0,6 2-41 16,8 1-50-16,4-5-55 0,15-5-50 0,2 0-225 15,14-7-604-15,4-3 267 0</inkml:trace>
  <inkml:trace contextRef="#ctx0" brushRef="#br0" timeOffset="58714.11">25004 2388 97 0,'2'4'162'0,"-2"-4"9"15,0 15-2-15,-2-7 0 0,-1 4-3 0,-1 2-8 16,1-2-14-16,-2 4-4 0,3 0-13 0,1 3-7 15,2-1-12-15,1-4 1 0,-2 8-7 0,0-6 0 16,12 2 1-16,-4 2-6 0,0-3-8 0,7-2-4 16,2 4-4-16,-2-8-9 0,3-2-3 0,0 2-8 15,2-4-6-15,3-2-3 0,-3-2-4 0,5-2-5 16,1-1-3-16,-8-2-3 0,6-3-3 0,-5-1-4 16,-2-1-4-16,1-4 0 0,-1-1-4 0,-9-3 0 15,9-2-5-15,-7-1-1 0,-4-1-1 0,-3 2 0 16,-3-8-5-16,-1 4 2 0,-4 1-5 0,-2 1-3 0,-3-4 0 15,-3 7 2-15,-2-7 7 0,2 8 1 16,-2 0 8-16,-2 2-9 0,3 2-3 0,-6 3-1 16,5-2-3-16,0 0 0 0,0 10 0 0,0-3-2 15,5 0 6-15,10 3-7 0,-20 4-8 0,14-2-7 0,-1 3-2 16,4 2-5-16,3-7-9 0,10 16-16 0,5-4-19 16,0 2-18-16,9 4-22 0,3-1-12 15,3-4-13-15,13 6-11 0,1-5-11 0,1-1 14 16,3 1-11-16,0-4 0 0,2-2 0 0,3 1 12 0,-4-3 20 15,-4-3 8-15,0-3 16 0,-9-1 10 0,-1-4 15 16,-5 2 29-16,1-3 17 0,-1 0 14 0,-9-1 34 16,3 0 42-16,-10 0 17 0,1-4 9 15,-3 1 15-15,-4-2 3 0,-6 0-1 0,3 3 11 0,-5-4 1 16,0 2 0-16,-7 0-10 0,1 3-8 0,-1 0-12 16,-3 2-6-16,-3-3-9 0,-7 6-5 0,3-2-11 15,-4 5-5-15,-1 0-9 0,1 7 6 16,-6-2-17-16,-1 7-5 0,2 0-3 0,3 5-3 0,4-8-1 15,-7 10-5-15,11-2-2 0,-7 5-2 0,8-5 0 16,7 1-8-16,-1 3 13 0,3-6-13 0,1 6 2 16,-1-5-2-16,10 0-1 0,-1 0 14 0,6-1-14 15,0 0 0-15,4-6-1 0,6 2-3 0,-3-4-1 16,11 2-2-16,2-6-5 0,-2-3-1 0,-7 0 8 16,6-6-10-16,1 1 1 0,2-3 1 0,-2-4-2 15,-5-3 4-15,5-1-3 0,-11 0 2 0,9-2 2 16,-9-3-4-16,3-1 3 0,-9-1 1 0,1 5 10 15,-4 1 10-15,1 1 27 0,-1 1 6 0,-5-3 11 16,5 3 21-16,-6 5 4 0,-2-1 5 0,2-1 5 16,1 4 1-16,-3 1-15 0,0 2-4 0,0 5-15 15,0 0-14-15,-7-8-6 0,7 8 2 0,0 0-5 16,0 0-11-16,-23 16-6 0,18-8 1 0,-1 0-4 16,2 6-1-16,1 1 0 0,0 3-5 0,3 0-6 15,1 0 4-15,-1 0-8 0,2-2-7 0,5 4 0 16,-1-2 2-16,3 0-1 0,4-2 3 0,2-4-3 0,6 7-2 15,2-4-4-15,5-3-10 0,1-4 0 16,0 0-11-16,5 0-11 0,-5-7-6 0,6-2-2 16,1-3-12-16,-6-1-14 0,2-2-14 0,11-4-20 15,-12-1-12-15,1 0-13 0,-3-8-8 0,3 2 5 0,-1-7-7 16,-1 7-6-16,-2-16 1 0,4 0 15 16,-1 2-2-16,-8-2 6 0,-4-3 21 0,0 0 10 15,-4 1 16-15,-5-9 31 0,-3 14 25 0,-2-8 29 16,-4 7 28-16,-1 1 36 0,-3 1 22 0,0 3 10 0,0-3 16 15,-4 3 12-15,-1-2 30 0,3 7 18 0,1-2 3 16,-2 8 7-16,1-3 0 0,1 4-3 0,-2 3-14 16,3 4-16-16,-4 0-22 0,5 0-16 0,1 4-20 15,1 4-10-15,0 0-9 0,0 0-11 0,-15 13-6 16,13-2-14-16,2 5 1 0,-5 4-8 0,5 7 1 16,0 3-4-16,0-1-7 0,2 11 2 0,3 0-9 15,0 2 0-15,-2 5-2 0,4-5 1 0,-1 1-3 16,4 4 1-16,3-1-9 0,-3-1-15 0,5-2-18 15,-3-6-25-15,4 0-22 0,-4-8-36 0,0-4-32 16,1 1-39-16,-2-2-46 0,4-1-50 0,-5-8-42 16,5-3-68-16,-2-5-215 0,-4-1-649 0,-1-3 287 15</inkml:trace>
  <inkml:trace contextRef="#ctx0" brushRef="#br0" timeOffset="58915.12">26765 2226 360 0,'-11'-9'439'0,"-4"-5"14"0,5 9 14 0,1-2 11 16,1 2-2-16,2-2-10 0,-3 3-4 0,8 1-17 15,-4-3-28-15,5 6-37 0,0-7-37 0,0 7-38 16,5-11-33-16,1 7-32 0,4-3-27 0,5 2-50 16,5-2-42-16,10 2-51 0,-1 3-69 0,6-4-80 15,10 4-84-15,3-2-76 0,2 1-84 0,-6 1-95 16,6-2-101-16,-4 3-286 0,-1-5-873 0,5 1 386 0</inkml:trace>
  <inkml:trace contextRef="#ctx0" brushRef="#br0" timeOffset="61348.3">27968 2466 25 0,'0'0'383'0,"-5"-6"15"0,5 6 2 0,0 0 0 16,-3-6-5-16,3 6-5 0,0 0-8 0,0 0-12 16,0 0-14-16,0 0-12 0,0 0-15 0,0 0-12 15,0 0-21-15,0 0-21 0,0 0-27 0,0 0-18 16,0 0-5-16,0 0-41 0,0 0-15 0,0 0-24 15,8-6-21-15,4 1-30 0,8 3-31 0,1 0-32 16,11-4-47-16,4 3-54 0,12-4-57 0,-3-2-71 16,1 2-67-16,-1 4-65 0,0-6-88 0,-2 5-90 15,-14-7-266-15,3 7-838 0,-1-7 371 0</inkml:trace>
  <inkml:trace contextRef="#ctx0" brushRef="#br0" timeOffset="62781.63">29134 2241 239 0,'0'-8'332'16,"0"8"9"-16,5-7-12 0,-4 1-11 0,-1 6-3 15,0-10-1-15,0 10-11 0,0-7-18 0,0 7-15 16,0 0-19-16,0 0-20 0,0 0-26 0,0-5-16 16,0 5-23-16,0 0-25 0,0 0-12 0,0 0-13 15,0 0-14-15,0 0-10 0,5-5-15 0,-5 5-6 16,0 0-10-16,0 0-5 0,0 0-8 0,0 0-3 15,0 0-3-15,0 0-12 0,0 17 2 0,0-17 2 16,-1 7-5-16,1-7-5 0,1 4-3 0,-1-4 0 16,0 0-1-16,0 0-3 0,-1 9-5 0,1-9-1 15,0 0 0-15,0 0-2 0,1 5-5 0,-1-5-3 16,0 0-2-16,0 0-4 0,0 0-3 0,0 0 5 16,0 0-6-16,0 6 7 0,0-6-1 0,0 0 1 15,0 0-8-15,0 0 5 0,0 0 5 0,0 0-2 0,0 0 1 16,0 0-4-16,0 0 4 0,0 0-1 0,0 0 1 15,0 0 2-15,0 0 1 0,0 0-2 16,0 0 3-16,0 0-1 0,0 0-3 0,0 0 0 0,0 0 1 16,0 0-4-16,0 0-13 0,0 0-15 0,0 0 0 15,0 0-18-15,0 0-10 0,0 0-23 0,0 0-13 16,0 0-11-16,0 0-17 0,0 0-22 0,0 0-20 16,0 0-22-16,0 0-21 0,0-20-27 0,0 20-30 15,0 0-21-15,0 0-8 0,0 0-187 0,0 0-523 16,0 0 232-16</inkml:trace>
  <inkml:trace contextRef="#ctx0" brushRef="#br0" timeOffset="63864.04">29154 2203 15 0,'0'0'128'0,"3"-4"5"16,-3 4 13-16,0-6 9 0,0 6 0 0,0-7 6 16,3 0-2-16,-3 7-1 0,2-7-9 0,-2 7-2 15,0-8-8-15,0 8-10 0,1-7-3 0,-1 1-6 16,0 6-7-16,0 0-5 0,0-12-6 0,0 9-5 0,0 3-10 15,0 0-9-15,0-11 6 0,0 11-11 16,0 0-8-16,0-5-5 0,0 5-7 0,0 0-6 16,-1-8-5-16,1 8-7 0,0 0-2 0,0 0-8 15,0 0-2-15,-8-2-3 0,8 2-4 0,-14 0-2 0,14 0-2 16,-11 10-2-16,-6-9-2 0,2 6-1 0,0 1-1 16,0 1-3-16,-4 3 4 0,-5 2-1 15,6-4-5-15,-3 7 1 0,-2 5 3 0,3-5-4 0,-2 3 1 16,6-6 1-16,-1 7-2 0,5-3 7 0,3-3-5 15,-1 10 1-15,3-3-2 0,4 1 2 0,6-4 0 16,0 0 3-16,7 5-1 0,3-8-2 0,1-2 2 16,12 4 2-16,14 0 2 0,-9-5-1 0,14-2-5 15,0 1 3-15,-1-6-3 0,4-6 1 0,-3 6-1 16,1-6-6-16,-1-1 0 0,-2-4-4 0,-5 2 2 16,-10-3-1-16,9-6 1 0,-14 3-2 0,5-9 3 15,-3 5 3-15,-5 2-3 0,0-9 4 0,-5 7 4 16,-7-4 7-16,2 5 14 0,-2-3 12 0,-5 2 10 15,1-2 8-15,-1 4 9 0,-1-1 3 0,-4-1 2 16,-1 4-8-16,-1-3-4 0,-4 3-6 0,0-3-7 16,-4 6-3-16,-3-2-7 0,0 4-7 0,-1 1-1 15,-4-3-4-15,-2 7 0 0,6-1-10 0,-4 8 1 16,5-8-2-16,-6 6 1 0,6 3-7 0,0 0-1 16,0-3-4-16,2 3-10 0,4 5 1 0,1-6-13 15,2 11 0-15,6-11-3 0,-4 4 0 0,4 0 0 16,5-1 0-16,0 0-1 0,7 2-9 0,-1-1-8 15,8-3-15-15,-3 0-12 0,1 0-5 0,4-2-12 0,9-5-6 16,0 1 6-16,-4-3 4 0,-3-3 11 0,-1 3 3 16,-1-3 8-16,1-4 8 0,-4-1 7 15,2 0 14-15,-3 1 16 0,-3-5 19 0,-2 1 10 16,0-5 14-16,-2 5 14 0,-5 2 18 0,1-6 9 0,2 8 15 16,-8-9 12-16,7 5 1 0,-7 2 8 0,5 2 8 15,-2-1 5-15,-3 0-11 0,0-2-1 0,0 4-4 16,0 6-21-16,0-7 4 0,5 0-16 0,-5 7-4 15,0 0-14-15,0 0-11 0,0-7-7 0,0 7-2 16,0 0-6-16,0 0-2 0,0 0-17 0,-8 21-9 16,8-10-14-16,0-1-2 0,-5 1-3 0,10 0-3 15,-2-2-2-15,-3 6-5 0,5-3 1 0,-3-1-10 16,5 1 1-16,-1 2-7 0,7-2-10 0,-4 0-2 16,-1-4-3-16,7 0-1 0,-4-1-4 0,4 0 0 15,-5-5 1-15,4 5 5 0,-5-6 2 0,0 2 11 16,4-3 5-16,-13 0 7 0,21-4 3 0,-11-3 1 15,0 5 4-15,-1-5 9 0,-3-1 16 0,3 1 10 16,-3 2 4-16,2-2 20 0,-1 0 5 0,0-1 12 16,1 0 8-16,-5-3 14 0,6 6 0 0,-8-5 9 15,1 2 3-15,1-1-1 0,0-1 0 0,2 4 2 16,-5 6-5-16,5-9-8 0,-5 4-7 0,0 5-7 16,5-7-10-16,-5 7-6 0,0 0-5 0,0 0-16 15,0 0-12-15,0 0-7 0,0 0-4 0,0 0 6 0,0 0-6 16,0 0-4-16,0 0-1 0,4 21 0 0,-4-15-13 15,3 4 0-15,0-2 4 0,-3-4-6 16,0 4 1-16,4 1 1 0,-1-3-4 0,-1-2 7 0,4 1 7 16,1-1 1-16,-6 4 5 0,-1-8-5 0,14 2 8 15,-6-1-3-15,-8-1-1 0,20-3 4 0,-14-2 3 16,4 2-4-16,4-1 7 0,-6-2 15 16,5 0 10-16,4 1-10 0,-9-2 22 0,5-2 7 0,-5 2 10 15,-1 0 12-15,1 0-2 0,-1 1 5 0,0 4-1 16,-2-2-6-16,-5 4-2 0,10-5-10 0,-9 1-14 15,-1 4-3-15,0 0-11 0,7-6-25 0,-7 6-36 16,0 0-20-16,0 0-4 0,11 10-26 0,-4-5-10 16,-5 1-20-16,-1-1-19 0,6 8-17 0,0-6-31 15,1 7-26-15,2-2-30 0,10-1-40 0,-4-1-46 16,12 5-219-16,-6-3-589 0,8-3 261 0</inkml:trace>
  <inkml:trace contextRef="#ctx0" brushRef="#br0" timeOffset="64164.03">30850 1803 191 0,'0'-11'372'0,"5"4"-7"0,-5 2-24 0,0-2-20 15,0 7-31-15,0-9-33 0,0 9-29 0,0 0-33 0,0 0-22 16,0 0-16-16,0 0-19 0,2 18-11 0,4 0-14 16,-6 0-11-16,7 7-9 0,-5 4-14 15,6 4-4-15,-2 6-5 0,-1 5-12 0,2-3-2 16,1 4-7-16,1-7-4 0,1 7-6 0,-1-1 11 0,1-4-11 16,-1-1-6-16,2 0-21 0,-4-6-23 0,1-5-20 15,0 3-28-15,1-8-34 0,-1 3-36 0,-1-9-46 16,-1-1-51-16,4-4-47 0,-3-2-240 0,1-1-554 15,-1-4 246-15</inkml:trace>
  <inkml:trace contextRef="#ctx0" brushRef="#br0" timeOffset="64698.25">31179 2137 280 0,'0'0'288'0,"0"0"-29"16,0 0-21-16,0 0-32 0,0 0-22 0,-13 7-18 15,13-3-17-15,0-4-14 0,0 18-16 0,7-8-9 16,-6 7-9-16,6-2-14 0,-2 3-7 0,3 0-7 16,-1 6-7-16,3-1-7 0,1 2-6 0,-1-7-3 15,2 1-1-15,-2 4-8 0,-2-8-1 0,5-2-3 16,-3-1-6-16,2 3 2 0,-2-5-17 0,-2-3 1 15,2-1-4-15,0-2 8 0,-3-4-11 0,3 0 2 16,-10 0-1-16,18-5-2 0,-10-2 1 0,-1 2 1 16,3-5 3-16,-5 3 25 0,4-10 0 0,-2 13 23 15,3-11 10-15,-10 6 17 0,5 0 11 0,0-4 7 16,-2 5 0-16,1 0 6 0,-1-2-3 0,-3 4-6 0,2 3-2 16,3-3-19-16,-4-1-8 0,-1 7-9 15,0-7-19-15,0 7 6 0,0 0-11 0,0 0-9 16,0 0 4-16,15 14-7 0,-8-11-1 0,-1 1-1 15,3 4-5-15,-3-1 2 0,4 1-7 0,-5-1 2 0,5 5-4 16,0-4-5-16,-2-1-7 0,7 1 3 0,0 3 1 16,-7-4 0-16,9-1-3 0,-4-3 5 15,-1-2-16-15,-1 2 9 0,-1 1 1 0,2-4 3 16,-12 0-4-16,26-7 3 0,-17 3 0 0,-1 3 2 0,3-7-4 16,-2 2-1-16,-3-3-1 0,-1 1-1 0,2 0 1 15,0-2-6-15,-1 0 1 0,-6 1-7 0,2-4-25 16,1 2-25-16,0-1-20 0,-3 3-16 0,5-6-25 15,-1 3-24-15,-4 1-36 0,0 1-36 0,0-2-34 16,3 3-38-16,0 1-28 0,1 1-189 0,1-1-548 16,-4 4 242-16</inkml:trace>
  <inkml:trace contextRef="#ctx0" brushRef="#br0" timeOffset="65014.57">31936 2193 53 0,'0'0'151'0,"0"0"-7"0,0 0 2 0,0 0 8 15,0 0 0-15,-5 10 1 0,5-10-6 0,-7 11-11 16,4-4-11-16,0 1-13 0,-1 0-8 0,-1 0-11 16,4 2-4-16,-4 0-13 0,3 2-5 0,2 0-5 15,2-5-6-15,-2 6-5 0,0-3-2 0,6-3-7 16,-1 5-2-16,-1-4 1 0,9-1-2 0,-3 2-7 16,1-3 1-16,4-2-1 0,2 1-4 0,4-6-1 15,-6 2-4-15,2-1 1 0,-6-1-1 0,6-5 0 16,-2 1 3-16,0 2 5 0,-2-7-11 0,2 3-1 15,-5-1-1-15,-5-6-2 0,1 1-6 0,-4 2-1 16,1 3 1-16,-6-9-4 0,3 0-2 0,-8 4-3 16,3-2-1-16,-12 0-2 0,-4-1-1 0,-1-3 1 15,-1 4-2-15,-2 3-3 0,-3-1-14 0,3 4-16 16,-6 0-13-16,11 6-32 0,-2-3-30 0,-6 6-33 0,8-2-44 16,-1 4-46-16,-1-2-120 0,6 0-378 15,-2 6 168-15</inkml:trace>
  <inkml:trace contextRef="#ctx0" brushRef="#br0" timeOffset="65314.57">31378 2064 475 0,'-5'-6'517'0,"-2"3"4"0,7 3-15 16,-3-6-16-16,1-1-26 0,2 7-37 0,2-14-36 16,0 8-38-16,-1-1-28 0,11-4-33 0,-9 4-28 15,11-4-35-15,-8 3-19 0,9-4-25 0,2 4-26 16,7-3-40-16,10 3-46 0,-8 4-48 0,6 0-57 15,-3-3-60-15,6 3-69 0,-3 1-70 0,1 3-78 16,-4 0-93-16,5 0-398 0,-5 2-867 0,4-2 384 16</inkml:trace>
  <inkml:trace contextRef="#ctx0" brushRef="#br0" timeOffset="78963.97">30051 3244 183 0,'-10'-2'369'0,"10"2"-9"0,-7-5-18 0,7 5-4 0,0 0-15 16,0 0-19-16,-5-3-21 0,5 3-23 0,0 0-24 15,0 0-29-15,0 0-23 0,0 0-15 0,0 0-26 16,-7-5-9-16,7 5-19 0,0 0-11 0,0 0-5 16,0 0-12-16,22 11-7 0,-12-11-10 0,5 3 0 15,1-2-12-15,8-1-4 0,-5 3-16 0,3-3-12 16,-2 0-14-16,10-4-16 0,-1 3-18 0,1-4-16 15,-8 2-5-15,6-2-5 0,-8 0 0 0,8-4 7 16,-7-1-8-16,-6 3 7 0,5-3 8 0,-7-1 3 16,-1-1 2-16,-4 1 1 0,-3 3 4 0,2-6 2 15,-2 6 0-15,-2 0 1 0,-8-4 8 0,2 5-5 16,-9 0 6-16,4 1 2 0,-9-1 1 0,-3 5 5 16,1-1 2-16,-10 6 4 0,0-1-1 0,-1 3-3 15,-3 3 8-15,3-1-7 0,0 0 4 0,2 6-4 16,3 1 5-16,5-6-3 0,4 4-3 0,1 0 1 15,3-1 0-15,4 3 4 0,0-1 0 0,8-1 0 0,0 0 1 16,8-3-1-16,-1 4 9 0,8 1-6 0,-1-4 2 16,10 2-6-16,9 0 5 0,-3 2-1 15,3-8-1-15,0 1-13 0,11-1-4 0,-9-4-9 16,-2 4-3-16,-3-5 0 0,5-2-3 0,-4 1 2 0,-3-3-1 16,-4-2 4-16,-3-1 1 0,-1 1 6 0,-2 1 4 15,0-8-5-15,-3 5 7 0,-5 1 2 0,-3-4 18 16,-1 3 12-16,1 0 12 0,0-1 6 15,-6 1 7-15,3 0 6 0,-4 1 5 0,0-1 2 0,0 7-14 16,0-9-5-16,0 9 3 0,-2-7-15 0,2 7-8 16,0 0-1-16,-3-5-3 0,3 5-4 0,0 0-7 15,0 0 4-15,-12 16 6 0,10-12-15 0,1 4-7 16,1-2 11-16,-2 1-15 0,5 0 0 0,-1 1-3 16,3-1 1-16,2 1-3 0,-2 1 5 0,6-2-8 15,-4-1-4-15,6 2-7 0,-1-4-2 0,4-2-7 16,-1 0 1-16,2-1 6 0,1-1-4 0,3-1-1 15,1-3 7-15,-7 0-1 0,0-4 11 0,6-2-1 16,-7 1 4-16,-5-2 3 0,6 3 0 0,-3-4 12 16,0 1 13-16,-8-1 18 0,5-1 21 0,-3 3 38 15,-4-5-9-15,3 6 8 0,-3-1 5 0,-1 2-2 16,-1-2 9-16,0 3 5 0,-1 0-15 0,2 0-7 16,-1 7-11-16,0-8-12 0,0 8-10 0,-1-5-10 15,1 5-11-15,0 0 0 0,0 0-1 0,0 0-7 0,0 0-14 16,0 0-18-16,-2 24-1 0,4-16-9 15,-1 2-7-15,4 0-8 0,0 0-8 0,2 6-11 16,1-5-5-16,0 1-9 0,1 2-20 0,2-4-12 0,1 1-18 16,-4-2-15-16,7-2-20 0,0 1-27 0,3-1-19 15,-1-3-16-15,-2-3-23 0,1-1-4 0,4-1-3 16,-5-3-5-16,-2 1 11 0,-3-2 6 16,-3-3 12-16,1 1 15 0,5-5-105 0,-5-2-336 0,1 2 149 15,-1-6 1311-15,-3-1-931 0,2-6 22 0,1-2 20 16,5 2 23-16,-5-2 26 0,-1 0 32 0,0-1 41 15,-4-1 38-15,2 2 40 0,-5 7 27 0,2 1 16 16,-2-1 12-16,5 4 5 0,-4 1 22 0,-1 3-6 16,2 0 4-16,-2 5-14 0,3-4-12 0,-3 2-17 15,0 6-20-15,3-3-19 0,-3 6-13 0,0 0-16 16,0 0 5-16,0 0-23 0,0 0-7 0,0 0-15 16,0 29 3-16,0-10-8 0,-3 1-6 0,0 3-2 15,3 3-3-15,3 1-12 0,-3 0 0 0,0 0-13 16,3 2-18-16,-3-2-15 0,0 0-20 0,0 0-19 15,2-7-17-15,-2 0-17 0,0-2-21 0,0-2-17 16,0 3-7-16,0-9-4 0,0 0-3 0,0 0 13 16,0-3 21-16,0-1-5 0,0-6 22 0,0 0 13 15,-5 4 5-15,5-4 9 0,0 0 4 0,0 0 18 16,-13-16 28-16,6 8 13 0,2 1 22 0,2-1 24 16,3 0 15-16,-7-3 20 0,2 5 19 0,4-1 11 15,-1-4 8-15,0 5 8 0,2 1 5 0,0-2 7 16,0 7-20-16,2-10-7 0,1 3-11 0,2 4-8 15,4-1-19-15,-1 1-4 0,4-2-3 0,4 2-8 0,1-1-9 16,3 4-6-16,1 3 1 0,1-3-11 0,-1 1 16 16,1 2-16-16,-1 2-6 0,-1-2-3 15,3 1-5-15,-5 1 2 0,-1 4-2 0,3-1 1 16,-5-3-5-16,-2 3-5 0,0-1 5 0,-1 1-9 0,-4-1 2 16,0 0-5-16,-1 2-8 0,1-4-10 0,-3 6-9 15,-3-4-9-15,3 1-13 0,-4 0-4 0,4-1-5 16,-1-1-9-16,-1 1-11 0,0 1-7 15,1-2-2-15,-3-2 3 0,-1-4-8 0,7 4-15 0,-7-4-15 16,0 0-11-16,21-7-2 0,-9 6-27 0,6-6-7 16,0-1-18-16,-3-4-2 0,7 3-17 0,-1-8-113 15,3 2-346-15,-1-1 153 0</inkml:trace>
  <inkml:trace contextRef="#ctx0" brushRef="#br0" timeOffset="79664.43">32027 2802 110 0,'-7'-12'228'0,"7"3"-3"15,-8 0-10-15,6 0-9 0,-3 1-21 0,-3 2-19 16,1 2-14-16,1 1-17 0,6 3-16 0,0 0-13 16,-18 10-12-16,11-2-7 0,4 3-9 0,-6 2-9 15,6 8-4-15,0 6-9 0,3-2-3 0,0 2-4 16,3 2-7-16,0-1-2 0,2 1-4 0,0 1-4 16,-1-1-3-16,1-1 1 0,-2-1-4 0,4 5-1 15,1-9-16-15,-2 1-10 0,1-7-8 0,1 1-19 16,-3-3-11-16,-1-4-3 0,-1-1-5 0,0-2 0 15,-1-3 8-15,3 2 11 0,-4-5 0 0,-1-2 4 16,0 0 3-16,0 0 1 0,15-9 11 0,-11 4 11 16,-1-3 19-16,0 1 12 0,1-4 8 0,1 3 12 15,-2 1 8-15,2-4 8 0,-2 2 4 0,4 2 3 0,-2-1 0 16,-2 3-6-16,4-2-8 0,-4 4-7 0,0-2-6 16,-3 5-6-16,9-7-9 0,-9 7-1 15,13 0-1-15,-13 0-5 0,15 8 0 0,-7-4-4 16,7 6-5-16,-2-1-1 0,-1-2-1 0,6 4-4 0,-3-2 2 15,0-1-1-15,0 0-1 0,6 3-6 0,-1-7-3 16,0 4-11-16,-2-2-12 0,2-4-2 0,0 1-3 16,3-1 0-16,-6 0-1 0,1-2 3 0,-3-4 1 15,0-1 4-15,-1 0-3 0,0 0 5 0,-6 0 4 16,-1-6-3-16,1 3 6 0,-5 0 1 0,0-4 5 16,-3 2 14-16,0 2 3 0,2-3 8 0,-2 2 4 15,-2 2 2-15,-1-4 1 0,0 3-2 0,-2 1-2 16,2-2-4-16,-1 5-4 0,4 4-4 0,-11-7-2 15,11 7-1-15,-14 0-2 0,14 0 1 0,-11 7-4 16,6-3-6-16,-2 4-1 0,-1-1-2 0,3-3-6 16,3 4-5-16,-1 1-1 0,5 0-1 0,-2-1-8 15,0 2-5-15,1-3 3 0,6 1-12 0,-2-1 2 16,2-2 4-16,-2 1 1 0,9-3 1 0,-7 0 6 16,6-3 0-16,4 3 4 0,-2-6 2 0,0 1 4 15,4-1 6-15,-2-1 21 0,-2 1 3 0,3-5 13 16,-1 1 15-16,-1 1 14 0,2-1 14 0,-3 0 17 15,-5 3 24-15,7-4 4 0,-7 1 11 0,5-2 4 16,-7 5-1-16,0-3-2 0,0 3-1 0,1-5-5 0,-3 7-16 16,3-2-7-16,-3 3-16 0,3-3-9 15,-9 4-10-15,14 4-7 0,-14-4-7 0,10 0-7 16,4 4-4-16,-9-3-2 0,0 7-4 0,1-5-6 16,-3 3-5-16,4 0-28 0,-2 1-25 0,0 1-35 0,2-1-20 15,-2 2-25-15,-4-1-29 0,3-1-29 0,-1 3-28 16,-6-5-32-16,-1 3-44 0,3-2-39 0,1-6-247 15,-14 6-603-15,8-4 267 0</inkml:trace>
  <inkml:trace contextRef="#ctx0" brushRef="#br0" timeOffset="79847.81">32406 2779 404 0,'-3'-8'379'0,"1"1"-9"0,0 0-32 16,2-2-23-16,0 1-36 0,0 8-39 0,-3-10-9 16,3 10-42-16,5-6-54 0,-5 6-67 0,7-4-79 15,-7 4-80-15,11 0-103 0,-11 0-248 0,22 5-480 16,-12-3 213-16</inkml:trace>
  <inkml:trace contextRef="#ctx0" brushRef="#br0" timeOffset="80196.88">32992 2380 2 0,'0'-8'465'0,"0"8"5"0,0-14-6 0,0 8-21 15,0 6-29-15,-2-6-42 0,5 3-39 0,-3 3-37 16,0 0-35-16,0 0-25 0,20 14-28 16,-6 1-20-16,10 4-16 0,6 13-18 0,3 2-15 0,-1-1 8 15,-9 6-15-15,7-2-14 0,-1 9-8 0,-2-3-12 16,-6 10-10-16,1-4-9 0,-4 5-7 0,0 0-9 16,-6 2-9-16,0-2-7 0,-6-2-6 0,1 2-2 15,-7 1-7-15,-3-1-11 0,-7 0-7 0,-9 3-46 16,-12 17-34-16,1-7-36 0,0-15-36 0,-16 12-31 15,10-13-23-15,-17 12-23 0,-4-8-28 0,14-12-43 16,-1-11-46-16,-4 3-67 0,1-2-201 0,3-9-650 16,1-1 288-16</inkml:trace>
  <inkml:trace contextRef="#ctx0" brushRef="#br0" timeOffset="85580.9">7358 7479 69 0,'-8'-3'358'15,"8"3"-13"-15,-10-1-18 0,10 1-22 0,-6-4-3 16,6 4-35-16,0 0-10 0,-5-4-29 0,5 4-25 16,0 0-17-16,0 0-11 0,11-11-3 0,-1 10-8 15,5 0-12-15,7-5-22 0,-3 2-8 0,11-6-13 16,2 3-10-16,-1 1-9 0,12-5-9 0,-6 3-6 15,-8 4-14-15,0-1-9 0,2-3-52 0,-1 1-42 0,-9 3-48 16,1 4-52-16,-7-1-63 0,1-1-72 16,-4 4-38-16,-4 2-228 0,-6 1-589 0,-2-5 260 15</inkml:trace>
  <inkml:trace contextRef="#ctx0" brushRef="#br0" timeOffset="86913.27">8588 7029 23 0,'0'-11'333'0,"-1"3"-16"16,1 1 1-16,0 0-15 0,-7-1-6 0,7 3-14 15,0 5-25-15,0-11-22 0,0 7-24 0,0 4-28 16,-2-8-18-16,2 8-26 0,0 0-14 0,0 0-3 16,0 0-23-16,0 0-10 0,15 19-8 0,-6-5-10 0,-1 1 14 15,-2 3-32-15,3 0-5 0,2 7-4 0,-2 2-7 16,-1 0-2-16,0 0-1 0,4 0-8 0,-7-3 0 16,1 3-2-16,-1 2-3 0,-3-9-5 15,6 7 3-15,-3-8-5 0,-3-4 4 0,-2 3-9 0,3-8 3 16,-1-2 0-16,-1 3-4 0,-1-4 8 0,0-6 0 15,2 6 20-15,-2-7 18 0,0 0 5 0,0 0-9 16,0 0-2-16,0 0-7 0,12-18-4 0,-2 1-1 16,-5 2-9-16,1-3 7 0,1 2-10 0,4-10-3 15,-1 9-8-15,5-5 4 0,-3-1-5 0,3 7 9 16,-5-7-5-16,0 11 0 0,1-5-6 0,1 7-2 16,-6-5 0-16,3 6 1 0,-1 2-20 0,-2 3 9 15,3-1 9-15,-3 1-10 0,3 2 1 0,2-1 1 16,-11 3-2-16,17 5-1 0,-4-1-5 0,-5 2 2 15,7 1 3-15,2 3 4 0,-6 0-1 0,3 0 0 16,-3 4-2-16,2-2-8 0,-1-2 3 0,0 7-5 16,-1-8-2-16,1 4-8 0,-1-5-1 0,-2-1 8 15,-1 1 0-15,-1-2-3 0,1 3 9 0,-3-8 6 16,3 1-3-16,-8-2 3 0,10 0 3 0,-3-6-2 0,1 3 0 16,-3-6 4-16,5 0 16 0,-4-2 3 15,4-5 7-15,0 5 7 0,-1-8 5 0,-1 1 6 16,0 3 6-16,5-4 7 0,-8 2 2 0,4-3 3 0,-1 5 2 15,-2-1 1-15,8 4-2 0,-11-3-1 0,4 6-9 16,-1-2-6-16,1 4-6 0,-5 2-7 0,4 1-9 16,2 2-3-16,-4-2-1 0,-4 4-3 0,16 3-4 15,-16-3-4-15,17 7 9 0,-4-2-10 0,2 2 2 16,-5 5-7-16,5 0-8 0,0 0-22 0,0 3-18 16,1-3-17-16,1 2-17 0,-2-2-25 0,1 4-23 15,2-5-17-15,-3 4-31 0,-3-4-27 0,1-1-32 16,-3 1-42-16,3-5-26 0,-4 4-33 0,-3-3-278 15,2-2-659-15,-3 0 292 0</inkml:trace>
  <inkml:trace contextRef="#ctx0" brushRef="#br0" timeOffset="87129.82">9788 6999 166 0,'4'-4'378'16,"-4"4"-8"-16,5-7-1 0,-5 7-38 0,0 0-25 15,0 0-28-15,3-5-34 0,-3 5-30 0,0 0-17 16,0 0-21-16,0 0-17 0,10 13-16 0,-7-7-8 16,0 2-23-16,-1 4-11 0,1-1-10 0,6 5-1 15,-6-3-14-15,2 4-5 0,3 0-2 0,0 2-29 16,1-1-43-16,-3 1-40 0,8 3-40 0,0 4-52 0,1-5-73 16,0-6-63-16,0 0-292 0,0 0-609 0,-2-6 270 15</inkml:trace>
  <inkml:trace contextRef="#ctx0" brushRef="#br0" timeOffset="87530.8">10325 7027 85 0,'0'-4'357'0,"0"4"-17"0,0-8-22 16,0 8-27-16,0 0-27 0,4-7-33 0,-4 7-25 15,0 0-23-15,0 0-16 0,0 0-17 0,0 0-17 16,10 18-11-16,-10-9-8 0,7-2-18 0,-7 5-5 15,8-1-10-15,-3 3-9 0,2-1-5 0,-4 1-11 16,4-1-4-16,4 2-9 0,-2 0-9 0,-3-4-9 16,3-4-5-16,-3 3-4 0,1-5-4 0,-2 0-1 15,0-3 0-15,3 1 1 0,-8-3 0 0,17-3 3 16,-7 1-9-16,-1-3 6 0,1-4-7 0,5-3 4 16,-1 1 13-16,-1-4 14 0,0 3 13 0,-1-1 27 15,1 1 14-15,3-2 10 0,-9 1 17 0,6-1 13 16,-1 1 6-16,-2 4-3 0,-2 1-2 0,0-1-11 15,4 5-15-15,-2-2-10 0,-5 0-12 0,3 4-18 16,-1 1-2-16,-7 1-6 0,15 3-11 0,-7 1-3 16,0 4-5-16,-1 0-5 0,1-1-2 0,4 6-2 0,-2 1-4 15,-4-1-2-15,7 2-9 0,-3 2-22 0,2 1-16 16,-4-3-15-16,2 3-13 0,-2-3-23 16,6 3-30-16,-3-3-23 0,-2-1-18 0,-1-1-23 0,-2-4-22 15,1-3-24-15,0-2-23 0,-4 1-46 0,5-1-42 16,-8-4-276-16,0 0-652 0,0 0 289 0</inkml:trace>
  <inkml:trace contextRef="#ctx0" brushRef="#br0" timeOffset="87697.33">10240 6569 43 0,'-16'-14'374'0,"1"2"-4"16,5 4-31-16,0 1-29 0,0 0-32 0,7-3-27 15,-4 7-33-15,2-2-30 0,5 5-42 0,3-8-53 16,-3 8-76-16,0 0-92 0,23 1-109 0,-9 6-211 16,4 0-428-16,3 4 190 0</inkml:trace>
  <inkml:trace contextRef="#ctx0" brushRef="#br0" timeOffset="88396.38">12357 6859 61 0,'-8'-4'351'0,"8"4"-20"0,-5-4-24 0,5 4-28 15,0 0-26-15,0 0-23 0,-8-3-26 0,8 3-27 16,0 0-17-16,0 0-16 0,-9 11-12 0,6-3-13 16,0 3-12-16,1-3-17 0,-3 4 4 0,3 2-14 15,2-5-12-15,-3 7-8 0,6-6-3 0,-3 3-8 0,0-4-3 16,0 3-5-16,7 0-5 0,-5-3-1 0,6-1 10 16,5-3-14-16,-3 2-5 0,2-3-2 15,-4-1 5-15,7-2-10 0,-2-1-3 0,4-1-1 0,-6-1 1 16,4-3-3-16,-7-2-1 0,1 2-1 0,2-3-4 15,-1 1 4-15,-10-4 1 0,7 1-7 0,-7 0 1 16,-7-5 7-16,7 8-10 0,-10-6 1 0,-1-1 4 16,1 4-4-16,-4-4 2 0,0 6-2 0,-6-7-1 15,3 6-1-15,4 2 0 0,5-1 4 0,-4 1 3 16,2 1-2-16,4 0 0 0,-1 3-3 0,5-3-4 16,2 6 0-16,2-11-3 0,8 4-7 0,8-2-11 15,10-3-2-15,4 1-2 0,9-8-7 0,2 1-7 16,5-6-9-16,7 0-5 0,-1 5 2 0,-1-5 12 15,5 1 3-15,-5-4 5 0,-3 4 3 0,-1 1 3 16,-4-2 5-16,0-1 3 0,-7 0 11 0,-10 10 20 16,-5-4 13-16,0 6 21 0,-9-3 13 0,1 6 20 15,-9 0 12-15,2 0 10 0,-1 5-7 0,-2-6-1 0,-3 7-7 16,-2 4-11-16,0 0-15 0,-14-8-6 0,14 8-11 16,-14 11-5-16,-1 2-4 0,6 1-2 15,-4 8-7-15,-2 8-6 0,0 12 3 0,7 1 1 16,1 4-8-16,1 2 1 0,12 5-1 0,-4-4-9 0,10 5 4 15,-2-1-3-15,4 0-4 0,8 2 18 0,0 1-14 16,4 9 10-16,0 4-15 0,-6-16 12 0,2 0-8 16,1-3-4-16,-3-1-4 0,-4-2 7 0,-1-8-3 15,2 1-4-15,-4-12 5 0,-8-2-1 0,-2-7-11 16,4-5-21-16,-5 0-20 0,3-3 2 0,-5-4-20 16,-5-4-41-16,5-4-34 0,-12-1-40 0,12 1-54 15,-21-18-73-15,4 3-286 0,-8-6-642 0,-8-9 284 16</inkml:trace>
  <inkml:trace contextRef="#ctx0" brushRef="#br0" timeOffset="88546.97">12892 7050 313 0,'-5'-8'330'16,"3"3"-13"-16,0-2-8 0,2 7-19 0,2-12-16 16,0 8-33-16,4-4-3 0,3 1-43 0,5-4-13 15,6 6-25-15,8-9-47 0,6 5-47 0,10-4-75 16,6 3-91-16,6-2-99 0,0 5-249 0,2-5-488 15,5 0 217-15</inkml:trace>
  <inkml:trace contextRef="#ctx0" brushRef="#br0" timeOffset="90729.72">15100 6639 37 0,'18'-28'269'16,"-10"1"-3"-16,2-2 3 0,-5 4-1 0,2-4-1 15,-7 4-10-15,-7-2-9 0,-1 1 4 0,-1-1-26 16,-5 6-16-16,-6-5-14 0,0 7-13 0,-2-1-19 0,-4 1-10 16,3 6-15-16,-2 2-20 0,-2 5-11 15,-2 1-15-15,2 4-10 0,1 5-3 0,-1 4-15 16,-1 6-6-16,5 0-10 0,1 8 1 0,2 1-8 0,2 3-6 16,5 4 5-16,3 7-9 0,3-2-6 0,7-4-6 15,2 12-1-15,8-1 1 0,2-3 1 16,6 0-5-16,5-4 10 0,-6-6-21 0,4-7-16 0,2 4-7 15,-1-5-9-15,4-2-9 0,-1-1-8 0,2-2 8 16,-1-8-9-16,0 2-14 0,-4-8 0 0,4-2 5 16,-1 0 5-16,-5-1 3 0,0-5 14 0,2 0-2 15,1-5 4-15,-2-2 7 0,-1 2 10 0,2-7 15 16,-6 5 6-16,4-5 6 0,-5 6 16 0,0-3 2 16,0 3 15-16,-4-3 5 0,3 3 2 0,-1 1 9 15,0 2-20-15,0-3-9 0,-3 9 3 0,3-1-12 16,-3 0 0-16,5 4-3 0,2 1-10 0,-2 2 1 15,3 3-8-15,-2 0 8 0,1 6-2 0,3 0 0 16,5 3-5-16,-12 0 8 0,8 3-8 0,1 0 11 16,-2 0-17-16,-5 1-6 0,-4-2-6 0,3 0-1 15,-1-4-1-15,-7 1-10 0,4 2 6 0,-5-10 2 16,-1 1-4-16,-1 4 5 0,-3-5 4 0,-3-3-2 0,3-3 3 16,-9 7 4-16,9-7 12 0,-15-1-14 0,15 1 1 15,-16-8 11-15,8 7 4 0,-1-6 18 0,3-5 18 16,-1 2-4-16,4-2-7 0,0 2 13 0,1-3-28 15,4-6 5-15,1 2-14 0,2 0 1 0,6-1 2 16,6-4-2-16,1 1-11 0,2 1 9 0,5 5-5 16,-4-4-2-16,-2 9-1 0,2 2-3 0,-1-1 1 15,-4 4-2-15,3 0 1 0,-4 5-7 0,4 0 1 16,-9 0 1-16,7 5 6 0,-5 0-7 0,1 4 3 16,-5 1-1-16,7-2 2 0,-7 6 0 0,4-1 0 15,-2 1 4-15,3 1-10 0,-3 0 13 0,3 2-13 16,-3 1-5-16,5-3-4 0,-2 0 2 0,2-2-1 15,0-2 4-15,5 1-1 0,-5-5-6 0,1 0-6 16,-1-2 6-16,3 0-1 0,-6-3 8 0,1-2-2 0,2-2-1 16,-7 1 4-16,1-6 1 0,2 3-1 15,-7-4 4-15,2 0 2 0,-6-4-2 0,-1 4 1 16,-4-4-2-16,1-6 2 0,-9 6 1 0,0-4 2 0,-2 1 3 16,-2-5-3-16,-3 2 16 0,2 6-9 0,-3-6 6 15,6 6 0-15,2 3 3 0,1-4 9 0,-1 5 14 16,1 1-14-16,6-3 3 0,-1 5 1 0,4-3-5 15,-2 1-3-15,5-2-3 0,6 1-5 0,3 1-6 16,2-4-5-16,6 3-6 0,3 0 4 0,11-2-18 16,0 1-4-16,13 1 0 0,-1-1-3 0,1-1 2 15,4 2 2-15,-1-1 0 0,-13-1 5 0,13 2 2 16,-16 1-1-16,2 0 1 0,0 2 2 0,-10-2 4 16,1 4 4-16,-8-4 11 0,1 5 0 0,-2-3 8 15,-7 5 5-15,4-1 5 0,-6-1-4 0,-6 2-1 16,8-1 0-16,-8 1 9 0,0 0-14 0,0 0-3 15,0 0 3-15,0 0 0 0,-34 3-4 0,24-2-3 16,-2 4 1-16,2 2-1 0,-1-2 1 0,1 7-2 0,3-6 0 16,-5 2-5-16,11-1 3 0,-6 2 2 15,7 0-4-15,0 1 3 0,5 2 0 0,-3 0 6 16,4 2-4-16,3 1-1 0,6 1 2 0,-2 0-3 0,2 3 4 16,0-3-2-16,-2-2-2 0,2 3-1 0,-2-4 1 15,-1 2 0-15,1 2 1 0,2-3-1 16,-9-1-1-16,4 0 3 0,-3-4-6 0,1 1 6 0,-4-1 4 15,-3-1-6-15,-2-1 2 0,-3 1 2 0,1-2 8 16,-4-1 4-16,-4-2 6 0,1-1 0 0,-3-2 1 16,-2 2-4-16,-4-2 1 0,5-2-5 0,-6 0-1 15,-2-1 6-15,7-2-2 0,4 2-8 0,1-3 8 16,1 0-8-16,1 3 5 0,3-6-8 0,-3 2-1 16,8-1-15-16,0 1-7 0,2-4-17 0,11-1-7 15,2-4-11-15,0 2-22 0,13-3-20 0,-5-2-25 16,20-5-21-16,-3-2-20 0,1 1-22 0,0 3-16 15,4-5-9-15,-5 1 6 0,3 4 16 0,-5-3 18 16,-2 5 23-16,-7 3 14 0,-5-2 31 0,-2 5 36 0,-6-1 33 16,-2 6 28-16,-1-6 19 0,-6 6 19 15,1-5 16-15,-2 6 18 0,-4-3 8 0,-2 3 11 16,3 0 0-16,-3 0-6 0,0 0-9 0,0 8-6 0,-3-10-5 16,-4 5-7-16,4 2-7 0,3 3-4 0,0 0-7 15,-21 0-2-15,21 0-8 0,-15 8-1 16,8-1-1-16,0 1-6 0,1 4 0 0,-1 2-6 15,4 1 1-15,-2 2-1 0,5 5 1 0,0-5-2 0,2 3 1 16,8 5-4-16,-4 1-1 0,7-1 13 0,-1 1 0 16,1-1-4-16,2 1-6 0,0-3 3 0,0-3-2 15,1 2-3-15,-9-5 1 0,8-5-1 0,-7 5-2 16,-1-9-1-16,0 2 0 0,-6-1-2 0,2-3 2 16,-3-2 3-16,0-4 16 0,-3 11 15 0,3-11 10 15,-15 3 5-15,7 0-2 0,-7-6-4 0,-1 3-2 16,-3-2-6-16,-2 1-2 0,4-2-4 0,2 2 5 15,-1-3-11-15,4-1-3 0,2 5-4 0,-1-2 2 16,11 2-5-16,-15-3-3 0,7 1-8 0,8 2-5 16,0 0-9-16,-10-3 2 0,10 3-2 0,0 0-5 15,0 0-12-15,23-8-12 0,-8 6-12 0,8-4-4 16,-3 0-9-16,10 3-9 0,1-6-9 0,2 0 0 16,8-2 5-16,-6 6-1 0,-5-6 9 0,0 2 1 15,-4-1 4-15,-4 1 10 0,-4 1 5 0,-1 1 12 16,1 0 14-16,-8 0 10 0,1 1 14 0,-2 0 12 15,-1 3 10-15,-2-2-1 0,1 0 2 0,0 3-4 16,-7 2-3-16,10-6-4 0,-9 4-4 0,-1 2-4 0,0 0 0 16,0 0-3-16,0 0-2 0,0 0 0 0,0 0 0 15,0 14 1-15,0-14-1 0,-1 12-1 16,1-4-4-16,-5-1 5 0,10 1-1 0,-10 0-4 0,5 0 4 16,5 3-5-16,-5-3-1 0,1 0-6 0,6-2-2 15,0 4 1-15,-3-7-2 0,0 4-3 0,4-5-1 16,5 5-1-16,-1-6-4 0,-2 2 1 0,5-3 0 15,0-3 0-15,1-2 9 0,-4 1-2 0,3-2-1 16,0 1 3-16,-7 1 2 0,7-7-1 0,-9 6-2 16,8-3 6-16,-6-3-1 0,0 4 2 0,0 1-2 15,4 0 0-15,-4 1 1 0,7 1-2 0,-7 0 6 16,6 1-4-16,2-1 0 0,7 4-2 0,6 4 1 16,0-3-18-16,3 2-17 0,17 8-5 0,8-6-8 15,-3 5-1-15,9 0-5 0,22 0 1 0,-4-1 4 16,6 6 4-16,0-10-1 0,-3 2-5 0,10 1 4 0,1-5 8 15,-4-3-34-15,-7-8-11 0,-23 3 12 16,-1-5 8-16,-2-2 6 0,-7-3 7 0,-11-1 8 16,-9 1 6-16,-6-1 19 0,-2-3 15 0,-16 0 14 15,-2 3 1-15,-5-4 16 0,-8-6 15 0,-6 6 9 0,-5-3 12 16,0 0 12-16,-9 6 8 0,0 2 9 0,-2-4-2 16,2 7-9-16,-3 4-7 0,-4 5-1 15,-1-1-9-15,4 4-3 0,-3 7-3 0,6 3-6 16,-3-1-4-16,6 11-5 0,-1-5 4 0,2 7-12 0,7 3-1 15,-3 11 1-15,4 2 8 0,12 2 7 0,-3 2-4 16,3 0-1-16,10 2 3 0,3 4-5 0,-1-1-1 16,3 0-3-16,9 2-1 0,-2 3-5 0,3-2 0 15,3 4-3-15,-3-5-3 0,1 3-3 0,4-1 4 16,2 2-2-16,-2-2-3 0,-4-1-4 0,2-5 7 16,-14-1-9-16,4-13-1 0,-3-4 1 0,-10 0 0 15,3-11-2-15,-3 2 2 0,-3-6 2 0,-6 0 15 16,1-4 6-16,-7-4 11 0,-5-1 11 0,1-2 4 15,-6-6-7-15,-8-2-9 0,1-1 0 0,-11-7-7 16,10-2-28-16,-3-1-17 0,6-5-11 0,7 8-39 16,1-5-42-16,12 0-46 0,-1-3-59 0,11 5-54 15,0-7-59-15,6-1-208 0,9 1-566 0,7-9 250 16</inkml:trace>
  <inkml:trace contextRef="#ctx0" brushRef="#br0" timeOffset="91096.51">19732 6432 284 0,'7'-6'382'0,"0"0"6"16,-6-1-15-16,8 0-19 0,-4 4-22 0,-4-4-18 0,-1-2-28 15,5 6-28-15,-5 3-25 0,-5-9-26 0,-1 5-20 16,-3-3-19-16,-7 3-26 0,-2 3-8 15,-6 1-18-15,3 1-9 0,-2 0-5 0,-2 10-20 0,5-7 7 16,-2 6-25-16,6-1-7 0,-1-1-7 0,1 2-6 16,6 6-6-16,0-7-9 0,3 6 5 0,2-3-5 15,5 3-2-15,0 1 1 0,5-1-7 0,4 4 0 16,1-2-2-16,11 5-1 0,-1-6-4 0,1 0 1 16,1 6-3-16,-4-12 1 0,-3 2-4 0,0-2-1 15,-2 4-3-15,-3-10 4 0,2 3-4 0,-4 0 0 16,-6-4-4-16,4 1 4 0,-6-4-2 0,0 8-5 15,0-8 4-15,-15 3-2 0,0-1 0 0,-3-2-4 16,-2 2-23-16,-8-2-39 0,-3-2-46 0,-4 0-38 16,-11-1-42-16,-6 0-54 0,3-7-77 0,-4 1-345 15,-5-2-721-15,0-7 319 0</inkml:trace>
  <inkml:trace contextRef="#ctx0" brushRef="#br0" timeOffset="91296.52">18562 5916 359 0,'0'0'352'0,"-6"-5"-39"16,4 0-27-16,2 5-29 0,-12-3-28 0,12 3-21 15,-3-5-23-15,3 5-41 0,0 0-56 0,-12-3-67 16,12 3-64-16,0 0-76 0,0 0-88 0,-8 9-139 15,5-5-375-15,3-4 167 0</inkml:trace>
  <inkml:trace contextRef="#ctx0" brushRef="#br0" timeOffset="108279.85">7886 9027 310 0,'-11'-27'315'0,"1"-3"-1"0,-2 0-17 15,-4 3-10-15,-6 3-6 0,-1 0-13 0,-5-4-15 0,-3-2-19 16,6 10-15-16,-2 2-12 0,2 1-12 0,-1 2-24 16,1 7-6-16,5 0-23 0,-1 5-16 0,-1 0-14 15,1 8-14-15,-1 2-12 0,-4 8-13 0,-1 4-9 16,-1 10 1-16,2 6-14 0,-1 5 0 0,6 2-6 15,4 6 0-15,0 5-7 0,4-4-6 0,0 3 0 16,5-2-1-16,1-2-10 0,2 0-2 0,5-3 1 16,5-1-12-16,2-2-1 0,8-5 11 0,-7-3-26 15,8-8-5-15,3 1 0 0,4-3-4 0,7-4-1 16,-2-4-1-16,15-2-2 0,3-6-10 0,-1 0-16 16,6-5-2-16,-1-7-7 0,1-3-2 0,0 0 2 15,-3-4 5-15,-3-2 0 0,-2-5 4 0,-8 5 10 16,-5-2-3-16,-2-4 6 0,-3 6 8 0,-2-4 0 15,-7 4 5-15,-2-1 12 0,-1 1 7 0,-2 1 17 16,-6 3 13-16,2 2 12 0,-2-3 1 0,-2 3 0 0,1-1-1 16,-1 4-4-16,-3-4-3 0,0 8-9 15,7-9-7-15,-7 9-4 0,0 0 0 0,0 0-4 16,0 0-4-16,0 0 0 0,9 19-6 0,-4-14 4 0,2 5 6 16,-2 0-17-16,5 1-4 0,-3 2 2 0,3 2 1 15,3-3-3-15,0 3 2 0,2-5-4 0,0 4-3 16,-2-5 7-16,2 0-14 0,-5 3-4 0,10-5-7 15,-5 1-5-15,-7-2 1 0,7-5 1 0,-2 4 2 16,-6-5 5-16,3 3 7 0,-10-3 1 0,11-6 3 16,-11 6-2-16,5-10 1 0,-5 0 6 0,-2 1 1 15,-1-2 3-15,-3-1-6 0,1-7 6 0,-4 7-4 16,3-4 5-16,-1-2 1 0,-1 0 3 0,6 1 1 16,0 2 2-16,-2-1 0 0,2 1 1 0,2-2-4 15,2 7 1-15,-1 0 1 0,6 0 4 0,6 3-5 16,-5-1-1-16,6 3 0 0,-3 1 3 0,7 1-2 15,1 5 2-15,0-1 2 0,1 7-2 0,0-5 0 16,8 9 10-16,0-3-11 0,-1 3 2 0,-2-2-1 0,-2 2 1 16,3 2 2-16,-7-4 0 0,-6 5-5 15,8-4 2-15,-6 1 1 0,0 0 1 0,-5-1-8 16,2 2-15-16,-2-7 0 0,-5 2 2 0,-2 0 2 16,5-4 5-16,-3 0 5 0,-2-3 18 0,-3-1 6 0,9 2-1 15,-9-2 13-15,0 0 7 0,0 0 6 0,1-18 6 16,-1 10 19-16,0 0-9 0,2-6-7 0,3-1 13 15,-2-2 0-15,2 2 4 0,-5-1 6 0,5 0 1 16,-1-1-7-16,2 3 6 0,-1 1-9 0,-2 4-6 16,2-3 6-16,2 4-17 0,-4 1-4 0,7 1-6 15,-5 3-4-15,5 0-14 0,-10 3 0 0,18 3 14 16,-8 0-17-16,3 5 0 0,2 0-34 0,-1 4-17 16,1 2-14-16,-1-1-19 0,1 4-22 0,-6 0-30 15,4-1-33-15,7 5-46 0,-10-3-45 0,5-3-46 16,-1-2-27-16,1 1-208 0,0-5-570 0,2 2 252 15</inkml:trace>
  <inkml:trace contextRef="#ctx0" brushRef="#br0" timeOffset="108645.82">9588 8871 230 0,'-7'-7'372'0,"1"-3"-10"15,-3 3-15-15,1 2-15 0,-2 0-20 16,2-2-19-16,1 3-32 0,-3 1-28 0,4 2-27 16,6 1-15-16,-10 4-27 0,2 4-17 0,3-1 1 0,-2 2-28 15,5 6-9-15,1 1-12 0,1 2 2 0,1 8-26 16,1-1 2-16,3-1-18 0,0 2-2 0,-2-2-10 16,-1 3 13-16,5 0-16 0,-4 0-10 0,0 1 0 15,5-2 0-15,-1 1-1 0,-7-6-9 0,7-2-2 16,-7 3 0-16,3-3-4 0,-1 1-9 0,-2-4-5 15,0-1-5-15,0-3-1 0,0-1-1 0,-5-3 1 16,5 2-4-16,0-5 1 0,-4 3 8 0,-2-4 13 16,2 1-22-16,-4 0-1 0,8-5-14 0,-15 0-15 15,15 0 8-15,-21-5-26 0,4 2-12 0,1-3-16 16,-3 2-15-16,-2-5-16 0,1 1-22 0,-1 2-22 16,-6-2-34-16,4 1-29 0,3-2-39 0,3 3-28 15,-2-2-201-15,4-1-528 0,6 1 234 0</inkml:trace>
  <inkml:trace contextRef="#ctx0" brushRef="#br0" timeOffset="108929.11">9777 8435 268 0,'5'-16'363'0,"-5"5"-6"0,5 3-2 0,-4-1-40 0,4 3-29 16,-1 0-30-16,-4 0-33 0,0 6-28 0,0 0-17 16,0 0-17-16,16 12-17 0,-13 2-13 0,6 5-23 15,-1 6-5-15,4 13-7 0,-9 12-13 0,3-4-6 16,1-1-2-16,0 1-12 0,3 4-2 0,-5 5-12 16,-4-5-4-16,9-2 1 0,-7 0-15 0,4-7-15 15,-7 7-29-15,5-5-21 0,-2-2-29 0,-3-12-30 16,-3 3-42-16,0-3-52 0,6-4-56 0,0-7-44 15,-3 0-218-15,0-8-548 0,0 0 243 0</inkml:trace>
  <inkml:trace contextRef="#ctx0" brushRef="#br0" timeOffset="110029.2">10030 8934 89 0,'0'0'302'0,"0"0"-22"0,0-7-20 0,0 7-19 16,11 0-14-16,-11 0-17 0,15 0-15 0,-5 4-13 0,10-1-17 16,-2 3-13-16,6 1-20 0,2 1-11 15,4 4-11-15,-2-2-10 0,3 2-9 0,-1 3-10 16,0 2-5-16,-2 0-9 0,-5 2-10 0,4 1-5 0,-6-3-4 16,-2 6-6-16,-3-2-4 0,-4-4-3 0,-2 1-7 15,-4 3-1-15,1-8-4 0,-2 5 2 16,-9-3-5-16,4-3-1 0,-1-3 0 0,-6 0 9 15,-1-3-6-15,-2 1-5 0,-2-2 9 0,1-2 4 0,-2-3 30 16,-1 0 4-16,14 0 2 0,-21-3 2 0,14-2-10 16,-1-2-3-16,6-1-3 0,2-4-12 0,2 4-10 15,6-12-20-15,14 1-17 0,-1 0-4 0,16-6-22 16,2-2-11-16,9 1-20 0,0 1-10 0,9 4-13 16,-6 2-5-16,7-1-7 0,1-3-6 0,-6 7 10 15,4 2 6-15,-4-2 3 0,0 0 6 0,-4 2 11 16,-6 2 4-16,-11 3 9 0,-2 3 2 0,-14-2 8 15,1 3 26-15,-6 1 25 0,-2 0 9 0,-3 3 0 16,-6 1 2-16,5-5-1 0,-5 5 0 0,0 0 8 16,-23-2 9-16,5 4 4 0,-12 5 11 0,-3 0 8 15,-7 4-1-15,-6 1 4 0,-4 2 5 0,5-1-4 16,2 7-4-16,12-5-6 0,1-3-2 0,-8 7-6 16,10 0-5-16,5-4-6 0,3 2 3 0,3-2-8 0,4 0 2 15,3 1-6-15,4 0 0 0,1 0 0 0,5-1-2 16,6 2 1-16,7-2-6 0,-4 0 0 0,11-3-2 15,-4 0-7-15,14-3-13 0,-2 3-15 16,4-8-11-16,-3 4-14 0,4-7-14 0,1-2-12 0,2-2-5 16,-1-2-6-16,-4 1 2 0,-3-7 10 0,0 4 6 15,-3-2 8-15,-8-4 8 0,1 3 6 0,-5-6 19 16,-4 1 21-16,-3 2 12 0,-1-2 17 0,0-2 18 16,-3 4 17-16,-2-3 18 0,0 6 21 0,-4-7 7 15,1 6 16-15,3-1 19 0,-5 0 1 0,2 4 4 16,0 2-12-16,-2-2-9 0,5 3-11 0,0-3-16 15,0 8-14-15,-4-3-10 0,4 3-9 0,0 0-11 16,0 0-12-16,0 0-22 0,-10 15-16 0,9-3-12 16,1-1-12-16,5 4-20 0,-4 2-5 0,4 2-21 0,4-3-13 15,-3 2-11-15,2 0-7 0,2 0-15 16,9 3-19-16,-3-8-14 0,1 4-25 0,-1-5-20 16,4 0-22-16,2-6-17 0,-7-2-10 0,8-1-4 15,-7-1 9-15,4-4 16 0,-5-4 24 0,2 2 23 16,1-4 23-16,-3-1 22 0,0-2 27 0,-1-5 35 15,0 3 28-15,-4-6 34 0,1 2 42 0,1-1 44 16,-6 1 27-16,3 1 24 0,-6 4 5 0,0 0 5 0,-1 1 7 16,1 3 2-16,-1 0 2 0,3 0-7 0,-5 2-16 15,2 1-15-15,-2 5-17 0,4-7-10 16,-4 7-14-16,4-4-8 0,-4 4-8 0,0 0-5 16,0 0-4-16,8 22-4 0,-8-13-2 0,3 3-8 0,-1 3-2 15,1 0-3-15,4 2-2 0,0 0-5 0,-1-1-1 16,2 0-7-16,4-4-13 0,-2 5-6 0,-2-7-4 15,-1 1-6-15,4 1-9 0,-1-5 3 0,0 1-1 16,2-7 3-16,-2 4-3 0,-4-5 6 0,-6 0 0 16,20-6 11-16,-11-2-10 0,-3 1-1 0,7-5 5 15,-3-1 0-15,2-1 5 0,-2-1 1 0,0 0 4 16,1-2 14-16,-2 6 12 0,-1-6 6 0,-1 3 10 16,1 1-3-16,0-1 8 0,-1 7 1 0,-1-1 0 15,-1-1-6-15,-1 3-3 0,2 1-6 0,1-2-10 16,-2 6-6-16,-5 1-1 0,0 0-1 0,16 4 2 15,-7 4-6-15,-1 1 0 0,4 1 8 0,-1 6-11 16,4-1 7-16,7 1-8 0,-1 3-1 0,1 1-2 16,-1-1-6-16,7 0-14 0,-5-3-6 0,7-1-18 15,0-1-12-15,0-1-11 0,-2-1-21 0,0-8-19 0,2 1-12 16,-2-2-15-16,-8 0-7 0,8-9-22 0,-5 4 2 16,-3-4-21-16,-3-1 12 0,2-10-9 15,-10 5-9-15,6-5-21 0,-9-9-157 0,4-1-389 0,-10 0 172 16</inkml:trace>
  <inkml:trace contextRef="#ctx0" brushRef="#br0" timeOffset="110245.77">12291 8357 26 0,'-8'-20'253'0,"4"1"11"0,1 4 6 16,3 1 3-16,-3 5-5 0,1-2-12 0,-1 3-23 16,3 0-28-16,-2 2-18 0,2 6-26 0,0 0-21 15,0 0-8-15,0 0-16 0,0 0-12 0,18 25-13 16,-5-8-5-16,-1 5-5 0,0 10-13 0,3 6-9 15,1 5-5-15,-4 3-1 0,9 5-4 0,-6 2-5 16,2-5-6-16,1 5-2 0,-2 2-5 0,6-2-3 16,-2-1-5-16,-4-3-15 0,1 0-24 0,-2-1-24 15,1-5-11-15,1-1-46 0,-7-11-43 0,0 1-56 16,0-6-35-16,-5-7-37 0,-2-1-165 0,-1-9-470 0,-1 4 208 16</inkml:trace>
  <inkml:trace contextRef="#ctx0" brushRef="#br0" timeOffset="110428.95">12230 8795 345 0,'-7'-11'373'0,"2"2"6"15,3-2-10-15,2 1-22 0,0 1-30 16,7-2-25-16,-2-1-25 0,3 5-28 0,4-2-25 0,8-2-22 16,6 4-19-16,-6 2-23 0,8-3-9 0,2 6-18 15,15 0-8-15,-11 2-58 0,1 0-38 0,-3 2-70 16,-1 4-68-16,2 0-81 0,-3 0-99 0,-12-4-276 15,4-1-620-15,-7 0 274 0</inkml:trace>
  <inkml:trace contextRef="#ctx0" brushRef="#br0" timeOffset="110595.7">11452 8466 62 0,'-12'-11'351'0,"-4"-1"-28"16,6 5-32-16,1-2-25 0,3 1-31 0,-1 2-23 0,5-1-29 16,-4 1-51-16,6 6-71 0,-7-6-95 15,7 6-92-15,0 0-200 0,0 0-354 0,0 0 157 16</inkml:trace>
  <inkml:trace contextRef="#ctx0" brushRef="#br0" timeOffset="110779.96">9816 8487 325 0,'-10'-6'364'0,"1"5"-37"0,-1-1-43 0,10 2-19 16,0-4-32-16,0 4-24 0,21-5-21 0,1 3-45 15,9 2-57-15,5 2-75 0,11 3-95 0,16-4-99 16,-5 9-179-16,29-5-391 0,1 2 173 0</inkml:trace>
  <inkml:trace contextRef="#ctx0" brushRef="#br0" timeOffset="111230">13549 8952 309 0,'-15'-2'456'0,"15"2"-8"0,0 0-9 0,0 0-11 0,0 0-19 15,-15 2-18-15,15-2-20 0,0 0-21 0,0 0-32 16,0 0-28-16,0 0-28 0,0 0-31 0,0 0-19 15,60 2-23-15,-24-4-19 0,19-3-15 0,1 4-19 16,8-5-18-16,-2 6-34 0,19 2-35 0,-22-2-42 16,-4 4-62-16,1-3-79 0,-1 4-65 0,-9-2-77 15,-9 0-110-15,-3-1-410 0,-2 0-861 0,-11 3 380 16</inkml:trace>
  <inkml:trace contextRef="#ctx0" brushRef="#br0" timeOffset="113213.52">16023 8342 281 0,'-3'-14'301'0,"0"1"-16"0,-7-3-26 16,-2 1-6-16,2 7-23 0,-3-4-15 0,-4 2-15 15,1 3-21-15,-4-3-13 0,-3 10-22 0,-2 0-14 16,-7 4-14-16,3 4-14 0,-4 4-7 0,-7 7-12 16,3 4-5-16,3 2-8 0,-1 5-10 0,2 0-5 15,1 6-6-15,9 7-6 0,0-2-4 0,-3-1-2 16,11-2-7-16,6 1 4 0,3-8-4 0,6 0-6 16,5 0 3-16,3-4-3 0,0-1-6 0,9-1 4 15,3-3 5-15,3-2-9 0,10-4-3 0,-3-1-1 16,3-3-6-16,10-4 6 0,-7-4-3 0,7-1-4 15,-11-7 2-15,4-2-3 0,-4-1 1 0,2-4 0 16,-5 0-4-16,-1-2 1 0,-3-1 3 0,-9 1-6 0,6-5 4 16,-8 6 18-16,-2-4 23 0,-2 5 22 15,2-4 25-15,-4 3 18 0,-5 0 14 0,2 5 10 16,2 0 1-16,-6-2-7 0,3 4-12 0,-1 0-10 0,-3 5-19 16,5-3-12-16,-5 3-11 0,0 0-8 0,0 0-8 15,0 0-3-15,0 15-5 0,0-6-3 0,0 4 0 16,3 6-8-16,-3-8-5 0,5 5-23 0,-1 0-5 15,1 2-13-15,4-3-14 0,-5 3-25 0,6-1-18 16,-4 0-18-16,3-5-29 0,-1 5-25 0,5-4-26 16,-1 1-31-16,-1-5-36 0,3-3-45 0,0 1-43 15,-5 0-297-15,6-7-674 0,-2-2 298 0</inkml:trace>
  <inkml:trace contextRef="#ctx0" brushRef="#br0" timeOffset="113962.27">16402 8710 154 0,'0'0'248'0,"0"0"-17"0,0 0-6 16,-13-3-15-16,13 3-9 0,0 0-7 0,-8 11-6 15,3-7-11-15,3 4-9 0,0-1-16 0,-1 2-8 16,3 1-11-16,-3-2-11 0,6 3-4 0,-3-2-16 16,3 2-5-16,-3-3-5 0,5 3-6 0,-1-3 1 0,2-3-17 15,-1 3-6-15,0-2-6 0,5-2-4 0,0-2 0 16,-2 1-3-16,2-3-9 0,-10 0-2 15,19-5-4-15,-8 2-3 0,-4-4-5 0,3-1 4 0,-4-1-10 16,-1 1 1-16,0-4-6 0,-1 1 0 0,-4-7-14 16,-4 1 2-16,1 1-2 0,-4 0-2 0,2 2 0 15,-5-1-6-15,2 4 5 0,-7-2-4 0,5 2 3 16,-3-1 1-16,3 2 0 0,-1 5-3 0,6 1 3 16,-5 0 5-16,5-3-27 0,5 7-7 0,-9-2-7 15,9 2 4-15,0 0-8 0,0 0-3 0,0 0-13 16,0 0-16-16,37 16-17 0,-9-7-16 0,2-2-13 15,6-2-7-15,-6 5-17 0,15-2-17 0,-9 0 4 16,9 2 1-16,-9-8 5 0,-1 4 20 0,1-4 3 16,-4 1 17-16,-2-1 9 0,-4-2 15 0,-4-2 20 15,-4 4 36-15,-10-4 31 0,5-2 40 0,-4 3 14 16,-3-5 14-16,-1 4 3 0,-5 2 6 0,0-14 12 16,0 14 7-16,-13-10 3 0,5 5 1 0,-4-2 3 0,5 4-5 15,-9-2-4-15,3 4-8 0,-4 0-9 0,1 1-4 16,-3-2-1-16,-4 4-11 0,5 0-6 15,-2 6-7-15,0-1-4 0,5 1 4 0,-1 1-15 16,3 3 5-16,1-4-11 0,-3 6-4 0,3-1-1 0,6 1-4 16,-1-3 1-16,4 1-1 0,3 0-5 0,-5-2 1 15,10-1-2-15,-2 1 4 0,4-1-5 0,-1-2 1 16,8-4-3-16,-4 3 2 0,8-4 1 0,-3 0-5 16,3-2-1-16,-5-1 5 0,4-2-7 0,1-3 2 15,0 0-3-15,-3-3 1 0,0-2 0 0,0 3 1 16,3-2-2-16,-1-2-1 0,-9-1 8 0,0 7 26 15,5-2 12-15,-3-4 16 0,-5 5 3 0,-3-1 13 16,5-1 26-16,-1 2 3 0,-1 4-1 0,-3 0-4 16,-1-3-11-16,-1-2-2 0,0 8-22 0,0 0-9 15,5-5-9-15,-5 5-9 0,0 0-12 0,0 0 3 16,0 0-6-16,0 0-2 0,2 19 1 0,-2-13-6 16,5 3 2-16,-3 0-10 0,-1-3-8 0,-1 6-6 0,7-5-9 15,0 1-5-15,1-2-4 0,-3 3-9 0,3-2-9 16,0 0-12-16,6-3-22 0,-1 0-21 0,-2-4-8 15,4 0-27-15,7-3-16 0,-4-2-17 16,0-3-20-16,4 1-25 0,-2-4-10 0,4-4-34 0,-2-1-27 16,4-5-20-16,-6-1-165 0,4-1-497 0,-5-3 220 15</inkml:trace>
  <inkml:trace contextRef="#ctx0" brushRef="#br0" timeOffset="114195.75">17301 8188 216 0,'-17'-20'293'0,"3"-3"14"16,-3 2 9-16,9 4 1 0,-6 4 8 0,6-2 15 15,0 3 15-15,1 3 9 0,1 2-4 0,-1-1-18 16,5 2-25-16,-3 3-27 0,0-3-32 0,5 6-33 16,-5-6-24-16,5 6-28 0,0 0-16 0,0 0-17 15,0 0-13-15,0 19-16 0,0-4-11 0,5 5-9 16,0-1-8-16,0 10-9 0,-3-1-7 0,5 13-11 16,-1 0-4-16,1 2-4 0,1-1-5 0,-1 1-2 15,-6 1-13-15,6 4-28 0,1 2-27 0,4-10-32 0,-5-7-39 16,-6-5-28-16,6 13-23 0,-1-12-32 15,-4-4-20-15,6 4-20 0,-3-12-46 0,2 0-41 16,-4-5-48-16,4-4-48 0,0-3-233 0,-1-2-690 0,1-3 306 16</inkml:trace>
  <inkml:trace contextRef="#ctx0" brushRef="#br0" timeOffset="114396.08">17258 8413 118 0,'-5'-5'270'0,"-2"3"-8"0,7 2-19 0,0 0-21 0,-8-6-18 16,8 6-19-16,0 0-16 0,0 0-5 0,0 0-2 16,0 0-13-16,0 0-14 0,32 12-12 0,-14-11-10 15,-2 5-11-15,6 2-12 0,6-4-5 0,0 5-10 16,-3-6-22-16,3 7-31 0,2-1-41 0,0-2-41 16,-4 2-39-16,-4 0-40 0,9-2-21 0,-6 1-26 15,-2-1-14-15,-3 0-148 0,1 5-376 0,-6-4 167 16</inkml:trace>
  <inkml:trace contextRef="#ctx0" brushRef="#br0" timeOffset="114512.23">17721 8567 1034 0,'9'11'-74'15,"-3"-2"18"-15,1 8 21 0,1-4 30 0,-8 2 24 16,0 1 18-16,0 2 20 0,-5 1 12 0,2 2 3 16,0 0 1-16,-7 0 9 0,3 7-4 0,-1-1 3 15,-1 4-10-15,-4-6 0 0,3 12-6 0,-1-8-6 0,4 1-3 16,-1 0-5-16,0-3-4 0,1-3-21 0,-1 2-34 16,1-7-44-16,7-6-67 0,-2 1-165 15,2-5-307-15,2 0 137 0</inkml:trace>
  <inkml:trace contextRef="#ctx0" brushRef="#br0" timeOffset="115028.93">18120 8316 326 0,'0'-6'382'0,"2"0"-26"0,-2 6-36 0,0 0-26 15,0-8-39-15,0 8-29 0,0 0-22 0,0 0-22 16,0 0-16-16,12 23-14 0,-9-8-17 0,2 1-12 16,0 7-5-16,1 3-18 0,-2 1-10 0,1 2-12 15,1 13-12-15,-1-3-2 0,2-8-6 0,-2-1-3 16,-2 1-8-16,4-4-1 0,-1-2-6 0,3-5-4 0,-1-5-9 16,-8 0-6-16,7-4 0 0,-4-6-3 15,-3 5-3-15,5-6 1 0,-5-4-4 0,10-3 1 16,-10 3 0-16,10-11-1 0,-2 6-2 0,0-9 0 0,5 1-2 15,-4-7 3-15,4 5-7 0,-3-5 5 0,-3 2 9 16,6-4 12-16,-5 7 15 0,-1-2 8 0,1 4 5 16,-1-1 8-16,-1 4-2 0,2 3-11 15,-8-1-1-15,7 4-8 0,1 1-10 0,-1-1 6 0,-7 4-14 16,17 4-5-16,-4 0 0 0,0 7-6 0,2 1 4 16,1 1 0-16,3 4 1 0,1 2-7 0,1-1-6 15,4 1 2-15,-2-2-2 0,2 4-12 0,-4-7-6 16,-4-4-1-16,4-3 0 0,-7 3-9 0,6-8 9 15,-4 5-2-15,-1-7 0 0,-5 0 0 0,3-2 9 16,-3-5-4-16,0-4 6 0,-3 0-3 0,-1-2 2 16,-2-6-2-16,1-1 5 0,-9 2 4 0,1-8 2 15,-2-1 2-15,-3 2 1 0,-1-2 1 0,1 0 2 16,-3 5-3-16,4-5-2 0,-1 8 6 0,-1 4-7 0,6-4-5 16,-2 4-31-16,-1 5-29 0,4-1-29 15,-3 3-43-15,3 1-60 0,2 7-69 0,0-8-36 16,0 8-47-16,7-1-222 0,-7 1-612 0,23 4 271 0</inkml:trace>
  <inkml:trace contextRef="#ctx0" brushRef="#br0" timeOffset="115563.22">19092 8502 98 0,'0'7'200'0,"0"0"-1"0,0-7-4 15,-2 12-12-15,2-5-9 0,2 1-12 0,-4 0-11 16,2 1-12-16,2 2-12 0,-2 1-12 0,0 3-14 15,8-3-4-15,-6 3-8 0,3-1-8 0,0 2-8 16,3-3-5-16,-5-1-7 0,4-4-4 0,5 4-6 16,-4-3-3-16,2-3-3 0,1 0-4 0,-1 2-3 15,2-8-4-15,-4 0-2 0,4 0 0 0,-2-7-5 16,-4 5-1-16,-2-3-3 0,2-3-4 0,-4-1-1 16,3-2-3-16,-4-1-2 0,-7-2 1 0,-1-1-5 15,-1-2 2-15,-2 1-2 0,-3 1 0 0,-7-1-2 16,2-3 3-16,-5 3 6 0,8 1 3 0,-5 6 0 15,5 0 4-15,0-1-2 0,7 0 5 0,-6 5 3 0,6-3 0 16,2 5-5-16,4-1 0 0,-3-1-4 16,5 5 1-16,0 0-3 0,12-7-3 0,-3 0 0 15,13 6-4-15,1 0-4 0,4-4 4 0,2 4 3 0,5-3-5 16,9 1 5-16,1-2-3 0,-1-9-4 0,0 5-1 16,2-4-3-16,-14 3 2 0,11-6-1 0,-12 5-1 15,-6-4-3-15,8-1 4 0,-4-4-14 0,0 1-5 16,-3 1 4-16,0-6-2 0,-9 1 6 0,-1-1 4 15,-3 0-3-15,-9 5 10 0,2 0 8 0,-2 2 7 16,-6-2 14-16,-5 4 11 0,5 0 9 0,-6 1-6 16,1 4-7-16,1 0 0 0,-1 5-9 0,0-2 7 15,-5 7-14-15,-2 0 8 0,1 5-14 0,-2 2-2 16,1 4-1-16,0 4-1 0,2-2-1 0,-4 12-4 16,9 2 0-16,-4-2-3 0,2 2 1 0,9 2-3 15,1 0 7-15,0 1-4 0,3 1-2 0,5-4 0 16,-3 1 2-16,9 2 3 0,1-5-10 0,9 5-19 15,-7-4-29-15,9-5-35 0,-2-3-31 0,5-2-45 0,1-1-45 16,13 1-47-16,-6-12-243 0,-8-3-534 0,6 2 237 16</inkml:trace>
  <inkml:trace contextRef="#ctx0" brushRef="#br0" timeOffset="115829.89">20348 8051 300 0,'-3'-15'371'0,"-4"0"-15"0,-1 3-2 0,0-2-9 16,1 5-16-16,-1-2-22 0,1 4-35 0,-3 2-26 16,5 2-27-16,-6 3-22 0,11 0-22 0,-25 10-14 15,12 3-21-15,3 2-4 0,-7 8-20 0,-1-1-10 16,8 6-13-16,-2 4-10 0,4 10-8 0,0-3-4 16,1 4-10-16,-3 4-4 0,5-2-12 0,4 0 3 15,1 9-6-15,0 2-3 0,0 1-6 0,1-2-4 16,3-1 4-16,-1 4 2 0,5 0-13 0,0-3-13 15,2 2-17-15,0 0-20 0,-3-6-24 0,1-4-23 0,-3-4-32 16,-2-1-35-16,-3-14-41 0,-1-4-45 0,-1-4-50 16,2-5-43-16,-3-5-260 0,1-2-629 15,1-5 279-15</inkml:trace>
  <inkml:trace contextRef="#ctx0" brushRef="#br0" timeOffset="116029.69">20049 8745 88 0,'0'-12'381'0,"-5"1"3"16,10 4 11-16,-4-1-7 0,-1-4-26 0,7 8-17 16,-2-2-24-16,3 0-28 0,-1-2-18 0,3 3-26 15,3-2-22-15,3-3-28 0,6 5-18 0,-2 2-23 16,8 2-11-16,3-2-20 0,-1 3-18 0,8-3-43 16,-5 1-69-16,4 2-65 0,11 2-74 0,-17 3-91 15,2-5-106-15,15 1-313 0,-16 3-706 0,1-4 313 16</inkml:trace>
  <inkml:trace contextRef="#ctx0" brushRef="#br0" timeOffset="119379.92">16041 10162 138 0,'0'-16'341'0,"0"1"5"0,-5-3 2 0,5 3-6 16,-1 0-4-16,-3-2-13 0,4 7-9 0,0-1-5 0,0 1-25 15,-3 4-8-15,3-3-27 0,0 3-25 0,-1-1-29 16,1 7-27-16,0 0-18 0,0 0-15 0,0 0-17 16,0 0-9-16,8 31-18 0,-7-5-7 0,6 3-6 15,-2 12-6-15,3 2-8 0,-4 3-7 0,4 0-7 16,-1 1-3-16,-1-3-4 0,2 3-13 0,4 2-7 15,-5-3-6-15,4-6-15 0,-3-9-3 0,-1-1-9 16,6 1-8-16,-4-6 0 0,-1-3-10 0,2-2-2 16,-5-5 3-16,5-3-1 0,-7-2 2 0,-1-1 10 15,3-6 2-15,-5-3 6 0,10 4-3 0,-10-4 5 16,6-11 0-16,6 3 9 0,-11-5 4 0,8-2 3 16,-3-4 4-16,3-7 10 0,4 3-5 0,-5-2 3 15,-1-2 10-15,6-3-8 0,-6 3 9 0,1-8-1 0,0 11 2 16,-3-3 0-16,-2 8-1 0,-1-4-1 15,3 7 0-15,2-2-2 0,-4 6-2 0,2 0-3 16,-5 1-3-16,0 6-6 0,2-3-8 0,3 1-2 0,-5 7-30 16,1-7-4-16,-1 7-1 0,0 0-2 0,0 0-3 15,9 15-4-15,-6-7-2 0,0-1-11 0,0 5 8 16,-1-2 4-16,1 0-7 0,2 5 9 0,0-4-2 16,-1-3 0-16,1 3 7 0,3-2 12 0,-6 2-11 15,3-4 2-15,-2 1 2 0,3-1 6 0,-4-6 3 16,-2-1 5-16,5 10 9 0,2-9 12 0,-7-1-9 15,0 0 5-15,0 0 6 0,0 0 4 0,0 0 6 16,16-7-2-16,-16 7-5 0,5-8 5 0,-3 0-3 16,-2 1-4-16,0 7 3 0,1-11-7 0,3 6 2 15,-4-3-2-15,0 8-9 0,0-11-17 0,3 8-28 16,-3 3-31-16,0-7-42 0,0 7-46 0,0 0-45 16,0 0-60-16,0-7-60 0,0 7-66 0,0 0-218 0,0 0-663 15,0 0 294-15</inkml:trace>
  <inkml:trace contextRef="#ctx0" brushRef="#br0" timeOffset="120095.51">16642 10020 133 0,'0'-20'306'0,"-3"-4"-13"0,3 5-10 15,-7 7-15-15,1-8-20 0,-4 5-8 0,-2-1-12 16,6 2-25-16,-9 2-19 0,0 4-21 0,0-1-15 16,2 2-14-16,-4 11-15 0,-3-4-9 0,0 3-12 15,-1 2-7-15,-7 14-12 0,-10 1-7 0,1 7-9 16,1 0-1-16,1 5-3 0,-1 2-4 0,-2 4-7 15,3-3-5-15,3 0 0 0,3 1 4 0,4 1-7 16,0 3-6-16,2-2-6 0,9-10 2 0,5 2 1 0,4-2-1 16,3 2-13-16,4-3 7 0,4 0 2 15,9-3 7-15,5 2-3 0,1-3-5 0,16 4 5 16,3-7-2-16,3 3 0 0,1-11-8 0,3 3 0 0,1-6 0 16,-5-5 5-16,1-1-6 0,3-3-2 0,-17-3-2 15,19-1-6-15,-17-1 0 0,1 1 3 0,-2-7 5 16,-3 4-5-16,-3-6 1 0,-2-2-4 0,-8 1 2 15,2 1 5-15,-7-9-6 0,-2 10 2 0,0-7 8 16,-1 2 29-16,-2 1 10 0,-2 1 16 0,-3-3 8 16,-3 6 10-16,3 0 3 0,0 1-2 0,0 2-4 15,0-1-10-15,0 5-7 0,-3 0-11 0,3 5-11 16,3-8 0-16,-3 8-20 0,0 0 1 0,0 0-7 16,0 0 3-16,-5 18-9 0,0-6 1 0,5 2-1 15,-2 2-2-15,2 0-2 0,0 2-1 0,0 1-2 16,2 1-2-16,3 3 2 0,-5 1-4 0,2-5-3 15,4 1-15-15,-3-1-6 0,2-2-13 0,5-2-23 0,-5 3-27 16,2-4-23-16,5-4-25 0,-3 2-21 16,0-5-26-16,2 0-30 0,-2-3-45 0,-1-1-45 15,0-2-49-15,5-2-43 0,-13 1-206 0,17-7-641 0,1 0 284 16</inkml:trace>
  <inkml:trace contextRef="#ctx0" brushRef="#br0" timeOffset="121030.03">17129 10439 156 0,'0'0'261'0,"0"-10"-6"0,0 10-18 16,-3-3-18-16,3 3-16 0,0 0-3 0,0 0-5 16,0 0-8-16,-17 13-8 0,12-6-9 0,0 2-4 15,3-1-12-15,1 2-13 0,-1 4-7 0,-3-6-14 16,5 7-4-16,0-6-5 0,5 8-10 0,-2-4-5 0,2-1-2 16,4-1-13-16,-3 4-1 0,6-4-6 15,-1-2-6-15,3-1-6 0,1-3-7 0,-1 2-3 16,3-2-3-16,-2-3-10 0,0-1 5 0,1-1-4 0,4-1-11 15,-5-1 1-15,5-5-2 0,-3-1-11 0,-9-4-4 16,12 0-12-16,-7-3-1 0,-3 1 4 0,-4-5-5 16,-2 4-3-16,1-5 2 0,-5 0 2 0,-5 6 0 15,1-2 6-15,-4-4-1 0,-5-1 9 0,5 4 11 16,-4 2 7-16,-4 5-9 0,2-4 13 0,-1 4-5 16,5 1 13-16,-4-2-22 0,2 7-6 0,-3-1 2 15,3 2-8-15,1 2 1 0,11 1-17 0,-15 3-25 16,15-3-10-16,-10 8-14 0,8-3-7 0,4 6-10 15,1-5-19-15,12 6-19 0,-1 1-27 0,2-1-25 16,12 0-20-16,2 0-18 0,0 2-18 0,6-5 0 16,9 2-17-16,-10-3-2 0,-2-1 3 0,13-2 12 15,-13 3-117-15,-3-5 293 0,0-3-111 0,-2 0 36 0,-5-3 37 16,-1 0 53-16,-6-3 39 0,-3 0 43 0,-4 0 38 16,1 3 24-16,-7-9 6 0,-1 1 12 15,1 4 11-15,-3-1 10 0,-5-1 10 0,2-1 2 0,-2 1-1 16,-4 3-4-16,1-3-10 0,-2 3-9 0,0-1-12 15,0 0-12-15,-1 3-9 0,-4 1-11 0,0 3-13 16,0 3 1-16,0 0-15 0,-5 3-13 0,4 1-4 16,1 5-4-16,0 0-4 0,0 3-8 0,2 5-3 15,-2-1-4-15,7 1 0 0,-6 6-5 0,8-7-2 16,4 2-5-16,-1 1-3 0,3-2-3 0,1-1-4 16,1-2 0-16,3-4 5 0,2 3-8 0,3-6-3 15,-5-1 6-15,5-3-1 0,1-3-5 0,1 0 5 16,1-3-2-16,2-3 3 0,0-2-1 0,1 0 2 15,4-5-4-15,-5-2 1 0,5 0 4 0,-4-3-8 16,4-4-1-16,-3-1 5 0,-4 7 9 0,-1-4 21 16,-1 0 23-16,-1 3 25 0,-2-1-7 0,6 6 3 0,-13-3 14 15,6 1 1-15,0 7-4 0,-7-7-8 0,3 7-11 16,-3 4-11-16,3-9-12 0,-1 6-7 16,-2 3-4-16,0 0-2 0,0 0-7 0,0 0-4 0,10 19 1 15,-9-8-2-15,1 0-4 0,5 3-4 0,-1-3 2 16,1 5-3-16,3-4-4 0,3 6-3 0,-6-1-11 15,3-2-6-15,1-4-3 0,1 2-10 0,8-3-11 16,-5-2-12-16,1-1-27 0,6-5-3 0,-1-2-17 16,1-2-15-16,-1-2-13 0,2-3-10 0,2-4-9 15,-2-5-8-15,2-1-13 0,-3-5-12 0,1-2-15 16,7-6-8-16,-7-5-8 0,5-5-1 0,-11-4 7 16,9 0-15-16,-4-3 11 0,-4-3 8 0,0 2 24 15,-8-4 54-15,3 6 84 0,-5 0 69 0,-8 7 59 0,5 9 39 16,-5 1 31-16,-5 2 28 0,5 2 25 15,0 6-10-15,-3 2 34 0,3 5 12 0,-3 0-5 16,0 4-30-16,-2 1-19 0,5 1-21 0,0 6-19 0,-10-2-17 16,10 2-18-16,-20 20-10 0,12-5-11 0,-4 4-13 15,-3 4-7-15,7 16-8 0,-2-9-10 0,-2 15-6 16,11-3-5-16,-4 3-6 0,3 2-7 0,4-1-14 16,-2-4-21-16,0 6-25 0,5-5-37 0,1 1-57 15,1-14-48-15,3 7-60 0,3-6-69 0,2-6-100 16,0-4-361-16,6 0-811 0,-4-9 359 0</inkml:trace>
  <inkml:trace contextRef="#ctx0" brushRef="#br0" timeOffset="121212.2">18329 10209 6 0,'-15'-9'419'15,"5"-2"23"-15,-3 8 0 0,6-4-14 0,-1 1-30 0,6 3-35 16,-4-6-38-16,6 9-31 0,-5-3-31 15,5 3-28-15,0 0-41 0,28 4-47 0,-8 4-64 16,9 1-67-16,6 0-56 0,-3 3-62 0,14 8-73 0,2 0-75 16,-2 0-90-16,6-5-185 0,-8 7-569 0,6-2 252 15</inkml:trace>
  <inkml:trace contextRef="#ctx0" brushRef="#br0" timeOffset="121379.68">19102 10654 129 0,'0'12'271'15,"-2"1"-1"-15,-1-4 6 0,3 3-5 0,-7 3-19 16,2 0-12-16,-1 2-21 0,-3-2-18 0,1 5-16 16,0 4-23-16,-5 6-11 0,-1-3-18 0,8 2-7 15,-11 7-16-15,2 3-10 0,0 0-18 0,0-1-49 16,2-9-72-16,2-2-99 0,7-1-107 0,-2-7-221 16,12-4-503-16,3-3 223 0</inkml:trace>
  <inkml:trace contextRef="#ctx0" brushRef="#br0" timeOffset="122078.59">20093 9952 268 0,'8'-25'271'0,"-8"5"-14"0,0 0-17 16,-1 1-21-16,-6 3 0 0,-8 1-25 15,7 2-13-15,-7 2-15 0,-5 0-16 0,-3 4-18 16,-3 1-12-16,-7 7-9 0,-2 4-10 0,2 4-13 0,-10 11-6 16,-2 0-12-16,4 11-7 0,4-6 1 0,7 7-11 15,1 2-6-15,5 2-4 0,-2 0-6 0,9 0 2 16,-1 1-8-16,7-8 4 0,2 3-8 0,4 9 0 15,5-11-5-15,0 1-2 0,7-3 3 0,3-1-7 16,1 0-1-16,6-6 3 0,3 0-2 0,6-6-1 16,-1 0 2-16,5-2-6 0,5 1 3 0,-4-13-2 15,4 4 0-15,1-6-4 0,-4-4-1 0,12 2-1 16,-12-5 1-16,3-2-4 0,-6-2 4 0,1 0 3 16,-3-4-8-16,-2 0 0 0,1 1-2 0,-4 0 5 15,-6 0 13-15,-3 3 21 0,-3 0 12 0,2-1 8 16,-4 1 0-16,0 3-6 0,-4 1 1 0,1 1 10 15,0-2-7-15,-2 1-3 0,4 5-10 0,-7 3 8 0,0-12-21 16,0 12-8-16,-9-4 4 0,9 4-3 0,0 0 0 16,-15 0-10-16,15 0 6 0,-21 9-4 15,8-6-5-15,-2 1 1 0,-2-1-4 0,2 4-1 0,-5 1 1 16,6 0-3-16,-1 1 2 0,5-6 7 0,-2 6-10 16,2-3-1-16,-1-2 9 0,4 4-9 0,4-4-6 15,-4 3 8-15,2-2-14 0,5-5 1 0,-2 8 4 16,2-8 0-16,7 4 4 0,-7-4-3 0,15 3-5 15,-2-3 5-15,-3 0 4 0,-10 0 20 0,27-4-21 16,-12 1 3-16,1-3 3 0,-3 4-6 0,2-3 0 16,-2 0-1-16,-1-1 7 0,-4 2 14 0,2-3 21 15,-1 3 19-15,-1-2 12 0,-2 0 18 0,1 3 0 16,-7 3 3-16,8-1-1 0,-8 1-13 0,9-5-9 0,-9 5-8 16,0 0-12-16,5-2-11 0,-5 2-4 15,0 0-4-15,0 0-5 0,3 8-1 0,-3-8-3 16,-2 15-1-16,2-8-2 0,0 2-4 0,2 2-15 0,0 0-15 15,4-1-19-15,-3 3-10 0,9 1-41 0,-5-1-31 16,8-1-36-16,-7-1-44 0,7 1-49 0,5-3-57 16,-4-2-61-16,1 1-301 0,1-5-718 0,5 1 318 15</inkml:trace>
  <inkml:trace contextRef="#ctx0" brushRef="#br0" timeOffset="122495.22">20616 9750 156 0,'-5'-10'381'0,"-3"2"-3"0,1 0-6 15,6-2-22-15,-6 4-26 0,4 3-33 0,-2-1-36 0,5 4-30 16,0 0-18-16,0 0-24 0,0 0-14 16,-8 13-25-16,8 5-12 0,0 0-11 0,0 7-11 15,-2 2-11-15,4 3-7 0,-4 2-12 0,4-1-10 0,-1 8-2 16,-1 2-12-16,4-9-1 0,-4-1-11 0,0-4 2 15,0 1-17-15,0-1-12 0,4-2-15 0,0-9-3 16,-3 2-11-16,8-4-6 0,-8-3 5 0,6 0 1 16,3-5 3-16,2 1 3 0,-1 0-4 0,7-3 2 15,-3-4-1-15,8 0 4 0,-1 0 2 0,6 0 1 16,2-3-1-16,-9 3-3 0,6-3 2 0,-6 3-1 16,-1-5 16-16,0 5-19 0,-7 0 7 0,2 0-7 15,-2 5 2-15,-3-3 0 0,0-1 1 0,-3 2-1 16,3 0 0-16,-4-2 2 0,-1 4 11 0,0-2-11 0,-3 6 2 15,1-2-3-15,-3-7 2 0,-5 11 2 16,0-2 0-16,0-2 5 0,-1 1-7 0,-7 1 4 16,1-3-8-16,-5 0 12 0,1 0-6 0,-4-3-15 15,-8-2-32-15,-2-1-46 0,0-1-39 0,1 0-53 0,-6-6-65 16,3-1-47-16,4-2-245 0,7 5-587 0,4-3 259 16</inkml:trace>
  <inkml:trace contextRef="#ctx0" brushRef="#br0" timeOffset="122946.22">21075 9690 247 0,'0'0'299'0,"5"-3"-32"16,-5 3-22-16,0 0-27 0,0 0-26 0,0 0-18 15,0 0-13-15,6 18-16 0,-4-9-11 0,-4 5-10 16,4 1-12-16,-2 5-3 0,5 6-12 0,-3 1-4 15,-4-2-10-15,4 0-7 0,-2 0-6 0,0 2-8 16,1-11-6-16,4 4-2 0,-3 1-8 0,-2-3-5 16,0-3-2-16,0 0-5 0,-2 0-3 0,-3-3-2 0,4-1 0 15,1-3-6-15,-2 0 2 0,2-2-4 0,0 0 7 16,0-6-6-16,-5 4-4 0,5-4 4 0,0 0 15 16,0 0-9-16,0 0 3 0,0 8-1 15,0-8-6-15,0 0 1 0,0 0-7 0,0 0-3 0,21-3-7 16,-12 6 4-16,-1 0 3 0,2 1-8 0,0-1 2 15,1 2-4-15,-2-1 3 0,1 4-6 0,5 2-1 16,-9 2 3-16,2-4-4 0,1 6 1 0,-1-5-2 16,-5-1 1-16,1 7-1 0,-1-3 11 0,-3 5-15 15,0-7-2-15,-5 1 6 0,0 4-7 0,-3-2-7 16,-1 1 0-16,-5-4-8 0,-3 4-1 0,-3-6-12 16,4 0-5-16,-4-3-9 0,-10 2-1 0,15-5-8 15,0 1-6-15,2 0-5 0,3-3-8 0,0 0-11 16,10 0-15-16,0 0-12 0,-12-8-5 0,12 8-19 15,12-12-14-15,-2 7 0 0,0-5-6 0,11-2 5 16,1-1-4-16,8 1 9 0,3-3-8 0,7-4-93 16,-2 4-273-16,5-5 121 0</inkml:trace>
  <inkml:trace contextRef="#ctx0" brushRef="#br0" timeOffset="123645.3">21455 10140 489 0,'29'-12'-5'0,"-6"0"30"16,-2 4 28-16,-1 0 33 0,-5 0 26 0,-5 0 23 16,-2 5 28-16,2-4 11 0,-5 4 3 0,2-4-8 15,-6 5-16-15,3-6-17 0,-4 8-16 0,0 0-8 16,-7-10-10-16,7 10-10 0,-10-3-9 0,10 3-7 15,-18 0-14-15,10 0-1 0,8 0-9 0,-20 8-2 16,10-3-5-16,-3 2-9 0,4-3-3 0,-4 2 3 16,5 0-10-16,1 1 1 0,1 0-4 0,-3 0-3 15,3-1 0-15,-3 0-3 0,8 2 0 0,-4-3-4 16,3 0 4-16,-3-1-3 0,5-4 0 0,0 0 2 16,7 8-2-16,-7-8-3 0,11 3 1 0,-1-3 1 15,-10 0-3-15,20 0-2 0,-3-5-2 0,-6 1 1 0,6-2 0 16,-1 5 1-16,1-6-2 0,3 5 0 15,1-5-1-15,1 6 0 0,-4-5-12 0,7 3-7 16,-4 0-5-16,4-3-6 0,-2 3-8 0,6-2-4 0,-8 1-3 16,2 1 1-16,-1 0 8 0,-1 0 0 0,-4-2 1 15,1 4 7-15,-3 0 1 0,-5-2 8 0,0-1 9 16,1 3 20-16,-2-2 20 0,-3 0 2 0,1-2 11 16,-7 5 2-16,10-4 1 0,-10 4-4 0,0 0-3 15,11-3-5-15,-11 3-7 0,4-3-5 0,-4 3-4 16,0 0-4-16,0 14-1 0,3-7-1 0,-6 2-3 15,3 7-1-15,0-1-4 0,-2 7-2 0,2 3-4 16,-5 5 6-16,3 1-1 0,1 8-2 0,-4 0-1 16,5 3 3-16,-2-1-3 0,4 1-1 0,-2 4 2 15,-2-5 3-15,0-1-2 0,-1-1 4 0,2-7-4 16,-1-3 0-16,-5-2 0 0,2 0 2 0,2-8-3 16,-4 1 11-16,-1-7 27 0,0 2 42 0,-4-8 11 0,-3 4 31 15,0-7 14-15,-1 0 11 0,-4-4 1 0,-2-4-4 16,4 0-6-16,-10-7 1 0,8 4 8 15,-1-2 4-15,6-7-5 0,0 2-9 0,3-1-7 0,1 0-8 16,4-5-9-16,7-1-9 0,3-4-16 0,6 1-8 16,2-4-11-16,17-6-26 0,2 2-23 0,13 1-21 15,2-3-33-15,23-11-40 0,-17 12-22 0,22-9-12 16,0 7-30-16,5 0 0 0,-22 12 0 0,0 0 21 16,-1 3 11-16,-4 0 7 0,-1 4 9 0,-12 2 18 15,-5 2-5-15,-10-1 33 0,-3 3 30 0,-3 2 29 16,-8-3 25-16,3 0 17 0,-5 6 10 0,-2-3-6 15,-5 4-1-15,0 4-5 0,-4-8-8 0,4 8-5 16,-21-6-5-16,8 9-1 0,-4 0-6 0,-3 1-4 0,2 5-1 16,-2 2-5-16,-3 1 4 0,3 0-7 15,3 5-2-15,3-4 2 0,-3 2-12 0,5 1 4 16,-2 1-1-16,4 5-9 0,3 1-30 0,2 1-35 0,5-6-53 16,5 5-53-16,-3 4-69 0,3-8-97 0,5-1-120 15,1 0-276-15,7 0-789 0,-3-3 350 0</inkml:trace>
  <inkml:trace contextRef="#ctx0" brushRef="#br0" timeOffset="140444.37">22847 8085 198 0,'14'-9'299'15,"-1"0"-9"-15,-5 0-13 0,-1 3-10 0,-2 2-18 16,-2-3-19-16,-1 3-20 0,-2-1-25 0,0 5-19 16,-9-7-17-16,9 7-16 0,-29 0-12 0,-1 3-15 15,-13 5-11-15,-9 0-1 0,0 3-10 0,-11 1 1 16,-15 4-5-16,15-1 0 0,-21 5-6 0,2-1-1 16,3-4-10-16,0 6-2 0,19-7-6 0,-1 1-17 15,3-2 7-15,1-1-3 0,5-2-8 0,0 2-4 16,9-5 8-16,12 1-17 0,4-4-4 0,11 2-39 15,-3 0-31-15,1-2-26 0,8 0-28 0,2-1-35 16,5-2-60-16,3-1-71 0,0 0-246 0,0 0-561 16,0 0 248-16</inkml:trace>
  <inkml:trace contextRef="#ctx0" brushRef="#br0" timeOffset="140761.16">21924 7986 108 0,'0'0'314'15,"0"0"-22"-15,0 0-28 0,5-6-30 0,-5 6-27 16,0 0-20-16,0 0-20 0,0 0-18 0,0 0-12 16,-15 18-13-16,3-6-15 0,-3 0-11 0,-6 7 4 15,-6-2 1-15,-11 10-3 0,2-2-6 0,-7 4 3 16,-2 0 0-16,0-4-2 0,-4 0 3 0,3-1 3 15,-6 2-4-15,8-6 1 0,2-1-7 0,2-1-10 16,12-5-5-16,2 1-13 0,8-4-2 0,3 1-9 16,1-2 2-16,6 0-4 0,2 0 1 0,6 3-10 15,6-6 5-15,14 2-3 0,10 5-4 0,21 1-15 16,12 0 1-16,15-1 2 0,10 8-38 0,-6-10-51 0,-1 0-51 16,9 7-63-16,-11-1-91 0,2 2-345 15,-24-6-662-15,25 2 294 0</inkml:trace>
  <inkml:trace contextRef="#ctx0" brushRef="#br0" timeOffset="141261">23994 9024 296 0,'5'-5'394'0,"0"-1"16"0,0 1-10 16,-3 0-8-16,1-1-31 0,-3 6-30 0,4-8-36 0,-4 8-33 15,0 0-30-15,0 0-27 0,0 0-22 0,-35 15-19 16,17-4-8-16,-9 5-21 0,-13 8-9 15,-4 3-15-15,-4 2-14 0,0-1-8 0,-4 4-10 0,-1-1-4 16,-16 8-6-16,9-9-5 0,9 4-8 0,1-3-4 16,2 1-4-16,-5-4-9 0,5-2-2 0,2 1-4 15,5-4 4-15,4 0-10 0,6-3-3 0,3-5-3 16,3-2-37-16,5-1-40 0,5-5-47 0,0 3-39 16,7-5-27-16,0 0-30 0,-1-2-92 0,9-3-91 15,0 0-275-15,0 0-712 0,0 0 315 0</inkml:trace>
  <inkml:trace contextRef="#ctx0" brushRef="#br0" timeOffset="141610.94">23061 9165 174 0,'0'0'351'0,"-3"-6"-6"0,3 6-15 15,0 0-20-15,0-6-19 0,0 6-10 0,0 0-43 16,0 0-22-16,0 0-15 0,0 0-37 0,0 0-13 16,0 0-18-16,0 0-12 0,0 0-23 0,-10 20-1 15,5-11-16-15,-7 7 0 0,2 0-4 0,-10 2-2 16,-1 6 4-16,-1 2 2 0,-16 2 7 0,7-2 6 16,-6 2 2-16,3-4-1 0,5-1 7 0,5-2-2 15,-5-4-2-15,10 0-4 0,-6 5-7 0,10-10-9 16,2 4-7-16,1-4-2 0,5 0-3 0,1-2-4 15,3-3 8-15,6 3 11 0,5-1 4 0,7 0-3 16,10 5-5-16,18-2-9 0,8-2-5 0,7 5-6 0,23-3-7 16,-16-2-4-16,16 4-27 0,3-4-39 15,-26 2-56-15,30-1-72 0,-28-7-81 0,-1 3-109 16,1 3-135-16,3-3-293 0,-5-4-828 0,-6 4 367 0</inkml:trace>
  <inkml:trace contextRef="#ctx0" brushRef="#br0" timeOffset="-174441.72">24726 6081 148 0,'-5'-15'275'0,"0"3"-8"0,0-4-11 0,3 1-9 16,-1-5-5-16,3 6-13 0,-3-1-8 0,3 1-15 16,0-3-12-16,6 0-16 0,-1 4-16 0,5-4-18 15,2 1-10-15,3 4-15 0,0 0-13 0,3 0-13 16,12 0-6-16,-2 5-8 0,2 0-8 0,6 3-7 16,9-2-10-16,1 4-5 0,-13 4 2 0,14 0-13 0,1 5-1 15,-7 2-5-15,2 3-3 0,-2 2-8 0,-1 6 3 16,0 0-7-16,-2 1 0 0,0 6 0 15,-7 3-8-15,6 1 4 0,-4 4 0 0,-3 4-1 0,1 2 3 16,-8 2-2-16,5-1-5 0,-4 5 2 0,4-4-4 16,-12 8-5-16,6-2 4 0,-7 5 4 0,1 0-6 15,-3-3 9-15,-4 0-6 0,1 2 0 0,-2 0 0 16,-1-4 3-16,-2-1-6 0,-5 4-4 0,0-2 16 16,-2-2-14-16,-1-2 5 0,-9 3 2 0,4-7 6 15,-7-2 6-15,-2 2 7 0,-4-1 18 0,-2-1 0 16,-4-4 10-16,-1 2 7 0,0-7 4 0,-4 3 7 15,-1-2 2-15,0-3-2 0,-3-3 7 0,-2-3 4 16,0-2 0-16,-4-3-4 0,4 1 3 0,-5-5-2 16,-2-1-1-16,12-5-2 0,-10 2 0 0,-3-5-4 15,11-1-6-15,-8-6 4 0,0 0 0 0,7-3-3 0,4 1-2 16,4-2 5-16,0-2 4 0,10 1 0 0,-2 2 0 16,7 0-5-16,4-2-4 0,-1 3-4 0,6-4-9 15,-3 1-4-15,12 3-10 0,-3-3-9 0,9 3-6 16,9 1-3-16,15 3-3 0,14 0 0 0,4 6-3 15,7 2-2-15,3-1-1 0,21 8-1 0,-3 0-4 16,-3 9 1-16,-17-8-1 0,17 11-1 0,-3 2-3 16,-19-7 1-16,7 5-3 0,5 11 2 0,-15-5-2 15,-2-4-3-15,0 3 4 0,-8 3-2 0,-5 3 0 16,4-3 5-16,-3 3-6 0,-5 1 0 0,-10-4-3 16,-2 4 0-16,-15-8 3 0,2 5 0 0,1 5-2 15,-8-10 4-15,-2-1-5 0,-12 7 5 0,-7 0 2 16,-10-6-1-16,6-6 0 0,-18 4 1 0,-2-1 2 0,-8-2 1 15,-1 1-3-15,-11-6 2 0,5-2-3 0,4 1 1 16,-2-2 0-16,1-5-1 0,9 7-4 0,17-10 3 16,0 1-3-16,10-2-4 0,1 0-3 0,3 1 9 15,5 0-1-15,5 3-1 0,9 1 1 0,4 7 1 16,9 1 0-16,12 10-3 0,9 0 2 0,29 18 0 16,-1 0 2-16,3 8-4 0,1-5 3 0,11 10 0 15,-15 1 0-15,42 27-1 0,-40-22 0 0,4-3-1 16,-4 4 1-16,-6 3 3 0,-6 4-2 0,-3-1 1 15,-5 11-3-15,-8-8 3 0,-11 1 1 0,-7-6 4 16,-6 2-4-16,-7-24 8 0,-13 2 12 0,-6 0 4 16,-8-3 8-16,-8-5 5 0,-12-1 1 0,-24 4-6 0,-10-7 2 15,-18-11 0-15,3-5-5 0,-16-14-1 0,-39 4-5 16,37-14-1-16,-47-4-3 0,49-5-4 16,-42-13 2-16,47 1-3 0,-6-5-2 0,6 0-6 0,0-2-17 15,6-8-18-15,12 2-43 0,8-7-43 0,22 8-52 16,10-7-56-16,4 4-51 0,8-5-61 0,9 4-65 15,8-4-71-15,11 10-393 0,6-1-932 0,3-1 412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4T09:45:53.0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2919 1258 253 0,'0'-24'267'0,"0"5"-10"15,0-1-14-15,0 1-18 0,0-7-10 0,-8 7-4 16,0-5-16-16,3 9-9 0,-3-2-5 0,-1-2-5 16,3 0-12-16,-3 3-16 0,-1 3-3 0,-1-1-14 15,4 2-18-15,-6 5-5 0,5-1-13 0,-2 3-12 16,-3 0-11-16,3 2-10 0,-9 1-7 0,3 5-7 15,-1-1-5-15,2 4-6 0,-4 3-6 0,-1 1-3 16,5 2-6-16,-2 2-2 0,2-1-4 0,7 7 8 16,-5-5-22-16,5 8-3 0,1-3 0 0,7 10 4 15,-3-6-2-15,6-5-3 0,5 6 0 0,7 2 2 16,-2-2 0-16,9 1 3 0,3-1-1 0,9 4 10 16,3 0-15-16,4-2 9 0,-3 0-5 0,-1-2 1 15,-4 2-2-15,2-2 4 0,-11-4-3 0,3 2 1 16,-6-1-2-16,-4-2-6 0,-2 3 2 0,0-3-2 15,-4-1 3-15,-4-4-2 0,-4 1-2 0,4 0 3 0,-7-1-4 16,0 0 5-16,0-1-1 0,-7-1 4 0,-1 1 13 16,1-5 8-16,-1 2 3 0,-5-2 3 15,-2-2 2-15,0 2 3 0,-1 0 9 0,-1-6 6 0,-1 0 4 16,3-3 5-16,2 1 5 0,1-1-1 0,0 0 5 16,12 0-2-16,-14-4-2 0,14 4-3 0,-14-1-7 15,9-3-14-15,5 4 5 0,-11-4-6 0,11 4 7 16,-5-6-16-16,5 6-8 0,-5-6-7 0,5 6-4 15,0 0-5-15,10-9-10 0,-2 4-9 0,4 1-9 16,-1-1-18-16,1 1-9 0,8-3-11 0,-2 0-4 16,3 3-12-16,3-6-9 0,5 0-12 0,6-2-8 15,5-3-3-15,-5 3-5 0,8-1 2 0,-12-1 8 16,14-2-1-16,-1 1 3 0,-14 3 15 0,12-3 7 16,-13 0 7-16,0 0 7 0,-11 6 7 0,2-4 7 15,-4 0 13-15,-1 0 13 0,-3 2 18 0,-9-4 13 16,0 6 9-16,-1 1 16 0,-2-2 2 0,-5-2 3 15,2 5-1-15,-9 1 3 0,1-5-1 0,-3 8-5 16,1 2-3-16,3-3-4 0,-5 4 0 0,0-3-7 16,0 6-1-16,2 1 0 0,-2 0-5 0,2 7 1 15,-2 1-3-15,7-1-2 0,-5 2 3 0,6 2-2 16,5 1 1-16,2 1-2 0,7 1 4 0,1 1-11 16,5-2 3-16,4 1-10 0,6 1-7 0,10-2-10 15,-3-5-19-15,13 3-19 0,2-6-17 0,0 0-20 16,1-5-11-16,-1-7-13 0,6 2-6 0,-8-7 10 15,3 1 5-15,-11-2 6 0,5-5 15 0,-7 2 2 16,-2 0 17-16,-3-7 6 0,2 1 13 0,-8-2 14 16,1-2 24-16,-8-2 28 0,-2 11 32 0,-5-4 21 15,-3 2 23-15,-1 3 19 0,-4-2 3 0,0 2 8 0,0 4-2 16,-4-2-9-16,-2 0-16 0,-6 7-5 16,4-3-12-16,-5 1-5 0,3 4-10 0,-4 2-8 15,-4 6-3-15,0 1-5 0,3 1-4 0,-2 2-8 16,-4 7 0-16,4 0-3 0,3-1-3 0,-1 7-1 0,1-5-4 15,3 5-6-15,3-3-5 0,1-3-4 0,4-2-5 16,1 4-5-16,4 1 2 0,-1-6-5 0,6 0 6 16,-1-5-6-16,3 0 5 0,4-3 0 15,5 2-1-15,-6-8 1 0,4-1-1 0,4-1 2 0,-2-7 3 16,2 4 1-16,0-7-1 0,-2-1 1 0,4 1 9 16,-7-3-5-16,6-6-3 0,-6 8 6 0,-2-4 15 15,2 4 29-15,-6-3 8 0,-1 4 21 0,-2-3 13 16,4 1 33-16,-3 4-5 0,-2 2 5 0,-5-1 8 15,5 1-15-15,-2-1-8 0,-1 6-17 0,-2 2-13 16,3-7-13-16,-3 7-9 0,0 0-13 0,0 0-5 16,0 0-7-16,0 0-3 0,10 16-14 0,-8-8-11 15,1 2-13-15,0 3-9 0,6 1-20 0,4 3-13 16,-5 0-18-16,5 2-9 0,4 4-20 0,-10-4-23 16,6-4-20-16,2 0-28 0,-2 1-35 0,4-6-32 15,-6 0-9-15,2-7-25 0,-1 2-25 0,-4-3-164 16,-1-2-496-16,-7 0 220 0</inkml:trace>
  <inkml:trace contextRef="#ctx0" brushRef="#br0" timeOffset="800.08">4414 1617 93 0,'0'-18'21'0,"0"-2"19"0,0 5 32 16,0-1 11-16,7-2 13 0,-2 1 25 0,-5 1 19 15,1 2 6-15,-1 4 13 0,4-1-4 0,-1 4-11 16,-2-2-15-16,6 3-14 0,0 0-14 0,-1 0-10 16,3 6-7-16,-1-1-9 0,5 1-10 0,0 4-5 15,4 0-7-15,-2 4-3 0,6 0-6 0,-2-1-7 16,2 2-1-16,1 3-2 0,-4-2-3 0,0 2-6 15,0 0 0-15,-3-1-5 0,-3 2-3 0,8-5 0 16,-6 6 5-16,-5-6-9 0,-3-3-6 0,3-1 2 16,-9 4-1-16,6-2 0 0,-6-6 0 0,0 4 1 15,0-4 16-15,0 0 0 0,0 0 2 0,-21 2 2 16,21-2 2-16,-14-6 7 0,10 0-2 0,0-2-7 16,-2 3-3-16,4-2-6 0,2-6-7 0,7 4-12 15,1-5-16-15,7-1-19 0,6-4-18 0,4 3-23 16,15-7-16-16,1 3-18 0,1 5 0 0,1 0-3 15,-4 0-7-15,4 5 0 0,-6 1 9 0,1-3 9 0,-3 7 14 16,-6-5 9-16,0 2 4 0,-11 4 3 0,0 3 24 16,-6-1 11-16,-1 0 31 0,-3-1 20 15,-1 2 16-15,-7 1 22 0,0 0 4 0,0 0 6 16,0 0 6-16,-23 21 11 0,8-11-2 0,-3 1 4 0,-5 4 0 16,-7 6 2-16,5-2-9 0,-3 4-7 0,-7 3-6 15,12-6-7-15,-5 12-4 0,5-9-7 0,6 5-4 16,2-2-2-16,5-1-4 0,0 2-3 15,10-9-2-15,0 1 1 0,2 1-4 0,8-1 2 16,0-4-2-16,3-1-2 0,10 1-2 0,-3-5 1 0,11-5 0 16,1-2 0-16,4-6-10 0,7-2-5 0,4-11-17 15,-6 0-15-15,2-6-12 0,-1-2-20 0,-1-6-27 16,-10-4-13-16,4-8-25 0,-5 1-18 16,6-4-17-16,-8-1-4 0,-1-1 9 0,-1-4 9 0,-9 5 21 15,-5 3 28-15,-3 5 39 0,-7 10 64 0,1-3 51 16,-8 4 34-16,-1 11 21 0,-2-2 12 0,1 1 7 15,-1 2 6-15,4 5 4 0,-6-5-6 0,7 9 4 16,-3 0-28-16,1-3-11 0,1 3-11 0,-2 4-14 16,6 2-8-16,-7-3-12 0,7 3-2 0,0 0-10 15,-7 13-2-15,7-3-6 0,0 5-6 0,0 4-1 16,7 5-2-16,0 2-4 0,-1 2-4 0,3 2 1 16,7 13 0-16,-8-12-3 0,11 4-4 0,-8-7-1 15,2 5 2-15,1 3-1 0,-1-5-5 0,-3-4 0 16,5 0-2-16,-9-3-3 0,3-4 1 0,-3 0 0 15,2-3-6-15,-1-5 4 0,0 0-1 0,-4-1 6 16,2-3 9-16,-5-1 38 0,7-3 34 0,-7-4 25 16,0 0 17-16,8 0 5 0,-8 0 11 0,0 0 7 15,7-16-4-15,-6 13-6 0,4-5-17 0,-3-7-12 16,6 5-9-16,-1-7-10 0,8 7-12 0,-4-4-9 16,-1 3-7-16,5 0-9 0,3 1-7 0,-1 0-7 15,-1 3-6-15,1-1-8 0,3 4-10 0,1 1-16 16,-1 1-24-16,0 4-30 0,3 3-24 0,-3-1-41 15,2 2-23-15,6 1-26 0,-2 4-30 0,-6-2-40 16,8 2-56-16,-6 0-50 0,-1-2-45 0,-6 2-226 16,5-4-659-16,5 7 291 0</inkml:trace>
  <inkml:trace contextRef="#ctx0" brushRef="#br0" timeOffset="1049.99">7201 844 85 0,'0'0'340'0,"-5"-7"-36"0,5 7-25 16,-6-6-35-16,6 6-27 0,0 0-27 0,0 0-15 0,-2 20-18 16,2-12-19-16,0 7-14 0,0 4-12 15,0 6-9-15,8 4-10 0,-1 11-7 0,8 3-10 16,-2 4-5-16,-5-1 2 0,7-2-15 0,-5 0-2 15,0 2-9-15,-2-1-15 0,1-5-37 0,-1-2-28 0,-6-10-36 16,4 1-44-16,-1-4-59 0,-2-5-55 0,1-5-181 16,-4-4-440-16,3-2 196 0</inkml:trace>
  <inkml:trace contextRef="#ctx0" brushRef="#br0" timeOffset="1333.96">7162 858 131 0,'-9'-14'324'16,"1"-2"-16"-16,8 1-10 0,-7 0-11 0,6 2-16 0,1-1-4 15,0 5-32-15,0-4-18 0,0 3-26 0,8-6-17 16,-1 5-20-16,-1-1 4 0,2 4-33 16,1 0-11-16,4-3-18 0,2 6-11 0,8-2-12 15,-10 3-3-15,9 1-8 0,-2 0-3 0,-4 1-11 0,2 4-7 16,2 0 1-16,0 2-7 0,-3 0-3 15,-1 3-9-15,2 3-4 0,-3-3-4 0,-1 4-5 0,-3 1-13 16,-4 2-6-16,1 2-10 0,-6-4-9 16,3 6 1-16,-12 3-4 0,0-2-7 0,-1 5-18 15,-7 2-21-15,2-1-26 0,-12 10-49 0,2-9-44 16,-5 4-51-16,8-5-250 0,-11 6-537 0,9-4 237 16</inkml:trace>
  <inkml:trace contextRef="#ctx0" brushRef="#br0" timeOffset="1866.68">7483 1219 88 0,'6'-4'242'0,"-6"4"-9"15,15-8-22-15,-7 5-18 0,1-6-22 0,4 8-15 0,0-2-12 16,4-1-17-16,-1 2-14 0,4-3-12 0,2 5-6 15,7 0-15-15,0-1-5 0,-1 2-10 0,2 6-9 16,-4 0-5-16,2 3 0 0,2-2-11 0,-7 2-1 16,-3 2-3-16,3 2-9 0,-1 4-3 0,1-1-1 15,-5-3-2-15,-8 0-3 0,0 6-1 0,1-4-3 16,-6-1-6-16,-1 3 5 0,-6-1-3 0,0-2 5 16,-3-3-8-16,-1-4 1 0,-2 3 1 0,-1-3-2 15,1-4 12-15,-4 2 8 0,3-5 13 0,-5 1 3 16,14-2 11-16,-20-3 9 0,17 0 3 0,-4-1-4 15,3-4 0-15,2-1-2 0,4 0-8 0,2 0-7 16,3-2 1-16,1 0-11 0,1-1 1 0,6 4-6 16,-2-3-2-16,2 4-3 0,3-1-8 0,-2 3-1 15,3 3 1-15,-3 4-5 0,2-2-3 0,1 1 2 16,0 3 0-16,1 3-4 0,5 1-4 0,-5 4 5 16,-2-4-1-16,4 4-4 0,1-2 2 0,-2 6-2 15,1-6 3-15,-7-1-1 0,3 2-1 0,-3-4 0 16,-5-1 3-16,3 1-7 0,-5 0 7 0,-1-6 3 15,1 0 0-15,2-1 0 0,-10 0-1 0,15-4-4 16,-10-1 3-16,-3-2 2 0,1-2-6 0,-3-2 7 16,0-1-5-16,0 2 1 0,-5-3-3 0,0 1 0 15,3-5-3-15,-4 0-2 0,-1 2 5 0,-3 0-7 16,4 3-7-16,-9-1-18 0,7 4-21 0,-1 2-22 16,-6-4-32-16,-5 4-33 0,6 0-35 0,-1 6-43 15,-4-2-42-15,3 3-178 0,1 3-471 0,5-2 209 16</inkml:trace>
  <inkml:trace contextRef="#ctx0" brushRef="#br0" timeOffset="3266.47">8431 831 20 0,'0'-11'340'0,"2"3"4"0,-1-3-8 0,-1 3-17 15,4 4-24-15,-4 4-20 0,1-12-26 0,-1 12-33 16,-1-6-26-16,1 6-7 0,1-5-32 0,-1 5-13 16,0 0-18-16,0 0-25 0,0 0 0 0,0 0-14 15,0 0-23-15,-6 20-11 0,6-13-9 0,5 3-5 16,-2 0-10-16,0-1-4 0,2 0-4 0,0-1-4 16,5 4-5-16,-3-1 2 0,1 1-2 0,-1-1-4 0,3-3 0 15,1-1-1-15,-3 2-1 0,4-5 12 0,-4 3-10 16,4-3-3-16,-2-1 2 0,-4 2 0 15,3-2-4-15,-1 1 11 0,0 2-9 0,-1-4 0 16,6 2-3-16,-6 0-1 0,3 4 0 0,-4 3 1 16,3-1 4-16,-3 4-7 0,6-1 4 0,-4 6-2 0,4 7 4 15,-2-2-1-15,-2 9 1 0,0 7-2 0,-1 1 1 16,3-4 3-16,-5 5-3 0,1 2 2 16,-1-5 0-16,-1 2 1 0,-4-11-2 0,1 7 1 15,-1-10 0-15,-1 0 1 0,1-3-4 0,-2-4 3 0,-1-4-4 16,-1 0 2-16,-2-8 3 0,4 4 6 0,-1-5 9 15,-4-2 14-15,7-5 5 0,-10 0-3 0,10 0 2 16,-13-13 4-16,5-1-10 0,-1-1 1 0,1-5 1 16,0-4-12-16,-4-8 2 0,9-9-2 0,0 9-12 15,-1-6-19-15,8-8 4 0,-1-3-41 0,0-2-32 16,9 4-26-16,-2 3-15 0,10 2-7 0,-2-1-10 16,3 5 8-16,-4 10 8 0,1 1 8 0,5 7 15 15,-3-2 1-15,5 6 9 0,-7 1 9 0,0 3 11 16,4 0 4-16,-7 5 8 0,8-1 5 0,-3 2 11 15,-4 0-1-15,-1 4 10 0,5 1-3 0,-3 1 1 16,-4 1 3-16,-3 1 9 0,3 2-4 0,-3 0 14 16,3 1-8-16,-6 2-2 0,3 1 5 0,-4 0 1 15,4 7 8-15,-5-4-1 0,0-3-2 0,2 11 1 16,-5-4 3-16,2 2 2 0,0 3 9 0,1 6-1 16,-4 1 8-16,-1 1 6 0,0 2 2 0,-1-2 4 15,1 1-3-15,-5 1 0 0,1 0 1 0,4-1 3 16,-4-1-2-16,4 0-5 0,-2 2 5 0,4-3-5 15,-1-4 4-15,-1-3-3 0,5-1 2 0,2-3-1 16,-6-1 1-16,8 2 1 0,2-7 1 0,7-1 1 16,1 3 3-16,4-9-6 0,0 1-3 0,7-4-1 15,5-2 1-15,-4-3-1 0,5 1-5 0,-4-4 0 16,1-1 1-16,-2-1-3 0,-1-5-2 0,12-3 5 16,-18 4-4-16,0-1 1 0,-3-2-5 0,-8 3 7 15,1-1-10-15,-4 0 2 0,-5-5 0 0,-4 7-8 16,4-6 13-16,-10 3 13 0,-1 5 3 0,-3 0 5 15,1 2 1-15,-4 1-2 0,-2 0-2 0,-8-3-3 16,5 5-2-16,-4 3 0 0,3 1-2 0,0 2 0 16,-4 3-9-16,2 4-1 0,4 2 2 0,-1-1 4 15,2 4-9-15,2 3 4 0,8 0-2 0,0 1-1 0,-2 7 3 16,9 1 0-16,5-4-3 0,6 2-7 16,3 2-1-16,4-1-5 0,3-2-8 0,4 0-15 15,-1-5-9-15,17 3-12 0,-4 0-6 0,-5-11-2 16,11-1-2-16,-9-6 1 0,-4 2-1 0,1-6 20 0,0 2-1 15,-3-5 7-15,0-2 5 0,-4-4 34 0,-1 4 18 16,-5-3 17-16,-5 1 20 0,5-4 17 16,-6 1 18-16,-4-2 16 0,4-4 5 0,-8 8 14 15,4-5 12-15,-7 1 11 0,-1 7 10 0,0-4 3 16,4 1-8-16,-6 3 5 0,0-2-13 0,5 2-12 0,-3 4-13 16,0-1-18-16,-2 5-13 0,0-10-16 0,0 10-14 15,1-6-13-15,-1 6-6 0,0 0-5 0,0 0-15 16,0 0-4-16,0 21-16 0,0-9-8 15,4-2-10-15,-4 1 4 0,1 4-15 0,6 2-10 0,0-6-4 16,-4 6-8-16,3-2-7 0,-1 0-5 0,-1 1 1 16,6-1-1-16,-7-5 0 0,5 0 1 0,-3-3 4 15,-1 1 5-15,2-1 8 0,2-5 4 16,1 1 1-16,-9-3 8 0,16-5-1 0,-7 1 5 0,0-2 3 16,0 1 0-16,1-2 4 0,1-5-2 0,-2 0 5 15,4-1 2-15,-3 2 3 0,1-3-1 0,-4 1 4 16,1-1 0-16,-1-2 7 0,1 7 15 0,-8 0 3 15,7 0 19-15,-6 1-14 0,4 4-2 0,-3 0-1 16,-2 4 6-16,8-8-16 0,-8 8-15 0,0-4 7 16,0 4 2-16,0 0-4 0,0 0-4 0,0 0 14 15,0 0-11-15,5 19 2 0,-3-13-1 0,-2 3 3 16,5 1-3-16,-3 1 0 0,-2 1-1 0,4 0 3 16,-2-2-1-16,0 2 11 0,4-1-9 0,-1-5 2 15,2 3-8-15,-4-1 8 0,2-6-4 0,-3 3 1 16,6-4 4-16,-8-1 2 0,15 2 0 0,-15-2-2 15,18-5 5-15,-9 1 11 0,-1 1 3 0,2-5 3 16,3-2 10-16,0 3 2 0,-3-3 2 0,3 0 14 16,1 1 1-16,-3 0-3 0,1-2-12 0,-4 6 9 15,5-2-11-15,-6 3-1 0,0 0-13 0,-2-1-1 16,1 2-3-16,1-1-6 0,-7 4 1 0,8-2-5 16,-8 2-7-16,0 0-26 0,18 9-14 0,-14 0-10 15,2-1-3-15,-6 0-29 0,2 4-5 0,3-1-12 16,-10 5-16-16,3-1-22 0,-4 5-32 0,-1-2-28 15,-8 6-55-15,-1-1-43 0,-14 8-219 0,-5-3-552 16,-1 2 245-16</inkml:trace>
  <inkml:trace contextRef="#ctx0" brushRef="#br0" timeOffset="3717.03">3873 2475 170 0,'-18'3'223'0,"9"4"-17"0,11-2 1 0,9 2 14 0,26-2 8 16,27 1-1-16,87 3-9 0,23-4 3 15,13-3-10-15,28-6-2 0,10-5-10 0,17-2-8 0,11-2 2 16,17-1-5-16,6 2-9 0,14-1-5 0,-7 6-16 16,3-4-8-16,4 4-13 0,-5-2-24 0,-21 7-9 15,-12-10-9-15,-5 7-6 0,-22 1-11 0,-13 0-39 16,-19 2-60-16,-17-6-67 0,-31 4-77 0,-50 7-114 16,-4 0-372-16,-28-5-705 0,-15 1 312 0</inkml:trace>
  <inkml:trace contextRef="#ctx0" brushRef="#br0" timeOffset="16215.84">6291 3851 24 0,'5'31'123'0,"-2"-1"-3"0,9 10-16 0,-9-9-2 16,4 0-10-16,-1 7-11 0,3-10 1 0,-3-1-16 16,1 0-6-16,3-1-4 0,-7-6-3 0,0-3-3 0,2 1-14 15,0-3 9-15,-3-2-15 0,-2 2-30 0,0-4-33 16,0-2-40-16,-2-2-97 0,1 3-184 0,-4-8 81 16</inkml:trace>
  <inkml:trace contextRef="#ctx0" brushRef="#br0" timeOffset="16532.8">6261 3808 5 0,'-3'-15'369'0,"-4"-3"-10"0,2 4-5 0,2-6-9 16,-2 2-13-16,0 2-19 0,3-11-17 0,1 8-16 15,1 1-20-15,0-2-21 0,0 3-26 0,3-4-14 16,2 4-23-16,3 2-20 0,-3-3-12 0,5 4-21 16,2 0-9-16,-2 1-11 0,5 1-6 0,-1 4-19 15,1-1-9-15,5 1-22 0,-3 4-17 0,3-1-16 16,-4 4-22-16,6 1-15 0,-6 1-14 0,-3 4-6 16,2-1-16-16,-6 4 1 0,4-1 0 0,-5 1-2 15,-1 4 1-15,-1-1 0 0,-4-3 4 0,3 9-3 16,-5 0-3-16,-5 0-8 0,-2 3-14 0,-1-2-16 15,0 5-23-15,-5-1-24 0,-1-4-35 0,-1 7-41 16,1-4-28-16,-3 2-235 0,0-1-524 0,3 1 232 16</inkml:trace>
  <inkml:trace contextRef="#ctx0" brushRef="#br0" timeOffset="17066.62">6541 3831 61 0,'0'0'240'0,"0"-7"-30"0,0 7-22 0,0 0-21 16,13 0-15-16,-13 0-13 0,0 0-13 0,23 5-16 15,-8-3-9-15,-2-1-7 0,4 6-11 0,3 3-9 0,-2-4-8 16,2-2-3-16,0 8-10 0,-4-1-5 0,4-3-8 15,-2 2 0-15,-3 2-6 0,-2-2-1 0,-3 4-6 16,0-2-6-16,-3-3 3 0,3 6-4 0,-8-3-2 16,1 0 0-16,-3 0-10 0,-3-3 7 0,-4 3-2 15,2-3 2-15,-5 2-2 0,3-4 0 0,-7 2-6 16,5-2 0-16,-4-2 0 0,5 1 4 0,-1 0-5 16,0-4 10-16,9-2 16 0,-19 1 11 0,19-1 8 15,-11-1 1-15,11 1 0 0,-10-4-3 0,10 4-3 16,0-11-4-16,0 11-3 0,0 0-9 0,10-12-2 15,-2 8-4-15,-1 0 0 0,1 3-4 0,-8 1-5 16,18 0-1-16,-5 1 1 0,2 0-5 0,-6 6-4 16,5-3 4-16,6 4-3 0,-8 3-2 0,-1-3 1 15,11 0-3-15,-7 3 2 0,-2-2-4 0,2-1 4 16,2 1 1-16,-4 0-3 0,7-5 2 0,-9 3 1 16,4-5 1-16,3 5 10 0,-8-9 6 0,4 2 9 15,-5-2 8-15,0-1 1 0,4-2 2 0,-1-3-5 16,-1-3 0-16,-1-1-5 0,-7 4 1 0,6-11-4 15,-6 7-3-15,-3-6-1 0,0-1-2 0,-3 4-2 16,-4-3-6-16,-3 0-13 0,3 0-11 0,-6 3-13 16,2 1-20-16,-3 1-28 0,0 1-23 0,-3 3-39 15,0 1-38-15,3-2-45 0,-1 4-45 0,3 5-163 16,-1-6-455-16,5 6 202 0</inkml:trace>
  <inkml:trace contextRef="#ctx0" brushRef="#br0" timeOffset="17983.46">7223 3530 28 0,'0'0'330'16,"3"-8"-32"-16,-3 8-34 0,0 0-30 0,0-8-25 15,0 8-23-15,0 0-17 0,0 0-18 0,0 21-15 0,5-13-13 16,-3 7-11-16,3-3-9 0,1 3-12 0,-4 6-8 15,5-1-10-15,-1 5-7 0,-1-6-7 0,0 8-4 16,3-2-8-16,-3 2-26 0,-1-8-7 0,1 1-5 16,0-3-12-16,-4 2-5 0,3-3-6 0,1-4-2 15,-5-1-3-15,1-1 2 0,-1 0-3 0,3 0 0 16,-1-6 1-16,1 0 8 0,7-2-3 0,-1 4-2 16,-1-6 3-16,5 1 2 0,-3 1 1 0,2-2-2 15,-2 5 6-15,3-2 1 0,-3-1-1 0,1 3-3 16,3-2 3-16,-6 3 1 0,2 2-3 0,-2 0-1 15,0 0 4-15,1 4-1 0,-4-1 2 0,3 2 0 16,0 1-1-16,-8-1 1 0,0 1 6 0,0 4-5 16,0-8-1-16,-5 4 4 0,0-1 0 0,0-2-3 15,-3 2 2-15,1-6-1 0,1 0 12 0,-3 1 11 16,1-1 12-16,-2-3 8 0,-1-4 9 0,11 0 7 16,-15-3 5-16,2 0-1 0,4-6-1 0,3-2-7 15,1-5 14-15,0 1-20 0,-2-5-4 0,7-3 7 16,0-8-18-16,5 3-4 0,2-13 8 0,3 2-16 15,-2-1 3-15,7-6-4 0,0 5-5 0,3-1 1 16,-8 15-3-16,10-10-1 0,-9 11 0 0,4 1 1 0,-3 10 1 16,-4-5 4-16,0 9 5 0,-1-1-1 15,0 2-2-15,-6 5-4 0,6-3-6 0,-1 4-4 16,-4 0-6-16,-2 4 8 0,15 0-2 0,-15 0 0 16,18 12-1-16,-13-3-1 0,7 3-2 0,-4 6 1 0,0 6 2 15,1 2-5-15,2 2 3 0,-3 1 1 0,1-2-1 16,-3 1-4-16,4 0 14 0,-6-1-20 15,2 4-3-15,1-4-6 0,-2 0-3 0,5-5-2 16,-7-1 1-16,10-2 0 0,-9-2 3 0,2-2 2 0,2 2-1 16,2-7 0-16,-5 0 3 0,5-2 1 0,-1-2-1 15,-1 0 2-15,0-3 0 0,5-2 4 0,-4-1-2 16,6-1 3-16,-7-5-1 0,12 1-1 16,-4-2 2-16,-1-2 3 0,0 0-4 0,-2 0 5 0,4-3 0 15,-6 0-3-15,-4 1 6 0,1 3 0 0,-1-1-2 16,1-1 2-16,-6 2 0 0,6 1 2 0,-5 2 4 15,-1 0-3-15,-2 5 2 0,3-6-8 0,-3 6 1 16,0 0-1-16,0 0-1 0,0 0 1 0,0 0 2 16,-18 16 0-16,12-5 7 0,-1-4-9 0,2 2 0 15,2 2 1-15,1 3-2 0,-3-4 5 0,5 0-1 16,0 4 1-16,7-4-2 0,1 2 4 16,2-1-1-16,6-2 0 0,1 1 0 0,1-5 2 0,5-1-3 15,6-2 2-15,4 3 2 0,-2-9 7 0,1 3-11 16,4-1 6-16,-1-3 1 0,11-3 1 0,-18 2 2 15,0-3 5-15,2 1 2 0,-3 1 18 0,-8-2 1 16,3 3 0-16,1 1 12 0,-8 0-11 0,-3 0-1 16,-2 0 5-16,3 2-13 0,-7 2-4 0,3-2-3 15,-9 3-5-15,15-1 1 0,-9-1-12 0,-6 2-2 16,0 0-7-16,0 0-34 0,0 0-24 0,0 0-29 16,0 0-35-16,10 6-62 0,-10-6-55 0,3 3-52 15,-3-3-161-15,2 6-493 0,8-3 219 0</inkml:trace>
  <inkml:trace contextRef="#ctx0" brushRef="#br0" timeOffset="18249.22">8881 3785 306 0,'0'0'364'0,"-13"3"-21"16,13-3-24-16,-7 1-31 0,7-1-22 0,0 0-21 0,0 0-21 16,0 0-6-16,-1 6-15 0,1-6-13 0,0 0-3 15,0 0-15-15,6 7-12 0,3-4-8 0,-1 0-11 16,7-1-13-16,0 0-14 0,-2 2-11 16,8 2-15-16,3-4-34 0,-1-2-38 0,5 0-60 0,0-2-57 15,-5 2-62-15,5-2-67 0,2-6-55 0,-2 6-292 16,-6-3-624-16,9 2 277 0</inkml:trace>
  <inkml:trace contextRef="#ctx0" brushRef="#br0" timeOffset="18515.89">9398 3420 274 0,'0'0'438'16,"-2"-6"-4"-16,2 6-17 0,0 0-41 0,0 0-36 16,0 0-37-16,0 0-31 0,0 0-35 0,0 0-22 15,0 0-24-15,0 0-22 0,0 23-15 0,2-13-15 16,1 7-9-16,0-1-18 0,4 0-19 0,-1 9 2 16,-4 7-13-16,6-5-3 0,-1 9-6 0,0-2-8 15,-1 4-21-15,1 5-43 0,3-6-53 0,-4-7-54 16,6 11-48-16,-2-9-59 0,-3-2-87 0,3-2-352 15,-2-1-705-15,5-4 311 0</inkml:trace>
  <inkml:trace contextRef="#ctx0" brushRef="#br0" timeOffset="18899.75">10483 3812 264 0,'0'0'425'0,"0"0"-19"16,0 0-29-16,0 0-31 0,-3 10-30 0,3-10-23 15,0 0-40-15,-3 2-24 0,3-2-21 0,-5 5-25 16,-2 2-16-16,4-4-17 0,0 5-17 0,-1-3-17 15,-1-1-2-15,2 3-14 0,-2 1-13 0,5 0-12 16,-2-2-7-16,2 2-4 0,0-8-10 0,2 10-10 16,0-1-6-16,1-4-2 0,5-1-1 0,-8-4-7 15,9 6 0-15,-1-4-3 0,-8-2-8 0,16 1 8 16,-16-1-15-16,15-3 8 0,-10-2 5 0,7 3-11 16,-7-1 2-16,6-4-5 0,-7-2-6 0,6 6-21 15,-7-5-26-15,-1 1-19 0,3-3-27 0,-5 0-26 0,0-1-26 16,-2 6-45-16,-1-10-51 0,1 8-48 15,-5-5-51-15,-1 4-209 0,-5 0-591 0,8-1 262 16</inkml:trace>
  <inkml:trace contextRef="#ctx0" brushRef="#br0" timeOffset="19182.36">10449 3494 53 0,'-20'2'284'0,"20"-2"-17"16,-8 5-21-16,-1-2-21 0,8 2-17 0,1-5-12 16,-9 7-17-16,4-2-5 0,4 2-10 0,1 0-7 15,0-1-7-15,0-6-6 0,-4 12-7 0,4-12-3 16,5 5-3-16,5 1-7 0,-6 0-9 0,4 0-7 16,-2-5-6-16,-6-1 1 0,12 3-19 0,-12-3-5 15,18 0-7-15,-18 0 0 0,10-4-9 0,-3-2-3 16,-7 6-11-16,8-6 1 0,0 3-3 0,-8 3-1 15,5-8-6-15,-3 4 0 0,-2 4-7 0,0-8-13 16,0 8-7-16,-3-11-21 0,3 11-40 0,-7-7-39 16,0 6-43-16,7 1-57 0,-14-1-60 0,14 1-67 15,-17-3-211-15,17 3-569 0,-18 3 252 0</inkml:trace>
  <inkml:trace contextRef="#ctx0" brushRef="#br0" timeOffset="22566.24">12546 1698 50 0,'0'-6'224'0,"-2"-2"-21"16,2 8-24-16,0 0-19 0,0 0-17 0,0 0-16 0,0 0-16 15,-13 20-10-15,11-2-13 0,-3 9-13 0,-1 4-3 16,-4 5-6-16,5 6-7 0,-2 0 5 0,-3 8-18 16,5-11 1-16,-3 1-5 0,0 5-4 0,-1-6-3 15,3-5-6-15,1-5-1 0,-4-3 2 0,5 1-5 16,0-8-3-16,-1-2-2 0,-1-5-1 0,6 0 2 16,0-3 37-16,0 0 35 0,0-6 37 15,0-3-6-15,0 0-11 0,0 0 1 0,6-26-21 0,6 10-11 16,-9-4-6-16,10-8-9 0,9-11-4 0,-7 2 3 15,1-9-12-15,-2 0-5 0,5-3-5 0,5-3-6 16,-8 0-5-16,-4-2-1 0,-1 6-4 0,-2 1 27 16,4 8 18-16,-5 0 10 0,-1 11 23 0,-2 2 6 15,-2 7 4-15,0 4 8 0,1 3-4 0,-4 2-15 16,0-1-13-16,6 4-20 0,-6 5-11 0,0 2-18 16,0 0 5-16,0 0-9 0,0 0 2 0,12 25-12 15,-7-1 13-15,1 3-13 0,8 12-3 0,-4 2-4 16,3-1-3-16,2 4-7 0,6-4-11 0,-6 3-11 15,7-3-13-15,-1-3-16 0,2 2-20 0,-1-4-22 16,-6-4-12-16,9 4-16 0,-13-11-13 0,-1-5-21 0,3 3-26 16,-3-5-40-16,-6-2-31 0,-1-3-11 15,-4-4-27-15,-2-4-244 0,-5 3-564 0,-3-6 251 16</inkml:trace>
  <inkml:trace contextRef="#ctx0" brushRef="#br0" timeOffset="22716.23">12339 2137 71 0,'0'0'172'0,"0"0"-14"0,0 0-21 0,0 0-7 0,31-13-12 16,-8 9-14-16,16-3-9 0,5 3-16 0,4-4-1 15,2 3 1-15,3-5-31 0,-5 6-45 0,8-4-36 16,-5-7-43-16,2 8-119 0,-5-2-209 16,-1-2 93-16</inkml:trace>
  <inkml:trace contextRef="#ctx0" brushRef="#br0" timeOffset="22966.22">13166 1880 68 0,'0'0'174'0,"0"0"9"0,0 0-6 0,0 25-4 16,7-11-8-16,0 2-7 0,1 3-8 0,0 5-10 16,4 2-9-16,-1 5-11 0,-1-2-6 0,2 12-18 15,3-1-7-15,-4 1-6 0,-2-10-12 0,4 7-2 16,-2-1-10-16,-6 5-5 0,2-8-4 0,0-3-4 15,-6 0-6-15,8-4-1 0,-9-3-5 0,3 0-1 16,-3-6 1-16,3-3-4 0,-3 3-11 0,0-11-9 16,-1 1-4-16,2-3-21 0,-1-5-23 0,0 0-21 15,0 0-17-15,0 0-13 0,0 0-20 0,-6-27-14 16,6 0-18-16,0-2-19 0,0-4-10 0,5-8-103 16,-5 2-295-16,1 0 130 0</inkml:trace>
  <inkml:trace contextRef="#ctx0" brushRef="#br0" timeOffset="23198.88">13337 2247 810 0,'0'-29'-16'0,"-5"2"40"0,2 2 49 16,-4-1 20-16,2 6 36 0,-2 1 30 0,1 0 7 15,-1 1 9-15,1 3 7 0,-1-5 2 0,-1 7 2 16,1 0 0-16,5 0-6 0,-4 4-6 0,1 2-13 16,3-1-11-16,0 1-13 0,-1 1-13 0,3 6-14 15,5-12-12-15,-3 7-12 0,4 4 3 0,-6 1-22 16,22-4-16-16,-10 4-6 0,4 1-9 0,4-1-1 16,-2 3-27-16,-3 1-4 0,7 1-6 0,-6 4-6 15,-1-3-6-15,0 3-5 0,-2 0 0 0,2 0-2 16,-8-2-3-16,6 3-1 0,-11 2 2 0,4-3 0 15,-3 2 3-15,-3 1 0 0,0-1 7 0,-9 2 3 16,4 1-4-16,-5 2 13 0,-4-5-8 0,0 2-2 16,-1 2-18-16,-2-3-16 0,-9 2-23 0,2-1-22 0,0-1-30 15,0 0-42-15,3-1-42 0,1-4-51 0,0 1-189 16,7-2-479-16,1 3 213 0</inkml:trace>
  <inkml:trace contextRef="#ctx0" brushRef="#br0" timeOffset="23432.18">13635 1897 70 0,'6'10'226'0,"-4"-3"-7"0,0 3-8 16,-1 7-15-16,-1 1-7 0,4 0-13 0,-1 6-12 15,0 3-15-15,-1 0-12 0,1 14-15 0,2-1-9 16,-1-10-11-16,-3 2-10 0,4 11-9 0,5-1-5 15,-3-9-7-15,-4-3-3 0,12 9-6 0,-8-9-11 16,1-4-1-16,0-4-6 0,-1-1-26 0,-6-5-36 16,4-2-42-16,4-1-35 0,-6-4-42 0,0-7-56 15,-3-2-172-15,0 0-396 0,0 0 176 0</inkml:trace>
  <inkml:trace contextRef="#ctx0" brushRef="#br0" timeOffset="24234.1">13666 2056 11 0,'-1'-7'304'16,"-4"-7"0"-16,3 7-9 0,2-4-10 0,-2 2-6 15,-1-2-10-15,3 3-16 0,0 0-21 0,0 1-12 16,0-4-17-16,0 2-10 0,0-1-27 0,0 2-16 16,3 3-12-16,1-6-22 0,1 2-12 0,0 3-9 15,0-3-13-15,1 3-6 0,2 0-13 0,6 0-14 16,-6 0-11-16,4 3-7 0,-1 3-29 0,-3 0-13 15,6-3-11-15,-1 6 4 0,2-2-14 0,0 1-7 16,0 4 1-16,-2 0 3 0,2 3-13 0,-7 2-3 16,5-3-1-16,-4 4 6 0,-1 0-1 0,0 3 2 15,-1-3 5-15,-7 2 8 0,0-2-3 0,0 0 4 16,0 3 2-16,-9-2 5 0,3 5 1 0,1-13 2 16,-12 5 6-16,2 2-1 0,2-4 1 0,-10-4 2 15,1 6 3-15,8-5-1 0,-6-1 2 0,-3 0 0 16,6-1 3-16,2-3-2 0,5 1 3 0,-1-1 3 15,-3 0 0-15,6 5 3 0,8-5-7 0,0 0-14 0,0 0-16 16,-3-8-17-16,3 8-22 0,0 0-20 0,36-4-25 16,-14 1-20-16,11-2-7 0,-3 3-9 15,6-4-7-15,9-1-3 0,-1 6-2 0,-9-3 7 16,10-3 6-16,-1 0-88 0,-14 1 216 0,8 0-86 0,-10 1 13 16,1-5 24-16,0 2 18 0,-4 1 28 0,-7-5 37 15,-3 5 31-15,2-7 10 0,-6 2 37 0,-2-3 13 16,-1-5 10-16,-3 5 14 0,-2-4 9 15,-1 1-4-15,-2-2 2 0,-2-4 5 0,1 0 7 0,-3 6 3 16,-1-4 2-16,-1 3 12 0,1 1-13 0,-2-1-5 16,2 4-2-16,0-1-9 0,-1 5-11 0,4 1-7 15,-5 3-11-15,7-1-10 0,-6 2-1 16,1 3-27-16,5 3-8 0,-5-5-6 0,5 5-2 0,-12 12-8 16,7-4-1-16,-5 7-5 0,9 0-2 0,-8 4-4 15,3 8-4-15,-6 0-2 0,9 5 10 0,-2-1-16 16,-2 1 3-16,6 1-8 0,-6-3 2 0,7 2 3 15,0 5-9-15,0-7 8 0,7-3-14 0,-1-1-1 16,-4-6-12-16,6-5 5 0,4 2 1 0,-1-2 2 16,6-5 2-16,-2-1 3 0,1-6 4 0,4 2-6 15,0-5 1-15,0-1 0 0,1-7 3 0,4-3-3 16,2-1 2-16,-2 0 0 0,-4-4 8 0,1 1 8 16,-8 0 7-16,1 0 23 0,0 0 5 0,-1-2 13 15,-6 4 19-15,0-2-2 0,4 1 16 0,-6 6 6 16,-2 0 3-16,-4-1-9 0,8 3-2 0,-8-2-17 15,3 5-14-15,-3 3-12 0,0 0-7 0,0 0-3 16,0 0-6-16,0 0-5 0,0 0-5 0,2 19 2 16,-2-9-3-16,1-1-5 0,-1 5 7 0,4 0-10 15,-3 4-5-15,1-1-14 0,5-2-9 0,-1 0-13 0,1 0-17 16,3-2-11-16,1 1-9 0,1-5-20 16,3 2-31-16,2-3-29 0,-3 0-37 0,6-4-48 15,-2-1-59-15,4-4-54 0,-4-2-293 0,4-3-682 16,-1-3 301-16</inkml:trace>
  <inkml:trace contextRef="#ctx0" brushRef="#br0" timeOffset="24416.33">14676 1613 73 0,'-8'-10'318'0,"-1"9"-20"0,3-3-25 0,-3 0-29 15,4-3-26-15,5 7-23 0,-9-3-19 0,9 3-18 16,0 0-14-16,-7 10-19 0,7-10-16 15,0 11-19-15,5 1-34 0,0 0-43 0,1 3-51 0,6 0-64 16,0 0-76-16,4 9-184 0,2-4-393 0,-1-4 174 16</inkml:trace>
  <inkml:trace contextRef="#ctx0" brushRef="#br0" timeOffset="24982.33">15325 1843 98 0,'0'0'337'0,"-17"-5"-9"0,9 3-16 16,-5 0-13-16,-2 4-9 0,-2 0-23 0,-3 2-21 16,-1-1-26-16,-2 6-25 0,-1 3-12 0,-2 0-20 15,6-2-16-15,2 2-16 0,0 2 0 0,-2 4-26 16,7-3-10-16,1 0-7 0,0 1-6 0,4-1-16 16,3 0-2-16,4 1-8 0,-1-3 0 0,4 2-9 15,-1-3-9-15,7 3-5 0,6-8-3 0,1 8-7 16,-2-10-9-16,10-1-22 0,-1-2-8 0,7-2-24 15,1-2-14-15,-2-2-8 0,4-4 6 0,-6 0-5 16,2 0 6-16,-1-3 4 0,-1-2 4 0,-3-2 7 16,-3 4 4-16,-1 1 2 0,-8-5 6 0,1 3 2 15,-7-2 6-15,0 3 19 0,-2 2 9 0,0-2 11 16,-1 0 12-16,-4 4-8 0,-1-1 2 0,0 3 2 16,-4-2-6-16,7 7-3 0,-13-4-1 0,3 1 0 15,10 3-7-15,-22 6 0 0,11-3-1 0,2 3 2 16,-4 6-6-16,5-5-4 0,0 5 2 0,3 0 1 15,0 2-2-15,0-3-3 0,5-2 15 0,0 7-19 16,0-7-3-16,5 1-2 0,0 1 3 0,6-2 0 16,-2-2-2-16,4 1 7 0,2-1-6 0,1-2 0 15,-1-2 0-15,2-2 0 0,4-2 2 0,1 1 4 16,-1-4-5-16,-4-4 2 0,3-3-2 0,-4 4 6 16,4-2-4-16,-5-2 7 0,-2 1 9 0,0-2 22 0,-4 5 12 15,-1-1 20-15,-1-1 33 0,1 1 4 16,-6-2-3-16,-1 5 7 0,6 0-9 0,-2 0-18 15,-5 5-1-15,3-11-14 0,2 10-6 0,-5 1-11 0,0 0-7 16,0 0-4-16,0 0-4 0,0 0-1 0,13 13-25 16,-6-4-5-16,-2 2-12 0,0 0-20 0,5-1 9 15,-4 2-25-15,8 3-5 0,-1-5-10 0,3 5-17 16,4-7-11-16,-3 1-23 0,4 1-24 0,9-2-31 16,0-8-25-16,-2 1-24 0,2-2-30 0,-2-5-14 15,0-3-12-15,-1-3-194 0,-2-1-505 0,-2-1 224 16</inkml:trace>
  <inkml:trace contextRef="#ctx0" brushRef="#br0" timeOffset="25532.34">16137 1386 61 0,'-6'-20'316'0,"2"5"0"16,-5-1-1-16,4 1-9 0,5 6-20 0,-5 0-30 16,1 3-30-16,1 2-10 0,3 4-33 0,-5-4-21 15,5 4-11-15,-8 14-24 0,6-5-7 0,-1 12-17 16,3 6-12-16,0 3-4 0,3-2-5 0,-1 13-9 15,-1-1-8-15,6 6-9 0,-2-3 3 0,2 3-9 16,-2-2-10-16,1-2-8 0,2-12-13 0,2 13-18 16,0-13-14-16,-5 1-16 0,5-3-5 0,-1-1-15 15,-3-3-14-15,2-9-4 0,-4 0-14 0,1-6 2 16,0 1 8-16,-5-5 10 0,0-2 4 0,0-3 7 16,0 0 6-16,0 0 3 0,0 0 11 0,-25-12 26 15,15 1 11-15,7 4 23 0,-9-1 9 0,7-7 18 16,-2 6 11-16,2 1 7 0,0-3 6 0,5 0 7 15,0 4-13-15,-4-3-5 0,8 0-5 0,-2 3-2 0,3 1-14 16,5 0-7-16,2 0-4 0,9 4-3 16,-4 2-3-16,4 2-8 0,1 4 0 0,6-3-7 15,2 8 6-15,-1-4-8 0,0 5-1 0,-1 0-2 16,-5 0 1-16,7 4 0 0,-7-4-11 0,-3 2-14 0,1-2 1 16,1 4-3-16,-4 1-8 0,-3-2-4 0,0-3-6 15,0 1-6-15,0 3-4 0,-2-9-1 0,-5 9-1 16,4-7 4-16,-4-2-4 0,0 0 16 15,-1 1-2-15,-1-4 4 0,-2-3-1 0,6-1 7 0,-10 0-3 16,18-5 6-16,-8-2 2 0,3-6 1 0,2 6 1 16,0-9 13-16,6 3-4 0,3-5 2 0,5 2 3 15,-7-2-1-15,8 2 2 0,-1-2-1 0,5 5 1 16,-5-2-3-16,1 3 5 0,0 0 2 0,-2 1 1 16,0 4-1-16,-8 2-1 0,0 1 2 0,3 0 0 15,-3 2-3-15,-7 2-1 0,5-1 1 0,-3 2 0 16,0 1 1-16,0-2 0 0,-7 1-3 0,6 3 2 15,-1 3-5-15,-5-3-38 0,5-3-38 0,-4 6-47 16,-1-4-59-16,5-3-71 0,-3 1-231 0,2-1-526 16,1 0 232-16</inkml:trace>
  <inkml:trace contextRef="#ctx0" brushRef="#br0" timeOffset="25716.39">17023 1331 238 0,'-7'-2'262'0,"-1"0"-28"0,8 2-28 0,0 0-23 16,-15 4-51-16,8-3-67 0,7 6-99 0,0 1-181 16,0 1-232-16,7 0 103 0</inkml:trace>
  <inkml:trace contextRef="#ctx0" brushRef="#br0" timeOffset="26048.64">17930 1671 400 0,'0'0'391'0,"0"0"-22"0,0 0-27 0,-15-12-17 15,7 10-24-15,-7 1-8 0,3 1-16 0,-1 0-20 16,-2 3-26-16,-3-2-15 0,1 6-28 0,2-3-22 0,1 2-16 16,0 3-16-16,1 0-14 0,3 0-9 0,2 1-14 15,1 2 3-15,1 0-15 0,1 3-13 0,1 0-4 16,4 1-7-16,4 3-6 0,2-3-2 16,1 4-3-16,6-5-7 0,-3 3-4 0,2 0-3 0,3-1-9 15,-1 2 6-15,0-3-6 0,2 0-8 0,-7-3-3 16,2 1 1-16,-3-4-5 0,-1-1-12 0,-4 2-8 15,-1-2-3-15,6-2-2 0,-13 4-9 0,0-2-4 16,-1-4-23-16,-4 6-48 0,-8 0-52 0,-9-4-66 16,1 9-85-16,-11-7-117 0,-6 2-229 0,-3 1-699 15,-4-1 308-15</inkml:trace>
  <inkml:trace contextRef="#ctx0" brushRef="#br0" timeOffset="27982.38">11597 3494 236 0,'-6'-7'304'0,"4"2"-29"0,2 5-29 16,-5-10-24-16,5 10-25 0,0 0-23 0,0 0-17 15,0 0-14-15,28 20-15 0,-8-11-14 0,5 6-11 16,3 0-9-16,8 11-6 0,1-1-13 0,-6 5-5 16,7-3-2-16,-3 4-14 0,-5-2-1 0,-7-6-10 15,5 6 1-15,-5-5-8 0,-6-1-1 0,3 3-2 16,-9-11-5-16,-1 2-6 0,-3 0-1 0,1 0-1 16,1-1-4-16,-9-5-1 0,0-3-1 0,0 3 1 15,0-3 22-15,0-3 32 0,0 3 23 0,-9-3 44 16,9-5 25-16,-6 2 32 0,6-2 23 0,-15 0 10 15,15 0 0-15,-14-10 3 0,10 3-4 0,2-3-3 16,-8-6-22-16,5-2-10 0,5-6-23 0,-5-3-24 16,10-1-9-16,0-3-12 0,5-8-21 0,3-3-22 15,2 2-27-15,7 2-31 0,-8 13-34 0,6-2-43 0,2 2-45 16,1 2-51-16,2 0-58 0,3 7-48 0,0-2-48 16,-5 8-50-16,5-1-46 0,1 3-39 15,-11 2-241-15,3 4-739 0,7 0 328 0</inkml:trace>
  <inkml:trace contextRef="#ctx0" brushRef="#br0" timeOffset="28699.22">12466 3568 199 0,'-6'9'222'0,"-3"-2"0"0,3 6 4 16,-3 2-5-16,1-1-10 0,-3-1-12 0,1 2-16 16,3 3-19-16,-6-2-15 0,5 3-11 0,1-2-12 15,0 2-12-15,6-1-11 0,-3-4-7 0,4 4-10 16,0-1-9-16,5 1-3 0,2-6-6 0,1 3-4 15,-1-6-6-15,8 3-3 0,0-5-1 0,4 0-5 16,3-3-2-16,-5-1-10 0,4-6 3 0,-4 2-6 16,2-2 1-16,3-4-8 0,-2 2 4 0,-9-9-9 15,4 2-2-15,-1-1 0 0,-3-2-3 0,1-1 7 16,-7-2-10-16,-5 2 2 0,0-2-3 0,-5 1-3 16,-4 1 1-16,-4 0 3 0,-3-4-4 0,-4 2-1 15,-7 2 0-15,1 2 0 0,8 2 4 0,-9 1-10 16,-3 4 0-16,11 1-1 0,-5 0 3 0,3 0-4 15,4 3-1-15,2 0-5 0,4 2-17 0,3 1-5 16,8 0 0-16,0 0-1 0,0 0-7 0,0 0-19 0,28-2-18 16,1 0-10-16,10-1-4 0,5 3-5 15,4-1 5-15,-5-10 5 0,4 7 6 0,-3-4 10 16,-7 1 6-16,6-1 5 0,-12 4 7 0,-3 0 11 0,2 0 23 16,-7 0 27-16,-5-2 29 0,-4 4 26 0,-3-1 27 15,-2 2 10-15,4-2 7 0,-8 0 5 16,-5 3-7-16,11 0-9 0,-11 0-17 0,0 0-9 15,9 6-13-15,-9-6 9 0,-4 11-20 0,-1-4-5 0,4 2-8 16,-8 7 0-16,3-4-6 0,-2 7 2 0,3-3-1 16,-2 0-7-16,0 2-2 0,4 2-4 0,1-1-6 15,1-2 3-15,1 1 0 0,1-2 1 0,4 3-2 16,5-6 0-16,-1 2-8 0,5-5 4 0,1 2-3 16,4-4 4-16,2-4-5 0,7 3-3 0,-5-6 3 15,6-1 5-15,0-5-9 0,1-1 4 0,0-1-5 16,-4-3-1-16,3-1 5 0,-5-2-3 0,0-4-4 15,-5 7 5-15,-5-4 1 0,1 1 31 0,-4-6 29 16,1 4 20-16,-2-1 24 0,-4 2 14 0,-1 4 17 16,-1-4 15-16,2 7-2 0,-6-1 2 0,2 1-7 15,-2-1-10-15,3 3-13 0,0 1-13 0,-3-4-18 16,0 8-13-16,0-8-15 0,0 8-9 0,0 0-9 16,0 0-5-16,0 0-8 0,0 0-17 0,0 27-15 0,0-9-13 15,0-4-15-15,7 2-10 0,0-1-15 16,-2 1-11-16,5 2-12 0,-1 1-14 0,5 1-21 15,-1-3-13-15,2 0-22 0,1-7-24 0,6 4-19 16,-1-2-23-16,1-7-25 0,-1 1-20 0,9-6-17 0,-2-3-15 16,-4 2 0-16,-8-5 1 0,6-3 10 0,1-5 13 15,-2-5 8-15,3 4 10 0,-10-9 2 0,6 0-123 16,-5-3-394-16,7-9 174 0</inkml:trace>
  <inkml:trace contextRef="#ctx0" brushRef="#br0" timeOffset="29115.92">13837 3283 103 0,'-7'-28'165'16,"-8"0"45"-16,7-1 30 0,-7 4 14 0,2 2 3 15,5 5 9-15,-1 2 12 0,1-3 15 0,-4 3 1 16,11 7-8-16,-6-2-19 0,-1 6-23 0,1-3-27 16,6 2-27-16,-6 2-18 0,7 4-28 0,0 0-11 15,0 0-17-15,-3 18-16 0,3-5-7 0,3 3-8 16,-3 3-10-16,7 8-4 0,-2 1-9 0,-2 1-6 16,5 3-8-16,-1 9-1 0,-1 1-15 0,3 0-10 15,-6-9-21-15,0 10-11 0,6 1-29 0,-1-5-10 16,3 0-13-16,-9 2-8 0,5-10-9 0,-6-4-5 15,-1 1 4-15,0-3 8 0,5-6 6 0,-3-1 1 16,5-6 5-16,-7 0 4 0,6-2 6 0,4-5 12 16,-5-1 0-16,3-1 0 0,12-4 10 0,-3-2 2 15,3-5 1-15,1 3 1 0,6-7 4 0,1-2 3 0,0 1 1 16,10-9 2-16,-7 9 6 0,-1-2-5 16,-2 0 7-16,-6 0 7 0,4 3 5 0,-9 1 13 15,-2 4 15-15,-2 1 8 0,-3 0 21 0,-3 2-9 16,4-1 2-16,-8 2 2 0,-3 3-6 0,9-3-4 0,-9 3 9 15,0 0-14-15,0 0-2 0,0 0-6 0,-15 21 3 16,5-11-4-16,3 1-4 0,-1 0-4 0,0 2-2 16,1-1-3-16,1-3 0 0,4 0 2 15,-3 3-1-15,3-1 3 0,2-3-11 0,2 3 6 0,3 0-7 16,-2-6 12-16,14 3-1 0,-2-1-4 0,6-2-13 16,9-1-18-16,0-4-54 0,4 0-46 0,1-1-61 15,12-5-75-15,-3-3-77 0,-2-3-299 0,-13-1-674 16,10-4 298-16</inkml:trace>
  <inkml:trace contextRef="#ctx0" brushRef="#br0" timeOffset="29281.85">14204 3290 191 0,'-36'-4'420'0,"14"0"30"0,1 0-4 0,4 4 7 15,4-4-4-15,6 1-12 0,-3 2-19 0,4-2-37 16,6 3-37-16,-4-8-39 0,4 8-44 0,12-10-61 15,8 3-80-15,5-1-82 0,9-1-91 0,11 0-99 16,5 3-102-16,-4 0-121 0,-1 0-306 0,0 1-736 0,6 2 327 16</inkml:trace>
  <inkml:trace contextRef="#ctx0" brushRef="#br0" timeOffset="29668.16">16028 3476 323 0,'0'0'288'0,"0"0"-29"16,0 0-31-16,0 0-24 0,7 23-18 15,-11-6-20-15,8 8-15 0,-3 6-13 0,-1 1-7 16,2 7-9-16,1 8-1 0,-6-1-5 0,6 3-10 0,-1 3-2 16,0 1-15-16,3 1 2 0,-2-7-14 0,4 6-9 15,1-5-4-15,3 5-2 0,-2-9-6 16,1 3-6-16,5-5-4 0,-1-3-3 0,-7-10-3 15,3-2-2-15,-2 1-2 0,1-9-6 0,-6-5-13 0,4-2-29 16,-1-4-30-16,-4-3-57 0,4-3-70 0,-6-2-66 16,0 0-248-16,7-15-522 0,-7 5 232 0</inkml:trace>
  <inkml:trace contextRef="#ctx0" brushRef="#br0" timeOffset="29966.34">15947 3460 70 0,'-8'-15'400'0,"-4"2"0"0,9-1-6 16,-2 2-4-16,5 0-10 0,0 2-17 0,0-2-33 15,0 4-31-15,5-4-28 0,-2 4-28 0,10 1-24 16,2-5-23-16,2 4-20 0,3 4-18 0,3 0-18 16,3-4-13-16,-2 8-12 0,7 0-13 0,-11 4-13 15,11 1-10-15,-14 0-13 0,11 5-27 0,2 4-21 16,-9-4-10-16,9 7-21 0,-13-5-12 0,3 6-17 15,-7 0-13-15,2 0 4 0,-9-2-21 0,3 3 5 16,-9-3-4-16,1 2-2 0,-1-1 3 0,-1 2 7 16,-11 1 5-16,0-1 3 0,-1-7 3 0,-3 0-5 0,-4 0-8 15,-8-1-15-15,3-3-6 0,-3-1-16 0,0-2-17 16,-2 3-36-16,2-5-38 0,4-4-54 16,8 1-60-16,-6-8-176 0,6 6-523 0,4-3 233 0</inkml:trace>
  <inkml:trace contextRef="#ctx0" brushRef="#br0" timeOffset="30998.6">16616 3359 127 0,'0'0'309'0,"0"0"-21"0,1-8-27 0,-1 8-26 15,0 0-23-15,0 0-23 0,0 0-19 0,0 0-16 0,15 15-19 16,-8-9-12-16,1-2-13 0,0 6-6 0,4-3-13 16,0 3-12-16,1 4-5 0,2-3-3 15,1 2-13-15,-1 1-3 0,-3-4-9 0,1 1 2 16,-1 0-6-16,1-4-5 0,-5 0-3 0,-1-1-3 0,1-3 1 16,0 1-2-16,-8-4 21 0,10 4 7 0,-10-4-4 15,15-7 1-15,-8 5-6 0,-4-4-8 16,2-2-3-16,-2-3 3 0,4 3-6 0,-5-11-7 0,4 4-1 15,1-1-1-15,-5-7 0 0,4 6-9 0,2-10 0 16,-8-2-2-16,5 0 0 0,-5-1 3 0,0-1-10 16,2-8 3-16,-4-1-2 0,-3 10 3 0,4-11 0 15,-8 1 5-15,3 9 7 0,-2 0 8 0,-1 4 7 16,-4 0 8-16,6 4-9 0,1 4 3 0,-2 4 7 16,-1 2-14-16,4 1 6 0,-3-2-4 0,1 8-9 15,-1 3-5-15,0-1-5 0,0 2 7 0,8 2-12 16,-24 7-8-16,13 1 6 0,1 7 3 0,-2 7-7 15,-3 1-6-15,1 2 7 0,5 5 0 0,1 11-5 16,-5-1-2-16,4 3 0 0,8-1 15 0,2-2-18 16,-1 5 6-16,7-6 1 0,-2 4-7 0,5-5 9 15,7 2-6-15,6-2-5 0,-7-10-3 0,1-2 1 16,11 5-8-16,-10-4 0 0,5-7-6 0,5-1 1 16,-4-7-12-16,5 7-3 0,6-15-3 0,-5-1-20 15,5-5-3-15,1 2-1 0,-4-5 5 0,4 1 5 16,7-12 7-16,-12 5 6 0,-1-4 0 0,8-2 6 15,-10-1 5-15,1-1-1 0,-6 2 5 0,0-8 6 16,-5 6 0-16,-1-2 6 0,-4-5 2 0,-5 10 15 16,1-2 11-16,-9-2 15 0,1 7 3 0,-1-6 6 0,0 7 4 15,-1-2-12-15,-6 5 6 0,0-2 2 0,-1 4-14 16,0 2-4-16,-6 2-4 0,-2 2-4 16,-1 1-3-16,-2 6 6 0,-10 2-7 0,6-1 1 0,0 5-4 15,3 1 2-15,2 3-4 0,-2 4-2 0,9-6 5 16,-6 10-4-16,5-6 0 0,2 6 0 0,4-4 7 15,3 3-8-15,-2-3-6 0,5-4 1 0,0 6-7 16,5-6-1-16,3-1-4 0,0-2-3 0,-3-3 0 16,5 2-4-16,2-5-5 0,-1-3-9 0,9 0-2 15,-5-4-3-15,6-4-8 0,-4-2 3 0,0-1-1 16,-3-5 7-16,5 3 3 0,-4-7 3 0,4-3 1 16,0-3 4-16,-6 9 8 0,2-11 0 0,-5 5 9 15,-4 1 18-15,3 2 26 0,0 0 25 0,-5-3 27 16,1 6 19-16,-2-1 22 0,-3 6 10 0,3-4 0 15,-3 5-1-15,0 0-9 0,0 2-10 0,2-2-22 16,-2 7-8-16,-2-8-11 0,2 8-9 0,0 0-3 16,0 0-7-16,0 0-9 0,-13 20-7 0,11-10-2 15,2 2-3-15,0-1-2 0,0 7-2 0,2-1-7 0,1-4-1 16,4 14-7-16,0-8-9 0,3-4-15 16,-5 2-20-16,6 1-8 0,4-4-35 0,2-1-28 15,-2-1-33-15,1-3-33 0,4 1-50 0,1-2-53 16,3-7-61-16,-8 1-325 0,4-2-707 0,3-2 313 0</inkml:trace>
  <inkml:trace contextRef="#ctx0" brushRef="#br0" timeOffset="31415.39">17746 3208 32 0,'-10'7'227'0,"10"-7"-9"16,-11 10-8-16,9-6-12 0,-1 7-18 0,-1-2-5 15,3 1-8-15,-6 2-16 0,7 0-12 0,0 3-14 16,0 0-7-16,0 2-8 0,0 1-12 0,0-2-10 16,0 3-4-16,0-6-8 0,5 4-7 0,-5-9-6 15,0 4-7-15,2 2-3 0,-4-4-1 0,4 0-10 16,-1-3-4-16,3 1 3 0,-3 1 1 0,-1-9-6 16,0 0-2-16,7 1-2 0,-7-1-5 0,0 0-1 15,0 0-2-15,17-12-3 0,-11 1 7 0,2-1 1 16,1 0 7-16,2-3 3 0,-1 2 12 0,3-5 5 15,1 3 21-15,-4-3 5 0,3 0 22 0,-3 0 17 16,5 3 12-16,1-2 15 0,-9 5 4 0,6-4 6 0,-6 5 3 16,3 3-4-16,-5 0-5 0,3 1-12 15,-1 0-13-15,1 3-15 0,-8 4-15 0,5-8-11 16,5 7-12-16,-10 1-12 0,0 0-2 0,13 9-9 16,-6-2-4-16,-6 3 0 0,6 2-11 0,1 3 3 0,-1-2-9 15,1 3-1-15,-1 4-8 0,4 6-19 0,-7-10-29 16,7 0-30-16,-3 2-28 0,1 1-43 0,2-2-19 15,-2-2-18-15,2 0-33 0,2-1-39 0,-4-1-55 16,-1-5-56-16,7 1-338 0,-9-4-742 0,6 0 328 16</inkml:trace>
  <inkml:trace contextRef="#ctx0" brushRef="#br0" timeOffset="31832.43">18282 3216 9 0,'-6'-6'354'0,"6"6"-8"16,-2-5-11-16,2 5-21 0,-6-4-28 0,6 4-27 16,0 0-24-16,0 0-28 0,0 0-20 0,0 0-16 15,0 0-15-15,0 0-23 0,0 19-8 0,0-10-10 16,0 2-6-16,0 0-16 0,1 5-11 0,6-1-6 16,-2 1-6-16,-4 1-4 0,6 1-8 0,-5-6-4 15,4 6-10-15,1-5-9 0,0 2-1 0,-4 0-7 16,2-7-9-16,-3-1-4 0,3 4-3 0,-2-5 0 15,2-3-4-15,0-2 3 0,-5-1-1 0,0 0-4 16,0 0 3-16,18-9 0 0,-11 2-4 0,1-1 6 16,-2 1-3-16,1-8 19 0,3 3 9 0,0-5 18 15,-5 2 20-15,2 5 16 0,2-7 15 0,-4 5 14 0,2 0 10 16,-2 1 6-16,-5 0 4 0,7 3-4 16,-4 1-3-16,2 2-8 0,-2-3-10 0,1 1-11 15,-4 7-12-15,1-7-10 0,-1 7-13 0,8-3-8 0,-8 3-4 16,0 0-8-16,0 0-3 0,17 9-6 0,-12-1-6 15,5 0-1-15,-3 3-6 0,4 2-10 0,-4 1-18 16,3 2-20-16,-2-5-13 0,-1 9-36 0,7-8-30 16,-7 4-40-16,3-2-43 0,-3 2-29 0,-2-5-31 15,3 4-42-15,-6-3-23 0,3-4-45 0,-4 1-50 16,6 2-230-16,-7-3-687 0,6-1 304 0</inkml:trace>
  <inkml:trace contextRef="#ctx0" brushRef="#br0" timeOffset="32598.37">18806 3242 225 0,'-4'-6'287'0,"4"6"-14"0,0 0-23 0,-11-2-17 16,11 2-24-16,-12 8-17 0,5-3-22 0,1 2-10 15,-1 0-11-15,2 2-15 0,-1 7-8 0,2-5-9 16,1 5-13-16,3-1-8 0,0 1-11 0,3 3-6 15,1-4-10-15,2 6-9 0,4-7-7 0,-2-1-11 16,2 2-7-16,5-3-13 0,0 0-18 0,5-3-9 16,-2-1-11-16,2-6 1 0,3 1-6 0,0 1 5 15,-4-8 3-15,-4 0-1 0,3 1 1 0,-3-8 6 16,0 6 2-16,-1-9 10 0,-2 4 10 0,-2-2 15 0,2-2 13 16,-9 2 19-16,3 1 25 0,3-4 20 0,-4 6 31 15,-5 1 13-15,0-3 17 0,1 2 7 0,-1 0-10 16,0 1-7-16,0 3-8 0,0 5-16 15,0-7-12-15,0 7-13 0,0 0-14 0,7-9-16 0,-7 9-8 16,0 0-9-16,0 0-7 0,0 0-7 0,0 0-3 16,0 0-11-16,0 0-19 0,0 0-15 0,-8 23-15 15,8-17-18-15,0 3-9 0,-5-3-19 0,10 1-11 16,-5 4-20-16,0-2-6 0,6-3-2 0,-2 3 0 16,2-2 0-16,-1 2-2 0,5-2-4 0,-3-3 1 15,4 5 2-15,4-4 10 0,-3-3 8 0,8 1 10 16,-4-3 5-16,2 0 7 0,6 0 7 0,5-1 5 15,0-1 6-15,-3-2 4 0,4-2 4 0,5 0 5 16,-1-2 7-16,-2 1 8 0,3-2 9 0,-4-3 14 16,0 6-1-16,3-7 13 0,-3-1 14 0,14-3 7 15,-9 2-2-15,7-1-2 0,-13 2 16 0,1 1 10 16,-3-1 24-16,1 0 11 0,-5-3 7 0,5 0 4 16,-6 2 4-16,0 0 0 0,2 0 6 0,-5 3 4 15,-5-3 7-15,-2 3-7 0,0-3-1 0,-5 5 0 16,1-5-1-16,-3 3-5 0,1 3-6 0,-7 0-13 0,0-2-10 15,0 2-9-15,-7 2-11 0,-1 1-7 16,0 1-7-16,-7 1-8 0,1 4-5 0,-5 0-6 0,-5 7-1 16,6 1-8-16,-2-1-3 0,1 9-4 0,-6 3-1 15,3-3-4-15,1 4 3 0,4 6 0 0,1-4-10 16,1 6 2-16,1 1 1 0,1 3-3 16,7 8 0-16,2 3 1 0,-1 4 1 0,5-1-2 0,7 4 1 15,1-2 2-15,-1 6 1 0,6 3 1 0,4 16-3 16,-1-19 1-16,11 16 0 0,-11-12-1 0,1-3 0 15,4-2 3-15,1 1-1 0,-16-2-2 0,3-2-2 16,-3-7-7-16,-6-4-8 0,-6-10-2 0,2-2-9 16,-2-6 4-16,-6-4-3 0,1-4 6 0,-8-4-1 15,1 1 4-15,-8-6-19 0,2-6-22 0,-4-7-28 16,-1-2-43-16,0-3-55 0,-9-15-59 0,-3-3-68 16,1-2-100-16,-1-6-390 0,-2-2-863 0,-8-26 382 15</inkml:trace>
  <inkml:trace contextRef="#ctx0" brushRef="#br0" timeOffset="32765.03">19198 2841 174 0,'-17'-12'413'0,"7"-1"-18"0,-3-1-25 0,5 2-16 15,-5 3-36-15,6-1-29 0,0 2-30 0,4 2-26 0,-4 1-29 16,7 5-64-16,-1-10-85 0,1 10-88 0,-5-2-115 15,5 2-357-15,0 0-545 0,0 0 242 0</inkml:trace>
  <inkml:trace contextRef="#ctx0" brushRef="#br0" timeOffset="55580.59">7532 5921 81 0,'-28'-6'335'0,"-3"-1"-5"0,-2 3-12 16,3 4-11-16,-2 4-15 0,1 1-5 0,-2 1-12 16,10 0-12-16,-9 7-17 0,-1 11-11 0,3-6-10 15,7 2-23-15,2 1-18 0,6 1-22 0,1 1-9 0,6 4-11 16,8 1-12-16,0 2-12 0,7-1-13 15,-2-2-11-15,6 0-13 0,9-5 2 0,-5 3-12 16,15-8-12-16,0 0-3 0,6 1-4 0,-4-3-3 0,14-6-4 16,-16-5-6-16,-1-1-4 0,0-3-3 0,-1-4-5 15,0 0-2-15,0-4-2 0,-5-7-3 0,-1-1 2 16,-6-4 0-16,-4 4-4 0,1-11-1 0,-6-5 0 16,-4 3 2-16,-3-1-5 0,-7-9-3 0,-1 8 6 15,0 3 3-15,-14-7 5 0,7 8 12 0,-6 1 2 16,-1 2 1-16,-1 6-5 0,2 2-1 0,-1 1-8 15,1 6 1-15,-1 0-3 0,6 3-13 0,-6 3 4 16,4 5-9-16,-2-1-15 0,3 6-38 0,4 1-44 16,2 1-39-16,7 8-38 0,-2-4-33 0,4 3-41 15,-3 10-52-15,12-6-59 0,-1-1-56 0,3 1-214 16,1 3-674-16,3-4 299 0</inkml:trace>
  <inkml:trace contextRef="#ctx0" brushRef="#br0" timeOffset="55980.5">7814 5710 114 0,'0'-8'337'0,"1"-1"3"0,4-2-4 0,-5 5-22 16,2 1-32-16,-2 0-32 0,0 5-19 16,0 0-25-16,0 0-20 0,0 0-1 0,0 0-13 0,-2 27-9 15,2-14-21-15,-6 3-14 0,-1 4-12 0,5-1-17 16,-3 7-8-16,2-3-5 0,-2-3-12 0,2 0-7 15,0-1-28-15,1 7-19 0,2-6-5 0,-2-1-6 16,4-4-4-16,0 1-9 0,4-1-1 0,-4-6-8 16,3 3-5-16,3-6 1 0,0 1 0 0,6-5 1 15,2 3 4-15,4-3 2 0,-5-1-1 0,6 2-3 16,-4-3 6-16,3 1-1 0,-2 1 2 0,0 3 3 16,-1-4 3-16,-1 2-6 0,-1 6-1 0,-2-6-1 15,-3 3 1-15,4 2 6 0,-3 4-1 0,-3-4-3 16,-6 4 0-16,1 2 18 0,-3 2 7 0,-3 1 6 15,1 1-1-15,-6-5 3 0,0 5 10 0,-4-1 14 16,-4 2 1-16,1-5-5 0,-7-2-8 0,1 1-4 16,-9 1 0-16,7-5-2 0,-7 2 0 0,2-3-6 15,3-1-1-15,5-3-4 0,-1-4-4 0,4-3-9 0,7 2-33 16,-1-3-45-16,6-4-46 0,1-3-45 16,8-5-43-16,4-1-63 0,12-3-41 0,3-5-230 15,7-5-581-15,5 3 257 0</inkml:trace>
  <inkml:trace contextRef="#ctx0" brushRef="#br0" timeOffset="56230.78">8277 5949 15 0,'13'-3'219'0,"-4"0"14"0,-1 2-5 0,-8 1-10 15,0 0-8-15,20 6-10 0,-12-1-9 0,0 2-7 0,6 2-10 16,-3 2-12-16,-1 5-6 0,7 3-1 0,-2 5 1 16,6 12-4-16,1 1-7 0,4 6-4 0,-6-5-5 15,1 9-10-15,3 1 6 0,-3 4-11 16,1-1 0-16,7 20-6 0,-15-17-3 0,1 2-4 0,-2-2-4 15,-8-2-4-15,6 4-8 0,-9-7-5 0,-4-1-3 16,-4-3-2-16,-4-6-1 0,-2-9 16 0,-3-1 16 16,0-4 13-16,-8-6 4 0,-5-2-1 0,-8 2-3 15,-9-9-11-15,10-10-10 0,-9-2-11 0,-1-6-7 16,3-8-14-16,-6-4-33 0,4-2-43 0,2-8-46 16,11-7-69-16,4-6-81 0,3-4-97 0,15-10-120 15,-6-25-367-15,9 0-848 0,12-5 377 0</inkml:trace>
  <inkml:trace contextRef="#ctx0" brushRef="#br0" timeOffset="56630.5">8491 5625 22 0,'-10'-3'451'0,"10"3"0"16,-10 0-5-16,10 0-13 0,-7-3-19 0,7 3-21 15,0 0-26-15,0-7-35 0,0 7-36 0,0 0-33 16,0 0-32-16,0 0-27 0,-11-2-35 0,11 2-26 16,0 0-15-16,0 0-16 0,1 15-17 0,-1-15-17 15,2 14-12-15,1-6-14 0,2-1-13 0,-5 2-15 16,0 1-8-16,3-2-6 0,-1-6-8 0,0 8-4 15,1-8-2-15,-3-2 3 0,5 8-3 0,-5-8 2 16,0 0 9-16,0 0 2 0,0 0 0 0,0 0-2 16,0 0 2-16,0 0 3 0,2-21-3 0,-4 12-1 15,2 2 0-15,0-5 2 0,-5 2 2 0,2-2-3 16,1 2 2-16,0 5 0 0,-1-3-2 0,3 0-1 16,-8 0-2-16,6 4-10 0,-3 0-28 0,5 4-42 15,-8-7-47-15,8 7-36 0,0 0-27 0,-17 12-28 0,11-4-56 16,4 3-66-16,0-1-332 0,-2 3-721 15,4 2 319-15</inkml:trace>
  <inkml:trace contextRef="#ctx0" brushRef="#br0" timeOffset="57247.12">8646 5923 135 0,'0'7'263'0,"0"-2"-14"0,7 0-12 0,-1-2-12 0,-2 4-11 16,1-4-11-16,3 4-14 0,0-2-16 16,2-1-14-16,0 1-9 0,0-2-13 0,3 2-13 0,4-2-9 15,-1-3-12-15,1-3-6 0,0 3-12 0,2-2-7 16,-2-4-7-16,-2-1-8 0,1 2-5 0,-2-4-8 16,0-1-2-16,0 0-1 0,-4 0-6 0,1-2-4 15,-4 0 0-15,-5 2 3 0,-2 0-2 0,0 0 1 16,0-2 5-16,-7 5 5 0,0-1 11 0,1 1 7 15,-4-2 3-15,0 5 3 0,-2-1-6 0,-3 3 1 16,-6 1 5-16,-1 2-5 0,1 1-10 0,-1 4-11 16,2 0 10-16,-3 3-13 0,0-2-2 0,5 4-4 15,3 1-1-15,2 0-3 0,-2 3-1 0,8 1 1 16,4-1-7-16,0 5-8 0,9-5-3 0,1 0 2 16,8 1-6-16,11-1-8 0,1 2-6 0,12 2-12 15,3-5-27-15,4-1-19 0,-1-5-19 0,8-5-26 16,-2-6-23-16,-6 6-16 0,3-9-22 0,0 0-12 0,-5 2 4 15,-10-4-1-15,3-1 12 0,-8-3 16 0,1 3 15 16,-1-3 14-16,-10 1 11 0,-2 1 16 16,3-4 30-16,-6 1 33 0,-3-1 30 0,-4-1 27 15,1 2 32-15,-7 3 27 0,0-1 38 0,-3 2 44 0,-1-6 18 16,-2 6 31-16,-4-2-5 0,0 1 3 0,0 4-3 16,-2 0-9-16,1 3-15 0,-1-2-19 0,-3 7-18 15,1-4-14-15,-8 4-13 0,7 4-14 0,2 0-12 16,3 2-8-16,-5 4-3 0,8 1-7 0,-1 5-6 15,3-5-1-15,4 4-10 0,1 4-3 0,0-2-12 16,1-2-6-16,4 1-5 0,3 1-8 0,7 5-10 16,-6-2-5-16,5-6-18 0,6-5-13 0,-5 2-16 15,8-7-27-15,4 0-36 0,1-4-20 0,-1-4-31 16,6-3-25-16,-4 1-17 0,-2-8-8 0,1 0-11 16,0-6-16-16,-5-2-15 0,12-10-22 0,-3 1-10 15,-6-8-32-15,4 0-17 0,-7-5-215 0,-1 1-576 16,-9-5 255-16</inkml:trace>
  <inkml:trace contextRef="#ctx0" brushRef="#br0" timeOffset="58013.78">9792 5659 1363 0,'1'-30'11'0,"-1"-1"67"0,-6 3 60 0,1 1 44 16,-4 1 41-16,1 3 32 0,-2 4 30 0,-1-2 6 0,1 3 8 16,3 8 2-16,0-4-2 0,1 5-19 15,2 2-26-15,-2-2-29 0,3 4-33 0,3 5-21 16,0 0-18-16,0 0-15 0,-5 17-17 0,0-2-8 0,10 2-14 16,-5 7-11-16,5 8-9 0,-5-3-11 0,11 13-8 15,-3-2-11-15,6 5-23 0,-4-6-20 0,-2 8-21 16,5-4-20-16,0-1-21 0,-3-3-21 0,3 4-26 15,1-4-21-15,-4 2-22 0,-2-10-5 0,-3-2-9 16,3 0 2-16,-1-4-2 0,-2-10 6 0,-2 0 9 16,-1 0 13-16,-2-7 15 0,0-5 14 0,0-3 10 15,0 0 12-15,0 0 22 0,0 0 25 0,-15-25 27 16,12 13 16-16,-2-7 14 0,3 2 19 0,2-2 21 16,0 0 12-16,-2-2 10 0,6 1 3 0,1-5 0 15,-2 5-2-15,2 1-8 0,3 4 5 0,0-2-19 16,6 3-6-16,-3 1-7 0,-1 6 7 0,0 0-17 15,3 0-2-15,4 6-7 0,3-3-9 0,-5 4 0 16,6 7-5-16,1-2 0 0,-6 6-3 0,-3-2-7 16,7 6-14-16,2 1-8 0,-2 2-12 0,1 4-1 15,-3-1-15-15,1-1-5 0,-5 5-8 0,1-4-3 16,0-1 0-16,-6-2-2 0,0-2-4 0,1-1 2 16,-5-7 4-16,-1 1 5 0,2 2 6 0,-4-7 6 0,3 4 6 15,-5-8 4-15,8 2 1 0,-8-2 4 0,0 0 9 16,7-14 12-16,-1 2 7 0,-2 3 8 15,7-9 13-15,-4 6 0 0,-4-4 28 0,9-1 6 16,-6-1 8-16,3 2-9 0,-3-1 2 0,3 2 2 0,-3 0 2 16,3 1-4-16,-8 4-6 0,6 1-9 0,-1 0 4 15,3 5-6-15,-8-2-6 0,3-1-11 16,-4 7 1-16,8-4-6 0,-8 4-2 0,0 0-12 0,15 7 7 16,-10-3-1-16,0 2 0 0,1-2-11 0,1 5-8 15,1-1 2-15,1 3-16 0,4-3 7 0,-5 5-19 16,7 0-9-16,0-4-1 0,-2-1 0 0,2 3 2 15,0-2-6-15,5 3 12 0,-4-5-1 0,1 0 2 16,3-2 9-16,-5 2-3 0,0-3 4 0,6-5 0 16,-8 1 2-16,2-3 8 0,-5-2-4 0,10-1 7 15,-10 1-2-15,3-3-3 0,0-2 8 0,-3 1 9 16,2-3-3-16,-4 1-2 0,5-3 7 0,-8 1 9 16,2-3 0-16,-4 6 12 0,-1-7 2 0,0 7 8 15,-2-2 12-15,0 3 7 0,0-2 17 0,-2-1 10 16,0 4-1-16,-1-3-13 0,3 3 4 0,-3 4 2 15,-1-2-20-15,4 6-6 0,-3-9-8 0,3 9-7 16,-11 0-7-16,11 0 0 0,0 0-3 0,-17 12-4 16,12-6-1-16,0 2-2 0,-2 4 1 0,1 0-4 0,-1 4 1 15,2 0-6-15,2 1 1 0,3 1 4 0,0-1-1 16,3-3 3-16,2 4-3 0,3-1-2 16,2-2 4-16,2 3-7 0,1-5 2 0,2 1-6 0,10-1-13 15,-4-2-32-15,8 0-42 0,-1-11-52 0,-7 0-49 16,6 0-59-16,-6-5-65 0,9-2-85 0,-2-4-248 15,-6-1-698-15,-1 0 309 0</inkml:trace>
  <inkml:trace contextRef="#ctx0" brushRef="#br0" timeOffset="58164.75">10649 5592 138 0,'-15'-6'363'16,"7"2"-25"-16,-2 0-31 0,5 1-26 0,-2-1-36 15,7 4-30-15,-10-3-40 0,10 3-52 0,0 0-67 16,0 0-90-16,0 0-118 0,25 14-191 0,-10-10-371 16,0 7 164-16</inkml:trace>
  <inkml:trace contextRef="#ctx0" brushRef="#br0" timeOffset="58480.14">11707 5982 62 0,'3'5'523'0,"-3"-5"14"16,0 0-15-16,0 5-20 0,0-5-27 0,0 0-38 15,0 0-33-15,0 0-32 0,0 0-39 0,0 0-32 16,-3 9-33-16,3-9-23 0,0 0-29 0,0 0-24 0,-5 6-21 16,5 1-18-16,0-7-22 0,5 9-22 0,-5-4-19 15,3 3-20-15,-3-1-16 0,5 1-14 0,-4-1-13 16,4 0-12-16,4-2-7 0,-3 2-4 0,3-3-4 15,-1-1-5-15,-1 2 1 0,1-4 2 0,5-1 3 16,-13 0-9-16,15-12-2 0,-10 9 1 0,0-9-1 16,5 0-2-16,-7-1-2 0,-3 2-2 0,3-5-4 15,-1 2 3-15,-4-3-1 0,-3 2-1 0,-3-2-5 16,2 3-13-16,-8 1-20 0,6-4-25 0,-5 8-37 16,-2-6-59-16,5 4-48 0,-3 6-42 0,-7-3-62 15,5 2-61-15,0 0-340 0,-1 3-793 0,2 0 351 16</inkml:trace>
  <inkml:trace contextRef="#ctx0" brushRef="#br0" timeOffset="58663.82">11702 5744 141 0,'0'-7'435'0,"0"7"2"0,5-3-5 15,-5 3-20-15,0 0-31 0,3-5-32 0,-3 5-38 16,0 0-31-16,0 0-30 0,0 0-43 15,0 0-69-15,0 0-88 0,11 0-88 0,-11 0-99 16,0 0-166-16,10 7-255 0,-10-7-604 0,14 0 268 0</inkml:trace>
  <inkml:trace contextRef="#ctx0" brushRef="#br0" timeOffset="62713.54">13367 5574 182 0,'5'-6'317'0,"-10"-3"1"0,3 5-17 0,2-4-4 15,-3 0-8-15,-1 0-11 0,1 0-14 0,-2 1-8 16,-1-1-4-16,-1 2-36 0,-1 0-18 0,-1 0-16 16,-4 3-20-16,2 1-18 0,-9-1-9 0,3 3-23 15,-4 0-3-15,-3 5-11 0,-2-2-9 0,-4 3-11 16,2 0-8-16,6 1-5 0,6 4-11 0,-12-2-5 15,13 3-3-15,0-2-8 0,0 1-6 0,7 2 2 16,-5-2-7-16,9 1 12 0,-1 0-17 0,5 3-2 16,5-1-1-16,2 1 3 0,3-1-1 0,6 0 6 15,6 7-12-15,1-3 6 0,5-2-5 0,-1 3 0 16,-2-3-4-16,3 0-3 0,-4-1 2 0,3 0 1 16,-2 4-3-16,-10-6-3 0,3 1 1 0,-2-2 3 15,4 7-3-15,-8-10 0 0,1 3-3 0,-8-2-7 0,5-1 8 16,-3 2-5-16,-6-4 4 0,3 2-2 15,-1 2 6-15,-3-7 0 0,-7 7 5 0,6-3 1 16,-6-1-1-16,-3-1 1 0,-1-1 5 0,-1-3-2 0,-3 1 6 16,-6 2-9-16,1 1-3 0,3-5 3 0,-4 3-18 15,-1-4-40-15,2-5-54 0,4 3-54 0,-1-2-58 16,2-4-70-16,4 1-94 0,4-5-299 16,0 0-730-16,7-8 323 0</inkml:trace>
  <inkml:trace contextRef="#ctx0" brushRef="#br0" timeOffset="63164.45">13557 5220 87 0,'3'-6'369'0,"-3"6"-29"0,2-6-38 0,-2 6-31 15,0 0-30-15,0 0-30 0,0 0-23 0,12 12-15 16,-9-3-18-16,4 9-13 0,-3 0-18 0,3 9-7 15,3 3-10-15,2 10-17 0,1 2-9 0,-2-4-4 16,1 1-8-16,0 1-7 0,-2 1-8 0,-2-11-5 16,5 9-5-16,-6-7 1 0,1-1-7 0,0-4-6 15,-4 0-1-15,-1-3 0 0,-3-1-6 0,2-7-3 16,4-1 3-16,-6 1-5 0,0-5-3 0,0 0 1 16,0-4 13-16,0 1 40 0,0-3 50 0,0-5 39 15,0 11 30-15,0-11 28 0,0 0-3 0,-6 1-16 16,6-1-15-16,0 0-10 0,0 0-12 0,0-19-14 15,0 11-17-15,6-4-12 0,-6 4-9 0,0-3-10 0,3-4-10 16,2 2-10-16,0-1-9 0,4 1-6 16,-3 1-9-16,3-2-5 0,-1 4-7 0,5-1-3 15,0 0-6-15,-4 6-5 0,7-5-6 0,-3 8-5 0,1-3-1 16,1 2-1-16,-7 3-9 0,12 2 0 0,-4 2-6 16,-1 3-9-16,0 0-3 0,-2-5-2 0,2 6-4 15,-7-1-7-15,6 5-11 0,-3 0-8 0,2 2-12 16,-6-1-15-16,5 1-11 0,-1 1-19 0,-2-2-20 15,0 2-23-15,1 0-28 0,0-3-29 0,-3 3-23 16,1-6-24-16,-1 6-37 0,-1-5-50 0,8-1-62 16,-6-4-288-16,-1 2-739 0,6-3 327 0</inkml:trace>
  <inkml:trace contextRef="#ctx0" brushRef="#br0" timeOffset="64313.9">14371 5694 299 0,'-10'-1'282'0,"10"1"-17"16,-16 5-15-16,8-1-18 0,-1 2-23 0,1-1-16 15,0 2-20-15,-2 2-15 0,2 4-14 0,-1 1-10 16,1-3-9-16,3 6-8 0,3-3-14 0,1 3-5 16,1-2-9-16,1 4-6 0,4-4-5 0,0-2-10 0,2 5-1 15,5-9-11-15,-3 3-5 0,6-2-15 16,0-1-8-16,0-2-22 0,5 0-15 0,-3-6-14 15,4 2-18-15,-3-6-8 0,-1 2-6 0,-1-2-3 16,-1-5 2-16,-1-4 4 0,0 2 7 0,-7-2 3 0,0 0 4 16,-4-3 6-16,0 2 7 0,-3-6 18 0,-3 4 27 15,3 3 16-15,-3 2 23 0,-2-7 15 0,3 7 19 16,-5 0 13-16,7 2 20 0,-6-1 9 16,6-1 1-16,-2 2 1 0,-3 2-8 0,5 6-9 0,-1-10-13 15,1 3-9-15,0 7-15 0,8-7 4 0,-2 4-21 16,3 2-7-16,-9 1-6 0,26 4-17 0,-11-1-14 15,2 1-2-15,2 4-5 0,3 0-12 0,3 0-6 16,3 2-8-16,0 3 0 0,-3-1-15 0,-2 0 0 16,7 2 1-16,-15-2-4 0,8 0-4 0,-10-2-4 15,0 3 4-15,2-1-4 0,-6-1-2 0,-3-2-4 16,3 0 6-16,-5 0 6 0,-2-5 0 0,-2 5 7 16,0-2-4-16,0-7 10 0,-6 6 0 0,-3-4 7 15,3 1-2-15,6-3 7 0,0 0-1 0,-24-3 5 16,16-1 5-16,-5-2 1 0,8-1 2 0,-3 0 8 15,1-5-6-15,7-3-2 0,-8 0 1 0,6-4 1 16,2-1-9-16,0-3-5 0,10-8-8 0,-5 1-13 16,5-1-14-16,2-13-14 0,4 4-12 0,-3-4 1 15,2 4 3-15,5-1 5 0,-2 2 2 0,-6 12 7 0,3-1 18 16,-7 0 15-16,2 6 25 0,-3-2 31 0,-4 8 23 16,2 1 13-16,-2 0 26 0,1 0 8 15,-4 6 17-15,0-2 4 0,3 3-6 0,-3 0-10 16,1 5-15-16,-1 3-15 0,2-11-14 0,-2 11-22 0,0 0 6 15,0 0-6-15,0 0-8 0,0 0-2 0,5 22-7 16,-3-10 0-16,1 3-7 0,0 4-2 16,1 6-3-16,2 1-2 0,1-2-5 0,-2 5 2 0,3 0 2 15,-5 8-8-15,4-8 3 0,3 10-7 0,-5-10 0 16,2 3-8-16,-1-4-2 0,1 5 0 0,-2-5-4 16,-2-1-1-16,4-3-3 0,-2 2-7 0,-2-10-9 15,4 4-2-15,-6-5-7 0,9 1-4 0,0-6 3 16,-2 0-4-16,1-3 1 0,-1 1 2 0,5-5 6 15,2 0-4-15,5-3-3 0,-3 0-9 0,2-6 0 16,3 0-7-16,-1-1 2 0,-2-4 6 0,4-4 2 16,-2 2 4-16,4-1 7 0,-5-1-1 0,-2 2 4 15,0-6 7-15,-4 7 4 0,-3 0 7 0,-2-1 14 16,-1 4 10-16,-5-1 28 0,0 2 4 0,1 1 0 16,1-3 0-16,-5 10-7 0,-5-9-1 0,1 6-7 15,4 3-9-15,0 0 10 0,-14 0-20 0,14 0 4 16,-15 8 1-16,5-2-7 0,5 3 4 0,-5 0-7 15,2-3 2-15,-1 10 1 0,-1-1 5 0,4-1-6 16,-3 1-9-16,3-1-5 0,4 1-8 0,-1-3 20 16,3 3-23-16,3 1-6 0,-1-7-1 0,-1 3 3 15,4-5-2-15,4 1 6 0,-3-1-2 0,4-4 5 16,2 1 2-16,-1-4 0 0,4-7-1 0,4 3 11 0,-1 1-5 16,3-6 7-16,-4-3-9 0,3 0 5 0,3-3-1 15,-2-3 5-15,1 1 14 0,-7 2 24 0,0-1 16 16,-2 2 16-16,2 0 5 0,-5 1 24 15,3 0 0-15,-1 2-8 0,-7 3 3 0,4-1-1 0,0 1-4 16,-3 1-17-16,3 0-3 0,-1 4-10 0,-5 2-6 16,9-2-6-16,-12 3-10 0,13-3 2 0,-13 3-11 15,17 7-1-15,-7 0-1 0,-1 0-2 0,3-1-3 16,3 3 0-16,-2 4 0 0,2-2-5 0,0 1 0 16,0 2-5-16,0-1-10 0,0 0-19 0,-2 0-7 15,0 0-13-15,-5-4-9 0,1 3-19 0,-1-5-15 16,-1 1-13-16,-2 2-9 0,-2-5-6 0,2 1 5 15,-5 0 3-15,0-6-2 0,0 0-3 0,-8 7-5 16,8-7-10-16,-15 2-13 0,15-2-23 0,-22-7-27 16,9 0-19-16,-2-1-46 0,2-4-37 0,-4 2-208 15,4-3-538-15,-2-2 238 0</inkml:trace>
  <inkml:trace contextRef="#ctx0" brushRef="#br0" timeOffset="64580.11">16073 4971 214 0,'2'-10'478'0,"-1"0"29"16,-1-2-17-16,3 7-22 0,-3 5-33 0,0-10-41 0,2 5-42 15,-2 5-41-15,0 0-40 0,0 0-25 0,0 0-26 16,0 0-24-16,2 22-18 0,-4-7-17 16,4 4-15-16,1 7-16 0,0 2-11 0,4 1-12 15,1 15-9-15,-3-6-11 0,5 5-5 0,2-4-9 0,1-1-7 16,-8 3-5-16,8 1-5 0,-4-3-8 0,-1 5-7 15,5-7-20-15,-11-6-16 0,9-2-27 0,-7-1-19 16,1-1-29-16,3-1-32 0,-8-8-36 0,6 3-38 16,-4-6-28-16,5 2-16 0,-7-9-30 0,5 3-25 15,-5-3-34-15,1-2-51 0,-1-6-289 0,5 1-704 16,-5-1 312-16</inkml:trace>
  <inkml:trace contextRef="#ctx0" brushRef="#br0" timeOffset="64764.47">16071 5352 259 0,'-28'-9'354'16,"2"1"8"-16,1-2 17 0,5 4 8 0,3 1 1 15,4 1 0-15,6 1-14 0,-1-1-13 0,0 2-23 16,8 2-25-16,-8-6-21 0,1 3-30 0,7 3-27 16,0 0-25-16,0 0-20 0,23-12-31 0,-3 9-33 15,0 0-42-15,-2-3-45 0,5 2-54 0,0 0-67 16,11 0-70-16,-6 3-69 0,-8-4-69 0,8-3-104 15,-8 1-331-15,-7 1-784 0,5 0 347 0</inkml:trace>
  <inkml:trace contextRef="#ctx0" brushRef="#br0" timeOffset="64964.45">15028 5391 12 0,'-8'5'357'0,"3"-2"0"0,2-2-12 16,3-1-17-16,0 0-13 0,0 0-43 0,25 4-20 16,-5-4-24-16,-2-1-26 0,7 1-13 0,8-4-22 15,-5 1-45-15,8-1-67 0,-1 1-79 0,-4 1-98 16,14-3-126-16,-12 0-221 0,0 0-506 0,14-2 224 16</inkml:trace>
  <inkml:trace contextRef="#ctx0" brushRef="#br0" timeOffset="65630.77">17036 5730 123 0,'8'4'304'0,"2"-2"-22"0,-1 2-10 0,4 0-29 16,-5 1-23-16,5 0-19 0,-1 1-17 16,3 1-20-16,-5 1-20 0,-2-2-12 0,0 0-14 0,6 5-11 15,-4-1-9-15,-1-1-12 0,-2 0-6 0,-2 2-11 16,0 1-5-16,-5 3-9 0,-5-2-6 0,3 2-12 16,-8-3-24-16,1 3-23 0,-8 0-25 0,-8 1-40 15,-1 3-43-15,2-6-72 0,1-1-48 0,-6-3-159 16,0 3-430-16,13-4 191 0</inkml:trace>
  <inkml:trace contextRef="#ctx0" brushRef="#br0" timeOffset="67664.28">18839 5253 16 0,'23'-25'275'0,"-2"-1"-1"0,-2-1-8 0,-1-6-2 15,-3 3 1-15,-5 1-4 0,-2-2 2 0,-2 4 1 0,-4-3 11 16,3-2-6-16,-5 3-1 0,0 2-9 16,0 9-1-16,-10-9-24 0,4 8-20 0,-3 6-19 15,-4-2-18-15,1 3-21 0,-1 1-15 0,-2 4-18 16,-1 2-14-16,-2 2-14 0,-2 6-7 0,-2 2-15 0,2 2-4 15,-5 10-11-15,2 4-6 0,2 6-7 0,-1 9-5 16,1 5 0-16,7-1-8 0,5 3-2 16,-3-1-5-16,10 9-2 0,2-1-5 0,0 1 2 0,9 2-1 15,-3 1 1-15,2 4-1 0,6-3-3 0,-6 1-6 16,7 0 3-16,6 13 4 0,-4-14-11 0,1-4-5 16,-1-2-6-16,-4 1-4 0,0 1-2 0,-3 0-5 15,-3-3-15-15,-4-6-3 0,4 0-17 0,-7-11-20 16,0-1-24-16,3-3-20 0,-3-4-22 0,-3-7-16 15,3-4-3-15,-7-2-12 0,2-5-23 0,0-1-36 16,-5-3-49-16,10-1-46 0,-18-15-277 0,8 3-646 16,0-6 285-16</inkml:trace>
  <inkml:trace contextRef="#ctx0" brushRef="#br0" timeOffset="68430">18567 5504 92 0,'-5'-8'328'0,"7"2"6"0,-2 6-10 0,3-9-20 0,0 5-18 16,-3-3-22-16,7 5-36 0,3-3-18 16,5 0-17-16,5 1-20 0,1 1-22 0,9 2-12 15,0-7-13-15,5 8-13 0,9-3-11 0,3-1-9 16,1-3-14-16,0 5-9 0,1-5-5 0,3 3-13 0,-8 1-32 16,6-2-13-16,-4-3-16 0,2 0-8 0,-15-1-6 15,4 4-9-15,-6-7-3 0,2 2 1 0,-6 0 2 16,-2-1 5-16,-9 0 0 0,-1 2 4 0,-3 2 8 15,-4-2-4-15,-5 2 2 0,1-3 1 0,-8 5-1 16,4-2 3-16,-8 3 2 0,1 1 5 0,-3 1-1 16,-4 2 6-16,-8 2 2 0,1 1 6 0,-8 6 4 15,0 0 2-15,0 0 1 0,-2 7 3 0,3-1 3 16,0 0-2-16,-10 9 0 0,15-4 0 0,-1 1-3 16,3 0 0-16,4-3 0 0,-3 6-2 0,11-9 1 15,-3 1-1-15,4 3-3 0,8-3-1 0,0 0 0 16,1-1 3-16,6-1-2 0,0-1-5 0,7-5 3 15,1 3-1-15,5-7-3 0,3 0-4 0,1-2-12 16,4-4-5-16,1-5-5 0,3 1 1 0,-4-5 0 16,2 1 3-16,1-5 1 0,-3-2 1 0,-1 1 4 15,-4-3 4-15,0-3-2 0,-8 3 3 0,8-2 12 16,-16 6 13-16,3 2 17 0,-5-1 17 0,0-2 10 16,0 5 5-16,-4 3 8 0,1 0-6 0,-2 0-10 0,0 0-3 15,0 8-3-15,-2-7-4 0,2 7-17 16,0 0-1-16,0 0-4 0,0 0-9 0,-13 15 3 15,10-6-5-15,-2 3-2 0,0 2-2 0,-2 2-7 16,4 0 6-16,0-2-15 0,-1 6 2 0,4-5-6 0,0 2-3 16,4-2-3-16,-1 0-2 0,0-3-1 0,6 2-7 15,-4-5 3-15,1 2-5 0,2-6 0 0,-1 2 5 16,1-6 0-16,1 1 6 0,4-2 3 0,-5-3-4 16,5-5 6-16,-3 2-3 0,7-6 3 0,-4-1 1 15,2-1 3-15,-2 1 2 0,2-6 4 0,-2 4 12 16,-1-1 20-16,0 0-6 0,1-1 15 0,-5-1 3 15,7 7 12-15,-7-4-7 0,5 5 8 0,-3 1-11 16,-5 1 0-16,9 1-11 0,-4 4-3 0,-4-3-4 16,7 5-3-16,-4 1-3 0,-9 0-2 0,20 1-2 15,-11 5-9-15,5-3 1 0,-1 7 3 0,4 2-5 16,-3-2 6-16,0 6-9 0,-3-4 5 0,1 6 13 16,1-1-18-16,-1-5 1 0,-4 1-5 0,4 2-3 15,-9-1-9-15,3-2-8 0,-2-4-5 0,-1 3-8 0,-3-2 1 16,0-2-8-16,-3 1 1 0,-2-2-17 15,-2 0-15-15,-1-3-14 0,-2 0-14 0,-2-2-15 16,-1 3-21-16,2-8-26 0,-8 3-38 0,9-2-37 16,-4-3-32-16,-6-3-219 0,8 1-526 0,-4-4 233 0</inkml:trace>
  <inkml:trace contextRef="#ctx0" brushRef="#br0" timeOffset="69113.77">20072 4780 33 0,'0'-7'382'0,"5"-2"-3"0,-10 2-6 16,10 0-20-16,-5 7-26 0,-5-8-32 0,5 8-41 0,0-7-34 15,0 7-13-15,0 0-23 0,0 0-24 0,-10 18-5 16,5-7-16-16,3 9-9 0,2 3-9 0,-5 6-8 16,10 4-16-16,-5-3-4 0,10 10-11 0,-10-1-1 15,7 0-5-15,-1 2-9 0,3-1-13 0,2 2 2 16,-3-3 1-16,6 2-10 0,-3-4-3 0,7 1-14 15,-6-10-2-15,5 1-4 0,-6-1-14 0,4-2-13 16,0-5 6-16,2-2-23 0,-4-2-6 0,-2-5-4 16,4-2 4-16,-3-2 10 0,3-5-10 0,-2 1 1 15,2-4 2-15,0-4 0 0,0-2 1 0,0-3 5 16,-2-2 2-16,2-1-1 0,-2-4-1 0,-3 1 6 16,-2-3 3-16,2-2 2 0,-7 1-3 0,4 1 1 15,-2-4 0-15,-3 6 5 0,-2-2 9 0,6 5 18 16,-6-1 16-16,0 1 3 0,0 4 13 0,-5 0 3 0,5 1-12 15,-1 4-12-15,-1-2-13 0,2 6-8 0,0 0 4 16,-12-2-4-16,12 2-6 0,0 0 3 16,-13 15 0-16,5-6-2 0,5 5-1 0,-4-2-4 15,0 4 2-15,1 1-7 0,6 0-11 0,-7-1 3 0,7 0-10 16,-2-2-5-16,2 1 0 0,0-5-10 0,2 4 11 16,5-5 0-16,-1-2 8 0,1 2-8 0,0-2 4 15,4-3 2-15,-1-1 5 0,0-3-5 0,10 0 7 16,-10-1-2-16,6-5 8 0,3-2-9 0,-3-5 2 15,1 3 5-15,8-5 3 0,-7 5 11 0,-2-5 16 16,4-3 6-16,-3 6 18 0,-4-3 14 0,2 4 6 16,-2-2-2-16,-5-1-3 0,7 2 8 0,-8 5 2 15,1 0 0-15,-1-3-4 0,1 3-9 0,-1 2-1 16,-7 1-8-16,8 1-10 0,-1 0-2 0,-7 3-4 16,13-1-15-16,-13 1 4 0,15 4-2 0,-7-1-3 15,0 3-2-15,-1 1 0 0,6 1-4 0,0 2-1 16,-1 2 2-16,0-1-2 0,-3 1-3 0,3 0-1 15,-4 0 0-15,2 3-2 0,-1-4-4 0,-3-3 2 0,-1 4-4 16,3-1-5-16,-8-5-16 0,2 4-4 16,1 1-9-16,-1-5 5 0,-2-1-7 0,0-5-2 15,-7 14-12-15,1-9-15 0,2-2-19 0,-1 2-22 16,5-5-16-16,-16 1-10 0,8-1-20 0,8 0-18 0,-19-1-12 16,10-4-31-16,2 0-30 0,2 0-42 0,-2-7-41 15,4-2-216-15,-4-4-587 0,7 0 260 16</inkml:trace>
  <inkml:trace contextRef="#ctx0" brushRef="#br0" timeOffset="69346.97">21101 4594 226 0,'0'-8'414'0,"-5"0"4"0,4 5-10 0,1-3-27 15,0 6-35-15,0 0-40 0,-7-7-36 0,7 7-28 16,0 0-24-16,0 0-22 0,-8 13-13 0,8-4-19 15,-5 5-14-15,3-1-9 0,2 8-17 0,0 4-9 16,-2 2-10-16,4 12-8 0,-2 5-6 0,0 1-13 16,0-2-7-16,7 2-6 0,-7 1-2 0,0-4-7 15,0 6-16-15,6-5-27 0,-6 3-42 0,2-2-44 16,-2 0-42-16,5-4-33 0,-3-1-32 0,-2-8-54 16,0-2-63-16,8-11-63 0,-8 1-232 0,6-2-639 15,3-4 283-15</inkml:trace>
  <inkml:trace contextRef="#ctx0" brushRef="#br0" timeOffset="69564.23">20841 4932 139 0,'-11'-5'187'0,"1"5"-25"0,-2 0-14 0,2-1-17 0,10 1-11 16,0 0-9-16,-20 0-9 0,20 0 0 0,-6 6-15 15,6-6-6-15,0 0-7 0,0 0-6 0,21 9-10 16,-7-4-4-16,-6-3-7 0,13-2-15 0,-1 5-44 16,-2-5-51-16,11-2-62 0,-8 2-126 0,-3-4-271 15,7 3 120-15</inkml:trace>
  <inkml:trace contextRef="#ctx0" brushRef="#br0" timeOffset="69764.39">19953 5085 214 0,'-14'5'357'0,"8"-5"-7"0,6 0-11 16,0 0-20-16,0 0-26 0,0 0-33 0,48-4-30 16,-22 1-21-16,9-2-18 0,1 3-18 0,9-6-17 15,1 4-20-15,4-1-58 0,-2 1-64 0,-3 0-77 16,-12 2-93-16,16-6-115 0,-17 3-201 0,3-2-511 15,-1 2 226-15</inkml:trace>
  <inkml:trace contextRef="#ctx0" brushRef="#br0" timeOffset="71413.08">22434 5446 349 0,'-14'-4'471'0,"14"4"18"0,-6-3-11 15,6 3-23-15,0 0-20 0,-9-3-25 0,9 3-33 16,0 0-26-16,0 0-35 0,0 0-32 0,0 0-25 16,0 0-23-16,0 0-28 0,0 0-25 0,0 0-15 15,0 0-18-15,0 0-12 0,12 18-19 0,-7-12 21 16,0 0-17-16,3-2-12 0,1 7-2 0,-3-3-23 16,1 0-5-16,6 4-14 0,-11 3-27 0,6 0-27 15,-3 1-27-15,-5-3-35 0,0 5-38 0,-5-2-21 16,0 2-30-16,-5-6-33 0,2 8-37 0,-10-1-23 0,1-7-23 15,2 5-33-15,-8-4-40 0,8-1-52 16,0-4-354-16,0 1-792 0,9-2 350 0</inkml:trace>
  <inkml:trace contextRef="#ctx0" brushRef="#br0" timeOffset="72130.45">23286 4842 81 0,'0'-11'418'0,"0"4"3"0,2 1-12 0,-2 6-33 0,1-9-32 15,-1 9-31-15,0-9-35 0,0 9-32 0,0 0-24 16,0 0-29-16,0 0-19 0,0 0-17 0,0 0-17 15,0 0-13-15,22 23-11 0,-21-7-14 0,6-4-9 16,1 9-15-16,-1-3-1 0,3 8-20 0,-2-8 5 16,-1-1-9-16,-2 2-6 0,1 0-10 0,-1 1 12 15,2-1-33-15,0-3-3 0,-2-1-2 0,1 2-8 16,-2-7-6-16,0 6-5 0,-4-8 2 0,5-1-3 16,-3 0 10-16,1 1 1 0,2-4 3 0,-5-4 7 15,0 0 7-15,0 0-6 0,5 1 5 0,-5-1-1 16,0 0 9-16,9-17-13 0,-6 10 2 0,0 0 7 0,-1-5 3 15,1 1 1-15,5-4 2 0,-4-1 12 16,2 1-9-16,1 2-1 0,0-2 2 0,1 3 5 16,-1 1 7-16,2-5-9 0,-5 7-2 0,-3-1 2 0,6 0-4 15,0 3-4-15,-6-3-1 0,4 5-8 0,-1-2 3 16,1 3-5-16,-5 4 8 0,8-3-16 0,-8 3 0 16,0 0-2-16,21 11-6 0,-19-7-6 0,10 3-16 15,-4 5-6-15,0 2-10 0,2 1-7 0,0 0-7 16,-2 3-10-16,1-2 0 0,5 8 5 0,-9-7 4 15,4 4-9-15,-3-2-1 0,-1 0 3 0,5 0 2 16,-5-6-1-16,-1 5 4 0,0 1 3 0,-2-11-7 16,0 0 9-16,-1 3 5 0,4-6 5 0,-3 0 9 15,0 0 14-15,-2-5 8 0,0 0 14 0,0 0 19 16,0 0 9-16,0 0 10 0,6-20 5 0,-2 8 6 16,-1 2 2-16,4-4 14 0,-6-6-2 0,6 4 4 15,1-7 9-15,0 1 11 0,2 5 18 0,-5-1 8 16,5 2 13-16,-3 0 11 0,1 1-4 0,-5-1 4 0,4 6-9 15,1 1-5-15,-8 1-10 0,7 3-11 0,-5-2-11 16,3 4-15-16,-5 3-10 0,1-7-11 16,4 2-7-16,-5 5-11 0,0 0-11 0,0 0 2 0,15 9-5 15,-13-1-16-15,6-1-15 0,-1 4-17 0,-1 3-19 16,3 0-25-16,2 1-18 0,-3 4-26 0,1-4-21 16,6 2-29-16,-2-2-24 0,0 4-32 0,-1-4-26 15,9 5-25-15,-3-9-31 0,1 5-43 0,-3-6-44 16,4 0-325-16,2-3-766 0,-3-5 339 0</inkml:trace>
  <inkml:trace contextRef="#ctx0" brushRef="#br0" timeOffset="72830.13">24319 4919 126 0,'-5'-7'328'0,"0"-3"-11"15,-2 8-16-15,1 1-16 0,6 1-17 0,-15-3-21 16,2 4-16-16,13-1-11 0,-15 5-26 0,6 1-20 15,1 5-8-15,-2-4-19 0,0 3-11 0,5 5-13 0,-5-3 2 16,7 7-19-16,0-4 2 0,3 1-11 16,0-4-5-16,0 4-12 0,3 1-8 0,2-1-6 15,7 0-5-15,-4-3-4 0,0 1-5 0,7-2-7 16,-2-1-10-16,4-6-6 0,1 2-4 0,-5 0-6 0,-1-6-11 16,3-1 2-16,-2-1-6 0,-3-1 1 0,1-7 0 15,-1 6 9-15,0-2-9 0,-5-3-3 0,2-7 0 16,-2 0-2-16,-2-1 2 0,1 0 2 15,-3 1 12-15,-2-4-16 0,-3 3 17 0,3-2 31 0,1 2-1 16,-2-2 14-16,0 3 8 0,-1-2 6 0,3 1 0 16,-2 3-1-16,2 5-5 0,0-2 3 0,2-1-8 15,-4 5-5-15,4-1-7 0,3-1-7 0,2 4-10 16,1 1-8-16,0-1 5 0,-8 4-9 0,18 4-3 16,-3 1-10-16,-2-2-5 0,2 5-7 0,0 3-1 15,0-4-8-15,5 6-2 0,-5-3-4 0,0 3-4 16,-2 1-5-16,-3 0-7 0,3-1 0 0,0 0 0 15,-3 1-5-15,-3 0-3 0,3 0 3 0,-4 1-11 16,-1-3 6-16,0 1-7 0,-3-1 3 0,0-1 5 16,-1 0-1-16,-1-3 7 0,0 0 5 0,4-2 4 15,-4 2 3-15,0-8 3 0,0 5 4 0,0-5 12 16,-4 8 11-16,4-8 6 0,0 0 4 0,0 0 3 16,0 0-2-16,0 0-6 0,15-21 0 0,-3 11 2 0,-6-2-4 15,4-2 1-15,5-3-5 0,5-1 2 0,-3 5-1 16,6-6 3-16,-2-1-5 0,-4-1 1 15,8 1 0-15,-7 4 3 0,4 0-4 0,-8 0-3 0,0 0 11 16,1 4-9-16,-7-3 16 0,5 3 26 0,-6 3 24 16,1 1 20-16,-1-2 18 0,-6 1 14 0,4 1 3 15,-1 3 4-15,-1 0-4 0,-3-1-4 16,0 6-10-16,-3-9-11 0,3 9-9 0,0-7-13 0,-4 0-8 16,4 7-10-16,0 0-7 0,-11 0-5 0,11 0-11 15,0 0-5-15,-17 11-4 0,10-4-4 0,-1 1-1 16,2 4-3-16,-3 0 0 0,3 4-5 0,-1 2-3 15,5 5 3-15,-3 0 0 0,-1-7-2 0,6 5 1 16,0-2-3-16,-2 1-2 0,10 0-13 0,-1-1-18 16,-7-1-15-16,10 0-24 0,-5-2-20 0,8-1-32 15,2-3-47-15,2 0-44 0,2 2-61 0,8-6-53 16,-2 4-69-16,6-11-80 0,-9 2-287 0,9-2-818 16,6-5 363-16</inkml:trace>
  <inkml:trace contextRef="#ctx0" brushRef="#br0" timeOffset="75512.89">26072 4548 104 0,'3'-6'323'16,"-3"6"-10"-16,0-7-14 0,0 7-1 0,-3-11-33 15,3 11-22-15,-4-7-25 0,1 3-18 0,3 4-21 16,-12-4-15-16,6 3-21 0,6 1-9 0,-20 0-19 15,7 0-8-15,1 1-15 0,-1 3-6 0,-2 0-8 0,0 0-7 16,-3 0-9-16,1 6-6 0,4-9-11 16,3 7 0-16,-3-1-9 0,-2 4 1 0,8-4 8 15,-1 2-18-15,0 1 0 0,1 0-3 0,4-3-2 0,0 2-1 16,3 6 8-16,5-6-15 0,3 3 6 0,0-2-10 16,0 4 2-16,9-1-1 0,1 1 3 0,-1-2-2 15,3 1-4-15,1 1 2 0,-4-1-3 0,6 3-1 16,-5-3-1-16,-3 1 1 0,-4 1-1 0,4-3-3 15,-5-1 0-15,-1 0-1 0,-3-1-2 0,-2 1 0 16,0-4 0-16,-2 1-4 0,0 4 3 0,-2-5 4 16,-2 0 3-16,-4 2-1 0,-3-5 0 0,1 2-3 15,-4 0 10-15,2-4 3 0,-3 5 2 0,-2-2 4 16,-1 0 1-16,-4-2 7 0,-2 2-12 0,6-3 3 16,1-1 0-16,-5 0 2 0,12-1 0 0,-7 0 0 15,2-1-1-15,4 0-13 0,-2-4 0 0,6 3-53 16,-5-4-39-16,7 4-48 0,-1-5-65 0,4 7-55 15,4-10-61-15,-1 4-235 0,7-1-594 0,0-7 262 0</inkml:trace>
  <inkml:trace contextRef="#ctx0" brushRef="#br0" timeOffset="76446.17">26482 4660 211 0,'0'0'312'0,"2"-7"-4"0,-2 7-5 16,0-4-15-16,0 4-20 0,0 0-10 0,-2-11-17 16,2 11-15-16,0 0-27 0,-5-6-17 0,5 6-14 15,0 0-13-15,-8 0-20 0,8 0-3 0,0 0-27 16,-20 0 1-16,20 0-6 0,-17 6-9 0,9-4-7 16,-2 7-5-16,-1-5-11 0,4 2-5 0,-8 3-6 15,0 0-9-15,0 1 1 0,0 2-3 0,1 2-7 16,0-5-3-16,6 3-4 0,-7 2-5 0,2-4-4 15,5 5 0-15,1 0-4 0,5 0 4 0,2 0-5 16,-3-2-2-16,8 1-3 0,7-1 2 0,-2 1 1 16,4-2-5-16,6 1-2 0,3-5-2 0,7 3 1 15,3-7-10-15,0 2-3 0,2-5-6 0,2-1-13 16,6 0-5-16,-10-4-4 0,3-2-1 0,1-4-3 0,-8 2 13 16,6-2-9-16,-2-7 6 0,-8 2 2 0,0 1 16 15,-4-1-15-15,-6 3 3 0,2-1-2 0,-7-1 11 16,-5 1 4-16,1-1 3 0,-1 1 14 0,-3 2 4 15,-2 1 11-15,-2 1 7 0,-3 0 8 0,-1-2 2 16,2 4-3-16,-2-2-2 0,-2 3-6 0,-1-3-2 16,-2 3 0-16,-4 1-2 0,5 4-8 0,-3-2-4 15,-1 2-5-15,14 1-7 0,-28 5 7 0,12-2-6 16,2 2 1-16,3 7-3 0,-7-3 15 0,9 0-23 16,1 0 8-16,0 3-22 0,-4 2-3 0,11-4-6 15,-6-1 1-15,7 4-9 0,0-2 12 0,7 1-9 16,-6 4 5-16,4-2 3 0,5-2 0 0,3-3 1 15,2-2-2-15,0 1-9 0,7-6 3 0,-1 0-6 0,1-2 1 16,-1-4 3-16,4-2 4 0,2 3 3 16,2-8 3-16,-12 4 1 0,6-2 6 0,-5-2-1 15,7-2 4-15,-10 2 4 0,0 1 10 0,0-2 8 16,-7 2 15-16,4-3 19 0,-6 4 8 0,-1-1 17 0,0 1 8 16,0 3 21-16,-2-1-7 0,2-1 5 0,-3 5-7 15,3-1-8-15,-5 4-4 0,3-10-10 0,2 6-6 16,-5 4-9-16,0 0-11 0,0 0-18 0,0 0-12 15,0 0 3-15,0 0-1 0,0 0-1 0,9 14-3 16,-9-6-11-16,0 0 6 0,8 4-7 0,-8 0-3 16,3-1-4-16,0 2-2 0,2 2 1 0,-1 3-3 15,2-5 3-15,-1 5 0 0,2-6-6 0,-2 5 2 16,0-8 3-16,0-1-2 0,-2 1-9 0,4-2 8 16,-1-3 2-16,-2 3 5 0,2-6 0 0,1 2 3 15,-7-3 0-15,0 0 1 0,23-4 0 0,-15-3 1 16,-1 0 3-16,5-2 9 0,-4 2 18 0,3-7 6 15,-1 1 14-15,-1 1 8 0,-1-2 11 0,0 2 6 16,2 0 8-16,0 0 5 0,-2 0 4 0,-1-3 3 16,1 3 8-16,-1 4 10 0,1-2 0 0,-3 1-4 15,-3 3 0-15,-1 3 0 0,4-3-17 0,-3 3-10 0,-2 3-4 16,5-8-17-16,-3 1-10 0,-2 7-3 0,0 0-10 16,8 0-7-16,-8 0-5 0,0 0-11 0,18 15-9 15,-15-9-7-15,4 0-8 0,5 6-18 0,-4-2-12 16,2 1-10-16,3 2-3 0,-5 1-8 0,9 1-15 15,-7 3-19-15,1-4-16 0,1-1-5 0,-2-3-9 16,-2 5-11-16,6-4-19 0,-8-1-8 0,7 1-18 16,-1-5-12-16,-5 0-27 0,-1-3-33 0,1 5-33 15,-7-8-26-15,15-5-30 0,-15 5-181 0,0 0-574 16,8-11 254-16</inkml:trace>
  <inkml:trace contextRef="#ctx0" brushRef="#br0" timeOffset="76647.07">27699 4653 199 0,'0'0'319'0,"0"-8"4"0,0 8-9 0,0-7-11 16,0 7-13-16,5-6-17 0,-5 6-29 0,0 0-29 15,0 0-18-15,0 0-27 0,0 0-11 0,0 0-16 0,0 0-16 16,0 0-13-16,1 25-7 0,-1-20-13 0,2 7-11 16,-2 0-10-16,7 1-5 0,-7 4-7 0,6-2-28 15,-1 2-17-15,0-1-27 0,0 0-23 0,7 0-26 16,-4 0-26-16,2-1-33 0,5 1-50 0,3-8-56 15,0-1-39-15,9 5-230 0,-9-5-533 0,3-7 237 16</inkml:trace>
  <inkml:trace contextRef="#ctx0" brushRef="#br0" timeOffset="76880.5">28205 4686 36 0,'-7'-7'307'15,"1"-3"1"-15,-1 3 10 0,-1 2-1 0,-2 0 1 16,-2-2 1-16,4 2-10 0,-2 3-12 0,-3 1-16 15,0 1-22-15,-2-4-24 0,0 8-20 0,5-3-21 0,-8 6-7 16,3 0-19-16,5-2-17 0,-3 3-13 16,1 1-14-16,2 0-8 0,4 0-9 0,-3 0-12 15,6 3-12-15,0-2 2 0,-4 5-16 0,5-4 0 0,4 1-6 16,-2 0-5-16,7 4-6 0,-1-2-10 0,3 1-4 16,4-2-5-16,2-1-32 0,0-2-37 0,6-5-37 15,9 6-56-15,-2-8-47 0,2-3-29 16,0 1-53-16,1-2-59 0,4-2-63 0,-7-1-257 0,2-11-689 15,1 7 305-15</inkml:trace>
  <inkml:trace contextRef="#ctx0" brushRef="#br0" timeOffset="77030.48">28102 4350 4 0,'-14'-11'280'0,"0"8"-26"0,8-1-28 16,-3-1-24-16,3 2-26 0,6 3-20 0,0 0-35 15,0 0-59-15,-8 8-86 0,8-8-99 0,8 14-100 16,-3-4-241-16,5-3 107 0</inkml:trace>
  <inkml:trace contextRef="#ctx0" brushRef="#br0" timeOffset="77412.75">28765 4490 306 0,'0'0'443'0,"-7"-7"-1"0,7 7-40 0,0-4-29 16,0 4-38-16,0 0-35 0,0 0-38 16,0 0-20-16,0 0-26 0,0 0-22 0,0 16-21 0,0-3-23 15,7 0-13-15,-6 2-14 0,7 1-15 0,-3 4-6 16,2-1-9-16,1 4-13 0,1 3-6 0,4-1-7 15,-5-6-7-15,7 1-8 0,-8-1-6 0,3-2-6 16,0-2-3-16,-1-3-9 0,-2-3 0 0,0 0 3 16,1 6-8-16,-1-8-7 0,1-2 4 0,2-2-2 15,0-3 3-15,-10 0 2 0,16-6-3 0,-6-2-2 16,5-1-1-16,-8 1-6 0,1-3 7 0,-1 0-2 16,1-2-3-16,2-5 1 0,0 3 0 0,-9-5-2 15,13 3-2-15,-8-3-3 0,-2-6 2 0,2 3-4 16,1 4-1-16,-4 0-14 0,2-1-28 0,2 4-33 15,-1 2-45-15,-4 0-46 0,5 3-42 0,-7 4-65 16,6-1-81-16,-6 2-323 0,5 3-727 0,-5 3 322 16</inkml:trace>
  <inkml:trace contextRef="#ctx0" brushRef="#br0" timeOffset="77630.42">29312 4518 154 0,'0'0'324'0,"0"0"-17"0,0 0-7 0,-8 12 4 16,5-6-7-16,-2 0-4 0,2 1-9 0,-1 0-22 0,-2 4-21 15,1-2-23-15,0 5-18 0,0-1-17 0,1-2-20 16,1 7-19-16,0 0-11 0,1-3-9 0,2 6-17 16,2-3-26-16,-1 1-37 0,1-2-43 0,5 1-35 15,-2 1-48-15,3 1-54 0,4-6-74 0,-1-1-89 16,6-1-269-16,-4-5-614 0,7 0 272 0</inkml:trace>
  <inkml:trace contextRef="#ctx0" brushRef="#br0" timeOffset="78480.12">29569 4677 35 0,'0'0'221'0,"-17"2"-20"0,17-2-10 16,-6 5-14-16,6-5-6 0,-7 5-6 0,6 0-9 15,1-5-7-15,-2 5-4 0,2-5-3 0,3 12-7 16,4-9-5-16,-2 4-8 0,1-2-7 0,3 0-6 16,2-2-13-16,1 1-6 0,3-2-5 0,1 0-8 15,-1-2-10-15,3 0-8 0,1-4-7 0,-1 4-1 16,0-4-5-16,-3-2-4 0,1-1-4 0,-1-1-5 0,-1-2-2 16,0 1-2-16,0-5-3 0,-6 2 1 0,0 3-7 15,-1-9 4-15,-2 9-1 0,-5-2 10 0,1 0 12 16,-1 0 15-16,-1 0 13 0,-4 1 9 15,-2 1 6-15,4 0-11 0,-9-2-6 0,4 4 3 0,-5 1-13 16,5 3-6-16,-6-1-7 0,-1-1 4 0,-4 6-16 16,5-1-7-16,-2 5-1 0,-2 0-7 0,-1 0-5 15,1 4 1-15,3 4 4 0,0-3-9 0,4 2 1 16,-2 3 3-16,4-1-4 0,-1 3-2 0,5 2-1 16,2-6 1-16,1 5 1 0,2 1-5 0,7-2 0 15,-4 1 0-15,9 5-9 0,-2-5 19 0,3-2-20 16,4-4-7-16,4 3-16 0,2 1-15 0,5-5-13 15,-1-3-8-15,4-3-1 0,-2 3-1 0,-8-9 6 16,9 2 7-16,-2-2 2 0,-8-6 8 0,0 4 8 16,3-6-2-16,-7 2 5 0,1-4 3 0,-5 1 8 15,2-5 4-15,0 4 12 0,-3-1 16 0,-2 1 22 16,-3 0 14-16,-3 1 16 0,7 0 9 0,-10 0 12 16,2 1 3-16,1 3-1 0,-3 0 2 0,0-2-13 15,0 8-8-15,-3-7 2 0,3 7-25 0,-2-6-5 0,2 6-7 16,0 0-7-16,-14 0-18 0,14 0-11 15,-9 9-13-15,9-9-13 0,-8 9-4 0,5-2-10 16,-1 1-7-16,3 3-4 0,-1 1 2 0,2-4 0 0,2 3-3 16,-2-2 3-16,1 1 7 0,3 1-1 0,-1-1 1 15,4-4 6-15,3 2 5 0,-4-4 4 0,4 0 1 16,-2 0 1-16,6-1 4 0,-3-2 3 16,4 2 5-16,-7-3-2 0,6-3 4 0,0 2-2 0,1 1 4 15,-8-3 4-15,8-1-4 0,0-3 11 0,-4 6 6 16,1-3 10-16,-5 0 9 0,-1 1 1 0,2 0 3 15,-1-1 3-15,-7 4-6 0,13-1 0 0,-13 1-10 16,9-4 3-16,-9 4 7 0,15-3-10 0,-15 3-4 16,0 0-3-16,13 7 8 0,-10-6-8 0,7 3-1 15,-3-2-4-15,3 4 4 0,-1-3 1 0,6 1-1 16,4-2-2-16,-5 3 1 0,1-1 0 0,7-3-3 16,-4-1-1-16,-3 2 5 0,0-2 5 0,0 0 8 15,5 0 12-15,-4-3 7 0,-1-1 14 0,-2-3 10 16,2 0-1-16,-3 1 3 0,-4-6 5 0,0 3 2 15,-1 0 0-15,0-6-1 0,-4 5-2 0,2-8-7 16,-5 2-7-16,-5-2-5 0,2 2-6 0,-9-4-7 16,2 1 2-16,0 4-12 0,-10-8-3 0,-1 3-22 15,-6 4-19-15,6 0-24 0,6 2-23 0,-2 2-43 0,-3 5-34 16,6-1-29-16,-5 6-33 0,0 0-48 16,4-1-68-16,1 1-322 0,-2 4-692 0,6 1 307 15</inkml:trace>
  <inkml:trace contextRef="#ctx0" brushRef="#br0" timeOffset="78729.59">29701 4203 451 0,'-11'-3'465'0,"1"-3"-14"16,2 1-22-16,1 3-23 0,-3 0-32 0,2 1-35 15,8 1-36-15,-9-5-32 0,9 5-48 0,0 0-72 16,-11-2-91-16,11 2-98 0,0 0-64 0,0 0-77 16,0 0-121-16,0 11-251 0,0-11-597 0,11 8 265 15</inkml:trace>
  <inkml:trace contextRef="#ctx0" brushRef="#br0" timeOffset="100145.03">9043 8025 288 0,'-10'-8'325'0,"2"1"-10"0,-3 2 4 0,4-3-23 16,-1 1-21-16,6 4-6 0,-5-1-31 0,7 4-29 15,-8-8-24-15,3 3-27 0,5 5-17 0,0 0-15 16,0 0-10-16,-15 19-15 0,15-7-8 0,0 1-12 16,-6 9 1-16,6 3-11 0,0 4-6 0,-2-1 0 15,-3 1-13-15,3 11-3 0,2-7-1 0,0-3-14 16,0 9-3-16,-1-9-3 0,-4 1 1 0,3 0-3 16,-3-4-4-16,4 4 2 0,-6-7-1 0,-1 3-6 15,3-8-6-15,5 0 6 0,-9-4-3 0,8-7 1 16,-4 1-2-16,5 1 4 0,0-5 20 0,0-5 52 15,-5 10 18-15,5-10-12 0,0 0-8 0,0 0-7 16,5-34-5-16,-5 18-6 0,6-10 4 0,3-3-13 16,-4-3-2-16,10-4-7 0,-1-12 3 0,-5 2-6 15,6 2-4-15,-2-4-12 0,2-3 15 0,0 5 24 16,-4-3 16-16,-1 9 16 0,-2 1 14 0,4 6 9 16,-7 4 4-16,2 2 5 0,-4 0 0 0,0 8-2 15,2 1-7-15,-3 5-3 0,3-4-6 0,-4 8-13 16,3 0-9-16,-4-2-7 0,0 4-11 0,3 1-17 0,-3 6-10 15,0-6-4-15,0 6-12 0,0 0-4 0,0 0-3 16,23 21-1-16,-10-4-4 0,-1 6-6 16,6 3 2-16,-1 11-5 0,-1 2-1 0,4 8-3 15,-5-5-5-15,0 3-10 0,0-5-8 0,0 7-16 0,-2-1-6 16,-3-4-17-16,3-3-13 0,-4-1-13 0,-3-5-13 16,2-4-9-16,-4 3-10 0,-1-5-13 0,-3-4-17 15,8-5-25-15,-8 2-25 0,5-7-12 0,-5-4-14 16,0 0 3-16,0-2-7 0,0-7-49 0,-5 5-59 15,5-5-57-15,0 0-58 0,0 0-229 0,-18-15-728 16,7 2 323-16</inkml:trace>
  <inkml:trace contextRef="#ctx0" brushRef="#br0" timeOffset="100329.35">8883 8304 76 0,'-8'0'313'0,"8"0"0"0,0 0-9 16,-14-1-6-16,14 1-7 0,0 0-10 0,-8-2-3 15,8 2-15-15,0 0-17 0,0 0-13 0,0 0-19 16,0 0-20-16,23-9-24 0,-10 8-11 0,11-2-22 16,-4-2-10-16,3 3-15 0,10-2-22 0,0 3-43 15,3-3-67-15,9 4-59 0,-10-3-77 0,-2 3-85 16,17 0-95-16,-16 3-217 0,3-1-598 0,-6-4 265 16</inkml:trace>
  <inkml:trace contextRef="#ctx0" brushRef="#br0" timeOffset="100845.13">9893 8247 228 0,'0'0'401'0,"-15"-6"-5"0,6 0 9 16,1 1-3-16,-7 2-8 0,2 2-16 16,-4-3-26-16,1 2-25 0,-2 2-29 0,1 0-29 0,1 3-27 15,-4 1-22-15,3-1-23 0,2 4-19 0,-6 1-20 16,4 1-14-16,-3 2-15 0,5 4-14 0,0 0-10 15,-6 1-12-15,8 3-9 0,-2-4-7 0,7 2-8 16,-2 2-3-16,5-1-7 0,1 1-8 0,1-2-4 16,3-1-2-16,0 0-6 0,7 2-4 0,1-2-2 15,5-3-3-15,2-3-6 0,12 2-2 0,-1-1-9 16,10-8-14-16,7 3-14 0,9-7-19 0,-6-3-31 16,2-3-16-16,-2-2-26 0,6-3-45 0,-3-7-33 15,-4 2-26-15,0-7-23 0,-5-3-21 0,3-3-26 16,-5-3-19-16,1-2-17 0,-1-4 2 0,-8-3 6 15,0 3 31-15,-8-3 43 0,-6 3 45 0,-8 0 58 16,-4 9 52-16,-4-1 66 0,-5-1 47 0,-10-10 42 16,8 15 39-16,-8 5 38 0,5-2 42 0,-5 1 40 15,4 7 20-15,1 1 14 0,-3 2 0 0,6-1 0 16,-1 6-8-16,1 1-19 0,1 1-30 0,4 0-24 16,-5 1-27-16,7 5-21 0,0 0-12 0,0 0-13 15,-11 11-11-15,11 1-11 0,1 3-10 0,1 6-6 16,3 6-9-16,5 0-2 0,-5 3-9 0,5 12-4 0,-2 1-5 15,7-4-8-15,0 3 0 0,-4 2-4 16,4-5-12-16,-5 3-14 0,2 0-23 0,-2-12-26 16,1 7-20-16,-2-5-29 0,-1-2-31 0,0 1-32 15,-1-5-30-15,1-2-19 0,-3-7-21 0,-3 0-28 0,-1-2-32 16,1-3-23-16,1-1-25 0,-3-5-38 0,0-3-267 16,0-3-685-16,0 0 303 0</inkml:trace>
  <inkml:trace contextRef="#ctx0" brushRef="#br0" timeOffset="101063.26">10308 8328 115 0,'-5'-12'237'16,"3"-3"31"-16,-4-2 24 0,6 7 14 0,-5-2 19 16,3 3 17-16,4-2-12 0,-2 3 3 0,0-3-11 15,5 1-16-15,-5 0-19 0,0 6-29 0,6-2-25 16,-4-1-22-16,6 2-24 0,-1 3-18 0,6-2-19 16,0 4-14-16,-3 0-14 0,12 4-14 0,-7-2-7 15,1 4-13-15,2 6-7 0,1-8-13 0,1 11-6 16,4 1-9-16,-2-1 0 0,-1 1-8 0,1 3-7 15,1 1-9-15,-1-4-17 0,-9 2-26 0,2 5-23 16,0-3-27-16,0 3-11 0,-2-8-39 0,-5 5-33 16,0-5-12-16,-1 1-24 0,-5 1-33 0,4-3-40 15,-6-1-49-15,5-4-53 0,-3 0-266 0,-2 2-675 16,0-4 300-16</inkml:trace>
  <inkml:trace contextRef="#ctx0" brushRef="#br0" timeOffset="101695.29">10953 8338 174 0,'0'0'254'15,"0"0"-11"-15,0 0 0 0,0 0-6 0,0 0-9 0,0 0-16 16,-6 23-10-16,6-19-20 0,-3 4-10 16,3 0-16-16,0 2-15 0,3-1-12 0,0 3-13 15,0-3-7-15,2 1-7 0,4 2-15 0,-3 0-2 16,8 0-10-16,-6-4-4 0,7-2-11 0,0 3-3 0,-2-3-6 15,8-1-5-15,-12-2-5 0,14 1-4 16,-10-3-1-16,9-2-7 0,-7-3 2 0,-2 4-3 16,-3-3-6-16,-2-2 1 0,0-2-4 0,2-2-4 15,-5-1 2-15,-5 2-5 0,0-3 6 0,0 0-8 0,-5-5 0 16,2 5 2-16,-4-3 17 0,6 4 16 0,-8 0 17 16,3-4 15-16,4 6 10 0,-6-3 5 0,3 3-2 15,0 1 9-15,3-1 5 0,1 3-9 0,-1-3 0 16,2 8-4-16,-5-7-9 0,2 3-9 0,3 4-5 15,0 0-7-15,3-10-10 0,-3 10-9 0,8-6-7 16,0 6-12-16,-8 0-7 0,20 1-14 0,-6 3-10 16,2-1-7-16,4 1-10 0,-3 4-10 0,6-3-5 15,-2 5 0-15,2 0-19 0,1 0-5 0,4 6-1 16,-7-6 3-16,1 0-9 0,3 5 7 0,-6 2-3 16,-2-4 1-16,-2-4 8 0,-2 5 4 0,0-5 3 15,-6 0 3-15,1-2 10 0,-1-4 3 0,-4 2 2 16,4 0 7-16,-7-5 12 0,6 1 21 0,-6-1 16 15,0 0 26-15,0 0 5 0,0 0 24 0,0 0 3 16,9-11 7-16,-9 11 6 0,3-16 9 0,-1 5-4 16,1 4 7-16,5-10 1 0,0 4-5 0,1-2-8 15,-1-2 2-15,5 4-12 0,-3-3 5 0,7 1-13 16,-9 1-6-16,5 1-4 0,1-1-4 0,-6 5-4 0,5-2-10 16,-5 4-6-16,1 1-4 0,-1-1-6 0,-2 5-5 15,6-3-4-15,-9 0-8 0,9 5 1 0,-12 0-7 16,15 5-8-16,-9-2-9 0,-2 1-20 15,2 3-14-15,3 1-22 0,-3 2-17 0,-6-1-24 0,7 0-33 16,3 6-28-16,-5-3-19 0,3 3-16 0,-1 3-24 16,4-1-27-16,1-5-35 0,6 4-40 0,5-1-28 15,0-3-253-15,-6 0-659 0,5-5 292 0</inkml:trace>
  <inkml:trace contextRef="#ctx0" brushRef="#br0" timeOffset="101978.43">12400 8175 15 0,'0'-11'363'0,"-8"1"18"16,-4 1 10-16,9 1 11 0,-9 1-4 0,4 1-10 15,0 0-9-15,1 2-28 0,1 0-25 0,-6 0-30 16,7 3-31-16,5 1-30 0,0 0-23 0,0 0-22 16,-20 1-19-16,18 5-16 0,-4 0-18 0,6 1-10 15,0 5-15-15,0-2-8 0,3 2-12 0,2 2-5 16,2 0-10-16,-1 2-6 0,6 3-7 0,0-4-7 15,-4 2-7-15,3 1-4 0,-2-6-1 0,-1 5-7 16,0-2-3-16,4 3-9 0,-11-7-14 0,6 1-8 16,-7 0-8-16,2-4-13 0,-2 0-2 0,-2 1-21 0,-5-2-13 15,1 4-27-15,-2-5-30 0,-1 0-38 0,-9-4-38 16,2 0-33-16,-16 6-42 0,4-8-61 16,-4-5-78-16,-2 1-308 0,-9-5-766 0,3-3 340 15</inkml:trace>
  <inkml:trace contextRef="#ctx0" brushRef="#br0" timeOffset="102179.26">11549 7762 382 0,'-16'-4'510'0,"4"0"-14"16,1 0-36-16,2 1-39 0,1 2-41 0,0-3-42 15,8 4-34-15,-13-2-47 0,13 2-60 0,0 0-52 16,0 0-68-16,0 0-76 0,0 0-88 0,29 17-100 16,-7-1-117-16,3-4-261 0,-4 3-613 0,7 0 271 15</inkml:trace>
  <inkml:trace contextRef="#ctx0" brushRef="#br0" timeOffset="102578.93">13372 8264 82 0,'0'-8'395'0,"0"8"-15"16,0 0-26-16,-14-9-30 0,8 7-18 15,6 2-30-15,-15-4-18 0,7 0-29 0,8 4-28 0,-19 4-13 16,9 0-29-16,-4-2-16 0,4 4-10 0,1-2 0 16,-4 3-32-16,3 1-4 0,4 0-13 15,-3 1-11-15,4 1 0 0,0-2-10 0,0 0-2 0,0 0-16 16,4 0-3-16,1-1 0 0,1 2-5 0,4 1-8 16,0-3 0-16,0-1-14 0,2-3 5 0,1 1 3 15,2-2-6-15,2 0-6 0,-2-2 6 0,-10 0-6 16,21-4-7-16,-13-1-5 0,9-3-16 0,-9 2-6 15,1-2 7-15,-3 1-16 0,-2-1-4 0,0 1-4 16,-2-2-12-16,-2 0-11 0,-6 0-18 0,2-1-20 16,-2 0-11-16,1 3-14 0,-5 1-23 0,-2-1-28 15,2 0-35-15,-3 0-38 0,0 1-245 0,-4 0-535 16,7 1 236-16</inkml:trace>
  <inkml:trace contextRef="#ctx0" brushRef="#br0" timeOffset="102863.74">13219 7986 197 0,'-15'-3'319'16,"7"3"-13"-16,8 0-23 0,-16 3-18 0,7-2-30 0,1 1-22 16,8-2-16-16,-11 6-22 0,11-6-13 0,-7 6-11 15,4-2-13-15,3-4-7 0,0 9-8 0,0-9-2 16,3 10-9-16,0-6-13 0,1 2-10 0,2-3 3 15,1 1-13-15,-1-1-6 0,-4 2-3 0,8-3 0 16,-10-2-11-16,12 4 8 0,-12-4 3 0,9 0 6 16,-9 0-4-16,0 0-6 0,12-7-3 0,-9 0-2 15,-3 7-4-15,4-12-9 0,-8 5-5 0,4-1 5 16,-3-1-11-16,1-1-15 0,-4 1-12 0,1-2-24 16,-3 2-34-16,-4-1-24 0,2 5-35 0,2-5-46 0,-1 5-49 15,-4 2-76-15,0 2-82 0,6 1-185 0,-3-3-589 16,10 3 261-16</inkml:trace>
  <inkml:trace contextRef="#ctx0" brushRef="#br0" timeOffset="116011.6">15020 7995 50 0,'0'-8'283'0,"2"-4"-11"0,-1 0-19 0,3 5-9 15,-1-8-10-15,4 3-11 0,-4 0-7 0,0-3-16 16,2 2 12-16,2-2-26 0,-5 3-3 0,-1-2-7 16,4-3 13-16,0 4-19 0,-10-2-8 0,2 0 2 15,0 1-14-15,-2 1-1 0,1-1 0 0,-2 1-8 16,-1-1-6-16,-6 5-7 0,-2-3-11 0,0 7-6 16,-3 0-13-16,0 2-17 0,1 1-13 0,-4-3-3 0,7 3-11 15,-2 4 4-15,-1 0-15 0,-3 3-6 0,5 3-2 16,-4-6-4-16,4 9-10 0,-2-2-13 15,7 1-11-15,-1 4 0 0,4-5 0 0,-1 4-1 0,8 1-12 16,0 1 11-16,0 2-2 0,8-6 6 0,-1 5-5 16,4-3 3-16,4 2-5 0,2-3 7 0,6 6-1 15,-2-3-2-15,3-2 5 0,-3 1 6 0,-1-3-10 16,-4 2-1-16,8-4-1 0,-5 6 5 0,0-3 1 16,-4 0 8-16,4-2-14 0,-2 5-2 0,-2-3 3 15,0 0 1-15,5 3-1 0,-5-1 1 0,-4 3 6 16,1-4-7-16,8 9-2 0,-9-5 0 0,1 4 1 15,8 3 1-15,-10-1 5 0,4 0-7 0,0-3-3 16,-4 6 4-16,-4-2 3 0,6-1 1 0,-6 1-1 16,-2 2 1-16,1-1-1 0,-5-3 3 0,0-4-3 15,1 9 1-15,-1-6-1 0,-5-1 7 0,4-2 11 16,-3-1-20-16,-1 2 5 0,-1-4-1 0,3-1 2 0,-7 1 13 16,6-5 22-16,-4-2 25 0,-4 1 20 0,6 0 22 15,-2-3 19-15,-1 0 16 0,3-5 4 0,-8-1 0 16,14 0-3-16,-16-7-7 0,8 1-19 0,-4-9-8 15,4-3-12-15,-4-3-8 0,2-5-4 0,5-5-16 16,-5-9-14-16,10-2-25 0,0-2-26 0,7 0-28 16,-4 1-18-16,2 0-19 0,8 0-24 0,-4-2-10 15,-3 4-10-15,9 0-20 0,-5 9-25 0,2 7-23 16,3-4-5-16,-2-1-7 0,3-6-9 0,4 11-8 16,-3 1-5-16,-2 1-8 0,1 3-3 0,4 1 1 15,-7 3-3-15,2 4 3 0,2 1 10 0,-1 3 6 16,-2 0 15-16,4 2 23 0,-3 0 13 0,-5 2 8 0,3 2 20 15,-3 2 16-15,-10 0 10 0,20 0 8 0,-12 2 13 16,-3 2 16-16,0-1 30 0,2 3 27 16,1 0 15-16,-3 2 17 0,-4 0 11 0,-1 4 10 15,0 0 10-15,0 0 3 0,0 3 7 0,0 5-3 0,0-3 0 16,-1 4-3-16,1-5-5 0,-5 3-3 0,5 1-7 16,0-1-5-16,-3 0 0 0,6-3 1 0,-3 2-8 15,0-2 1-15,5-1 2 0,5-3-9 0,-5 4-1 16,8-5-3-16,-3-2 0 0,11 2-2 0,-9-5-1 15,8-3-2-15,-2-3-1 0,-1-2-1 0,-1 1-6 16,6-3 4-16,-4-4-2 0,0-1 12 0,2 0 13 16,-5-5 3-16,-2 1 8 0,-1-3-3 0,1-1-2 15,-8-8-4-15,1 6 10 0,-2 0 5 0,-11-5 0 16,4 3-2-16,-7-3 2 0,-7 2 6 0,2 4-12 16,-1 1-2-16,-6 2-8 0,-1 0 8 0,-3 3-20 15,8 1 2-15,-4 4-21 0,1 3-26 0,-1-1-36 16,0 5-34-16,1 0-40 0,8 1-46 0,-5 6-54 0,4-2-72 15,6 3-223-15,1-1-565 0,6 1 250 0</inkml:trace>
  <inkml:trace contextRef="#ctx0" brushRef="#br0" timeOffset="116545.29">17061 7669 97 0,'7'-7'263'0,"-2"-5"2"0,-2 2 5 15,0 0 2-15,-1 2 0 0,-2-6-2 0,0 5-2 0,0 0-10 16,-2-2 2-16,-1 3-20 0,0-3-9 16,-4 0-23-16,2 3-18 0,-8-3-14 0,3 2-18 15,-3 1-14-15,-4 1-16 0,5 3-14 0,-4-3-10 0,-1 6-15 16,-3-2-13-16,4 6-9 0,-4-2-1 0,5 4-9 16,0 1-14-16,0 1 1 0,0 1-9 0,7 0-3 15,2 0-2-15,-3 3-3 0,4 2-1 0,0 2-4 16,10-1-4-16,-5 1-1 0,5 3 1 0,7 0 2 15,3 6-3-15,3-5 0 0,-1-2 0 0,9 4 9 16,-4 0-18-16,1 1 6 0,0-3-5 0,3 0-1 16,-2-3-3-16,-1 3-1 0,0 0 0 0,-3-2 5 15,-4-2-4-15,-2-2-4 0,0-3 3 0,-4 4 8 16,-3-7-15-16,0 6 5 0,3-4-2 0,-10-2 0 0,0-1 7 16,0 4 0-16,-10-2-1 0,3-4-1 15,-5 3-3-15,-4-2 6 0,-2 2-1 0,-4-3 4 16,-6-1-5-16,0 2-3 0,-4-5 0 0,3 1-17 0,-1-2-21 15,8 1-29-15,1-5-35 0,-1 2-30 0,7-1-34 16,0-3-51-16,1 2-56 0,7-5-63 16,4 1-297-16,4-7-682 0,8 0 302 0</inkml:trace>
  <inkml:trace contextRef="#ctx0" brushRef="#br0" timeOffset="116779.51">17311 7363 351 0,'0'-8'437'0,"0"-1"3"16,0-1 9-16,0 5-6 0,0 5-24 0,-2-11-36 16,4 7-39-16,-2 4-38 0,0-8-41 0,0 8-26 15,0 0-27-15,0 0-20 0,0 0-21 0,7 30-16 0,-7-10-16 16,6-1-13-16,1 5-9 0,1 4-14 16,-1 2-9-16,3 2-6 0,1 7-12 0,1-1-5 15,-1 0-8-15,-2-6-5 0,-1 9-38 0,0-9-26 0,4 6-39 16,-9-10-23-16,4 4-53 0,-2-5-31 0,1 0-30 15,-4-8-28-15,0 1-32 0,-2-5-46 0,-2 1-45 16,0-5-44-16,-1-2-247 0,0-2-674 0,-2-4 299 16</inkml:trace>
  <inkml:trace contextRef="#ctx0" brushRef="#br0" timeOffset="117594.66">17243 7668 21 0,'0'0'392'16,"-5"-3"19"-16,5 3 3 0,-2-12-2 0,-3 9-15 16,5 3-23-16,0-9-26 0,0 9-34 0,7-8-34 15,-2 1-25-15,-3 3-29 0,6-1-23 0,-1 1-21 0,3 2-20 16,1-4-14-16,4 6-15 0,7-2-16 16,-6 2-10-16,6 2-14 0,7 1-17 0,0 6-26 15,2-1-27-15,-3 0-27 0,2 8-21 0,0 0-34 0,11 5-15 16,-11-6-19-16,-5 4 9 0,3 1-8 0,2 1-2 15,-9 0-6-15,6 1 4 0,-9 2 2 16,2-6 10-16,-10 1 2 0,1-4 13 0,-3-2 6 0,1 1 6 16,-4-2 7-16,0-3 4 0,0-4 6 0,-5 3 14 15,1-1 9-15,-1-7 21 0,-6 7 21 0,6-7 21 16,0 0 5-16,-19-2 15 0,19 2 14 0,-16-12 11 16,6 6 10-16,3 3 10 0,-1-8 4 0,0 4-3 15,1 0-7-15,1-6-7 0,2 1-10 0,3-4-7 16,1 1-16-16,0-1-3 0,1-1-2 0,6 0-15 0,1 1-5 15,9 1-3-15,-6 0-13 0,4 0-16 16,2-2-5-16,6 7-14 0,0-7-12 0,0 13-21 16,4-4-19-16,3-2-4 0,-1 3-19 0,-1 5 0 0,2-4-1 15,-2 0-5-15,1 3 4 0,-3 2 0 16,-4-6 0-16,-4 6 7 0,0 1 10 0,-1-1 7 16,-3-1 4-16,0 2 8 0,-3 0 5 0,1 0 6 0,-12 0 2 15,13-3 7-15,-13 3 8 0,0 0 3 0,7-2 2 16,-7 2 2-16,0 0 5 0,0 0 2 0,0 0-4 15,0 0 4-15,-35 7-3 0,20-5 17 0,-2 5-14 16,1-3 3-16,1 5 0 0,-3-3 2 0,1 3 1 16,-8 6 0-16,6-8-2 0,2 7 5 0,-4-1 0 15,7 1 0-15,-1 1 0 0,2-1-2 0,5-1 3 16,1 2-1-16,7-1 9 0,-5-1-12 0,5-1 1 16,0-2-1-16,5 1 7 0,-5-2 3 0,15 0-3 15,-3 0-2-15,-2-8 0 0,5 3-2 0,4-3 1 0,1-6-2 16,-3 2 2-16,4-5 0 0,-2 1-1 0,0-2 9 15,6-4-10-15,-7 3-1 0,1-6 3 16,-4-2 3-16,6 1-8 0,-9 0 7 0,-2 4 16 0,-2-3 15 16,0 1 14-16,-1 3 34 0,-1 0-5 0,-4 5 7 15,3-4 5-15,-3 2-2 0,3 4-6 0,-2 3-12 16,-3 2-10-16,0-12-8 0,0 12-4 16,0 0-17-16,0 0 4 0,0 0 1 0,0 0-14 0,0 0 4 15,0 0-6-15,-17 15 1 0,17-6-5 0,0 0-7 16,0-1 4-16,-6-1-7 0,12 5-8 0,-6-3 1 15,0 0-3-15,2 0-5 0,5 0 0 0,1-1-1 16,-3-3-6-16,2 3-17 0,1-1-13 0,5-2-14 16,4-2-19-16,-3 1-9 0,8-2-12 0,0 3-21 15,-1-4-16-15,7 2-24 0,4-6-26 0,-3 3-30 16,16 3-22-16,-8-6-26 0,7 2-20 0,1-1-169 16,3 2-494-16,-2-5 218 0</inkml:trace>
  <inkml:trace contextRef="#ctx0" brushRef="#br0" timeOffset="117877.45">19156 7707 101 0,'12'-13'146'0,"-5"3"36"0,-1-5 22 16,-1 5 16-16,-5-7 23 0,-3 2 14 0,1 5 26 0,-6-5 9 16,1 0 13-16,-3 0 14 0,-3 3 2 0,-2 0-3 15,4 0-11-15,-4 0-15 0,3 6-20 0,-3 1-27 16,0-2-23-16,2 4-27 0,-7 3-17 0,5 4-22 16,1 4-22-16,-3-2-12 0,-3 3-11 0,4 5-10 15,-1 6-9-15,2 4-11 0,4 1-8 0,-3 2-5 16,4 2-9-16,5 3-5 0,4 10 1 0,-1 0-8 15,4 1-5-15,3-1-4 0,1-3-5 0,3 7 0 16,1-3-2-16,4 0-2 0,1-4-6 0,0 3 5 16,5-5-8-16,-3-9 2 0,-4 0-4 0,2 2-2 15,-5-6-1-15,1-1-8 0,-2-7-19 0,-1-1-19 16,3 0-11-16,-7-6-17 0,2 2-7 0,-1-4 4 16,-3 0 7-16,-2-5-32 0,0-2-38 0,0 0-28 0,0 0-26 15,0 0-25-15,-8-17-37 0,-1 5-55 0,4-3-68 16,-1-7-75-16,3-3-228 0,-2-4-720 15,5-12 319-15</inkml:trace>
  <inkml:trace contextRef="#ctx0" brushRef="#br0" timeOffset="118294.22">19320 7235 199 0,'0'-12'425'0,"0"1"9"16,2 0-1-16,-4-1-20 0,9 8-33 0,-5-2-36 15,-2-3-39-15,0 9-32 0,0 0-31 0,6-8-22 16,-6 8-30-16,0 0-17 0,8 23-12 0,-1-8-17 16,1 0-23-16,-8 10-10 0,12 8-10 0,-7-2-9 15,5 9-10-15,-4 2-5 0,-2-1-3 0,2 0-14 16,1-7-4-16,1 5-5 0,1-11-8 0,-3-1-13 16,1 0-10-16,-6-5-15 0,4-2-9 0,-1-4-7 0,2-3 6 15,-6 0-2-15,5-5 7 0,-3-1-1 0,3-3 1 16,0 0 1-16,-5-4 1 0,10 0 3 15,-10 0-3-15,13-10 3 0,-5 3 0 0,1-2 12 0,1-3 8 16,-2-3 9-16,5 3 8 0,-1-1 6 0,1-1 11 16,-3 2 3-16,-2 4 0 0,0 1-3 0,1 1-2 15,-3 0-7-15,-4 2-10 0,8-1-9 0,-10 5-2 16,11 0-6-16,-11 0-2 0,14 8-4 0,-8-3 3 16,3 5-8-16,-1 2 3 0,0 3 0 0,4-2-13 15,-4 1-21-15,0 5-24 0,1-6-34 0,-3 4-17 16,2-2-23-16,2 0-18 0,-6-6-22 0,7 5-20 15,-2-7-10-15,-3-1-28 0,2 0-35 0,1-5-37 16,1-1-40-16,-10 0-38 0,18-7-226 0,-10-2-639 16,5-3 284-16</inkml:trace>
  <inkml:trace contextRef="#ctx0" brushRef="#br0" timeOffset="118544.19">19901 7030 246 0,'-8'-15'404'15,"3"-1"1"-15,-2 1 15 0,4 5 3 0,-2 2-19 0,3-1-34 16,-3 0-35-16,4 6-38 0,1 3-36 0,-2-6-37 16,2 6-18-16,0 0-20 0,0 0-20 0,3 21-15 15,2-7-12-15,-1 5-23 0,2 5-8 0,1 4-11 16,5 15-12-16,-3-5-1 0,0 6-11 0,-1 1-7 16,5 6-5-16,-4-5-4 0,-1 4-4 0,2-3-23 15,-7-2-27-15,5-1-31 0,2-1-28 0,-5-5-20 16,4-6-20-16,-8-3-21 0,2-2-11 0,4 0-13 15,0-8-20-15,-6-1-16 0,1-3-15 0,3-4-11 16,2-1-25-16,-6-4-30 0,6-3-30 0,1-3-33 16,-8 0-179-16,0 0-542 0,12-18 239 0</inkml:trace>
  <inkml:trace contextRef="#ctx0" brushRef="#br0" timeOffset="118727.4">19956 7449 84 0,'-8'-12'316'0,"-1"3"12"0,3 2 22 16,-3-4 20-16,3 2 35 0,-3 6 17 15,6-2 0-15,-2-2-12 0,0 3-13 0,5 4-30 0,-3-8-23 16,3 8-31-16,-5-8-15 0,5 8-31 0,0-7-27 16,0 7-26-16,5-4-24 0,-5 4-29 0,8-5-32 15,-8 5-41-15,13-4-53 0,-3 2-57 0,-1-3-77 16,4 2-62-16,2 2-71 0,0 1-57 0,-4-3-72 16,7 0-93-16,-3-2-302 0,5 2-818 0,-5-1 362 15</inkml:trace>
  <inkml:trace contextRef="#ctx0" brushRef="#br0" timeOffset="119044.18">18531 7143 124 0,'-12'2'312'0,"12"-2"-13"0,0 0-15 0,0 0-22 0,0 0-15 16,-10 0-17-16,10 0-23 0,0 0-20 0,0 0-19 15,0 0-13-15,0 0-18 0,0 0-11 0,0 0-11 16,0 0-1-16,0 0-9 0,0 0-1 0,0 0 9 16,0 0 5-16,0 0 8 0,0 0 18 0,0 0 5 15,-11-3-2-15,11 3 3 0,0 0-8 0,0 0-17 16,0 0-12-16,0-9-6 0,0 9-21 0,0-8-10 15,0 8-39-15,0-7-39 0,0 7-50 0,0-11-46 0,-2 5-54 16,2 6-66-16,0 0-75 0,2-5-92 0,-2 5-217 16,8-4-652-16,-8 4 289 0</inkml:trace>
  <inkml:trace contextRef="#ctx0" brushRef="#br0" timeOffset="119546.06">20694 7932 212 0,'0'0'465'0,"0"0"-11"0,0 0-17 15,0 0-24-15,0 0-35 0,0 0-27 0,0 0-26 0,0 0-29 16,0 0-35-16,0 0-21 0,10 12-24 16,-2-12-24-16,-1 7-21 0,1-3-15 0,7 3-16 15,0-1-18-15,-8 1-10 0,7 5-11 0,-2 2-12 0,-2-1-8 16,3 1-11-16,-5 1-8 0,-3 0-22 0,-1 2-35 15,-3-2-42-15,-4 2-47 0,-5 1-43 0,-4 2-48 16,-4-1-49-16,-19 13-53 0,5-13-74 0,-5 1-335 16,-11 9-743-16,1-9 328 0</inkml:trace>
  <inkml:trace contextRef="#ctx0" brushRef="#br0" timeOffset="124460.85">21548 7189 202 0,'2'-16'413'0,"-1"-4"-2"0,1 2 4 15,-2 1-1-15,0 0-4 0,0 8-11 0,-2 0-17 16,2-2-27-16,0 4-28 0,-1 3-36 0,1 4-34 16,-2-8-28-16,2 8-29 0,0-8-23 0,0 8-20 15,0 0-15-15,-5 20-6 0,5-4-22 0,0 2-10 0,0 9-10 16,0 5-7-16,5 10-11 0,-2 12-6 15,6-7-8-15,-3-4-4 0,1 6-5 0,3 2-5 16,0-4-6-16,1-2-3 0,1-2 0 0,-2 0-10 0,3-3-26 16,-5-10-27-16,1 0-32 0,1-2-40 0,-2-1-35 15,-2-1-36-15,-2-6-33 0,4-5-28 16,-5 1-34-16,1-5-29 0,-4-2-32 0,5-1-52 0,-5-1-306 16,0-7-737-16,0 0 326 0</inkml:trace>
  <inkml:trace contextRef="#ctx0" brushRef="#br0" timeOffset="124927.16">21414 7561 126 0,'-10'-1'313'0,"10"1"-22"0,-13-3-22 16,13 3-29-16,-8-5-22 0,8 5-24 0,0 0-18 16,0 0-13-16,0 0-5 0,0 0-1 0,0 0-10 15,18 17-10-15,-5-14-18 0,5 1-2 0,4-2-14 16,6-1-12-16,2 1-10 0,-4-4-8 0,7 2-6 15,-1-3-6-15,-1-1-12 0,1 3-3 0,-3-6 4 16,-2 3-10-16,-2 0-1 0,1-4-8 0,-6 2 8 16,-3 1-11-16,-3 1 1 0,-2-2-4 0,-2 1 22 0,-3 1 25 15,4-1 23-15,-3 1 9 0,1-2 3 0,-9 6 9 16,6-3-7-16,-6 3-5 0,10-5-11 16,-10 5-9-16,0 0-15 0,0 0-8 0,0 0-14 0,0 0-1 15,0 0-12-15,12 11 0 0,-12-4-13 0,5 1 6 16,-2 4-5-16,-1 0-2 0,-1 3 3 0,4 1-7 15,2-1 3-15,3 0-7 0,-5 4 4 0,2-3-3 16,1 4-2-16,0-7 0 0,0 5 9 0,4-3-9 16,-2-2-1-16,3 1 0 0,-1-2-2 0,1-4 1 15,7-1-2-15,-2 1 5 0,2-4-4 0,1-3-4 16,1-1 2-16,-1-1-3 0,-4-2-1 0,5-2 1 16,-3-3-3-16,3 0 6 0,-6-1-2 0,-2-1 0 15,-4 0-8-15,-2 1 7 0,-1-3-5 0,-2 2 1 0,-2-5-4 16,0 6 1-16,-1-7 0 0,-4 2-13 15,-1 1-12-15,0-4-30 0,-4 3-31 0,0 1-22 16,1 4-32-16,-1 0-39 0,0-2-41 0,-1 4-46 0,5 1-52 16,-2-1-307-16,-3 0-680 0,1 3 301 0</inkml:trace>
  <inkml:trace contextRef="#ctx0" brushRef="#br0" timeOffset="125277.13">22429 7475 45 0,'0'0'303'0,"0"0"-12"16,6-4-16-16,3 0-21 0,-9 4-28 0,0 0-26 15,0 0-10-15,13 1-17 0,-13-1-6 0,13 8-13 16,-3-4-18-16,-3 6-4 0,7 0-20 0,1 0-11 16,-1 2-8-16,-1 2-14 0,0-1-1 0,2 2-10 15,2 0-9-15,-8 2-4 0,5 0-6 0,-4 0-4 16,1 2-3-16,-3-3-5 0,-1-2-4 0,0 1-1 15,-4-2-6-15,0-4 1 0,-1-2 7 0,-2 4 11 16,2-3 31-16,3-3 34 0,-5 2 34 0,0-7 34 16,-7 7 21-16,7-7 9 0,0 0 7 0,0 0-4 0,0 0-9 15,0 0-10-15,-20-18-19 0,17 9-14 16,0-3-16-16,3-3-13 0,-4 0-15 0,4-8-15 16,4 6-13-16,-1-2-22 0,0-1-33 0,10-6-34 0,1 2-34 15,2-2-35-15,-1 4-43 0,5 1-45 0,-4 3-43 16,8-3-42-16,-11 12-40 0,2-3-36 0,0 3-46 15,1 6-53-15,-3-2-262 0,1-2-737 0,-6 6 326 16</inkml:trace>
  <inkml:trace contextRef="#ctx0" brushRef="#br0" timeOffset="125643.74">22920 7417 109 0,'0'0'262'16,"0"0"-19"-16,0 0-22 0,0 0-21 0,0 0-25 15,0 0-14-15,0 0-19 0,0 0-17 0,0 8-10 16,8-4-9-16,-3 8-10 0,-1-1-7 0,6 0-10 16,-5 5-12-16,5-1-4 0,-7 0-3 0,5 0-8 15,-1 3-4-15,-1 0-5 0,1-2-3 0,-2 3-2 16,-2-6-5-16,2 5-2 0,-1-6-5 0,-4-1-1 16,3-1-1-16,-1-4-2 0,-1 1 28 0,-1 2 33 15,0-2 30-15,0-7 32 0,5 6 46 0,-5-4 31 0,0-2-2 16,0 0-17-16,0 0-17 0,0 0-13 0,0 0-8 15,8-24-13-15,-4 17-9 0,2-8-4 0,1 0-3 16,1 3-4-16,-1 0-5 0,1-3-2 0,-1 0-7 16,3 5-6-16,-2-4-9 0,4 1-11 0,-6 5-9 15,1-1-10-15,1-1-8 0,0 3-7 0,-1 0-7 16,1 2-8-16,-1 1-6 0,-7 4-7 0,20 0-4 16,-12 0-2-16,0 4-16 0,4-2-35 0,-2 4-32 15,-4 1-44-15,8 2-47 0,-3 3-29 0,3-1-29 16,-3 5-31-16,4-1-48 0,3 5-47 0,0-1-76 15,4-1-312-15,3-2-781 0,0 0 346 0</inkml:trace>
  <inkml:trace contextRef="#ctx0" brushRef="#br0" timeOffset="126477.72">24099 7791 19 0,'0'0'338'0,"8"-7"-4"0,-8 4-12 16,8-2-18-16,-3-1-5 0,0-2-11 16,5-4-2-16,-2 4-10 0,1 0-13 0,2-7-11 0,-1-3-9 15,-3 3-17-15,8-6-14 0,-9 5-10 0,4-10-16 16,-5 1-17-16,5-2-17 0,-5-2-18 0,2-4-10 16,-1-8-13-16,-6-5-9 0,7-3-13 0,-12 5-9 15,5-4-9-15,-2 3-6 0,-3-2-9 0,-3 11-3 16,3 8-5-16,2 1-7 0,-4 0-3 0,2 9 0 15,-3 2-3-15,3 1 2 0,2 3-7 0,-6 2-6 16,9 3-13-16,-6-2-4 0,-1 6 0 0,7 3-2 16,0 0 4-16,-16 9-5 0,6 1-1 0,3 5-2 15,2 3 3-15,-5 6-2 0,4 3-6 0,2 7 5 16,-4 3 7-16,5 5-10 0,3 3 6 0,3-2-9 16,0 4-14-16,2-2-15 0,5-5-15 0,-3-2-13 15,1-5-7-15,2-4-8 0,-2-1-6 0,6-1 15 16,-5-1-14-16,8-6 3 0,-4-5 5 0,2-3 1 0,-2-3-9 15,9 2 2-15,-1-8 5 0,4-2 16 0,3-1-9 16,1-2 4-16,0-3 9 0,-1-5 5 16,2-2 7-16,-5-2 4 0,2-6 2 0,-4 4 5 0,0-2 4 15,-8 3 4-15,-4 0 22 0,-1 2 24 0,4-3 30 16,-8 6 33-16,2-5 26 0,-8 0 18 0,0 5 11 16,0-1-7-16,0 3-9 0,0-4-10 0,0 7-14 15,-6-1-11-15,-1 2-12 0,-1-1-10 0,-2 3-6 16,10 2-6-16,-22 4-8 0,11 1-6 0,1 1-5 15,-7 1-3-15,7 2-6 0,2 5-4 0,0-1-4 16,1-1-6-16,7-2-13 0,-3 2-10 0,6 3-2 16,-3-5-13-16,7 0-6 0,1 2-11 0,7 0-18 15,0-4-18-15,15 1-19 0,-2-3-16 0,8 0-15 0,-1-5-6 16,8-1-3-16,2-3-8 0,-1-6-4 16,3-1-2-16,-2-2-4 0,-1-1-8 0,4-7-4 15,-8-2-11-15,-2-5-13 0,3-2-20 0,-6-7-19 16,-5 0-4-16,-2-3 9 0,-1-2 13 0,-4-2 15 0,-2 0 14 15,-6 0 45-15,-3 4 64 0,-11 9 69 0,1-1 65 16,-4 4 45-16,1 0 43 0,-6 3 27 16,0 6 22-16,1-3 25 0,-1 7 15 0,1-2 10 0,-3 10-5 15,8-6-15-15,-6 3-25 0,0 3-21 0,1 4-25 16,-1 1-20-16,7 1-17 0,0 0-9 0,-20 11-8 16,12 5-13-16,-2-3-9 0,4 13-17 0,2 5 2 15,1 12-6-15,1 4-5 0,2 2-7 0,0 3-2 16,9 21-1-16,-3-15-6 0,1 14-8 0,1-17-4 15,0 0 5-15,6 22-2 0,-1-4-2 0,-5-17 2 16,0 1-9-16,1 0 0 0,-3-5-1 0,1 0-11 16,1 0-14-16,-3-6-30 0,-3-2-21 0,-2-7-16 15,0-8-18-15,5 1-15 0,-10-14-13 0,5 2-7 16,-7-2-9-16,5-8-6 0,-4 0-14 0,-2-6-25 16,8-2-29-16,-20-5-36 0,11-1-41 0,3-9-60 15,-9-4-187-15,-3-10-578 0,0-7 257 0</inkml:trace>
  <inkml:trace contextRef="#ctx0" brushRef="#br0" timeOffset="126661.34">25133 7475 199 0,'2'-7'313'0,"6"-5"1"0,-6 8-6 0,4-4-5 16,-4 1-18-16,5-1-19 0,-1 4-25 0,-1 1-20 16,2-2-23-16,-1 0-25 0,3 2-15 0,1-1-11 15,-2 0-21-15,7 3-14 0,-7-4-8 0,14 5-13 16,-9-2-30-16,7 1-37 0,-4-5-31 0,4 2-37 15,-3-1-38-15,3-1-38 0,-2 0-45 0,2-4-44 16,4-6-47-16,0 0-205 0,4-3-498 0,-7-3 221 16</inkml:trace>
  <inkml:trace contextRef="#ctx0" brushRef="#br0" timeOffset="126877.69">25706 6831 3 0,'-3'-9'318'0,"-4"-1"22"0,5 0 1 16,-3 3 8-16,-3-1 10 0,6-1-9 0,-4 5-25 15,-1 0-34-15,7 4-30 0,-8-4-32 0,8 4-25 0,-20 8-23 16,12 0-13-16,-1 5-19 0,-2 4-14 16,1 7-8-16,-3-1-17 0,4 16-9 0,1 4-1 15,1-1-19-15,1 2-3 0,4 1-10 0,-3 6-5 0,10-4-6 16,-3 4-8-16,1 1-23 0,2-4-38 0,7-1-36 16,-4 2-22-16,2-11-30 0,5 2-37 0,-10-11-43 15,10-4-52-15,-7 1-65 0,7-10-81 0,-2-4-191 16,2-4-615-16,0-2 273 0</inkml:trace>
  <inkml:trace contextRef="#ctx0" brushRef="#br0" timeOffset="127044.64">25777 7196 30 0,'-13'-11'420'16,"8"0"25"-16,-7-2-3 0,6 5-22 0,-1 5-20 15,4-4-26-15,-2-1-42 0,1 4-28 0,4 4-37 16,-5-5-27-16,5 5-25 0,0 0-33 0,0 0-39 0,22 17-57 15,-7-7-58-15,5-2-77 0,8 5-66 0,-2 2-79 16,16 5-99-16,-3-1-321 0,4-4-663 16,7-1 294-16</inkml:trace>
  <inkml:trace contextRef="#ctx0" brushRef="#br0" timeOffset="127228.28">26580 7665 24 0,'-7'16'299'0,"-4"-1"-6"0,-4 9-12 16,0-1-10-16,2 1-9 0,-2-2-14 0,5 1-26 15,-4 1-17-15,1-2-23 0,-2 5-17 0,0-3-14 16,1 2-9-16,-1 1-15 0,-5-3-27 0,5-3-47 16,7-4-59-16,-6 0-65 0,8-2-75 0,2-4-74 15,4-8-211-15,0-3-466 0,4 5 206 0</inkml:trace>
  <inkml:trace contextRef="#ctx0" brushRef="#br0" timeOffset="127577.66">27316 6744 2927 0,'7'-30'154'0,"6"-3"36"0,-5 3 17 15,1 2 7-15,14-10-10 0,-12 10-11 0,3 2-17 16,-3 3-18-16,-2 4-13 0,0 4 6 0,-4 0 4 16,0 5-17-16,2 1-15 0,-2 2-22 0,-3 4-22 15,-2 3-3-15,0 0-7 0,3 15-13 0,-6 0-1 16,-2 13-3-16,-4 12-8 0,-4 5-4 0,2 5-2 16,-4 0-3-16,-4 3-4 0,5 3-4 0,-1-1-3 15,0-1-2-15,0 2 1 0,7 0-2 0,-6 2-4 16,1-8 1-16,11 4-4 0,-4 21 2 0,6-25-4 0,0-1 3 15,3-5-4-15,7-5 3 0,-2-7-3 0,7-4 3 16,0-1-1-16,7-3-3 0,1-5 0 16,3-2-25-16,-1-7-34 0,22 1-27 0,-16-6-53 0,2-10-40 15,10-1-40-15,-10-2-37 0,7-7-45 0,-10-2-63 16,6-12-77-16,-6 2-258 0,1-9-747 0,-9-2 330 16</inkml:trace>
  <inkml:trace contextRef="#ctx0" brushRef="#br0" timeOffset="128043.59">27381 7111 259 0,'-20'-4'278'16,"3"3"-1"-16,-2-1-9 0,9 2 4 0,0-3 6 15,10 3 4-15,-12-2 0 0,12 2-13 0,0 0-19 0,0 0-26 16,0 0-20-16,0 0-22 0,51 0-20 16,-34 0-12-16,11-1-16 0,4 2-13 0,1 1-10 15,1 1-17-15,0 0-7 0,-6 1-6 0,-7 0-15 16,11-3-36-16,-9 2-10 0,-5 1-19 0,0-1-10 0,4 2-1 15,-7-2-17-15,0 1 3 0,-4 1-3 16,-1 1 1-16,-2-5 3 0,-1 2 1 0,0 2 11 16,-6-1-8-16,4 7-2 0,-3-7 8 0,3 4 0 0,-4 3-5 15,-1-1 7-15,0 0-3 0,0 7 1 0,0 0-3 16,2 0 10-16,-2 1-2 0,5 5-1 0,-3-2 7 16,-1-2-4-16,4-1 1 0,-5 9 7 0,9-6-1 15,-4-3 1-15,1 4 2 0,-1-8-5 0,2 1 10 16,1 2-6-16,-1-7 8 0,3 1 3 0,-5-3 12 15,6-1 10-15,-1-2-4 0,3-4-5 0,-1-2 1 16,4-3 0-16,1 0-9 0,-2-5 16 0,3-2-18 16,-3-2 1-16,3-4-4 0,-3-2 2 0,5 1-11 15,-10-1 6-15,10-6-10 0,-7 1 13 0,-3 1 5 16,-2-4 29-16,-1 7 9 0,-1 2 10 0,-4-3 6 16,1 6 5-16,-1 0-12 0,-4 0-6 0,2 5-2 15,2 0-12-15,-2-2-5 0,0 5-15 0,0 3-21 0,0 4-36 16,-5-8-31-16,5 8-30 0,0 0-14 0,0 0-14 15,0 0-23-15,-15 15-27 0,15-2-35 0,0 0-47 16,0-3-46-16,0 1-297 0,0 5-644 0,7 0 286 16</inkml:trace>
  <inkml:trace contextRef="#ctx0" brushRef="#br0" timeOffset="128643.53">28354 7243 239 0,'0'0'381'16,"7"-4"-2"-16,-7 4-11 0,0-8-22 0,0 8-31 16,1-7-42-16,-1 7-24 0,0 0-8 0,0 0-42 15,0 0-20-15,0 0-24 0,20 16-12 0,-13-8-10 16,-1-1-14-16,-2 7-9 0,7 1-20 0,-1 2-6 16,-5 2-5-16,4-3-6 0,-1 3-11 0,-2-1-2 15,1-4-9-15,0 4-1 0,1-1-9 0,-8-7-8 0,3 4 5 16,2-6-8-16,-5-3 1 0,2 4-4 0,-2-2 8 15,0-2 3-15,0-5 27 0,0 0 11 16,-7 3 14-16,7-3 8 0,0 0 5 0,0 0-1 0,-16-10-4 16,12 1-4-16,-1-1-8 0,4 0-11 0,-4-2-7 15,10-3-12-15,-4-7-20 0,4 1-27 0,4-3-29 16,-1-3-44-16,7-2-47 0,1 2-54 0,8-5-35 16,-3 11-19-16,-1-4-9 0,0 6 4 0,0 2 8 15,-2 2 18-15,-3 5 21 0,1 1-1 0,-1 1 11 16,-3 3 18-16,1-2 15 0,-8 4 13 0,8 3 10 15,-13 0 17-15,9 0 5 0,-9 0 8 0,8 8 9 16,-8-2 4-16,0 3 6 0,-2-2 4 0,2 5 11 16,-5 0 8-16,4-2 1 0,1 4 19 0,0 0 10 15,0 2-1-15,0-6 12 0,0 7 17 0,1-5 11 0,4 5 8 16,-3-7 6-16,-2 2 9 0,6-4 6 16,-6 3 11-16,2-4 7 0,5 2 11 0,-2-2 8 15,-4 0 13-15,6-2 12 0,-7 0 17 0,2 0 17 0,4-1 3 16,-6-4 9-16,12 0-4 0,-12 0-6 0,0 0-9 15,15-4-9-15,-7-4-2 0,-1 1 1 0,-1-1-5 16,4 1-5-16,0-5-3 0,0 4-1 0,2 1 0 16,-6-5-9-16,7 2 7 0,1 0-4 0,-6 3-8 15,2-3-9-15,-3 5-4 0,-1-3-16 0,1 4-7 16,-2-3-11-16,0 5-6 0,0-4-11 0,1 4-10 16,-6 2-9-16,0 0-12 0,0 0-38 0,14 8-30 15,-10-7-34-15,0 7-35 0,-1 2-31 0,0 0-34 16,1 4-32-16,2 4-39 0,3-3-54 0,-1 3-79 15,2-2-365-15,1-1-819 0,3 4 362 0</inkml:trace>
  <inkml:trace contextRef="#ctx0" brushRef="#br0" timeOffset="129460.78">29827 6983 309 0,'12'-4'303'0,"-4"1"-24"16,0 1-36-16,-8 2-21 0,0 0-20 0,20 5-24 16,-12 0-17-16,-4-1-19 0,2 7-11 0,1-4-14 15,-2 2-14-15,-2 3-5 0,4-2-13 0,-7 2-7 0,5 0-7 16,-4-2-8-16,-1 2-2 0,2 0-10 15,3-6 0-15,-2 8-6 0,-1-6-3 0,0 0-6 16,1-4-3-16,-3 6-1 0,5-3-4 0,-5-4 1 0,5 2-2 16,-5-5-4-16,3 2-1 0,-3-2-4 0,2 8 1 15,-2-8 1-15,0 0 8 0,0 0 8 16,0 0 4-16,0 0 1 0,0 0-7 0,0 0-2 0,0 0-3 16,0 0 1-16,0 0-4 0,0 0-4 0,0 0-2 15,12-15-3-15,-12 12 3 0,0-6-9 0,1 1 5 16,4 1 12-16,-2 2-7 0,2-7 1 0,0 0 2 15,0 4 2-15,5-6-1 0,4 1 1 0,-5-1-6 16,3-1 7-16,1 2-4 0,2 1 6 0,0-3 7 16,5 1 4-16,-8 1 5 0,6-1 5 0,-8 2-2 15,3 0-2-15,2 2-1 0,-7 3-11 0,-1 3 2 16,4-5-2-16,-7 4-9 0,2 3-6 0,2 0-8 16,-8 2 2-16,0 0 0 0,14 7-2 0,-9 4-13 15,-2-5-15-15,-1 8-11 0,8 2-9 0,-9 0-17 0,8-1-12 16,2 5-16-16,4-1-14 0,0 7-8 15,1-6-17-15,3 2-18 0,5-1-10 0,1-2-6 16,2-4-21-16,4 2-25 0,12 2-9 0,-3-5-5 0,3-1-2 16,2-5-1-16,-4-3 4 0,2-5 16 15,2 0 25-15,-4-2-99 0,-3-2 239 0,-3 0-88 0,-2-4 28 16,-3-1 30-16,-4-1 24 0,1-5 10 0,-12 5 39 16,6-9 16-16,-11 5 20 0,-3-1 24 0,-2 0 29 15,-2-5 23-15,-6 5 21 0,-4-2 23 0,-1-3 17 16,0 5 11-16,-6-3 9 0,3 3 3 0,-6 2 1 15,-3-2-6-15,2 3-7 0,-2-2-3 0,-4 8-9 16,2-3-13-16,2 3-13 0,0 5-20 0,-5-1-13 16,4 4-11-16,3 0-11 0,1 9-7 0,-6-4-13 15,6 9-8-15,-2 2-9 0,4 4-5 0,5 4-1 16,0 1-9-16,5 5-11 0,3 6 2 0,7 4 3 16,0 3-3-16,7 4-6 0,-2-2 7 0,3 2-10 15,2 1-12-15,1 3 7 0,1-1-1 0,3-1-7 0,-5-3 1 16,0 0-3-16,-1-2-1 0,0 1-5 15,-6-9 5-15,-1-7-1 0,-6-3-4 0,-1-2-2 16,0-5-3-16,0-4-1 0,-5-3-14 0,5-3 11 0,-8-4-4 16,5 0-7-16,-2-5-10 0,5-2-19 0,-15-2-37 15,3-8-39-15,2-2-37 0,2-3-29 0,1-1-29 16,-1-4-48-16,10-3-50 0,3-6-67 0,0 0-194 16,6-13-617-16,11 5 274 0</inkml:trace>
  <inkml:trace contextRef="#ctx0" brushRef="#br0" timeOffset="129844.19">31252 6787 1 0,'-3'-9'332'0,"-2"2"-7"16,2 2-20-16,-1 0-31 0,1 0-27 0,3 5-28 16,-10-1-23-16,10 1-15 0,-13 6-17 0,13 1-18 15,-3 2-11-15,-2 1-5 0,5 7-15 0,0-1-7 16,5 3-9-16,-4 6-13 0,1-4-7 0,4 6-6 15,9-2-5-15,-6 2-9 0,2-3-3 0,2-1-3 16,4 1-7-16,-10-6-4 0,3-2 0 0,4-2 0 16,-7 1-13-16,3-6 0 0,-7 2 3 0,6-6-4 0,-1 0-4 15,0-2-5-15,0-3 1 0,-8 0 1 0,22-3-2 16,-10-2-2-16,-3 0-2 0,0 2 7 16,1-2 20-16,-2-1 17 0,-1 0 2 0,-2 0 18 15,1 3 2-15,1-3 9 0,-1 2-6 0,-6 4-5 0,9-3-20 16,-9-2-7-16,0 5-7 0,0 0-1 0,0 0-5 15,0 0-5-15,15 12-2 0,-9-4-3 0,-6-1-5 16,10 6-4-16,-5 2 3 0,5 1 4 0,-5 0-13 16,8 0-4-16,-4-2-30 0,-1 4-1 0,10-3-34 15,-6 0-22-15,4-3-22 0,-1-3-24 0,2 1-37 16,-1-2-36-16,1 1-43 0,3-8-57 0,-1-2-47 16,1-2-207-16,0-5-595 0,0-2 264 0</inkml:trace>
  <inkml:trace contextRef="#ctx0" brushRef="#br0" timeOffset="130077.78">31929 6562 298 0,'-5'-25'373'16,"-3"-1"3"-16,1 9 13 0,1-3-1 0,4 5-2 0,0 5-14 16,-3-1-32-16,-1 3-34 0,6 1-37 15,-2 2-33-15,-3 0-26 0,5 5-24 0,0 0-18 16,0 0-14-16,-3 20-18 0,3-3-10 0,-5 9-14 0,5 2-4 15,5 3-19-15,-5 11-7 0,0 4-7 0,3 0-9 16,-3 1-4-16,7-2-10 0,-7-1-25 16,5 2-27-16,-10-2-39 0,10 3-41 0,-5-6-38 0,-5-2-32 15,5-8-36-15,5-3-43 0,-4 2-53 0,4-3-70 16,-3-7-307-16,0-1-713 0,4-8 315 0</inkml:trace>
  <inkml:trace contextRef="#ctx0" brushRef="#br0" timeOffset="130261.17">32007 6858 327 0,'-8'-19'414'0,"-1"2"15"15,-1-3 7-15,4 5 5 0,-2-1 1 0,-1 1-9 16,8 3-26-16,-8 3-29 0,8 0-32 0,-1-3-32 16,2 3-33-16,0 3-30 0,2-3-34 0,3 0-44 15,1 3-55-15,3 4-65 0,1 1-69 0,6-1-84 16,4 2-69-16,0 3-67 0,1 2-78 0,6 2-99 15,-6-3-289-15,1 0-761 0,-6-3 336 0</inkml:trace>
  <inkml:trace contextRef="#ctx0" brushRef="#br0" timeOffset="130443.79">30905 6351 288 0,'-22'-6'407'0,"2"1"-38"0,-1-2-24 0,6 3-37 16,3-1-27-16,2 2-20 0,4-1-40 0,6 4-48 16,-15-2-53-16,15 2-56 0,-15 7-69 0,7 1-81 15,1 2-121-15,-1 2-217 0,-4 2-458 0,-3 3 203 16</inkml:trace>
  <inkml:trace contextRef="#ctx0" brushRef="#br0" timeOffset="135761.01">10366 10134 98 0,'-12'-15'309'0,"2"2"-15"0,-3-1-10 15,5 2-8-15,-4-3-6 0,-4 4-14 0,2-1-8 16,0 4-14-16,-3-3-15 0,4 3-11 0,-5 0-15 15,-1 3-7-15,3-1-9 0,1 5-19 0,-2-7-14 16,-1 8-21-16,3 6-5 0,-1-3-8 0,-4 3-12 16,2-1-9-16,3-2-11 0,-5 9-8 0,5-4-11 15,0 4-4-15,7 0-6 0,0 3-5 0,1-1-8 16,0-1 0-16,7 4-4 0,4-2 9 0,1 2-11 0,8-1-4 16,3 8 8-16,6-9-14 0,9 5 2 0,12 3-5 15,4 0 1-15,1-5-3 0,-4 2 13 0,1 0-17 16,-2 3-3-16,2-5 0 0,-14-3-3 0,-3 0 6 15,1 2-8-15,-5 0-2 0,-7-2-2 0,-2-3 18 16,1 5-16-16,-6-3 1 0,-1 2-2 0,-4-4 3 16,-4 6 3-16,-4-6-2 0,-2 3 4 0,-12-4 27 15,1 2-3-15,-9-1 7 0,-5-1-2 0,-3-1-3 16,-7-1-1-16,-6-1-8 0,3-3 3 0,-2 0-1 16,9-5-4-16,3-2-4 0,0-2-2 0,3-2-3 15,2 1-33-15,1-2-31 0,7 1-43 0,10-3-47 16,-1 0-50-16,11 0-68 0,0-6-63 0,11 0-78 15,8-6-232-15,14-6-683 0,5 1 303 0</inkml:trace>
  <inkml:trace contextRef="#ctx0" brushRef="#br0" timeOffset="137059.73">10905 10320 17 0,'0'0'261'0,"-13"12"-5"16,5-4 2-16,1 0-9 0,-8 3-6 0,6-2-3 15,-6 3-9-15,3 2-14 0,0 2-19 0,3-5-20 16,-1 5-17-16,1-1-22 0,3-6-8 0,2 6-12 16,-1-1-11-16,5-2-12 0,0 1-7 0,2 1-3 15,6-1-5-15,1-1-6 0,4-3-6 0,2-1-2 16,5-1-13-16,-1-1-6 0,1-2-1 0,10-2-4 16,-2-1 0-16,-6-4-5 0,-1 2-6 0,-4-6-5 15,6-1-2-15,-10 0-1 0,2 0 0 0,0-4 11 16,-8-2-15-16,-1-1 1 0,-7-2-1 0,-4 1-2 15,-2-3-3-15,-1 0 3 0,-9-3-1 0,-1 1-3 16,-5 3-1-16,0 0 3 0,-5 1-3 0,-1 2 1 16,5 3-5-16,0-3 0 0,5 6-1 0,4 1-3 15,0 1-6-15,6 2-20 0,1 3-27 0,2 1-20 16,6 1 3-16,-7-5 2 0,7 5-9 0,0 0-18 0,0 0-16 16,43 6-10-16,-13-6-16 0,5 2-4 0,-2-2-4 15,11 0 2-15,1 1 6 0,-10 3 6 0,11-8 14 16,-11 4 13-16,-4-1 5 0,-1-1 13 15,-8 2 10-15,-2-1 18 0,-1-3 27 0,-7 4 25 0,1-1 37 16,-3 1 23-16,-3-2 16 0,3 1 8 0,-10 1-6 16,0 0-7-16,16 0-8 0,-16 0-7 0,0 0-8 15,9 1-2-15,-9 6-6 0,0-3-4 0,0 7-7 16,-5-3 3-16,3 1-6 0,2 9 0 0,-2-2-5 16,-3 2 0-16,5 1-2 0,0-1 2 0,7 1-6 15,-7 4 2-15,7 0 3 0,-1-3-2 0,2-2-4 16,1-1 1-16,4 2 1 0,-5-8-3 0,7 5 1 15,-2-5 1-15,2 0-2 0,2-4 2 0,-2-1 0 16,5-3 3-16,-6-3 6 0,3-1 3 0,-2-6 4 16,0 0 2-16,1-1 6 0,-6-4-3 0,3 4 12 15,-1-6 5-15,-5-3 2 0,-1 1 25 0,-4-2-8 16,5 0 14-16,-7 0 6 0,-4 0 4 0,1-2 6 0,1 1-3 16,-4 4-5-16,2-1-5 0,1 0-11 0,0 5 0 15,-1 2-12-15,3-1-6 0,-1 5-13 0,-3-5-19 16,4 8-39-16,1 2-23 0,0 0-7 15,0 0-4-15,0 0 1 0,0 0-4 0,0 0-5 0,4 24-7 16,1-14 0-16,2 0 7 0,1 2-4 0,6 0-4 16,-3 2-8-16,1-1 10 0,4 1 8 0,-1-1-6 15,-3 0 4-15,3-6 1 0,-2 3 1 0,-3-3 6 16,1 1 5-16,-2 0 1 0,-3-5 12 0,3-2-3 16,-3 3 7-16,-4-1 1 0,-2-3 4 0,13 1 7 15,-13-1 7-15,0 0 9 0,0 0-4 0,0 0 7 16,0 0 4-16,0 0 0 0,0 0-1 0,0 0-2 15,0 0-2-15,0 0 2 0,0 0 6 0,13-3-8 16,-13 3-1-16,0 0 1 0,0 0-1 0,0 0-2 16,0 0 0-16,0 0-1 0,0 0 0 0,0 0 2 15,0 0-4-15,0 0 3 0,0 0 3 0,0 0-3 16,0 0-3-16,-13-15 6 0,13 15-4 0,0-10 2 16,0 3 1-16,0 3-3 0,2-7-1 0,4 3 6 0,-6-4-8 15,9-2 1-15,-3 1-1 0,6-3 0 16,-2-2-6-16,3 6-7 0,0-4 0 0,-1 4-3 15,3-4-6-15,-2 5-1 0,4 0-1 0,-3 3-5 0,0 1-3 16,1 0-1-16,-2 5-1 0,-5-5 1 0,0 6-4 16,-8 1 1-16,22 4 2 0,-17 2 4 0,5 0 2 15,-4 2 2-15,-4 0 3 0,5 3-2 0,-1 1 1 16,3 3 3-16,-3-2-1 0,-4 4 2 0,5-4 3 16,-7 2 0-16,4-3 2 0,-4-1 0 0,2 0 5 15,-2-2 1-15,0 3 0 0,2-6-3 0,4 1 2 16,-6 0 3-16,0-4 6 0,0-3 1 0,0 7-4 15,0-7 2-15,0 0 1 0,0 0-1 0,0 0 0 16,12 0 0-16,-12 0 5 0,10-8-3 0,-3 6-2 16,6-3-7-16,-5 1-7 0,0 0-14 0,12-2-3 15,-5 0-9-15,0 0 4 0,0 1-5 0,1 1 3 16,1-2-2-16,-2 0 4 0,3 0 1 0,-6 3 6 16,1-3 3-16,-5 3 3 0,5-3 7 0,-4 0-2 0,4 0 11 15,-5 0 18-15,1 0 19 0,-6 0 21 0,2 0 12 16,0-2 15-16,1 3 11 0,-4-3 21 15,1 1 5-15,1-1 12 0,-4-1 17 0,0 3 10 0,0-2 7 16,0 8-3-16,-7-8-3 0,7 8-7 0,0-11-15 16,0 11-6-16,-2-5-20 0,-4-2-10 0,6 7-13 15,0 0-15-15,0 0-4 0,0 0-6 0,0 0-6 16,-13 18-7-16,6-12-4 0,5 6-8 0,-4-3-6 16,4 6 8-16,-5-2-10 0,7 3 5 0,2 0-10 15,3-1 2-15,-3 0-10 0,4 0 6 0,3-2-4 16,7 1 2-16,-4-2-7 0,3 1-9 0,6-5-6 15,1-1-19-15,6 1-26 0,3-2-21 0,1-6-33 16,-11 0-13-16,1-3-26 0,1 0-35 0,7-5-48 16,-14 1-44-16,1 1-54 0,-7-3-257 0,-2-3-633 15,-1 0 279-15</inkml:trace>
  <inkml:trace contextRef="#ctx0" brushRef="#br0" timeOffset="137709.69">11612 11583 129 0,'2'-16'367'0,"4"2"-8"0,-6 5-17 0,2 0-26 0,-2 5-33 15,7-1-42-15,-7 5-24 0,0 0-20 0,0 0-19 16,0 0-29-16,-17 24-5 0,11-7-12 0,-1 6-19 15,-1 6-6-15,-2 1-11 0,-5 9-12 0,0 3-2 16,2 1 4-16,-4-4-28 0,4 2-2 0,-2-1 3 16,0 1-13-16,-5-1-10 0,5 1 0 0,1-5-7 15,5-3 4-15,-12 3-7 0,12-11 0 0,1 1-3 16,2-10 0-16,-1 3-3 0,0-6-3 0,6-4 6 16,-4 0 16-16,5-3 50 0,0-6 20 0,0 0-7 15,0 0-9-15,0 0-11 0,6-26-7 0,1 7 1 16,6-7-20-16,-3-13-3 0,10-1-4 0,-3-5-6 0,2-3-3 15,-2-5-1-15,6-1-10 0,-1-20-4 0,1 21 4 16,-7 5 13-16,3 1 21 0,-6 2 18 16,3 6 22-16,-7 10 11 0,-3 0 8 0,-1 6 10 0,0 3 3 15,2 1-9-15,-7 6-4 0,3 1-15 0,0 5-15 16,-3-1-12-16,7 2-16 0,-7 6-3 0,7 0-10 16,-7 0-4-16,8 18-5 0,0 1-2 0,5 5-7 15,-4 8-1-15,6 7-4 0,-1 6-5 0,1 1 0 16,4 1-2-16,-3-2-1 0,4 2-2 0,-5 4-5 15,3-7 0-15,0 1-3 0,-1-1-26 0,-1-2-24 16,-1-3-30-16,-6-8-18 0,-1-1-36 0,2-3-50 16,-4-4-37-16,-1-8-18 0,2-2-19 0,-7-1 0 15,5-4-6-15,-5-5-19 0,0-3-18 0,-15 7-15 0,15-7-17 16,-26-10-20-16,7 1-34 0,-5-6-191 16,-3-1-614-16,-1-4 271 0</inkml:trace>
  <inkml:trace contextRef="#ctx0" brushRef="#br0" timeOffset="137843.16">11587 12040 461 0,'-28'-16'68'16,"2"7"43"-16,4 2 26 0,1-4 33 0,3 3 34 15,3 5 21-15,1-4 6 0,8 4-1 0,-4 0-7 16,3 0-4-16,-1 0-15 0,8 3-1 0,-5-8-2 16,5 8-8-16,15-4-13 0,3-1-24 0,7 1-14 15,11-2-12-15,14 1-10 0,5 1-13 0,7-2-41 16,23-4-69-16,-1 6-73 0,-3-6-84 0,1-2-110 16,-20 3-309-16,23-5-627 0,-24 5 277 0</inkml:trace>
  <inkml:trace contextRef="#ctx0" brushRef="#br0" timeOffset="138509.66">21829 9825 163 0,'-5'-24'459'15,"5"6"1"-15,-1-2-8 0,1 10-14 0,0-3-11 16,-2 2-30-16,2 2-53 0,-5 1-40 0,5 8-37 16,0-7-37-16,0 7-23 0,0 0-19 0,0 0-20 0,0 24-15 15,0-6-18-15,5 10-7 0,-2 1-15 0,6 11-27 16,1 3-29-16,-2 0-26 0,0 2-21 16,1-3-33-16,4 2-29 0,-3-4-28 0,-2-1-23 0,2-7-21 15,-5-5-26-15,0 1-17 0,0-4-35 0,0 0-30 16,-5-6-48-16,5-6-37 0,-4-1-265 0,-1-6-629 15,0 2 278-15</inkml:trace>
  <inkml:trace contextRef="#ctx0" brushRef="#br0" timeOffset="139277.44">21632 9851 255 0,'-13'-19'317'0,"5"3"0"15,1 2-2-15,2 6-7 0,2-4-8 0,1-7-8 0,2 12-49 16,2-2-20-16,6 2-22 0,7 0-22 15,5 0-15-15,0 1-23 0,6 2-9 0,9 4-16 16,8 8-12-16,2-3-8 0,0 2-10 0,-1 13-10 0,-2-5-6 16,-1 4-7-16,5 7-11 0,-4 1-11 0,-4-2 1 15,-3 7-8-15,1 1 2 0,-6-5-2 0,0 6-3 16,-7-2-5-16,-3-5-7 0,-5 0-1 0,-2 0-7 16,-3-3 0-16,3 3-1 0,-11 0-7 0,1 0 1 15,-1 0-8-15,-7-9 8 0,-2 6-5 0,-1-5 8 16,-4 3-2-16,-4-7-5 0,-4-2 5 0,0-1-2 15,-8-3 18-15,-2-1-7 0,0-2 13 0,0-2 18 16,9-2-7-16,-1 0 13 0,4-1 11 0,5-1 14 16,0-1 10-16,-2-3 12 0,10 0-8 0,-5 1-8 15,8-3-11-15,2-3-12 0,7 0-14 0,3 0-7 16,5-3-11-16,14-5-5 0,3 5-10 0,8-4-5 16,6-2-9-16,-1 3-6 0,3-2-21 0,0 1-19 0,3 2-8 15,0-5-15-15,-1 4-9 0,1-3 0 16,-4 0 1-16,-4 0 9 0,0 3 0 0,-5-6 7 15,-9 5 9-15,0 4 4 0,-11-7 11 0,2 6 0 0,-10-1-1 16,-4-1 18-16,1-1-3 0,-2 7 8 0,-10-5 7 16,-2 2 11-16,4 5 6 0,-9-2 13 0,4 1 1 15,-10-2 15-15,6 7-21 0,-6 3 1 0,3 0-2 16,-1 0 5-16,-4 3-12 0,7 3 0 0,-2 3 1 16,0 0-7-16,1 1 11 0,6 7-6 0,3-7-1 15,2 7 6-15,0-3-2 0,6 6-1 0,0-3 1 16,9 1-6-16,1 4-1 0,5-2-13 0,2-1-8 15,7-4-25-15,-8 1-5 0,11-3-26 0,2 5-26 0,-4-9-29 16,7 1-26-16,-2-1-24 0,-2-6-29 16,1 2-21-16,-8-2-15 0,8-3-6 0,-12-1 7 15,1-1 23-15,-3 1 13 0,1-4 24 0,-11 2 27 0,5 0 30 16,-5-6 42-16,-1 3 32 0,1 0 39 0,-1 3 35 16,-4-8 41-16,2 4 33 0,-5 1 24 0,7 0 17 15,-2-2 9-15,-3 6 11 0,-2 2-6 0,3-10-3 16,-3 10-13-16,10-4-12 0,-9 0-14 0,-1 4-14 15,0 0-4-15,9-2-10 0,-9 2-13 0,0 0-5 16,18 9-7-16,-15-5-3 0,4 1-7 0,-1 2-4 16,1 1-7-16,0 1 1 0,-4-2-3 0,5 5-3 15,-4 2-4-15,-3-2 0 0,4-3-4 0,-3 3-4 16,-2-2 2-16,0-2-2 0,-2 4-2 0,-3-6 2 16,4 2 0-16,-3 4-6 0,-1-5-1 0,-5-1 4 15,2 1-5-15,0 0 16 0,0-6-17 0,-6 2-10 16,6-2-21-16,-5 1-20 0,5-2-18 0,8 0-23 15,-30-3-28-15,15-6-37 0,2 2-37 0,1-4-45 0,0-4-36 16,6 4-210-16,-7-5-515 0,11 4 229 16</inkml:trace>
  <inkml:trace contextRef="#ctx0" brushRef="#br0" timeOffset="139527.31">23369 9582 56 0,'1'-6'382'15,"-1"2"-8"-15,5-3-15 0,-5 7-26 0,4-4-37 16,-4 4-29-16,0 0-43 0,0 0-15 0,0 0-22 16,0 0-14-16,6 21-20 0,-6-11-10 0,0 9-16 15,0 1-14-15,0 4-5 0,7 8-11 0,-2 9-5 16,-2-2-7-16,4 1-9 0,1 2-11 0,0 0-3 16,-1 0-5-16,6-2 12 0,-4 1-23 0,4 1-5 15,-3-6-4-15,3 3 0 0,-5-11-7 0,5 1-19 16,-3-2-23-16,-5-2-28 0,4-5-28 0,-3-5-32 15,1 0-39-15,1-1-40 0,-1-5-41 0,-1-1-62 0,-4 0-264 16,5-8-590-16,-7 0 262 0</inkml:trace>
  <inkml:trace contextRef="#ctx0" brushRef="#br0" timeOffset="139693.84">23427 10002 140 0,'-9'-7'341'0,"-1"-4"-3"16,6 3-2-16,-1 4-2 0,-2-2-10 0,4-4-15 15,-1 3-33-15,4 7-20 0,-3-10-30 0,3 5-24 16,0 5-35-16,0 0-41 0,22 0-30 0,-8 3-51 16,5-3-45-16,9 8-42 0,-2-1-47 0,7 2-58 15,12 5-54-15,-10-8-57 0,9 6-206 0,6-3-502 16,-2-1 223-16</inkml:trace>
  <inkml:trace contextRef="#ctx0" brushRef="#br0" timeOffset="139959.6">24163 10092 179 0,'0'0'254'0,"0"0"10"0,0 0 1 0,0 0-1 16,0 0-3-16,0 0 0 0,0 0-14 16,0 0-15-16,0 0-13 0,-20 12-19 0,14-10-26 15,6-2-13-15,-2 5-20 0,-3 2-17 0,5-7-9 0,0 7-2 16,-5-1-13-16,5-6-10 0,0 7-7 0,0-7-10 16,0 8-3-16,0-8-7 0,7 9-1 0,-4-6 6 15,-3-3-12-15,8 3 3 0,-8-3 2 0,14 1-5 16,-14-1-11-16,0 0 4 0,8-7-10 0,-1 4 2 15,-7 3 2-15,6-12-11 0,-4 4-2 0,-2 3-5 16,0-4-14-16,0-3-17 0,-7 2-17 0,1-2-8 16,-3 1-31-16,1 0-25 0,-7 2-21 0,0 1-23 15,-1 4-31-15,-4-2-37 0,3 5-38 0,-6-3-50 16,2 8-263-16,1-3-596 0,-2 5 265 0</inkml:trace>
  <inkml:trace contextRef="#ctx0" brushRef="#br0" timeOffset="141359.87">23546 11092 336 0,'0'-4'382'0,"0"-5"8"16,6 3-1-16,-4 0 0 0,-2 0 0 16,0 6 1-16,0-10-12 0,0 10-26 0,0-7-28 0,0 7-30 15,5-7-31-15,-5 7-30 0,0-8-24 0,0 8-25 16,0 0-20-16,0 0-19 0,0 0-14 0,0 0-20 15,0 0-9-15,-5 23-9 0,5-11-9 0,0 3 6 16,0 4-11-16,0 1-3 0,0-1-12 0,-2 5-7 16,-2 3-4-16,8 3-1 0,-8 1-10 0,2 1-5 15,8-3-8-15,-10-1-19 0,2 1-34 0,2-3-32 16,-2 2-28-16,2-1-33 0,0-8-36 0,0 3-33 16,2-3-21-16,-2 2-29 0,0-2-27 0,2-4-37 0,2 1-51 15,-2-5-37-15,5-3-272 0,-1 0-714 0,-4-4 316 16</inkml:trace>
  <inkml:trace contextRef="#ctx0" brushRef="#br0" timeOffset="141709.46">23392 11067 211 0,'-3'-14'392'0,"-1"5"-2"0,1 1-1 16,0-7-4-16,3 4-13 0,0 0-15 0,0 7-28 15,6-4-29-15,-2-1-35 0,1 3-30 0,8 1-16 16,-5-3-20-16,14 5-26 0,-3 2-15 0,0 2-16 16,2 2-15-16,7 5-17 0,2-1-6 0,0 8-15 15,-4-2-10-15,-1 7-11 0,5 1-3 0,-2 7-9 16,-6-2-1-16,-2-1-14 0,-1 10 1 0,-5-7-3 0,7 7-3 16,-13-5-5-16,-1 3-2 0,-5-3-5 0,3 0 1 15,-10 1-3-15,3 1-2 0,-8-2 1 0,-1 1-6 16,-3-2-2-16,-2-2-1 0,-6-2 2 0,1-1-2 15,-12 3-3-15,6-4 4 0,-11-4 0 0,2 1 0 16,4-6 1-16,-3-4-4 0,-8 4 1 0,2-4-4 16,10-4 1-16,1 0 0 0,3 0-1 0,6-4-27 15,1 2-23-15,3-4-27 0,4 1-44 0,3-2-51 16,10 1-48-16,-15 0-64 0,15 0-84 0,-6-7-392 16,6 7-815-16,0 0 360 0</inkml:trace>
  <inkml:trace contextRef="#ctx0" brushRef="#br0" timeOffset="145659.26">13822 12069 179 0,'5'-19'169'0,"5"-7"-13"0,5-1-6 16,3 0 7-16,2-9-6 0,6-2-6 0,1-1 4 15,4-1 0-15,-3-2 4 0,2-3 3 0,0 0-1 16,1 0-7-16,-1 2-14 0,5-4-13 0,1 3-11 16,-4-2-15-16,2-1 0 0,-2 7-4 0,-2-1 3 15,1 4-13-15,-1-2-4 0,-2 1-5 0,2 5-7 16,-5 2-1-16,-5 10-7 0,8-12-7 0,-2 12-6 16,-3 2-4-16,1-4-6 0,4 7 0 0,-4-3-6 15,5 6-3-15,0 2-3 0,1 0 0 0,5 0-3 16,-7 3-4-16,5 5 0 0,4-2-1 0,11 0-1 15,-4 10-2-15,3-4-1 0,-4 3-1 0,3 4-2 16,2 6 1-16,0-6 0 0,2 11 0 0,-6-3 0 16,3 2-5-16,-4 5 0 0,-2-1 1 0,4 0-1 0,-5 1-1 15,3 4-5-15,-9-3 1 0,3 9 4 16,1-6-5-16,-8 1 1 0,-7-4 4 0,5 6-6 16,-7-4 3-16,8 7-2 0,-11-6-4 0,10 3-3 0,-12-3 7 15,-1 0-5-15,7 0 2 0,-7 0 0 0,6 9 3 16,-1-9-2-16,-3-1-4 0,3-2 4 0,-4-1 1 15,7 0 2-15,0 1-1 0,-3-1 2 0,5-1-3 16,3-4 2-16,-1 4 4 0,4-5-2 0,-4 1-3 16,4-4-1-16,1-1-1 0,9-1 5 0,-10 0-2 15,4-3-1-15,-2-3 4 0,2-3-2 0,3-2-1 16,-5-2 2-16,4-1 5 0,1-2-5 0,-7-1-4 16,4-5 3-16,0 2 0 0,-2-4 3 0,-5 0-1 15,2 2-4-15,8-9 5 0,-8 1 0 0,-1-1-3 0,-1-3 1 16,-3 2-1-16,8-11 2 0,-4 1 2 15,-5-2 4-15,3 1-5 0,-9 6 0 0,-1-5 4 16,4-4 6-16,-1 6 4 0,0-11-2 0,-2 1 0 0,4-4 4 16,-6 3-9-16,4 2 2 0,2-5-4 0,-6 4 1 15,6-5-1-15,2 1-2 0,-4 2 1 16,10-1-1-16,-8 1 12 0,7-2-12 0,1 5-3 0,2-3 4 16,-6 5-2-16,7 1-3 0,0-1 0 0,-3 0-1 15,0 1 3-15,6 2 2 0,1-2-6 0,-6 3-2 16,1-1 4-16,1 5 1 0,0-7 0 0,0 6-4 15,0 1-4-15,7-4 5 0,-2 3-1 0,3 2 3 16,-3 2 8-16,0 4-8 0,-10 2-4 0,14-2 3 16,-6 1-3-16,-3 7 0 0,5-3 4 0,-3 3-2 15,-3 1-4-15,11 2 4 0,-14 3 0 0,6 3 0 16,-2-2 1-16,-3 4-2 0,0 1 1 0,-4 6-2 16,4 1-3-16,-10-4-4 0,5 12 1 0,5-6 0 15,-9 6-2-15,4 0-1 0,-5 4 2 0,1 1-1 0,3 2 2 16,-3 0 4-16,2 0-2 0,-3 4 1 15,8 6 3-15,-3-2-4 0,3 5 1 0,-8-11 1 0,12 10 2 16,-8 0-4-16,5 2 5 0,-1-3-2 0,0 3 2 16,0-1 0-16,-3 4 2 0,1-2-3 0,-3 0 1 15,4-1-1-15,3 2 0 0,-5-2 4 0,-1 6-2 16,4 0 1-16,-3 1-2 0,3-1 1 0,-1 0 2 16,-4 2-1-16,0-5 2 0,0 0-2 0,-1-2 2 15,4 4-1-15,-2-4 4 0,4 1-4 0,0 2 2 16,-2-2-1-16,4-5-1 0,-2 4 0 0,4-2 2 15,2 3 0-15,-4-7 0 0,7-3-3 0,-1 1 3 16,1-1-1-16,1-2 5 0,3-1-5 0,-1 1 1 16,4-1-2-16,-2-2 12 0,4-1-12 0,-1-3 1 15,-2 0 0-15,3-4 1 0,-3 3-1 0,2 0 4 16,-2-9-1-16,-5 10-1 0,-2-11-3 0,-1-1 2 0,5 4-1 16,-7-5 1-16,-3-3 1 0,3-1-1 0,-3-2 1 15,-2 1 2-15,-5-4 13 0,5 0 1 0,-6-3 5 16,1 0 6-16,-5-4-2 0,7 3-1 0,1-6-8 15,-6-2 16-15,7-4-17 0,-4 4 2 0,-2-7-6 16,6 2-1-16,-4-3 9 0,2 0-10 0,-2 3 0 16,8-11-3-16,-6 9-6 0,-2 4 4 0,9-3-4 15,-6 3-2-15,3-3 3 0,4-2 2 0,-4 4-2 16,0 1 11-16,2 3-14 0,10-4 0 0,-11 5 4 16,2 2-8-16,2 1 1 0,-4-1 4 0,0 5-2 15,-2 0-2-15,-3-3 2 0,-2 7-5 0,5 1 4 16,-1-5-8-16,1 4 4 0,-7 2 4 0,6 0 2 15,3-1-1-15,-2 5 0 0,2-4-6 0,-7 1 7 0,5 1-4 16,0 0 5-16,3 7-4 0,4-6 1 16,8-1-3-16,-6 0 4 0,-4 4-2 0,5-3 1 15,-10-1 1-15,8 2 0 0,-7-1 0 0,2-1-1 0,5-1 2 16,-7 1-5-16,-1 4 5 0,-3 0-4 0,-7-4 1 16,3 3 2-16,-3 0-4 0,4 0 3 0,-5 0 0 15,-1 3 1-15,4 1-4 0,-5 1 3 0,5-1-2 16,-4 4-26-16,4-2-6 0,3 4-23 0,-1-1-27 15,3 7-43-15,-4-5-67 0,6 1-92 0,-4-5-250 16,3 5-581-16,-6-9 258 0</inkml:trace>
  <inkml:trace contextRef="#ctx0" brushRef="#br0" timeOffset="169225.78">13274 14063 261 0,'3'-14'317'0,"4"-2"-14"0,-2-1 2 0,-3 7-19 16,-1-6-5-16,-1 6-21 0,0 1-7 0,-1-3-7 16,1 0-13-16,-5 3-7 0,3 0-19 0,-1 0-14 15,-4 3-15-15,2 1-19 0,-3-2-20 0,-4 3-11 0,2 0-16 16,-3 3-21-16,-2 1-4 0,-1 0-7 16,-6 0-12-16,7 5 1 0,-1-4-9 0,-3 1 1 15,3 2-16-15,3 0-5 0,3 0-10 0,-2 0 2 0,4-1-2 16,0 2-12-16,1-1-2 0,0 0-2 0,1 3 1 15,4-2-3-15,-1 3 1 0,3-1-2 0,3 1-2 16,5 3 5-16,-3-3-2 0,4 0 1 0,5 4-1 16,1-1-4-16,7 0 5 0,-1 5-7 0,3 0 3 15,-3-1 3-15,-1-3-10 0,3 3-1 0,-1-1 4 16,-6 0-1-16,1 0 0 0,-4-2 5 0,0 0-9 16,0 3-3-16,-3 0 5 0,4-3-9 0,-4 0 9 15,-4 0-5-15,-6-1 0 0,2-1-2 0,-2-1 3 0,3 2 5 16,-6-2-2-16,1 2 0 0,-4-4 4 15,-3 0 2-15,-1 2 2 0,-5 0-3 0,-4-5 6 16,-1 4-4-16,-2-4 3 0,2 2 6 0,-5-1-10 0,2-3-2 16,0-2 6-16,2 0-7 0,4 1-2 0,-3-2 4 15,5 1-1-15,0-2-13 0,7-1-24 0,-3-3-35 16,7 0-54-16,-1-3-37 0,5 3-45 0,5-2-49 16,-1-1-62-16,7-1-55 0,-1 3-230 0,5-7-648 15,5 5 287-15</inkml:trace>
  <inkml:trace contextRef="#ctx0" brushRef="#br0" timeOffset="169624.58">13454 14149 28 0,'19'-3'140'0,"-11"3"-13"16,0-1-11-16,5 1-14 0,4-3-10 15,-2 3-8-15,8-1-17 0,-5-1 4 0,5 1-6 16,6-6-8-16,-3 6-3 0,1-5-7 0,-3-1-23 0,6 5 8 16,-2-6 2-16,0 0-3 0,-4-1 2 0,-8 2-3 15,-3 0-3-15,7-5 12 0,-11 6 23 0,-1-1 12 16,0-3 14-16,-1 2 11 0,-6 1 5 0,3-8-1 16,-4 10 3-16,-4-6 7 0,3 2-5 0,-8 2 1 15,1-1-2-15,-7-1 0 0,0 0-9 0,-3 3-10 16,2 3-1-16,1-1-4 0,-7-1-8 0,4 2-6 15,0 4 0-15,0 1-14 0,-1-2-7 0,-2 5-1 16,4 0-6-16,1 3-3 0,4-1-3 0,1 0-6 16,-3 1-2-16,6 4-3 0,1 0-2 0,2-2-2 15,0-1-2-15,5 2-4 0,0 1 1 0,2 2-4 16,3-6-2-16,2 2 0 0,6 2-9 0,2-6 0 16,0 6-22-16,1-8-30 0,3 6-32 0,-1-8-45 0,2 1-50 15,-4-3-73-15,-3 0-214 0,-1-3-505 0,-2 1 225 16</inkml:trace>
  <inkml:trace contextRef="#ctx0" brushRef="#br0" timeOffset="170457.84">9285 14130 83 0,'-7'-20'274'0,"2"0"-8"15,-4 3-7-15,2 0-7 0,-8-1-21 0,-5 6-16 16,4 2-18-16,-4 3-6 0,-3-1-17 0,-2 5-6 16,-5 0-22-16,0 3-6 0,2 3-26 0,0 1-9 15,0 4-9-15,5 1-11 0,-1 8-13 0,-4-1-4 16,12-3-3-16,-6 7-9 0,12-2-2 0,0 1-4 15,2 0 0-15,3 0-9 0,2 2 1 0,3 5-9 16,6-3 1-16,3 3 0 0,6-4-4 0,-1 3-3 16,10 0-2-16,2-7-3 0,6 9-5 0,4-3-2 15,-8-8 3-15,10 7-5 0,-8-7 1 0,-2 1 11 16,0-4-12-16,0 1-3 0,-3-1 1 0,-10-1-3 16,0 2-2-16,-2-5 0 0,-1 4-4 0,-7-2 5 15,-4-4-3-15,-1 4-3 0,-1 0 8 0,-7 2 1 0,-6 1 6 16,-7-1 1-16,-2-4 3 0,-9 5-13 15,-9 1 8-15,8-7-5 0,-2 1 4 0,-8 2-6 16,15-7 7-16,-4 3-3 0,9-6-3 0,2 2-3 0,6-2-25 16,1-2-21-16,8-3-36 0,6 4-34 0,0-12-34 15,15 1-36-15,0-4-44 0,13 0-27 0,15-8-18 16,2 4-185-16,-1-1-493 0,1 7 218 16</inkml:trace>
  <inkml:trace contextRef="#ctx0" brushRef="#br0" timeOffset="170925.51">9449 14532 29 0,'7'4'66'0,"-1"1"21"15,-1-1 11-15,-3 3 7 0,-1 3 7 0,-1-2-4 16,0 5 0-16,0-4-11 0,0 1 5 0,-1 1-6 16,1 0-5-16,0-2-4 0,1 3-8 0,1-4 3 15,3 3 14-15,2-2 0 0,1-2 6 0,0 1 2 16,7-2-5-16,0-1-10 0,7-2-7 0,-1-3-7 16,2 2-4-16,0-3-8 0,4-2-8 0,-11 2-3 15,6-4 16-15,-5 2 9 0,-1-3 4 0,1 0 11 16,-7 0 7-16,-2 0 8 0,-2 0-6 0,1-2-5 15,-7 4-3-15,-8-7-11 0,0 4-3 0,-1-2-8 16,-11 0 0-16,4-2 9 0,-4 6 1 0,-10-9-5 16,7 2 3-16,-3 3-3 0,2-1-2 0,6 2 3 0,0 0-5 15,6 1 8-15,-4-1-13 0,8 3 0 0,-1-3-9 16,6 1-9-16,5-4-9 0,1 2-20 16,7-5 4-16,1-1-4 0,6-1-5 0,1-2-1 0,7-2-1 15,3 0 1-15,7-6-2 0,0 2-6 0,-2-1 7 16,-7 3-2-16,4-8-2 0,-7 9-4 0,-1 2 0 15,-4 0 7-15,0-4-5 0,-8 7 0 0,2-3 11 16,-2 4 9-16,-9 2 1 0,3-1 4 0,-4 5-6 16,-5-1-4-16,0 1 0 0,-7 1 1 0,-1 4-9 15,-4 3 4-15,-3-1-3 0,-8 2-5 0,7 6-3 16,3-3 2-16,-4 7-4 0,0 5-5 0,1 2 2 16,6 0-4-16,-6 7 4 0,12 1 1 0,1 1-3 15,1-3-1-15,7 4 3 0,2 0-5 0,5 2 6 0,8 1 0 16,6 8 0-16,-6-13-8 0,15 8-6 15,-2-3-10-15,-5-5-10 0,4-3-33 0,-3-2-26 16,11 7-29-16,-8-7-42 0,-8-2-54 0,5-2-61 16,-1 4-71-16,-3-9-250 0,-5-3-646 0,4 3 285 0</inkml:trace>
  <inkml:trace contextRef="#ctx0" brushRef="#br0" timeOffset="171242.1">10641 14472 373 0,'0'0'425'0,"8"-8"-22"16,-8 8-20-16,0 0-27 0,0-9-30 0,0 9-30 16,0 0-45-16,0 0-21 0,0 0-17 0,0 0-29 15,0 0-23-15,0 0-11 0,0 0-19 0,0 0-19 16,-8 24-6-16,8-17-8 0,0-2-13 0,-5 5-6 15,5-3-9-15,0 1-6 0,0-3-13 0,5 0-11 16,-10 4 0-16,5-9-5 0,5 6-5 0,-5-2-2 16,0-4 4-16,0 0-4 0,0 0-5 0,0 0 0 0,0 0-5 15,0 0-2-15,13-13-7 0,-11 4-16 0,-1 0-26 16,-1 0-35-16,7-5-34 0,-7 4-31 16,-7-2-29-16,6-3-35 0,-1 0-43 0,-3 1-28 15,-8 2-43-15,4-3-247 0,1 3-605 0,-5-3 267 0</inkml:trace>
  <inkml:trace contextRef="#ctx0" brushRef="#br0" timeOffset="171524.93">10553 14269 127 0,'0'0'225'0,"0"0"-1"16,0 0-4-16,0 0-11 0,0 0-8 0,0 0-11 15,0 0-11-15,0 0-13 0,0 0-13 0,0 0-10 16,0 0-12-16,8-3-13 0,-8 3-8 0,8-4-14 16,-1 0-7-16,1 0-11 0,-3 0-6 0,4-4-6 15,-1 5-3-15,-1-7-10 0,1 3 0 0,-2-1 2 0,1 1 10 16,-5-5-3-16,3 2 2 0,-4 1-10 16,6-1-4-16,-15-2-6 0,3 0 0 0,1 1-5 15,-7-3-8-15,1 7-1 0,-3-3-7 0,-1 0-17 16,-1 5-27-16,1-3-28 0,-3 3-33 0,2 1-37 0,2 4-49 15,1 4-47-15,2-3-73 0,0 2-145 0,4-2-467 16,-1 7 207-16</inkml:trace>
  <inkml:trace contextRef="#ctx0" brushRef="#br0" timeOffset="172407.76">13769 14009 116 0,'-7'-2'256'0,"7"2"-23"16,0 0-14-16,-21 3-18 0,14-2-10 0,-1 4-13 15,-5 3-12-15,4-4-9 0,1 4-8 0,-8 7-12 16,6-5-8-16,-4 5-10 0,3-3-13 0,-2 3-9 16,4-1-8-16,3-4-9 0,-1 5-8 0,4 1-5 15,1-5 1-15,2 1-11 0,2 0-5 0,-2-3-2 16,6 1-2-16,3-2-4 0,1-1-4 0,1 0-2 15,4 0-4-15,2-2-3 0,4-2-3 0,-6-3-3 0,2-2-1 16,2-3-6-16,-4 1-3 0,7-4 2 16,-7 1 1-16,0-2 0 0,1 0-4 0,-4-1 6 15,-4 0 8-15,-1-2 10 0,-6-1 6 0,-1 2 5 0,5 0-2 16,-11-3 18-16,1-3-18 0,-5 2 16 0,1 3-5 16,-4 4-11-16,0-6-3 0,-2 8-4 0,0-5 1 15,0 6-10-15,4 3-10 0,-3 1-17 0,3-3-32 16,-2 4-26-16,13 0-25 0,-17 8-22 0,7-4-34 15,4 6-40-15,2-3-58 0,4 0-69 0,4 5-196 16,2-1-538-16,-3 0 239 0</inkml:trace>
  <inkml:trace contextRef="#ctx0" brushRef="#br0" timeOffset="172958.11">13999 14283 14 0,'0'0'265'0,"0"0"-7"0,0 0-17 0,12-6-19 16,-12 6-20-16,0 0-17 0,9-3-18 0,-9 3-12 15,9-6-9-15,1 4-8 0,1-2-12 0,-2 0-14 0,4-3-10 16,3 5-11-16,-1-5-9 0,5 0-9 0,-5 1-7 16,0-1-3-16,5-4-7 0,-4 2-5 0,-1-1-3 15,-2-2-8-15,2 0 1 0,0-3-6 0,-5-4-4 16,3 0-3-16,-6-4 2 0,3 3 0 0,0-3-7 15,-5-2 2-15,-2-1 3 0,-3-1-5 0,-3-3 1 16,0 3 4-16,-4 0 1 0,0 3-3 0,4-1 7 16,-9 0 2-16,2 9 3 0,2 1 4 0,-3 0 5 15,2 0-2-15,1 5-8 0,0 0-3 0,-4 3-4 16,7 2-6-16,-5 0 0 0,5 2-6 0,5 3-5 16,-16 1 1-16,7 5-5 0,1 0 2 0,2 3-1 15,-3 3-4-15,3 4 4 0,-1 6-6 0,0 3 5 16,6-1-5-16,-6 2 4 0,7 2-6 0,0 2 4 0,2 0 0 15,3 2-4-15,-4-1 1 0,4-3 1 0,-3 2 1 16,6 1-5-16,-1-4 2 0,1-2 9 16,5-3-7-16,-4-2-4 0,-3-5 7 0,8 0-3 0,-6 1-2 15,0-5 4-15,-1-2-2 0,3-2 0 0,1 0 3 16,-2-4-4-16,4-1 1 0,-3-2 0 0,3 0-2 16,-3-1 9-16,2-2 0 0,-3 2 13 0,3-6 10 15,-2 0 18-15,-2-1 12 0,4 4 12 0,-2-4-1 16,-4-1 13-16,4 2 6 0,-5 3-7 0,0-4-3 15,2-1-2-15,-1 3-8 0,-2 2-5 0,2-1-9 16,-4-1-6-16,-2 6-9 0,3-5-27 0,-3 5-52 16,4-7-39-16,-4 7-42 0,0 0-13 0,0 0-27 15,0 0-31-15,0 0-41 0,6 15-35 0,-4-11-55 16,1 4-268-16,-3-2-633 0,4 3 280 0</inkml:trace>
  <inkml:trace contextRef="#ctx0" brushRef="#br0" timeOffset="173324.48">14762 14133 199 0,'0'0'314'0,"-8"-2"-21"16,8 2-19-16,0 0-22 0,0 0-26 0,-9-4-21 15,9 4-24-15,0 0-17 0,0 0-17 0,-13 7-12 16,13-7-14-16,-1 7-13 0,1-7-11 0,0 10-12 16,0-4-6-16,0-6-11 0,0 11-2 0,1-3-6 15,1-3-10-15,-1 1-5 0,-1-6-2 0,7 9-5 16,0-3-4-16,-6-1 6 0,6-1-14 0,-7-4-1 16,7 1-7-16,-7-1-1 0,0 0 1 0,0 0-3 15,21-5 2-15,-16 0-3 0,0-1 3 0,0 2-7 16,-3-3 3-16,3 0 2 0,-2-2 8 0,-3 1 0 0,5 4 12 15,-5-7 12-15,0 4-5 0,0-1-6 0,0 1-4 16,-5 0-3-16,5-3-5 0,0 3-4 16,0-1-9-16,0 8-39 0,-10-7-36 0,10 7-42 0,-5-2-49 15,5 2-58-15,0 0-68 0,-23 5-220 0,23-5-543 16,-10 3 240-16</inkml:trace>
  <inkml:trace contextRef="#ctx0" brushRef="#br0" timeOffset="196340.29">13723 14184 49 0,'0'0'231'0,"-5"-8"7"15,5 8-1-15,-5-8-1 0,3 5-1 0,2 3-3 16,-7-5 2-16,7 5-9 0,-1-7-5 0,1 7-9 0,0 0-16 15,-7-7-21-15,7 7-21 0,0 0-14 16,0 0-20-16,0 0-14 0,0 0-5 0,0 0-12 16,0 0-11-16,0 0-10 0,0 0-4 0,0 0-6 0,0 0-7 15,0 0-3-15,15 19-4 0,-7-16-5 0,-1-2-3 16,-7-1-2-16,21 0-2 0,-9 0-9 0,6 3 6 16,4-6-3-16,-1 2-5 0,1-2-3 0,1-4-3 15,-2 3-5-15,4-8 3 0,-7 4-3 0,-1 1 2 16,-2-3-2-16,0 0 1 0,-4 2-4 0,-1-1-4 15,-3 2 6-15,-4 0-4 0,2-5 3 0,0 4-7 16,-5-3 2-16,-3 3-5 0,0 4 1 0,-4-5 4 16,-5 1-1-16,1-1-3 0,-9 4 11 0,-2 2-12 15,-6-4 2-15,-3 5-2 0,3 2 7 0,-4 2-5 16,-4 1 3-16,8 1 12 0,-9 3 7 0,4-3 2 16,0 5 7-16,8 0-6 0,4-3-5 0,-2-3-3 0,4 9 2 15,1-5-1-15,3 5-3 0,2-1-7 0,5 0 2 16,1 3-1-16,7 1 5 0,0 0-6 15,8 2 0-15,6-2 10 0,4 3-14 0,7 0 6 0,-2 0-4 16,15 4 3-16,2-2 1 0,1-1-10 0,7-2 1 16,0-3-4-16,2 2-16 0,-6 0-13 0,3-3-9 15,-4-6-9-15,-9-4-3 0,13 4-15 0,-16-3-3 16,4-3 2-16,0-2 2 0,-5-3 5 0,-1 1 4 16,3-4 9-16,-9 0 1 0,3-4 9 0,-1-4 4 15,2 1 4-15,-6-7 6 0,2 2-3 0,-3-4 9 16,-2-1-3-16,1-1 3 0,-3 1 6 0,-1-3 0 15,0 3 6-15,-2-3 13 0,-1 3 7 0,-6 1 9 16,1 3 10-16,-7 2 9 0,7 2 4 0,-7 0-2 0,-2 4-2 16,-3-2 4-16,2 2-8 0,-4 4 1 0,-6-4-2 15,0 4-6-15,-9 6-4 0,2-2-2 0,-3 4-3 16,-7 4-1-16,1-1 10 0,-1 4-14 0,-2 0-5 16,3 2 0-16,0 2-5 0,0 2 1 0,4-1 4 15,5-2-3-15,3 2-2 0,-1 2 9 0,8-2-14 16,-3-3 5-16,6-1-4 0,1 3-2 0,4-2 5 15,2 3-2-15,7-4 2 0,-1-2-5 0,3 2 7 16,5-4-6-16,1 0 2 0,7 4-3 0,-2-4 5 16,-4 1-4-16,6-3 8 0,-1-1-7 0,1 2 0 15,-4 0-4-15,2-2 6 0,-5 3-8 0,0-1 0 16,-2 1-2-16,-3 2 8 0,-2 0-5 0,0 2 4 16,-1 0-3-16,0 3 2 0,-1 4-1 0,-4 0 5 0,1 5-1 15,1-3 0-15,-3 10-2 0,-1 0 3 16,7 3 0-16,-7 2 0 0,0 10 15 0,0-3 9 15,0-8-5-15,0 11 5 0,0-1-8 0,0-4-4 0,6 9 6 16,-6-16 2-16,7-1 5 0,1 12 13 0,-1-13 18 16,1 1 5-16,-1-4 3 0,0-10-3 0,-1 5-4 15,2-5 2-15,-6-2-6 0,5-3 20 0,1-2 23 16,-1-1 13-16,1-3 15 0,2-3-2 0,-10-1-7 16,23-3-9-16,-8-7-8 0,1-1-4 0,-2-4 0 15,-1-1 0-15,3-10-3 0,1-1-9 0,5-9-3 16,-1 2-9-16,-4-1-8 0,1-4-9 0,0-3-5 15,-3 3 0-15,-2-3-7 0,2-1-10 0,0 0 0 16,-2 2-4-16,-3-3-8 0,-3 2 0 0,8 13-8 16,-9-1-17-16,3-1-15 0,-9 8-25 0,0 6-35 15,4 0-38-15,-2 5-48 0,-2 0-46 0,0 5-61 16,0 2-63-16,0 5-40 0,0 0-49 0,0 0-361 0,0 0-850 16,0 0 376-16</inkml:trace>
  <inkml:trace contextRef="#ctx0" brushRef="#br0" timeOffset="197006.34">15868 14018 19 0,'-5'-7'372'0,"3"2"-11"16,-5 0-27-16,-1 2-30 0,1-3-28 0,7 6-33 16,-11 0-16-16,11 0 2 0,-12 10-21 15,6-2-15-15,-1 1-32 0,5 5-1 0,-4-2-20 0,2 4-19 16,1 2-7-16,3 0-12 0,7 0-12 0,-6-2-5 16,4-1-7-16,4 0-12 0,4 2-1 0,-5-7-9 15,5 4 0-15,-3-4-8 0,7-2-5 0,-5-4-5 16,1 1 2-16,-3-4-6 0,3-1 12 0,-5-1-17 15,5-4-5-15,-4 1 0 0,-3-2-4 0,1-3-3 16,-2-4 1-16,-3-3 1 0,-2-2-6 0,-5 2 2 16,-2-2-4-16,-3-6-3 0,-5 1 6 0,-5 2-7 15,5-1 0-15,-1 2 0 0,-6 1-2 0,-4 4 1 16,6-2-4-16,3 6-1 0,3 0 4 0,-1 2-3 16,3-2-5-16,4 7 0 0,-2-2-19 0,7 0-20 15,-2 2-25-15,5-3-19 0,0 7-11 0,14-4-19 16,1 1-19-16,9 0-13 0,4-2-1 0,6 0 2 0,6 1 9 15,8-2 8-15,-3 1 9 0,0-2 14 0,-2 0 6 16,-10-2 12-16,10-3-2 0,-10 4 17 0,-2-3 14 16,-6 0 19-16,3 2 32 0,-8 3 28 0,-3-6 22 15,-2 2 28-15,-4-1 20 0,-3 4 19 0,1-4 13 16,-8 2 8-16,4-2 22 0,-3 3 15 0,0 0 20 16,3-3 8-16,-5 4-8 0,0 2-9 0,0 5-18 15,1-7-22-15,-1 7-12 0,0 0-14 0,0 0-13 16,0 0-3-16,12 19-2 0,-9 0-4 0,4 3-8 15,3 6-8-15,0 15-2 0,-4 0-6 0,4 5-4 16,-2 3-7-16,6 4-6 0,-4 4-1 0,3 14-9 16,-2-15 2-16,4 13-8 0,-5-14 0 0,-1 1-4 15,4 0-3-15,-3 12-5 0,0-19 3 0,1 6-5 0,-3-1-2 16,1-7 6-16,1 0-7 0,0-3-2 16,-4-4-5-16,1-9-5 0,-1-6-28 0,-4-8-37 0,-2 0-32 15,0-6-35-15,7-2-28 0,-7-7-51 0,0-4-46 16,-7 1-53-16,7-1-49 0,-15-13-51 0,7-11-254 15,-5-3-716-15,-2-11 317 0</inkml:trace>
  <inkml:trace contextRef="#ctx0" brushRef="#br0" timeOffset="197156.49">16412 14439 1 0,'-10'-14'263'16,"-1"1"24"-16,2-1 14 0,4 5 6 0,0-1-1 16,2 1-17-16,3-4-27 0,3 3-27 0,6-2-25 15,7 0-19-15,4-1-23 0,25-1-22 0,8-1-7 16,5-1-26-16,24-3-45 0,11-4-49 0,0 5-61 15,8 1-77-15,41-2-82 0,-43 4-72 0,-1-1-172 16,6 0-483-16,-1 0 214 0</inkml:trace>
  <inkml:trace contextRef="#ctx0" brushRef="#br0" timeOffset="197640.3">18282 13979 221 0,'9'-20'248'16,"-3"2"-2"-16,-6 2 5 0,0-4-13 0,-6 2 5 15,-3 1-9-15,-4-3-6 0,2 6-7 0,-9-6-9 16,-5 2-7-16,-2 9-9 0,-2-1-11 0,1 0-4 15,-2 3-1-15,-7 6-15 0,-7-1-3 0,-1 4-12 16,17 6-15-16,-10-3-15 0,6 6-5 0,-1 2-12 0,7 2-12 16,-2 5-9-16,8-1-9 0,3 3-7 0,-3-2-6 15,10 6-7-15,-3-1 5 0,11 1-14 16,2-2-4-16,2-5-9 0,5 1 0 0,-1 1-5 0,3-4 2 16,6-1 0-16,-1-4-1 0,1 0-7 0,5-2-3 15,2-5-3-15,-2-1-3 0,8-2 3 0,3-4-1 16,-3-5 0-16,0 0-2 0,1-4 1 0,-6-3-5 15,-2 1 7-15,-1-1-17 0,-5-6 12 0,2 1-2 16,-7 2 12-16,1-2-10 0,-3 4 22 0,-3 0 16 16,-3-1 13-16,0 1-1 0,-1 4-1 0,-1-5-4 15,0 8-12-15,5 0-3 0,-10 4-8 0,5 4-2 16,0 0-11-16,5-7 1 0,-5 7-6 0,0 0-21 0,2 18-24 16,5-6-29-16,1 1-39 0,5 2-33 0,2 7-21 15,5-3-24-15,1 5-20 0,1-4-29 16,11 7-23-16,-3-8-27 0,8 5-33 0,3-8-32 0,-1-1-224 15,-7-3-613-15,12-1 271 0</inkml:trace>
  <inkml:trace contextRef="#ctx0" brushRef="#br0" timeOffset="197890.3">19026 13864 11 0,'-5'-24'329'0,"-4"7"9"15,1 0-3-15,-5 0 6 0,-2 2-6 0,-5 0-6 16,4 3-9-16,-14 4 0 0,3-3-5 0,-1 5-17 15,2 4-17-15,-1 4-24 0,-1 7-20 0,2-1-18 16,2 0-20-16,3 6-22 0,6 1-14 0,-2 5-20 16,4 0-13-16,0 7-11 0,11-4-13 0,2 2-9 15,2 2-12-15,10 0-8 0,-3-1-9 0,8 1-4 16,3-1-15-16,13 2-18 0,-8-7-18 0,11 3-30 0,-4-9-33 16,7 3-35-16,3-7-36 0,1-3-34 0,-7-3-23 15,9-5-22-15,-10-1-16 0,-2-6-18 0,0 2-22 16,-3-6-13-16,9-13-21 0,4 1-17 0,-6-4-13 15,-7-1-195-15,-2-5-558 0,-7-3 248 0</inkml:trace>
  <inkml:trace contextRef="#ctx0" brushRef="#br0" timeOffset="198306.39">19406 13537 88 0,'-13'-30'180'0,"-8"-5"14"0,7 4 21 16,-7 7 6-16,6-3-2 0,-2 2 4 0,2 4 2 16,2 3-1-16,2 3-3 0,4 1-6 0,0 4-11 15,2 1-27-15,-1 6-18 0,6 3-17 0,-7-3-11 16,7 3-16-16,0 0-7 0,7 18-8 0,-1-3-11 15,-1 9-6-15,5 3-7 0,-1 1-7 0,4 13-5 16,-2 6-5-16,6-1-8 0,-7 5 3 0,3-5-2 0,2 1-16 16,-2 3-5-16,-4 0 0 0,-1 0-10 15,3-5 9-15,-2 0-7 0,-8-2 1 0,6-2-4 0,-2-13-5 16,-2-1 1-16,4-5-7 0,-7-5-8 0,2 2-1 16,-2-8 2-16,3-2 13 0,-3-2-11 0,1-2-1 15,-1-5-2-15,0 0 2 0,0 0 2 0,0 0 11 16,2-19-17-16,-2 6-2 0,7-6-5 0,-6 2 10 15,8-3 9-15,-3-5-11 0,-1 2-4 0,-1-4 11 16,1 3 2-16,1 5 22 0,-1-8 6 0,2 8 1 16,-4 3 4-16,2-9 4 0,-2 8 5 0,4 5 4 15,-2 0-8-15,-2 3-3 0,4 5-10 0,-1-6 2 16,1 3-11-16,1 6 2 0,2 1-2 0,-10 0-2 16,19 5-5-16,-5 6 0 0,3-4-1 0,0 5 2 15,4 8-5-15,-6-1-4 0,6 5 0 0,1-2-4 0,-5 1 5 16,-3 0-4-16,0-7-6 0,-1 8-23 0,0 2-13 15,-3-5-20-15,-2-2-22 0,-1-1-21 0,-2 2-23 16,-3-6-31-16,-2 3-31 0,0-2-38 0,0-3-32 16,0-1-39-16,5-3-40 0,-10 0-190 0,5-3-565 15,0-5 250-15</inkml:trace>
  <inkml:trace contextRef="#ctx0" brushRef="#br0" timeOffset="198890.29">20012 13932 192 0,'0'0'298'0,"0"0"-12"0,0 0-24 15,-15 3-13-15,9 3-19 0,6-6-24 0,-4 7-21 0,3 1-16 16,1-1-19-16,0 4-12 0,5 1-16 16,-4-3-8-16,9 5-15 0,0 3-13 0,0 0-15 15,3-2-1-15,2-1-21 0,0-3-15 0,-2-2-9 0,2 5-14 16,5-8-8-16,-3 4-5 0,-1-5-13 0,-1 1-6 15,-2-1-9-15,2-2-3 0,-2-3 4 16,1-2 2-16,-3 1 7 0,1-3 0 0,-2-3 3 0,0-1 0 16,-2-4 5-16,-5 4 3 0,2-3 15 0,-1-5 9 15,-4 0 10-15,0-2 10 0,-5 6 15 0,0-7 16 16,0 1-10-16,-5 1 4 0,3 0 2 0,-4 2 4 16,2-4 9-16,1 4-15 0,1 2-1 0,1 4 11 15,2-1-19-15,-2 2 0 0,4 1-3 0,-3 0-6 16,2 3-11-16,0-4-6 0,3 8-2 0,0 0 0 15,0 0-12-15,0 0 9 0,0 0-7 0,0 0 1 16,21 19-3-16,-13-11-1 0,6 3-8 0,-4 1 3 16,3 0-1-16,2 0-2 0,0 3 1 0,-4 0-2 0,1 0 1 15,4-2-6-15,-4 1 8 0,3-1-5 0,-2-2 2 16,2 3 1-16,-2-5 1 0,-10-4-4 16,11 2 2-16,-13-1 6 0,6-2 8 0,1-3 17 0,-8-1 13 15,12 0 8-15,-12 0 16 0,13-4 4 0,-10-3 26 16,4-1 9-16,6 0 15 0,-11-2 5 0,11-2 8 15,-3 0 10-15,3-3 8 0,-3 2 11 0,2-2 5 16,4-5 2-16,-4 5-6 0,0-3-6 0,1 3-11 16,-2 1-15-16,-1 1-5 0,0-1-16 0,0 3-16 15,-2 0-10-15,2 6-8 0,-3 0-1 0,0-1-23 16,1 2-4-16,0 1-8 0,-8 3-10 0,20 8-18 16,-12-3-30-16,-1 0-27 0,1 2-20 0,-1 3-30 0,1 5-34 15,0 1-46-15,4 2-37 0,-2-1-40 16,5 4-34-16,-2 4-39 0,2-3-56 0,-2-6-50 15,4 3-340-15,-2-3-831 0,0-1 367 0</inkml:trace>
  <inkml:trace contextRef="#ctx0" brushRef="#br0" timeOffset="199190.29">21255 13731 18 0,'-11'-11'382'0,"2"6"16"15,1-3 13-15,0 1-1 0,-4-1-2 0,2 1-17 16,4 2-16-16,-1 2-23 0,-1 0-31 0,8 3-30 16,-15-1-30-16,15 1-25 0,-15 5-27 0,10-2-21 15,0 2-13-15,-2 2-20 0,4 5-15 0,-5-2-13 16,8 0-13-16,0 7-8 0,0 0-14 0,5-2-5 0,-2 4-8 16,2 0-8-16,2-1-1 0,1 0-16 0,0 0-3 15,4 7-3-15,-4-11-7 0,0 2-4 16,1 1-3-16,-3-3-3 0,2-4-20 0,-6 0-12 0,3 0-29 15,-3-3-15-15,1 2-19 0,-1-5-18 0,-4 3-23 16,2-7-43-16,-12 5-37 0,-2-8-31 0,-1 2-37 16,-4-2-49-16,-7-6-60 0,-2-2-66 0,-2-4-232 15,-13-2-713-15,5-5 317 0</inkml:trace>
  <inkml:trace contextRef="#ctx0" brushRef="#br0" timeOffset="199340.31">20570 13465 160 0,'-5'-9'333'16,"3"5"-18"-16,2-3-17 0,0 7-26 0,-6-11-15 15,6 5-34-15,0 6-31 0,-7-6-15 0,7 6-53 0,-7-3-71 16,7 3-64-16,0 0-85 0,0 0-103 0,0 0-151 16,-6 18-379-16,11-10 167 0</inkml:trace>
  <inkml:trace contextRef="#ctx0" brushRef="#br0" timeOffset="-209941.52">8661 13338 162 0,'-16'0'184'0,"2"0"-9"15,4 0-3-15,-1 0-7 0,11 0-3 0,-22 0-7 16,19 3-8-16,3-3-6 0,-13-3-9 0,13 3-5 16,-15-2-11-16,15 2-14 0,0 0-6 0,-13 0-7 0,13 0-13 15,0 0-10-15,0 0-1 0,0 0-9 0,0 0-8 16,0 0-1-16,-14 2-5 0,14-2-7 16,0 0 4-16,0 0-5 0,0 0-1 0,0 0 15 0,0 0 7 15,0 0 8-15,35 3-5 0,-15-3 0 0,3-3-4 16,12 6-7-16,10-8-2 0,4 1-2 0,-1 3-4 15,9-1-2-15,-1-1-1 0,0 0-3 0,2-4-7 16,0 2 0-16,-2-1-3 0,5 6-4 0,2 0-3 16,-5-3 3-16,-1 5-9 0,-1-4 3 0,2-1 0 15,3 6 0-15,4-3-5 0,-9 2 4 0,3-4 1 16,3-1-2-16,-4 3-1 0,6-2 16 0,17 2 1 16,-16-1 1-16,16-1-2 0,0 2-1 0,-20-4-5 15,20 1 0-15,0-2-2 0,-16 2-1 0,-4 1-1 16,4 0-2-16,1-3-4 0,18 1 5 0,-19 1-2 15,-7 2 3-15,30-2-6 0,-24-2 4 0,19 2-6 16,-22 2 1-16,4-4 8 0,16 2 0 0,2 0 0 0,-1-3 3 16,-22 5-5-16,23-8 3 0,-22 6 1 0,23-4-5 15,-22 6 0-15,0-3-1 0,23 1-3 0,-26-1 4 16,6 1 3-16,16-1-5 0,-23 3-1 0,5-3-7 16,25 4 8-16,-24-3-3 0,-4 3 0 0,24-4 1 15,-3 4-5-15,-18-3-3 0,2 3 2 0,16-2 0 16,-17 4-1-16,21-2 2 0,-22 0 1 0,19 2-3 15,-17-1 3-15,16 3-4 0,-20-2 0 0,4 3 8 16,18-9-10-16,-2 8 18 0,-18-3-19 0,19 2 0 16,1 1 1-16,-23 1-2 0,24-3 1 0,-23-2 2 15,20 1 1-15,-19-1-1 0,19 3-2 0,0-3-2 16,-17 1-2-16,-4-1 14 0,26 7-8 0,-26-11 2 16,1 4-9-16,4 4 5 0,16-4 1 0,-17 0-3 0,-4 0 5 15,29-4-4-15,-29 4 1 0,26 4 2 16,-27-4-1-16,1 1 0 0,3-2-1 0,21 1-1 15,-19 0 4-15,-4 0-2 0,4 1 4 0,17-2-4 0,-15-3 4 16,-8 8 0-16,6-4-1 0,1 0-6 0,-8 0-1 16,3 0 2-16,-3 1 4 0,2-2-1 15,4 1-4-15,-4 0 4 0,3 0 0 0,21-4-6 0,-24 8 5 16,4-4 3-16,17 0-9 0,-21-4 10 0,3 3-5 16,20 2 2-16,-21-1-3 0,23 0 4 0,-24 0-5 15,23 0 5-15,-22 0-5 0,2 0 7 0,-1 4-7 16,0-4 3-16,20-5-1 0,-22 2 4 0,0 3-1 15,-4-6 10-15,7 5-16 0,17 1 5 0,-16-4-7 16,-4 1 4-16,23 2 3 0,-22-2-2 0,24 2 7 16,-23-4 4-16,24 3-13 0,-6-2 2 0,4 1 3 15,-2 1-1-15,-2-1-1 0,-20-1 0 0,4 1 2 16,17-3-5-16,-24 3 2 0,28-1 4 0,-24 0-6 16,-5 0 6-16,5-2-5 0,19-3 3 0,-17 3-1 0,3 1 2 15,-8 3-2-15,7-4 0 0,-3 2 2 0,20-4 11 16,-23 4-17-16,4-1 3 0,-1 0-6 15,18 2 2-15,-18-2 7 0,-3 3 1 0,1-5-2 0,0 3 2 16,2 3-4-16,-3-4-1 0,2 5-2 0,-7-5 13 16,5 4-6-16,1-5-3 0,-1 3 0 0,1-2 2 15,-5 4-8-15,4 0 4 0,-2-1 2 0,-4-1 0 16,6 6-2-16,-7-6-4 0,5 1 4 0,0 1 14 16,-9-1-11-16,3 4-2 0,-4-2 5 0,1 0-6 15,-4 1 20-15,3-1-23 0,-17-1 2 0,4 1 0 16,-3-2 3-16,-3 2-11 0,3 2 6 0,-4-4 13 15,2 4-7-15,-9-2-3 0,2 0 0 0,-1 0 0 16,-1-2 12-16,-1 2-10 0,-2-4 2 0,4 4 0 16,0-1-3-16,-3-1 4 0,-2 2-3 0,-2-1 0 15,1 2 0-15,-4-1 0 0,3 0 0 0,-9 0-1 16,4-1 2-16,-10 1 2 0,17-4-6 0,-7 4 1 0,-10 0 1 16,0 0-9-16,20-3 9 0,-20 3-1 0,0 0 2 15,5 0-4-15,-5 0 4 0,0 0-2 16,0 0-1-16,15 0 4 0,-15 0-8 0,0 0 4 15,0 0 0-15,8 7-5 0,-8-7 7 0,0 0-6 0,7 3 4 16,-7-3 10-16,0 8-12 0,6-1-2 0,-6-7-1 16,2 10 4-16,1-1 7 0,-3 0-9 0,3 3 3 15,4 3-1-15,-7 1 0 0,8-1 1 0,-8 1 2 16,7 4-5-16,-5 7 3 0,3-1 2 0,1 1 1 16,-4 0-5-16,6 6 4 0,-3-1 4 0,-2 8-1 15,9 3 3-15,-5-2 0 0,1-1 3 0,-2 2 13 16,4-3-17-16,-5-8 2 0,2 15-1 0,3-6 0 15,-3 2-3-15,6-1 3 0,-5-1 0 0,0 1-1 16,-1-12 1-16,1 11 0 0,-1-10 5 0,-2 0-3 0,3 10 2 16,-1-10 2-16,-2-3-7 0,0 5 3 15,0-6-9-15,0 1 10 0,0 0 0 0,0-2 0 16,-2 1-4-16,3-7 4 0,-1-1 0 0,-1 2 1 0,-1-1-8 16,-1-1 4-16,1 0-6 0,4 2 2 0,-7-5 6 15,5 1 5-15,-4-1-2 0,1 0 0 16,5-3 2-16,-4 1 12 0,-2 1-17 0,3-1 2 0,-1 1-2 15,0-3-2-15,1 2-2 0,-1-4 0 0,-3 3 3 16,5 3-5-16,-3-5 5 0,3 7-1 0,-2-7-1 16,0 7 3-16,1-3-2 0,-4 2 1 0,1-4-1 15,3 3-9-15,-1-3 5 0,-3 3-2 0,3-3 0 16,0-1 3-16,-1 4-1 0,3 0 3 0,-5-3 2 16,2-2-8-16,1 4 2 0,0-3 0 0,-3-4-4 15,0 2 5-15,2-1 2 0,-2 2-6 0,5-5-2 16,-5 3 5-16,0-4-2 0,0-4 1 0,2 8 1 15,-2-8 4-15,0 4 0 0,0-4 16 0,0 8-20 0,0-8 6 16,0 0-2-16,0 0 4 0,0 7-2 16,0-7 1-16,0 0 1 0,0 0 1 0,-9 5-1 15,9-5 2-15,0 0-1 0,-18 4 10 0,8-4 2 16,10 0 6-16,-18 3 0 0,10-4-2 0,-6 5 0 0,0-2-6 16,-3 0 1-16,-3-1 3 0,-1-1 1 0,-7 4-3 15,-4 3-2-15,-11-6-3 0,-2 3-5 16,-4-1 6-16,1 2-2 0,-4-2-4 0,-2 1 0 0,-7 3 11 15,1-3-14-15,-26 4 3 0,23-7-1 0,-23 2-3 16,-2 0-1-16,2 1-1 0,-5 4 3 0,5-8 1 16,-3 9-6-16,1-6 0 0,-8 4 0 0,3 0 5 15,1-2-4-15,4 0-1 0,-7-2 2 0,3-4 0 16,6 8 2-16,-10 1-3 0,-7-3 0 0,7-3 2 16,7 4-4-16,-6 3 0 0,6-6 10 0,-5 1-13 15,4 1 4-15,29-3-5 0,-32 3 4 0,9 3 2 16,0-5-3-16,21-1 0 0,-22 0-1 0,6 3 0 0,11 2 0 15,-16 1 0-15,2-2-2 0,20-2 4 0,-21 0-2 16,18 3-3-16,-19 2 0 0,19-5 3 0,-16 3 0 16,17-2 3-16,-1-2 1 0,-16 5-8 15,18-4 7-15,-2 3-2 0,-16-2 1 0,17 2-5 0,1-2 6 16,-18-2-1-16,18 4-3 0,-20 0 6 0,2 1-9 16,17-3 2-16,-23 6 0 0,6-8 5 0,20 3-1 15,-5-3-3-15,-15 8-1 0,20-7 2 0,-4 2 1 16,7 0 1-16,-6-2 1 0,2 1 0 0,-20 2-1 15,24-4-1-15,0 2-2 0,0-2 1 0,-2 1-4 16,2 3 4-16,-1-2-1 0,-1 0 2 0,7 0 0 16,-5-4-6-16,0 3 7 0,-3 0-6 0,5 0 8 15,-4 2 0-15,7-3-9 0,-5-3 3 0,0 5-1 0,0-3 4 16,0 1-3-16,5 1 2 0,-6-3 1 16,6 6-1-16,-12-3 1 0,4-3-1 0,-23 5 6 15,27 0 5-15,-5 0-10 0,-3 2-4 0,-16-1 5 0,20 1-4 16,-20-3-5-16,14 3 7 0,-12-1 0 0,-9 1 4 15,5-1-12-15,1 4 7 0,-4-5 1 0,24 1-1 16,-25 4 0-16,2 0 3 0,-6-3-2 0,7 0 1 16,-2 1 3-16,0 0-2 0,5-1 1 0,-7-3-2 15,27 2 4-15,-27-2-5 0,5 5 2 0,-6-8-1 16,24 3-1-16,-23 0 1 0,6 0-1 0,-3-1 1 16,-2 0 0-16,4 0-4 0,-3-4-1 0,5 8 1 15,18-8 5-15,-23-1-2 0,5 2 2 0,14-1 0 16,3 3-2-16,-21 5 0 0,4-8 1 0,-5 1-10 15,25 2-1-15,-25 0 12 0,3-2-5 0,0 4 5 16,19-3 0-16,-22-2 0 0,5 8-2 0,14-3 9 16,-15-1-9-16,-4-1-1 0,5 4-4 0,18-2 5 0,-17-2 0 15,21 2 11-15,-6-1-9 0,-1-1-6 0,-15 4-4 16,20-2 5-16,-4-2 5 0,5 5-1 16,-4-7-3-16,3 2-1 0,-2 2 2 0,3-3 3 0,1 3-1 15,4-3 2-15,0-1 0 0,2-1 8 0,2 2 1 16,1 1-2-16,-3 3-2 0,9-6 3 0,-1 5-1 15,-6-2-4-15,1-3 1 0,9 0-1 0,-4 0 1 16,9 0-1-16,1 1-7 0,-10 0 6 0,9 4-5 16,-7-4 2-16,-7 1 6 0,17 1-3 0,-4-1-1 15,-6-1 1-15,7-1-4 0,0 3 2 0,1-3-3 16,3 5-6-16,-6-4 5 0,4 1 2 0,-11 0 2 16,8 3 2-16,-2-3-6 0,2-2 4 0,-6 1-1 15,7 2-1-15,-1-3 0 0,1 4-1 0,0-4 3 16,4 0-1-16,-1 0 9 0,5-1-12 0,-2 1-1 15,-1 1 2-15,-1-1-1 0,11 0 3 0,-2 0-3 16,3 0 0-16,3 0 12 0,-3-1-13 0,4 1 2 0,8 1 0 16,-6-2 4-16,1 0 3 0,1-1-4 0,12 2 18 15,-14 2 7-15,14-2 2 0,0 0 3 0,-14-2 5 16,14 2 1-16,0 0 1 0,-8-3 3 0,8 3 2 16,0 0 1-16,-8-3 0 0,8 3 0 0,0 0-1 15,0 0 0-15,0 0 2 0,0 0-6 0,-15 0-1 16,15 0-4-16,0 0-3 0,-5-7-1 0,5 7 7 15,-3-7-4-15,3 7 6 0,-7-7-1 0,2 2-3 16,0-1 4-16,0 1 12 0,-2-2-5 0,2-3-2 16,-4 1 6-16,4 0-12 0,-4-7-4 0,3 1 1 15,-1-4-6-15,-1 3-2 0,0-10 7 0,1 2-6 16,2-1 2-16,-5-2-2 0,2-2-3 0,1-10 0 16,0 8-1-16,-2-12-2 0,2 5 0 0,0-7 1 0,1 6-1 15,4 2-1-15,-3-4 8 0,-2 13-9 16,6-15 3-16,-3 12-3 0,1-10-2 0,2 13-1 15,-6-19 0-15,2 17 2 0,5-2-3 0,-8-9 6 0,1 11-10 16,0-14 0-16,-1 7-1 0,2 8-1 0,1-10 7 16,0 0-13-16,-5 9 0 0,1-11 5 0,3 9-8 15,-1 2 10-15,1 3-4 0,1-3 8 0,-2-1 6 16,-1-7 0-16,1 8-1 0,0 1-2 0,2 1 3 16,0 1-4-16,-3 1-5 0,3-1 2 0,-1 4 1 15,1-4 0-15,0 4-5 0,1 0 6 0,1 4-7 16,-2-1-1-16,5-2-1 0,-2 5 5 0,1 0 1 15,-1-5-2-15,2 7 10 0,0 0-6 0,0-1-1 16,0 4-4-16,0-4 2 0,0 6 5 0,0-2-5 16,-3 0-2-16,6 8 6 0,-3-7-8 0,0 4 3 15,2 1-5-15,-2 6 5 0,1-9-5 0,-1 2 4 16,0 7-4-16,2-11 18 0,1 5 3 0,-3-3-2 0,2 1-8 16,1 3 2-16,-1-5 6 0,-2-2-3 0,2 2-4 15,-1-2-3-15,3 2 15 0,-3-7-15 16,1 0 0-16,-2 6-1 0,0-8-1 0,2 4-3 0,-2 2 1 15,-2-8-3-15,7 3-5 0,-8 3-5 0,1-4 0 16,2 3 0-16,-2 3 0 0,2-1 0 0,0-1 0 16,0 2 0-16,-1 1 0 0,1-3 0 0,0 4 0 15,0 1 0-15,-4 2 0 0,4-4 0 0,4 5 0 16,-3-1 0-16,-1 3 0 0,0 5 0 0,0-14 0 16,0 9 0-16,2 1 0 0,-2 4 0 0,0-6-31 15,0 6-6-15,0 0-5 0,0 0-23 0,0-10-8 16,0 10-22-16,0 0-27 0,0 0-30 0,0 0-39 0,0 0-47 15,0 0-57-15,0 0-15 0,0 0-12 0,0 0-12 16,0 0-15-16,13 19-11 0,-9-10-20 16,2 2-17-16,7 1-30 0,-8-1-236 0,4 6-716 0,6-2 317 15</inkml:trace>
  <inkml:trace contextRef="#ctx0" brushRef="#br0" timeOffset="-209241.7">7195 14595 242 0,'-15'0'307'0,"-3"0"-4"16,4 0-5-16,3 0 6 0,-3 0 1 0,14 0 0 16,-16-3-9-16,16 3-10 0,-17 0-18 0,17 0-23 15,-8-1-23-15,8 1-15 0,0 0-20 0,0 0-20 16,0 0-17-16,0 0-13 0,0 0-13 0,0 0-5 15,0 0-7-15,0 0-8 0,45 1-8 0,-14-2-9 16,1-3-8-16,4 4-10 0,12-4-3 0,0 0-13 16,0 0-2-16,0 0-4 0,-3 1-4 0,4-2-4 15,-4 2-5-15,3 0-3 0,-16-1-19 0,2 1-25 16,-4 3-22-16,-7 0-30 0,-6-2-34 0,3-1-25 16,-4 3-24-16,-1-1-25 0,-2 1-19 0,-4 0-31 15,-1-1-16-15,-8 1-19 0,15-2-20 0,-15 2-35 16,8-3-227-16,-3 1-584 0,-5 2 259 0</inkml:trace>
  <inkml:trace contextRef="#ctx0" brushRef="#br0" timeOffset="-208957.64">7814 14394 101 0,'0'0'287'0,"-15"-3"-2"0,15 3-4 0,-7-5-13 15,7 5-10-15,-8-1-21 0,8 1-26 0,0 0-16 16,0 0-24-16,-8-1-18 0,8 1-16 0,0 0-14 15,0 0-9-15,0 0-13 0,0 0-11 0,0 0-4 16,0 0-6-16,0 0 12 0,16 10-2 0,-8-6-1 16,6-1-2-16,1 4 6 0,1-2-8 0,4 2-1 15,-3-2-12-15,4-2-7 0,-1 2-4 0,-4-2-14 16,4 4-2-16,-5-2-4 0,0-1 2 0,-2-1-5 16,-1 2-5-16,-4-1-4 0,-1 1 0 0,1 0-9 15,0 0-2-15,-3 2-2 0,-1-2 1 0,-1 6 1 16,-1 1-5-16,-2 3-3 0,-4 0 7 0,-1 4-22 0,0-3-32 15,-11 4-39-15,1 7-47 0,-7 8-54 16,1 3-67-16,3-11-81 0,-2-2-250 0,3 5-620 16,2-3 274-16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4T09:50:22.49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4311 1444 246 0,'0'0'345'0,"7"-10"-13"0,-7 10-39 0,3-3-26 15,-3 3-33-15,0 0-26 0,0 0-25 0,0 0-21 0,0 0-12 16,0 0-20-16,12 16-13 0,-12-5 4 16,6 0-15-16,1 3-10 0,-2 13 0 0,-2 0-7 15,4 0-5-15,0 5-10 0,-4 9-5 0,4-11-10 16,-1 1 2-16,1 7-7 0,-1 1-9 0,1-10-3 0,0-2-4 15,-4 0-4-15,4-1-6 0,-7-6-1 0,5-1 1 16,-4-6-4-16,-1 5-4 0,0-6 2 16,4-1 2-16,-4-3-2 0,3-4 0 0,-3 2 8 0,1 0 23 15,-1-6 14-15,0 0-8 0,0 0-8 0,0 0-3 16,0 0-7-16,-14-21-3 0,12 4 0 0,-3 4-2 16,2-6-9-16,-2-8-2 0,-4-5 0 15,4-9-10-15,2-2 10 0,-3 1-19 0,1-2 5 0,5 1-6 16,-7-3 3-16,12 5-5 0,-5 11 3 0,0-2 17 15,-7 4 5-15,7 0 8 0,0 8 0 0,0 2 5 16,7-1-3-16,-7 0 2 0,2 3-7 0,-2 4-1 16,5-6-3-16,-4 5-6 0,6 2-4 0,-1 0-5 15,1 2-2-15,3 2 1 0,2-4-7 0,-3 7 2 16,3-4 0-16,5 6-7 0,-2 2 13 0,4 0-11 16,-2 2-3-16,3 5 0 0,0-2-3 0,0 2-3 15,-1 1-3-15,-2 7-2 0,6-3 0 0,-8 7-4 16,7 0-1-16,-6 0 2 0,-3 2-3 0,-4-3-1 15,-3 2-1-15,1-1-3 0,-7-2 8 0,0 5 0 16,-3-3 8-16,-1-1 0 0,-7 1 2 0,-1-2-6 16,-3-4 8-16,0 5 2 0,2-6-1 0,-4 3 9 15,3-6 21-15,-1 3 11 0,0-5 2 0,6 1-2 16,-2-2 7-16,4 0-2 0,-1-3-13 0,5 3 4 0,-4-3-10 16,7-3-1-16,-7 9-5 0,6-3-2 15,1 0-1-15,0-6 1 0,1 15-1 0,6-7-3 16,1 5 0-16,2 1-3 0,4 1-24 0,2 2 1 15,2 0-2-15,7 2 17 0,-2 4-9 0,2-4 0 0,0 3 9 16,-2-2-39-16,5 0-26 0,-3-4-32 0,0 6-23 16,-2-6-33-16,-5-1-24 0,7 0-25 0,-8-3-29 15,-1-4-35-15,-1-1-32 0,0-3-19 0,3-2-241 16,-1-2-602-16,-7-5 266 0</inkml:trace>
  <inkml:trace contextRef="#ctx0" brushRef="#br0" timeOffset="317.68">5083 1745 58 0,'0'-7'246'0,"0"7"-20"0,0 0-2 16,0 0 19-16,0 0 10 0,-7 17 2 0,7-8-3 15,-2 2-22-15,-3 3 1 0,4 6-11 0,1-7-30 16,0 7-14-16,0-4-13 0,1-2-21 0,6 6-2 16,-5-4-17-16,9 2-1 0,-2-5-12 0,4 1-9 15,2-4-12-15,0 1-4 0,-1-4-10 0,6 0-7 16,-1-5-5-16,0 1 2 0,-2-1-11 0,0-4 0 15,-3-2-4-15,1 0-8 0,0-7-10 0,-2-1-5 16,-1 3-14-16,-2-5 11 0,-5-1-17 0,-2-1-1 16,-3 1 10-16,0-1-17 0,-5-3 8 0,-5 0-3 15,0 2 4-15,-8-2-4 0,2-2 18 0,-1 7 9 16,-3-1 0-16,2 3 6 0,0 5-1 0,1-5-5 16,-4 4-6-16,6 1-3 0,5 1-4 0,-2 3-6 15,6-3-5-15,-3 5-30 0,1-3-32 0,8 4-36 16,0 0-31-16,0 0-35 0,0 0-42 0,0 0-39 15,0 0-33-15,0 0-34 0,23 12-247 0,-11-13-597 0,4-5 264 16</inkml:trace>
  <inkml:trace contextRef="#ctx0" brushRef="#br0" timeOffset="734.04">5450 1358 256 0,'0'-8'378'0,"-5"0"15"0,3 1-13 16,2 1-22-16,0 6-30 0,0-10-25 0,0 10-48 15,0 0-28-15,0 0-24 0,0 0-23 0,0 0-16 0,-1 20-16 16,-4-5-16-16,5 2-11 0,0 1-14 0,0 1-7 16,0 4-9-16,0-3-9 0,5 7-10 0,-4-4-8 15,1 6-3-15,3-4-8 0,-5-1-4 0,8 2-7 16,-8-6 2-16,0-5-7 0,5 1-6 0,-5-5-7 16,0-3-1-16,2 0-5 0,-2-4-9 0,2 3 9 15,-2-7-2-15,8 7-2 0,-8-7-4 0,10-2-6 16,-10 2 7-16,15-7 0 0,-7 2-9 0,0 1 3 15,7-4 0-15,-5 1-3 0,8 3-2 0,-1-4 3 16,3 2-4-16,-2 0-7 0,3 2-2 0,-2 2 1 16,-3 2-8-16,2 0 1 0,2 2-8 0,-3 2 8 15,3-1 1-15,-5 7-6 0,1-2 6 0,-1 1 4 16,3 3-2-16,-8 1 0 0,-2 1 1 0,-1 1 2 16,0 2 1-16,1-4 0 0,-8 4 1 0,0 0-4 15,-8 3 19-15,1-3-10 0,-9 0 1 0,1 0 4 16,-5-3 2-16,-3 1-2 0,-2-3 3 0,-2 1-5 15,-1-4 0-15,7-1 6 0,2-3-3 0,1-2-9 16,3 5-20-16,5-7-38 0,0 1-52 0,-1-4-44 16,11 2-55-16,-20-7-79 0,18 2-69 0,2 0-199 15,0-5-607-15,2-2 269 0</inkml:trace>
  <inkml:trace contextRef="#ctx0" brushRef="#br0" timeOffset="2416.73">1895 1603 267 0,'0'-13'340'0,"1"2"-10"0,-2 4-26 16,1-1-16-16,0 3-23 0,0 5-29 0,0-11-31 15,0 11-25-15,0 0-20 0,0 0-12 0,0 0-16 16,-7 24-12-16,7-5-13 0,-6 7-16 0,-1 2-4 16,7 4-4-16,-10 10-11 0,3-3-8 0,1 3-7 15,2-3-4-15,0 2-7 0,0-13-1 0,-2 0-5 16,1 4 8-16,-2-5-19 0,4 0 3 0,-4-7-6 16,2-4 10-16,2 0-14 0,-2-4 1 0,2 0 0 15,-2-4 3-15,3-2 16 0,2 2 41 0,0-8 15 16,0 0-9-16,0 0-6 0,0 0-12 0,-10-19-7 15,10 0-5-15,0-1-11 0,0-7 1 0,5-1-7 16,2-16 1-16,-1 1-2 0,2-5-2 0,1-8-7 16,-3 4-7-16,3 1 3 0,-1-2-5 0,-1 7 22 15,1 3 18-15,-2 0 11 0,-1 12 16 0,-3 3 13 16,3 10 4-16,0-2 8 0,-5 5 2 0,0 0-3 16,3 4-8-16,1 1-12 0,-4 1-15 0,3 0-11 15,0 5-9-15,-3 4-12 0,0 0-5 0,0 0-3 16,0 0-2-16,18 22-3 0,-8-5-6 0,-1 2-1 15,2 8-2-15,1 1-2 0,3 11 1 0,5 1-7 0,-6 1 2 16,8 0-13-16,-5 1-29 0,-4-2-16 16,0 1-28-16,-1-4-15 0,2 2-28 0,-2-9-20 15,-5-3-48-15,-1-1-4 0,-1-4-28 0,0 8-15 0,-3-10-12 16,5-5-13-16,-7-3-8 0,0-1-1 0,0-4-5 16,0 4 21-16,-4-4-12 0,4-7-11 0,-10 3-6 15,10-3 14-15,0 0 3 0,-23-12 11 16,12 3-130-16,-9 2-404 0,5-4 179 0</inkml:trace>
  <inkml:trace contextRef="#ctx0" brushRef="#br0" timeOffset="2983.31">2012 1993 1312 0,'-21'-12'-104'0,"4"5"31"0,-3-1 29 0,-3 1 25 16,3-1 22-16,4 1 25 0,-1-1 35 0,6 6 20 16,-1-1 8-16,1-2 3 0,1 2 4 0,3 0-11 15,-1 2-8-15,1-4-11 0,7 5-4 0,0 0 0 16,0 0 24-16,0 0 7 0,0 0-5 0,0 0-7 16,32 0-5-16,-18-2-10 0,8 1 0 0,4-2-10 15,1 2-6-15,1-1-2 0,2-3-8 0,0 2-3 16,-2-2-5-16,0 3-4 0,-5-3-1 0,-1 1-5 15,-1 4-1-15,-3-1-5 0,2 1-1 0,-3 0 3 16,-6-2-28-16,1 4-2 0,1-1 1 0,-6 6-1 16,3 1 1-16,0 0 4 0,-4 5-1 0,-1 2 1 15,0 3 5-15,0 0 22 0,-2 9 13 0,-1 0-4 16,3 2 5-16,-5 2 10 0,2-3 5 0,3 2-2 16,-10 9-7-16,5-10-2 0,-2 1-4 0,4 3-2 15,-2-5-2-15,5 4-3 0,-10-6-4 0,10-4-4 16,-10-1 2-16,3-5-6 0,4 1 3 0,-4-2-3 15,2-3-2-15,0-4 0 0,0 1 3 0,0-2 9 16,0-7 24-16,0 6 0 0,0-6-4 0,0 0-10 16,0 0 3-16,0 0-7 0,0-29-7 0,0 11-13 15,0 1-10-15,-7-12-18 0,1-3-12 0,-2 1-15 16,-1-11-10-16,-2 0-10 0,1-2-7 0,0 2-5 16,-2-2 10-16,2 0 6 0,2 0 6 0,3 15 3 15,-7-3 9-15,9 2 20 0,-5 3 16 0,3 1 18 16,2 8 10-16,-2-1 9 0,3-1 11 0,-1 1 2 15,-1 4 0-15,4 0 1 0,0 6-5 0,2-3-4 0,0 1-5 16,3 2-2-16,0 2-8 0,-2-1-1 16,2 3 0-16,3-2-5 0,-5 4-3 0,9-1-3 15,-4 4-2-15,-8 0-1 0,30 6 0 0,-18 0 0 16,-1 1 1-16,4 5-6 0,0-1 3 0,0 3 2 0,3 5-2 16,-10-4-4-16,7 6 5 0,-1 3-2 15,-4 0 0-15,-4 0-5 0,1 0 5 0,-6-4-4 16,-1 5 0-16,0 1 6 0,-1-3 1 0,-6 1-14 15,-1 2 13-15,-5-2-7 0,-2-1-10 0,3 0-9 0,-4-3-13 16,6-2-18-16,-4-3-16 0,0-2-10 0,-1 3-15 16,3-5-22-16,-1 1-29 0,1 0-36 0,6-9-42 15,-3 4-249-15,6-5-506 0,3-2 224 0</inkml:trace>
  <inkml:trace contextRef="#ctx0" brushRef="#br0" timeOffset="3684.32">2530 1780 294 0,'0'0'266'0,"0"0"-3"16,0 15 3-16,0-3-15 0,-1-1-16 0,1 10-23 15,0-2-21-15,0 7-14 0,1 1-16 0,3 1-12 16,-3 1-11-16,1 0-13 0,3 11-10 0,-5-7-13 16,2-5-12-16,1 11-9 0,0-5-7 0,-1-4-4 15,1-3-7-15,-1 1-6 0,0 0-8 0,6 2-2 16,-8-3-4-16,0-4-3 0,0-7-3 0,0-1 10 16,0-7-12-16,0 1-2 0,0-5 2 0,0 3 19 15,0-7-7-15,0 0 5 0,0 0-11 0,0 0 0 16,0 0-10-16,-15-16-3 0,13 6-6 0,-4-7-7 15,4 5-15-15,0-6-9 0,-3-9-8 0,5 0-12 16,-5 0-4-16,9 2 6 0,-9-5 4 0,5 0-3 16,0 3 4-16,0 0-7 0,-4 2 20 0,4 3-8 15,0-5 5-15,0 2 5 0,-3 1 4 0,3 5 23 0,0-7-12 16,-2 6 13-16,4 4 2 0,1-2 3 16,-3 3 16-16,2-1-5 0,-2-3-1 0,2 6-8 15,3 2 5-15,-4-4-3 0,1 7-12 0,1-3-4 16,-1 0 3-16,3 4-2 0,-2 0 8 0,-1 0-16 0,3 2 1 15,0 0-4-15,-5 5-5 0,10-3 4 0,0 1 2 16,-10 2-10-16,0 0 2 0,16 5 2 16,-7 1 13-16,-6-2-17 0,5 3 4 0,-1 2-5 15,-1-1-3-15,1 9-1 0,-5-4-3 0,4 3 1 0,-6-1 1 16,0 2 0-16,0 3-15 0,0-3 0 0,0 2-7 16,-13 5-9-16,10 3-14 0,-4-11-13 15,-6 7-16-15,1-4-16 0,1-2-30 0,-4 7-24 16,5-9-35-16,-2 4-31 0,-1-5-33 0,5-6-208 0,-1-1-499 15,3-1 221-15</inkml:trace>
  <inkml:trace contextRef="#ctx0" brushRef="#br0" timeOffset="3899.94">2891 1857 129 0,'0'0'355'0,"0"0"-20"0,0 0-22 16,0 0-18-16,5 4-22 0,-5-4-23 0,0 0-23 16,0 0-8-16,0 0-35 0,0 0-19 0,17-10-10 15,-11 5-23-15,6 2-13 0,0 2-18 0,2-3-63 16,6-3-39-16,-5 5-55 0,8-8-48 0,-6 6-67 16,1-2-82-16,4-3-199 0,-4-3-487 0,5 6 215 15</inkml:trace>
  <inkml:trace contextRef="#ctx0" brushRef="#br0" timeOffset="4183.01">3227 1707 160 0,'0'0'242'16,"10"7"2"-16,-5-2-1 0,3-2 0 0,4 3-4 15,0 0-2-15,-6-2-24 0,2 3-21 0,6-3-21 16,-1 4-13-16,-3-1-16 0,1 2-15 0,-2 0-13 15,-1-3-7-15,-1 3-9 0,-6 5 27 0,8-3 18 16,-6 3 18-16,-1-5-2 0,-4 9 2 0,-1-4 12 16,-1 1-13-16,-2-2-2 0,-1-1-12 0,7-2-9 15,-8-1-15-15,3-1-12 0,3 1-13 0,0-1-10 16,-4-3-6-16,6 3-4 0,0-2-13 0,0-6-3 16,8 6-9-16,7-4-8 0,-2-2-25 0,10 0-34 0,7-7-57 15,5 4-74-15,10-7-66 0,-1 3-82 0,-1-3-112 16,4-6-281-16,-4 1-745 0,3-1 329 15</inkml:trace>
  <inkml:trace contextRef="#ctx0" brushRef="#br0" timeOffset="4500.62">4005 1858 11 0,'-5'5'391'0,"5"-5"-20"0,-5 3-32 0,5-3-34 16,-8 6-30-16,5 0-29 0,-1-3-16 0,-1 1-36 0,0 3-13 15,0-2-21-15,0 3-7 0,0-1-24 0,1 4-14 16,0-3-11-16,-1-3-14 0,2 6-4 0,3 0-8 16,-5-6-9-16,3 3-5 0,-1-1-9 15,3-7-3-15,0 10-10 0,0-10-13 0,3 7-3 0,-3-7-11 16,4 8-2-16,-4-8-1 0,6 0-10 0,-6 0-9 15,0 0-15-15,12-10-11 0,-9 5-9 0,4-2-7 16,-7 0-4-16,5-4-4 0,-5 2-6 0,1 5-11 16,-2-7-13-16,1 3-16 0,-4 0-30 0,3-3-29 15,-3 6-30-15,-2-3-31 0,-1 2-29 0,-4 1-130 16,1-3-412-16,1 5 183 0</inkml:trace>
  <inkml:trace contextRef="#ctx0" brushRef="#br0" timeOffset="4800.52">3800 1701 300 0,'0'0'289'0,"0"0"-28"0,-13 1-30 15,13-1-23-15,0 0-18 0,-7 5-20 0,7-5-17 16,0 0-15-16,0 6-12 0,0-6-13 0,0 0-7 15,17 5-8-15,-17-5-12 0,18 0-5 0,-18 0-7 16,16 0-9-16,-4-4 2 0,-2 1-13 0,0 2-7 16,-4-7 3-16,3 5 16 0,1-1 19 0,-7 1-7 15,5-2 12-15,-4 1 0 0,-1-4 2 0,0 4-4 0,-3-3-6 16,0 7-11-16,-3-14-10 0,0 8-10 16,3 6 8-16,-7-11-27 0,-1 8-29 0,4 2-40 15,4 1-30-15,-11-4-37 0,11 4-44 0,-18 5-60 16,11-2-65-16,-3 5-230 0,3-2-546 0,-1 4 242 15</inkml:trace>
  <inkml:trace contextRef="#ctx0" brushRef="#br0" timeOffset="5534.33">6185 1632 247 0,'-3'-6'328'0,"-6"5"-15"0,8-6-21 0,1 7-28 16,-15-1-23-16,15 1-23 0,-20 9-24 0,12-2-5 0,-4 7-25 15,-4 3-16-15,6-6-12 0,-4 9-18 0,1 3-9 16,5-5-11-16,0 4-10 0,1 4-7 16,2 1-8-16,5-7-4 0,2 7-9 0,1-8-6 15,4 0-3-15,1-4-3 0,5 1-2 0,4-1-7 0,-2-3 3 16,6 0-6-16,7 0-11 0,-8-4 4 0,5-4-2 16,-4-4-3-16,1-1-4 0,-2-2-6 15,-4-5 6-15,1 0-1 0,3-3-8 0,-12-4 1 16,0 2-2-16,-1-6-3 0,-5 3 1 0,-2 0-2 0,-4-6 0 15,-2 6-3-15,-8-4-3 0,1 5 5 0,-3-7 15 16,-4 5-11-16,-5 2 2 0,10 3 0 0,-6 2 0 16,6 1 11-16,-2 0-20 0,-1 3 3 0,3 0-7 15,7 3-16-15,-1-3-9 0,3 1-36 0,6 5-17 16,-7-4-4-16,7 4-13 0,10-9-31 0,2 6-44 16,9-1-54-16,7-6-42 0,4-3-219 0,9-5-527 15,4 2 234-15</inkml:trace>
  <inkml:trace contextRef="#ctx0" brushRef="#br0" timeOffset="5750.13">6725 1284 11 0,'3'-11'271'0,"-1"3"12"0,-2-6 17 15,0 5 6-15,0 1 15 0,-2-2 8 0,-3 5-3 16,5-2-11-16,0 7-21 0,-7-8-29 0,6 4-29 16,1 4-27-16,-4-6-22 0,4 6-24 0,0 0-19 15,-15 12-12-15,14-4-14 0,-6 0-12 0,4 11-10 16,-2-4-13-16,0 10-4 0,2 2-8 0,1 4-9 15,-3 3-8-15,5 5-1 0,2 1-8 0,1-1-25 16,-3 3-20-16,2-3-26 0,6 2-27 0,-8-10-21 16,6-1-23-16,3-2-22 0,-4 0-19 0,3-1-29 15,0-2-33-15,-1-10-38 0,1 0-40 0,2-5-47 0,0-1-203 16,0-4-571-16,0-5 253 0</inkml:trace>
  <inkml:trace contextRef="#ctx0" brushRef="#br0" timeOffset="5935.33">6782 1590 260 0,'-11'-3'291'0,"3"2"-6"0,8 1-17 0,-12 0-25 15,12 0-19-15,0 0-24 0,-15 0-23 0,15 0-16 16,0 0-17-16,0 0-13 0,-3 8-8 0,3-8-11 0,0 0-7 16,21 8-10-16,-12-5-9 0,10 2-12 15,6-4-21-15,-5-1-15 0,15 2-48 0,-4-1-58 0,4-2-72 16,11-9-99-16,-2 3-197 0,-1-3-472 15,3-4 209-15</inkml:trace>
  <inkml:trace contextRef="#ctx0" brushRef="#br0" timeOffset="6200.99">7628 1270 255 0,'0'0'277'0,"-6"7"-19"0,6-7-35 0,0 7-23 16,0 4-19-16,1-4-19 0,-1-1-16 0,5 13-15 15,-3-4-10-15,3 5-14 0,-3 7-7 0,4 0-9 16,2 1-9-16,-3 1-10 0,4 3-5 0,-3-4-5 16,-1 2-4-16,5-2-5 0,-2-5-7 0,-1 3-3 15,0-9-3-15,-2 0-20 0,0 0-22 0,1-6-18 16,-6-2-8-16,2-2-14 0,0-4-39 0,-2-3-42 15,0 0-26-15,0 0-29 0,10-17-20 0,-10 5-131 16,0-5-357-16,-4 1 157 0</inkml:trace>
  <inkml:trace contextRef="#ctx0" brushRef="#br0" timeOffset="6383.95">7683 1281 193 0,'-3'-15'246'16,"-1"3"14"-16,1 1 12 0,-2 6-1 0,3-4-16 15,1 2-27-15,-3 3-23 0,4 4-23 0,-1-7-19 16,1 7-18-16,0 0-17 0,0 0-13 0,0 0-11 15,0 19-13-15,0-8-7 0,6 4-7 0,-1-1-5 16,4 4-10-16,4 5-3 0,-3 1-9 0,5 3-2 16,1 1-20-16,6-1-27 0,-4-1-29 0,0-2-43 15,4-2-41-15,1-1-57 0,5-6-40 0,-5 2-54 16,5-8-152-16,-5 3-449 0,9-8 199 0</inkml:trace>
  <inkml:trace contextRef="#ctx0" brushRef="#br0" timeOffset="6716.64">8218 1461 118 0,'0'0'247'0,"-7"-7"-4"16,2 4-3-16,5 3-22 0,-15-5-16 0,15 5-12 16,-21 5-13-16,11-4-1 0,-7 6-22 0,0 1-11 15,1-2-15-15,1 3-11 0,-2 0-12 0,3 5-7 0,-3-4-11 16,2-1-9-16,2 4 0 0,0-5-14 16,-1 2-6-16,3-1-3 0,1-1-8 0,0-4 1 15,5-2-2-15,-5 6 25 0,8-7 24 0,2-1 0 16,0 0-11-16,0 0-7 0,-14-9-4 0,14 3-12 0,3-3 10 15,-3-9-21-15,6 3-5 0,1-5 4 0,1-2-2 16,4-2-7-16,-2-3 0 0,3 2 8 16,0-2 8-16,2-2 9 0,-3 4 1 0,1-1 11 15,-1 4 14-15,-7 5 28 0,5 0 5 0,-5 2 11 0,-1 8 3 16,1-2-11-16,-1-2-14 0,-3 6-14 0,4 0-14 16,-5 5-15-16,0 0-8 0,0 0-5 15,0 0-5-15,14 24-6 0,-11-11-7 0,0 7 2 16,4 7-5-16,-4 2-5 0,5 15-14 0,2-5-51 0,2 3-56 15,3 2-48-15,0 0-40 0,-2 2-32 0,2-2-38 16,1-1-34-16,4-1-17 0,3-6-47 0,-1-12-318 16,-2 0-720-16,5-3 319 0</inkml:trace>
  <inkml:trace contextRef="#ctx0" brushRef="#br0" timeOffset="7083.42">8659 1602 175 0,'0'-8'388'0,"-1"-2"18"15,1 1-3-15,-5 5-10 0,3-4-18 0,-3 0-29 16,5 8-34-16,-3-7-34 0,3 7-26 0,-7-4-26 16,7 4-22-16,0 0-25 0,-11 8-17 0,2 2-21 15,8-3-14-15,-4 0-11 0,3 7-10 0,-4-2-9 16,6 4-11-16,-7-2-7 0,7 4-9 0,0-3-6 16,0 0-21-16,5 0-17 0,3 0-15 0,-1-3-16 15,3 0-8-15,1 0-18 0,-1-5-15 0,10-3-29 16,-2 0-2-16,2-2-17 0,-3-4 1 0,3-4 4 15,-1 0 20-15,-2-3-3 0,0-5 8 0,-1 1 6 16,-3-2 4-16,-1-9 4 0,1 0 8 0,-10 4 6 16,-1-7 5-16,-2 10 11 0,-5-2 21 0,-1 0 26 15,-6-1 26-15,-1 5 11 0,-4 0 10 0,-3-1 7 0,2 5-14 16,0 1 3-16,0 3-8 0,-4 0-4 16,-6 4-8-16,5 3-9 0,1-1-6 0,6 2-21 15,-4 1-17-15,5 4-35 0,-5 0-36 0,10-2-25 16,-3 3-21-16,6 2-21 0,4 1-13 0,-2-2-12 0,5-3-15 15,0-5-30-15,8 14-32 0,6-12-41 0,-1 2-222 16,2-4-546-16,1 0 242 0</inkml:trace>
  <inkml:trace contextRef="#ctx0" brushRef="#br0" timeOffset="7549.96">9090 1030 192 0,'0'-12'348'0,"0"8"6"15,0-2 10-15,0 6-15 0,0-10-38 0,-4 3-15 0,4 7-41 16,0 0-27-16,0 0-26 0,0 0-21 0,0 0-9 16,0 0-34-16,-13 23-10 0,10-9-11 0,0 3-16 15,1 3-14-15,4 10-1 0,-2 0-8 0,3 9-7 16,0-1-3-16,4 3-2 0,-1 0-10 0,3 2 6 16,2-4-20-16,-6 2-4 0,7-2-35 0,-6-7-28 15,3-4-25-15,-1-4-19 0,0 5-22 0,-1-13-19 16,-2 3-15-16,0-10-9 0,-2 2-4 0,-1-2-14 15,3-6-31-15,0 0-25 0,-5-3-14 0,0 0 2 16,5-24 11-16,-4 17 15 0,-1-5 27 0,-1-3 20 16,-4-6 41-16,0-4 23 0,0 8 29 0,0-8 40 15,-5 1 43-15,3 5 40 0,-1-1 32 0,0 4 20 16,-1-2 21-16,3 3 20 0,-1 2 17 0,1 2 19 16,4-1 10-16,-3 6 2 0,3-4 1 0,1 1-17 15,1 3-19-15,0 6-9 0,-4-9-25 0,4 9-17 16,5-11-17-16,0 10-8 0,-5 1-7 0,17-2-17 15,-17 2-4-15,15 3-10 0,-5-2-2 0,5 10 0 16,3-5-14-16,-2 2-4 0,1 2-2 0,11 5-8 16,-6 1-1-16,-1-1-4 0,1 5-2 0,-6 1-19 15,7-3-28-15,-9 1-30 0,2 1-31 0,-1 4-16 0,-2-2-21 16,-1 1-13-16,-4-5-17 0,-1 7-20 16,-2 1-20-16,0-10-28 0,-5-1-12 0,3 2-13 15,-1-7-13-15,-2 1-6 0,-2-5-195 0,2 1-495 16,-3 0 219-16</inkml:trace>
  <inkml:trace contextRef="#ctx0" brushRef="#br0" timeOffset="8117.07">9616 1386 231 0,'3'-3'250'0,"-3"3"-21"16,5-5-25-16,-5 5-22 0,0 0-6 0,0 0 19 15,0 0 3-15,7 14-8 0,-7-5-9 16,2 3-13-16,-2 0-12 0,0 0-16 0,5 6-15 15,-10 0-9-15,10-2-12 0,-2 5-8 0,4-3-11 16,-1 2-6-16,2-4-6 0,4-1-5 0,-2 8-5 0,3-8-6 16,2-2-6-16,0 1 0 0,-2-2-8 0,4-3-12 15,-2-2 0-15,1-4 14 0,2-3-21 0,-6 0-2 16,1 0-6-16,1-4-4 0,-5-2-7 16,3 0-5-16,-9-3-2 0,6-1 0 0,-4-5-1 0,-5 1 1 15,0-1-3-15,-5-3 6 0,0 4 2 0,-2-2 10 16,2 4 15-16,-3-3 14 0,1 4 9 0,1 2 10 15,-3-1 3-15,3 1-1 0,-1 0 8 0,2 0 6 16,0 3-12-16,0 2-3 0,-1 1-9 0,6 3-12 16,-4-8 4-16,4 8-28 0,-1-8-26 0,1 8 7 15,0 0-4-15,0 0-3 0,0 0 4 0,0 0 7 16,18 17-24-16,-13-11-4 0,3 0-10 0,0 3-1 16,7 4-7-16,0 2 0 0,2-1 0 0,-1-1-12 15,4 3-3-15,0 4-4 0,-5-6 4 0,0 4 1 16,0-3 4-16,-2 0 5 0,2-1 5 0,0-4 2 15,-7-1 8-15,0-1 2 0,-3-3 8 0,2-3 10 16,-1 1 13-16,-6-3 14 0,0 0 18 0,0 0 16 16,10-12 18-16,-5 3 13 0,-3-6 21 0,1 0 14 15,1 0 24-15,-1-2 16 0,0-2 12 0,0-1 13 16,2 2 10-16,-1-1 6 0,1-1-10 0,0 3-1 16,-2-3-8-16,5 6-9 0,-3-1-14 0,2 2-16 15,-4 2-13-15,2 3-15 0,-2 0-17 0,6 2-10 16,-4 3-13-16,3 0-5 0,-8 3-7 0,18 5 1 15,-1 3-15-15,-7 0-15 0,5 7-20 0,1 0-34 0,2 8-45 16,-3-3-46-16,0 3-57 0,8-2-43 16,-5 3-50-16,-3-2-23 0,-5 4-35 0,4-11-49 15,-6 1-49-15,0-4-319 0,-1-1-804 0,-6-5 356 16</inkml:trace>
  <inkml:trace contextRef="#ctx0" brushRef="#br0" timeOffset="8267.08">9974 1248 239 0,'-17'-14'473'0,"2"2"-23"0,2 1-35 0,3 0-41 0,3 2-42 15,-1 5-31-15,1-4-45 0,4 2-60 16,2 1-75-16,1 5-72 0,0 0-74 0,0 0-70 16,0 0-88-16,0 0-302 0,0 0-523 0,13 23 232 0</inkml:trace>
  <inkml:trace contextRef="#ctx0" brushRef="#br0" timeOffset="8583.43">11457 1241 64 0,'0'0'358'15,"1"5"-39"-15,-1-5-38 0,-3 8-22 0,0 3-28 16,-6 2-25-16,3 9-19 0,4 2-9 0,-6 8-10 16,1 12-13-16,-1 2-13 0,3 4-26 0,2 2-10 0,3 5-8 15,1 3-10-15,6 15-9 0,1-3-8 16,1 4-9-16,-1-23-2 0,-2 21-3 0,8-19-5 16,-6 3-4-16,5-2-4 0,-1 15 1 0,-2-22-4 15,-4 0-6-15,4 1-10 0,-3-12-21 0,-1-10-19 0,-2-1-20 16,1-11-35-16,-2-1-20 0,4-6-6 0,-7-2-45 15,3-3-55-15,-3-4-37 0,0 0-34 0,8-23-139 16,-6 7-441-16,1-14 195 0</inkml:trace>
  <inkml:trace contextRef="#ctx0" brushRef="#br0" timeOffset="8833.43">11362 1408 266 0,'-6'-15'344'0,"-3"0"-4"15,3 3 5-15,-1 4-41 0,6-6-29 0,1 2-35 16,1 4-6-16,6 1-34 0,-1-2-18 0,3 3-24 16,11 4-17-16,-6-3-17 0,8 2-11 0,-5 7-9 15,6-3-16-15,-5 4-6 0,0 3-13 0,10 6-7 16,-8-6-10-16,3 6-9 0,-6-1-18 0,-2 2-9 16,0-3-13-16,-7 6-5 0,-2-5-5 0,3 4-3 15,-9 3-6-15,0-3 3 0,-9 0-8 0,1 3-12 16,-5-5-8-16,-9 4-17 0,-1 2-10 0,-7-5-16 15,-6 8-21-15,5-6-18 0,-4 5-21 0,5-7-40 16,7-2-41-16,1-4-40 0,3 1-138 0,2-2-434 16,9-2 192-16</inkml:trace>
  <inkml:trace contextRef="#ctx0" brushRef="#br0" timeOffset="9517.17">11905 1657 167 0,'18'-12'334'0,"1"4"4"0,-3-8 2 0,4-3 11 16,0-4-3-16,-4 6-3 0,1-5-7 0,-7 3-11 0,5-4-13 15,-2-2-19-15,0-2-19 0,-4-2-21 16,5-11-26-16,0-1-19 0,-4 0-21 0,-4 0-22 16,3 8-15-16,-6 3-16 0,-2-3-13 0,1 4-12 15,-2 2-14-15,0 2-10 0,0 5-8 0,-2 7-12 0,1 2-6 16,1 3-10-16,-3-3-18 0,3 2-24 0,-4 3-31 15,-1 1-15-15,5 5-5 0,0 0-5 0,-21 12-9 16,11-7-7-16,-5 13-6 0,2 5-10 16,-1 0-6-16,4 6 0 0,-3 1-12 0,8 1 9 0,2 10 2 15,-2 1 1-15,3-2 4 0,11 3-4 0,-8-3-3 16,6-10-2-16,6 9-1 0,2-1-1 0,0-11 18 16,6-2-18-16,1 0 8 0,-1-5 7 0,6 1 6 15,-1-4 7-15,9-5 5 0,-5-5 4 0,16-2 6 16,-1-5 6-16,-2-7 7 0,-5 2-1 0,5-7 9 15,-1-2 7-15,-16-1 10 0,7 0 20 0,-6-3 25 16,-3 0 17-16,-9 2 32 0,2-4 33 0,-7 6 18 16,0-2 16-16,-5 3 6 0,-5-6-1 0,5 4-5 15,-10 2-10-15,5-2-14 0,-10 3-13 0,0 3-12 16,0 0-13-16,2 5-8 0,-7-3-10 0,0 6-7 16,-3-3-8-16,-4 4-7 0,2 4-4 0,-3 0-7 15,2 1-6-15,-1 9 0 0,1-4-8 0,-3 5-11 16,8-1-17-16,-2 5-14 0,1-6-19 0,9 4-21 15,-5 3-1-15,6 5-10 0,0-8-15 0,6 2 1 16,1 2 1-16,0-8 7 0,6 7 6 0,-4-13 6 16,5 4 7-16,1 0 6 0,5-6 2 0,-5 2 11 15,16-6 0-15,-6 1 6 0,-2-5 1 0,6-2 14 16,6-2-8-16,0-4 3 0,-8 7 10 0,1-12 18 16,3 0 35-16,-6 7 9 0,-2-5 19 0,-1 3 23 15,0 0 22-15,-3-1 14 0,-2 1 16 0,0-1 8 16,-5 3 7-16,-4 3-10 0,6 2-8 0,-2-1-15 15,-4 2-10-15,-1 3-16 0,7-7-16 0,-7 7-14 16,0 0-11-16,0 0-11 0,0 0-9 0,0 0-20 0,0 0-21 16,8 19-24-16,-8-11-33 0,0 2-28 0,0 2-35 15,7-1-27-15,-5 7-33 0,4-1-29 0,3-4-19 16,4 6-17-16,-3 1-34 0,1-6-51 16,3-2-50-16,-3-2-314 0,7-1-753 0,-3-5 334 0</inkml:trace>
  <inkml:trace contextRef="#ctx0" brushRef="#br0" timeOffset="9917.2">13099 1374 226 0,'-5'-5'332'0,"3"-2"6"16,2 7-10-16,-5-6-18 0,5 6-18 0,-2-5-31 16,2 5-28-16,0 0-33 0,-8-4-20 0,8 4-19 15,0 0-12-15,0 0-14 0,-7 19-14 0,7-8-15 16,0 1-11-16,0-1-9 0,0 5-3 0,0 2-14 15,7 0 0-15,-7 1-7 0,2-1-4 0,4 3-27 16,-4-3-12-16,5-2-5 0,-1 2-18 0,1-4-11 16,-6 0 0-16,4-5-1 0,-3 2-1 0,6-4 0 15,-4-3 11-15,-1 0-5 0,4-3-2 0,-7-1 6 16,0 0-1-16,21-8 2 0,-13 1 15 0,4-2 10 16,-2 1 17-16,-2-7 19 0,4 5 7 0,-1-8 37 15,3 3 11-15,1-6 18 0,-2 4 22 0,0 5 13 16,-3-3 5-16,2-1-4 0,-8 4-1 0,8 0 0 15,-5 5-2-15,-1-1-20 0,1-3-13 0,-2 6-14 16,2 2-11-16,-3-4-17 0,-2 6-14 0,-2 1-6 16,0 0-8-16,0 0-6 0,22 8-7 0,-14-1-6 15,-1 1-5-15,2-1-9 0,-4 6-31 0,4 1-28 16,-1 1-38-16,5 2-30 0,-4-4-36 0,4 4-33 16,2-1-32-16,-5 4-25 0,0-2-24 0,-1-8-22 15,-2 8-28-15,8-6-45 0,-7-4-38 0,-1-1-269 16,3-3-708-16,3 0 313 0</inkml:trace>
  <inkml:trace contextRef="#ctx0" brushRef="#br0" timeOffset="10333.5">13704 1351 12 0,'0'0'312'0,"-6"-7"-9"15,6 7-15-15,0 0-25 0,0 0-24 0,-5-5-32 0,5 5-14 16,0 0-23-16,0 0-11 0,0 0-11 0,-13 11-21 15,13-11-14-15,0 12-12 0,-4-3-11 0,3 0-7 16,1 8-5-16,0-6-7 0,-4 1-7 16,4 5-6-16,4 1-5 0,-4 0-5 0,0-3-9 0,1 2-2 15,3-5 1-15,-3-1-5 0,1 3-4 0,1-6-4 16,0 1 1-16,-3-1-1 0,4-3 0 0,-1-2 1 16,-3-3 6-16,0 0-3 0,0 0 8 0,0 0 22 15,0 0 2-15,17-12 18 0,-12 1 9 0,3 1 22 16,-6 1 8-16,4-3 14 0,1-3 16 0,-1 0 15 15,-2 3 11-15,1-3 7 0,1 2 0 0,-2-1-4 16,1 4-9-16,0 0 3 0,-4 0-18 0,6 4-11 16,-1-3-14-16,-4 3-13 0,-2 0-14 0,7 3-12 15,-7 3-11-15,1-6-13 0,-1 6-5 0,0 0-5 16,15 0-9-16,-15 0-5 0,18 7-7 0,-14 0-1 16,7 1-17-16,-1 3-23 0,-3 1-16 0,6 3-30 15,-5-2-33-15,2 1-32 0,0 2-40 0,0 1-32 16,0 2-31-16,2-5-19 0,-4 2-11 0,2-4-15 15,0 5-28-15,-7-10-28 0,5 3-26 0,-3-5-37 16,4-2-247-16,-1 1-682 0,-8-4 301 0</inkml:trace>
  <inkml:trace contextRef="#ctx0" brushRef="#br0" timeOffset="10883.48">14181 1386 135 0,'0'-6'290'0,"0"6"-3"0,0 0-17 16,3-7-22-16,-3 7-23 0,0 0-22 15,0 0-13-15,0 0-10 0,0 0-18 0,0 0-18 16,0 0-12-16,-26 13-16 0,21-6-10 0,-2 1-13 16,6-1-7-16,1 4 0 0,-7-3-17 0,7 0-4 0,0 1-7 15,0 1-8-15,2-3-1 0,3 1-5 0,-4 1-1 16,6-5 8-16,-1 3-14 0,3-2-4 16,-3-2-4-16,8-2-2 0,-1-2 1 0,-3 2-8 15,-10-1 4-15,23-4-3 0,-10 1-1 0,-3-2-1 0,2 0 0 16,-1-2-5-16,-1 2 2 0,0-2-1 0,-2 3 17 15,4 0 5-15,-4 1-1 0,-3-1-6 0,0 1 1 16,2-4-9-16,-7 7-4 0,6-3-7 16,-6 3 3-16,14 0-1 0,-14 0-1 0,18 1-3 0,-2 7-3 15,3-4-3-15,-3 3-4 0,12 0-4 0,1 3 1 16,7-2 3-16,9 4-5 0,4 3 3 0,3-6 1 16,2 6-1-16,4-5-4 0,2-5 3 0,4 0 1 15,-2 4 6-15,19-9-9 0,-22 0 8 0,-1-4-1 16,2 1-4-16,-11-7 6 0,1 1 1 0,-9-6 1 15,-6 3-5-15,-5-5 1 0,-4 2 4 0,-1-5-2 16,-8 3 2-16,-11 4-5 0,3-6 25 0,-9 0-9 16,0-1 7-16,-10-2 19 0,-3 7 12 0,-2-9 22 15,0 11 20-15,-8-4 15 0,3 0 12 0,-10 5 6 16,5 4 0-16,-5-1-3 0,2 2-9 0,-2 0-9 16,2 7-14-16,7 3-5 0,-9 1-15 0,8 4-6 15,-1 4-7-15,2 3-9 0,-2 3-10 0,3 7 0 16,5-1-3-16,3 6-3 0,-3 8-3 0,7 4 0 15,-2 3-5-15,7 0 0 0,3 3-1 0,1 6-1 16,6 0-3-16,0-3 2 0,-1 3-3 0,6 0 0 0,3-1-5 16,-2-3 1-16,2 1-29 0,-2-4-39 15,4-2-46-15,3-5-47 0,-6-2-47 0,1-10-36 16,-1-5-45-16,-6-4-51 0,0-5-69 0,0-6-332 16,4-7-783-16,-4-1 346 0</inkml:trace>
  <inkml:trace contextRef="#ctx0" brushRef="#br0" timeOffset="11050">14745 1052 2789 0,'-26'-22'-79'0,"4"3"50"0,4-1 14 16,7 7 11-16,1-2 2 0,1 0-9 0,-1 2 10 0,6 3-6 15,-6 2-31-15,6 3-65 0,-2-2-81 0,-3 7-202 16,-2-4-419-16,-6 9 186 0</inkml:trace>
  <inkml:trace contextRef="#ctx0" brushRef="#br0" timeOffset="11933.35">3684 3879 233 0,'-21'3'285'0,"-3"-2"-23"0,-4 10-23 0,3 4-15 0,2 1-22 16,-3 6-15-16,4-2-20 0,6 3-14 0,4 4-16 15,2 1-11-15,4 3-14 0,4-3-10 0,5 5-12 16,7-8-5-16,7 2-7 0,1-1-7 0,13 2-6 16,-6-5-7-16,3-5-4 0,4-2-5 0,-2-5-5 15,-1 0-4-15,1-6-3 0,-2 0-2 0,2-6-2 16,-7-6-3-16,-5 2-3 0,-1-5-6 0,-2-2 2 15,0-3-2-15,-5-9-2 0,0 2-5 0,-4-5 7 16,-4-3-1-16,-7 3 1 0,2-14 13 0,-7 10 17 16,0 3 15-16,-5 2 16 0,0-1 23 0,-2 4 24 15,-1 1-6-15,2 4-1 0,-7 0-8 0,3 9-12 16,5-6-5-16,-2 7-17 0,-3 7-3 0,4 1-19 16,-4 0-15-16,3 8-20 0,4 0-29 0,-2 3-47 0,0 6-29 15,2 1-38-15,2 4-30 0,2 3-45 0,3-1-58 16,2-1-71-16,4-4-261 0,5-2-634 15,2-2 281-15</inkml:trace>
  <inkml:trace contextRef="#ctx0" brushRef="#br0" timeOffset="12335.18">4104 3455 279 0,'0'0'284'0,"5"-5"-31"0,-5 5-28 0,0 0-24 0,0 0-22 16,0 0-16-16,-5 22-17 0,4-11-12 0,-1 2-15 16,-3 7-8-16,-1-2-13 0,4 1-9 0,-5 10-11 15,2 0-2-15,5-2-11 0,-3 1-4 0,3-4-7 16,-7 3-4-16,7-8-5 0,0 1-5 0,0-1 2 16,0 1-8-16,2-7-4 0,-2 1-5 0,8-5 6 15,-4-3-7-15,-3 1 0 0,8-2-3 0,2-3 2 16,6-4-1-16,-2-3 4 0,4 0-7 0,3-2 1 15,3 0 13-15,3 2 5 0,0-5 1 0,-3 2-5 16,-2 4 0-16,-1 1-4 0,-6-3-2 0,4 5-4 16,-5-2-5-16,-2 6-3 0,-5-3 2 0,9 5-4 15,-10 0-3-15,3 2-1 0,1 8 6 0,-6 1-6 16,-2 0-1-16,2 5 3 0,-10-1-3 0,4 7 0 16,-6 0-1-16,0 0 3 0,-2 0 0 0,-6-5-1 15,-5 4-1-15,-2-4 3 0,4-1-1 0,-8 5-3 16,2-7 2-16,-4-4 3 0,3 0-2 0,-1-2-13 15,4-6-16-15,-4-5-23 0,-2 3-34 0,6-3-40 16,1-6-53-16,4-3-53 0,-1-2-54 0,10-6-176 16,-7 0-488-16,8-6 216 0</inkml:trace>
  <inkml:trace contextRef="#ctx0" brushRef="#br0" timeOffset="12601">4743 3781 185 0,'25'16'303'0,"-5"0"-9"16,2 2-9-16,2 3-4 0,-4 5-1 0,2-3-12 16,6 13-19-16,-7 2-18 0,1 1-20 0,-6 3-8 15,1 1-22-15,-2 7-18 0,-2-3-5 0,-8 0-17 16,0 0-7-16,2-1-16 0,-7 3-3 0,-4-5-4 16,-1 0 13-16,-1-2-5 0,-7-5 12 0,4-5-3 15,-7-5-2-15,-4 0-3 0,-2-3 1 0,-1-2-5 16,-3-7-9-16,-2-3-6 0,-7-2-14 0,10-8-6 15,-10-2-11-15,5-1-29 0,-19-7-43 0,11-7-60 16,8-1-59-16,-6-8-48 0,-1-6-55 0,2-5-74 16,11-7-92-16,0-1-308 0,4-5-752 0,4-24 333 15</inkml:trace>
  <inkml:trace contextRef="#ctx0" brushRef="#br0" timeOffset="12883.31">4871 3297 51 0,'5'-6'295'0,"-5"6"-19"0,0 0-12 16,0 0-4-16,13 10-21 0,-13-2-8 0,0-2-19 15,0 1-15-15,0 4-7 0,2 0-30 0,-1-3-14 0,-1 6-15 16,4-4-15-16,-1 5-12 0,-1-3-7 16,3 2 3-16,1-5-16 0,-3 2-10 0,2-3-4 15,4-3-6-15,-3 2 5 0,3 0 14 0,-1-6 9 16,3 2-9-16,3-2-1 0,-4-2-2 0,6-2-10 0,-3-5-4 15,-4 1-9-15,4 2-5 0,-5-8-8 0,2 4 4 16,-3 0-16-16,-1-2 11 0,1 1-23 16,-7 1-16-16,0-3-26 0,0 4-27 0,-2 0-36 15,-4 0-34-15,-3 4-35 0,-4 4-30 0,-5 0-32 0,0 0-67 16,-12 5-246-16,-3 2-574 0,-8 4 254 0</inkml:trace>
  <inkml:trace contextRef="#ctx0" brushRef="#br0" timeOffset="14752.05">3869 5729 316 0,'0'-9'352'0,"0"-2"-11"0,0 2 1 16,-1 3-15-16,1-5-23 0,0 9-32 0,0 2-37 15,0 0-27-15,0 0-21 0,0 0-19 0,0 0-19 16,-5 25-14-16,3-9-11 0,0 9-14 0,1 4-13 15,-2 1-6-15,-1 9-13 0,-2 5-6 0,4 0-6 16,-5 0-8-16,2 3 1 0,2 2-11 0,-2-5 2 16,3 1-7-16,1-6-9 0,-8 0 5 0,5-9-9 15,0-3-8-15,1-7 4 0,-4-4-1 0,1 0 27 16,6-6-27-16,-7 2 0 0,7-8 26 0,-2-1-3 16,2-3-3-16,0 0-1 0,0 0-7 0,-6-29 0 15,6 10-6-15,6-8 0 0,3-13-13 0,-4-6 12 16,3 4-13-16,2-6-1 0,3-2 0 0,0-4-2 15,-3-2 0-15,3 0 1 0,2 2-4 0,0 0 4 16,-5 5 16-16,2 4 30 0,-6-1 27 0,4 15 21 16,-5 3 20-16,5 2 13 0,-10 6 10 0,0 5 3 15,2-4-4-15,-2 11-14 0,3-4-3 0,-3 2-15 16,0 5-16-16,0-2-20 0,0 7-13 0,0 0-3 16,0 0-8-16,0 0-8 0,0 23-14 0,2-7 7 15,3 4 4-15,-2 7-15 0,4 2 3 0,4 10-9 16,1 0-1-16,1 1 3 0,2-1-7 0,2 2 3 15,-2-4-11-15,3 7-16 0,-2-1-32 0,-1-1-23 0,-2-11-28 16,-4 0-30-16,4 0-29 0,-6-3-30 0,2 1-33 16,1-4-27-16,-5 2-17 0,-5-7-14 0,0-2-15 15,-1-5-10-15,-3 2-16 0,-6-4-24 0,6-3-24 16,-6-2-18-16,1-1-242 0,-4-1-665 0,-8-6 294 16</inkml:trace>
  <inkml:trace contextRef="#ctx0" brushRef="#br0" timeOffset="14919.8">3671 6156 218 0,'-8'-1'286'0,"-1"-1"-4"0,3-4-1 16,6 6-12-16,-9-1-22 0,9 1-21 0,0 0-14 15,0 0-15-15,15-11-17 0,-5 11-19 0,10-8-15 16,3 2-16-16,5 2-12 0,2-2-11 0,5-1-15 16,11-1-1-16,-1-3-29 0,-2 4-36 0,3-2-46 15,-3-2-51-15,-6 7-54 0,7-7-68 0,9 3-54 16,-3-6-200-16,-7 2-482 0,2-1 213 0</inkml:trace>
  <inkml:trace contextRef="#ctx0" brushRef="#br0" timeOffset="15183.52">4583 5913 204 0,'-8'0'305'16,"8"0"13"-16,-20 0 18 0,3 0 4 0,6 0 18 15,-6 3-1-15,-5 2 7 0,3-1-17 0,-1 1-14 16,-3-1-18-16,-4 8-15 0,4 0-13 0,-2 3-18 0,0 0-26 15,7-3-28-15,0 7-13 0,-5 4-23 0,9-2-19 16,4-3-12-16,-3 5-14 0,10-6-15 16,-2 5-11-16,5-3-10 0,0-3-10 0,5 1-12 0,-3 1-8 15,11-3-15-15,-2-2-14 0,6 1-24 0,8-1-29 16,-5-5-34-16,4-6-50 0,6 1-36 0,0-6-46 16,5-4-34-16,-5-1-18 0,4-1-23 0,-2-5-29 15,-2-1-22-15,6-10-24 0,0-7-20 0,3 3-21 16,-10-5-223-16,-6-1-643 0,-1-4 284 0</inkml:trace>
  <inkml:trace contextRef="#ctx0" brushRef="#br0" timeOffset="15616.58">4818 5729 5 0,'-2'-29'107'16,"-6"2"54"-16,-4 0 48 0,2 0 40 0,-3 1 35 15,8 10 39-15,-5-2 47 0,4 3 11 0,-3 2 15 16,3 2-2-16,4 3-13 0,-5-2-17 0,1 4-39 16,6 0-36-16,-7 1-34 0,7 5-30 0,-1-8-26 15,1 8-19-15,0 0-18 0,0 0-18 0,-5 23-15 16,11-6-16-16,-2-2-7 0,5 9-9 0,-2 3-9 15,-4 2-10-15,11 11-5 0,2-1-11 0,-1 0-2 0,-3 6-7 16,1-3-4-16,-3 5-5 0,3-5-8 16,-5 1-21-16,2 5-14 0,0-2-9 0,-2-4-30 15,-6 0-22-15,5-3-10 0,-2-5-12 0,-2-7-27 0,-1 0-10 16,1-10-12-16,0 0-15 0,1-2 6 0,-3-5 15 16,1-2 11-16,-2 0 12 0,0-8 10 0,0 0 10 15,0 0 11-15,0 0 3 0,-8-26 12 0,6 11 2 16,-1-5 5-16,3-5 24 0,0-8 14 0,0 5 20 15,0-1 23-15,3-4 44 0,4 5 4 0,-6 1 12 16,3 0 12-16,2 3 6 0,1-1 3 0,-1 9-1 16,-1-4 1-16,0 7-3 0,5-2-1 0,-6 6-7 15,9-3-10-15,-8 7-13 0,0 1-11 0,1 1-5 16,3-2-5-16,-9 5-8 0,18 0-2 0,-5 0-10 16,-1 5-3-16,1-2-2 0,2 6-6 0,0 3 0 15,1-2-3-15,4 4-4 0,-3-1-1 0,1 1-4 16,-2 8-3-16,-1-7-16 0,0 2-20 0,-6-2-14 15,4-1-32-15,-3 1-23 0,1-2-26 0,-2 1-25 16,-3 2-29-16,1-3-22 0,-4 2-14 0,0 0-18 16,-3-4-22-16,-3-2-22 0,1 3-35 0,-2-3-35 15,2-1-30-15,-5-3-245 0,4-1-666 0,3-4 295 16</inkml:trace>
  <inkml:trace contextRef="#ctx0" brushRef="#br0" timeOffset="16250.18">5399 5973 268 0,'0'0'281'0,"15"9"0"0,-15-9-13 0,0 12-10 15,1-2-7-15,4 1-15 0,-3-2 1 0,-2 10-31 16,0-5-22-16,2 4-16 0,3 0-16 0,3 1-15 16,-3 1-15-16,-4-6-7 0,8 3-16 0,2-5-6 15,1 1-8-15,0 0-10 0,1-1-3 0,-3-3-13 16,10-2-14-16,-11 0-21 0,8-3-13 0,-2-1-16 15,3-3-7-15,-8-2-1 0,3 1-3 0,-3-3 6 16,3 2-1-16,-8-5 0 0,5-3 2 0,-5 3-1 16,-3-2-1-16,3 0 6 0,-5-3 0 0,-5-5 1 15,2-2 5-15,-1 6 5 0,-4-6 17 0,1 4 10 16,-1 0 11-16,0-1 8 0,-4 1 21 0,2 0 3 16,0 2 15-16,1 1 5 0,2 2 5 0,2 1-5 15,-2 2-9-15,2-2-3 0,5 2-12 0,0 0-10 0,-3 3-4 16,3 4-8-16,3-9-7 0,-3 9-3 15,7-3-5-15,3 0 4 0,-10 3-22 0,21 5-1 16,-7-5-6-16,1 2-8 0,4 1 2 0,-2 4-5 16,3 0-4-16,-4 0-6 0,6 1 1 0,-6 2-3 0,3-2-5 15,-1 1-2-15,-3 5-4 0,0-6-4 0,5 7-2 16,-11-4 7-16,5 2 4 0,-6-1-4 16,5 2-4-16,-8-6 5 0,-1-1 3 0,2 1 3 0,1-6 3 15,1 9 7-15,-8-11 20 0,0 3 30 0,0-3 17 16,0 0 23-16,0 0 23 0,0 0 16 0,0 0 8 15,0 0 8-15,0 0 8 0,5-23 5 0,-5 15 3 16,2-4-2-16,4-3 0 0,-2 1-4 0,2-1-3 16,-4-5-2-16,8 6 0 0,0-4 7 0,-2-1-3 15,4 7-11-15,-1-3-10 0,2 3-12 0,-1-1-21 16,0-1 0-16,-2 2-14 0,-2 8-2 0,5-4-10 16,-5 1-8-16,2 4-12 0,0 2-1 0,2 2-10 15,-2 1-6-15,5 3 0 0,-10 0-4 0,6 1-4 16,1 3-6-16,1 3 0 0,-3 2-3 0,3 4-6 15,-5-4-20-15,11 11-28 0,-9-3-28 0,3 0-39 16,2 2-49-16,-9 2-41 0,1-10-49 0,1 3-42 16,-1 0-22-16,1-3-20 0,-1-4-18 0,-2 5-20 15,0-4-51-15,3-6-54 0,-3-2-315 0,1-3-852 0,-6-2 377 16</inkml:trace>
  <inkml:trace contextRef="#ctx0" brushRef="#br0" timeOffset="16651.03">6632 5767 404 0,'0'-7'457'0,"-3"-1"8"0,1 3-13 0,-5-2-23 0,2 1-18 16,-3 5-34-16,0-3-25 0,-2 2-35 0,-2 2-32 15,12 0-28-15,-20 3-23 0,9 0-19 0,-1 1-13 16,4 6-13-16,-7-1-7 0,2 2-13 0,5 3-11 16,-6 1-10-16,11 3-10 0,-4-3-12 0,2 5-5 15,4-1-13-15,1-1-6 0,0 0-10 0,1 1-10 16,4 0-8-16,4 0-1 0,-3 0-9 0,3-2-4 15,4 7-3-15,-5-7-10 0,0-1-2 0,4-1-5 16,-2 0-3-16,-4-3-19 0,3-3-10 0,-4-3-12 16,1 2-13-16,-4-3-6 0,3 2-11 0,-3-3-8 15,-2-4-19-15,0 0-58 0,0 0-43 0,0 0-39 16,0 0-30-16,0 0-22 0,-29-18-27 0,16 10-27 0,-10 3-41 16,0-10-53-16,-7 4-351 0,-13-2-815 15,-3-6 360-15</inkml:trace>
  <inkml:trace contextRef="#ctx0" brushRef="#br0" timeOffset="16851.05">5827 5551 382 0,'0'0'564'16,"0"-7"17"-16,0 7 3 0,-3-8-12 0,-2 3-26 15,5 5-43-15,-1-7-37 0,1 7-53 0,0 0-45 16,-5-4-35-16,5 4-35 0,0 0-38 0,0 0-58 15,0 0-90-15,0 0-93 0,0 0-78 0,0 0-96 16,0 0-86-16,0 0-78 0,21 21-93 0,-9-14-425 16,3 1-905-16,1-1 400 0</inkml:trace>
  <inkml:trace contextRef="#ctx0" brushRef="#br0" timeOffset="17201.03">7218 5838 332 0,'0'0'489'0,"0"0"-24"0,0 0-24 0,0 0-27 16,0 0-37-16,0 0-29 0,0 0-35 0,0 0-30 15,-22-9-31-15,22 9-22 0,-15 0-25 0,15 0-23 16,-15 6-20-16,7-3-20 0,2 3-11 0,-1 0-12 15,-1 1-13-15,1 4-12 0,0 0-13 0,1-1-16 16,4 0-20-16,1 4-19 0,-6-4-17 0,7 0-24 16,0 0-16-16,2 0-16 0,4 2-10 0,-6-3-5 15,7-1-12-15,1 2-1 0,0-6-1 0,2 0 0 16,0-3 0-16,-2 1 11 0,6-1 1 0,-14-1 6 16,16-4 7-16,-2 0 7 0,-13-3 2 0,6-2 12 0,1 3-7 15,-1 1 2-15,-2-4-7 0,-4-2-2 16,-2 2-8-16,1-1-10 0,-5 1-22 0,3-4-22 15,-3 8-33-15,-5-3-38 0,4-1-43 0,-9-1-48 0,1 3-249 16,1 2-561-16,3-3 248 0</inkml:trace>
  <inkml:trace contextRef="#ctx0" brushRef="#br0" timeOffset="17450.05">7115 5659 384 0,'0'0'488'0,"-8"-3"11"16,8 3-10-16,-10-2-25 0,10 2-27 0,-7-2-44 15,7 2-33-15,0 0-37 0,0 0-32 0,0 0-32 16,0 0-27-16,-8-5-27 0,8 5-24 0,0 0-36 16,0 0-28-16,0 0-31 0,0 0-32 0,0 0-38 15,0 0-42-15,0 0-39 0,0 0-32 0,0 0-40 16,20 11-28-16,-20-11-31 0,0 0-41 0,0 0-71 15,0 0-68-15,13-9-260 0,-11 3-689 0,3-1 304 0</inkml:trace>
  <inkml:trace contextRef="#ctx0" brushRef="#br0" timeOffset="17883.75">6243 4416 10 0,'-10'-4'383'0,"7"-1"-6"0,3 5-4 16,-7-6-13-16,7 6-20 0,0-9-15 0,0 9-18 15,-2-6-20-15,2 6-17 0,-5-5-36 0,5 5-24 16,0 0-22-16,-3-8-19 0,3 8-21 0,0 0-23 0,0 0-30 16,0 0-26-16,0 0-17 0,0 0-5 0,0 0-23 15,0 0-11-15,0 0-6 0,23 13-8 0,-13-9-7 16,-8-2-5-16,3 3-2 0,3-1 3 16,0-3-2-16,1 4-1 0,-9-5 0 0,0 0 6 0,13 0 1 15,-13 0 2-15,11-5-1 0,-7 1 1 0,2-1 1 16,-6 5 2-16,2-10 3 0,1 0 1 0,-3 2 1 15,0 1-4-15,-3-5 5 0,1 4 1 0,1 1 2 16,-4-5 2-16,1 2-4 0,0 3 4 0,2 0-2 16,-3-3 0-16,2 3 1 0,-1 4-14 0,4 3-38 15,-6-7-40-15,2 2-39 0,4 5-45 0,0 0-43 16,0 0-54-16,-21 6-66 0,21-6-184 0,-15 4-557 16,15-4 248-16</inkml:trace>
  <inkml:trace contextRef="#ctx0" brushRef="#br0" timeOffset="18201.21">6236 3921 188 0,'0'0'372'0,"-15"0"-20"16,15 0-19-16,-13 0-32 0,13 0-17 0,0 0-31 15,-15 1-29-15,15-1-21 0,0 0-21 0,-6 3-15 0,6-3-20 16,0 0-8-16,0 0-13 0,0 0-5 16,0 0-12-16,0 0-6 0,0 0-8 0,0 0-12 15,0 0 3-15,0 0-5 0,0 0-5 0,0 0 9 16,0 0-11-16,0 0-1 0,0 0-3 0,0 0 8 0,0 0-3 16,0 0 5-16,0-13-3 0,0 13-9 0,0 0-7 15,0 0-5-15,0 0-13 0,-5-3-12 16,5 3-26-16,0 0-44 0,-10-6-63 0,10 6-58 0,0 0-62 15,-13-2-79-15,13 2-85 0,-15 0-230 0,15 0-666 16,-15-1 295-16</inkml:trace>
  <inkml:trace contextRef="#ctx0" brushRef="#br0" timeOffset="26766.85">8631 3643 267 0,'9'-31'283'0,"-9"-11"-1"0,-4 10-7 0,-1 3-14 16,5-12-1-16,-6 11-9 0,2-2-7 16,-1 1-11-16,-3 0 10 0,-5 2 7 0,-2 0-16 15,0 4-15-15,7 4 1 0,-5-3-8 0,-9 6-6 0,12 1-23 16,-3 2-15-16,-2 3-13 0,-2 1-17 0,9 0-17 15,-7 3-14-15,5 3-15 0,2 2-12 0,-2-2-12 16,-1 5-7-16,11 0-8 0,-19 13-7 0,8-6-4 16,4 6 1-16,2 4-8 0,0 2-8 0,4 1 0 15,2 7-5-15,-1 0-4 0,8 2 4 0,6 12-9 16,2 1 3-16,4 5 7 0,-3-3-6 0,6 3-3 16,2 4-1-16,-5 3 4 0,6-3 6 0,-9 3-13 15,-1-2-1-15,-1 2-1 0,-3 2 1 0,-4-3-1 16,5 2-3-16,-5-1 0 0,-3 0 1 0,-1 0-1 15,-4-6-1-15,-4 0-1 0,-1-6-18 0,4 1-3 16,-4-4-25-16,3-8-8 0,-6-4-21 0,3-5-26 16,3-4-24-16,2 0-14 0,0-3-11 0,0 1-1 15,2-7 1-15,-2-1-2 0,7-3-17 0,-1-4-27 16,-6-1-24-16,0 0-43 0,23-11-33 0,-8 4-271 16,-3-5-610-16,-2-6 269 0</inkml:trace>
  <inkml:trace contextRef="#ctx0" brushRef="#br0" timeOffset="27566.78">8343 4011 50 0,'-8'-9'307'0,"-7"-2"6"0,2 7 7 16,8-4-3-16,-5 4 1 0,8-4-25 0,-4 3-24 0,4-3-17 16,2-1-31-16,5 3-21 0,0-4-17 0,10 1-19 15,5-2-21-15,5-4-10 0,6 4-15 0,-3 1 3 16,15-5-31-16,2 9-8 0,0-7-8 15,-1 3-16-15,-1 3-24 0,7-2-25 0,-5 1-21 0,-1 1-26 16,3-1-21-16,-16 1-14 0,14 1-19 0,-12 0-21 16,-3 1-16-16,-2-2-10 0,-2 2-6 0,-6 1-1 15,2-3-1-15,-1-2 6 0,-4-1 14 0,-4 6 11 16,-1-2 13-16,-4 0 14 0,-2-2 11 0,3 1 17 16,-8 1 14-16,1-1 16 0,-2 7 13 0,0-10 18 15,-3 1 6-15,-4 6 15 0,1-1 17 0,-4 0 1 16,10 4 9-16,-20-5 2 0,3 5 1 0,-1 0 1 15,0 6 0-15,-4-4-3 0,1 5-1 0,-1 3-3 16,1 2-3-16,-2 10-3 0,3-6 0 0,-4-1-7 16,6 6-2-16,0-2-2 0,7-4-2 0,-1 3-4 15,2-1 6-15,0 9-9 0,5-10-4 0,2 2 2 16,1-3-3-16,2 2 0 0,5-1-4 0,-2-1 2 16,6-3-3-16,1 0-2 0,-2-1-3 0,2-4 0 15,5-3-2-15,0-4-5 0,3 0-7 0,2-4-5 0,-2 1 2 16,-2-5 2-16,-1 1 0 0,0-5 6 15,7-8-5-15,-7 7 2 0,-2-2 1 0,-3 1 1 16,1-1 1-16,-4-5 9 0,-2 6 17 0,0-4 16 16,-3 0 22-16,-2 7 12 0,0-2 13 0,-2 1 14 0,0 1 8 15,2 4 2-15,4-2-5 0,-6 2-17 0,2 0-7 16,0 7-15-16,0 0-9 0,-7-5-9 16,7 5-3-16,0 0-4 0,0 0-7 0,-10 16-20 15,7-9 2-15,3 5-4 0,-2-1-7 0,4 0-6 0,1 3-3 16,-3 0-7-16,4-1 1 0,-1 2-2 0,0-7-3 15,4 4-2-15,1 0-1 0,-3-3-3 0,2 3 4 16,-2-8 9-16,5 1-6 0,-2-1 2 0,2-2 4 16,-10-2-2-16,23-6 4 0,-10 1-1 0,-1-3-1 15,3-2 2-15,0 0 0 0,-4-4 2 0,3 6 4 16,0-6 3-16,1 1 9 0,-6 1 7 0,4 1 14 16,-7-1 5-16,8-2 6 0,-4 2-12 0,3-1 8 15,-7 7 0-15,1-2-11 0,-4 4-1 0,4-1 1 16,1 1-9-16,-1 3-7 0,-7 1 1 0,16 0 1 15,-4 1-4-15,-4 7 0 0,1-4-4 0,4 2-2 16,-3 3 0-16,3 3-1 0,0 0 3 0,1 2 4 16,-3 0-8-16,2 0-2 0,-1 1-5 0,-2 3-9 15,-2-4-7-15,0 1-2 0,-4 0 4 0,-1-2-8 16,-3-2 0-16,0-1-4 0,0 2-1 0,-3-3-4 16,-4-1-2-16,2 0-17 0,-3 0-14 0,-5-5-13 15,4 1-18-15,-1 0-19 0,-3-3-21 0,2 2-16 16,-1-6-24-16,-3-5-31 0,4 6-33 0,1-6-199 15,-4-2-480-15,1-2 213 0</inkml:trace>
  <inkml:trace contextRef="#ctx0" brushRef="#br0" timeOffset="28283.58">9581 3151 331 0,'0'-5'359'0,"0"-2"-34"15,0 7-29-15,2-7-36 0,-2 7-25 0,7-1-28 0,-7 1-24 16,0 0-15-16,0 0-15 0,15 16-22 0,-15-7-14 16,6 8-4-16,-1-2-15 0,0 2-14 0,0 7 1 15,2 2-17-15,1-2-3 0,-1 7-7 0,-1 3-10 16,1-6-2-16,1 11-8 0,-3 0 5 0,2-7-8 16,-4 7 0-16,2-7-8 0,3 6 0 0,0 2 0 15,-8-11-7-15,7-2 0 0,1 0 0 0,1-2-1 16,-1-2-1-16,-1-4-3 0,4-2-2 0,-1 1 3 15,3-3 0-15,6-2-2 0,-6-2 2 0,7-3-2 16,-4-4-8-16,4-1-2 0,2-2 3 0,-4-2-3 16,3-5-10-16,1 0 0 0,-1-1-2 0,-6-5 2 15,8-3-3-15,-4 1 3 0,-5 1-1 0,-4-3 3 16,5-2-2-16,-6 4 0 0,-1-3 5 0,-5-3 3 16,0-2-8-16,2 9 10 0,-3-6-2 0,-2 6 9 15,0-1 5-15,-3 2 4 0,-2 5 7 0,0-2-2 16,2 2 1-16,-4-1-5 0,0 4-4 0,1 0-6 15,-4 1 6-15,10 3-6 0,-20 0-9 0,5 3 6 16,7 1-7-16,-6 4 2 0,6 4-1 0,-7 0-1 16,7 3-1-16,-5-3 6 0,6 3-2 0,-1 4-2 15,1-3-5-15,1 0 4 0,6 6 6 0,-2-6-4 0,4 0 0 16,3 2-6-16,-4-1 5 0,6-3-1 16,3-1 3-16,3-2 0 0,0 2 2 0,4-6 1 15,3 0-3-15,-4-6-4 0,4 2 3 0,2-6-1 0,-1 2 5 16,6-6-2-16,1 0-8 0,-8-3 6 0,4-1-3 15,-2 5 2-15,1-12-1 0,-5 2 4 0,-1 3-2 16,-2 0 1-16,0 0 21 0,-2-2 18 16,-3 3 15-16,1-1 18 0,-2 1 10 0,-3 3-1 0,1 1-6 15,-4-2 8-15,2 3-18 0,2 1-8 0,-4 0-16 16,4-2 2-16,-7 4-7 0,0 4-6 0,8-1-2 16,-8 1-7-16,0 0-3 0,18 4-6 0,-9-3 2 15,-3 6-2-15,4 0 0 0,-2-3-6 0,4 5-12 16,0 1 13-16,1-2-9 0,3 9 8 0,-4-6-6 15,1 4 2-15,-1-5 11 0,-1 3-17 0,-1-1 6 16,-1 3-6-16,1-3-1 0,-2-1-10 0,-5-3-5 16,5 4-12-16,-8-4-1 0,0 4-3 0,0-4-3 15,0 3-14-15,-5-4-8 0,5-1-11 0,-5 1-15 16,0-5-21-16,5-2-31 0,-14 5-24 0,4-5-34 16,10 0-38-16,-24-5-39 0,10 3-53 0,-5-2-234 15,3-4-604-15,-1-4 268 0</inkml:trace>
  <inkml:trace contextRef="#ctx0" brushRef="#br0" timeOffset="28584.48">10574 2948 315 0,'2'-14'482'0,"-2"2"-4"0,0 3-8 15,3 0-35-15,2 3-37 0,-5 0-42 16,0 6-43-16,2-8-35 0,-2 8-32 0,0 0-27 0,0 0-22 15,0 0-18-15,8 29-18 0,-4-11-15 16,2 4-16-16,3 5-15 0,-1 4-9 0,5 9-9 0,2 2-13 16,-8-11-8-16,6 11-6 0,-5 2-8 0,5 1-3 15,-3-3-7-15,3 3-6 0,-4-1-1 0,2-2-6 16,-2 2-4-16,-3-2 0 0,3 1-4 0,-3-4-9 16,-1-9-10-16,0-2-30 0,3-1-23 0,-3-1-22 15,4-2-16-15,-3-8-22 0,4-2-17 0,-2-4-13 16,4-3-11-16,-2-2-24 0,-3-3-20 0,4-4-15 15,-1-3-37-15,-2 1-37 0,6-9-43 0,-8 1-38 16,4-5-204-16,2-8-605 0,-6-2 267 0</inkml:trace>
  <inkml:trace contextRef="#ctx0" brushRef="#br0" timeOffset="28750.5">10892 3474 19 0,'-15'-19'105'16,"-1"4"37"-16,-4-4 42 0,5 9 33 0,-2-5 35 16,1 5 24-16,-1-4 36 0,-1 2 5 0,5 4 20 15,3 1 7-15,-3 6 8 0,6-7 3 0,-1 2-22 16,6 1-25-16,-4 2-22 0,6 3-27 0,-9-7-25 15,9 7-25-15,-6-2-19 0,6 2-29 0,0 0-23 16,0 0-22-16,0 0-28 0,10-8-39 0,-10 8-47 16,19 0-45-16,-10-2-51 0,2 2-58 0,-11 0-46 15,20 6-46-15,-8-6-55 0,-1 0-62 0,-1 0-338 0,-10 0-758 16,15-4 335-16</inkml:trace>
  <inkml:trace contextRef="#ctx0" brushRef="#br0" timeOffset="28967.79">9369 3448 307 0,'-11'0'500'0,"-1"0"-1"0,12 0-34 16,-11-6-47-16,11 6-42 0,8-9-36 0,0-1-33 15,6 1-28-15,2-2-34 0,9-1-21 16,1 4-25-16,4-8-19 0,0 8-19 0,1-2-18 0,4 5-39 15,-3-2-68-15,2-2-79 0,1 5-90 0,-3 2-87 16,2 1-107-16,-7 1-350 0,-6 0-734 0,-1-4 326 16</inkml:trace>
  <inkml:trace contextRef="#ctx0" brushRef="#br0" timeOffset="32800.75">11952 3844 352 0,'-2'-7'463'0,"-5"2"2"0,7 5-12 0,0 0-16 16,-1-4-25-16,1 4-26 0,0 0-33 0,-7-4-30 16,7 4-34-16,0 0-29 0,0 0-29 0,0 0-21 15,0 0-23-15,0 0-23 0,0 0-15 0,0 0-15 16,0 0-13-16,0 0-14 0,0 0-9 0,28 12-10 15,-18-9-7-15,5 5-10 0,0-3-6 0,6-1-8 16,-6 4-5-16,0 1-4 0,0 0-5 0,0-5-7 16,-2 7-8-16,0-2-8 0,-3-3-29 0,-3 4-21 15,0-2-13-15,-1 1-10 0,-6 0-1 0,0 0 2 16,-5 1-8-16,0 2-14 0,-5-1-35 0,-5 1-37 16,1 1-45-16,-3 0-30 0,-3-4-31 0,0 3-33 15,-3 3-34-15,10-8-53 0,-7 2-281 0,5 2-706 16,2-6 313-16</inkml:trace>
  <inkml:trace contextRef="#ctx0" brushRef="#br0" timeOffset="34783.58">12923 3322 146 0,'-2'-13'382'0,"2"-1"3"0,0-2 16 0,-1 7-13 15,-3-2 3-15,3-1-4 0,1 2-18 0,-7 0-17 0,2 0-16 16,4 3-22-16,-1 1-29 0,-3-1-26 16,2-1-23-16,-1 2-30 0,1 3-23 0,3 3-20 15,-7-3-22-15,7 3-16 0,-14 0-12 0,14 0-12 16,-14 6-12-16,4 0-12 0,4 3-5 0,-8-2-10 0,6 4-8 15,0 0-9-15,0 4-8 0,3-2-15 16,0 1-12-16,5-4-5 0,3 5-3 0,4 1-4 16,1-2-1-16,7 4-1 0,6 0-1 0,3 5-3 0,0-4 1 15,4-3-4-15,2 4-4 0,7-2-3 0,-9 0-5 16,-3-1-1-16,3-1-1 0,-5-1-4 0,-2 1-1 16,-2-1-1-16,-9-4-3 0,5 5 1 0,-9-7-1 15,2 5 4-15,-1-5 6 0,0-2-4 0,-7 5 4 16,0-1 3-16,-7-3 1 0,0-1 6 0,-1-1 2 15,-5 1 4-15,-5 0-5 0,-2-3 9 0,-2 0-2 16,-7-2 2-16,-6 1 1 0,5 0 2 0,-1 1 0 16,2-4-1-16,-2 0 1 0,3-4 0 0,6-1-1 15,-1 2 1-15,8-1-25 0,-1 1-25 0,1 2-24 16,3-4-35-16,6-1-38 0,4 0-41 0,2 6-29 16,8-10-28-16,9 2-24 0,3-1-32 0,14 3-22 15,11-5-22-15,1 1-201 0,-1 0-591 0,6 3 262 16</inkml:trace>
  <inkml:trace contextRef="#ctx0" brushRef="#br0" timeOffset="35216.81">13584 3468 53 0,'14'-11'175'0,"-2"2"19"15,1-1 15-15,-4 2 11 0,-3-2 7 0,-1 3 2 16,-3-3-4-16,3 1-2 0,-9 5-6 0,4-3-6 0,-3-4-11 16,-2 5-20-16,2 0-18 0,-2 2-21 15,-3-3-15-15,-1 6-15 0,9 1-10 0,-21-3-11 16,8 7-8-16,-4-1-12 0,2 4-8 0,0-2-6 15,-5 3-7-15,5 3-10 0,1-1 4 0,-1 3-5 0,1 2-11 16,4 1 12-16,-3-5-15 0,5 1-2 0,1-3-7 16,1 2-10-16,4 1-9 0,-3-3 6 0,5 0-12 15,-2 2-3-15,4-4 3 0,5-1 3 0,-4 1-2 16,2-2-2-16,7 2 0 0,-4-7 7 0,0 2-3 16,7 0-1-16,-3-4 3 0,-2 0-2 0,4-2 5 15,1-2-1-15,-1 0 0 0,0-1 0 0,-7-1 8 16,3-3-1-16,-2-1 15 0,2 4 15 0,-1-7 30 15,-5 6 18-15,0-2 28 0,-3 0 20 0,1 3 2 16,1-3 21-16,-1 2 2 0,-2-2 3 0,0 4 4 16,0-1-8-16,2 1-13 0,-2-1-12 0,0 8-14 15,-2-9-12-15,2 9-20 0,-2-4-14 0,2 4-8 16,0 0-14-16,0 0-9 0,0 0-9 0,0 0-19 16,0 0-16-16,0 0-23 0,0 0-22 0,-10 20-21 15,10-12-9-15,2 0-10 0,1 3-8 0,4-3-14 16,3 4-11-16,2-1-12 0,1 3-15 0,5-4-9 15,-1-3-25-15,-1 1-24 0,11-1-34 0,7 0-30 16,-4-5-34-16,7-2-28 0,-8-2-211 0,1-1-591 16,-2-5 262-16</inkml:trace>
  <inkml:trace contextRef="#ctx0" brushRef="#br0" timeOffset="35484.18">14103 3328 214 0,'13'-25'0'0,"1"-2"26"16,-6 0 33-16,-1 3 46 0,-7 3 31 0,0 0 42 15,0 3 41-15,-7-1 32 0,5 4 31 0,-4 0 32 0,-1-2 8 16,5 10 9-16,-3-4-17 0,-1 2-15 0,4 3-28 15,2-3-28-15,-5 8-22 0,5 1-34 0,0 0-20 16,-15 0-20-16,15 0-13 0,-10 16-13 16,5-3-15-16,4 10-6 0,1 1-14 0,-4 7-9 0,1 10-7 15,3-1-5-15,3 6-13 0,1 3 2 0,-3 2-4 16,6 4-7-16,1 1 0 0,-1 20-3 0,1-20-4 16,-1-2-4-16,6 3-1 0,-5 1-3 0,6 16-2 15,-6-23-5-15,0-2 3 0,-1-2-2 0,6-2-3 16,-5-6 1-16,-1-8-3 0,1-4-22 0,-3-7-31 15,2-2-17-15,-4-9-33 0,2 2 15 0,-3-6-8 16,-2 1-62-16,0-6-56 0,0 0-48 0,10-15-71 16,-10-1-74-16,3-10-274 0,-3-5-720 0,-3-12 319 15</inkml:trace>
  <inkml:trace contextRef="#ctx0" brushRef="#br0" timeOffset="35634.17">13936 3472 112 0,'-7'-4'339'0,"4"0"-7"0,3 4-20 16,0-8-30-16,0 8-26 0,0-9-28 0,5 3-24 16,2 3-22-16,1-2-19 0,5 0-14 0,-3 3-13 15,8-3-12-15,2 5-25 0,-2 0-45 0,4 0-50 16,3-1-56-16,-4 1-72 0,9-2-81 0,-8 4-228 0,1-1-469 16,-7 1 209-16</inkml:trace>
  <inkml:trace contextRef="#ctx0" brushRef="#br0" timeOffset="36183.58">14585 3469 56 0,'8'-5'249'0,"2"-4"-5"16,0 1 4-16,-2 1 2 0,4-1-2 0,-6-3-9 0,1 3-5 15,0-2-9-15,1 0-5 0,-3 1-4 0,3-3-1 16,-3 4-17-16,-1-5-5 0,-3 4-12 0,-1-3-7 15,0 0-5-15,0 4-9 0,-1-1-8 0,1 2-14 16,-7-1-17-16,5 1-11 0,-4 2-15 0,-3 1 0 16,-1 1-23-16,-1 0-6 0,1 2-10 0,0 1-6 15,10 0-7-15,-27 6-2 0,13-1-13 0,-5 4-1 16,4 2-1-16,1-2-3 0,4 3-3 0,-4 3-3 16,6 0-3-16,-3 3-1 0,2-3-2 0,8 3 8 15,-6 0-17-15,7 0-7 0,7 0-1 0,-6-3-5 16,4 0-2-16,-1 0 1 0,2-1 1 0,1-5 0 15,6 4 4-15,-3-3-13 0,5-5 6 0,-4 4 9 16,3-6-4-16,1-3 1 0,-5 0-4 0,9-3 5 16,-2 1-2-16,-1-5 2 0,-1-1 6 0,0 1-2 15,-1-2-1-15,0-2 6 0,-2-1-1 0,-2 0 2 0,3-1 9 16,-3 3 12-16,2-4 6 0,-2 4 4 16,1-2 2-16,-6 4 5 0,10 2-5 0,-10-2-7 15,5 4-2-15,-5-5-3 0,10 6-4 0,-7 0-1 0,-1 0-3 16,8 2-1-16,-4 1-8 0,-1 0 1 0,5 3 0 15,0 4-5-15,5-4 3 0,-5 4-2 16,3 3 0-16,-3-2-2 0,3 1-3 0,-1 1 8 16,-4-3-5-16,0 6-5 0,-5-5 3 0,4 4-1 0,1 0 3 15,-8-3-7-15,2-1-1 0,-2 1-1 0,0-1 5 16,-4 1-4-16,-1 1-2 0,0 0-8 0,-1-1-3 16,-9-3-16-16,3 6-16 0,-1-9-26 0,-4 3-31 15,-1-1-43-15,-2 2-42 0,0-4-34 0,-1 0-39 16,4-3-45-16,0 0-48 0,-1-5-201 0,0-2-604 15,5-1 267-15</inkml:trace>
  <inkml:trace contextRef="#ctx0" brushRef="#br0" timeOffset="36484.46">15184 2749 516 0,'0'0'488'0,"-2"-5"-37"0,2 5-40 16,0 0-51-16,0 0-37 0,0 0-36 0,0 0-29 16,0 0-26-16,0 0-25 0,2 20-17 0,-2-3-20 15,0 4-21-15,5 2-11 0,-3 5-13 0,4 2-14 16,-4 0-8-16,11 10-15 0,-5-1-4 0,6-1-7 16,-4 4-10-16,0-5-5 0,-1 5-5 0,1-5-5 0,2 2-1 15,-2-7-6-15,-5-3-6 0,3 8-4 16,0 4-1-16,1-13-7 0,-6-2-5 0,0 1-41 15,4-2-17-15,1-2-42 0,-1-4-27 0,1-2-24 0,4 5-18 16,-6-17-27-16,4 5-30 0,-1-1-44 0,-1-6-56 16,7-3-48-16,-9 0-226 0,6-4-625 0,-2-4 277 15</inkml:trace>
  <inkml:trace contextRef="#ctx0" brushRef="#br0" timeOffset="36667.05">15457 3220 346 0,'-3'-7'443'0,"-5"-1"29"0,1 3 24 0,2 2 11 0,-2-5 9 16,1 5-5-16,6-3-12 0,0 6-15 0,-9-3-31 16,9 3-29-16,0 0-31 0,-1-7-33 0,1 7-39 15,10-9-30-15,-7 4-33 0,7 0-34 0,-3 1-33 16,9-4-43-16,-1 1-43 0,12 2-42 0,2 1-91 16,1 0-64-16,0 1-80 0,20-8-109 0,-2 10-115 15,-4-4-107-15,6 2-503 0,-2-3-1090 0,0-2 483 16</inkml:trace>
  <inkml:trace contextRef="#ctx0" brushRef="#br0" timeOffset="43783.5">16646 3732 388 0,'0'0'428'0,"0"0"-16"0,-4-9-31 0,4 9-40 16,0 0-31-16,0 0-32 0,0 0-35 0,0 0-26 0,0 0-11 15,0 0-29-15,0 0-8 0,0 0-14 16,0 0-13-16,22 16-13 0,-16-11-13 0,1 2-11 15,3 4-9-15,-3-3-13 0,-1 0-4 0,2 7-10 0,-1-6 7 16,1 1-22-16,-8 0-14 0,4-1-9 0,-4 4 0 16,1-2-1-16,-2 1-4 0,-6 3-3 0,-1-3-6 15,-4 4-35-15,-1 1-44 0,0-4-39 0,-12 1-32 16,2-1-31-16,1-1-32 0,7-4-40 0,4-4-51 16,6 4-68-16,-5-5-195 0,10-3-597 0,-9 0 264 15</inkml:trace>
  <inkml:trace contextRef="#ctx0" brushRef="#br0" timeOffset="45383.52">17582 3460 100 0,'0'0'240'0,"0"0"2"0,0 0-8 16,0 0-6-16,0 0-3 0,0 0-9 0,0 0-8 15,0 7-9-15,0-7-8 0,0 0-16 0,0 0-14 16,17-2-12-16,-17 2-11 0,15-5-15 0,-2 1-12 15,2 3-14-15,0-6-10 0,6 1-7 0,-6 2-6 16,5-2-9-16,-2 0-6 0,2-2-4 0,-3 0-5 16,1-3-9-16,-2-1-3 0,-2 1-5 0,2 1-1 15,-6-5 0-15,3 3 1 0,-1-3-2 0,-7 1 11 16,3-2-3-16,-6 1 3 0,1 6 4 0,-6-2-10 16,1-1 6-16,-6 2-2 0,0 2-2 0,-1 3 3 15,1-3-16-15,-5 2 2 0,0 4-3 0,-4 1-8 16,-4 2 2-16,2 1-6 0,0 5-3 0,-3 3 1 15,-8 0-5-15,9 7 2 0,-1-2 2 0,6-2-2 16,4 3 2-16,-3 7-2 0,0-7-1 0,14 10-4 16,1-11-3-16,-7 6 6 0,7-2-3 0,7 3-7 0,1-6 8 15,5 5-7-15,2-2 21 0,5-5-20 0,5 2 9 16,1-1-14-16,1-3-5 0,1-7 4 16,2-1-10-16,-2-2-1 0,3-2-3 0,-1-2 3 0,0-2 2 15,5-1-2-15,-12-5 11 0,5-2-8 0,-2-1 4 16,-9-1 2-16,-1 4 3 0,6-8 5 0,-9 6 1 15,0-5 15-15,-3 2 15 0,-1 0 16 16,-3 0 21-16,-1-1 10 0,-1 2 10 0,1 6 8 0,-2-4-3 16,-3 4 2-16,3 0-16 0,0 0-7 0,-3 1-11 15,0 7-9-15,4-8-13 0,-3 5-13 0,-1 3-12 16,0 0-2-16,0 0-1 0,0 0 4 0,0 0-13 16,7 14-6-16,-4-5 0 0,2 0-1 0,0 0-5 15,0 4-5-15,2-1 4 0,-1 3-8 0,3-3 5 16,-3 3-3-16,3-3 0 0,-1-2 3 0,-1-2-2 15,1 0-1-15,-3 3 2 0,0-4-1 0,-2-4 8 16,5 2 3-16,-1-3 0 0,-7-2 1 0,15 0 7 16,-15 0 0-16,15-7 4 0,-9 2 9 0,3-2 10 0,-1-8 5 15,-1 3 8-15,4-3 4 0,-4 3 3 0,1-5 15 16,-1 1 10-16,1 4 14 0,-1-5 34 16,2 4 5-16,-4-1-2 0,5 2-3 0,-8-1-4 15,3 4-4-15,2-1-19 0,-4 2-6 0,2 2-16 0,-3 1-9 16,1 0-12-16,-3 5-16 0,8-3-4 0,-8 3-14 15,0 0-13-15,15 8-12 0,-13 0-28 0,4-1-19 16,3 2-19-16,-1 3-23 0,3 3-13 0,3-1-20 16,-1 1-18-16,0-2-10 0,2 2-8 0,5 1-1 15,3-3-9-15,-1 2-1 0,1-5-13 0,-2-1-13 16,2-1-6-16,6-5-4 0,-1-2-3 0,0-1 0 16,-7 0 8-16,6-4 21 0,-6-2 20 0,3-3 20 15,-3 4 18-15,-6-7 15 0,7 2 26 0,-8 0 23 16,-2-4 28-16,1 2 24 0,-1-3 18 0,-6 3 25 15,3-4 19-15,-8 2 31 0,4 2 17 0,-5 3 19 16,2-3 20-16,-2 3 17 0,-2-1 6 0,2 2 0 16,-6 1 8-16,4-1-18 0,-5 4-21 0,1-5-12 15,-1 4-14-15,1 3-17 0,-6 2-6 0,12 0-14 16,-26 5 0-16,11-2-5 0,1 6-9 0,1 0-6 16,-3-1 4-16,1 4-9 0,3-2-6 0,1 4-5 15,2-1-4-15,1 5-1 0,3-6-6 0,2 3-9 16,3-6-7-16,1 5-5 0,-1-1 5 0,7 2-8 15,1 0 3-15,1-4-3 0,2-3 2 0,4 3 2 0,0-3-3 16,0-3-2-16,3-2 7 0,0-1-3 16,0 1-3-16,7-3 3 0,-7-3 2 0,-1 0 5 15,5 1-5-15,-3-3 1 0,-2-2 3 0,3-3-1 0,-4 4 1 16,-1-5 4-16,2 1-1 0,1 1 3 0,-5 0 6 16,4 3 5-16,-2-3-2 0,-2 2-5 0,-3 0 3 15,1 3-6-15,3 1 1 0,-8 0-6 0,8 3 3 16,-1 0 1-16,-13 0-3 0,16 0 2 0,3 5-3 15,-6-1 0-15,-2 0 0 0,4 4 2 0,0-2-3 16,0 3 2-16,0-1-1 0,-8-1-2 0,7 2 3 16,-5-5-5-16,2 6 1 0,-4-5 2 0,-4 0-9 15,6 0 3-15,-5 0 6 0,5 0 2 0,-9-5 1 16,0 0-2-16,0 0 5 0,0 0 1 0,-15 7-3 16,15-7 4-16,-17-3 2 0,17 3 4 0,-15-4 0 15,4-1 10-15,3 0 2 0,1 0-3 0,0 0-3 16,-1-2 2-16,8-1-6 0,-2-1-7 0,-3 1 8 15,12-3-24-15,6 0-6 0,-1-2-3 0,6-1-26 16,12-5-12-16,6-2-9 0,2 2-10 0,5 0 3 16,2 2-2-16,1 2 9 0,-4-4 3 0,-2 4 2 15,-7 3 9-15,-2 2 4 0,-3-2 5 0,-5-1 8 16,-6 3 9-16,-2 5 13 0,-2-3 32 0,-6 2 12 16,1-2 4-16,-6 3-5 0,1 1-3 0,-3 4-6 15,-12-8-1-15,12 8-1 0,-16-2-2 0,8 2-5 0,-12 3 3 16,3 4-12-16,1 1 0 0,-3 3 0 15,-4 2-2-15,13 5 2 0,-3-3 1 0,1 6-1 16,1-3-3-16,6 6-1 0,-2 2 6 0,14-1-5 0,-5 6 8 16,4-2-8-16,7 3 2 0,7 7-2 0,3-2 4 15,1-2 0-15,0 4-1 0,1-3-1 16,0-1 1-16,-2 4-2 0,-1-4 0 0,-4-11 0 16,0 2-2-16,-6-3 0 0,-2-3 1 0,0-4 2 0,-5 2-4 15,1-3 9-15,-6 1 24 0,-5-8 34 0,4 4 34 16,-4-4 15-16,-12-2 18 0,2 3-1 0,-3-5-3 15,-4-2-12-15,-4-2-10 0,-4-3-5 0,-3-3-14 16,2-3-5-16,4 1-8 0,-1-7-9 0,2 7-8 16,1-11-28-16,5 7-31 0,5-4-39 0,7 0-38 15,-6-9-46-15,14-2-49 0,5 0-44 0,0-1-47 16,7-3-49-16,16-8-50 0,4-2-303 0,2 1-721 16,4 2 320-16</inkml:trace>
  <inkml:trace contextRef="#ctx0" brushRef="#br0" timeOffset="45717.56">20116 3236 10 0,'14'-8'122'15,"-9"0"30"-15,3 3 21 0,-2 0-5 0,-1 0-14 16,2 4-14-16,-7 1-13 0,7-6-15 0,-7 6-8 16,0 0-6-16,0 0-6 0,0 0-10 0,10 10-8 15,-10-2-5-15,1 1-7 0,-1-2-4 0,2 3-5 16,3-1-3-16,0-1-2 0,5 4 3 0,0-1-1 0,0-3-2 16,3-1-5-16,5 1 5 0,-3 0-6 15,3-3-4-15,-1-1-3 0,3-4-2 0,1 0-3 16,-4-1 0-16,-2-5 9 0,6 1 17 0,-1-2 3 0,-10-2 1 15,8 1 3-15,-8-4 4 0,5 2 16 0,-7 0 17 16,0-2 12-16,-3 2 17 0,4 3 25 16,-9-2 19-16,5 3-1 0,-2 1-3 0,0 0-13 15,-3 5-25-15,5-7-10 0,-5 7-20 0,4-5-18 0,-4 5-4 16,0 0-8-16,0 0-9 0,0 0-9 0,-7 25-6 16,5-14-3-16,-1 1 6 0,1 3-15 0,-3 1-2 15,4 0-7-15,1 4 2 0,0 5-12 0,0 3 11 16,1-1 2-16,4 1-10 0,5 1 0 0,-3 0-4 15,4 12-11-15,-2-13-20 0,6 16-30 0,-2-17-49 16,-3-2-45-16,5 1-51 0,-7-6-75 0,5-5-81 16,-1-2-317-16,-1 1-718 0,3-5 317 0</inkml:trace>
  <inkml:trace contextRef="#ctx0" brushRef="#br0" timeOffset="46167.57">21133 3205 163 0,'8'-4'254'0,"-3"3"-21"16,6-2-22-16,-1-1-22 0,-1 1-20 0,6 2-17 15,-1-2-12-15,3-3-13 0,0 4-15 0,-1 1-11 16,2-3-10-16,1 2-8 0,-1-4-8 0,0 2-7 0,0-3-4 16,-3 4-10-16,0-4-3 0,-2-5-7 0,2 6-2 15,-5-4-3-15,-3-1 4 0,4 3 4 0,-4 1 5 16,-5-6 3-16,-1 5 11 0,-1-3 7 16,5 3 20-16,-10 0 5 0,4 0-12 0,-1 1-13 0,-5 3-8 15,1-3-1-15,-6 6-13 0,-1-2 2 0,1 2-8 16,-8 5-4-16,4 0 3 0,-6 1-2 0,9 5 11 15,-10-1-3-15,5 4-2 0,3 1-5 0,-3-2-3 16,6 6-5-16,2 1 1 0,-2-3-6 0,7 3 0 16,2 0-4-16,3-2 0 0,3 1-2 0,2 1-2 15,4-3 1-15,7 5-4 0,6-2 0 0,4-4-16 16,1 0-23-16,9-6-27 0,7 5-36 0,7-6-39 16,-5-4-46-16,1-4-37 0,4-4-40 0,-4-3-51 15,5 0-187-15,-8-2-523 0,2-9 233 0</inkml:trace>
  <inkml:trace contextRef="#ctx0" brushRef="#br0" timeOffset="46567.45">22106 2764 216 0,'-8'-19'382'0,"6"9"-1"0,-1-1 2 16,-1-4-13-16,-4 7-31 0,3 1-33 0,0 3-35 16,2-4-34-16,-5 7-18 0,8 1-30 0,-14 9-22 15,9-2-15-15,2 5-10 0,-7 6-18 0,7 4-12 16,-6 5-10-16,6 7-15 0,0 8-1 0,-7-2-10 0,5 6-7 15,0-2-9-15,0 3-6 0,0-4-3 0,-5 8 6 16,4-8-18-16,-1 4-3 0,-1 3-4 16,1-3-1-16,0 2-1 0,1-5-7 0,-6 6 2 15,7 0-5-15,5-4 2 0,-6 2-4 0,4-2 7 0,2-1-11 16,8-2 0-16,-6-6-15 0,1-7 1 0,4 0-13 16,1-2 9-16,5-1-2 0,-3-10 2 0,3 1-2 15,2-3 4-15,4-3-1 0,-1-3 2 0,3-6 17 16,-1-3-20-16,8-1 4 0,-11-3-3 0,9-8 3 15,2-1-2-15,-6 3 4 0,-5-10-2 0,2-4 1 16,-2 0 1-16,-9-1 2 0,-1-6 9 0,-7 1-14 16,0-11 4-16,-7 12-7 0,-1-11 2 0,-9-1-3 15,3 13 1-15,-13-3 2 0,-1-6 0 0,5 13 4 16,3 0-7-16,-5 4 0 0,2 0-12 0,3 6-20 16,7 2-14-16,-2-3-16 0,-2 3-12 0,2 3-20 15,5 2-22-15,4-3-28 0,-2 3-31 0,4-5-37 16,8 4-32-16,4-4-41 0,2-1-46 0,1-1-170 15,11-5-548-15,-1-2 243 0</inkml:trace>
  <inkml:trace contextRef="#ctx0" brushRef="#br0" timeOffset="46967.05">22422 2755 76 0,'0'-7'251'0,"5"-1"-13"0,-10-2-19 15,5 5-24-15,0 5-17 0,0 0-23 16,-2-7-17-16,2 7-16 0,0 0-8 0,0 0-15 15,0 0-7-15,-13 26-7 0,13-15-4 0,-2 6-1 16,2 2 1-16,0 8-5 0,0 3-3 0,0 1-8 0,-6 9-5 16,6-10-2-16,-7 13-6 0,6 1 0 0,-3 1-5 15,-2-3-10-15,6 0 4 0,-7 1-5 16,5-2-5-16,-1 5-1 0,0 3-3 0,-1-3-1 0,-4-4-2 16,6 2-4-16,2 1 0 0,-1-8-3 0,1-4 3 15,0 2-4-15,1-8-2 0,1 1 2 0,-2-2 0 16,5-10-2-16,-2 2-1 0,4 0 1 0,-2-6 9 15,2-2 0-15,4-2 0 0,2 0 3 0,4-7-2 16,5-2-1-16,-3-3-2 0,3-1-5 0,1-8-1 16,4 1-2-16,-3 0 0 0,5-4 0 0,-11-3-2 15,2-4 1-15,-1 2-2 0,0-1-1 0,-4-5 1 16,-7 0-1-16,2-4 1 0,-7 3-1 0,-3-2 11 16,-3 0 7-16,-4 1 10 0,-6 2 8 0,-7-7-2 15,-5-1-4-15,-1 5-2 0,1 6-4 0,-7-3-2 16,-2 3-5-16,6 5-6 0,4 1-1 0,0 5-13 15,5-1-28-15,-2 5-25 0,6 1-31 0,5 7-38 16,-2-3-35-16,6-1-18 0,6 5-33 0,0 0-50 16,0 0-211-16,0 0-503 0,0 0 223 0</inkml:trace>
  <inkml:trace contextRef="#ctx0" brushRef="#br0" timeOffset="47217.37">22895 3081 184 0,'0'0'308'0,"0"-9"-15"0,0 9-27 0,0 0-17 15,0 0-24-15,0 0-27 0,0 0-19 0,0 0-23 0,0 0-13 16,0 0-13-16,0 0-15 0,-11 18-11 0,9-11-11 16,2 7-6-16,-2-2-8 0,2 1-10 0,0 4-4 15,0 1-2-15,2-1-12 0,0 0 0 0,-2 3-3 16,0-2-10-16,6 2-18 0,-1-1-22 0,-1 0-34 15,-4-3-33-15,6 0-45 0,1-1-58 0,0-7-49 16,1 2-213-16,-2-4-469 0,4 0 207 0</inkml:trace>
  <inkml:trace contextRef="#ctx0" brushRef="#br0" timeOffset="48466.86">23347 3024 300 0,'-3'-9'375'16,"-4"-2"-15"-16,4 4-16 0,-9-3-6 0,2 0-43 16,1 6-2-16,-5-1-31 0,4 2-25 0,-3 2-24 15,0 1-29-15,13 0-18 0,-22 4-14 0,6 5-21 16,6 2-11-16,-2 1-13 0,-3-1 0 0,9 5-14 16,-2 0-3-16,1 2-23 0,5 2 1 0,-3-2-17 0,10 3-7 15,-3-2-4-15,3-2-2 0,-3 4-19 16,6-1-3-16,7 0-14 0,6 3-11 0,-6-8-24 15,3-3-14-15,5 0-17 0,1 3-12 0,0-6-15 16,-2-2-1-16,0-2-11 0,7-2 2 0,-1-3-3 0,-4 0 9 16,4-1 6-16,-12-3 11 0,7 0 8 0,-4-4 7 15,-3 1 7-15,4-1 9 0,-5-4 12 16,0 2 15-16,-2 0 25 0,-3-2 25 0,-3 4 23 16,1-6 27-16,-1 4 17 0,-1 1 28 0,-2-3 7 0,2 1 10 15,-3 4-5-15,-1-5 0 0,0 3 2 0,-4-2-2 16,4 4-9-16,-1-1-10 0,-1 8-16 0,0-8-9 15,-1 0-14-15,1 8-13 0,-2-4-8 0,2 4-4 16,0 0-27-16,-13 0-20 0,13 0-17 0,-10 7 0 16,5 2-21-16,0 2-1 0,2-3-25 0,-4 7-5 15,7-3-14-15,0 3 0 0,5 1-8 0,0-3 0 16,2 2-7-16,-2-4-4 0,1-3-4 0,4 4-10 16,5-1-8-16,0-4-10 0,-3-2-2 0,2 2-7 15,3-3-6-15,4-4 1 0,-4 0 0 0,0-2 5 16,-1-3 5-16,2 0 4 0,-3-2 12 0,0-3 26 15,0 0-9-15,-2 1 13 0,1-5 7 0,-5-1 18 16,3 0 25-16,-5-2 25 0,-4 2 30 0,10 0 6 16,-8-4 34-16,0 4 34 0,-2-2 21 0,-1-2 19 0,-4 4 17 15,2-1 13-15,-3 2 7 0,-2 2-11 16,0 3-5-16,-1-2-15 0,-3 2-13 0,1 2-9 16,-7-1-12-16,4 3-11 0,-6-2-15 0,4 6-7 15,0 1-11-15,13 0 6 0,-24 6-16 0,16-2-13 0,-2 4 0 16,5-1 0-16,-6 3-6 0,2-3-5 0,8 7-8 15,-6-3-3-15,7 5-2 0,0 4-5 0,7-6-12 16,-6 2 3-16,8 1-6 0,2-2-5 0,-3 0-5 16,7 1-12-16,0-5-9 0,0 3-16 0,7-2-10 15,-2-4-5-15,1 0-5 0,4 4-2 0,-7-6 5 16,4-4-2-16,-3 2 3 0,1-4 6 0,0 3 8 16,-5-4 2-16,2-4 8 0,-4 2 10 0,2-3 3 15,-5 2 4-15,1-5 13 0,-2 1 24 0,-3 1 13 16,1-3 10-16,-2 3 18 0,5 1 10 0,-5-5-2 15,1 1 19-15,1 5-6 0,-5-2-3 0,3-1-11 16,-4 4-7-16,6-1-7 0,-7 5-18 0,0 0-1 16,0 0-5-16,0 0-2 0,0 0-2 0,0 0-8 15,0 0 6-15,0 0-1 0,1 20 10 0,-1-13-15 16,5 2-8-16,-5 1-10 0,0-2-8 0,2 1 8 16,5 2-7-16,-7-4 1 0,3 0-2 0,0 2 0 15,-3-5 5-15,7 0-3 0,-4 0 6 0,-3-4 3 16,0 0-2-16,0 0 2 0,15 0 5 0,-15 0-9 0,10-9 5 15,-7 2 4-15,4 2-2 0,-2-3 2 0,3 1 1 16,-6-4 1-16,5 2 16 0,1 0 13 16,-3-6 7-16,-4 6 27 0,8-3 12 0,-6 4 2 15,-1 0 2-15,-1-3 8 0,9 3-3 0,-6 1-11 0,-3-1-8 16,4 1-4-16,-3 4-12 0,-2 3-7 0,0 0-24 16,0-6 0-16,0 6 1 0,0 0-9 0,0 0-11 15,0 0-8-15,13 16 4 0,-10-8-13 0,2-1-11 16,0 1-6-16,0 3-2 0,2-3-9 0,4 4-9 15,-1 0-3-15,2 0-2 0,-2-4-5 0,3-1 6 16,0 1-3-16,-1-4 1 0,3 4-1 0,3-6 6 16,0-1-2-16,0 2-3 0,9-6-24 0,3-1-14 15,-9-4 4-15,1 0 4 0,4 0 0 0,-8-4 6 16,4-3 5-16,1-7-4 0,-3 2-2 0,0-7 8 16,-5 0 7-16,1-11 6 0,1 2 7 0,-6-2 7 15,-1-1 7-15,-5-3 21 0,-1 10 29 0,4-10 15 16,-8 1 32-16,0-1 35 0,0 12 6 0,-8-3 27 15,4 4 24-15,-1-2 7 0,-1 4 19 0,-2 0 8 16,6 8-7-16,-6 2-7 0,8 0-3 0,-7 7-16 16,2 3-14-16,2-3-23 0,-6 8-12 0,-1 0-10 15,1 2-11-15,9 0-9 0,-22 12-8 0,15-2-6 16,-3 6-6-16,-4 4-1 0,2 6-9 0,5 1-2 0,-1 6-4 16,0 8-1-16,13 1-4 0,-9-2-6 0,3 3-9 15,2 2-11-15,4-2-12 0,2 0-14 16,3-2-23-16,-2-1-16 0,6-1-22 0,0-10-27 0,1-4-25 15,-1 2-25-15,0-4-30 0,0 0-37 0,-3-4-37 16,7-9-57-16,-3 4-53 0,2-7-270 0,-2-3-701 16,-4-4 311-16</inkml:trace>
  <inkml:trace contextRef="#ctx0" brushRef="#br0" timeOffset="48634.54">24789 2948 39 0,'-13'-11'349'0,"3"0"14"0,1 4 22 0,-1-2 13 0,4 3 1 15,-2 0-1-15,4-1-17 0,1 0-27 0,1 3-30 16,2 4-34-16,-3-12-31 0,3 8-33 0,0 4-34 16,5-8-34-16,7 5-42 0,-3 2-58 0,10-1-85 15,4 0-79-15,-5 2-84 0,17 2-98 0,-5 0-392 16,6-1-737-16,-1 2 327 0</inkml:trace>
  <inkml:trace contextRef="#ctx0" brushRef="#br0" timeOffset="52600.25">18835 2318 358 0,'0'-9'379'0,"0"-1"-26"16,4 3-37-16,-4 7-36 0,0-8-29 0,1 6-29 15,-1 2-22-15,0 0-18 0,0 0-21 0,14 14-12 16,-8-3-13-16,4 4-13 0,0 8-16 0,2 0-9 15,-2-6-9-15,4 5-11 0,-2 4-5 0,0-1-7 16,-6-5-10-16,7 2-3 0,-4-2-5 0,-3-2-3 16,3 0-5-16,-3-4-4 0,-4 1-3 0,3-7-1 15,-3 3-5-15,4-2 1 0,-6-2 0 0,2-2 12 16,-2 1 35-16,0-6 31 0,5 6 10 0,-5-6-12 16,0 0-8-16,0 0-6 0,1-18-12 0,4 11 1 15,-1-4-4-15,-1 0-3 0,0-3-5 0,4 0-6 16,0-4-1-16,-1 6-2 0,-4-5-5 0,3 6-3 15,3 0-5-15,-1 2 1 0,-6 0-3 0,4 0-8 0,-3 3-4 16,3-1-6-16,-2 2-3 0,-3 5-5 16,2-6-5-16,-2 6-4 0,13 0 0 0,-13 0-2 15,7 11 0-15,4-6-3 0,-6 3 0 0,7 3-5 0,-4 2-3 16,0-1-13-16,1 1 3 0,4-1-13 0,-5 2 5 16,-1 1-6-16,3-5-3 0,-5 0 1 0,0 0-2 15,3-3 0-15,-5 1 3 0,4-4 7 16,-4 3 4-16,1-3 10 0,1-1 0 0,-5-3-2 0,9 1 6 15,-9-1 1-15,9-7 5 0,-3-1 7 0,1 1 7 16,-2-1 0-16,2-1 12 0,-3-2 15 0,6-1 8 16,2-3 9-16,-4-1 9 0,-3 3 10 0,4-1 3 15,4 1 0-15,-5-1 1 0,0 4-1 0,-1 1-7 16,-2-2-6-16,3 6-8 0,-6-3-6 0,-2 2-11 16,6 1-3-16,-6 5-10 0,7-7-6 0,0 6-9 15,-7 1-9-15,0 0-14 0,16 4-15 0,-9 0-16 16,1 3-24-16,-1 0-25 0,1 2-24 0,4 3-28 15,3 2-31-15,-6-1-25 0,5 2-14 0,-1 1-22 0,-1-4-40 16,2 5-40-16,6-7-55 0,-3 2-325 16,1-1-749-16,0-2 332 0</inkml:trace>
  <inkml:trace contextRef="#ctx0" brushRef="#br0" timeOffset="53200.21">19741 2477 149 0,'-10'-4'256'0,"10"4"-20"16,-12-3-19-16,12 3-23 0,0 0-23 0,-16 7-16 16,9 0-13-16,0-4-15 0,6 5-12 0,-6-1-10 15,2 2-9-15,3-5-9 0,1 5-7 16,2 3-7-16,-1-1-7 0,2 0-5 0,3-3-5 0,3 2-4 16,-1-1-7-16,-5-2-2 0,4-1-5 0,6 1-2 15,-4-2-4-15,0-2-4 0,6-3 0 0,-14 0-5 16,21-3-1-16,-11 1 1 0,5-5-6 0,-8-2 0 15,3 3-3-15,-4-4-2 0,4-1-1 0,-7-3-3 16,2-1-1-16,-3 2 3 0,0-2-5 0,-2 0 0 16,0-3 0-16,-2 6 3 0,0-3 11 0,-3 0 9 15,2 5 11-15,-2-1 8 0,0-1-3 0,3 3-2 16,1-2 2-16,-2 4-4 0,3-1 0 0,-4 1-3 16,4 7-4-16,0-9-7 0,4 3-5 0,2 1 0 15,4 1-12-15,0-4-2 0,5 5-1 0,6-1-3 16,-4 3-5-16,4-1 1 0,3-4 2 0,-3 3-4 15,11-2 3-15,-13 2 0 0,-2 2-1 0,3-2 0 16,0-1 0-16,-4 2 1 0,-1-5 2 0,-2 2 1 16,-4 3 6-16,-1-2 9 0,0 2 17 0,-3-2 21 0,-5 4 11 15,7-3 5-15,-7 3-3 0,6-5 1 16,-6 5-9-16,0 0-6 0,0 0-12 0,0 0-2 16,0 0-8-16,0 0-2 0,0 0-6 0,0 0-4 0,-26 12-1 15,26-6-4-15,0 3 0 0,-2 2 6 0,2-2-13 16,2 3 0-16,-2 3 4 0,7 0-1 0,-2 4-6 15,-2-4 6-15,5 5 11 0,-5-4-16 0,2 2 0 16,5 1-2-16,-5-6-1 0,5-1 1 0,-3 3 2 16,-2-3-3-16,1 3-5 0,-1-6 7 0,-3-2-2 15,0 1 2-15,1-2 8 0,-3 3-5 0,0-5-4 16,0-4 5-16,-5 8 3 0,2-3-3 0,3-5 0 16,-20 5 10-16,8-3-9 0,1-2-17 0,-7 0-20 15,8-2-26-15,-7-2-14 0,4 1-24 0,0-1-22 16,4-3-44-16,1 3-44 0,3-6-51 0,5-1-40 15,0-4-234-15,0-3-569 0,7 0 252 0</inkml:trace>
  <inkml:trace contextRef="#ctx0" brushRef="#br0" timeOffset="53417.89">20485 1912 324 0,'4'-8'405'0,"-4"0"22"0,0-3-15 16,0 4-18-16,1 1-27 0,-1 0-35 0,0 6-37 0,0 0-36 15,-1-8-28-15,1 8-26 0,0 0-22 0,0 0-17 16,-5 20-23-16,5-8-9 0,-7 3-13 16,6 4-11-16,1-1-12 0,0 10-8 0,-2 3-8 15,4-1-8-15,-1 1-9 0,6 4-6 0,1 7 4 0,-1 0-23 16,1 2-11-16,4-5-26 0,-4 6-34 0,8-2-36 16,-4-3-36-16,5-2-35 0,-8-8-40 15,5 0-46-15,-3-3-58 0,1 0-63 0,-2-1-280 0,6-4-675 16,-12-6 299-16</inkml:trace>
  <inkml:trace contextRef="#ctx0" brushRef="#br0" timeOffset="53601.36">20542 2298 270 0,'-2'-6'524'0,"2"-3"-21"0,0 3-35 0,3-2-46 16,4 1-37-16,6-2-44 0,4 0-28 0,6-6-31 15,7 4-30-15,5 1-24 0,9 1-24 0,8-3-22 16,4 4-27-16,-5 8-35 0,2-4-70 0,3 1-106 16,-6 5-119-16,6-2-123 0,-1 5-397 0,0-5-754 15,-7 2 334-15</inkml:trace>
  <inkml:trace contextRef="#ctx0" brushRef="#br0" timeOffset="58166.94">26019 3627 91 0,'0'0'446'0,"0"0"-6"0,0 0-24 15,0 0-36-15,1-12-35 0,-1 12-35 0,0 0-35 0,0 0-32 16,0 0-21-16,0 0-23 0,0 0-22 0,0 0-22 15,0 0-14-15,19 3-17 0,-19-3-8 0,9 9-9 16,-2-5-10-16,1 3-14 0,-1-2-7 0,-2 3-7 16,3-1-11-16,-3 4-1 0,5-2-5 0,-7-2-9 15,4 3-5-15,-5 0-6 0,1 2-7 0,-1-2-14 16,-2 2-11-16,-5-2-14 0,3 0-18 0,-6 2-29 16,-1 0-29-16,-4 0-31 0,0-2-32 0,1 5-38 15,-1-6-41-15,0-2-52 0,6 1-78 0,-3-1-186 16,-1-3-594-16,3-1 262 0</inkml:trace>
  <inkml:trace contextRef="#ctx0" brushRef="#br0" timeOffset="59100.24">26850 2961 20 0,'0'-3'382'0,"0"3"-16"0,-4-10-22 0,1 5-32 16,3 5-26-16,0 0-34 0,-2-5-29 0,2 5-17 15,0 0-32-15,0 0-11 0,0 0-24 0,0 0-15 16,5 26-9-16,-5-15-15 0,7 2-6 0,-2 2-13 15,3 1 4-15,0-1-18 0,-3 2 1 0,5 4-15 16,-1-3-1-16,-3-4-6 0,2 2-7 0,-1 0-2 16,1-1-6-16,-1-1-2 0,1-2-4 0,-3-6 3 15,-3 1-7-15,4 3-2 0,1-5 15 0,-7-2-14 16,0-3 17-16,7 5 17 0,-7-5 11 0,0 0 5 16,0 0-6-16,0 0 9 0,6-13-3 0,-4 2 7 15,0 2 4-15,4-6-4 0,1 1-1 0,-5-2-1 16,4 1 1-16,7-1-2 0,-11 2 5 0,10-1-4 0,-6-2 4 15,3 7-9-15,-3 0-4 0,-3 2-8 0,2 2-6 16,-3-2-6-16,3 4-8 0,-3-1-7 16,4 1-8-16,-6 4-2 0,0 0-8 0,0 0-6 15,0 0 5-15,17 9-13 0,-11-2 7 0,3 1-13 0,-1 7-1 16,5-3-14-16,-4 3 5 0,-1-2-14 0,3 1 3 16,-4-1-2-16,1 4-5 0,-1-7 2 0,3 5 2 15,-5-7 0-15,6-1 5 0,-9 1 2 0,1-2 5 16,2-3 6-16,0 2 15 0,-5-5-1 0,7 2 4 15,-7-2 3-15,0 0 12 0,16-9 11 0,-11 5 12 16,2-3 18-16,0-4 2 0,1-1 7 0,0 1 3 16,2-1 15-16,0-3 1 0,-2 5 13 0,-1 1 6 15,1-3 6-15,-4 6 2 0,1-3-13 0,1 2-5 16,-1 2-14-16,-3 0-10 0,-2 5-9 0,6-8-4 16,-6 8-17-16,7-2-8 0,-7 2-10 0,0 0-5 15,0 0-2-15,17 6-12 0,-12-2-17 0,3 1-18 16,-7 2-23-16,6 5-28 0,-2-4-26 0,5 7-25 15,-5-4-28-15,3 4-37 0,2-2-27 0,3 2-25 0,1 3-22 16,-4-5-28-16,1-1-42 0,2-1-53 16,-3-2-347-16,5 1-802 0,-6-3 355 0</inkml:trace>
  <inkml:trace contextRef="#ctx0" brushRef="#br0" timeOffset="59700.24">27690 2968 256 0,'-5'-3'346'0,"5"3"-19"0,0 0-26 16,-1-7-28-16,1 7-25 0,0 0-31 0,0 0-23 15,0 0-15-15,0 0-23 0,-15 12-12 0,15-6-17 16,-7 3-13-16,7 0-9 0,-1 1-10 0,2 1-13 16,-1-2-4-16,0 5-12 0,7-2-10 0,-6-1-5 15,11 3-9-15,-9-4-4 0,11 5-11 0,-8 1-11 16,7-8-10-16,-1 0-11 0,1 3-11 0,1-7-8 15,-6 0-2-15,8 1 0 0,-2-5 2 0,-6 0 3 16,-8 0 1-16,18-3 0 0,-8-3 4 0,-3 2 5 16,-2-4 4-16,-2 0 9 0,-1 0 6 0,-2-3 10 15,0 0 10-15,-4-2 14 0,-1 4 9 0,2-3 11 16,-4 0 13-16,-1-1 12 0,5 4 3 0,-4-1 10 16,2 2-8-16,-3 0-5 0,1 0-5 0,2 2-5 15,0 2-10-15,4-4-1 0,1 8 5 0,-7-7-25 16,7 7 4-16,0-5-24 0,0 5-12 0,8-7-9 15,6 2-16-15,-3 1-11 0,9 1-5 0,-2-3-8 16,2 0-9-16,7 3 0 0,4-5-8 0,-4 6 9 0,-1-5-2 16,2 4 1-16,-8-2 7 0,2 3 4 0,-8-4 10 15,6 0-1-15,-10 5 1 0,-3-4 10 16,4 5 12-16,-11 0 13 0,10-3 8 0,-5 0 14 16,0 0 4-16,-5 3-8 0,0 0-5 0,10-5-2 0,-10 5-7 15,0 0-8-15,0 0 0 0,0 0 0 0,0 0-5 16,0 15-2-16,0-10-1 0,0 2 3 15,0-7-5-15,2 15 7 0,-2-6-3 0,2 5 1 0,4-5-1 16,-4 5 2-16,4 2-4 0,3-3 3 0,-4 1 0 16,3 4 0-16,-1-5 2 0,-1 3-4 0,1-3 1 15,-4-1 1-15,4 3 2 0,-6-5-3 0,3-1 8 16,-3 2-10-16,1-4 6 0,-2 1-4 0,0 1 10 16,0-2-10-16,-2 1 3 0,2-2 2 0,-5 0-1 15,4 0 2-15,-3-2-3 0,-1 1 4 0,-1-3-22 16,-2 0-36-16,1 1-35 0,7-3-37 0,-17 0-38 15,17 0-54-15,-18-7-62 0,15-1-72 0,-4 3-176 16,1-7-566-16,2-2 251 0</inkml:trace>
  <inkml:trace contextRef="#ctx0" brushRef="#br0" timeOffset="59934.63">28422 2522 57 0,'0'-10'462'0,"3"3"5"0,-1 2-9 0,-2 0-24 15,0 5-37-15,0-10-37 0,0 10-39 0,0-7-35 16,0 7-31-16,0 0-28 0,0 0-18 16,0 0-25-16,-7 22-19 0,1-11-15 0,4 2-13 0,0 6-13 15,-3 0-14-15,5 5-11 0,0 3-8 0,5 0-8 16,-10 3-10-16,5-2-5 0,7 11-6 0,-5-7-8 16,-2 7-4-16,8 3-10 0,-3-12-22 0,-5 0-34 15,5 0-46-15,0-3-39 0,0 0-51 0,1-2-44 16,-1-1-53-16,-3-1-58 0,5-11-74 0,-6 7-283 15,1-8-717-15,3-2 318 0</inkml:trace>
  <inkml:trace contextRef="#ctx0" brushRef="#br0" timeOffset="60117.02">28376 2948 246 0,'-7'-8'439'0,"-1"-1"27"15,4 1-5-15,1-1-14 0,3 5-26 0,-2-2-25 16,-3-2-37-16,5 3-30 0,0 5-36 0,0-11-34 15,0 11-30-15,7-5-38 0,-4-2-35 0,7 7-42 16,0-3-53-16,8 3-60 0,1 0-74 0,9 0-61 16,2 6-64-16,3-2-66 0,11-4-78 0,1 5-302 15,0-5-695-15,1 3 307 0</inkml:trace>
  <inkml:trace contextRef="#ctx0" brushRef="#br0" timeOffset="60500.91">29213 2941 56 0,'0'0'245'0,"0"0"3"0,12 8-7 16,-12-8-12-16,13-3-12 0,-1 5-17 0,-12-2-14 16,28-5-17-16,-17 5-18 0,4-5-12 0,7 1-13 15,-7 3-13-15,6-6-12 0,-6 2-8 0,2-2-9 16,2 3-10-16,-2-7-4 0,3 3-11 0,-4-3-4 15,-4 2-4-15,-2-3-10 0,3 1 6 0,-6 0-10 16,1-1 0-16,-3-2 4 0,-3 5-2 0,-1-3 5 16,-2 1 3-16,1 1 7 0,-7 3 5 0,0-3 3 15,1 2 5-15,-3 1 4 0,0 3-8 0,-3-1 3 16,-3 2-4-16,7-1-10 0,-12 3-10 0,10 1-2 16,-5 1-5-16,2 3 2 0,-2-1-7 0,2 4-4 15,3 2-7-15,-3 4 2 0,6-1-4 0,-1 2 1 0,4 2 1 16,3 1-2-16,6-1-1 0,-5 5-3 15,8-2-1-15,0 5 0 0,5-1-4 0,6-2-10 16,1-1-16-16,8-3-15 0,0 3-27 0,10-2-30 16,-5-4-44-16,12-1-55 0,-4-1-43 0,5-5-35 15,-1-5-45-15,-4-2-162 0,2 3-513 0,-6-11 228 16</inkml:trace>
  <inkml:trace contextRef="#ctx0" brushRef="#br0" timeOffset="60683.9">30092 2946 19 0,'13'-15'130'0,"-5"-2"45"0,2 6 47 0,0-6 22 16,-6 3 26-16,2 6 25 0,1-4 3 0,-7 2-6 15,0 1-14-15,0 5-23 0,0-2-25 16,0 6-23-16,-7-9-24 0,-1 6-15 0,8 3-21 0,-17 5-13 16,4-3-13-16,0 9-14 0,-9-3-7 0,8 5-11 15,-1 1-8-15,-9 2-13 0,10 0-6 0,-5 2-1 16,0 1-14-16,-1 1 11 0,3-5-22 0,4 2-21 16,-2-2-28-16,2 1-20 0,1 2-19 0,1-2-27 15,-1-5-28-15,0 0-34 0,2-2-28 0,4 2-25 16,1-6-23-16,-2-3-49 0,7-2-255 0,0 0-563 15,0 0 250-15</inkml:trace>
  <inkml:trace contextRef="#ctx0" brushRef="#br0" timeOffset="60852.25">29883 2880 39 0,'4'-9'283'0,"-4"-2"23"16,0 7 9-16,0-2 9 0,3-2 1 0,-3 8-12 16,0-10-22-16,0 10-21 0,0-6-39 0,0 6-25 15,0 0-23-15,0-8-21 0,0 8-14 0,0 0-22 16,0 0-11-16,0 0-4 0,3 23-27 0,4-14-11 15,-5 1-19-15,8 5-21 0,-1-3-12 0,6 7-27 0,7-3-37 16,-6 3-41-16,6 0-36 0,1-3-45 16,2-3-50-16,1 0-54 0,3-4-250 0,0 1-561 15,1-2 248-15</inkml:trace>
  <inkml:trace contextRef="#ctx0" brushRef="#br0" timeOffset="61083.74">30446 2970 12 0,'7'-5'266'0,"-2"0"15"16,0 2 3-16,-5 3-2 0,3-9-8 0,-3 9-18 15,0 0-28-15,2-7-27 0,-2 7-22 0,0 0-18 0,0 0-20 16,-5 20-9-16,5-11-1 0,-2 8-2 0,-1-1 8 16,3 4 12-16,-5 5-20 0,5 2-4 0,0 3-11 15,5 4-3-15,-2 5-16 0,-1-9-4 0,3 13-9 16,-5-4-8-16,11 4-8 0,-7-13-4 0,2-2 4 16,1 2-14-16,1-1-3 0,-1 1-1 0,8-1-24 15,-9-4-23-15,6-1-17 0,-9-5-23 0,10-4-21 16,-6 4-21-16,0-12-25 0,-2 2-29 0,1-3-45 15,1-5-49-15,-7-1-43 0,0 0-48 0,20-15-179 16,-17 8-542-16,4-9 240 0</inkml:trace>
  <inkml:trace contextRef="#ctx0" brushRef="#br0" timeOffset="61383.61">30603 2899 59 0,'-6'-16'428'0,"-1"-2"27"0,1 6 18 15,-3-3 5-15,-4 3-8 0,10 2-10 0,-2-1-23 16,-2 2-29-16,7 3-36 0,-3-1-33 0,-4 0-47 16,4 2-15-16,-5-2-47 0,8 7-11 0,0-4-33 0,0 4-42 15,0 0-44-15,0 0-20 0,0 0-12 16,0 0-13-16,0 0-14 0,11 12-8 0,-3-3-13 16,1-1-15-16,-1 5-13 0,9-4-12 0,-3 5-17 0,0-7 1 15,-3 5 4-15,1 1-24 0,-1 1 0 0,-1-2-17 16,2 1-11-16,-4-3-17 0,-1-2 6 0,1 1-33 15,-3 2-2-15,-3-4-6 0,-1 1-4 0,-1 3 14 16,0-4-5-16,-6 2-2 0,4 0 1 0,-9-2-6 16,1 1-7-16,0-5-10 0,-5 5-6 0,0 0-16 15,-2-3-11-15,1 1-24 0,3-2-28 0,-4-2-21 16,2 0-9-16,5-2-152 0,-1 0-456 0,11 0 202 16</inkml:trace>
  <inkml:trace contextRef="#ctx0" brushRef="#br0" timeOffset="62333.75">30736 2805 104 0,'5'-3'247'15,"1"-3"-9"-15,1 0-14 0,0 5-21 0,-7 1-19 16,15-2-18-16,-7-1-17 0,-8 3-17 0,15 0-11 16,-7 3-13-16,5 1-12 0,0 4-6 0,2-5-9 15,0 5-9-15,2 0-5 0,1 6-10 0,-1-5-3 16,-1 3-3-16,-1-1-9 0,0 2-12 0,0-3-6 15,-2 2 3-15,0 0-5 0,-3 0-4 0,5 2 1 0,-7-5-4 16,-1 2-1-16,0-4 5 0,-2-3-10 16,-2 3-3-16,4-2 2 0,-4 0-1 0,-3-5 2 15,5 7-2-15,-5-7 1 0,0 0-2 0,0 0 2 0,0 0 2 16,0 0-4-16,0 0 0 0,0 0 1 0,-15-22 1 16,12 16-2-16,1-5 0 0,2 1 2 0,0 1-1 15,0-3-3-15,5 0 6 0,-5-6-3 16,3 3 1-16,1 2 0 0,-4 1 5 0,8-8 8 0,-5 6 10 15,4 1 17-15,-4 4 6 0,4 0-2 0,-6-2 0 16,-1 4 3-16,4 1 5 0,-1 0-15 0,-3 6-8 16,2-9 5-16,-2 9-16 0,0 0-10 0,0 0 1 15,5-4-2-15,-5 4 1 0,0 0-1 0,0 0-6 16,-5 20 0-16,5-12-3 0,5 4-3 0,-5-2-5 16,1-1 0-16,6 4-2 0,-1 1 1 0,-4-6 1 15,8 2-2-15,-5-2 0 0,7-4 6 0,-2 1-10 16,-4 2-3-16,9-2 4 0,-3-3 1 0,-2-2 1 15,4 0 1-15,-2-4 2 0,5 0 0 0,-2-3-2 16,-1 0 3-16,0 0 0 0,1-2 1 0,1 0-3 16,-1 0 11-16,0 0 4 0,0 0 8 0,-2 3-2 15,4-3 2-15,-11 3-8 0,6 3 4 0,1-2-8 16,-6 1 0-16,3 3 2 0,1-1-6 0,-11 2 1 16,20 6 0-16,-12-5-2 0,1 7-1 0,7-1-1 15,-11 5 2-15,10 1 0 0,-2 1-1 0,-4 0 3 16,-1-1 4-16,5 2-6 0,0 0-2 0,-4 1-5 15,-1-1 8-15,3 0-3 0,-4-2 0 0,-2 1-1 16,-2-6-4-16,1 0 0 0,-3 1-3 0,3-2-2 16,-4-2 1-16,0 1 4 0,0-6 0 0,-7 6-1 0,-1-4 3 15,8-2-1-15,0 0 1 0,-30-7 2 16,18 5-1-16,4 0 0 0,-5-4 1 0,3 1-2 16,-3 3 2-16,4-5 3 0,1 2 1 0,1-2 0 15,4 0 2-15,-5-1-6 0,6 1-5 0,4-2 2 0,4 2 1 16,-1-5-4-16,4 4-5 0,4-3-7 0,-3-1-7 15,5 0-5-15,15-4-15 0,-11-1-2 16,11 4-20-16,-2-5 5 0,2 6 7 0,-5-3 3 0,0 0 5 16,-5 3 8-16,-5 3 5 0,-2-2 4 0,-2 4 14 15,-1-2 22-15,-1 3 5 0,-3-1 7 0,1 2 6 16,1 0 3-16,-8 5-6 0,0-7-3 0,7 6-4 16,-7 1-3-16,0 0-4 0,0 0-1 0,0 0 0 15,0 0 1-15,0 0-5 0,-15 16 3 0,8-9 5 16,4 0-6-16,0 1-1 0,3 1 0 0,0 2 0 15,0-4-1-15,-2 5 1 0,4-3 3 0,-2 4-2 16,0 0-1-16,3-1 0 0,0 0-2 0,-1 3 2 16,5-3 0-16,-7-1 5 0,6 0-4 0,2 1-2 15,-3 0 2-15,-1-1-3 0,-4-2 2 0,5 2-2 16,-5-4 0-16,0-1 1 0,1 1 3 0,-1 3-5 16,0-10 0-16,-6 10 0 0,6-7 2 0,0-3-2 15,-9 4-2-15,1-1-15 0,2-1-17 0,-3 1-19 16,9-3-22-16,-21 0-23 0,21 0-17 0,-15-5-31 15,8 0-29-15,7 5-33 0,-3-10-19 0,1 5-119 0,4-5-376 16,1 1 167-16</inkml:trace>
  <inkml:trace contextRef="#ctx0" brushRef="#br0" timeOffset="63016.91">32073 2690 149 0,'0'0'172'0,"0"0"-9"16,0 0-13-16,0 0-19 0,0 0-9 15,0 0-2-15,0 0-12 0,-11 18-2 0,7-11-8 0,3 3-11 16,-3 1-7-16,4 1-4 0,-3 0-8 0,6 3-4 16,-1-1-4-16,0 0-7 0,-1-1-6 0,6 1-5 15,-4-3-4-15,2-2 1 0,2 0-5 16,-2 0-1-16,5-2-4 0,-4 1-1 0,1-7 2 0,1 2-8 16,-1 1-6-16,-7-4 3 0,16-5 1 0,-6 2-1 15,-5-3 1-15,7 0 10 0,-4-1 5 0,-1-4 6 16,1 2 12-16,0-2 0 0,-3 4 14 0,-3-3 8 15,8-1 3-15,-7 2 7 0,-1 2 3 0,-2-1-4 16,5 2-4-16,-4 2-8 0,3-3-9 0,-4 7-9 16,0-4-11-16,0 4-3 0,0 0 3 0,0 0-15 15,0 0-6-15,0 0-4 0,0 0-6 0,0 0-3 16,11 19 0-16,-6-11-3 0,-3-4 0 0,0 7-7 16,4-3-1-16,1-1-2 0,-2 2 2 0,5-3 0 15,-2 0-5-15,0 4 3 0,4-5-2 0,-2-1 4 16,-2-2-2-16,4 3 11 0,-2-5-12 0,-2 0 10 15,-8 0-10-15,18 0 5 0,-10-5 1 0,2 3-5 16,-3-2 4-16,3-1 2 0,-5-2-3 0,0-1 3 16,1 5 0-16,-2-1 3 0,1-4 0 0,-4 4 7 15,6-2-1-15,-5 0 0 0,-2 6-1 0,3-11-2 16,0 9 0-16,-3 2-5 0,7-5-9 0,-7 5-1 16,0 0 0-16,8-1-2 0,-8 1 4 0,0 0-3 15,18 7 3-15,-6-3-2 0,-2 1 2 0,3-1-1 16,7 3-2-16,-3-3 4 0,2-2-1 0,3 5 8 0,-1-4-10 15,1 0 1-15,-1-2 2 0,-2-1 0 0,2 0 2 16,-1-1-1-16,-2-2 4 0,0 0-6 16,-6-3 16-16,0-1-9 0,3-1 8 0,-9 0 1 0,4-5 0 15,-7 4 6-15,6-1 7 0,-4-4 17 0,-5 2 2 16,0 3 19-16,0 0 5 0,0 0 15 0,0 1 4 16,0 1-3-16,-9 3-7 0,8-4-13 0,1 8-6 15,-7-4-7-15,7 4-7 0,0 0-5 0,-16 3-11 16,4 2 3-16,9 3-5 0,-9-1-3 0,7 2 1 15,-5 6-2-15,7 2 0 0,-4-2 3 0,2 3-5 16,2 1 2-16,5-2-8 0,-4 4 1 0,2-1 2 16,2-1 1-16,-1-3-5 0,9 3 6 0,-2-3-25 15,2 2-16-15,4-1-39 0,-4-9-50 0,4 3-60 16,0-2-90-16,2-5-98 0,4 1-236 0,-3-7-645 16,3-2 286-16</inkml:trace>
  <inkml:trace contextRef="#ctx0" brushRef="#br0" timeOffset="63168.36">32669 2385 73 0,'-5'-5'318'0,"-5"4"-28"0,4-1-30 16,1-2-27-16,-2 1-22 0,7 3-31 0,0 0-39 15,0 0-49-15,-20 9-62 0,18-8-106 0,-3 10-216 16,2-3-317-16,-2 0 140 0</inkml:trace>
  <inkml:trace contextRef="#ctx0" brushRef="#br0" timeOffset="84467.12">7123 5609 135 0,'0'0'216'16,"-9"-5"-21"-16,9 5-18 0,0 0-25 0,0 0-14 16,0 0-12-16,0 0-12 0,0 0-14 0,0 0-8 15,0 0-9-15,0 0 0 0,0 0-11 0,0 0-2 0,16 13-7 16,-16-13-4-16,7 5-3 0,-7-5-5 0,8 3-1 16,-8-3 4-16,0 0 2 0,7 3 9 0,-7-3 5 15,0 0 12-15,0 0 11 0,0 0 6 0,0 0 7 16,0 0-6-16,0 0-8 0,0 0-10 0,0 0 6 15,0 0-22-15,0 0-5 0,0 0-6 0,-7-18-4 16,7 18-6-16,-12-5-6 0,12 5-4 0,0 0-1 16,-10-1-9-16,10 1-1 0,0 0-7 0,0 0 0 15,0 0 9-15,-9 6-15 0,9-6 0 0,-5 10 0 16,5-10-4-16,0 8 2 0,0-8-2 0,6 11 0 16,-6-4-2-16,0-1 1 0,7-4-4 0,-2 3-1 15,-2 2-7-15,4-5 1 0,1 1 0 0,-8-3-7 16,13 4-2-16,-5-4-3 0,-8 0-1 0,20 0 0 15,-16-4 4-15,-4 4-2 0,20-5 2 0,-14-2 3 0,1 2 8 16,-4-2-3-16,4-1 4 0,-2 0 10 16,-5-1 9-16,1-1 11 0,-2 0 3 0,1 1 11 15,-5-1 9-15,3 2 18 0,-3 1 2 0,-3-2 0 16,1 5 2-16,-1-3 6 0,0 2-14 0,-6-2 3 0,1 6-14 16,3-3-6-16,0 2 1 0,-5 2-13 0,15 0-1 15,-18 2-6-15,5 2-5 0,5 0 4 16,-6 4-8-16,6 0-2 0,5-4-12 0,0 5-28 0,3 0-29 15,0-1-40-15,3 0-42 0,3 1-49 0,4 1-59 16,5-2-67-16,7 0-263 0,-7 0-618 0,6 0 274 16</inkml:trace>
  <inkml:trace contextRef="#ctx0" brushRef="#br0" timeOffset="84918.19">8805 5314 166 0,'3'-19'425'15,"2"1"-3"-15,-1 1-5 0,2 2-12 0,-2 0-8 16,-1 5-10-16,0 1-13 0,-1-1-30 0,0 5-35 15,-1 0-37-15,-1 5-35 0,0 0-25 0,0 0-22 16,0 0-18-16,13 20-16 0,-4-3-17 0,-9 8-12 16,6 3 13-16,3 2-11 0,-1 11-10 0,-2-1-16 15,3 3-9-15,-4-3-10 0,5 2-9 0,-5-11-8 16,1 7-4-16,-4-5-22 0,5-5-45 0,1 0-41 16,-3-3-45-16,-4-4-48 0,6-5-59 0,-5 4-48 15,-2-5-51-15,6 1-55 0,-6-8-47 0,0-1-319 16,5-2-777-16,-5-5 343 0</inkml:trace>
  <inkml:trace contextRef="#ctx0" brushRef="#br0" timeOffset="85168.09">8383 5268 142 0,'-15'-6'469'0,"4"1"9"0,4 1 4 16,-1 0-9-16,1 0-6 0,2 0-12 0,-3 0-14 15,8 4-14-15,0 0-37 0,0-9-39 0,0 9-35 16,13-13-32-16,-5 6-34 0,7-5-22 0,10 2-21 16,3-2-20-16,0 1-18 0,4-3-22 0,12-2-17 15,4 1-24-15,-3 3-45 0,0 0-45 0,0 1-50 16,-1-1-53-16,-11 8-50 0,0-4-71 0,-3 4-59 16,0 1-51-16,-9 3-49 0,8-1-60 0,-8 1-56 15,-4 0-242-15,-2 0-786 0,-4 0 349 0</inkml:trace>
  <inkml:trace contextRef="#ctx0" brushRef="#br0" timeOffset="85583.78">8989 5620 229 0,'5'-10'427'0,"0"4"-18"0,0 0-9 16,-2 0-25-16,4 0-31 0,1 3-28 0,3-3-31 15,1 4-31-15,3-2-26 0,3 7-12 0,4-3-32 0,1 3-16 16,2 3-20-16,3 1-17 0,3 5-8 0,-3 3-6 16,4-1-23-16,-6 7-8 0,-2-2-8 0,2 3-17 15,-1-5-15-15,-5 7-10 0,-2-2-8 16,-3-2-3-16,-4 0-10 0,-2-2 13 0,-1-3-17 0,-6 1-11 15,1 3 15-15,-1-6-7 0,-7-1 5 0,1-3-4 16,1-1 11-16,-7 1-3 0,3-5 17 0,-4 0 7 16,-2-4 13-16,-1-2 14 0,-1 2 6 0,6-6 6 15,-6-3-1-15,0-2-3 0,3-4-2 0,4 3-7 16,-5-3-7-16,6-1-7 0,5-4-5 0,9-1-9 16,1-4-14-16,1 2-30 0,10-3-43 0,-2 6-37 15,6-6-44-15,2 4-42 0,10 0-38 0,-4 9-19 16,1-4-21-16,-1 4-16 0,-3 2-23 0,9 3-19 15,7-3-14-15,-14 7-3 0,2-1-208 0,-6-1-575 16,2 3 255-16</inkml:trace>
  <inkml:trace contextRef="#ctx0" brushRef="#br0" timeOffset="86284.43">9861 5532 637 0,'17'0'36'0,"-17"0"25"0,0-5 24 0,0 5 36 16,0 0 14-16,0 0 20 0,-17-10 17 0,4 9 14 0,1-1 12 16,-1 2 3-16,-4 0 4 0,-2 3 1 0,-3 1 2 15,1 2 6-15,-6 2-8 0,-1 1-6 16,0 5-8-16,5-1-16 0,-4 2-23 0,6 3-4 15,-3 0-13-15,6 4-18 0,0 0-5 0,3-6-15 0,-1 8-8 16,4-8-8-16,7-1-7 0,0 4-9 0,3-3-4 16,4 2-16-16,3-6-22 0,-2 1-21 0,6-2-7 15,6-2-23-15,-1-2-14 0,0 0-13 0,7-7-18 16,-6 0 2-16,7-5-2 0,-1-1 0 0,2-6 7 16,-1 4 4-16,1-4 5 0,3-6 7 0,-4 2 6 15,-4-4 8-15,4 1 1 0,-7-1 16 0,-2 2 28 16,0 4 29-16,-5-4 20 0,1 2 26 0,-6 0 16 15,4 2 20-15,-2 2 1 0,-4 4 7 0,-1-3-1 16,2 3-3-16,3 1-7 0,-5 1-13 0,5 3-17 16,-5 3-10-16,0 0-13 0,0 0-2 0,0 0-8 15,0 0-5-15,0 0-4 0,0 21-4 0,0-11-8 16,3 2 2-16,-6 5-5 0,6 0-2 0,-3 0-5 16,2 3-3-16,4-2 1 0,3-2-1 0,-9 3-6 0,5-1-13 15,5-4-15-15,-6 0-15 0,5-1-6 16,-3-3-1-16,1-2 4 0,1 0 0 0,-1-4 7 15,1 1 2-15,0-5 0 0,6 0 8 0,-14 0 2 16,20-9 1-16,-11 1 0 0,-2 0 1 0,8-6 2 0,-7-1 2 16,4-2-4-16,-2-6 32 0,3 4 4 15,-5-5 24-15,6 9 8 0,-6-2 19 0,-2 2 11 16,3-2 4-16,-4 8 6 0,-2-2 5 0,4 1 0 0,-6 3-11 16,4-1-6-16,-3 1-14 0,3 0-1 0,-5 7-18 15,3-4-9-15,-3 4-1 0,0 0-5 0,0 0-9 16,8 16-2-16,-4-6-3 0,-3-3-6 0,4 5-22 15,-3-3-14-15,-2 3-19 0,7 2-16 0,-4-1-14 16,2-2-15-16,0-1-6 0,-2-1-14 0,4 3-17 16,-2-3 5-16,-2-3-10 0,4 3 9 0,-6-5 11 15,6 1 12-15,-5-2 12 0,-2-3 7 0,13 0 6 16,-13 0 13-16,0 0-3 0,15-9 9 0,-5 6 6 16,-7-7 9-16,2 2 1 0,-2-1 5 0,4-1 1 15,-2-4 5-15,0 1 19 0,0-2 25 0,-4 4 13 16,6-5 1-16,0 2 6 0,-7 2 9 0,6 1 1 15,-4-1 2-15,6 4 4 0,-8-3 3 0,7-1-9 16,-2 1-1-16,1 4-8 0,-4 1-5 0,0-2-5 0,3 1-3 16,1 3-8-16,-6 4-17 0,7-8-34 15,-4 7-23-15,-3 1-20 0,0 0-13 0,0 0 6 16,0 0-47-16,15 5-20 0,-8 0-17 0,-7 2-18 0,5 4-26 16,-5-2-38-16,0 1-55 0,0 2-57 0,1-3-292 15,-1 2-701-15,2 0 310 0</inkml:trace>
  <inkml:trace contextRef="#ctx0" brushRef="#br0" timeOffset="86633.71">10742 5362 41 0,'-7'-7'375'0,"0"4"-5"0,-6-3-5 15,5 5-13-15,1-2-28 0,-1-1-11 0,8 4-44 16,-15-1-20-16,15 1-27 0,-8 6-26 0,4 1-20 16,3-2 0-16,1 5-28 0,0 4-2 0,1-4-23 15,4 7-8-15,2-4-11 0,1 4-13 0,-1 1-14 16,6-3-3-16,-3 5-8 0,3-4-4 0,1 2-7 16,-4-2 8-16,1 1-20 0,-3-2-6 0,1 3 3 15,-6-5-7-15,2-2-5 0,0-2 3 0,-3 1-9 16,-2 1 18-16,-2-2 2 0,-3-3 7 0,-3 2 9 0,-4-6 1 15,2 3 0-15,-6-2-5 0,-4 0-6 0,-2-3-3 16,2 2-6-16,4-2-2 0,-7-2 2 16,8-1-5-16,-5 0-13 0,12 1-37 0,-4-3-34 0,5-3-66 15,2 4-67-15,4-4-68 0,1 1-78 0,11-3-79 16,-6 1-269-16,4 1-732 0,4-2 324 0</inkml:trace>
  <inkml:trace contextRef="#ctx0" brushRef="#br0" timeOffset="87850.59">10982 5733 233 0,'5'1'282'0,"1"2"2"16,2 0-9-16,-1-1-4 0,-7-2-1 0,17 5-11 15,-6-8-10-15,-11 3 0 0,17-2-20 0,-9-4-9 16,5 3-3-16,-4-3-3 0,7-3-18 0,-1-1-10 15,-5-3-5-15,0 0-17 0,0-2-15 0,0 0-9 16,0-6-8-16,1-1-18 0,-2-5-9 0,-3 0-18 16,2-4-1-16,-1-8-11 0,-5 8-8 0,-1-11-4 15,3 0-3-15,-3 3-12 0,-1 9 17 0,-6-2 10 16,4 4 7-16,-3 0 8 0,0 1 10 0,5 7 3 0,-5-1-3 16,-1 5-5-16,1-1-6 0,-2 2-4 0,-1 1-5 15,6 2-3-15,-5 5-16 0,6 1-5 16,-6 0-16-16,7 6-5 0,-8 0-2 0,8 0-7 0,-12 12-5 15,9 0 0-15,-2 3-4 0,0 6-3 0,2 4-10 16,1 4-12-16,-3-1-5 0,10 6-9 0,0 6-11 16,0 0-12-16,3-2-11 0,6 3-12 0,-1-2-15 15,-3-10-18-15,5 1-6 0,4 6-11 0,5-2-10 16,-3-12-9-16,2 2-7 0,4-3-9 0,-7-4-8 16,6-2-3-16,-3-2 2 0,-1-7-1 0,1 0 8 15,-3-4 12-15,1-2 12 0,-4-5 18 0,6-3 12 16,-3-1 10-16,-4 2 15 0,-1-8 25 0,-5 0 25 15,2 5 20-15,-4-5 15 0,0-5 20 0,-1 5 25 16,-4 0 27-16,-6-3 20 0,3 5 16 0,-3-3 9 16,-2 3-3-16,-2-1-11 0,4 4-11 0,-7 2-12 15,5 3-6-15,-8-4-6 0,1 7-18 0,2-1-3 16,-5 6-7-16,0 0-12 0,-1 5 2 0,-2 0-8 16,3 3-4-16,-2 1-16 0,1 1-10 0,2 1-15 0,1 1 0 15,0 1-17-15,5 0-3 0,1-1-11 16,5-2-3-16,-3 5-1 0,4-9-9 0,1 3 13 15,1-5 1-15,6 0 4 0,0 0 7 0,-1-4-1 0,4-2 5 16,2-1 7-16,1 0 10 0,-3-1-9 0,10-6 2 16,-4 0-1-16,1 3 3 0,-2-4 1 0,3 0 6 15,-1-2 0-15,-3 0 13 0,0 3 20 0,-3 0 3 16,-4 3 13-16,5-2 13 0,-6 0-20 0,4 2-7 16,-5 1-4-16,3-1-8 0,-8 4 2 0,9-1-7 15,-9 1-2-15,11 6 2 0,-6-3 15 0,2 3-16 16,1 3-7-16,0-1-5 0,4 0-15 0,3 4-8 15,0-1-16-15,0 1-15 0,-1 2-10 0,6-1-10 16,4-2-12-16,-3-1-23 0,-1-2-16 0,-2-6-6 16,4 6-22-16,-1-5-16 0,-1-3-11 0,0-1-9 15,-2-1 5-15,0-6 4 0,-3 1 23 0,0-1 12 16,0-4 21-16,0-1 7 0,-4-5 12 0,-2-5 15 16,-1-1 4-16,0-3 10 0,-3 0 15 0,4-3 10 15,-3-10 0-15,-4 0 6 0,4-5 10 0,-6-1 13 16,0 4 26-16,0-1 27 0,0 4 40 0,-8-1 40 15,8 10 39-15,0-1 18 0,-2 7 23 0,2-3 30 16,-4 2 6-16,-3 8 18 0,5-2 6 0,-4 3 4 0,-1 0-1 16,5 3-5-16,-3 1-12 0,4 6-19 0,1 0-22 15,-4-4-21-15,4 3-21 0,0 7-18 0,0 0-19 16,0 0-11-16,0 0-5 0,0 0-15 16,0 0-3-16,-10 32-14 0,10-17-7 0,5 4-4 0,-5 5-8 15,2 3-4-15,-2 5-2 0,7-2-4 0,-6 3-5 16,4 3-6-16,-3 0 0 0,5 2-2 0,1 0-2 15,5 3-7-15,-13-11-6 0,8 9-2 0,-3-5-5 16,-3-3-3-16,3-4-2 0,0 0-7 0,0 1 1 16,0-1-6-16,-3-8-1 0,4 0-8 0,1-3-1 15,1 3-6-15,-1-5 5 0,1-2-4 0,0-1 5 16,4-6 3-16,-1 3-2 0,1-2 3 0,5-3 6 16,-8-3 0-16,13 0 3 0,-4 0-3 0,-1-1 3 15,1-1 4-15,2-4-8 0,-2-2 9 0,-3 3 1 16,-3-5 2-16,7-2 0 0,-4 2-2 0,-6 7 6 15,4-11 1-15,-5 2 9 0,0 5 21 0,1-2 10 16,-3 2 7-16,-1-1 7 0,-1 1 2 0,-4-1 0 16,0 2-2-16,3 0-3 0,-3 6-7 0,-12-12-5 15,6 9-2-15,-3 0-3 0,1 0-6 0,8 3 1 0,-15-2-7 16,15 2-6-16,-15 4 1 0,15-4-4 16,-13 1 1-16,5 3-6 0,1-1-5 0,4 2-8 0,0 1-10 15,3-6-4-15,0 12-5 0,3-8-7 0,0 3-8 16,7-2-12-16,2 2-7 0,3-2-30 0,-1-2-39 15,16 2-35-15,-2-3-40 0,7-4-32 0,-3 2-25 16,-1-5-24-16,2 2-28 0,12-9-32 0,-2 0-31 16,-8 4-231-16,6-8-657 0,-1-3 290 0</inkml:trace>
  <inkml:trace contextRef="#ctx0" brushRef="#br0" timeOffset="88033.69">12458 4934 100 0,'2'-8'178'0,"4"2"-13"0,3 3-20 16,2-2-22-16,-1-2-51 0,2 2-68 0,-2 1-136 15,4-2-142-15,-2-3 64 0</inkml:trace>
  <inkml:trace contextRef="#ctx0" brushRef="#br0" timeOffset="97234.24">13848 5733 305 0,'-11'-6'508'0,"4"1"16"16,-3 4-10-16,4-2-27 0,6 3-40 0,-14-5-46 16,13 1-38-16,1 4-41 0,0 0-40 0,0 0-29 15,0 0-26-15,0 0-18 0,0 0-21 0,0 0-18 16,8 16-17-16,0-8-17 0,12 1-13 0,-3 3-13 0,-4 1-11 16,2 1-7-16,0 0-8 0,1-1-10 0,-1 2-7 15,2-1-8-15,-9 1-5 0,-3 1 4 0,2 2-15 16,-2-5-3-16,-10 7-7 0,-2-5-9 0,4 1-13 15,-7 1-32-15,-4 1-32 0,0-3-45 0,-6 0-51 16,-2-6-35-16,6 3-55 0,-4-2-40 0,5-1-38 16,-2 2-65-16,4-8-54 0,5 1-281 0,1-4-777 15,7 0 343-15</inkml:trace>
  <inkml:trace contextRef="#ctx0" brushRef="#br0" timeOffset="97901.26">14307 5508 202 0,'-2'-15'389'0,"2"3"-5"0,0 0-18 0,2 1-16 0,-1-1-22 16,4 2-22-16,-1 1-16 0,-1-2-20 0,0 9-33 15,4-5-23-15,1 4-25 0,4 2-15 0,1 1-21 16,5 1-15-16,0 2-10 0,2 4-10 0,8 6-17 15,-6 1-8-15,1 0-13 0,-1 1-9 0,1 4-1 16,-3 1-8-16,-5 2-8 0,4-3-4 0,-7 5-6 16,0-1-3-16,-6-7-1 0,-2 2-4 0,1 0-3 15,-2-1-7-15,-1-7 4 0,-4 7-5 0,-3-8 4 16,2 2 20-16,-1-3 16 0,1 0 2 0,-5-3 9 16,4 1 1-16,-6-4 0 0,1 0 4 0,9-2-2 15,0 0-2-15,-22-8-1 0,22 2-6 0,-3-3-7 16,-2-2-10-16,6-4-11 0,4-1-14 0,4-4-17 0,4-3-25 15,5-4-24-15,12-7-33 0,-2 2-37 0,10-2-28 16,2 5-17-16,0 2-8 0,-9 1-4 16,-3 11-1-16,5-1 4 0,-10 2 10 0,-1 11 13 0,-6-4 11 15,4 4 12-15,-8-1 14 0,-1 4 4 0,-2 0 9 16,-1 5 11-16,-8-5 12 0,8 10 7 0,-4-3 28 16,-3 2 19-16,-1 2 18 0,0 1 28 0,-1 4 17 15,-3 0 14-15,1-1 7 0,0-1-2 0,-2 0 12 16,5 1-8-16,-5 0-5 0,3 0-3 0,2-4-3 15,0 2-7-15,2-2-6 0,1-2-4 0,0 0-10 16,1 1 8-16,7-2 4 0,-1 1-15 0,5-6 0 16,3 0-4-16,4 0-4 0,-2-6 3 0,1 3-4 15,16-5 7-15,-11-2-16 0,-3-1-2 0,-1 0 7 16,-6-3 3-16,4 2-10 0,-5-3 0 0,-2-2-3 16,-3 2 8-16,-5-4-11 0,-3 7 8 0,-7-5-2 15,3 1-4-15,-13 1-1 0,2 0 4 0,-5 3-2 16,-4 1-1-16,-6 3-5 0,5 0 4 0,-3 2-4 0,2 3-1 15,0 0-5-15,2 2 8 0,4-1-4 0,0 2-5 16,3 0-12-16,3 1-17 0,6 1-21 16,2-2-26-16,4-3-6 0,0 0-18 0,15 12-26 15,-7-10-31-15,12-1-26 0,5-2-29 0,2-1-31 0,6-6-31 16,11-4-25-16,8-3-23 0,-9-4-180 0,-2-8-546 16,-1 6 242-16</inkml:trace>
  <inkml:trace contextRef="#ctx0" brushRef="#br0" timeOffset="98101.3">15656 5044 183 0,'3'-15'247'0,"-6"6"23"16,3-6 15-16,-2 5 11 0,-3-2 2 0,2 4 18 16,-2 1 1-16,2 1-5 0,-2 3-21 0,3-3-20 15,-5 1-26-15,7 5-21 0,0 0-10 0,0 0-8 16,-13 13-1-16,11-3-13 0,-4 7-14 0,6 2-17 16,0 5-15-16,0 4-14 0,5 4-15 0,1 9-9 15,-2-1-12-15,2 3-9 0,8-2-7 0,-6-1-9 16,2 6-9-16,3-3-10 0,-1 3-24 0,-2-7-37 15,-1 0-32-15,3-9-65 0,3-1-43 0,-7-4-37 0,0 2-38 16,-4-8-39-16,1-2-46 0,1-5-28 16,-2-1-44-16,-3-7-234 0,-1 4-665 0,0-8 295 15</inkml:trace>
  <inkml:trace contextRef="#ctx0" brushRef="#br0" timeOffset="98600.51">15623 5380 101 0,'-5'-11'271'0,"3"0"-5"0,2 3-20 15,0 0-18-15,0 0-19 0,0 8-20 0,8-8-19 0,1 7-14 16,4 1-9-16,3 5-12 0,3 0-16 0,10 3-12 16,-2 2-10-16,3 6-4 0,4-5-14 0,9 1-6 15,-3 5-11-15,3-10-3 0,2 8-10 0,-12-5-6 16,0-1-8-16,4-6-13 0,-4-1-7 0,0 1-5 16,-3-3-4-16,-2-3-7 0,-12 1-1 0,4-1 4 15,-5-5 2-15,0 1-2 0,-7 0 1 0,-8-2 6 16,5 4 8-16,-5-3 8 0,-5 1 7 0,-3-1 10 15,1-1 12-15,-3 4 7 0,-8-2 6 0,2 6 5 16,1 2 1-16,-7-1-4 0,6 6-4 0,-8 0-13 16,3 1-3-16,-6 7-8 0,3-3 2 0,0 3-5 15,0 0-9-15,9 6 3 0,-2 3-3 0,7-8-7 16,2 1-6-16,-2-1 4 0,7 1-5 0,-2-1-6 16,3 0-5-16,2-3 8 0,7-3-1 0,-1 3-2 0,3-3-4 15,1-6 3-15,3 0 0 0,3 0-3 16,4-6 0-16,-3 0-2 0,11-2-1 0,-8-7 4 15,3-1 1-15,2-2-5 0,-2-3 6 0,5 2-5 16,-11-4 5-16,2 1-4 0,-4 4 0 0,-6-4 16 0,4 4 20 16,-5 1 39-16,-1 0 27 0,3 2 21 0,-7 4 10 15,-1 1 0-15,4-1-12 0,-1 3-14 16,-5 5-18-16,2-8-13 0,-2 8-11 0,0 0-4 0,0 0-9 16,0 0-4-16,0 0-7 0,8 25-2 0,-6-15-11 15,3 3-10-15,1 2-12 0,-4 3-11 0,8-3-7 16,2 3-23-16,-2-3-28 0,1-2-18 0,4 1-21 15,2-2-26-15,2-1-22 0,0-1-29 0,2-4-28 16,1-2-30-16,-1 0-34 0,6-9-31 0,1-1-33 16,-8-3-251-16,1-5-630 0,6-5 279 0</inkml:trace>
  <inkml:trace contextRef="#ctx0" brushRef="#br0" timeOffset="98984.88">16799 4908 140 0,'-6'-11'323'0,"-6"3"-12"15,6-1-11-15,2 2-30 0,-2 6-23 0,6 1-30 16,-14 0-21-16,14 0-11 0,-13 12-11 0,8 3-9 16,-1 3-9-16,-1-1-19 0,4 11 1 0,-1 0-7 0,6 6-9 15,0 5-11-15,4 4-15 0,-1-4-6 16,5 3-8-16,-6 1-7 0,5-1-8 0,3-3-5 16,-2 3-5-16,-2 4-9 0,-1-18-2 0,1 0-22 0,-1-1-21 15,-2 0-15-15,-2-9-22 0,5-1-11 0,-8-5-22 16,5 0 8-16,-5-5 5 0,5 0 1 0,-1-6 4 15,-4-1 6-15,0 0 2 0,0 0 7 0,-14-20-1 16,14 5 6-16,-8-1 8 0,5 0 21 0,-2-4 19 16,1-1 22-16,1 1 27 0,3 1 29 0,0-1 25 15,0 7 24-15,0-5 17 0,-6 3 6 0,6 6-4 16,0 0-10-16,3-1-11 0,0 2-15 0,0-1-12 16,2 6-15-16,2-1-9 0,1 2-11 0,-8 2-12 15,20 2-6-15,-5 3-8 0,-2 2-4 0,4 1-4 16,-1 4-6-16,4-1-20 0,2 7-31 0,-1-1-35 15,1 1-34-15,1 1-31 0,-1 1-40 0,-1-3-34 16,-3 7-38-16,0-2-48 0,-1-3-65 0,-2-3-66 16,-7 3-229-16,7 0-679 0,-7-4 301 0</inkml:trace>
  <inkml:trace contextRef="#ctx0" brushRef="#br0" timeOffset="99517.26">17362 5462 82 0,'0'-7'371'0,"0"7"-11"0,0-5-16 16,0 5-34-16,0 0-35 0,-3-8-24 0,3 8-26 0,0 0-33 15,0 0-14-15,0 0-12 0,0 0-13 0,-10 24-20 16,10-15-9-16,0 1-4 0,0-1-15 0,3 2-9 16,1 5-13-16,1-2-4 0,0-1-8 0,3 2-8 15,2-3-5-15,3 2-3 0,4-1-14 0,-4-3-3 16,2-2-10-16,0 0-2 0,-1-5-4 0,3 3-3 15,-5-6-8-15,6 0 2 0,-3-5-3 0,-2 2 2 16,-1-4-8-16,-3 4-1 0,1-11 1 0,4 7 1 16,-8-6 1-16,-4 2-5 0,6-5 3 0,-8 1 3 15,5-1 3-15,-5 3 4 0,0-5 7 0,0 3 16 16,0 0-7-16,-5 3 5 0,5 0-7 0,0 5-2 16,0-2 0-16,0-1-17 0,0 8 8 0,0 2-11 15,0-8-22-15,0 8-8 0,0 0 4 0,0 0-4 16,0 0-8-16,0 0 0 0,5 20-4 0,-3-13 5 0,3 2 8 15,-2 4-10-15,4 2-10 0,4 0 4 16,-2-3 0-16,-1 3 5 0,5-3 3 0,-5 0 0 16,6 0 1-16,-3-2 3 0,7 0 6 0,-4-3 0 15,2 0 2-15,1-6 5 0,-2 1 6 0,3-2 11 0,-7-2 11 16,9-4 24-16,-11 3 11 0,2-3 30 0,4-4 26 16,-2 2 16-16,2-3 7 0,-3 1 26 0,-4-3 13 15,0 2 7-15,6 0-4 0,-6-1-7 0,-2 3-12 16,8-1-6-16,-8 1-5 0,3 1-13 0,-3 1-3 15,2-1-23-15,-6 3-9 0,5-2-12 0,4 3-8 16,-7 3-11-16,-4 1 2 0,20 0-16 0,-11 1-11 16,5 3-18-16,-1 4-18 0,2-2-27 0,-4 3-34 15,4 2-27-15,-1-2-47 0,0 2-39 0,1 1-33 16,4-1-39-16,-1 1-38 0,-3 0-54 0,0-1-64 16,-2-1-339-16,2-4-801 0,-7-3 356 0</inkml:trace>
  <inkml:trace contextRef="#ctx0" brushRef="#br0" timeOffset="99717.81">17751 4912 186 0,'-6'-10'556'0,"1"4"9"0,0-1-23 0,0-1-35 0,-2 4-42 16,0-1-46-16,7 5-41 0,-8-7-45 0,8 7-38 15,-2-8-77-15,2 8-101 0,0 0-112 0,0 0-93 16,0 0-92-16,-14 16-126 0,10-8-363 0,3 4-725 16,-8-3 321-16</inkml:trace>
  <inkml:trace contextRef="#ctx0" brushRef="#br0" timeOffset="114850.69">2309 7735 183 0,'0'0'264'0,"-9"-4"-25"0,9 4-21 16,0 0 12-16,-8 24-14 0,3-6-16 0,0 0-16 16,0 7-5-16,-1 5-10 0,-3 2-19 0,3 7-10 0,-4-8-15 15,-2 10-3-15,7 2-5 0,-5-5-14 0,4-6 3 16,-1 7-22-16,2-8-8 0,0-7-5 0,-7 6-4 15,4-3-11-15,0 3-3 0,0-10-10 0,-1-3 2 16,6 5-8-16,-5-3 1 0,3-7-2 0,-2-3-6 16,2 0 25-16,0 0 25 0,4-5 41 0,1-4-8 15,0 0-6-15,0 0-16 0,-4-19-10 0,8 3-7 16,4-10-7-16,3-2-6 0,4-19-7 0,4-1-6 16,2-8 0-16,7-18-9 0,2 0-2 0,0-3-1 15,0 3 9-15,3 5 13 0,-17 22 14 0,6-3 21 16,-6 5 16-16,-2 8 16 0,-3 10 4 0,-8 0 5 15,6 9 6-15,-3 2 5 0,-1 2-6 0,-3 5-12 16,0 1-10-16,-1 0-19 0,4 1-18 0,-5 7-11 16,2-1-4-16,-2 1-3 0,7 18-7 0,-6-1-8 15,6 10-4-15,4 10-5 0,-4 7 1 0,3 3-11 16,3 4-3-16,2 7 0 0,-2-4-23 0,4 1-13 16,-1 18-13-16,6-14-25 0,-10-6-24 0,-1-4-23 0,2 0-14 15,-4-4-25-15,4-2-21 0,0-1-15 0,-10-11-19 16,2-3-13-16,-1-1-7 0,-4-3-12 0,-4-9 0 15,-1-1-6-15,2-3-14 0,-8-2-27 0,2-5-37 16,1-4-16-16,-7-3-19 0,-5-5-196 0,2 0-582 16,-5-8 257-16</inkml:trace>
  <inkml:trace contextRef="#ctx0" brushRef="#br0" timeOffset="115434.04">2224 8220 50 0,'-23'-14'175'0,"3"8"16"0,4-1 15 0,4 1 5 15,4 0-11-15,-1 1-16 0,5 2-15 0,4 3 16 16,0 0 9-16,0 0-11 0,0 0-3 0,29-4-22 15,-6 3-12-15,12 1-13 0,8-7-17 0,4 5-9 16,2-3-4-16,1 0-16 0,3-3-10 0,-2 1-4 16,4 3-9-16,-10-5-8 0,9-2-22 0,-8-1-20 0,4 0-15 15,-17 4-15-15,10-6-11 0,-15 5-7 16,4-3 4-16,-4 3 2 0,-11 3 3 0,2 0 2 16,-4 0 5-16,-8 3 7 0,1-1 3 0,0 4 6 15,-8 0 4-15,15-2-4 0,-15 2 3 0,0 9 6 0,0 0 6 16,-6 3 4-16,4 3-2 0,-5 9 1 0,7 3-2 15,-8 0 22-15,8 3 8 0,-1 13-2 0,2 1 2 16,-2 0 17-16,2 0 2 0,-1 9-1 0,8-2 10 16,-8-5 0-16,15 4-2 0,-8 2-2 0,0-5-15 15,6 4 3-15,-3-6-4 0,3-2-5 0,2-5-9 16,-7-7-4-16,0-5-4 0,1-1 0 0,-1-7-13 16,-5-2 8-16,4-3-3 0,-2 1 0 0,-2-13 17 15,-3 4-32-15,0-5-12 0,0 0-20 0,0 0-9 16,10-22-32-16,-10 9-23 0,-3-6-24 0,-5-8-33 15,-6-5-33-15,3-13-37 0,-4-5-18 0,-3-4-18 16,-2 0 5-16,3-3 23 0,-3 6 31 0,-1 0 49 16,1 2 56-16,2 2 69 0,-2 3 61 0,-5 6 45 15,5-4 30-15,2 4 31 0,5 7 24 0,5 4 18 0,-2-3 0 16,3 1-1-16,2-1 2 0,5 13-17 16,0-3-10-16,2 1-7 0,6 2-24 0,2-1-12 15,5 3-17-15,1 1-8 0,6 5-11 0,3-3-9 0,3 8-7 16,7 2-12-16,-4 2-6 0,-1 2-4 0,6 4-7 15,-3 6 1-15,-1-2-4 0,-1 7-7 0,-1 0 3 16,-4 2-7-16,-2 5-5 0,0-3 3 0,-4 3-4 16,-11 1-2-16,4-1-7 0,-7 2 4 0,-4 1 0 15,-2 1-7-15,-8 2 6 0,-5-3-3 0,-6-3-2 16,-5 11-2-16,-6-12-3 0,5-4-2 0,-10 7-19 16,-1-4-22-16,4-3-27 0,4-5-26 0,5 1-18 15,-7-4-31-15,10-2-33 0,5-5-49 0,1-4-55 16,5-4-56-16,1 0-260 0,8-6-643 0,2 1 285 15</inkml:trace>
  <inkml:trace contextRef="#ctx0" brushRef="#br0" timeOffset="115900.53">3492 7959 157 0,'7'-4'290'0,"-7"4"1"0,6 0 4 0,-6 0 1 15,9 11-1-15,-8 1 3 0,4 4-7 0,-3 3-14 0,3 9-8 16,-2 2 0-16,0 13-21 0,-1 3-22 0,1 0-23 15,1 5-17-15,2 8-19 0,-1-6-10 16,4-1-4-16,-6 5-3 0,7 16-16 0,-2-17-11 0,4 20-16 16,-4-25-8-16,0 2-6 0,-1-2-12 0,1-5-7 15,-1-5-9-15,-1-11-5 0,-2 0-7 0,1 0-6 16,-4-14-2-16,4 0-4 0,-5-9-21 0,0-3-27 16,0-4-10-16,0 0-12 0,0 0-9 0,-5-34-11 15,5 10-19-15,-1-9-14 0,-4-9-18 0,-4-14-19 16,1-15-19-16,0-5-14 0,0 3 1 0,-1 16 7 15,3-15 15-15,-6-5 14 0,4 22 16 0,1 2 27 16,1 6 47-16,-6-6 36 0,4 11 34 0,1-2 48 16,2 10 21-16,-3 4 14 0,3 1 3 0,2 2 0 15,-4 5-1-15,2 2 0 0,3 3-11 0,2 7-19 16,2 1-9-16,1-3-14 0,6 6-6 0,-6 2-9 16,10 3-8-16,4 1-4 0,1 1-5 0,3 5-4 15,11 5-3-15,-7 5-7 0,-4 0-1 0,6 1-3 0,-4 2-4 16,3 4-1-16,-9 1-3 0,4 0-1 0,-6 3-2 15,-5-5-2-15,-2 4 0 0,-3-5 0 16,0 1-1-16,-11 9-2 0,-6-8 2 0,-4 4-4 0,-6-7 3 16,-8 10 1-16,-6 0-5 0,0-9-4 0,-1-2-12 15,6-7-23-15,-1 0-29 0,2 3-39 0,4-7-47 16,4-5-49-16,4 3-48 0,0-4-71 0,5-2-64 16,3-8-376-16,8 2-818 0,-3 1 362 0</inkml:trace>
  <inkml:trace contextRef="#ctx0" brushRef="#br0" timeOffset="116084.05">3942 8151 29 0,'0'0'441'16,"9"-6"19"-16,-5 6 9 0,-4 0 1 0,15-8-13 16,-5 5-21-16,-3 2-28 0,6 0-35 0,-1-1-37 15,-1 1-32-15,11-6-30 0,-2 6-25 0,-4-6-28 0,6 3-25 16,1 4-20-16,-3-4-45 0,8 3-65 0,-2-2-83 15,4-1-85-15,-5 3-92 0,-5-1-85 0,0 2-95 16,3 0-381-16,-2-4-819 0,-6-1 363 0</inkml:trace>
  <inkml:trace contextRef="#ctx0" brushRef="#br0" timeOffset="116533.83">4426 7848 295 0,'0'0'370'0,"1"-10"-16"0,-1 2-26 0,7 1-22 15,1-5-23-15,5 2-22 0,2 0-30 0,0 3-16 16,3-1-27-16,2 2-18 0,8-2-18 0,-4 3-14 16,-5 2-11-16,3-1-22 0,-4 4-13 0,4 4-3 15,-6-1-14-15,4 1-2 0,-5 0-7 0,-7 0-3 16,0 3-11-16,-1 1-6 0,0-1-1 0,-7 3-6 0,-2 4 1 15,-3-5-11-15,-2 6 5 0,-1 1 0 0,-3-1 5 16,-1 0-2-16,-1 2 9 0,1-2-3 16,1 1 0-16,-3-3-1 0,4 4-4 0,4-2 0 0,3-6 8 15,3 2 6-15,0 0 2 0,4-3 2 0,8 4-4 16,0 2 9-16,8-5-11 0,9 3-8 0,1 0 6 16,0 2-4-16,5-2-4 0,4 1-5 0,3 2-6 15,-12 0 0-15,1-6-8 0,-1 1 4 0,-2 1-4 16,-7 2 2-16,-4 1-8 0,3-5 6 0,-12 3 3 15,5 0 10-15,-11-2 9 0,0 1 11 0,-4 1 7 16,0 0-5-16,-11 3-1 0,-2-2-7 0,-6 2-2 16,-9 0-5-16,-13 9-5 0,-2-1-5 0,-8-4-5 15,2 1-2-15,0-1-33 0,-30 8-41 0,19-3-60 16,4-6-52-16,-23 9-52 0,-6-8-52 0,-1 5-64 16,7-5-69-16,-2 8-340 0,-1-7-799 0,1-2 354 15</inkml:trace>
  <inkml:trace contextRef="#ctx0" brushRef="#br0" timeOffset="116751.27">2502 9268 59 0,'-31'15'414'0,"6"-1"24"0,8-6 8 0,3 1-7 16,4-5-13-16,-2 2-15 0,9-3-14 0,3-3 4 15,0 0-3-15,0 0-24 0,44-3-30 0,8-7-34 16,12-6-33-16,32-7-29 0,42-15-18 0,1 3-23 15,3 1-26-15,5-2-16 0,7 6-16 0,-5-2-18 16,-1 4-34-16,-3 1-52 0,-42 15-61 0,1-5-80 16,43-7-98-16,-46 14-95 0,-3-2-96 0,5-1-104 15,-7 5-364-15,-7 2-925 0,-8 0 409 0</inkml:trace>
  <inkml:trace contextRef="#ctx0" brushRef="#br0" timeOffset="119234.79">7363 7432 45 0,'10'-23'343'0,"-5"-3"-5"0,-1 6-12 16,1 3 7-16,-5-8 0 0,-5 9-10 0,1 1-9 15,-2 0-20-15,-3 2-12 0,-2 1-12 16,1 4-28-16,-3 1-14 0,-4 3-19 0,1 0-14 0,-4 4-13 16,-2 4-11-16,-6 1-14 0,3 2-23 0,-3 5-10 15,0 0-7-15,5 6-18 0,1 5-7 0,4-2-3 16,2 1-11-16,-4 4-3 0,6-3-6 0,1 2-10 15,7 4-3-15,11-4-7 0,-2 2 0 0,10 0-6 16,2 0-3-16,6-3-6 0,11 7-1 0,3-1-7 16,1-3 1-16,1 2-3 0,6-4-2 0,-5 4-4 15,1-3-1-15,-2-3-4 0,-1 3-2 0,-11-8 0 16,-2 1 1-16,-5 4-6 0,-3-6 2 0,-5 2 2 16,-5-4-4-16,-5 4 0 0,-5-1-1 0,-6 5 0 0,-11-2-1 15,-11 1-1-15,-8 1 2 0,-7-4-1 16,-7 0-1-16,4-3 2 0,-1-4-2 0,-2 0-1 15,2-6 6-15,9 0-4 0,7-4-4 0,6-2-10 0,7 0-20 16,3-5-54-16,12-2-59 0,1-1-67 0,6-2-49 16,9-5-50-16,13-4-59 0,17-9-47 0,6-2-297 15,8 2-769-15,23-7 341 0</inkml:trace>
  <inkml:trace contextRef="#ctx0" brushRef="#br0" timeOffset="119800.7">7756 7901 180 0,'0'8'230'0,"-9"11"21"0,0-3 13 0,-5 6 11 15,-2 6 11-15,-1-6 17 0,-3 3-3 0,0 2-7 16,4 0-15-16,1-4-10 0,2 4-14 0,1-11-23 16,7 2-18-16,0-1-18 0,10 0-15 0,0-1-8 15,5-4-7-15,0 1-15 0,12-5-8 0,1-5-20 16,8 1-11-16,4-4-11 0,11-4-16 0,-3-5-6 0,7-2-3 16,-5-4-12-16,-1 0-5 0,-6-1-12 0,-4 1-10 15,-10-1-1-15,4-7-5 0,-6 3-8 16,-2 0 0-16,-5-2-2 0,-9 6-7 0,-4-2-1 0,-4-2-5 15,-8 5 1-15,-1 2-5 0,-14-5 0 0,-5 1 0 16,-14 6-1-16,-3 0-2 0,-2 2 2 0,-3 7-1 16,1 1 3-16,1 1-3 0,4 0-1 0,13 1-1 15,5 2 1-15,6-3-6 0,2 5-4 0,9 0-23 16,-3-5-14-16,8 2-19 0,6-2-4 0,0 0-3 16,0 0-1-16,28-7 1 0,-2-1 2 0,16-5 2 15,4-2-6-15,2-1 11 0,0-7 3 0,2 2 6 16,3-8 7-16,-5 2 7 0,0-5 0 0,-3-2 3 15,1 5 5-15,-6-4 8 0,6-5 1 0,-13 3 3 0,-2-2 17 16,-2 3-9-16,-6 0 23 0,-2 6-12 16,-1-6 6-16,-10 6 14 0,0 1 15 0,-5-1 13 15,0 2 18-15,-5 10 24 0,-5-11-1 0,0 9 9 0,-3 3 6 16,1 2 5-16,-1-1 2 0,0 5-8 0,-6-4-5 16,4 7-7-16,0 2-15 0,-3 1-4 15,-2 3-9-15,2 3 0 0,0 5-5 0,-2 3-6 0,0 2-4 16,0 11 1-16,2 3-3 0,5-2-5 0,1 6-1 15,0-1-6-15,6 11-4 0,9 1 1 0,-3 4-4 16,5-6 3-16,-3 2-7 0,6-1-3 0,-5 2 4 16,7 2-7-16,6 0-3 0,-4 0-1 0,-5-3 1 15,9-3-8-15,1-2-21 0,-6 2-19 0,-1-9-14 16,-5-3-21-16,3-1-39 0,1-2-51 0,-5-8-36 16,3 3-30-16,-5-9-36 0,3 2-34 0,-9-4-48 15,9-6-60-15,-5 3-290 0,-5-5-752 0,20-5 333 16</inkml:trace>
  <inkml:trace contextRef="#ctx0" brushRef="#br0" timeOffset="120150.58">8747 7672 303 0,'0'-5'341'0,"0"-1"5"0,0-2-11 16,0 8-13-16,-3-11-7 0,3 11-25 0,0 0 0 15,0 0 0-15,0 0-2 0,0 0-34 0,0 0-35 16,-15 25-25-16,15-15-23 0,0 7-14 0,-2-3-15 15,2 1-15-15,0 5-12 0,2-2-16 0,1 3-5 16,2-2-7-16,2 7-12 0,1-2-10 0,-5-9-1 16,6 4-20-16,-3 1-12 0,3-5-12 0,2 0-4 15,-1 3-13-15,-5-9-8 0,0-1 14 0,2 0-12 16,-1-3 2-16,1-1 2 0,0-4-3 0,-7 0 6 16,13-5-1-16,-7-3 9 0,-1-3-13 0,0-4 0 15,4 0 12-15,-3-6-8 0,2-6 7 0,1 4 12 16,-4-4 11-16,5 1 15 0,-5-1 14 0,3 2 14 0,-8-2 11 15,7 10 2-15,-1-2 7 0,2-1-2 0,-6 8-10 16,3-5-9-16,-3 5-8 0,-2 4-7 16,6-2-2-16,-6 3-21 0,0 1-41 0,5 2-53 0,-5 4-48 15,0 0-35-15,4-3-48 0,-4 3-36 0,0 0-41 16,13 11-46-16,-8-4-61 0,0 2-56 0,0 2-244 16,0-4-728-16,-2 2 322 0</inkml:trace>
  <inkml:trace contextRef="#ctx0" brushRef="#br0" timeOffset="120884.85">9242 7581 81 0,'0'-5'356'0,"0"5"5"0,8-7 6 0,-8 7-23 16,0-6-26-16,0 6-31 0,0 0-33 0,0 0-23 16,0 0-24-16,0 0-21 0,-21 18-14 0,19-8-14 15,-4 1-12-15,4 4-14 0,-5 1-2 0,1 3-15 16,-1 3-11-16,4 5-9 0,-1-2-12 0,4 3-3 0,0-5-13 15,5-3-2-15,0-1-11 0,0 0 2 16,0 0-9-16,4-7-10 0,-1 2-9 0,5-2-9 16,-5-3 1-16,9-5-5 0,-4-1-14 0,9-3 3 0,-9-1-2 15,3-4 0-15,-1-4 6 0,-1-2-9 0,2-4 3 16,4-1 1-16,-5 3 0 0,-9-6 5 0,4 3-7 16,-1-2 8-16,-1 2 26 0,-3 1 6 0,0-1 18 15,0 1 14-15,-2 8 3 0,-1-2 0 0,-2-3-1 16,5 9-10-16,-4-5-8 0,-1 8-11 0,0-7-10 15,0 7-5-15,0 0-3 0,0 0-3 0,0 0-5 16,0 0 2-16,-3 18-12 0,6-5-8 0,-3-2-7 16,0 4-7-16,2 0 0 0,3 1-11 0,0 0 4 15,0 0-7-15,7-1 1 0,-2 1 1 0,4-5 2 16,0 1-8-16,1 2 3 0,6-7 0 0,-4 1 2 16,4-4 9-16,-1-3-2 0,2 4 0 0,-1-6 10 15,1-4-3-15,-4-1 2 0,2 2 0 0,-2-4 6 16,2-1-2-16,-5 0 2 0,1 3 1 0,2-5 0 0,-1 4 2 15,-2-2-4-15,1-2 3 0,3 4-2 0,-3-2 0 16,6 3 5-16,-6-3 4 0,6 5-8 16,7 0-1-16,6 0-19 0,8-2-20 0,4 1-14 0,-3 4-5 15,9-1-9-15,5 2 1 0,28 0 4 0,-26-1 4 16,1-2 7-16,20 3 6 0,0-5 1 0,-16-2-2 16,-4-1-5-16,0-2-7 0,-6-7 4 0,0 7 6 15,-1-8 6-15,-9 3 4 0,0-3 5 0,-19 6 6 16,-4-6 9-16,-9 4 16 0,-2 1 23 0,-2-2 1 15,-9 0 9-15,0 3 8 0,-9-3 16 0,-5 1 27 16,-3 1 21-16,-8-1 21 0,0 2 4 0,2 7 6 16,-10-4-6-16,2 9-8 0,1 1-8 0,-5 7-11 15,5 2-6-15,-1 0-7 0,-4 13-8 0,5-2-8 16,0 12-7-16,1 2-2 0,7 3-4 0,6 10-6 16,1 2-3-16,1 3-4 0,9 2 2 0,-3 0-3 15,16 21 4-15,-4-17-4 0,7 15 1 0,1-2-4 0,9-18-2 16,-12 0-6-16,17 17-5 0,-8 1 4 0,-1-20-4 15,1 1-2-15,-1-1-1 0,-1-1-1 16,-2-2 0-16,-3-11-2 0,-6-7-18 0,-2-2-31 16,-1-12-42-16,-2-1-25 0,0-7-56 0,-7-5-67 0,-1 3-60 15,-5-11-61-15,-2-4-71 0,-11-6-376 0,-9-11-854 16,-2-6 378-16</inkml:trace>
  <inkml:trace contextRef="#ctx0" brushRef="#br0" timeOffset="121019.35">10041 7506 254 0,'-3'-23'281'0,"0"7"-24"0,-2-2-19 0,10 1-27 15,1 7-24-15,-2 0-19 0,7-1-33 0,-1 5-49 16,7 4-79-16,3 1-74 0,3 2-91 0,-2-1-109 16,11 7-288-16,4-2 127 0</inkml:trace>
  <inkml:trace contextRef="#ctx0" brushRef="#br0" timeOffset="121350.9">12097 7003 254 0,'23'-31'410'0,"-8"4"-10"0,2 3-24 0,-2 3-25 0,-5 6-18 16,-2 5-27-16,-1-1-34 0,-3 3-36 0,1 8-28 15,-5 0-21-15,12 12-20 0,-7 3-18 0,0 12-11 16,0 4-16-16,-2 9-7 0,6 5-15 0,-9 5-8 16,3 0-14-16,-2 9-2 0,8-4 1 0,-3 16-14 15,-4-17-7-15,3 0-6 0,2-2-4 0,1-2 2 16,-5 0-12-16,7-4 1 0,-7-2-6 0,4-6-24 15,-2-7-50-15,-2-4-30 0,-3-8-27 0,2-4-22 16,3-2-22-16,-5-2-28 0,2-7-53 0,-2 1-64 16,0-5-43-16,0 0-222 0,0 0-600 0,0-27 266 15</inkml:trace>
  <inkml:trace contextRef="#ctx0" brushRef="#br0" timeOffset="121634.16">12188 6981 122 0,'-13'-27'347'0,"-4"-2"15"0,3 9 5 16,-1-7 20-16,6 4 14 0,-1-1 10 0,-1 10 2 0,4-2-14 16,6 4-27-16,-1 0-40 0,2 5-37 0,3-2-38 15,9-1-21-15,-2 3-25 0,11 4-23 0,9-3-23 16,0 6-17-16,0 4-14 0,3 0-15 0,8 8-19 16,-4-1-18-16,-3 6-6 0,-4 1-25 0,2-3-15 15,-6 6-18-15,5 6-14 0,-12-3-6 0,-3 1-4 16,-3 4-1-16,-9-2-2 0,1 4 1 0,-5-4-2 15,-5 0-4-15,-7 2-1 0,-4 7-13 0,-8-6-13 16,1 2-14-16,-7 1-20 0,-6-1-22 0,1-1-30 16,6-3-32-16,-3 2-28 0,1-2-24 0,9-6-22 15,1-5-25-15,1 6-44 0,10-8-55 0,2-1-282 16,3-5-692-16,6 1 306 0</inkml:trace>
  <inkml:trace contextRef="#ctx0" brushRef="#br0" timeOffset="122017.4">12673 7412 244 0,'0'0'342'0,"7"-3"-19"16,-7 3-27-16,10-4-32 0,-10 4-23 0,0 0-23 15,0 0-13-15,0 16 1 0,-9-9-16 16,8 5-13-16,-6 2-11 0,4 3-17 0,-2-5-20 0,0 11-12 16,3-5-8-16,1 3-11 0,2 3-8 0,-2-3-8 15,4 0-9-15,0-2-3 0,4 4 7 0,-2-4-21 16,5 1-9-16,0-5-5 0,1 0 2 0,1-6 0 15,1 2-4-15,2-4-7 0,-2-6 1 0,2 3-8 16,2-9 2-16,-2-2-6 0,4-1 1 0,-4-4-4 16,2 1 0-16,3-8 1 0,-4-4 13 0,-2 3 14 15,-5 1 34-15,6-5 20 0,-8 8 15 0,1-2 20 16,-1 2 26-16,0-3 12 0,-1 6 8 0,-3-1-4 16,1 4 5-16,-1 0-12 0,0 0-11 0,1 5-6 0,-4-2-21 15,0 2-20-15,0 5-16 0,5-9-17 16,-5 9-7-16,0 0-4 0,0 0-9 0,0 0-5 15,1 26-5-15,1-16-4 0,-2 6-4 0,3-4-6 0,1 7-8 16,-1 1 3-16,0-1-14 0,4 7-40 0,-2-5-35 16,0-4-35-16,5 4-47 0,-5-5-52 15,1 1-45-15,3-3-47 0,-4-3-32 0,6 0-46 0,-8-3-53 16,6-3-70-16,-3-2-276 0,1-2-825 0,-7-1 364 16</inkml:trace>
  <inkml:trace contextRef="#ctx0" brushRef="#br0" timeOffset="122517.99">13269 7387 372 0,'0'-4'389'0,"-2"-5"24"15,2 3 5-15,0 6 16 0,-5-6-3 0,5 6-5 16,-3-7-12-16,3 7-24 0,0 0-37 0,0-7-31 16,0 7-35-16,0 0-26 0,0 0-33 0,0 0-22 0,10-4-21 15,-10 4-21-15,0 0-15 0,23 7-14 16,-15-2-18-16,7-2-8 0,-8 1-15 0,5 1-16 15,-2 1-21-15,4 5-16 0,-7-3-19 0,5-1-23 0,-2 5-20 16,-1-3-19-16,-2-3-9 0,0 4-12 0,-1 1-14 16,-4-5-6-16,3 3 8 0,-10-1 9 0,3 0 6 15,-4 1 4-15,-1-3 12 0,-4 3 1 0,-1-2 5 16,-3 1 10-16,2-2-2 0,-2-1 5 0,3 0 21 16,2-2 7-16,0 2 11 0,2 1 5 0,2-6 0 15,6 0 4-15,-7 4 7 0,0 1 0 0,7-5-1 16,-1 6-2-16,1-6 2 0,10 12-3 0,1-8 1 15,2 8-7-15,6-1-4 0,2 4 6 0,1 1-9 16,2 4-1-16,5 11 0 0,-1-11-4 0,2 10-1 16,-1 5-3-16,-1-3 3 0,-3 3-1 0,2 3 0 15,-9 0-3-15,-1 5 2 0,-3-3-4 0,-9 1 1 16,2-1 0-16,-4-2 1 0,-6-7-2 0,-4-1 6 0,-1 1-4 16,-8 5 3-16,-4-9 12 0,-7 7 17 0,-1-17 13 15,-8 8 10-15,-2-6 14 0,-10-4 7 16,3-3 15-16,2-6 11 0,11-4 14 0,-2-4 10 15,2-4 12-15,4-3-5 0,5-1 8 0,0-4-5 0,3-6-6 16,3 1-10-16,9-5-12 0,1-3-15 0,9-6-14 16,6-6-23-16,11-5-61 0,4-1 0 15,5-1 0-15,17-18-88 0,1-1-105 0,2-1-97 0,8 1-100 16,-6 6-93-16,4-6-89 0,-17 23-458 0,4 3-1114 16,-6 0 493-16</inkml:trace>
  <inkml:trace contextRef="#ctx0" brushRef="#br0" timeOffset="123800.58">13645 7385 186 0,'0'0'314'16,"0"0"2"-16,0 0-12 0,0 0-13 0,0 0-16 16,0 0-19-16,0 0-26 0,1-12-19 0,-1 12-21 0,0 0-21 15,24-7-18-15,-14 6-16 0,-1-1-17 16,0 2-7-16,-9 0-13 0,25 2-5 0,-14-2-14 15,2 3-11-15,-4 0 1 0,6 3-11 0,-7-5-1 0,5 4-9 16,-5-1-9-16,6 2-2 0,-6-1-6 0,0-1-4 16,-1 6 0-16,-7-1-1 0,6-5-7 0,-1 5 1 15,-3-2-4-15,-4 0 0 0,2-1 16 0,0 3-19 16,-5-1-5-16,4 1 1 0,-6-1 2 0,2 2 0 16,-3-2-3-16,6 1 6 0,-4 0 6 0,6 1-2 15,-9 0 2-15,4-2 8 0,4 4 3 0,1 0 2 16,1 3 4-16,6 0 16 0,0 2 10 0,-6 0-4 15,14 4 3-15,-2 4-10 0,9 2 0 0,1 6-10 16,4-2 1-16,-3 4-2 0,11-1-6 0,-12 4-7 16,7-1-1-16,-2 2 1 0,-5-2-4 0,2 0-3 15,-5-1-12-15,-7-8 11 0,-4 3-1 0,-1-3 21 16,-2 2 16-16,-6 1 20 0,0-4 20 0,-6 0 14 0,-2-8 20 16,-6-2 20-16,-1-2 9 0,-1-3 3 15,-12-1 0-15,-2-3 4 0,2-5-8 0,-4-3 1 16,-2 0-4-16,1-7-29 0,-9-5-6 0,11 5-10 0,3-5-19 15,-1-4 1-15,6-4-2 0,2 1-14 0,6-4-11 16,2-3-9-16,11 4-7 0,-1-3-22 0,6-4-17 16,4-4-25-16,9-9-27 0,6 2-29 0,7-4-40 15,0-4-39-15,7-2-35 0,9-13-53 0,-11 17-38 16,14-16-22-16,-11 16-4 0,4 3 9 0,-3 0-25 16,-8 6 26-16,6 2 29 0,-11 3 25 0,-6 6 24 15,-3 2 24-15,-1-3 29 0,-8 7 29 0,6-2 30 16,-10 4 26-16,0 1 27 0,1 0 25 0,-4-3 19 15,0 5 22-15,-7-3 17 0,4 3 19 0,1 2 18 0,-1-2 14 16,-5-1 9-16,6 6 6 0,-3 1 8 16,-3-9 14-16,8 12 1 0,-5-5 1 0,3-1-11 15,2 2 1-15,-3 0-5 0,3 2-11 0,-5-1-9 0,5-1-6 16,5 0-9-16,-5 3-4 0,1-2-8 0,1-2-6 16,3 2-8-16,-3 2-8 0,4-4 1 15,-2 2-3-15,1-2-3 0,1 3-6 0,-4 0-5 0,1-2-2 16,-1 1-2-16,-1-3-1 0,1 5-2 0,1-9-4 15,-6 4 1-15,3 5-2 0,-2-5-2 0,1 1-3 16,-1 3 1-16,-1-3-2 0,-5-1 0 0,8 3-3 16,-5-2 1-16,1 3 0 0,-2-2 0 0,4 5 2 15,-1-3-6-15,-1 2 4 0,4 6-11 0,-6-8 0 16,6 8-3-16,-7-5-4 0,7 5-1 0,0 0 4 16,-15 8-2-16,10 0 0 0,0 4 3 0,-1 2 5 15,-6 2-8-15,9 2 6 0,-9 7 2 0,4 1-5 16,1-6 4-16,1 7 3 0,2 1-3 0,-1 2 3 0,-3 9 0 15,8-9-2-15,0 3 2 0,0-4 1 0,7 0 2 16,1 11-2-16,7 0-9 0,-7-13 0 16,7-3 1-16,-2 0-11 0,7-2-6 0,-5-7-8 0,0 1-8 15,2-5-7-15,6-2-10 0,-3 1-11 0,1-5-5 16,7-3-6-16,-8-2-3 0,5-2 0 0,0-1-1 16,-4-6 4-16,-4-1 9 0,3 0 4 0,-4-4 8 15,-2-1 4-15,2-6 8 0,-1-2 3 0,-3 1 3 16,-6 5 7-16,2-8 0 0,-6 8 9 0,5 0-1 15,-7 0 3-15,0 2 17 0,-2 0 9 0,2 3 8 16,0 6 1-16,-5-8-2 0,2 7 1 0,-2 2 16 16,0 5-25-16,5 0 0 0,-15 0-2 0,15 0 2 15,-23 5 1-15,15 2-1 0,-1 8 1 0,-1-4 2 16,0 7 8-16,5-1 6 0,2 1 3 0,-4 8-1 16,7 1-1-16,0 0 8 0,0-1-2 0,7-2-7 15,1 3-4-15,-1-3 8 0,6 6 2 0,-4-6-12 16,5 0 8-16,3-3-8 0,-2-5-1 0,-2 7 6 0,7-12 0 15,-3 1-6-15,-1-4 4 0,4 0 0 0,-4-2-7 16,4-5 14-16,0 1-36 0,0-2 1 16,2-2-11-16,-1-2-15 0,-1-2 5 0,-3-3-17 0,4-3 2 15,-4-3 5-15,4-1 14 0,1-3-3 0,-7-3-2 16,4 1 5-16,-4 0 0 0,-1-1 5 0,-6-3-5 16,-7 9 18-16,6 0 4 0,-7-3 20 0,0 4 19 15,0-1 12-15,0 5 20 0,-8-1-12 0,4 5 3 16,0-1-14-16,-8 1 6 0,5 1-6 0,-1 0-3 15,-2 0 0-15,-1 4-6 0,1 1-2 0,-2-2-4 16,12 3-3-16,-15 3-5 0,7 0 3 0,8-3 0 16,-13 6-5-16,11 0-3 0,2 0 5 0,0-6-12 15,7 13-3-15,-6-4-2 0,7 2-31 0,6-2-32 0,1 0-26 16,0 3-27-16,4-4-33 0,-2-1-31 0,4-4-39 16,6 2-38-16,3-3-31 0,-10 0-18 15,8-4-8-15,-5 2-168 0,-3-7-523 0,10-2 231 0</inkml:trace>
  <inkml:trace contextRef="#ctx0" brushRef="#br0" timeOffset="123968.25">15220 7293 841 0,'15'-8'20'0,"-1"4"49"0,-6-2 34 0,0-2 37 16,-1 1 26-16,-1 1 21 0,-1 0 21 16,-3 0 10-16,-2 6 16 0,2-6 10 0,-2 6 3 0,6-3-17 15,-6 3-22-15,0 0-12 0,0 0 3 0,0 0 0 16,0 0 3-16,-5 17-6 0,2-7-8 0,1 3-4 16,-3 7-17-16,4-4-13 0,2 3-10 0,-6 1-16 15,5 6-9-15,-1 0-11 0,2-5-13 0,-2 6-4 16,2 0-15-16,-2 0-3 0,-3 1-11 0,4-2-37 15,-5 2-47-15,-1-4-60 0,-1 3-70 0,-3 0-58 16,-10-1-61-16,-1-1-75 0,-1 0-100 0,-1-5-253 16,-13 4-757-16,3-10 335 0</inkml:trace>
  <inkml:trace contextRef="#ctx0" brushRef="#br0" timeOffset="124534.13">10061 10106 23 0,'-53'4'452'0,"9"-3"20"0,7 4 5 0,-7-2-20 16,7 3-30-16,16-8-31 0,4 4-28 0,2-2-37 0,4 2-34 16,-1-1-25-16,4-1-18 0,8 0-29 0,0 0-19 15,0 0-22-15,35-3-32 0,-2-2-46 16,15 3-72-16,3-8-67 0,12 0-90 0,1 4-78 0,-1-3-84 16,22-5-107-16,-24 9-292 0,-1-5-740 0,-1 0 328 15</inkml:trace>
  <inkml:trace contextRef="#ctx0" brushRef="#br0" timeOffset="125335.12">10967 9682 301 0,'-2'-7'488'16,"2"-2"4"-16,2-2-11 0,-2 4-21 0,5 4-31 0,-5-4-42 15,1 0-44-15,-1 7-39 0,0 0-33 0,0 0-30 16,0 0-24-16,0 0-22 0,14 14-17 16,-14-5-18-16,8 7-15 0,5 7-17 0,-6 1-9 0,1 6-11 15,-1-6-10-15,-1 6-12 0,3 0-8 0,-8 7-7 16,4 7-8-16,-3-17-5 0,-2 6-1 0,0 5-10 16,0-7-4-16,0-7-4 0,-2 2-11 0,-3-7-20 15,-1-2-23-15,4-1-28 0,-5-4-27 0,7-2-15 16,-6-2 0-16,6-2-10 0,0-6-26 0,-7 2-9 15,7-2-7-15,0 0-2 0,-8-22-27 0,1 8-13 16,5-6-14-16,2-7-7 0,0-2-6 0,0-2-13 16,2-11-7-16,-4-6-1 0,9-2 13 0,-5 1-1 0,6-2 16 15,-1 3 19-15,4 3 21 0,-7 0 29 16,2 6 38-16,-1 9 39 0,2-3 37 0,-4 5 32 16,-3-1 23-16,5 4 28 0,-3-1 24 0,3 10 16 0,-5-5 4 15,1 4 6-15,1-1 9 0,1 1-5 0,1 8-6 16,-4 1 4-16,0 0-28 0,5-3-7 0,-2 4-11 15,5 4-4-15,-3 2-8 0,5-3-8 0,3 4 4 16,1 4-21-16,2-1 4 0,-1 1-6 0,3 2-12 16,-1 4 6-16,-1 2-4 0,4-1 8 0,-3 0-15 15,-1 2-6-15,-1 2-6 0,-2 0-6 0,-4 3-3 16,4-9-6-16,-6 9 4 0,-1-8-1 0,-4 9 0 16,4-11 2-16,-6 7-1 0,0-4 4 0,-6 2-2 15,-1-1 6-15,1-1-7 0,-3-2 3 0,1 6 1 16,-7-5 0-16,2 2 5 0,-2 0 7 0,-2-1 1 15,3 1 7-15,-1 0 7 0,0 3 1 0,3-2-5 0,-3 2 2 16,0 0 1-16,4 4 1 0,-4 3-2 0,3 2-1 16,2-4 11-16,-3 2 1 0,8-4-2 0,2 9 19 15,-2-1-16-15,2-1-4 0,4 0-3 0,-1-1 2 16,5-4 0-16,5 6-5 0,-3 1 1 0,1-11 2 16,12 5-4-16,-4 0 1 0,4-2-5 0,3-3-1 15,2 0-17-15,3-5-33 0,2 0-26 0,0-3-32 16,6-2-37-16,-7 0-41 0,0-6-41 0,3-6-45 15,-4 0-34-15,2-5-38 0,-4 3-216 0,-3-6-584 16,2-3 259-16</inkml:trace>
  <inkml:trace contextRef="#ctx0" brushRef="#br0" timeOffset="125719.03">11721 9783 248 0,'-5'-8'276'0,"5"0"12"0,0 3 2 0,0 5-1 15,0-7-8-15,0 7-25 0,0-8-24 16,0 8-29-16,0 0-23 0,-1-7-14 0,1 7-5 15,0 0-10-15,0 0-2 0,0 23-13 0,0-11-13 0,0 2-6 16,0 1-9-16,0 3-14 0,0-1-10 0,1 0-3 16,-1 2-6-16,0 0-11 0,9-1-8 0,-9 2-1 15,3-6-9-15,0 6 2 0,4-6-4 0,0-1-15 16,-2-4-9-16,-2-1-3 0,4 2 0 0,1-4-8 16,3-2-1-16,-1-4-8 0,-1 0 0 0,2-3-9 15,-1-2 3-15,8-9 2 0,-4 2 11 0,5-1-12 16,-4-1 1-16,2-9-1 0,1 2-5 0,-3 1 9 15,0 6 7-15,1-11 40 0,-7 10 16 0,-1-2 32 16,-3 4 34-16,5-3 29 0,-8 6 23 0,1 1 6 16,-2 0-6-16,4 0-5 0,-3 4-30 0,1 1-15 15,-3 4-20-15,4-6-15 0,-4 6-11 0,0 0-7 16,0 0-6-16,6 14-5 0,-6-4-8 0,7 2-5 0,-5 3-7 16,4 2-4-16,3 1-7 0,-3 4 2 15,2 2-5-15,4-6-13 0,-2 4-21 0,-2 1-28 16,4-3-25-16,-2-4-40 0,-4 2-41 0,8-3-20 0,-4-2-48 15,-2-2-27-15,2-3-23 0,-5-3-30 0,5 2-44 16,-5-6-29-16,6-1-30 0,-11 0-307 0,10-8-750 16,-3 3 332-16</inkml:trace>
  <inkml:trace contextRef="#ctx0" brushRef="#br0" timeOffset="126384">12251 9469 194 0,'-5'-12'318'0,"2"-6"12"15,0 6 7-15,3 0 20 0,-4 2 7 0,4 1 7 0,-3 0-7 16,3 0-14-16,0 2-23 0,0 0-27 16,0 7-32-16,-2-10-28 0,2 10-27 0,0-5-25 15,0 5-20-15,0 0-15 0,0 0-14 0,0 0-18 0,0 0-13 16,22 20-11-16,-14-9-7 0,-1 2-9 0,1 2-4 16,-1 4-15-16,4 4-4 0,-1 3-6 0,-2 2-6 15,1-2-4-15,-3 2-5 0,3-1 1 0,-9 1-8 16,6-1-1-16,1 5-3 0,-1-3-4 0,-4-2 6 15,1 0-12-15,1 0-2 0,-4-7-3 0,1-5-5 16,4 0-2-16,-5-3 1 0,2 0-4 0,-2 0-1 16,0-4 3-16,0-1 2 0,0-3 3 0,7 2 2 15,-7-6 1-15,0 5-1 0,0-5-7 0,0 0 3 16,0 0 1-16,13-11-1 0,-12 3 0 0,6 0 6 16,0 1-14-16,3-4 6 0,-4 1-1 0,6-1-3 15,3 3 1-15,-5-2-4 0,6 0 0 0,1 4 2 16,-2-3-7-16,0 6 6 0,-1 4 1 0,1-6-4 0,-3 5-6 15,1-4 4-15,0 9-3 0,6-1 1 0,-6 4 2 16,-2 1-3-16,-1 3 1 0,5 1 4 16,-6 1 0-16,-3 1-6 0,1 2-3 0,-2-4-1 0,0 5 5 15,-5 1 0-15,0-2-2 0,-5-3 1 0,0 2-1 16,0-7 0-16,0 6-4 0,-2-8 6 0,-4 7-8 16,1-5-1-16,1-5-7 0,-2 1-5 0,-6 1-5 15,6-5-12-15,-6-1-16 0,-3-7-26 0,4 6-14 16,-1-6-27-16,-3-5-24 0,9 0-16 0,-7 4 4 15,8-6 1-15,-4 2 1 0,8-8-9 0,4 8-10 16,2-6-11-16,2 4-6 0,9-3-13 0,4-7 0 16,3-1 5-16,6 2 24 0,9-6 4 0,-8 9 33 15,13-6 24-15,-10 11 30 0,0 1 41 0,-3 4 34 0,-9-2 31 16,4 9 24-16,0-5 19 0,-5 4 7 16,0 4 11-16,-2 3 7 0,-5-6 7 0,1 7 11 15,4-1 10-15,-10 4 9 0,2 3 2 0,2-1 2 16,1 7-9-16,0-4 8 0,-8 7-12 0,5-3-10 0,-1 3-4 15,1 1-11-15,-1-4-10 0,0 6-4 0,2-4-6 16,1-1-3-16,0 3-11 0,4-4-32 16,2-1-34-16,2 0-27 0,0-3-33 0,12 2-53 0,-6-8-57 15,1 4-42-15,-2-8-21 0,14 0-30 0,-4-6-20 16,0-4-160-16,-2 0-499 0,2-1 221 0</inkml:trace>
  <inkml:trace contextRef="#ctx0" brushRef="#br0" timeOffset="126750.66">13350 9856 636 0,'23'-22'15'0,"0"1"43"0,-9-3 39 16,1 2 41-16,-2 5 31 0,-7 2 41 0,-4-3 24 15,5 6 18-15,-7 0 13 0,0 1 18 0,0 4 2 16,0-3-2-16,-2 0-16 0,-5 6-24 0,1 0-26 16,6 4-20-16,-15-2-12 0,2 5-8 0,-1 2-2 15,-9 0-9-15,5 7-16 0,-5 0-15 0,1 7-12 16,-2-6-7-16,0 8-16 0,6 3-11 0,-3-5-7 16,2 7-12-16,3-4-7 0,-6 5-19 0,8-4-24 15,-1-8-34-15,6 0-31 0,-4 0-30 0,6-3-31 0,-1 0-23 16,7-5-15-16,-6 1-3 0,0-2-5 0,6-3-20 15,1-3-18-15,0 0 1 0,0 0 9 16,-7-15 11-16,7 6 19 0,0-3 10 0,7-2 16 0,-4-2 17 16,2-7 14-16,3 1 37 0,-1 5 31 0,1 0 32 15,0-3 28-15,-3 5 32 0,2 0 21 0,-5 3 32 16,6 0 11-16,-1-2 12 0,-3 7 0 0,3 2-6 16,-4-3-13-16,4 4-16 0,3-2-10 0,-10 6-10 15,21 3-4-15,-2 2-12 0,-4 5-8 0,1-2-5 16,1 1-5-16,8 9-7 0,-4 1-11 0,2 1 4 15,-1-1-1-15,3 1-3 0,-9 1-2 0,11-1-15 16,-4-5-38-16,2 6-21 0,-6-3-51 0,1-5-45 16,-3-6-40-16,-2 7-53 0,1-7-56 0,-2-5-72 0,-1-1-257 15,-3-2-663-15,-10 1 294 0</inkml:trace>
  <inkml:trace contextRef="#ctx0" brushRef="#br0" timeOffset="126900.82">13401 9349 71 0,'-28'-13'319'0,"5"1"-29"0,-2-2-29 0,0 2-26 15,9 4-27-15,-1 1-19 0,-1 0-31 0,7 6-41 16,-1-3-45-16,2 4-55 0,10 0-62 0,-13 5-78 16,3-1-173-16,5-1-318 0,0 4 140 0</inkml:trace>
  <inkml:trace contextRef="#ctx0" brushRef="#br0" timeOffset="127601.33">14628 9447 239 0,'23'-24'266'16,"-5"1"12"-16,0 3 1 0,-3-3 4 0,-6 8-8 15,-3-3-11-15,-2 3-23 0,-6 3-25 0,0 5-22 16,-4-3-16-16,-6 5-19 0,-4 0-18 0,-4 5-17 16,0 5-8-16,-10 3-10 0,-1 7-13 0,-8 8-8 15,1 1 2-15,2 3-1 0,0 0 3 0,-1 8-16 16,4-3 4-16,3 6-8 0,4-2-14 0,1 5-1 15,10-4-9-15,3-7 0 0,4 11-5 0,2 2 13 16,6-13-22-16,8 2 6 0,3-5-6 0,-1 0 0 0,7-4-3 16,3 0-3-16,6-5-2 0,1-3-3 0,3-3 2 15,4-6 1-15,11-3-3 0,-2 3-3 0,-7-11-5 16,7-5 4-16,1-4 0 0,-5-4-4 0,1-2-4 16,-4-3 2-16,1 0 3 0,-9 3-4 0,0 0-1 15,-5 1 3-15,2-3-3 0,-7-2-9 0,-3 12 8 16,0-6 1-16,-7 5 8 0,1 2 23 0,-3 4 3 15,-1-2-11-15,-1 3 4 0,0 0-8 0,-2 3-6 16,-2 3-2-16,0 0-1 0,0 0-2 0,0 0 10 16,0 0-15-16,0 0-2 0,-3 24-9 0,0-10 8 15,3 2-2-15,0-5-9 0,3 6 10 0,-2 0 2 16,3 0-4-16,4-1 3 0,-3-4 3 0,3 3 4 0,6-1-8 16,-1-6 3-16,2 3-7 0,0-5 3 0,1-2-1 15,1-1 2-15,3-3-7 0,-6 0 5 16,3-4 1-16,6-5 3 0,-5-3 1 0,4 2-5 0,-1-7-3 15,-6 3 2-15,-1-1 0 0,0 0 1 0,1-9-1 16,-3 8 5-16,-4 1 22 0,2-1 19 0,-2 2 26 16,-1-3 17-16,1 6 8 0,-3 2 9 0,-1-2-3 15,-3 4 3-15,3-1-6 0,-3 4-6 0,1-4-13 16,-2 8-15-16,3-6-11 0,-3 6-7 0,0 0-4 16,0 0 2-16,0 0-12 0,12 17 0 0,-7-10-6 15,1 2-5-15,-2 2-1 0,2 2-10 0,3 2-22 16,-1 0-19-16,-2-2-26 0,8 5-22 0,-3 2-37 15,1-9-34-15,3 2-41 0,-2-1-28 0,-3 3-27 0,5-8-31 16,-10 1-45-16,5-4-44 0,1-2-37 16,-2-1-314-16,-9-1-770 0,14-3 342 0</inkml:trace>
  <inkml:trace contextRef="#ctx0" brushRef="#br0" timeOffset="128217.43">15619 9222 61 0,'-3'-8'312'16,"1"-1"-13"-16,-1 2-25 0,3 7-26 0,-3-6-32 16,3 6-19-16,0 0-19 0,-5-6-20 0,5 6-17 15,0 0-4-15,0 0-5 0,0 21-8 0,0-9-11 16,5-6-8-16,-2 6-10 0,0 0-10 0,1 3-4 16,1 1-10-16,-4-1-6 0,8-1-6 0,-3 1-9 15,1 2-2-15,-4-6-8 0,7 5-1 0,-2-4-3 16,1 1-2-16,-1 1-3 0,3-1 4 0,-1 2-8 0,4-5-2 15,-3 4-2-15,7-7-4 0,-3 7-2 0,2-5-1 16,-1 2 0-16,4 0-2 0,3 6-2 16,-8-5-2-16,2 3-3 0,-4-3 2 0,7 2-2 15,-5 4 1-15,1-4-3 0,-9 4-1 0,5-2 9 0,-6 2-13 16,-2-4 3-16,-4 1 0 0,0 0 0 0,-4 2 15 16,-7 0 6-16,7-1 6 0,-9-8 9 0,0 3 6 15,-9 0 14-15,6-3 7 0,-11 2 12 0,6-4 15 16,-2-5-3-16,1-1 9 0,1-1 22 0,1-5 1 15,2 4 5-15,3-2 1 0,1-2-8 0,5 0-4 16,0-1-7-16,3-4-6 0,-1 0-13 0,7 1-11 16,2-4-10-16,3 7-10 0,8-6-17 0,3 2-10 15,8-4-13-15,5 4-14 0,4-1-17 0,7 0-9 16,10 0-6-16,-4 4-3 0,4-3-4 0,0 3-3 16,-4 1-4-16,-1-3 4 0,-11 3 8 0,-1 1 0 15,-3 2-1-15,-2-6 4 0,-6 5 7 0,1-1 3 0,-10 0 4 16,1 0 5-16,-8 0 7 0,-1 1 4 0,-5 1 5 15,0 4 0-15,-3-11 10 0,-4 7 10 0,-3-4 7 16,-1 7 9-16,-6 1 6 0,4-2 8 0,-4 1-3 16,-4 2 15-16,3 1 9 0,-7 3 6 0,3-1 4 15,1 0 1-15,3 7-3 0,-1-5-5 0,1 8-2 16,3-6 2-16,2 4-1 0,3-1-4 0,0 1 1 16,7 0-2-16,-1 0-5 0,4 2-5 0,0-1 1 15,10 4-1-15,0-3-13 0,4 1-1 0,0-1-12 16,11 7-24-16,0-10-23 0,2 4-39 0,2-7-58 15,1 6-70-15,18-8-84 0,-18 5-85 0,6-7-99 16,-2 0-120-16,14-2-303 0,-4-1-934 0,3-2 414 16</inkml:trace>
  <inkml:trace contextRef="#ctx0" brushRef="#br0" timeOffset="135767.46">10086 11533 397 0,'-11'-16'400'0,"-3"1"8"16,3 0-28-16,-9 3-28 0,5 0-36 0,-2 3-16 15,-2 2-33-15,-3 2-23 0,-6 3-22 0,5 7-21 16,-5 1-26-16,-4 6-15 0,-1 11-21 0,5-3-13 15,-7 9-2-15,5 8-23 0,7 3-7 0,3-3-1 16,4 6-18-16,3-5 5 0,3 5-21 0,3-4-8 16,2-7-3-16,10-2-1 0,2 0-9 0,1-2 0 15,7-1-4-15,5-1-3 0,4-8-4 0,3 0-3 16,-1 0 1-16,8-9 3 0,-5-2-5 0,4-3-1 16,6-6 0-16,-6-4-4 0,-2 3-4 0,-3-9 5 0,2-3 1 15,-7-3-11-15,0 1 5 0,-3-10-6 16,-5 2 5-16,-3-2-1 0,-2 0-8 0,-9-1-2 0,-1-1-2 15,0-3 0-15,-8 1 2 0,-5 1-6 0,1 0 4 16,-8 9-4-16,-1 0-9 0,-1 4-13 0,-1 2-16 16,-3 2-21-16,-4 6-26 0,12 3-14 0,-4 0-25 15,1 5-23-15,-1 4-22 0,6 3-23 0,-4 2-25 16,3-1-46-16,6 4-48 0,-1 1-271 0,0-1-633 16,9-1 280-16</inkml:trace>
  <inkml:trace contextRef="#ctx0" brushRef="#br0" timeOffset="136200.68">10325 11199 16 0,'0'-14'314'0,"0"7"-14"0,0-2-29 0,0 0-32 15,0 6-28-15,0 3-24 0,0 0-17 0,0 0-19 16,0 0-14-16,0 23-15 0,4-8-12 0,-4 2-10 15,0 6-11-15,0 4-8 0,2 2-3 0,-2 0-13 16,0 3-5-16,0 9-7 0,2-1-5 0,3 1-4 16,-4-10-3-16,4-3-6 0,-5 1-3 0,2-4-2 15,3 1-4-15,-10-5-1 0,10-6 3 0,-5 0-8 16,0-4-2-16,0-1 0 0,0-3 1 0,2 1 0 16,-2-5 2-16,6 1-2 0,1-2 0 0,-7-2 0 15,18-3-2-15,-5-3-2 0,7 0-4 0,-3 3 10 16,4-3-1-16,-3 1-2 0,2 1-1 0,-3-1-3 0,3 2-4 15,-5 6-1-15,1-3-3 0,-3 2 0 0,-1 1-2 16,0 4-1-16,-6-2 0 0,3 6-3 16,4-1 0-16,-12 2 0 0,4 8-1 0,-5-7 2 0,-5 8 3 15,-1-5-2-15,1 1 4 0,-7 1-1 0,-3 3 0 16,-1 1-1-16,-4-2 1 0,3-8 1 16,1 2 0-16,-9 2 1 0,2-4-3 0,-5-1-1 0,8-3 4 15,-2 0-2-15,1-4-23 0,1 1-33 0,-2-2-33 16,8-6-51-16,-3 0-50 0,4-3-54 0,6-2-222 15,-1 0-500-15,9-3 221 0</inkml:trace>
  <inkml:trace contextRef="#ctx0" brushRef="#br0" timeOffset="136435.9">10914 11769 194 0,'15'11'203'16,"-5"2"-3"-16,1 2-4 0,1 3-8 0,6 6-8 0,-5-1-14 15,-5 4-13-15,1 4 14 0,4 7-4 0,-5 6-14 16,-1-2-14-16,0 8 10 0,-6 1 3 16,4 0-10-16,-3 2-8 0,-4-1-11 0,-4-3-2 15,-1-2-1-15,-1-1-8 0,-4 0-6 0,-3-4-7 0,-1-5-3 16,1-7-14-16,-7 6-1 0,-3-14-1 0,1-3-6 16,0-4-7-16,-4 0-2 0,-2-7-13 0,1-6-10 15,-3-4-59-15,2-5-48 0,-4-4-48 0,5-2-54 16,-2-6-51-16,1-12-52 0,5-6-234 0,6-2-548 15,12-1 243-15</inkml:trace>
  <inkml:trace contextRef="#ctx0" brushRef="#br0" timeOffset="136718.04">11015 11358 62 0,'-12'-3'264'0,"12"3"-13"0,0 0-20 15,0 0-26-15,-16 7-18 0,11-2-22 0,3 1-13 0,0 0-14 16,2 1-14-16,-5 4-9 0,10-4-12 16,-3 2-6-16,0 2 6 0,4-2 3 0,7 3-9 15,1-3-6-15,1 3-10 0,1-4-4 0,6-4-6 0,-2-1-7 16,-4-2-5-16,4 3 4 0,-3-8 3 0,-1 1 6 16,-3-1-5-16,-3-2-2 0,0-1-6 0,-5-3-14 15,2 3 6-15,-7-3-14 0,-2 0-1 0,-3 1-7 16,0-6-6-16,-6 3-13 0,-3 2-17 0,-1 3-31 15,-1 1-25-15,-4 2-36 0,5 1-39 0,-1 6-45 16,1-1-60-16,-2 4-207 0,2 1-486 0,4 2 215 16</inkml:trace>
  <inkml:trace contextRef="#ctx0" brushRef="#br0" timeOffset="137051.67">11894 11695 301 0,'0'0'351'0,"-9"-1"-27"0,9 1-32 0,0 0-32 16,0 0-25-16,0 0-26 0,-23 9-16 0,21-5-27 16,-4 4-16-16,3-4-11 0,1 6-13 15,-1-5-15-15,3 7-10 0,0 2-10 0,1-2-6 0,1-3-12 16,5 1-1-16,-1 6-9 0,2-6-7 0,7 2-6 15,-8-4-4-15,3-3-1 0,1 3-5 0,-2-5 0 16,-1 1-7-16,4-2-1 0,-2 1-5 0,-10-3-2 16,0 0-2-16,21-9 4 0,-16 3-9 0,0-2-3 15,0-1-1-15,-3-2-9 0,1-1-3 0,-3-4-17 16,-3 0-6-16,1-2-17 0,-3 3-6 0,-3-5-6 16,-1 5-10-16,-1-1-16 0,-1-2-23 0,-4 5-30 15,-7-6-40-15,1 3-54 0,1 3-50 0,-6 3-168 16,4 3-477-16,6-1 211 0</inkml:trace>
  <inkml:trace contextRef="#ctx0" brushRef="#br0" timeOffset="137367.31">11849 11451 213 0,'-7'-6'379'0,"2"1"-11"15,2 1-21-15,3 4-11 0,-8-5-31 0,8 5-33 16,-9-3-30-16,9 3-33 0,0 0-8 0,0 0-30 16,0 0-14-16,0 0-7 0,0 0-22 0,0 0-17 15,5 19-6-15,-1-14-12 0,4-2 7 0,0 5-27 16,4-2-6-16,-4 0-5 0,2-2-7 0,3 3-3 16,-1-4-9-16,-2-2-7 0,1 2-3 0,1 1-5 15,-12-4 0-15,13 0-6 0,-13 0 0 0,10-7-1 16,-10 7 0-16,10-8-6 0,-13 4-3 0,3 4 0 15,-4-16-3-15,0 9-2 0,-3 0 0 0,0-2-8 0,-1-3-13 16,-7 1-35-16,2 3-19 0,-2 0-28 16,-2 2-27-16,3 3-32 0,-3-2-34 0,0 4-53 15,1-3-66-15,-1 5-237 0,2 2-590 0,1 3 261 0</inkml:trace>
  <inkml:trace contextRef="#ctx0" brushRef="#br0" timeOffset="144734.75">13163 11364 288 0,'0'0'260'0,"0"0"-29"0,0 0-25 0,0 0-21 15,0 0-19-15,20 10-15 0,-7-2-17 0,0 7-10 16,4-3-11-16,5 7-16 0,-3 4-9 0,3 0-8 15,-4-1-11-15,4-1-3 0,-7 6-6 0,-1-4-6 16,1 0-5-16,-1-1-6 0,-5-5-5 0,3 0 0 16,-10 1-4-16,4-3 1 0,-6 0 36 0,0-3 18 15,0-3 20-15,0 2 24 0,-3-7 33 0,3 2 44 0,-3 0 23 16,3-6 10-16,-14 0-3 0,14 0 4 0,-9-9-7 16,2-3-14-16,0-2-7 0,6-2-33 0,1-10-15 15,0 1-18-15,5-2-17 0,0-1-10 0,9-1-22 16,-7-1-19-16,8 1-16 0,0 1-16 0,5 4-26 15,-5 3-34-15,0 5-40 0,-1 2-54 0,1 2-53 16,0 2-33-16,0 2-50 0,0 6-43 0,-7-1-44 16,4 6-38-16,-1-1-31 0,-6 6-268 0,7-1-719 15,-9 3 318-15</inkml:trace>
  <inkml:trace contextRef="#ctx0" brushRef="#br0" timeOffset="145400.9">13704 11614 61 0,'7'-4'209'16,"1"-4"-10"-16,7 1-13 0,-7-2-11 0,6-2-3 0,-4 3-9 15,3-6-12-15,7 2-11 0,-5 4-11 0,1-4-3 16,-4-1-2-16,3 2-3 0,-7-4-1 0,5 7-4 16,-3-6 0-16,-2 1-5 0,-1 1 4 0,1-2 0 15,-4 2-11-15,-3 2 6 0,1 0 3 0,-2-2-1 16,3 5 4-16,-6-5-4 0,1 1 0 0,-3 4-6 15,2-2-13-15,-9 5-8 0,2-3-9 0,-1 5-8 16,-6 0-8-16,7 4-7 0,-8 0 10 0,-5 8-18 16,6-2-14-16,-4 6 2 0,-1 1-6 0,9-1 0 15,-10 5-10-15,10-1 2 0,4 4-3 0,1-4-3 16,2 6 1-16,2 0-3 0,8-6 0 0,-3 2-2 16,16 6-4-16,3-6 4 0,4-3 1 0,5 1-6 15,12-3-8-15,7-2-13 0,0-6-18 0,3-2-9 0,6-3-13 16,-3-4-12-16,4-3-4 0,-2-6-7 0,-3 0-4 15,-3-3 3-15,-4-3 8 0,-1-3 12 0,-7 4 4 16,-8 1 0-16,-5-5 7 0,0 1 8 0,-9 4 7 16,-1-1 18-16,-8-1 18 0,1 3 19 0,-3-1 7 15,-5 2 10-15,-2 2 3 0,-1 1 2 0,-7-2 1 16,-5 3-2-16,0 3-7 0,-5 1-4 0,4 4-2 16,-4 0-2-16,-3 3 0 0,-5 5-8 0,1 3-2 15,1 0 0-15,-3 5-4 0,8 2 2 0,-2-3 9 16,0 5-14-16,1 2-5 0,6 0 5 0,1 2-1 15,1-6-5-15,8 2 3 0,-1-1 0 0,5-4-1 16,2 4-5-16,0-2 0 0,9-8-1 0,-4 3 3 16,3-2 1-16,0-5 2 0,7-1-9 0,0 0 3 0,5-6-6 15,-2 0 0-15,2-2 1 0,0-6 1 16,0 2-2-16,1-6 7 0,1 3-4 0,-6-2 2 16,-4 1 3-16,3-2 16 0,0 0 14 0,-4 0 17 0,1 0 22 15,-6 2 15-15,1 5 19 0,0-4 9 0,-2 6 1 16,-2-2-9-16,4 4-10 0,-6-2-14 0,4 0-10 15,-5 6-11-15,2-5-15 0,-2 5-6 0,0 0-2 16,0 0 0-16,0 0-11 0,21 11-13 0,-21-5-24 16,7 5-32-16,3-1-10 0,-3 2-21 0,7 3-20 15,0-3-24-15,1 0-29 0,9 0-38 0,-2 0-48 16,3 0-54-16,1-8-46 0,2 7-255 0,7-10-635 16,-3 2 282-16</inkml:trace>
  <inkml:trace contextRef="#ctx0" brushRef="#br0" timeOffset="145650.73">15133 11300 320 0,'-12'-5'340'0,"1"1"2"0,-3-1-1 0,3-1-8 16,-1 6-5-16,-6 0-30 0,5 1-21 0,-7 4-20 16,5 0-20-16,0 4-19 0,0 2-26 0,-1 5-4 0,2-3-11 15,-1 5-12-15,6-2-13 0,-3 3-14 0,4 4-12 16,-1 0-12-16,6-2-14 0,3-2-5 0,0 8-7 15,0-4-9-15,5-4-4 0,7 0-10 0,-9-3-3 16,12-1-17-16,0 4-15 0,0-7-18 0,4-3-37 16,3-1-23-16,4-5-31 0,-4-3-36 0,13 0-26 15,-4-5-24-15,6-2-31 0,-3-4-18 0,4-8-36 16,4-2-24-16,-4-6-22 0,-3-1-24 0,-2-6-193 16,3-3-554-16,-6-3 246 0</inkml:trace>
  <inkml:trace contextRef="#ctx0" brushRef="#br0" timeOffset="146000.87">15566 11063 99 0,'-8'-26'177'15,"0"2"42"-15,-5 6 25 0,6-2 13 0,-3 7 2 0,-3-2 8 16,5 1-2-16,-4 5-4 0,7 4-12 0,-5-5-17 16,7 3-27-16,-2 4-26 0,5 3-21 0,-9-2-14 15,9 2-17-15,0 0-9 0,-9 16-14 0,9-5-13 16,0 6-4-16,0 4-9 0,3 4-2 0,3 4-13 16,3-1 0-16,-3 1 6 0,3 4-21 0,-1 6-3 15,-1-8-4-15,6 7-6 0,-3 4-1 0,-4-12-5 16,6 2-2-16,-4-4 0 0,0 0-7 0,-1-2-5 15,1-6 7-15,-3-4-5 0,2 2 4 0,-4-3-4 16,2-3-3-16,-3-6 18 0,-2 3 5 0,5 0 38 16,-3-6 42-16,-2-3 19 0,4 5-5 0,-4-5-6 15,0 0 4-15,0 0-6 0,10-11-1 0,-8 5-1 16,5-3 0-16,-6 1-10 0,4 3-3 0,2-3-14 0,-5 0 1 16,4 1-21-16,1 1-9 0,-1 0-2 0,4 0-4 15,-3 1-12-15,5 4-10 0,-4-2-7 16,2 3-4-16,-10 0 1 0,21 3-6 0,-7 1-3 0,-1 0-5 15,2 3-26-15,-2 2-29 0,-1-2-37 0,2 4-36 16,1 1-39-16,2 0-42 0,-2 1-35 0,-2 2-27 16,2-3-41-16,-2 3-51 0,2-4-68 0,-8 2-334 15,1-2-812-15,8 0 359 0</inkml:trace>
  <inkml:trace contextRef="#ctx0" brushRef="#br0" timeOffset="148700.97">17169 11318 245 0,'-4'-11'296'0,"3"-4"-5"0,-1 0-13 0,0 0-10 16,-1 0-8-16,-5 3-18 0,1-3-12 0,0 3-20 15,-1 3-18-15,0-2-15 0,-2 3-3 0,-2 4-32 16,-3 0-14-16,-1 5-12 0,-6-1-11 0,1 3-10 15,-6 8-11-15,-4-3-12 0,1 5-4 0,2 2-7 16,-2 4-8-16,-3 5-8 0,8-1 1 0,-1-1-10 16,-7 5-6-16,15-3 3 0,-4 0-6 0,9-9 0 15,-2 9-6-15,7-4 1 0,-1-3-2 0,3 0-4 16,4 0 0-16,2-7-4 0,2 0 0 0,4 0 2 16,4-1 3-16,7-4 2 0,4-4-12 0,-1-1 2 15,8-6-2-15,0 2 0 0,-1-6-4 0,1-5-7 0,-1 2 1 16,-3-1 7-16,-2-2 0 0,1 0-1 0,-8-4-1 15,5 1 0-15,-9 2 10 0,1 0-1 0,-5 2 23 16,-1 1 32-16,-4-1 32 0,3 4 2 0,-5 0 15 16,0-2 2-16,0 1 2 0,-3 3-2 0,3 1-19 15,-2 4-9-15,2 4-10 0,-2-8-15 0,2 8-12 16,0 0-1-16,0 0-8 0,0 0-5 0,0 0-5 16,0 0-10-16,-3 23-12 0,6-8-9 0,1 3-19 15,1 0-16-15,1-1-19 0,4 5-22 0,5 2-5 16,0-3-43-16,3 0-24 0,0 0-34 0,5 3-42 15,4-5-63-15,4-7-66 0,7 8-325 0,-3-13-731 16,2 1 323-16</inkml:trace>
  <inkml:trace contextRef="#ctx0" brushRef="#br0" timeOffset="149650.75">18405 10990 211 0,'2'-10'373'0,"1"1"2"16,-3-3-4-16,0 1-10 0,0-1-7 0,0 5-23 16,-3-2-24-16,-4 2-21 0,2-4-23 0,-5 3-23 0,3 4-17 15,-2-2-33-15,-5 1-16 0,-1 4-21 16,-4 2-14-16,4 2-13 0,-2 2-15 0,-4 2-20 15,-1 12-3-15,4-8-4 0,-4 6-13 0,2 5-7 0,2-2-6 16,3 4-4-16,-1-2-6 0,6 2-5 0,-2 3-6 16,7 0-2-16,0 3-9 0,5-6 0 15,5-5-18-15,0-3 0 0,5 3-6 0,2 1-8 0,6-1 7 16,-1-7-29-16,7 3-8 0,5-4-12 0,-1 0-16 16,3-6-21-16,4-2-8 0,0-4-5 0,1-2 2 15,-4-1-9-15,-1-4 16 0,4-1 0 0,-4-3 4 16,-3 2 3-16,2-8 11 0,-5 2 3 0,-2 0 10 15,-3-2 7-15,-2 6 14 0,-8-6-6 0,5-3 7 16,-8 6 14-16,-1 0 22 0,-4 0 4 0,-2 5 14 16,-2-1-3-16,1 0 10 0,-4 4-3 0,-2-2 0 15,-1 3-2-15,1 1-1 0,-3 4-6 0,-1-2 1 0,-4 3-2 16,0 4-1-16,0-2-6 0,-3 6 0 0,-1 4 2 16,5-4-5-16,-1 6 4 0,0-1-1 0,0 3-1 15,2 2 3-15,6-4-4 0,-3 4 1 0,3-2-5 16,1-1 4-16,6-2 0 0,-2 2-3 0,4-3 5 15,4-1-3-15,-4-3 1 0,8-1-1 0,0-4 1 16,3-1 1-16,4-2 2 0,3 0-5 0,-2-4 3 16,5-1-1-16,-3-3-2 0,3-2 1 0,5 0-5 15,-6-7 3-15,1 1-1 0,5 4 1 0,-11 0 3 16,-1 0-5-16,2 1 1 0,-3 1 5 0,2-2-1 16,-2 4-2-16,-4 3 1 0,4-3-1 0,-5 5-2 15,2 0-1-15,-2 0 0 0,5 3-5 0,-1 1 3 16,-2-1-1-16,5 7-1 0,-3-2 4 0,8 3 1 0,-5-4 1 15,6 7 0-15,-3 1-4 0,8 3 2 0,0-3 3 16,-12 0-1-16,1-1-4 0,-2 1 8 16,5-7-4-16,-7 6 3 0,-3 0-1 0,0-10 1 0,-4 5 8 15,3 0 17-15,-6-3 15 0,0 1 28 0,-3-4 32 16,7 3 14-16,-7-3 4 0,0 0-2 0,0 0 0 16,0 0 5-16,0 0 0 0,-22-15-5 0,17 11-4 15,-1 1-11-15,-4-3-3 0,5-1-11 0,0-1 1 16,-2 1-20-16,6-4-16 0,-6 0-18 0,5-1-23 15,-1-4-33-15,6 0-41 0,1-1-52 0,7-9-38 16,1-1-38-16,3 0-35 0,0 0-34 0,-2 0-37 16,8-1-28-16,3-6-19 0,5-1-9 0,6 2-12 15,-5 3-190-15,-9 6-596 0,-1 3 265 0,-1-2 2311 16,-6 8-1607-16,-3-2 56 0,0 3 51 0,-5 2 41 16,-2 0 44-16,-3 1 29 0,0 3 24 0,0 1 11 15,0 0 3-15,0 7-2 0,-5-7-7 0,-2 2-9 0,7 5-10 16,0 0 1-16,0 0 0 0,-15 14 13 0,7-6 7 15,6 4 0-15,-2 3-5 0,2 4-5 16,2-2 2-16,0 5-8 0,2 1-7 0,1 3-1 0,0-1-7 16,4 2 3-16,-1 2-8 0,4-4-4 0,-3 2-5 15,5 4 0-15,-4-3-3 0,0 2-29 0,2-4-31 16,2-4-35-16,-4 3-45 0,-3-5-53 0,-2-6-51 16,5-1-212-16,-8-1-466 0,7 0 206 0</inkml:trace>
  <inkml:trace contextRef="#ctx0" brushRef="#br0" timeOffset="150184.14">19329 11118 227 0,'-7'-3'326'0,"7"3"-12"15,-8-1-16-15,8 1-14 0,-9-4-23 16,9 4-16-16,0 0-12 0,0 0-4 0,0 0-19 16,0 0-25-16,32-3-15 0,-11 3-13 0,1 0-11 0,8 3-16 15,3-6-23-15,10 3-6 0,0-2-6 0,5 2-9 16,-2 0-33-16,-3-2-26 0,-6-1-23 0,-1 3-13 15,-5-5-19-15,3 0-11 0,-5-2-16 0,-2 0-11 16,-7 1-7-16,0-3-5 0,-2 0 6 0,-3 0 6 16,-4 2 6-16,-2-4 5 0,-8 8 5 0,1-6 3 15,-4 2 6-15,2 7 11 0,-8-12 13 0,1 5 5 16,-3 2 8-16,2 1 3 0,-5 4 4 0,1-4 3 16,1 4 4-16,-8 4 4 0,3 5 5 0,1-6 8 0,-2 4 2 15,3-2 2-15,-1 6 2 0,1 0-7 16,-5 2-4-16,9-1-3 0,-4 2 1 0,1-4 2 15,7 5-6-15,-3 0-1 0,1-4-3 0,8 2 1 0,-7 2 0 16,6 2-2-16,1-7 3 0,0 1-1 0,1-3-3 16,6 0 4-16,0 3-3 0,1-10 2 0,-2 3-2 15,8-1 2-15,1 0-3 0,0-6 1 0,1 0-3 16,4-2 1-16,-4-3-4 0,1 0 4 0,1 1-1 16,-1-5-1-16,3 1 1 0,-5 1 26 0,3-7 19 15,-7 9 15-15,-1 0 28 0,-5 0 17 0,5 3 17 16,-3-5 27-16,-6 5 15 0,6-2 5 0,-4 3 3 15,-3 4-10-15,5-9-7 0,-1 3-20 0,1 3-14 16,-5 3-23-16,0 0-12 0,0 0-15 0,0 0-10 16,0 0-4-16,0 0-7 0,0 0-5 0,5 15-5 15,-4-8-4-15,-1 2-3 0,5 4-10 0,-1 1-14 16,0-3-21-16,3 4-15 0,0 0-17 0,1 1-24 0,5-4-19 16,-3 2-36-16,5 2-33 0,5-5-25 0,-4-2-23 15,3-1-35-15,-1-4-40 0,-2 3-45 0,4-3-39 16,0-4-43-16,-8-4-221 0,8-4-669 0,-4 0 296 15</inkml:trace>
  <inkml:trace contextRef="#ctx0" brushRef="#br0" timeOffset="150684.94">20312 10963 60 0,'-5'-7'257'0,"5"4"2"0,0 3-8 16,-7-8-7-16,7 8-13 0,0-5-23 0,0 5-20 15,0 0-16-15,0 0-8 0,0 0-16 0,0 0-5 16,-15 15-8-16,12-7-2 0,3 1-20 0,-3 2-9 0,3 1-9 15,3 6-10-15,0-3-11 0,-3 3-4 0,5 0-7 16,-2-2-5-16,4 4-7 0,-5-2-7 16,8-3 2-16,-7 3-10 0,5-3-22 0,-1 0-20 0,1-1-15 15,-1-2-18-15,-1-5-22 0,1-1-19 0,1 0-17 16,6 2-14-16,-6-8-14 0,0 0 0 0,-8 0 4 16,20-8 4-16,-12 2 5 0,2 0 11 0,2-6 9 15,-4 1 18-15,7-2 4 0,-8 3 20 0,2-1 35 16,1-1 30-16,-1 1 11 0,-3 1 17 0,-1 1 20 15,0 1 10-15,0-1 8 0,-1 6-5 0,2-2-8 16,-4 0-11-16,-2 5-8 0,0 0-8 0,0 0-3 16,0 0-4-16,0 0-5 0,0 0-1 0,13 10-2 15,-13-10-3-15,0 12-4 0,0-4-2 0,5 1 0 0,-5-1-3 16,2 1 0-16,-1-4-3 0,4 3 1 16,-5-2 4-16,4 2 16 0,1-4 13 0,-5-4 12 15,8 6 14-15,-7-3 12 0,-1-3 9 0,14 0 0 0,-14 0-4 16,6-5-14-16,4 1 4 0,-3 0-5 0,0-3 7 15,1 0-6-15,-2 2 1 0,1 2-1 0,-2-6 4 16,-2 4 4-16,4-1 8 0,0 2-3 0,-6-3-1 16,-1 7-23-16,7-5-5 0,-7 5-6 0,6-5-10 15,-6 5-2-15,0 0-6 0,10 0-4 0,-10 0-4 16,15 7-5-16,-10-4 0 0,2 6-2 0,1-7 3 16,-1 5-3-16,1 1 0 0,7 2-11 0,-8-1-39 15,7 0-30-15,1 0-31 0,-3-2-39 0,-2-1-41 16,5-1-70-16,0-1-78 0,-2 3-323 0,-2-7-696 15,6-5 308-15</inkml:trace>
  <inkml:trace contextRef="#ctx0" brushRef="#br0" timeOffset="150869.41">20489 10618 143 0,'-20'-7'413'0,"3"-1"-37"15,4 4-39-15,0 1-35 0,6-2-32 0,-1 1-36 16,0 1-48-16,8 3-63 0,-14-1-40 0,14 1-47 16,0 0-59-16,-3 10-73 0,3-10-92 0,2 12-178 15,-1-3-397-15,13 3 175 0</inkml:trace>
  <inkml:trace contextRef="#ctx0" brushRef="#br0" timeOffset="151884.23">22147 10804 293 0,'0'-18'320'0,"0"2"1"16,0 1-3-16,-6-2-6 0,6 2-20 0,-2 3-13 16,-11 1-15-16,-1-1-18 0,0 4-28 0,-1 2-21 15,-7 0-25-15,-1 6-17 0,-3 5-5 0,-8 2-27 16,3 5-10-16,-10 4-14 0,1 8-10 0,3-1-6 15,3 4-16-15,2 2 6 0,11-9-15 0,-1 6-11 0,2-4 3 16,9 4-9-16,-1-3-1 0,7 4-3 16,2 0 2-16,6-8-11 0,2 5 3 0,7 2-14 0,3-6 0 15,6-3-8-15,6-2-17 0,-1-6-13 0,6 1-19 16,4-5-7-16,-1 0-17 0,13-4-11 0,-5-2-3 16,0-5 0-16,-8-1-1 0,-4 2 4 0,-3-4 0 15,-3-1 8-15,3-5 6 0,-5 6 6 0,-4 2 8 16,-5-4 7-16,-2 2 3 0,-2 2 3 0,-5-2 5 15,2 3 3-15,-1 1 3 0,-1 1 4 0,-2-2-1 16,2 1 0-16,-5 5 6 0,0 0-3 0,0 0 1 16,7-3 2-16,-7 3 2 0,0 0-4 0,0 0 6 15,7 18-1-15,-4-10 4 0,4 3-2 0,-2-4 8 16,1 3-5-16,2 0 0 0,2 0-1 0,-1 0 1 16,6-1 6-16,-9 2-6 0,9-4 0 0,-5 1-5 0,2-2-1 15,-4-3 0-15,-2 2 0 0,3-5 4 0,-9 0 2 16,15-2 1-16,-15 2 4 0,15-8-4 0,-15 1 3 15,0-1 0-15,4-1 3 0,-2 2 9 0,-4-4 5 16,2 1 0-16,0-7-1 0,0 4 3 0,0 1 9 16,0-2 2-16,0-3 2 0,2 7-2 0,-2-2-4 15,0 4-1-15,3-3-3 0,1 3-1 0,-1 1 0 16,2-1-8-16,0-1 0 0,0 5-2 0,-5 4 0 16,12-3-3-16,-4 0 0 0,-8 3 5 0,21 5-8 15,-9-3 0-15,0 1-2 0,1 5 2 0,0 0-2 0,0-1-2 16,2 1 0-16,-3 4 0 0,-1-4 2 15,3 4-2-15,-5-2-4 0,0-1 1 0,-1-2 2 0,-1-3-1 16,-2 4 1-16,1-4 0 0,3 4 1 0,-8-4 0 16,4-1 8-16,-5-3 3 0,3 5 16 0,-3-5 19 15,0 0-4-15,0 0 20 0,0 0 4 0,7-12 11 16,-7 12-6-16,0-9 6 0,2 5 6 0,1-4 2 16,-1-1-2-16,-1 1 6 0,3 3 1 0,1-6-4 15,-4 3-4-15,3 4-8 0,1-4-13 0,-2 0-1 16,3 1-11-16,3 3-3 0,-3 0-6 0,3-1-8 15,-3-1-3-15,1 5-7 0,1-1-31 0,-8 2-20 16,22 3-25-16,-12 1-25 0,-4 3-13 0,7-3-20 16,-4 0-14-16,11 10-22 0,-12-5-32 0,7-2-43 15,0 2-38-15,5-2-36 0,-4-2-274 0,1 3-620 16,1 1 275-16</inkml:trace>
  <inkml:trace contextRef="#ctx0" brushRef="#br0" timeOffset="152217.56">23392 10426 45 0,'-3'-9'410'0,"-1"4"-19"16,-4-5-18-16,6 3-22 0,-3 4-41 0,2-3-31 15,3 6-31-15,0 0-29 0,0 0-20 0,0 0-18 16,-18 15-23-16,13-3-11 0,2 8-14 0,1 0-14 0,2 7-12 15,-2 2-4-15,4 3-16 0,-2 5-3 16,2 3-6-16,4-1-7 0,-1 0-3 0,-5 5-10 16,7 1 0-16,1-3-6 0,-5 3-5 0,4 2-1 0,1 1-4 15,1-1 0-15,4 2-4 0,-5-5-4 0,4 6-7 16,-2 0-2-16,5-8 2 0,4 1-2 0,-2 0-2 16,-4-4-1-16,-3 0-2 0,3-12-6 0,1 0-30 15,-6-7-32-15,0-1-23 0,-1-1-20 0,1-2-19 16,-3-6-16-16,-3-2-19 0,6-3-23 0,-5-1-27 15,-3-4-27-15,0 0-28 0,0 0-13 0,10-11-13 16,-10 2-188-16,-1-3-501 0,-4-6 221 0</inkml:trace>
  <inkml:trace contextRef="#ctx0" brushRef="#br0" timeOffset="152450.78">23385 11060 51 0,'0'-14'272'0,"-3"5"4"0,3-3 3 0,3 1-6 16,-3-6-3-16,7 10-4 0,-5-3 3 0,4 1-12 15,1 1-10-15,-1 1-18 0,4-1-22 0,-3 4-20 16,8-5-13-16,-2 6-15 0,0-1-18 0,-3 2-7 16,4 2-21-16,2-2-12 0,4 2-11 0,-5 0-7 15,0 4-14-15,0 0-2 0,5 0-1 0,-6 5-15 16,3-1-7-16,0 6-3 0,1-7-19 0,0 6-30 16,-2-5-19-16,4 10-15 0,-1-6-27 0,-1 6-21 15,-2-8-18-15,-2 4-21 0,0-2-22 0,1 0-29 16,0-3-27-16,5-2-27 0,-5 1-20 0,0 1-27 15,-2-1-162-15,2-3-481 0,-5-3 213 0</inkml:trace>
  <inkml:trace contextRef="#ctx0" brushRef="#br0" timeOffset="153135.06">24239 10847 8 0,'-3'-14'305'0,"-2"4"-1"0,-3-4-7 16,1 6-8-16,2 0-6 0,-5-4-9 0,4 4-16 15,-9 1-21-15,8-2-28 0,-3 7-14 0,-1-3-19 16,2 2-21-16,1 2-17 0,-5 1-20 0,13 0 4 16,-15 8-25-16,7-4-12 0,-2 7-1 0,3 1-8 15,1 1-11-15,1 2-6 0,3 3-8 0,4 0 0 16,3 7-12-16,1-1 1 0,1 3-8 0,3 0 4 16,1 3-6-16,-1-2-4 0,5 2-2 0,0 5-2 0,2 1 2 15,-4-6-4-15,2-1-3 0,-2 0-5 16,-3-2 1-16,3 0-2 0,0-2-5 0,-6 1 3 15,-5-3 2-15,4-3-2 0,-6-1-4 0,0-2 3 0,0-2-1 16,-8-1 0-16,-4-2-1 0,-1-4-3 0,2 3-1 16,-9-5 11-16,3-3-7 0,-3 1-3 0,2-5 9 15,3-2 1-15,-3 0 5 0,3-3 0 0,0 0 1 16,7-3-3-16,-2-6-6 0,3 0 0 0,2 0 2 16,4-5-19-16,1 4-23 0,6-11-21 0,4-3-17 15,4 1-21-15,5-8-23 0,1-2-35 0,8-1-31 16,-4-1-27-16,4 5-12 0,3 0 11 0,-4 3 18 15,-4 12 19-15,-8 0 22 0,1 3 33 0,-6 4 32 0,2 4 31 16,-1 0 20-16,-9 3 7 0,5 0 4 16,-1 2 5-16,-4 1-4 0,1-2 1 0,-3 6 1 15,0 0-3-15,0 0 7 0,0 0-1 0,0 0 5 0,8 12 1 16,-8-4 0-16,4-1 6 0,-4 3 12 0,0-2 9 16,0 4-1-16,5 0 1 0,-4 2-2 0,4-2 1 15,-3-4 1-15,1 6-3 0,2-4-2 0,0 4-1 16,2-5 7-16,0-3 15 0,-4 2 12 0,2-3 6 15,1-2-2-15,4 2-5 0,-3-5-3 0,-7 0-2 16,13-6-4-16,-5 3-2 0,-1-4-5 0,3-1-1 16,2-1 15-16,-7-1 2 0,8-1 0 0,-2-2 11 15,-6 3 3-15,2 1 12 0,0 1 3 0,1 0 12 16,-2-3 20-16,-1 3-8 0,-1 0 0 0,1 2-5 16,-4 1-8-16,4 1-15 0,-5 4-8 0,2-6-10 15,-2 6-9-15,0 0-1 0,0 0 6 0,0 0-16 16,0 0-9-16,8 15 4 0,-3-8-3 0,-3 4-4 0,-2 1 1 15,7 0 10-15,-3 3-13 0,0-6-7 0,2 1-14 16,1 2-17-16,-5 0-10 0,4-1-17 16,1 0-13-16,3-4-23 0,-4 1-24 0,4 1-31 0,-1-5-39 15,1 0-56-15,3-4-21 0,-7 0-45 0,-6 0-190 16,17-4-529-16,-7 0 233 0</inkml:trace>
  <inkml:trace contextRef="#ctx0" brushRef="#br0" timeOffset="153768.18">24792 10827 106 0,'-1'-11'278'0,"1"11"-4"16,0 0-9-16,0-5-12 0,0 5-20 0,0 0-25 15,0 0-18-15,0 0-20 0,0 0-17 0,0 0-16 16,0 0-15-16,23 10-10 0,-15-4-10 0,2-2-9 16,1 4-11-16,3 4-8 0,-1-3-7 0,-3 3-8 15,3 0-6-15,2 1-5 0,-2 1-2 0,-3 1-7 0,2-1-5 16,-9 1-6-16,9-2-4 0,-11-1 0 15,6-2-10-15,-7-1-2 0,-7 2-8 0,7-4-10 0,-6 1-15 16,4 3-6-16,-6-7-1 0,-4-1 1 0,4-3-3 16,8 0-2-16,-13 3 5 0,13-3 3 0,0 0 5 15,-9-13 2-15,3 5-1 0,6 5-1 0,6-6-9 16,1-3-17-16,3 1-14 0,3-4-14 0,2 3-26 16,13-6-21-16,0 1-30 0,12-9-20 0,1 6-9 15,3 1-1-15,-3-1 6 0,2 4 17 0,-13 2 15 16,1 5 37-16,1-1 38 0,-11 1 32 0,-4 5 44 15,-2-1 30-15,-4-1 26 0,-3 5 8 0,-4-6 1 16,1 3 11-16,-5 4 13 0,0 0 12 0,0 0 6 16,0 0 4-16,-28-1 4 0,11-1 3 0,-3 4 3 0,4 2-3 15,-4 4-5-15,-2-3-10 0,-1 2-7 16,2-2-12-16,-1 9-10 0,1-5-2 0,6-2-11 16,0 4-9-16,0 0-3 0,7-4-5 0,1 3-7 0,2-2-7 15,5 1 3-15,0 1-5 0,3-5-6 0,7 7-3 16,2 0 3-16,4-2-4 0,-1 1-6 0,3-7-7 15,1 5-11-15,2-7-7 0,2-1-6 0,-1-1-4 16,-1-1-2-16,-1 1-3 0,-2-3 2 0,2-5-3 16,-3 4 5-16,-4-4-2 0,0-2 5 0,-3-2 1 15,-1 3 2-15,-3 2 3 0,1-4 1 0,-2 3 14 16,-4 1 16-16,3 1 11 0,-4-1 14 0,5 0 11 16,-4 5 3-16,-1 2-9 0,0-10-7 0,0 10-5 0,4-5-6 15,-4 5-4-15,0 0-1 0,0 0 2 16,0 0-17-16,0 0-1 0,0 0 3 0,0 0-1 15,0 22-1-15,5-13-3 0,-2 0-3 0,4 0 3 0,-1 1-2 16,6 1 1-16,-6-2-18 0,9 2-23 0,0-3-3 16,2 3-16-16,3-3-20 0,-6-4-29 15,8-3-34-15,1 1-31 0,-6-4-37 0,3 1-32 0,-1-7-30 16,-2 0-229-16,11-6-529 0,-3-1 234 0</inkml:trace>
  <inkml:trace contextRef="#ctx0" brushRef="#br0" timeOffset="154150.81">25924 10240 203 0,'-6'-17'294'0,"-6"0"-1"0,4 7-19 15,1 0-26-15,-3 3-26 0,2 1-25 0,1 5-19 16,7 1-21-16,0 0-11 0,-23 13-18 0,20-2-10 16,-4 8-9-16,2 6-12 0,2 4-5 0,6 8-11 0,2-3-7 15,2 9-6-15,-4 0-9 0,5-2-5 16,4 2-4-16,-2 3-2 0,0-6-8 0,2 2-1 15,-1 0-3-15,-1-14-22 0,-2 7-14 0,-6-5-12 0,5-3-24 16,-1-3-20-16,1 2-21 0,-7-11-28 0,0-5-10 16,-5 1-3-16,3-4 9 0,1-3 5 0,-4 0 6 15,5-4 13-15,-15 0 9 0,15 0 19 0,-12-14 29 16,7 6 21-16,-5-5 23 0,7-2 23 0,-4-3 20 16,7 1 18-16,-8 2 25 0,8-1 13 0,-3 1 6 15,3 0 3-15,3-2 13 0,-3 6 15 0,2-1 3 16,4 1-11-16,-4 2-17 0,3 2-6 0,-2-1-14 15,4 2-12-15,-2 5-8 0,3-3-15 0,5 4-5 0,-4 5-5 16,4 0-17-16,3 2 3 0,-2 2-6 16,1 3 0-16,-1 1-11 0,8-3-20 0,-2 14-30 15,-4-5-28-15,-1-7-17 0,2 9-32 0,1 3-27 0,-1-3-35 16,-8-5-41-16,6 3-49 0,4-3-34 0,-5-1-251 16,-4-3-578-16,5 0 255 0</inkml:trace>
  <inkml:trace contextRef="#ctx0" brushRef="#br0" timeOffset="154535.01">26444 10838 35 0,'0'-8'290'15,"0"1"-9"-15,0 0-12 0,0 2-16 0,0 5-13 16,0-10-20-16,0 10-23 0,-5-5-21 0,5 5-16 16,0 0-18-16,0 0-13 0,0 0-12 0,0 0-11 15,-15 10-10-15,14-4-9 0,-3 3-10 0,8 0-6 16,-4-1-7-16,1-1-5 0,4 3-5 0,-2-2-4 15,2 1-5-15,2-2-3 0,1 1-4 0,1-2 2 0,-1 0-11 16,3-4 2-16,1 2-4 0,-4-3-6 16,6-1 1-16,-14 0 1 0,21-4-6 0,-6 1 1 15,-7-2 18-15,1 3 9 0,4-4 2 0,-3-1-7 0,1 0 1 16,-2 0-5-16,-1-1-4 0,3 1 9 0,-2-3-1 16,-1 3 2-16,0 1-6 0,-1 0 5 0,1 1-10 15,-1 1-4-15,4 1-6 0,-11 3-7 0,10-3 3 16,-10 3-4-16,15 0-2 0,-7 5-7 0,1-3 9 15,-4 6 3-15,6-2-14 0,-1-2 9 0,0 4 0 16,-3-2-4-16,3 0 0 0,0 0 2 0,3 2-2 16,-3-3-3-16,1 0 1 0,6-1 1 0,-7 1 5 15,1-2-5-15,4 0 1 0,-5-1-2 0,2-2 2 16,-2 0-37-16,-10 0-35 0,16-5-33 0,-9 4-42 16,-4-6-51-16,-3 7-56 0,0-12-55 0,-5 3-232 15,0 2-578-15,-11-6 256 0</inkml:trace>
  <inkml:trace contextRef="#ctx0" brushRef="#br0" timeOffset="154951.47">24150 10444 76 0,'-10'-4'409'0,"5"1"-15"15,-5 0-16-15,0-2-15 0,2 4-10 0,0-2-17 16,8 3-26-16,-14-3-30 0,14 3-26 0,-8-3-25 16,8 3-24-16,0 0-25 0,-8-2-20 0,8 2-13 15,0 0-14-15,0 0-10 0,0 0-15 0,0 0-7 16,0 0-12-16,0 0-4 0,15 11-9 0,-15-11-4 0,11 1-7 16,-11-1-2-16,12 0-11 0,-12 0-3 0,12 4-7 15,-12-4-24-15,0 0-30 0,11-8-45 0,-11 8-46 16,-5-8-46-16,5 8-48 0,-10-10-44 0,-6 5-64 15,1 2-65-15,-7-1-250 0,-6 1-670 0,-3-2 296 16</inkml:trace>
  <inkml:trace contextRef="#ctx0" brushRef="#br0" timeOffset="157684.84">10192 13674 298 0,'-8'-5'325'0,"0"-5"-22"16,-1 4-16-16,3-1-8 0,-1 0-17 0,0 3-12 15,1 1-13-15,6 3-29 0,-7-6-19 0,7 6-17 16,-6-3-18-16,6 3-20 0,0 0-15 0,-5-6-11 16,5 6-10-16,0 0-7 0,-4-5-18 0,4 5-5 0,0 0-5 15,0 0-8-15,0 0-5 0,0 0-2 16,-1-5-3-16,1 5 6 0,0 0 5 0,0 0 29 15,-7-8 24-15,7 8-10 0,-3-7-14 0,-2 0-7 0,0-2-10 16,3-2 3-16,-1 0-11 0,-2-4-9 0,3-3 0 16,-3-1-3-16,4 0 0 0,-4 3-3 0,1-2 1 15,-1 2 7-15,5-4 5 0,0 5 3 0,-1 3-13 16,1 3 2-16,-4-1 3 0,4 1-3 0,0 3-8 16,0-2-7-16,0 0-8 0,0 8-8 0,0 0-6 15,0 0-2-15,0 0 6 0,0 0-8 0,-1 23 0 16,1-2-1-16,1 6-8 0,-2 14 5 0,1 5-1 15,-4-3 0-15,-1 10 0 0,5 1 1 0,-6 3-1 0,6-1 1 16,-7 17-8-16,-1-16 4 0,5-3 1 16,-9 3 0-16,10 1 3 0,-4-8-5 0,-1-2 1 15,0-2 2-15,6-4 0 0,-6-10-1 0,1-3 1 0,4-2-3 16,-5-7 5-16,7-3-2 0,-6 0 6 0,6-8-3 16,0-1 6-16,0 0 34 0,-2-4 33 0,2-4-4 15,0 0-8-15,0 0-3 0,0 0-10 0,8-34-6 16,-4 10-5-16,1-6-7 0,1-12 0 0,2 0-5 15,-3-7-3-15,-3-2 0 0,6-5-8 0,-8-1 0 16,7 0-8-16,0-16-4 0,-7 15-2 0,0 3 0 16,0 5-1-16,0 0 0 0,0 4 2 0,-7 7-3 15,7 11 2-15,-2 1-3 0,-3 3 2 0,4 3 3 16,-6 3 8-16,7 3 3 0,0 3 3 0,-2 5-6 16,-3-1 2-16,5 1-15 0,0 0-6 0,0 7-5 15,0 0 0-15,0 0 1 0,0 0 1 0,7 20 0 0,0-6 0 16,-6 2 0-16,14 11 1 0,-3 1 4 0,-4 4-3 15,14 10 1-15,-7 3 1 0,1 0-6 0,1 0 9 16,1-1-2-16,2-4 1 0,-7 3 0 0,7 4-1 16,3-6-4-16,-8-1-17 0,0-1-20 0,-2-10-21 15,2-1-20-15,-7 3-16 0,0-4-27 0,1-4-12 16,-3-3-35-16,1-4-7 0,-2-1-14 0,-2 0-15 16,-3-6-8-16,0 0-17 0,-3 0-29 0,-2-6-38 15,-3 2-22-15,1-4-41 0,7-1-195 0,-23-5-604 16,13 1 267-16</inkml:trace>
  <inkml:trace contextRef="#ctx0" brushRef="#br0" timeOffset="157835.13">10094 14166 22 0,'-6'-5'210'0,"-1"1"14"0,2 0 16 0,5 4 3 15,-5-7 9-15,0 3-10 0,5 4-11 0,0-8-11 16,0 8-15-16,0 0-15 0,-1-8-20 0,1 8-21 16,10-9-11-16,-2 4-14 0,3-1-4 0,3-3-20 15,4 2-12-15,3 0-7 0,8-4-19 0,2 0-29 0,-1 2-42 16,3-2-43-16,8-1-57 0,-6 2-57 0,10-3-55 15,-2 2-244-15,-12 2-503 0,2-2 222 0</inkml:trace>
  <inkml:trace contextRef="#ctx0" brushRef="#br0" timeOffset="158067.51">10699 13867 32 0,'-19'3'286'15,"-4"-1"5"-15,2 4 0 0,1-2 11 0,-7 4 5 16,-4 1 0-16,1 3 3 0,0-2 0 0,4 4-12 15,-2 3-17-15,3-1-28 0,2 2-26 0,8-3-20 16,-5 3-22-16,5-1-17 0,7-1-14 0,-1 0-19 16,3 1-19-16,1 1-8 0,12-2-5 0,-1 3-11 15,2-3-9-15,7-2-4 0,7 3-11 0,6-3-10 16,0-2-21-16,2-3-18 0,3 0-22 0,2-3-32 16,9-2-23-16,1-4-28 0,1-4-34 0,-11-1-20 15,10-3-30-15,-12-2-30 0,7-9-37 0,-9 4-28 0,6-12-20 16,-1-7-14-16,-8 0 1 0,0-4-188 0,-5 0-525 15,-1-6 232-15</inkml:trace>
  <inkml:trace contextRef="#ctx0" brushRef="#br0" timeOffset="158535.19">11059 13677 617 0,'-8'-53'36'16,"-5"5"40"-16,0 2 42 0,-2 4 51 0,-7 6 37 15,7 9 27-15,7-3 17 0,-4 3 16 0,-1 0 19 16,3 11 25-16,2-3 16 0,0 7 7 0,1 0-13 16,5 5-21-16,-6-2-30 0,7 3-36 0,-4 0-30 15,5 6-22-15,0 0-20 0,0 0-14 0,0 0-17 16,0 21-13-16,1-6-10 0,6 11-13 0,-1 6-11 15,3-3-7-15,-1 15-6 0,-1 3-7 0,-1 3-5 16,6 4-4-16,-2 4-4 0,0-8-8 0,1 4-3 16,-2-3-5-16,-1 0 0 0,-2-3-4 0,3 0-6 0,-1-5 1 15,-1 1-4-15,-1-5-20 0,-6-9-15 16,0-3-16-16,0-9-25 0,7 0-17 0,-7-1-12 16,0-7-6-16,0-1 5 0,2-3 14 0,-2 1 8 0,0-7-2 15,0 0-6-15,0 0-8 0,0 0 2 0,0 0-13 16,6-27 12-16,-6 11 19 0,0-3-11 0,0-7 22 15,0-1-6-15,0-2 2 0,0 6 10 0,0-1 9 16,5-3 20-16,-3 7 31 0,3-2 20 0,-5 2 19 16,0 2 18-16,0 3 19 0,1 2 4 0,1 3-2 15,-2-2 8-15,0 5 1 0,5-2-5 0,-5 3-12 16,0-3-10-16,2 4-6 0,-2 5-12 0,5-5-7 16,1 0-4-16,-6 5-9 0,12 0-4 0,-12 0 0 15,20 3-7-15,-12-1 1 0,5 0-6 0,4 1-1 16,-2 4-4-16,0 0 0 0,1 1 1 0,2 2-6 15,-1-3 1-15,3 1-3 0,-2 3-2 0,0-1-9 16,0-1-24-16,2 0-12 0,-5 3-27 0,2-5-19 0,-11 7-25 16,8-2-11-16,-13 1-16 0,9-1-17 0,-5-2-15 15,-5 0-15-15,5 4-7 0,-3-4-9 16,-4 0-16-16,2 0-12 0,-5 3-21 0,5-6-20 16,0 0-23-16,0-2 3 0,0-5-5 0,0 8-4 0,0-8-168 15,0 0-500-15,0 0 221 0</inkml:trace>
  <inkml:trace contextRef="#ctx0" brushRef="#br0" timeOffset="159118.16">11629 13866 166 0,'6'-6'228'0,"-4"1"5"0,3 0-4 15,-5 0-16-15,0 5-18 0,7-5-19 0,-7 5-22 16,0 0-11-16,0 0 2 0,0 0-9 0,1 17-12 16,-1-8-7-16,0 0-8 0,0 3-6 0,4 3-6 15,-1 0 2-15,-3 0-17 0,3 1-3 0,2 3-11 16,2-4-5-16,-1 2-1 0,3-2-9 0,4-3-7 15,-3 0-2-15,5 2-2 0,-4-2-5 0,3-3 1 16,-4-3-8-16,-2-2 4 0,3 1-6 0,-1-3 0 0,-1-4-1 16,2 2-3-16,-11 0-3 0,15-9-4 0,-7 2-2 15,-1-4 1-15,0 2-1 0,-2-2-1 16,1-4 0-16,-3-4 0 0,-1-1-5 0,-2 4-1 0,0-3 4 16,-2-1-1-16,-2 1 19 0,-1-1 15 0,3 1 6 15,-1 2 9-15,-2-1-8 0,-2 0-2 0,4-2 3 16,-1 7-9-16,1-4-1 0,1 8-7 0,-1-1 1 15,3 4-6-15,0-1-9 0,0 0-5 0,0 7 0 16,5-9-4-16,-5 9-2 0,0 0-3 0,0 0-6 16,23 12-5-16,-14-5-6 0,2 1-10 0,-1 4 2 15,3 0-8-15,-1 3 0 0,1 1-4 0,2-3 4 16,0 5 0-16,-2-2-1 0,2-2 1 0,-5 2-4 16,5-4 6-16,-9 5 1 0,4-10 0 0,-5 1 1 15,2-1 7-15,0 1 4 0,-1-2 16 0,-6-6 17 16,9 0 2-16,-9 0 15 0,0 0 13 0,6-9 14 15,-6 0 1-15,2 1 15 0,4-7 14 0,-1 0 16 16,-3-1 10-16,3-2 7 0,0 0 0 0,0 0 5 0,0-2 3 16,-3 3 0-16,6-5-5 0,3 6-7 0,-7-2-2 15,9 3-12-15,-6-2-5 0,-1 6-11 16,1 0-6-16,-4 6-17 0,5-3-7 0,-1 4-11 0,3-2-8 16,-10 6-6-16,13 3-8 0,-6 4 0 0,-1 1-6 15,3 3-1-15,-1 2-2 0,4 2 5 0,-6 5-8 16,4 1 0-16,-3 4-19 0,3-2-34 0,0 3-31 15,-2-1-36-15,-1-6-43 0,-1-2-47 0,4 1-37 16,-5 0-23-16,7 0-35 0,-9-3-44 0,9-5-55 16,-12 1-61-16,8-5-238 0,0-3-737 0,0 1 326 15</inkml:trace>
  <inkml:trace contextRef="#ctx0" brushRef="#br0" timeOffset="159450.81">12716 13650 275 0,'0'0'454'0,"-6"-8"14"0,6 8-4 0,-5-7-15 16,1 4-22-16,4 3-27 0,-6-6-29 0,6 6-36 0,0 0-31 16,0 0-36-16,0 0-30 0,0 0-23 0,0 0-23 15,0 0-22-15,-10 9-15 0,5 0-15 0,5-3-15 16,0 3-14-16,0 5-11 0,0-2-9 0,1-1-6 15,3 6-11-15,1-2-9 0,0 3-2 0,-4-2-6 16,8 4-7-16,2 4-4 0,-4-7-7 0,-4 0-3 16,4 2-3-16,-1-4-7 0,1 2-1 0,1-3 0 15,-8-2-3-15,5 0-3 0,-3-1-3 0,-2-3 0 16,-2 3-1-16,-3-7-6 0,-1 4-19 0,-1-4-27 16,-1 0-21-16,-2-3-30 0,-3 1-26 0,-7-4-42 0,-3 1-32 15,1-4-24-15,-4-1-29 0,-9 1-35 16,-2-2-42-16,-7-4-50 0,-3 1-66 0,-2-5-229 15,-1 1-717-15,-3-5 318 0</inkml:trace>
  <inkml:trace contextRef="#ctx0" brushRef="#br0" timeOffset="159600.79">12150 13461 8 0,'0'0'305'0,"-10"-5"-22"0,5 1-27 15,-1 0-25-15,-3 1-28 0,9 3-17 0,-10-4-34 16,10 4-44-16,-11 0-51 0,11 0-69 0,0 0-86 16,-2 12-183-16,2-12-302 0,8 8 134 0</inkml:trace>
  <inkml:trace contextRef="#ctx0" brushRef="#br0" timeOffset="159901.5">13344 13859 290 0,'0'4'469'0,"0"-4"-15"16,0 0-17-16,0 0-32 0,0 0-25 0,0 0-24 16,6 3-16-16,-6-3-20 0,0 0-14 0,0 0-22 15,0 0-17-15,0 0-37 0,0 0-20 0,0 0-20 16,0 0-21-16,0 0-19 0,0 0-12 0,0 0-14 15,0 0-14-15,0 0-9 0,5 4-14 0,-5-4-11 16,0 0-22-16,0 0-15 0,0 0-17 0,0 0-20 16,0 0-11-16,0 0-14 0,0 0-17 0,0 0-16 15,0 0-46-15,0 0-53 0,0 0-43 0,7-15-26 16,-4 8-42-16,-3-2-59 0,2 0-54 0,3-5-327 0,-4 4-765 16,6-3 340-16</inkml:trace>
  <inkml:trace contextRef="#ctx0" brushRef="#br0" timeOffset="160117.49">13284 13632 67 0,'0'0'282'0,"0"0"4"0,-13-2 8 0,13 2 7 15,0 0 9-15,0 0 19 0,0 0 9 0,-4-6-1 16,4 6-21-16,0 0-21 0,0 0-29 0,0 0-30 15,0-7-19-15,0 7-18 0,0 0-29 0,0 0-35 16,0 0-70-16,0 0-84 0,0 0-74 0,0 0-77 16,0 0-83-16,-18 10-105 0,8-3-234 0,2-2-641 15,-7 2 284-15</inkml:trace>
  <inkml:trace contextRef="#ctx0" brushRef="#br0" timeOffset="168751.87">14381 13411 287 0,'0'-7'384'0,"0"-2"-14"16,0 4-18-16,0 5-30 0,2-7-33 0,-2 7-32 15,0 0-38-15,0 0-13 0,0 0-24 0,0 0-12 16,13 16-15-16,-13-4-5 0,3 3-17 0,2 4-5 16,2 0-10-16,0 5-3 0,-1 5-8 0,-4-2-4 15,5-2-11-15,1 2-11 0,-8 0 4 0,6-3-13 16,1 2-17-16,-4-7 0 0,2-3-6 0,-1-1-7 16,-1 2-1-16,-3-7-7 0,3 1 1 0,1-2-4 0,-3 0 15 15,-1-3 46-15,7-3 31 0,-7-3 11 16,0 0-10-16,0 0-14 0,13-14-10 0,-11 6-9 15,4-1-7-15,3-8-8 0,-4-1-8 0,3 1-1 0,-1-2-12 16,1 2-6-16,0 2-4 0,4-1-6 0,-9 1-4 16,9 4-5-16,-7 4-3 0,4-2-5 0,-5 1-4 15,2 1-4-15,3 2-2 0,2 5-3 0,-11 0-1 16,22 7-2-16,-12 3-1 0,5 0 2 0,0-1-3 16,-1 5 1-16,6 4-1 0,-2 0 0 0,1 5 1 15,-1-4-3-15,-5 0 3 0,2 1 2 0,0 3-5 16,-2-7 0-16,-5-2-2 0,6 2 6 0,-4-5-5 15,-4-1 2-15,3-3 3 0,-9 1 2 0,6-4 4 0,1-4-2 16,-7 0-1-16,0 0 0 0,13-7-2 16,-11-2-1-16,-1-3 0 0,-1-1-3 0,4-9 0 15,-3 2 3-15,1 0 24 0,3-9 12 0,2 2 3 0,-3 0-3 16,1 0-2-16,2 5 2 0,1-3-7 0,-3 6-3 16,-1 2-4-16,1 5-5 0,5-3-3 15,-7 4-1-15,2 5-7 0,3 0-1 0,-3 2-2 0,3 4-2 16,-8 0 0-16,20 5-3 0,-10 5 0 0,2-1-2 15,-2 4-23-15,-2 4-22 0,2 0-21 0,-5 9-36 16,0-5-37-16,3 5-27 0,-1 2-33 0,1-2-18 16,-1-1-27-16,-6-4-21 0,4 3-33 0,3 2-33 15,-6-10-35-15,5-4-25 0,-4 2-275 0,0-7-718 16,6 0 317-16</inkml:trace>
  <inkml:trace contextRef="#ctx0" brushRef="#br0" timeOffset="169067.65">15477 13583 219 0,'-7'-2'300'0,"6"-3"-13"0,1 5-12 0,0 0-4 0,-20 2-13 15,20-2-6-15,-8 15-6 0,6-3-12 0,0 0-16 16,2 1-16-16,-3 4-19 0,6 1-15 0,1 3-21 16,4-3-7-16,3 3-16 0,6 3-16 0,-2-2-7 15,13 0-5-15,-5-4-5 0,7-6-18 0,0 3-3 16,5-5-5-16,-4-6-4 0,0 1-12 0,3-3 1 15,-5-4 4-15,-1-3-17 0,-3 1 1 0,-8-4 0 16,4-2-5-16,-7-4-4 0,-6-5 4 0,0 6 15 16,-1-19-6-16,-7 14-2 0,-8-8-2 0,-4 3-4 0,-5-5-4 15,2 3 6-15,-6 0-11 0,-2 1-3 16,-2 6-4-16,-3-10 1 0,-2 8 3 0,2 3-6 16,-2 2-9-16,7 6-15 0,1 0-34 0,6 3-38 0,-4 0-55 15,7 4-57-15,3 2-64 0,10 0-63 0,-20 3-35 16,18 2-240-16,2 1-643 0,0-6 285 0</inkml:trace>
  <inkml:trace contextRef="#ctx0" brushRef="#br0" timeOffset="169386.4">15876 13449 80 0,'0'-3'319'0,"5"-3"-12"15,-3 3-24-15,-2 3-30 0,8-4-26 0,-8 4-17 16,0 0-13-16,13 7-7 0,-5-2-15 0,-1 2-20 15,6 8-14-15,0-2-7 0,4 10-14 0,-2 1-15 16,3-6-3-16,4 9-13 0,-4-1-11 0,0-1-2 0,5-2-13 16,-1 2-9-16,-1-3-7 0,1 0 0 0,-1-3-4 15,-6-4-6-15,0-2 1 0,-2-4-4 16,-4 2-3-16,-1-5 3 0,-2-5 19 0,3 3-3 0,-9-4 6 16,13-4 7-16,-11-1-3 0,-2-5 11 0,5 2 9 15,-4-11 2-15,-1 4-4 0,0-4 6 0,0-6-7 16,0-1 8-16,-1-1-9 0,1-1-9 0,0-1-7 15,-5 12-5-15,5-2-4 0,0-5-9 0,0 9-4 16,0 0 0-16,0 6-12 0,-2-2-9 0,2 4-40 16,0 1-37-16,0 6-34 0,2-6-30 0,-2 6-33 15,0 0-36-15,0 0-34 0,11 23-40 0,-4-19-26 16,1 10-34-16,2 2-209 0,-3-4-580 0,6 4 257 16</inkml:trace>
  <inkml:trace contextRef="#ctx0" brushRef="#br0" timeOffset="169617.83">16563 13503 215 0,'0'-15'260'0,"-4"0"16"0,4-2 6 0,-6 6 7 0,-1-5 2 15,1 4-6-15,4 5-12 0,-6-4-12 0,-2 4-37 16,0-1-19-16,2 4-20 0,-1 3-19 0,-2 1-5 16,11 0 8-16,-27 7-12 0,14 1-8 0,-2 4-11 15,5 3-17-15,-3 1-14 0,5 0-7 0,-1 4-6 16,3 7-9-16,1-9-9 0,3 9 0 0,4-1-8 15,4-4-10-15,3-3-3 0,4 4-5 0,10-5-2 0,4 2-6 16,12 0-5-16,8-5-26 0,9 0-47 16,3-7-68-16,3-4-68 0,20 3-63 0,-19-6-77 15,32-10-88-15,-13 0-227 0,3 3-677 0,-4-6 300 0</inkml:trace>
  <inkml:trace contextRef="#ctx0" brushRef="#br0" timeOffset="169967.64">17688 13137 101 0,'5'-9'435'0,"5"1"-4"15,-5 0-14-15,7 1-38 0,-7 6-32 0,-5 1-15 16,18 1-11-16,-10 6-13 0,5 1-11 0,-3 7-18 0,5 5-19 15,-2 6-17-15,1 2-21 0,-3 14-21 0,3 6-17 16,-6 3-16-16,0 21-8 0,2-15-18 0,5 18 0 16,-5-17-1-16,0 25-12 0,3-7-11 0,-6 5-11 15,4-5-11-15,1-18-12 0,-4-6-7 0,4 7-5 16,-4-10-8-16,5 1-7 0,-6-5-1 0,-4-8-9 16,9-5-6-16,-6-7-4 0,-2-5-8 0,4-4-21 15,-5-5-12-15,1-2-21 0,1-6-31 0,-2 0-35 16,-3-3-34-16,0 0-34 0,11-15-48 0,-2 0-35 15,-8-5-43-15,9-4-49 0,-1-18-63 0,0 0-372 16,-2-4-831-16,1-5 368 0</inkml:trace>
  <inkml:trace contextRef="#ctx0" brushRef="#br0" timeOffset="170250.95">17988 13592 16 0,'-17'-26'206'16,"-4"4"30"-16,1 0 21 0,5 3 11 0,0-2 10 0,0 7 4 15,2-1 8-15,5 2 5 0,1 6-5 0,2-5-5 16,2 4-9-16,-5 2-36 0,8-2-24 15,0 8-19-15,6-5-24 0,-6 5-17 0,17-2 2 0,-9 2-32 16,12 0-13-16,3 2-12 0,-1 2-9 0,6 2-3 16,0 1-16-16,-3 1-7 0,4 1-11 0,-2 3-2 15,-6-4-7-15,4 5-5 0,-3 1-6 0,-7 1-3 16,0-3-2-16,-5 4-3 0,-1 0-7 0,-4 4 0 16,0-2-5-16,-5-2-2 0,-6 3 1 0,-3-2 2 0,1 1-2 15,-2-3-2-15,-5-1 2 0,-9 0-8 16,0-3 2-16,8 0-7 0,-11 1-21 0,3 0-29 15,4-4-20-15,5-5-24 0,0-3-28 0,7 0-22 0,8 0-23 16,-15-3-18-16,10-2-23 0,5-4-10 0,0 9-10 16,20-17-9-16,-7 4-9 0,8-5-4 0,-2-2 9 15,9-3-17-15,-5 0-165 0,5-10-456 0,-3 11 202 16</inkml:trace>
  <inkml:trace contextRef="#ctx0" brushRef="#br0" timeOffset="170434.31">18246 13417 611 0,'8'-15'36'0,"6"3"20"15,-8 2 33-15,1 1 22 0,-6 1 10 0,6 3-9 16,-5 0 2-16,-2 5 7 0,0 0 16 0,0 0 7 15,0 0 3-15,0 0 4 0,6 19 2 0,-6-7 2 16,7 2 6-16,-5 2-4 0,3-1-12 0,-2 5-14 16,2 3-11-16,5 0-11 0,0 0-9 0,-2 4-9 15,7-3-7-15,-5-8-4 0,3 6-17 0,9-2-5 16,-7-3-6-16,-1-2-12 0,1-1-22 0,5-2-33 0,-3-2-34 16,1-1-37-16,0-5-29 0,-1 3-31 0,4-6-28 15,-1-2-28-15,2-2-22 0,-1-4-4 16,-3 2-2-16,5-2-137 0,-3-1-397 0,2-6 176 0</inkml:trace>
  <inkml:trace contextRef="#ctx0" brushRef="#br0" timeOffset="170668.22">18779 13612 950 0,'12'-14'-67'16,"-1"-6"27"-16,-1 5 35 0,-5-3 31 0,-2 3 40 16,-1 2 37-16,3-4 30 0,-10 5 30 0,5 0 27 15,-3 0 17-15,-2 1 7 0,-2 3 5 0,4-4 6 16,-4 4 4-16,-1 0-6 0,0 1-7 0,-1 1-7 16,-4 1-4-16,2 1-3 0,-6-1-16 0,2 7-6 15,-1-2-6-15,-4 2-7 0,6 2-6 0,-7 2-17 16,4 3-14-16,3 0-11 0,2 2-11 0,-3 1-12 0,2-1-8 15,3 5-6-15,2-5-8 0,1 8-8 0,4 0-6 16,-1 2-5-16,4-6-2 0,7 4-6 16,0-3-4-16,1-1-2 0,5 1-4 0,12 0-7 0,-2-2-2 15,4-2-9-15,1-4-30 0,0-1-31 0,3-1-29 16,-1-3-30-16,3 0-43 0,-1-6-39 0,-6 3-38 16,1-1-39-16,-6-2-47 0,11-5-55 0,-13 4-331 15,11-8-750-15,-15 4 332 0</inkml:trace>
  <inkml:trace contextRef="#ctx0" brushRef="#br0" timeOffset="171384.15">19320 13323 109 0,'0'0'396'16,"0"-14"1"-16,0 10-7 0,-6-2-10 0,4 1-11 15,-5 0-24-15,1-2-19 0,1 3-17 0,5 4-16 16,-23-1-17-16,14 1-16 0,-1 2-7 0,-1 1-12 16,-4 5-10-16,2 1-20 0,-2 1-14 0,-2 7-8 15,4-2-17-15,1 2-15 0,-1 0-16 0,-2 3-14 0,5 4-10 16,-1 5-12-16,4-5-13 0,-1-6-8 15,8 9-6-15,0-2-8 0,5-10-5 0,3 4-1 16,4-2-10-16,6 2-9 0,3-1-7 0,-2-9-22 0,7 3-25 16,2-2-23-16,5-5-24 0,4 2-22 0,7-9-26 15,-9 2-14-15,2-6-21 0,-6 2 16 16,4-4-21-16,-4-3-4 0,2 1-4 0,-3-3 13 0,-5-6 9 16,-2 0 12-16,2 3 6 0,-5-4 14 0,0-3 17 15,-10 8 9-15,3 0 26 0,-7-1 22 0,-4 1 29 16,-2 6 26-16,5-6 27 0,-10 4 14 0,3-1-2 15,1 4 5-15,-4 0-3 0,-3 0-5 0,1 1-4 16,-6 3-1-16,4 2-4 0,-2 2-2 0,11 0-4 16,-22 7 3-16,12 4-3 0,-1-2-5 0,-1 0-2 15,-1 6-4-15,5-2-3 0,1 2-3 0,5 2-5 16,-1 0-2-16,0 0 0 0,6 2-3 0,0-1 1 0,2-5-7 16,5 2 1-16,2-2 0 0,0 2-4 0,2-4 2 15,6 1-1-15,5-5-3 0,-3-2-1 16,-1-2 5-16,7-3-7 0,2 0-2 0,-2-4 2 0,2-4-1 15,-2-3-4-15,-3-5 2 0,5 5-4 0,-9-8 2 16,6-5-1-16,-2 5 1 0,-2-4-2 0,3 0 4 16,-1-2-5-16,-5 3 1 0,1-4-1 0,3 2 2 15,-8 0 0-15,-1 1 5 0,5 5 30 0,-4-3 10 16,-1 6 5-16,-1 3-3 0,2 2-7 0,-4-2-5 16,3 6-6-16,-2 0-4 0,-3 5-4 0,0 1-1 15,-10 0 2-15,21 5-6 0,-11 0-1 0,0 4-1 16,-2 3-4-16,-1 0-1 0,5 6 2 0,-9-5-2 0,5 7-2 15,-1-1-1-15,-7 0-3 0,1-2 3 0,4 3-5 16,-3-5-17-16,-4 3-31 0,-4-3-27 16,-1 1-46-16,-1-1-59 0,5-4-51 0,-9-2-56 0,-1 5-56 15,-5-10-67-15,-1-3-69 0,-2 3-294 0,1-1-830 16,-8-5 367-16</inkml:trace>
  <inkml:trace contextRef="#ctx0" brushRef="#br0" timeOffset="171551.86">19350 13020 316 0,'-7'-15'463'0,"-1"-2"-23"0,0 2-26 16,1 0-43-16,1 2-42 0,-1 1-30 0,5 5-31 16,-3-1-38-16,4 0-58 0,1 1-88 0,0 7-122 0,0 0-132 15,-4-4-360-15,4 4-574 0,0 0 254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4T09:53:31.86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3449 1640 96 0,'18'-26'350'16,"0"2"-3"-16,-3-3 5 0,0 0-4 0,0-1-11 16,-2-1-7-16,2 1-10 0,-1 1-13 0,-6-4-15 15,2 7-7-15,-2-1-12 0,-3 5-14 0,3 0-8 16,-4 1-15-16,-1 4-16 0,-3 1-17 0,0-1-18 15,-3-2-17-15,3 7-17 0,-5 2-19 0,-4-4-13 16,3 5-19-16,-9 0-9 0,0 6-10 0,-3-2-11 16,-2 3-7-16,-8 4-8 0,6 1-9 0,-6 2-2 0,-2 3-8 15,7 3 1-15,-3 2-5 0,1-2-4 16,3 1-4-16,1 4-2 0,-1 2-5 0,7-10 0 16,7 8-6-16,-7-6 6 0,7 4-8 0,3 2 0 0,2-1-3 15,3 1 1-15,3-2 1 0,4-1-4 0,4 4 1 16,6 1 1-16,7 2-1 0,-2-1 0 15,6 2-1-15,9 1-1 0,-8-4-1 0,6 6-1 16,2-4-3-16,-4 3-2 0,1 2-5 0,-9-9 0 0,2 3-2 16,-11 2 1-16,6-4 1 0,-7 4-3 0,0 1 4 15,-2-7-3-15,-5-1-4 0,-1 0 5 0,-7 1 0 16,1-2 0-16,-2 3 7 0,-4-5 0 0,3-1 0 16,-6 3 2-16,-5-4 0 0,-2-2 4 0,0 1-1 15,-3-2 1-15,-2-2 2 0,-3-3 1 0,-6 2 8 16,6-4 5-16,-3 2 3 0,3-3 2 0,1-4-2 15,-1 2 1-15,1-2 1 0,1 0 0 0,8 0-3 16,-4 0 0-16,9-3-2 0,-1 3 0 0,-2 0-4 16,3 0 2-16,6 0-6 0,2 4-5 0,-7-4-4 15,7 4-7-15,0 0 1 0,-3-7 0 0,3 7-8 16,12-4-13-16,-12 4-12 0,23 0-6 0,-3-3-9 16,-5 6-10-16,6-3-10 0,1 0-8 0,9-3-3 15,-4 1-9-15,4 2-5 0,4 0-1 0,-2-1-2 16,2-5 21-16,-1 2-8 0,-2-1 4 0,-1-2 13 0,-3-1 6 15,2-3 5-15,-8 4 9 0,2-5 7 16,-4 3-1-16,4-5 12 0,-11 1 5 0,0 2 20 16,-5-5 7-16,2 5 14 0,-5-1 14 0,0-1 1 15,-5 1 8-15,0-1 5 0,-3 2 8 0,1 1 9 0,-3 2 2 16,2-1-4-16,-4 1-6 0,2 1-6 0,-3 2-13 16,0 4 1-16,-2-2-5 0,10 3-3 0,-20 6-7 15,10-3 4-15,-8 4-6 0,8 3-4 0,2-1 4 16,-4 2-4-16,4 3-3 0,8 1 0 0,-7 0-2 15,7 3 5-15,7-3-7 0,-2 5-2 0,11-4-13 16,-2 2-11-16,0-5-10 0,8 2-14 0,4-1-22 16,8-2-12-16,10-3-17 0,-11-3-22 0,17 0-9 15,-4-2-8-15,2-5 3 0,-8-5 6 0,3-2 9 16,-10 3 12-16,-1-6 11 0,-1 2 9 0,-1-5 20 16,-7-2-2-16,4 4 10 0,-6-6 13 0,-6 5 19 15,-3-7 22-15,-1 6 16 0,-4-2 21 0,1-2 17 16,-8 3 17-16,-2 0 9 0,2 3 5 0,-6 2 3 15,-1-1-4-15,0 2-8 0,-1 2-7 0,-5-4-14 16,-4 6-6-16,3 4-4 0,0 2-6 0,-6 1-2 16,-3 4-5-16,2 3-2 0,-2 1 1 0,-1 2-4 15,3 5-6-15,4-2-1 0,2 2 1 0,-1 0 4 16,3-5-4-16,6 8-12 0,-1-2 5 0,1-2-7 16,0 1 6-16,7-2-2 0,5-3-2 0,-3-2-3 0,1 1-5 15,2-2 1-15,2-3 2 0,1 0-2 16,9-3 0-16,-4-2 2 0,4-1-1 0,2-1 5 15,-2-3-8-15,1-3 6 0,-3 0 0 0,2-5-2 16,-2 0 9-16,1 0-9 0,4 0 1 0,-10-4 12 0,3 2 23 16,0-1 11-16,-4 2 22 0,4-3 11 0,-6 5 10 15,-2 2 6-15,-1-8 6 0,3 8-3 16,-2 0-3-16,-3-1-2 0,-1 3-10 0,6 5-12 0,-7-5-7 16,0 7-10-16,0-7-17 0,0 7-3 0,0 0-9 15,0 0-3-15,0 0-2 0,13 14-7 0,-11-5-30 16,5 1-19-16,-1 3-24 0,4-1-32 0,-3 5-32 15,1-4-41-15,-1 4-27 0,4 0-24 0,-1-4-23 16,2-1-23-16,-1 3-27 0,-2-4-16 0,2-3-13 16,-1-4-6-16,0 0-21 0,0-3-8 0,-2 1-192 15,-8-2-589-15,15-3 260 0</inkml:trace>
  <inkml:trace contextRef="#ctx0" brushRef="#br0" timeOffset="800.95">4656 1858 1408 0,'1'-7'-88'0,"3"-5"46"16,-4 2 38-16,-4-4 31 0,8 2 36 0,-8-3 34 15,8 0 21-15,-3 5 15 0,1-4 11 0,5 5 6 16,-6-1 1-16,4 1-19 0,0-1-16 0,0 1-8 15,0 2-8-15,3 3-16 0,-1-1-6 0,5 2-6 16,-1 0-10-16,11 0-7 0,-7 1-5 0,1 4-4 16,4 4-7-16,8-2-2 0,-6 3-1 0,1 1-5 15,5 3-6-15,-3-2 0 0,-5 0-1 0,3 5-3 16,-7-9-8-16,6 3 7 0,-11-1-5 0,1 5-5 16,1-5 1-16,-6-3 2 0,1 0-5 0,-1 4 0 15,-7-4 1-15,0-4-2 0,0 8 0 0,0-8 3 16,0 0-3-16,-15 4 1 0,3-4 7 0,2 0 13 15,-5 0 0-15,15 0 2 0,-21-4-5 0,11 1 6 16,-2-2-5-16,6 1-3 0,1-5-3 0,0 3-6 16,8-2-9-16,-1-4-19 0,8 2-23 0,5-4-23 15,6 1-10-15,2-2-26 0,20-3-13 0,-5 0 3 0,5 1 0 16,7 2 2-16,-4 2 3 0,-2-5 9 0,-1 6 9 16,-12 4 7-16,4 0 8 0,-4-3 9 0,-8 7 5 15,-6 0 7-15,-2 1 16 0,-4 2 25 0,-2 0 15 16,-9 1 7-16,13 0 9 0,-13 0 24 0,0 0 21 15,0 9 20-15,0-9 10 0,-23 15 6 0,3-3 2 16,-2 3 12-16,-6 2 2 0,5 3 13 0,-5 1-4 16,-5 3 0-16,6 0-7 0,6-3-14 0,-2-4-15 15,6 8-5-15,4-10-14 0,3 3-1 0,3 1 3 16,6-2-19-16,1 1-8 0,3-3-3 0,5 0-8 16,5-2 4-16,4-1 8 0,10-1-19 0,2-2 0 15,3-2-15-15,1-4-24 0,0-4-27 0,20-10-12 16,-12 3-9-16,2-6-12 0,0-2 1 0,-3-7-9 15,1-1-4-15,-7-3-4 0,2-8-4 0,-8 1-14 16,-5-6-13-16,0 2-3 0,-3-8-9 0,-5-5 10 16,-6 7 11-16,-5 3 6 0,-2 11 13 0,-4-10 28 15,-2 1 33-15,2 9 32 0,-6 0 32 0,-4 3 29 16,4 3 21-16,-1 8 21 0,1-6 27 0,-3 6 15 16,7 3 10-16,-2 1 4 0,-1 2-11 0,7 3-17 15,-7-1-21-15,6 4-16 0,1 4-13 0,-5-5-12 0,5 5-8 16,0 0-5-16,5 20-3 0,-4-4-6 15,6-1-6-15,1 8-1 0,6 5-8 0,-8-1-5 16,4 5-3-16,12 5-1 0,-7 5-5 0,-1-3-1 16,0 2 0-16,-1-4-7 0,-2 5 3 0,-6-4-1 0,7-5-3 15,-2-4 0-15,-2-1-5 0,1-2-1 16,-1-1 2-16,-3-7-6 0,-4 0 4 0,-1-9 3 16,2 3-3-16,5-3 3 0,-7-5 9 0,0-1-2 0,0-3-2 15,0 0-3-15,0 0 22 0,0 0 11 0,3-16-1 16,-1 4 4-16,1-4 4 0,4-2 0 15,-2 2 0-15,3-2-3 0,7-4-1 0,-7 5 0 16,4 0-1-16,4-3 1 0,1 5-4 0,-7 0-7 0,0 0-6 16,4 7-5-16,1-2-1 0,-6 1-11 0,4 5 2 15,2 0-4-15,0 4-6 0,5 2-15 0,-4 1-27 16,-1 1-30-16,5 6-41 0,0 2-41 0,-4-5-40 16,2 6-47-16,-1 1-43 0,4 4-54 0,-1 3-53 15,-3-8-55-15,-4 2-266 0,-3 0-760 0,3-1 337 16</inkml:trace>
  <inkml:trace contextRef="#ctx0" brushRef="#br0" timeOffset="1232.85">7114 1257 197 0,'1'-30'445'0,"-1"5"2"15,0 0-2-15,0 0-13 0,0 6-10 0,2-1-12 16,-4 2-18-16,4 6-26 0,-4-1-23 0,4 5-30 16,3-2-34-16,-5 2-31 0,0 2-36 0,0 6-26 15,0 0-16-15,0 0-17 0,0 0-16 16,8 30-13-16,-1-6-11 0,4 6-9 0,-1 0-14 0,-10 10-6 16,10 2-8-16,-3 1-8 0,4 3-5 0,4 0-5 15,-6-3-6-15,-8 4-5 0,6 2-28 0,1-5-32 16,-8 3-24-16,5-5-38 0,-3 0-25 0,-2-14-50 15,5-1-38-15,-4-7-43 0,-1-3-38 0,0-3-31 16,0-3-12-16,0-2-27 0,0-7-46 0,0-2-298 16,0 0-740-16,0 0 328 0</inkml:trace>
  <inkml:trace contextRef="#ctx0" brushRef="#br0" timeOffset="1465.68">7107 1045 304 0,'0'-17'404'0,"-7"-5"30"15,4 3 7-15,0 3 11 0,-1-1 0 0,4 2-10 16,0 4-21-16,4-4-26 0,-1 3-35 0,0 2-40 16,-3 1-31-16,9-2-31 0,4 4-25 0,2 1-26 0,0 0-22 15,1 0-15-15,4 6-27 0,2 0-14 16,7 5-16-16,-1 2-9 0,-9 2-21 0,9 6-28 16,-2 0-19-16,-3 5-24 0,-4 0-22 0,-1 6-25 0,-5-2-21 15,-3 6-15-15,-2 3-25 0,-4 6-36 0,-4-9-21 16,-7 11-40-16,0-13-26 0,-11 14-30 0,-3-2-40 15,-6 0-45-15,1-4-38 0,3-4-49 0,-9-2-215 16,-3-3-688-16,14-7 305 0</inkml:trace>
  <inkml:trace contextRef="#ctx0" brushRef="#br0" timeOffset="1948.9">7380 1446 12 0,'0'0'290'0,"12"-2"-18"16,-12 2-26-16,8-1-16 0,-8 1-14 0,15 0-28 16,-7 0-12-16,5 1-19 0,4 1-15 0,-2 3-9 15,8 2-8-15,-3-4-9 0,1 5-10 0,-3 1-10 16,12 1-13-16,2 3-5 0,-7-1-8 0,-2 3-5 16,0 1-6-16,-2 2-6 0,-6-8-8 0,0 5 0 15,-3 0-7-15,-2 4-4 0,-4-2-4 0,-1 1 3 16,0-6-7-16,-5 4-3 0,0-1-3 0,-8-1 2 15,5-4-1-15,-2-2 2 0,-2-3 23 0,0 0 25 16,3 0 27-16,4-5 13 0,-14-1 18 0,14 1-3 16,-15-9 10-16,10 4-14 0,2-4-4 0,-2 0-11 15,3-2-7-15,2 1-8 0,4-7-12 0,-1 6-10 0,0 0-11 16,9-2 0-16,-4 3-12 0,1 3-4 0,0-2-7 16,5 0-9-16,-6 6-1 0,5 0-4 0,2 2-3 15,0 1-5-15,2 1 1 0,4 3-4 16,2 4-1-16,-3-1 1 0,2 1-1 0,6 6-2 0,0-4-3 15,-2 5 2-15,4-5-1 0,-3 6 10 0,-2-5-8 16,-4-2-1-16,1-1-5 0,4 3 0 0,-4-5-10 16,-4-2 10-16,-5-3-5 0,4-2 5 0,-4 1-6 15,-5-4-10-15,-1-2-10 0,1-2-14 0,-3 0-9 16,-3-2-3-16,3 1-7 0,-5-2-11 0,-5-2-7 16,-4-2-21-16,-4-1-12 0,1 2-17 0,-4-1-17 15,1 2-30-15,-8-1-34 0,5 2-35 0,-1 2-33 16,5-7-32-16,-8 9-211 0,-4-4-558 0,6 5 247 15</inkml:trace>
  <inkml:trace contextRef="#ctx0" brushRef="#br0" timeOffset="3265.42">8206 998 162 0,'0'-9'432'0,"5"4"-19"0,-5-1-18 0,-5 0-35 0,5 6-39 16,5-9-42-16,-5 9-28 0,0 0-33 0,0 0-20 15,0 0-23-15,0 0-15 0,0 0-13 16,8 19-16-16,-5-10-15 0,2 6-8 0,7 0-13 16,-4 2-12-16,1 1-6 0,5 1-7 0,-7-2-6 0,6 4-6 15,4 0-4-15,-6-3-5 0,-1-3-6 0,0-2-12 16,2 2-8-16,-4-3-11 0,0-1 6 0,-6-5-3 15,5 4-4-15,-2-3 2 0,-2-5 0 0,0 3 1 16,1-2-1-16,-4-3 3 0,10 7 1 0,-10 0 5 16,0-7-1-16,1 5-6 0,-1-5 4 0,0 0-4 15,7 3-9-15,-7-3 1 0,3 4-4 0,-3-4-2 16,7 6 0-16,-2-1 1 0,3 4-2 0,-5-2-3 16,4 1-3-16,5 9 5 0,-1-2-1 0,4 3 0 15,-5 5 1-15,7 4 2 0,-3-2-1 0,10 12 1 16,-11-6-2-16,2-6 3 0,0 7-2 0,-2-7 3 15,-3 1 11-15,-4-2-12 0,3-4 5 0,-9-3-10 16,0 0 3-16,0-6 3 0,0 1-5 0,-4-3 5 16,-7-1 1-16,1-3 4 0,-5-3 0 0,-5-2-4 15,-8-4 11-15,3-2 15 0,-6-1-16 0,3-7 4 16,-1 2-1-16,5 0 2 0,-1-4-1 0,2 1-1 16,6-5-1-16,0 6-1 0,6-2-3 0,3 0 0 15,1-1-7-15,7-1 2 0,0 4-4 0,10-5-4 0,2 2-8 16,2 2-1-16,10-9-29 0,12-1-27 0,7 4-20 15,0-2-7-15,3 3-7 0,-1-7-9 16,6 1-7-16,1 2-13 0,1-2 7 0,3 2 11 0,-3-1 11 16,-8 1 9-16,-2 0 10 0,-14 8 11 0,1-3 8 15,-2 0 23-15,-11 6 25 0,-2-1 26 0,-2 5 18 16,-3-6 6-16,-5 7 3 0,-3 0 16 0,-2-3-18 16,-4 3 0-16,-4 4-1 0,-4-4-5 0,-1 4-2 15,-5 4-3-15,-5 1-2 0,-4 10-3 0,-2-3 4 16,-1 11-2-16,2-3 1 0,-5 7-5 0,8 0 1 15,0-1 2-15,3 5-6 0,7-2-1 0,2 2 0 16,8 3 3-16,-3 2-10 0,6-3 5 0,4 3 1 16,6-3 0-16,4 1-2 0,3-3-2 0,15 4 3 15,-1-1 1-15,8-4-16 0,-8-8-27 0,13-1-23 16,4-3-29-16,-1-3-19 0,-9-2-14 0,9-9-18 16,6 2-5-16,-8-2 8 0,2-8 11 0,0 2 12 15,-9-2 10-15,7-5 12 0,-13 4 7 0,1-5 14 16,-2 3 22-16,-6-1 29 0,0-5 32 0,-5 7 25 15,-5-4 25-15,-1 2 25 0,-5 3 15 0,-6-2 17 0,4 4 20 16,0-2-17-16,-2 0 17 0,-6 2-7 16,0-1-23-16,1 5-12 0,2 3-15 0,-15-6-9 15,15 6-11-15,-20 3-6 0,12 1 3 0,-5 4-17 0,3 1 1 16,-3 3-11-16,3 1-5 0,2-1 1 0,-2 3-7 16,5 4-5-16,0-3 2 0,3 0-1 0,2 2-4 15,2-1-7-15,1 2 2 0,2-7-6 16,7 6 8-16,-3-9-4 0,5 1 2 0,1-2-2 0,3-4-2 15,2-3 2-15,1-1-1 0,2-3-3 0,1-2-1 16,4-3 1-16,1-4-8 0,-7-7 7 0,-1 7 0 16,3-4-6-16,-4-2 2 0,-2-2 2 0,2 3 1 15,-4-1-6-15,-3 1 3 0,1 3 6 0,-4 1 8 16,1-1 10-16,-1 2 11 0,-5 4 6 0,-3 0 3 16,8 2-5-16,-10 0-9 0,5 3-5 0,-5 3-9 15,0 0-3-15,0 0-5 0,0 0 4 0,0 0-2 16,0 15-6-16,-5-6 4 0,5 3-4 0,5 2 0 15,-5 3-1-15,1 0-1 0,3 1-1 0,1 1-1 16,-1 0-5-16,3 1 3 0,-5-2-5 0,6-1-7 16,-1 1-2-16,-1-6-5 0,1 3 5 0,1-7 2 15,-6 0 4-15,4-1 1 0,1-6 2 0,0 2 0 16,-7-3-5-16,20-6 8 0,-17 1 0 0,10 1 1 0,-5-4-3 16,6-8 3-16,-6 9 9 0,-3-7-8 0,3 1 5 15,0-3 6-15,-1 3 10 0,0-1 3 16,-1 4 8-16,-2 0 6 0,-3 0-5 0,3 3-3 15,-1-1-5-15,0 4-3 0,-3 4-8 0,2-8-4 0,-2 8-11 16,0 0 4-16,0 0-1 0,8-2 3 0,-8 2-2 16,0 0-2-16,7 13-1 0,-2-6-3 0,-5 1 2 15,5 0 2-15,1-3-2 0,1 3 2 0,1-2-1 16,-1 3 2-16,3-5-4 0,-4 1 2 0,6-2 4 16,-2 2 2-16,1-4 8 0,-1 0-1 0,-10-1 12 15,24-1 10-15,-11 0 13 0,-2-5 8 0,-1 4 5 16,-1-4-1-16,-1-5-6 0,3 7-6 0,-2-2-4 15,-3-1-6-15,1 0-5 0,-4 2-4 0,4 0-5 16,-7 5-5-16,11-3-41 0,-9-2-45 0,-2 5-64 16,0 0-72-16,8-1-42 0,-8 1-44 0,0 0-57 15,7 14-69-15,0-9-50 0,-1 4-265 0,-4-1-787 16,13-1 349-16</inkml:trace>
  <inkml:trace contextRef="#ctx0" brushRef="#br0" timeOffset="4149.05">12185 1070 49 0,'2'-14'405'0,"3"-4"-4"16,-4 9-2-16,1-3-17 0,-1 3-24 0,-1 3-32 15,5 2-45-15,2-3-35 0,-7 7-22 0,0 0-28 16,10 11-14-16,2 4-17 0,-2 6-16 0,6 5-13 15,4 14-15-15,1 1-9 0,1-1-5 0,-5 2-16 16,4 1-8-16,-1-2-8 0,3 6-7 0,-1-7-9 16,-6-1-3-16,4-2-5 0,-3-1-2 0,-3-6-6 15,1-6-2-15,-6-4-6 0,1-5 2 0,-2-1-3 16,-2-4 22-16,-2-1 48 0,2-3 57 0,-1 0 47 16,-3-5 2-16,-2-1-26 0,0 0-20 0,13-16-14 15,-9 0-18-15,2-3-10 0,1-4-14 0,-2-6-1 16,3 2-24-16,0-2-5 0,-1-10-10 0,3-1-8 15,-5 2-5-15,5 5-21 0,-5 2-6 0,5 3-26 16,-4 2-2-16,-1 2-19 0,-3 3-32 0,3 6-33 0,-2 0-33 16,-3 3-51-16,2 5-55 0,3-4-61 0,-5 3-51 15,0 8-47-15,0-5-21 0,0 5-11 16,0 0-20-16,0 0-260 0,0 0-752 0,0 0 334 0</inkml:trace>
  <inkml:trace contextRef="#ctx0" brushRef="#br0" timeOffset="4448.75">13137 1006 106 0,'15'-8'301'16,"-4"0"13"-16,-1 5 11 0,-2-2 35 0,-1 4-29 15,0-2-4-15,-7 3-4 0,5-4-23 0,-5 4-30 16,0 0-25-16,0 0-26 0,0 0-22 0,0 0-19 16,-35 8-10-16,20-1-17 0,-8 6-16 0,4-4-13 15,3 8-11-15,1-7-13 0,0 12-8 0,0-3-9 16,4 0-7-16,2 1-8 0,9 0-6 0,0 0-3 15,0 6-4-15,0-8-4 0,7 2-6 0,1-1-3 16,6 1-14-16,2 3 9 0,4-3-8 0,-5-1 1 16,1-7-4-16,-2 4 1 0,-3-5-5 0,-1 4 1 0,3-6-4 15,-6 2-2-15,-4-7-4 0,4 3 0 16,-7 1-3-16,0-4-1 0,0-4-1 0,-5 12 4 16,-5-9-5-16,0 6 0 0,-8-2-21 0,0-4-29 0,-2 2-51 15,-2-2-69-15,-4 4-55 0,-6-2-64 0,11 0-85 16,1-3-348-16,0-1-777 0,5 0 344 0</inkml:trace>
  <inkml:trace contextRef="#ctx0" brushRef="#br0" timeOffset="5565.42">14486 795 19 0,'5'-5'411'0,"-5"-2"-22"0,6 0-32 0,-4 0-40 15,-2 7-35-15,6-3-33 0,-6 3-27 0,0 0-19 16,9 11-20-16,-4 1-22 0,5 4-16 0,-2 3-14 16,5 8-10-16,-5 4-13 0,6 7-9 0,-4 2-5 15,1 5-12-15,-1 0-5 0,0-3-10 0,-2 6-9 16,-1 0-3-16,0-7-1 0,-3 0-8 0,0-9 2 0,-3-2-6 15,6 3-6-15,-7-6-8 0,0-2 3 0,2-7-6 16,-1-1 3-16,3-7-2 0,-4-1 4 16,0-1 39-16,0-5 16 0,0-3-11 0,0 0-7 15,0 0-5-15,0 0-9 0,-4-28-7 0,3 9 0 0,-1-8-11 16,2-1-4-16,-2-1 0 0,-1-14-10 0,3 1-4 16,3-2 12-16,-3-1-20 0,2 1-6 15,-4-5-7-15,4 0 3 0,-4 3-3 0,2 4 4 0,4 0-7 16,-4-1 8-16,-4 3-4 0,4 8 2 0,0 4-2 15,0-2 8-15,2 5-4 0,0 5 12 0,-1 3 4 16,3 1-1-16,-3 5 1 0,1 1-14 0,3 3 4 16,-3-1-11-16,3 2-1 0,-2 5 5 0,-3 1-2 15,15 0-8-15,-15 0 5 0,18 11-1 0,-6-2 2 16,1 5-6-16,2 1-5 0,0 5-1 0,1 0-1 16,-1 2 0-16,5 0-5 0,-5 0-2 0,5 2-2 15,-10-1 1-15,5 7-2 0,-9-6 5 0,1 3 0 16,-4-1 3-16,0-6 3 0,-3 2 5 0,-3 0-6 15,3 3 14-15,-10-4-11 0,4 5 3 0,-9-3 0 16,5-7 5-16,-9 7-2 0,10-8-5 0,-6 1 12 16,-2-1-5-16,6 0 9 0,-3-2 0 0,6-1-5 15,0-1 1-15,1 3 5 0,4-2 0 0,3-2 0 16,0 8-2-16,3-4 3 0,4 3-2 0,6-5 4 16,5 8-14-16,12 4 7 0,-9-9 3 0,23 6-22 0,-8-5-22 15,-5 0-21-15,2-6-19 0,12-1-15 16,-10-1-6-16,-2-1-9 0,0-4-4 0,-1-2 2 15,-3-1 11-15,-7-1 10 0,-6-6 6 0,4 0 11 16,-5-3 4-16,-2 1 8 0,-3-2 5 0,-1-2 8 0,-8-2 6 16,-1 3 9-16,0-6 15 0,5 1 14 0,-11 2 15 15,-3-2 19-15,3 3 31 0,-4-4 2 0,-3 6 8 16,-1-3 7-16,4 3-6 0,-3 0 6 16,7 3-3-16,-3 2 0 0,-4 0-9 0,6 3-9 0,-1 1-10 15,8 3-2-15,-16 0-11 0,4 5 14 0,4-1-14 16,-1 5-5-16,3-2 6 0,-2 9-10 0,1-5-2 15,4 6-2-15,-1 0-2 0,4 2-10 0,0 2 4 16,7 2-3-16,-4-4 4 0,2 1-4 0,8-4-23 16,2 7-16-16,0-10-17 0,0 4-8 0,7-4-9 15,7-1-28-15,-2-3-20 0,3-8-16 0,1-1-15 16,2-1-9-16,-1-6-9 0,4 4-7 0,9-13 7 16,-7-3 3-16,7 3-2 0,-4-7 8 0,-3-3 5 15,-2-2-5-15,-2-10 4 0,-1 7 12 0,-2-11-13 16,-4-3-3-16,-3 3 5 0,0-4 16 0,-3 0 20 15,-8 0 33-15,-1 4 58 0,0 2 62 0,-4 1 54 16,-2 8 51-16,1 0 37 0,-7 1 37 0,0 3 0 16,0 2 19-16,-7-1 20 0,7 8 9 0,-1 0 2 15,1 4-3-15,-5 2-12 0,-2 4-24 0,6 0-28 16,-1 2-30-16,2 6-17 0,-10-1-19 0,10 1-12 16,-12 15-12-16,7-2-11 0,-3 5-11 0,1 6-10 15,1 7-6-15,4 13-8 0,-4-2-4 0,6 6-4 16,0-1-6-16,0 7-14 0,-2 2 3 0,4 25 0 0,-2-5-6 15,0-20 1-15,6 24-6 0,2-5-3 16,-8 0 0-16,7-3-4 0,-5-14-3 0,4 3-1 16,-6 11-3-16,5-20 4 0,-3-1-3 0,0 0-4 15,-4-9 5-15,2-3-8 0,0-7-13 0,0-7-21 0,0-4-13 16,0-6-20-16,0 3-7 0,0-10-1 0,-2 0-6 16,-3-5-49-16,5-3-47 0,0 0-31 0,-8-18-34 15,1 6-45-15,-7-10-56 0,-1-5-56 16,-8-7-221-16,-1-7-658 0,4-1 291 0</inkml:trace>
  <inkml:trace contextRef="#ctx0" brushRef="#br0" timeOffset="6349.44">15556 1431 40 0,'-5'-7'207'0,"5"-1"7"0,-1 4-7 16,1 4-21-16,0-8-13 0,0 8 0 0,8-4 4 16,0 2-4-16,7 2-14 0,3 0-16 0,-1 2-9 15,6-1 0-15,7-2-6 0,0 2-9 0,0-2-12 16,3-1-2-16,0 2-21 0,3-5-10 0,1 2-1 15,-1-2-4-15,5-6-13 0,-7 2-5 0,7-2-4 16,-10-1-7-16,11-10-3 0,-6 2-5 0,-1-7-15 16,0 2-9-16,-4-5-11 0,-3-3-18 0,-8 8-14 15,2-2-11-15,-4-14-6 0,2 5-2 0,-5-6 2 16,-2 12 6-16,-2-7 6 0,-2 7 10 0,-6-1 16 16,0 3 29-16,-4 2 21 0,2-1 23 0,-1 0 22 15,-3 11 11-15,1-4 10 0,-4 2-3 0,-1 5-6 16,2-2-15-16,-5 4-2 0,4 2-10 0,-3 3-5 15,3 1-13-15,-6 0-3 0,1 3 0 0,-3 2-14 16,1 3-3-16,-2 4 1 0,5 1-4 0,-5 1-3 16,2 3-2-16,0 5-7 0,5 4 8 0,-1-2-11 15,3 1 5-15,-1 9-4 0,4-1 2 0,3 0-3 16,3 2 0-16,4 9 1 0,-1-7-4 0,3-2-4 16,5 13 5-16,1-1-4 0,5-7-18 0,-3 1-4 15,3-9-10-15,-2 0-1 0,2-3-7 0,1-2-11 16,-3-2-6-16,1-9-5 0,-3 0-3 0,6-2 4 0,-1-4-5 15,1-5 1-15,-1 0 8 0,-3-2 1 0,4-2 2 16,-1-7 7-16,3-1 4 0,-3-3 4 16,1-1 2-16,-2 3 5 0,1-9 3 0,-6 2 5 15,1-2 12-15,-6 6 17 0,-1-2 20 0,1 0 20 16,-4 0 15-16,-1 3 14 0,-1-1 15 0,-3 9 12 0,1-5 5 16,1 4 2-16,-6 1-21 0,3 2-8 0,-3-3-14 15,3 8-9-15,-12-3-7 0,12 3-5 16,-17 11-4-16,11-6 1 0,-4 3-13 0,-2 6 4 0,4-1-8 15,-2 6 2-15,5 1-7 0,-2-1-11 0,7 7 5 16,0-2 8-16,7 5-9 0,-2-10 8 0,3 6-6 16,4-1 0-16,3 1 1 0,6-9-18 0,-6-3-25 15,13 2-25-15,2-3-33 0,0-5-23 0,6-3-26 16,7 3-25-16,7-7-24 0,-4-7-17 0,4 1 2 16,-4-4-23-16,4-4 1 0,-2-6 1 0,3 5 17 15,-1-1 0-15,-4-8-1 0,1-3 13 0,-6 1 14 16,2 1 6-16,-5-1 29 0,-3-1 23 0,-12 8 52 15,-1-1 50-15,-1-3 60 0,-6 12 41 0,-7-7 38 16,6 8 19-16,-8-1 12 0,-4 2 1 0,-2-2-7 16,5 6-8-16,-5 5-26 0,-7-8-11 0,7 8-10 15,-20 1-7-15,20-1-5 0,-28 8-9 0,12 4-7 16,-1-3-6-16,-6 9-7 0,-2 3-6 0,2-1 2 16,-2 2-6-16,4 4-6 0,-1-3-3 0,5 3-2 15,-2 1-1-15,2 0-4 0,2-2-9 0,0-1-11 16,0 3-32-16,4-4-33 0,3-7-43 0,-6 4-47 15,6-5-44-15,1-6-40 0,2 3-226 0,2-7-494 16,-4-2 218-16</inkml:trace>
  <inkml:trace contextRef="#ctx0" brushRef="#br0" timeOffset="6532.42">17304 1021 19 0,'0'-12'383'0,"-1"2"11"0,1 0-4 16,-2-1 0-16,4 4-24 0,-4-1-41 0,2 8-37 0,-5-8-36 15,5 8-24-15,0 0-25 0,0 0-18 16,0 0-19-16,8 29-25 0,-1-11-3 0,8 8-12 16,0-2-11-16,3 1-11 0,7 11-10 0,0 0-27 15,1-1-43-15,4-1-50 0,0-6-52 0,1 4-61 0,5 0-62 16,1-3-106-16,-1 1-302 0,7-7-658 0,-5-7 292 16</inkml:trace>
  <inkml:trace contextRef="#ctx0" brushRef="#br0" timeOffset="7350.9">18562 831 188 0,'-3'-6'347'0,"3"6"-27"0,-3-3-35 0,3 3-36 16,0 0-27-16,0 0-21 0,0 0-20 0,0 18-20 15,0-7-15-15,6 4-12 0,-1 2-11 0,-2 9-16 16,4 0 1-16,-5 1-19 0,6 2-11 0,-3 5-8 16,5-3-8-16,-5 2-2 0,2-3-5 0,-1 1-5 15,-1-2-3-15,0-2 1 0,2-9-15 0,-2 0-16 16,-4-2-24-16,1-4-14 0,5 2-1 0,-7-3 5 16,0-9-5-16,0-2-24 0,0 0-9 0,0 0-1 15,0 0-2-15,11-22-2 0,-8 5 1 0,-3 1 7 16,5-5 6-16,-5-8 4 0,0 10 6 0,2-8 1 15,3-3 2-15,-3-3 8 0,-2 2 13 0,0-3 11 16,0 6 19-16,0-2 11 0,-7 3 22 0,7 0 23 16,-7 3 17-16,7 4 5 0,-8 1 5 0,2 1 0 15,6 3 4-15,-10 0 5 0,5 5 1 0,3-1-20 16,-5 3 5-16,7 4-22 0,-3 0-11 0,0-4-14 16,3 8-7-16,0 0-2 0,0 0-6 0,0 0-5 15,6 24-4-15,1-13-4 0,1 2-10 0,12 9-25 16,-10-5-19-16,12 4-17 0,-1-1-21 0,2 0-16 0,-3 2-16 15,3-2-14-15,2 2-13 0,0-2-18 16,0 0-8-16,1-5-9 0,-1 3-5 0,-5-10-2 16,2 2 11-16,-3-6 13 0,3-1 13 0,-1-3 11 15,-6-4 9-15,5 1 19 0,-7-5 9 0,2 0 14 0,-5 1 27 16,-3-5 26-16,6-1 34 0,-11 2 35 0,8-4 29 16,-7-1 22-16,-1 5 13 0,-1 3 8 0,-1-8-1 15,0 5 3-15,0 0 1 0,-3 2 0 16,1 1-11-16,1 1-6 0,-4-1-22 0,5 8-11 0,-10-3-2 15,10 3-5-15,-20 3-2 0,8 5-15 0,-3 1-2 16,6 5-7-16,-5 1-5 0,3 0 0 0,-6 5-6 16,2 4-3-16,0-1-1 0,2 4-5 0,2-4 2 15,1 0-3-15,1-6-4 0,3 2-3 0,-3-5-12 16,3 1-6-16,4-5 3 0,-4-3 3 0,6-3 1 16,-4 0-3-16,4-4 1 0,0 0 6 0,0 0-7 15,5-16-1-15,0 5 3 0,3-2 8 0,4-6-11 16,1-3 1-16,-1 3-1 0,3-8-2 0,0 0 7 15,0 0 15-15,4 0 19 0,-2 2 13 0,-2-2 38 16,6-8 33-16,-4 9 16 0,-2-1 12 0,-4 8 2 16,-2 4 3-16,4-2-8 0,-5 2-10 0,-1 3-13 15,-4 4-11-15,2 0-16 0,2 4-22 0,-6-3-10 16,-1 7-4-16,0 0-7 0,0 0-5 0,5 29-6 16,-5-9-2-16,0-4-2 0,0 10-8 0,2 2-17 15,0 3-15-15,4 0-16 0,-4 9-11 0,8 2-31 16,-2-1-24-16,5-1-35 0,-1-4-25 0,3 5-23 15,6-6-26-15,-6-8-26 0,7 7-29 0,-1-12-37 16,7 2-32-16,-4-7-42 0,-3-4-207 0,2 1-612 16,-1-9 271-16</inkml:trace>
  <inkml:trace contextRef="#ctx0" brushRef="#br0" timeOffset="7649.29">19638 1134 211 0,'0'-16'270'15,"0"4"11"-15,0 1 7 0,0 3-7 0,-2-4-4 16,-3 2-17-16,5 5-24 0,0 5-30 0,-5-10-23 0,5 10-22 15,-6-6-11-15,6 6-18 0,0 0-16 0,-12 16-11 16,12-12-11-16,-3 11-9 0,3-2-6 16,3 5-7-16,-3 1-3 0,7-2-8 0,1 9-4 15,0-10-7-15,2 8-7 0,5-5-3 0,-3-2-1 0,3 0 3 16,0-5-15-16,3-4 5 0,-3 7-12 0,-5-11 8 16,3 0-5-16,-5-2-12 0,7-2 5 0,-15 0-10 15,20-6-1-15,-13-1-6 0,-2-2 3 16,-2-1-4-16,-2 1 4 0,-1-4 0 0,-1-4-5 0,-2-3 4 15,-2 7 2-15,0-2 5 0,-2 0-8 0,0-1-1 16,-1 1 3-16,6 4 1 0,-4 0-2 0,-1 4-4 16,6 1-13-16,-6-2-29 0,5 4-34 0,-3-2-47 15,5 6-38-15,0 0-40 0,0 0-37 0,23-1-35 16,-4 1-211-16,7 1-527 0,4 5 233 0</inkml:trace>
  <inkml:trace contextRef="#ctx0" brushRef="#br0" timeOffset="8515.44">20616 1168 166 0,'-10'-8'229'16,"-5"0"3"-16,-3 1 4 0,0 2-5 0,-4-2-4 15,-7 3-4-15,-6 0-5 0,-8 5-4 0,-2 2-7 16,2-3-20-16,5 4-19 0,2 0-14 0,3 0-11 16,-1 5-5-16,5 2-34 0,1 1 0 0,4-1-15 15,1-3-8-15,8 4-6 0,2 2-14 0,5-3-2 16,1 1-7-16,-1 1-3 0,8 3-1 0,7-3-3 15,-6 0 0-15,14-1-7 0,-2 3 0 0,7-6-9 16,5 3 2-16,3-2-6 0,2-5-10 0,0-2-14 16,1-3-16-16,2 0 4 0,0-4-29 0,10-7-11 15,-8 0-12-15,-2 2-14 0,7-14-8 0,-4-3-10 16,-9 9-3-16,8-5-7 0,-12-3-7 0,3-9-7 16,-3 11 3-16,7-9 11 0,-10-2 11 0,-7 5 15 15,2 0 29-15,-8-2 35 0,4 4 29 0,-9-1 37 16,0-1 36-16,3 2 23 0,-5 0 20 0,0 2 22 0,-5-1 19 15,3 8 9-15,2 0-11 0,-8 2-15 16,1-3-7-16,2 4-18 0,-5 7-12 0,5-3-14 16,-3 7-12-16,0-5-12 0,0 6-11 0,1 3 0 15,7 0-19-15,-17 5-4 0,4 5-8 0,0 3-2 0,6 5-2 16,-8-2-2-16,7 15-4 0,0-4-4 0,0 1-3 16,1 2-5-16,7 12-12 0,-7 0-1 15,7-12-13-15,5 16-6 0,-3 1-13 0,10-2-8 16,-3-6-12-16,6 2-9 0,2-2-14 0,4-11-4 0,-1-2-2 15,5 3-7-15,3-9 8 0,0-2 6 0,1-6 7 16,-5 0-5-16,9-5 8 0,-6-2 1 0,4-6 6 16,-4-3 7-16,1-3 3 0,-2-5 5 0,-2-3 2 15,0-2 3-15,-2-2 2 0,-5-2 5 0,2 0 0 16,-4-3 4-16,0 1 12 0,-7 1 22 0,1 4 21 16,-1 0 16-16,-8 0 8 0,0 0 1 0,0 7 0 15,-3-2-8-15,-2-1 4 0,-4 1-5 0,3 4-8 16,-2 1-4-16,1 0-5 0,-1 6-6 0,1-3-2 15,0 4-4-15,7 1-4 0,0 0-4 0,-21 8-1 16,16 0 18-16,2 0-14 0,1-1-4 0,2 8 0 16,0 1 4-16,2-8-3 0,6 6 0 0,-1 3-7 15,-1-6 7-15,9 5-3 0,-2-6 3 0,2 2 2 16,2-4-25-16,6-1-10 0,5-4-19 0,-6 0 3 16,6-1-24-16,2-7-21 0,-6 0-19 0,3-7-8 15,-2-1-12-15,3-1-8 0,-5-1-5 0,2-4-2 16,0-2 10-16,4-9 7 0,-5 7 14 0,-5-5 10 15,1 1 8-15,5-9 12 0,-5 0 25 0,-3-3 21 16,-4-3 26-16,-2 2 28 0,-4 2 26 0,1-7 29 16,-3 8 26-16,-5 5 26 0,0 2 24 0,0 0 16 15,-6 0 11-15,2 9-1 0,1 5-8 0,-4-3-8 16,4 3-18-16,-4 8-22 0,4 1-12 0,-5 4-14 16,3-2-17-16,5 5-5 0,-18 12-7 0,8 0-10 15,-3 11-4-15,-2 4-1 0,5 12-11 0,-4 0-1 0,6 6 1 16,2-5-5-16,1 7-5 0,5 4-1 0,0-2-2 15,3 1 0-15,5 0-3 0,0 0-3 16,1 1-1-16,6 0-20 0,1-7-30 0,-1 0-43 16,3-7-51-16,-3-10-39 0,2 0-44 0,-2-6-51 0,6-12-94 15,2 6-342-15,-1-6-748 0,8-6 332 0</inkml:trace>
  <inkml:trace contextRef="#ctx0" brushRef="#br0" timeOffset="8766.19">22207 1057 152 0,'-2'-5'368'0,"2"5"10"0,-13-8-1 0,10 5 7 0,-4-1-8 15,0 0-10-15,7 4-23 0,-19-3-27 0,10 3-29 16,3-1-30-16,6 1-26 0,-15 1-26 0,8 4-19 16,0-2-18-16,6 3-18 0,1-6-9 0,-2 13-18 15,2-5-9-15,0 4-10 0,2 3-11 0,6 3-9 16,-3-2-8-16,3 10-7 0,1-1-8 0,-1 0-5 15,3-6-11-15,-1 3 0 0,-3 5-3 0,5-2-6 16,-9-9-6-16,2 4-7 0,-5-4-16 0,0 2-5 16,-5-3-18-16,0 2-13 0,-12-2-16 0,-4 1-56 15,-9 0-50-15,0-2-60 0,-18 2-66 0,-8-2-109 16,-23 8-361-16,-3-11-808 0,0-4 357 0</inkml:trace>
  <inkml:trace contextRef="#ctx0" brushRef="#br0" timeOffset="13715.71">6362 3975 374 0,'0'-8'453'0,"2"3"-8"0,-2-1-22 0,0 6-33 15,-4-9-39-15,4 9-37 0,0 0-40 0,0 0-33 16,0 0-26-16,0 0-21 0,0 0-19 0,0 25-20 15,0-9-15-15,0 7-12 0,4 7-13 0,1-2-8 16,-4 2-10-16,14 14-7 0,-10-7-14 0,-1 2-6 16,9-1-5-16,-12-6-7 0,1-4-2 0,3 2-7 15,-3 4-8-15,3-8-3 0,-5 1 0 0,1-7-4 16,-1 0-5-16,-6-3-2 0,11 0-2 0,-5-8-1 16,0 3-2-16,0-4 0 0,0 0 2 0,-5-2 0 15,5-6 31-15,0 6 10 0,0-6-8 0,0 0-8 16,0 0-2-16,0 0-8 0,-9-20-3 0,3 12-2 15,-2-6-8-15,1-4 0 0,-3 2 23 0,2-11-3 16,-1 1-6-16,8-4-6 0,-14-9-4 0,7-1-1 0,-1-1-8 16,3 4 0-16,-3-4 0 0,1 1-3 0,6 2-4 15,-4 7 1-15,4-3 0 0,-4 6-5 16,2 1 0-16,1-1-2 0,0 1 2 0,3 0-2 0,3 0-1 16,-1 1-2-16,-1 8-3 0,4-3 1 0,2 1-1 15,-1 7-5-15,3-4-4 0,1 2 2 0,3 3-1 16,0 4 2-16,4-1-4 0,-1-2 0 0,2 5 0 15,-1 5-10-15,0 1-2 0,2 1-3 0,-2 5 3 16,5 2-2-16,-8 2 1 0,1 5 1 0,5 4-2 16,-7-1 1-16,-3 2 3 0,4 6 4 0,-13-1-2 15,6 4 3-15,-7 0 0 0,-7-2 1 0,-1 0 2 16,1 3-6-16,-8-3 9 0,-1 0 1 0,-4 0-1 16,-1-7 4-16,-1 3 0 0,-1-1 1 0,0-4-1 0,-5-1 6 15,11-7 8-15,0 2 7 0,4-5 11 16,2 1-4-16,2-4 1 0,3 2 0 0,-1-1 0 15,5-2 1-15,2-3-10 0,-1 8-5 0,1-8 2 0,8 7 0 16,5-1-1-16,4 0-4 0,3 2 0 0,5 4 0 16,3-1-1-16,-4 1-3 0,5 3 0 0,-1 1 4 15,3 0-5-15,-4-2-2 0,1 3 2 16,-2 3 0-16,-4-3-4 0,-1 3 1 0,1 0-10 0,-2-1-25 16,-9-5-4-16,3-1-26 0,-3 4-30 0,-1-3-35 15,0-2-44-15,0-1-30 0,-5-2-25 0,0-1-28 16,1-2-28-16,-1 2-19 0,0-7-27 0,-5-1-48 15,0 0-237-15,0 0-664 0,17-1 294 0</inkml:trace>
  <inkml:trace contextRef="#ctx0" brushRef="#br0" timeOffset="14198.74">6950 4080 118 0,'-5'-4'385'0,"5"-3"3"15,0 7 15-15,0-9-21 0,0 9-15 0,0-5-25 16,0 5-26-16,0 0-36 0,0 0-32 0,0 0-32 16,0 0-25-16,0 0-15 0,0 0-15 0,0 0-21 0,8 24-10 15,-1-8-18-15,-1 5-7 0,1-6-11 16,1 11-5-16,0 2-11 0,1 1-10 0,-3-1-1 16,9 8-5-16,0 3-11 0,-7-10-6 0,1 3-1 0,6-3-6 15,-9 0-8-15,4-1-11 0,-2-1-20 0,-4-1-21 16,2-8-18-16,1-2-38 0,-5 2-21 0,3-8-24 15,-4 1-4-15,6 1-1 0,-7-8 10 0,0 1-15 16,0-5-19-16,0 0-3 0,0 0-2 0,0 0 2 16,0 0 0-16,-5-27-1 0,5 15-3 0,-2-4 8 15,2-4 9-15,-1-7 11 0,-4 0 14 0,3-3 11 16,2-15 11-16,-7 1 10 0,7 3 10 0,0-3 10 16,-3 2 23-16,-2 12 41 0,3 1 31 0,-3-2 43 15,0 3 28-15,-6 1 17 0,8 0 25 0,-7 8 22 16,3 2 20-16,4-1 22 0,-2 2-6 0,0 1 14 15,1 8-6-15,4-5-8 0,-5 4-5 0,5 3-13 16,-1-2-20-16,1 3-14 0,0 4-15 0,0 0-23 16,0-11-15-16,0 11-12 0,0 0-3 0,0 0-16 0,0 0-4 15,0 0-3-15,0 0-10 0,23 14-3 16,-15-5-5-16,4 3-22 0,1 0-26 0,-1 3-23 16,9 1-31-16,-9-1-43 0,9 5-35 0,-1 2-26 0,2-2-33 15,4 3-30-15,-9-3-38 0,3 0-34 0,1-2-22 16,1 0-24-16,-6-8-217 0,-1 1-610 15,0-4 271-15</inkml:trace>
  <inkml:trace contextRef="#ctx0" brushRef="#br0" timeOffset="14598.84">7504 4131 81 0,'0'-8'234'0,"-5"3"22"16,10-2 12-16,-10-1 9 0,5 0 1 0,0 8-14 16,0-6-34-16,0 6-24 0,0 0-22 0,0 0-19 15,0 0-21-15,0 0-9 0,-16 15-9 0,9-1-15 16,-1 2-12-16,-2 2-10 0,0 7-5 0,0-2-13 15,0 4-4-15,-3 0-9 0,1-3-5 0,1 3-5 16,-1 0 1-16,-1-1-7 0,3-10-3 0,3 2-3 16,1 2-5-16,-3-5 0 0,3-5-1 0,2 0-7 15,-2-3 5-15,1-2-2 0,1-1-1 0,4-4 1 16,0 0-9-16,0 0 0 0,-3-19 0 0,6 3 2 16,-3 0-4-16,5-4-2 0,-1-9 4 0,2-3 16 15,8-9-4-15,-4-1-1 0,3-2 0 0,-3 0 12 0,5-2 25 16,-5 1 22-16,-1 4 16 0,0 9 23 0,-1 0 8 15,0 7 14-15,-3-2 13 0,2 9 6 0,-4 3 17 16,-1 3-5-16,1 0-11 0,0 6-23 0,4-6-16 16,-5 6-19-16,3 4-23 0,-5 2-5 0,0 0-6 15,0 0-8-15,15 22-7 0,-7-9-2 0,0 6-8 16,5 10-6-16,-4 3-1 0,11 7-5 0,-4 1-3 16,-3 1-4-16,2-1 0 0,0 5-9 0,7-5-35 15,-1-1-21-15,-4 3-38 0,-1-3-36 0,4-2-52 16,0 2-55-16,-5-12-48 0,-4-2-41 0,3 1-40 15,-6-1-62-15,5-3-74 0,-6-3-261 0,-2-4-802 16,0-7 354-16</inkml:trace>
  <inkml:trace contextRef="#ctx0" brushRef="#br0" timeOffset="15432.95">6670 4990 67 0,'-22'5'373'0,"6"-2"-6"0,-4 1 0 0,7-1 3 0,3-1-12 15,-2 0-16-15,4-1-22 0,8-1-29 16,0 0-15-16,0 0-3 0,0 0 14 0,0 0-12 15,60-1-24-15,-9-6-23 0,38 0-23 0,6 1-16 0,2-1-22 16,11-4-18-16,39-1-12 0,-48 6-15 0,9 4-12 16,-4-3-14-16,-3 5-11 0,-5-2-7 0,-13-3-8 15,-25 10-4-15,7-3-21 0,-13-1-19 0,-5 6-22 16,-14-5-19-16,-7 1-24 0,-4-1-36 0,-6-1-34 16,-4 0-23-16,-5 2-24 0,1-3-19 0,-8 0-25 15,-3 9-37-15,3-9-56 0,-24 7-60 0,8-3-349 16,-7-2-760-16,-2-2 336 0</inkml:trace>
  <inkml:trace contextRef="#ctx0" brushRef="#br0" timeOffset="17398.84">9391 4258 421 0,'-10'0'429'0,"-2"0"-3"0,12 0-13 0,-16 3-13 15,16-3-16-15,-15 0-8 0,15 0-22 0,0 0-24 16,0 0-32-16,0 0-33 0,-7-3-26 0,7 3-26 15,0 0-22-15,0 0-22 0,0 0-13 0,58-3-14 16,-23 5-13-16,13-5-13 0,3 0-16 0,-1 2-16 16,-2-3-37-16,0 1-38 0,2 2-42 0,-4-2-45 15,-14 3-48-15,1-3-45 0,-2 3-50 0,-14 0-54 16,2 0-44-16,-4-2-65 0,-1 2-297 0,-6-1-738 16,-6-4 327-16</inkml:trace>
  <inkml:trace contextRef="#ctx0" brushRef="#br0" timeOffset="18715.52">10495 3956 298 0,'3'-8'347'0,"-1"5"-10"0,-2-5-5 0,0 0-15 16,0 0-13-16,0 8-4 0,-7-11-29 0,6 4-26 15,-3 4-39-15,4 3-10 0,0 0-18 0,-16 1-22 16,16-1-19-16,-28 11-13 0,13-2-11 0,-2 3-6 16,-3 4-8-16,4 2-16 0,-7 3-2 0,1 2-7 15,7 1-5-15,0 1-6 0,-5 4-4 0,9-4-7 16,-1-1-11-16,4 0-2 0,5 1-4 0,-1-6 7 0,4-1-6 15,5 0 4-15,2-3-12 0,3 1 8 16,0-4-13-16,5 0 2 0,6 0-8 0,-1-4-3 16,8-1-7-16,4 0-13 0,-4-6-16 0,8-1-16 0,-3-1-15 15,10-8-1-15,0-1-8 0,-6 3-4 0,-7-3 6 16,4-4 4-16,4-6 1 0,-14 7 4 0,5-7 10 16,0-1-2-16,-6 1 11 0,-3-5 2 0,-4 3 6 15,1-4 2-15,-4 1 2 0,-1-7 3 0,-7 8 5 16,-1-1 12-16,-2-2 16 0,1 10 18 0,-6-8 16 15,3 7 22-15,-6 0-5 0,1 1 9 0,0 4 0 16,-4-2-2-16,4 4-1 0,2 0-6 0,-4 4-4 16,2 2-5-16,0-3-15 0,-3 2 1 0,3 1-16 15,5 5-3-15,-13-1-1 0,13 1-8 0,0 0 2 16,-17 9-4-16,12 2 2 0,-1-3-2 0,-1 9 0 16,4-3 1-16,-2 5-7 0,5-3 0 0,-5 6-4 15,5 3-9-15,0-1-6 0,0 3-8 0,0 0-24 16,5 0-4-16,2 0-10 0,-2-1-25 0,0-3-18 0,6 3-20 15,-4-5-13-15,3-5-14 0,3 2-11 0,-2-4-19 16,3-1-14-16,6-1-12 0,-4-1-24 16,16-5-9-16,-13 0-2 0,10-5 4 0,2-2 19 15,-3 0 27-15,2-6 5 0,3 0 33 0,-8-4 23 0,5 1 13 16,-10 0 39-16,-4-1 32 0,6-5 37 0,-7 5 28 16,-6-4 37-16,5 2 26 0,-6 2 22 0,-5-1 21 15,2 1 12-15,-5 2 4 0,0-1-1 16,0 1-11-16,-8 5-8 0,5-7-6 0,-1 8-16 0,-1-2-12 15,-1 2-8-15,6 3-6 0,-18-1-12 0,18 1-4 16,-20 4-10-16,8 1-3 0,-4 7-1 0,1-6-9 16,3 3-1-16,-3 5-5 0,5-6-2 0,-3 9-4 15,3-8-5-15,5 1-10 0,0 4 2 0,0-5-14 16,2-2-7-16,1 1 0 0,1-2-8 0,2 0-2 16,1-2 5-16,-2-4-5 0,11 3-7 0,1-3-6 15,-12 0-3-15,20-7 4 0,-4-1 3 0,-2 0 7 16,2-3-3-16,2 2 5 0,-1-5 2 0,-2 2 3 15,0 0 3-15,0-3 9 0,1 3 6 0,-6-1 8 16,0 4 8-16,-2-1 8 0,1 2 4 0,-4 1-7 16,3 0 0-16,-1 2-5 0,-1 2-2 0,-4-2-4 15,-2 5-6-15,0 0 0 0,0 0 1 0,0 0 4 16,20 11-5-16,-19-6-7 0,1 3 4 0,3 1-2 0,-2 3 1 16,2-2-3-16,0 5-4 0,-3-4-9 0,6 4-4 15,-1-2-6-15,1 3-12 0,-1-1-3 16,-1-5-10-16,1 0-9 0,1 0-5 0,-6-3 3 15,4-1-1-15,3 0 9 0,-4-5 5 0,3 1 3 0,-8-2 7 16,10 0-2-16,-10 0 9 0,10-9 2 0,-7 3 2 16,-1-1 10-16,1-3 7 0,-1 0 14 0,-2 1 9 15,1 0 11-15,3-5 8 0,-4 4 6 0,0-5-1 16,1 3 5-16,1 5-3 0,3-5-3 0,-3 4 0 16,-1 2-7-16,4 1-5 0,0-3-1 0,-2 5-3 15,-3 3-12-15,14-5 7 0,-4 3-1 0,-10 2-5 16,16 3-1-16,-6 2-5 0,3-3-3 0,-3 6-9 15,-1-3 0-15,5 2-4 0,-2 1-6 0,1 7-5 16,-1-7-9-16,-1 5-1 0,-1-4-2 0,-3-1-3 16,-4 1 1-16,4 1 1 0,0-1 2 0,1-1 4 15,-8-1-3-15,5-3 4 0,-4 3 1 0,-1-2 4 16,0-5 2-16,-1 8 3 0,-4-5 6 0,5-3 10 16,0 0 12-16,0 0 8 0,0 0 16 0,-22-3 10 0,22 3 2 15,-3-8-3-15,3 8-3 0,-5-12-4 16,5 8 0-16,5-5-4 0,-3 0 1 0,4 0-9 15,3-2-5-15,-1-2 2 0,7 6-4 0,-2-7-2 16,2 6-1-16,0-1-2 0,3-2-4 0,-1 3 2 0,-3 4-5 16,-4 0 0-16,2-3-1 0,-2 6-3 0,-2-1 1 15,-8 2-6-15,18 0 4 0,-18 0 1 16,12 6 1-16,-7 2 0 0,2-7 2 0,-4 10-1 0,0-3-4 16,-1 0 5-16,4 3-2 0,-4-1 3 0,1 2-5 15,-3-2 3-15,4 7-4 0,-3-8 4 0,6 0-15 16,-7 1-27-16,5-1-29 0,-5-1-37 0,2 1-39 15,4-1-47-15,3-7-53 0,-3 3-209 0,2-4-490 16,-8 0 218-16</inkml:trace>
  <inkml:trace contextRef="#ctx0" brushRef="#br0" timeOffset="19082.29">12225 3783 307 0,'3'-17'340'16,"0"7"1"-16,2-5 3 0,-5-3-4 0,4 4 9 16,-4 0-5-16,0 1-9 0,0 4-11 0,3-1-15 0,-2 4-21 15,-1-1-21-15,0 7-25 0,2-7-24 16,-2 7-24-16,0-9-24 0,0 9-23 0,0 0-17 16,0 0-14-16,0 0-13 0,0 0-8 0,0 0-12 15,-2 27-5-15,4-10-7 0,-2 0-5 0,0 8-9 0,0 2-6 16,2 3-2-16,-2 9-8 0,-2 3-3 0,4 3-4 15,3-1-6-15,1 0 0 0,-2 3-3 0,6 4 0 16,-4-2-2-16,3 0-4 0,-3-2 1 0,4 0-4 16,5 3-2-16,-13-10 1 0,6 5-3 0,-1-15-7 15,-1 0-16-15,-6 0-1 0,2-3-15 0,-2 0-16 16,-2-9-15-16,-4 2-16 0,-3-7-11 0,6 5-2 16,0-14-21-16,-6 3-25 0,1-2-20 0,-5 0-15 15,1-5-13-15,-1-1-20 0,-5-8-27 0,0 1-32 16,1 1-47-16,0-12-26 0,-1 3-273 0,3-7-656 15,-1-2 291-15</inkml:trace>
  <inkml:trace contextRef="#ctx0" brushRef="#br0" timeOffset="19298.84">12152 4143 160 0,'6'-12'290'16,"-2"3"-3"-16,4-2-5 0,-1 3-1 0,1-3-8 16,-1 2-13-16,1 2-24 0,8-1-11 0,-4 0-28 15,0 0-20-15,4 1-15 0,1 3-9 0,1 0-25 16,0 2-16-16,0 0-7 0,-3 2-9 0,7 2-7 0,-7 0-15 15,6 2-9-15,-4 4-3 0,1-1-1 0,-3 2-11 16,1 2-7-16,-1 2-1 0,0-3-12 0,-2 9 0 16,1-6 3-16,-5 6-5 0,0-2-9 0,-1 3 18 15,-1-4-19-15,-6 0-18 0,4-1-11 0,2 1-6 16,-2-3-22-16,-2 1-22 0,-1-6-25 0,1 2-30 16,-1-3-33-16,-1 0-37 0,3 1-25 0,1-6-51 15,0 1-233-15,-5-3-535 0,0 0 236 0</inkml:trace>
  <inkml:trace contextRef="#ctx0" brushRef="#br0" timeOffset="19499.57">12690 3832 189 0,'0'-4'386'0,"-5"0"-5"0,0-4-9 15,-2 0-26-15,1 4-29 0,-1 1-25 0,7 3-36 16,-3-8-28-16,3 8-20 0,0 0-30 0,0 0-20 15,0 0-29-15,0 0-33 0,0 0-69 0,-20 8-51 0,20-8-63 16,0 11-68-16,5-1-65 0,-4-7-75 16,8 4-169-16,-3 5-503 0,6-5 223 0</inkml:trace>
  <inkml:trace contextRef="#ctx0" brushRef="#br0" timeOffset="20232.64">12994 3945 95 0,'-6'4'307'0,"-6"4"5"0,4 1-3 0,-2 1-7 16,-2 2 0-16,-3 3-31 0,-1 0-24 0,3 2-24 15,3 0-16-15,0 0-15 0,-2 3-17 0,6-3 0 16,1 2-34-16,3-1-8 0,4-1-15 0,1 2-12 16,3-2-8-16,4-4-7 0,0 2-4 0,5-3-5 15,5-2-12-15,8 2-10 0,4-2 0 0,-3-5-9 16,8-1-20-16,-2-6-25 0,9-3-7 0,-9 3-17 15,-2-8-11-15,9 0 0 0,-3-5 3 0,-9 3-15 16,0-5 7-16,-5 0-2 0,1-3 2 0,-13 5 8 16,2 0 1-16,0 0 2 0,-8-3 5 0,-5 5 12 15,2-1 7-15,-4 5-2 0,-4-2 1 0,2 4 0 16,-5 1 1-16,1 0 1 0,-6 3-5 0,0 1 1 16,-1-1 3-16,-3 6 0 0,-1-1-1 0,-1 1 0 0,0 1 0 15,3 3-1-15,-3-1-2 0,3-1 3 16,5 0-4-16,3 1 2 0,-3 2-2 0,5 0 5 15,2-3-5-15,-2-1 0 0,5-4 0 0,0 8 6 0,0-1-3 16,0-7 4-16,8 7-2 0,-1-6-1 0,3-1-1 16,-10 0 2-16,20-1 1 0,-7-1 1 0,-2 0-2 15,1-5 0-15,-2 3-4 0,8-3 4 16,-6 3 2-16,1 1-4 0,-6-3 6 0,1 2-2 0,0 1-1 16,0-1-2-16,-8 4-3 0,7-3-1 0,-7 3-1 15,0 0 3-15,15 3-2 0,-3 1 0 0,-9-1 2 16,4 1 1-16,-1 4 1 0,1-3 3 0,6 3-1 15,-1 6-1-15,2-6-2 0,-2 3 0 0,3-2 2 16,6-2-5-16,-4 2-7 0,5-1-18 0,-3 1-13 16,5-3-18-16,-5-4-15 0,1-1-18 0,12-1-1 15,-12-1-6-15,8-6 1 0,2 4 4 0,-11-5 4 16,5-1 4-16,-3-5 3 0,-6-1 2 0,0 3 11 16,6-9-1-16,-4 0 1 0,-4-1 10 0,0 0 2 15,1-3 5-15,-6-2 13 0,2 2 1 0,5-13 10 16,-9 6 0-16,3 2 17 0,-8-1 11 0,6-6 26 15,-7-4 21-15,8 1 21 0,-4 10 31 0,-3-2 32 16,-1 5 19-16,5 0 18 0,-5 8 20 0,3 0 14 0,-3 1-8 16,7 4 14-16,-7 2-7 0,0 2-18 0,2 5-21 15,-2-2-19-15,0 7-30 0,0 0-6 16,0 0-11-16,0 0-9 0,0 0-6 0,-15 23-7 0,13-5-8 16,1 9-3-16,-3 2-10 0,4 14-3 0,0-4-5 15,0 2 2-15,0-1-8 0,0 1-6 0,4 0 0 16,-1 6-5-16,7-11-16 0,-9-1-36 0,6-6-31 15,1 12-45-15,2-14-40 0,-3 1-51 0,1-2-45 16,0-5-59-16,2-6-66 0,0 0-306 0,-8-11-723 16,6 3 321-16</inkml:trace>
  <inkml:trace contextRef="#ctx0" brushRef="#br0" timeOffset="20400.18">14073 3783 410 0,'-1'-5'412'0,"-3"-2"-16"0,4-1-24 16,-3 4-28-16,3-4-37 0,0 8-23 0,-3-8-44 16,3 8-26-16,0 0-40 0,3-7-37 0,-3 7-53 0,0 0-61 15,0 0-62-15,0 0-79 0,28 13-79 16,-18-6-88-16,8 0-175 0,-3 0-498 0,0-2 221 16</inkml:trace>
  <inkml:trace contextRef="#ctx0" brushRef="#br0" timeOffset="21382.91">14932 5109 244 0,'0'0'372'0,"-1"-11"-14"16,-3 7-22-16,3-4-9 0,1 8-10 0,-2-10-21 15,2 2-15-15,2-1-23 0,3 1-26 0,3-2-7 16,-6-2-19-16,6 0-20 0,2 2-12 0,2-4-12 16,-1 1-23-16,1 1-10 0,1-3-14 0,3 6-13 15,-4-1-14-15,1 3-5 0,4 0-12 0,-9 3-9 16,7-5-7-16,-3 7-1 0,-2 2-11 0,4 2-8 16,-5-1 1-16,6 3-7 0,-9 4-4 0,1-1-3 0,6 7-4 15,-5 6 4-15,-1-6 3 0,0 6-14 16,-6 0 0-16,-1 6-2 0,2 0 2 0,-4-7-4 15,2 7 0-15,0 1-1 0,-1-2 3 0,-6-1-4 0,2-4 3 16,-3-2-3-16,1-6 0 0,5 5-1 0,-4-7 2 16,1 1-3-16,5-3-1 0,-2-1 4 0,1 0 0 15,-4-2 8-15,5-5-7 0,0 5 3 0,0-5 1 16,0 0-3-16,0 0 4 0,0 0-7 0,0 0 0 16,0-21-5-16,0 11 2 0,6 1-2 0,-4-3-4 15,6-2 5-15,-3 0-5 0,2-3 3 0,-1-1 2 16,1 0-1-16,1 3 3 0,1-3-1 0,-3 0 16 15,2 4 14-15,1-2 15 0,-3 1 9 0,3 0 14 16,-9 6 10-16,5-2 3 0,1 3 2 0,-4-3-6 16,3 6 0-16,-4 0-8 0,4-1-11 0,-5 6-11 15,0-7-9-15,0 7-8 0,0 0-2 0,0 0 3 16,0 0-13-16,15 13 1 0,-15-8-2 0,4 6 1 0,-4-2-5 16,1 2-1-16,4 6 6 0,-10-2-6 0,5 4-2 15,0-3 0-15,5 5-4 0,-5-8 0 16,2 4 2-16,5 1-5 0,-1-2-5 0,-1 3-17 0,7-6-14 15,-7 2-18-15,6-1-23 0,1-4-32 0,3-1-26 16,3-1-35-16,2-3-36 0,-2-3-31 0,13 1-20 16,-9-3-29-16,3-3-32 0,8 0-31 0,-2-8-35 15,1 7-270-15,-6-7-703 0,4-2 311 0</inkml:trace>
  <inkml:trace contextRef="#ctx0" brushRef="#br0" timeOffset="22148.87">16017 5149 190 0,'-12'-1'359'0,"12"1"1"0,0 0-8 0,0 0-12 15,0 0-14-15,-5-3-9 0,5 3-22 0,0 0-20 16,0 0-18-16,0 0-16 0,0 0-11 0,41-5-8 16,-11 4-22-16,15-1-20 0,13 1-18 0,3-6-15 15,27 0-16-15,3-2-12 0,11 6-11 0,1-1-15 0,5 0-8 16,41-8-6-16,-48 7-12 0,-2-2-5 16,8 3-4-16,-1 1-11 0,-6 2-5 0,-3 1-1 0,-1 0-6 15,-6-2-1-15,-31 2-9 0,6 0-13 0,-7 0-10 16,-10-1-7-16,-13-2-3 0,-6 6-16 0,-9-3-17 15,-3 0-20-15,-2 0-18 0,-4 1-24 0,-2-1-9 16,-9 0-7-16,11 0-2 0,-11 0-8 0,7 3-18 16,-7-3-13-16,0 0-22 0,0 0-25 0,-4 8-32 15,4-8-32-15,0 0-47 0,0 0-211 0,0 0-571 16,0 0 253-16</inkml:trace>
  <inkml:trace contextRef="#ctx0" brushRef="#br0" timeOffset="22432.2">17786 4869 23 0,'0'0'336'0,"-7"3"-2"0,7-3 13 0,0 9 14 15,0-9 1-15,9 11 3 0,-3-4 2 0,2-4-6 16,2 7-17-16,10 1-22 0,-3-5-9 0,1 4-40 15,10-1-23-15,-1-1-25 0,2 6-23 0,-7-4-26 16,1 0-16-16,-3 2-15 0,-3 1-18 0,-3 0-11 16,1 2-13-16,-5-3-10 0,-5 3-12 0,-1 1-14 15,-3 4-21-15,-7-2-26 0,-1 0-35 0,-10 7-38 16,-4-1-52-16,-14 5-58 0,4-2-48 0,-4-2-40 16,0-2-31-16,10-4-29 0,-3-3-40 0,2 0-51 15,-1-1-228-15,2 0-681 0,12-9 301 0</inkml:trace>
  <inkml:trace contextRef="#ctx0" brushRef="#br0" timeOffset="23000.9">18542 4872 199 0,'14'-10'243'16,"0"-2"-1"-16,3 4-5 0,-5-6-6 0,3-2-4 15,-1 1-6-15,1 2 1 0,0-7-3 0,7-1-7 16,-14 0-7-16,5 2-15 0,-6 0-5 0,1-6-10 16,-3 4-7-16,-3 4-1 0,-1-5-5 0,-1 1 2 15,-1 3-22-15,-4 2-6 0,-5-3-2 0,5 4-14 16,-5 2-10-16,0-1-12 0,0 5-10 0,0-1-14 15,-8 2-7-15,8 1-10 0,-3 5-5 0,-2 1-5 16,2 1-10-16,1 3-3 0,0 4-8 0,-2 4 3 0,4 3-8 16,3 5-1-16,-5 3-4 0,7 7 2 0,-1 3 0 15,6 8-6-15,0-1 11 0,3 10 2 16,2-2-2-16,3-1-5 0,1 3 4 0,-4 0-4 0,11 8 5 16,-4-1-9-16,1-3-1 0,-1 3 6 0,3 16-5 15,-1-18-1-15,-5-3 8 0,6 0-11 0,-1 0 1 16,-7-3-1-16,3-5 1 0,0-2-8 0,-3-11 5 15,-4-3-2-15,4-7-34 0,-1-1-26 0,-1-4-33 16,-2-3-34-16,4 1-20 0,0-5-28 0,-4-5-42 16,4-3-56-16,-7 0-58 0,0 0-42 0,16-11-227 15,-13-2-643-15,4 1 285 0</inkml:trace>
  <inkml:trace contextRef="#ctx0" brushRef="#br0" timeOffset="23200.59">18554 5174 225 0,'-7'-5'332'0,"7"5"6"16,0 0-8-16,0 0-8 0,9-6-15 0,-9 6-21 15,14-6-14-15,-5 1-22 0,4 1-23 0,-6-2-23 16,3 3-19-16,3 0-14 0,2-4-16 0,0-2-26 16,-4 7-18-16,4-4-38 0,0 0-55 0,0-2-51 15,1 1-61-15,-1 2-72 0,-3 2-79 0,6-6-77 16,-3-1-191-16,3 1-555 0,-3-3 245 0</inkml:trace>
  <inkml:trace contextRef="#ctx0" brushRef="#br0" timeOffset="24266.44">18003 4302 249 0,'-10'-5'417'0,"-2"1"-1"0,7-4-15 16,-5 7-18-16,9-5-14 0,1 6-11 0,-5-3-29 16,5 3-23-16,0 0-29 0,0 0-32 0,13-9-22 15,2 6-29-15,5 1-20 0,10-1-16 0,4 2-15 16,-1 1-15-16,15-2-13 0,0 5-9 0,4 2-16 15,1 0-8-15,3 0-5 0,-3 0-9 0,3-1-11 0,-3-1-12 16,0 5-14-16,-2-4-7 0,-6-1-12 16,3-1-4-16,-15-2-3 0,0 2 1 0,-1-2-2 15,-2 1 3-15,-11-1-4 0,-4 0 1 0,4 0-8 0,-8 0 10 16,1 0-5-16,-2-1 4 0,-10 1-1 0,15-2 1 16,-6 2-1-16,-9 0 2 0,9 2-5 0,-9-2 1 15,0 0 1-15,6-4-6 0,-6 4 0 0,0 0 0 16,0 0-6-16,9 4-2 0,-9-4-4 0,6 5 6 15,-6 2 3-15,2 0 0 0,3 2 3 0,-3-3-2 16,4 6 2-16,-4 1 2 0,9 5-4 0,-7-2 5 16,1 3-2-16,-4 1-2 0,11 3 2 0,-4 1 10 15,0 8-6-15,6 4 6 0,-6-4 1 0,5 10 3 16,-3-5 1-16,2 8-2 0,-2-4 1 0,5 7-2 16,-1-1 2-16,0 2 0 0,-1-5 2 0,2 2-2 15,-7-4 2-15,4 1-1 0,-9 2-2 0,4-8 1 16,-1 7 0-16,-4-14 3 0,1 0 3 0,1-2 3 15,-4-2 1-15,1-2 0 0,-1-3 4 0,2-4 4 0,-2-1-1 16,6 3 1-16,-6-7-3 0,0 3-3 16,0-5-1-16,2 2-1 0,1-5 1 0,-1 1-4 15,6 1 1-15,-8-1-1 0,7 0 1 0,-7-1-5 0,2 2-1 16,4-2-3-16,-2 0 0 0,-1 1-1 0,3-3-6 16,-1 2 8-16,-1-2-5 0,2 3 1 0,-4-5-3 15,5 3 1-15,-1 0-2 0,-6-2 0 0,0-4-1 16,9 7-4-16,-9-4 4 0,0-3 3 0,0 0-6 15,0 0 3-15,3 5-2 0,-3-5-1 0,0 0 4 16,0 0-3-16,0 0 3 0,0 0 3 0,0 0-8 16,-12 7 0-16,12-7-4 0,0 0 6 0,0 0 2 15,-26-8-6-15,13 5 2 0,-6 0 2 0,4 2-3 16,-6-3-1-16,3 1 3 0,-15-2 2 0,3 3-3 16,-2-1-1-16,-2 0 1 0,-13-1 6 0,-2 4-9 15,6 0 3-15,-5 0 2 0,3 1-1 0,-3-1 2 16,3 3-3-16,1-3 2 0,0 3 3 0,0 0 1 15,9 0 1-15,4 0 3 0,-3 0-1 0,5 3-1 0,4-4-3 16,3-1 4-16,-4 2 1 0,6-2 0 16,5-2 1-16,2 2-1 0,3 1 3 0,2-2 0 0,8 0 4 15,-14 5 6-15,14-5 4 0,-11 0 0 0,11 0 3 16,0 0-6-16,-12 0 2 0,12 0-2 0,0 0 2 16,0 0-2-16,0 0 0 0,0 0 3 0,-11 0 9 15,11 0 2-15,0 0 5 0,0 0 2 0,0 0 1 16,-7-7-9-16,7 7-5 0,-2-5 1 0,2 5-3 15,0-11 1-15,0 5 8 0,0-3 5 0,-6 0 0 16,6-2-2-16,0-5 8 0,0 1 8 0,-2-4 16 16,2-1 4-16,-5-8-1 0,5-1-9 0,0-13-8 15,-2 3-6-15,2-8-16 0,0 5 15 0,-6-9-10 16,6 0-10-16,-7-4 3 0,1-17 7 0,4 15-16 16,-6 0-7-16,1 1-5 0,0 1 3 0,1 2-5 15,1 5 0-15,-5 1 1 0,2 5-5 0,-1-4-1 0,-1 9-2 16,4 8 0-16,-1 2 7 0,1 4-7 0,-1 4 4 15,0 0-9-15,4 6 0 0,1-2-17 16,-1 7-23-16,0 0-48 0,-1 0-69 0,4 8-51 0,-1-3-24 16,1 3-48-16,0 0-39 0,0 0-36 0,0 28-45 15,1-10-54-15,4-5-66 0,0 9-308 0,0-3-897 16,2-3 397-16</inkml:trace>
  <inkml:trace contextRef="#ctx0" brushRef="#br0" timeOffset="24933.64">19294 4995 234 0,'-10'-2'389'0,"10"2"-2"15,0 0-1-15,0 0-3 0,0 0-5 0,0 0-4 16,0 0-17-16,0 0-28 0,23-10-21 0,2 9-21 16,8-3-18-16,17 1-21 0,9-2-37 0,22-2-22 15,9 6-18-15,11-2-17 0,5 5-17 0,47-12-13 16,-50 12-14-16,53 1-8 0,-55 0-12 0,3 0-14 15,-1 1-17-15,1 1-23 0,-8 2-16 0,-10-5-16 16,-5 4-13-16,-20-3-24 0,-6 1-19 0,-1 0-17 0,-9-3-13 16,-12 2 3-16,-6-2 4 0,-7-1 1 0,-4-1 13 15,-4 1 9-15,-2-3-21 0,-4 2-15 16,-6 1-10-16,5-7-4 0,-5 7-2 0,0 0-10 0,-18-10-6 16,10 5-19-16,-2 0-20 0,-3 1-27 0,1 1-26 15,0 1-48-15,1-3-32 0,-1 2-255 0,1-2-592 16,4 4 262-16</inkml:trace>
  <inkml:trace contextRef="#ctx0" brushRef="#br0" timeOffset="25232.71">20904 4755 39 0,'-6'2'338'0,"6"-2"-2"0,-2 10 2 0,2-10 7 16,2 8 7-16,4-1 2 0,3 0 10 0,2 5-18 15,4-1-25-15,0 4-26 0,1-3-26 16,6 4-26-16,4 1-22 0,1 1-22 0,-6-1-21 0,6 3-20 16,-11 0-14-16,6-1-15 0,-2 4-13 0,-4-2-9 15,-7-3-11-15,6 5-11 0,-10-3-10 0,-2 6-10 16,-3-6-13-16,-2 3-23 0,-3 0-20 0,-3 0-26 15,-2 2-37-15,-10-3-58 0,4 1-44 0,-4-2-45 16,3 3-56-16,-4-6-65 0,2-2-71 0,3 1-290 16,-4-5-737-16,8 0 326 0</inkml:trace>
  <inkml:trace contextRef="#ctx0" brushRef="#br0" timeOffset="28398.98">22106 4630 132 0,'11'-13'332'0,"-9"-1"-8"0,5 5 12 16,-6-2-16-16,6 0-6 0,0 2 0 0,-2-2-5 15,-4 4-19-15,-2-1-20 0,1 1-15 0,0 1-16 16,0-1-27-16,0 0-20 0,0 7-22 0,-12-9-19 16,10 5-17-16,-6 1-14 0,-4 0-14 0,12 3-13 15,-23 0-10-15,10 0-6 0,-2 4-7 0,0-2-9 16,4 4-10-16,1-1-6 0,-5 2-2 0,0 0-5 16,5 4-3-16,2-2-4 0,-1-2-3 0,3 4-9 15,-1 1 2-15,6-1-4 0,-3-3-2 0,8 7-3 0,-1 0 5 16,2-3-11-16,1 5 3 0,4-7-4 0,5 7-10 15,2-7-4-15,-2 6-3 0,-2-3-6 16,10 5-7-16,-3-6-3 0,-3-1 1 0,9 7-8 0,-9-5 1 16,4 3 19-16,-8-4-14 0,1 2 2 0,-6-2 3 15,2-4 12-15,-4 0-15 0,3 6 5 0,-4-2-2 16,-2 0 4-16,-3-6-8 0,0 4 7 0,-3-2 7 16,-2-1-2-16,1 0 2 0,-6 0 9 0,1-1-1 15,-5 1-1-15,-4 0 4 0,-2-5 3 0,5 3-4 16,-5-3 3-16,4-2-4 0,1 0 3 0,0 0 1 15,7-2 21-15,-5-3-7 0,3 3 1 0,3-3-3 16,4 2 2-16,-7-4-1 0,10-3-8 0,0 1 1 0,5 2-11 16,5-8-16-16,5 6-6 0,0-6-9 0,14 0-11 15,-12 2 8-15,-4 3 0 0,9 3-9 16,-3-1 12-16,-2 3-2 0,-2 0 2 0,1-1 6 0,-2 3 4 16,-6 1-4-16,2-1 5 0,0 2 14 0,-10 1-13 15,10 0-1-15,-10 0 10 0,10 4-3 0,-10-4 1 16,8 8 1-16,-3-4-1 0,-3 5 7 0,1-6 1 15,-1 9-1-15,-2-4 3 0,5 6-3 0,0-6-6 16,-4 8 11-16,4-8-1 0,-2 2-1 0,4 0 2 16,0-1 1-16,1-1 1 0,-3-1-1 0,3-1 0 15,-1-5-1-15,1 5 2 0,2-1 1 0,5-3 5 16,-7-1-4-16,5-1 7 0,-13 0-3 0,22-6-2 16,-14 3 6-16,5-3 8 0,-4 0-14 0,-1-1 8 0,2-1 6 15,2 1 23-15,-6-4-9 0,2 0 1 16,-1 3 10-16,-2-3 8 0,-3 3 2 0,-1 0 7 15,6 1-12-15,-7-2 2 0,0 9-3 0,2-7-7 0,-2 7-1 16,0-5-14-16,0 5-2 0,0 0-3 0,0 0-9 16,0-7 2-16,0 7-1 0,0 0-4 0,0 0-13 15,0 0-8-15,0 0-7 0,0 0-11 0,3 16-5 16,-3-16-5-16,7 8-4 0,-2-4-8 0,1-2 0 16,1 3-7-16,6-1 4 0,4-1-14 0,4 1-4 15,7 1-1-15,9-3 1 0,-6-5 7 0,14-1 3 16,-2 3 9-16,6 2 4 0,-6-2 3 0,-3 1 10 15,-2-2 2-15,-10-3 5 0,2-2 3 0,2 2 4 16,-4-3 3-16,-2 2 13 0,-8-3 15 0,-3 2 21 16,0-1 8-16,-3 2 15 0,-2-2 5 0,-4-2 4 15,-1 3 6-15,-3-1 5 0,-2-1-3 0,-2 0 0 0,-3 4-4 16,-1 0-2-16,-2-3-7 0,-1 2-7 0,-4 2-9 16,0 2-2-16,3 0-2 0,-3 2-4 0,-2 0-1 15,0 4-6-15,0 1-2 0,-2 3 0 0,4 2-7 16,0 4 5-16,3 1 2 0,2 4-12 0,1 8 11 15,0-4-5-15,7 6-1 0,4 3-1 0,1 7 9 16,6-1-3-16,-2-10-2 0,9 14-11 0,0 1 1 16,0-3 6-16,4 4 1 0,-1-4-10 0,-4-4 4 15,4 3 1-15,-4-10 5 0,-1-4-8 0,-1 5-1 16,-5-3 3-16,3-4-5 0,-6-4 7 0,0-4-5 16,-4-3 6-16,0-3-5 0,-1 1 3 0,-2-6 8 15,0 1 23-15,0-5 3 0,0 0 7 0,0 0 1 16,-20-4 6-16,12-4-2 0,-2 1-1 0,-2-3-5 0,-3-8-2 15,4 2-7-15,-6-6-3 0,1-3-8 16,1-4-3-16,-5-10-10 0,7 3-30 0,3-4-29 16,5 8-37-16,0-12-30 0,5 1-24 0,10-7-36 0,1 8-46 15,-1-4-35-15,5-1-22 0,7-4 5 0,-6 4-4 16,6 6 29-16,-1 2 12 0,6 1 25 0,-12 10 25 16,1 0 24-16,-3 1 15 0,-1 4 45 0,1-3 38 15,-1 1 45-15,-2 9 34 0,-4-2 24 0,4 3 22 16,-5 1 17-16,2 0 11 0,-2 7 6 0,-2-4 4 15,-1 7-14-15,3-2-13 0,-3 3-9 0,-2 3-9 16,0 0-7-16,0 0-5 0,0 0-3 0,4 13-7 16,-4-5 0-16,2 7-5 0,-2 0 0 0,2 4-2 15,-2 1-2-15,-2 6 3 0,0 1-3 0,1-2-2 16,-2 2 0-16,6 2-4 0,-3-1 1 0,0-1 0 16,1 1-1-16,3-1-2 0,1-1-3 0,1-1 3 15,1-7-9-15,0 5 1 0,4-11 0 0,1 6 1 16,1-5 2-16,-1-1-3 0,3-1-1 0,-1-3 1 0,8-3-7 15,-6 2-5-15,4-6-6 0,0-1 4 16,-3-1-3-16,6-6 2 0,-7 0-2 0,3 0 2 16,-6-3 2-16,3 0-1 0,-2-4 2 0,-4 3 10 0,1-8 8 15,-7 3 12-15,5 4 22 0,-5-6 26 0,-3 1 19 16,3 1 25-16,-8 5 17 0,3 1 21 0,-3 2 10 16,0-4-12-16,-1 8-7 0,0-5-12 0,-4 6-15 15,4-3-11-15,-1 1-12 0,6 5-10 0,-14-1-7 16,14 1-13-16,-16 6-4 0,9-3-7 0,2 8-2 15,2-4-6-15,-2 5-4 0,3 1-4 0,2 2-1 16,0 0-6-16,2 0-5 0,-2 5 2 0,5-6-17 16,0 3-26-16,5-2-35 0,-3-3-41 0,2-2-48 0,0 3-44 15,2-4-60-15,1-3-57 0,-5-2-67 16,6 0-333-16,0-6-753 0,-3-3 333 0</inkml:trace>
  <inkml:trace contextRef="#ctx0" brushRef="#br0" timeOffset="28549.87">23433 4405 222 0,'-10'-8'225'0,"-1"3"-22"16,6 3-30-16,-5 1-29 0,10 1-25 0,0 0-44 16,0 0-51-16,0 0-77 0,11 21-136 0,4-12-205 15,5 1 91-15</inkml:trace>
  <inkml:trace contextRef="#ctx0" brushRef="#br0" timeOffset="29032.77">24592 4777 253 0,'0'-15'364'0,"0"3"-3"0,0-4-21 16,-7 3-11-16,7-5-22 0,-8 4-17 0,1 4-16 16,1-7-18-16,2 8-23 0,-2-3-23 0,-6 3-20 0,4 2-23 15,0 3-19-15,-11-4-15 0,8 6-2 0,-9 2-29 16,4 0-10-16,-6 3-7 0,0 6-11 0,-4 0-7 16,1 0-11-16,0 9 0 0,2-3-7 0,0 3-11 15,5 0 5-15,-5 0-9 0,9 3-6 0,4-3 3 16,-1-1-10-16,8-1 3 0,-4 0-7 0,7-1-6 15,0 0-4-15,3-3 6 0,2 2-10 0,5-5 9 16,0 0-2-16,5-2-1 0,2-2-8 0,6-2 1 16,-3-1-1-16,9-1 6 0,-1-4-8 0,2 0 5 15,-5-3-7-15,5-6 1 0,-2 0 7 0,-5-2-2 16,0 1 0-16,4-1-1 0,-11 2 1 0,-1 2 3 16,3-7 5-16,-8 5 16 0,-1 1 20 0,2 0 14 15,-4 2 15-15,-2 0 2 0,-5-1-6 0,3 3-9 0,-3 3-6 16,2-2-11-16,-2 6-13 0,1-6-3 0,-1 6-4 15,0 0-3-15,0 0-9 0,0 0 3 16,0 0-3-16,-6 16-2 0,6-5-12 0,0-2-19 0,3 1-25 16,-1 6-22-16,3-1-33 0,1 1-31 0,-1-4-25 15,7 4-26-15,-4-1-32 0,2-3-30 0,0 2-51 16,5-6-36-16,0-1-48 0,3 1-198 0,2-7-624 16,-5-1 276-16</inkml:trace>
  <inkml:trace contextRef="#ctx0" brushRef="#br0" timeOffset="29516.03">25069 4641 132 0,'-7'-4'305'0,"-3"-1"-2"0,-2-1-11 0,-2 1-8 16,4-2-4-16,-7 4 0 0,-3 2-22 0,0-3-4 16,-1 4-8-16,4 5-17 0,-3-2-26 0,6 4-18 15,-3 1-13-15,0-4-14 0,6 4-16 0,-2 8-16 0,1-4-12 16,5 5-13-16,2-2-7 0,2 0 2 0,3 0-26 15,5 2-8-15,2 2-1 0,6-2-3 16,-1-1-2-16,6 2-6 0,-2 0-1 0,12 1-7 0,-6-2-15 16,8-8-30-16,0 3-25 0,1-3-33 0,2-4-15 15,-1-4-25-15,4-1-16 0,0 4-10 0,9-11-15 16,-15 2-12-16,6-3-16 0,-6-4-16 0,5 1-11 16,-7-7-3-16,10-5-2 0,-15 2 4 0,4-2-8 15,-6 1-9-15,-3-2-6 0,-3-3 9 0,0-4-108 16,2-8-344-16,-12 9 1125 0,-5-2-582 0,5 2 40 15,-9-10 42-15,3 12 48 0,-4-4 43 0,-4 3 48 16,1 1 35-16,-5 6 24 0,1-2 13 0,1 5 12 16,1 3 0-16,2 2 9 0,-2 1-2 0,6 4-13 15,-2 3-18-15,1-2-19 0,0 4-17 0,0 1-20 16,5 3-3-16,0 0-11 0,-15 7-8 0,8 1-6 16,6 1-10-16,-6 9-3 0,7-2-9 0,-2 7-2 15,2 4-2-15,0-3-8 0,2 3-4 0,5 3-8 0,-6-2 0 16,4 2 1-16,-3-1-1 0,6 3-15 0,-3-4 8 15,3 3-17-15,1 0-23 0,1-6-26 16,0-1-17-16,-2 1-31 0,2-2-28 0,-5-5-30 16,1-1-33-16,3 0-26 0,-6-6-36 0,4 0-6 0,-4-3-21 15,0 0-143-15,-3-5-448 0,0-3 199 0</inkml:trace>
  <inkml:trace contextRef="#ctx0" brushRef="#br0" timeOffset="29732.15">25497 4791 2 0,'-1'-9'53'0,"-4"0"27"15,1-3 38-15,-1 1 34 0,-1-4 26 0,6 6 30 16,-7-1 20-16,5-2 11 0,2 4 9 0,-1-1 3 15,-1 2-4-15,2-1-9 0,2 1 11 0,-1 2-9 16,-1 5-24-16,2-8-9 0,5 5-19 0,-7 3-29 16,8-8-16-16,4 7-21 0,-12 1-9 0,18 1-17 15,-3 3-6-15,1 1-10 0,2-2-8 0,4 3-12 16,-5-3 2-16,6 7-7 0,-10 1-9 0,8-5-1 16,-6 1-9-16,4 7-1 0,-5-8-7 0,0 1-23 15,-4 1-13-15,-4 1-8 0,3-1-8 0,-6 1-15 0,3-2-12 16,-1 4-19-16,-3-1-19 0,-2 1-31 15,0 0-29-15,-2-3-31 0,2 4-37 0,-1-5-31 16,-3 2-42-16,3-1-225 0,2-1-558 0,-2 0 248 16</inkml:trace>
  <inkml:trace contextRef="#ctx0" brushRef="#br0" timeOffset="30382.25">26078 4687 212 0,'0'0'339'0,"-15"-3"1"16,10 2-4-16,-5-2-7 0,10 3-18 0,-16 3-14 15,4-2-25-15,4 2-19 0,0 2-23 0,-1-2-26 16,-2 5-27-16,8-1-6 0,-4-1-16 0,0 1-17 16,2 4-11-16,10 1-11 0,-5-1-11 0,0 1-11 15,2 1-6-15,5-3-10 0,1 5-9 0,3-3-4 16,-1 0-4-16,5 0-11 0,-1-4-3 0,0 3-15 0,3-3-13 15,1-1-22-15,-3-3-9 0,0 4-13 16,-3-7-1-16,6 1-6 0,-7-2-1 0,-4-8-1 16,5 5 0-16,-2-5-2 0,-4 4 4 0,-1-7 4 0,-2 3 3 15,-3-8 2-15,0 6 4 0,0-2 3 0,0-3-3 16,-8 2 1-16,2-4 6 0,-1 0 4 0,4 2 3 16,-6 3-2-16,3 2 2 0,-1-2 6 0,0 3-3 15,2 1 3-15,5 1 1 0,-4-1 0 0,0 1 0 16,4 7-6-16,4-9 5 0,-4 9-16 0,1-4 10 15,-1 4-1-15,0 0 3 0,15 0-9 0,-15 0 7 16,20 1-3-16,-4 2 2 0,-6 1 1 0,2-2 4 16,6 1 1-16,-3 0-8 0,0 4-2 0,5 1 9 15,-5-2-3-15,0 2 6 0,0 1-7 0,-2-1 3 16,-3 0-5-16,-4-1 1 0,8-2-3 0,-6 6 0 16,0-3 0-16,-3 3 2 0,-3 1-1 0,9 0 4 15,-6 6-1-15,4-5 0 0,-8 2 7 0,4 4-5 16,0-4 3-16,0-2-6 0,-3 1 0 0,1-6 1 0,0 0 2 15,-1 1 1-15,3-3 2 0,-3-3 5 16,1 0 9-16,-3-3-6 0,0 0 7 0,0 0-4 16,0 0 5-16,22-10 2 0,-16 3 11 0,1-3-12 15,3 0-6-15,-4-5 7 0,3 0-7 0,-3-2 6 0,4 0-8 16,-2 1 1-16,1 1 16 0,-1 0-3 0,0 3 10 16,1-3 15-16,0 3-1 0,1 0 11 0,-1 3 6 15,-6 3 3-15,4 0-16 0,-2-1-2 0,-2 5-9 16,-3 2 1-16,5-6-18 0,-5 6-4 0,6-1 3 15,-6 1 7-15,0 0-20 0,0 0-15 0,15 10-25 16,-10-1-8-16,-3-1-22 0,5 1-27 0,-6 1-28 16,4-4-32-16,-3 3-44 0,6 3-39 0,-8-3-42 15,7-1-63-15,-7-1-234 0,6 2-617 0,-1-2 274 16</inkml:trace>
  <inkml:trace contextRef="#ctx0" brushRef="#br0" timeOffset="30582.26">26249 4246 385 0,'-18'-13'383'0,"6"3"-36"0,-3-4-33 15,2 5-35-15,5-2-31 0,-1 6-29 0,3-2-52 16,-1 0-77-16,0 4-97 0,7 3-145 0,-15-6-228 15,7 2-409-15,0-1 181 0</inkml:trace>
  <inkml:trace contextRef="#ctx0" brushRef="#br0" timeOffset="54765.71">7072 7290 98 0,'-6'-17'312'16,"-4"6"-13"-16,-4-1-24 0,-2 2-21 0,-1-2-12 0,-1 0-13 15,-3 10-16-15,4 0-28 0,0-2-15 16,-2 2-16-16,2 4-14 0,0-1-14 0,-2 4 4 16,5 4-27-16,-1 1-12 0,7 0-9 0,0 7-9 0,-4 1 5 15,7 1 20-15,2 1-14 0,3 9-4 0,3-10-4 16,4 8-6-16,3 2-3 0,0-2-7 0,5-2-5 15,5 0-3-15,-6-1-4 0,8-1-5 0,1 1-4 16,-1-2-11-16,3 2 1 0,-1-4-5 0,0 4 4 16,-6-4 0-16,0-3-5 0,0 6-4 0,-5-8-7 15,-4 0 4-15,4 1 0 0,-5 0 1 0,-1-3-4 16,-2-3 5-16,-5 2-9 0,0 0 1 0,-5-1 2 16,0 1 0-16,-5 0 1 0,-3-3 1 0,1-1 0 15,-3 2 13-15,-3-3 3 0,-4-2 4 0,4 0-1 16,-3 0-4-16,-2 0 1 0,1-3-1 0,2-2 18 15,-1 0 7-15,4-2 6 0,-3-3-7 0,5 1 1 16,0 1-2-16,1-9-2 0,5 9-1 0,-1-5-3 0,5 1-7 16,0 2-2-16,0-2-7 0,2-1-6 0,3 8 0 15,0-10-7-15,8 7-1 0,-3-4 0 16,5 2-5-16,-3 2-1 0,3 0-2 0,1 3 3 0,4-1-1 16,7-3-12-16,-6 8-9 0,11-8-18 0,-6 3-7 15,8 1-5-15,-6 0-7 0,7-2-3 0,-2-2-11 16,-2 1 6-16,4-3 12 0,1 0-18 0,-2 3 2 15,-3-6 3-15,-4 1 12 0,7 0 3 0,-9 0 1 16,5-4 6-16,-10 3 4 0,1-1 3 0,-1 0 1 16,-1-2 8-16,-3-2 4 0,-3 4 12 0,-1-6-4 15,0 9 22-15,-4-5 8 0,4 1 10 0,-7 0 6 16,0 6-2-16,-5-4 0 0,3 2-2 0,0 3 9 0,-3-2-21 16,-1 1 1-16,6 5-5 0,-15 0-8 0,15 0 1 15,-22 5 0-15,14-2-9 0,-4 3 9 16,-1 6-5-16,7 1 2 0,-8-1-1 0,6 7-6 0,1-6 4 15,-1 5 5-15,8-2-11 0,0-1-2 0,5 5 7 16,3-2 7-16,2-3-7 0,10 3 11 0,2-3-23 16,8 0-12-16,1-3-11 0,10 0-22 0,6-2-17 15,-4-2-10-15,3-4-4 0,2-4-7 0,-3-4-2 16,-2 1 3-16,-8-2 8 0,-1-5 11 0,-2 1 2 16,-2-2 6-16,-1-2 7 0,-2-1 8 0,-12 2 9 15,6-3 4-15,-7 2 20 0,-5-2 14 0,3 0 17 16,-7 0 16-16,-2 3 7 0,-6 0 7 0,1-1 15 15,-1 2 5-15,-9 4 4 0,6-2 1 0,-11-1-3 16,2 3-4-16,-4 5-3 0,-3-4-3 0,-1 6-12 16,-5 6 2-16,1-4-4 0,-3 4 0 0,2 5-7 15,-3 2-3-15,6-4-2 0,0 6-9 0,2-3-3 0,1 6 11 16,8-3-18-16,0-2 2 0,1 2-4 0,5 0 5 16,1-1-7-16,7 3-9 0,0-2 12 0,5-7 8 15,-3 3-10-15,6-5-3 0,4 3 1 0,-1-4 0 16,4-1 2-16,5-3-8 0,0-1 4 0,-4-1 2 15,9-7-1-15,-5 1-3 0,2 1-2 0,1-4 1 16,-3-1 1-16,3-4-4 0,-8 3 2 0,6-4 1 16,-4 2 11-16,-9 1 22 0,5 1 23 0,1 0 14 15,-11 1 6-15,4 3 17 0,-1-4-4 0,1 7-4 16,-7-1-4-16,8-3-10 0,-8 4-9 0,5 0-11 16,-5 5-10-16,0 0-4 0,0 0-6 0,2-4-1 15,-2 4-6-15,0 0-1 0,0 19-14 0,0-9-22 16,0-5-27-16,0 7-22 0,6-1-25 0,-6 2-30 0,7-1-21 15,0-2-18-15,1 2-18 0,0 1-7 16,5-1-23-16,-4-5-5 0,-1 3-4 0,3-6-8 16,-1-1 0-16,4 2 1 0,-3-4 8 0,1-2 11 0,1-3 35 15,-3 0 12-15,-2-2 15 0,5-2 14 0,-6-2 19 16,1 0 28-16,-1-1 32 0,0-1 23 0,-1-3 25 16,-2-2 20-16,-1 4 21 0,-1-1 13 0,2 4 20 15,0 0 16-15,-3-1 1 0,6 4 8 0,-7-4-1 16,5 2-3-16,-5 1-4 0,2 2-11 0,-2 6-5 15,5-4-17-15,-2-1-6 0,-3 5-9 0,12-1 1 16,-12 1-2-16,9 6-15 0,0-3 1 0,-1 4-3 16,2-2-3-16,0-1-5 0,5 7 2 0,0 1 0 15,0-3-2-15,-1 3-5 0,3-3 2 0,-2 3-5 16,1-3-1-16,1 1-1 0,-9-1-10 0,6-1-4 16,-5-2-15-16,3-1-1 0,-4-1-9 0,-4 5 9 15,2-7 2-15,-1 2 1 0,2-3 1 0,-7-1 10 0,0 0-11 16,0 0 7-16,0 0-2 0,0 0 5 0,0 0-1 15,0 0-4-15,-15-17-5 0,12 14-15 0,3 3-3 16,-2-11-17-16,4 3-14 0,-2 3-16 0,3-2-20 16,0 0-19-16,4-1-10 0,1-4-10 0,5 8-14 15,2-7-4-15,2 2 5 0,6 2 13 0,-10-4 11 16,9 6 10-16,-7-3 13 0,0 0 10 0,1 2 11 16,-1 2 23-16,-3-1 23 0,-4 2 25 0,-1-1 24 15,1 1 19-15,-2 0 16 0,-6 3 27 0,0 0 21 16,0 0 23-16,0 0 17 0,0 0 1 0,0 0 4 15,-21 18-7-15,14-11 2 0,-6 5-1 0,3 0-14 16,-3 2-4-16,5 4-10 0,-7-3-11 0,6 3-1 16,1-6-13-16,-3 7-11 0,9 1 0 0,-1-2-6 15,3 2-9-15,3-1 2 0,4-3-3 0,1-1-7 16,7 2-5-16,0-3-7 0,6-2-13 0,2-4-24 16,5 0-28-16,2-5-17 0,-2-3-17 0,2-1-9 15,-2-4 1-15,0-4-1 0,2-3 6 0,-3-3 3 0,-2-5 6 16,-1-2 3-16,8-10 6 0,-11-2 4 0,7-2-4 15,-8-6-7-15,3 0-9 0,-6-3 7 0,-2 1 7 16,-4 1 2-16,-1 0 10 0,-1 2 30 0,-9 9 33 16,3 3 30-16,-3 6 32 0,0 2 33 0,-3-6 22 15,1 7 14-15,0 1 8 0,2 4 11 0,-5 0 4 16,4-3-6-16,-4 11-11 0,5-1-16 0,-2 0-17 16,2 8-19-16,-5-7-16 0,5 7-8 0,0 0-4 15,0 0-10-15,0 0-8 0,-3 27-5 0,5-12-7 16,2 1-6-16,0 4-1 0,2 7-3 0,3 0-4 15,-1 0-5-15,-1 3-1 0,4-3-2 0,-3 6-6 16,1 0-1-16,-1-6-10 0,-1 0-21 0,-1-3-5 16,3 2-7-16,-3-7-5 0,1-4-1 0,-6 2 5 0,4-9-4 15,-3 3 6-15,3-2 7 0,-2-5-1 16,-3 4 4-16,0-8 6 0,0 0 0 0,0 0-2 16,0 0 2-16,0 0 5 0,12-20 6 0,-7 11 6 0,-5 2 8 15,0-4 11-15,3 1 6 0,0 1-4 0,6 1 1 16,-4-1-5-16,-4 2-1 0,3-1-8 0,-1 4-5 15,4 1-4-15,-1-2 1 0,-6 5-3 0,17 0-3 16,-17 0-33-16,21 8-38 0,-7 0-43 0,2-1-52 16,4-1-52-16,-5 8-47 0,1-4-61 0,4 2-60 15,3 1-384-15,4-2-826 0,-9-2 366 0</inkml:trace>
  <inkml:trace contextRef="#ctx0" brushRef="#br0" timeOffset="55032.68">9861 7027 52 0,'0'-4'361'16,"-3"-2"-29"-16,3 6-41 0,0 0-32 0,0 0-21 0,0 0 0 16,0 0-1-16,3 27-17 0,-3-10-13 0,5 10-13 15,-3 0-21-15,-1 0-18 0,8 5-16 0,-4 8-13 16,0 0-6-16,4-1-13 0,-2 3-14 0,-2-12-3 15,-2 10-1-15,6 1-21 0,-3-8-3 0,3-5-13 16,-3 1 3-16,1-4-18 0,1-7-32 0,-3 2-32 16,-3-6-27-16,-1-2-15 0,4-4-3 0,-1-3-27 15,-1-3-24-15,-3-2-30 0,0 0-19 0,0 0-34 16,8-22-12-16,-6 7-22 0,-2-1-2 0,0-7-146 16,5 0-421-16,-10-8 186 0</inkml:trace>
  <inkml:trace contextRef="#ctx0" brushRef="#br0" timeOffset="55249.9">9964 7192 92 0,'-7'-25'212'15,"-1"1"41"-15,1 4 26 0,7 1 18 0,-8 3 11 16,1-1 25-16,1 2 13 0,-1 0 1 0,5 3 9 0,-6-2 4 16,3 5-7-16,3-1-15 0,-1 2-12 0,3 1-21 15,-1 0-20-15,1 1-35 0,0 6-24 0,-5-8-24 16,5 8-25-16,5-6-21 0,-5 6-15 0,0 0-13 16,19 3-13-16,-19-3-13 0,22 9-21 0,-7-1-38 15,0-1-35-15,5 5-31 0,-4-3-33 0,-1 4-38 16,0 1-31-16,5 1-37 0,-5-2-22 0,1 7-19 15,-4-2-20-15,-1-2-15 0,3 1-16 0,-6 8-15 16,-3-4-3-16,-5-3-10 0,3 6-8 0,-9 0-5 16,-3-4-2-16,-2 1-9 0,-1-5-169 0,-8 8-514 15,2-4 228-15</inkml:trace>
  <inkml:trace contextRef="#ctx0" brushRef="#br0" timeOffset="56449.05">10080 7401 52 0,'0'0'235'0,"14"0"-5"0,-14 0-2 0,15 1-13 0,-15-1-2 15,10 0-10-15,-1 3-11 0,-3 1-11 0,1-1-10 16,3-1-6-16,0 3-18 0,3-2-13 0,2 3-14 16,0 0-9-16,0 1-14 0,3 4-7 0,-3-4-8 15,0 2-9-15,6 2-5 0,-6-2-10 0,5 1-6 16,-5-1-5-16,-2 2-2 0,-3 0-5 0,5-3-8 15,-9 3-5-15,3-3 7 0,-8-1-12 0,4-1-5 16,-5 1 3-16,0 1-3 0,0-8 0 0,-5 7 4 16,0 0-4-16,-1-6-2 0,6-1 6 0,-13 0 11 15,13 0 20-15,-14 0 10 0,14 0 11 0,-8-4-1 16,8 4 10-16,-7-11-8 0,7 5-4 0,0 6-3 0,5-14-7 16,-3 10-7-16,6-4-2 0,-1 1-8 15,1-1-4-15,4 7-3 0,-1-2-7 0,-1-1-8 16,0 2 1-16,5-1-4 0,-5 1 0 0,-10 2 1 0,27 2-3 15,-18 1-4-15,3-1-1 0,1 2 0 0,2 5 0 16,0-3-7-16,0-2 6 0,0 5 1 0,0 1-4 16,1-5 1-16,-4 3-4 0,6-1 7 0,-1 0 3 15,3-6-10-15,-1 3-16 0,-2-1-29 0,-2-3-13 16,6 0-13-16,-4 0-11 0,1-3-10 0,-3-2-22 16,-5-2-7-16,5-3-10 0,-2 1-9 0,0-3-3 15,-1-3 0-15,-4 0-7 0,2-2 2 0,-5-2 1 16,2-7 3-16,-4 10 1 0,-3-11 12 0,0-3 2 15,-3 3 10-15,1 0 5 0,-5 2 16 0,6-2 9 16,-3 0 5-16,-4 7 5 0,5-7 21 0,-2 4 20 16,2 8 31-16,-2-1 33 0,3 0 27 0,-3-1 19 15,-3 8 14-15,4 1 9 0,-1 1 3 0,-3-2 8 0,3 3-5 16,-1 1 3-16,2 2-1 0,-2-1 7 0,6 4-7 16,-12-5-10-16,12 5-9 0,-10 0-8 15,10 0-8-15,0 0-7 0,0 0-11 0,0 0 3 0,-8 11-7 16,8-11 0-16,2 9-8 0,3-3-1 0,-5-6-4 15,9 9 9-15,-4-1-21 0,2-4 6 0,1 3 2 16,-1-2-9-16,1-1 7 0,0 4-12 0,1-2-3 16,-1-3 1-16,0-2-3 0,4-1 2 0,-12 0-3 15,16 0 2-15,-7 0 15 0,-9 0-18 0,20 0-1 16,-12 0 2-16,-2-3 9 0,3-2 13 0,-1 2 3 16,-1-4 5-16,-7 7-6 0,6-9-8 0,-1 8 3 15,-5 1-5-15,10-2-2 0,-10 2-10 0,0 0 1 16,0 0-6-16,0 0-3 0,15 8 4 0,-15-4-5 0,7 4 0 15,-7 1 4-15,1 0-13 0,6 12 5 16,-5-3 2-16,4 5 3 0,1-3-4 0,1 6 9 16,-1 1-8-16,1 13-1 0,-1-11-2 0,-1 1-1 0,8 0 1 15,-6-3 4-15,0 1-7 0,-1-5 8 0,-2-4-1 16,-2-4-1-16,0-1 5 0,1-2 1 0,1-3 38 16,-2-2 38-16,-3-2 27 0,0-5 3 0,0 0-9 15,0 0-4-15,-23 0-3 0,13-8-4 0,-3 0-1 16,-7-8-1-16,-2 1-7 0,6-4-6 0,-4 7 2 15,3-11-10-15,2 4-2 0,2-4-7 0,5 1-5 16,-1-4-6-16,3 7-7 0,8-7 1 0,2-1-11 16,5-1-4-16,6-11-7 0,0 12-5 0,8-13-17 15,5 6-23-15,2 6-7 0,6-2 1 0,-3 0 2 16,-8 9 1-16,3 3 4 0,-5-2 1 0,2 7 2 16,-5-1-1-16,-5 7 2 0,1-5 6 0,-1 1-11 15,0 7 8-15,-10 1-4 0,5 0 0 0,-5 1-2 0,-5 2 3 16,17 0 2-16,-11 4 3 0,1 0-3 0,0 5 2 15,-1 1 1-15,-4 2 1 0,-1 7 6 16,4-3-2-16,-5 3-2 0,0 12 4 0,0-4-4 0,0 1 3 16,0 1 2-16,0 3-3 0,0 5 1 0,0-8 2 15,2 3 1-15,5-3 1 0,-1 2-2 0,-4-7 7 16,10-5-5-16,-4 4-1 0,5-3 1 0,-3-7-1 16,7 1 3-16,-4-7 0 0,2 2-16 0,5-5-14 15,-2-1-12-15,2-6-7 0,3-1 0 0,-3-4 0 16,8 0 6-16,-7-3-1 0,6-5 2 0,-6-3 5 15,1 2 9-15,-6-3-2 0,-2 10 2 0,0-9 6 16,-2 4 9-16,-2-1 25 0,-3 4 23 0,1-3 30 16,-3 4 9-16,-3 1 7 0,-2 1 3 0,4 3-10 0,-8 0-8 15,-3 1-6-15,7 5-9 0,0 0-7 16,0 0-6-16,0 0-2 0,-23 12-2 0,18-1-4 16,-4 1-3-16,3 0-5 0,6 6-7 0,0 2-48 0,5-4-65 15,1 2-62-15,4 3-66 0,9 3-75 0,-1 3-95 16,3-5-452-16,17 1-915 0,2 0 405 15</inkml:trace>
  <inkml:trace contextRef="#ctx0" brushRef="#br0" timeOffset="57299.13">13577 9550 321 0,'-17'-1'374'0,"17"1"7"0,-13-6 21 0,6 0 3 16,1 0-5-16,4-2-21 0,-1 4-20 0,1-7-19 15,4-4-27-15,3-2-41 0,5 3-17 0,3-10-23 16,7 0-21-16,-4 1-23 0,6 0-20 0,9-9-16 16,3 1-18-16,-1 5-9 0,1 0-14 0,3-1-5 15,-7 10-16-15,-1 3-12 0,-2 1-9 0,-9 5-3 16,2 2-16-16,-2 3-6 0,-1 3-6 0,-6 3-9 16,1 2-4-16,-2 2-4 0,-4 5-4 0,3 1-6 15,-8 7-2-15,-1-2-1 0,-5 7 1 0,-1 4 6 16,1-1-8-16,-8 1-2 0,-2 10 2 0,0-14 3 15,5 4-5-15,-2-7-1 0,1 5-1 0,-3-1 5 16,3-11-9-16,-1 3 3 0,4-6 2 0,1-2 5 0,2-1-4 16,-1 2 6-16,-1-5 0 0,7-5-2 0,0-1 1 15,0 0-6-15,0 0 2 0,20-13-2 16,-5 3 1-16,0-6 0 0,1 6-2 0,4-10 0 0,2 0-1 16,-1-2-1-16,1-3 1 0,-1-1 2 0,-3 6-2 15,1-3 4-15,-3 2-2 0,-3 4-1 0,-3 5 6 16,0-1 30-16,-3 4 17 0,1 0 0 0,-3 5-6 15,3-3-8-15,-8 3-9 0,0 4-4 0,0 0-2 16,0 0-5-16,0 0 2 0,7 18-4 0,-9-7 0 16,-3 5-3-16,5-3-2 0,0 6 1 0,5 0 0 15,-1 5-1-15,9 2-1 0,0 1-7 0,4-2-48 16,3 2-45-16,1-5-53 0,4 0-68 0,8 5-65 16,-6-10-73-16,1 2-73 0,15-3-86 0,-12-9-311 0,-1 0-882 15,5-5 391-15</inkml:trace>
  <inkml:trace contextRef="#ctx0" brushRef="#br0" timeOffset="57600.71">14615 9423 184 0,'-7'0'464'0,"7"0"-12"0,-12 3-11 0,12-3-26 15,0 0-29-15,0 0-26 0,0 0-29 0,40-4-22 16,-10 2-28-16,13 0-27 0,5-1-24 0,12-1-21 16,24 1-21-16,5 3-21 0,6-3-15 0,9 1-8 15,0 2-19-15,1-4-15 0,48 5-11 0,-48-1-9 0,49 0-10 16,-45-1-9-16,-6 0-5 0,46-1-7 0,-57 4-5 16,-1 0-9-16,5-3-2 0,-8-2-4 0,0-2-9 15,-29 1-21-15,-2 1-22 0,-3 0-22 0,-11 0-16 16,-11-3-10-16,-3 5-39 0,-9-6-14 0,-5 3-34 15,-2 1-27-15,-4-2-40 0,-9 2-47 0,0 3-46 16,-9-12-50-16,3 7-317 0,-7-3-730 0,-4 1 322 16</inkml:trace>
  <inkml:trace contextRef="#ctx0" brushRef="#br0" timeOffset="57850.47">16707 9232 193 0,'-10'5'405'0,"3"-1"8"0,-1-1-3 16,3 2-7-16,-2 1-5 0,6 0 1 0,-1 0-5 0,2-6-19 15,2 13-21-15,3-5-26 0,3-2-30 0,2 5-29 16,5-1-22-16,1 2-24 0,3 2-22 0,5-4-15 16,0 3-28-16,0 3-14 0,0 2-14 0,0-5-38 15,-2 2-53-15,-6-2-51 0,-1 7-57 0,-3-7-63 16,-4 7-58-16,0-2-63 0,-8 0-65 0,0 1-65 15,-8-1-73-15,0 1-252 0,-12 0-767 0,12-4 339 16</inkml:trace>
  <inkml:trace contextRef="#ctx0" brushRef="#br0" timeOffset="58265.75">18261 9201 194 0,'21'-19'332'15,"3"2"-19"-15,4-17-11 0,-8 11-23 0,4-10-22 16,-7 6-6-16,5-8 0 0,-9 7-11 0,0-2-3 15,-10 0-1-15,2-2-14 0,-3 4-12 0,-4 1-15 16,-4 3-12-16,-4-2-14 0,-3 1-15 0,-9 7-13 16,0 0-14-16,-1 6-15 0,-3 4-8 0,-6 4-1 0,-2 7 1 15,4 1 0-15,-2 7-5 0,-4 13 9 16,3 6 6-16,-4-3 0 0,4 6 0 0,4 4 2 0,7 4 0 16,5 1-4-16,3 6-1 0,7 0-7 0,7 2-8 15,0-3-8-15,13 5-6 0,4 0-3 0,-2-1-11 16,8-2-10-16,3-1 2 0,-1 2-7 0,3 0-5 15,-5-3 0-15,4 0-9 0,-2-1-7 0,1 1-10 16,-4-6-37-16,-7-1-40 0,3-3-44 0,-12-8-50 16,1-11-65-16,1 1-45 0,-8 1-37 0,0-5-36 15,0-6-44-15,0-3-41 0,-6 3-332 0,-3-7-810 16,9-2 359-16</inkml:trace>
  <inkml:trace contextRef="#ctx0" brushRef="#br0" timeOffset="58449.07">18026 9504 23 0,'-10'-8'359'0,"-5"4"5"0,8-5-1 16,-6 2 17-16,8 3 0 0,0 0-1 0,-1 1-13 15,1-3-16-15,-4 0-21 0,9 6-24 0,-6-8-31 16,6 8-28-16,0 0-28 0,6-10-24 0,-6 10-17 16,15-1-44-16,0 1-57 0,0 1-66 0,7-2-60 15,1-1-57-15,-2-3-48 0,1 4-61 0,6-3-74 16,0 0-85-16,-6-1-248 0,2-1-674 0,8-3 299 15</inkml:trace>
  <inkml:trace contextRef="#ctx0" brushRef="#br0" timeOffset="59332.53">17445 8666 193 0,'-23'-18'382'0,"5"-1"3"16,-2 0-12-16,6 6-9 0,5 1-17 0,-3 1-20 15,5-4-18-15,4 4-31 0,-2 2-29 0,5-1-25 16,3 2-26-16,9 3-20 0,0-3-19 0,9 1-13 16,11 2-15-16,1 2-18 0,15 0-7 0,3 7-14 15,7-4-9-15,1 3-7 0,1 4-8 0,3-2-9 0,21 6-2 16,-21-3-9-16,18 0-1 0,-21 3-5 0,0-3-5 15,1-4-4-15,-3 4-4 0,0-4-5 16,-7 2-2-16,0 0 8 0,-4-6-13 0,-13 2-1 0,-2-1-1 16,-2 0-1-16,-9-1 3 0,-4 0-2 0,3 0-2 15,-12-2 1-15,0 0-3 0,5-3-3 0,-4 4-3 16,-9 1 2-16,6-7-5 0,-6 0 0 0,0 7 0 16,0 0-3-16,0-7 0 0,0 7-1 0,0 0 2 15,0 0-3-15,-6-6-2 0,6 6-2 0,0 0 0 16,0 0-1-16,0 0-3 0,-7 18 5 0,7-9 4 15,0 4 2-15,0 4 0 0,7 4 4 0,-7-1-5 16,5 7 3-16,1 4 15 0,2 8 8 0,1 0 7 0,-3 3-5 16,3 1 3-16,-1 3 5 0,5 0 1 0,-6 6 0 15,1 0 1-15,0 0-2 0,1 4 3 16,-1-3-9-16,3 1 2 0,3-2-5 0,-4 3 1 0,1-7-4 16,4 5-2-16,0-6-2 0,0 0-1 0,0-1-3 15,-4 1 2-15,3-6-2 0,1-2-5 0,-4-11 0 16,1 2 0-16,-2-6 3 0,0 0-3 0,-2-6-2 15,0-2 0-15,-1-1 5 0,-1-6-3 0,3 2 2 16,-9-7 7-16,6 1 6 0,1 1 14 0,-7-6 4 16,8 1-4-16,-8-1 4 0,0 0 3 0,8-9-5 15,-3 5-2-15,-5 4-5 0,0-11-3 0,0 3-7 16,-5 0 0-16,5 0-4 0,-8-3-6 0,8 4-4 0,-13 3 1 16,5-5 4-16,-6 2-6 0,-2-1-3 0,-2 0 1 15,-1 3-5-15,-9-2 0 0,0 4 0 16,-3-2 10-16,-6 5-13 0,-7-2 1 0,-3 2 1 0,-2 0-1 15,-4 2 2-15,0 3-1 0,0-8 3 0,-5 8-3 16,-2-4 0-16,-4-1 3 0,-1 2 6 0,-19-4 4 16,-1 2 9-16,26-1 5 0,1-4 1 0,-7 4 1 15,6 2 1-15,6-3 3 0,5-5-1 0,1 4-4 16,16-1-1-16,-1 1 11 0,4 0 8 0,7 0 15 16,-1-1 0-16,7-4 10 0,5 2-4 0,-1-2 5 15,3 1-9-15,4-1-3 0,1-2-6 0,3 0-3 16,-3-4-6-16,6-3-8 0,0 1-5 0,1-2 5 0,0-2-1 15,3 4-3-15,1-12 1 0,-1-1-8 16,0-13 4-16,-2-2-4 0,1 1-4 0,-9-5-3 16,0-3 0-16,1 0-4 0,-5 0-3 0,-6-3 2 0,5 2-2 15,0-1-3-15,-6 7-2 0,3-4 1 0,-4 8 10 16,0 0-23-16,2 13 8 0,1-1-2 0,-3 10 0 16,4-4 1-16,-1 5-2 0,2 3-11 0,3 2-44 15,1 5-51-15,3 2-64 0,-4 4-52 0,7 3-51 16,0 0-56-16,-7 18-61 0,7-3-80 0,7 5-94 15,-4 2-348-15,9 5-988 0,3 0 438 0</inkml:trace>
  <inkml:trace contextRef="#ctx0" brushRef="#br0" timeOffset="60016.82">19216 9291 314 0,'-18'-9'370'0,"1"-3"9"0,-6 3 8 16,7 0 10-16,1 0 8 0,5 3-4 0,-5 1-7 16,5-1-11-16,5 5-6 0,0-2-10 0,5 3-14 15,-5-9-30-15,5 9-29 0,15-12-32 0,13 6-27 16,23 3-23-16,7-7-20 0,33 2-18 0,5-1-21 16,12 3-16-16,42 0-13 0,6-11-13 0,5 12-11 15,-14-2-7-15,-43 2-17 0,-1 0-12 0,52 2-38 16,-60 1-28-16,2 4-32 0,-6-8-29 0,-5 9-32 15,-23-6-25-15,-3 3-26 0,-7-1-24 0,-5 2-22 16,-15-2-24-16,-13 1-9 0,-5 0-4 0,-2 0-13 16,-6 0-18-16,-7 0-42 0,0 0-28 0,0 0-35 15,0 0-39-15,-43 5-214 0,21-5-670 0,1 0 296 0</inkml:trace>
  <inkml:trace contextRef="#ctx0" brushRef="#br0" timeOffset="60283.4">20823 8919 377 0,'-8'-3'389'0,"8"3"-5"16,-15 3-15-16,15-3-3 0,-2 6 18 0,2-6 12 15,0 0-12-15,17 13-28 0,4-4-32 0,4-1-34 16,10 4-29-16,-5-2-25 0,14 2-20 0,1 7-26 0,1-4-15 15,-4 4-18-15,1-3-19 0,-13 1-17 16,8 2-10-16,-12-2-14 0,-3 1-34 0,1 0-31 16,-13 0-35-16,-3-1-34 0,-1 1-33 0,-7 1-31 0,0-4-31 15,-8 4-21-15,-5-5-28 0,-6-1-30 0,-5 4-38 16,-3-4-32-16,-3 2-37 0,5-4-54 0,-6-3-246 16,-2-3-670-16,10-3 296 0</inkml:trace>
  <inkml:trace contextRef="#ctx0" brushRef="#br0" timeOffset="61532.52">22031 8884 260 0,'7'-12'346'0,"5"-1"-12"16,-2-2-19-16,4 5-18 0,-5-6-13 0,1 8-6 16,3-4-8-16,-7-2-8 0,1 5-12 0,0 2-14 15,-6-4-18-15,4 2-21 0,-3 3-24 0,-4-2-21 16,-3 3-15-16,-3-2-21 0,-5 5-3 0,-4-3-10 16,-11 5-16-16,5 3-9 0,1-3-4 0,-9 3-8 15,1 5-4-15,0-3-3 0,4 3 2 0,1 2-10 16,4-2-5-16,6 1 2 0,0 3-7 0,2-3-8 15,4 4 3-15,9 1 1 0,0 3 0 0,9-1-5 16,5 3-4-16,13 0 3 0,4 6-6 0,6 0 5 0,-1-1-11 16,7-1 0-16,-3 4-2 0,-2-4 0 0,3-3-3 15,-11-1-1-15,-7-3-5 0,6 2-2 16,-15-7 3-16,3 2-2 0,-5-1-5 0,-4-1 4 0,-3-1-4 16,-2-2 5-16,-3-3-2 0,-2 7 4 0,-4-7 4 15,-7-2-5-15,-4 1-1 0,-4 1 1 0,-8-3 3 16,-9 3-1-16,4-10-3 0,2 3-1 0,-3-3 3 15,4 1-1-15,-1 1-3 0,9 2 1 0,3-7 1 16,-1 4-1-16,6 0 1 0,2 0-1 0,3 1-5 16,2-1-20-16,3-3-32 0,5 2-45 0,0 5-33 15,11-9-20-15,-1 4-21 0,7 2-25 0,6-2-19 16,-3 4-15-16,8 0-7 0,3 1 2 0,4 0 5 0,11 1 4 16,-11 0 15-16,-3 2 14 0,2-6 17 0,-2 6 12 15,-2-3 20-15,-1 0 18 0,-2-3 12 16,-6 3 16-16,1-2 27 0,-2-3 31 0,0 3 32 0,-4-2 25 15,4 1 26-15,-3-2 14 0,-2 2 8 0,1-2 11 16,-4 2 12-16,1-4 7 0,-3 3 7 0,3-1-6 16,-5 1-4-16,1-2 0 0,1 0 2 0,-5 0 5 15,4-2-6-15,-2 4 0 0,-4-4 3 0,2 5-1 16,-1-1-2-16,-1-2 1 0,-3 6-1 0,3-7-10 16,2 3-4-16,-5 4-12 0,2-6-1 0,-2 6-8 15,0 0-2-15,0 0-10 0,-8-9 0 0,8 9-10 16,-15-1 1-16,3-1 2 0,1 2 2 0,1-1 3 15,-7-5-7-15,-4 6 4 0,4 0 1 0,-3 0-1 16,-1 0 9-16,4 0-17 0,4 3 0 0,-5 1-10 16,9-2 0-16,-1-1-3 0,0 3 0 0,2 0 0 15,3-1-5-15,-1 3 5 0,6-6-1 0,0 9-2 0,5-1-7 16,1-3-9-16,9 3-17 0,0 3-30 0,3-3-1 16,10 3-20-16,5-2-17 0,1-5-11 0,14 10-10 15,-2-8-12-15,0 4-9 0,4-2-4 0,-5-7-5 16,6 2 2-16,-5-6 2 0,-3 2 9 0,0 0 6 15,-6-4 13-15,-6-1 7 0,-1-2 15 0,-2 1 5 16,-1-5 10-16,-9 3 14 0,-3 0 13 0,0-4 19 16,-2 1 14-16,-5 0 13 0,-1-2 11 0,-7 3 11 15,0-1 6-15,-7 0 11 0,-1-1 8 0,-2-1 9 16,-2 6 1-16,-3-4 2 0,-1 4-4 0,-4 2 1 16,2 3-4-16,-2-6 6 0,-2 8-9 0,3-1 1 15,-1 0-5-15,0 4-2 0,3-2 1 0,-3 3-4 16,7 4-5-16,-2-3 0 0,0 2-9 0,7-1-1 0,0 3-1 15,3-2-3-15,-3-3-1 0,6 3 11 16,-1 3-14-16,-1-3 1 0,-1 0-2 0,5-2 1 16,0-4-4-16,5 11 5 0,-1-5 1 0,-1-1-4 0,-3-5-3 15,10 7-3-15,-4-1 8 0,1 0-13 0,1-2-1 16,6 5-1-16,-8-2 2 0,7 3 9 0,-3-1-15 16,-1 6 2-16,4-3-3 0,-5 3 4 0,5 1 14 15,-3 4-19-15,4 3 3 0,-4 5-6 0,1 2 3 16,-3 0-2-16,4 3 7 0,-4-3-6 0,-1 9 3 15,3-3 3-15,-2-6 5 0,5 13 11 0,-3-2 7 16,-1-2 16-16,0-8 9 0,1 0 8 0,-1-8-3 16,-1 1 5-16,-1 3 10 0,-1-4 4 0,1-8 4 15,-2 0 5-15,-2-3 20 0,4-4 29 0,-1-3 25 16,-1-3-8-16,0-1-12 0,-5-1-11 0,22-3-13 16,-7-4-6-16,3-6-21 0,-3 1-7 0,0-7-7 15,3-3-8-15,2-2-8 0,-4 1-7 0,11-9-4 0,-4-2-5 16,-3-3-3-16,0 0-10 0,0-1-20 0,-4-2-27 15,6 2-32-15,-7-5-36 0,-7-1-43 16,5-1-38-16,-6 0-22 0,-6 3-18 0,6 1-7 0,-7 10-2 16,3 3-8-16,-3 3-17 0,0 6-15 0,-3 2-5 15,3 7-7-15,0-2-10 0,-8 3-5 0,3 1-1 16,1 4 1-16,-2 1-175 0,6 3-495 0,-9-3 220 16</inkml:trace>
  <inkml:trace contextRef="#ctx0" brushRef="#br0" timeOffset="62517.38">23495 8961 151 0,'6'-6'246'0,"-6"6"3"0,7-1 3 0,-7 1-9 15,0 0-13-15,0 0-21 0,1-4-20 16,-1 4-21-16,0 0-15 0,0 0-11 0,0 0-4 16,7 11 3-16,-7-5 0 0,0 3-5 0,0 0-8 0,0 3-13 15,-7 3-10-15,7 1-14 0,0-1-4 0,0 0-6 16,2 2-11-16,3 0-7 0,-2-1-4 0,-3-4-11 15,5 4 5-15,0-5-10 0,-1 1-8 0,2-4 2 16,1-1 0-16,-1 1-7 0,3 2-3 0,4-7 0 16,0 0 0-16,4 1-5 0,-1 1-2 0,-1-7-1 15,3-1 0-15,-1 1-1 0,-2-3 0 0,0 0-3 16,0-7-8-16,0 1 0 0,-5-1 0 0,3-2-2 16,-5 2 3-16,0-6-5 0,1 1 1 0,-4 4 2 15,1-3-5-15,-3 1 2 0,-1 0-2 0,1 4 10 16,-3 0-1-16,0 1 4 0,0 1-7 0,-3 0 3 15,3 1-4-15,0 1-1 0,0 7 0 0,-2-9-4 16,2 9 13-16,0 0-16 0,-3-6-2 0,3 6-4 0,0 0 6 16,0 0 3-16,0 0-14 0,0 0 9 0,0 26-1 15,5-22-3-15,-2 7-19 0,1-3-8 16,6 7-8-16,-5-4-15 0,5 1-7 0,-2-3-11 0,5 3-7 16,2-1-8-16,2-4-12 0,2 2 3 0,-2-5-7 15,6 6-3-15,-3-5-9 0,8-2-1 0,-6-1-7 16,-1-2 0-16,1-2 6 0,-2-1-5 0,1-1 4 15,-3 0 6-15,2-5 0 0,-7-2 16 0,1 0 4 16,-4-2 2-16,1-2 16 0,-3 1 14 0,-6 1 16 16,5-2 22-16,-4 0 18 0,-3 3 42 0,0-3 25 15,-3 3 20-15,3 0 19 0,-9 3 8 0,9-1 3 16,-6 2-1-16,4-1 0 0,-11 0-2 0,6 6-6 16,-1-3 2-16,-5 3 3 0,1 0-16 0,2 1-2 0,10 2-6 15,-31 5-10-15,18-1-8 0,3 1-8 16,-5 2 0-16,3 4-5 0,-3-2-9 0,7 3-1 15,1-4-3-15,2 9-5 0,-1-7-4 0,2 0 0 0,3 2-2 16,1-5-6-16,5 7 3 0,-2-2 4 0,5 0-7 16,2-8-5-16,5 8 1 0,0-1-2 0,3-7-4 15,2 1-5-15,-3-3-6 0,4 2-1 16,9-3-2-16,0-2 5 0,-12-2-6 0,10-5 2 0,-8 5-3 16,0-2 3-16,1-3 4 0,4-4-2 0,-8 5 1 15,3-7 1-15,-5 2 2 0,-1 0 2 0,3-6-7 16,0 6 13-16,-6-5 14 0,2 4 16 0,-8-5 3 15,7 4 1-15,-5 1 14 0,-6 4 18 0,6 0-13 16,-4 0-4-16,0 1-11 0,-1 5-10 0,3-2-8 16,-5 5-9-16,3-3-1 0,-3 3 4 0,0 0-8 15,0 0-4-15,0 13 5 0,-3-3-3 0,3 2-7 16,0-1-2-16,-5 5 10 0,5-1-5 0,0 5-4 16,5-4-9-16,-10-2 14 0,5 2-6 0,0 1-3 0,5-2-14 15,-5 0 11-15,3-3 0 0,-1-5-4 0,1 4 2 16,1-3 8-16,-1-4 3 0,-1 0 7 15,4 0-17-15,-6-4 18 0,15 0-14 0,-15 0-1 0,20-8-1 16,-10 4 0-16,5-3 7 0,-9 0-12 0,8-3 3 16,-1 0-2-16,-3-3 4 0,3 1-4 15,-5-3 7-15,4 4-3 0,-2-1 7 0,-4 2-3 0,3-3 5 16,-3 4 19-16,1 1 4 0,-4-2 0 0,4 3-8 16,-2 3 14-16,-2-2-4 0,0 1-8 0,-3 5 0 15,7-5-9-15,-7 5-11 0,3-7 6 0,-3 7 0 16,0 0-1-16,0 0 0 0,2 15-4 0,-2-15 0 15,3 12-4-15,-1-4-3 0,0 1-36 0,1 0-22 16,2 3-21-16,-2-3-22 0,1-2-26 0,1 5-18 0,1-1-27 16,1-2-17-16,4 1-39 0,1-1-26 15,3-1-23-15,-2-2-25 0,-1-3-182 0,3 2-521 16,3-2 231-16</inkml:trace>
  <inkml:trace contextRef="#ctx0" brushRef="#br0" timeOffset="62899.13">25138 8830 125 0,'0'-7'294'0,"0"1"-13"16,0 6-6-16,-5-9-8 0,-1 8-17 0,6 1 0 15,-17-5-16-15,17 5-8 0,-20 1-15 0,9 3-16 16,1 0-19-16,-2 0-12 0,2 6-24 0,-6 0-7 16,4 2-7-16,4 0-21 0,1 1-10 0,4 3 12 15,-1-3-23-15,1 2-5 0,6 2-10 0,4 0-4 16,3-5 10-16,2 7-28 0,1-3 4 0,5-4-3 15,7 3-13-15,0-3-10 0,1 2-23 0,1-7-7 16,1 1-12-16,2-3-3 0,-1 0-7 0,6-5-8 16,-3 0-3-16,-4-5 3 0,1 0 4 0,-7 2 4 15,6-8 4-15,-1 0-15 0,-6 2-2 0,6-3 5 0,-11 1 2 16,-4-1 15-16,-2-3 18 0,-2-1 13 0,-1 5 12 16,1-5 19-16,-5 3 26 0,0 1 26 0,-3 3 9 15,-6-2 12-15,4 2 1 0,-4-1-5 0,-1 1 0 16,0 3-6-16,1 1-6 0,-6 1-11 0,1 4-8 15,2-3-16-15,9 3 2 0,-30 7-7 0,16 1-3 16,0 1-7-16,-1 1-6 0,4 5 0 0,1 0-8 16,2 2-1-16,-2 2-19 0,3-1-48 0,5 3-67 15,-1 1-52-15,6 1-66 0,-3 3-86 0,2-8-102 16,0 0-312-16,1-2-773 0,2-4 342 0</inkml:trace>
  <inkml:trace contextRef="#ctx0" brushRef="#br0" timeOffset="63683.14">12812 6646 70 0,'0'-27'442'16,"-6"-1"-25"-16,4 9-23 0,-5 4-25 0,1 0-45 0,4 3-20 15,-5 4-38-15,1 2-18 0,-1 5-46 16,7 1-20-16,-23 7-18 0,8 6-9 0,2 14-1 15,-9 19-2-15,6 0-3 0,-12 28-5 0,4 0-12 0,0 7-11 16,2 5-9-16,-14 40-13 0,8-39-1 0,-15 39-15 16,13-41-6-16,2 4-5 0,-10 0-3 0,3 1-11 15,3-4-7-15,8-6-4 0,-3-5-5 0,-1-3-2 16,8-18-6-16,0-6-2 0,2-2-3 0,-5-4-20 16,6-3-52-16,2-12-50 0,7-8-61 0,0-4-42 15,-4-3-69-15,11-11-85 0,1-1-357 0,0 0-766 16,0 0 340-16</inkml:trace>
  <inkml:trace contextRef="#ctx0" brushRef="#br0" timeOffset="64149.09">13358 6909 173 0,'0'-11'356'0,"4"1"-11"0,-4 5-23 0,-4-2-21 15,1-2-22-15,-2 3-13 0,-1 1-26 0,-3 4-18 0,9 1-14 16,-28 1-13-16,13 2-16 0,-1 5-15 15,1 1-21-15,-2 1-6 0,2 4-4 0,5 1-5 16,-1 4-14-16,6-5-11 0,-3 7 5 0,8 5-29 0,1-10 1 16,7 11-14-16,7-3 2 0,-1 3-6 0,7-6-1 15,2 2-7-15,10 6-6 0,-6-6-2 0,8 4-7 16,-6-8-2-16,3 7-2 0,-4-10-6 0,-6 0-4 16,4-3-1-16,-9-4-5 0,-3 1-5 0,0-2 5 15,-6-1-8-15,0-4-3 0,-3 4 6 0,-3-5-1 16,-2-2 1-16,-8 8-4 0,-4-2-1 0,-1-3 0 15,-5-2 2-15,-12 4-3 0,2-8-2 0,-9 3-2 16,7 0-19-16,-6-2-29 0,3-1-29 0,1-1-27 16,1 1-17-16,3-5-23 0,10 1-28 0,-1 4-31 0,8 0-39 15,-1-3-35-15,4-3-42 0,8 0-245 16,5-1-605-16,5-2 267 0</inkml:trace>
  <inkml:trace contextRef="#ctx0" brushRef="#br0" timeOffset="64366.75">13646 6775 194 0,'0'-5'371'15,"0"5"-19"-15,4-8-28 0,-4 8-31 0,3-6-29 16,-3 6-31-16,0 0-15 0,0 0 2 0,12 21 4 16,-7-9-23-16,0 4-13 0,1 4-15 0,6 4-19 15,-7 5-14-15,5 2-9 0,0-6-13 0,-2 7-11 16,7-3-14-16,0 11-13 0,-2-11-4 0,-5-1-32 15,0 3-50-15,6-2-43 0,-8-2-41 0,3-2-51 16,-3-1-52-16,1-6-59 0,-1-2-39 0,-4-1-239 0,-2-3-573 16,-2-7 253-16</inkml:trace>
  <inkml:trace contextRef="#ctx0" brushRef="#br0" timeOffset="65233.09">13635 7099 91 0,'0'-4'230'0,"0"4"-13"0,3-7-22 0,4 2-16 0,1 1-16 16,5 2-15-16,2-3-13 0,8 5-15 0,7-1-11 16,-2 2-10-16,9 3-12 0,-3-1-6 0,3-1-10 15,8 1-6-15,-12 2-9 0,11-3-9 0,-1-1-14 16,-6-1-19-16,-6 3-9 0,2-3-3 0,-1 0 2 16,-12 0-2-16,3-3 1 0,-2 0 6 0,-6 2-7 15,-2 1 5-15,-3-5 7 0,0-1 10 0,-3 0 5 16,-4 3 6-16,-3 3 6 0,0-7 12 0,0 7 8 15,-15-8 10-15,7 5 9 0,-5 3-2 0,-2 0 6 16,-5 3-6-16,2 0-1 0,-2 2 1 0,0-2 2 0,-1 4-9 16,4 3 8-16,-3 1-13 0,-5 3-5 0,4-2-7 15,6 3-4-15,2 2-3 0,1-6-4 16,2 5-4-16,2-1-6 0,5 5-2 0,-2-8 1 0,1 3-4 16,8-4-6-16,-3 1 1 0,4-1-5 0,2-7 1 15,3 3 3-15,1-2-6 0,6-4 8 0,-2-2-16 16,6-3-1-16,-6 1 6 0,7-4-6 0,-6-2-6 15,4-2-9-15,2-4 11 0,-1-1 9 0,1 0-14 16,-6 4 4-16,-7-3 12 0,5-4-15 0,0 7 1 16,-3-4 6-16,-6 7 15 0,2 0 12 0,-2-1 19 15,-2 2 5-15,2 1-9 0,-2 4-5 0,2-2-5 16,-1 1-7-16,-4 4-5 0,0 0-4 0,0 0 1 16,0 0-7-16,0 0 2 0,3 19-3 0,-1-11 0 0,-2 4 2 15,6 1-9-15,-1 1 4 0,0 1-2 16,2 2-1-16,4-6-8 0,-1 2-21 0,2 0-14 15,0 0-8-15,1-1-17 0,2-5-18 0,-7 1-13 0,7-5-19 16,-2 2-14-16,-1-5-8 0,6 0-16 0,-10-2-4 16,12-4-9-16,-7-2 10 0,-1-2 12 0,1-2-2 15,0 0 6-15,-4-4 8 0,4-1 13 0,-2-9 10 16,-1 7 7-16,2-4 11 0,-2 3 9 0,-3-9 11 16,1 2 12-16,-5-2 31 0,2-1 13 0,-2-1 24 15,1 1 30-15,-3 1 28 0,-1 1 25 0,2-1 29 16,0 2 16-16,-4 3 17 0,0 5 14 0,1-1 14 15,-3 4 13-15,3-2 3 0,1 6-10 0,0-1-9 16,-2 6-18-16,0 3-26 0,2 4-17 0,-3-14-17 16,3 14-10-16,0 0-8 0,0 0-11 0,-8 20-4 15,6-2-10-15,2 1-4 0,-1 1-7 0,2 7-7 16,1 0-1-16,-1 4-9 0,4 1 1 0,0 1-2 16,4-2-4-16,-1 4-2 0,0-2-4 0,5 4-2 0,-3-6-3 15,7 4-1-15,-7-8-8 0,0-4-19 16,1 1-15-16,1-5-16 0,-4 0-8 0,2-6-9 0,0 1-1 15,0-2 6-15,2-5 11 0,-4-3 5 0,0 4 3 16,7-7 6-16,-2-1 1 0,-4 0 17 0,-9 0-16 16,19-1 10-16,-7-2 0 0,-7-2 7 0,7 1 29 15,-4 1 8-15,0-1 7 0,-1-3 0 0,1 3 25 16,-8 4-4-16,10-3 2 0,-10 3-6 0,10-6-12 16,-10 6-2-16,5-1-5 0,-5 1-3 0,13-2-2 15,-13 2-5-15,13 2 3 0,-13-2-8 0,17 2-2 16,-4 3 2-16,-3-2-7 0,2 0-26 0,1 1-43 0,2 0-31 15,3 0-37-15,-3-3-38 0,0 1-49 16,3-1-56-16,0-2-64 0,-3-1-58 0,5-3-227 16,-10-2-667-16,3 2 295 0</inkml:trace>
  <inkml:trace contextRef="#ctx0" brushRef="#br0" timeOffset="65417.74">14636 6876 249 0,'0'0'374'0,"-6"-5"-37"16,6 5-33-16,0 0-31 0,23-7-27 0,-3 2-14 15,9 2-36-15,1-2-16 0,3 5-19 0,2 0-41 16,15-7-59-16,-9 12-74 0,-5-3-89 0,8-2-82 16,-10 0-222-16,-2 0-439 0,4 0 193 0</inkml:trace>
  <inkml:trace contextRef="#ctx0" brushRef="#br0" timeOffset="65849.12">15492 6601 271 0,'0'15'320'0,"2"2"-2"0,3 3-6 0,-2 5-8 16,-3 2-8-16,5 3-23 0,5 1-18 0,-5-2-23 15,1 4-26-15,3 3-9 0,-1-6-26 0,3 1-21 16,-1 0-12-16,-3-3-7 0,6 2-8 0,0-3-5 16,-3-3-25-16,4 0-8 0,-6-6 4 0,2-2-22 15,-2-5-1-15,-1 4-10 0,-1-11 3 0,-1 3-3 16,-1-6-7-16,-4-1 9 0,11 0-15 0,-11 0-16 16,12-6 7-16,-9 3-6 0,0-6-6 0,7-1 7 15,-5 2-12-15,7-1-3 0,-2-3 1 0,0 3-1 16,-2 2 0-16,0-2-3 0,1 2-1 0,-1 3-2 0,0 0-1 15,0 1-5-15,2-1-7 0,0 4 0 16,-10 0 6-16,15 5-10 0,-13-2-13 0,9 3 0 16,-9 0-5-16,6 1-4 0,-8 1-8 0,0-1-9 0,5 1-3 15,-10 1-2-15,5-2-4 0,-8 3 4 0,1-5-9 16,-1 7 11-16,0-7-11 0,-5 2-3 16,-2 1-5-16,-3-1-6 0,-1-3-5 0,8-4-6 0,-7 1-8 15,4-1-11-15,3 3-13 0,1-3-18 0,10 0-12 16,-15-3-20-16,15 3 0 0,-10-3-16 0,10 3-8 15,0 0-7-15,15-14-19 0,-4 10-127 0,4-4-374 16,4 4 166-16</inkml:trace>
  <inkml:trace contextRef="#ctx0" brushRef="#br0" timeOffset="66949.95">16119 7033 188 0,'8'-6'239'16,"-1"1"11"-16,0-3-2 0,-7 4-5 0,3-3-7 15,-3 7-1-15,-7-8-10 0,1 3-11 0,-2 2-3 0,1-1-9 16,-5 2-13-16,4 0-7 0,8 2-13 0,-28 2-26 15,13-2-8-15,0 3-19 0,0 3-7 16,2-1-19-16,-2 2 2 0,3 1-15 0,4 0-6 0,-3 1-4 16,2 5-6-16,1-2-6 0,3-3-6 0,2 1-8 15,-1 2-13-15,4-1-20 0,4-2-18 0,-1-3-9 16,-3 2-12-16,5-1-13 0,-3-4-8 0,9 2-5 16,-4-3-8-16,3-2-7 0,3 0 2 0,-13 0 6 15,20-2-6-15,-7-3 5 0,0 0 5 0,2-3 4 16,-1-3 6-16,-4 2 5 0,3-3 4 0,-3-2 5 15,1 1 5-15,3-1 0 0,-5 2 12 0,3-1 15 16,-4-1 20-16,2 4 14 0,-3 0 10 0,-2 1 6 16,0 1 1-16,1-1 4 0,-2 1-6 0,1 4-11 0,-5 4 2 15,5-4-12-15,-5 4-3 0,1-4 1 16,-1 4 0-16,0 0-3 0,0 0-6 0,15 10 0 16,-10-8 1-16,-3 6-5 0,4 1 2 0,3-1 0 0,-3-1 1 15,3 2-3-15,4 1 1 0,-5-2-8 0,7 1 7 16,-8 0-4-16,6 2-14 0,2-4-1 0,-7 3 1 15,5-3 1-15,-4-3 4 0,-1 0-4 16,0-2 0-16,-3 3 1 0,2-2 2 0,-1-1-3 0,-2 1-6 16,-4-3 2-16,0 0-1 0,1 8 1 0,-1-8 1 15,0 0 6-15,-11 6-4 0,4-5 1 0,-6 4 6 16,5-3-4-16,-4-1-1 0,0 3-3 0,1-5-4 16,-1 2-9-16,1 3-6 0,1-3-5 0,-2 1-4 15,4 3-2-15,8-5-2 0,-13 0 5 0,13 0 1 16,-9 2-5-16,9-2-8 0,0 0-2 0,0 0-4 15,0 0-5-15,0 0-11 0,22-15-10 0,-9 9-9 16,4-2-4-16,3 1-1 0,-4-1 1 0,6-2-1 16,-1 3 6-16,2-4 7 0,-3 0 5 0,2 2 7 15,-4 2 11-15,-2-4 5 0,-1 4 12 0,0-1 17 16,5-2 17-16,-8 4 28 0,-1 1 25 0,-4 0 21 16,-1 0 13-16,3 4 14 0,-3-3 10 0,-6 4 6 0,9-8 1 15,-4 6-1-15,-5 2-10 0,8-6-9 0,-8 6-10 16,6-1-5-16,-6 1-16 0,0 0-2 0,0 0-8 15,0 0-6-15,0 0-3 0,15 2-3 0,-15-2-7 16,2 11-1-16,5-5-3 0,1 0-18 0,0-2-21 16,5 4-20-16,1-2-18 0,1 3-22 0,-1 0-17 15,3-2-19-15,6 1-22 0,2 2-6 0,2-2-7 16,6-4-14-16,-2 4 7 0,-1-4-1 0,1 0 15 16,-3-4 12-16,1 3 12 0,0-5 16 0,-7 2 2 15,1-5 18-15,-1 4 18 0,6-5 21 0,-7 5 27 16,4-7 15-16,-3 2 6 0,-3 0 24 0,-2 0 22 15,0 0 16-15,-3-3 14 0,1 1 16 0,4 1 19 16,-14-2 18-16,4 4 11 0,0-2 14 0,-3 1 12 0,1 1-1 16,-5 0 0-16,-1-3-4 0,4 5-11 0,-5 3-14 15,0-6-15-15,0 6-15 0,-6-9-21 16,6 9 1-16,-15-1-5 0,1-3 11 0,5 4-17 0,-11 5-1 16,-2-2 1-16,1 1-7 0,-1 1 4 0,-4 1-5 15,-1 6 0-15,-1 0-7 0,5 0-5 0,-2 0 0 16,5 0-16-16,2 6 3 0,-2-7-7 0,7 5-4 15,-2-4-2-15,0 4-4 0,8-2-5 0,-1-2-2 16,7-1-1-16,-4 4 5 0,5-5-12 0,6-1-5 16,1-6 5-16,1 4-6 0,5-2-8 0,4-2-11 15,4-3-11-15,3-5-6 0,4 0-1 0,0-2-2 16,2-4-5-16,-6-6 3 0,6 2 7 0,-2-3-12 16,1-3 4-16,-6-1 0 0,6-10 2 0,0 2 9 0,-6-9-11 15,0 4 12-15,-5-3-7 0,-1-1 8 16,-9-2-4-16,5-3 40 0,-4 2 9 0,-9 5 23 15,0-4 22-15,0 10 21 0,-5 3 21 0,3-1 9 0,-5 5-1 16,4 0-2-16,-4 5-8 0,-1 3-7 0,1 3-16 16,1 1-9-16,-2 9-12 0,-1-3-11 15,-2 6-6-15,11 0-8 0,-23 7-2 0,14 5-7 0,-4 2-2 16,5 3 0-16,1 2-7 0,-1 12-1 0,1-2-18 16,7 0-37-16,0 3-36 0,4 6-55 0,5 7-45 15,1-15-51-15,2 2-46 0,9 5-53 0,3-4-78 16,-1-9-83-16,5-3-247 0,5 8-780 0,-1-16 346 15</inkml:trace>
  <inkml:trace contextRef="#ctx0" brushRef="#br0" timeOffset="67366.83">18178 6597 2 0,'0'0'251'0,"-8"4"-3"16,1 4-12-16,2-1-9 0,2 3-4 0,-2 7-10 16,-2-5-2-16,6 6-10 0,-1 6-14 0,-1 0-21 15,3 3-13-15,0 0-13 0,3 0-15 0,-1 0-13 16,-1 0-10-16,3 0-11 0,2 0-9 0,-4-8-11 16,1-1-1-16,1 3-12 0,-1-6-10 0,2-3-13 15,-3-5-8-15,3 1 1 0,-4-4-8 0,1-1-12 16,-2-3-12-16,0 0-9 0,0 0-9 0,0 0-2 15,15-17-1-15,-15 7-1 0,1-1 2 0,-1-7 3 16,0 2-4-16,0-7 12 0,-1 6-8 0,1-5 6 16,-4-5 1-16,1 0 4 0,1 0 2 0,1 0 7 15,-2-1 11-15,-1 1 11 0,6 0 3 0,-2 3 10 0,-2-2 20 16,2 2-3-16,2 6-3 0,-2 2-2 0,0 0-2 16,2 4 2-16,1 2-3 0,-3 1-7 0,1 5-4 15,1-2-10-15,1 0 1 0,-3 6-3 0,0 0 2 16,0 0 4-16,15 12-10 0,-3-3-4 0,-5 6 4 15,1 0-16-15,5 3-19 0,2 6-21 0,5-1-12 16,-4-3-22-16,1 3-33 0,-2 1-39 0,5 0-56 16,3-5-61-16,0 1-206 0,2-1-508 0,0-4 225 15</inkml:trace>
  <inkml:trace contextRef="#ctx0" brushRef="#br0" timeOffset="67749.82">18721 6723 73 0,'0'0'239'0,"-18"0"-9"0,18 0-7 0,-17 3-4 16,4 0-14-16,6 3-15 0,-7 0-4 0,-8 1-19 15,7 6-15-15,2-3-15 0,-2 1-10 0,2 2-15 0,1 1-9 16,-3-1-11-16,7 1-8 0,-5 1-9 16,3-2-8-16,2 1-6 0,1-6-5 0,0 0-8 0,4-2-7 15,-5 3-4-15,6-6-2 0,2-3-9 0,0 0-5 16,0 0-6-16,0 0-8 0,0 0 2 0,12-18-3 15,-7 10-1-15,6-3-1 0,2-5-1 0,-1 5 1 16,3-8-1-16,3-1-3 0,-3-2 4 0,7-2 4 16,-4 2 14-16,3-3 8 0,-1-1 19 0,-3 5 12 15,4-3 9-15,-4 3 19 0,-4 5 24 0,0-1 25 16,-3 6 7-16,3-4 3 0,-6 8-7 0,0 2-17 16,-1-1-14-16,-2 1-15 0,1 1-8 0,-5 4-13 15,0 0-5-15,8 12-5 0,-10-1-8 0,2 0 9 16,0 5-18-16,0 11-4 0,-3-9-5 0,3 7-3 15,0 4-4-15,0-2-31 0,3 0-31 0,1 0-28 0,2 0-28 16,1-2-24-16,1-2-23 0,-1-5-19 16,6 7-39-16,-3-5-52 0,5-8-48 0,0 3-328 0,1-6-671 15,6-3 298-15</inkml:trace>
  <inkml:trace contextRef="#ctx0" brushRef="#br0" timeOffset="68915.9">19107 6790 23 0,'-5'-3'286'0,"-5"-1"-1"0,3 3-5 16,7 1-5-16,-16-4 0 0,2 4-19 0,0 4-4 16,5 0-22-16,-6 0-13 0,2 3-15 0,0 1-24 15,5-1-17-15,-1 5-17 0,3-4-11 0,-3 4-10 16,6 0-12-16,0-1 2 0,3 5-25 0,3-5-3 16,2 4-13-16,3-6-12 0,4 6-17 0,3-3-19 15,1-3-21-15,-1 1-31 0,13 0-19 0,-1-1-24 16,-7-8-17-16,1 2-12 0,7-3-7 0,-4-3-6 0,4 2 0 15,-5-3 4-15,-8-1 9 0,0-1 5 16,0-6 16-16,-2 1 8 0,-3 3 2 0,-10-7 11 16,1 5 5-16,-2-8 9 0,-3 6 17 0,-5-6 17 0,2 5 22 15,-5-2 16-15,-1 3 10 0,3 0-1 0,-3 1-3 16,3 3-1-16,-3 1-2 0,4-1-5 16,1 4-5-16,3 0-3 0,-3 0-1 0,0 1-5 0,8 3-1 15,0 0 3-15,0 0-1 0,0 0-8 0,0 0-14 16,28 19-14-16,-7-14-16 0,-1 3-18 0,8-1-13 15,4 1-11-15,1 4-2 0,-2-5 5 0,12 3 4 16,-6-1-3-16,12-2 8 0,-17-4 8 0,-1 3 2 16,2-6 14-16,-6 3 23 0,-6-3 20 0,-4 1 33 15,-5 6 31-15,-6-14 6 0,2 5 0 0,-8 2-3 16,7-7 0-16,-7 7 5 0,-15-8 6 0,5 1 8 16,-5 3 1-16,0 1 12 0,-3-2 3 0,-5 4 1 15,0 1-2-15,1 0 5 0,-7 0-5 0,0 5-3 0,1-2-4 16,3 1-5-16,4 2-8 0,-1 0-10 0,6-2-4 15,-4 4-9-15,7 1-3 0,5-2 12 16,-6 1-24-16,11-1-5 0,-4 1 7 0,2-1-8 0,5 0 5 16,-1 2-5-16,7-1-4 0,3 0-3 0,-1-4 0 15,7 4 0-15,0 1-4 0,5-6-4 0,1 2 0 16,1-5-13-16,1 0-4 0,2 0-12 0,1-2-6 16,4-4-17-16,-4-3-8 0,1 0-9 0,1 3-11 15,-5-6-8-15,2-5-6 0,1-1-10 0,-4 5-2 16,-1-10 2-16,1 1-3 0,0-3 3 0,-6 0 8 15,-1-3 5-15,-2-10 9 0,-3 7 11 0,2 3 26 16,-9-1 31-16,0 0 23 0,-1 2 36 0,-2 3 33 16,0-1 25-16,-2 5 22 0,2 1 19 0,-5 2 0 0,2-1-1 15,1 2-6-15,-6 4-11 0,5-3-12 16,0 6-18-16,-2 2-10 0,-2-2-16 0,2 6-12 16,-5-1-10-16,10 4-7 0,-15 0-6 0,15 0-7 0,-13 12-3 15,6 0-9-15,1-2-5 0,-3 7-8 0,4 2-5 16,2 4-7-16,-2 4-4 0,2 2-12 0,3-2-10 15,3 2-6-15,2 2-24 0,-2-1-24 0,7-2-21 16,-1-1-13-16,1 1-15 0,4-5-10 0,5 3-12 16,1-2-17-16,-2-1-13 0,0-7-19 0,2-4-11 15,0 0-5-15,1-5 2 0,-3-2 8 0,4-3 15 16,-2-2 15-16,0-2 16 0,-1 1 10 0,3-8 19 16,-5 1 16-16,1-1 36 0,-8-3 27 0,3 0 36 15,-5 1 35-15,0 1 27 0,-1 1 26 0,-7-3 23 16,7 3 22-16,-7-2 11 0,1 4 1 0,-2-1-2 15,-1 1-6-15,-5 0-12 0,2 1-16 0,2 1-3 16,3 5-15-16,-11-2-10 0,11 2-12 0,-17 0-11 0,9 5 4 16,1 1-19-16,1 1 1 0,-1-2 9 15,7 6-12-15,-2-4 1 0,2 5 1 0,0 0-3 16,4 0-7-16,7 2 5 0,-1 3-4 0,-3-3-5 0,8-1 1 16,4-1-3-16,-2 2 0 0,9-5-7 0,-7-2-2 15,9 0-13-15,2-2 0 0,-9-3-9 0,7-2-5 16,-1-2-8-16,4-3-7 0,-6-7-18 0,3 2-10 15,-3-5-3-15,-2 3-5 0,2-7 0 0,-2-2-2 16,-5 2 10-16,2-4 0 0,-3-4 9 0,-2 0 0 16,-2-4 6-16,3-10 8 0,-2 4 4 0,-6-4 7 15,2 2 22-15,-7 2 24 0,-1-4 19 0,1 11 32 16,-3-10 49-16,0 13 35 0,-5 1 7 0,2 9 5 16,1-2-3-16,-6 1-8 0,1 3-8 0,2 6-23 0,-5 0-14 15,2 2-8-15,-2 0-14 0,-6 6-13 16,2 1-8-16,3 6-6 0,-4 1-7 0,0 6-7 15,5 1-4-15,-3 4-3 0,-2 5-6 0,7 4 1 0,-4 1-9 16,1 11 0-16,-1 3-3 0,5 1-2 0,7-1-2 16,7-2-1-16,-9 1-7 0,4 1-11 0,6 5-12 15,-1-8-22-15,6 0-27 0,-5-7-46 0,7-3-56 16,0-1-58-16,0-2-53 0,-7-6-82 0,7-3-95 16,-3-5-307-16,-4-5-815 0,4 1 361 0</inkml:trace>
  <inkml:trace contextRef="#ctx0" brushRef="#br0" timeOffset="70749.12">26471 8661 258 0,'-4'-6'398'0,"-2"-10"-18"0,-3 6-20 0,-2 0-16 15,2 4-23-15,-4-2-24 0,2 4-21 16,-1 1-30-16,0 6-26 0,-1-2-18 0,0 1-24 15,0 7-10-15,3-3-19 0,-3 4-11 0,8-2-13 0,-4 1-15 16,8 3-15-16,1-3-5 0,1 7-9 0,13-4-6 16,-5 3-8-16,5 2-13 0,1-7-21 15,6 1-13-15,-6 1-23 0,7-4-3 0,-3-3-18 0,5-2-9 16,-3 2 6-16,-3-5-13 0,2-2 7 0,-3-2-4 16,-4 0 5-16,2-6-7 0,-10 3 7 0,1-2-3 15,-2-2 7-15,-4-2 0 0,-7-1 3 0,-1-5-3 16,-5 4 5-16,-6-3 0 0,0-3 3 0,-6 4 4 15,3 1 3-15,-1 2-2 0,3 2 2 0,5 4 3 16,2-3 3-16,-2-1 1 0,5 7 5 0,4-2-7 16,-1 4 0-16,7-3-2 0,0 6-10 0,15-7-1 15,8 3-10-15,12-4-10 0,16 0-15 0,2 1-5 0,3-7-7 16,7 6-4-16,0-4 3 0,15 0 6 0,-15 0 4 16,-2 0 6-16,-3-1 4 0,-2-1 9 0,-9 3 4 15,-16 0 15-15,-3-1 23 0,0 1 22 0,-11 6 25 16,-1-3 23-16,-6 2 9 0,0 1 15 0,-1 1 3 15,-3 0-7-15,-3-1-17 0,-3 5-13 0,0 0-9 16,0 0-4-16,0 0-5 0,-21 9-4 0,9 3-8 16,-1 2-5-16,-3 10-3 0,1-2-1 0,6 6 17 15,-10 15-16-15,7 3-2 0,-1-3 10 0,8 8-12 16,-5 2-9-16,5 2 1 0,5 3 0 0,5 15 0 16,-2-16 5-16,0 0-5 0,7 18-4 0,2 0 1 15,-7-24-1-15,5 2 4 0,-2-6 2 0,2 4-5 16,3-7 4-16,-4-2-3 0,-1-12-26 0,-3 4-20 0,-2-10-20 15,5-5-27-15,-8-4-23 0,2-7-15 16,-4 4-29-16,2-7-51 0,0-5-57 0,0 0-59 16,0 0-217-16,0 0-577 0,-19-25 255 0</inkml:trace>
  <inkml:trace contextRef="#ctx0" brushRef="#br0" timeOffset="70899.09">26874 8874 75 0,'7'-6'259'0,"6"-5"-18"0,4 6-16 16,-1-2-18-16,16 4-23 0,-6-1-13 0,4 3-19 16,5-1-16-16,0 1-10 0,6-3-15 0,-6 8-14 15,11-1-32-15,-10 1-49 0,1-3-46 0,6 1-72 16,-5 1-65-16,-10 2-128 0,9-5-319 0,-6 1 142 16</inkml:trace>
  <inkml:trace contextRef="#ctx0" brushRef="#br0" timeOffset="71299.12">28101 8544 116 0,'-5'-8'303'0,"3"3"-30"0,-4-2-22 0,-3 3-27 0,1 0-19 16,-4 0-22-16,4 4-15 0,-13-3-19 0,-1 3-10 15,4 7-9-15,-7 1-13 0,9 0-11 0,-6 3-11 16,4-3-12-16,-9 8-8 0,6 0-7 0,4-2-8 15,1 3-2-15,1-2-5 0,2 0-7 0,-1 0 0 16,6 1-2-16,1-3-7 0,1 5-5 0,4-9-2 16,2 9-2-16,2-9-5 0,-2-3 1 0,13 2 1 15,-5-3-5-15,4-2 0 0,1-3-5 0,5 0-8 16,1-1-2-16,2-2-3 0,1-3 4 0,-1-3-2 16,2-3-3-16,-3-1 1 0,-3 0 1 0,-2-1 2 15,1 1-1-15,-3-3 2 0,-1 7 8 0,-2-9 15 16,3 3 17-16,-11 6 23 0,3-2 4 0,-4 4 6 0,-1-3-4 15,5 0-14-15,-5 5-4 0,0 5-8 16,4-10-8-16,-4 10-3 0,-9-2-3 0,9 2-5 16,0 0-9-16,-14 12 0 0,7-7-4 0,0 3 1 0,6 6-2 15,-6 1-14-15,5 2-13 0,-4-2-3 0,6 5-6 16,0 1-22-16,0-6-22 0,1 5-23 0,6 1-35 16,0-2-38-16,1-3-55 0,5-1-39 0,4 1-262 15,1-5-558-15,7 1 246 0</inkml:trace>
  <inkml:trace contextRef="#ctx0" brushRef="#br0" timeOffset="71582.7">28652 8585 339 0,'-7'-8'339'0,"-4"1"-7"0,1-3-13 15,-5 6-20-15,0-4-17 0,2 4-19 0,-7 1-18 16,3 1-25-16,1 2-20 0,-2 2-17 0,-1 0-26 0,5 2-16 15,-1 4-10-15,0 0-12 0,2 4-11 16,1 0-7-16,0 5-15 0,1-2-3 0,2 3-13 16,3 0-5-16,-1-2-6 0,6 1 15 0,1 4-24 0,1-9-11 15,6 8 15-15,-1-1-20 0,3-4 0 0,4 0-6 16,0-2-24-16,4-1-5 0,4-4-24 0,7 3-23 16,2-7-17-16,0 2-19 0,1-5-24 0,3-2-21 15,-1-5-26-15,3 3-27 0,-1-6-16 0,-4-2-21 16,12-9-11-16,-5 0-17 0,0-3-6 0,-1-2-166 15,-4-4-455-15,-5-2 202 0</inkml:trace>
  <inkml:trace contextRef="#ctx0" brushRef="#br0" timeOffset="71799.4">29010 8605 1464 0,'14'-28'-123'0,"1"-10"46"0,-6 7 45 0,2-8 42 16,-9-2 41-16,1 4 44 0,-6 7 17 0,1-1 38 15,-3 2 19-15,-1-3 16 0,2 0 10 0,-2 3 7 16,-1 5 2-16,0-1 12 0,-1 5 0 0,2 2-4 16,-3 3-12-16,8 6-17 0,-4-2-21 0,1 4-20 15,-1 3-13-15,-1 0-16 0,6 4-20 0,0 0-4 0,-22 8-12 16,19 4 3-16,0 3-15 0,-2 3-7 0,-2 7-3 15,4-1-9-15,1 6-1 0,2 1-11 16,0-1 0-16,2 2-2 0,1 9-2 0,-1-1-11 0,3 7-13 16,-4-4-17-16,9-2-27 0,-6-10-20 0,2 7-8 15,-1-8-31-15,-2 2-13 0,1-5-20 0,-1-2-23 16,-3-2-32-16,2-7-28 0,-2 0-27 0,1-2-26 16,-1-6-12-16,0-3-14 0,-3-2-176 0,3-3-506 15,-10 3 224-15</inkml:trace>
  <inkml:trace contextRef="#ctx0" brushRef="#br0" timeOffset="71982.39">28955 8760 1336 0,'-7'-12'-91'0,"2"0"29"0,2-4 34 0,-2 3 32 15,5-6 36-15,-3 2 30 0,3 1 39 0,-4-5 30 16,8 0 25-16,-4 6 19 0,0-6 7 0,5 3 2 16,0 3 11-16,1-1-2 0,-2 5 1 0,2-2-12 0,-1 3-17 15,5 3-21-15,-3-2-10 0,-2 6-23 16,5-5-8-16,-2 7-15 0,5-2-14 0,-13 3-1 16,22 7-12-16,-12 3-17 0,6 0 2 0,1 2-3 0,-7 2-12 15,11 5-6-15,-4 4 4 0,-6 1-3 0,3-2-10 16,-5 3-29-16,5 1-15 0,-8-6-17 0,3-2-13 15,-3 3-35-15,-2-2-30 0,2 0-39 0,-1 0-45 16,-2-6-48-16,2 2-51 0,2 0-233 0,-4-6-574 16,4-2 255-16</inkml:trace>
  <inkml:trace contextRef="#ctx0" brushRef="#br0" timeOffset="72583.62">29546 8582 93 0,'-8'-5'311'0,"-4"5"-17"0,2 0-25 16,10 0-21-16,-22 0-27 0,14 1-23 0,0 4-18 15,-4-2-17-15,4 6-13 0,1 0-18 16,6-3-10-16,-6 6-12 0,1 0-8 0,6 2-10 0,0-3-7 16,5 5-10-16,-4-3-5 0,7 5-6 0,-1-6-9 15,6 3 2-15,-3-6-8 0,3 3-8 0,2-3-3 16,-1-1-2-16,-1-4-11 0,-3-3-9 0,3 2-4 15,-3-3-1-15,2 2-5 0,-3-7-3 0,0 2-3 16,-3-2 3-16,1-6 0 0,-2 0 0 0,-2 2-3 16,4-1 1-16,-7-2 0 0,2-8 5 0,-2 8 8 15,0-7 8-15,0 3 4 0,0 0 7 0,-2 1 18 16,2-4 5-16,-5 6 6 0,5-1 2 0,0 2-1 16,0 1 4-16,0 2-4 0,0 1-2 0,5 1-11 15,-5 7-2-15,0-10-12 0,0 8-8 0,0 2 1 16,0 0-9-16,15 0-2 0,-15 0-12 0,11 9 2 15,-2-1-6-15,1 2-5 0,1 1-2 0,-1 6-12 16,5-2-3-16,0 0 2 0,1 0-3 0,-1 4 1 0,5-2-2 16,-7 1-4-16,2 1 7 0,2-6-5 0,-6 3 3 15,-1-8 4-15,2 3-5 0,-4-3 8 16,-1-4 7-16,-2-1-1 0,1 1 5 0,-6-4-2 0,0 0 12 16,19-10 11-16,-16 5 4 0,-1-3 9 0,3-3 6 15,3-1 11-15,-5-6 12 0,0 3 9 0,4 0 4 16,0-2 25-16,1 1-10 0,0 1 8 0,1 0 9 15,2-3 4-15,-1 1-1 0,-2 5-3 0,6-1-9 16,-3 1-5-16,-3 3-6 0,7-1-5 0,-8 3-13 16,3 3-8-16,-3 0-7 0,1 0-10 0,0 0-5 15,-8 4 2-15,15 4-11 0,-7 4-4 0,1-4-9 16,2 3-16-16,-3 6-18 0,-1-6-27 0,-5 4-24 16,4 2-29-16,1-2-19 0,0 1-18 0,-6 3-25 0,4-4-24 15,-3 2-37-15,6 2-44 0,-1-1-40 16,1-5-65-16,-3 1-241 0,3-4-662 0,4 1 292 15</inkml:trace>
  <inkml:trace contextRef="#ctx0" brushRef="#br0" timeOffset="72865.85">30686 8453 185 0,'-13'-6'349'0,"5"1"-10"0,-2 3-12 0,-4-2-6 15,3-1-24-15,3 2-15 0,-2 1-31 0,10 2-21 16,-15 1-24-16,15-1-15 0,-15 4-20 0,8 1-13 16,6 1-8-16,-4 0-11 0,3 6 0 0,-3-5-7 15,10 4-10-15,-3 4-14 0,-1 0-9 0,4-3-7 16,-1 3-8-16,2 0-7 0,-1 2-9 0,-3 1-7 0,3-2 4 16,-2-4-13-16,0 3-6 0,1-4-6 0,-8-2-6 15,8-1-3-15,-11 2 2 0,5-3-7 16,-3 0 2-16,2-2 0 0,-8-3-7 0,1 2 0 0,0-2 1 15,-4-2-11-15,-5-5-19 0,4 4-31 0,-8-6-51 16,1-2-48-16,-13-1-51 0,5-2-70 0,4-3-79 16,0 0-325-16,-3-3-717 0,11-1 317 0</inkml:trace>
  <inkml:trace contextRef="#ctx0" brushRef="#br0" timeOffset="73049.6">30027 8007 349 0,'-11'-6'372'0,"3"-1"-29"0,-1 0-22 15,3 0-18-15,-3 2-49 0,4 0-28 0,0 1-46 16,5 4-51-16,-9-3-33 0,9 3-64 0,0 0-87 0,-5 17-117 16,10-8-225-16,-4-1-429 0,7 2 190 0</inkml:trace>
  <inkml:trace contextRef="#ctx0" brushRef="#br0" timeOffset="73399.8">31395 8773 326 0,'0'0'337'0,"0"0"-32"0,0 0-23 0,-29-13-22 16,21 7-26-16,0 4-22 0,-2-4-23 0,-3 5-17 15,1 1-26-15,12 0-11 0,-23 3-11 0,13 5-10 16,-3-3-17-16,3 5-4 0,0 2-2 0,-2 0-17 16,7-4-5-16,-1 3-13 0,2 2-1 0,4-2-1 15,0 1-5-15,10 2-6 0,-5-1-6 0,7-2-1 16,1 0-6-16,0-3 1 0,1 0 0 0,-3 0-11 15,2-6 5-15,1-2-3 0,-4 2-1 0,1-4-4 16,-1 0-2-16,2-5-2 0,-4-1-1 0,-1 4-2 16,-4-4-7-16,2 0-13 0,-5-1-16 0,0-1-17 0,-5-2-31 15,-3 2-36-15,1 1-52 0,-5-4-69 16,-1 2-70-16,0 0-180 0,-2 3-521 0,-5 0 232 16</inkml:trace>
  <inkml:trace contextRef="#ctx0" brushRef="#br0" timeOffset="76166.17">25681 10320 375 0,'12'-19'371'0,"-9"2"-10"0,7-1-5 0,-4-9-17 15,4 1 3-15,-5 1-3 0,0-2-1 0,-3 9-10 16,1-5-9-16,2 4-16 0,-5-5-14 0,-3 8-19 16,-2-7-26-16,-2 11-22 0,2-7-31 0,-6 7-18 15,-4 0-21-15,0 5-16 0,-7 4-9 0,1 3-19 16,-7 0-11-16,-4 2-7 0,-1 4-10 0,0 8-10 16,2-2-9-16,1 4-7 0,0-4-7 0,2 10-4 15,5 2-6-15,0-1-2 0,1 0-5 0,4 2-3 16,3-4-10-16,5 2-14 0,3-4-11 0,1 1-6 0,6-4-5 15,0 3-3-15,3 1-2 0,7-6 0 16,-2-2-3-16,1 0-1 0,6-2 3 0,-1 0 2 16,1-7-2-16,-1 2-6 0,2-5 1 0,2 0-5 0,-1-5 7 15,-1 2-3-15,3-7 4 0,-4-4 0 0,3 3 2 16,-7 0 6-16,4-4 5 0,-5-2 0 0,7 1 5 16,-11 1 1-16,4-4 9 0,0 3 12 0,-2 0 11 15,-1 2 14-15,-5 2 4 0,4 2 7 0,-4 1 2 16,5 0-2-16,-7 3-7 0,6 1-9 0,-6-2-2 15,0 2-16-15,0 5-4 0,0 0-4 0,0 0-3 16,0 0-6-16,0 0-9 0,2 20-15 0,3-11-14 16,-5 5-25-16,0 2-32 0,2-1-27 0,4 0-26 0,-4 1-22 15,3 4-24-15,1-2-32 0,-2-2-47 16,1 3-59-16,8-6-66 0,-6-2-289 0,2 4-744 16,-2-7 330-16</inkml:trace>
  <inkml:trace contextRef="#ctx0" brushRef="#br0" timeOffset="76565.93">25903 10108 27 0,'6'-8'448'0,"-6"4"9"0,0 4 4 16,7-12-10-16,-5 9-28 0,-2 3-23 0,6-8-24 0,1 4-25 15,-5 0-29-15,-2 4-33 0,6-8-28 16,-4 5-29-16,-2 3-26 0,18-1-22 0,-15-2-21 16,-3 3-18-16,20 6-15 0,-13-1-14 0,1-1-14 0,0 4-12 15,-1 0-11-15,0 2-7 0,-6-1-9 0,6 4-4 16,1 1-10-16,-4 2-4 0,-8-1-4 0,4-3-6 15,-3 3-3-15,-2-4-3 0,5 2-2 0,0-6-3 16,-7 4 1-16,6 1-6 0,-6-8 1 0,5 3 3 16,-3 1 4-16,4-4 13 0,1-4 21 0,0 0 13 15,-2 8 11-15,2-8 4 0,0 0 6 0,0 0-17 16,0 0-13-16,0 0-20 0,17-1-26 0,-17 1-39 16,20-3-50-16,-9-1-58 0,4-7-73 0,5 7-76 0,3 0-63 15,4 0-86-15,-8 0-88 0,1-4-316 16,-3 4-899-16,1 1 397 0</inkml:trace>
  <inkml:trace contextRef="#ctx0" brushRef="#br0" timeOffset="76783.39">26434 10422 261 0,'-2'6'284'0,"2"0"-9"16,0-6-12-16,0 14-6 0,0-7-21 0,0-2-15 15,-1 2-20-15,-1 2-19 0,2-3-15 0,-5 2-12 16,4 4-18-16,-4-5-11 0,1 2-17 0,-1 3-6 16,-1-1-9-16,-1-1-9 0,-3 3-10 0,3 1-15 15,-6-2-36-15,3-2-45 0,-1 5-50 0,-3-4-58 16,5-5-70-16,4 1-89 0,1-1-147 0,-2 1-470 0,4-5 207 16</inkml:trace>
  <inkml:trace contextRef="#ctx0" brushRef="#br0" timeOffset="77282.35">27189 10108 265 0,'1'-8'325'0,"-1"1"-14"0,2 2-8 15,1-3-13-15,-3-1-11 0,0 2-12 0,0 0-8 16,0 7-13-16,-3-13-24 0,0 7-24 0,1 2-18 16,-1-3-17-16,3 7-25 0,-15-7-9 0,7 2-15 15,-6 4-4-15,3-3-11 0,-4 4-13 0,-7 0-8 0,3 7-9 16,-10-1-8-16,1 1-9 0,-1 4-5 0,5 1-3 16,-4-1-7-16,5 5 0 0,-2 2-3 15,-1 2-3-15,8-4-2 0,-1 5-5 0,8-2-4 0,-1 0 5 16,4 3-8-16,1-4-2 0,6-3-13 0,1 3 17 15,1 0 1-15,6-1-4 0,1-5 4 0,4-1-6 16,4-2 2-16,1-2-1 0,4-3 2 0,-1 0-2 16,2-2-5-16,4-2-3 0,2-3-6 0,-6-3 5 15,9-2-10-15,-11 4 7 0,0-8-1 0,-3 1 3 16,-1-1-2-16,2-4 5 0,-6 7-1 0,1-9-4 16,0 7 8-16,-4-2 15 0,-3-1 27 0,3 1 16 15,-4 2 5-15,-2 7 7 0,0-7-8 0,-1 7-5 0,-1-1-9 16,-1 5-9-16,5-7-9 0,-5 7-8 0,0 0-5 15,0 0-3-15,0 0-4 0,0 0-2 16,0 0-7-16,-3 23-12 0,1-15-14 0,2 7-14 0,0-3-5 16,0 7-24-16,2-4-33 0,1 4-20 0,2-1-21 15,-3-1-17-15,1 0-10 0,7-2-40 0,-6 2-53 16,-1-3-51-16,10-3-64 0,-8-2-245 0,3-1-663 16,1-1 294-16</inkml:trace>
  <inkml:trace contextRef="#ctx0" brushRef="#br0" timeOffset="77715.97">27482 10008 104 0,'-5'-5'373'0,"5"5"-15"0,0 0-22 0,6-7-21 0,-1-2-28 16,-5 9-23-16,9-6-20 0,-1 6-20 0,0-1-27 15,1-3-8-15,-1 3-17 0,0-1-17 16,7 2-20-16,-3 0-11 0,-12 0-20 0,21 2-8 0,-11-2-6 16,2 5-9-16,-2-2-24 0,-2 1 6 0,0 4-14 15,2-4-8-15,-5-1-5 0,0 3-14 0,2-4 8 16,-6 5-17-16,-1-1-5 0,0 1-4 0,0-7 0 16,-6 12 6-16,1-9-6 0,3 5 2 0,-6-4-1 15,6 4 0-15,-3-2-3 0,-3-3 1 0,0 3-1 16,4-2 0-16,-2 1-1 0,1-2-1 0,5-3-2 15,-2 8 6-15,-3-2-6 0,2-2-1 0,3 2 3 16,0-6 5-16,3 11-4 0,4-6 8 0,-2 1-4 0,1 2-2 16,-1 0 4-16,2-1-3 0,1 4-3 15,2-4 0-15,0 0-3 0,-2 1 4 0,-1-1 0 16,-1 4-1-16,-4-8-4 0,3 5 1 0,-3 2 0 0,-1-7 2 16,4 4 3-16,-5-7-6 0,-6 15 5 0,6-6 3 15,-7-1-2-15,5-1-2 0,-7 1 7 0,-1-2-20 16,-5 3-30-16,0 2-40 0,3-3-42 0,-1 1-62 15,-2-2-75-15,7 1-57 0,-7 0-222 0,5-1-585 16,0 5 259-16</inkml:trace>
  <inkml:trace contextRef="#ctx0" brushRef="#br0" timeOffset="77915.64">27829 10668 20 0,'-3'6'315'0,"-2"-1"-9"15,0 0-10-15,2 0-9 0,-7 1-15 0,2 0-14 0,-2 0-22 16,3 0-19-16,-1 1-21 0,-4 0-21 0,4-4-22 16,-2 5-12-16,0 0-9 0,0-4-14 0,4 1-16 15,-3-2-37-15,3 5-49 0,-1-4-42 0,-1 0-49 16,8-4-47-16,-2 3-57 0,2-3-69 0,0 0-195 16,0 0-479-16,0 0 212 0</inkml:trace>
  <inkml:trace contextRef="#ctx0" brushRef="#br0" timeOffset="78348.97">28361 10098 261 0,'0'-18'348'0,"1"0"-6"0,6 0-10 15,-2 1 0-15,-3 0 0 0,-2 3-18 16,0-6-10-16,1 10-18 0,-2-4-18 0,1 7-27 0,0-1-23 15,0-2-18-15,-2 2-28 0,-5 3-17 0,1 1-22 16,6 4-10-16,-15-3-7 0,15 3-17 0,-28 8-17 16,13-1-7-16,-3 1-5 0,-1 7-8 0,-2 0-9 15,1 1-11-15,0 8-2 0,4-9-9 0,1 5-7 16,0 2-6-16,3-5-7 0,4 1-5 0,1-2-7 16,1 1-5-16,2-2 1 0,1 0-2 0,6-3-1 15,-1-2 7-15,0-1 1 0,4-1 0 0,4-3 4 16,2-3-4-16,3 1 3 0,-2-3-1 0,5 0 1 0,2-4-1 15,0-2-2-15,0 0-1 0,-2 3 7 0,-2-9 1 16,1 0 0-16,3 5 6 0,-5-4 15 16,0-1 12-16,-2 1 20 0,-5 2 18 0,0 2 14 0,-1-1 21 15,1 3 6-15,-1 2 8 0,1-4-19 0,-6 0-9 16,3 4-13-16,-5 3-12 0,5-5-13 0,-5 5-12 16,0 0-5-16,0 0-4 0,0 0-8 0,0 0-18 15,0 18-21-15,0-9-28 0,-5-2-28 0,5 4-34 16,0 1-39-16,0-3-29 0,0 4-19 0,0 0-26 15,7 1-34-15,-4 0-58 0,2-4-71 0,3-2-69 16,-1 1-244-16,6-6-743 0,2 4 328 0</inkml:trace>
  <inkml:trace contextRef="#ctx0" brushRef="#br0" timeOffset="78565.82">28847 9942 245 0,'0'0'450'0,"0"-9"-7"16,0 9-12-16,-3-11-20 0,3 11-26 0,-3-3-35 16,3 3-33-16,0 0-31 0,0 0-26 0,0 0-29 0,0 0-23 15,0 0-18-15,-7 18-21 0,7-9-15 0,5 5-14 16,-5 1-23-16,5 6-22 0,-3-2-28 0,1 7-45 16,4-2-58-16,-4 2-59 0,0 1-59 0,2 2-57 15,-2 3-66-15,1 1-74 0,-3-3-291 0,4 2-694 16,-1-4 307-16</inkml:trace>
  <inkml:trace contextRef="#ctx0" brushRef="#br0" timeOffset="78732.28">29031 10571 186 0,'0'0'270'0,"0"0"-8"16,0 7-16-16,0-7-19 0,0 0-16 16,0 9-14-16,0-9-4 0,-3 4-12 0,-1 4-17 15,4-2-16-15,-1 4-15 0,-6 0-15 0,1 0-6 0,-3 0-14 16,3 4-13-16,-3 0-3 0,3-1-26 0,-4 2-38 15,3-1-57-15,-1-2-77 0,1-4-77 0,1 4-248 16,1-4-476-16,3-2 212 0</inkml:trace>
  <inkml:trace contextRef="#ctx0" brushRef="#br0" timeOffset="79182.42">29797 10248 160 0,'5'-21'344'0,"-3"-2"-9"0,5-4-17 0,-6 0-18 16,6 2-9-16,-7-2-7 0,0 10-11 0,0-2-24 16,0 1-24-16,0 8-20 0,-7-1-24 0,6 2-19 15,-8 2-15-15,-4 3-18 0,-2 1-18 0,0-1-23 0,-5 8 9 16,-3-1-14-16,-3 4-7 0,-2 3-6 0,1-1-11 15,2 3-4-15,-1 0-13 0,4 1 4 16,-1 4-12-16,7-4 3 0,1 1-7 0,1-1-5 0,5-1-2 16,-3 3-1-16,9-4-7 0,-1 0 0 0,3-2 2 15,2-1-6-15,-1 3-6 0,5-5 3 0,5 3-4 16,-3-4 5-16,6-2-2 0,2-2-1 0,5 2 5 16,-4-2-1-16,4-5 1 0,-2 1-4 0,2-2 0 15,-1 4 0-15,2-5-2 0,-6-2 18 0,-3 6-14 16,-3-1-1-16,3 0 20 0,-2-2-7 0,-5 3-3 15,2-3-1-15,-7 5-4 0,0 0-8 0,0 0 0 16,19 4-2-16,-19-4-6 0,0 8 4 0,5-2-1 0,-5 4-4 16,0-3 4-16,2 4 3 0,-2 1 3 0,0-1-2 15,0 5-1-15,5 0-10 0,-2-1-19 16,2 1-9-16,2-1-25 0,0-3-25 0,-4 4-34 0,10-5-46 16,0-1-73-16,-3-7-72 0,5 3-319 0,3-2-681 15,-8-2 302-15</inkml:trace>
  <inkml:trace contextRef="#ctx0" brushRef="#br0" timeOffset="79799.03">30142 9966 230 0,'-7'-5'453'0,"0"-4"8"16,-1 5 2-16,1 1 2 0,7 3-11 15,-4-6-15-15,4 6-28 0,-9-5-26 0,9 5-34 16,-3-2-26-16,3 2-24 0,0 0-23 0,0 0-24 0,0 0-26 16,0 0-20-16,0 0-21 0,0 0-18 15,0 0-17-15,38 2-14 0,-23 3-17 0,5 2-16 16,-2-4-13-16,2 4-9 0,1 3-12 0,3-7-2 0,-5 3-22 16,3 0-14-16,-7 0-12 0,1 0-10 0,-1 0-8 15,-2-3-14-15,-1-2-10 0,-2 6-8 0,-3 0-12 16,-2-1-7-16,1 1 0 0,1-2-1 0,-6 5 7 15,3-1 2-15,-4 1 2 0,0-3 5 0,3-1 0 16,-6 6 3-16,-1-1 3 0,3 2 4 0,1-3 2 16,-7 2-3-16,1 5 8 0,1-4 1 0,1-1 1 15,-2-3 2-15,6 4 2 0,-7-3 4 0,-1 2-5 16,4 2 2-16,1-2 3 0,-5-5 1 0,6 5-3 16,-3-4 2-16,4-4 0 0,-4 7 2 0,1-6-1 15,-1 2 2-15,5-7 2 0,-3 5-2 0,3-5-1 16,-5 7 3-16,5-7 0 0,-2 4 4 0,2-4-2 0,0 0 1 15,-1 7 0-15,1-7 4 0,0 0 1 0,0 0-2 16,0 0 3-16,0 0-1 0,0 7 3 0,0-7-5 16,0 0 3-16,0 0 4 0,0 0-7 0,0 0-1 15,0 0 1-15,0 0 1 0,0 0 3 0,0 0 4 16,0 0 1-16,0 0 9 0,0 0-9 0,0 0 5 16,0 0 2-16,5-18 1 0,-5 18 2 0,0 0-5 15,0 0 4-15,3-7-5 0,-3 7-2 0,0 0-2 16,0 0-4-16,0 0 4 0,0 0-7 0,0 0 3 15,0 0-3-15,0 0-3 0,0 0-1 0,0 0-4 16,0 0-3-16,0 0-2 0,0 0-10 0,0 0-8 16,0 0-8-16,0 0-14 0,0 0-26 0,0 0-23 15,0 0-23-15,0 0-32 0,0 0-26 0,0 0-18 0,0 0-35 16,0 0-41-16,0 0-58 0,17 3-60 16,-17-3-372-16,6-4-822 0,-6 4 364 0</inkml:trace>
  <inkml:trace contextRef="#ctx0" brushRef="#br0" timeOffset="80618.82">30188 10294 18 0,'0'-7'287'0,"-8"2"-20"0,8 5-19 0,0-8-19 15,0 8-13-15,0-8-21 0,0 2-19 0,0 6-20 16,5-9-17-16,-5 9-15 0,6-3-11 0,-6 3-12 15,0 0-27-15,0 0-21 0,15 0-30 0,-15 0-27 0,0 0-27 16,12 3-31-16,-6 4-34 0,-6-7-31 0,14 2-46 16,-9 0-148-16,-5-2-348 0,10 1 154 0</inkml:trace>
  <inkml:trace contextRef="#ctx0" brushRef="#br0" timeOffset="80932.81">30408 10223 57 0,'0'0'287'0,"0"0"-13"0,0 0-15 15,0 0-24-15,0 0-15 0,0 0-29 0,0 0-17 16,0 0-13-16,0 0-19 0,0 0-14 0,0 0-12 15,-15 16-9-15,12-12-6 0,0 4-6 0,3 4-7 0,-4-5-7 16,3 5-9-16,-3 0 0 0,1 0-9 0,0 3-8 16,3-4-4-16,0 1-3 0,-4 0-4 15,1-3-5-15,3 3-4 0,0-2-4 0,-5-2-3 0,2 2 0 16,3-2-15-16,0-2-17 0,0 1-24 0,-7 0-32 16,7-1-43-16,0-6-44 0,3 7-56 0,-3-7-67 15,7 6-144-15,-7-6-448 0,0 0 199 0</inkml:trace>
  <inkml:trace contextRef="#ctx0" brushRef="#br0" timeOffset="81150.25">30188 10305 39 0,'-10'-4'348'0,"-3"-3"16"16,6 2-6-16,6-2-8 0,-6 2 6 0,0 3-6 15,1-4-9-15,6 6-21 0,0-9-24 0,0 9-34 0,6-9-25 16,-6 9-30-16,14-8-33 0,-6 8-32 0,7-1-41 16,3 1-51-16,8-2-56 0,-4 2-53 0,6-1-57 15,0 2-77-15,-1-1-81 0,4 2-335 0,-9-1-658 16,1-1 292-16</inkml:trace>
  <inkml:trace contextRef="#ctx0" brushRef="#br0" timeOffset="81365.57">30648 10455 29 0,'0'5'266'0,"0"-5"-9"0,-7 11-20 15,6-3-13-15,-4 0-18 0,3-4-19 16,2 8-19-16,-3-5-14 0,0 1-16 0,1 7-10 0,-1-6-11 15,-1 3-17-15,1-3-5 0,0 1-11 0,-2 1-27 16,1 1-49-16,-1-3-45 0,0 1-67 0,2-5-71 16,-2 5-182-16,2-5-386 0,-2-1 170 0</inkml:trace>
  <inkml:trace contextRef="#ctx0" brushRef="#br0" timeOffset="81833.39">31171 10127 252 0,'-5'-17'350'0,"4"-1"-15"16,-4 0-11-16,-2 5-14 0,4-7-10 15,-4 5-11-15,0-3-17 0,-1 5-23 0,1-2-36 16,1 4-5-16,-7-1-28 0,4 3-22 0,-2 6-14 0,1 3-20 15,-5-3-13-15,-2 6-11 0,-2-3-10 0,-1 4-5 16,0 7-18-16,-7 2-5 0,9 1-6 0,-3 2-2 16,2 8-12-16,3-7-5 0,-1 4-4 0,4-2-2 15,5-3 0-15,1 2 0 0,-1-2-6 0,8 2-5 16,0-3 2-16,0 3 0 0,0-9-12 0,6 3 4 16,1-3-3-16,3 0-1 0,-3 2 0 0,8-6-2 15,-1-2 3-15,6 4-6 0,-3-6-4 0,4-1-9 16,-6 0 8-16,5-3-8 0,-2-2 8 0,1 1-9 15,-3-7 9-15,4 4-4 0,0-1 2 0,-7-1 2 16,-1-1-2-16,-2 1 2 0,3-2 13 0,-5 4 13 16,-3-2 31-16,5 5 20 0,-8-3 6 0,6 5-7 15,-3-3-6-15,-5 5-12 0,2-6-6 0,-2 6-10 0,0 0-6 16,0 0-10-16,0 0-1 0,0 0-5 16,6 13-19-16,-6-5-10 0,-1-1-36 0,2 3-23 15,-2 3-25-15,2-4-25 0,-1 6-20 0,0-1-39 0,7 3-40 16,-6-6-57-16,6 1-55 0,-2 0-316 0,-3-5-699 15,6 4 309-15</inkml:trace>
  <inkml:trace contextRef="#ctx0" brushRef="#br0" timeOffset="82248.84">31527 9893 311 0,'-2'-6'437'16,"2"6"8"-16,0-12 6 0,0 4-7 0,0 1-12 15,0-1-27-15,-3 4-26 0,3 4-36 0,0-7-34 0,0 7-37 16,0 0-32-16,0 0-25 0,-10-2-19 0,10 2-24 16,-7 13-17-16,-1-4-19 0,2-2-13 15,-1 8-22-15,5 2-8 0,-4 1-25 0,4-2-17 0,2 4-15 16,-5 6-14-16,12-7-11 0,-4-1-14 0,0 0-8 15,6 1-8-15,-3-2-9 0,4 1-3 0,2-6-6 16,-4 0-1-16,5-5-5 0,2 4-2 0,0-2-9 16,-7-3-7-16,6-2 10 0,-1-4 4 0,0 0 5 15,5-3 3-15,-3 1 6 0,2-3 2 0,-2-3 10 16,-9 3 8-16,6 1 22 0,-6-1 24 0,3 0 16 16,-3 0 22-16,-2 1 18 0,4 0 15 0,-1 0 9 15,-7 4-1-15,6-4-10 0,-4 1-9 0,-2 3-12 16,0 0-13-16,10-5-12 0,-10 5-5 0,0 0-10 0,0 0 0 15,1 16-15-15,-2-8-22 0,-3 2-24 16,4-1-41-16,0 4-53 0,-6 2-54 0,4 2-49 16,2-3-49-16,-3 4-72 0,0-1-99 0,3 2-350 0,-7-5-854 15,4 6 378-15</inkml:trace>
  <inkml:trace contextRef="#ctx0" brushRef="#br0" timeOffset="85065.55">23364 10332 7 0,'-15'0'243'0,"15"0"-27"0,-12-1-20 0,12 1-17 15,0 0-21-15,-10 2-18 0,10-2-10 16,0 0-14-16,0 0-9 0,0 7-7 0,0-7-11 15,0 0-5-15,19 8-5 0,-13-6-14 0,4-1-3 0,3 4-4 16,4-5-6-16,-1 0-6 0,3-3-5 0,-3 0-3 16,-1 0 0-16,0-3 8 0,0 1 4 0,-2 0 14 15,-5-2 12-15,2 0 3 0,-5-1 2 0,0 1 3 16,-1-2-1-16,1 0-4 0,-5-1-6 0,0 2 4 16,0-4-1-16,-5 5-3 0,3 0-3 0,-5 2-9 15,2-6-3-15,2 8-4 0,-4-3-8 0,2 4-6 16,-8 1-3-16,13 1-9 0,-20 1 1 0,7 1-5 15,3 3-5-15,-5 2 1 0,5 5-3 0,-9-1 0 16,7 5-2-16,-5-4-5 0,6 7 3 0,-1 4 5 16,1-7 16-16,4 4-17 0,4-1 11 0,-1-2-7 15,4 4 2-15,0-5 1 0,7 3 1 0,5-1-2 16,-2-2-1-16,9-4-3 0,5 3 0 0,7-5 8 0,-1 4-35 16,18-6-34-16,-17-4-43 0,4 0-54 0,-2-2-58 15,4-4-70-15,-4-2-285 0,-4 1-596 16,1-5 265-16</inkml:trace>
  <inkml:trace contextRef="#ctx0" brushRef="#br0" timeOffset="85382.96">23854 10353 180 0,'-7'3'255'0,"7"-3"-18"0,-11 7-21 0,9-3-18 15,-5 0-18-15,7-4-18 0,-8 9-11 0,5-4-17 16,-1 0-12-16,-2-1-13 0,6-4-8 0,-5 8-13 16,1-3-7-16,4-5-6 0,0 7-8 0,0-7-2 15,-3 7-5-15,3-7 1 0,0 0 15 0,0 0-1 0,3 5 6 16,-3-5-3-16,0 0-5 0,0 0-5 0,22-9-2 16,-15 5 5-16,-1-2 3 0,-2 0-2 15,2-1 8-15,1-1-1 0,-2 2 3 0,-2-2 4 0,-3-1-1 16,7 2 3-16,-7 1-15 0,5-3-2 0,-5 4-10 15,0 5-4-15,1-8-12 0,-1 8-5 0,0-11-25 16,0 11-33-16,0 0-36 0,-8-1-31 0,8 1-36 16,0 0-51-16,0 0-58 0,0 0-54 0,-20 12-245 15,20-9-574-15,0-3 254 0</inkml:trace>
  <inkml:trace contextRef="#ctx0" brushRef="#br0" timeOffset="85765.59">24304 10250 198 0,'-7'-7'291'0,"6"6"-18"16,1 1-18-16,0 0-17 0,-9-6-26 0,9 6-24 16,0 0-21-16,0 0-15 0,0 0-10 0,0 0-20 15,0 0-12-15,-11 14-13 0,7-2-6 0,0-4-9 16,4 6-7-16,0 3-12 0,4-1-1 0,0 5-8 15,1 1 1-15,5 3-9 0,-5 0-3 0,6-1-6 16,-4-2 4-16,6 5-13 0,0-1 1 0,-6-1-3 16,1-8-3-16,2 3 1 0,0-3-10 0,-7 2 3 15,4-6-1-15,-2-1-4 0,-2 1 2 0,2-1-1 16,-5-3 2-16,2-1 16 0,-2-1 24 0,-2 1 27 16,-3-2 26-16,-3-5 21 0,1 4 24 0,1-2 15 15,6-3 3-15,-25 0 4 0,7-3 1 0,3-2 0 0,-2 1 6 16,2-2 1-16,1-1-7 0,-1-3 2 0,1 0-7 15,6 1-14-15,0-3-15 0,0-1-13 16,4-4-17-16,4 5-28 0,0-8-35 0,7 4-49 0,6-7-73 16,7 1-97-16,-3-5-79 0,6 5-81 0,3 0-100 15,-3 0-414-15,1 2-913 0,-3 5 403 0</inkml:trace>
  <inkml:trace contextRef="#ctx0" brushRef="#br0" timeOffset="86382.24">23445 9900 143 0,'3'-12'411'0,"-3"0"-3"0,-3 3-19 16,3 2-18-16,0 0-32 0,0 7-39 0,-8-5-33 15,8 5-12-15,-14 3-36 0,-2 6-22 0,-2 9-20 16,-7 2-7-16,-8 14-4 0,-2 2 9 0,2 3 10 0,-2 4 2 16,0 5-3-16,6 1-13 0,-15 19-8 0,10 1-12 15,9-17-10-15,3 2-6 0,7 0-20 16,1 4-8-16,5-4-8 0,8 1-6 0,2-1-11 0,8 3-12 15,5-5 4-15,8 2-13 0,8-4-4 0,21 12-4 16,-11-19-22-16,24 14-30 0,-16-21-51 0,29 7-87 16,7-5-86-16,0-4-102 0,12-10-128 0,-8-1-374 15,1-7-895-15,-2-4 396 0</inkml:trace>
  <inkml:trace contextRef="#ctx0" brushRef="#br0" timeOffset="87382.13">31881 9519 250 0,'0'0'360'0,"0"-11"4"0,0 11 5 0,-1-12 2 16,1 12 15-16,-2-3-7 0,2 3-12 0,0 0-26 16,0-7-34-16,0 7-32 0,0 0-30 0,0 0-30 15,0 0-24-15,0 0-22 0,0 0-16 0,0 0-13 16,8 24-15-16,0-4-7 0,7 5-14 0,7-3-9 16,4 21-8-16,6 0-11 0,12 23-5 0,3 0-7 0,-3-3-7 15,6 4-4-15,0-1-5 0,-4 4-3 0,-3-6-5 16,-6 7-7-16,-1 0-4 0,-14-17-4 15,-4 17-15-15,-5-15-30 0,-11-1-26 0,-2 15-33 0,-15-13-46 16,-8 13-40-16,-14 0-44 0,-8-2-47 0,-8-4-76 16,-4-3-88-16,-8 0-299 0,-1-2-778 0,0-5 344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4T09:57:22.3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2032 700 69 0,'-28'-3'211'0,"0"2"-12"0,-7 1-6 16,5 1-15-16,4 7-12 0,4-2-20 0,-6 5-16 15,8-2-9-15,1-1-11 0,-1 3-9 0,6 1-9 16,0 0-6-16,4 4 21 0,3-1 5 0,7 2 5 16,2 0 2-16,8 0-5 0,9 9 4 0,-2-7-12 15,8 5-7-15,1-2-13 0,7 5-6 0,4 1-9 16,-1-2-7-16,4 2-6 0,-17-12-4 0,14 11-7 15,-16-3-2-15,1 2-8 0,-1-3 0 0,-4-1-3 16,1 2-2-16,-5-1-5 0,-6-7-2 0,4 8-4 16,-7-3 0-16,1 4-4 0,-5-6-1 0,-2 0-2 15,-1 2 3-15,-6-2-5 0,-1 3 6 0,-1-5 8 16,-1-2 19-16,1 0 26 0,-6-1 7 0,1-1 8 16,-4-1 14-16,3-4 15 0,-4-4 9 0,-1 7 10 15,1-7 9-15,-1-2 8 0,2-2 6 0,4 0 1 16,1 0-5-16,0-5-7 0,2 1-9 0,1 1-9 15,2-3-16-15,2-1-10 0,1 0-11 0,6 3-11 0,-3-4-12 16,-1 6-11-16,5 2-24 0,-1-8-22 0,1 8-25 16,6-10-29-16,-1 6-22 0,5 3-21 0,0-1-12 15,7 2-12-15,1 0-16 0,0 2-2 16,5-2-3-16,10 0-11 0,-1 5-1 0,2-4-9 0,0-1-1 16,14-5-1-16,-12 5 3 0,7-3 6 0,2-1 3 15,1-4 8-15,-8 1 14 0,5-2 10 0,0-7 9 16,-11 2 14-16,-4-2 8 0,-2-1 20 0,-1-1 27 15,-2 0 32-15,-6 1 15 0,-2 0 19 0,-2 2 23 16,-6-3 11-16,1 2 12 0,-6-2 12 0,2 2 31 16,-4 0-6-16,-4-1 9 0,2 3-2 0,-1-1-10 15,-2 8-6-15,-2-2-8 0,0-2-12 0,1 6-11 16,-4-2-12-16,5 6-6 0,-7-1-6 0,12 2-6 16,-21 6-9-16,9-1-2 0,-3 7-5 0,5 2-4 15,-1-1-4-15,-1 2 0 0,7 3-6 0,-1-2-2 16,4 4-10-16,2 4-13 0,3-6-2 0,4 0-20 15,8 7-6-15,1-6-14 0,7 1-17 0,2-1-3 16,2-6-3-16,-1 1-4 0,17-1-3 0,-8-7-17 16,11-3-6-16,-3-3-1 0,2-2-6 0,1-5 4 15,-3-1 6-15,-9 3 8 0,-3-6 12 0,0-1 5 16,-2-4 9-16,0-3 11 0,-2 0 15 0,-9 1 24 16,0 3 21-16,-9 1 15 0,1 3 16 0,-4-5 16 15,-1 3 15-15,-5-4 3 0,-3 5 5 0,1 4-10 16,-4-3-2-16,-3 2-4 0,1 3-12 0,-2 1-5 0,-2 2-7 15,-1 2-1-15,-2 2-1 0,-1 6-7 16,-4-3-5-16,5 5 0 0,-7 6 0 0,6 2-12 16,1-3 9-16,2 4-5 0,-2 4-14 0,7-3-10 0,-2-1-14 15,3 8-9-15,2-7-9 0,5 1 8 0,0-4-16 16,5 2 1-16,-2-2 6 0,4 0 12 0,0-6-15 16,3-2 0-16,3 1-2 0,0-9 0 15,2 0 6-15,1-4 5 0,4 3 3 0,-5-8 3 0,2-1 8 16,3-4 5-16,-5 1 9 0,3-6 15 0,-7 3 13 15,9-5 20-15,-12 6 11 0,1-5 20 0,4-4 21 16,-10 12 9-16,4-5 19 0,-5 4 6 0,1-1 7 16,-1 1-1-16,-1 8-5 0,3-6-12 0,0 2-9 15,-4 3-14-15,0 0-14 0,0 6-12 0,4-6-12 16,-4 6-5-16,0 0-2 0,0 0-11 0,0 0-1 16,-4 19-10-16,4-9-17 0,-3 0-21 0,3 0-25 15,3 7-24-15,-3 0-29 0,5-4-24 0,-3 3-16 16,3 1-22-16,2 0-15 0,-1-1-16 0,3-4-24 15,-3 0-26-15,2-1-20 0,1-7-24 0,1 0-22 16,0-1-212-16,-2 1-558 0,3-8 247 0</inkml:trace>
  <inkml:trace contextRef="#ctx0" brushRef="#br0" timeOffset="782.72">3441 1238 53 0,'8'-16'186'0,"-6"6"23"0,3-5 5 15,1 6 2-15,1 1-10 0,0 1-21 0,-1 2-16 16,-1 1-18-16,2 1-14 0,1 2-14 0,4-1-16 15,-12 2-6-15,21 3-11 0,-9 0-11 0,4 1-5 16,-4 4-9-16,3 1-8 0,5 0-6 0,-7 3 0 0,7 3-6 16,-7 2-6-16,7-7 2 0,-5 0-7 0,1 7-6 15,-9-7-2-15,6 7-14 0,-5-8-10 16,6 7-8-16,-6-7-3 0,-1 2 0 0,-6-4-2 16,6 1 3-16,-7-4 1 0,0 4 3 0,0-8 1 0,-8 9 0 15,8-9 3-15,-14 2-5 0,14-2 13 0,0 0 6 16,-15 0-2-16,15 0 5 0,-11-7-2 0,11 7-1 15,-2-9-3-15,2 2-1 0,0 7-4 16,2-11-10-16,3 4-10 0,8-5-8 0,0 4-6 0,4-4-14 16,6 2-10-16,-3 3-8 0,8-5-11 0,2-1-1 15,1 1-3-15,-1 3 9 0,0-2 1 0,-4 0 12 16,-1-1 7-16,-3 4 7 0,-8 1 23 0,-5 2 37 16,4 1 21-16,-5 0 10 0,-1-3 2 0,-5 4 0 15,-2 3-2-15,5-9 2 0,-5 9 3 0,0 0-1 16,-15-7 2-16,1 7 3 0,1 0-1 0,-3 6-1 15,2-1-5-15,-4 3 3 0,0 3-8 0,-5 2-7 16,6 1 1-16,2-1-7 0,-1 7-2 0,-1 2-5 16,6 0 1-16,4-6-4 0,2 5-3 0,2-3-1 15,3 1 0-15,1 1-3 0,6-2 2 0,1-1-2 16,2-1-1-16,2-1-2 0,4-1-1 0,4-4 1 16,2-3-5-16,6-7-16 0,3 2-12 0,1-7-11 15,4-4-15-15,9-4-5 0,-7-2-5 0,3-6-9 16,-4-3-9-16,2-4-10 0,-2-1-12 0,-1-10-23 15,-1 3-19-15,-4-11-18 0,-2 5-11 0,-6 0 3 16,-3 3 31-16,-5 0 53 0,-7 8 45 0,-2 1 47 16,-2 5 47-16,-4-1 27 0,0 10 14 0,-2-3 17 15,2 4 6-15,-2 2-2 0,1 2-1 0,-4 3-18 16,5 0-15-16,-2 5-8 0,1-3-14 0,1 6-7 16,0 0-5-16,0 0-5 0,0 0-12 0,-17 17 1 15,17-9-3-15,-3 9-4 0,3 1-5 0,-4-2 3 16,4 4 7-16,7 7-18 0,-4 0-1 0,1 4 4 15,6-4-2-15,-2 11-3 0,2-10-5 0,-2-1 10 16,0 0-18-16,6-2-4 0,-8-3-5 0,4-3 1 0,-5-4-2 16,5 2-1-16,-3-4 2 0,-1 1 0 15,-1-5 2-15,-3 0 3 0,3 0 9 0,-4-6 24 16,3 1 18-16,-4-4 4 0,5 6 16 0,-5-6 22 16,0 0 8-16,0 0 12 0,0 0 15 0,8-11 6 0,-8 11 6 15,8-8 0-15,-4 4 2 0,-4 4-10 0,3-9-10 16,4 4-13-16,-7 5-11 0,6-3-11 0,4 3-12 15,-10 0-9-15,13 0-12 0,2 0-23 16,-2 2-32-16,2 2-23 0,2 0-38 0,11 3-56 0,2 1-49 16,0-3-53-16,-2 5-68 0,8-5-87 0,-1 4-340 15,6-3-772-15,-4-2 343 0</inkml:trace>
  <inkml:trace contextRef="#ctx0" brushRef="#br0" timeOffset="1032.73">5804 883 62 0,'0'0'388'0,"0"0"-50"0,0 0-39 0,0 0-30 16,0 0-23-16,0 0-25 0,0 23-26 0,0-9-19 15,9-1-12-15,-4 5-20 0,-4 3-12 0,7 6-11 16,-1 4-16-16,0 1-6 0,1 8-11 0,4-1-6 15,-6 0-7-15,-2-7-10 0,2 5-3 0,1-8-7 16,-6 3-21-16,1-7-30 0,3 2-33 0,-5-9-45 16,0 0-54-16,5 0-62 0,-3-9-51 0,-2-3-220 15,0-3-498-15,0-3 220 0</inkml:trace>
  <inkml:trace contextRef="#ctx0" brushRef="#br0" timeOffset="1282.73">5723 783 54 0,'-15'-17'399'0,"0"1"16"0,2 1 16 0,3 0 4 0,-1-1-12 15,4-1-9-15,-3 0-23 0,3 4-25 0,4-5-31 16,0 6-34-16,6 3-31 0,2-2-30 16,8 1-28-16,-1 1-24 0,3 3-27 0,3 1-27 15,10 1-20-15,2 7-25 0,0 3-21 0,0 3-20 0,3 3-23 16,-8 2-20-16,6 2-25 0,-3 2-13 0,-1 1-27 15,-4 3-23-15,-2-2-25 0,-4 6-16 16,1-2-12-16,-6 0-12 0,-6 3-14 0,3-1-17 0,-9 1-23 16,0-7-37-16,-4 0-48 0,-6 6-41 0,5-7-241 15,-10 1-615-15,2-4 273 0</inkml:trace>
  <inkml:trace contextRef="#ctx0" brushRef="#br0" timeOffset="1816.76">6069 1083 109 0,'7'-6'269'0,"-2"1"-31"16,-5 5-24-16,0 0-23 0,11 0-12 0,-11 0-24 15,14 5-16-15,-6 1-9 0,-2 0-20 0,8-3-10 16,-4 9-6-16,3-3-9 0,2 3-14 0,0 0-3 15,0 3-7-15,6 1-11 0,-6 1-16 0,0-2-11 16,6 3-9-16,-6 3-14 0,-2-11-20 0,-1 7-17 16,0 0-4-16,-2 0-16 0,-2-5 1 0,-2 7-8 15,4-8 6-15,-5-3 0 0,-1-2 15 0,-4 0-1 16,1-2 12-16,-1-4-1 0,0 0 13 0,-8 5 17 16,8-5 24-16,0 0 14 0,0 0 13 0,-18-15 20 15,16 9 9-15,-4 0 8 0,4-3 12 0,2 1 1 16,-2 0 1-16,4-1 5 0,-2 3-4 0,0-2-3 15,2 0-10-15,4 3-9 0,-6-1-9 0,0 6-10 16,8-7-2-16,-8 7-8 0,14 0-7 0,-14 0-2 16,20 5-3-16,-10-2 5 0,4 4-16 0,1 4-1 0,4-5-6 15,-1 3 0-15,10 3-1 0,-5 0-10 16,7-1-8-16,-2 1-16 0,7-4-12 0,-4 3-4 16,-1-3-8-16,1-1-8 0,-2-9 2 0,0 5-6 15,-1 1 2-15,-8-4 2 0,2-5 9 0,-6 2 2 16,-6-3 7-16,4 0 2 0,-6-2 6 0,-2-5 11 0,-6 1 9 15,-1-1 2-15,-4-7 6 0,-10 5 4 16,0 0 5-16,0-5 8 0,-5 2-1 0,-5 2 4 16,6 4-1-16,2 3-7 0,1-3 2 0,-3 3-1 0,4 3-4 15,-1-1-4-15,1 2-15 0,0-2-30 0,5 8-40 16,2-4-47-16,-2 2-56 0,10 1-55 0,0 0-171 16,0 0-434-16,0 0 192 0</inkml:trace>
  <inkml:trace contextRef="#ctx0" brushRef="#br0" timeOffset="2600.27">7087 719 222 0,'0'-8'417'0,"-2"1"6"0,2-4-23 15,0 3-21-15,-5 3-33 0,5 5-33 0,-3-8-34 16,3 8-27-16,-5-4-39 0,5 4-19 0,0 0-19 15,0 0-24-15,-3 19-18 0,4-2-21 0,-1-2-17 16,2 4-29-16,6 5-15 0,-6 0-18 0,1 3-24 16,4 3-10-16,1-2-10 0,-1 1-12 0,1 11-10 15,0-13-12-15,-1 4-12 0,0-8 0 0,1 1 0 16,0 3-3-16,-3-10 3 0,3 0 6 0,-1-1 2 16,0-5 7-16,-6-4 7 0,4 3 3 0,-3-7 8 15,0 2 11-15,4-2 12 0,-6-3 8 0,7 3 13 16,-7-3 9-16,13 0 3 0,-13 0-2 0,10-7-1 15,-10 7-7-15,0 0-5 0,13 1 1 0,-13-1-4 16,15 0 1-16,-5 3-6 0,0 0 11 0,-2 0-13 16,1 3-1-16,6 0-8 0,-6 2-1 0,6 2-8 0,-1 7-3 15,0-7-3-15,0 7-4 0,-4-2-3 0,3-1-3 16,-5 1-2-16,4 2 0 0,-4 0 0 16,0-1 5-16,-3 0 1 0,-3-2-2 0,-4 1 4 15,1-5 5-15,-6 0 1 0,0-3 1 0,1-1 4 16,-6-2-2-16,-3-4 4 0,-1 0 3 0,2-1 15 0,-2-3 16 15,-4-4 21-15,8 1 14 0,-2-1 18 16,0-3 8-16,1-1 5 0,11 0-10 0,-4-7-1 16,6 7-8-16,3-9-13 0,7-4-1 0,2 2-8 0,3-1-2 15,6 1 0-15,7-8-15 0,2 0-8 0,8-1-15 16,-2 2-9-16,4 0-3 0,0 5-6 0,-4-1 2 16,-6 5-5-16,-2 4 2 0,-5 1 1 15,2 1 2-15,-8 3 6 0,-2 4 10 0,-4-4 9 0,-2 8 1 16,1-2-4-16,-6 0-4 0,3 4-2 0,0-2-5 15,-6-1 3-15,-1 5-1 0,0 0 3 0,0 0-5 16,0 0 2-16,-11 15-11 0,-1-7 9 0,4 0-6 16,-2 0 1-16,2 6-2 0,-2-1 3 0,5 1-4 15,-2 3 2-15,7-4-3 0,2 5-5 0,3 1-11 16,5 5 14-16,6 1-27 0,6-3-5 0,11 8-11 16,0-7 14-16,10-3-22 0,-5 0-4 0,10-5-5 15,-3-1-7-15,-12-7 5 0,10 1 2 0,-7-6 6 16,-6 5-1-16,0-11 21 0,-9 1-1 0,1 2 4 15,-5-5 14-15,-3 1 11 0,-2-2 9 0,-9 1 5 16,4 0 20-16,-7-3-3 0,0 5 8 0,0 4-3 16,-8-10 6-16,1 5-2 0,-1 1 2 0,-5 1-5 15,6 2-5-15,7 1-1 0,-23 3 0 0,10 2-5 16,3-1 0-16,3 0-3 0,-3 3-1 0,2 1-2 16,-1 1-6-16,5 5-16 0,-1-3-19 0,5 2-29 15,0 2-51-15,0 5-67 0,5-2-83 0,-1-3-82 16,1 2-172-16,2 0-558 0,0-2 248 0</inkml:trace>
  <inkml:trace contextRef="#ctx0" brushRef="#br0" timeOffset="3032.79">1741 1614 171 0,'-15'9'282'0,"12"0"16"15,6 0-5-15,25 6 1 0,23 1-5 0,39-1-9 16,69 8-13-16,6-5-9 0,21-5-9 0,12 1-7 0,16-4-9 16,13 2-18-16,17-5-3 0,11 0-7 0,9-1-11 15,2 0-4-15,7 2-13 0,7-1-18 16,8 5-7-16,0 0-13 0,-5-9-8 0,0 10-14 16,-3-5-12-16,-11 6-11 0,-2-9-9 0,-9 2-7 0,-10-3-5 15,-8-3-9-15,-13-1-8 0,-12 0-7 16,-26-1-3-16,-12 1-3 0,-18-6-9 0,-55 4-2 0,-6-5-12 15,-10-2-6-15,-30 6-5 0,-7-5-16 16,-6 0-21-16,-21 0-31 0,-4 2-60 0,-5-3-75 0,-13-2-62 16,-4 4-54-16,-11-1-71 0,-12-1-369 0,-20-2-811 15,-6 0 359-15</inkml:trace>
  <inkml:trace contextRef="#ctx0" brushRef="#br0" timeOffset="4749.26">6187 3043 123 0,'0'0'204'0,"0"18"-4"0,5-7-15 16,-2 7-5-16,-3-3-9 0,5 7-9 0,-3 4-5 16,3 2-12-16,-4 4-10 0,1-2-15 0,-2 1-11 15,5 0-10-15,-5 9-5 0,0-10-13 0,1 5-6 16,-1-8-9-16,0 3-6 0,0-3-3 0,0 0-8 16,-1-3-4-16,1-7-3 0,-2-3-4 0,4-1-3 15,-2 2-1-15,0-7-5 0,-2-2 3 0,4 2-9 16,-2-8-44-16,0 0-49 0,0 0-60 0,0 0-54 15,0 0-208-15,6-23-422 0,-4 9 186 0</inkml:trace>
  <inkml:trace contextRef="#ctx0" brushRef="#br0" timeOffset="4950.14">6178 3023 406 0,'-6'-8'435'0,"6"0"-9"15,0 1-5-15,-2 1-18 0,2 6-14 0,0-14-27 16,0 10-30-16,0 4-33 0,8-9-33 0,-1 2-26 0,3 0-25 16,2 3-23-16,2-2-22 0,3 4-26 0,6-1-38 15,7 3-37-15,5 0-54 0,8 2-47 16,3-2-55-16,-16 3-53 0,6 2-60 0,-1 4-64 0,-4-5-70 16,-1 2-306-16,-2 3-691 0,-9 0 306 0</inkml:trace>
  <inkml:trace contextRef="#ctx0" brushRef="#br0" timeOffset="5150.13">6210 3229 14 0,'-8'3'261'16,"6"1"-2"-16,2-4-5 0,-8 4 1 0,8 0 8 15,0-4 2-15,0 0-6 0,10 11-10 0,-2-10-16 16,3-1-14-16,6 5-20 0,3-5-26 0,0 0-13 15,4 2-20-15,6-1-18 0,2-2-50 0,2 1-56 16,0 0-70-16,0 0-86 0,-4-2-105 0,0 0-251 16,0-1-537-16,-9 3 238 0</inkml:trace>
  <inkml:trace contextRef="#ctx0" brushRef="#br0" timeOffset="5532.87">6970 3530 87 0,'11'0'340'0,"-11"0"-27"0,13 1-24 0,-6 3-23 16,-7-4-18-16,17 3-28 0,-11 2-24 0,2 1-17 15,1 0-19-15,-1 0-15 0,-6 1-13 0,4 2-15 0,3-2-12 16,-6 1-11-16,-2 6-4 0,1-4-2 0,3 8-19 15,-7-1-7-15,-1 1-7 0,0-5-22 16,0 2-13-16,-9 2-33 0,-1 0-26 0,-2-4-33 0,0 2-41 16,0-4-50-16,0 0-53 0,7-4-233 0,-4-2-487 15,4 0 216-15</inkml:trace>
  <inkml:trace contextRef="#ctx0" brushRef="#br0" timeOffset="6348.89">7570 2988 174 0,'0'-12'420'0,"-1"1"5"15,-4 3-11-15,5-3-16 0,-7 3-22 0,7 3-35 0,-2-2-37 16,2 7-38-16,-5-5-22 0,5 5-35 16,0 0-19-16,0 0-20 0,7 25-18 0,-7-7-15 15,7 0-12-15,1 9-12 0,4 2-11 0,-4 3-10 16,5 6-11-16,2 0-7 0,-7-11-9 0,7 13-24 0,-7-13-19 15,6 3-26-15,-3-3-5 0,-4 0-5 16,6 0-24-16,-5-3-9 0,-1-6 2 0,-2-8 0 16,3 5 4-16,-8-3-3 0,4-2 11 0,-1-8 3 0,-1 4 3 15,-2-6 7-15,0 0 4 0,0 0-4 0,0 0 14 16,0 0 12-16,0-25 6 0,0 15 7 0,1-9 8 16,-1 8 9-16,7-8 5 0,-6-1 10 15,6-7 5-15,0 8 15 0,-2-3 4 0,1 2 5 0,1 6 8 16,-4-1 0-16,4-2 1 0,1 5 3 0,-3 0 1 15,-2 3-5-15,4-2-7 0,-5 6-11 0,3-2-8 16,-4 3-15-16,-1 4-7 0,7-6-6 0,-7 6-6 16,0 0-5-16,15 9-3 0,-12-1-11 0,2 2-4 15,7 2-3-15,3 10-6 0,-7-2-3 0,7-1-6 16,0 1-8-16,0 4-7 0,-1 1-7 0,3-2-10 16,3-7-1-16,-4 4-6 0,3 1-3 0,2-3 6 15,-6-9 0-15,0 3 8 0,1-3-3 0,4-3 8 16,-5-5 4-16,3 4 3 0,1-3 2 0,-9-4 3 15,6-4 5-15,-1-1 5 0,-5 0 12 0,2-6-2 16,-3-4 12-16,1 4 3 0,-3-5 8 0,-4-9 0 16,-3 3-1-16,-1-7 1 0,1 0 1 0,-2 0 2 15,2 1 9-15,-7-3 7 0,7 3 1 0,-10 0-1 0,6 3-5 16,-3 0-4-16,2 7-3 0,-5-4-3 0,5 9 0 16,-3 3-20-16,-1 5-36 0,5-1-61 15,2 1-78-15,-5 2-48 0,7 5-29 0,0 0-46 16,0 0-76-16,-18 14-336 0,13-5-765 0,5 3 338 0</inkml:trace>
  <inkml:trace contextRef="#ctx0" brushRef="#br0" timeOffset="6566.46">8661 3394 13 0,'2'9'223'0,"-2"2"-16"0,0 1-20 16,-4 3-15-16,-2 1-19 0,-1 3-16 0,1-1-11 16,-3 4-10-16,-1-3-12 0,-1 7-11 0,9-5-5 15,-11 3-13-15,3 0-44 0,5-4-48 0,0-9-60 16,2 5-54-16,-2-5-119 0,5 1-272 0,0-4 121 16</inkml:trace>
  <inkml:trace contextRef="#ctx0" brushRef="#br0" timeOffset="6916.88">9454 3061 55 0,'-5'-7'333'0,"0"-4"-22"0,0-1-8 0,0 4-10 16,2-3-11-16,-4 2-10 0,0 0-24 0,1 0-16 15,-2-1-25-15,1 2-19 0,-1 1-19 16,1-3-15-16,-1 6-17 0,0-2-16 0,-4 0-11 16,-3 3-10-16,5-2-10 0,-3 2-7 0,-9 2-15 0,7 2-6 15,1-1 1-15,-8 3-14 0,1 4-1 0,-4 0-8 16,0 1 2-16,5 1-8 0,-6 1-6 0,-3 3 1 16,8 2-4-16,-4 2-1 0,2 0-1 0,-5 2-10 15,11 2 14-15,-3-5-12 0,7 8-1 0,-2-1 14 16,7 4-14-16,6-8 2 0,-3 4-1 0,10 4 3 15,-3 0 3-15,11-3-5 0,4 6 1 0,4-6 0 16,1-1-6-16,8-3-20 0,6 3-21 0,2-2-25 16,-3-8-34-16,3-1-37 0,-8-2-37 0,6-5-43 15,0-1-39-15,-6-4-26 0,8-4-24 0,-10 0-201 16,-6 1-538-16,-5-5 238 0</inkml:trace>
  <inkml:trace contextRef="#ctx0" brushRef="#br0" timeOffset="7249.06">9308 3227 194 0,'-8'-2'218'0,"8"2"4"0,0 0 5 15,-8-1 3-15,8 1-9 0,0 0-7 0,0 0-8 16,0 0-8-16,0 0-5 0,0 0-10 0,0 0-10 0,0 0-8 16,0 0-7-16,0 0 24 0,0 0-29 15,0 0-5-15,0 0-1 0,0 0-1 0,16 12-11 16,-9-8-15-16,1-1-10 0,4 3-9 0,-1 1-12 15,1 0-7-15,3 0-6 0,1 5-9 0,-1-3-6 0,2 1-4 16,3 2-9-16,0-4-1 0,-4 7-9 0,-1-7-4 16,5 0-9-16,-9 6 4 0,6-4-4 15,-4 4-4-15,0-2-4 0,-6-3-2 0,1 3-1 0,-6 2-3 16,-2-4-4-16,5 3 5 0,-5 3-5 0,-5 0-3 16,3-4-3-16,1 6-10 0,-6-2-28 0,0 3-26 15,1 0-30-15,-1-6-20 0,2 4-22 0,0-4-28 16,-1 6-37-16,2-12-35 0,8 2-34 0,-1 3-65 15,0-6-196-15,6 2-575 0,-1-3 255 0</inkml:trace>
  <inkml:trace contextRef="#ctx0" brushRef="#br0" timeOffset="7468.48">9962 3484 247 0,'0'0'321'0,"0"0"-21"0,0 0-11 16,0 0-12-16,0 0-9 0,0 0 2 0,0 0-21 16,3 19-3-16,-3-13-13 0,5-1-16 0,-1 2-24 15,-1 3-19-15,-1 2-13 0,3-2-16 0,-4 2-8 16,1 3-18-16,4-3-4 0,-6 8-16 0,0-2-15 16,0 2-11-16,0-4-31 0,-1 3-51 0,-4-4-46 0,-3 2-53 15,-1-2-57-15,-4 0-64 0,5 0-84 0,-5-2-251 16,3-3-610-16,-2-5 270 0</inkml:trace>
  <inkml:trace contextRef="#ctx0" brushRef="#br0" timeOffset="7949.14">10589 3034 153 0,'-3'-10'342'0,"3"2"-6"16,-2-4-2-16,2-3 5 0,-5 3-2 0,5-1-11 16,-3-2-13-16,1 3-4 0,1-2-23 0,1 2-15 15,-5 0-5-15,5 4-18 0,-7-3-23 0,1 2-19 16,4 2-18-16,2 0-22 0,-8 2-17 0,3 1-11 15,-4-2-23-15,1 5-15 0,-5 1-8 0,-4 3-7 16,-3 5-14-16,2 0-7 0,-5 7-5 0,-2 1-8 16,2 0-6-16,-2 3-8 0,-3 3 0 0,8 0-4 15,-3 0-2-15,0-2-3 0,1 4-3 0,9-2-5 0,-2 2-1 16,0-1 6-16,7-2-10 0,1 4 5 0,4-6-5 16,0-1 3-16,6 2 2 0,5 6-2 15,1-9 7-15,7 8 0 0,6-4 0 0,-1-1 1 16,9-1-5-16,11-3 0 0,-1 4 2 0,8-5-4 0,-3-3-2 15,1-5-2-15,1 1-6 0,-1-5-5 0,-5 0-4 16,7 0-1-16,-1-5-7 0,-19 1-2 0,2-2-6 16,-9 0-7-16,1-1-6 0,-1-3-8 0,-3 0-19 15,-4 2-19-15,-6 0-44 0,7-3-53 0,-7 2-50 16,-1 0-60-16,-7-1-69 0,0-3-69 0,0 10-311 16,-15-5-792-16,6-2 351 0</inkml:trace>
  <inkml:trace contextRef="#ctx0" brushRef="#br0" timeOffset="9198.98">6187 4278 63 0,'0'0'215'16,"0"0"-15"-16,0 0-6 0,0 0-8 0,0 0-9 16,29 3-10-16,-14-6-8 0,5 2-7 0,-2-1-7 15,4-3-5-15,4 4-8 0,6-2-8 0,-1 3-8 16,4-5-6-16,1 1-6 0,9 1-8 0,5 0-3 16,-2 2 0-16,5-3-11 0,1 1-3 0,6 3-9 15,21-1 3-15,-16 0 2 0,17-1-5 0,-1 4-1 0,1-1-5 16,-1-1-2-16,8 1 2 0,-8-1-1 0,15 3-6 15,-3-1 5-15,3-2-4 0,5 3-3 16,-4 0-6-16,1-3-1 0,3 3-6 0,5-5 0 16,-5 4-1-16,8-2 1 0,-3 1-5 0,2 2 3 0,-2-3-2 15,39 0-6-15,-42 5-6 0,1-5 5 0,-1 2-2 16,1-4-3-16,5 4-6 0,35-2 3 0,-46 0-5 16,-2 1-1-16,7 0-1 0,-6 2-2 0,4-3 2 15,-3 0-1-15,0 2-5 0,-4-4-2 0,-5-1 2 16,-1 3 0-16,-7-1 3 0,-16 0-6 0,-7-1 2 15,1-3-3-15,-3 2 2 0,-6 0-1 0,0-1 0 16,-17 3 3-16,0-1-5 0,-3-3 1 0,-9 4 10 16,-1 0-13-16,-3-1 5 0,-6 2 3 0,-1-3-6 15,0 1-10-15,-10 2-23 0,10-4-32 0,-10 4-34 16,0 0-34-16,0 0-35 0,-26-6-45 0,26 6-58 16,-25 0-60-16,3 0-210 0,-4-1-579 0,-2-3 256 15</inkml:trace>
  <inkml:trace contextRef="#ctx0" brushRef="#br0" timeOffset="10782.24">3772 3600 35 0,'0'0'132'0,"0"0"-11"0,0 0-10 0,0 0-12 0,0 0-9 15,0 0-8-15,0 0-5 0,0 0-11 0,-7 6-5 16,7-6-3-16,0 0-13 0,0 0-5 0,0 0-1 15,0 0-1-15,0 0-16 0,0 0 6 0,0 0-26 16,0 0-14-16,0 0-26 0,0 0-17 0,0 0-26 16,0 0-79-16,0 0-174 0,0 0 77 0</inkml:trace>
  <inkml:trace contextRef="#ctx0" brushRef="#br0" timeOffset="12116.58">3542 3503 185 0,'0'0'217'0,"0"0"-10"0,0 0-17 0,0 0-18 15,0 0-15-15,0 0-17 0,0 0-15 0,0 0-12 16,0 0-9-16,0 0-9 0,0 0-13 0,0 0-5 16,31-4-9-16,-14 0-6 0,3 3-7 0,-4-2-8 15,6-5-3-15,-1 1-9 0,-6 3-5 0,8-1-7 16,-8-2-5-16,3 2-1 0,-8-3-2 0,5 1 5 16,0-3 1-16,-8 0-3 0,1 3 1 0,0-3 6 0,-4-2-1 15,-4 4 8-15,1-4 11 0,-2 1 1 0,-3 2 3 16,1 0 2-16,-4 3 0 0,1-5 2 0,-1 4-5 15,-1 2-4-15,-7 2-3 0,2-2-6 16,3 5 1-16,-5-2-4 0,-3 4-1 0,1 2-3 0,-3 0-1 16,4-2-8-16,1 5 1 0,0 7-3 0,-5-5 2 15,10 6-5-15,0-4 1 0,0 4-2 0,5 2 1 16,0 0-1-16,5 1-1 0,5 0 0 0,0 2 1 16,8 0 1-16,7 0-1 0,5 5 0 0,3-8 2 15,2 1-1-15,10-2-2 0,8 1-25 0,-9-7-30 16,8-2-31-16,-1-4-38 0,1-1-47 0,4-10-54 15,-2-1-46-15,1 1-134 0,-8-2-425 0,1-5 188 16</inkml:trace>
  <inkml:trace contextRef="#ctx0" brushRef="#br0" timeOffset="12334.12">4470 3318 189 0,'0'-5'227'0,"2"1"-7"0,-2 4-21 15,-3-8-20-15,3 8-16 0,0 0-20 0,-7-4-14 16,7 4-12-16,0 0-12 0,-15 16-10 0,8-8-4 0,1-1-10 15,-2 9-7-15,-4-4-4 0,4 3-6 16,-1 1-6-16,-5 7-4 0,0-1-8 0,1 1-4 16,3 2-2-16,-3-2-2 0,-2-5-4 0,2 6-4 15,3-7-4-15,-7 5 1 0,2-6-1 0,9-1-3 0,-6 1 0 16,4-5-13-16,1-3-22 0,1 0-15 0,2-5-26 16,-4 2-39-16,1-2-36 0,7-3-19 15,-8-12-23-15,3 6-12 0,4-2-120 0,-6-1-328 16,2-2 146-16</inkml:trace>
  <inkml:trace contextRef="#ctx0" brushRef="#br0" timeOffset="12515.68">4174 3564 940 0,'-5'-19'-73'15,"3"2"33"-15,4-2 54 0,-4 2 43 0,2-1 37 16,0 1 44-16,0 2 32 0,2 3 17 0,-2 2 18 16,0 0 6-16,5 2 9 0,0-1 1 0,-2 3-3 15,-3 2-16-15,0 4-24 0,2-11-27 0,-2 11-19 16,0 0-18-16,0 0-7 0,0 0-11 0,0 0-10 16,21 15-7-16,-17-6-11 0,9-2-6 0,-6 10-5 15,4 0-9-15,6 1-3 0,-1 3-4 0,4 2-1 16,-2 0 1-16,4 0-11 0,1-3 1 0,4 3-8 15,1 0-27-15,3-1-38 0,-1-2-44 0,0-3-59 16,-2-2-72-16,17-1-85 0,-14-1-265 0,-3-5-613 16,2-4 272-16</inkml:trace>
  <inkml:trace contextRef="#ctx0" brushRef="#br0" timeOffset="12933.23">4914 3528 5 0,'0'0'314'0,"0"0"-26"16,0 0-29-16,0 0-27 0,0 0-24 0,0 0-19 0,0 0-16 16,0 0-23-16,0 0-13 0,0 0-16 0,0 0-11 15,5 7-13-15,-5-7-7 0,0 8-9 0,0-8-7 16,3 10-4-16,0-8-6 0,2 1-8 0,-5-3 2 16,10 6-10-16,-1-6-4 0,-1 1-3 0,-8-1-3 15,20-1-4-15,-10 1-3 0,-2-3-2 0,5 0-3 16,-8-2-1-16,3-2-3 0,-1-1-3 0,-2 4 0 15,0-7-2-15,0 4-1 0,-5 1 0 0,0-3 7 16,-2 2 0-16,-1-3-4 0,3 3-5 0,-7 2-1 16,1 1-4-16,2 0 1 0,-4-3-4 0,8 7-1 15,-20 0-9-15,5-1-28 0,0 9-37 0,-1-5-55 16,-2 2-59-16,1-1-67 0,1 3-194 0,-4 2-480 16,8-2 212-16</inkml:trace>
  <inkml:trace contextRef="#ctx0" brushRef="#br0" timeOffset="13366.62">3762 4002 45 0,'-7'1'358'0,"7"-1"-20"0,-13 3-21 0,13-3-17 15,-8 4-21-15,8-4-25 0,-7 4-18 0,7-4-10 16,-3 3-2-16,3-3 9 0,0 0 11 0,18 6 0 16,2-3-12-16,10-1-18 0,1-1-21 0,15-2-22 15,11 2-6-15,4-1-21 0,25-6-14 0,2 4-11 16,-7-1-15-16,-20 2-9 0,5-1-10 0,-8 4-6 16,2-4-11-16,-4-2-18 0,-3 3-22 0,-7-1-20 15,-9 0-40-15,-7-1-25 0,-2 3-31 0,-7-1-39 16,-8 1-29-16,-1-1-53 0,-12 1-64 0,5-2-66 15,-5 2-312-15,0 0-705 0,0 0 313 0</inkml:trace>
  <inkml:trace contextRef="#ctx0" brushRef="#br0" timeOffset="23715.36">8572 5361 156 0,'0'0'249'15,"-5"-9"-28"-15,5 9-25 0,0 0-20 0,0 0-18 16,0 0-12-16,-10 25-13 0,3-11-9 0,1 4-7 15,-3 8-10-15,1 2-8 0,-5 2-17 0,5 8 0 16,-2 1-7-16,-2 0-9 0,2-11-4 0,-5 10-8 16,4-10-6-16,1 2-1 0,3-3-7 0,-6-3-3 15,0 0-4-15,4-6-3 0,1 1-3 0,0 0-2 16,3-11-2-16,-2 6 5 0,5-5 23 0,-1-1 28 16,-3-5 31-16,2 2 16 0,4-5-5 0,0 0-20 15,0 0-3-15,0-22-10 0,7 9-5 0,-1-7-3 0,6-6 2 16,-2-2-2-16,7-11-5 0,1-3-5 0,-7-3-5 15,4-3-7-15,0-3-9 0,0 1-3 16,-2 4-5-16,1-2-4 0,-6 0 28 0,0 6 10 0,0 6 18 16,-1 6 9-16,0 2 5 0,-7 1 6 0,3 7 2 15,0 5-2-15,-1 2-5 0,3 3-10 0,-5-2-14 16,0 2-14-16,3 8-10 0,-3 2-10 0,3-4-10 16,-3 4-2-16,0 0-4 0,12 12-6 0,-7 4-3 15,8 3 1-15,-4 4-4 0,5 4-2 0,6 12-2 16,-3-3-2-16,-2 6-4 0,5-3-3 0,1-1-7 15,-6 3-5-15,2-5-17 0,-4-8-7 0,-2 3-18 16,3-2-14-16,-6 1 3 0,5 0-22 0,-8-6-13 16,3-2-9-16,-4-5 0 0,-1 1 11 0,0-2-17 0,-3-4-4 15,0-1-3-15,-3 0 11 0,0-3-13 16,-6 3-7-16,3-5-8 0,-2 0-11 0,-1-5-12 16,-1 1-15-16,-1-2-22 0,11 0-15 0,-28-7-13 0,13 0-13 15,0 2-18-15,5-2-9 0,-8-3-150 0,8-2-441 16,-5 3 195-16</inkml:trace>
  <inkml:trace contextRef="#ctx0" brushRef="#br0" timeOffset="23898.51">8587 5703 856 0,'-9'-8'-26'0,"-4"4"29"16,0-6 35-16,5 4 28 0,-1-2 31 0,-6-3 19 16,1 4 17-16,4 2 13 0,-2-2 10 0,-1 2 14 15,6 2 9-15,-4-1 4 0,6-1 10 0,-9 4-11 16,11-5-4-16,3 6-10 0,-13-1-10 0,13 1-11 16,-7-3-20-16,7 3-10 0,0 0-13 0,0 0-8 15,0 0-9-15,0 0-11 0,28 0 2 0,-3 0-18 16,-5 3-15-16,11-3-23 0,17 1-22 0,-11 3-21 15,9-4-36-15,4 2-38 0,-4 1-32 0,2-3-44 16,-3 6-39-16,1-6-44 0,-14 1-39 0,2-1-162 16,-4 0-492-16,-3 2 218 0</inkml:trace>
  <inkml:trace contextRef="#ctx0" brushRef="#br0" timeOffset="24083.6">9129 5622 75 0,'0'0'166'0,"0"0"8"15,0 0-1-15,0 0-17 0,0 0-14 0,0 0-9 0,0 0 2 16,-23 10 7-16,18 4-4 0,-1-2-5 0,1 6-6 15,-4 0 1-15,3 9-9 0,1 0-5 16,-5 4-8-16,2 8-9 0,-2 0-5 0,-2 0-10 0,7 7-8 16,0-1-6-16,-1-2-8 0,6 2-5 0,-4-3-5 15,4 0-2-15,2-1-4 0,-2-9-7 0,2-3-2 16,4-2-2-16,-4-2-4 0,1-6-23 0,1-3-33 16,0-5-31-16,-2-4-38 0,0 2-62 0,4-9-46 15,-6 0-201-15,15-14-439 0,-13 5 194 0</inkml:trace>
  <inkml:trace contextRef="#ctx0" brushRef="#br0" timeOffset="24381.99">9110 5508 202 0,'-4'-15'378'16,"1"4"16"-16,0 2-20 0,-1-1-7 0,4 2-8 15,-1 3-23-15,1-3-25 0,0 8-29 0,0-9-25 16,0 9-26-16,1-6-24 0,-1 6-25 0,7-3-17 15,-7 3-17-15,20 0-19 0,-12 3-9 0,2 3-24 16,5 0-1-16,0 1-14 0,1 1-5 0,-1 4-18 16,2-1-16-16,-1 1-2 0,-9 1-14 0,6 2-7 0,-1 0-9 15,-6 1-5-15,1 1-7 0,5 1-7 0,-11 0 2 16,1 0-5-16,3-5-2 0,-12 7 3 0,6-5-3 16,-11 0 1-16,4 1-4 0,-7-1-6 0,0-1-6 15,-8 3-32-15,0-1-21 0,-2-1-21 0,-2-3-21 16,1 0-18-16,-2 4-23 0,5-5-35 0,1-2-38 15,7-2-53-15,4 0-42 0,-1-4-184 0,4 1-560 16,3-3 248-16</inkml:trace>
  <inkml:trace contextRef="#ctx0" brushRef="#br0" timeOffset="24616.36">9479 5578 202 0,'0'0'304'0,"0"0"-30"15,0 0-30-15,0 0-21 0,13 12-10 0,-13-4-4 0,0 4-14 16,0 0-9-16,0 9-11 0,-5-1-9 16,3 10-12-16,2-5-18 0,7 5-12 0,-12 10-10 15,2-6-9-15,4-4-10 0,-4 13-10 0,5-3-5 0,-2-1-11 16,-2 6 0-16,-1-6-11 0,3-8-2 0,0-1-7 16,-2 2-4-16,-3-8-4 0,3 3-8 15,1-9-18-15,-1-6-20 0,2-1-21 0,-5 0-17 0,4-6-29 16,-1 0-41-16,2-5-44 0,0 0-35 0,0 0-36 15,-13-15-49-15,8 3-158 0,5-8-471 0,-5-7 210 16</inkml:trace>
  <inkml:trace contextRef="#ctx0" brushRef="#br0" timeOffset="24899.45">9449 5559 47 0,'-2'-9'374'16,"-1"0"4"-16,-5 0 18 0,6 1 10 0,0 1 2 15,1 4-13-15,1 3-15 0,0-12-23 0,-4 6-29 0,4 6-27 16,0 0-33-16,0-9-25 0,0 9-24 16,0 0-23-16,9-5-23 0,-9 5-15 0,0 0-20 15,25 5-12-15,-11 1-14 0,3 3-13 0,-2-2-8 16,1 4-23-16,6 4-14 0,-4-3-14 0,-1 3-15 0,-1 1-14 16,-1-1-17-16,7 5-18 0,-14-4-13 15,4 2-13-15,-3 1-9 0,-2-4-11 0,0-1-5 16,-6 1-5-16,6 2-11 0,-7-2-3 0,-3-5-9 0,-2-1-9 15,-2 2-7-15,-3 0-5 0,-8-4-12 0,1 1-13 16,2-3-22-16,-4 2-20 0,-3-2-30 0,6-3-31 16,1-2-26-16,-2-2-28 0,6 1-202 0,-6-5-549 15,7 0 243-15</inkml:trace>
  <inkml:trace contextRef="#ctx0" brushRef="#br0" timeOffset="25431.87">9806 5555 201 0,'9'-5'238'0,"-9"5"-12"16,0 0-9-16,15 0-13 0,-15 0-16 0,10 1-10 15,-4 3-16-15,1-1-12 0,1 1-17 0,4-1-12 16,-2 3-11-16,4 1-13 0,1 1-8 0,0-1-5 0,0 5-13 16,5 0-5-16,-3-1-7 0,-3 0-4 15,6 4-7-15,-5-3-3 0,0-2-7 0,-2 5-10 16,-3-6-12-16,-1 0-9 0,-3 2-6 0,1-4-3 15,-2 0-1-15,-4 1-2 0,1-1 2 0,-4 0 0 0,2-2 4 16,0-5-3-16,-11 3 2 0,8 2 3 0,3-5-2 16,-14 0 3-16,14 0 13 0,0 0 13 15,-15-8 8-15,9 4 9 0,4-1 0 0,2 5 1 0,-5-12-1 16,5 5-3-16,3-4-6 0,-1 4-2 0,0 0-2 16,4 1-1-16,-1-2-5 0,4 0-5 0,-3 4-1 15,-1-2-4-15,5 5-1 0,-2-3-5 0,1 1 0 16,-1 2-3-16,-8 1-3 0,17 1 2 0,-6 2-5 15,-3-1 1-15,1 4 3 0,-1-3-6 0,4 8 4 16,-4-4 0-16,7 2-4 0,-7 0 0 0,4 2 6 16,-1 0-4-16,2-2 0 0,2-1-3 0,0 2 9 15,0-2-4-15,-2 0 1 0,2-1-6 0,0-1-3 16,5-3-2-16,-3 1-4 0,-3-4 3 0,1-1-2 16,-1-2 1-16,-1 0 7 0,-2-2-3 0,-2 1-4 15,2-2 1-15,-2-4 6 0,-4 2-5 0,-2-3 2 16,-3 1 3-16,0-2 0 0,0 2 1 0,-7-4 2 15,1 1 0-15,-3-1-2 0,1 2 2 0,-2-1-1 0,-1 5 0 16,1-1-2-16,-4 0-1 0,8 3 5 0,-4-3-16 16,-2 6-21-16,4 2-25 0,0-4-35 15,1 3-46-15,7 2-41 0,-15 0-38 0,15 0-42 16,0 0-150-16,0 0-445 0,0 0 197 0</inkml:trace>
  <inkml:trace contextRef="#ctx0" brushRef="#br0" timeOffset="25848.39">10953 5597 28 0,'-6'-5'297'0,"-1"-1"-2"0,-3 2-6 16,2-3-10-16,-4 2-23 0,-6 0-23 0,3 3-14 16,-3 1-20-16,0 1-17 0,0 3-21 0,-2 0-14 15,-2 3-12-15,-1-3-15 0,2 6-11 0,4-2-15 16,-3 5-7-16,4 2-7 0,-11-1-9 0,12 1-6 15,5-2-11-15,-3 3 1 0,5-2-8 0,1 4 2 16,1 0-10-16,6-4 0 0,-4 2-4 0,8-6-5 16,-1 3-3-16,2-5 3 0,2 1-3 0,12-1-7 0,-2 0-9 15,-1-6-10-15,4 2-3 0,2-3-4 16,1-4-3-16,-3 1-8 0,8-5 5 0,-3-3-5 16,-2 2-1-16,-1-4 7 0,1-1 0 0,-2-1 1 0,-6 0-2 15,7-2 5-15,-11 0 0 0,-1 0-2 0,2 4 7 16,-2-4 9-16,-9 1 6 0,6 4 10 0,0 1 13 15,-6 3-2-15,-1-3 2 0,0 3-5 16,0 8-2-16,5-8 0 0,-5 8-5 0,0-5-4 0,0 5 3 16,0 0-6-16,0 0-1 0,0 0-4 0,-15 13-1 15,10-6-1-15,5-7-1 0,0 15-6 0,-1-7 3 16,1 3-2-16,0 2 9 0,0-2-30 0,1 4-14 16,4-4-27-16,-3 1-27 0,0-2-37 0,4-3-39 15,1 5-53-15,-1-4-56 0,3-2-248 0,-1 0-562 16,-3 0 249-16</inkml:trace>
  <inkml:trace contextRef="#ctx0" brushRef="#br0" timeOffset="26283.24">11420 5551 236 0,'-6'-3'384'0,"6"3"-19"16,-10-5-13-16,5 3-14 0,5 2-33 0,-15-5-25 16,15 5-33-16,-12 0-24 0,12 0-17 0,-23 7-25 15,13-2-13-15,-3 3-4 0,-2 1-23 0,2 3-11 16,1-3-9-16,-3 6-15 0,4 1-4 0,-3-4-9 16,6 5-6-16,0-4-11 0,1 7 4 0,4-4-3 15,0-1-4-15,6 4-8 0,0-4-3 0,4 1-4 16,-2-1-4-16,3-2-4 0,2-2-10 0,5 1-16 15,3-5-17-15,0 0-23 0,4-2-29 0,8 0-25 16,-2-5-30-16,0-3-24 0,0 0-26 0,2-8-23 16,-4 3-27-16,2-7-30 0,-1-1-32 0,-2-6-22 15,1 2-19-15,4-11-187 0,-5-2-530 0,-9-9 234 16</inkml:trace>
  <inkml:trace contextRef="#ctx0" brushRef="#br0" timeOffset="26631.69">11789 5396 70 0,'7'-19'148'15,"-7"-5"38"-15,2 6 35 0,1 1 25 0,-6 0 19 16,1 0 10-16,0 2 21 0,-3 6 17 0,5-2-5 0,0 3-7 15,0-3-19-15,-3 7-23 0,3 4-28 0,-3-8-29 16,3 8-24-16,-4-4-17 0,4 4-17 0,0 0-18 16,0 0-8-16,0 0-14 0,-11 24-12 0,9-9-9 15,2 1-7-15,0 6-1 0,2 3-13 0,-4 2-6 16,4 2-7-16,-2 3-3 0,0 0-4 0,0 9-6 16,0-2-9-16,-2-8-16 0,2 0-14 0,0 0-23 15,0-3-12-15,0 1-13 0,0-4-4 0,0-7 1 16,2 0 1-16,-2-5 0 0,6-1 8 0,-6-4 13 15,5-1 0-15,-1-2 10 0,2-2-1 0,-6-3 7 16,17-4 11-16,-7 0 23 0,-2-2 10 0,7-3 5 16,-3-1 23-16,7-2-1 0,-4 0 36 0,-3 0 16 15,-1 0 17-15,1 0 9 0,3 1 11 0,-8 3-2 16,3-1 1-16,-4 4-9 0,2-1-11 0,-1 0-12 16,-2 1-13-16,0 2-13 0,-5 3-12 0,15-1-10 15,-15 1-4-15,11 1-7 0,-11-1-10 0,15 8-19 16,-8 1-31-16,1-1-28 0,1 1-46 0,-1 4-39 15,5-3-56-15,0 4-50 0,2-4-26 0,-2 2-49 0,-3 2-86 16,14-3-85-16,-6-4-270 0,-2 0-802 0,6-1 354 16</inkml:trace>
  <inkml:trace contextRef="#ctx0" brushRef="#br0" timeOffset="27115.02">13183 5798 215 0,'5'5'379'0,"-5"-5"-26"0,0 0-19 0,0 0-19 15,0 0 1-15,0 7-38 0,0-7-10 0,0 0-22 0,0 0-23 16,0 0-19-16,0 0-19 0,0 0-21 0,0 0-17 16,0 0-10-16,7 5-22 0,-7-5-29 15,0 0-40-15,0 0-24 0,0 0-24 0,0 0-32 0,9-1-40 16,-9 1-57-16,0 0-71 0,12-6-63 0,-9 1-61 15,1 0-175-15,-1-2-541 0,0 0 241 0</inkml:trace>
  <inkml:trace contextRef="#ctx0" brushRef="#br0" timeOffset="27331.65">13143 5575 96 0,'-13'-5'234'16,"6"-2"-1"-16,-8 3-5 0,7 1-8 0,-5-2-12 15,5 4-15-15,-1-1-14 0,9 2-11 0,-14-4-18 16,5 4-10-16,9 0-14 0,-16 3-16 0,16-3-10 0,-10 3-9 15,10-3-5-15,-2 6-11 0,-1 0-4 16,3-6-6-16,0 9-6 0,0-9 0 0,3 11-5 16,5-8-1-16,-4 2-8 0,7 2-2 0,-4-6-4 15,3 5-8-15,-2-5 1 0,2 3-13 0,0-3-17 0,2 1-18 16,-4-1-22-16,-8-1-33 0,16-1-45 0,-16 1-52 16,19-7-39-16,-13 3-52 0,-4-4-130 15,0 4-422-15,-2-2 186 0</inkml:trace>
  <inkml:trace contextRef="#ctx0" brushRef="#br0" timeOffset="27731.65">14342 5083 177 0,'0'0'320'0,"0"0"-38"15,0 0-25-15,0 0-32 0,0 0-22 0,0 0-16 16,3 29-14-16,2-12-1 0,-4 2-8 0,1 12-7 16,1-2-14-16,1 1-15 0,-4 12 4 0,0 0-20 0,1-2-13 15,4 2-4-15,0-4-12 0,0-5-5 16,0-4-10-16,-3-1-3 0,3-1-6 0,3 3-8 16,-5-9-1-16,1-2-5 0,4-1-2 0,-5 1-7 0,1-9-24 15,-3-3-22-15,4 4-16 0,-3-3-24 0,1-2-45 16,1-5-77-16,-4-1-81 0,0 0-249 15,0 0-543-15,14-11 239 0</inkml:trace>
  <inkml:trace contextRef="#ctx0" brushRef="#br0" timeOffset="27982.56">14115 5122 95 0,'-12'-2'420'0,"9"-1"11"0,-4-2 2 15,7 5-8-15,-10-2-16 0,10 2-18 0,-5-4-20 16,5 4-19-16,0 0-20 0,0 0-27 0,0 0-25 16,15-9-26-16,-5 7-25 0,10 4-25 0,2-2-18 0,7 0-17 15,16 0-16-15,0 0-17 0,6-2-16 16,0 2-10-16,2-4-11 0,5 4-9 0,-6-1-14 16,1-4-36-16,-5-1-29 0,-2 5-29 0,-13-1-39 0,-3-3-41 15,1 2-44-15,-14 2-50 0,6-2-48 16,-11 3-48-16,-4-1-72 0,0-3-78 0,-8 4-277 15,0 0-774-15,0 0 342 0</inkml:trace>
  <inkml:trace contextRef="#ctx0" brushRef="#br0" timeOffset="28833.85">14683 5502 186 0,'0'0'286'0,"0"0"-27"0,0 0-18 0,28 3-16 15,-12 4-19-15,2 1-18 0,1-1-13 0,7 5-16 16,6 0-18-16,-3 5-9 0,-5-2-16 15,2 3-11-15,-3 0-10 0,2 0-9 0,-7-3-12 16,2 1-5-16,-8-2-1 0,-2-1-13 0,1 0 7 0,-3-1-15 16,4-5-6-16,-9 2-2 0,-1-1-3 0,5-4-5 15,-4 0 0-15,-3-4-3 0,0 0 15 0,0 0 5 16,0 0 11-16,0 0 5 0,-25-15 3 0,18 8 4 16,-2-3-2-16,2-1 3 0,0-3 9 0,-1 0-5 15,5-4 4-15,-2 1-6 0,0-1-8 0,5 0-7 16,0-2 1-16,5 4-7 0,-2 0-3 0,2 2-7 15,2 1-7-15,3 2 6 0,4 0-19 0,-2 4-3 16,5-1-26-16,4 4-12 0,-4 1-12 0,14 1-13 16,-11 4-13-16,3 0-5 0,-3 2-18 0,8 0-9 0,4 3-21 15,-4 1-14-15,0 0-12 0,2-1-17 16,-1-2-9-16,1 4 1 0,-7-3-4 0,6-2 14 16,-1 3-1-16,-5-6 13 0,5 3 11 0,-11 1 18 15,4-5 4-15,2 0 13 0,-6 0 12 0,-6-3 27 0,3 3 24 16,-6-3 18-16,0-1 8 0,-1 1 23 15,-7 3 10-15,3-11 11 0,-3 6 14 0,0 5 8 16,-8-12 10-16,1 8 6 0,4-2 8 0,-9 3-4 0,2-2-1 16,-4 1 1-16,-3 1 7 0,-3 1-11 0,0 4-7 15,4 0-4-15,-4 3-8 0,0 0 1 0,2 2-8 16,-4 1-5-16,6 2-4 0,-1 1-3 0,2 1 1 16,2 1-10-16,1 2-1 0,2-1 0 0,7 1-6 15,-3-2-1-15,6 4 0 0,1 0 1 0,6-4 1 16,3 1-5-16,3-1 3 0,7-1-3 0,5 0 0 15,4 0 0-15,3-5-1 0,11 1-4 0,5-4 0 16,-3-5-13-16,6 1-9 0,-6-4 0 0,-1 0-8 16,-11-1 1-16,10-8 1 0,1 0-2 0,-15 1-3 15,-1-3-3-15,1 0-5 0,-5-6 0 0,0 0 2 16,-5 1 4-16,-2 0-2 0,-4-3 5 0,-6 4 10 16,-1 0 14-16,-4 3 18 0,-2-2 15 0,-2 5 11 15,-2-3 10-15,-3 6 8 0,4 1 6 0,-9 1 13 0,4 1 3 16,-6 1 7-16,3 4 1 0,-7-2-1 15,1 4-2-15,-1-1-13 0,0 6 0 0,4-1-13 16,-2 3-3-16,1 4-1 0,-5-2 0 0,10 4 1 0,-3 1-7 16,6-1-4-16,-3 2-4 0,5 0-2 0,-3 3-3 15,2 0-2-15,6-1-1 0,-2 0-4 0,4 1-2 16,1-2-9-16,2 0-15 0,6-2-26 0,-1 1-36 16,10-3-55-16,-3-3-73 0,4-1-67 0,7 3-70 15,7-3-82-15,0-7-294 0,11 2-745 0,2-2 330 16</inkml:trace>
  <inkml:trace contextRef="#ctx0" brushRef="#br0" timeOffset="29481.59">17435 5167 309 0,'13'-25'370'0,"-4"7"-23"0,-1 3-19 0,-3-4-19 0,-4 0-13 16,3 4-14-16,-6-1-15 0,0-2-25 0,-4 9-21 15,3-2-24-15,-4-2-20 0,-6 6-21 0,1 0-15 16,0 6-10-16,-2-5-19 0,-1 8-12 0,-5 2-11 15,3 0-10-15,-1 4-6 0,-5-1-11 0,6 1-3 16,2 6-4-16,-4-4-17 0,4 2 5 0,0 3-4 16,0 0 2-16,2 1-9 0,4-1-4 0,1 0-5 15,1 1-2-15,4-3 3 0,2 8-2 0,1-5-5 16,1 1-3-16,4 1 1 0,3-2-1 0,4 10 3 16,-2-8-4-16,10 3 4 0,3 0-8 0,-10-2 10 15,10-1-7-15,-8-1-1 0,5 2-8 0,-5-2-1 16,-2-4 4-16,1 3-4 0,-6-1 3 0,2-3-3 15,-5-1-3-15,3 3 1 0,-6-5-2 0,-2-1 3 0,-2 0 6 16,-3 0-4-16,-2-4 0 0,-1 3 14 0,-8-3-9 16,-4 2-1-16,-3-8 0 0,1 4 1 0,-4 0-2 15,-1-2-2-15,-1-2 1 0,-2-3 3 0,9 5-3 16,2-1-1-16,3-2 0 0,6 3-17 0,0-1-15 16,0-1-26-16,10 2-12 0,-12-2-21 0,12 2-25 15,0 0-39-15,0 0-38 0,0 0-45 0,0 0-42 16,53 0-28-16,-28 4-27 0,5 0-193 0,5 0-566 15,-5 1 250-15</inkml:trace>
  <inkml:trace contextRef="#ctx0" brushRef="#br0" timeOffset="30199.47">17703 5605 109 0,'18'-1'180'0,"-1"-2"23"0,-2-5 8 0,1 4 9 0,1-7 1 16,-2 4 3-16,-4-5 1 0,3 4-10 15,-1-2-8-15,-3-2-4 0,1-1-8 0,-1-6-6 16,0 7-4-16,-5-5 1 0,2 2-3 0,-2-3-9 0,-2-3-5 15,-1 6-5-15,3-2-7 0,-4 4-10 0,4-4-7 16,-10 7-15-16,5-1-9 0,-1-1-9 0,1 3-13 16,-7 0-12-16,2-1-8 0,-3 2-12 0,1 2-3 15,-9 1-5-15,4-2-6 0,-4 4-4 0,-1 1-7 16,-1-2 2-16,-4 5-8 0,2 4-2 0,-1-2-5 16,3 4-3-16,-2-2-6 0,-2 7 0 0,7-3-2 15,-1 4-2-15,3 1 0 0,1 3-1 0,-3-4-5 16,12 9 2-16,-2-7 0 0,5 5-6 0,0 4-6 15,8-6 0-15,4-2-6 0,4 1 1 0,6 0-5 16,8-1-13-16,6 3-2 0,-5-7-11 0,16 0-8 16,-1-1-2-16,-1-2-5 0,1-3 0 0,4-2-1 15,0 1 9-15,-2-6-5 0,0-3 2 0,-2 1 3 0,2-2 7 16,-2-3 8-16,-3-1-5 0,-11-3-2 0,-3 0 13 16,13-5 2-16,-12 4-2 0,-4-4 1 15,-1 2 10-15,-7 2 0 0,-6-1 16 0,-2 0 15 0,-4-1 3 16,3 1 6-16,-9-2-1 0,0 2 6 0,-2 4 5 15,-5 0-9-15,1 0-5 0,-9 0 5 0,8-1-7 16,-6 3 1-16,-5 1-5 0,1 2-3 0,-3 5 2 16,0 3-2-16,-1-1-2 0,1 4 14 0,-1-2-18 15,-1 5 2-15,1-1-2 0,-6 2-10 0,9 7 13 16,0-2 0-16,4 0-5 0,3-1-2 0,-2 3 1 16,6-6-1-16,-5 7-6 0,7-3-8 0,-1-1-9 15,6 2 7-15,0-1 11 0,0-4-20 0,6-3 2 16,-1 1 2-16,7-1 5 0,-5-2-5 0,6-3-8 15,2 2 3-15,1-4-1 0,6-1 1 0,-2-1 2 16,-2-4-2-16,2-2 8 0,0-3-1 0,4 1 4 16,-4-3-3-16,-2 1 7 0,-3-3-3 0,7-3 4 15,-9 2 4-15,0 0 17 0,-1 2 8 0,-7-2 18 0,3-3 13 16,-3 1 14-16,-2 5 3 0,2 2 3 0,-3 1 1 16,-2 0-2-16,5 2-4 0,-10-1-7 15,5 1-6-15,0 7-9 0,-2-8-7 0,2 8-7 0,-8-4 1 16,8 4-5-16,-11 0-4 0,11 0-5 0,-10 16-1 15,3-8-10-15,4 2-2 0,-4 2-13 0,2 1-12 16,3 1-2-16,-3 2-9 0,5 1-20 0,0 0-7 16,0 0-14-16,2-2 2 0,1 2-27 0,4-2-12 15,-2 0-20-15,2-4-17 0,4 2-21 0,-1-2-22 16,-2-7-10-16,7 2-10 0,2 0-31 0,1-3-12 16,4-2-11-16,-6-2 0 0,4-3-163 0,-3-1-462 15,2-1 204-15</inkml:trace>
  <inkml:trace contextRef="#ctx0" brushRef="#br0" timeOffset="30781.59">18738 5517 1089 0,'10'-13'-66'0,"-2"-1"38"0,0-1 32 0,-3 2 43 15,0-3 20-15,0 3 28 0,-3 4 21 16,-2-3 19-16,1 0 19 0,1 1 13 0,1 4 1 16,-1-3 0-16,-2 2-3 0,0 2-5 0,0 6-5 0,0-12-12 15,2 9-14-15,-2 3-17 0,1-6-17 0,-1 6-8 16,0 0-7-16,0 0-8 0,0 0-9 0,0 0-2 16,5 16-10-16,-3-7-4 0,1-1-5 15,1 4-8-15,-3-2-1 0,6 5-7 0,1 2-3 0,-1-2-9 16,-2 0-4-16,1-1 2 0,-2 3-11 0,1-8-3 15,1 9-4-15,-4-9-4 0,3 1 1 0,-7-2-1 16,4 0-2-16,1-4 1 0,-3 3 4 0,0-7 1 16,-5 5 2-16,5-5 0 0,-10 2 2 0,10-2 17 15,0 0-1-15,0 0 13 0,-11-9 11 0,7 0 2 16,3 3 3-16,-1-3 3 0,2 0 1 0,2 2-5 16,-1-4-6-16,8-1-3 0,2-1-7 0,2-1-1 15,2-1-6-15,0 0-10 0,12-5-2 0,-6 8-3 16,22-7-2-16,-11 10-14 0,1-5 4 0,-2 4-15 15,-3 1 1-15,1 1-2 0,-3-2 4 0,-4 7 0 16,1-3-2-16,-7 1 2 0,2 2 2 0,-3-1-3 16,0 1 1-16,-7 0-13 0,2 1-5 0,0 1-4 0,-10 1-8 15,15-3-11-15,-15 3 2 0,12 0-4 0,-12 0 3 16,0 0 7-16,11 4 6 0,-6-2 4 0,-5-2 3 16,0 0 2-16,0 0 5 0,0 0 3 15,10 3 7-15,-10-3 3 0,0 0-2 0,0 0 1 0,0 0 3 16,0 3 1-16,0-3 6 0,0 0 9 0,0 0 9 15,0 0 5-15,0 0 11 0,-21 6 4 0,13-5 6 16,8-1 2-16,-17 3 4 0,4-1 1 0,4 1 2 16,-4 0 3-16,-2 1 1 0,-6 4 2 0,6-4 1 15,2 8-3-15,-7-7-6 0,5 4 1 0,-3 4-4 16,3-5-6-16,0 6-9 0,3-4 2 0,-1 5 3 16,5-4-2-16,-4 4-8 0,9-7 3 0,-4 3 5 15,2 0-4-15,5-1-2 0,0 2 3 0,7-2-3 16,1 1-1-16,4 1 1 0,4-3-5 0,4-2-10 15,0 1-17-15,10-2-13 0,3 0-19 0,-2-2-25 16,3-4-33-16,0 0-18 0,1-4-27 0,0 1-13 16,-4-6-23-16,4 0-20 0,-4-5-25 0,-1 1-16 0,-2-5-165 15,10-5-443-15,-6-1 197 0</inkml:trace>
  <inkml:trace contextRef="#ctx0" brushRef="#br0" timeOffset="31315">19741 5098 83 0,'-4'-15'209'0,"-1"-5"16"0,0 1 8 0,-3 3 8 15,6-2 4-15,1 3 5 0,-4 2 3 0,-2-3 0 16,7 6-1-16,-1 0 7 0,-4-2-16 0,3 2-10 16,2 3-11-16,0-3-12 0,-7 5-17 0,7-1-22 15,0 6-13-15,0-15-13 0,0 15-17 0,-1-3-21 16,1 3-11-16,0 0-16 0,0 0-8 0,0 0-10 16,0 0-7-16,0 0-4 0,0 0-8 0,-5 22-3 15,3-14-5-15,2 7-3 0,0-4-6 0,-5 6-1 16,3 0-5-16,1 8 4 0,-6-1-7 0,7 2 1 0,-3 2-3 15,0 3-2-15,3 3 3 0,-4-4 4 16,4 0-8-16,0 3-5 0,4-2 10 0,-4 0-13 16,3 0-4-16,-3-3-9 0,3-1-2 0,4-8 3 0,-6 0-8 15,6-1 7-15,-5-1-5 0,4-7-1 0,1-1 11 16,-5 2 3-16,4-4-2 0,3 0 3 0,-3-5-3 16,7-1 4-16,-4-1 1 0,4-3-6 0,-5-1 4 15,7-1-1-15,0 0 3 0,-3-6 1 0,2 2-2 16,-2-1 1-16,1-4 1 0,1 2 5 0,-5 2 10 15,5 0 11-15,-6 2 6 0,0-1 3 0,1 2-2 16,-5 3-3-16,1-2-2 0,-1 1-1 0,-4 5-10 16,8-3-11-16,-8 3-1 0,0 0 4 0,0 0-9 15,0 0 4-15,13 17-1 0,-13-11-3 0,2 5-3 16,1-1 13-16,-1-2-12 0,5 4 2 0,-6-2 1 16,6 4 0-16,-6-6 1 0,6 2 2 0,1-1-3 15,1 1 5-15,-4-3 3 0,6 1 5 0,-1-5 1 0,5 4 6 16,0-3 3-16,0-3 2 0,5-1-4 15,-4-1-2-15,4-1 0 0,-3-3-1 0,4 0-6 16,-3-2 0-16,4 0 0 0,-2-1-5 0,3-5-1 0,3-2-11 16,-7 3-15-16,2-2-22 0,-6 0-25 0,3-4-37 15,4-1-65-15,-4-3-48 0,-5 9-68 0,-3-6-68 16,3-1-79-16,-3 0-246 0,-5 2-729 0,2 2 322 16</inkml:trace>
  <inkml:trace contextRef="#ctx0" brushRef="#br0" timeOffset="35431.78">22134 4686 27 0,'13'-29'344'0,"-4"4"-9"0,-3-2-8 15,2 0-6-15,-3 9-21 0,-10-5-5 0,10 4 1 16,-3-2-8-16,-2 5-9 0,0-1-8 0,0 7-13 16,0 0-26-16,0 0-28 0,-2 4-28 0,2 6-24 15,-5-4-15-15,5 4-15 0,0 0-12 0,-36 19-7 16,14-3-15-16,-1 7-12 0,-6 8-5 0,-3 4-7 16,-3 5-6-16,6 4-11 0,-3-2 2 0,-13 19-2 15,17-11-14-15,2 4 9 0,-12 9 2 0,11-11-5 16,2 1-4-16,4-2 0 0,13 3-1 0,-7-3-1 15,8 0-3-15,7 0-7 0,0 0 5 0,7-3-5 0,8 0 2 16,8-5-2-16,-3-1-3 0,8-3 1 0,10-1-11 16,-2-7-33-16,2 0-35 0,7-11-46 15,0 3-52-15,-2-4-51 0,3-4-64 0,2-3-70 0,-2-3-76 16,2-3-250-16,-3-9-722 0,-10 6 320 0</inkml:trace>
  <inkml:trace contextRef="#ctx0" brushRef="#br0" timeOffset="36081.8">22717 4812 161 0,'0'-8'406'0,"0"0"-13"16,0 8-21-16,0-11-6 0,0 8-32 15,0 3-35-15,0-7-32 0,0 7-29 0,0 0-30 0,0 0-20 16,0 0-20-16,0 0-19 0,0 0-18 0,-12 22-8 16,12-4-19-16,0 6-8 0,-5 3-8 0,5 4-15 15,0 1 3-15,-3 0-10 0,6 0-19 0,-3-3-10 16,-3 1-11-16,6 1-16 0,-3 3-12 0,0-6-7 15,0 1-14-15,0-4 1 0,0-6 7 0,2-2-15 16,1-2-10-16,-3-1 0 0,2-2 8 0,-1-4-2 16,8-1 9-16,-6-3 1 0,4-1 6 0,2-3-2 15,-9 0 4-15,24-9 3 0,-11 1 1 0,2-1-2 16,1-1 6-16,-1-3-5 0,5-7 8 0,3 4 3 0,-8-1 8 16,-2 0 25-16,-4 2 11 0,11-7 30 15,-12 5-6-15,-2 4 16 0,3-4 2 0,-4 7 12 16,0-1 1-16,1 4 0 0,-2-1-10 0,-3 4-3 15,3-2-17-15,-4 6-9 0,6-6-15 0,-6 6 4 0,0 0-17 16,0 0-1-16,13 15-4 0,-6-3 0 16,0 1-5-16,1 6-3 0,2-4-5 0,1 4-1 15,3 4-7-15,6 1-4 0,-1-5-3 0,-2 1-7 0,8 0 2 16,-4-2-3-16,6-2-4 0,-6-3-4 0,6-4-4 16,-6 0 6-16,1-5 0 0,-6 1-2 0,8-3 5 15,-8-2 5-15,6-2 2 0,-3-4 0 0,-2-1 4 16,3-4-1-16,-5-1 3 0,-2-4 9 0,-1-1 7 15,-1-8-6-15,-3-1 4 0,-4-3 9 0,1-1-11 16,-12-12 0-16,5 11-9 0,-2-9 7 0,0 9-1 16,-4 0 6-16,-2 3-1 0,3 1-5 0,-4 1 0 15,3 11-13-15,-2-5-15 0,1 8-27 0,-1-3-38 16,2 5-49-16,1 1-45 0,-4 1-43 0,3 7-38 0,-1 1-46 16,9 0-37-16,0 0-258 0,-20 5-651 15,19-1 288-15</inkml:trace>
  <inkml:trace contextRef="#ctx0" brushRef="#br0" timeOffset="37598.11">23953 4687 352 0,'0'-8'364'0,"0"-2"-23"0,2 3 1 0,-2 4-3 0,0 3-8 16,1-9-16-16,-1 9-24 0,2-9-24 0,-2 9-33 16,0 0-26-16,2-8-22 0,-2 8-24 15,0 0-20-15,0 0-20 0,0 0-8 0,5 20-9 16,-4-11-10-16,3 8-10 0,-3-2-14 0,1 2-2 0,-4 3-7 16,4 4-9-16,-2 5-4 0,0 2-13 0,0-1-3 15,-2 3-9-15,1-3-13 0,-4 3-8 0,0-4-11 16,3-1-7-16,0-1-4 0,-1 0-7 0,-2-1-9 15,2-7 3-15,-1-3-1 0,4 4-1 0,-3-6 2 16,0 2 1-16,3-7 9 0,0 2 25 0,-2-6-24 16,4 1 12-16,-4 1 5 0,2-7 21 0,0 0-2 15,0 0 22-15,0 0-9 0,0 0 6 0,0 0 2 16,20-17 0-16,-15 7 7 0,8-4 13 0,-4 1-9 16,-1-1 12-16,3-1 9 0,-1 0 4 0,4 2 5 15,-6-6 1-15,5 6 2 0,-1-1 2 0,-1 4-2 16,-2-4-6-16,-1 4-3 0,0 5-6 0,-1-5-7 15,1 4-4-15,0 0-9 0,-4 1-5 0,-1 2-7 0,-3 3-2 16,13-1-11-16,-13 1-3 0,15 6-4 0,-7 0-4 16,1 5-6-16,4 5-8 0,2-4-5 15,1 4-3-15,4 1-10 0,0 3-5 0,1 0-5 0,1 0-8 16,1 2-8-16,0-2-3 0,2-1-9 0,0-2-13 16,1 0-13-16,9-7-12 0,-10 2-10 0,10-2-12 15,-5-5-1-15,4 0-1 0,-4-4 5 16,0-2 10-16,0-1 8 0,-9-4 10 0,7-4 5 0,-1 1 9 15,-1-5 5-15,-4-1 12 0,-1 0 1 0,-4-2 9 16,-2-3 1-16,0-3 12 0,-2 5 7 0,-3-5 7 16,-3 4 6-16,-7-1 12 0,0 4 4 0,0 3 2 15,0-5-1-15,-14 7-2 0,6-4 5 0,-4 6-2 16,-2 0-4-16,-3 7 3 0,0-3-1 0,-4 3 2 16,3 4-5-16,-7-2 4 0,2 2-4 0,4 4 2 15,-2 2 2-15,-6 1 1 0,9 2-11 0,-2-3 4 16,6 3 8-16,0 1-6 0,-1-3-1 0,9-2 5 15,-3 0 1-15,3-2-3 0,6 3 3 0,0-2 1 0,0-6 3 16,0 8 2-16,6-7 2 0,8 2-5 0,-6-2-2 16,7-1 1-16,6 0 0 0,-1-4 1 15,-2-1-1-15,2 1 3 0,4-4-2 0,-5 4 2 16,0-2 1-16,-1 0 20 0,-2-1 7 0,1 3 9 0,-9-1 15 16,5 0-3-16,-4 2 8 0,-1 1-6 0,-3-2-11 15,-5 4-8-15,10-3-5 0,-10 3-13 0,0 0 0 16,0 0-4-16,0 0 3 0,0 0-3 0,2 15 0 15,-2-8-6-15,-2 1 0 0,2 1-1 0,2 1-8 16,1 1-3-16,-2-1-3 0,6 1 0 0,0 0-1 16,1 2 13-16,0-3-25 0,6 6-10 0,0-6-5 15,3-4-21-15,1 1-13 0,-1 4-22 0,9-7-26 16,-1-2-20-16,5 3-11 0,-2-5-15 0,-7 0-34 16,8-7-5-16,-3 3-3 0,2-7-10 0,-6 4-11 15,1-5-9-15,-2 1-7 0,3-5-142 0,-3-4-413 16,1 2 182-16</inkml:trace>
  <inkml:trace contextRef="#ctx0" brushRef="#br0" timeOffset="37814.83">25406 4757 19 0,'-5'-31'182'16,"4"6"28"-16,-8 1 33 0,-2-1 16 15,4 3 8-15,2 3 12 0,-1-1-4 0,-1 4 8 16,0 1 20-16,1 0 1 0,-1 5-8 0,7-1-4 0,-3 4-17 16,-2-1-24-16,-2 2-25 0,7 0-24 0,0 6-26 15,-6-7-22-15,6 7-19 0,0 0-17 0,0 0-10 16,0 0-12-16,-4 18-10 0,1-5-6 0,1 3-10 15,1 4-8-15,-4 7-6 0,5-1-6 0,0 16-3 16,-2-11-6-16,-3 9-6 0,3 7-17 0,-4-5-17 16,6 3-26-16,-2-2-28 0,4 1-36 0,-2-14-31 15,0 11-15-15,0-12-46 0,0 1-49 0,5 2-58 16,-2-6-43-16,4-10-65 0,-1 5-213 0,3-4-659 16,2-4 291-16</inkml:trace>
  <inkml:trace contextRef="#ctx0" brushRef="#br0" timeOffset="38014.68">25262 4749 143 0,'-15'-3'363'0,"7"-1"-15"0,-5 2-26 15,5 0-12-15,8 2-42 0,-7-4-28 0,7 4-19 16,0 0-23-16,0 0-22 0,45 9-17 0,-11-3-42 15,11 6-43-15,3 2-60 0,7-4-74 0,4 2-95 16,1 2-103-16,-2-2-156 0,1-1-448 0,-1-2 199 16</inkml:trace>
  <inkml:trace contextRef="#ctx0" brushRef="#br0" timeOffset="38399.01">26543 4714 96 0,'4'-1'441'0,"-4"1"-17"0,3-10-34 0,-3 6-41 16,0 4-41-16,0 0-33 0,0 0-33 0,0 0-24 16,0 0-23-16,-22 17-16 0,13-10-19 15,0 5-12-15,-2 3-20 0,6 4-21 0,0 0-1 0,0-3-10 16,1 4-10-16,8 6-20 0,-3 1-20 0,8-2-24 15,-3-1-14-15,4-4-32 0,0-3-37 0,5 0-50 16,2-2-61-16,1-3-68 0,10-4-75 0,-8-3-214 16,8-3-571-16,2-2 253 0</inkml:trace>
  <inkml:trace contextRef="#ctx0" brushRef="#br0" timeOffset="38715.78">27111 4343 208 0,'3'-19'425'0,"-3"4"23"0,2 3 4 16,1 0-1-16,-1 8-11 0,0-7-22 0,-1 7-39 15,-1-4-39-15,2 4-38 0,-2-2-38 0,0 6-28 0,0 0-27 16,0 0-22-16,12 20-21 0,-9-6-14 0,2 12-15 16,1 2-13-16,-4 2-17 0,3 16-9 15,-3-2-9-15,-7 6-11 0,3-4-4 0,0 8-10 0,-9 2-4 16,1 25-1-16,3-8-9 0,-3-17-3 0,-1 25-8 15,-1-25-2-15,1-2-8 0,6 0-15 0,1 3-8 16,-4-2-7-16,3-1-5 0,3-3 1 0,-6-3-11 16,3-3-7-16,4-3-13 0,-3-11-10 0,1-4-22 15,1-3-6-15,-3-5-27 0,10-4-19 0,-10-7 1 16,5 3 7-16,0-5 13 0,-1 1-16 0,1-7-31 16,0 0-15-16,0 0-20 0,-20-16-24 0,5 4-37 15,7-6-50-15,-6-6-56 0,-1-3-265 0,-3-12-662 16,0-3 293-16</inkml:trace>
  <inkml:trace contextRef="#ctx0" brushRef="#br0" timeOffset="38883.4">26754 4986 240 0,'3'-8'399'0,"2"1"-2"0,3 2-3 0,0-2-1 0,7-4-17 16,3 7-21-16,1-6-23 0,9 2-28 15,3-1-31-15,7-1-23 0,4 2-27 0,2 1-20 16,1-1-25-16,0 1-18 0,4-1-28 0,-17 4-46 15,13-4-45-15,6 1-73 0,-20 2-71 0,-3 2-71 0,6-3-97 16,-6 0-106-16,-8 3-254 0,-1-5-681 0,-2 0 302 16</inkml:trace>
  <inkml:trace contextRef="#ctx0" brushRef="#br0" timeOffset="39064.71">26674 4064 259 0,'-13'-7'273'0,"6"6"-33"15,-1-3-35-15,8 4-58 0,-13-3-64 0,13 3-77 16,0 0-80-16,0 0-117 0,0 0-204 0,43 15 90 16</inkml:trace>
  <inkml:trace contextRef="#ctx0" brushRef="#br0" timeOffset="39465.61">28574 4373 23 0,'8'-11'413'16,"-4"-7"-20"-16,-1 6-24 0,-1 3-24 0,-2-2-22 15,0 3-41-15,-2 0-31 0,2 2-7 0,0 6-47 16,-8-5-7-16,8 5-30 0,0 0-19 0,-27 19-8 15,16-6-24-15,-2 5-5 0,-2 9-3 0,1 0-14 0,1 8-5 16,3 4-6-16,2-1-13 0,0 5-7 0,1-3-6 16,5 5 2-16,2-15-11 0,0 14 2 0,0 1-5 15,4-16-1-15,1 12-4 0,-2-13-5 16,4 3 0-16,6-9-15 0,-10-1-28 0,7-7-20 0,-3 3-31 16,3-2-35-16,-2-6-52 0,2-1-74 0,0-5-72 15,-2-1-303-15,-8-2-652 0,15-10 289 0</inkml:trace>
  <inkml:trace contextRef="#ctx0" brushRef="#br0" timeOffset="39682.18">28314 4393 279 0,'-11'-7'436'0,"1"-1"33"0,2 1 18 0,-4 1 10 15,5 3 13-15,1-3 7 0,2-3 14 0,-1 6-23 16,5 3-29-16,-3-12-38 0,10 4-45 0,-2 3-39 15,8-6-32-15,7 3-39 0,5-3-27 0,11 0-25 16,15 2-29-16,-3-2-27 0,0 1-32 0,2 3-30 16,3-4-38-16,5 2-58 0,-7 4-50 0,-4 3-67 0,1-3-69 15,-15 5-75-15,3 0-81 0,-6 3-78 16,0-1-88-16,-4 3-102 0,-6 0-314 0,-8 1-978 16,-4 3 432-16</inkml:trace>
  <inkml:trace contextRef="#ctx0" brushRef="#br0" timeOffset="40081.92">28927 4672 21 0,'10'2'240'0,"1"4"-15"0,-1 0-22 0,5 3-14 15,-8-3-19-15,8 7-19 0,-7-1-13 0,5 2-13 16,-5 3-12-16,-1-1-15 0,1 0-8 0,1 2-8 16,-3-1-5-16,-6 2-9 0,7-7-8 0,-7 3-2 0,0-1-9 15,0-2 1-15,-2-6 3 0,2 4 15 0,-5-3 14 16,4-3 15-16,1-4 17 0,-9 1 8 0,9-1 19 15,0 0 10-15,-16-8 3 0,12-1-1 0,-2 2 0 16,6-1-5-16,-2-7-8 0,2 0-16 0,0-4-4 16,2 3-10-16,4-2-12 0,8-2-11 0,-4 0-12 15,11-3-24-15,1 0-28 0,4 4-17 0,4 2-26 16,0-2-33-16,-5 7-32 0,4-3-38 0,-1 6-47 16,-1 2-41-16,-1 3-36 0,-1 0-31 0,-7 8-36 15,4-2-182-15,-7 1-538 0,0 1 238 0</inkml:trace>
  <inkml:trace contextRef="#ctx0" brushRef="#br0" timeOffset="40581.25">29739 4789 19 0,'12'-5'187'16,"-4"-3"-5"-16,-1-1 16 0,-5 0 1 0,4 0-4 15,-4 0 0-15,-4-3 1 0,2 3-3 0,0 0-3 0,-1-5-7 16,-4 4-8-16,-2-2-12 0,0 0-12 0,-8 6-1 15,7-1-25-15,-7-5-16 0,0 7-6 0,-3-2-10 16,0 3-8-16,-4 4-13 0,1-4-8 0,3 8-6 16,-2-2-5-16,3 4-11 0,-4-2 2 0,1 8-10 15,3-1 5-15,2-2-4 0,6 9-5 0,-3-7 2 16,4 8-7-16,1-2 1 0,0 1-4 0,7 7-1 16,7-7 3-16,5 2 1 0,3 0-6 0,1 4-1 15,7-6 0-15,0 2 1 0,14 3-7 0,-4-12-15 16,8 8-4-16,2-11-11 0,0 0-13 0,2 0-4 15,-2-7-3-15,-8 3-5 0,13-8 3 0,-15 3-9 16,0-6-3-16,2 0-3 0,10-3-2 0,-7-10-1 16,-10 6-2-16,2-2 2 0,-7-7 3 0,-2 3 10 15,2 1 12-15,-4-3 19 0,-9 6 22 0,-4-3 26 16,1 4 15-16,-4-1 21 0,-3 1 22 0,3 0 16 16,-6 3 21-16,0 0 14 0,-2 3 3 0,-2-5-2 15,-1 7-9-15,0-2-8 0,-9-3-1 0,2 4-17 16,2 7-1-16,-2-5-3 0,0 5-15 0,-5-1-5 15,5 2-16-15,5 3-4 0,-9 0-8 0,12 0-5 16,-8 5-3-16,0 4-4 0,4-5-5 0,1 8-3 16,1-3-3-16,4 1-1 0,0 2-2 0,2 2-1 0,6 2-4 15,2 7-7-15,0-6-7 0,10 2-18 0,0 2-16 16,7-4-35-16,3-2-38 0,-1 2-33 0,6-3-49 16,-2-2-58-16,2-3-62 0,15-3-60 0,-1-1-328 15,-14-7-740-15,5-2 327 0</inkml:trace>
  <inkml:trace contextRef="#ctx0" brushRef="#br0" timeOffset="40881.94">30559 4223 17 0,'-14'-8'446'0,"3"2"16"0,3 0 11 0,-2 0-3 16,5 3-16-16,-2-2-25 0,7 5-25 0,-8-4-26 15,8 4-38-15,0-5-30 0,0 5-30 0,0 0-32 16,20 17-25-16,-4-7 6 0,-1 4-23 0,13 6-19 16,4 7-18-16,4 0-17 0,-1 5-26 0,1 3-5 15,4-4-25-15,-10 8 0 0,6 0-12 0,-6-1-7 0,-3 2-12 16,-6 10-7-16,-3-8-5 0,-3 12-6 0,-2 0-3 16,-13 0-22-16,-5 1-11 0,-5 26-14 15,-3-25-28-15,-12 16-31 0,-9-2-28 0,-4-1-25 16,-9-6-31-16,-1 3-40 0,-5-1-35 0,4-5-23 0,-11-6-20 15,0-3-24-15,-4 1-47 0,13-20-54 0,3 1-346 16,-5-5-794-16,5-1 351 0</inkml:trace>
  <inkml:trace contextRef="#ctx0" brushRef="#br0" timeOffset="77629.98">6526 4769 155 0,'0'11'202'0,"0"9"7"0,-2 3 1 0,2 9 6 16,-5 12-6-16,5 1-1 0,-8 4-2 0,1 5-8 15,1 2 8-15,-2 24 13 0,-6-6-2 0,6 4 4 16,0-1-6-16,-6-2 1 0,6 0-18 0,0 6 1 16,1-4-8-16,6 1-15 0,1 3-17 0,5-2-6 15,6-1-13-15,-3-2-4 0,12 4-3 0,4-5-8 16,2-5-12-16,5 1-5 0,-1 1-10 0,12-3-6 15,-13-22-11-15,3 0-5 0,19 15-9 0,-13-20-3 16,2-2-9-16,1-2 0 0,7 1-8 0,-8-3-7 16,6-2-2-16,-4-4-6 0,-1-4-3 0,-8-1-2 15,-10-7 0-15,6-2-8 0,-15-8-1 0,1 3-1 16,0-2-2-16,-1-3 1 0,-8 0 0 0,1-4-4 0,-4 2 2 16,2-1 0-16,-5-3 0 0,0 0-8 15,0 0-7-15,0 0-21 0,0 0-29 0,0 0-40 16,-21-9-47-16,21 9-38 0,-9-8-34 0,3 4-50 0,-1-2-55 15,0 0-61-15,6 2-350 0,-6-3-784 0,2-2 347 16</inkml:trace>
  <inkml:trace contextRef="#ctx0" brushRef="#br0" timeOffset="78097.07">7314 6766 312 0,'-2'-7'394'16,"2"7"-7"-16,0 0-15 0,0-8-39 0,0 8-29 0,0 0-35 15,0 0-38-15,0 0-21 0,0 0-17 0,0 0-18 16,0 0-5-16,-2 27 8 0,2-12-16 0,2 2-16 16,0-2-12-16,-1 4-9 0,6 5-15 0,1 2-13 15,1 5-10-15,1 0-2 0,-2-3-9 0,7 15-13 16,-5-14-2-16,3-1-6 0,2 13-6 0,-2-13-3 16,0 1-8-16,-1 1 0 0,1-3-4 0,-5 1-4 15,-1-10 1-15,0 2-6 0,-1-2-7 0,-4-5 3 16,1-1 2-16,2-1-1 0,-5-5 4 0,0 0 15 15,-5 0 5-15,5-6-1 0,-16 1 4 0,16-1-2 16,-27-5-4-16,11 3 0 0,-6-4-8 0,1-1-1 16,-8-3-9-16,-4 0 3 0,2 0 0 0,-14-7-3 15,14 8-5-15,-4-3-3 0,-8-3-3 0,5 0-4 0,6 5 0 16,3 3-4-16,1 3-29 0,8 0-40 0,3 0-55 16,2-4-26-16,4 6-32 0,1-3-45 15,3 4-46-15,7 1-42 0,-10-1-30 0,10 1-48 0,0 0-222 16,0 0-658-16,17-10 291 0</inkml:trace>
  <inkml:trace contextRef="#ctx0" brushRef="#br0" timeOffset="78347.08">7254 6816 248 0,'0'-6'354'0,"5"0"6"0,-3 0-1 0,-2 6-9 0,0-9-14 15,0 9-21-15,1-6-35 0,-1 6-30 16,0 0-31-16,0 0-2 0,0 0 20 0,0 0-4 16,-8 26-6-16,0-15-17 0,1 6-16 0,1 2-17 0,-9 7-14 15,7-3-20-15,-12-6-10 0,5 10-14 0,2 0-17 16,-4 0-4-16,-5 0-8 0,1 8-10 0,4-8-11 16,-1-1-25-16,0 1-45 0,5 1-64 0,3 0-66 15,3-2-68-15,6 2-74 0,-4-1-86 0,5-1-405 16,5-10-827-16,-2 1 367 0</inkml:trace>
  <inkml:trace contextRef="#ctx0" brushRef="#br0" timeOffset="82563.31">8328 7401 219 0,'7'-8'439'0,"-5"1"3"0,-1 3-1 0,4-1-14 15,-5 5-22-15,0-9-36 0,0 9-38 0,7-5-35 16,-7 5-34-16,0 0-28 0,0 0-19 0,0 0 14 16,-12 29-16-16,9-19-16 0,-10 10-5 0,3 6-20 15,0 1-14-15,-5 1-14 0,-2 10-14 0,3 2-14 16,0 2-26-16,4 0-5 0,-3 1-10 0,0-2-10 16,3-1-6-16,-2-1-4 0,4-1-8 0,2 1-1 15,1-11-7-15,0 1-3 0,-2-4-2 0,4-3 0 16,-2-6 5-16,3-1-12 0,0-3-1 0,-1-3 0 15,6-2 2-15,-6-4 9 0,3-3-14 0,0 0 1 0,0 0-3 16,0 0 0-16,15-22-5 0,-8 2-2 0,1-4-2 16,7-18-5-16,-7 0 1 0,7-1-1 0,-2-7 0 15,-5-1-5-15,6-3 2 0,-1 0 1 0,-3 0-4 16,8 0-2-16,-8 0 4 0,0 2 2 0,-5 2-1 16,3 3-7-16,-1 6 9 0,-2 9 25 0,-4 2 18 15,6 2 0-15,-7 1 14 0,2 9 10 0,-1-2-5 16,4 8-3-16,2 0-8 0,-5 2-10 0,-1 5-10 15,-1 1-3-15,0 4-13 0,0 0 3 0,0 0-1 16,22 24-2-16,-11-2-1 0,3 2 1 0,-4 10-7 16,4 6 1-16,1 6 4 0,-5 1 3 0,5-3-10 15,5 4-4-15,-5-2 1 0,1 1 8 0,-1-1-12 0,2 0 0 16,-1-5 1-16,-1 1-5 0,-6 0-9 0,4-11-15 16,-3-1-10-16,-4-1-8 0,3-2-21 15,-9-5-22-15,0 1-15 0,0-7-15 0,-9 1-15 0,9-7-17 16,-6-3-14-16,-2 3-20 0,6-7-14 0,-10 1-11 15,4-4-5-15,-7 0-3 0,0-1 2 0,-5-7-3 16,4 0 1-16,-2 1 3 0,1 4 13 0,-6-6 20 16,8-3 17-16,-2 5 15 0,1-4 14 0,3 2 10 15,-2 2 14-15,1-5 16 0,5 8 15 0,-5-5 28 16,9-1 28-16,-3 5 21 0,0-3 30 0,4 2 28 16,0 1 25-16,-3 1 32 0,7 4 19 0,-5-6 13 15,5 6 11-15,-5-5 4 0,5 5 1 0,0 0-2 16,-5-4-6-16,5 4-10 0,0 0-11 0,0 0-8 0,0 0-11 15,0 0-9-15,0 0-12 0,20-9-10 16,-12 6-7-16,9 0-7 0,-2 2-6 0,4-6-1 16,11 6-36-16,-12-1-45 0,12-3-61 0,5 0-72 0,-5-1-52 15,3 6-47-15,0-3-70 0,-3-3-42 16,18 3-58-16,-17-3-278 0,4 4-755 0,-2-1 335 0</inkml:trace>
  <inkml:trace contextRef="#ctx0" brushRef="#br0" timeOffset="83347.2">9186 7715 143 0,'0'0'346'15,"-15"-14"18"-15,10 8 19 0,-5 3 26 0,2-3-4 16,-2-3 3-16,1 1-9 0,-2 4-19 0,1 0-25 16,-2-4-20-16,1 5-13 0,-1-2-24 0,-1 2-19 15,-4 1-24-15,4 2-20 0,-3 0-28 0,-4 2-9 0,3 5-12 16,-4-2-13-16,-1 6-17 0,1 1-12 0,-3 5-9 15,3 2-6-15,1-1-15 0,-5 5 8 16,4-1-22-16,4 3-13 0,1-3-7 0,2 3 1 0,3 1-17 16,3 2-2-16,4-2 2 0,4-3-17 0,0-6-1 15,5 4-6-15,2-5 5 0,6 0-8 0,9 3-1 16,1-8-19-16,5 1-30 0,2-7-18 0,3 2-23 16,15-6-23-16,-5-6-23 0,3 2-17 0,-3-9-22 15,0-1-24-15,2-6-28 0,1-8-26 0,2-7-23 16,-3-1-8-16,-2-9-17 0,-3-1-3 0,1 0 9 15,-9-6 14-15,-3 3 29 0,1 2 20 0,-15-5 31 16,3 4 46-16,-6 3 44 0,-12-4 52 0,0 6 56 0,-2-2 59 16,-11 6 41-16,5 7 29 0,-2 2 20 15,-2 0 16-15,-3-1 17 0,2 10 6 0,3 3 5 16,0-2-3-16,2 4-1 0,-2 1-8 0,2 6-11 0,1 0-18 16,4-1-22-16,-1 2-24 0,4 7-22 0,-8-3-15 15,8 3-1-15,0 0-18 0,-2 19-13 0,1-3 1 16,1 3-5-16,3-2-6 0,2 13-2 0,2 12-4 15,-2 0-9-15,0 0-6 0,1 6 8 0,1 2-7 16,0-3-11-16,-1 6-4 0,-3-5-4 0,9 0-6 16,-7 3 6-16,5-3-18 0,0-3-17 0,-8-2-23 15,4-2-19-15,-1-2-23 0,-2-11-14 0,4 1-25 16,-7-8-26-16,7-1-26 0,-7-4-29 0,0-5-12 16,3 1 2-16,-3-5-2 0,2-3-11 0,-2-4-13 15,0 0 1-15,0 0 1 0,0 0 7 0,6-25 2 16,-2 7 8-16,-4-1 9 0,0-7 13 0,0-1 18 15,0 0 18-15,-4 0 20 0,-1 0 19 0,4 0 29 0,-4 0 26 16,-2 2 28-16,0-1 35 0,1 3 22 0,4 4 36 16,-4-2 31-16,-1 6 18 0,4 2 24 15,-4-1 9-15,7 5 12 0,-5-2 4 0,5 3-1 0,-2 0-6 16,1 2-13-16,1 6-17 0,0-9-11 0,0 9-14 16,8-4-5-16,-8 4-6 0,0 0-4 0,23 4-11 15,-15-3-2-15,6 2-3 0,2 5-6 0,4 0-3 16,2-4-4-16,4 5-6 0,1 1-2 0,2-1-6 15,-5 4-5-15,0-1-1 0,0-2-4 0,-3 5-2 16,2 2-1-16,-6-4-5 0,3 0-2 0,-10 2 1 16,11 7-4-16,-9 3 1 0,3-4-1 0,-6 3-2 15,-2-8-20-15,-5 4-28 0,1 6-31 0,-3-7-36 0,0 2-37 16,-3-2-23-16,1-1-16 0,-3 3-36 0,3-3-26 16,-1-2-26-16,2-1-40 0,-4-2-25 0,1-6-31 15,3 1-27-15,1-2-198 0,0-6-638 0,0 0 283 16</inkml:trace>
  <inkml:trace contextRef="#ctx0" brushRef="#br0" timeOffset="83963.12">10103 7858 295 0,'1'-7'316'0,"4"-2"13"0,4 3 20 16,-8 0 6-16,-1-1 12 0,5 0-8 0,-3 3-23 16,-2 4-27-16,0 0-28 0,0 0-11 0,0 0 1 15,0 0-1-15,0 0-22 0,-15 16-28 0,8-6-17 16,1-2-21-16,2 4-17 0,3 0-15 0,-4 7-15 0,3-3-13 15,-1-2-11-15,3 0-11 0,3 4-10 16,4-6-4-16,-2 8-11 0,5-6-4 0,1 2-8 16,1-5-14-16,3 2-22 0,0-2-27 0,3-4-23 0,2-1-28 15,0 0-20-15,1-2-16 0,-1-4 2 0,0-1-4 16,-4-2 10-16,4 0-1 0,-5-5 7 0,-2 0 17 16,-3-4-7-16,-3-2 6 0,0 2 3 0,-6-4 10 15,-1-3 4-15,-3 3 2 0,-4-7 19 0,1 1 13 16,-3 2 22-16,-4-2 10 0,0 1 14 0,-2-2 12 15,2 7 8-15,3 1-5 0,-3 0 6 0,4 2 7 16,-1-1 3-16,2 2-12 0,-2 4-4 0,4-5-5 16,4 7-7-16,-5 1-4 0,7 1-7 0,0 4-6 15,0-11-2-15,0 11-4 0,0 0-3 0,25 8 0 16,-10-4-6-16,3 3-8 0,4 0-15 0,1 6-7 16,3 1-7-16,-1 2-7 0,3 3-5 0,2 0-9 0,-2-3-11 15,-6 4-1-15,6-1-24 0,-5 3 10 0,-1-1-2 16,-3-2 9-16,3-3 5 0,-9 3 0 0,2-6 6 15,-7 2 7-15,1-3 0 0,4-2 6 0,-13-2 7 16,7-4 1-16,-6 1 13 0,-1-5 7 0,7 3 16 16,-7-3 27-16,0 0 15 0,0 0 18 0,0 0 14 15,0 0 7-15,-10-24 12 0,10 13 12 0,2 1 2 16,-2-7-4-16,1 0 5 0,7 3 16 0,2-9-7 16,-1 8-11-16,-1-4 8 0,7-1-7 0,0 4 2 15,-2 1-11-15,4 2-12 0,-3 2-10 0,3 0-7 16,1 4-10-16,-3-1-11 0,2 7 1 0,-4-2-9 15,3 3-8-15,4 4-5 0,-5 3-3 0,2-3-4 16,-2 7 1-16,0-3-1 0,-1 6-1 0,0-1-7 0,1 2 4 16,-1 5-5-16,-5-4-4 0,-1 4-52 15,-3-3-41-15,-3 3-36 0,4 0-39 0,-1-5-49 0,-3 0-39 16,0 1-43-16,3-7-31 0,-5 2-37 0,1 0-19 16,-1-6-25-16,5-2-36 0,-5-3-273 0,2 8-770 15,-2-8 342-15</inkml:trace>
  <inkml:trace contextRef="#ctx0" brushRef="#br0" timeOffset="84229.95">11341 7738 120 0,'0'-15'368'0,"0"7"24"0,-2-3 20 16,-3 1 11-16,4 4-9 0,-8-3-7 0,-2-1 3 16,2 6-12-16,1 4-17 0,-2-4-27 0,0 2-31 15,-5 2-35-15,4 2-22 0,4 2-25 0,-4-2-23 16,6 3-16-16,-2 7-24 0,0-2-17 0,6 3-13 15,-3-4-9-15,8 6-13 0,-1 3-22 0,4 0-4 0,-2-1-11 16,5 7 4-16,-2-8-15 0,0 3-17 0,0 1-3 16,7-3-7-16,-8-3-2 0,1 4-3 0,-3-1-3 15,-3-10-10-15,4 10-12 0,1-10-28 0,-7 1-26 16,2-1-7-16,-4 0-21 0,2-7-36 0,-7 5-38 16,-1-3-41-16,-5-2-42 0,13 0-37 0,-32-3-33 15,11-1-36-15,-7-4-50 0,-2-4-55 0,-15-4-364 16,1-2-860-16,-1-5 381 0</inkml:trace>
  <inkml:trace contextRef="#ctx0" brushRef="#br0" timeOffset="84481.28">10730 7355 197 0,'0'0'480'0,"-8"-5"16"0,8 5-2 16,-7-4-11-16,7 4-27 0,0 0-38 0,-8-5-39 0,8 5-38 15,0 0-38-15,0 0-29 0,-7-3-34 0,7 3-20 16,0 0-20-16,0 0-18 0,0 0-22 0,15 12-10 16,-2-6-17-16,1-3-16 0,-6 3-16 0,8 0-29 15,-4-3-27-15,3 1-26 0,-3 1-29 0,2-2-23 16,-2-2-27-16,-2-1-17 0,-3 6-18 0,2-6-15 16,-9 0-21-16,10 0-26 0,-10 0-31 0,0 0-40 15,0 0-48-15,7 5-59 0,-7-5-53 0,0 0-258 16,0 0-699-16,0 0 310 0</inkml:trace>
  <inkml:trace contextRef="#ctx0" brushRef="#br0" timeOffset="84829.78">12150 7920 138 0,'-2'-6'391'0,"-2"0"-5"0,-5 3-2 15,8-8-8-15,-6 7-22 0,0-1-27 16,7 5-30-16,-10-3-25 0,10 3-33 0,-13 0-19 16,13 0-26-16,-15 7-17 0,9-4-21 0,-1 2-12 0,0 3-12 15,-3-1-11-15,-3 1-12 0,7 4-10 0,-3-5-6 16,3 5-20-16,-1-3 0 0,5-3-10 0,-4 3-1 15,1-1-4-15,5-2-8 0,-5 2-4 0,2-3 2 16,3-5-6-16,8 7-2 0,-8-7-1 0,0 0-5 16,13-2 1-16,-13 2-17 0,15-6-10 0,-2 0-23 15,-4-2-20-15,5-1-36 0,-2-3-22 0,-2 1-32 16,3-5-41-16,-5 5-46 0,-1-5-43 0,-5 1-57 16,4-2-55-16,-6 2-242 0,-1 1-658 0,-4-1 292 15</inkml:trace>
  <inkml:trace contextRef="#ctx0" brushRef="#br0" timeOffset="85147.29">11966 7581 242 0,'0'0'401'0,"-8"-3"-6"16,2 0-9-16,6 3-13 0,-14-4-16 0,14 4-32 15,-15 0-27-15,15 0-37 0,-15 4-26 0,9-3-25 16,-2 2-21-16,4 2-18 0,-1 1-16 0,5-6-14 16,-3 9-12-16,6-2-11 0,-3 2-13 0,2-2-10 15,5-2-7-15,1 1-9 0,2-1-7 0,0 2-7 16,5 0-16-16,0-5-19 0,-1 5-13 0,-5-6-9 16,4 2-4-16,2-3 3 0,-15 0 0 0,21 0-7 15,-12-4 3-15,-3 2-5 0,3-4-2 0,-3 2 1 16,-6-4 1-16,2 2-5 0,-2-2-4 0,-2 3 4 0,2-4-7 15,-2-1-21-15,-2 6-33 0,-5 0-32 0,3-4-19 16,-8 5-55-16,6 0-48 0,-3 3-60 0,11 0-60 16,-25 3-263-16,10 1-653 0,-3-1 290 0</inkml:trace>
  <inkml:trace contextRef="#ctx0" brushRef="#br0" timeOffset="87113.14">13423 8392 339 0,'0'-13'384'16,"0"3"11"-16,0-1-7 0,0 0 13 0,2 6-8 16,-2-6-10-16,0 8-28 0,5-5-37 0,-5 8-34 15,0-5-30-15,0 5-34 0,0 0-21 0,0 0-22 16,0 0-11-16,-5 20-2 0,5-9-12 0,-2 7-14 15,2 0-10-15,-5 12-13 0,10-3-8 0,-10 12-11 16,3 0-8-16,9-8-10 0,-12 11-4 0,5-11-7 16,7 3-9-16,-1 2-3 0,-4-6-4 0,3 3-6 15,3-3-3-15,-1 0-5 0,1-2-3 0,-8 1-5 16,7-7-1-16,1 4-5 0,-3 2-20 0,-3-14-23 0,3 6-24 16,-1-7-29-16,-4-3-33 0,0 1-32 15,4-3-33-15,-3-3-24 0,-1 3-19 0,0-2-22 0,0 0-46 16,0-6-42-16,0 0-43 0,0 0-316 0,0 0-741 15,0 0 328-15</inkml:trace>
  <inkml:trace contextRef="#ctx0" brushRef="#br0" timeOffset="87463.09">13410 8357 281 0,'0'-10'372'0,"6"6"-1"0,-6-4 0 15,0 1-4-15,7-2-14 0,-5 1-8 0,3 4-21 16,-4 0-25-16,6-3-24 0,-7 7-29 0,8-7-13 16,-1 2-29-16,1 4-10 0,4-1-6 0,-2-2-19 15,3 4-13-15,2-1-13 0,0-1-14 0,-1 2-16 16,0 0-8-16,1 0-11 0,1 0-9 0,1 0-9 15,-2 2-4-15,3-1-10 0,0-2-5 0,-5 1-4 16,10 0-8-16,-8 0-2 0,4 1-4 0,-5-4-5 16,0 1 1-16,1-1-5 0,-4 2-4 0,4-3-12 15,-8 2-23-15,8 1-25 0,-9-3-26 0,4 3-31 16,-10 1-33-16,12-3-30 0,-12 3-23 0,10 0-44 16,-10 0-40-16,0 0-36 0,0 0-28 0,6 4-37 0,-6-4-286 15,-8 15-702-15,0-10 310 0</inkml:trace>
  <inkml:trace contextRef="#ctx0" brushRef="#br0" timeOffset="87829.8">13481 8693 164 0,'0'0'323'16,"-3"7"-15"-16,3-7-3 0,-2 6-9 0,2-6-4 16,0 0-12-16,-3 8-10 0,3-8-5 0,0 0-2 15,0 0-3-15,0 6-14 0,0-6-15 0,3 7-12 16,-3-7-14-16,0 0-9 0,2 6-11 0,3-2-14 0,-5-4-17 16,6 8-9-16,-6-8-14 0,7 1-13 0,-6 5-9 15,-1-6-11-15,15 4-8 0,-1-3-11 0,-6 2-5 16,5-6-10-16,0 6 0 0,4-3-9 0,-1 0-5 15,1 0-5-15,3 0-6 0,0-4-5 0,-5 0-1 16,1 4-6-16,-1-6 0 0,-3 5-4 0,-1 1-2 16,4-3 0-16,-7 2-4 0,-8 1-1 0,17-4-7 15,-10 3-19-15,-2-2-14 0,-5 3-18 0,0 0-28 16,8-3-29-16,-8 3-43 0,0 0-40 0,0 0-40 16,0 0-43-16,0 0-47 0,0 0-48 0,0 0-356 0,-23 12-776 15,14-9 344-15</inkml:trace>
  <inkml:trace contextRef="#ctx0" brushRef="#br0" timeOffset="88779.66">14174 8709 34 0,'0'0'297'0,"0"0"-1"16,0 0 0-16,0 0-5 0,0 0-8 0,0 0-7 15,0 0-6-15,0 0-7 0,0 0-7 0,0 0-12 16,-16-2-3-16,16 2-12 0,0 0-14 0,0 0-15 16,0 0-22-16,0 0-14 0,0 0-15 0,0 0-15 15,0 0-10-15,0 0-14 0,0 0-6 0,0 0 2 16,0 0 6-16,21 11-4 0,-11-11-9 0,5 2-11 16,7-1-6-16,1-1-7 0,3 1-10 0,6 4-5 15,6-5-6-15,-5 0-8 0,13 0 5 0,-13 0-10 16,15 0-9-16,-13 2 1 0,-3-2-2 0,2 1-7 0,-2-1 1 15,-2 0-3-15,-1 0-1 0,-7-1-5 0,1-1 0 16,-8 2-2-16,0 0-3 0,-2-5 2 0,2 10-1 16,-5-5-2-16,-10 0 0 0,13-5-3 0,-13 5-1 15,15 0-1-15,-15 0 0 0,7-1-2 0,-7 1-3 16,0 0 8-16,15 0-5 0,-15 0-3 0,0 0-1 16,0 0-2-16,0 0-2 0,0 0-3 0,0 0-5 15,6 1-1-15,-6-1-7 0,0 0-8 0,0 0-8 16,0 0-12-16,0 0-12 0,0 0-8 0,0 0-17 15,0 0-14-15,0 0-14 0,0 0-13 0,0 0-15 16,0 0-20-16,0 0-25 0,0 0-29 0,0 0-43 16,0 0-36-16,0 0-40 0,0 0-272 0,0 0-655 0,0 0 290 15</inkml:trace>
  <inkml:trace contextRef="#ctx0" brushRef="#br0" timeOffset="89397.42">14724 8504 331 0,'0'0'342'15,"-3"-8"-9"-15,3 8-14 0,0 0-17 0,0 0-18 16,0 0-22-16,0 0-26 0,0 0-32 0,6-3-24 15,-6 3-14-15,0 0-17 0,0 0-2 0,0 0 13 16,5 15-17-16,-2-7-12 0,4-1-12 0,-4 1-13 0,2 2-8 16,7-3-8-16,-9 1-13 0,11 6-2 15,2-1-7-15,-4-1-6 0,3-2-10 0,-1-1-3 16,1 2-3-16,5 1-5 0,-5-1 2 0,2-3-13 0,-2 2 0 16,6-3-2-16,-8 3-5 0,2-5 0 0,-3 2-5 15,-1-2 0-15,-2 1-5 0,-1-2-3 0,-1 0 8 16,-1-3-4-16,-6-1-9 0,7 5 1 0,-7-5-5 15,8 7 6-15,-8-7-4 0,0 3 3 0,0-3-2 16,0 0-2-16,0 0 6 0,-15 7-8 0,7-3 11 16,-4 0 1-16,4-1 21 0,-2 5 5 0,-1-3 8 15,-4 3 8-15,0-1 6 0,-2 1 4 0,1-1 12 0,-1 4 3 16,1-2-12-16,-6 3-3 0,7 2-5 0,-1-6-4 16,-4 6-4-16,3-2-5 0,2-2-3 15,-1 2-5-15,1 1-3 0,0-3-2 0,0 2-3 0,3 2-4 16,-1-1-2-16,2-6-1 0,4 5-6 0,-1-4-20 15,1-1-31-15,2 4-59 0,3-7-57 0,1 4-54 16,-3-5-65-16,3 6-79 0,1-9-90 0,5 6-301 16,-2-1-798-16,-3-5 353 0</inkml:trace>
  <inkml:trace contextRef="#ctx0" brushRef="#br0" timeOffset="93829.63">19327 8304 19 0,'5'-8'329'0,"0"1"-2"0,6-1-9 15,-9 1 12-15,6-3-1 0,-1 2 4 0,0-1-3 0,-1-3-10 16,-4 7-16-16,4-3-21 0,1-1-16 0,-5 2-14 16,3 3-11-16,-4-2-28 0,-1 6-23 15,5-8-23-15,-5 8-23 0,0 0-16 0,0 0-9 0,0 0-22 16,0 0-5-16,7 15-13 0,-5 0-9 0,-1 1-3 16,-2 0-7-16,2 3-3 0,6 8-8 0,-7 0-5 15,0 2 0-15,2 1-6 0,-2 1-4 0,0 10-2 16,0-8-2-16,0-4-6 0,4 11 0 0,-5-10-2 15,2-3-1-15,1 1-4 0,-2 2-1 0,7-1-1 16,-7-8 2-16,0 0-3 0,0-3-2 0,-7 1-2 16,7-2 3-16,0-2-5 0,0-3-6 0,0 0-28 15,0-3-27-15,0-1-26 0,0-1-24 0,7 2-28 0,-7-6-20 16,5 0-23-16,-5-3-33 0,5 7-38 0,-5-7-42 16,10 5-42-16,-10-5-29 0,16-5-286 15,-8 3-696-15,-8 2 307 0</inkml:trace>
  <inkml:trace contextRef="#ctx0" brushRef="#br0" timeOffset="94196.18">19461 8257 78 0,'0'-7'300'0,"0"7"2"0,0-9-1 16,0 9-5-16,0 0-8 0,0-6-10 0,0 6-8 0,0 0-13 15,0-8-10-15,0 8-12 0,0 0-14 0,0 0-13 16,0 0-17-16,2-7-13 0,-2 7-16 16,0 0-16-16,0 0-10 0,0 0-17 0,0 0-12 0,5-5-12 15,-5 5-5-15,0 0-12 0,13 0-10 0,-13 0-3 16,16 0-5-16,-4 3-7 0,0-3-6 0,6 0-4 15,-2 0-3-15,4-3-7 0,0 3-4 0,2 0 1 16,2 0-3-16,-2 0-9 0,-2 0 3 0,8 0-10 16,-8-2-11-16,1 4-29 0,2-2-25 0,-6 0-27 15,0 0-15-15,-3 3-20 0,-2-3-26 0,-4 2-23 16,6 0-25-16,-11-1-21 0,-3-1-12 0,13 6-10 16,-11-1-18-16,-2-5-23 0,3 3-237 0,-3-3-553 0,-13 10 245 15</inkml:trace>
  <inkml:trace contextRef="#ctx0" brushRef="#br0" timeOffset="94462.78">19479 8487 204 0,'0'0'287'0,"-3"3"-7"0,3-3-7 16,-2 6-7-16,2-6-6 0,0 0-12 0,0 0-8 15,0 8-15-15,0-8-6 0,5 5-18 0,-5-5 1 16,3 7-14-16,2-3-17 0,2-1-20 0,1 2-9 16,4-4-20-16,-1 1-4 0,6 3-17 0,1 0-8 15,0-3-3-15,4 3-17 0,-2 2-6 0,5-6-34 16,-4 2-49-16,-4-2-38 0,3 2-39 0,-7 2-39 16,2-2-44-16,-5 1-44 0,3-2-39 0,0-2-54 0,-5 1-186 15,-8-1-540-15,9 5 239 0</inkml:trace>
  <inkml:trace contextRef="#ctx0" brushRef="#br0" timeOffset="95597.67">19234 8619 20 0,'0'0'264'0,"0"0"-5"0,0 0-12 0,0 0-12 0,4-6-13 15,-4 6-14-15,0 0-16 0,0 0-9 0,0-8-13 16,0 8-2-16,0 0-17 0,0-4-10 0,0 4-7 15,0 0-15-15,0 0-5 0,0 0-9 0,0 0-7 16,0 0-9-16,0 0-7 0,0 0-6 0,0 0-9 16,0 0-10-16,0 0-2 0,0 0-7 0,0 0-3 15,0 0-5-15,0 0-6 0,0 0 0 0,0 0-4 16,0 0-1-16,0 0-3 0,0 0-7 0,0 0 3 16,0 0-1-16,0 0-2 0,0 0-3 0,0 0-4 15,0 0 0-15,0 0-3 0,0 0 12 0,0 0-12 16,0 0 2-16,0 0-6 0,0 0 14 0,0 0-14 15,0 0-5-15,0 0 2 0,0 0 2 0,0 0 1 16,0 0-2-16,0 0 0 0,0 0-1 0,0 0 1 0,0 0-8 16,0 0 7-16,-20 9 13 0,20-9-13 15,0 0 1-15,0 0 2 0,0 0-2 0,0 0-2 16,0 0-2-16,0 0 4 0,0 0 0 0,0 0-2 0,0 0-1 16,0 0 3-16,0 0-3 0,0 0 5 0,0 0 0 15,0 0 1-15,0 0 1 0,0 0 7 0,0 0-1 16,0 0 3-16,-2-12-1 0,2 12 2 0,0 0-7 15,0 0 13-15,0 0-16 0,0 0 0 0,0 0 0 16,0 0-2-16,0 0-3 0,0 0 5 0,0 0-3 16,0 0 0-16,0 0 1 0,0 0 1 0,0 0-7 15,0 0 1-15,0 0 1 0,0 0-2 0,0 0-13 16,0 0-16-16,0 0-24 0,0 0-18 0,0 0-30 16,-17 6-30-16,17-6-48 0,0 0-31 0,0 0-39 15,-6 6-50-15,6-6-173 0,0 0-513 0,-12 3 226 16</inkml:trace>
  <inkml:trace contextRef="#ctx0" brushRef="#br0" timeOffset="99029.71">20532 8571 196 0,'8'-3'229'16,"0"2"-10"-16,1-3-8 0,-9 4-5 0,16-4-9 15,-9 1-5-15,-1 2-5 0,-6 1-6 0,14-5-4 16,-14 5-5-16,11-2-8 0,-11 2 2 0,10-4-5 16,-10 4-7-16,7-1-6 0,-7 1-8 0,0 0-8 15,0 0-3-15,0 0-10 0,5-4-7 0,-5 4-7 0,0 0-7 16,0 0-4-16,0 0-5 0,0 0 4 0,0 0 0 16,-22-3-9-16,7 2 5 0,15 1-1 0,-26 0 3 15,8 1-4-15,1 4-6 0,-3-3-8 0,-3 2 1 16,5-3-6-16,-4 1-12 0,-7-2-2 0,0 5 2 15,1-4-5-15,0 2-3 0,5 1-1 0,0 0-4 16,-5-1-6-16,6-3-3 0,6 5 0 0,-8-3-4 16,8 3-3-16,-1-5-3 0,6 1-2 0,-1 2-1 15,1-2-3-15,-1 2-2 0,12-3 1 0,-15-3-2 0,15 3-3 16,-15 3 1-16,15-3-1 0,-6 0-1 16,6 0-1-16,0 0 0 0,0 0 1 0,-15 2-3 0,15-2 1 15,0 0-3-15,0 0-2 0,0 0 1 0,0 0-1 16,0 0-3-16,-7 3-7 0,7-3-18 0,0 0-23 15,0 0-27-15,0 0-23 0,0 0-26 0,0 0-17 16,0 0-34-16,0 0-32 0,0 0-40 0,0 0-31 16,0 0-30-16,0 0-30 0,0 0-265 0,0 0-651 15,0 0 289-15</inkml:trace>
  <inkml:trace contextRef="#ctx0" brushRef="#br0" timeOffset="99562.78">20226 8447 72 0,'0'0'252'0,"5"-4"-7"0,-5 4-5 16,0 0-7-16,0 0-16 0,0 0-14 0,0 0-15 16,5-1-20-16,-5 1-7 0,0 0-17 0,0 0-10 15,0 0-23-15,0 0-10 0,0 0-12 0,0 0-7 16,0 0-8-16,0 0 0 0,0 0 3 0,-24 11 2 16,24-11 0-16,-10 9-1 0,4-4-3 0,-2 2-7 15,1-1-3-15,-5 3 4 0,4-4 3 0,0 2-7 0,1-4 0 16,-8 9 2-16,4-4-1 0,-1 0-9 0,4-1 2 15,-5 2 3-15,4-1 2 0,-4-1 1 0,-2 1 3 16,7-2-5-16,0 0-14 0,-4-3-10 0,4 3 4 16,-1 0-9-16,6 0-2 0,-2-3-5 0,-1 2-2 15,6-5-1-15,-5 5 6 0,-4 0-13 0,9-5 0 16,-1 10-3-16,1-3 5 0,0 2 1 0,1-2-4 16,3-1 3-16,1 0 0 0,0 2-3 0,1 2-2 15,-1-2 0-15,5 5-3 0,-2-4 0 0,6 3-2 0,-4-2 10 16,3 1-6-16,-5 1-3 0,5 1-1 15,-4-3-3-15,4 2 2 0,-5-4 0 0,4 3-6 16,-2-2 1-16,-5-2 1 0,3 4 5 0,-2-7-3 0,-1 4-6 16,2-2-1-16,0-1 7 0,-1 0-6 0,-1-2-33 15,2 2-38-15,-7-5-38 0,5 3-32 0,-5-3-39 16,3 6-45-16,-3-6-69 0,0 0-327 0,0 0-671 16,0 0 298-16</inkml:trace>
  <inkml:trace contextRef="#ctx0" brushRef="#br0" timeOffset="102163.81">13686 10026 22 0,'3'-9'372'16,"-3"9"2"-16,4-9-2 0,-1 4-1 0,-3 5-13 15,2-4-20-15,4 0-27 0,-6 4-31 0,0 0-24 16,7-4-38-16,-7 4-22 0,0 0 14 0,8 9-3 16,-4-2-10-16,-1 6-17 0,5 2-11 0,-8 3 4 0,0-2-11 15,3 4-17-15,1-1-12 0,-4 8-11 0,1 3-13 16,-2-1 2-16,1 0-9 0,0 2-10 16,0-1-13-16,0 2-3 0,-4-4-7 0,8-1-6 0,-4-3-6 15,-4 0-6-15,1-3-6 0,3-1-4 0,0-1-5 16,0-4-3-16,3 1-2 0,-6-8-1 0,3 7-33 15,0-6-30-15,0-6-32 0,3 6-35 0,1-3-29 16,-3-3-40-16,-1-3-44 0,9 5-43 0,-9-5-44 16,0 0-42-16,15-11-48 0,-12 3-309 0,-1-4-756 15,4 4 334-15</inkml:trace>
  <inkml:trace contextRef="#ctx0" brushRef="#br0" timeOffset="102412.79">13734 9934 371 0,'0'-4'369'15,"-6"-4"-1"-15,12 1-9 0,-6 7-14 0,0-10-20 16,0 3-24-16,0 2-27 0,3-3-22 0,1 3-30 16,2 1-21-16,3-4-20 0,4 7-16 0,2-5-18 15,0 3-9-15,0-2-19 0,-2 5-13 0,3-2-6 16,6 0-12-16,-2-4-8 0,-2 6-7 0,0-2-8 15,4 0-12-15,-4 0-19 0,-3 4-34 0,1-2-57 16,-1 2-32-16,-2-2-29 0,-4 2-40 0,1 3-46 0,-2-4-32 16,-5 2-36-16,4 1-37 0,-7 1-241 15,0-5-594-15,-7 10 263 0</inkml:trace>
  <inkml:trace contextRef="#ctx0" brushRef="#br0" timeOffset="102595.76">13698 10254 51 0,'0'0'340'0,"6"9"-12"0,1-6-9 0,-7-3-15 15,15 0-22-15,-4 0-31 0,-11 0-23 0,29-4-28 16,-11 0-17-16,-3 4-20 0,8-4-12 0,-3 1-17 16,1 0-19-16,-4 2-50 0,4-3-46 0,-4 1-66 15,3 2-70-15,-2-5-77 0,2 0-64 0,-5 2-162 16,1 1-454-16,-3-2 200 0</inkml:trace>
  <inkml:trace contextRef="#ctx0" brushRef="#br0" timeOffset="103029.34">14529 10007 222 0,'0'0'315'0,"5"-5"-8"0,-5-1-8 0,0 6-10 16,3-5-12-16,-3 5-21 0,0-8-8 0,0 8-27 16,0 0-7-16,0 0 4 0,-15-2-3 0,15 2-4 0,-23 6-1 15,10 0 0-15,-1 1-1 0,-4 0 3 16,5 3-1-16,-9 2-2 0,-1 0-6 0,8 0-3 15,-3-1-12-15,-3 5-1 0,1-4-8 0,0 6-5 0,2 0-4 16,-2 1-1-16,3 1-13 0,2-2-11 0,0-2-13 16,7 3-14-16,-5 3-7 0,6-4-10 0,-1-3-5 15,1 3-4-15,1 0-4 0,6-1-13 0,0-1 2 16,0-1-13-16,0 3-5 0,5-3 0 0,1-2-5 16,4 1-3-16,4 0-8 0,2-1-3 0,6 2-5 15,-6-3-1-15,9 2-3 0,5-7-4 0,0 2-2 16,-1 2-3-16,3-8-32 0,-2-2-27 0,-1 6-27 15,1-5-21-15,3 0-37 0,-11-2-40 0,-4-4-40 16,8-4-54-16,-7 6-42 0,1 1-38 0,-4-6-49 16,-1-2-45-16,0-2-49 0,-4 0-337 0,-1-2-883 15,-8 3 391-15</inkml:trace>
  <inkml:trace contextRef="#ctx0" brushRef="#br0" timeOffset="103312.49">14691 10199 378 0,'0'0'405'0,"0"0"-7"0,-15 1-7 0,15-1-1 0,0 0-1 16,0 0-15-16,0 0-22 0,0 0-29 0,35 1-27 15,-25 2-22-15,4-1-27 0,8-4-21 0,-4 2-24 16,2 0-18-16,2 0-17 0,6 2-20 0,2-2-10 0,3 3-18 15,-2 0-9-15,-6 0-12 0,8-3-12 16,-2 1-13-16,-2-1-40 0,2 4-40 0,-1-8-39 16,-9 8-43-16,7-8-39 0,-6 8-46 0,-5-3-34 0,2-1-39 15,-9 0-44-15,5 0-48 0,-3-1-54 0,-2-3-254 16,-4 3-700-16,3-1 310 0</inkml:trace>
  <inkml:trace contextRef="#ctx0" brushRef="#br0" timeOffset="103612.51">15148 10053 364 0,'0'0'407'0,"-9"-3"-6"16,9 3-15-16,0 0-5 0,0 0-3 0,0 0 5 15,0 0-3-15,17 12-8 0,-4-9-15 0,2 1-24 0,5 1-10 16,-4 1-36-16,4 2-27 0,-3-3-24 0,4 3-24 15,4 4-21-15,-3-2-19 0,-4 1-19 16,0 0-14-16,0-1-14 0,1 2-13 0,4 6-14 0,-10-7-9 16,2 5-7-16,0-5-9 0,-9 6-7 0,6 1-7 15,-9-2-3-15,4 0-8 0,-7-1-3 0,0 3-3 16,-5-1-5-16,0-1-3 0,-7 0-29 0,-1-1-27 16,2 0-35-16,-9 5-40 0,0-2-39 0,-3-3-55 15,4-3-46-15,-2 3-57 0,-7-3-58 0,0 1-62 16,11-5-72-16,-3-5-314 0,-1 6-867 0,4-6 383 15</inkml:trace>
  <inkml:trace contextRef="#ctx0" brushRef="#br0" timeOffset="104762.43">19524 9789 7 0,'3'-15'324'0,"2"0"2"16,-2-1-1-16,2 2-2 0,0 2 5 0,-3 1-12 15,1 4 0-15,1-5-13 0,-3 6-15 0,-1 0-27 16,2 1-31-16,-2 5-30 0,3-5-18 0,-3 5-15 16,0 0-5-16,4 17 16 0,-1 2-17 0,-6 0-14 15,3 9-7-15,0 2-14 0,3 2-7 0,-1 9-16 16,-4-1-5-16,2-9-14 0,0 13-4 0,2-11-8 16,1 6-8-16,-3-8 5 0,5 0-5 0,-4-3-4 0,4 2-8 15,2-3 0-15,-4 1-8 0,-1-8-8 0,5-3-26 16,-4 0-33-16,0-2-44 0,-1-4-51 0,3-2-49 15,-5-5-30-15,5 3-35 0,-5-7-54 0,3 8-56 16,-3-8-54-16,0 0-270 0,0 0-720 0,0 0 320 16</inkml:trace>
  <inkml:trace contextRef="#ctx0" brushRef="#br0" timeOffset="105013.4">19572 9755 100 0,'0'-7'355'0,"3"-1"-14"16,-1 1-8-16,-1 0-21 0,1-3-16 15,3 0-25-15,0 3-30 0,0-3-21 0,2 0-23 0,6 1-14 16,-5 2-24-16,5-1-23 0,2 1-7 0,0-1-17 16,2 3-6-16,4-3-15 0,2 5-7 0,-3-1-11 15,2 2-6-15,1-3-14 0,-6 4-45 0,4 0-30 16,1 2-36-16,-1 0-33 0,-6 2-35 0,3-1-34 15,-6 4-32-15,-1-3-23 0,1 1-44 0,-5 1-199 16,-1 2-495-16,1-3 219 0</inkml:trace>
  <inkml:trace contextRef="#ctx0" brushRef="#br0" timeOffset="105195.76">19605 10000 270 0,'-5'3'309'0,"5"-3"-10"0,0 7 2 16,0-7-2-16,0 0-6 0,8 7-26 0,-1-4-25 16,-7-3-25-16,23-3-23 0,-10 6-14 0,2-6-26 15,2 3-11-15,4-3-20 0,6-1-23 0,-11 2-53 16,12 1-50-16,-9 1-54 0,2-4-64 0,1 4-68 16,7-3-80-16,-7 2-198 0,-2-2-505 0,-2 0 224 15</inkml:trace>
  <inkml:trace contextRef="#ctx0" brushRef="#br0" timeOffset="105579.2">20444 9856 169 0,'0'-8'325'0,"-5"1"-6"0,10 0-4 0,-5 7-10 16,0-8-10-16,0 8-7 0,-7-4-18 0,4-2-10 16,-5 0-19-16,1 1-23 0,-3 2-2 0,-3-1-5 15,5 3-6-15,-7-1-8 0,-3 4-8 0,-4-2-5 16,1 1-2-16,-1 3-4 0,-4 1 1 0,-2 4-9 16,1 0-4-16,4 3-3 0,-2 2-13 0,4-5-10 15,-3 7-10-15,8-4-4 0,-6 6-11 0,1 1-11 0,8 1-8 16,3-8-10-16,-2 6-3 0,4 3-8 0,6-3-6 15,-5 2-9-15,7-1-3 0,0-6-4 16,7 5 0-16,1 2-10 0,-1-4-1 0,10 4-6 0,-4-5-4 16,8 4 3-16,2 0-7 0,6-3-23 0,-5-5-34 15,5-3-38-15,0 6-56 0,1-8-58 0,3 4-59 16,10 1-58-16,-10-5-61 0,-3-4-69 0,0-1-63 16,-2-2-284-16,2-1-839 0,-9 1 371 0</inkml:trace>
  <inkml:trace contextRef="#ctx0" brushRef="#br0" timeOffset="105995.82">20868 10062 94 0,'0'0'389'15,"0"0"-11"-15,-15 0-10 0,15 0-11 0,-10-1-12 16,10 1-14-16,0 0-20 0,0 0-28 0,0 0-22 15,0 0-21-15,0 0-22 0,0 0-19 0,0 0-10 0,0 0 1 16,0 0-12-16,38 1-19 0,-18 1-13 0,3-2-15 16,12 1-16-16,-2 0-9 0,20-1-8 0,-3 5-9 15,1-7-13-15,2 4-6 0,-3-4-5 0,-1 6-7 16,-1-8-7-16,-3 4-6 0,-10-3-5 0,3 2-20 16,-5 1-26-16,-8-1-22 0,4-2-22 0,-9-1-24 15,0 4-27-15,-7-3-23 0,1 2-25 0,-8-2-25 16,1 2-38-16,-7 1-30 0,0 0-33 0,0 0-22 15,0 0-20-15,0 0-276 0,-28-8-640 0,8 9 284 16</inkml:trace>
  <inkml:trace contextRef="#ctx0" brushRef="#br0" timeOffset="106462.48">20889 9906 255 0,'0'0'279'0,"0"0"-11"0,0 0-6 15,0 0-21-15,0 0-22 0,0 0-25 0,0 0-18 16,0 0-17-16,0 0-5 0,0 0 8 0,0 0-9 16,0 0-4-16,0 0 5 0,-15 15-2 0,14-6 0 15,-4-2-3-15,-2 2-3 0,2-3 3 0,-1 2-3 0,-3 1-1 16,-2 2 2-16,-4 5-5 0,0-5-3 0,0-1-2 16,-6 2-5-16,-1-6-5 0,5 4-3 15,-1-1-3-15,-5-1-7 0,7 1 0 0,-4 0-4 0,5-1-5 16,-2-3-8-16,7 2-9 0,-1-1-7 0,2-2-9 15,3-1-11-15,-2 2-7 0,6-3-3 0,2-2-4 16,-5 7 1-16,7 0-5 0,-2-7-1 0,13 11-6 16,-2-6 0-16,9 4-5 0,-2-1-3 0,7 2 1 15,3 1-4-15,2 0-6 0,0 2-2 0,5-2-1 16,-5 2-1-16,-1-6-6 0,0 8-42 0,-5-4-50 16,-5-2-59-16,5 6-64 0,-7-6-69 0,-4 5-67 15,2-2-59-15,0-4-64 0,-8 0-264 0,-2 1-790 0,-2-2 349 16</inkml:trace>
  <inkml:trace contextRef="#ctx0" brushRef="#br0" timeOffset="107412.51">14020 11490 147 0,'-6'-8'368'0,"-1"4"-12"0,4 0-2 0,-4-4-14 16,2 4-20-16,5 4-40 0,-8-4-28 0,8 4 10 16,0 0-3-16,-10 9-2 0,2-1-2 0,3 3 1 15,0 0 2-15,2 5-10 0,-2 4-14 0,1-2-20 16,-1 2-21-16,2 7-19 0,-2-3-2 0,0 0-17 16,5 3-15-16,-5 0-15 0,5-1-12 0,0-3-11 15,0 0-9-15,0-7-10 0,2 3-8 0,1 3-4 16,2-5-9-16,-5 1-7 0,2-4-2 0,3 1-10 0,0-3-18 15,-2-2-36-15,-1 0-39 0,3-3-42 0,-2 3-48 16,4-6-43-16,-1 0-42 0,1 0-37 16,-1 0-49-16,-6-4-48 0,14 1-50 0,-14-1-317 0,11-5-786 15,-11 5 348-15</inkml:trace>
  <inkml:trace contextRef="#ctx0" brushRef="#br0" timeOffset="107663.37">13833 11469 192 0,'-3'-11'370'0,"0"1"-2"0,-2 1-3 0,3-2-14 0,-3 1-32 16,10 0-16-16,-5 3-30 0,2-1-27 0,6-3-20 16,-1 3-24-16,6 0-27 0,0 0-19 0,4 2-17 15,6 0-11-15,-3 3-11 0,10-2-9 0,-2 2-15 16,-2 3-6-16,2 0-10 0,2 0-12 0,0 2-16 15,0 1-51-15,-9 2-48 0,1-4-33 0,-1 5-29 16,-1 1-32-16,-3 0-36 0,-7 0-33 0,1 1-17 16,-3-3-31-16,1 2-23 0,-6 1-191 0,-1 0-516 15,-4 3 229-15</inkml:trace>
  <inkml:trace contextRef="#ctx0" brushRef="#br0" timeOffset="107829.02">13948 11668 132 0,'-2'7'250'0,"0"-3"5"16,2-4 6-16,0 0 1 0,0 9-8 0,4-5-13 16,-4-4-24-16,15 0-18 0,-2 0-18 0,-2 0-20 0,6-1-18 15,6-2-10-15,7 2-17 0,-9-1-16 0,9-4-46 16,0 2-51-16,0 0-57 0,1 1-61 0,-4-1-64 16,-4 0-74-16,-3 2-141 0,-2-3-427 0,3 1 190 15</inkml:trace>
  <inkml:trace contextRef="#ctx0" brushRef="#br0" timeOffset="108463.45">14735 11475 138 0,'0'0'307'0,"4"-8"-6"0,-4 8-9 0,3-5-5 16,-3 5-13-16,0 0-9 0,-3-10-21 0,3 10-26 0,-7-5-16 16,7 5-19-16,-11-2-5 0,1 2 2 0,10 0-13 15,-22 3 0-15,9 0-4 0,-2 1-2 0,-3 4-1 16,-2 3-2-16,-2 1-8 0,1-5-8 0,4 6 2 16,-6 2-5-16,-3-1-11 0,3 9 2 0,1-9-11 15,2 8-12-15,4-4-6 0,-6 1-13 0,7 2-6 16,2-6-10-16,6 5-6 0,-3-1-8 0,4 1-3 15,2-1-7-15,4-4-2 0,4 5-6 0,-3 0-3 16,4-3-2-16,7 1-2 0,0-3 0 0,1-1-7 16,8 0 0-16,2 4-4 0,2-7-22 0,2-2-21 15,1 2-19-15,2-6-20 0,0-2-25 0,1 1-17 16,0-3-13-16,-4 1-14 0,-6-4-6 0,3 1 1 0,-3-4 6 16,1 2 8-16,-6-3 11 0,-1 0 7 0,0 2 6 15,-8-3 11-15,4 3 8 0,-3-7 8 0,-6 4 9 16,3-1 3-16,-5-1 6 0,0 2 4 0,-5-3 10 15,5 0 12-15,-7 3 16 0,6-3 9 0,-6 2 11 16,1-2 15-16,4 5 11 0,-3-4 21 0,-3 4 5 16,6-2 5-16,-3 2 4 0,5 5 3 0,-8-4 5 15,8 4-12-15,-2-9 0 0,2 9-1 0,0 0-8 16,-5-6-6-16,5 6 4 0,0 0-12 0,0 0-5 0,0 0-2 16,0 0-3-16,20 0 1 0,-20 0 9 15,15 6 6-15,-7-3 3 0,-1 0-9 0,1 0 7 16,-1 0-15-16,-1-2-3 0,3 6-4 0,-4-2 3 0,1 3 15 15,-2-1 3-15,-4 5-2 0,6-2-3 0,-6 0 1 16,5 1-6-16,-5 2-1 0,0-1-3 0,-5 3-5 16,5-1-1-16,-2 2-6 0,-2 2 0 0,4-5-5 15,0 6 0-15,-4 0-3 0,4-7-17 0,-5 6-37 16,5-8-47-16,0 7-37 0,5-9-51 0,-1 2-48 16,-4 0-50-16,6-3-59 0,4-2-54 0,-5-3-59 15,7 1-223-15,-4 0-720 0,2-1 319 0</inkml:trace>
  <inkml:trace contextRef="#ctx0" brushRef="#br0" timeOffset="109462.42">15257 11763 79 0,'0'0'329'0,"0"0"-1"0,-13 1-3 0,13-1 1 16,-12-1-8-16,12 1 4 0,-13 0-18 0,13 0-10 16,0 0-10-16,-13 1-8 0,13-1-12 0,0 0-7 15,0 0-16-15,0 0-6 0,0 0 3 0,0 0-3 16,0 0-11-16,0 0-24 0,44 8-12 0,-24-8-26 15,3 0-14-15,4-6-12 0,3 4-15 0,1 1-14 16,4 1-10-16,9-6-10 0,-2 5-8 0,-7-1-8 16,9 1-8-16,-11-3-10 0,-1 3-27 0,-4-1-15 15,-2 1-20-15,-4 1-30 0,-1-3-20 0,-6 2-23 16,-1-6-19-16,-4 6-25 0,3 1-25 0,-7-3-20 16,-6 3-24-16,0 0-31 0,15 0-42 0,-15 0-35 0,0 0-34 15,0 0-31-15,0 0-298 0,0 0-721 0,-36-1 320 16</inkml:trace>
  <inkml:trace contextRef="#ctx0" brushRef="#br0" timeOffset="109814.29">15608 11612 143 0,'0'0'346'0,"-5"-5"-13"0,5 5-15 0,0 0-8 15,0 0-15-15,20-1-10 0,-20 1-10 0,15 1-7 16,-6 4-21-16,6-3-11 0,-1 6-9 0,1-5-13 0,4 3-15 16,-2 0-18-16,3-2-16 0,0 3-16 0,0 5-15 15,6-1-11-15,-8-2-10 0,-1-1-12 0,3 3-13 16,-5-1-9-16,-1-1-8 0,1 2-6 0,-3 2-5 15,-4-6-9-15,0 7-3 0,-1-2-2 0,-5 1-2 16,-2-1-7-16,0 0 1 0,-2 5-6 0,-5-4-2 16,-1-1-3-16,2 3-2 0,-8-3-6 0,6 3-20 15,-7-3-37-15,0 3-54 0,2-4-44 0,0 5-43 16,4-5-47-16,-5-2-50 0,-1 6-60 0,6-11-70 0,3 4-216 16,-2-4-675-16,1 7 299 0</inkml:trace>
  <inkml:trace contextRef="#ctx0" brushRef="#br0" timeOffset="110845.9">19732 11318 109 0,'0'-11'316'0,"0"-1"-1"0,5-2 10 0,-3 2 5 16,-2 4 4-16,0-4 0 0,0 2-3 0,0 5-11 15,0-3-17-15,0 8-27 0,-2-8-30 0,2 8-33 16,0 0-21-16,0 0-20 0,0 0 12 0,-10 21-1 15,2-4-15-15,6 0-16 0,-2 10-14 0,-5 1 0 16,8 2-12-16,-6 1-13 0,0 11-7 0,7 1-14 16,-1-8-1-16,1 0-14 0,0 4-9 0,-5 2-5 15,10-12-5-15,-4 3-9 0,6-2-2 0,0 9-3 16,-6-12-8-16,8-1-8 0,-6-7-29 0,0-1-43 0,5 0-51 16,-3-6-53-16,0 0-42 0,-1-2-35 15,-4-2-38-15,6-4-42 0,-1 3-46 0,-1-6-51 16,-4-1-274-16,0 0-732 0,0 0 324 0</inkml:trace>
  <inkml:trace contextRef="#ctx0" brushRef="#br0" timeOffset="111078.96">19623 11266 377 0,'0'-9'376'16,"0"-1"-10"-16,3 1-14 0,2 0-21 0,-10 0-13 15,5 1-31-15,5 3-31 0,-5-6-22 0,0 2-20 16,7 3-26-16,-4 1-27 0,7 2-11 0,-1-2-18 16,-1 5-15-16,12-4-7 0,-10 6-16 0,11-2-20 0,-1 2-41 15,3-1-46-15,7 3-35 0,-10 1-36 0,8 1-45 16,-2-2-43-16,-4 3-50 0,-1-3-45 16,-1-3-40-16,-1 7-181 0,-5-4-529 0,1 2 233 0</inkml:trace>
  <inkml:trace contextRef="#ctx0" brushRef="#br0" timeOffset="111278.59">19731 11487 250 0,'-4'3'297'0,"1"4"0"0,-2-2 0 16,5-5 0-16,8 7 3 0,-3-3-18 0,4-3-21 15,2 1-30-15,6-1-22 0,-1 3-24 0,4-4-8 0,8 0-25 16,-1 0-19-16,1 0-5 0,2-4-18 0,5 1-25 15,-2 2-46-15,-7-3-50 0,6 1-45 16,1 3-54-16,-4-1-60 0,0-5-57 0,-3 3-46 0,-4-3-208 16,1 3-521-16,-2 2 232 0</inkml:trace>
  <inkml:trace contextRef="#ctx0" brushRef="#br0" timeOffset="111579.58">20522 11283 265 0,'0'0'303'0,"-2"-6"-7"0,-3 2-18 15,5 4-18-15,0 0-8 0,-15 0-14 0,15 0-5 16,-16 4-4-16,1 0-7 0,0-1-11 0,0 4 3 16,0-2 1-16,-6 7-8 0,-2-1 1 0,-6 5 7 0,5-1-22 15,-3 2-15-15,1 2-14 0,-1-1-13 0,1 2-14 16,2-2-14-16,1 0-10 0,2 0-8 0,4 1-13 15,4-3-11-15,3 2-6 0,-2-1-6 0,9-2-9 16,-2-1-2-16,4 3 2 0,1-4-13 0,6 2-3 16,4-4-18-16,2 0-28 0,4-2-35 0,1 2-38 15,4-2-36-15,6-2-33 0,-2 1-30 0,3-2-30 16,-7-1-17-16,1-2-31 0,-4-2-23 0,5 2-14 16,-6-6-18-16,1 2-16 0,-5-1 6 0,-3 1-166 0,-2-4-521 15,4 2 231-15</inkml:trace>
  <inkml:trace contextRef="#ctx0" brushRef="#br0" timeOffset="111829.47">20434 11665 957 0,'-8'-9'-52'15,"6"-1"28"-15,-3 4 36 0,-5 0 39 0,4 1 32 0,-3 0 36 16,1-5 13-16,2 3 23 0,-1-1 19 0,0 4 18 16,-1-4 9-16,8 4 2 0,-3-4-7 15,3 8-6-15,-4-8-20 0,4 8-16 0,7-9-14 0,-5 2-2 16,8 6-4-16,-10 1 6 0,16-3-5 0,-8 0-6 16,-8 3-2-16,22 3-8 0,-12-2-5 0,-2 1-19 15,4 1-6-15,-4 3-8 0,5 2-5 0,2 0 3 16,-8 0 1-16,3 3-2 0,-4-3-7 0,4 3-9 15,-3 1-5-15,0 3-7 0,1-2-5 0,-3 2 0 16,1 2-10-16,-4-2-2 0,3 0 4 0,-3 3-9 16,-1-2 0-16,4 1-2 0,-5 0-2 0,0 2-2 15,0-4-26-15,0-2-32 0,0 1-36 0,0-1-44 0,0-1-38 16,0-3-44-16,2 2-46 0,-2 0-46 0,5-6-48 16,-2 3-292-16,4-2-682 0,-2-2 302 15</inkml:trace>
  <inkml:trace contextRef="#ctx0" brushRef="#br0" timeOffset="112162.2">21662 11474 224 0,'5'-8'313'16,"-5"8"-15"-16,5-4-15 0,-5 4-16 0,0 0-22 16,0 0-19-16,0 0-8 0,0 0-8 0,0 0-5 0,0 0-11 15,-33 4 0-15,18-3-1 0,-1 7-1 0,-4-5-8 16,-8 0-4-16,1 3-12 0,-6-3-5 0,3 4-10 16,1 2-13-16,-1-6-11 0,-7 4-14 0,6 0-9 15,1-1-5-15,0 0-15 0,-3-1-7 0,5-1-7 16,5-1-9-16,-2 0-2 0,4 0-12 0,1 3-4 15,5-3-9-15,0-2-4 0,7 3-26 0,-1 0-28 16,-2-4-35-16,11 0-34 0,-10 1-41 0,10-1-32 16,-13 5-36-16,13-5-42 0,-7 3-50 0,7-3-60 15,0 0-261-15,0 0-665 0,0 0 294 0</inkml:trace>
  <inkml:trace contextRef="#ctx0" brushRef="#br0" timeOffset="112512.37">21146 11397 173 0,'0'0'292'0,"7"-4"-14"0,-7 4-10 0,0 0-15 15,0 0-16-15,0 0-18 0,0 0-21 0,0 0-14 16,0 0-18-16,0 0-14 0,0 0-17 0,0 0-16 15,0 0 4-15,0 0 24 0,0 0-3 0,0 0-3 16,-15 23 13-16,6-18 6 0,-4 7 11 0,0 0 6 0,-4-2 0 16,-3 2-5-16,6 0-5 0,-3 2 4 15,-5 2-3-15,3-1-4 0,2-3-6 0,2 3-19 16,-1-3-13-16,2 0-10 0,1-1-10 0,5 2-10 0,1 1-7 16,6-2-4-16,2-3-5 0,3 3-3 0,5 2-8 15,1-1-7-15,12-1-7 0,-1-2-3 0,8 2-7 16,2 2-5-16,14-2-12 0,-2 1-46 0,-8-6-55 15,9 0-57-15,-9-1-61 0,3 3-76 0,-8-4-80 16,1-4-88-16,-3 6-377 0,-11-4-880 0,6 2 389 16</inkml:trace>
  <inkml:trace contextRef="#ctx0" brushRef="#br0" timeOffset="113330.01">14145 13143 333 0,'0'-6'425'0,"1"0"18"16,-1-2 8-16,5 3 0 0,-5 5-17 0,2-8-32 16,-2 8-44-16,0-6-40 0,0 6-34 0,0 0-13 0,0 0 2 15,5 16-17-15,-5 1-8 0,0-2-15 0,0 4-19 16,1-1-11-16,-1 9-28 0,0 2-13 0,2 3-15 15,5-3-17-15,-2 3-15 0,3 10-6 0,-1-9-12 16,4 7-10-16,-6 2-7 0,10-6-8 0,-8-2-12 16,6-3-2-16,-3-3-15 0,1-2-38 0,-1-3-36 15,2-7-46-15,-7 0-49 0,0-5-55 0,2-2-41 16,-1 1-33-16,-3-3-35 0,4-2-48 0,-2-3-46 16,-5-2-42-16,0 0-343 0,0 0-831 0,8-14 368 15</inkml:trace>
  <inkml:trace contextRef="#ctx0" brushRef="#br0" timeOffset="113545.48">14121 13139 2 0,'-5'-8'375'0,"-1"2"-1"16,4-1 1-16,2-1-10 0,0 2-31 0,0-2-36 15,8 1-8-15,-1 1-25 0,1-1-24 0,7-4-24 16,-2 5-20-16,9 0-22 0,0-3-17 0,1 3-20 15,6 5-12-15,3-4-10 0,1 3-14 0,-2 2-17 16,1 0-39-16,3 2-40 0,-6 1-43 0,1-1-33 16,-2 3-34-16,-6 0-40 0,-2 4-37 0,-4-1-42 15,-1-7-34-15,-6 10-27 0,0-4-214 0,-2-1-539 16,-2 1 239-16</inkml:trace>
  <inkml:trace contextRef="#ctx0" brushRef="#br0" timeOffset="113729.8">14264 13323 286 0,'-12'6'314'0,"1"-2"-13"0,6 1-9 16,1 2-12-16,-2 0 3 0,6-1-7 0,0-6-8 15,-2 5-26-15,10 0-21 0,-4-1-20 0,9-4-17 16,2 3-14-16,3-3-24 0,0 0-11 0,5 2-16 16,10-4-35-16,-1 2-54 0,-1-3-52 0,4 2-52 15,-5 2-62-15,5 2-65 0,-4-3-67 0,-1 0-255 16,-2 0-564-16,-3 0 250 0</inkml:trace>
  <inkml:trace contextRef="#ctx0" brushRef="#br0" timeOffset="114229.98">14749 13227 275 0,'0'0'309'0,"-7"9"-8"0,7-9-11 0,3 14-17 0,1-4-17 16,-3 0-16-16,6-1-14 0,0 9-25 0,-1-4-19 16,-1 7-21-16,5 3-15 0,0 0-19 0,-10-5-6 15,12 7-12-15,-9-2-12 0,9 2-12 0,-11-7-5 16,6 2-11-16,1-5 1 0,-3 2-13 0,2-1-2 16,-6-7-8-16,8 2-6 0,-9-1-5 0,0-3 1 15,6-3-1-15,-1 0-2 0,-5-5-5 0,0 0-3 16,0 0-5-16,23-10-1 0,-16 8-3 0,1-4 2 15,1-3-5-15,0 0-2 0,3-1-6 0,1 0 7 16,-4-5-1-16,4 3-1 0,-3 0-1 0,-2 2-4 16,0 1 1-16,1 0 18 0,-3 0 6 0,2 4 3 0,-3 0-8 15,2-2-5-15,-2 6 1 0,-5 1-1 0,0 0 13 16,17 6-19-16,-11-3 3 0,4 3-8 16,-5 4 3-16,5 1-7 0,5 3-2 0,-2-1 3 0,4 6 3 15,3 3-4-15,1-5 12 0,2 0-13 0,0-2 7 16,1 0-5-16,-11-3-1 0,15 2-5 0,-11-6 6 15,-3-3 3-15,6 1 1 0,-5-5 3 0,0-2-7 16,-2-1 6-16,-3-2-5 0,7-4 3 0,-7-4 6 16,-2 4 9-16,-1-6 7 0,-1-3 0 0,-1 0-3 15,-5-5 0-15,4-8-3 0,-4 2-7 0,-5-2 0 16,1 2-2-16,1-6 4 0,0-6-8 0,-2 12-6 16,0-1 3-16,0 2-9 0,-2 2-18 0,4 7-31 0,-2-2-27 15,2 2-27-15,-1 3-45 0,-1 6-43 0,-1-2-56 16,2 4-67-16,1 2-321 0,0 2-686 0,3 3 303 15</inkml:trace>
  <inkml:trace contextRef="#ctx0" brushRef="#br0" timeOffset="115546.12">15881 13383 267 0,'-10'-6'391'0,"10"6"8"0,-8-5 1 15,8 5-5-15,-9-7 3 0,9 7-13 16,-8-2-13-16,8 2-5 0,0 0-19 0,-7-4-19 16,7 4-19-16,0 0-28 0,0 0-24 0,0 0-26 0,0 0-21 15,0 0-25-15,15-6-15 0,5 6-18 0,3-1-15 16,7-1-12-16,5 0-12 0,10-1-11 0,4 3-14 15,-1-1-10-15,4 1-7 0,1-3-22 0,-10 0-36 16,-7 3-37-16,-6 0-48 0,0-2-53 0,-1 2-49 16,-5 0-50-16,-6 0-56 0,-3 0-50 0,-7 0-46 15,4 0-59-15,-12 0-334 0,0 0-832 0,0 0 368 16</inkml:trace>
  <inkml:trace contextRef="#ctx0" brushRef="#br0" timeOffset="115878.83">16377 13161 117 0,'0'0'396'0,"0"0"-16"15,0 0-26-15,-8-2-30 0,8 2-24 0,0 0 19 16,0 0 7-16,0 0-1 0,0 0-13 0,22 18-17 15,-11-10-23-15,4 0-23 0,3-3-23 0,1 5-23 16,4-2-17-16,3 3-22 0,2 4-14 0,0-3-18 16,-6-3-14-16,1 5-10 0,-1-5-12 0,-6 1-9 15,-3 0-10-15,1 7-8 0,-1-7-3 0,-5 5-5 0,-1-3-9 16,-6 0-2-16,1-1-8 0,-2 4-4 0,-6 0-3 16,-3-2-8-16,-1 1-18 0,-5 1-21 15,-6 3-23-15,-2-3-38 0,-4 3-40 0,6-7-39 0,4-2-48 16,-11 4-42-16,8-3-50 0,4 4-63 0,1-5-66 15,1-3-258-15,3 8-735 0,4-8 326 0</inkml:trace>
  <inkml:trace contextRef="#ctx0" brushRef="#br0" timeOffset="116662.11">19901 13083 194 0,'-1'-18'380'0,"1"2"13"16,-4 2 8-16,4-1 4 0,0 0 1 0,0 5-4 0,0-1-14 16,0 2-18-16,0 2-21 0,-1 0-29 0,1 7-40 15,0-8-32-15,0 8-28 0,0 0-19 0,0 0-14 16,0 0-18-16,-5 19 4 0,3-8-11 0,-1 2-17 16,3 3-9-16,-4 7-12 0,3 1-16 0,1 3-6 15,1-1-16-15,-1-3-3 0,4 3-9 0,-1-1-7 16,4 2-9-16,-1-1-3 0,2-2-7 0,1-5-7 15,-1-2-25-15,2 0-26 0,0 3-33 0,-2-4-45 16,4-3-44-16,-2 1-48 0,0-6-41 0,-4 0-41 0,4 1-34 16,0-3-34-16,-3-2-39 0,-4-1-42 15,9-1-331-15,-12-2-804 0,0 0 357 0</inkml:trace>
  <inkml:trace contextRef="#ctx0" brushRef="#br0" timeOffset="116896.53">19948 12993 163 0,'-2'-9'362'0,"0"-2"2"0,-1 2-12 15,1 1-7-15,2-2-6 0,0 3-15 0,0-2-25 16,0 0-30-16,5 2-26 0,-1-2-28 0,2-1-20 16,1 6-18-16,1-2-20 0,0-1-15 0,6 2-17 15,0-3-15-15,8 4-8 0,0 4-13 0,-1-1-52 16,7 1-36-16,-6 0-41 0,4 1-34 0,2 2-24 15,-6 1-41-15,-1 1-32 0,-2 2-39 0,-1 0-34 0,-2-2-28 16,-1 3-29-16,0-1-177 0,-8 1-516 0,1-1 229 16</inkml:trace>
  <inkml:trace contextRef="#ctx0" brushRef="#br0" timeOffset="117079.73">20050 13132 131 0,'0'0'272'0,"0"0"-10"16,-6 3-12-16,6-3-19 0,0 0-19 0,0 0-15 16,0 0-21-16,0 0-21 0,26 2-13 0,-18-2-14 15,6 0-15-15,-5 0-8 0,10-2-13 0,-1 4-10 16,-2-2-40-16,4 2-40 0,-3-1-50 0,1 3-43 0,0-2-45 16,-3-2-42-16,2 4-179 0,-6-4-386 0,1 2 170 15</inkml:trace>
  <inkml:trace contextRef="#ctx0" brushRef="#br0" timeOffset="117979.78">20510 12972 167 0,'0'0'353'0,"2"-11"-13"0,1 8-9 0,-3 3-22 16,0-5-31-16,0 5-35 0,0 0-28 0,0 0-19 15,0 0-18-15,0 0-24 0,0 0 10 0,-5 27-4 16,2-12-15-16,1 0-11 0,-3 7-13 0,5-5-14 15,-1 3-13-15,1 7-5 0,0-4-13 0,0-2-5 16,0 6-8-16,0-1-5 0,0-3-5 0,0-3-4 16,1-1-4-16,3 3-5 0,-3-5-2 0,-1-5-3 15,5 7-2-15,-5-6-8 0,2-1 3 0,1-4-11 16,2 1 1-16,0-4-8 0,-1 2-4 0,0-6-7 16,6-1-6-16,-10 0 1 0,15-1-3 0,-15 1 2 15,19-8 2-15,-11 0-1 0,7-2 2 0,-2-2 4 0,-1 3-6 16,2-5 3-16,1 1 1 0,0 2-1 0,-2-5 4 15,-1 4-5-15,1 0 3 0,-1 0 2 16,-2 2 2-16,3-1 10 0,-6 5 2 0,1-3 3 0,-3 3-6 16,5 3-2-16,-10 3-7 0,5-4-1 0,-5 4 6 15,8-5-7-15,-8 5 3 0,0 0 1 0,8 10-2 16,-3-3-2-16,-3-3 8 0,6 3-6 0,-1 2 3 16,-1 2-1-16,1-2 3 0,3 6-3 0,2-3 6 15,-4-6-6-15,5 6-3 0,-5-5 6 0,2 1 1 16,2-4 9-16,-4 3-6 0,5-5-1 0,2 1 1 15,-3-3-2-15,4 0 6 0,-6 0-8 0,4-3 3 16,-3-1 21-16,4-5 8 0,0 3 1 0,-8 1-2 0,8-11-9 16,-9 8 6-16,2-3-4 0,1-6-4 15,-3 2-6-15,1-3 1 0,-7-2 6 0,7 1-10 16,-7-7-2-16,0 0-3 0,0-3-2 0,-2-1 0 0,2 3 1 16,-5 0-34-16,5 2-16 0,-7 1-25 0,6 2-17 15,-4 7-20-15,3 2-23 0,0 1-41 0,-3 5-50 16,5 0-56-16,-1 3-53 0,1 4-295 0,-10-3-669 15,10 3 297-15</inkml:trace>
  <inkml:trace contextRef="#ctx0" brushRef="#br0" timeOffset="118328.64">21537 13100 134 0,'0'0'377'0,"0"0"-13"0,6-7-19 16,-6 7-28-16,13-1-14 0,-4 0 2 0,4 1-15 15,5-5-11-15,4 4-9 0,7-6-15 0,8 5-18 16,7-8-20-16,1 9-19 0,5-2-18 0,1 0-22 15,-1 0-12-15,4 0-13 0,-1-3-15 0,-3 3-11 16,1-2-11-16,-16 5-12 0,-3-2-5 0,4 0-10 16,-8-1-6-16,-6 3-9 0,-6-2-29 0,1-1-36 15,-4 3-34-15,-5-4-29 0,1 3-46 0,-9 1-38 0,0 0-37 16,0 0-34-16,0 0-29 0,0 0-25 16,0 0-38-16,0 0-265 0,-50 5-633 0,27-2 281 15</inkml:trace>
  <inkml:trace contextRef="#ctx0" brushRef="#br0" timeOffset="118795.31">21672 12960 9 0,'5'-4'334'0,"-2"1"-9"15,2-4-14-15,-5 7-10 0,7-7-8 0,0 1 2 16,-6 0-22-16,-1 6-22 0,4-6-16 0,-4 6-14 16,0 0-21-16,3-6-14 0,-3 6-28 0,0 0-12 15,0 0-21-15,0 0-11 0,0 0-11 0,0 0-16 16,0 0-12-16,0 0 1 0,-15 24-13 0,8-17-5 15,-1 5-3-15,0 2-8 0,-5-2 0 0,1 4-8 16,-1-4-1-16,0 5-7 0,-4 1 3 0,-1-1-6 16,3-3 0-16,-5 1 14 0,0 5 15 0,5-8-4 15,0 0 7-15,1-3 9 0,0 0 8 0,8-2 2 16,-4 1-3-16,-2-4 0 0,9 1 4 0,-9-2-3 16,11 1 1-16,-6-1-6 0,7-3 1 0,-5 8-5 0,5-8-3 15,0 0-1-15,0 0-13 0,12 8-5 16,1-7-5-16,3 1-2 0,8 2-5 0,-5 4-6 0,5-1-2 15,10 1-4-15,-4 2-2 0,0-1-28 0,1 0-39 16,2 5-38-16,-3-4-34 0,3-1-46 0,-3 0-48 16,-2 7-57-16,-5-1-49 0,4-3-63 0,-2 0-60 15,-7 3-227-15,0-3-723 0,-5 3 320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4T10:00:06.06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11809 1614 130 0,'0'0'354'0,"0"-11"-22"0,-3 10-27 0,3 1-32 16,0 0-31-16,0 0-28 0,0 0-22 15,0 0-22-15,0 0-12 0,0 0-8 0,0 27-28 16,0-11-12-16,0 4-9 0,3-1-7 0,-1 8-11 0,4-2-11 15,-4 2-6-15,1 2-4 0,1-2-5 0,-3 7 3 16,4-7-8-16,-3 0-2 0,1 1 0 0,1-1-3 16,-3 0-9-16,3 0-1 0,-1-1-9 0,-3-6 7 15,2 0-10-15,-2 1 2 0,0-3-2 0,0-2 1 16,0 2-4-16,0-6 1 0,0 0-6 0,0 0-2 16,3-2-5-16,-6-1-25 0,3-1-20 0,0 0-30 15,-2-4-36-15,2-4-41 0,0 8-53 0,0-8-68 16,0 0-247-16,0 7-552 0,0-7 244 0</inkml:trace>
  <inkml:trace contextRef="#ctx0" brushRef="#br0" timeOffset="267.31">11783 1722 40 0,'-9'-3'375'0,"9"-3"5"0,-6 3-18 0,6 3-18 0,-8-9-12 16,8 9-25-16,0-7-16 0,0 7-30 0,0 0-19 16,8-11-32-16,5 8-21 0,0-2-24 0,4 1-13 15,6-3-12-15,5 0-19 0,0 3-1 0,4-2-21 16,-2 3-8-16,1-1-12 0,0 1-4 0,3-2-6 16,-6 2-17-16,-5 0-28 0,-2 0-28 0,3 1-33 15,-5-2-31-15,-2 1-41 0,-2 2-34 0,3-1-45 16,-13 2-61-16,-5 0-42 0,18 0-46 0,-18 0-179 15,4 7-559-15,-4-7 247 0</inkml:trace>
  <inkml:trace contextRef="#ctx0" brushRef="#br0" timeOffset="467.09">11920 1931 141 0,'0'0'283'16,"0"5"-1"-16,0-5-2 0,3 8-4 0,4-2-15 15,-7-6-16-15,8 3-20 0,-1 2-22 0,1-4-16 16,5 3-18-16,-4-1-11 0,4-1-14 0,3 0-18 0,4 2-12 16,-5 0-13-16,2-2-8 0,6-1-26 15,-5 6-33-15,4-6-38 0,-6 0-41 0,4 4-69 16,0-5-77-16,-2 0-82 0,-3 0-188 0,0-2-498 16,-5 2 220-16</inkml:trace>
  <inkml:trace contextRef="#ctx0" brushRef="#br0" timeOffset="4483.76">12754 1782 81 0,'5'-5'234'0,"-5"5"-6"16,4-9-9-16,-4 9-5 0,6-4-10 0,1 1-3 16,-7 3-8-16,6-6-2 0,-2 1-4 0,-4 5-5 15,5-4-5-15,-5 4-5 0,0 0-3 0,0 0-7 16,5-6 0-16,-5 6-15 0,0-9-1 0,0 9-9 16,0 0-19-16,0 0 7 0,0 0-4 0,0-8-13 15,0 8-13-15,0 0-9 0,-10-4-5 0,10 4-17 0,-10-1-5 16,10 1-3-16,-15-4-6 0,8 4-4 15,7 0-2-15,-23 5-6 0,10-3-5 0,5-1-3 16,-7 3-4-16,1 0-6 0,3 0 0 0,-2 2-1 16,-2 2-6-16,-2 1 0 0,4-2 2 0,0 6-2 0,-2-2-8 15,5 4 1-15,-3-6 3 0,-1 10-1 0,4-7-5 16,-1 8 0-16,1-5 4 0,7 3-3 0,-6-2 11 16,6-1-13-16,3 2 15 0,-3 1-13 0,6 1 3 15,4-3 1-15,-2 2-2 0,0-4 1 0,8 4 3 16,-3-6-1-16,5 3 2 0,3-4 2 0,-2 1 2 15,3 0 0-15,5-1-7 0,0-6 5 16,-1 2 1-16,7-2 3 0,-2-2-5 0,-5 1 0 0,-2-4-4 16,9 0 9-16,-2-5-8 0,-9-1-1 0,4 3-7 15,-3-6-15-15,-1 0-19 0,0 2-6 0,-1-2-45 16,-2-5-32-16,-2 2-30 0,-4-3-43 0,-2 7-44 16,-2-2-49-16,3-3-50 0,-3 2-257 0,-6 1-639 15,0 0 283-15</inkml:trace>
  <inkml:trace contextRef="#ctx0" brushRef="#br0" timeOffset="4982.59">13423 1722 230 0,'0'0'318'0,"2"-8"-13"0,-2 8-17 0,0 0-18 16,-7-10-18-16,7 10-18 0,-2-6-23 0,2 6-18 15,-8-4-19-15,8 4-15 0,-16 0-16 0,16 0-12 16,-19 5-16-16,11-3-6 0,-7 1-6 0,2 7-6 16,-4-2-2-16,1 4 0 0,-2 0 2 0,3 0-1 15,-2 3-7-15,2 0 2 0,-5 6-7 0,5-1 7 16,-1-4-18-16,1 4-7 0,0-5-3 0,7 2-5 15,-5-2-6-15,6 4-3 0,0-8-1 0,-1 8-3 16,6-6-8-16,-3 2-5 0,5 0 5 0,7-3-5 16,-2-3 0-16,5 6 0 0,2-3-7 0,2-2-4 15,3 2-18-15,13-3-20 0,-7-2-25 0,0-6-42 16,4 4-35-16,4-5-42 0,-9-5-50 0,7 0-48 16,0 1-38-16,-8 0-34 0,1-3-212 0,-8-2-588 15,3 2 262-15</inkml:trace>
  <inkml:trace contextRef="#ctx0" brushRef="#br0" timeOffset="5233.51">13433 1961 50 0,'-8'-2'146'0,"-1"-3"22"0,-4 2 25 16,6 2 15-16,7 1 11 0,-16-3 10 0,8-2 7 15,1 2 1-15,7 3 3 0,-10-3-2 0,10 3-4 0,0 0 5 16,0 0-25-16,-11-4-13 0,11 4-5 0,0 0-9 16,0 0-7-16,0 0-8 0,0 0-12 15,28 0-9-15,-28 0-14 0,16 4-9 0,-8-1-10 16,6-1-14-16,-1 1-10 0,-5 3-7 0,5-3-10 0,4 5-9 15,-10-3-6-15,8 7-7 0,-6-5-4 0,3 1-8 16,-4 2-1-16,-1-3-5 0,6 7-4 0,-5-6-4 16,-1 7 1-16,0-6-5 0,-4 5-2 0,2-1-3 15,-2 5-1-15,1-7-7 0,-3 5-7 0,-1 0-24 16,0 3-32-16,4-8-35 0,-3 1-43 0,-1 0-31 16,0-4-27-16,-1 4-37 0,1-2-51 0,0-5-43 15,0 0-48-15,0-5-231 0,3 7-647 0,-3-7 286 16</inkml:trace>
  <inkml:trace contextRef="#ctx0" brushRef="#br0" timeOffset="5815.95">13776 1667 234 0,'-5'-7'424'0,"5"7"-19"0,-2-7-26 15,2 7-31-15,-3-3-38 0,3 3-31 0,0 0-28 16,0 0-35-16,0 0-25 0,0 0-13 0,0 0-17 16,0 0-12-16,10 17-20 0,-10-9-10 0,1 4-11 15,6 3-14-15,-1 4-9 0,3 0-8 0,-9-1-5 16,8 9-7-16,-1 0-6 0,-6 3-7 0,6-7-14 16,4 2 5-16,-7-7-1 0,1 0-10 0,-4 0 4 0,8 0-6 15,-3-2-8-15,1-5-13 0,-7 1-3 0,7-3-11 16,-9 3-1-16,5-9 5 0,-1 1 3 15,3 2 5-15,-5-6-2 0,8 5-5 0,-8-5 7 16,0 0 3-16,0 0-6 0,18-15 4 0,-13 12-7 0,0-6 0 16,2 0 4-16,-1 0 1 0,1 0 12 0,0 0 10 15,-4-2 8-15,4-1 14 0,-1 2 16 0,-2 1 8 16,2 0 10-16,1 2 7 0,-2 0-3 0,-4 0-2 16,4 2-8-16,-1 1-9 0,2 0-10 0,-6 4-10 15,5-4-7-15,-5 4-8 0,0 0-2 0,0 0-2 16,18 8-7-16,-14 0 1 0,1-1 3 0,1 1-8 15,6 4-4-15,-2-1-1 0,-2 1 0 0,-1 2 1 16,9-2-2-16,-1 1-2 0,-2-2 3 0,7 1-2 16,-5-3-4-16,2-2 0 0,-4 3 0 0,2-3-2 15,-2 0 1-15,-1-5 5 0,1-1-4 0,2-1 2 16,-7-1-1-16,4-2 2 0,-1 0 2 0,-1-2 0 16,0-10 5-16,-3 8-1 0,1-8 3 0,-1 0 2 15,-6-2-1-15,4-2-2 0,-3-6 3 0,1-1-4 0,-3 6-2 16,0-2-2-16,-3 1-3 0,3 5 1 15,-2-4-2-15,-3-1 0 0,4 3-5 0,-1 3-11 16,-3 5-18-16,2-1-27 0,-1-1-33 0,1 4-55 0,0 1-61 16,1 1-65-16,-1 3-52 0,-2-1-61 0,5 4-63 15,-10-2-284-15,10 2-784 0,0 0 347 0</inkml:trace>
  <inkml:trace contextRef="#ctx0" brushRef="#br0" timeOffset="6632.45">14679 1008 273 0,'-3'-9'351'0,"1"-1"-15"0,1 2-13 0,1 1-18 16,0-3-19-16,0 10-32 0,-4-7-29 0,4 7-31 0,0 0-7 16,0 0-35-16,0 0-18 0,0 0-13 15,14 27-13-15,-6-9-7 0,0 10-10 0,7 14-10 16,-5 8-7-16,0 1-10 0,-2 5-5 0,12 17-4 0,-10 5-3 16,-7-3-7-16,2-17 3 0,0 16-11 0,0 4 1 15,-5-5-3-15,-3-19 0 0,1 24 1 0,2-22-3 16,-5 19-1-16,5-18-9 0,0-2 9 15,5 22-9-15,-5-5 5 0,2-16-5 0,1-6-3 0,2-3 4 16,-5 1-2-16,5 0-13 0,2-9 3 0,-4-4 2 16,-3-4 3-16,0-7 12 0,5-5-13 0,-5 1-5 15,2-5 5-15,-2-1-2 0,5-7 17 0,-4 2 1 16,-1-3 23-16,0 0 17 0,0-6 13 0,5 6-11 16,-5-6-10-16,0 0-23 0,0 0-36 0,15-21-59 15,-8 8-63-15,-6-2-56 0,8-4-67 0,-9-8-84 16,6 0-76-16,-6-3-209 0,5-11-658 0,-1 7 291 15</inkml:trace>
  <inkml:trace contextRef="#ctx0" brushRef="#br0" timeOffset="7849.04">15005 1057 39 0,'0'0'197'0,"0"-7"-6"0,0 7-7 0,0 0-10 0,-1-9-10 16,1 9-7-16,0 0-13 0,0 0-9 0,-4-8-14 15,4 8-9-15,0 0-12 0,0 0-6 0,0 0-12 16,0 0-10-16,0 0-5 0,0 0-6 0,0 0-11 15,0 0-4-15,0 0-8 0,0 0-4 0,0 0-2 16,0 0-4-16,0 0-5 0,0 0 0 0,0 0-3 16,0 0-2-16,0 0-4 0,0 0-1 0,7 19 4 15,-7-19-5-15,0 10 1 0,0-4-5 0,2 1 0 16,-2-2 2-16,3 4-1 0,-1-3 2 0,-1 3 5 16,4 3 0-16,-5-3 4 0,2 3 0 0,3 1-3 15,-4-3 4-15,1 3-4 0,3 1-1 0,-3 1-2 16,1-3 2-16,2 3-2 0,2-1 0 0,-7 0-1 15,3 2 0-15,-1-1 1 0,-1 2 0 0,4-2 0 16,-3 0 0-16,1 1 4 0,-1-2-2 0,1 4-4 16,-3-4 4-16,0 2 9 0,0 2 0 0,0-3 1 0,0 0-2 15,2 2-1-15,-2-4 0 0,-2 4-2 0,2-2-2 16,0 4 6-16,2-2-7 0,-2-4 1 0,0 6 3 16,3-5 2-16,-1 6 0 0,-2-5 4 15,-2 1-4-15,4-1 1 0,-2 0 0 0,0 0-1 0,0 3-1 16,0-6 0-16,3 2-1 0,-6-4 4 0,3 5 4 15,0-1-5-15,0-3-1 0,0 3 1 0,0-5-3 16,0 4 3-16,3-2-7 0,-3 0 0 0,0 1 3 16,-3 0-4-16,3-1-6 0,3-2 1 0,-3 1 1 15,-3 0-5-15,3-1 1 0,-2 0 2 0,2 0-4 16,0 1 6-16,-3-1-3 0,6 5 0 0,-3-6-5 16,-3-3 1-16,3 6 3 0,0-4-6 0,-2 2 7 15,2 2-6-15,0-2 0 0,-3 1 0 0,6-2-1 16,-3 1 0-16,-3 1 2 0,3-2 0 0,0 1-1 15,0 1-2-15,-2-2 2 0,2 1 0 0,-3 1 0 16,3-5-1-16,0 6-2 0,-2-4 2 0,2 1 1 16,0 0 0-16,0 0-4 0,0 1 2 0,-3-2-2 15,3 0-2-15,3-2 2 0,-3 3 2 0,0-1 3 16,0 3-7-16,-3-3 5 0,3-1 2 0,0 1-2 0,0 1 3 16,0 1-1-16,0 0 8 0,0-1 0 15,0 1 0-15,-2-4 2 0,4 6 2 0,-2-2 4 16,0 0-6-16,0 3 3 0,0 3-5 0,0-3 1 15,0-3 2-15,3 3-1 0,-6-2 8 0,6-1-9 0,-3 2 11 16,0 1 17-16,2-1-19 0,-2-1 6 0,0 2 3 16,3-3-9-16,-3 3-1 0,-3 0-1 15,3-3 2-15,0 1-1 0,0 0 0 0,0 0 6 16,0-1-1-16,0-1 3 0,3 1-2 0,-3-4 0 0,-3 6 0 16,6 0 0-16,-1-4-3 0,-2 2-4 0,3 2-2 15,-3-3 5-15,0 1-8 0,2 1 7 0,1-2-7 16,-1 0 0-16,1 3-3 0,-3-3 2 0,2 0-4 15,1 1 1-15,-3-2-2 0,0 1-5 0,2-1 2 16,3 0 2-16,-5-2 4 0,0 0-6 0,0 2-1 16,0-7-8-16,1 8 10 0,3-4-1 0,-4-4-1 15,0 0-17-15,0 8-17 0,0-8-24 0,3 6-20 16,-3-6-23-16,0 0-38 0,0 0-60 0,0 0-81 16,0 0-81-16,0 0-251 0,-7-21-655 0,6 14 291 15</inkml:trace>
  <inkml:trace contextRef="#ctx0" brushRef="#br0" timeOffset="11516.16">11271 937 123 0,'0'0'232'0,"0"0"-5"16,0 0-9-16,0 0-8 0,0 0-8 0,0 0-9 16,0 0-5-16,0 0-18 0,0 0-6 0,0 0-8 15,0 0-7-15,0 0-13 0,0 0-10 0,0 0-5 16,0 0-17-16,0 0-6 0,0 0-15 0,0 0-12 16,0 0 0-16,0 0-6 0,0 0 0 0,0 0-14 15,25 7 0-15,-10-11 0 0,7 8-12 0,7-8-4 16,8 8-2-16,12-8-2 0,6 1-3 0,29 3-17 15,1-5-5-15,3 0-2 0,8 5 3 0,0-3 0 16,0-1-3-16,4 2 4 0,3-3-2 0,39-2 0 16,-39 6 3-16,-9 1 5 0,11-7 15 0,-3 3 1 15,-1-1-12-15,-1-1-1 0,1 1 1 0,-5-2-4 16,0 3 2-16,-7-4 1 0,-8 7-2 0,-15-2-5 16,15-6 0-16,-19 7 2 0,-4-2-6 0,4-1 3 15,-9 2-2-15,4-4-2 0,-6 6 12 0,-3-1-11 0,3 0-5 16,-6-1 3-16,0 3 0 0,3-1-2 15,-4-2-2-15,1 2 5 0,-9-1 0 0,7 2-1 16,4 0-1-16,-9 0-3 0,-7 0 1 0,11-2 2 16,-6-1-1-16,1 1 1 0,-3 0-1 0,-2-3-1 0,-1 5 2 15,2-1 7-15,-1-4-10 0,-6 5-2 0,1-1-1 16,-6-2 6-16,1 2-1 0,-1-1-2 0,1-3 1 16,-2 4 1-16,-2-2 0 0,2-2 0 15,-4 4-6-15,1-1 7 0,1-2-4 0,-1 3-1 0,-4-2-1 16,-3-1 3-16,8 4 0 0,-3-3-2 0,3 3-1 15,-3-1 2-15,0 1-2 0,3 0-2 0,0 0 2 16,2 0-1-16,-3-1 3 0,4 1-4 0,-4 1-2 16,3-2 0-16,1 2 3 0,-3 0-4 0,4 2 2 15,-1-3 1-15,7 4 1 0,-6-1 7 0,6-2-8 16,-6-1-1-16,4 0 4 0,-4 0-5 0,-2 0 2 16,-2 0 1-16,-5 0 3 0,0 0-3 0,0 0 0 15,-3 0-3-15,2 0 6 0,-12 0-2 0,15 0 0 16,-15 0 4-16,10 0 0 0,-10 0-4 0,13 0 0 15,-13 0 4-15,0 0-4 0,8 0 4 0,-8 0-3 16,0 0 0-16,0 0-1 0,9 3 0 0,-9-3 1 16,0 0-5-16,0 0 3 0,0 0 0 0,6 3-1 15,-6-3 1-15,2 6 0 0,-2-6 0 0,6 4-1 16,-4 4-3-16,3-4 5 0,0 7 2 0,2-2-2 16,-4 3 8-16,7-3-12 0,-5 4 6 0,5 2-3 15,-5 4 2-15,3-3-3 0,0 10 2 0,4-1 0 16,-2 2 4-16,0 3-1 0,1 1-2 0,3 11 10 15,-1 2-9-15,-3 1 1 0,-2 2-2 0,5-1 3 16,-1 1 0-16,-1 0 4 0,-2 3-2 0,2 0-2 16,-2-4 2-16,-1 1 2 0,-1 3 1 0,1-4-2 15,5-2 0-15,-11-5 2 0,11 3 0 0,-8 2 5 16,-2-7-1-16,5-3 1 0,-4-3 5 0,-1-1 4 16,2-1 3-16,-3-2 5 0,4 0-3 0,-4 1-3 15,1-2 3-15,-1-1 2 0,3 0-5 0,-3-6 1 0,-1 0 6 16,4 1 2-16,-3-4-10 0,1 10 7 15,2-9 2-15,-5 0-2 0,7 1 3 0,1-2-4 16,-8 4 14-16,7-5-21 0,-4 4 0 0,4-4-3 16,-2 0-1-16,0 2 4 0,-1-2-3 0,0-1-3 0,-1 1 3 15,2-2-3-15,0 2-4 0,-2-3-1 0,2 2 0 16,-1 2-3-16,2-4 5 0,-4 1-1 0,3-2-3 16,-2 1 1-16,0-5 2 0,1 4-7 0,-1-2 4 15,-1-2-3-15,3 5-1 0,-5-4-4 0,3-1 4 16,-3 2 2-16,2-3 1 0,1 2-10 0,0 0 4 15,1-4 1-15,-4 4 4 0,5-4-2 0,-5 2 1 16,0-6 0-16,0 9-10 0,5-5 4 0,-5-4 9 16,1 8-5-16,3-2 4 0,-4 0-5 0,0-6 2 15,4 7-2-15,-4-2 5 0,0-5-3 0,2 10-1 16,-2-5 3-16,0-5-10 0,2 4 5 0,-2-4 3 16,1 7 4-16,-1-7 7 0,0 5-12 0,0-5-5 15,0 0-1-15,0 11 2 0,0-11-1 0,-3 3 6 16,3-3-6-16,-6 4 9 0,6-4-8 0,-10 4-1 15,1 0 8-15,1-3 6 0,0 2-9 0,-4-1-4 16,2 0 15-16,-6 2-16 0,-3-2 2 0,3 0 9 16,-9 1-3-16,-1 2-4 0,-3-5-5 0,-2 3 3 15,3-3 0-15,-4 1-2 0,-2 4 6 0,1-3-14 16,-1 2 8-16,3-1 2 0,-2-2 0 0,-12 4 14 16,10-2-14-16,-8 0-1 0,0-2 2 0,7 1 4 15,0 3-5-15,1-1-3 0,2-3 4 0,-12 1 2 16,2 2-2-16,7 0-1 0,-7 0 2 0,11-3-1 15,-3 1-1-15,-1 3 0 0,3-5-4 0,-2 4 4 16,-8-1 4-16,7 1-2 0,4 1 5 0,-1-1-3 16,-7-1 4-16,4 1-9 0,6 1-1 0,-6-2 4 15,1 1-4-15,-10-1 1 0,12 2 4 0,0-5 4 16,2 3-5-16,-1 1-5 0,-3-3 7 0,7 2 0 16,-3-2-3-16,-1 2 3 0,-1 1-2 0,2-3-6 15,-2 1 5-15,3-2 1 0,0 4-1 0,-1-3 0 0,6 1 1 16,-8-1-4-16,5-1-3 0,-2 5 2 15,3-3 6-15,1-1-1 0,4 3-1 0,-9 0 3 16,3-4-4-16,-2 1 5 0,0 1 2 0,2-1-4 16,3 2 5-16,-1-3 6 0,3 3-4 0,-7-3 6 0,8 1-2 15,-6-1 9-15,-3 2-8 0,3-2 0 0,-6 0 0 16,3 3-1-16,0-3-2 0,-1 2 4 0,-3-1-7 16,4 0-4-16,-4 4 9 0,-10-2 0 15,16 0-2-15,-6-2-5 0,3-2 5 0,1 5-5 0,1-2 10 16,-3-1-11-16,3-1-7 0,-1 2 2 0,4 1 4 15,-11-1 0-15,9-1 4 0,0-1-8 16,0 1 4-16,-1 2-6 0,2-1 6 0,3-2-1 0,-5 2-7 16,0 2 5-16,0-4 2 0,2 1-7 0,0 2 6 15,-2-1 2-15,1 0 0 0,0-1 0 0,0 4-2 16,-4-5 3-16,8 2-2 0,-7 1-3 0,2-1 0 16,2 0 6-16,-1 2-4 0,-1-4 1 0,2 1 1 15,-2 2-1-15,0-3-3 0,0 2 0 0,2 0 2 16,8-1 1-16,-8-1-1 0,0 3 2 0,0-1-4 15,8-2 1-15,-5 1 9 0,5-1-10 0,0 1 1 16,1-1-1-16,-3 3 1 0,1-3 0 0,4 0 1 16,-3 0 11-16,-1 0-12 0,-3 2-1 0,8 1 0 15,-7-6 0-15,3 3-5 0,0 0 7 0,3 0 4 16,1 3-7-16,-4-3 6 0,3 3-1 0,-2-3-2 0,2 0 4 16,0 0 9-16,3 0-9 0,-5-3-6 15,4 3 18-15,6 0-12 0,-5 0 1 0,14 0 3 16,-15-3 2-16,5 3-2 0,10 0 8 0,0 0-3 15,-18 0 3-15,18 0 1 0,0 0-2 0,-15-2-1 0,15 2-1 16,0 0 3-16,-13 0-3 0,13 0 1 0,0 0 1 16,0 0-11-16,-15 2 1 0,15-2 0 15,-10-2 2-15,10 2-4 0,-13-3 0 0,13 3-1 16,-16-1-2-16,7 0 2 0,9 1 1 0,-15 0 1 0,15 0-4 16,-18-2 1-16,18 2-6 0,-15 0 5 0,15 0-1 15,-11-6 1-15,11 6 2 0,-12-2 1 0,12 2 1 16,0 0 4-16,-10-3 6 0,10 3 7 15,0 0 6-15,-8-1 7 0,8 1 2 0,0 0-2 0,-7-4-2 16,7 4 2-16,0 0 0 0,-5-8 2 0,5 8 2 16,-1-9-4-16,1 9-4 0,-2-12-5 0,-1 6 3 15,6-2-1-15,-6 1-3 0,3-4-1 0,0 2-6 16,0 1 3-16,-4-4-4 0,-1-2-3 0,5 1 0 16,-3-2 0-16,0 0-4 0,1-4-2 0,-4 0 4 15,4-2-6-15,-5 0 2 0,1-1-3 0,-1-4 0 16,4-1-1-16,-2 1 3 0,-2-1 0 0,5 3 6 15,-4-3 6-15,-1 0 2 0,6-4 0 0,-3 1-2 16,-4 1 11-16,6 2 9 0,-4-3 2 0,-1 2 3 16,0-3-1-16,4 2 2 0,-2 0 2 0,4 2-3 15,-6-5-3-15,-1 0 1 0,3 2-1 0,0 1-3 16,1-2 4-16,-2 3-12 0,4-1-4 0,-3-3 3 16,-5 3-7-16,5 0-2 0,0 2 1 0,-5 0 4 15,5 2 5-15,-1-1 0 0,1 8 0 0,-2-9-4 16,4 0 2-16,-4 6-1 0,1-5-5 0,-4 1 8 15,3 9 0-15,0-10-3 0,-1 6 0 0,2-5-4 16,-3 1-4-16,4 1 0 0,-1-4-2 0,-4 10 1 16,0-6-4-16,0 0-1 0,3 4 1 0,-1-1-3 15,3-3 12-15,0 3-8 0,-2-6 0 0,4 7-5 0,-5-1 6 16,5 0-13-16,3 1 4 0,-5 0 0 0,5 1-5 16,0-2 3-16,0 1 0 0,0 2-6 15,0 2 7-15,0-1-5 0,0 4 1 0,5-4 1 16,-4 5 0-16,1-1-1 0,-2 1 0 0,3 3 0 0,-1 0-1 15,1-3-2-15,-3 7 0 0,0-4 3 0,3 2-1 16,-1 1-7-16,5 0 2 0,-7 5 0 0,6-7 3 16,-4 3 0-16,-2 4-3 0,0-7 4 15,0 7-2-15,7-4 2 0,-7 4-5 0,0 0-7 0,5-4-3 16,-5 4-5-16,0 0-1 0,8-3 0 0,-8 3-4 16,18-4-11-16,-5 3-7 0,9-3-31 0,8 1-38 15,1 1-38-15,19-4-49 0,3 4-68 0,5-7-49 16,3 6-60-16,30-6-87 0,-7 3-441 0,4-1-976 15,0-7 432-15</inkml:trace>
  <inkml:trace contextRef="#ctx0" brushRef="#br0" timeOffset="26214.91">11463 3171 93 0,'0'0'101'0,"0"0"-5"0,0 0-1 16,0 0-2-16,0 0-6 0,0 0 0 0,0 0 4 15,0 0-9-15,0 0-8 0,2-6-2 16,-2 6-1-16,0 0 0 0,0 0 1 0,0 0-3 16,0 0-6-16,0 0 2 0,0 0-5 0,0 0 2 0,0 0-2 15,0 0-4-15,0 0-8 0,0 0 1 0,0 0-6 16,0 0 1-16,0 0-5 0,0 0-2 15,0 0 3-15,0 0-3 0,0 0 4 0,-2-9-5 0,2 9 1 16,0 0 0-16,0 0 2 0,0 0-3 0,0 0-1 16,0 0-4-16,0 0 1 0,0 0 0 0,0 0-1 15,0 0 1-15,0 0 0 0,0 0-3 0,0 0 3 16,0 0-3-16,0 0-1 0,0 0-1 0,0 0-4 16,-8-3-1-16,8 3-5 0,0 0 2 0,0 0-4 15,0 0-4-15,0 0 1 0,0 0-4 0,0 0 0 16,0 0-2-16,-18 10 0 0,18-10-1 0,-10 3-2 15,5 1 0-15,5-4 1 0,-15 4 0 0,12 0 2 16,-9-2-6-16,4 4 4 0,1-2-3 0,-6 4 0 16,5 1 0-16,-7-3-2 0,7-2 3 0,-7 7 0 0,-5 1-1 15,5-3-1-15,-2 3-1 0,1-2 6 16,-7 7-3-16,3-7-1 0,-2 7-3 0,-6-2 0 16,5 0 2-16,0 4 3 0,1-5-3 0,-1 4 0 15,-3-1 2-15,4 0 0 0,-1-2-1 0,0 4-1 0,8-7 1 16,-12 4 0-16,7 1 0 0,-4 0 2 0,2-2 5 15,-1 5 0-15,1 1 2 0,3-6 2 16,-1 3 3-16,-3 0-3 0,1 0 2 0,0-3-4 0,1 1 2 16,-1 6 3-16,1-6-4 0,-1-1 2 0,1 6-3 15,-1-2 3-15,-2 4-1 0,0 1 4 0,-2-7 1 16,4 3 3-16,-11 7 7 0,7-3-1 0,1-1 6 16,-10 0 4-16,12-3-2 0,-12 7 1 0,-1-2 11 15,9-8-3-15,-9 9 2 0,-2 2 2 0,1-2 1 16,9-2 4-16,-10 3 2 0,2-3 1 0,-6 0 4 15,6 2-1-15,-7-1 0 0,7-3 4 0,-9 3 3 16,5-3-3-16,2-3 3 0,-3 3 14 0,-4-2-2 16,7-1 3-16,-3 3-10 0,4-1 1 0,-1-2-2 15,-7-2 0-15,6 2-2 0,-1 1 1 0,9-6 3 16,-8 2-4-16,5-2-6 0,-9 3 2 0,5 5-2 16,6-10-1-16,-4 8-7 0,1-9 1 0,5 5-4 15,0-1-15-15,1-1 9 0,-1 1-7 0,-7 6 2 16,8-6 4-16,-8 6-3 0,7-5 0 0,6 2-6 15,-3-1-2-15,-1 2-4 0,3-2 2 0,-1 3-4 16,-4-5 0-16,7 5-4 0,-14 4 8 0,14-1-1 16,-5-7-1-16,-5 10 1 0,0 2-4 0,10-9 3 15,1 1 8-15,1 0 12 0,-4-1-3 0,2 1 1 0,-2 2-1 16,3-2 3-16,-1-3-1 0,0 2-6 0,3-2 0 16,-3 2 1-16,0-1-7 0,4-1-1 15,-2 0-4-15,11-3 0 0,-13 2-5 0,5-2-1 0,3-1-3 16,0 2 0-16,2-6-4 0,-1 2 0 0,4-4 1 15,-1 0-2-15,1-5-2 0,3 6 1 0,1-4-2 16,6-4 1-16,-9 7-4 0,9-7 1 0,-8 4-4 16,8-4-12-16,0 0-27 0,0 0-29 0,0 0-40 15,-6-23-57-15,9 14-56 0,2-6-43 0,1 2-52 16,3-5-65-16,7-9-75 0,-3-3-331 0,2 6-844 16,9-11 374-16</inkml:trace>
  <inkml:trace contextRef="#ctx0" brushRef="#br0" timeOffset="27065.3">8962 3619 236 0,'0'0'307'0,"0"0"-15"16,0-7-13-16,0 7-12 0,5-3-7 0,-5 3-26 15,0 0-9-15,2-9-33 0,-2 9-13 0,0 0-26 16,0 0-12-16,0 0-19 0,0 0-14 0,0 0-15 16,0 0-4-16,0 0-13 0,13 12-4 0,-11-5-11 15,-2 4-3-15,10-2-5 0,-5 6-10 0,3 0 10 16,-3 1-15-16,3-2 5 0,-1 10-12 0,1 0-9 16,-1-8 1-16,-1 2 0 0,1-2-3 0,-2 0 0 15,0 3 7-15,3 1-12 0,-6-5 0 0,3 1-1 16,1 1 9-16,-2 0-12 0,2-5 11 0,-1-2-13 15,-3 0 0-15,1 1-11 0,-1-4-4 0,0 1-15 16,-2-2-20-16,0 0-16 0,1-2-13 0,-1-4-20 16,-1 10-45-16,1-10-53 0,0 0-51 0,0 0-46 15,0 0-186-15,0 0-510 0,-10-18 226 0</inkml:trace>
  <inkml:trace contextRef="#ctx0" brushRef="#br0" timeOffset="27348.64">8939 3612 278 0,'2'-6'327'16,"-2"0"2"-16,5-3-8 0,-5 9-13 0,1-7-5 16,1 0-19-16,5-2-14 0,-1-1-11 0,1 5-24 15,1-3-16-15,-1-2-19 0,-1 3-17 0,3 1-22 16,4-2-14-16,-3-3-14 0,3 3-14 0,0 0-11 15,2 1-9-15,-3 1-14 0,3-1-7 0,-2 4-6 16,2-5-14-16,5 5-8 0,-10-2-8 0,1 5-22 16,6-1-31-16,-2 1-28 0,0-2-21 0,-2 2-22 15,-3 0-21-15,3 0-21 0,-5 2-22 0,6-2-24 16,-6 3-30-16,5-3-23 0,-5 5-26 0,1-4-28 16,4 3-13-16,-11 1-163 0,4-2-490 0,-6-3 217 15</inkml:trace>
  <inkml:trace contextRef="#ctx0" brushRef="#br0" timeOffset="27584.39">9163 3756 205 0,'0'0'253'15,"8"5"-9"-15,-8-5-14 0,0 0-10 0,0 0-16 0,5 1-11 16,-5-1-20-16,0 0-14 0,10 1-13 15,-10-1-11-15,0 0-14 0,13-1-11 0,-13 1-12 16,13-1-11-16,-13 1-5 0,15-2-11 0,-7-1-3 0,1-2-11 16,2 3-5-16,-2-3-12 0,0 0-23 0,5 1-20 15,-1 1-33-15,2-6-27 0,-7 8-29 0,7-5-42 16,0-1-40-16,5 2-42 0,-5 0-159 0,-5 1-405 16,5-4 179-16</inkml:trace>
  <inkml:trace contextRef="#ctx0" brushRef="#br0" timeOffset="28332.38">9674 3468 12 0,'0'0'230'16,"0"0"-7"-16,0 0-9 0,-5-3-9 0,5 3-10 15,0 0-13-15,0 0-11 0,0 0-13 0,0 0-11 0,0 0-11 16,0 0-13-16,0 0-8 0,0 0-11 0,0 0-7 16,-21 2-11-16,21-2-6 0,-10 2-5 15,10-2-11-15,-14 7-3 0,9-1-4 0,2-1-7 16,-8 0 1-16,11-1-1 0,-9 4-1 0,1-1-4 0,8 0 1 16,-7 3-3-16,6-3 0 0,-11 1-5 0,10 2 6 15,-6-2 2-15,3 1 2 0,0 5-3 0,0-6 11 16,4 4-10-16,-4-4-1 0,-2 6 0 0,7-2-1 15,-7 1 0-15,4-4 2 0,-2 1 3 0,2 0-15 16,0-2 2-16,1 3-5 0,-3-2 1 0,3 0-5 16,2 1 1-16,0-2 1 0,-1 0-7 0,1 0 4 15,0 2 4-15,1-3-1 0,1 0 7 0,3-1-2 16,-5 3 1-16,2-2 0 0,1-2 8 0,0 3-2 16,2-5-1-16,-2 6 4 0,4-7 0 0,0 2 3 15,-1 0-4-15,3 1 0 0,-3-2 3 0,2 1-7 16,-1 1 2-16,1-3-10 0,6-1 5 0,-4-1-2 15,1 4 0-15,-3-2-9 0,1-2 2 0,-9 0-2 16,21 0 1-16,-13 0-5 0,4 0-3 0,-12 0-1 16,17 0-4-16,-4 0-1 0,-13 0 4 0,16-2-2 15,-4 1-4-15,-2-2 4 0,-2 3-8 0,-8 0 2 16,17-3 3-16,-11 3 2 0,3-5 1 0,-3 1 2 16,3 1 4-16,-3-2-7 0,4 4-3 0,-5-2 12 0,7-1-8 15,-9 2 0-15,4-4 0 0,-1 2-1 16,1 0-1-16,1 1-2 0,-8 3-2 0,7-4 0 15,-2 0 0-15,-5 4 1 0,10-7-6 0,-5 6 2 16,-5 1-2-16,6-4 0 0,-6 4 0 0,0 0-3 0,5-4 1 16,-5 4-10-16,7-4-21 0,-7 4-17 0,0 0-30 15,0 0-31-15,8-3-32 0,-8 3-32 0,0 0-49 16,0 0-70-16,0 0-88 0,0 0-256 0,0 0-685 16,0 0 303-16</inkml:trace>
  <inkml:trace contextRef="#ctx0" brushRef="#br0" timeOffset="29465.65">9712 3494 207 0,'0'0'213'16,"0"0"-12"-16,0 0-12 0,0 0-17 0,0 0-8 16,0 0-10-16,0 0-7 0,0 0-12 0,0 0-7 15,0 0-14-15,0 0-10 0,0 0-13 0,-2-10-8 16,2 10-10-16,0 0-8 0,0 0-6 0,0 0-6 16,0 0-6-16,0 0-3 0,0 0-9 0,0 0-2 15,0 0-3-15,0 0-1 0,0 0-4 0,0 0-2 0,0 0-2 16,0 0-5-16,0 0 1 0,0 0 0 15,7 20 0-15,-7-20-4 0,8 5-1 0,-4-3-1 16,-4-2 0-16,5 7-3 0,-5-7-1 0,3 5 4 0,-3-5-4 16,12 5 0-16,-12-5-2 0,1 3 1 0,-1-3-2 15,0 0 0-15,7 4-1 0,-7-4 6 0,0 0-3 16,1 3-1-16,-1-3 0 0,0 0 0 0,0 0-3 16,0 0 8-16,0 0-3 0,0 0 3 0,0 0 16 15,0 0 12-15,0 0 9 0,0 0-2 0,0 0-1 16,0 0-7-16,0 0 1 0,0 0 0 0,0 0-4 15,0 0 2-15,-14-15-5 0,10 10 1 0,4 5 0 16,-5-9-3-16,2 3-2 0,-4 2-6 0,1-1-1 16,-1-2 3-16,0 2-5 0,-1-1-3 0,0-1-1 15,3 5-4-15,-5-1-2 0,5-4-25 0,5 7-34 16,-15 0-51-16,15 0-59 0,-15-1-77 0,15 1-257 16,-6 8-536-16,6-8 237 0</inkml:trace>
  <inkml:trace contextRef="#ctx0" brushRef="#br0" timeOffset="35448.39">7997 5289 101 0,'5'-8'229'15,"-5"3"-12"-15,0 5 0 0,2-8-3 0,-2 8-4 16,0-11-12-16,0 11-10 0,0-7-11 0,3 4-14 15,-3 3-8-15,7-6-11 0,-7 6-4 0,0 0-15 16,0-8-16-16,0 8-5 0,0 0-8 0,0 0-9 0,3-4-10 16,-3 4-8-16,0 0-9 0,0 0-6 15,0 0-5-15,0 0-9 0,0 0-1 0,2-6-7 16,-2 6-6-16,0 0-1 0,0 0-5 0,0 0-2 16,0 0-5-16,0 0 2 0,0 0-3 0,0 0 1 0,0 0-9 15,-5 22 10-15,5-17-7 0,-3 1-4 0,3 2 4 16,-4 0-2-16,3 0 2 0,-3 1-1 0,-1-2-1 15,5 4-2-15,0-2 14 0,-5 0-5 0,2 1 4 16,1-2-5-16,-1 2 2 0,1-1-6 0,-4 1 1 16,6-2-1-16,-2-1-1 0,-1 2 1 0,1-1 1 15,1 0-5-15,-1-5-2 0,-3 6 5 0,5-5 1 16,0-4-1-16,0 11-5 0,-2-8 1 0,2 6 5 16,0-9-9-16,0 11 7 0,2-5 2 0,-2-1 1 15,5-1 1-15,-2 1 1 0,4 2 5 0,1 0-7 16,5-3 8-16,-4 0-3 0,6 1 1 0,1 2 2 15,6-3-5-15,-3-1 1 0,10-2-5 0,-8 2 5 16,4 1-4-16,-2-3 0 0,7 2-1 0,-10-2-1 16,3-1-6-16,-2 5-18 0,-4-3-24 0,-5-1-29 15,-4 2-33-15,3 0-56 0,-7-2-51 0,2 4-62 16,-6-5-220-16,0 0-532 0,-13 12 235 0</inkml:trace>
  <inkml:trace contextRef="#ctx0" brushRef="#br0" timeOffset="40880.78">10013 3518 46 0,'0'0'75'0,"0"0"-5"15,0 0 1-15,0 0 2 0,0 0-14 0,0 0 1 16,0 0-8-16,0 0-1 0,0 0-1 0,0 0-7 16,0-8-1-16,0 8-9 0,0 0-3 0,0 0-5 15,0 0 1-15,0 0 5 0,0 0-8 0,0 0-9 16,0 0 11-16,0 0-6 0,0 0 2 0,0 0-10 0,0 0-2 16,0 0 0-16,0 0 2 0,0 0-2 15,0 0-1-15,0 0 1 0,0 0 6 0,0 0-9 16,0 0 2-16,0 0 6 0,0 0-4 0,0 0 12 0,0 0-6 15,0 0-3-15,0 0-3 0,0 0-1 0,0 0 0 16,0 0-5-16,0 0 6 0,0 0-3 0,0 0 3 16,0 0-4-16,0 0-6 0,0 0 2 0,0 0-8 15,0 0 15-15,0 0-2 0,0 0-2 0,0 0 2 16,0 0-3-16,0 0 3 0,0 0 6 0,0 0 1 16,0 0 8-16,0 0 1 0,0 0-4 0,0 0 4 15,0 0-2-15,0 0 5 0,0 0 2 0,0 0-7 16,0 0 1-16,0 0 1 0,0 0 2 0,0 0-5 15,0 0-3-15,0 0-5 0,0 0 0 0,0 0 0 16,0 0-1-16,0 0-2 0,0 0-4 0,0 0 3 16,0 0-1-16,0 0-4 0,0 0 5 0,0 0-4 15,0 0 2-15,0 0-3 0,0 0 1 0,0 0 3 16,0 0 0-16,0 0-4 0,0 0 6 0,0 0-8 0,0 0 0 16,0 0-2-16,0 0 0 0,0 0-5 15,0 0-19-15,0 0-4 0,0 0-20 0,0 0-11 16,0 0-22-16,0 0-31 0,0 0-103 0,0 0-233 0,0 0 103 15</inkml:trace>
  <inkml:trace contextRef="#ctx0" brushRef="#br0" timeOffset="41880.72">10008 3558 20 0,'0'0'126'0,"0"0"-1"0,-1 6 0 0,1-6-3 16,0 0-6-16,0 0-6 0,0 0 1 0,0 0-9 0,0 0 6 16,0 0-2-16,0 0-3 0,0 0-6 15,0 0-1-15,0 0-6 0,0 0-1 0,0 0-4 16,0 0-5-16,0 0-7 0,0 0-3 0,0 0 0 0,0 0-5 16,0 0 0-16,0 0-4 0,0 0-4 0,0 0-1 15,0 0-2-15,0 0-4 0,0 0 1 0,0 0-6 16,0 0 0-16,0 0-6 0,0 0 0 0,0 0 0 15,0 0-5-15,0 0 1 0,0 0-2 0,0 0-1 16,0 0-1-16,0 0 0 0,0 0-6 0,0 0 0 16,0 0-3-16,0 0-1 0,0 0-2 0,0 0 0 15,0 0-2-15,0 0-2 0,0 0 2 0,0 0-7 16,0 0 0-16,0 0-2 0,0 0 2 0,0 0-2 16,0 0-1-16,0 0-3 0,0 0 4 0,0 0-3 15,0 0 0-15,0 0 1 0,0 0-2 0,0 0-2 16,0 0 1-16,0 0 1 0,0 0-2 0,0 0 0 15,0 0 3-15,0 0-4 0,0 0 2 0,0 0-3 16,0 0 3-16,0 0 2 0,0 0-1 0,0 0-1 0,0 0 0 16,0 0 4-16,0 0-5 0,0 0-4 15,0 0 2-15,0 0 3 0,0 0 0 0,0 0 0 16,0 0 0-16,0 0-1 0,0 0-1 0,0 0-1 0,0 0 0 16,0 0 1-16,0 0 3 0,0 0-3 0,0 0 3 15,31-9-6-15,-31 9 4 0,7-2-2 0,-7 2 1 16,15 0-1-16,-15 0 0 0,13 0 1 15,-13 0-2-15,10 0-1 0,-10 0 4 0,13 0-2 0,-13 0 1 16,13 0 1-16,-13 0-3 0,14 0 1 0,-6-4 2 16,-8 4-1-16,11 4-1 0,-11-4 1 0,12-4 1 15,-12 4-1-15,8-3-1 0,-8 3 5 0,0 0-5 16,15-1 0-16,-15 1 1 0,13 1 0 0,-13-1-3 16,9-3 2-16,-9 3 6 0,0 0-6 0,13 0 2 15,-13 0 1-15,10-2-3 0,-10 2 0 0,0 0 0 16,8-4 0-16,-8 4-1 0,0 0 2 0,0 0-1 15,13 0 0-15,-13 0 0 0,0 0-1 0,12-2 2 16,-12 2 2-16,0 0-3 0,0 0 0 0,0 0-1 0,10-4 2 16,-10 4-1-16,0 0 1 0,0 0-2 15,0 0-2-15,0 0 4 0,0 0 1 0,0 0-2 16,0 0-2-16,10 0 2 0,-10 0 2 0,0 0-5 16,0 0 3-16,0 0-1 0,0 0-2 0,0 0-1 0,0 0 5 15,0 0 0-15,0 0 0 0,0 0 1 0,0 0-3 16,5-3 2-16,-5 3-1 0,0 0 0 15,0 0 0-15,0 0 1 0,0 0 1 0,0 0-2 0,0 0-2 16,0 0 4-16,0 0-3 0,0 0 2 0,0 0-2 16,0 0-1-16,0 0 6 0,0 0-2 0,0 0 3 15,0 0-5-15,15 3-1 0,-15-3 0 0,0 0-2 16,0 0 3-16,0 0 0 0,0 0-2 0,0 0-6 16,0 0-10-16,0 0-20 0,0 0-13 0,0 0-27 15,0 0-31-15,0 0-48 0,0 0-43 0,0 0-39 16,0 0-153-16,0 0-425 0,0 0 187 0</inkml:trace>
  <inkml:trace contextRef="#ctx0" brushRef="#br0" timeOffset="42697.32">10237 3406 62 0,'0'0'201'0,"0"0"-11"16,0 0-11-16,0 0-9 0,0 0-13 0,0 0-7 16,0 0-9-16,0 0-8 0,0 0-9 0,0 0-10 15,0 0-7-15,0 0-9 0,0 0-6 0,0 0-9 16,0 0 1-16,0 0-7 0,0 0-7 0,0 0-10 16,0 0-5-16,0 0-8 0,0 0 0 0,0 0-7 15,0 0-5-15,0 0-2 0,0 0-2 0,0 0-4 16,0 0-5-16,0 0-1 0,0 0-2 0,0 0-1 15,0 0-5-15,0 0 1 0,13 12-3 0,-13-12 0 16,8 3 0-16,-8-3 0 0,7 7-1 0,-5-3-3 16,-2-4-1-16,8 8-2 0,-3-7 3 0,1 3 3 15,-4-1-5-15,-2-3 0 0,8 7-2 0,-1-6-2 0,-2 3 4 16,-5-4-2-16,8 7-1 0,-8-7 1 0,7 2 0 16,-7-2-1-16,2 5 2 0,-2-5-1 15,8 2-1-15,-8-2 2 0,6 4 1 0,-6-4-1 0,0 0 0 16,7 3 0-16,-7-3 0 0,0 0 2 0,7 1-3 15,-7-1 0-15,0 0 3 0,0 0-2 0,0 0 1 16,0 0-1-16,8 3 1 0,-8-3-2 0,0 0 3 16,0 0-2-16,0 0 0 0,0 0 0 0,0 0-1 15,0 7 5-15,0-7-4 0,0 0 1 0,0 0-3 16,0 0 2-16,0 0-2 0,0 0 0 0,0 0-3 16,0 0-1-16,0 0 1 0,0 0-2 0,0 0 0 15,0 0 2-15,0 0-3 0,0 0 3 0,0 7-2 16,0-7 3-16,-7 6 5 0,7-2-5 0,-1 3 1 15,-1-2 5-15,-3 0 8 0,-2 2 0 0,1 1 6 16,4 2 5-16,-4-5 5 0,-1 2-5 0,0 4 1 16,7-3 5-16,-8 0-1 0,0 4-3 0,1-4 4 15,0 3 3-15,1-1-5 0,-2 0-3 0,6 0 5 16,-5-2-5-16,-1 1 0 0,5-1 2 0,-4-1-6 0,4 1-2 16,-4-1-1-16,7 0-2 0,-8-2-2 15,8-5-2-15,-7 10 4 0,7-8-5 0,-3 5 2 16,0-3-5-16,3-4 2 0,0 0-4 0,-2 9 0 15,2-9 3-15,-7 5-3 0,7-5-2 0,-1 5 4 0,1-5-1 16,0 0-8-16,0 8 3 0,0-8-3 16,0 0 7-16,-5 4-11 0,5-4-13 0,0 0-25 15,0 0-34-15,-2 8-43 0,2-8-57 0,0 0-67 0,0 0-253 16,0 0-538-16,0 0 238 0</inkml:trace>
  <inkml:trace contextRef="#ctx0" brushRef="#br0" timeOffset="47298.11">10619 3410 149 0,'0'0'300'0,"-3"-7"-11"15,3 7-14-15,0 0-10 0,0 0-20 0,-3-9-18 16,3 9-19-16,0 0-18 0,0 0-22 0,0 0-16 0,0 0-19 16,0 0-13-16,0 0-12 0,0 0-12 15,0 0-11-15,0 0-12 0,0 0-7 0,0 0-3 16,0 0-6-16,0 0-7 0,0 0-4 0,0 0-5 0,0 20-4 15,0-20-3-15,0 7-10 0,0-7 0 0,-2 9-2 16,2-9 1-16,2 7-2 0,-2-7-3 0,3 4 0 16,-3-4-2-16,0 0-4 0,3 6 3 15,-3-6-8-15,0 0 1 0,0 0 1 0,0 0 2 0,0 0-4 16,0 0 0-16,0 0-2 0,0 0 0 0,0 0 6 16,0 0-15-16,0 0 1 0,7-19-8 0,-7 19-5 15,-5-11-5-15,3 5-5 0,-1-2 7 0,0 4-1 16,1-2-13-16,-5 0-8 0,1 2-8 0,-3-4-13 15,6 5-17-15,-7-3-22 0,2 3-34 0,0 0-29 16,1-1-37-16,-3 0-46 0,-3 3-171 0,3-1-454 16,10 2 201-16</inkml:trace>
  <inkml:trace contextRef="#ctx0" brushRef="#br0" timeOffset="47699.25">10507 3180 213 0,'0'0'201'0,"0"0"-20"0,0 0-16 16,0 0-19-16,0 0-14 0,0 0-14 15,0 0-13-15,0 0-9 0,-4 10-5 0,4-10-13 16,0 0-6-16,0 0-7 0,5 11-5 0,-5-11-4 0,0 0-6 16,7 4-4-16,-7-4-1 0,5 3 0 0,-5-3 3 15,0 0 4-15,0 0 14 0,5 5-2 0,-5-5 1 16,0 0 0-16,13-3-7 0,-13 3-1 0,0 0-3 16,12-6-3-16,-9 2-4 0,-1-3-4 0,3 2-2 15,-5 5 1-15,8-10 7 0,-8 5 2 0,5-2-1 16,-5 2-4-16,1-2-5 0,1 3 1 0,-2 4-4 15,3-7 3-15,-3 7-10 0,5-8-3 0,-5 8-5 16,2-3-7-16,-2 3-10 0,0 0-13 0,0 0-13 16,0 0-19-16,0 0-22 0,0 0-28 0,0 0-30 15,-17 12-37-15,17-12-31 0,-1 7-29 0,1-7-165 16,-3 8-413-16,3-8 182 0</inkml:trace>
  <inkml:trace contextRef="#ctx0" brushRef="#br0" timeOffset="48047.07">10771 3011 224 0,'0'0'288'0,"0"0"-6"16,0 0-18-16,-3-7-12 0,3 7-17 0,0 0-15 15,0 0-17-15,0 0-17 0,0 0-10 0,0 0-15 16,0 0-17-16,0 0-20 0,0 0-11 0,0 0-15 16,0 0-5-16,0 0-10 0,0 0-10 0,0 0-4 15,12 17-10-15,-12-11-11 0,1-2-4 0,1 7 0 16,1-3-5-16,-1 0-2 0,0 6-5 0,1-4-2 16,-1 5-8-16,-2-1 2 0,6 1-5 0,-4 3-1 15,0-3 2-15,2 3-5 0,-4-5 0 0,5 5-3 16,0 1 1-16,2-4 0 0,-2-1-3 0,-2 4 0 15,4-2-13-15,0 3-25 0,-2-7-30 0,1 4-43 16,-1-4-69-16,2 2-78 0,-1-5-286 0,-1 2-579 16,-1-3 256-16</inkml:trace>
  <inkml:trace contextRef="#ctx0" brushRef="#br0" timeOffset="55248.34">6567 5815 5 0,'0'0'20'0,"-20"0"-3"0,20 0-2 15,-9 0-3-15,9 0 3 0,-19 2-7 0,16-1 5 16,-9 3-1-16,4-3-10 0,8-1 4 0,-15 3-5 15,9 0 8-15,6-3-7 0,-9 3 4 0,3 0 3 16,6-3-1-16,-9 2-13 0,9-2 4 0,-6 5 5 0,6-5-1 16,-7 2-1-16,7-2-4 0,-15 1 4 0,15-1-5 15,-8 5 10-15,8-5-3 0,-8 0-4 16,8 0 1-16,0 0-2 0,-13 3-2 0,4 0-5 0,9-3 6 16,-8 4 0-16,8-4 9 0,-8 4-6 0,8-4-1 15,-10 0-8-15,10 0-2 0,-9 5 0 0,9-5-4 16,-3 10-7-16,-2-5-22 0,5-5 10 0</inkml:trace>
  <inkml:trace contextRef="#ctx0" brushRef="#br0" timeOffset="56313.31">6407 5946 25 0,'-12'-12'40'0,"12"12"-4"0,-5-8 1 0,5 8 3 0,-5-3-7 15,5 3-3-15,-5-7-1 0,5 7-8 0,-3-5 0 16,3 5-5-16,-3-7 3 0,3 7-1 0,0 0-3 16,0 0 0-16,0 0-5 0,0 0-2 0,-4-6 1 15,4 6 1-15,0 0-5 0,0 0-3 0,0 0-2 16,0 0 9-16,0 0-6 0,0 0-2 0,0 0 2 16,0 0-6-16,0 0 1 0,0 0 8 0,0 0-3 15,0 0-1-15,0 0 1 0,0 0 0 0,0 0-7 16,0 0 0-16,15 15 8 0,-15-15-3 0,0 0 2 15,0 0 0-15,0 6-6 0,0-6 7 0,5 4-3 16,-5-4 1-16,4 7 0 0,-4-7 0 0,6 4-10 0,-6-4 10 16,8 4-2-16,-8-4-3 0,14 4-3 0,-13 0 6 15,6-1 3-15,-7-3-5 0,15 4 2 0,-9-4 1 16,1 8-2-16,1-2 0 0,-1-3 1 0,1 3 0 16,1 3-2-16,4-5 0 0,3 3 1 0,-9-2-1 15,8 3-3-15,1-3 2 0,3 2 2 0,-5 0-2 16,3-4-2-16,3 5 2 0,0 1-6 0,6 0 0 15,-4-3-1-15,1 1 6 0,5-2-3 0,-8 1 1 16,6-2 1-16,-6 0 2 0,10-1-6 0,-8 2 1 0,2-3 6 16,-4-2-3-16,0 5-2 0,2-5 4 15,-2 0 0-15,-2 0 0 0,0 0 1 0,0-7 1 16,-6 3 1-16,3 3-3 0,0 1 1 0,-6-2-3 0,1 1 2 16,-1-3-1-16,-1 3 1 0,-8 1-8 0,20-3 11 15,-15 0-4-15,5 2 5 0,-10 1-2 0,11 0 2 16,-11 0-9-16,17-2-3 0,-9 0 14 0,-8 2-5 15,15 4 2-15,-7-3-3 0,6 2 4 0,-6 1-3 16,0 1 5-16,5-2-7 0,-4 0 5 0,4 0-3 16,0 3 2-16,-3-3 0 0,2 1-1 0,-1 3-5 15,-3-2 7-15,4 3-2 0,0-5 1 0,-4-2 0 16,0 2-2-16,-1 4 2 0,-2-2-3 0,1-3 6 0,1 0 0 16,-7-2-6-16,12 7 5 0,-7-4-2 15,1 0 3-15,-6-3-5 0,10 7 0 0,-5-4-2 16,-5-3-5-16,5 8 8 0,-5-8 2 0,8 6-5 0,-8-5-2 15,0-1 7-15,7 7 1 0,-2-5 2 0,-5-2-2 16,3 8-1-16,-1-4 2 0,-2-4 3 0,5 6-3 16,-4-1 2-16,-1-5 0 0,7 3-2 0,-7-3 5 15,0 6-20-15,0-6 4 0,0 0-3 0,2 9 4 16,3-4 7-16,-5-5 1 0,0 0-2 0,0 7 3 16,0-7 4-16,0 0-4 0,0 0 4 0,0 0-1 15,0 8 0-15,0-8 3 0,0 0-4 0,0 5 4 16,0-5 2-16,0 0 3 0,0 0 8 0,0 8 4 15,0-8 3-15,0 0 0 0,0 0 14 0,0 0 5 16,0 0 12-16,0 0 4 0,0 0 6 0,0 0 12 16,0 0 9-16,0 0 6 0,0 0 7 0,0 0 8 0,0 0 1 15,0 0 11-15,0 0 5 0,0 0-5 0,-7-17 4 16,7 17 9-16,-3-15-1 0,3 11 4 0,0-2-2 16,0 6-6-16,-5-12 15 0,5 4 6 0,0 3 2 15,-2-4 8-15,-1 1 2 0,1-2 0 0,2 1 11 16,0 2 8-16,0 7 13 0,-3-10-2 0,0 5 0 15,3 5 0-15,-2-8-4 0,2 8-6 0,0 0-10 16,-2-8-11-16,2 8-14 0,0 0-15 0,0-4-12 16,0 4-12-16,0 0-18 0,0 0-13 0,0 0-12 15,0 0-12-15,0 0-7 0,0 0-4 0,0 0-1 16,15 22-1-16,-8-9-10 0,3 7-15 0,-2-1-16 16,5 4-4-16,-3 5-23 0,10 13-31 0,-5-1-141 0,0-2 93 15,-7-10 13-15,-1 11 11 0,-2-9 5 0,-5 1 7 16,0-3 7-16,-5 2-7 0,5-3-4 15,-7 0 6-15,7-9-13 0,-7 2-24 0,6 0-17 0,-1-4-19 16,-3 0-28-16,4-5-39 0,-4-1-38 0,5-4-26 16,0-2-57-16,0-4-28 0,0 0-196 0,0 0-596 15,0 0 265-15</inkml:trace>
  <inkml:trace contextRef="#ctx0" brushRef="#br0" timeOffset="56830.1">7446 6066 13 0,'0'0'364'0,"-10"-1"-14"15,10 1-8-15,0 0-17 0,0 0-11 0,0 0-24 16,4-10-30-16,-4 10-12 0,0 0-23 0,0 0-17 16,18 0-18-16,-18 0-13 0,11-5-20 0,3 3-21 0,-3 2-10 15,7-2-18-15,2 2-13 0,-3 0-11 0,-2 0-2 16,-9-3-13-16,8 2-5 0,-3-2-7 15,1 3-2-15,3-3-3 0,-2 3-4 0,3-1-7 0,-2 2-1 16,1-6-7-16,-2 5-8 0,-3 0-10 0,5-1-16 16,-5 2-24-16,3-1-28 0,-5-1-39 0,-8 1-27 15,18 1-40-15,-18-1-49 0,12 4-55 0,-7-3-74 16,-5-1-219-16,0 0-603 0,0 0 267 0</inkml:trace>
  <inkml:trace contextRef="#ctx0" brushRef="#br0" timeOffset="58230.83">7557 6429 103 0,'0'0'242'0,"0"0"-10"0,0 0-11 0,0 0-11 0,0 0-6 16,0 0-12-16,0 0-11 0,0 0-5 0,0 0-9 15,0 0-3-15,0 0-6 0,0 0-2 0,0 0-9 16,0 0-7-16,0 0-9 0,0 0-2 0,0 0-5 16,0 0-4-16,0 0-9 0,0 0-3 0,0 0-7 15,0 0 3-15,0 0-9 0,0 0-8 0,0 0-5 16,0 0 3-16,0 0-4 0,0 0-4 0,22 1-7 16,-22-1-5-16,11 2-6 0,-11-2-9 0,18-2-5 15,-4 4-4-15,1-4-3 0,4 2 1 0,-2-1-11 16,3 1-3-16,-4 0 3 0,3 0-5 0,-1-3-4 0,0 0 2 15,-3 3-4-15,-2 0 14 0,2 3-25 16,0-6 5-16,-7 3 0 0,5-1-5 0,-6-1 0 0,-7 2-6 16,15 2 2-16,-15-2-14 0,10 0-6 0,-10 0-14 15,0 0 0-15,11 0-31 0,-11 0-22 0,0 0-19 16,0 0-25-16,0 0-31 0,0 0-36 0,0 0-36 16,0 0-42-16,0 0-49 0,0 0-196 0,0 0-561 15,0 0 249-15</inkml:trace>
  <inkml:trace contextRef="#ctx0" brushRef="#br0" timeOffset="58979.81">8299 6173 148 0,'3'-8'209'0,"-3"8"-9"16,5-6-2-16,-5 2-13 0,5-4-1 0,-5 8-10 15,2-8-3-15,-1 4-7 0,-1 4-12 0,0-8-11 16,0 8-8-16,-3-7-10 0,3 7-10 0,-5-4-9 15,5 4-5-15,0-8-11 0,0 8-5 0,-5-4-4 16,5 4-10-16,-10-7-2 0,5 3-2 0,5 4-1 16,-12-4-2-16,7-1 0 0,5 5-3 0,-16-2 2 15,9 1-6-15,7 1 3 0,-20-3 3 0,12 3-12 16,0-1 15-16,8 1-21 0,-20 0-9 0,20 0-1 16,-17 0 2-16,17 0-6 0,-14 1-6 0,0-1-1 15,6 3 1-15,0 0-3 0,0-2-3 0,8-1 0 16,-19 7-8-16,11-6 2 0,-2 5 1 0,3 0-4 15,-2 0 3-15,2 2-4 0,-1 0-3 0,-1 0 0 16,4-4 2-16,-3 8 1 0,-2-4 0 0,2-2 3 0,1 4 1 16,4-2 2-16,-4 1-3 0,1 0 7 15,2 3-4-15,-2-3 4 0,1 1-5 0,0-1-1 16,2 4 2-16,-4-4-1 0,7-1 0 0,-2 3 0 0,-1-2 1 16,1 2 4-16,2 0 0 0,0-2 8 0,0 2 3 15,2 0 1-15,1 1 5 0,-1-4-10 0,-2 4 8 16,7-2-6-16,1 6 3 0,-3-7 1 15,-4 2-2-15,4-1 4 0,-1-2 9 0,2 2-2 0,1-1-5 16,3 0-2-16,-5-1 0 0,2 0 5 0,-1 2-3 16,2-8-6-16,-1 6-2 0,1-1 3 0,1 3 0 15,-3-5-2-15,2 0 2 0,1 1-6 0,2 2 6 16,-2-4-6-16,1 2 0 0,-1-3 0 0,3 1 1 16,-5-1 5-16,3 2-8 0,3-3 1 0,-5 2 4 15,7-3-1-15,-5 2 3 0,0-1-5 0,6-2-1 16,-2 0-2-16,-1 2 0 0,-3-2-3 0,13 0-4 15,-8 0-1-15,5 0 5 0,-5-2-4 0,0 0-1 16,1-2 0-16,-1 1-12 0,-5 2 11 0,0-1 0 16,3-3-6-16,-5 2 6 0,2 2-7 0,4-3 3 15,-8 0 5-15,4 1-26 0,-3 0-21 0,3-2-37 16,-2-2-45-16,-5 3-33 0,4-4-37 0,0 4-60 0,-1-4-74 16,-4 1-86-16,4 2-236 0,-6-2-698 15,0-2 309-15</inkml:trace>
  <inkml:trace contextRef="#ctx0" brushRef="#br0" timeOffset="59796.86">6973 5622 284 0,'1'-10'288'0,"-2"-1"-7"15,2 2-8-15,-2 2-9 0,1 0-5 0,0 7-12 16,0-8-10-16,0 8-23 0,0-11-12 0,0 11-20 15,0 0-12-15,1-4-19 0,-1 4-16 0,0 0-9 16,0 0-18-16,0 0-12 0,0 0-19 0,0 0-8 16,0 0 0-16,7 15-17 0,-4-3 0 0,4 3-4 15,0 8-8-15,1 3 1 0,-1 7-5 0,-2-2-6 0,3 15-1 16,-2-3-4-16,-2 8 1 0,6 5-4 0,-2 20-5 16,-5-4 3-16,7-15-3 0,-5 20 2 15,5-1 0-15,-2-3 5 0,-1 1 8 0,-7-17 10 0,3 18-1 16,4-18-2-16,-7-2-1 0,0 24 17 0,2-24 3 15,3 4 9-15,-10-1 0 0,5-3 2 0,-9 19 9 16,3-20 3-16,2 0 3 0,-1 18 1 0,0-18-2 16,-3 0-4-16,-3-4-6 0,6-1-3 0,0 0-3 15,0-3-4-15,-5 0-3 0,6-3-5 0,-2-4 0 16,-1-7-1-16,6-2-7 0,-4-3-3 0,5-4-3 16,-2-3-4-16,-3-1-4 0,5-4-3 0,0 1 0 15,0-7-4-15,-2 0-3 0,4 0 3 0,-5-5 1 16,3-4-4-16,0 8 1 0,0-8-2 0,0 0-15 15,0 0-26-15,0 0-34 0,0 0-59 0,15-27-74 16,-14 15-76-16,1-6-75 0,9-10-106 0,-11 1-353 16,4-5-861-16,-1-9 380 0</inkml:trace>
  <inkml:trace contextRef="#ctx0" brushRef="#br0" timeOffset="60546.45">6741 5604 47 0,'0'-6'253'0,"0"6"-3"0,-2-12-6 15,2 9-14-15,0 3-13 0,-3-8-16 0,3 8-24 16,0 0-15-16,-3-5-20 0,3 5-13 0,0 0-16 15,0 0-13-15,0 0-13 0,0 0-7 0,0 0-4 16,0 0-13-16,0 0-10 0,3 28-1 0,-3-14-5 16,0 3 2-16,3 3-2 0,-3 7 6 0,0 3-2 15,0 11-1-15,7 0-3 0,-5 6-2 0,-2 2 0 16,3 5 0-16,0 22-2 0,-3-20 1 0,0 17 1 16,7-15 4-16,-7 17 0 0,5 1 2 0,-2 1 9 15,-3-5-5-15,2-15 3 0,5 16 0 0,-7-17-3 16,0 0 0-16,9-1 3 0,-9 3-4 0,0-2-10 15,-3 16 12-15,6-19-2 0,-8-1 7 0,1 4 1 16,-3 0 1-16,5 18-4 0,-6-21-1 0,1-3-1 0,1 1-3 16,-3 3-5-16,1-3-9 0,0-4-7 15,0-1 6-15,4 1-2 0,-4-2 1 0,0-7-4 16,1-7 1-16,1-1 0 0,4-2 0 0,-5 0-5 16,6 0-3-16,-1-10 3 0,2 8 6 0,-3-9-7 0,1 0 1 15,2-7-4-15,-2 2-4 0,2-1-6 16,0-2 6-16,2-2-1 0,-4 0-2 0,2-7 1 15,2 8 0-15,-2-3-3 0,0-5-8 0,0 0-25 0,0 0-33 16,0 0-53-16,0 0-66 0,0-21-66 0,0 6-108 16,-2-4-375-16,2-1-775 0,-3-13 344 0</inkml:trace>
  <inkml:trace contextRef="#ctx0" brushRef="#br0" timeOffset="62429.8">5399 6305 41 0,'0'0'217'16,"0"0"-1"-16,0-10-12 0,0 3 2 0,0 7-11 15,-5-12-11-15,5 7-5 0,0 1-4 0,0-4-12 16,-5 3-4-16,2-6-6 0,1 5-4 0,2-2-8 16,-5 4 8-16,0-5-25 0,0 3-14 0,3 1-9 15,-3 1-10-15,-1-2-5 0,-3 4-10 0,9 2-7 16,-16-5-10-16,8 5-9 0,8 0 0 0,-20 0-4 16,12 2-5-16,-6 0-8 0,6-1-1 0,-4 1-7 15,-2 8 1-15,2-2-4 0,-3 4-4 0,2-1-3 0,0 7-5 16,-2-2 17-16,0 5-13 0,0 3 6 15,5-2-2-15,-2 5-1 0,6-7-3 0,-3 7 1 16,1 0 2-16,2 4-5 0,4-4 6 0,2-1-1 0,-5 1 2 16,5 0 1-16,7-3 0 0,-7-5 3 0,6 5-3 15,2 2-2-15,1-10-6 0,4 1 8 0,0-2-7 16,0 0 6-16,2-3-4 0,0 0-4 0,2 0 3 16,3-5 2-16,-2 4-6 0,3-7-2 0,3 1 4 15,4 2-1-15,0-5-2 0,0-2-10 0,-8 0-3 16,0-2-13-16,-5 1 2 0,1-2-11 0,2 0-16 15,-6-2-3-15,-7 1-14 0,5-4-10 0,-5 4-18 16,-5-7-22-16,5 3-25 0,-5 0-29 0,-5 0-18 16,5-3-26-16,0-1-15 0,-5 1-21 0,0 3-169 15,-5 0-446-15,0-3 198 0</inkml:trace>
  <inkml:trace contextRef="#ctx0" brushRef="#br0" timeOffset="62746.45">5371 6618 14 0,'-9'-3'80'0,"9"3"32"0,-6-6 16 0,6 6 16 0,-9-1 17 16,9 1 9-16,0 0 9 0,0 0 7 15,0 0 3-15,0 0 5 0,0 0-5 0,-6-7-3 16,6 7-5-16,0 0-7 0,0 0-9 0,0 0-1 16,0 0-13-16,21-5-5 0,-21 5-12 0,12 0-7 0,-12 0-14 15,20 1-6-15,-14-1-18 0,4 2-2 0,2-1-4 16,3 0-11-16,-2 2-8 0,2 1-6 0,0-3-2 16,5 5-11-16,-5-6 2 0,0 1-8 0,1 2 1 15,-1 2-9-15,-5-3-3 0,2 3-5 0,-3 2 4 16,1-3-11-16,-1-1 3 0,-1 3-6 0,-1 1 0 15,-4 5-8-15,3-4 3 0,-4 3 5 0,1-1 1 16,-3 0 0-16,0 7-4 0,0-2-4 0,-3-1-3 16,3 1 3-16,-8 1-2 0,5 0-1 0,3-1 8 15,-5 4-6-15,-2-6-1 0,5 2-2 0,1-1 0 16,-3-4-21-16,3 0-23 0,1 4-14 0,0-8-11 16,0 1-15-16,1-2-22 0,6 2-37 0,0-3-45 15,-1-3-53-15,-6-1-61 0,17-1-220 0,-7-3-563 16,0 0 249-16</inkml:trace>
  <inkml:trace contextRef="#ctx0" brushRef="#br0" timeOffset="63313.68">5763 6371 182 0,'-3'-10'344'0,"6"6"-8"0,-6-4-14 15,6 3-17-15,-3 5-20 0,3-8-16 0,-3 8-23 16,2-6-21-16,-2 6-19 0,0 0-20 0,7-6-20 16,-7 6-14-16,6-2-24 0,-6 2-18 0,0 0-4 15,10 15-7-15,-5-3-11 0,3 0-6 0,-3 6-10 16,-1 2-13-16,2-5-2 0,2 6-5 0,-3 6-10 16,-3-8 0-16,5 7-6 0,-1-3 0 0,-4 4-3 15,5-8-9-15,-1 5-1 0,-6-6-2 0,5 3 3 16,-1-7-6-16,0 2 1 0,-2-7-2 0,-2 3-14 15,5-3-11-15,-3-3-10 0,-1 1-17 0,6-2-9 16,-7-1-15-16,5 3-11 0,-5-7-17 0,5 1-17 16,-5-1-22-16,0 0-18 0,0 0-15 0,13-13 0 15,-11 4-10-15,1 2 4 0,-3-3-3 0,0-2 16 0,3-3 19 16,-3 3 9-16,0 0 10 0,0-3 21 0,0 2 22 16,-3 1 36-16,0 2 30 0,1 1 18 15,1-2 17-15,-4 0 18 0,5 3 11 0,-4 0 7 0,4 0 5 16,-3 0 5-16,1-2 3 0,1 2 0 0,-6 4 0 15,7-1 5-15,0 5-5 0,0-11 8 0,0 11-6 16,-5-5-4-16,5 5 2 0,-2-7-11 0,2 7 2 16,0 0-5-16,0 0-1 0,0 0-7 0,-3-7-5 15,3 7 0-15,0 0-4 0,0 0-9 0,0 0-4 16,0 0 1-16,0 0-5 0,0 0-6 0,0 0 0 16,0 0 2-16,0 0-1 0,0 0-5 0,0 0 3 15,0 0-6-15,0-7-2 0,0 7 0 0,0 0 0 16,0 0 3-16,0 0-4 0,0 0-1 0,0 0-6 15,0 0 3-15,0 0-7 0,0 0 4 0,0 0-6 16,0 0-14-16,0 0-24 0,0 0-25 0,0 0-21 16,0 0-21-16,0 0-39 0,0 0-59 0,0 0-54 15,-13 18-72-15,6-14-166 0,7 6-532 0,-6-3 235 0</inkml:trace>
  <inkml:trace contextRef="#ctx0" brushRef="#br0" timeOffset="64046.91">6076 6336 28 0,'0'0'258'0,"-5"-4"-15"16,5 4-21-16,0 0-18 0,0 0-18 0,0 0-21 16,0 0-16-16,0 0-16 0,0 0-12 0,0 0-12 15,0 0 1-15,-8 20 0 0,8-12 1 0,-7 3-3 16,4-3-6-16,-2 8-1 0,-4-3-2 0,3 5-4 16,-1-2-4-16,-1 2-1 0,0 6-6 0,3-5-6 15,-5 4 3-15,5-4-3 0,-2-2-6 0,-1 1-9 16,6-1-3-16,-8 1-10 0,4-2 1 0,1-1-9 15,-2 1-3-15,2-3-3 0,0 1 0 0,5-4-7 0,-5-4 2 16,3 5-6-16,1-6 0 0,1 2-3 0,0-7-9 16,0 11-7-16,0-7-5 0,0-4-3 15,0 0-14-15,6 4-15 0,-6-4-15 0,0 0-18 0,0 0-15 16,15-13-19-16,-11 5-9 0,1-2-14 0,1-1-9 16,-1-1-5-16,5-3 3 0,0 0 2 0,-5-3 8 15,-2 0 18-15,2 2 13 0,2-4 6 0,-4 5 21 16,2 0 29-16,-3 3 26 0,3 0 26 0,-4 1 21 15,1 1 14-15,5 1 11 0,-7 3 10 0,3-1 5 16,-1 1-1-16,1-1-2 0,-3 7-5 0,3-7-7 16,-3 7-10-16,4-5-2 0,-4 5-4 0,0 0-3 15,0 0 3-15,0 0 4 0,23 12 2 0,-17-4 7 16,8 2 0-16,1-1-2 0,-1 2 0 0,1 0-7 16,7 4-2-16,3 1-8 0,-5-1 2 0,8 0-6 15,-7 3 0-15,1-4-2 0,1 2-8 0,0-4-4 16,-6-1 3-16,-3-1-3 0,1-4-3 0,0 1-2 15,-5-2-3-15,0 2 0 0,-2-2-5 0,-1-2 5 0,1-1 2 16,-8-2 22-16,7 5 26 0,1-1 25 0,-8-4-2 16,0 0-10-16,0 0-3 0,7-11-5 15,-6 6 10-15,-1 5 5 0,-1-13 2 0,1 1 7 0,0 3 2 16,-3-6-3-16,-1-3-4 0,-2 1 0 0,-3-7-5 16,8 5-10-16,-11-4-6 0,9-4-4 0,-4 8-8 15,1-5-4-15,-1-3-10 0,0 6-3 0,2 0-2 16,4 5-6-16,-4-3-1 0,1 3-6 0,1 7-4 15,1-2-14-15,2 1-25 0,-1 1-29 0,-4 3-39 16,5-3-50-16,0 9-54 0,-7-8-49 0,7 8-78 16,-3-4-84-16,1 0-307 0,2 4-766 0,0 0 339 15</inkml:trace>
  <inkml:trace contextRef="#ctx0" brushRef="#br0" timeOffset="68512.8">4783 5727 225 0,'0'0'250'0,"0"0"-10"0,-16 0-11 16,16 0-10-16,-14 0-8 0,14 0-12 15,0 0-11-15,0 0-13 0,-8-5-9 0,8 5-7 16,0 0-3-16,0 0-9 0,0 0-8 0,0 0-13 0,0 0-5 16,0 0-10-16,0 0-5 0,0 0-10 0,0 0-6 15,0 0-1-15,0 0-2 0,0 0-5 0,50 3-10 16,-22-6-5-16,3 3-5 0,14-2-3 0,3 2-6 15,2-5-7-15,6 3-10 0,2-1-4 0,6-1 2 16,19 4-7-16,0-4-1 0,5 0-1 0,-2 0-3 16,-2 1-2-16,0-2-5 0,1 2 2 0,-26 3 4 15,37-1-2-15,-9 0 8 0,-5 2-15 0,4-2-5 16,-3 1 2-16,-25-5-7 0,3 4 5 0,4 1-3 16,-6 0 4-16,6-2-4 0,-2 0-4 0,-5-2 9 15,3 3-1-15,0-2-6 0,-8-1 4 0,5 1 1 16,-7 1 1-16,7-5-1 0,-5 4-11 0,-1-4 5 15,-1 2 3-15,-1 1-10 0,-4-2 7 0,0 3 4 16,1 1-2-16,-6-5 2 0,-6 2-4 0,1 4 6 0,-4-2-9 16,4-1 5-16,-3 0 3 0,-1 1-5 15,-3 2 16-15,3-3-21 0,-4 2 4 0,2 1-1 16,-10-3 0-16,1 3 0 0,2-2 3 0,-4 3 0 16,2-3-1-16,-1 2-1 0,3 1 0 0,-1 0-3 0,-2 0 4 15,1-2-4-15,-1 2 0 0,1 0 0 0,1 0 6 16,6-3-3-16,-8 6 9 0,6-3-10 15,-4-3-1-15,3 3-1 0,1 0 8 0,-3 0-7 0,4-2 3 16,3 2-1-16,-9 0 2 0,1-1 0 0,6-2-2 16,-12 2-2-16,8-1 3 0,-10 1-5 0,6-3 2 15,-5 1-2-15,2 2-8 0,-1-3-4 0,-1 0-1 16,0 1 0-16,0 2-1 0,-8-2 0 0,6 0-1 16,0 1 2-16,-5-1-1 0,2 2-1 0,4-1 2 15,-6 1-5-15,3-2 2 0,-2 3 1 0,4-1-1 16,-3-1 5-16,3 0-3 0,-5-1-7 0,-8 3 5 15,20 0-1-15,-10-1 0 0,2-2 3 0,-12 3 3 16,16 3 1-16,-7-3-6 0,-9 0 6 0,16 0-2 16,-16 0 4-16,13 0 4 0,-13 0-1 0,14 0 2 15,-14 0 0-15,0 0 0 0,13 1 0 0,-13-1 1 16,0 0 3-16,10 0-4 0,-10 0 3 0,0 0-3 16,8 3 2-16,-8-3-2 0,0 0 0 0,0 0 0 15,5 4 3-15,-5-4 0 0,3 5 2 0,-3-5-6 16,7 6 3-16,-4-1 8 0,-1 2-8 0,-2 2-3 15,3 1 5-15,4 3-1 0,-2 1-1 0,-2 3 1 16,4 3 2-16,-1 1-2 0,3 4 2 0,4 2-1 0,-5 3 0 16,5 6 3-16,-3-6-2 0,4 9 10 0,-1-5-2 15,-3 1 9-15,5 8-2 0,-4 0 3 0,-2 2 6 16,-1-2 2-16,0 1-4 0,5 1 3 0,-6-5-5 16,-5 1 5-16,4-1-1 0,-1 2-2 0,-5-3-2 15,2 0-3-15,-2 5 9 0,-2-11-5 0,-3-3 2 16,5 2-4-16,0 8 3 0,0-7 4 0,-6-5-4 15,6 2 6-15,-2 2 6 0,2-2 5 0,2-2-7 16,-2 2-2-16,6-3 2 0,-6 1-3 0,0-1 1 16,5-2-7-16,2 0-7 0,-7-3 8 0,1-1-4 15,3-2 4-15,1 2 0 0,0-2-2 0,-2-1-9 16,0 1 6-16,1 0 3 0,-4-3-7 0,5 3 1 16,-2-3-5-16,0 3 4 0,-1-7-5 0,1 5 2 15,0-3-6-15,-1 2-2 0,5-1 7 0,-7-6 2 16,1 3-3-16,1-3-1 0,1 1-3 0,-1 0 1 15,0-2-1-15,1 4 4 0,0-1-6 0,-1-3 0 16,1-3-1-16,-1 3 2 0,0-2 6 0,-2 0-9 16,3 1 6-16,-3-7-4 0,0 7 12 0,0-7-8 0,3 4-1 15,-3-4-12-15,0 6 7 0,0-6 2 0,0 0 0 16,0 0 2-16,0 0 2 0,2 6-1 0,-2-6 1 16,0 0-7-16,0 0 1 0,0 0-4 0,0 0 3 15,0 0-2-15,0 0 6 0,0 0 6 0,0 0 1 16,0 0-15-16,-5 7 10 0,5-7-4 0,-12 0 5 15,12 0-2-15,-15-1-7 0,15 1 4 0,-18-3 3 16,5 3 2-16,-5 0-2 0,-5-1-5 0,1-1 4 16,4 4-3-16,-10-4 3 0,-4-1-3 0,3 3 4 15,-5-3-4-15,1 3 0 0,0 0 4 0,-10 0-6 16,-5 0 3-16,5 0-1 0,-8 6-2 0,6-9-5 16,-3 3 13-16,0 3-2 0,5 0 5 0,-2-3 0 15,-1 0-2-15,-2 4 6 0,5-4-1 0,-5 0 6 16,3 4-3-16,1-1-1 0,7-2 6 0,-9 0-4 15,0 4-1-15,1-4-1 0,2 7 0 0,-5-7 3 16,0 6 0-16,0-4-3 0,0 4-3 0,1-4-4 16,-2 2 3-16,-1-3 1 0,-3 6-2 0,7-1-6 0,-5-5 2 15,-1 0 8-15,3 4-1 0,2-4-9 0,-1 1-4 16,17 2 2-16,-19-2 6 0,10 1-5 16,4 0 4-16,1 1-5 0,2-3 1 0,-2 4 2 15,6-3-3-15,0 0 1 0,1 1-14 0,-3-4 11 0,3 4 5 16,-2-3-6-16,2-1 9 0,-2 0-4 0,4 3-1 15,-3 0 0-15,1-2-2 0,-2-1 0 0,-1 3 0 16,-4-1 2-16,0-2 2 0,4 3-4 0,-10-3 1 16,-7 3 6-16,13-2-7 0,-10-1-3 0,12 5 5 15,-15-5 4-15,3 0-4 0,11 0 2 0,-3 2-9 16,4-2 4-16,-2 0-1 0,6 0 3 0,-3 1 0 16,-3 2 3-16,6-2-6 0,-8-1 3 0,7-1 5 15,4 2-7-15,-2-1 3 0,-4 0-1 0,3 2-1 16,2-1 1-16,-6 3-3 0,10-4 3 0,3 1 1 15,-10 1 0-15,5-1-1 0,4-1 1 0,-7 0-4 16,6 3-3-16,-1-2 1 0,1 1 6 0,1-1 1 16,-2-1 0-16,0 4-3 0,-2-4 1 0,0 1-8 0,2 2 11 15,5-2-7-15,-4 1 1 0,1-1 4 0,1 3-2 16,1-3 0-16,1 1-3 0,3-2 3 0,5 1 0 16,-8 2-2-16,8-3 4 0,-3 0-4 15,13 0 3-15,-17 0-2 0,11 1-4 0,6-1 8 0,-15 0-3 16,15 0 1-16,-13-1 2 0,13 1 0 0,0 0-1 15,-12-3-3-15,12 3 1 0,0 0 12 0,0 0-11 16,-13 0 16-16,13 0-17 0,0 0 5 0,0 0-1 16,0 0-2-16,-15-1 0 0,15 1-4 0,-5-3-10 15,5 3 10-15,0 0 5 0,-8-7 0 0,6 3-2 16,2 4 1-16,-8-6 3 0,8 6-2 0,-5-7-3 16,0 0 4-16,5 7 2 0,-5-8 2 0,2 1 2 15,-4-2 3-15,5-1-6 0,-3 1 7 0,4-2 0 16,1 1 10-16,-9-7-6 0,4 5 0 0,4-7 2 15,-1-8-2-15,-6 0-2 0,3 0-4 0,2 0 3 16,-2 0-1-16,-2-1 0 0,-1-1-4 0,3-3-1 16,1-9-6-16,-2 4 3 0,-1-5-3 0,2 3 7 15,4 8-1-15,-8-1 5 0,9-10 4 0,-6 0 2 0,4-1 5 16,-5 0 11-16,6-3 3 0,-4 4 1 0,3-4-2 16,2 2 3-16,0-2-1 0,-6 4 0 15,12-2-3-15,-6-1-3 0,-6-1 3 0,12 2-6 0,-6-5-2 16,0 2-3-16,2 4 1 0,-2 0-2 0,0-4 1 15,6 5-4-15,1 12 3 0,-7 3 5 0,0-5 6 16,0 8 6-16,0-3 3 0,0 9 5 0,0-1 1 16,0 1-3-16,0 0-4 0,0 3-2 0,0 0-3 15,-7 2-1-15,7-2-8 0,-1 4 0 0,1 2-2 16,0 2-4-16,-5-1-4 0,5 2-8 0,0 0-26 16,0 6-36-16,0 0-36 0,0-8-58 0,0 8-66 15,0 0-59-15,0 0-41 0,0 0-32 0,0 0-58 16,0 0-91-16,0 0-261 0,0 0-814 0,15 17 360 15</inkml:trace>
  <inkml:trace contextRef="#ctx0" brushRef="#br0" timeOffset="71863.06">6607 4816 204 0,'5'-7'299'0,"-2"1"-9"0,2-1-11 16,-3 0-8-16,0 3-15 0,-2 4-6 0,3-10-2 0,-3 10-28 16,0 0-17-16,5-6-13 0,-5 1-23 15,0 5-12-15,0 0-14 0,0 0-21 0,0 0-13 16,0-7-13-16,0 7-15 0,0 0-4 0,0 0-9 16,0 0-11-16,0 0-9 0,0 0 1 0,-17 12-4 0,7-5-8 15,-1 5-5-15,1 1-2 0,-12 2 0 0,6 3 0 16,-4 1-7-16,-3 5 3 0,1-2-3 15,-8 6-3-15,6-4-6 0,-1-4 1 0,-3 11-4 0,3-5 6 16,3-5-4-16,-1 0 3 0,-3 3 8 0,6-1-14 16,-2 0 2-16,-1 0-2 0,3-3 0 0,-1-4-3 15,6-1-7-15,2 0-5 0,3-2-22 0,-4 1-22 16,1-1-19-16,7-5-19 0,-4 2-15 0,5-1-23 16,5-1-24-16,-9-2-24 0,13 2-38 0,-4-8-44 15,5 5-243-15,-5-5-542 0,0 0 241 0</inkml:trace>
  <inkml:trace contextRef="#ctx0" brushRef="#br0" timeOffset="72245.97">6152 4815 88 0,'0'0'188'16,"0"0"-9"-16,0 0-15 0,0 0-16 0,0 0 12 0,0 0-10 15,7 21-17-15,-1-14-5 0,-6 0-9 0,7 1-4 16,-1 6-1-16,1-5-1 0,3 7-8 0,2 3-6 16,-3-3-2-16,11 3-10 0,2 1-2 0,-2 4-1 15,1-3-4-15,14 7-5 0,0-1-5 0,3 0-4 16,-3 0-2-16,-2-3-9 0,3 6-3 0,-6-13-7 15,6 9-3-15,-9-7-2 0,-2-3-5 0,3 4-3 16,-5-5-3-16,-2 3-2 0,-4-5-4 0,-2 1-2 16,0-1-2-16,-2-5-1 0,-5-1-4 0,1 5-1 15,0-7 1-15,-4 2-3 0,0 0 1 0,5 0-5 16,-8-4 2-16,-2-3 0 0,3 6-2 0,-3-6 0 16,7 3 1-16,-7-3-7 0,2 4-15 0,-2-4-27 15,0 0-40-15,0 0-60 0,0 0-66 0,0 0-257 16,0 0-500-16,0 0 221 0</inkml:trace>
  <inkml:trace contextRef="#ctx0" brushRef="#br0" timeOffset="80428.78">13661 3132 47 0,'0'0'281'0,"0"0"-10"0,0-8-9 16,0 8-17-16,0 0-10 0,0 0-20 0,5-4-18 16,-5 4-17-16,0 0-15 0,0 0-17 15,0 0-14-15,0 0-11 0,0 0-14 0,0 0-11 0,0 0 4 16,0 0-3-16,0 0-6 0,0 0-5 0,0 0-7 15,-6 16-7-15,6-8-4 0,5-2-2 0,-5-6-5 16,-4 11-6-16,8-6-9 0,-4 3-2 0,1-2-5 16,-1 2-4-16,-1 1 0 0,2-2-1 0,-1-1-5 15,-1 4-2-15,1-1 1 0,0-1 4 0,0 4-1 16,0-5-4-16,0 6 0 0,0-4-1 0,-4 3-2 16,4-1-8-16,0 1 11 0,-1 0 0 0,1 7-3 15,-2-4-3-15,2-3-1 0,0 4 1 0,2 0 3 16,-2 2-1-16,-2 2-6 0,2 6 3 0,-2-10-6 15,2 4 9-15,0 3 3 0,-3 4-9 0,6 0 5 16,-6-1 7-16,6 1-3 0,-6 0 5 0,6-2-5 16,-6 2 3-16,3 0 2 0,3-3-3 0,-3 6 0 15,-3 1 8-15,3-3 3 0,0 2 3 0,3 0-6 0,-3 2 0 16,0-4 3-16,2-1 1 0,-2 2-1 0,2-2-1 16,-1 1 2-16,-2 0-2 0,1-2-1 15,1 2-2-15,-2-4 0 0,2 2-4 0,-2-7 0 0,1 2 5 16,1-3-7-16,-1 4 0 0,0-6-1 0,0 4 2 15,0-4-5-15,5 0-6 0,-1 6 4 0,-3-6 0 16,-1 0-1-16,4 1-3 0,-4 1 2 0,0 0-1 16,0-2-2-16,1 1 1 0,3 1 3 0,-3-2-6 15,1-1 0-15,-2 5-3 0,6-4 2 0,-6 2-2 16,4 5-2-16,6-3 4 0,-9-7-6 0,6 9 0 16,-7-2 4-16,2 6-5 0,4 1 6 0,1 0 2 15,-5-2 5-15,4 5-3 0,-3-4 3 0,2 2 1 16,0-9 2-16,-1 10 1 0,1 0-4 0,1-1 3 15,1 3 0-15,0-4 1 0,1 2-5 0,0-1 2 16,0 4-4-16,-1-2-1 0,0 10-1 0,1-10 0 16,-3-1-4-16,1 0 6 0,-2 2-6 0,1-3-2 0,1-1-1 15,1-1 2-15,-4 1-2 0,4 1-2 0,3-1 0 16,-7-1-1-16,-1-1-3 0,6-5 0 0,-6-3 0 16,4 2 3-16,-1-1-2 0,-5-3-1 0,5 2 1 15,-5 0-3-15,5-6 0 0,-5 2 0 0,4-2 2 16,-3-2-1-16,1-3 1 0,1 2-3 0,-1-3 4 15,1 1-10-15,-3 1-16 0,0-7-22 0,0 7-26 16,0-7-26-16,0 0-70 0,0 0-69 0,0 0-80 16,0 0-91-16,0 0-444 0,5-18-919 0,0 7 407 15</inkml:trace>
  <inkml:trace contextRef="#ctx0" brushRef="#br0" timeOffset="86478.48">14232 4200 309 0,'0'-6'332'0,"-6"-1"4"16,6 0-5-16,0 7-9 0,0-11-1 0,0 4-8 15,0 7-11-15,0-9-19 0,0 9-18 0,0-4-24 16,0 4-19-16,6-4-18 0,-6 4-24 0,0 0-19 0,0 0-28 16,0 0-8-16,0 0-12 0,0 0-17 15,0 0-4-15,0 0-14 0,2 22-6 0,-2-12-9 16,2 1-7-16,1 1-6 0,-3 2-6 0,0 0-1 15,0 4-5-15,0-3-14 0,0 5 10 0,0-4 0 0,0 4-8 16,0-1-4-16,0 3 0 0,2-6 1 0,-2 3-6 16,0 1-1-16,6-1-12 0,-4-4-33 15,-2 1-28-15,3 0-24 0,-1-1-28 0,-1-3-23 0,4-3-19 16,-1 1-29-16,1 2-43 0,-5-4-46 0,6-1-55 16,-1 1-308-16,-3-5-685 0,-2-3 302 0</inkml:trace>
  <inkml:trace contextRef="#ctx0" brushRef="#br0" timeOffset="86729.18">14221 4138 293 0,'-2'-8'346'0,"2"1"-2"0,0 7-13 16,2-5-18-16,-2 5-21 0,5-11-15 0,1 8-31 15,-4-3-17-15,5 3-25 0,1 0-20 0,-2-2-19 16,3 1-12-16,2 1-15 0,1 0-18 0,6-2-13 0,-1 2-14 16,-1 2-1-16,2 1-16 0,2-3-5 15,0 2-12-15,2 1-14 0,-6 1-43 0,4-1-33 16,2-1-33-16,-6 2-35 0,-1-1-44 0,0 3-49 0,0-3-43 16,-4 0-43-16,-2 1-245 0,-9-1-568 0,13 0 252 15</inkml:trace>
  <inkml:trace contextRef="#ctx0" brushRef="#br0" timeOffset="86929.17">14264 4308 50 0,'-4'3'209'0,"4"-3"-2"0,-5 6-10 0,5-6-2 15,0 0-12-15,-1 10-8 0,1-10-3 0,1 5-6 16,-1-5-12-16,9 6-7 0,-3-1-14 0,4-2-12 15,2-2-11-15,3 6-12 0,-2-3-12 0,4-3-6 16,6 3-10-16,-2-2-27 0,-3-1-35 0,2-1-47 16,2-1-48-16,6 1-53 0,-5-2-54 0,-1 2-164 15,1-1-387-15,-5-2 172 0</inkml:trace>
  <inkml:trace contextRef="#ctx0" brushRef="#br0" timeOffset="87647.06">14838 4185 282 0,'5'-5'289'16,"-5"5"-2"-16,0 0-11 0,2-4 0 0,-2 4-13 15,0 0-10-15,6-6-8 0,-6 6-13 0,0 0-11 0,0 0-18 16,0 0-12-16,0 0-24 0,0 0-5 0,0 0-12 15,0 0-6-15,0 0-29 0,0 0-8 0,0 0-14 16,0 0-6-16,0 0-8 0,0 0-5 0,-36 9-13 16,28-4-2-16,-4-1-9 0,2 0-5 0,-3 1-7 15,3 4 6-15,-3-3 1 0,-2 3-11 0,0-2-5 16,0 4-7-16,2-2-2 0,1 0-2 0,-1 2-3 16,0-2 1-16,-1-1-1 0,5 2-1 0,0-1 0 15,3-2-3-15,-1 4 1 0,0-2-3 0,1-4 2 16,4 5-11-16,0 2 7 0,2-5-2 0,-4 1-13 15,8 4 4-15,0-5-11 0,4-1-1 0,2 6-10 16,5-5-13-16,0 0-20 0,1-2-26 0,1 2-22 16,4-3-24-16,-4 2-27 0,3-3-20 0,0 0-26 15,-2 0-18-15,-3-3-13 0,5-1-6 0,-10 1 0 0,3-2 1 16,2-1 11-16,-9 0 21 0,3 0 25 0,-4-3 19 16,-5 6 11-16,1-9 26 0,-1 5 22 15,0 4 19-15,-6-7 29 0,6 7 29 0,-15-7 18 0,8 2 26 16,-1 1 20-16,0 0 16 0,-4-1 19 0,2 3 13 15,5-2 16-15,-10 1 11 0,7 1 5 0,0-1 7 16,8 3 9-16,-10-5 8 0,5 2 3 0,5 3 1 16,-10-4-1-16,10 4 6 0,0 0-1 0,-7-3-2 15,7 3-8-15,0 0-8 0,0 0-6 0,0 0-10 16,0 0-10-16,0 0-8 0,0 0-11 0,0 0-4 16,0 0-9-16,0 0-8 0,0 0-7 0,13-7-8 15,-13 7-2-15,0 0 9 0,0 0-24 0,0 0-4 16,0 0-6-16,27 6-2 0,-24-5 0 0,7 1 0 15,-10-2-6-15,10 6 2 0,-5-3-7 0,5 1-1 16,-5 1 0-16,2 1 2 0,-1-3-5 0,-4 2 0 16,6-1 0-16,-3 2 0 0,-3-1 1 0,4 0-8 15,-6 2 17-15,9-4-12 0,-9 4-4 0,6-1 3 16,-1 0-2-16,-1 2-1 0,-4-1-3 0,0 3 8 0,4-2-2 16,-2 1-2-16,-4-2-1 0,4 4 0 15,-4-2 3-15,-2-2-15 0,4 4-25 0,0-4-33 16,-4 2-28-16,4-1-38 0,-5 2-43 0,5-1-52 0,-1-2-62 15,1 0-288-15,0-7-630 0,1 13 279 0</inkml:trace>
  <inkml:trace contextRef="#ctx0" brushRef="#br0" timeOffset="89061.68">15095 4359 98 0,'0'0'228'0,"0"0"-3"15,0 0-8-15,0 0-8 0,0 0-10 0,0 0-6 16,1-5-4-16,-1 5-11 0,0 0-9 15,0 0-9-15,0 0-6 0,0 0-8 0,0 0-9 16,0 0-7-16,0 0-12 0,0 0-11 0,0 0-5 0,0 0-13 16,0 0-7-16,0 0-8 0,0 0 0 0,0 0 0 15,20 8-14-15,-20-8 3 0,0 0-2 0,0 0-5 16,0 0 2-16,0 0 4 0,0 0 4 0,0 0-5 16,17 1 11-16,-17-1-2 0,6 2-7 0,-6-2-5 15,15 0 4-15,-5 1-3 0,2-1-5 0,3 0-9 16,0 4 0-16,-1-4-6 0,6 0-5 0,-3 0 4 15,4 0-6-15,-4 0 1 0,1 1-12 0,0-1 1 16,1 0-4-16,-3 2-2 0,1-2 5 0,1 0-7 16,-7 0 0-16,3 0 1 0,-1 0-5 0,-3 0-8 15,1 0 5-15,-11 0 4 0,19 0-4 0,-13 0-2 16,-6 0 2-16,17 0-4 0,-17 0 2 0,15 0 5 16,-15 0-3-16,6 0-8 0,-6 0 1 0,0 0-2 0,0 0-4 15,14-2-10-15,-14 2 3 0,0 0-23 0,0 0-17 16,0 0-9-16,0 0-11 0,0 0-13 15,0 0-5-15,8 3-15 0,-8-3-13 0,0 0-11 16,0 0-20-16,0 0-10 0,0 0-17 0,0 0-20 0,0 0-3 16,0 0-20-16,0 0-25 0,0 0-192 0,0 0-471 15,0 0 209-15</inkml:trace>
  <inkml:trace contextRef="#ctx0" brushRef="#br0" timeOffset="89545.13">15464 4246 273 0,'0'0'283'16,"0"0"-11"-16,0 0-3 0,0 0-12 0,0 0-15 15,0 0-18-15,0 0-12 0,0 0-21 0,0 0-14 0,0 0-17 16,0 0-20-16,0 0-11 0,0 0-13 0,0 0-1 16,0 0-19-16,0 0-10 0,0 0-11 15,0 0-5-15,0 0-5 0,15 15-7 0,-9-10-6 0,3-1-5 16,-1 3-6-16,-3-2 0 0,5 2-4 0,-7-1-14 15,0-1 7-15,4 3-5 0,1-4 1 0,-1 3-8 16,-1-2 1-16,1 3 7 0,1-4-13 0,-3 3 1 16,2-3-3-16,-4 3-2 0,-3-2 2 0,5-1-3 15,-3-1-2-15,3 4 8 0,-5 1-13 0,0-8 4 16,-5 11 0-16,5-5 1 0,-7 1-1 0,7 1-1 16,-8-2-1-16,6 2-3 0,-9-1 6 0,7 2-7 15,-7-3 4-15,3 1-3 0,-1 4 2 0,1-4 1 16,1 2-1-16,-4-1-10 0,1 1-25 0,3-1-23 15,-1-1-16-15,1-1-31 0,1 2-34 0,-1-4-41 16,5 0-48-16,1 3-43 0,-4-3-222 0,5-4-531 16,0 8 235-16</inkml:trace>
  <inkml:trace contextRef="#ctx0" brushRef="#br0" timeOffset="89913.29">15825 4486 45 0,'0'0'312'0,"0"0"-7"0,-7-5-16 0,7 5-18 0,0 0-20 16,-2-7-17-16,2 7-19 0,0 0-20 0,0 0-12 15,0 0-21-15,0 0-17 0,0 0-11 0,-6-3-14 16,6 3-6-16,0 0-21 0,0 0 1 0,0 0-19 16,0 0-3-16,0 0-11 0,0 0-6 0,-19 8-9 15,19-8-1-15,0 0-8 0,-6 4 0 0,6-4-7 16,0 0-9-16,0 0 6 0,-5 5-3 0,5-5-2 16,0 0-3-16,0 0 1 0,0 0-4 0,0 0 7 15,0 0-15-15,0 0-4 0,0 0-8 0,0 0 1 16,0 0-8-16,0 0-22 0,0 0-27 0,0 0-35 15,0 0-37-15,0 0-36 0,16-12-42 0,-9 7-47 0,0-2-216 16,-7-1-510-16,3 1 226 0</inkml:trace>
  <inkml:trace contextRef="#ctx0" brushRef="#br0" timeOffset="90262.62">15719 4179 184 0,'0'0'236'0,"0"0"-15"16,0 0-15-16,0 0-12 0,0 0-17 0,0 0-16 15,0 0-17-15,0 0-14 0,0 0-14 0,0 0-10 16,0 0-13-16,0 0-6 0,-7 10-9 0,7-10-10 16,0 0-5-16,0 0-7 0,3 14-4 0,-3-14-3 15,0 0 2-15,5 6-6 0,2-1 7 0,-5-3 0 16,-2-2-5-16,8 5-3 0,-8-5-2 0,11 2-4 15,-11-2-2-15,14 0-3 0,-14 0-3 0,0 0 6 16,15-2-6-16,-15 2 7 0,10-6 10 0,-9 3 3 0,-1 3 5 16,8-6 1-16,-3 0 2 0,-5 6 5 15,5-8-2-15,-1 4-2 0,-4 4-3 0,0-8-3 16,0 4-3-16,0 4-9 0,0 0 6 0,0-9-18 16,0 9-5-16,-4-6-7 0,4 6-25 0,0 0-25 0,0 0-20 15,0 0-19-15,-15 0-31 0,15 0-38 0,0 0-45 16,-11 8-49-16,11-8-254 0,-3 7-528 15,1 1 233-15</inkml:trace>
  <inkml:trace contextRef="#ctx0" brushRef="#br0" timeOffset="91012.77">16089 4077 180 0,'4'-8'307'15,"-4"8"-10"-15,0 0-3 0,-4-12-15 0,4 12-5 16,0 0-24-16,0-5-15 0,0 5-17 0,0 0-11 16,0 0-26-16,4-7-13 0,-4 7-17 0,0 0-19 15,0 0-14-15,0 0-10 0,0 0 1 0,0 0-25 0,0 0-6 16,0 0-6-16,0 0-16 0,0 0-2 0,0 0-3 16,3-4-7-16,-3 4-2 0,0 0 3 15,0 0-6-15,0 0-12 0,0 0 1 0,0 0 0 0,0 0-2 16,0 0 1-16,0 0 7 0,0 0-5 0,0 0 4 15,0 0-5-15,0 0 9 0,0 0 2 0,0 0 0 16,2-6-6-16,-2 6-4 0,3-6-3 0,-3 6-5 16,0 0 5-16,3-8-7 0,-3 8 2 0,4-4-10 15,-4 4 5-15,0 0-6 0,0 0 1 0,0 0-6 16,0 0 6-16,1-7 0 0,-1 7-10 0,0 0 5 16,0 0-7-16,0 0-10 0,0 0 6 0,0 0 0 15,0 0 10-15,0 0-16 0,7 16-3 0,-5-9 1 16,-2 1 6-16,0 1 3 0,1 1 2 0,-1-1-5 15,0 9-3-15,4-2 1 0,0 0 4 0,-4 2-1 16,0-3 1-16,2 6 5 0,0-5 0 0,-2 4-3 16,0-1 1-16,1 1 4 0,1 0 0 0,-2-4-7 15,0 4 8-15,3-2-3 0,1-2 0 0,-4 0-10 16,0-4 12-16,0 7-2 0,3-7 5 0,-3 1-3 16,3-3 2-16,-3-1-4 0,0-1 0 0,0 1 1 15,0-1-3-15,0-3 4 0,0 0-5 0,0-5 6 16,0 10 7-16,0-10-1 0,0 8-12 0,0-8 5 0,0 0-1 15,0 8 2-15,0-8 10 0,0 0-7 0,0 0 2 16,-3 5 7-16,3-5 9 0,0 0 19 0,0 0 9 16,0 0 2-16,0 0 9 0,0 0 4 15,-3 5 2-15,3-5 4 0,0 0 5 0,0 0-4 0,0 0 0 16,0 0-3-16,0 0-11 0,0 0-7 0,0 0-5 16,0 0-5-16,0 0-7 0,0 0-5 0,0 0-24 15,-10-14-38-15,10 14-50 0,-4-5-71 0,4 5-70 16,-8-5-76-16,7 0-99 0,-4 1-354 0,5 4-811 15,0 0 359-15</inkml:trace>
  <inkml:trace contextRef="#ctx0" brushRef="#br0" timeOffset="105563.46">14704 6474 51 0,'5'-9'409'0,"0"-2"-6"16,2 4-5-16,-1-2-10 0,-6 4-22 15,5 1-25-15,-3-3-37 0,-2 7-32 0,5-4-31 0,-5 4-16 16,0 0 17-16,10 20-3 0,-5-4-17 0,-2 6-16 16,4 3-21-16,1 4-12 0,-5 2-14 0,1-1-13 15,2 3-14-15,-1 6-11 0,0-9-9 0,2-2-18 16,1 1-5-16,-3-1-10 0,2-1-6 0,-1 0-8 15,-4-7-9-15,4-1-6 0,-4-2-19 0,3 1-24 16,-3-4-36-16,-2 0-35 0,5-3-40 0,-4-2-32 16,1-2-18-16,5-2-35 0,-7-5-61 0,0 6-63 15,0-6-59-15,0 0-340 0,0 0-770 0,0 0 340 0</inkml:trace>
  <inkml:trace contextRef="#ctx0" brushRef="#br0" timeOffset="105794.14">14731 6396 329 0,'-7'-9'387'0,"2"1"13"0,0 1-10 15,2-1-10-15,1 3-11 0,-3-2-21 0,3 3-21 16,2 4-27-16,4-11-28 0,1 7-24 0,1 1-23 16,4-2-28-16,2 2-16 0,6-1-17 0,4 3-18 15,6-1-17-15,-5 2-15 0,7 0-27 0,-2 2-26 16,0-1-36-16,2 3-27 0,-2-2-60 0,2-1-45 15,-11 4-40-15,10 2-36 0,-13 0-40 0,1-3-50 16,-2-1-53-16,-5 2-26 0,-2-1-216 0,-2 2-614 16,-6 4 271-16</inkml:trace>
  <inkml:trace contextRef="#ctx0" brushRef="#br0" timeOffset="105961.51">14875 6642 12 0,'-9'1'274'0,"8"7"2"0,1-4 3 0,-5 4 2 15,5-8-3-15,6 10-14 0,3-5-19 0,-3 2-21 16,9-5-20-16,0 1-23 0,1 1-13 0,6 1-19 16,6-4-14-16,0-2-15 0,2-1-25 0,-5 2-50 15,5 0-51-15,4 0-69 0,-4-3-65 0,0-1-58 16,-2-1-80-16,0 0-145 0,-6 3-457 0,4-3 203 16</inkml:trace>
  <inkml:trace contextRef="#ctx0" brushRef="#br0" timeOffset="106294.51">15638 6457 223 0,'-5'-7'323'0,"5"7"-9"15,0 0-11-15,-2-5-10 0,2 5-16 0,0 0-3 16,-12-5-30-16,12 5-15 0,0 0-23 0,-16 0-12 15,16 0-15-15,-15 2-16 0,5 1-12 0,-2-1-5 16,-4 4-14-16,-4-2 2 0,7 1-11 0,-5 5-5 16,-2-2-8-16,1 1-4 0,1 3-4 0,0-2 0 15,0 2-10-15,1 0-4 0,-4 6-7 0,6-6-5 16,0 3-8-16,5-3-6 0,-5 5-2 0,5-2 3 16,5 3-12-16,0-6 0 0,-1 6-1 0,6-1-7 15,1-4 0-15,4 6-8 0,-3-5-6 0,6 1-6 16,2-2-21-16,5-2-32 0,2 1-40 0,2-3-46 15,0 0-38-15,7-1-41 0,-1 0-45 0,-4-3-44 16,9-1-38-16,-7-2-49 0,-1-2-227 0,-1 0-646 0,1 0 286 16</inkml:trace>
  <inkml:trace contextRef="#ctx0" brushRef="#br0" timeOffset="106561.2">15601 6726 61 0,'-8'-9'214'15,"1"1"23"-15,-6 4 15 0,6-7 8 0,-1 6 9 16,0-4 10-16,-4 2 10 0,9 4 14 0,-2-4 5 15,-2 2-1-15,7 5-4 0,-3-7-11 0,0 1-14 16,3 6-17-16,0 0-20 0,0-6-18 0,0 6-22 16,0 0-17-16,0 0-19 0,0 0-9 0,13-1-24 15,-13 1-14-15,21 5-12 0,-6-2-11 0,0 5-9 16,-1 0-12-16,2 2-6 0,4-2-7 0,-5 5-6 16,-2-1-7-16,2-1-4 0,-3 1-4 0,2 1-6 0,1 1-5 15,-3-3-1-15,-2 5-6 0,3-3-2 16,-5 1-3-16,-1 1-13 0,3 0-13 0,-5 1-28 0,-3-3-16 15,-2 2-23-15,0 0-33 0,0 0-36 0,-2 2-25 16,-6-6-30-16,-2-3-30 0,-5 7-31 0,-2-5-45 16,2 0-55-16,-1-4-341 0,-1 0-759 0,-3 0 336 15</inkml:trace>
  <inkml:trace contextRef="#ctx0" brushRef="#br0" timeOffset="107360.81">14211 5686 84 0,'0'0'337'0,"0"0"-11"16,0-5-3-16,0 5-19 0,0 0-21 0,0 0-18 15,-7-5-22-15,7 5-32 0,0 0-28 0,0 0-14 16,0 0-16-16,0 0-16 0,0 0-15 0,0 0-16 16,0 0-5-16,-3 15-12 0,1-11-12 0,2-4-6 15,0 18-9-15,0-10-1 0,0 1-6 0,2 8-9 16,-2-8-1-16,2 2-7 0,-2 1-7 0,1 0-1 16,-1 5-7-16,0-8 4 0,5 0-3 0,-5 2 0 0,-5-3-1 15,5 0-1-15,0 3-4 0,0-6-11 0,0-5 12 16,0 10-4-16,0-10 9 0,-5 7 21 0,-5-6 21 15,5 1 15-15,5-2 11 0,-25 3-4 0,6-6 3 16,0 0-2-16,-14-3 7 0,2 2-8 0,-2-4 1 16,0-3-4-16,-10-2-6 0,11 6-5 0,2-4-16 15,1 2 1-15,2 2-8 0,-4-1-6 0,11 2-10 16,3 0-37-16,6 3-82 0,1-1-83 0,6 2-89 16,4 2-80-16,0 0-93 0,29 6-274 0,-3-2-761 15,9 3 337-15</inkml:trace>
  <inkml:trace contextRef="#ctx0" brushRef="#br0" timeOffset="108794.15">14174 6828 338 0,'-1'-8'364'0,"1"8"-23"0,0 0-30 0,0 0-31 0,0 0-28 16,0 0-29-16,0 0-24 0,0 0-21 0,0 0-18 15,0 0-15-15,0 0-15 0,0 0-11 0,0 0-13 16,0 0-8-16,0 0-13 0,0 0 5 0,-14 12-6 15,14-12-6-15,0 0-4 0,0 0-1 0,0 0 5 16,0 8-2-16,0-8 3 0,0 0 7 0,0 0 3 16,0 0 2-16,0 0 8 0,0 0 4 0,0 0 2 15,0 0 9-15,0 0 2 0,0 0-6 0,0 0-10 16,0 0-12-16,0 0-6 0,0 0-8 0,2-20-7 16,5 14-11-16,-7-3-6 0,0 1-10 0,5-2-6 0,-4 0-14 15,9-5-9-15,-6 0-6 0,2 2-15 0,-1-4 4 16,-1 0-7-16,-3 2 3 0,4-1-10 15,-3-5 3-15,3 0 0 0,-4 3 4 0,1-6-3 0,0 0 3 16,-6-2 2-16,6 1 0 0,-2 7 0 0,-2-14 3 16,2 10 2-16,-1-3 2 0,1 8-1 0,0-7 11 15,0 3 6-15,-5 3 9 0,5 3 4 0,0-1 4 16,5 0 8-16,-10-2 1 0,5 5 16 0,0 1-8 16,0 1 3-16,0 4-3 0,0-1 0 0,0 1-4 15,0-1-7-15,0 1-3 0,0 7-3 0,0-5-7 16,0 5-7-16,0 0-5 0,5-8-3 0,-5 8-3 15,0 0 0-15,0 0-2 0,1 23 4 0,3-8-6 16,1 2 0-16,-5 10 1 0,6 4 3 0,-2 10-7 0,-1 6 3 16,-1 0 2-16,-2 3 2 0,0 1-2 15,0 2 1-15,0 5-2 0,0-10 1 0,6 6-1 0,-6-1 2 16,2-2-1-16,-2-6 1 0,8 4 1 0,-1-8-7 16,-2 2-5-16,-2-1-1 0,2-12 1 0,0 0-6 15,-3 0-6-15,4-3-1 0,-2-3-12 0,-4-6-25 16,5-2-23-16,-4 1-31 0,4-7-26 0,-3 1-5 15,-2-3-1-15,5-3-14 0,-5-2-36 0,0-3-44 16,0 0-40-16,0 0-42 0,0 0-59 0,5-16-221 16,-7 8-649-16,0-3 287 0</inkml:trace>
  <inkml:trace contextRef="#ctx0" brushRef="#br0" timeOffset="109277.36">13906 6281 149 0,'0'-13'369'15,"2"4"-6"-15,-2-1 6 0,3 1-6 0,-3 3-13 16,0 0-34-16,0 0-30 0,0 6-28 0,0-6-30 0,0 6-29 16,0 0-20-16,0 0-21 0,0 0-23 15,7 25-3-15,-2-7-18 0,1 5-5 0,-2 5-12 16,-1 13-9-16,0 3-11 0,-4-4-5 0,6 9-4 0,-5 2-6 15,0 2-5-15,0 1-10 0,1 1 1 0,-1-4-5 16,0 3-5-16,-1-1-1 0,1 2-5 0,1-8-4 16,-2 7 9-16,1-3-13 0,-4-3-2 0,4 2-7 15,0 2 16-15,0-7-16 0,4 0-2 0,-4-1-1 16,0-12 3-16,-4-1-5 0,4 0-1 0,0 0 2 16,-1-7 1-16,2-2-4 0,-1-5 5 0,0-2-1 15,0-3-2-15,4-2 0 0,-3-2 1 0,-1 1-9 16,-1-2-34-16,1-7-51 0,0 0-54 0,0 0-54 15,0 0-72-15,10-19-84 0,-9 7-338 0,1 0-743 16,-4-4 329-16</inkml:trace>
  <inkml:trace contextRef="#ctx0" brushRef="#br0" timeOffset="110427.37">12243 6627 285 0,'-3'-9'364'0,"3"0"-12"0,0 1-13 15,0 3-18-15,0 5-23 0,0-11-26 0,0 6-28 16,0 5-27-16,0 0-35 0,0 0-15 0,0 0-27 16,0 0 1-16,0 0-19 0,3 21-14 0,-2-3-14 15,1 2-2-15,0 4-10 0,1-6-10 0,2 10-10 16,-2-1-1-16,-1 5-14 0,5-3 2 0,-2-1 0 15,-2 2-11-15,2-2-1 0,2 2-3 0,-4-1-7 16,3-2 0-16,1-3 0 0,-7-3-5 0,8-5-2 16,-8-1-4-16,7 1-9 0,-5-5 0 0,1 0 0 0,0-2-5 15,-1-2-4-15,5 1-2 0,-7 0 1 0,3-5 4 16,-3-3 2-16,10 1 3 0,-10-1-3 0,0 0-3 16,21-8 16-16,-12 4-21 0,-1-4 5 0,5 1 4 15,-5-4-6-15,6-2 4 0,-1-1-5 0,-3 2 4 16,3-1 0-16,-5-1 1 0,7 2 16 0,-8 2 21 15,1 0 11-15,-3 1 7 0,3-1 10 0,-4 0 2 16,1 1 3-16,1 5-2 0,-4-3-4 0,1 2-7 16,-1-2-7-16,1 3-8 0,-3 4-3 0,3-5-13 15,-3 5-6-15,0 0-7 0,0 0-1 0,0 0 0 16,0 0-4-16,15 12-4 0,-13-3-1 0,1-1-6 16,2 4-7-16,0-2-1 0,5 2-9 0,-5 0-4 15,2-1 3-15,4 1-9 0,-2 4 3 0,4-5-4 16,-5 4 2-16,4-7-1 0,-2 2 0 0,-2-2 7 15,2-3 3-15,0 2 21 0,0-2-25 0,1-3 5 16,-2-1 9-16,-9-1-1 0,21-4 2 0,-13 1-4 0,-1 0 14 16,1-3 16-16,-1-1 9 0,-5-1 11 0,4-7-2 15,-1 0 8-15,-3 0 5 0,4-2 6 0,-6-1-4 16,4-6 4-16,-4-3-1 0,0 0-6 0,0 0-1 16,0 0-3-16,-4 0-5 0,3 2 0 0,2-1-6 15,-1 7-5-15,-1-1-1 0,1 2-4 0,0 2-1 16,0 1-8-16,0 3-1 0,0 4-8 0,0-4-23 15,-5 7-47-15,10-2-56 0,-5 7-65 0,-5-7-38 16,5 7-27-16,0 0-35 0,0 0-49 0,0 0-52 0,10 16-262 16,-7-5-702-16,-1-2 310 0</inkml:trace>
  <inkml:trace contextRef="#ctx0" brushRef="#br0" timeOffset="111177.47">13322 6728 56 0,'0'0'257'0,"-3"-8"-8"0,1 2-1 0,2 6-6 16,-2-9-6-16,-3 3-8 0,0 1-4 0,5 5-13 0,-8-7-8 16,3 0-10-16,-1 5-14 0,6 2-8 0,-10-5-20 15,3 2-1-15,7 3-18 0,-13-4-14 16,13 4-8-16,-12 0-8 0,1 4-9 0,2-2-10 0,-1 1-7 15,0 3-7-15,-1 3 1 0,-4 0 1 0,2 4 0 16,-2 1 0-16,2-1 7 0,-1 3-14 0,-1 0 5 16,6 2-8-16,-5-2 1 0,6 8-18 0,-5-5 14 15,8-3 2-15,-5 3-3 0,8-4 0 0,-3 0-1 16,5 5 4-16,0-6 5 0,0 3 7 0,0-2-7 16,7 1-3-16,0-5 4 0,4 1-4 0,6-1-6 15,-1-2-4-15,12-2-4 0,0 4-6 0,4-5-5 16,-1 0-14-16,2-5-19 0,1 1-26 0,-1-1-33 15,-2-2-37-15,-1-1-44 0,0-2-26 0,-9 0-37 0,-6-3-43 16,7 2-50-16,-7-3-47 0,-1-3-313 0,1 3-704 16,-8 1 312-16</inkml:trace>
  <inkml:trace contextRef="#ctx0" brushRef="#br0" timeOffset="113161.53">11864 6422 242 0,'-13'-2'237'0,"13"2"-13"0,0 0-19 0,0 0-14 16,0 0-2-16,0 0-11 0,0 0-11 15,43 0-17-15,-15 0-7 0,6-2-8 0,0-2-3 16,15 4-10-16,4-3-8 0,5 0-10 0,5 0-8 0,0 1-13 16,25-2 4-16,-1-4-7 0,-4 4-2 0,2 1-6 15,-3-6-5-15,-1-2-7 0,-21 6-9 0,6-2-7 16,15-1-3-16,-21 4-2 0,4-4-2 0,-6 1-7 15,2 3-4-15,0-2 2 0,-1-4-4 0,1 2-3 16,-9 2-2-16,0-3-5 0,-3 3 3 0,-1-3-4 16,4 1-1-16,2 1 0 0,-8 3-4 0,-1-1 2 15,6 2-3-15,-4-1 1 0,2 0 1 0,-1 1-3 16,-3 2-1-16,1 0 1 0,0-1-2 0,3 2 3 16,-2-3-2-16,2 3-3 0,-2 0 5 0,1 0-4 15,-4 3-2-15,-5-1 3 0,-7-2 0 0,4 0 0 16,1-2-3-16,-1-1 0 0,0-2-1 0,-2 4 2 15,0 1 1-15,2-2 0 0,-4 1-3 0,-1-2 4 0,5-5-3 16,-7 1 0-16,0 2 1 0,2 1 1 0,-2-7 0 16,-3 4-1-16,3 2 0 0,-6 1-1 15,-1-4 2-15,-1 0-3 0,-2 1-1 0,12 2 3 0,-12-2 7 16,0 2-12-16,6-3 2 0,-3 2 1 0,1 0 0 16,7 0-1-16,-2 2 1 0,-6 0-2 0,4-4 4 15,-3 4-3-15,-1-3 1 0,1 6 8 0,6-2-13 16,-8-2 3-16,1 3 0 0,6-2 1 0,-9 3-4 15,12-3 5-15,-10 1-1 0,14 3 2 0,-9-1 0 16,-3-2 0-16,8 3-3 0,-11-3 6 0,3 2-5 16,-5 1 1-16,2-4 3 0,0 1-3 0,-1-1 0 15,-7 4 3-15,11-1 0 0,-7-1-3 0,-4 0-1 16,6-2-1-16,-9 3 1 0,5-2 2 0,-3 1 1 0,-10 2-1 16,17-2-2-16,-12 2 2 0,-5 0-1 15,13-3-1-15,-13 3 2 0,0 0-3 0,15 0-4 16,-15 0 2-16,0 0 1 0,7-1 3 0,-7 1-5 0,0 0 5 15,0 0-3-15,8 4 0 0,-8-4 1 0,8 4 1 16,-3 0 0-16,-5-4 11 0,8 9-15 0,-6-5-1 16,3 3 3-16,2 4 0 0,-4-6 2 0,4 6-1 15,-1 2 14-15,3 4 8 0,2-1 13 0,-1 3-13 16,-2 5-3-16,4 0 1 0,-1 2-4 0,-1 5 2 16,5 7-4-16,-3 2 5 0,3 2-3 0,-2 5 2 15,-1-4-2-15,3 3-5 0,-1 1 4 0,5 6-1 16,-1-10-6-16,-3 6 7 0,5-1 4 0,-2-5 3 15,-2 0 1-15,-1-2-3 0,5-2-1 0,-3 1 0 16,-7-13 7-16,0 2 4 0,-2-4-4 0,0-5 2 16,-1-2 4-16,-4 0-1 0,2 0 0 0,2-3 4 15,-7-3 0-15,1-2 1 0,1-1 4 0,1 1-1 0,-3-2 4 16,2-1 1-16,0 0-6 0,1 3 0 0,-3-5 0 16,3 0 0-16,-3 4 3 0,5-4-5 15,-3 3-9-15,-1-2 3 0,3 3-4 0,1 0-3 0,-2 0 1 16,0-3-6-16,2 3 2 0,0 7-2 0,0-4 0 15,0-1 0-15,2 2-6 0,-4-1-1 0,2 3 0 16,-3-3 0-16,4 2-4 0,1-5 1 0,-2 6 1 16,2-1 3-16,-4-2-5 0,-2 1-2 0,3-6 4 15,-1 7-12-15,0-6 9 0,1 2 1 0,-8 1 0 16,8-6-1-16,-4-2 1 0,0 5 1 0,0-8-2 16,1 9 1-16,-1-9 4 0,-1 6 2 0,1-6-3 15,-7 3-1-15,0 1-3 0,4 0 11 0,3-4-7 16,-15 1-6-16,15-1 3 0,-20 3-5 0,7-3 2 15,-3 0-6-15,-6 1 8 0,1-1 1 0,-6 0-7 16,-4 0 10-16,-1 0-7 0,1 2 0 0,-17 3 1 16,0-7-3-16,-2 8 3 0,0-2-7 0,-2 1 5 0,-3 1 2 15,-1-2-2-15,-2 7-1 0,-4-2 0 0,8 0-1 16,-9 5 2-16,-2-6 4 0,1 4-8 0,3-1 4 16,1-2-2-16,-21 6-1 0,21-4-2 0,-3-4 3 15,7 2-1-15,-2 2 6 0,-1-5-1 0,1-1-7 16,-2 4 5-16,-3-2 3 0,2-2 0 0,-2-2-4 15,0 4 1-15,-1-3-4 0,-3-3 3 0,9 4 5 16,-3-2-8-16,3 0-12 0,2-3 19 0,0 1-2 16,-1-1 2-16,1 2-6 0,3-1 5 0,2 4-1 15,-2-5 2-15,7 0 2 0,-4 2-2 0,-1-4 0 16,8 2-4-16,-2 0-2 0,-6-1 4 0,4-4-3 16,4 5-1-16,-8 0 4 0,0-2-2 0,-1-2 2 0,1 4-2 15,3-3-3-15,-2 1 5 0,-6 2 0 16,3-3-5-16,2-1 4 0,0 4-2 0,-1 3 14 15,1-3-13-15,0 0 1 0,4 0 3 0,-2 0-6 0,4 0 5 16,2 0-4-16,6 0-10 0,8 4 11 0,-1-2-2 16,2 0 6-16,-4-4-5 0,11 5-4 0,-2-3 7 15,8 4-3-15,-7-2 4 0,1 3-1 0,4-5 3 16,-3 1-5-16,-1 2 0 0,4 0 4 0,4-2-6 16,-2 4 4-16,0-3 8 0,0 2-14 0,0-3 5 15,0 2 0-15,-3 2-2 0,5-3-8 0,0 2 10 16,3-3-2-16,-2 1-6 0,4 3 8 0,-5-5 2 15,4 1-5-15,0 2 11 0,9-3-11 0,-14 4-1 0,6 0 5 16,8-4 1-16,-12 0-4 0,12 0 0 0,0 0 2 16,-8 4 2-16,8-4-3 0,0 0 6 15,0 0-7-15,0 0 4 0,0 0-2 0,-15-1 1 0,15 1 3 16,0 0 6-16,0 0-10 0,0 0 7 0,0 0 1 16,-8-7 13-16,8 7 2 0,-8-4-6 0,8 4 8 15,-7-6 6-15,0 0 10 0,6 0-2 0,-4-2 4 16,-3-1 1-16,1-2 2 0,2-5 11 0,-5-2 11 15,3 2-1-15,-1-11-8 0,2 0-7 0,-8-5 0 16,6-10-6-16,-4-4 0 0,1-2 2 0,1-5 2 16,0 2 5-16,0 1 7 0,-3-3 6 0,5-1 10 15,-6-2 2-15,3 6 4 0,-4-3 5 0,0 2 2 16,-5 1 8-16,7 1-7 0,-2 1 2 0,-2 0-15 0,2 6-11 16,4 2 0-16,-1-1-7 0,4 11 6 15,-4 6-19-15,4 0-3 0,2 5-8 0,-1 3 10 16,5 1-29-16,-4 5-33 0,6 2-45 0,-7-2-64 0,7 4-88 15,0 1-87-15,0 5-46 0,0 0-47 0,0 0-75 16,26 12-451-16,-9 0-995 0,-4-1 440 0</inkml:trace>
  <inkml:trace contextRef="#ctx0" brushRef="#br0" timeOffset="114743.88">13728 3070 54 0,'-9'-4'176'0,"9"4"-6"0,0 0-9 0,-8-5-10 15,8 5-6-15,0 0-14 0,-7-4-13 0,7 4-5 16,0 0-11-16,0 0-10 0,0 0-4 0,0 0-5 16,0 0-5-16,-6-3-10 0,6 3-5 0,0 0-6 15,0 0-1-15,0 0 0 0,0 0-8 0,0 0 3 16,0 0-3-16,0 0 1 0,0 0 4 0,0 0 5 16,0 0 1-16,20 12 0 0,-15-8-4 0,6-2 0 0,-4-2-1 15,3 3-4-15,5-1-6 0,3 3-2 0,-3-2-4 16,1 5-1-16,6-4-3 0,-1 3-1 15,1-6-7-15,9 5 0 0,1 2-2 0,1-3-4 0,2 3 3 16,11 3 14-16,-3-3 3 0,2-3 0 0,4 9 0 16,-2-6-3-16,6 2-3 0,3 0 2 0,-2-1 3 15,4 0-7-15,2 2-1 0,-2 4 2 0,1-6 7 16,1 3-12-16,-2-1 0 0,2 1 0 0,2-1-2 16,0 2 4-16,1-2 12 0,21 10-4 0,-3-11 3 15,-18 4-4-15,-2-2-6 0,19 6 3 0,-19-4-2 16,25 4-1-16,-3-1 1 0,5 2 14 0,-2-1-4 15,-2 1 0-15,10 1 8 0,-8 0-4 0,0-3-4 16,1 9-2-16,9-1 4 0,-5-3-6 0,-9-3 2 16,3-3 6-16,-1 3-5 0,-3 1 4 0,0-5-5 15,5 4-3-15,-6-7 6 0,-21 5-5 0,1-4-1 16,1 1-3-16,17 4 3 0,-13-3 3 0,-6-4-2 16,-1 2-1-16,-5 2-7 0,0-3-1 0,-3-5-1 0,3 8-2 15,-4-4-3-15,1 4-3 0,-4-3 2 16,-1-2-6-16,0 3-6 0,-2-1 6 0,1-3-2 15,-2 2-6-15,-11-2 2 0,1-1 0 0,-2 2-1 0,-1-1-1 16,3 2 0-16,-1-3-2 0,1 3 1 0,-4-2-2 16,-3-1 1-16,3 2-2 0,0-2 2 0,-7-4 1 15,3 8-2-15,5-1 0 0,-5-7 0 0,5 7 0 16,-1-2 0-16,1-3 0 0,2 4-2 0,-1-2 1 16,5 2 2-16,-6-2-1 0,1 1 0 0,7 1-2 15,-1-2-1-15,-3 1-3 0,7 3 8 0,-5-2 7 16,-4-2-8-16,2 4-3 0,14-3-3 0,-14 0 5 15,-4 0-1-15,5 0 4 0,-10-2-2 0,-2-4 0 16,-2 4-1-16,-2-3 10 0,2 0-7 0,-5 1 2 16,-9-5-2-16,4 3 3 0,-1-2 1 0,0-1 0 15,-9 0 2-15,9 3-2 0,-9-3 2 0,0 0-4 16,0 0-4-16,0 0-4 0,10 4 10 0,-10-4-42 16,0 0-42-16,0 0-43 0,0 0-41 0,0 0-40 0,0 0-42 15,0 0-55-15,0 0-64 0,0 0-298 16,0 0-709-16,0 0 314 0</inkml:trace>
  <inkml:trace contextRef="#ctx0" brushRef="#br0" timeOffset="115077.64">18974 4003 198 0,'0'0'252'0,"-6"11"-1"16,6-4-12-16,6 2-4 0,1 3-11 0,1 2-11 15,7-1-15-15,2 10-10 0,3-1-11 0,1-5-19 16,2 4-14-16,-3 4-16 0,3-5-8 0,-1 4-11 16,-4-3-12-16,-5-5-10 0,9 3-8 0,-9-1-12 15,0-4-2-15,-4 1-5 0,0-1-10 0,-4 2-3 16,-3-7-6-16,-2 2 0 0,0 4-3 0,-2-6-5 15,-3 3 0-15,-4 2-4 0,-3-4-4 0,-10 2 1 16,6 1-5-16,-7 1 3 0,-5-4-2 0,3 2-5 16,-2 1-9-16,2-3-29 0,-1 5-33 0,3-3-30 0,1-1-34 15,1-3-44-15,6 3-51 0,2-3-63 0,-2 0-194 16,3 3-508-16,7-8 225 0</inkml:trace>
  <inkml:trace contextRef="#ctx0" brushRef="#br0" timeOffset="116160.51">17672 3061 252 0,'0'0'344'0,"0"-5"4"16,0 5-6-16,0-8 10 0,0 8-8 0,0-6-11 15,0 6-16-15,0 0-32 0,0-11-28 0,0 11-24 16,0 0-29-16,0 0-21 0,0 0-27 0,0 0-13 16,0 0-16-16,0 0-9 0,0 0-17 0,0 27-8 15,5-13-12-15,-4 4-11 0,4 0-5 0,-5 1-4 16,4 4-6-16,-3 1-10 0,4 2 3 0,-5-1-5 16,0 1-5-16,0 1-5 0,0-7-3 0,0 0-4 15,7 4-3-15,-7-6-22 0,0 0-33 0,0-2-33 16,0 3-20-16,0-11-25 0,0 8-30 0,0-8-12 15,3 2-17-15,-3-1-16 0,0-5-27 0,0-4-34 16,3 8-50-16,-3-8-281 0,0 0-625 0,0 0 278 0</inkml:trace>
  <inkml:trace contextRef="#ctx0" brushRef="#br0" timeOffset="116410.35">17687 3000 327 0,'-9'-8'357'0,"9"8"5"16,0-5-9-16,0-2-10 0,0 7-12 0,0-7-11 15,0 7-17-15,0-8-23 0,0 8-27 0,5-7-26 16,-1 2-16-16,-4 5-26 0,6-5-19 0,1 0-17 16,1 3-16-16,5-1-22 0,2 2-17 0,2 1-30 15,3 1-38-15,-2-1-21 0,10 2-27 0,-8 1-23 16,1 0-22-16,11 0-26 0,-2 1-29 0,-7 1-25 15,-3 1-22-15,-4-3-32 0,4 0-24 0,-5 3-27 16,0-2-35-16,-5 3-208 0,-5-5-537 0,5 4 237 0</inkml:trace>
  <inkml:trace contextRef="#ctx0" brushRef="#br0" timeOffset="116610.34">17751 3279 29 0,'0'0'250'0,"-5"11"4"16,5-11 4-16,5 5 6 0,-5-5-5 0,10 2-11 16,-3-1-20-16,1 2-19 0,-8-3-21 0,25-3-15 15,-14 3-16-15,3-1-22 0,2-1-11 0,6 1-12 16,-4-2-12-16,0 0-25 0,4-2-33 0,-6 1-46 16,6 1-55-16,-6-2-66 0,4 3-70 0,-5-4-259 15,3 2-491-15,-6 0 216 0</inkml:trace>
  <inkml:trace contextRef="#ctx0" brushRef="#br0" timeOffset="118393.7">18239 3015 326 0,'4'-11'326'0,"-1"9"-7"16,-3 2-2-16,0 0-1 0,3-7-14 0,-3 7-7 16,4-6-22-16,-4 6-23 0,0 0-23 0,0 0-25 15,0 0-27-15,0 0-18 0,5-4-21 0,-5 4-12 16,0 0-15-16,0 0-11 0,0 0-6 0,3 19-14 15,-1-11-11-15,-2 4-2 0,0 2-10 0,5 2 15 16,-5 0-26-16,0 4-2 0,6-2-4 0,-4 6-5 16,-2 3 2-16,0-6-5 0,5-1-13 0,-4-3 20 15,1 6-17-15,3-4-1 0,-5 0-2 0,2 0-4 16,-2-1 1-16,6-3 0 0,-6 3-5 0,0-7-2 16,0 1-3-16,0 0 5 0,2-2-4 0,3-1-2 15,-3-5 3-15,-2 3-12 0,0-2 6 0,0-5 0 0,5 8 1 16,-2-4-1-16,-3-4 3 0,0 0 0 15,3 3 0-15,-3-3-4 0,0 0 3 0,0 0-2 16,17-10 4-16,-11 5-8 0,1 0 9 0,1-5-3 0,1 6 5 16,-1-5-8-16,-2-3-2 0,6 6 7 0,-4-3-1 15,-1-2-3-15,1 3 9 0,1 0 7 0,-1-3-1 16,-2 4 4-16,1 2 4 0,0-5 11 0,-4 4-11 16,4 0-2-16,-2 1-3 0,-2 1 1 0,-3 4 1 15,6-6-9-15,-4 1 2 0,-2 5-3 0,0 0 1 16,5-4-5-16,-5 4-6 0,5-4-2 0,-5 4 0 15,0 0-8-15,0 0 10 0,0 0-3 0,8 11 6 16,-4-6 1-16,-1 4-6 0,-1-3 1 0,4 3-12 16,-2 1 7-16,2-1 1 0,1 5-1 0,-1-6-2 15,3 0-2-15,-1 7-4 0,5-4 3 0,-5 1-6 16,-1-3 10-16,3-2-6 0,-5 1 2 0,2-1-2 16,1 0 2-16,-1-3 6 0,-1 1-10 0,-1-2 13 0,0-2 1 15,-5-1 1-15,15 1 12 0,-15-1-11 0,13-4 1 16,-5-1 4-16,-3 0 6 0,-3-2 8 0,5 0 12 15,-4-1-7-15,2-2 19 0,-5-3 3 16,7-3 5-16,-7-2 1 0,5 5-6 0,-5-10 6 0,1-2 0 16,-2-2-5-16,-4 0-2 0,5 1-4 0,-7 7-4 15,7-5-9-15,-2-2 27 0,-1 6-7 0,0 0-5 16,1-1-4-16,-3 6-2 0,5 0-5 0,-2 1-5 16,-3 3-10-16,5 0-14 0,0 2-33 0,0 1-54 15,-3 2-61-15,3 6-70 0,-5-7-23 0,5 7-16 16,0 0-37-16,0 0-68 0,0 0-64 0,0 0-219 15,0 30-695-15,8-13 307 0</inkml:trace>
  <inkml:trace contextRef="#ctx0" brushRef="#br0" timeOffset="118843.7">18925 3228 171 0,'0'0'372'15,"0"0"3"-15,0 0-14 0,0 0-15 0,0 0-12 16,0 0-5-16,0 0-30 0,0 0-25 0,0 0-15 16,0 0-23-16,0 0-21 0,0 0-14 0,0 0-19 15,0 0-16-15,0 0-16 0,0 0-11 0,28 9-15 16,-20-6-19-16,5 0 1 0,2-2-12 0,7 6-11 15,-6-4-8-15,6 2-6 0,-1-3-7 0,6 1-6 16,-1 0-9-16,4 0-6 0,-8-2-6 0,1 2-11 16,-3-3-18-16,0 0-16 0,-2-3-15 0,0 3-29 15,-2-1-24-15,-1-2-32 0,-5-1-28 0,2 2-25 0,-7-3-34 16,0 3-39-16,1-3-44 0,-6 5-48 0,5-13-36 16,-10 6-196-16,-3 3-604 0,2-4 267 15</inkml:trace>
  <inkml:trace contextRef="#ctx0" brushRef="#br0" timeOffset="119160.15">19201 3131 167 0,'0'0'260'0,"0"0"-6"16,0 0-6-16,0 0 0 0,0 0-2 0,0 0-12 15,0 0-4-15,15 15-1 0,-12-10-5 0,7-2-5 16,-5 4-13-16,7-3-4 0,-9 2-13 0,14 1-14 16,-9-2-20-16,8 2-9 0,-1 3-14 0,2-2-13 15,3 0-11-15,-4 3-14 0,-2-4-9 0,0 2-9 16,6-1-3-16,-3 2-11 0,-9-2-5 0,0-1-8 16,-1 0-9-16,1 1 0 0,-1 2-7 0,-5-1 0 15,3-1-12-15,-5-1-12 0,0 5 7 0,-5-1-7 16,0 1-13-16,-7 0-23 0,4 2-35 0,-7-4-33 15,-8 7-41-15,-5 0-46 0,6 0-58 0,1-4-79 0,-3 7-286 16,0-1-653-16,5 3 290 0</inkml:trace>
  <inkml:trace contextRef="#ctx0" brushRef="#br0" timeOffset="121176.78">19727 5203 59 0,'-3'-9'307'0,"6"2"-6"0,-6-5-4 0,-2 6-6 16,5 0 11-16,-2-5-25 0,1 1-15 0,-2 7-10 16,1-3-23-16,-5-2-18 0,7 8-16 0,-1-8-16 15,-6 3-26-15,7 5-14 0,-8-3-16 0,8 3-10 16,-15 1-12-16,2 1-10 0,-6 4-12 0,4 0-6 15,-3 7-10-15,3-5-4 0,-9 11-3 0,9-8-5 16,-7 13-3-16,1-5 5 0,1 0-4 0,2 1 0 16,-4 3-9-16,9-7 2 0,0 10 2 0,1-5 2 0,0-2-9 15,6 1 5-15,4-2 6 0,-5-2-2 0,7 7-4 16,0-7 2-16,5 2 3 0,4-1 1 0,1 1-4 16,5-3-1-16,6 1-10 0,6-5-4 0,-1 2 4 15,10 1-11-15,-4-6-15 0,9 4-20 0,-4-5-22 16,6 2-16-16,-12-3-18 0,6-5-21 0,-8-2-15 15,1 1-18-15,0 0-12 0,-4-2-14 0,-9-3-16 16,3-2-22-16,-4 4-24 0,-1-6-35 0,-1 1-33 16,-6 0-44-16,-7-1-180 0,6-1-546 0,-7 2 242 15</inkml:trace>
  <inkml:trace contextRef="#ctx0" brushRef="#br0" timeOffset="121626.88">20358 5179 104 0,'0'-5'290'0,"0"5"-1"15,0-10-14-15,0 10-9 0,-3-12-4 0,-1 8-9 16,4 4-29-16,-6-6-13 0,-1 3-18 0,-1 1-17 16,8 2-24-16,-15-1-11 0,15 1-5 0,-22 0-14 15,11 3 0-15,-1 0 16 0,-4 0-32 0,-2 1 7 16,3 7-5-16,-2 1 6 0,-1-5-6 0,1 7 8 0,-1-4-22 15,-2 9 1-15,2-3-10 0,-2-1-8 16,4 4-4-16,4-7-6 0,-3 2-6 0,5-1-8 16,-3 2-5-16,5 1-2 0,1-5-2 0,2 6 0 0,3-2-2 15,2-1-5-15,2 1 2 0,5-1-8 0,1-1-1 16,5 0-3-16,7-1-9 0,-3-3-37 0,3 1-25 16,1-2-37-16,6-4-24 0,1 3-27 0,0-3-29 15,2-3-36-15,-9 2-24 0,1-6-31 0,1 2-27 16,-3-3-26-16,-2-3-234 0,-3 3-585 0,-2 0 259 15</inkml:trace>
  <inkml:trace contextRef="#ctx0" brushRef="#br0" timeOffset="121893.54">20386 5406 3 0,'-6'-6'78'15,"-1"2"17"-15,0-1 28 0,1 1 20 0,4-1 14 16,2 5 23-16,-10-5 17 0,5-2 15 0,0 2 10 16,5 5 11-16,0 0 4 0,-5-4 2 0,5 4 7 15,0 0 5-15,-3-9-11 0,3 9-3 0,0 0-8 0,0-6-9 16,0 6-15-16,0 0-19 0,0 0-15 0,0 0-17 15,8-4-14-15,-8 4-13 0,0 0-15 16,0 0-10-16,0 0-14 0,22 10-13 0,-16-7-5 0,-2 6-8 16,1-3-5-16,1 4-5 0,1-1-8 0,1 6-6 15,-1-3 2-15,-1 7-9 0,-4-3-1 0,3 1-1 16,-2 0 0-16,1 2-7 0,-3 0 0 0,1-1-9 16,-2 0-20-16,-2 0-34 0,4 2-31 0,3-5-21 15,-5 2-37-15,3 0-23 0,-3-4-28 0,0 3-24 16,0-8-34-16,0 4-47 0,3-1-39 0,-1-4-294 15,5 0-669-15,-1-2 296 0</inkml:trace>
  <inkml:trace contextRef="#ctx0" brushRef="#br0" timeOffset="122310.03">20673 4801 284 0,'3'-12'422'0,"-3"3"9"16,0 5-15-16,0-3-19 0,0 0-33 0,0 0-36 15,0 7-34-15,0-7-38 0,0 7-33 0,0 0-20 16,0 0-19-16,0 0-24 0,-3 34-14 0,3-7-13 16,3 14-13-16,-6 2-10 0,6 3-9 0,3 5-11 15,-4 8-9-15,11 14-5 0,-3 4-9 0,2-4-7 16,-4 1-6-16,12-1 0 0,-3 2-3 0,-4-18 0 16,0 14-7-16,-3-12-4 0,13 14-1 0,-8-17-3 0,0-1-4 15,-3 1 0-15,-3-1-3 0,1-1-2 0,-1-2-5 16,-6-7 0-16,4 3-1 0,-6-7-12 15,-1-13-11-15,0 4-12 0,0-3-12 0,0-10-49 0,4-6-33 16,-4-1-19-16,1-2-4 0,-1-3 6 0,4 2-26 16,0-8-44-16,-4-1-48 0,0 0-63 0,9-12-63 15,-3 0-238-15,1 0-656 0,3-4 290 0</inkml:trace>
  <inkml:trace contextRef="#ctx0" brushRef="#br0" timeOffset="122660.75">21080 4788 309 0,'0'-15'393'0,"-7"6"9"0,7 2-23 0,0-1-27 15,0 1-39-15,0 7-33 0,0 0-28 0,0 0-24 16,0 0-3-16,7 19-28 0,1 0-11 0,5 19-15 15,-5 2-9-15,9 9-8 0,-2 6-7 0,-3 0-7 16,9 22-6-16,-8-2-17 0,-1 1 0 0,-6-20-4 16,3 22-10-16,-1-21-8 0,-1 0-3 0,3-2-12 15,-5 1-7-15,0-1-8 0,1 1-3 0,-3-7-7 16,4 4-6-16,-2-5-3 0,2 2-2 0,3-5-2 16,-9-2-4-16,11-3-1 0,-9-8-5 0,0-3-2 15,1-2-8-15,4-7-9 0,-6-3-26 0,-1 3-20 16,6-8-25-16,0-2-30 0,-2-3-32 0,8 1-46 15,-5-8-48-15,5 3-63 0,-4-3-66 0,7-3-88 0,-4-2-237 16,-4 1-724-16,7-10 321 0</inkml:trace>
  <inkml:trace contextRef="#ctx0" brushRef="#br0" timeOffset="123310">21752 5172 275 0,'0'0'361'0,"0"-9"-25"16,0 9-30-16,0 0-30 0,0 0-33 0,0 0-25 15,0 0-21-15,0 0-21 0,0 0-18 0,0 0-13 16,-9 21-13-16,8-12-7 0,1 6 9 0,-5 3-23 16,5-2-7-16,0 6-5 0,0-5-7 0,5 12-10 15,-5-4-12-15,1 4-5 0,3-4-1 0,1 1-4 16,0 1-10-16,-4 0-10 0,-1-2-6 0,7-3 4 0,-7-6-11 15,3 2-22-15,2 0-17 0,-5-3-45 16,5 0-24-16,-3-3-32 0,-2-2-35 0,0-2-43 16,0-4-47-16,0 3-69 0,0-7-173 0,0 7-519 0,0-7 230 15</inkml:trace>
  <inkml:trace contextRef="#ctx0" brushRef="#br0" timeOffset="123529.36">21765 5164 79 0,'-2'-7'378'0,"-3"-3"-4"0,5 5 5 15,0-1 0-15,0-5-3 0,-1 4-13 0,1 7-16 16,0-6-24-16,1 0-34 0,-1 6-28 0,7-8-27 16,0 5-21-16,6-1-23 0,-3 3-21 0,11 1-17 15,-1 0-29-15,2 1-27 0,-4 3-32 0,10-1-46 16,2 5-50-16,-2-2-43 0,0 2-36 0,2-3-40 0,-4 6-43 15,-6-5-49-15,3-1-58 0,-1 0-63 16,-9 7-192-16,-3-2-603 0,3 0 267 0</inkml:trace>
  <inkml:trace contextRef="#ctx0" brushRef="#br0" timeOffset="123727.64">21795 5403 64 0,'-7'1'279'0,"4"2"0"0,3-3-2 16,0 0-1-16,0 0-3 0,0 0-8 0,8 9-10 16,0-1-23-16,1-6-28 0,5 0-18 0,5 1-17 15,-1-1-20-15,3 1-17 0,1 2-17 0,3-4-27 16,-4-1-37-16,6 8-52 0,-2-7-50 0,-2 1-57 16,-3-2-63-16,3 0-73 0,-2-2-210 0,-1 2-490 15,-3-1 217-15</inkml:trace>
  <inkml:trace contextRef="#ctx0" brushRef="#br0" timeOffset="124243.27">22280 5109 145 0,'0'0'316'0,"0"0"-29"15,-9-6-25-15,9 6-30 0,-5-5-20 0,5 5-14 0,0 0-10 16,-3 14-15-16,0-4-10 0,3 0-17 0,-2 3-9 15,2 5-13-15,2 2-10 0,-2 3-15 0,3 6-4 16,0 0-10-16,-3 2-5 0,4 11-11 0,-3-10-7 16,6-1-3-16,-2-4-13 0,-2 4-16 0,1-2-7 15,1 0-19-15,1-4-10 0,-1-4-15 0,-2-1-1 16,-1-4-9-16,1-2-6 0,-1-4-2 0,3-1 5 16,-3 3 4-16,1-8 1 0,4 1 6 0,-2-3 0 15,-5-2 2-15,0 0 2 0,16-10 9 0,-8 3 9 16,-1-1 19-16,8-2 18 0,-7-7 16 0,2 4 12 15,5-2 9-15,-5 0 29 0,7 0 23 0,-11 0 9 16,4-2 14-16,2 2 8 0,-6 5 1 0,1 0 2 16,0 2-8-16,-4 1-7 0,3 0-18 0,1 5-16 15,-7-5-17-15,0 7-9 0,8-4-11 0,-8 4-6 16,12 12-7-16,-10-4-6 0,3 0-3 0,0 9-6 16,1-4-6-16,4 4-5 0,-7 1-3 0,9 2-3 15,0 2-5-15,-1-6-1 0,4 8-8 0,2-5-13 0,-4-3 9 16,3-2-4-16,-1-1 1 0,5-1-3 0,-5-3 1 15,13 1-1-15,-10-2 2 0,-3-6-3 0,0-2 0 16,7-2 0-16,-7-3 4 0,-1 0-4 0,1-5 3 16,-1-5-3-16,-6 3 8 0,3-3 3 0,-7-2-6 15,6-3 0-15,-7-9-2 0,-3 2 1 0,-2-4-1 16,-4-8-2-16,-3-8-6 0,-2 7-24 0,3-8-29 16,-6 8-29-16,-1-2-47 0,2 3-26 0,7 8-47 15,-11 4-48-15,-4-3-62 0,6 5-81 0,-7 4-271 16,4 1-720-16,0 5 318 0</inkml:trace>
  <inkml:trace contextRef="#ctx0" brushRef="#br0" timeOffset="125909.87">18297 4656 231 0,'0'0'222'0,"0"0"-8"0,45 1-12 16,6 2-11-16,6-1-13 0,34 1-11 0,11 0-11 15,47 1-10-15,-1 7 2 0,14-8-5 0,-10 5-4 16,7 2-1-16,0 2-9 0,10-7-1 0,-1 0-6 15,0 0-11-15,-3 4-4 0,-11-1-4 0,5-6-7 16,-2 1-7-16,-11-6-7 0,-42 1-9 0,57-4-9 16,-19-2-5-16,-33 0-6 0,37-4-5 0,-42 5-3 15,-8-5-11-15,5 1-1 0,-8-4-2 0,3 2 0 0,-10-6-7 16,-5 7 2-16,-15 0-14 0,14 2 9 0,2 1-5 16,-22 1-5-16,0 1 4 0,-2 4-7 15,4-1 0-15,20 4 4 0,-21-3-2 0,20-3-1 0,-18 5 0 16,-4 3-3-16,-6-3 2 0,2 1 0 0,1-6-2 15,-4 9-3-15,-1-7 1 0,-5 5-7 0,-3-1 7 16,-8 0 2-16,-2-5-3 0,-5 5 0 0,-5 0 0 16,-1 0-4-16,-6 0 4 0,3 0 0 0,-9 0-1 15,3-1-1-15,-5 1-1 0,-8 0 0 0,15 0 3 16,-15 0 2-16,7-2-5 0,-7 2 4 0,0 0-7 16,13 0 5-16,-13 0-3 0,0 0-1 0,0 0 5 15,7 3-8-15,-7-3-1 0,0 0 2 0,0 0-1 16,0 0 1-16,8 4-9 0,-8-4 7 0,0 0 0 15,0 0 4-15,0 0-1 0,0 0-5 0,0 0 1 16,0 0 3-16,0 0 1 0,-13 11-2 0,9-6 4 16,4-5-6-16,-11 6 4 0,9 0-1 0,-3 0 2 0,-3 6 0 15,8-4-2-15,-2 8 5 0,-5-2-2 16,1 5 2-16,4-1-5 0,2 8 2 0,-5 2 0 0,5 14 6 16,0 3 0-16,0 6 1 0,5 0-3 0,-5 3 4 15,2 21-3-15,0 0 0 0,4 3 1 0,7-3 6 16,-11 1-8-16,10-1 3 0,-9-16-3 0,0-2 3 15,1 16-3-15,1-17-4 0,1-4 7 0,-4-1-1 16,-1-1 0-16,1-4 2 0,1-2-11 0,-3-2 4 16,0-12 1-16,-3 1 0 0,6-7 3 0,-6-2-2 15,3-3-1-15,-2-6 5 0,2 2 4 0,0-3 2 16,-1-4 9-16,1-1 10 0,-2 0 4 0,2 0 9 16,0-7-6-16,-2 10 9 0,2-10-7 0,0 5-1 15,0-5-5-15,2 7-6 0,-2-7 3 0,0 0-2 16,0 7-12-16,0-7 5 0,0 0-2 0,0 0-2 15,-2 10-1-15,2-10-5 0,0 0-4 0,-3 8 10 16,3-8-14-16,-6 2-2 0,6-2 0 0,-4 8-4 16,-2-5-1-16,-1 0 3 0,-6-2-1 0,0 2-3 0,-2-6-1 15,-7 6 5-15,2 2-4 0,-5-5 5 0,-1-3 5 16,-7 1-8-16,-4-1 9 0,-11 2-2 0,-1-5-7 16,-9 1 3-16,0-5-1 0,-2 7-5 0,-21-3 5 15,-2-12 14-15,-3 13-14 0,4-3-4 0,-4 6 4 16,-2-4-1-16,5 3 4 0,-11-3 1 0,6 4-2 15,-1 1-4-15,-1 1 4 0,3 0-3 0,-5 0 2 16,-2 0-2-16,6 3 0 0,1-2 13 0,-3 4-12 16,3 2-6-16,-1-3 4 0,5 4 6 0,-3-5 14 15,5 4-12-15,23-5-2 0,-7 3 8 0,4-3-2 16,0-1 3-16,1 4-2 0,-4-5 4 0,6 2 5 16,-7 0-1-16,6-4 5 0,6 4 4 0,-5-2-9 15,5 1 6-15,3-1-4 0,4 0-1 0,-4 0 1 0,6 0 14 16,7 0-17-16,-4-1 0 0,-6 2-11 15,14 1 5-15,-3-2 5 0,6 6-4 0,-5-6 2 16,6-1-3-16,-1 1 0 0,2 2-1 0,0-4 5 0,-2 3-8 16,3 3 1-16,4-2 1 0,2-2-4 0,-6 2 1 15,6-1 1-15,-4-1-1 0,-2 3-2 0,6-6 1 16,1 6 0-16,-12-2 0 0,11-1 4 0,-2 0-5 16,3 2 1-16,-2-1-5 0,1-1 4 0,-1 3-2 15,-6-1 2-15,8 1 12 0,-3-1-17 0,2-1-2 16,2 0 5-16,0 2 0 0,-3-1 4 0,7 0-6 15,-6-1 0-15,1-1-1 0,3 3 0 0,-1-2 0 16,0 1 3-16,6-1-1 0,-1 3 2 0,1-3-3 16,1 2 0-16,-1-1-1 0,2-2 6 0,10 0-4 15,-18 1-3-15,18-1 4 0,-10 0-2 0,10 0 2 16,-8 1 6-16,8-1 23 0,0 0 15 0,0 0 15 16,-15-1 18-16,15 1 12 0,0 0 11 0,0 0 2 0,0 0-11 15,-8-3-7-15,8 3 5 0,-5-11 1 16,5 6 3-16,0-3-2 0,-2-4 10 0,-1 1-7 15,6-2 5-15,-6-8-3 0,1-4-1 0,-1-2 0 0,-2-3-5 16,-2-1-8-16,-1-12 3 0,0-2-8 0,-6-2-6 16,0-5-7-16,5-2-4 0,-11-16-11 0,-3-4 0 15,2-1-8-15,-2 1-3 0,-6 4 3 0,5-2-9 16,4 20-2-16,2-2-4 0,-7-21 3 0,3 21-6 16,4 1-4-16,1 0 3 0,-1 5-11 0,3 6 3 15,0-1-2-15,7 13-6 0,0 3-2 0,1 7-12 16,1 1-36-16,4-1-39 0,-3 10-58 0,5 4-74 15,0-3-94-15,12 3-67 0,-4 3-62 0,8 3-63 16,8 4-439-16,4 7-1015 0,8-2 450 0</inkml:trace>
  <inkml:trace contextRef="#ctx0" brushRef="#br0" timeOffset="128593.77">22429 3805 170 0,'28'-39'350'0,"-5"0"5"0,-10 12 8 16,9-12 12-16,-9 16-1 0,-1-3-8 0,-8 6-2 0,5 5-11 16,-3-1-10-16,-6 4-18 0,9 1-19 15,-6 4-26-15,-1-2-29 0,-1 3-26 0,4 0-24 16,-3 0-27-16,-2 6-27 0,0 0-15 0,0 0-14 0,0 0-13 16,-25 24-12-16,12-9-7 0,-14 19-7 0,-2 4-9 15,-5 7-8-15,-5 0-4 0,-16 13-8 0,-3 7-1 16,7-7-6-16,-14 4-5 0,6-2-2 0,-6 0-4 15,14-5-1-15,5-16-5 0,1 3-8 0,0-5-19 16,0 0-15-16,2-3-20 0,0 0-20 0,4-2-31 16,2-3-18-16,1-2-42 0,1 0-31 0,10-9-35 15,4-3-30-15,-1-1-36 0,6-4-39 0,2 2-62 16,1-5-50-16,10 4-231 0,-4-8-714 0,2 3 316 16</inkml:trace>
  <inkml:trace contextRef="#ctx0" brushRef="#br0" timeOffset="128893.06">21699 3638 352 0,'0'-5'344'0,"0"5"-32"0,0 0-31 16,0 0-28-16,0 0-26 0,0 0-12 15,21 18 0-15,-9 0-14 0,3 1-8 0,11 20-8 0,2-3-6 16,4 3-9-16,3 8-3 0,16 14-6 0,2-4-14 16,3 2 7-16,-3-2-2 0,7 0-18 0,-4-1-17 15,-1-2-5-15,-12-11-8 0,16 7-14 0,1 0-8 16,-17-9-3-16,0-2-10 0,-3-3-7 0,3 4-10 16,-2-5 1-16,-1 2-4 0,-2-2-5 0,-2-2-4 15,-1-1-10-15,1 0-16 0,-6-1-37 0,-7-8-24 16,4-2-57-16,-4 1-41 0,-3-2-43 0,-4 2-63 15,-1-12-74-15,-2 7-335 0,1-7-714 0,-9 0 316 16</inkml:trace>
  <inkml:trace contextRef="#ctx0" brushRef="#br0" timeOffset="131426.4">12726 5736 99 0,'0'0'380'0,"0"-7"-17"0,0 7-31 0,0 0-17 0,0 0-25 16,0 0-25-16,0 0-23 0,0 0-18 0,0 0-26 16,0 0-18-16,0 0-16 0,0 0-5 0,0 0-8 15,0 0-5-15,12 18-13 0,-11-16-11 0,6 6-9 16,-7-1-17-16,8 1-2 0,-3 1-10 0,-1 1 4 16,2 1-21-16,6 4-5 0,-4-3-2 0,-1 0-9 15,-1-3-3-15,4 5-3 0,-2-1-3 0,-3-3-7 16,4-1-1-16,-6 1-5 0,2-1-3 0,3-1 7 15,-4-1-16-15,-3-2 11 0,3 2-15 0,-1-3 3 16,-3-4-3-16,2 4 4 0,-2-4 2 0,6 3 15 0,-6-3 18 16,3 7 21-16,-3-7 20 0,0 0 16 0,0 0-2 15,0 0-9-15,15-2-8 0,-15 2-9 0,12-12-4 16,-4 4 2-16,0 0-2 0,7-3-11 0,-3-2 4 16,3-1-9-16,3-7-6 0,4 3-4 0,-4 0-9 15,0-2 0-15,4 0-8 0,-1 1-3 0,-4 0-4 16,-3 4-6-16,8-5-9 0,-9 7-18 0,0-2-44 15,-3 3-49-15,-3 1-72 0,3-1-69 0,-5 7-62 16,2-3-82-16,1 1-101 0,-7 4-288 0,-1 3-838 16,5-7 370-16</inkml:trace>
  <inkml:trace contextRef="#ctx0" brushRef="#br0" timeOffset="146758.84">14351 7921 266 0,'-1'-7'330'0,"-4"0"-11"15,5-3-16-15,-7 3-2 0,6 2-13 0,-1 0-4 16,0-3-10-16,2 8-14 0,-3-9-25 15,1 4-26-15,2 5-12 0,0 0-19 0,0-7-13 0,0 7-18 16,0 0-20-16,0 0-12 0,0 0-13 0,0 0-7 16,0 0-12-16,0 0-9 0,0 0-9 0,0 0-6 15,0 0-4-15,0 0-8 0,0 0 0 0,0 0-10 16,0 21 1-16,0-21-2 0,0 12-4 0,0-4 3 16,0-3-3-16,0 3 9 0,0-1-13 0,0 2 0 15,0 3 12-15,0-4-5 0,0 4 6 0,0-3 3 16,0 4-6-16,0-1 6 0,0 8-1 0,2-5 2 15,1 0 2-15,-1 4 4 0,0 0-3 0,-1-3 2 16,6 3-4-16,-7 5 0 0,3-1-4 0,0 4 1 16,-1 0-8-16,5-1 2 0,-4 2-6 0,2-2-1 15,0 1-4-15,0-8 0 0,0 9-5 0,0-1 0 0,0 2-3 16,-2-3 0-16,4 1-4 0,-6-4 5 0,4 8-7 16,-3-12 4-16,1 1-7 0,1-4 1 0,-4 8-1 15,1-3 1-15,4-5-2 0,-5 1-2 0,0 2 2 16,0-6-2-16,2 3-1 0,-2-3-1 0,3 6 0 15,-3-4 2-15,4-7-2 0,-4 4 1 0,0-1 0 16,0 0-4-16,0-2 4 0,0 1-3 0,1-2 1 16,-2 2 1-16,2-3-1 0,-1 3 0 0,0 0 0 15,7-3 5-15,-7 1-9 0,0-4 3 0,0 4 1 16,5 1 1-16,-5 0-2 0,1-1-1 0,1 2 2 16,3-4-3-16,-5 3 2 0,0-3-1 0,3 3 2 15,1-3-2-15,-4 0 0 0,1 3 0 0,-1-3 1 16,0-2 4-16,0-4-5 0,4 11 1 0,-4-11 0 0,3 7 1 15,-3-2-1-15,0-5 0 0,7 6 0 0,-7-6 1 16,0 0-6-16,-4 6 2 0,4-6 4 0,0 0-2 16,0 0-1-16,0 0 3 0,0 7-1 0,0-7 1 15,0 0-1-15,0 0 1 0,5 3-4 0,-5-3 2 16,0 0-3-16,0 0-18 0,0 0-15 0,0 0-24 16,0 0-27-16,0 0-55 0,0 0-23 0,0 0-31 15,0 0-32-15,0 0-33 0,0 11-42 0,0-11-42 16,5 1-53-16,-5-1-257 0,9 5-707 0,-1-2 313 15</inkml:trace>
  <inkml:trace contextRef="#ctx0" brushRef="#br0" timeOffset="147125.47">14838 8919 101 0,'0'-8'274'0,"0"8"-8"0,0 0-12 0,0 0-4 15,-2-10-6-15,2 10-17 0,0 0-11 0,0 0-18 16,0 0-21-16,0 0-8 0,-5-8-9 0,5 8-13 16,0 0-12-16,0 0-1 0,0 0-22 0,0 0 3 15,0 0-12-15,0 0-2 0,0 0-3 0,-16 13 5 16,11-11-5-16,-3 5 0 0,1 3-5 0,-3-7 7 0,4 4 10 15,-3 5-22-15,-4-4 1 0,1 2-13 16,-1 2-2-16,0-3-12 0,5 2 0 0,-6 0-12 16,0-4-2-16,0 5 6 0,-1-1-14 0,4 1-3 0,4-4 6 15,-4 0-12-15,-1 3-6 0,0-3 6 0,4 0-20 16,0 0-34-16,0-1-32 0,1-3-38 16,2 4-31-16,-2-2-32 0,-1 0-32 0,6 0-34 0,-3 0-50 15,-1-3-44-15,-2-2-261 0,6 6-623 0,-3-2 276 16</inkml:trace>
  <inkml:trace contextRef="#ctx0" brushRef="#br0" timeOffset="147492.21">14159 9009 133 0,'-6'-6'371'0,"6"6"6"16,0 0-8-16,-7-7-5 0,7 7-2 0,0 0-17 15,0-8-22-15,0 8-27 0,0 0-27 0,0 0-26 16,0 0-27-16,0 0-20 0,0 0-18 0,0 0-17 15,0 0-11-15,0 0-5 0,0 0-9 0,12 25-5 16,-11-17-10-16,8-1-8 0,-3 3-10 0,9 2-6 16,-1 0-14-16,0 1-4 0,1-3-11 0,2 2-7 15,-2 0-4-15,5-1-8 0,1 2-16 0,-3-2-23 16,1-4-24-16,-1 1-42 0,3-2-47 0,-6-4-46 16,3 4-35-16,1-5-44 0,-6 0-50 0,-5 2-52 15,7-6-47-15,-15 3-277 0,15 3-708 0,-7-3 314 0</inkml:trace>
  <inkml:trace contextRef="#ctx0" brushRef="#br0" timeOffset="148009.91">14757 8261 248 0,'0'0'354'0,"0"0"0"16,5-12-11-16,-5 12 1 0,2-7-19 0,-2 7-4 0,0 0-20 15,0-7-26-15,0 7-24 0,0 0-31 0,0 0-19 16,0 0-22-16,0 0-19 0,0 0-13 0,0 0-16 15,0 0-10-15,0 0-13 0,8 19-12 0,-8-12-6 16,0 0-16-16,3 2-1 0,1 3-5 0,-4 0-10 16,6-3-8-16,-6 1-4 0,5 5-1 0,0-4-5 15,-5 1-1-15,0 0-5 0,5-1-3 0,-5 0-9 16,2 1-1-16,3-3-21 0,-2 4-25 0,-3-3-30 16,5-3-32-16,-3 1-31 0,-2 3-23 0,5-6-28 0,-5 3-25 15,0-8-28-15,1 10-32 0,4-8-50 0,-5-2-297 16,0 0-649-16,0 0 287 0</inkml:trace>
  <inkml:trace contextRef="#ctx0" brushRef="#br0" timeOffset="148276.37">14815 8176 239 0,'0'0'331'15,"-5"-7"0"-15,5-1 4 0,0 8-13 0,0-10-2 16,0 10-15-16,0-6-18 0,0 6-21 0,0-8-20 0,5 3-21 16,-5 5-20-16,8-8-24 0,-8 2-15 15,7 2-20-15,1 0-13 0,-1 0-15 0,1 1-6 16,5-2-15-16,-4 4-11 0,-3-1-13 0,7 1-5 0,-13 1-23 16,17-3-24-16,-4 2-19 0,-5 1-28 0,6 0-26 15,-14 0-23-15,16 0-33 0,-7 0-26 0,-1 1-29 16,-8-1-38-16,11 4-43 0,-4-1-39 0,-7-3-39 15,2 5-187-15,-2-5-552 0,-2 11 245 0</inkml:trace>
  <inkml:trace contextRef="#ctx0" brushRef="#br0" timeOffset="148475.62">14817 8310 188 0,'0'0'287'15,"0"0"-6"-15,0 0-8 0,0 0-7 0,0 0-9 16,0 0-5-16,0 0-20 0,0 0-13 0,0 0-14 0,0 0-31 16,0 0-14-16,21 0-18 0,-21 0-10 15,15 0-14-15,-2 0-14 0,-4-2-21 0,-9 2-52 16,21 0-48-16,-6 0-48 0,-3 0-54 0,-3 2-66 0,6-2-66 16,2-2-211-16,1 5-499 0,-6 1 221 0</inkml:trace>
  <inkml:trace contextRef="#ctx0" brushRef="#br0" timeOffset="148825.56">15169 8301 235 0,'0'0'317'0,"0"0"-5"0,0 0-7 15,0 0-4-15,0 0-1 0,0 0-12 0,0 0-2 0,0 0-3 16,0 0-10-16,0 0-5 0,28-5-26 0,-19 4-20 16,4-2-16-16,3 3-12 0,-1-1-34 0,5-1-7 15,3 1-19-15,-3-3-13 0,2 3-11 0,-1 2-13 16,-1-1-8-16,2-1-6 0,-4-2-11 0,-7 0-6 15,11 6-7-15,-7-6-9 0,-2 3-16 0,-13 0-23 16,17 0-29-16,-9 0-31 0,-8 0-41 0,15-1-38 16,-15 1-43-16,0 0-44 0,0 0-39 0,0 0-43 15,0 0-36-15,0 0-287 0,0 0-670 0,0 0 296 16</inkml:trace>
  <inkml:trace contextRef="#ctx0" brushRef="#br0" timeOffset="149292.07">15298 8169 111 0,'0'0'290'0,"-3"-9"-11"0,3 9-14 0,0 0-17 0,0 0-17 16,0 0-25-16,0 0-15 0,0 0-21 0,0 0-16 15,0 0-14-15,0 0-19 0,0 0-15 0,0 0-10 16,0 0-7-16,0 0-9 0,0 0-6 0,-18 13-8 16,18-13-4-16,-9 3-6 0,3 2 0 0,-2 1 0 15,-2 0-2-15,1 0 4 0,-1-3-5 0,-1 1-2 16,3 5 7-16,-2-2 5 0,-2-2-2 0,2 2-2 0,-8 0-3 15,10-1 3-15,-1 0-6 0,3-2-2 0,-3 3 1 16,1-3 2-16,2 2-5 0,-1 0-1 0,-1-2-1 16,3 3 6-16,3-2 5 0,2-5 5 0,-5 11-3 15,2-7-5-15,3 4 9 0,0-2-2 0,3 0-1 16,-1 1 5-16,3-2-4 0,1 4-1 0,1 0-19 16,6-5 9-16,-5 4-3 0,1-2-5 0,6 0 3 15,-9 3-12-15,14-3-3 0,-5 0-6 0,0 1-7 16,0 1-26-16,-5-2-29 0,5 2-31 0,-2-4-29 15,-5 0-49-15,5 0-29 0,-4 0-39 0,-1 0-55 16,-1 3-55-16,-1-3-299 0,1-1-676 0,-1 2 300 16</inkml:trace>
  <inkml:trace contextRef="#ctx0" brushRef="#br0" timeOffset="211672.98">13204 9993 120 0,'0'-9'417'0,"4"1"7"0,-4 8 4 16,1-7-17-16,-1 7-12 0,2-12-36 15,-2 9-28-15,0 3-30 0,3-6-27 0,-3 6-33 0,0 0-27 16,0 0-21-16,0 0-21 0,0 0-20 0,0 0-16 16,5 20-11-16,0-12-16 0,-3 15-10 0,-2-8-11 15,3 5-9-15,-1 0-8 0,0 6-6 0,3 2-6 16,-5-2-8-16,1 2-4 0,-1 4-3 0,2-3-21 16,1-1 0-16,-1 5-3 0,1-6 2 0,0 2-2 15,1-4-4-15,1 0 2 0,1-5-3 0,1-4-3 16,-4 2-4-16,4-2-18 0,0-5-26 0,-1 0-24 15,1-3-29-15,1 0-37 0,2-3-41 0,2-1-34 0,-2-2-43 16,-10-2-36-16,14-6-63 0,0-2-49 0,-9 0-247 16,5 0-687-16,-5-8 304 0</inkml:trace>
  <inkml:trace contextRef="#ctx0" brushRef="#br0" timeOffset="211909.31">13208 10091 76 0,'-4'-7'321'0,"4"-3"5"0,0 1 2 16,-1 1 2-16,1 0 3 0,1-3-11 0,-1 2-11 16,5 2-10-16,0-5-19 0,0 2-25 0,0 3-13 15,4-10-22-15,-1 9-18 0,0-4-21 0,4 4-17 16,1-1-15-16,-1 0-20 0,6 0-12 0,-5 2-11 16,4 0-11-16,-1 5-9 0,6-3-17 0,-7 0-11 15,-1 1-33-15,8 6-33 0,-7-2-35 0,8 0-35 16,-8 2-25-16,1 3-26 0,-6 1-30 0,0-2-28 0,-3 4-25 15,6-1-32-15,-5 1-30 0,-4 1-24 0,1-2-27 16,0 4-181-16,-5-2-546 0,0 2 242 0</inkml:trace>
  <inkml:trace contextRef="#ctx0" brushRef="#br0" timeOffset="212088.91">13304 10262 151 0,'-4'5'208'16,"-4"2"7"-16,2-6 5 0,6-1-1 0,-2 9 6 15,2-9 4-15,-7 3-2 0,7-3-9 0,0 0-9 16,-1 6-7-16,1-6-3 0,0 0-21 0,0 0-15 16,15 1-21-16,-15-1-10 0,21-1-14 0,-8-2-3 15,6 3-50-15,-1-1-53 0,2 2-55 0,1-2-77 16,6 1-77-16,-3-5-92 0,0 3-178 0,7 2-505 16,-6-4 223-16</inkml:trace>
  <inkml:trace contextRef="#ctx0" brushRef="#br0" timeOffset="212656.72">13726 10054 185 0,'-8'-5'352'0,"3"-3"-5"0,3 2-15 0,-1 5-17 0,3 1-27 15,-5-8-28-15,5 8-23 0,0 0-24 0,-5-6-24 16,5 6-22-16,0 0-12 0,0 0-19 0,0 0-14 15,0 0-16-15,5 24-17 0,-5-15 0 0,1 2-11 16,-1 6-8-16,4-2-6 0,-1 0-6 0,-3 5-5 16,0-1-2-16,0 1-9 0,7-1-9 0,-7 4-1 15,0 0-1-15,0-7 1 0,1 2-8 0,-1 0-6 0,4-3-7 16,-4 0-9-16,3-4-2 0,-3-3 0 16,0 3 5-16,0-7-4 0,0 3 3 0,0-7-3 15,2 5 3-15,-2-5-2 0,9 2-3 0,-9-2 3 0,0 0 2 16,25-12-2-16,-11 6-9 0,0-3 9 0,-4-1-1 15,5-1-4-15,3 0 15 0,-8 1 9 0,5 1 9 16,-8-1 2-16,3 2 18 0,0 1-4 0,0-4 9 16,-4 7-6-16,1-1 4 0,0 2-16 0,-4 0 2 15,-3 3-10-15,11-1-4 0,-11 1-3 0,0 0-8 16,15 8 5-16,-8-1 11 0,-4 3-19 0,4-1 1 16,-2-1-1-16,3 8-11 0,-5-4 5 0,4 3 6 15,1-2-10-15,-3 1 4 0,0-3 4 0,0-2-6 0,2-1 2 16,-1 2 4-16,-2-5-1 0,-1 0-1 15,2 1-1-15,-2-5 7 0,-3-1-2 0,15 0-1 16,-15 0-2-16,9-7 18 0,-3 4 18 0,1-4 12 0,-1-10 8 16,4 2 6-16,-5 0 0 0,5-7 1 0,-3-4-5 15,-1-1 1-15,1-1 2 0,-5 2 11 0,4 2-1 16,-1 0-9-16,-3 6-4 0,-2-2-5 0,7 1-6 16,-7 3-4-16,0-1-7 0,0 0-5 0,0 7-6 15,0 1-10-15,0 3-35 0,0-1-55 0,0 7-74 16,0-12-76-16,0 12-28 0,0 0-22 0,0 0-42 15,0 0-54-15,-9 19-55 0,4-13-261 0,4 12-735 16,-6-7 325-16</inkml:trace>
  <inkml:trace contextRef="#ctx0" brushRef="#br0" timeOffset="213656.39">14636 9995 232 0,'2'-8'285'0,"-2"1"-6"0,0 2-6 0,0-2-8 15,0-4-8-15,0 11-20 0,-3-9-24 0,1 3-19 16,2 6-19-16,-12-3-18 0,4 1-12 0,8 2-2 15,-20 5-11-15,9-2 5 0,-6 6-7 0,0-2 3 16,-2 5 7-16,4-2-2 0,-8 9-8 0,1-4-4 16,0 3-2-16,8-4-4 0,-8 3 0 0,10 0-6 15,-1 0-11-15,3-1-2 0,2 0-2 0,3 2 0 16,2-1 4-16,-4 1 2 0,7-4 4 0,3 2-10 16,4-3-3-16,6 2-5 0,1 0-9 0,7-6-8 15,2 1-6-15,12 3-3 0,1-7-9 0,-4 0-18 16,3-2-33-16,11 1-42 0,-13-3-53 0,13 1-54 0,-16-6-55 15,0 1-53-15,-8-4-65 0,9-2-81 0,-13 1-329 16,-1 1-785-16,-2-3 348 0</inkml:trace>
  <inkml:trace contextRef="#ctx0" brushRef="#br0" timeOffset="214406.7">14875 9435 267 0,'0'-15'388'0,"0"3"-7"0,0 2 4 16,0-1-12-16,0 4-8 0,0-1-24 0,0 4-29 15,0 4-35-15,0-14-28 0,4 12-25 0,-4 2-24 16,0 0-22-16,9 17-16 0,-3-6-13 0,3 7-13 16,-1 6-13-16,4 7-7 0,-3 11-9 0,6 6-6 0,0-5-12 15,-2 14-6-15,1 1-4 0,4 15-5 0,-2 1-13 16,-4-22-2-16,-4 23-5 0,6-15 0 15,-3 13-10-15,-4-19-5 0,3 5-4 0,0-5-2 0,-2 3-5 16,-1-3-5-16,-1 0 0 0,-1-4 0 0,-2 1-3 16,6-5-4-16,-3-3-3 0,-4 1 2 0,5-3 1 15,-7-9-4-15,6-2-4 0,-6-1-1 0,0-2 2 16,0-2 0-16,0-9-3 0,0 3 3 0,0-3-3 16,0-6 1-16,0-1 2 0,0-1-4 0,0 1-1 15,2-3-4-15,-2-1-7 0,0-5-9 0,0 7-31 16,0-7-38-16,11 4-44 0,-11-4-43 0,0 0-42 15,17-16-51-15,-5 9-66 0,-2-8-75 0,3 0-283 0,-3 0-747 16,1 0 330-16</inkml:trace>
  <inkml:trace contextRef="#ctx0" brushRef="#br0" timeOffset="-214541.28">15455 9510 169 0,'0'-14'310'0,"0"7"-1"0,0-1-2 16,2-4-6-16,-2 5-5 0,0 2-16 0,-2-3-12 15,2 8-39-15,0-10-25 0,0 10-33 0,0 0-14 16,0 0-16-16,0 0-17 0,0 0-11 0,-9 30 2 15,9-10-17-15,-4 6 4 0,1 5-9 0,1-1 7 16,2 12-3-16,2 7-7 0,0 8-2 0,3-3-3 16,4 20-5-16,0-20-5 0,6 21-6 0,8-2-6 15,-12-17-3-15,11 15-7 0,-6-2-1 0,-1-14-5 0,5-2-7 16,-5 1-9-16,0 0 4 0,0-5-7 16,0 4 2-16,-9-6-5 0,4-1-1 0,-1-1-3 15,-1 4-5-15,-3-8 7 0,2-1-9 0,-4-11 2 0,-2 0 1 16,3 1-4-16,-4-3 2 0,0-6-6 0,-2 1 0 15,2-6 3-15,-2-1-1 0,2 0 1 0,-1-2-6 16,1-3 13-16,0-5-16 0,0 0 8 0,0-5-8 16,0 0-28-16,0 0-40 0,0 0-41 0,0 0-51 15,0 0-56-15,11-24-71 0,-4 3-88 0,1 6-290 16,1-3-716-16,4-6 317 0</inkml:trace>
  <inkml:trace contextRef="#ctx0" brushRef="#br0" timeOffset="-214074.66">16220 9921 98 0,'2'-11'277'0,"-2"-1"-12"0,5-6-6 16,-4 6-12-16,-1 0-1 0,0 4-18 0,0-3-4 15,-1 0-16-15,-4 2-25 0,3-1-11 0,-4 4-23 0,1 0-6 16,-5-2-18-16,3 3-17 0,-6 0-2 15,3 2-9-15,-7 0-8 0,2 0-5 0,-4 6-2 16,2 1-3-16,-3 3 14 0,4-2-23 0,-4 3 9 0,2-1-6 16,-2 4-6-16,3 0-7 0,2-3 5 0,0 8-4 15,0-3 0-15,-4 5-3 0,5-3-1 16,6 3-2-16,0 0-5 0,-4 0 2 0,11 3-1 0,-1-3-3 16,2 10-9-16,0-2 2 0,3-2-2 0,9 3-2 15,-4-1-9-15,7-4-3 0,1 0-7 0,-2 2-13 16,7-4-22-16,-1-2-21 0,0 0-26 0,1 0-36 15,-2-4-24-15,-3-4-26 0,-1 2-32 0,2-4-33 16,-2-1-33-16,3-2-39 0,-5-5-15 0,-1 0-194 16,-12 0-537-16,21-5 238 0</inkml:trace>
  <inkml:trace contextRef="#ctx0" brushRef="#br0" timeOffset="-213790.14">16127 10150 81 0,'-9'-7'186'0,"4"-1"17"0,-4 4 18 0,1-2 9 16,5 0 9-16,-4 0-6 0,0 4-1 15,7 2-2-15,-6-5-6 0,6 5-9 0,-7-8-3 0,7 8-13 16,-1-5-8-16,1 5-12 0,0 0-12 0,0 0-13 16,0 0-12-16,0 0-6 0,0 0-17 0,0 0-16 15,0 0-4-15,28 3-10 0,-17-1-8 0,-2 1-4 16,5 2-10-16,-7 0-8 0,6-3-7 0,2 4-12 16,-3 0 1-16,-1-3-4 0,-2 3-3 0,6 0-3 15,-9 1 0-15,6 1-7 0,-4-1-3 0,-1 4-4 16,1 1-4-16,-6-3-2 0,4 3 1 0,-1 3 0 15,-3 4-5-15,6-1 6 0,-8-1-10 0,0 2 3 0,0 3-3 16,0-2 4-16,0 0 12 0,0 2-17 0,0-2-13 16,0-1-32-16,7 3-42 0,-7-6-18 15,0 2-39-15,0-1-33 0,0 0-52 0,0-7-61 0,0 3-69 16,0-2-206-16,0-1-609 0,0-1 270 0</inkml:trace>
  <inkml:trace contextRef="#ctx0" brushRef="#br0" timeOffset="-211907.62">12336 9554 164 0,'-22'-5'284'0,"5"3"2"0,4 2-3 0,5-1 0 16,-2 1 6-16,10 0-28 0,0 0-5 0,-18 0-17 15,18 0-14-15,0 0-21 0,0 0-28 0,0 0-19 16,0 0-6-16,36-12-15 0,-1 9-18 0,-2 0-11 16,22-2-4-16,3 4-13 0,6 1-12 0,22-3-9 15,9 0-5-15,-1 2-5 0,9-4-15 0,41 5 2 16,-43 0-8-16,47 0-3 0,-47 0 6 0,55 0-14 15,-52 5 0-15,49-5 0 0,-51 1-4 0,47-1-1 16,-41 3-7-16,39 0 1 0,-43-2 3 0,44-1-9 0,-44 0 1 16,-5 0-1-16,1 0 1 0,2-1-2 0,-1-1 2 15,-3 1 1-15,3-3-7 0,-10-1 4 0,5 3-6 16,-9 2-1-16,0-1 0 0,-26-5 4 0,-2 1-6 16,6 4-2-16,-7-1 3 0,-4-2 9 0,-4 4-4 15,1-3-13-15,-6-3 2 0,-8 0 1 0,-6 4 20 16,4-1-29-16,-4 0-1 0,2 2 1 0,-8-2-3 15,8 0 6-15,-10 1-6 0,1 2 2 0,-8-4 10 16,1 1-3-16,-7 3-2 0,5-1 5 0,-6-1-7 16,5 0 7-16,-8-1 0 0,-6 3-1 0,17-1 0 15,-9 1 3-15,-8 0 1 0,17 1-1 0,-17-1-2 16,11 0-1-16,-11 0 3 0,15-1-5 0,-7-1 5 16,-8 2-1-16,15 2-1 0,-15-2 5 0,15 1-2 0,-15-1-2 15,20-1 0-15,-12 2 1 0,1 2 1 16,2-3-2-16,-11 0 3 0,10 2 1 0,-10-2-3 0,13 0 4 15,-13 0-5-15,0 0 2 0,0 0 13 0,14 0-14 16,-14 0-1-16,0 0 0 0,8 2 3 0,-8-2 2 16,0 0-4-16,0 0 2 0,0 0-1 0,7 1 0 15,-7-1-4-15,0 0 6 0,0 0-6 0,0 0 0 16,3 7-2-16,-3-7 5 0,0 0-1 0,0 9-2 16,5-6-1-16,-4 8 3 0,-1-3-1 0,5 0 0 15,-1 7 3-15,1 4-5 0,0 0 6 0,0 8-2 16,1 1 3-16,3-1-4 0,4 17 10 0,-3-2 1 15,1 8-1-15,-1-1 1 0,2-1 6 0,-4 3-7 0,-1 3 6 16,3 0 1-16,3 0-3 0,-2 1 1 0,-6 1-1 16,5-1-6-16,-5-2 11 0,5-1-10 15,-3-6 3-15,1-1 2 0,2-2-4 0,-5-6-5 0,-2-2 4 16,4-9 3-16,-5-1-1 0,4 2-3 0,-6-7 0 16,7-3 3-16,-5 2-9 0,4-6 2 0,1-1 9 15,-6 2 2-15,-1-9 13 0,5 1 8 0,-3 3 4 16,6-6 8-16,-4 2 6 0,-3-2-9 0,6 1-6 15,-7-4 1-15,8 8 3 0,0-5-9 0,-8-3-3 16,7 1-3-16,-7-1-2 0,0 0-2 0,13 7-5 16,-13-7-2-16,7 0 1 0,-7 0-3 0,0 0-2 15,0 0-3-15,0 0-3 0,0 0-1 0,0 0 10 16,0 0-7-16,7 3-11 0,-7-3-4 0,0 0 3 16,0 0-4-16,0 0 0 0,0 0 3 0,0 0-3 15,0 0 3-15,-19 2 0 0,19-2 1 0,0 0-2 0,-16-1 0 16,3 1 4-16,13 0-1 0,-24 0 0 0,9 0-2 15,-6 1 4-15,-1 6-1 0,-1-7-5 0,-5 0 6 16,-5 0 1-16,-2 1 0 0,-11 1 1 0,-5-2 3 16,-6 1-4-16,6-1 4 0,-7 0-4 0,-3 4 4 15,-4-2 2-15,-22-1-4 0,6 4-3 0,-9-3-1 16,2-1 2-16,-1 5-1 0,1 0 0 0,-1-2 3 16,8 1-5-16,-7 5 2 0,7-2-1 0,20-1 3 0,-4 2 2 15,2 2-1-15,4-2-2 0,-1 1 0 0,2-2 2 16,4 1-3-16,2 3 1 0,-1-2-2 15,2 1 1-15,0 4 0 0,-4-9 5 0,9 0-1 0,-6 0 5 16,1 3-1-16,0-3-3 0,4-4-1 0,-9 0-1 16,5 1 2-16,0 1-4 0,-2 0 2 0,0-4 0 15,1 0-1-15,-1 0 2 0,-3-4 2 0,6 5 0 16,-3-1 1-16,1-1 3 0,-5 1-4 0,9 7 2 16,-1-7 2-16,4 0-3 0,-5-3 0 0,6 6-4 15,1-3 3-15,9 0-1 0,1 0 4 0,0 0-9 16,-2 3 6-16,4-2-1 0,-2 6 2 0,1-7-4 15,4 1 1-15,-1 2 0 0,0 2 3 0,-2-1-5 0,3-1-3 16,1-2 4-16,6 4 3 0,-4-2-2 0,5 0-1 16,-1-2 3-16,-1 9-6 0,1-6 6 0,-1 0 0 15,1-2-3-15,-1 1 0 0,-1 1 1 0,3 4-1 16,-2-5 6-16,4 1-2 0,-2-1-9 0,4-1 9 16,1 4-4-16,-2-2-4 0,2-2 1 0,4 1 3 15,1 0 3-15,-2-2-6 0,2 4 3 0,4-3 2 16,-7-1-2-16,4 2 1 0,3-1-1 0,6-2 0 15,-15 2-1-15,8 1 3 0,7-3 2 0,-8 2 5 16,8-2-8-16,-7 2-1 0,7-2 1 0,-8 4 3 16,8-4-2-16,0 0 5 0,-13 4-2 0,13-4-3 15,-7 2-4-15,7-2 6 0,0 0-2 0,0 0-4 16,-10 2 6-16,10-2-1 0,0 0-3 0,-6 4 4 16,6-4 3-16,0 0-4 0,0 0 0 0,-14 0 0 15,14 0 0-15,0 0 2 0,0 0 5 0,0 0 0 0,0 0 8 16,0 0 5-16,0 0 4 0,0 0 3 0,-15-4 2 15,15 4-2-15,0 0 1 0,0 0-3 0,-8-4-1 16,5-3 2-16,0 2 10 0,3 5 4 0,-4-15-1 16,-1 8-1-16,5-3-5 0,-1-3 6 0,-4-3 1 15,1 0-1-15,1-15-6 0,0 8-1 0,3-8-5 16,0-11 0-16,0 1-6 0,0-6 0 0,1-1-5 16,-1 0 0-16,2-6-2 0,-4-2 7 0,2 5 28 0,-1-3 14 15,-11-1 14-15,4 1 11 0,-5-3 7 0,1 5 5 16,-3-1 7-16,-3 3 1 0,1-4 3 15,-1 3-7-15,-3 4-6 0,2-6-10 0,3 11-6 0,-1-5-5 16,-1 7-6-16,3 4-14 0,0 7-4 0,9 4-6 16,-3 4-2-16,1 6-10 0,2-3-6 0,4 9-32 15,-5-5-51-15,2 7-71 0,4 4-87 0,-3 0-98 16,4 3-52-16,0 0-46 0,0 0-79 0,25 13-468 16,-3 3-1030-16,3 3 456 0</inkml:trace>
  <inkml:trace contextRef="#ctx0" brushRef="#br0" timeOffset="-206508.44">14666 11151 163 0,'0'-9'225'0,"0"9"-10"0,0 0-22 15,0 0-18-15,-3-8-23 0,3 8-14 0,0 0-15 16,0 0-12-16,0 0-13 0,-25 20-4 0,12-5 12 15,-6 7 7-15,-5 2-6 0,-8 10 11 0,-4 6 13 16,-2 2 15-16,-20 16-5 0,-4 5 3 0,0 2 18 16,-6 4-2-16,1-3 3 0,-35 28 8 0,29-29-1 15,-38 20 0-15,30-23 4 0,0 0 8 0,-37 24-3 16,3 3 8-16,29-29-4 0,-32 27 0 0,0-6-8 16,34-24-3-16,-28 21-8 0,30-20-10 0,1 0-10 15,0 1-3-15,-2-2-10 0,6-3-7 0,7 1-10 16,1-1-10-16,4-2 0 0,17-18-11 0,2 8-9 0,1-7-6 15,4-5-2-15,3 1-13 0,3-2-5 16,15-10-9-16,3-5 2 0,3 1-7 0,-1-3-7 0,8-3-2 16,-1-5-5-16,4 4-4 0,-1-1-15 0,0-5-25 15,5-2-28-15,0 0-32 0,0 0-40 0,0 0-48 16,29-24-63-16,-14 14-40 0,-7-2-47 0,5 1-47 16,2-3-48-16,-2-2-66 0,0 1-293 0,-3 3-829 15,-1 3 367-15</inkml:trace>
  <inkml:trace contextRef="#ctx0" brushRef="#br0" timeOffset="-205989.54">12127 12817 98 0,'0'0'242'16,"0"-8"-12"-16,0 8-21 0,0 0-19 0,0-7-21 0,0 7-18 15,0 0-13-15,0 0-15 0,0 0-15 0,0 0-9 16,0 0-5-16,0 0-3 0,0 0-1 16,-13 23 0-16,11-14 1 0,-5 3-7 0,1 3 1 0,-2 4 17 15,-1 7 7-15,-4-1 5 0,-2 0 11 0,0 2 5 16,0 0 6-16,2 0 6 0,0 0-2 0,-10-2 0 15,4-2 0-15,5 2 8 0,-5-4-5 0,9-5-6 16,-1-1-2-16,3 4-9 0,-1-4-7 0,3-3-9 16,2-2 5-16,1 0 5 0,1 1 10 0,4 0-5 15,5-2 2-15,4-5-6 0,6 5-9 0,11-2-12 16,3 3-8-16,12-3-12 0,2-4-3 0,6 3-12 16,2-5-8-16,-3-2-12 0,1 2-24 0,2-1-31 0,5 3-38 15,-6-6-49-15,2 3-55 0,1 5-48 16,-7-5-59-16,-2 6-74 0,2-9-89 0,-16 3-319 15,-4 4-803-15,0-1 355 0</inkml:trace>
  <inkml:trace contextRef="#ctx0" brushRef="#br0" timeOffset="-204391.66">15839 10935 24 0,'0'0'289'0,"-8"-3"-14"16,8 3-11-16,0 0-17 0,-3-8-16 0,3 8-16 16,0 0-18-16,0 0-18 0,0 0-19 0,0 0-8 15,0 0-1-15,20 9-4 0,-7-2-12 0,7 6 2 16,5 1-9-16,4 2-3 0,8 15-10 0,6-2 4 16,-2 1-6-16,7 2 0 0,0 5 6 0,20 8-5 0,2 2-9 15,-4 2-6-15,7-2-2 0,6 2-3 0,-4 3-6 16,2 3-1-16,1-5-5 0,3 9-8 15,0-5-5-15,5 0 2 0,-3 0-14 0,2 0-3 0,-1 1-9 16,-4-6-5-16,1-2-3 0,-7 3-3 0,-1-3 0 16,-5-2-10-16,5-2-2 0,-2 0-2 0,3 0 0 15,-6-1 1-15,-17-10 1 0,6-2-5 0,11 11-3 16,-17-11-2-16,2 0 4 0,0-2-6 0,-4 1 0 16,3 3-1-16,-8-4 1 0,8-6-1 0,-8 2 2 15,1-1 2-15,0-4 20 0,-2 3 19 0,-5-5 2 16,-5 0-3-16,-1-3-3 0,-3-1 0 0,-1 2-5 15,1-4 1-15,-3 0 3 0,1-2-1 0,-8 5-1 0,0-3-5 16,2-6 0-16,-4 6-3 0,-1-5 6 0,2 0-10 16,-3 2-1-16,0 0-3 0,-6-3-2 15,-1-2-4-15,7 1-2 0,-9 1-2 0,8-2 7 0,-6 1-11 16,-2-1-3-16,8 1 2 0,-8 0-2 0,1-1-2 16,1 1-1-16,2 1-3 0,-5-1 2 0,2 3 1 15,3-3-4-15,-2 0 1 0,0 3-2 0,4-2 2 16,-2-2-2-16,-2 5-1 0,5-4 2 0,-1 3-2 15,-2-2-1-15,0 2 1 0,0-2-1 0,-2-2 0 16,0 0 1-16,0 1-3 0,-1-3 8 0,1 3-8 16,-8-4-3-16,9 3-2 0,-3 1-9 0,-6-4-13 15,0 0-31-15,0 0-41 0,0 0-54 0,0 0-46 0,0 0-42 16,0 0-44-16,-18-19-57 0,8 12-75 16,0 1-311-16,0 3-788 0,-3-1 349 0</inkml:trace>
  <inkml:trace contextRef="#ctx0" brushRef="#br0" timeOffset="-203975.18">19024 12515 103 0,'0'0'256'0,"0"0"-7"0,0 0-11 16,0 0-11-16,0 0-8 0,3 27-15 16,4-19-9-16,0 1-10 0,1 9-11 0,-2-4-10 0,8 4-14 15,-4-2-15-15,1 2-10 0,1-1-10 0,4 4-8 16,-1 3-8-16,2-5-1 0,-11 0-10 0,6-2-4 15,1-6-13-15,-4 5-4 0,0-5-5 0,-4 1-5 16,4-3 6-16,-4-3-11 0,0 3 0 0,-2-5 8 16,2 4 15-16,-3-3 8 0,-2 0 15 0,0-5 19 15,1 8 15-15,-1-8 10 0,0 0 8 0,-8 6-3 16,0-4-4-16,-2-2-13 0,-4 1-12 0,-5 2-12 16,0-1-10-16,-9-1-11 0,0 5-10 0,-8 0-6 0,-7-2-29 15,-4 7-41-15,-2-2-53 0,1 3-55 16,0-2-57-16,-2 6-55 0,-5 0-59 0,2-2-75 15,4 2-366-15,-3 0-779 0,1 4 345 0</inkml:trace>
  <inkml:trace contextRef="#ctx0" brushRef="#br0" timeOffset="-202575.25">12385 11683 277 0,'0'-7'317'0,"0"7"-14"0,0-8-29 0,0 8-25 0,0 0-26 16,-5-4-20-16,5 4-23 0,0 0-17 0,0 0-18 15,0 0-16-15,7 16-13 0,-2-5-7 0,-4 4-6 16,6 0-3-16,-5 5-1 0,4-5-15 0,3 4-2 16,-4 4-8-16,-4-4-2 0,8 1-5 0,-6-3-6 15,0 6-3-15,2-7-10 0,2 4-3 0,-1-2-1 16,-2-3-6-16,2 0-4 0,1 0-5 0,-4-2 2 16,2-1-4-16,0 0-2 0,-3-5 0 0,-1 3-2 15,3-1-4-15,-1-1 0 0,-1-5-6 0,3 6-12 16,-4-3-10-16,4-4-14 0,-5-2-17 0,7 10-21 15,-5-10-27-15,-2 0-29 0,8 5-45 0,-8-5-49 0,0 0-42 16,13-3-239-16,-13 3-531 0,0 0 236 0</inkml:trace>
  <inkml:trace contextRef="#ctx0" brushRef="#br0" timeOffset="-202307.91">12445 11660 12 0,'0'0'277'0,"0"-12"-8"0,0 5-16 16,0 0-16-16,6 4-16 0,-1-2-18 0,-5 5-17 16,10-9-14-16,0 5-12 0,2 1-10 0,-4-1-13 15,4 0-11-15,-2 1-12 0,1 1-11 0,-1 0-12 16,0 2-9-16,8-5-2 0,-6 5-14 0,6 0-7 0,-6 0-7 15,6 0-3-15,-3 0-6 0,1 0-1 0,-4 4-20 16,-1-3-26-16,3 1-24 0,1-1-29 0,-7 0-29 16,5 4-35-16,-5-2-36 0,-1 2-38 0,1-3-33 15,-3 3-161-15,-5 1-420 0,0 2 186 0</inkml:trace>
  <inkml:trace contextRef="#ctx0" brushRef="#br0" timeOffset="-202091.06">12537 11916 71 0,'0'0'263'0,"-5"9"1"15,5-9 4-15,0 0-4 0,0 0-1 0,0 0-6 0,0 0-10 16,0 0-19-16,14 2-22 0,-14-2-22 16,0 0-16-16,28-4-16 0,-17 0-20 0,3 1-9 15,-1 2-16-15,0-1-9 0,4 2-8 0,-2-2-21 0,1 2-37 16,1-3-44-16,-2 2-52 0,-9 1-65 0,7 1-71 15,-6-2-85-15,-7 1-181 0,17 1-506 0,-11 2 224 16</inkml:trace>
  <inkml:trace contextRef="#ctx0" brushRef="#br0" timeOffset="-199208.61">13271 11634 81 0,'-2'-5'239'0,"0"0"-17"0,2 5-7 16,-6-10-4-16,6 10-14 0,-5-8-12 0,3 4-6 16,2 4-13-16,-5-5-4 0,5 5-10 0,-3-7-10 15,3 7-13-15,0 0-13 0,-8-5-7 0,8 5-14 16,-7-2-7-16,7 2-3 0,0 0-6 0,-17 2-4 16,17-2-5-16,-14 2-5 0,2 5-2 0,5-4 2 15,-3-1-3-15,2 5-3 0,-3-1 3 0,1-1-3 16,-5 3-4-16,1 1-2 0,1 1-7 0,-2-1 1 15,7 3-6-15,-5-2 0 0,-2 2 5 0,8 0-3 0,-8-2-1 16,7 2 1-16,0-3-3 0,1 6 3 16,1-7-8-16,-1 5 4 0,4-3 0 0,1 4 3 15,-1-2 6-15,3-3 4 0,0 3 2 0,5-1 1 0,1-1 1 16,4 0-6-16,-2 5 2 0,11-6-4 0,-1 2-4 16,0 0-2-16,7 0-1 0,3-2-5 0,0-1-9 15,-3 3 2-15,6-7-6 0,-4 3-6 0,1 1-29 16,-1-5-20-16,-6 2-32 0,1-4-29 0,-1-1-35 15,-4 0-39-15,3 0-45 0,-11 0-57 0,8-1-36 16,-5-4-282-16,-6 3-635 0,7-2 281 0</inkml:trace>
  <inkml:trace contextRef="#ctx0" brushRef="#br0" timeOffset="-198241.42">13431 11749 213 0,'0'0'241'0,"0"0"-14"0,-1-3-6 0,1 3-12 0,0 0-14 16,0 0-11-16,0 0-4 0,0 0-11 0,0 0-7 15,0 0-12-15,0 0-9 0,16-4-5 0,-16 4-16 16,0 0-3-16,15 0-9 0,-15 0-7 0,15 0-13 16,-8-1-7-16,-7 1-9 0,19 0-1 0,-9-5-7 15,4 3-9-15,0 2 1 0,-4-1-5 0,5-2-11 16,4 2-3-16,-8 1-4 0,2-2 2 0,1 1-9 16,-1-3 9-16,-2 3-16 0,3-1 3 0,2 1-10 15,1 1 5-15,-6-3 0 0,-2 3 10 0,4 0-19 16,-5-3 4-16,-8 3-1 0,22-3-1 0,-16 6-5 0,-6-3 4 15,15 0-4-15,-15 0 0 0,0 0-3 0,15-3 1 16,-15 3 1-16,7-2-4 0,-7 2 1 0,0 0 1 16,0 0 3-16,0 0-4 0,15 5 0 0,-15-5 0 15,0 0 0-15,0 0-3 0,13 0-5 0,-13 0-1 16,0 0-11-16,10 0-11 0,-10 0-4 0,6 3-13 16,-6-3-15-16,0 0-14 0,0 0-22 0,0 0-28 15,0 0-24-15,0 0-39 0,0 0-32 0,0 0-51 16,0 0-142-16,0 0-447 0,0 0 199 0</inkml:trace>
  <inkml:trace contextRef="#ctx0" brushRef="#br0" timeOffset="-197625.38">13704 11587 172 0,'0'-7'235'0,"0"7"-10"15,0 0-16-15,0 0-11 0,0 0-18 0,0-8-14 0,0 8-20 16,0 0-14-16,0 0-13 0,0 0-14 16,0 0-10-16,0 0-10 0,0 0-7 0,0 0-9 15,0 0-4-15,0 0-8 0,0 0-6 0,0 0-5 0,0 0-4 16,14 22-3-16,-9-18 4 0,-2 0-4 0,-1 1 0 15,4 0-2-15,1 0-5 0,-6 2-1 0,8-5-1 16,-4 3-5-16,5 1 3 0,-5-3-6 0,1 1-4 16,2-2 3-16,-1 0-4 0,0 2 3 0,1-3-5 15,0 4-10-15,-1-2 10 0,1 0-4 0,-8-3 0 16,13 1-2-16,-8 1-1 0,-5-2-1 0,9 1 3 16,-9-1 8-16,0 0 0 0,0 0 5 0,8 7 3 15,-8-7-3-15,0 0-5 0,0 0 2 0,0 0-3 16,5 1-3-16,-5-1 3 0,0 0 8 0,-12 12 10 15,9-8 9-15,-4 3 1 0,1-4-5 0,-1 4-1 16,2 2-2-16,-5-1-5 0,4-1-1 0,-3 5 1 16,3-3-4-16,-9 6-4 0,8-3 3 0,-1 0-7 0,1-2 2 15,-1 6-4-15,1-6-5 0,1 3 5 0,-1-1-5 16,1 0 1-16,1 2-2 0,0-5 5 16,0 2-15-16,3-4-20 0,-1 2-33 0,-1 3-35 0,3-5-54 15,-4 4-69-15,5-7-69 0,0-4-224 0,0 12-542 16,5-5 240-16</inkml:trace>
  <inkml:trace contextRef="#ctx0" brushRef="#br0" timeOffset="-196441.4">17720 11377 165 0,'0'-5'299'0,"0"5"-5"0,0 0-7 16,1-6-7-16,-1 6-10 0,0 0-12 0,0 0-19 15,0 0-21-15,0 0-13 0,0 0-23 0,0 0-19 16,0 0-9-16,0 0-23 0,0 0-12 0,0 0-13 15,0 0-8-15,0 0-10 0,0 0-10 0,2 19-9 16,-2-11-6-16,0 0 3 0,0 4-7 0,0 0-3 16,2 3-8-16,1 3 3 0,-3-1-2 0,2 4 0 15,3-4-7-15,-4 6 1 0,1-1 0 0,0-3-2 16,1 2-6-16,0-2-4 0,2 1-4 0,-3-1 4 0,3-2-6 16,-4 1-5-16,1-2-2 0,5-1 9 0,-2-1-11 15,-2-1 4-15,4 1-4 0,-4-2 3 0,-1-4 2 16,1 2-17-16,5-1-18 0,-5-3-19 0,1 1-8 15,1 1-19-15,0-5-26 0,-2 1-38 0,-3-4-46 16,7 5-57-16,-7-5-45 0,0 0-60 0,0 0-212 16,0 0-590-16,15-10 261 0</inkml:trace>
  <inkml:trace contextRef="#ctx0" brushRef="#br0" timeOffset="-196158.86">17751 11286 301 0,'0'-5'351'16,"-5"-3"-4"-16,5 1-9 0,0 7-3 0,5-9-9 16,-5 2-10-16,0-1-17 0,0 8-24 0,0-4-22 15,0 4-24-15,7-8-21 0,-1 7-21 0,-6 1-12 16,10-7-25-16,-1 5-15 0,-1 2-13 0,-8 0-13 15,18-2-12-15,-8-1-2 0,3 3-8 0,-3 0-18 16,5 3-5-16,3-1-12 0,-1 0-22 0,4 2-32 16,-1-1-33-16,-2 2-31 0,-3-4-34 0,5-1-27 15,-5 4-36-15,2-1-33 0,-6 2-36 0,1 2-43 16,-6-5-38-16,3 4-261 0,-3-2-622 0,-1-1 276 16</inkml:trace>
  <inkml:trace contextRef="#ctx0" brushRef="#br0" timeOffset="-195941.5">17788 11514 187 0,'0'0'256'16,"0"0"1"-16,0 0 0 0,-5 3-1 0,5-3-5 15,0 0-9-15,0 0-14 0,0 0-14 0,0 0-18 16,0 0-16-16,0 0-15 0,0 0-16 0,0 0-22 15,34-1-6-15,-24-1-12 0,-10 2-16 0,22 0-7 16,-4 0-21-16,-3 2-28 0,3-2-42 0,4-2-45 16,-6 2-52-16,6 3-64 0,-2-4-62 0,-4-1-260 0,2 2-528 15,-8 0 234-15</inkml:trace>
  <inkml:trace contextRef="#ctx0" brushRef="#br0" timeOffset="-195291.51">18155 11316 59 0,'-2'-8'335'0,"2"8"-20"0,0 0-18 0,2-12-24 16,-2 12-35-16,0 0-22 0,-2-4-26 15,2 4-20-15,0 0-16 0,0 0-17 0,0 0-15 16,0 0-12-16,4 27-10 0,-4-15-9 0,1-3-11 0,3 8-7 16,-4-1-9-16,0 2-3 0,3 0-7 0,0 4-6 15,1-5-4-15,-3 10-7 0,3-6 3 0,-1-4-9 16,-1 3 0-16,2 0-4 0,-2-1-1 0,5-1-6 16,-6-1 1-16,4 0-1 0,0-4-4 0,-1-4-1 15,4 1 1-15,-8-2-2 0,0 1 1 0,7-3-1 16,-4 0-1-16,2-3-3 0,0 1 2 0,-5-4-1 15,15 0 1-15,-15 0-1 0,8-5 0 0,-1 1-3 16,1-3-7-16,-2-1-1 0,3 1 4 0,-3-2 2 0,3-2 1 16,-1 3 8-16,-3-1 10 0,5-3 5 0,-5-1 11 15,1 8 10-15,1-9 3 0,-5 5 9 16,6 1 6-16,-3 1-1 0,-3-1 0 0,3 1-5 0,-2 1-6 16,3 2-7-16,-6 4-6 0,0-8-9 0,7 6-7 15,-7 2-7-15,0 0-1 0,0 0-3 0,0 0 0 16,0 0-4-16,13 14 1 0,-6-13 0 0,-2 11 2 15,-2-2-17-15,4 3 8 0,-1-4 4 0,3 6-3 16,-1 0 0-16,-1-3-2 0,3 0 13 0,-4-5-21 16,2 4-4-16,1-3 8 0,2-1-2 0,-4-1-2 15,1-3-3-15,-1 4 4 0,1-3-4 0,0-4-2 16,-8 0 10-16,17 0-5 0,-7-4-3 0,-2 1 3 16,2-1 6-16,0-4-1 0,-5 1-2 0,-3-1 2 15,3-5 6-15,3 2-8 0,-8-5 13 0,2 0 10 16,3-4 10-16,-5 1-6 0,1-8-4 0,-2 1 3 15,1 3-11-15,1-1 8 0,-1 5-2 0,0 0-1 0,-1 0-7 16,1 3-6-16,0 3 6 0,0 0-8 16,0 4-15-16,0-3-29 0,0 5-36 0,0 3-37 0,0 4-45 15,-5-9-42-15,5 9-30 0,0 0-55 0,0 0-53 16,0 0-242-16,0 0-625 0,-2 22 277 0</inkml:trace>
  <inkml:trace contextRef="#ctx0" brushRef="#br0" timeOffset="-193525.67">18812 11548 214 0,'0'0'353'0,"0"0"-5"16,0 0-15-16,-5-7-14 0,5 7-8 16,0 0-20-16,0 0-15 0,0 0-13 0,0 0-22 0,0 0-21 15,0 0-7-15,0-6-31 0,0 6-17 0,0 0-16 16,0 0-11-16,25 0-13 0,-13 0-13 0,-1 0-13 15,6 0-12-15,-1 0-7 0,6-2-7 0,-1 0-10 16,1 0-8-16,1-1-1 0,7 6-9 0,-9-8-1 16,1 4-26-16,-1-1-7 0,1-2-21 0,-2 1-7 15,1-2-46-15,-3 2-31 0,-3-4-29 0,0 5-35 16,-6-5-40-16,-1 4-60 0,-2-2-35 0,3 1-59 16,-9 4-201-16,3-4-599 0,-3 4 265 0</inkml:trace>
  <inkml:trace contextRef="#ctx0" brushRef="#br0" timeOffset="-193208.96">19150 11404 166 0,'0'-7'278'15,"0"7"-10"-15,0 0-5 0,0 0-2 0,0 0-10 16,0 0-15-16,6-3-8 0,-6 3-10 0,0 0-2 15,0 0-10-15,0 0-2 0,0 0 0 0,17 7-13 16,-17-7-5-16,13 7-20 0,-5-3-12 0,2 0-4 16,2 1-27-16,-2-1-7 0,-2 2-15 0,5-1-5 15,2 1-11-15,-6 0-9 0,4 0-7 0,-2 0-12 16,-1 1-4-16,-1 1-7 0,-1-4 8 0,2 4-19 16,-5-2-3-16,1 6-1 0,1-8 2 0,-5 3-10 0,4 1-6 15,-6 1-5-15,0-1-1 0,-8 2-8 0,1 1-12 16,-4-1-5-16,1 4-52 0,0-1-25 15,-8 0-38-15,-5 4-30 0,-1 2-37 0,-4-2-52 0,2 3-69 16,-11 1-298-16,1 3-667 0,-7 2 295 0</inkml:trace>
  <inkml:trace contextRef="#ctx0" brushRef="#br0" timeOffset="-190375.84">10442 14239 114 0,'0'0'246'0,"0"0"-10"0,-5-5-13 0,5 5-9 0,0 0-11 15,0 0-16-15,0-10-11 0,0 10-10 0,0 0-11 16,0 0-10-16,0 0-14 0,0 0-3 0,0-5-12 15,0 5-11-15,0 0-9 0,0 0-9 0,0 0-8 16,0 0-9-16,0 0-6 0,3-7-7 0,-3 7-4 16,0 0-8-16,0 0-6 0,0 0 1 0,0 0-11 15,0 0 0-15,0 0 1 0,0 0-8 0,0 0 1 16,0 0-2-16,0 0-4 0,0 0 1 0,0 0-5 16,0 0-4-16,0 0 3 0,0 0 0 0,0 0-1 15,0 0-2-15,0 0-3 0,0 0-2 0,0 0 0 0,0 0 9 16,0 0-10-16,0 0 3 0,0 0-5 15,0 0 2-15,0 0 1 0,0 0-4 0,0 0 4 16,0 0-3-16,0 0-1 0,0 0 1 0,0 0 0 0,0 0-2 16,0 0-1-16,0 0-3 0,0 0 6 0,0 0-1 15,0 0 3-15,0 0-3 0,0 0-1 0,0 0-3 16,0 0 6-16,0 0-5 0,0 0 5 0,10 17-3 16,-10-17 1-16,5 9 0 0,-5-5 2 0,0-4-3 15,0 9 0-15,2-1-2 0,-2 1 2 0,2-3-1 16,1 3 3-16,-3 4 3 0,2-4-4 0,3 9-1 15,-2-1 2-15,-3 0 2 0,1-3-6 0,4 4 3 16,0-2 0-16,0 0 0 0,0 3 3 0,0 0-6 16,2-3-1-16,-2 0 4 0,2 2 1 0,-3-2 1 15,3 0-4-15,1-4 0 0,-6 3-1 0,3-8 1 16,2 9 4-16,-2-9-2 0,-2 5 0 0,4-8 3 16,-4 6-4-16,-3-3 1 0,5-1 3 0,-4-2-5 0,1 4 4 15,-2-8 4-15,0 0 1 0,8 4-1 0,-8-4 1 16,2 7-2-16,-2-7 1 0,0 0 5 15,0 0-2-15,0 0 10 0,3-19 5 0,-1 12 3 0,-2-2-3 16,0-2-3-16,7-1 2 0,-7-6-5 0,3 2 0 16,0-7-4-16,4-1 12 0,1 5-15 0,-6 3 0 15,4-10 20-15,1 6-4 0,0 4 6 0,1-3 9 16,-1-1 5-16,-7 2-4 0,9 3-1 0,-5 2-6 16,2-1 7-16,-4 5 19 0,-2-3-25 0,7 6 1 15,-7 1 11-15,1-3-24 0,-1 8-3 0,5-8-3 16,-3 5-1-16,-2 3-5 0,0 0-3 0,0 0 1 15,15 17-3-15,-9-12-1 0,1 4 3 0,1 5-6 16,1-1-2-16,4 5 2 0,-5-2-4 0,10 3 3 0,-4 2 4 16,-1-3-6-16,3 3 3 0,3-3-6 15,0 1 5-15,-5-3-3 0,6 2 3 0,3 1-12 16,-8-10 15-16,6 9-6 0,-6-10 6 0,-2-1-4 0,-4 0 3 16,5-4 2-16,-5 2-1 0,-1 0-1 0,4-5-2 15,-4 1 0-15,-8-1 18 0,15-1-9 0,-15 1 6 16,15-10 15-16,-7 6 13 0,-1-7 11 0,4 7 10 15,-3-11 1-15,-1 0-13 0,-5 2 6 0,1-6 1 16,-6 2-3-16,3-5-5 0,-7-2-5 0,2-6-3 16,5 3-14-16,-10 0 4 0,4 0-1 0,-3 3-5 15,3 1-2-15,-1 4-4 0,4 3-1 0,-4 0-9 16,2 1-12-16,-3 1-22 0,8 4-42 0,-2-1-40 16,-3 0-48-16,4 6-50 0,-4-2-58 0,5 7-69 15,0-7-45-15,0 7-285 0,0 0-711 0,0 0 315 16</inkml:trace>
  <inkml:trace contextRef="#ctx0" brushRef="#br0" timeOffset="-189975.3">11304 13731 176 0,'0'-11'320'0,"-1"4"-13"16,2-1-20-16,-1-1-32 0,0 9-21 0,7-4-27 16,-7 4-17-16,0 0-19 0,15 12-12 0,-2 0-6 15,-3 11-20-15,5 4-5 0,8 8-13 0,-3 7-10 16,2 8-6-16,-3 2-11 0,8 21-10 0,-9-18-6 15,5 18-9-15,-1 1-4 0,-6-18-5 0,6 15-8 0,-6-18-1 16,4 1-5-16,3 21-3 0,-8-18-4 0,7 15-3 16,-7-18-2-16,-7-9-7 0,7 6 2 15,-4-5-6-15,-2 1-1 0,-1-2 1 0,-1-5-4 0,1-2 2 16,-8-10-6-16,5-2 5 0,-3 0 0 0,-2-10-1 16,6 0-3-16,-4-5-5 0,4-1-5 0,-6-4 3 15,0-2-11-15,0-4-23 0,7 1-22 0,-7-1-30 16,0 0-35-16,15-16-45 0,-8 4-40 0,1-3-51 15,0-5-245-15,4-7-539 0,-2 0 239 0</inkml:trace>
  <inkml:trace contextRef="#ctx0" brushRef="#br0" timeOffset="-189609.19">11738 13782 95 0,'-2'-20'310'0,"2"7"-11"0,0-1-11 15,2 4-14-15,-2 1-23 0,5 0-22 0,-3 3-21 0,6 1-18 16,3 5-19-16,-11 0-14 0,25 17-15 0,-3-2-6 16,-1 6-15-16,4 15-10 0,3 2-11 0,-5 5-11 15,4 8 0-15,-4 0-13 0,-3 0-8 0,5 21-6 16,-4 3-6-16,-6-22-8 0,0 1-1 0,5 19-4 15,-10-22-6-15,5 3-2 0,-2 3-1 0,2 14-2 16,-7-19-4-16,5-3-3 0,-3 2-4 0,4-1 3 16,-4-2-7-16,0-4 6 0,-6-4-5 0,3-10-5 15,5 1 0-15,-4-2 4 0,-6-4-2 0,4-5-4 16,3-4 2-16,-6-3 11 0,0-3-13 0,2 1-5 16,0-5-3-16,0-4 5 0,2 3-8 0,1-5-17 15,-8 0-28-15,15-5-28 0,-9 1-41 0,1-4-46 0,8-8-53 16,-7 1-66-16,1 2-253 0,-1-2-575 0,0-2 255 15</inkml:trace>
  <inkml:trace contextRef="#ctx0" brushRef="#br0" timeOffset="-188741.35">12504 14052 278 0,'-3'-14'345'0,"0"9"2"0,3-4 0 15,0 1 0-15,3 1-5 0,-3 7-32 0,0-11-24 16,0 11-25-16,0-6-37 0,0 6-23 0,0 0-21 0,0 0-16 15,12 26-21-15,-7-10-10 0,3 5-3 0,-2 3-23 16,1 1-13-16,1 4-14 0,1 3 10 0,-3-2-21 16,3-1-3-16,-3 3-8 0,2 3-7 0,1-7-7 15,-3 3-5-15,3-7-4 0,-6 7 2 0,4-8-9 16,-4-3 2-16,2 6-8 0,-4-11-18 0,4 2-28 16,-1-6-26-16,1-2-24 0,-5 1-20 0,1-1-10 15,4-2-23-15,-1-2-45 0,2 0-38 0,-6-5-41 16,0 0-44-16,15-17-48 0,-8 10-182 0,-7 1-569 15,10-5 252-15</inkml:trace>
  <inkml:trace contextRef="#ctx0" brushRef="#br0" timeOffset="-188509.29">12552 13998 215 0,'-3'-8'332'0,"0"4"5"0,3 4-6 0,-2-6 5 15,2 6-18-15,-3-6-15 0,3 6-22 0,0 0-18 16,3-7-29-16,-3 7-24 0,8-7-19 0,-3 6-25 16,5-2-19-16,0 3-12 0,3-1-9 0,6 1-14 15,-3 0-15-15,4 0-37 0,8 0-37 0,-6 1-35 16,7 3-37-16,-7-2-30 0,8 3-38 0,-9 0-37 16,1 2-43-16,-4-4-46 0,0 2-40 0,-1 0-232 15,-2 2-555-15,-2 3 245 0</inkml:trace>
  <inkml:trace contextRef="#ctx0" brushRef="#br0" timeOffset="-188309.3">12657 14274 144 0,'-12'3'262'16,"9"-2"1"-16,3-1-3 0,-12 7 1 0,12-7-1 0,-3 6-2 15,3-6-15-15,0 0-8 0,-2 5-14 0,2-5-17 16,0 0-18-16,0 0-20 0,27-1-14 0,-14 1-10 15,7-2-26-15,0 0-23 0,1 2-40 0,1 0-37 16,6 0-49-16,2-5-46 0,-2 4-55 0,-7 1-60 16,2-2-68-16,-3-3-211 0,-2 5-511 0,2-1 227 15</inkml:trace>
  <inkml:trace contextRef="#ctx0" brushRef="#br0" timeOffset="-187557.31">13305 14028 71 0,'0'-9'281'0,"0"1"-11"0,0 3-11 16,0-2-9-16,-1-2-16 0,1 9-21 16,-7-7-23-16,2 3-15 0,-1-1-18 0,1 3-16 0,5 2-12 15,-20 0-10-15,8 3-1 0,-1 4-5 0,-4-2-3 16,2 3-6-16,-1 3-4 0,-6-1-3 0,1 7 1 15,-1 2-4-15,6 2 4 0,-7-2-8 0,3 4 0 16,5-4-9-16,-3 4-4 0,6-7-13 0,-1 3 0 16,5 0-15-16,-1-3 10 0,6 11-13 0,0-8 0 15,3-6 2-15,0 4-10 0,5 2 1 0,5-6-8 16,3 2 0-16,-3-1-3 0,11 0 3 0,-4-6 4 16,3 3-25-16,8-2-20 0,-7-3-8 0,7-5-10 0,-6 4-12 15,3-5-10-15,-4 0-6 0,-1-2-4 0,3-2-2 16,-6 0 6-16,3-3 3 0,-4 0 8 15,-1-1 4-15,0 0 5 0,-7 0 2 0,-1-4 6 0,0 4 7 16,1-2 7-16,-6 1 20 0,3 1 15 0,-4-3 11 16,3 0 16-16,0 3 19 0,-4-2 15 0,0 4 21 15,0-3 14-15,0 3 14 0,0 0 1 0,0 6-5 16,0-7-14-16,0 7-15 0,5-8-5 0,-5 8-16 16,0 0-13-16,0 0-8 0,0 0-8 0,0 0 0 15,0 0-9-15,0 18-2 0,0-9-3 0,0 1-2 16,0 5-8-16,0-3 0 0,2 6 0 0,3-1-3 15,-3 0-5-15,1-1-12 0,0 0-20 0,-1 3-23 16,5-2-25-16,-1-2-30 0,1-1-30 0,-1-5-25 0,1 2-25 16,-4 1-29-16,4-4-55 0,0-1-62 15,3-2-57-15,-5-2-228 0,4 2-654 0,-4-2 289 16</inkml:trace>
  <inkml:trace contextRef="#ctx0" brushRef="#br0" timeOffset="-187191.94">13843 14083 205 0,'0'-6'330'0,"5"-6"-2"0,-5 8-6 0,0 4-6 16,0-12-10-16,-5 4-2 0,5 8-10 0,0-12-2 15,0 9-26-15,0 3-17 0,-6-10-18 0,2 5-19 16,-7 3-16-16,11 2-13 0,-15-2-5 0,15 2-7 16,-23 4-4-16,10 4 4 0,-7 2 3 0,3 2-4 15,1 3-9-15,-6 2-9 0,1 1-14 0,-1 3-10 16,1 0-9-16,2 3-18 0,4-1-5 0,2-7-11 0,5 10-2 16,0-2-4-16,3-5-4 0,5-1-3 0,1 2-3 15,8 0-3-15,1-3-5 0,4 2-6 0,10 4-8 16,-1-11-10-16,3 0-25 0,7 2-26 0,0-7-31 15,9-1-47-15,-7-3-52 0,1 0-61 0,-1-2-58 16,-2-2-57-16,-3-3-67 0,-1-3-74 0,1 3-334 16,-5-2-862-16,-2 1 381 0</inkml:trace>
  <inkml:trace contextRef="#ctx0" brushRef="#br0" timeOffset="-185392.75">9914 13638 112 0,'-8'-3'282'0,"-1"0"-13"0,9 3-17 0,-9-5-13 16,9 5-14-16,-10-1-17 0,10 1-22 0,0 0-14 0,0 0-15 15,26-7-22-15,-9 5-10 0,19-8-11 0,7 6-6 16,13 4-10-16,7-3-10 0,33 3-5 0,-3-1-11 16,10 2-4-16,1-1-6 0,45-15-5 0,1 20-1 15,-6-5 9-15,2-2-4 0,1 6-6 0,1 2 7 16,4-5-5-16,4 3-6 0,-6-2 1 0,-4 0-7 15,3 6 3-15,-48-6-10 0,48-4-3 0,-43 2-4 16,-2 5-4-16,2-8-6 0,-2 3 2 0,4-5-3 16,-11 0-3-16,3 3 1 0,-11 0-2 0,-5-8-3 15,-19 9 2-15,0-1-4 0,-3-3-3 0,-5-2 3 16,-4 2-2-16,3 4-3 0,-6-2 8 0,-2-1-8 16,-5 0 2-16,1-1-2 0,-12 3-3 0,1-3 2 15,-3 2-3-15,0 2 2 0,-2 1-2 0,-7-1 1 0,2-4-2 16,-4 3 1-16,2 2 2 0,-1-3-1 15,-5 0-1-15,0 3 0 0,-5-1-2 0,3 1-1 16,-7-1 5-16,-6 1 0 0,15 0-5 0,-8-3 7 0,-7 3-1 16,0 0-1-16,15 0-1 0,-15 0-4 0,0 0 1 15,8-5 6-15,-8 5-7 0,0 0 2 16,0 0-6-16,7 8-1 0,-7-8 2 0,0 0 1 0,0 0-4 16,0 0 2-16,0 0 1 0,0 0 0 0,5 5-3 15,-4 3 2-15,-1-8-1 0,0 3 1 0,2 5 7 16,-2 0-5-16,0 0-2 0,2 1 1 0,1 3-2 15,-1 3 1-15,4 0 2 0,-4 3 0 0,5 6 1 16,-1 2 0-16,-1-1 2 0,3 2 0 0,1 2 0 0,4 13-2 16,-3-3-1-16,0 4-2 0,3 2-4 15,0-1 3-15,-3 2 2 0,3 2 3 0,2 2-1 16,-3-3 13-16,0 0-13 0,1-2-4 0,2-2 3 0,-4 6-1 16,1-8 7-16,4 0-4 0,-4 1 4 0,-4-12 0 15,6 2 0-15,-6-4 5 0,-2-1 8 0,3 1-4 16,-1-2 5-16,-1 1-5 0,1-3 7 0,-5-5 6 15,0-2 10-15,4-2-4 0,-2-1-3 0,-2-4-2 16,2 0 6-16,-3-2 7 0,3 4 0 0,-3-9 10 16,4 3 2-16,-4-3-2 0,3 6 3 0,-3-6-3 15,4 2-5-15,-6-5-3 0,8 5-3 0,-8-5 1 16,5 2-12-16,-3 4 0 0,-2-6-3 0,0 0-6 16,0 0 2-16,10 1-9 0,-10-1 3 0,0 0 2 15,0 0-5-15,3 3 1 0,-3-3-1 0,2 8-12 16,-2-8-2-16,0 0-5 0,0 0-2 0,0 0-2 15,-2 7 0-15,2-7-12 0,0 0 10 0,0 0 7 0,-6 9 9 16,1-7-18-16,5-2-1 0,-9 1 1 0,9-1 5 16,-14 5-1-16,4-5 17 0,-4 0-24 15,1 0 9-15,-3 3 1 0,-6-3-2 0,1 0 4 0,-9 1 18 16,-5 1-22-16,2-2 1 0,-12 1 7 0,-1 2 0 16,-4-1 1-16,-1-2 2 0,-5-5-5 0,4 5 3 15,-6 3-5-15,-8-1-2 0,5 1 9 0,-4 0 0 16,-1 0 1-16,-15-3 6 0,20 5-11 0,-20-4 2 15,19 5-2-15,0-5 3 0,-1 7-1 0,3-4-1 16,1-1 3-16,-1 4 0 0,9-3-3 0,-7 2 7 16,6 0-2-16,-1-2-1 0,9 1-1 0,-3-2 8 15,1 1 13-15,0 1-13 0,1-2-8 0,4 0 3 16,3-2-4-16,-7 1 2 0,0-2 8 0,-3 1 7 16,0 1-15-16,2-2 1 0,-4 3-1 0,1-1 4 15,4-2 1-15,-6 1-4 0,3 0-2 0,-9 2 14 16,6-3-16-16,-2 2 2 0,0 1 0 0,-2 0-1 0,2 0 5 15,0-2-2-15,0 1-2 0,5 1-2 16,0 2 2-16,2-3-1 0,5 5 2 0,8-3-7 0,1 0 10 16,-3-1-3-16,6 2 3 0,1-3 7 0,-4-2-14 15,4 2 6-15,3 3-7 0,4-3 2 0,-1 2-2 16,-8-3 4-16,7 4-4 0,-5-2 4 0,-2 2 0 16,-1-4 5-16,-4 3-8 0,7 0-4 0,-4 1 13 15,-2-2-6-15,-3 1 3 0,7 2-15 0,-6-4 14 16,5 1-13-16,-14 1 11 0,10 3 2 0,4-2 2 15,-4 0-3-15,3 1 1 0,-1-2-3 0,2 1-1 16,1 2 3-16,2-6 6 0,6 3-2 0,-1-1-6 16,5 2 1-16,-2-2 1 0,0 1-2 0,4-1 1 0,1 1 2 15,2-1-2-15,3 1-1 0,-3-3 2 0,-1 3 3 16,4-3 6-16,0 2-13 0,-1 0-3 16,1 0 8-16,-2-3-1 0,2 1 0 0,-1 3-2 0,11-4-4 15,-15 0 15-15,5 1-11 0,-2 1-5 0,12-2 5 16,-15-2 16-16,15 2-20 0,-14-1 7 0,14 1 3 15,-12 0 1-15,12 0 8 0,0 0 5 0,0 0 7 16,-15-4 13-16,15 4 4 0,-7-3 1 0,7 3 6 16,-3-5 14-16,3 5-6 0,-6-10 0 0,4 5-5 15,2-3-3-15,0 0 6 0,0-2-3 0,0-5-1 16,0-2-4-16,2 2-1 0,-2-7-5 0,6-3-4 16,-6-4-5-16,0-13-1 0,0-3-2 0,-6 2-4 0,4-6-1 15,2 1-1-15,-7 1 9 0,-1-2 15 0,1 3 7 16,-3-2 2-16,-4 0 6 0,-1-1 8 15,-5 0 6-15,-2 0 4 0,-3 1-2 0,-3-3-9 0,0 0-2 16,-10 5-12-16,8-3-5 0,-4 6-3 0,2-2-3 16,-4-2-4-16,1 10-12 0,3-1 0 0,3 7-2 15,6 0 5-15,1 12-21 0,7 3-22 0,4 2-27 16,-1 0-30-16,0 6-57 0,9-1-75 0,-2 4-72 16,5 5-42-16,0 0-50 0,0 0-82 0,27 14-393 15,4 1-909-15,7 4 403 0</inkml:trace>
  <inkml:trace contextRef="#ctx0" brushRef="#br0" timeOffset="-182958.81">19024 14145 106 0,'0'-6'259'0,"0"6"-11"16,0-9-6-16,0 9-2 0,-3-11-9 0,3 7-12 16,0 4-6-16,3-11 2 0,-1 7-5 0,-2 4-10 15,0-10 1-15,0 10-7 0,-2-7-2 0,2 7-11 16,-3-6-16-16,3 6-6 0,0-5-15 0,0 5-10 16,-9-8-15-16,9 8-2 0,-8-3-12 0,8 3-15 15,-15-5-8-15,9 5 2 0,6 0-7 0,-24 2 0 0,11 1 7 16,-2-1-1-16,-3 0 4 0,0 6-2 0,0-2 0 15,1 0-5-15,-3 1-19 0,0 5-3 0,4 1-2 16,-1-3 1-16,-1 2 2 0,3 2-4 0,0 1-2 16,0-2-1-16,7 2 2 0,-5 1-4 0,5-1 7 15,1 0-1-15,-1 1-1 0,8 2 0 0,0-3 1 16,0-2 0-16,8 5-3 0,4-5 0 0,6 9-4 16,5-8-5-16,5 1-3 0,5-3 4 0,12-1-14 15,3 0-9-15,2-4-13 0,-6-2-19 0,8-2-20 16,-8-2-23-16,1-1-37 0,-10-3-34 0,13-2-35 15,-7 2-43-15,-11-1-42 0,0-1-43 0,-9-2-56 16,-4 3-61-16,3-4-313 0,-6-3-776 0,1 3 343 16</inkml:trace>
  <inkml:trace contextRef="#ctx0" brushRef="#br0" timeOffset="-182426.2">19527 13569 162 0,'-6'-20'340'0,"4"8"-6"0,-5 1-9 16,6 2-32-16,-1-2-19 0,-3 5-31 0,3 0-22 15,2 6-31-15,0 0-18 0,0 0-9 0,-13 18-9 16,11-1-2-16,2 0-5 0,0 13-6 0,0 1-4 16,0 13-5-16,2 1-4 0,5 5-13 0,-1 0-6 15,3 2-4-15,4 5-9 0,2-3-10 0,0-2-3 16,3 2-6-16,-3 3-8 0,6-3-9 0,-6-3-4 16,7-1-5-16,-4 1-8 0,0-5 1 0,-1 1 1 15,4 1-9-15,-1-8-2 0,-3-1-8 0,2 4 1 0,-10-15-1 16,4 2-5-16,-1-6-1 0,-3-5-4 15,1 4-5-15,-1-7-21 0,-3-1-32 0,1-4-14 16,0-3-22-16,-6 3-7 0,1-4-8 0,1-5-13 0,-3-2-23 16,3 7-35-16,-3-7-28 0,0 0-27 0,0 0-32 15,0 0-22-15,0 0-26 0,9-23-196 0,-9 12-535 16,3-2 236-16</inkml:trace>
  <inkml:trace contextRef="#ctx0" brushRef="#br0" timeOffset="-182092.9">19941 13607 305 0,'0'-15'330'0,"-2"-4"-8"0,2 11-10 0,0-3-22 15,-3 2-33-15,3 6-23 0,0 3-24 0,0 0-23 16,0 0-10-16,20 19-10 0,-14-4-12 15,9 9-16-15,5 15 0 0,-3 0-8 0,-2 5-12 0,6 3-12 16,-1 2-7-16,-5 3 1 0,0 3-3 0,1-1 4 16,-2 1-19-16,2 1-5 0,-4-1-11 0,-1-4-3 15,3 0-5-15,-1-2-11 0,-5 1-6 0,4-3 1 16,-2-7 1-16,-2 2-11 0,0-3 1 0,-3-15-7 16,5 3 14-16,-3-1-15 0,-2-7-1 0,0-3-1 15,0-1 5-15,-2 0-33 0,0-6-15 0,4-2 6 16,1-3-43-16,-1 0-27 0,-2-4-31 0,-5 0-30 15,10 0-42-15,-10 0-41 0,16-8-46 0,-16-3-45 16,7 3-234-16,3 0-598 0,-7-3 264 0</inkml:trace>
  <inkml:trace contextRef="#ctx0" brushRef="#br0" timeOffset="-181608.63">20807 13761 169 0,'1'-9'405'0,"-1"4"-2"0,0 0-3 0,0 5-9 0,0-10-25 16,0 10-28-16,0-10-35 0,0 10-29 0,0 0-29 15,0 0-28-15,0 0-24 0,0 0-19 0,0 0-20 16,0 0-10-16,4 25-14 0,-3-10-12 0,-1 2-12 15,2 1-3-15,-2 3-12 0,0 6-15 0,5 0 0 16,-5 0-8-16,1 2-8 0,-1-1-6 0,2 3-6 16,1-2-2-16,-3 4-6 0,2-5-5 0,0 1 3 15,-1-2-4-15,4 0-5 0,-5-7-2 0,0 0-7 16,2-1-1-16,1-3-14 0,-1 0-14 0,0-2-21 16,-1-3-28-16,3-2-33 0,-1 2-16 0,2-4-5 15,-3-2-19-15,3-1-24 0,1 1-36 0,-6-5-45 16,8 2-35-16,-8-2-41 0,14-7-54 0,-11 0-189 15,5 3-602-15,-3-1 266 0</inkml:trace>
  <inkml:trace contextRef="#ctx0" brushRef="#br0" timeOffset="-181375.27">20821 13728 275 0,'-1'-9'367'0,"1"-2"3"15,-5-1-5-15,5 4-22 0,6-7-14 0,-4 7-18 16,3-3-26-16,-2 4-23 0,7-2-30 0,2-2-17 16,-4 8-18-16,7-6-20 0,2 1-22 0,-1 4-13 15,1 0-14-15,6 3-15 0,-5 1-9 0,0 0-21 16,4 0-39-16,1 1-33 0,-3 3-35 0,1 0-23 16,-4 4-29-16,4 0-33 0,-4-1-30 0,-2 2-29 15,1 2-41-15,-4 0-47 0,-5-1-50 0,4-1-223 16,-7 3-574-16,1 1 254 0</inkml:trace>
  <inkml:trace contextRef="#ctx0" brushRef="#br0" timeOffset="-181175.26">20871 14016 163 0,'-3'3'250'0,"-4"4"4"0,7-7 1 15,-8 3 6-15,8-3-3 0,0 0-3 0,0 5-4 16,0-5-18-16,0 0-22 0,16 3-19 0,-9-3-18 15,11 0-4-15,-3 0-28 0,3 0-20 0,4 0-15 16,6 0-25-16,2 0-39 0,-2 0-45 0,-2 1-50 16,1 2-58-16,3-3-65 0,-2-3-64 0,-8 2-236 15,1 1-513-15,-1 0 227 0</inkml:trace>
  <inkml:trace contextRef="#ctx0" brushRef="#br0" timeOffset="-180641.8">21368 13700 142 0,'0'-8'269'0,"0"8"-30"0,0 0-5 0,0 0-3 16,0 0-17-16,-9 20-13 0,4-13-15 0,4 2-16 16,1 9-12-16,-2 2-11 0,-3-1-16 0,5 8-13 15,0 0-12-15,0 1-10 0,5 3-7 0,-3-3-9 16,-2-2-8-16,6 2-8 0,1-2-4 0,-5-6-7 15,4-1-2-15,-1-1-6 0,2-1-6 0,-2-5-7 16,3 6-2-16,-3-9-4 0,5 2-8 0,-5-7-1 16,2 3-1-16,6-3-3 0,-5 0-2 0,0-4-2 15,-8 0-2-15,24-7-1 0,-13 3 4 0,-1-3-2 0,3-5-1 16,2 0-4-16,-6-3 1 0,2 6 2 16,1-9 5-16,-6 9 5 0,6-6 10 0,-4 2 16 15,-1 1 14-15,-1 3 13 0,-1 0 15 0,0-2 6 0,0 4 7 16,-1-1-7-16,-3 4-9 0,-1 4-5 0,5-9-18 15,-3 5-7-15,-2 4-3 0,0 0-3 0,0 0-10 16,0 0-5-16,15 13 4 0,-12-2-7 0,2-1-4 16,2 3-3-16,-1 4 1 0,4 0 0 0,2 2-4 15,-1-2-5-15,-1-1 3 0,5-1-3 0,2 1-2 16,-2-2 17-16,-2-2-15 0,2 0-8 0,0-3 8 16,0 1-5-16,-2-5 1 0,0-1-6 0,-3-2 9 15,3-1-2-15,-4-2 0 0,4-2-1 0,-3-3 4 0,-2-3 12 16,5-2 19-16,-6-2 2 0,-1-2 8 15,-2-5 0-15,-1 0 10 0,0-7 4 0,-3 0-4 16,0-2-6-16,-1-3-3 0,1 1-10 0,-5-8 2 0,0 8-5 16,0 0-4-16,0 0 2 0,3 4-11 0,-6-1-3 15,8 6-5-15,-5 6-13 0,3-2-20 0,-4 6-35 16,4 1-39-16,2 4-76 0,-2 1-49 0,2 6-21 16,0 0-20-16,0 0-40 0,0 0-51 0,0 0-310 15,12 23-707-15,-5-10 313 0</inkml:trace>
  <inkml:trace contextRef="#ctx0" brushRef="#br0" timeOffset="-180109.56">22444 13681 270 0,'4'-7'321'0,"-2"-1"-11"0,-2 3-11 15,3 1-17-15,-3 4-16 0,0-10-27 0,0 10-9 16,0-8-35-16,0 8-23 0,0 0-17 0,0 0-17 0,-9-1-15 16,9 1-15-16,-17 12-4 0,10-5-8 0,-6 2-3 15,-3 6 5-15,1 0-2 0,-2 5-9 0,-1 3 0 16,0 0-6-16,1 0-4 0,-3 4 2 0,5-1-3 16,0 0-13-16,4 0 0 0,1 1-7 0,2-3-4 15,1 2-1-15,0-6-8 0,6 4-1 0,1-2-1 16,0-3-2-16,1-3-14 0,8 4 4 0,-1-4-4 15,5-3-7-15,2 0-10 0,5-4-19 0,0-2-16 16,6 4-17-16,-2-7-12 0,0 0-11 0,6-4-15 0,-5 0-12 16,-2-4 1-16,-1 1-2 0,-1-2 11 15,1-3 2-15,-1 1 3 0,-4-4 7 0,1 1 9 16,-6-4 5-16,-1-1 12 0,-4 0 3 0,-2 0 16 0,0 0 19 16,0 0 22-16,-9 3 13 0,4 2 18 0,4-4 18 15,-4 4 14-15,-4 0 17 0,3 1 16 16,1 2 7-16,0 7-3 0,-2-11-1 0,-1 7-17 0,3 4-7 15,0 0-9-15,0-8-12 0,0 8-5 0,0 0-5 16,0 0-3-16,0 0-3 0,0 0-9 0,6 23 2 16,-2-11-7-16,1-1 2 0,0 5-7 0,0 0-2 15,0 2-6-15,1 2-2 0,1-4 2 0,-1 7-5 16,1 4-1-16,0-9 1 0,3 6-19 0,-4-3-16 16,1-4-46-16,1 2-33 0,-6 1-38 0,3-4-26 15,-4-4-40-15,8 2-49 0,-9-4-63 0,0 0-67 16,-5-1-225-16,5 3-653 0,-7-6 289 0</inkml:trace>
  <inkml:trace contextRef="#ctx0" brushRef="#br0" timeOffset="-178259.14">17650 13421 207 0,'-3'-8'243'0,"-2"2"-15"0,5 1-18 0,0-3-18 16,5 0-20-16,3 2-15 0,9-2-16 0,3 1-13 15,9 1-8-15,4 0-3 0,19-2-5 0,9 4-8 16,23-1-8-16,-2 1-6 0,14 4-4 0,3 0 0 16,48 1-4-16,0 2-1 0,4-3-8 0,3 5 3 0,-12-1 3 15,16 1-6-15,-4-3 10 0,8 4-10 0,3-4-7 16,9 3-5-16,-2-2-3 0,-3-3-8 15,1-1-1-15,-2-6-4 0,-4 6 3 0,1-5-7 0,-1 1-4 16,0-2-3-16,-2-2-3 0,-10 0-4 0,-46 0-3 16,40-8 0-16,-1 2-2 0,-50 5-2 0,-3-3 0 15,1-1-5-15,-3 2-1 0,-1 0 2 0,-8-4-4 16,-16 0 0-16,-6 4-2 0,6 1 2 0,-6-3-3 16,3 1-11-16,-5 1 10 0,-10 3-6 0,2 1-4 15,-4-2-1-15,-2 2 2 0,-5 1-3 0,-10 0 3 16,2 0-2-16,-2 2 4 0,-6 4-2 0,-1-2 1 15,-2 0 0-15,-1 1-1 0,-2-1-6 0,-6 2 8 16,4-3-3-16,-1 2 5 0,-5 2-3 0,-8 0-1 0,15 0-2 16,-15 0 3-16,15-3-1 0,-15 3-1 15,16 0-2-15,-16 0 1 0,7 5 11 0,-7-5-7 0,12 4-3 16,-12-4 1-16,6 6-3 0,-2-3 2 0,0 0-2 16,-2 1 3-16,-2-4-3 0,5 8-3 0,-2-2 3 15,-1 0 0-15,1 1 3 0,1 1-1 0,-4 1-1 16,3-2 2-16,-1 4-1 0,-1 4 1 0,4 1 1 15,-3 4-4-15,0-1 0 0,1 12 1 0,-1-1 3 16,3 13 1-16,-5 2-2 0,0 3 2 0,0 6-2 16,-5 3 4-16,0 22-4 0,3-2 5 0,2 1-4 15,0 0 8-15,2-5 6 0,4 1 3 0,-2-1 4 16,0-15-5-16,3-3 2 0,5 2-1 0,-4-3 1 16,2-2 5-16,-3-5-9 0,4-2 6 0,-3-2-4 15,-1-1 2-15,3-13 0 0,-8 0-5 0,3-9 4 16,-4 3-1-16,6-4-4 0,-6 0-3 0,-1-7 7 0,4-4 12 15,-3 3 15-15,-1-2 15 0,2-3 10 0,-2 0 10 16,0 0 3-16,0-6 10 0,3 8-1 0,2-5-2 16,-5-3-7-16,0 5-7 0,0-5-7 0,5 5-7 15,4-2-8-15,-9-3-6 0,6 3-1 0,-6-3-8 16,5 3-4-16,-5-3-4 0,0 0-1 0,10 1-6 16,-10-1-7-16,8 5-6 0,-1-3-12 0,-7-2 1 15,2 5-13-15,3 0-3 0,-5-5 1 0,0 0-4 16,0 0 0-16,0 9-4 0,0-9 5 0,-14 6 8 15,6-4-2-15,8-2 5 0,-15 0-1 0,0 1 1 16,0-1 3-16,-1 1 1 0,-4 2 0 0,-1-6-1 16,-8 3 2-16,-2-1 8 0,-2 0-9 0,-15-6-1 0,0 6-3 15,-7-1 1-15,1 2 3 0,-6-1 1 0,-23-3 0 16,0 2-1-16,19-3-2 0,-17 1 4 16,-2 3-2-16,19-1 1 0,-19-3 3 0,-2 9-1 0,1-4 3 15,0 1-4-15,-1 2 2 0,1-2-7 0,3-1 9 16,-1 10-5-16,20-9 4 0,-20 3 0 0,0-2 0 15,19 4-2-15,0-4 1 0,-2 0-1 0,6 3 4 16,-6 4-5-16,6-12 4 0,-1 10 2 0,5 2-2 16,-1 2 2-16,0-11-3 0,3 6 15 0,0 0-16 15,2-4-1-15,-6 0 5 0,4 3-1 0,2 2-3 16,3-2 3-16,-3-5-6 0,3 3 6 0,-3 0 7 16,6-1-8-16,-5-1-1 0,4 3-2 0,-4-4 4 0,4 2 1 15,3 4-1-15,-4-10-6 0,6 9 2 0,-5-3 1 16,9-1 1-16,1 3 0 0,-5-3 1 15,6 4-4-15,2-4 3 0,0 0 2 0,-2 6-5 0,0-6 8 16,4 2-10-16,-1 1 5 0,-3 1 0 0,7-2-1 16,0 1-1-16,3 1 3 0,-9-2-3 0,7 1 2 15,-3-1 1-15,2 2-1 0,-2-3 4 0,2 2-3 16,-2-3 0-16,-1 2-2 0,-2-1 2 0,3 1-1 16,0-3-3-16,0 4 2 0,-1-2 3 0,1-1-5 15,0 4-4-15,2-2 5 0,0 5 1 0,-2-8-1 16,2 4 0-16,-2 0 2 0,9-1 3 0,-9 4-4 15,9-2-5-15,-1 0 12 0,2 1-7 0,-1-3 2 16,3 0-4-16,-1 3 3 0,1-5 4 0,2 4-5 0,-1 0 2 16,2-5 2-16,2 1-7 0,0 2 5 15,3 0-5-15,-4-3 10 0,3 3-8 0,-1 2-1 0,4-5 0 16,-4 2 8-16,4 1-5 0,0-1 3 0,-5 3 1 16,6-5 4-16,-3 1-1 0,10-1 5 0,-20 1-1 15,14-1 0-15,-4 3 2 0,-4 0-1 0,6-1-3 16,-5-2 5-16,13 0 2 0,-20 0-2 0,10-2 7 15,10 2 2-15,-18 0-3 0,6-3 7 0,4 3 10 16,-5-3 0-16,13 3 4 0,-18-5 0 0,8 1 6 16,0 1-5-16,1 1 4 0,-4-5 1 0,5 0 9 15,-5-1 0-15,4 3 3 0,-1-3-1 0,-3-1 0 16,0-3 4-16,-2 0 3 0,2-1-5 0,-2-1-5 16,-2-6 9-16,-2 8 5 0,2-11 4 0,2 8-3 15,-6-11 9-15,-1 4 10 0,-6-10 11 0,5-1-10 16,-2 0 4-16,2-6-7 0,5-3-5 0,-4-2-4 0,1-2-2 15,-3-5 5-15,3 0 4 0,-2-3-19 0,1-23-1 16,-1 7-5-16,3-3-8 0,12 15-8 0,0 3 1 16,4-2-7-16,1 3-6 0,3 4-14 0,0 2-16 15,-7 3-19-15,12 6-31 0,-3 11-31 0,-2 1-42 16,0 8-39-16,0 3-44 0,7-3-51 0,-7 8-85 16,1 6-63-16,6 1-61 0,-2 1-74 0,-5 3-322 15,23 11-930-15,-15 1 411 0</inkml:trace>
  <inkml:trace contextRef="#ctx0" brushRef="#br0" timeOffset="-151811.08">15780 8406 58 0,'-3'6'178'0,"3"-6"-5"0,3 9-9 0,-3-3 1 16,0 3-3-16,7-5-2 0,1-1-14 0,-2 5-7 15,6-6-10-15,3 0-13 0,-4 5-11 0,9-7-12 16,-5-2-6-16,2 2-11 0,-4 0-6 0,2 0-6 16,1-7 7-16,-6 2 3 0,-1 4 4 0,-1-3-1 15,0-3-2-15,-1 2-2 0,-4-2 1 0,2 1-7 0,-5 6-5 16,0-10-5-16,0 1-8 0,-2 2-5 0,-2 3-3 15,-3-2-4-15,2 1-6 0,-5 0-8 0,2 2-29 16,-2-1-33-16,-2 3-42 0,4-1-46 0,-7 2-56 16,15 0-60-16,-20 2-148 0,12-1-421 0,0-1 187 15</inkml:trace>
  <inkml:trace contextRef="#ctx0" brushRef="#br0" timeOffset="-151494.43">15863 8164 230 0,'-4'-3'254'0,"4"3"-18"16,0 0-11-16,0 0-18 0,0 0-8 0,0 0-16 15,0 0-12-15,-13 12-7 0,13-12-8 0,0 0-12 16,0 0-7-16,8 11-7 0,-1-8-9 0,-7-3-5 15,10 8-9-15,-5-7-10 0,-5-1 0 0,8 4-4 16,-8-4-7-16,13 0-1 0,-13 0-7 0,14-1-5 16,-14 1-3-16,8-6 11 0,-8 6-23 0,7-6-2 15,-6 0 9-15,-1 6-24 0,5-8-1 0,-5 8 11 16,0-5-17-16,0 5-10 0,0 0-10 0,-5-8-13 16,5 8-31-16,0 0-27 0,-8-6-44 0,8 6-45 15,0 0-54-15,0 0-57 0,0 0-266 0,0 0-565 0,0 0 250 16</inkml:trace>
  <inkml:trace contextRef="#ctx0" brushRef="#br0" timeOffset="-151227.16">16214 8071 294 0,'0'0'376'0,"0"-7"-3"15,0 7-14-15,0-6-15 0,0 6-19 0,0 0-40 16,0 0-28-16,0 0-27 0,0 0-2 0,0 0 26 16,0 0-9-16,6 22-17 0,-4-8-8 0,-2-2-17 15,0 4-19-15,5 1-20 0,-4 1-15 0,1-2-16 16,3 7-9-16,-3 3-14 0,3-6-12 0,-4 6-9 0,8 1-8 16,-9-4-10-16,5-3-6 0,-5 0-30 0,1-4-52 15,-1 2-53-15,0 2-57 0,0-6-53 0,0 3-51 16,0 0-66-16,0-10-67 0,-6 4-343 0,4 1-765 15,-5 0 338-15</inkml:trace>
  <inkml:trace contextRef="#ctx0" brushRef="#br0" timeOffset="-148693.58">19752 11612 123 0,'-5'-5'374'0,"5"5"-8"0,0 0-19 16,-1-8-22-16,1 8-22 0,0 0-24 0,0 0-18 15,0 0-18-15,0 0-22 0,0 0 11 0,0 0-9 16,0 0-15-16,0 0-15 0,-14 15-25 0,14-15-16 16,0 8-9-16,0-8-17 0,0 0-9 0,0 9-14 15,0-9-2-15,0 7-18 0,0-7-5 0,5 6-7 16,-5-6-6-16,4 4-6 0,-4-4-3 0,0 0-5 16,15 0-6-16,-15 0-4 0,14-4-1 0,-14 4-7 0,12-6 2 15,-5 2-4-15,-4-1-1 0,2 0-5 0,-3-2-5 16,3 2-1-16,-4-1-10 0,-1 6-18 0,0-11-34 15,0 3-42-15,0 8-39 0,-6-10-34 0,4 5-44 16,-3 3-49-16,-2-1-59 0,7 3-58 0,-10-9-274 16,5 7-695-16,5 2 308 0</inkml:trace>
  <inkml:trace contextRef="#ctx0" brushRef="#br0" timeOffset="-148411.28">19799 11311 124 0,'-7'-1'304'0,"-1"-2"-12"0,1 0-16 0,7 3-25 15,-15-1-21-15,15 1-18 0,0 0-22 0,-15 1-17 0,15-1-12 16,-8 4-13-16,8-4-4 0,0 8-6 0,0-8-3 16,0 11-12-16,2-7-6 0,-2-4-6 0,11 9-14 15,-7-6-7-15,2 0-10 0,-6-3-10 0,15 4-4 16,-8-2-5-16,-7-2-5 0,15 3-4 0,-15-3-6 15,13-5-6-15,-13 5-1 0,8-4-9 0,-8 4 3 16,7-3-5-16,-6-3-12 0,-1 6-11 0,0 0-17 16,0-9-24-16,0 9-28 0,-8-5-34 0,1 1-34 15,7 4-39-15,-9-1-50 0,9 1-33 0,-10-5-238 0,10 5-533 16,0 0 236-16</inkml:trace>
  <inkml:trace contextRef="#ctx0" brushRef="#br0" timeOffset="-148193.72">20077 11247 227 0,'0'0'394'0,"0"0"9"0,8-5-1 0,-8 5-18 16,2-3-26-16,-2 3-32 0,0 0-14 0,0 0 12 16,0 0-2-16,0 22-10 0,0-14-25 0,0 6-26 15,0-2-26-15,0 4-21 0,-2 3-24 0,2-2-14 0,0 3-21 16,-3 7-17-16,6 3-14 0,-1-3-12 15,-2 1-38-15,5 1-53 0,-4-1-71 0,6 3-87 16,-1-3-76-16,-4 2-81 0,-2-2-89 0,5-1-396 0,-10 0-845 16,3-4 374-16</inkml:trace>
  <inkml:trace contextRef="#ctx0" brushRef="#br0" timeOffset="-147376.97">14226 11896 95 0,'0'0'349'0,"-7"-7"2"0,7 7-24 0,-8-5-12 16,6 1-19-16,2 4-27 0,0 0-21 0,-5-6-21 15,5 6-24-15,0 0-22 0,0 0 9 0,0 0 5 0,0 0-18 16,0 0-22-16,0 0-15 0,0 0-11 15,-8 17-15-15,8-17-9 0,0 5-4 0,0-5-12 16,5 8-13-16,-5-8-5 0,0 4-9 0,0-4-5 0,2 12-6 16,-2-12 1-16,1 5-9 0,-1-5-6 0,7 3-6 15,-7-3 1-15,5 4-2 0,-5-4-1 0,0 0-26 16,10 0-7-16,-10 0-35 0,0 0-22 0,15-5-28 16,-9 1-26-16,-6 4-32 0,5-7-36 0,-5 7-47 15,5-5-60-15,-2 1-63 0,-3 4-201 0,4-7-599 16,-4 7 266-16</inkml:trace>
  <inkml:trace contextRef="#ctx0" brushRef="#br0" timeOffset="-147044.58">14196 11587 191 0,'0'0'290'0,"-8"-1"-17"0,8 1-11 0,0 0-17 16,-15 8-14-16,10-5-18 0,5-3-24 0,-9 5-14 16,9-5-16-16,-1 8-17 0,-4-5-12 0,5-3-13 15,0 11-12-15,0-11-5 0,0 9-6 0,0-9-3 16,6 5-2-16,3-3-4 0,-9-2-5 0,6 1-9 16,-6-1-5-16,15 0-6 0,-15 0-3 0,14-4-5 15,-8 0-2-15,2-3-7 0,-4 3-1 0,1-4 0 16,1 1 5-16,1-1-3 0,-7 3-2 0,2-4-5 0,4 3-1 15,-6-2-2-15,0 0-6 0,-6 3-8 0,6 5 0 16,-5-11 0-16,1 5 0 0,-4 1-10 16,8 5-7-16,-13-1-23 0,13 1-28 0,-12 5-43 0,2 2-49 15,5-3-51-15,-5 4-60 0,4 0-50 0,-1 2-210 16,5-1-553-16,1 2 245 0</inkml:trace>
  <inkml:trace contextRef="#ctx0" brushRef="#br0" timeOffset="-146728.02">14486 11553 110 0,'0'0'359'0,"5"-5"-10"16,-5 5-1-16,1-7-22 0,-1 7-7 0,0 0-24 15,7-5-27-15,-7 5-27 0,0 0-8 0,0 0 5 16,0 0-13-16,8 20-3 0,-3-9 1 0,-3-1-1 16,-2 8-15-16,0-1-13 0,5 9-12 0,-5-6-4 15,3 5-16-15,-3 4-18 0,-3 1-12 0,-2 3-14 16,5-5-13-16,0 13-9 0,0-12-9 0,-2 2-8 16,2-4-10-16,0 1-7 0,-5-1-26 0,3 2-40 15,4-1-59-15,3-12-70 0,-3 4-65 0,-2-2-77 0,0-2-89 16,5-5-86-16,-2 1-274 0,-3-1-784 15,3 0 347-15</inkml:trace>
  <inkml:trace contextRef="#ctx0" brushRef="#br0" timeOffset="-131595.5">12208 15209 40 0,'5'-3'203'0,"-5"3"-7"0,5-7-9 16,-5 7-3-16,7-1-1 0,-7 1-5 0,5-7-4 15,-5 7-4-15,0 0-4 0,0 0-5 0,10 0-6 16,-10 0-5-16,0 0-7 0,0 0-9 0,0 0-5 16,0 0-16-16,0 0-9 0,0 0-2 0,6-5-15 15,-6 5-10-15,0 0 15 0,0 0 7 0,0 0 1 16,0 0 1-16,-13 15-2 0,10-9 7 0,-4 1 7 0,-3 1 0 16,-3 4-1-16,-2 2-4 0,-7 6-7 0,-1 0 7 15,-12 9 2-15,-1 3-6 0,-7 4-4 0,-10 17-7 16,3-15-8-16,-16 16-4 0,-2 2-3 0,-5 5-8 15,-1 1-2-15,-2 4-11 0,-30 29-4 0,36-31-4 16,-29 26-3-16,20-24-3 0,3-1-2 0,6 4-2 16,-1-6-2-16,5 0 27 0,4-3-15 0,4-6-8 15,14-15-3-15,-1 0-4 0,2-3-4 0,7-3 1 16,-1-5-5-16,7-6-2 0,9-3-3 0,-2-4 0 16,8-3-4-16,5-2-1 0,0-3-3 0,3-3-9 15,7-4-24-15,0 0-29 0,0 0-42 0,0 0-52 16,27-30-49-16,-6 6-37 0,12-6-52 0,2-3-52 0,3-5-42 15,4 4-318-15,-4-2-751 0,3 1 332 16</inkml:trace>
  <inkml:trace contextRef="#ctx0" brushRef="#br0" timeOffset="-130662.13">12228 15172 64 0,'0'0'327'0,"-5"-5"-17"0,5 5-23 0,0 0-23 0,0 0-23 16,0 0-8-16,0 0 3 0,0 0-1 0,17 0-3 15,-17 0-2-15,19 8-6 0,-7 1 5 0,1 2-22 16,7 1-17-16,3 3 9 0,-1 4-4 0,-1 1-12 16,11 9 5-16,4 0-11 0,-8 5-13 0,4 0-12 15,4 3-4-15,-6 1-1 0,3 4-12 0,3-2-12 16,-2 2-11-16,22 19-9 0,-18-18-7 0,13 11-9 16,-9-11-8-16,12 19-4 0,1-8-8 0,-2 1-6 15,1 2-7-15,6-1-1 0,-2 0-3 0,2-1-5 16,-3-2-2-16,3-1-9 0,-17-13-1 0,2 2-1 15,14 10-7-15,-14-14-1 0,-4-1 0 0,-1-3-6 16,-3 0-1-16,-1-2 0 0,0 0-1 0,-12-8-5 16,-3-3 5-16,1-1 1 0,-1 1-8 0,-6-6 1 0,-7 2 18 15,9-4 10-15,-7 4 0 0,0-6 0 0,-5-1-1 16,-2 1 0-16,5-2 11 0,-8-1-11 0,4 0-1 16,-1-2-4-16,0 1 8 0,-1-2-14 0,1 3-1 15,-3-7 0-15,0 4-4 0,0-4 0 0,0 8-1 16,0-8 0-16,0 0-3 0,0 0-4 0,7 4-2 15,-7-4-2-15,0 0 2 0,0 0-8 0,0 0-21 16,0 0-17-16,0 0-22 0,0 0-27 0,15-15-34 16,-15 15-40-16,6-5-54 0,-6 0-52 0,0 5-46 0,2-8-57 15,-2 8-63-15,5-10-66 0,-5 2-276 0,2 2-836 16,-2-2 370-16</inkml:trace>
  <inkml:trace contextRef="#ctx0" brushRef="#br0" timeOffset="-129511.18">10507 16658 19 0,'0'0'241'0,"0"0"-10"0,0-7-8 0,0 7-3 16,1-7-8-16,4 2-6 0,-5 5-4 0,0 0-9 16,7-4-9-16,-7 4-6 0,0 0-5 0,3-4-11 15,-3 4-1-15,0 0-4 0,0 0-14 0,0 0-1 16,0 0-16-16,0 0-5 0,0 0-20 0,0 0-10 16,0 0 1-16,0 0 1 0,0 0 6 0,0 0 0 15,0 0 3-15,-13 20 2 0,8-10-4 0,-7 2 3 16,2 4 2-16,-4-1-3 0,-5 3-3 0,1 0-7 15,-3 3-7-15,-3 0-12 0,-4 0-2 0,2 0-11 16,1 0-2-16,-10 6-8 0,-1 0 2 0,8-8-10 0,-2 0-6 16,-3 1-1-16,6-2-5 0,-3 1-7 15,2-4 0-15,5-1-2 0,-7 4-17 0,7-4-9 16,-5-4-20-16,13-2-35 0,-6-4-31 0,12 4-36 0,-4-5-16 16,7-2-36-16,-4 1-57 0,0-1-63 0,10-1-52 15,0 0-287-15,0 0-690 0,0 0 306 0</inkml:trace>
  <inkml:trace contextRef="#ctx0" brushRef="#br0" timeOffset="-126345.66">10338 15694 281 0,'0'0'364'0,"0"-7"-10"0,0 7-8 0,1-6-26 16,-1 6-20-16,0 0-24 0,0 0-31 0,-1-7-31 0,1 7-15 15,0 0 19-15,0 0-3 0,0 0-3 0,8 25-15 16,-8-18-17-16,5 5-13 0,-5 0-15 15,2 10-10-15,-1-12 18 0,4 7-16 0,-3 1-11 0,5 1-17 16,-6-1-9-16,6 12-14 0,-7-9-5 0,5-2-12 16,-2 7-7-16,4-8-4 0,-6 7-10 0,4-5 1 15,0-2-8-15,0 0-8 0,0-5-2 0,0-1-3 16,-1 3 7-16,0-1-16 0,0-4-2 0,1-2-5 16,-2 1-26-16,2-3-14 0,0 2-22 0,-3-5-20 15,-2-3-40-15,6 4-34 0,-6-4-40 0,0 0-30 16,0 0-29-16,0 0-24 0,18-7-29 0,-13-1-28 15,0-4-41-15,-3 6-242 0,1-3-650 0,-3-4 288 0</inkml:trace>
  <inkml:trace contextRef="#ctx0" brushRef="#br0" timeOffset="-126078.55">10404 15660 30 0,'0'0'297'0,"-2"-13"3"0,2 11-10 0,-5-4-4 0,5 6-7 16,0-9-17-16,0 9-14 0,0-9-17 0,0 9-8 15,7-5-38-15,-7 5-19 0,8-4-13 0,1 2-20 16,-1-2-12-16,3 3-11 0,-1 1-15 0,-10 0-4 16,28-7-10-16,-11 7-10 0,1 0-10 0,5-1-7 15,-6 2-3-15,3-1-2 0,-2-1-18 0,2 1-29 16,-5 0-23-16,0 1-25 0,-2-1-31 0,-2 5-27 0,-1-3-30 15,0-1-23-15,-3 3-26 0,0-1-14 0,-7-3-29 16,6 8-38-16,-6 1-152 0,-5-2-450 0,-1 0 200 16</inkml:trace>
  <inkml:trace contextRef="#ctx0" brushRef="#br0" timeOffset="-125878.55">10411 15888 146 0,'-4'9'268'0,"4"-9"5"16,0 0 0-16,0 0 0 0,4 7-4 0,-4-7-17 16,0 0-12-16,18 2-19 0,-7-4-7 0,-1 4-37 15,4-2-18-15,0-2-16 0,3 1-13 0,1-2-11 16,0 2-13-16,1-1-13 0,-1 0-11 0,0-2-30 16,-3 4-45-16,-3 0-47 0,1-3-51 0,-3 2-51 15,3 1-57-15,-13 0-42 0,16 0-223 0,-11-2-503 16,-5 2 222-16</inkml:trace>
  <inkml:trace contextRef="#ctx0" brushRef="#br0" timeOffset="-125095.91">10935 15865 45 0,'0'0'276'0,"0"0"4"16,0 0-10-16,0 0-2 0,0 0 0 0,0 0-10 15,0 0 0-15,0 0-6 0,0 0 9 0,0 0-37 16,0 0-2-16,0 0-9 0,0 0-17 0,30-7-9 16,-22 7-28-16,6 0-12 0,0-2-12 0,3-1-20 15,3 2-5-15,3-1-13 0,5 1-8 0,0-5-16 16,-1 9-5-16,1-8-3 0,2 1-9 0,-9 0-5 0,1 2-12 16,-1-3-27-16,-1 5-21 0,-2-1-27 15,-3-2-21-15,5-1-27 0,-12 4-22 0,6 0-18 16,-14 0-26-16,11-2-25 0,-11 2-38 0,0 0-31 0,0 0-35 15,0 0-25-15,0 0-182 0,0 0-526 0,0 0 233 16</inkml:trace>
  <inkml:trace contextRef="#ctx0" brushRef="#br0" timeOffset="-124612.47">11030 15720 42 0,'0'0'222'0,"0"0"-8"0,0 0-16 16,0 0-4-16,0 0-11 0,0 0-3 16,0 0-6-16,0 0-7 0,0 0-6 0,0 0-6 0,0 0-15 15,15 9-8-15,-14-3-6 0,-1-6-4 0,0 9 1 16,0-1-8-16,0-4-6 0,-6 4 0 0,4-2-11 16,-5 4-7-16,6-6-1 0,-4 4 8 0,-2-1-1 15,-1 3-3-15,-1-3 0 0,3 3 1 0,-2-3-5 16,-1 1 3-16,-4 1 3 0,1-1 17 0,3-2-17 15,-6 3 6-15,1 2 0 0,4-8 9 0,1 5-19 16,-3-4-4-16,5 1-11 0,-3 2-10 0,4-4-1 16,2 1-8-16,0-1-5 0,-1 3 3 0,5-6 9 0,-2 11-3 15,4-7 0-15,4 0-5 0,2 1-3 0,1 2-7 16,6-4-3-16,4 6-7 0,1-3-3 16,2-1-6-16,4 7-19 0,2-8-35 0,1 4-38 0,-8-2-41 15,7 3-52-15,-8-5-48 0,-2 1-55 0,-4 3-64 16,2-3-51-16,-8 2-286 0,1-2-717 0,-8 6 317 15</inkml:trace>
  <inkml:trace contextRef="#ctx0" brushRef="#br0" timeOffset="-123644.85">8471 17640 49 0,'0'0'365'0,"-2"-9"-5"0,4 4-14 15,-2 5-3-15,0 0-45 0,0-12-27 0,0 12-27 16,3-4-29-16,-3 4-21 0,0 0 25 0,0 0-1 16,0 0-19-16,10 21-15 0,-10-14-14 0,5 4-10 15,-2-2-5-15,1 8-4 0,1-4-13 0,0 5-15 16,1 0-10-16,-4 1-11 0,-1 1-11 0,4 5-8 15,-3-1-6-15,5-4-10 0,-6-1-7 0,4 7-6 16,-3-5-4-16,5 0-5 0,-7 0-9 0,0-2 1 16,3 1-6-16,0-3-3 0,-3 0-14 0,0-5-20 15,0 5-33-15,0-7-38 0,0 0-39 0,2-1-25 0,-2-2-28 16,0-2-23-16,5-1-36 0,-5-4-48 16,3 4-45-16,-3-4-45 0,0 0-195 0,0 0-606 15,0 0 269-15</inkml:trace>
  <inkml:trace contextRef="#ctx0" brushRef="#br0" timeOffset="-123394.95">8563 17634 168 0,'0'-4'344'0,"0"4"-13"0,2-8-14 0,0-3-27 16,3 6-16-16,1-2-22 0,-4 3-21 0,5-2-19 15,1 0-21-15,-1-5-18 0,6 8-16 0,-3-4-18 16,8 1-18-16,-3-2-10 0,-5 5-8 0,6-1-13 16,4 0-13-16,-3 2-17 0,1 0-31 0,0 2-27 15,-3-3-28-15,3 6-26 0,-6-3-31 0,-1 4-27 0,3 0-28 16,-3-2-25-16,-1 0-12 0,-2 3-19 16,2 1-26-16,-5 0-23 0,-1 1-135 0,2 1-410 15,-6 2 181-15</inkml:trace>
  <inkml:trace contextRef="#ctx0" brushRef="#br0" timeOffset="-123195.53">8615 17863 47 0,'-5'3'278'0,"5"-3"-2"0,-2 5-10 0,2-5 4 16,0 0 3-16,0 6-13 0,0-6-6 0,0 0-14 15,13 1-30-15,-13-1-14 0,15-1-20 0,-15 1-17 16,23-3-12-16,-14 2-24 0,6-1-7 0,1-3-16 15,2 5-25-15,1-1-42 0,-3-1-41 0,1-2-51 16,-6 3-54-16,3-1-56 0,2-3-50 0,-3 4-56 16,-3-2-168-16,-10 3-480 0,18 0 213 0</inkml:trace>
  <inkml:trace contextRef="#ctx0" brushRef="#br0" timeOffset="-122228.52">9010 17664 89 0,'2'-6'354'15,"-2"0"-6"-15,2-3-10 0,-2 0-13 0,5 5-4 16,-5-1-11-16,0 5-2 0,3-12-33 0,-3 12-31 16,0 0-25-16,0-7-24 0,0 7-22 0,0 0-21 15,0 0-12-15,0 0-13 0,11 19-24 0,-7-11 0 16,1 5-9-16,-2 1 1 0,0 5-18 0,1-1-11 15,2 4-2-15,-4 1-9 0,1 4-1 0,1-1 1 0,-4-1-20 16,3 2 4-16,0-1-5 0,-3-1-2 16,0-4-5-16,0-5-13 0,0 4 11 0,0-2-2 15,0-3-6-15,0 0 0 0,0-5-11 0,0-1 10 0,0-1-2 16,2 2-2-16,1-5-3 0,-3 2 5 0,2-2 1 16,-2-5 0-16,10 2-6 0,-10-2 2 0,0 0-1 15,16-8 0-15,-7-3-2 0,2 1-6 0,2-3 6 16,2-1-2-16,-3-1 1 0,-1 0 0 0,4-2-4 15,-1 3 4-15,2-8 0 0,-3 7 1 0,2 3-3 16,-1-4-3-16,-5 5 7 0,3 3 6 0,-5-3 2 16,-4 3-10-16,4 4 2 0,-1 0-2 0,1 0-1 15,-5 0 1-15,-2 4-3 0,14 0-5 0,-14 0 5 0,15 8 4 16,-8-1-5-16,0-2-5 0,2 2 2 16,3 6 0-16,-2-6 3 0,3 3-2 0,-1 3 3 15,3-5 2-15,-2 4-7 0,-1 0 5 0,1-3 1 0,-3-3-7 16,3 1 7-16,-8-2-1 0,7-2 0 0,-6-2 2 15,2 4 1-15,-1-5 6 0,-7 0 17 0,0 0 9 16,15-7 4-16,-12 0 3 0,1 0 1 0,-3-4-6 16,-1 2-5-16,0-6 0 0,-1 0-3 0,-6-5-7 15,5 1 0-15,-4-3-2 0,2-5-3 0,1 0-2 16,-4 2-4-16,-1-1-4 0,2-1-6 0,4 10-19 16,-5-2-22-16,1 8-28 0,4-6-44 0,-5 7-27 15,4-2-29-15,0 7-39 0,1-2-47 0,2 7-51 16,-7-3-54-16,7 3-53 0,0 0-221 0,0 0-680 15,-11 10 301-15</inkml:trace>
  <inkml:trace contextRef="#ctx0" brushRef="#br0" timeOffset="-121345.1">9823 17242 269 0,'-2'-19'371'0,"-4"1"-1"0,4 1-1 15,-5 6-15-15,1-6 5 0,3 7-3 0,-1 2-18 16,3 0-30-16,1 0-32 0,-4 1-35 0,4 7-26 16,0 0-9-16,0 0 15 0,0 0-10 0,12 32 4 15,-2-11-8-15,1 4-18 0,6 14-5 0,3 2 12 16,0 4-21-16,-4 0-16 0,2 8-11 0,-1-1-15 15,-2 1-14-15,5-1-12 0,-14 1 0 0,9 2-21 16,-7-1-9-16,-1-5-5 0,1 2-9 0,-3 3-7 16,-3-1-4-16,5-9-2 0,-7 2-10 0,0-3-2 15,0-1-6-15,0-10-1 0,0-2-6 0,0-2 6 16,-7-3-28-16,5-6-18 0,-3 1-15 0,4-6-34 16,1 1-31-16,-7-3-35 0,7-2-29 0,0-5-25 15,0 3-13-15,0 3-38 0,0-11-31 0,0 0-29 0,0 0-37 16,7 1-25-16,-7-1-29 0,0 0-30 0,15-15-234 15,-7 5-704-15,3 0 311 0</inkml:trace>
  <inkml:trace contextRef="#ctx0" brushRef="#br0" timeOffset="-120479.53">10523 17557 98 0,'5'-5'219'16,"-2"-3"-4"-16,2 2 7 0,-5-2 5 0,2 1-3 15,0 0-3-15,1-1-2 0,-1-1-3 0,-1-1-10 16,-1 3-9-16,4 0-12 0,-8-1-13 0,4 8-10 0,-1-13-12 15,-1 7-10-15,-3 2-15 0,5 4-9 0,-8-9-12 16,1 4-14-16,7 5-3 0,-18 0 1 16,6 5 4-16,-1-4 1 0,-3 8-10 0,1-3-1 0,-2 3-6 15,-3 3 19-15,5-3-5 0,-1 4-11 0,-4 4-6 16,-2 5-5-16,8-3-4 0,0 1-15 0,6-1 1 16,-7 3 0-16,7-2-8 0,1-1-8 0,7-1-2 15,-6 0-3-15,9 1 0 0,0 1-1 0,-1-4-5 16,9-1 0-16,-2 4-2 0,7-4 0 0,-2-3-9 15,0-4 3-15,6 3-3 0,-3-3 14 0,4-4-15 16,1 0 2-16,1 1-5 0,-1-5-2 0,-1-5 3 16,1 4-3-16,-4-2 0 0,2-1 1 0,-5-3 2 15,-2 0 0-15,3-1 0 0,-7 1 1 0,4 1-3 0,-5-2 1 16,0-3-1-16,-1 3-6 0,0-3 10 16,-6 4 25-16,6-2 2 0,-2 5 9 0,-3-5 4 15,-2 3-1-15,0 6-1 0,8-8-4 0,-8 5-5 0,0 3-7 16,1-6-4-16,-1 6-5 0,0 0-4 0,0 0-4 15,0 0 2-15,0 0 1 0,0 0-7 0,5 13 2 16,0-5-2-16,-5-1 0 0,0 2-3 0,2-1-1 16,-2 4 1-16,0 2-5 0,3-3 5 0,1 5-2 15,-3-3-6-15,4 2 3 0,-5-3 0 0,2 3-2 16,-2-3-28-16,2-3-17 0,3 4-18 0,-4-5-34 16,-1 4-26-16,0-5-31 0,7 1-18 0,-7-1-34 15,6 0-31-15,-6-2-34 0,0 2-39 0,0-7-34 16,9 2-36-16,-9-2-194 0,0 0-619 0,13 3 274 15</inkml:trace>
  <inkml:trace contextRef="#ctx0" brushRef="#br0" timeOffset="-119729.58">11134 17548 244 0,'2'-5'305'0,"3"-3"-6"0,-4 2-3 15,1 0-7-15,1-1-2 0,-3 1-11 0,0-2 0 0,2 2-4 16,-2-1-1-16,0 7-3 0,-2-14-9 16,-1 11-14-16,3 3-10 0,-5-9-17 0,0 6-17 15,5 3-16-15,-15-6-16 0,15 6 3 0,-15 1-9 0,2 1-5 16,5 4-12-16,-7 3-6 0,-2-2 0 0,2 4-9 15,-3 9-12-15,1-7-13 0,4 2-8 0,3 3-9 16,-6 3-8-16,7 0-9 0,0 3-4 0,-5 3-8 16,9-9-7-16,2 2-6 0,0-1-4 0,6 2-6 15,0-5-2-15,2 2-2 0,9-1-2 0,-8 1-3 16,9-3-4-16,0-2-4 0,6 1-24 0,3-2-21 16,-4-4-30-16,8 0-29 0,-10-1-30 0,10-3-48 15,-5-3-36-15,5-1-32 0,2 0-28 0,-10-1-34 16,-2-2-36-16,0 2-37 0,-3-2-35 0,-5-1-296 15,2 1-754-15,-7-4 334 0</inkml:trace>
  <inkml:trace contextRef="#ctx0" brushRef="#br0" timeOffset="-119062.5">9710 17444 227 0,'-9'-19'350'0,"4"2"-2"15,-2 0 31-15,2 0-26 0,-3 5-2 0,1 5 4 16,0-5-8-16,4 6-22 0,-2-2-24 0,5 7-41 16,0 1-24-16,0 0 9 0,0 0 11 0,15 16-13 15,-10 2-13-15,5 6-3 0,7 3-8 0,1 11-18 0,0 2-20 16,0 4-19-16,0 4-12 0,-3 3-12 16,0 2-14-16,0-1-14 0,-2 1-14 0,1 1-8 15,-5 0-12-15,3-2-4 0,0-1-9 0,-6-5-5 0,3 3-11 16,-9-7-29-16,0 1-29 0,0-13-31 0,-9 0-28 15,9 0-42-15,-1-3-50 0,1-1-48 0,-5-7-50 16,5-1-47-16,0-3-51 0,0-3-30 0,0-2-46 16,0-3-313-16,0-6-810 0,0-1 358 0</inkml:trace>
  <inkml:trace contextRef="#ctx0" brushRef="#br0" timeOffset="-117562.48">8241 17297 202 0,'-7'-11'336'0,"-1"3"1"0,0 1-8 16,1-2 8-16,2-3 10 0,-3 4-10 0,1 1-9 0,7-1-10 15,0-2-16-15,-8 4-25 0,9 0-29 0,6-4-26 16,-2 2-21-16,10-1-21 0,0-1-16 0,8 0-17 16,15 2-14-16,10 0-16 0,7-1-8 0,4 0-9 15,36 0-10-15,1 1-9 0,6 8-6 0,45-7-9 16,-1 10-6-16,0-3-3 0,-40 1-6 0,51 2-9 15,-1 1-2-15,-4 1-3 0,-5 3-4 0,-38-5-4 16,44 9-2-16,-3-5-4 0,-49-2-2 0,4-6-4 16,-3 4 1-16,1 4-3 0,-6-6-1 0,-1 7 0 0,-3-9 1 15,-10 2-3-15,-25-1-2 0,-2-1 1 0,-1-1-6 16,-11 1 5-16,-9 1-5 0,-2-5 4 16,-6 3 1-16,-6-3-3 0,-1 2 1 0,-2-1 0 0,-6 3-2 15,-1-1 3-15,1 2-1 0,-12 0 0 0,15-4 0 16,-7-1-2-16,-3 4-2 0,-5 1-5 0,12-7 4 15,-7 5-2-15,-5 2 1 0,0 0-5 0,13-5 3 16,-13 5-3-16,5-1-2 0,-5 1 4 0,0 0-5 16,0 0 0-16,12 0 2 0,-12 0 0 0,0 0-1 15,9 0 0-15,-9 0 1 0,0 0 1 0,0 0 1 16,0 0 2-16,15 0-4 0,-15 0-2 0,7 6 5 16,0-4 4-16,-7-2-4 0,6 8-2 0,-6-8-2 15,8 5 3-15,1-1-1 0,-6-1 2 0,0 1-2 0,4 0 1 16,-4 3 2-16,2 4-3 0,-1-2 4 15,6 5-1-15,-9-4-1 0,6 5 0 0,-7 0 1 0,6 4 0 16,-6 3 0-16,2 3-1 0,5 2 0 0,-7 3 3 16,1-2-2-16,4 4-4 0,2 10 6 0,0-3 1 15,1-1-2-15,-7-7-1 0,8 12 3 0,-3 3 5 16,8-6-5-16,-6 5 1 0,3-5-4 0,-1-2 3 16,5 5-1-16,-3-5 1 0,-2-10 0 0,6 12-1 15,-2-12 1-15,-1-1-2 0,0 0 0 0,-1-2-1 16,-4-7 1-16,7 5 1 0,-10-7 0 0,3-2-1 15,-3 4 1-15,-3-9 0 0,3 3 2 0,-2-6 2 16,-3-2 2-16,0 4 4 0,0-8 9 0,5 9 5 0,-5-9 1 16,0 0 0-16,-5 6-3 0,5-6-2 15,-12 2-4-15,12-2-1 0,-13 0-1 0,13 0-4 16,-20-3 0-16,10 3-4 0,-3-4 2 0,-2 4-3 0,-1 0 0 16,-4 0-1-16,-2 4-5 0,-1-3 3 0,-5 2 0 15,0 1 0-15,-2 1-1 0,0 0-3 0,-14 2 4 16,7 3-1-16,-9-5 0 0,-2 2-1 0,2 3-1 15,-11-5-2-15,3 4 2 0,-4-1 1 0,-7-2-1 16,-26 6 0-16,10 0 1 0,-2-1 1 0,2-4 2 16,-7 2-4-16,2-2-2 0,-8-3 2 0,1 3 1 15,2-2-2-15,-5-4 0 0,7 2 2 0,1 1-3 16,-1-5 3-16,6 2-1 0,-10-1 5 0,6-4-5 16,25 3 2-16,-20-6-1 0,-4 3 0 0,21 0-1 15,5 0 7-15,-2 4 13 0,4-4 5 0,-5 1-4 16,10 2 0-16,0-2-4 0,-4-2-2 0,6-1-2 15,3 3 9-15,-1 1-12 0,5-1 1 0,0 2-4 0,7-2 0 16,6 2 0-16,-5 2 2 0,1 2-3 16,-8-6-3-16,11 6 7 0,-4-2-7 0,1 4-1 15,4-3 0-15,-2 2-2 0,1-3 2 0,1 6 1 0,-1-7-3 16,2 4 0-16,9 0 3 0,-1-1 3 0,1-1-4 16,4 4-3-16,-3-6 6 0,6 3-5 0,-1-3 4 15,6 0 11-15,-4 0 10 0,13 0 7 0,-13 1 6 16,13-1 4-16,-10 0 7 0,10 0 1 0,-13-1-1 15,13 1-8-15,-7-7-1 0,7 7 0 0,-2-11-6 16,-2 8-2-16,2-3-2 0,2-1-4 0,0 7-3 16,-3-15 3-16,3 4-2 0,-4 1 5 0,4-1-2 15,-1-4 0-15,-4-3-12 0,3-3 3 0,-5-3 1 0,6-3 2 16,-3-2-9-16,-2-3 1 0,1-10 0 16,5-1-6-16,-7-3-2 0,6 3 2 0,-4-7-5 15,-2 7 4-15,-3-4 6 0,3 4-12 0,-1-1 3 0,1 5-1 16,-2 0 0-16,-1 7-6 0,0 7 0 0,-2 0-2 15,1 2-12-15,-1 0-27 0,0 7-34 0,-1 3-33 16,0 0-47-16,5 8-51 0,-4-6-53 0,9 2-50 16,-4 5-52-16,0 4-47 0,7 0-51 0,0 0-391 15,0 0-924-15,0 16 410 0</inkml:trace>
  <inkml:trace contextRef="#ctx0" brushRef="#br0" timeOffset="-117062.48">9482 16155 14 0,'17'-23'422'0,"-4"11"10"0,-2-3 6 15,-4 2-17-15,5-1-22 0,-6 5-15 0,-1 2-28 16,0 1-32-16,-3 0-37 0,1 3-31 0,-3 3-24 16,0 0-22-16,0 0-20 0,-26 19-5 0,12-7-12 15,-9 11-14-15,2 3-11 0,-11 5-12 0,-4 8 2 16,-6-1-7-16,4 5-27 0,-6 0-4 0,-8 16-15 16,-6 1-9-16,7-3-8 0,11-12-4 0,-11 13-8 15,10-16-6-15,-4 1-4 0,5-1-7 0,-8 0-2 16,14-5 1-16,-6 2-11 0,5-6-4 0,4-5-20 0,4-1-26 15,6-5-39-15,-1 0-45 0,11-5-53 0,-4-4-49 16,6-1-45-16,3-3-45 0,4-1-47 16,4-7-50-16,-2-1-337 0,11 1-794 0,-11-1 352 0</inkml:trace>
  <inkml:trace contextRef="#ctx0" brushRef="#br0" timeOffset="-116795.33">8714 16189 378 0,'-5'-1'369'0,"5"1"5"0,0 0 32 0,0 0-2 0,-5 18 1 16,15-3-5-16,12 8-2 0,6 9 0 16,8 3-15-16,9 4-19 0,19 18-19 0,4-3-19 15,-3 0-20-15,4 0-13 0,6 3-18 0,-6-3-23 0,-3 3-22 16,1-3-36-16,-8 3-15 0,1-6-14 0,-19-6-16 15,1-5-8-15,16 17-14 0,-15-13-17 0,-7 1-11 16,-1-3-10-16,-4-2-18 0,-1-2-46 0,-7-2-47 16,-1 0-60-16,-7-12-64 0,-5 1-69 0,-4-10-74 15,1 4-72-15,-1-6-63 0,-4-1-69 0,-2-2-445 16,5-3-1015-16,-12-2 450 0</inkml:trace>
  <inkml:trace contextRef="#ctx0" brushRef="#br0" timeOffset="-113196.41">13481 15693 73 0,'-3'-11'184'0,"1"7"8"15,2 4 3-15,0-7 1 0,0 7-1 0,-3-11 7 16,3 11-1-16,-5-8 8 0,5 8 5 0,0-8 0 16,0 8 8-16,0-7 10 0,0 7 6 0,0-7-7 15,0 7-8-15,-7-10-5 0,7 10 0 0,0-4-4 16,0 4-11-16,0 0-14 0,-7-6-14 0,7 6-9 16,0 0-14-16,0 0-12 0,-8-5-16 0,8 5-11 15,0 0-26-15,0 0-5 0,0 0-16 0,0 0-5 0,0 0-3 16,0 0-4-16,0 0-4 0,0 16-9 0,0-7 0 15,0-2-5-15,7 1-4 0,-7-1 0 0,0 4 0 16,1-2-9-16,6 0 0 0,-7 1-1 0,5 4-2 16,2-1-4-16,-4-2-4 0,-1 3 1 0,1-2 1 15,-1 3-5-15,7-1-1 0,-5 4-1 0,-3 2-2 16,4-9 1-16,-3 8 2 0,5-6-4 0,-6 6 4 16,6-4-5-16,0 1-1 0,-6-5-5 0,1 4-2 15,3 1-4-15,-5-4-2 0,0 0-7 0,6 0-9 16,-6-5-10-16,0 3-20 0,0 0-26 0,0-3-21 15,0-2-13-15,0 1-16 0,0-6-16 0,0 0-15 16,-6 11-29-16,6-9-37 0,0-2-44 0,0 0-42 16,0 0-37-16,0 0-269 0,0 0-672 0,0 0 298 0</inkml:trace>
  <inkml:trace contextRef="#ctx0" brushRef="#br0" timeOffset="-112613.08">13532 15586 273 0,'0'0'287'0,"0"0"1"0,0 0-5 0,0 0-8 0,-5-1-6 16,5 1-6-16,0 0-10 0,0 0-12 0,0 0-4 15,0 0-26-15,0 0-11 0,0 0-23 0,7-11-9 0,-7 11-11 16,8-3-13-16,0 2-5 0,-8 1-7 15,20-1-19-15,-10 1-8 0,3-3-15 0,7 1-3 16,-3-3-10-16,3 3-8 0,-4 0-7 0,4-2-4 0,-2 2-9 16,-3 0-4-16,3-2-7 0,1 1-3 0,1 0-7 15,-11 3-1-15,5-2-13 0,1 2-13 0,-15 0-19 16,16 0-22-16,-11-3-25 0,-5 3-25 0,0 0-18 16,8 5-5-16,-8-5-12 0,0 0-23 0,0 0-29 15,-23 14-20-15,17-8-19 0,-9-1-22 0,8 2-17 16,-6-5-35-16,-4 10-180 0,2-6-508 0,2 3 225 15</inkml:trace>
  <inkml:trace contextRef="#ctx0" brushRef="#br0" timeOffset="-112379.95">13557 15804 164 0,'0'6'251'0,"0"-6"10"0,0 0 4 0,0 0 1 0,0 0-4 16,3 13-3-16,-3-13-6 0,4 3-6 15,-4-3-8-15,13 5-19 0,-10-3-7 0,7-1-18 16,-2 2-25-16,-8-3-7 0,17 0-23 0,-5 1-9 0,-1-1-11 16,1 0-17-16,3 5 4 0,1-10-26 0,-4 5-1 15,6 3-10-15,-6-3-19 0,-1 2 5 0,2-2-28 16,-4 0-28-16,4 6-29 0,-5-6-32 0,-8 0-32 16,15 0-35-16,-15 0-36 0,15 1-43 0,-8-1-62 15,-7 0-56-15,13-1-196 0,-13 1-562 0,15 3 249 16</inkml:trace>
  <inkml:trace contextRef="#ctx0" brushRef="#br0" timeOffset="-103546.4">14323 15702 86 0,'0'0'218'0,"7"-4"-2"0,-2-1 1 0,-2-1 0 15,4 0 1-15,-7 6 1 0,5-7 2 0,-2 0-10 16,4 4-4-16,-6-2-5 0,-1 5 1 0,5-8-6 15,0 1-8-15,-3 0-2 0,-2 7 0 0,5-7-6 16,-5-2-4-16,0 9-5 0,0-8-9 0,0 8-5 16,0-7 1-16,0 7-17 0,-2-8-12 0,2 8-10 15,-3-12-11-15,3 12-11 0,-7-3-8 0,7 3-6 16,-5-5-5-16,4-2-9 0,1 7-6 0,-12-2-7 0,6-3-6 16,6 5-2-16,-14-5-7 0,6 4 5 0,8 1-9 15,-18 0-6-15,10-1 2 0,8 1-3 0,-19 1 0 16,8-1-3-16,-1 1 3 0,-1 4 0 0,0-3-6 15,-2 6-2-15,5-3-1 0,-3 2-1 0,-1 0-1 16,-1 5-2-16,7-5-1 0,-5 2 1 0,5 7-4 16,-6-6 1-16,8 9-1 0,-1-4-1 0,7 2-2 15,-8-4-3-15,6 1 4 0,2 2 0 0,2 0-2 16,6 6-2-16,-3-4 1 0,3-4 2 0,-1 4-2 16,8 5-2-16,-2-10 3 0,4 2-7 0,-1 0 3 15,3-4-3-15,-1 1-6 0,8 0-6 0,-6-4-16 16,0 0-13-16,1-5-28 0,-1 5-22 0,0-7-22 0,-2-1-19 15,-1 0-21-15,3-1-19 0,-5-2-13 0,-7 3-14 16,7-6-14-16,-9 0-15 0,1 2-12 16,-4-4-24-16,1-1-9 0,-4-1-7 0,0 2-8 0,-4-7-2 15,-4 6-183-15,5-5-508 0,-9 5 225 0</inkml:trace>
  <inkml:trace contextRef="#ctx0" brushRef="#br0" timeOffset="-103313.08">14390 15807 1293 0,'-9'-8'-99'0,"-1"6"27"0,2-6 22 0,1 3 35 0,-1 3 12 15,2-1 32-15,6 3 12 0,-12-8 9 0,12 8 16 16,-7-1 7-16,7 1 5 0,-3-5 0 0,3 5 11 15,0 0 9-15,0 0 5 0,0 0-1 0,0 0 3 16,0 0 7-16,0 0-3 0,0 0-4 0,0 0-1 16,0 0-2-16,0 0-13 0,10 19-1 0,-5-12-3 15,-2-1-6-15,4 1-5 0,-2 0-8 0,-2 0-2 0,5 1-10 16,-3-1-3-16,5 9-8 0,-5-7-5 16,0-2 0-16,2 8-5 0,-4-4-2 0,4 1-6 15,-6-1 1-15,6 1-3 0,-7 1-4 0,3 2-5 0,1 4 5 16,-8-5-2-16,4-4-4 0,0 7 2 0,-3-2-3 15,3-5 0-15,-2 2-18 0,-3-1-23 0,4-2-30 16,-3 3-35-16,1-2-43 0,3 1-46 0,-3 1-46 16,3-4-237-16,-5-5-503 0,5-3 223 0</inkml:trace>
  <inkml:trace contextRef="#ctx0" brushRef="#br0" timeOffset="-102830.48">14684 15775 187 0,'0'0'334'0,"0"0"-11"0,0 0-12 0,0 0-14 16,0 0-14-16,-1-4-15 0,1 4-16 0,0 0-3 16,0 0-2-16,0 0-6 0,0 0-11 0,19-1-11 15,-19 1-19-15,25 1-15 0,-10-2-20 0,7 1-16 0,-1-2-16 16,4 2-9-16,3-3-15 0,0 0-12 16,2 3-6-16,0-2-13 0,-9-2-5 0,-4 4-17 15,3-1-4-15,-4 1-22 0,4-2-25 0,-12 1-38 0,6-3-28 16,-4 4-27-16,-10 0-29 0,13-1-39 0,-13 1-39 15,0 0-30-15,0 0-31 0,0 0-31 0,0 0-44 16,0 0-210-16,0 0-584 0,-35-3 259 0</inkml:trace>
  <inkml:trace contextRef="#ctx0" brushRef="#br0" timeOffset="-102430.48">14745 15583 84 0,'0'0'266'0,"0"0"-4"0,4-1-11 0,-4 1-16 0,0 0-16 15,0 0-20-15,0 0-12 0,0 0-12 0,0 0-15 16,0 0-6-16,0 0-13 0,0 0-6 0,0 0-10 15,0 0-10-15,-10 23-4 0,3-16-7 0,2-1-9 16,-3 4 0-16,3-1 1 0,-5 1 0 0,0 2-14 16,-1-4-5-16,-3 4 4 0,3 0 2 0,-4-1 3 15,2 1-7-15,1-1-1 0,0-1-4 0,-1-2 1 16,5 2-8-16,-5-3-7 0,6 1-2 0,-1-1-5 16,1 2-7-16,0-1-3 0,1-2-2 0,3 3 0 15,-2-5-2-15,5 7 5 0,-2-7 5 0,2-4 3 0,0 12-1 16,2-1-2-16,-2-4-4 0,8-2 0 15,2 7-3-15,0-1-3 0,5 2-3 0,0-3-3 16,1 1-8-16,2-2-33 0,7 5-39 0,-5-7-42 0,-2 5-42 16,9-2-53-16,-7 3-62 0,-2-8-76 0,-3 7-337 15,0-2-713-15,6 0 316 0</inkml:trace>
  <inkml:trace contextRef="#ctx0" brushRef="#br0" timeOffset="-100297.3">13734 17393 354 0,'0'-7'378'0,"-6"3"-8"16,6 4-14-16,0-12-27 0,0 6-20 0,0 6-32 16,0 0-28-16,0-6-31 0,0 6-24 0,0 0-19 15,0 0-17-15,0 0-22 0,6 20-8 0,-6-12-12 16,3 6-9-16,1 4-1 0,2-1-14 0,-2 0-7 16,4 7-5-16,-1 2-13 0,-2-3-1 0,1 4-6 15,1-2-10-15,-1-4 0 0,3 4-6 0,-3-5-3 0,3 4-7 16,-9-4-1-16,6-4-7 0,1 4 5 0,-1-9-8 15,3 5-6-15,-3-3 1 0,1-1-7 0,-4-6-13 16,2 1-28-16,-3 1-19 0,3-4-23 0,-3 0-38 16,-2-4-29-16,6 5-27 0,-6-5-34 0,0 0-45 15,0 0-46-15,17-12-47 0,-16 7-187 0,3-3-568 16,-3 1 252-16</inkml:trace>
  <inkml:trace contextRef="#ctx0" brushRef="#br0" timeOffset="-100047.35">13728 17394 72 0,'-2'-8'333'16,"2"1"-6"-16,-3-2-3 0,3 1-12 0,3 1-16 16,-3-4-24-16,2 6-15 0,4-3-21 0,1 5-21 0,3-5-16 15,1 1-21-15,3 2-18 0,0 0-23 0,10 3-14 16,-8-4-4-16,6 1-18 0,-2 0 0 0,3 3-20 15,-7 2-9-15,4 0-3 0,0-2-11 0,3 4-8 16,-6-2-25-16,-4 2-37 0,0-2-36 0,-1 1-22 16,-1 2-37-16,-1-3-31 0,-3 4-34 0,-2 1-27 15,-2 0-36-15,-3 0-39 0,0 3-203 0,-6 0-517 16,-3-1 228-16</inkml:trace>
  <inkml:trace contextRef="#ctx0" brushRef="#br0" timeOffset="-99847.39">13777 17560 143 0,'0'0'259'0,"0"0"-9"15,-6 5-1-15,6-5 6 0,0 0-9 0,0 7-8 16,0-7-9-16,0 0-15 0,0 0-20 0,14 5-15 16,0-5-18-16,-6 2-13 0,5-1-17 0,0-1-6 15,2 0-19-15,2 3-9 0,-2-6-36 0,6 6-40 16,-4-3-51-16,1 1-49 0,-1-2-54 0,-1 1-62 15,-3 0-65-15,4 1-176 0,-4-2-470 0,4 1 208 16</inkml:trace>
  <inkml:trace contextRef="#ctx0" brushRef="#br0" timeOffset="-98930.58">14249 17358 281 0,'0'-3'332'0,"0"3"-16"0,0-11-17 0,0 11-14 16,0 0-22-16,-2-7-13 0,2 7-31 0,0 0-11 16,-6-9-25-16,6 9-21 0,0 0-18 0,0 0-15 15,0 0-18-15,0 0-2 0,0 0-26 0,0 0-1 16,6 24-4-16,-6-18-13 0,0 3-1 0,0 2-9 15,0-3-1-15,0 11-6 0,0-7-9 0,0 1 1 16,0 5-8-16,2-3-5 0,-2 3 2 0,3 2-4 16,-1-4-5-16,-2 2-3 0,1-1 2 0,1-1-2 15,1-1-4-15,1 0 1 0,-1 0-1 0,-1-2 3 16,1 1-4-16,2-2-4 0,-2-3 1 0,1-2 13 16,-3 4-11-16,1-3-5 0,3-3-4 0,0 0 9 0,-3 0-6 15,-2-5 6-15,8 4-2 0,-8-4 1 0,8 0-4 16,-8 0-1-16,15-6-2 0,-8 1-1 15,1-2 2-15,-3-1-2 0,1 1 6 0,3-2 0 0,-6 2 5 16,5-4 19-16,-3-2 5 0,2 5 9 0,1-4-3 16,-1 3 9-16,-6 0 7 0,6-3 0 0,-4 1 4 15,1 1-2-15,-3 1-2 0,4 0-4 0,0 2-3 16,-1-1-6-16,-4 4-8 0,1-3-5 0,-1 7-1 16,7-8-8-16,-7 4-4 0,0 4-3 0,0 0-2 15,0 0 2-15,0 0-6 0,0 0-4 0,0 0 1 16,16 12 0-16,-12-5-4 0,1 1 6 0,1-3-2 15,-1 2-6-15,0 1 3 0,-1 1 0 0,2-2 10 16,7 3-12-16,-11-2-3 0,5 0 2 0,4-5 3 16,-7 3-1-16,4-3-1 0,-3 1 0 0,3-2 5 15,-8-2-5-15,12 6 3 0,-12-6 2 0,10-5 3 16,-10 5-2-16,13-7-2 0,-11 4-1 0,6-3 6 0,-2-3 22 16,-4 0 5-16,3 0-1 0,0 0-2 0,-3-8-3 15,1 5-1-15,0-5-3 0,-1 3-3 16,-2-4-2-16,0 5-8 0,2-6 1 0,1 2 0 0,-1 0-3 15,-2 0-3-15,0 2-10 0,3 3-19 0,-6 0-25 16,6 5-33-16,-3-4-39 0,2 2-42 0,-4 2-32 16,2 1-35-16,-3 0-41 0,3 6-48 0,0 0-62 15,0 0-281-15,-5-11-710 0,5 11 314 0</inkml:trace>
  <inkml:trace contextRef="#ctx0" brushRef="#br0" timeOffset="-97780.64">15103 17281 34 0,'-3'-10'312'16,"3"0"-1"-16,3 0-10 0,-6 0 1 0,-1 1-22 0,4 4-15 15,-1-5-18-15,-4 4-16 0,3-1-20 0,2-1-22 16,-5 2-11-16,5 6-24 0,-13-2-12 0,13 2-16 16,-18 5-13-16,9-1-5 0,-6 4-3 0,1-1 8 15,-3 4-3-15,-5 7-13 0,3-1-12 0,2 3-3 16,-4 3-8-16,4-2-7 0,-3 0-8 0,5 2-1 16,0-3-20-16,2 4 7 0,3-1-17 0,-3-4 0 15,8 1-5-15,-3-3-15 0,6 0 21 0,-3 0-4 16,5-7-5-16,5 1 10 0,5 2-10 0,-3 1 3 15,6-5-7-15,7 6-7 0,1-12 0 0,4 2-3 16,3-4 0-16,4-1-3 0,-11-1-4 0,7-3-1 16,-6 3 0-16,-1-1-1 0,-4-5 1 0,1 1 3 0,-1-2-3 15,-6 1 3-15,2 1 8 0,-4-3 4 0,-1 4-15 16,-1-2 4-16,-1-4-4 0,1 4 9 16,-4 0 4-16,0 1 6 0,-3 6 10 0,2-8 12 0,-2 2-8 15,0 6-3-15,0-7 0 0,0 7 0 0,5-7-12 16,-5 7-8-16,0 0 0 0,0 0-1 0,0 0 3 15,0 0 0-15,0 0 1 0,0 21-13 0,-5-13 11 16,5-1-3-16,0 3-2 0,0 0-2 0,0 4 3 16,0 2 3-16,0-5-26 0,0 6-23 0,7-6-24 15,-6 4-28-15,-1-6-22 0,7 3-27 0,-2 3-29 16,-3-6-39-16,3 3-53 0,-2-4-41 0,4 0-301 16,-1 0-654-16,7 0 289 0</inkml:trace>
  <inkml:trace contextRef="#ctx0" brushRef="#br0" timeOffset="-97430.63">15356 16901 87 0,'-5'-17'408'0,"-1"9"-10"16,4-1-11-16,0 1-40 0,-1 0-34 0,1 5-29 15,2 3-41-15,0 0-10 0,0 0-12 0,17 15-9 16,-9 0-18-16,5 9-13 0,2 3-12 0,2 11-14 16,1-1-9-16,-5 9-10 0,5 3-9 0,-3 2-15 15,-3 3-10-15,-2-2-13 0,0 4 2 0,-5 2-16 16,5 20-7-16,-5-24-9 0,-5 0-5 0,0 3-6 16,1-2-13-16,-2-2 8 0,-1 1-6 0,-1-6-3 0,3-1-6 15,-4-4 0-15,-2-2-3 0,1-12-1 0,5 1-3 16,0-6-1-16,0-4-2 0,-3-2-5 15,-2-3-17-15,5 0-17 0,-2-9-6 0,9 0-20 0,-4-2-30 16,3-2-29-16,-6-2-18 0,20-6-25 0,-11 0-29 16,4-3-30-16,-3-6-45 0,3 0-37 0,9-12-58 15,-6 3-225-15,6-15-619 0,-3-1 274 0</inkml:trace>
  <inkml:trace contextRef="#ctx0" brushRef="#br0" timeOffset="-97146.77">15697 16965 68 0,'-3'-20'326'0,"-2"1"3"0,5-1-8 15,-3 4-5-15,1 4 7 0,0 1-11 0,1 3-27 16,2 0-29-16,-1 8-42 0,9-3-7 0,-9 3-22 16,13 11-14-16,-3 2-7 0,3 5 9 0,3 9-11 15,3 9-10-15,-1 6-11 0,-2 6 2 0,1 4-16 0,-2 4-10 16,1 20-9-16,-6 1-11 0,4-22-8 15,-8 22-10-15,-4-2-8 0,5-2-7 0,-7-17-6 0,1 1-4 16,-2-3-8-16,7 3-6 0,-4-6 1 0,-2 3-2 16,0-6 0-16,0 1-9 0,0-7-4 0,0-10-13 15,5-5-53-15,-5-5-33 0,1-7-32 0,-1 4-21 16,0-12-21-16,7 6-27 0,-5-6-40 0,4-5-38 16,1 3-47-16,-7-5-48 0,16-7-255 0,-9-1-652 15,5-1 289-15</inkml:trace>
  <inkml:trace contextRef="#ctx0" brushRef="#br0" timeOffset="-96530.33">16404 17445 220 0,'-3'-9'357'0,"-6"3"0"0,6-3-10 16,-4 6-4-16,1-3-5 0,-1 0-6 0,-1 0-12 15,0-1-14-15,-1 0-19 0,3 7-19 0,-8-3-18 16,5 3-17-16,-5-1-14 0,14 1-21 0,-28 4-14 16,20-4-13-16,-7 5-13 0,-5 5-13 0,5-1-15 15,0 2-8-15,0 7-13 0,7-3-9 0,-7 2-11 16,2 2-8-16,5 1 1 0,1-1-14 0,2 5-9 15,3 2-3-15,2-1-10 0,0-4 1 0,7-3-3 16,6 7-6-16,2-5-3 0,7 3-16 0,-1-5-22 16,2-4-34-16,1 0-34 0,4-2-37 0,7-4-40 15,-4-3-41-15,-1-5-34 0,1 0-43 0,1-4-54 16,1-4-55-16,-3-1-362 0,-2-9-797 0,1 5 352 16</inkml:trace>
  <inkml:trace contextRef="#ctx0" brushRef="#br0" timeOffset="-95046.6">13372 17001 301 0,'-28'-3'321'0,"3"-1"-23"0,3-1-4 15,2 0-8-15,5 4-9 0,2-2-10 0,3-2-7 16,2 4-8-16,1-2-10 0,7 3-19 0,0 0-17 16,14-11-18-16,15 8-9 0,14-1-11 0,14-2-17 15,37-1-7-15,5 0-1 0,49 0 3 0,2-2 1 16,6 3-4-16,11 5-3 0,0-3-5 0,4 4-12 16,-1 0-10-16,-6 0-13 0,3-1-12 0,-10-3-9 0,2 2-5 15,-8 1-7-15,8-6-5 0,-55 2-9 0,0-3-2 16,6 2-7-16,-8-3-5 0,-6 1-1 0,-6 1-4 15,-4-4-5-15,-5 2-1 0,-28 4-3 0,-2 0-4 16,-1-1-2-16,-7 0 0 0,-12 3-2 0,-1-2-1 16,-9 3-4-16,-2 0-2 0,2-3 2 0,-9 5-3 15,1-1 2-15,-5-1-5 0,1 2 0 0,-9 0-4 16,16-3-2-16,-16 3-3 0,8 0 1 0,-8 0-4 16,0 0-5-16,10-1-1 0,-10 1 1 0,0 0-1 15,0 0 2-15,10 4-2 0,-10-4 4 0,5 5-6 16,-5-5 9-16,4 6 0 0,-4-6 0 0,0 12 0 15,0-6 1-15,3 2 1 0,-1-1 0 0,-1 0-2 0,1 4 3 16,1 4-2-16,0-2 0 0,4 4-1 16,-7 0 3-16,8 10 1 0,-1-2-3 0,0-3 1 15,-2 10 1-15,4 7-2 0,1 1 2 0,5 3-1 0,-1-3 2 16,-1 5-1-16,0 2 0 0,2-1 3 0,-5 2-2 16,6 0-3-16,-1 0 2 0,-3-2 2 0,1-7 3 15,2 11-3-15,-3-8-3 0,1-2 0 0,-7-1 2 16,6 2 0-16,-4-14 0 0,2 1 1 0,-1-2-1 15,-3 1 0-15,1-12-2 0,1 5 6 0,-5-3-6 16,2-6 1-16,-1 3 2 0,-1-2-1 0,2-5 1 16,-3 2 2-16,3-1 5 0,0-4-4 0,-4 4-1 15,-1-8 5-15,3 7 8 0,-3-7-12 0,5 6 3 0,0-1 3 16,-5-5-5-16,7 1-1 0,-7-1 0 16,10 1 0-16,-10-1 0 0,10 3-1 0,-10-3-4 15,7 2 4-15,-7-2-4 0,0 0-3 0,0 0 3 0,4 3-1 16,-4-3-1-16,4 7 4 0,-4-7-3 0,0 8 1 15,0-8-3-15,0 7 9 0,0-7-12 0,-4 5-5 16,4-5 1-16,-9 7 2 0,2-4-1 0,2-1 1 16,5-2 2-16,-17 6 2 0,7-5-1 0,-3 2 1 15,-3-1 1-15,-4 0 0 0,0 3 2 0,-8-5 1 16,-2 2-4-16,-3-1 1 0,0 4 3 0,-10-2-2 16,0 1 1-16,-5-1 0 0,0 2-2 0,1 2 2 15,-2-3 2-15,-3-1-1 0,1 2 8 0,-2 2-8 16,-5 0 1-16,5-1-2 0,-5 0 0 0,0 3 3 15,-1-3 5-15,3 2 6 0,-6-6-7 0,3 6 7 16,-1-1-2-16,1 0 2 0,1-3 8 0,-5-3 1 16,6 4 4-16,-4-3 0 0,2 4-2 0,2-4 6 15,-6-4-9-15,6 6 5 0,0-4-9 0,-6 0 2 0,2 0-1 16,-3 0-3-16,-16-2 4 0,21 4-3 16,1-4 0-16,-5-2 0 0,-2 0 0 0,1-3 0 15,-17 7-2-15,-1-1 0 0,23 0-1 0,1-1-2 0,0 1-2 16,2-4 1-16,8 5 6 0,-7 0-7 0,0 0 1 15,4 0 1-15,-2 0 1 0,0-2-3 0,2 1 1 16,-2 2 3-16,2-2 0 0,3 1 0 0,1 0 1 16,3-3 0-16,1 6 2 0,-2-6 3 0,10 3-2 15,-1 3 2-15,4-3-1 0,1 0 6 0,-2 0-1 16,5 1 3-16,-4-1-3 0,2 0-3 0,10 3 5 16,-4-3-3-16,2-1-1 0,1 2-4 0,4-2 3 15,-4 1-4-15,6 1 3 0,-7-1-6 0,9 0 1 16,5 4 0-16,-6-4-1 0,14 0 7 0,-23-5-9 15,15 6 1-15,-2-1-2 0,10 0 1 0,-18 4 6 16,18-4 17-16,-12-4 2 0,4 8 11 0,8-4 6 16,0 0 2-16,-17-4 0 0,17 4-6 0,-10-4 3 15,5-2 4-15,4-2-4 0,-6 4-4 0,4-4-4 0,-2-2 0 16,-5 0-17-16,3-9 11 0,2 6-2 16,-5-16-9-16,2 4 3 0,-3-4-6 0,-3-10 6 15,-2-2-7-15,1-4-5 0,2-5-2 0,1 3-4 0,1-2 6 16,-9 1-15-16,11-2 6 0,-7 1 3 0,9 2-7 15,-8 4 7-15,2 4-6 0,1 0 1 0,-1 11-16 16,2 3-28-16,2 0-29 0,-2-1-42 0,-1 10-41 16,4-2-45-16,1 5-59 0,1 2-48 0,2 0-50 15,-1 6-56-15,9-2-50 0,-4 7-51 0,10-2-301 16,-10 2-878-16,28 9 389 0</inkml:trace>
  <inkml:trace contextRef="#ctx0" brushRef="#br0" timeOffset="-94297.61">15300 15760 381 0,'0'0'375'0,"0"0"-26"16,0 0-34-16,0 0-25 0,-12-3-24 0,12 3-22 15,0 0-24-15,0 0-14 0,0 0-3 0,0 0-20 0,0 0-17 16,0 0-16-16,5 15-13 0,-5-15-10 16,2 10-16-16,3-8-7 0,-5-2-9 0,2 8-11 0,-1-3-10 15,-1-5-6-15,0 0-8 0,0 7-5 0,0-7-4 16,5 6-7-16,-5-6-1 0,2 4-4 0,-2-4-6 15,0 0-4-15,0 0-7 0,0 0-13 0,3 8-24 16,-3-8-24-16,0 0-20 0,0 0-25 0,0 0-28 16,0 0-35-16,-11-18-45 0,7 12-60 0,1-1-64 15,1-1-238-15,2 0-598 0,0-2 265 0</inkml:trace>
  <inkml:trace contextRef="#ctx0" brushRef="#br0" timeOffset="-94031.04">15249 15531 202 0,'-14'-1'279'0,"14"1"-8"15,0 0-15-15,0 0-18 0,0 0-12 0,0 0-17 16,-6-2-15-16,6 2-12 0,0 0-7 0,0 0-11 16,0 0-14-16,0 0-17 0,0 0-10 0,0 0-8 15,18-8-13-15,-18 8-1 0,8-3 3 0,-8 3-4 16,7-2 2-16,-7 2-12 0,6-7-2 0,-6 7-7 15,5-5-6-15,-5 5-5 0,0-10-10 0,0 10-9 16,0-8-3-16,-1 0-3 0,-3 2-5 0,-1 1-3 16,-1 1-4-16,3 0-13 0,-4-3-11 0,-5 3-20 15,12 4-23-15,-10-5-34 0,10 5-22 0,-13 2-26 16,13-2-30-16,-13 9-45 0,11-3-49 0,1 0-41 0,1-6-219 16,-5 15-540-16,10-7 239 0</inkml:trace>
  <inkml:trace contextRef="#ctx0" brushRef="#br0" timeOffset="-93796.45">15614 15530 96 0,'0'0'438'0,"4"-6"20"16,-4 6-4-16,0 0-37 0,1-8-42 0,-1 8-39 15,0 0-36-15,0 0-32 0,0 0-29 0,0 0-23 16,0 0-21-16,0 0-17 0,5 21-18 0,-5-9-17 15,7-2-15-15,-7 9-10 0,2-3-12 0,-1 6-13 0,4 2-30 16,-3-4-55-16,3 7-56 0,-2 2-46 16,0-2-34-16,-3 2-54 0,0-2-59 0,0 0-77 15,-5 3-312-15,-1-7-682 0,3 9 302 0</inkml:trace>
  <inkml:trace contextRef="#ctx0" brushRef="#br0" timeOffset="-92980.33">11824 15942 292 0,'0'0'358'0,"0"0"-16"0,0 0-20 0,0 0-23 0,0 0-28 16,0 0-26-16,-2-8-21 0,2 8-24 0,0 0-19 16,0 0-21-16,0 0-13 0,0 0-14 0,0 0-7 15,0 0-15-15,0 0-7 0,0 0-8 0,0 0-5 16,0 0-14-16,0 0-6 0,0 0-5 0,0 0-9 15,0 20-3-15,0-20-1 0,0 0-7 0,0 0 2 0,2 6 12 16,-2-6 16-16,0 0 14 0,0 0 3 16,0 0 12-16,0 0 2 0,0 0-6 0,0 0-14 15,0 0-5-15,0 0-9 0,0 0-7 0,-13-19-9 0,11 12-3 16,2 7-7-16,-3-4-6 0,3 4-6 0,-12-8-11 16,7 5-17-16,2-1-31 0,3 4-39 0,-12-3-34 15,12 3-33-15,0 0-30 0,-21 2-22 0,21-2-29 16,-8 4-33-16,1-1-42 0,7-3-56 0,-8 6-265 15,3-3-657-15,5 1 290 0</inkml:trace>
  <inkml:trace contextRef="#ctx0" brushRef="#br0" timeOffset="-92631.07">11731 15621 13 0,'0'0'285'0,"-6"-3"-21"0,6 3-30 0,-9-2-18 0,9 2-21 15,0 0 6-15,0 0-6 0,0 0-16 0,0 0-5 16,0 0-21-16,0 0-5 0,0 0-9 0,0 0-15 16,12 21-6-16,-9-19-5 0,-3-2-6 0,7 6-12 15,-7-6-6-15,7 2 0 0,-7-2 7 0,5 4 2 16,-5-4 9-16,0 0 3 0,0 0 19 0,3 3 5 15,-3-3 5-15,0 0-3 0,0 0-10 0,0 0-16 16,0 0-9-16,0 0-10 0,0 0-13 0,0 0-8 16,0 0-6-16,0 0-6 0,0 0-7 0,-8-17-7 0,8 17-27 15,0 0-33-15,0 0-41 0,0 0-31 0,0 0-33 16,0 0-12-16,0 0-15 0,0 0-22 16,0 0-36-16,0 0-38 0,0 0-50 0,0 22-276 0,0-22-616 15,6 13 274-15</inkml:trace>
  <inkml:trace contextRef="#ctx0" brushRef="#br0" timeOffset="-92347.76">12114 15652 222 0,'0'0'366'15,"-2"-7"-2"-15,2 7 8 0,-2-8-7 0,2 8 2 16,-5-5-22-16,5 5-18 0,0 0-28 0,0 0-28 16,0 0-36-16,0 0-19 0,0 0-26 0,0 0-20 0,0 0-20 15,0 0-17-15,0 0-11 0,0 20-12 0,0-9-10 16,0 4-12-16,-1 1-6 0,1 4-9 16,-5 1-6-16,5 6-7 0,0 0-5 0,0 2-4 0,0 3-8 15,0 2 6-15,0-4-31 0,0 7-64 0,6-3-46 16,3 4-64-16,-3-10-51 0,1 4-75 0,1-7-86 15,-3 4-326-15,5-5-750 0,5 3 332 0</inkml:trace>
  <inkml:trace contextRef="#ctx0" brushRef="#br0" timeOffset="-44583.73">16788 18373 142 0,'0'0'295'15,"0"-7"-6"-15,0 7-15 0,0 0 4 0,0 0-33 16,0 0-19-16,0-8-8 0,0 8-24 0,0-5-18 0,0 5-16 15,0 0-15-15,0 0 3 0,0 0-2 16,0 0 9-16,0 0-1 0,0 0-12 0,8 19-14 16,-8-13-8-16,7-3-2 0,-6 6-10 0,6-2-11 0,1 3 4 15,-8-5-18-15,7 9-9 0,3-1-4 16,-2 4-6-16,2-3-7 0,-2 4 0 0,6-4-11 16,-4 4-6-16,4-1-1 0,-7 5-6 0,6-3-2 0,2-4-7 15,-7 2-19-15,7-2-27 0,-3 4-18 0,-2-6-17 16,1 2-21-16,-2 0-5 0,-3-1-32 0,-1-7-19 15,-1 8-24-15,-1-3-22 0,2-5-38 0,0 1-40 16,-3-1-40-16,1 0-210 0,2-2-548 0,-5-5 243 16</inkml:trace>
  <inkml:trace contextRef="#ctx0" brushRef="#br0" timeOffset="-43881.98">17404 18717 129 0,'-4'-9'281'16,"4"9"-10"-16,0-7-22 0,0 7-20 0,-1-5-21 15,1 5-20-15,0 0-17 0,0 0-14 0,0 0-8 16,0 0-11-16,-22 15-5 0,19-6-18 0,-2 0-11 16,2 3-9-16,-7 2-10 0,3-1-6 0,-1 2-8 15,1-2-5-15,-1 2-8 0,4-1-5 0,0 2-4 16,-5 1-8-16,4-2-5 0,2-3-1 0,-4 2-4 0,1 1-3 16,-1-5-5-16,0-1 2 0,7-1-3 15,-1-1-3-15,-2 2-4 0,-1-6 2 0,4-3 3 16,0 0-6-16,0 0-4 0,0 0 5 0,0 0-3 0,0 0-2 15,7-19-1-15,-6 5 0 0,6 1-4 0,0-4 4 16,1-3-1-16,5 1 9 0,0-8 8 16,-1 5 7-16,3-4 4 0,-2 0 7 0,2 2 9 0,-3 8 5 15,-1-8 7-15,-2 7 6 0,0 0 24 0,-4 3-3 16,5 1 7-16,-6 1-2 0,4 9 1 0,-6-9-14 16,1 5-9-16,-1 2-11 0,3-3-6 0,-4 6-15 15,-1 2 3-15,0 0-2 0,0 0-8 0,8 11 1 16,-8 0-3-16,4 1-1 0,-4-1-8 0,3 6-2 15,-1-2 1-15,3 4-1 0,0 3 4 0,-2-2-12 16,4 0-2-16,-2-4-4 0,1 3-20 0,-1 0-7 16,2 0-11-16,1-3-14 0,-3-1-15 0,0 0-14 15,2-5-16-15,-4-1-6 0,2 0-8 0,-2 0-11 0,-3 0 7 16,0-4-5-16,0-5-18 0,7 4-14 16,-7-4-23-16,0 0-20 0,0 0-18 0,0 0-20 15,0 0-12-15,0 0-22 0,-18-12-182 0,8 6-478 0,3-2 211 16</inkml:trace>
  <inkml:trace contextRef="#ctx0" brushRef="#br0" timeOffset="-43716.12">17279 18841 62 0,'0'0'152'0,"10"5"2"0,2-1-4 16,-2-4-4-16,3 3-9 0,5-3-11 0,2 5-6 15,0-3-12-15,3-2-9 0,-1-2-12 0,1 2-8 16,0 0-10-16,-1 0-13 0,1-5-23 0,-2 4-21 15,1-1-36-15,-6-2-29 0,6 1-47 0,-7-2-136 16,0 2-255-16,-2 2 113 0</inkml:trace>
  <inkml:trace contextRef="#ctx0" brushRef="#br0" timeOffset="-43266.18">17518 18528 36 0,'-18'-3'234'0,"-4"6"-6"0,-1-3-11 0,-2 4 0 16,-5 6-2-16,5-1-7 0,-1 7-8 0,-5-5-5 15,7 8-9-15,-4 1-11 0,5-4-7 0,-3 5-9 16,4 1-15-16,2 4-12 0,2 1-12 0,6 0-10 15,1 0-13-15,4 1-10 0,4 2-9 0,3-1-8 16,3 1-7-16,4-3-1 0,6 4-7 0,2-7-3 16,6-1-6-16,4-1-5 0,12 2-1 0,-1-1-13 15,5-7 0-15,3-1-3 0,-3-3 0 0,4-2-6 16,-11-9 0-16,11-1 1 0,-7 0-5 0,-3-8-1 16,-4 4 1-16,17-10-1 0,-18 2-6 0,0-3 0 15,-5-2 2-15,-5-5-1 0,1 2 3 0,-4-6 6 16,-4-1 11-16,-3-3 7 0,-5-11 3 0,-5 10 6 15,-7 1 22-15,-8-10-10 0,-5 2 1 0,-3-1 6 0,2 1 0 16,-7 6-3-16,-4-3-3 0,2 2-10 16,1 4-5-16,2 10 12 0,4 4-17 0,0-1-21 15,-2 5-35-15,5 3-31 0,7 0-29 0,-5 4-46 0,-1 0-40 16,8 5-54-16,-1 2-67 0,2 1-77 0,4 4-198 16,1 0-607-16,5 1 269 0</inkml:trace>
  <inkml:trace contextRef="#ctx0" brushRef="#br0" timeOffset="-41967.23">29958 4052 19 0,'7'-7'268'16,"-7"0"-12"-16,3 2-14 0,-3 0-11 0,3-2-17 16,-3 7-14-16,3-7-19 0,-3 7-21 0,0 0-17 15,0 0-19-15,0 0-10 0,0 0-13 0,0 0-6 16,-14 23-11-16,7-10-6 0,2 5-5 0,-5 1-9 16,0 5-6-16,-3 2-1 0,-2-3-10 0,5 2-2 0,-3 2-7 15,0-5-2-15,1 2-4 0,-1 2 1 0,-1-2-7 16,8-5 0-16,-4 0-4 0,-2-2 0 15,4-2-1-15,0-1-6 0,1-1 3 0,1-2-1 0,4-7-5 16,-3 4 1-16,3-2 6 0,-3-3 8 0,5-3 7 16,0 0-3-16,0 0-3 0,0 0-7 0,7-20 1 15,6 4-3-15,-5 0-4 0,6-7 0 0,1-7 0 16,1 3-5-16,7-10-1 0,-4-3 3 0,2-3-5 16,-4 3 4-16,2-6 14 0,-2 4 7 0,-2 3 16 15,-5 2 19-15,1 5 14 0,-2 3 12 0,-1-1 8 16,-3 4 9-16,-2 9 14 0,1-2 3 0,1 4-3 15,-4 4-3-15,1-3-13 0,-1 7-9 0,1 0-18 16,1-1-12-16,-3 4-9 0,0 4-8 0,0 0-5 16,0 0-4-16,0 0 2 0,5 16-12 0,-5-4-1 15,5 2-2-15,-3 6-3 0,1 0-4 0,1 6-1 16,2 2-6-16,1 1 5 0,1 0-7 0,-1 2 0 16,1-3-7-16,-1 1-24 0,1 3-7 0,-1-4-18 0,3 2-14 15,-6-3-21-15,6-3-24 0,0 0-19 0,-8-6-13 16,5-2-18-16,-6-1-22 0,4 2-21 15,-5-7-37-15,2 2-16 0,-4-1-21 0,2-7-29 0,-5 3-245 16,5-7-585-16,-8 8 260 0</inkml:trace>
  <inkml:trace contextRef="#ctx0" brushRef="#br0" timeOffset="-41766.24">29892 4234 230 0,'0'0'283'0,"0"0"4"0,-14-1-3 0,14 1-9 0,0 0-9 15,0 0-16-15,-6-5 4 0,6 5-6 0,0 0-18 16,0 0-13-16,0 0-29 0,0 0-15 0,0 0-14 16,20-5-14-16,-5 3-19 0,-1 0-23 0,6-1-27 15,4 3-41-15,-5-1-34 0,1-2-44 0,8-2-59 16,2 2-65-16,0-1-66 0,-9 0-80 0,8-4-183 16,-8 0-536-16,4-5 237 0</inkml:trace>
  <inkml:trace contextRef="#ctx0" brushRef="#br0" timeOffset="-41299.9">30165 3460 143 0,'-22'-7'252'0,"-1"2"-21"0,-5-2-14 0,5 6-7 0,-5 1-13 16,0 5-8-16,-6 3-12 0,3 3-14 0,-12 2-5 15,5 9-10-15,-2 7-3 0,2 4-6 0,0 2-4 16,-3 3-14-16,6 6-7 0,-2 1-6 0,4 3-7 16,7 5 3-16,4-4-8 0,1 3-6 0,-6 19-9 15,17-18-1-15,4-3-5 0,1 3-2 0,5-1 5 16,6-5-21-16,8-1 9 0,1 0-11 0,9-4 4 15,1-7-17-15,5 1 15 0,3-4-21 0,7-3-5 16,1-2 7-16,4-4-10 0,6-7 1 0,-1 0-3 16,3-9-3-16,-2 0-3 0,5-6 5 0,-1-1-7 15,3-3 1-15,-2-5-5 0,-1-7 6 0,-4-1-9 0,2-8 0 16,2 0 2-16,1 0-3 0,-6-9-1 16,14-15 3-16,-17 12 5 0,-6-11 5 0,-5 1 7 15,-9-1 17-15,-2-2 23 0,-9 4 17 0,-11-6 15 0,-5 3 3 16,-5 1-3-16,-11-2-4 0,-6 5-6 0,-4-2-11 15,-6-2-7-15,-1 7-11 0,-12 1-5 0,6 4-8 16,1 6-5-16,-10 4-24 0,6 6-35 16,3 3-55-16,2 8-54 0,4 4-47 0,-10 10-50 0,12 4-60 15,1 3-74-15,-10 12-357 0,2 3-769 0,15-6 341 16</inkml:trace>
  <inkml:trace contextRef="#ctx0" brushRef="#br0" timeOffset="-39600">29905 4713 118 0,'3'-10'319'0,"4"1"-3"0,-7-1-3 15,3 0-8-15,0 1-8 0,-1 3-6 0,3-1 7 0,-2 4-35 16,-1-6-17-16,-2 9-6 0,2-7-36 16,-2 7-23-16,1-3-24 0,-1 3-16 0,0 0-18 15,0 0-10-15,0 0-14 0,-10 27-4 0,4-12-17 0,-2 2-10 16,-4 15 0-16,-10 8-11 0,4 3-4 0,-3 6-4 16,-6 0-3-16,-11 20-3 0,-5-3-6 0,5 3 0 15,-5-1-2-15,-3 0-4 0,-1 1-3 0,-4 0-3 16,-4 1 1-16,2-6-3 0,-3 0-1 0,3 2-7 15,0-4 2-15,0-5-1 0,10-17-1 0,5 9 12 16,-16 7-18-16,12-11 2 0,-6 16 1 0,12-21-3 16,-2 2 1-16,3-2 0 0,10-1 8 0,-6 0-11 15,-2-9 1-15,9 7 3 0,-5-9-4 0,9-7 1 16,3 0 2-16,-1 3-7 0,1-13 0 0,9 5 5 16,2-10-2-16,-1 0-3 0,2 2-3 0,2-1-6 15,1-4-1-15,2-3-19 0,0 0-24 0,0 0-33 16,0 0-39-16,23-14-49 0,-15 4-63 0,9 1-67 0,1-12-68 15,5 0-252-15,-3 1-671 0,3 0 298 0</inkml:trace>
  <inkml:trace contextRef="#ctx0" brushRef="#br0" timeOffset="-37016.4">29797 4828 160 0,'-21'-1'177'16,"4"-2"-13"-16,-3-2-21 0,1 9-10 0,0-3-12 0,1 3-14 15,7 2-4-15,-3-1-9 0,6-1-16 0,0 4-5 16,4-1-7-16,1 7 0 0,3-6-5 16,3 5-11-16,6-4-2 0,2 9-6 0,3-4-3 15,0-2 1-15,6-2-6 0,3 2-4 0,-6 0-3 0,11-3-1 16,-6-1-7-16,1 2-4 0,-7-2 4 0,-1-1-3 16,-3-4-1-16,-2 1-3 0,1 1 3 0,-7-3-4 15,1 2 3-15,-5-4-5 0,0 0-4 0,0 0 4 16,-25 0-1-16,-2 0 13 0,-1 0 3 0,-3 0 8 15,-11 0 3-15,4-3 0 0,-13 3 4 0,6-1 1 16,14 1-7-16,3 4-8 0,-2-1 4 0,8 1 0 16,1 0-5-16,4 1-2 0,4 2-2 0,5 0-2 15,1 1-2-15,1 0-1 0,6 3 1 0,6 2 1 16,3-1-1-16,10 3 3 0,3 5-9 0,1-3 3 16,5-3 0-16,-3 4-5 0,5-2 1 0,-7-1-1 15,3 3-3-15,-1-5 2 0,-8-4 1 0,-6 3-5 16,4-3 0-16,-8 0-1 0,1-5 0 0,-4 7 2 0,-8-3 0 15,4-1 9-15,-10 2 9 0,-10-2 7 0,2 2 5 16,-12 1 2-16,-4 0-2 0,-18-1-1 16,6 0-5-16,-2-2-3 0,-2 1-3 0,6 1-1 0,2 2-3 15,6-5-1-15,6 4-2 0,2-3-1 0,8-2-10 16,4 2-19-16,-4 0-16 0,11 3-28 0,1-4-28 16,8 1-48-16,5 1-48 0,5-2-59 0,5 1-139 15,8-1-413-15,5-2 182 0</inkml:trace>
  <inkml:trace contextRef="#ctx0" brushRef="#br0" timeOffset="-36184.13">30264 4662 205 0,'0'0'264'0,"0"0"-22"0,0 0-24 0,0 0-19 16,0 0-19-16,0 0 5 0,0 0 4 16,0 0-1-16,-10 25-6 0,10-9-2 0,5 0 0 15,-5 3-5-15,7 10 5 0,-4 1 0 0,4 9-9 0,-2 3 5 16,5 4-11-16,3 1-18 0,-3 2-4 0,5 2-10 16,6 3-6-16,1 22-11 0,-12-21-7 0,3 19-4 15,0-22-6-15,0 24-10 0,2-3-10 0,-5-18-4 16,-3 2-6-16,1-5-5 0,-3 22 0 0,2-17-13 15,-6-3-6-15,4 6-1 0,-1 14-3 0,1-22-7 16,-4 1 9-16,-1 1-12 0,0 0-3 0,5-3-6 16,-5-4 3-16,0 3-4 0,-5-5 1 0,5 0 21 15,-1-6 13-15,-4-6 2 0,3-5 4 0,4 3 0 16,-4-4 0-16,2-7 11 0,-2 0 6 0,-3-3 3 16,4 0-5-16,1-2 1 0,-5-4 3 0,3 0-8 15,2-4-1-15,0 2-2 0,0-3-6 0,0-6 4 16,0 10-9-16,0-10-3 0,0 8-2 0,0-8-3 0,2 4-4 15,-2-4-6-15,0 5-2 0,0-5-2 0,0 0-7 16,5 6-6-16,-5-6 1 0,0 0-2 16,0 0-5-16,0 0-4 0,-5 8 0 0,5-8-1 0,0 7 0 15,0-7-2-15,0 8-5 0,5-4 4 0,-5-4-2 16,0 9-2-16,0-3 1 0,0-6-2 0,1 8-3 16,-1-8 1-16,0 9-2 0,0-9 4 0,0 7 3 15,0-3-6-15,0-4-1 0,5 7-1 0,-5-7-6 16,2 5-5-16,-2-5-6 0,0 0-8 0,0 0-11 15,0 0-10-15,0 11-21 0,0-11-19 0,0 0-40 16,0 0-51-16,0 0-56 0,0 0-70 0,0 0-67 16,15-16-79-16,-10 11-406 0,-5 5-926 0,3-9 411 15</inkml:trace>
  <inkml:trace contextRef="#ctx0" brushRef="#br0" timeOffset="-34032.06">30784 5322 246 0,'0'-11'400'0,"0"11"-2"16,0 0-9-16,0-7-29 0,0 7-22 0,0 0-28 15,3-6-31-15,-3 6-37 0,0 0-32 0,0 0-10 16,0 0-23-16,0 0-17 0,-3 25-11 0,-4-17-11 16,6 4-6-16,1 3-6 0,-7 3-10 0,5-5-15 15,2 10-1-15,-6-7-9 0,6 2-9 0,0 2-7 16,-4-4-8-16,4 4-6 0,-3-1-8 0,3-4-2 0,0 4-4 15,0-4-5-15,-3 0-2 0,6-7-5 0,-3 4-5 16,0 0-10-16,0-4-20 0,3 3-18 16,1-4-25-16,-4-3-24 0,0 3-25 0,1-3-4 0,-1-4-34 15,7 8-31-15,-4-6-35 0,-3-2-37 0,12 3-41 16,-12-3-32-16,0 0-41 0,15-5-204 0,-9-2-596 16,-4 4 264-16</inkml:trace>
  <inkml:trace contextRef="#ctx0" brushRef="#br0" timeOffset="-33766.99">30898 5308 171 0,'-2'-7'318'0,"2"1"6"0,-1-2 7 0,1 1 8 16,0 1 0-16,0 6-2 0,0-12-10 0,-4 6-10 15,4 6-10-15,4-9-23 0,-4 9-26 0,0-9-22 16,0 9-25-16,3-8-22 0,0 6-17 0,2-3-20 0,2 2-13 15,-7 3-15-15,21-2-16 0,-11-1-23 0,5 2-22 16,2 1-23-16,-1 0-26 0,1 0-32 16,1 1-27-16,0 2-29 0,1-1-33 0,-1 0-16 0,0-1-24 15,-6 4-25-15,-3-4-25 0,3 3-23 0,-7 0-19 16,2 0-20-16,1-3-24 0,-3 6-20 0,-3-3-197 16,-2-4-542-16,-7 7 241 0</inkml:trace>
  <inkml:trace contextRef="#ctx0" brushRef="#br0" timeOffset="-33583.85">30842 5460 18 0,'-7'3'219'0,"7"-3"9"16,0 0 6-16,5 12-4 0,-5-12-1 0,8 6-8 16,-8-6-11-16,9 8-17 0,-1-7-20 0,-1 3-19 15,4-2-14-15,1-1-16 0,-2 2-8 0,1-1-15 16,7 1-5-16,-1 0-23 0,-2-3-30 0,1 4-40 15,-2-4-54-15,-3 2-48 0,6 0-53 0,-1-2-51 16,-4 1-181-16,0-1-415 0,-12 0 184 0</inkml:trace>
  <inkml:trace contextRef="#ctx0" brushRef="#br0" timeOffset="-33083.83">31217 5318 81 0,'0'0'289'0,"0"0"-20"0,0-8-27 0,0 8-26 0,0 0-23 16,0 0-21-16,0 0-15 0,0 0-13 0,0 0-13 15,-8 24-15-15,2-15-12 0,4 1-7 0,-3 7-10 16,3-2-8-16,2 4-6 0,0 1-9 0,0-3-5 16,2 0-3-16,3 2-8 0,-3-3-2 0,4 0-6 15,-4-1-8-15,4 0-9 0,3-3-9 0,-1 2-3 16,-1-4-13-16,3-2-12 0,-2-2-3 0,0-2-7 15,2 1 3-15,-2-2 1 0,-8-3 2 0,20-3 2 16,-10 2 4-16,5-6 2 0,-8 2 1 0,3-3 3 16,0 1 12-16,-2-4 14 0,0 3 19 0,-3 0 11 15,-3 0 13-15,6 0 16 0,-1 1 2 0,-2-1 9 16,1 1 6-16,-3 2-4 0,1 1-10 0,-4 4-8 0,3-6-12 16,-3 6-7-16,5-3-16 0,-5 3 6 0,0 0-7 15,0 0-3-15,10 9-4 0,-10-3-1 16,5 0-2-16,-2 2-5 0,1 0-6 0,-1 0 5 0,-1 1-4 15,4-2 2-15,-3 1 0 0,1 1-4 0,4-3-1 16,-1 1 0-16,-4-2 5 0,9-2-9 0,-12 0 1 16,0-3-1-16,16 1 12 0,-16-1-4 0,0 0-13 15,18-8 0-15,-11 3 3 0,-4-2-2 0,4-4 7 16,0 3-1-16,-1-2-3 0,-4-4 0 0,4-1 5 16,1-1-6-16,0-3 6 0,-6 2-12 0,-1-1 11 15,9 2-9-15,-6-3 0 0,0 3-8 0,2 2-24 16,0-2-22-16,-3 7-30 0,-1-1-34 0,-1-1-47 15,-1 5-54-15,2 0-62 0,-1 6-273 0,2-8-594 16,-2 8 262-16</inkml:trace>
  <inkml:trace contextRef="#ctx0" brushRef="#br0" timeOffset="-32683.83">31779 5451 205 0,'0'0'334'0,"0"0"-9"0,0 0 4 0,0 0-2 16,0 0-5-16,0 0-5 0,0 0-12 0,0 0-16 15,0 0-20-15,0 0-11 0,0 0-19 0,0 0-16 16,0 0-21-16,0 0-17 0,0 0-20 0,0 0-13 16,0 0-14-16,0 0-16 0,0 0-11 0,28 3-12 0,-15 1-9 15,-3-2-10-15,3-2-8 0,4 6-7 0,1-6-7 16,-2 2-13-16,4-2-22 0,-2 1-27 15,1-1-25-15,-1 0-28 0,2 1-26 0,-5-1-34 0,1-1-29 16,-3 0-34-16,1-1-42 0,-6-1-42 0,2 0-43 16,-3-2-50-16,1 1-241 0,-3-5-646 0,-5 3 286 15</inkml:trace>
  <inkml:trace contextRef="#ctx0" brushRef="#br0" timeOffset="-32416.79">31992 5295 80 0,'0'0'250'15,"-2"8"-3"-15,2-8 6 0,-1 8 4 0,1-3 7 16,0-5-2-16,3 10 4 0,0-2 0 0,1-4 17 16,2 4-6-16,3-1-3 0,-3 2-12 0,6-1-14 15,3 1-18-15,-4 1-20 0,4 4-22 0,0-5-15 16,2-5-20-16,-2 7-15 0,-2-3-15 0,-2-1-11 15,-2 2-12-15,6-2-10 0,-9 1-11 0,2-1-11 16,-1 0-11-16,1 0-8 0,-8 2-18 0,0-1-11 0,0 4-15 16,-6 1-21-16,1 1-22 0,-7 1-45 0,4-2-50 15,-12 5-45-15,2 3-49 0,-5 0-68 0,3-3-75 16,-8 6-293-16,4-3-717 0,-2 0 317 0</inkml:trace>
  <inkml:trace contextRef="#ctx0" brushRef="#br0" timeOffset="-30983.81">29744 7479 32 0,'-5'-8'335'15,"5"0"-4"-15,0-1-15 0,0 3-16 0,0-2-19 16,-8-4-16-16,2 9-31 0,1-1-20 0,-5-3-14 16,1 3-17-16,-6 3-8 0,-3-3-10 0,0 8-8 15,-5-1-8-15,1 4-2 0,-2 1-5 0,-5 6-12 16,0-1-1-16,-1 4-2 0,7 0-2 0,-4 2-9 0,4 1-4 16,1-2-9-16,1 1-7 0,6 4-6 0,-6-5-10 15,11 4-6-15,0-4-4 0,1 2-1 16,4-1-13-16,5-4 1 0,0 2-4 0,2 1-6 0,10-3-17 15,-2-3-4-15,6 1-15 0,6 4-20 0,1-5-20 16,7-3-25-16,-2-2-22 0,0-2-25 0,3-1-12 16,-1-2-12-16,-3-4-9 0,1 1-7 0,-5-2-4 15,-5-3 7-15,0 0 10 0,1 3 12 0,-5-5 13 16,-5 3 12-16,-3-3 10 0,1 2 8 0,-2-2 10 16,-2 1 15-16,-3 1 12 0,0-5 22 0,0 4 26 15,-3-1 24-15,0 3 21 0,1-2 13 0,0 0 30 16,2 7 16-16,-5-8 23 0,5 8 8 0,-3-9 5 15,3 9-4-15,-3-5-1 0,3 5-12 0,0 0-11 0,0-6-15 16,0 6-10-16,0 0-10 0,0 0-9 16,0 0-7-16,0 0-6 0,0 0-10 0,13 20-7 15,-11-9-3-15,4-4-1 0,-2 7-11 0,-1 0-2 0,3 1-1 16,-1 4-2-16,0-3-11 0,2 3-18 0,1-3-23 16,-8 2-33-16,7-1-31 0,0-2-45 0,-2-3-26 15,-4-4-36-15,1 11-41 0,3-11-53 0,-4 2-60 16,6-1-63-16,1-4-214 0,-1-2-674 0,0 0 299 15</inkml:trace>
  <inkml:trace contextRef="#ctx0" brushRef="#br0" timeOffset="-30700.07">30112 7368 199 0,'-7'-9'442'15,"2"0"3"-15,4 0 0 0,-6 4-18 0,7 0-37 0,0 5-39 16,-7-8-38-16,7 8-31 0,0 0-23 16,0 0 2-16,0 0-9 0,-1 23-10 0,1-10-17 15,0 10-16-15,8 0-18 0,-3 6-17 0,7 13-18 0,-8-1-15 16,10 2-13-16,-6 0-10 0,5 3-14 0,-3-1-9 16,-3 3-9-16,8-2-7 0,-4 1-7 0,-1-4-23 15,-2 0-30-15,-1-1-18 0,1-3-27 0,1-7-25 16,-3-3-36-16,-1-1-15 0,4-5-30 0,-1 2-22 15,0-7-21-15,-5-2-28 0,-1-1-27 0,3-1-24 16,-5-5-33-16,2-2-34 0,4-2-36 0,-2-2-273 16,-4-3-682-16,10 1 302 0</inkml:trace>
  <inkml:trace contextRef="#ctx0" brushRef="#br0" timeOffset="-30400.11">30488 7308 116 0,'-7'-19'363'0,"5"0"4"0,-3 4 7 0,4 3 2 15,-4 4-8-15,5 0-35 0,-2-3-26 0,-1 9-34 16,3 2-31-16,0 0-26 0,0 0-21 0,0 0-18 16,0 28-16-16,5-8-5 0,0 7-5 0,-4 5-7 15,-1 10-11-15,9 5-9 0,-3-1-9 0,6 7-13 16,-9-1-6-16,9 0-9 0,-6 2-8 0,-2-2-15 15,4-1-1-15,0-2-5 0,-5-2-5 0,-1-1-7 16,3-2-11-16,2-5-23 0,-6-9-18 0,-1-3-20 16,2 0-27-16,-2-8-33 0,0-2-22 0,0 1-23 15,7-6-23-15,-7 0-25 0,0-5-15 0,1 2-30 0,-1-3-41 16,4-4-55-16,-4-2-287 0,0 0-657 16,0 0 290-16</inkml:trace>
  <inkml:trace contextRef="#ctx0" brushRef="#br0" timeOffset="-29500.93">32556 5702 235 0,'0'0'424'0,"0"-9"-3"0,0 9-18 0,0-10 0 0,0 10-26 16,0 0-25-16,0 0-33 0,0 0-35 0,-4-4-28 15,4 4-26-15,0 0-26 0,0 0-23 0,0 0-18 16,0 0-17-16,0 0-14 0,-10 16-15 0,3-11-9 15,4 1-15-15,-1-3-6 0,-2 6-11 0,6-5-6 16,-2 4-8-16,-5-2-6 0,7 0-4 0,-6-1-10 16,6 0-9-16,0-5-6 0,-2 11-17 0,-1-7-14 15,3-4 8-15,-3 8-9 0,3-8-5 0,0 0-4 16,3 8 13-16,-3-8-9 0,0 0 3 0,0 0-7 16,0 0-9-16,11 0-5 0,-11 0-9 0,15-8-8 15,-15 8 5-15,15-8-10 0,-6 4-12 0,-3-2 5 16,2-2-6-16,-1 1 0 0,-2-1 7 0,-3 3-15 15,3-4 3-15,-4-1-2 0,-2 0 6 0,2 3 3 0,-7-4 3 16,-1 5-6-16,5 1 2 0,-6 0-3 16,-3-2 4-16,2 4 4 0,-6 1-2 0,7 2 1 15,-5 0-1-15,5-2-8 0,-7 4-3 0,5-2-7 0,1 0-2 16,-2 2-5-16,4 1-2 0,7-3-11 0,-6 8-12 16,6-8-15-16,-7 6-22 0,7-6-23 0,0 0-20 15,13 9-28-15,-6-8-182 0,-7-1-430 16,16 3 190-16</inkml:trace>
  <inkml:trace contextRef="#ctx0" brushRef="#br0" timeOffset="-29083.8">32462 5353 112 0,'-6'-1'348'0,"6"1"-20"0,0 0-16 0,-12-2-21 16,12 2-21-16,0 0-25 0,-13 0-21 0,13 0-28 0,0 0-16 15,-12 3-22-15,12-3-11 0,-5 8-8 0,5-8-15 16,-5 4-14-16,5 3-12 0,0 0-8 15,-1-4-8-15,1-3-6 0,0 14-6 0,1-6-9 0,-1-3-9 16,2 1-1-16,-2 3-11 0,3-2-6 0,0-3-1 16,-1 3-8-16,5-3-8 0,-4 3 0 0,-3-7-3 15,5 2-2-15,-5-2 0 0,7 7-2 0,-7-7 1 16,10 1 0-16,-10-1 8 0,0 0-9 0,11-9 4 16,-11 9-8-16,8-8-4 0,-8 3 1 0,0-1 0 15,0 6-2-15,0-11-5 0,0 2-3 0,0 6-8 16,0 3-18-16,0-8-25 0,0 8-33 0,0 0-32 15,-8-5-39-15,8 5-47 0,0 0-37 0,0 0-55 16,0 0-168-16,0 0-506 0,0 0 224 0</inkml:trace>
  <inkml:trace contextRef="#ctx0" brushRef="#br0" timeOffset="-28851.25">32851 5310 250 0,'2'-3'401'0,"-2"3"0"0,0 0-17 0,6-6-33 16,-6 6-33-16,0 0-30 0,0 0-17 0,0 0 13 15,-3 17 2-15,-2-1-15 0,-2 0-14 0,4 3-11 16,-7 3-18-16,4 3-18 0,1 9-17 0,5-7-17 16,-5 12-16-16,6 1-11 0,-1 1-19 0,4-1-11 15,2 2-15-15,3-3-36 0,-3 0-47 0,4 2-70 16,-2-13-87-16,1 3-77 0,1 10-91 0,0-9-99 15,-1 11-341-15,-2-2-805 0,5-13 356 0</inkml:trace>
  <inkml:trace contextRef="#ctx0" brushRef="#br0" timeOffset="-26100.29">31115 7471 90 0,'0'-7'309'0,"6"-1"-12"16,-6 4-20-16,2-4-11 0,-2 1-16 0,0 7-19 15,5-9-22-15,-5 9-15 0,-7-7-23 0,1 3-13 16,-1-1-15-16,-1 2-10 0,0-4-2 0,-6 7 8 0,0 0-20 16,-5-2-7-16,1 2-14 0,0 0 7 0,-2 2-7 15,-1 5-5-15,2-2-6 0,1 3-10 0,0-1-8 16,1 5-6-16,-2 1-4 0,-1-3-3 0,5 2-9 15,0 0-6-15,3 0 0 0,1 3-6 0,-3-3 3 16,8 2-9-16,-6-6 4 0,7 6-3 0,-1-5-5 16,6 3 16-16,-7-1-23 0,7-3 3 0,0 2-3 15,-3-1 2-15,6-4-6 0,-6 6-3 0,6-7 3 16,-3 4 0-16,7-4 3 0,-7 4-3 0,1-3 3 16,6-3-5-16,-4 3 4 0,-3-5-1 0,12 3-6 15,-12-3 19-15,8 0-18 0,-8 0-1 0,13 2-6 16,-13-2 5-16,0 0-6 0,15-2 16 0,-15 2-13 15,0 0-10-15,13-3 18 0,-13 3-7 0,0 0-5 0,9-2 1 16,-9 2-3-16,0 0 4 0,0 0-6 16,0 0-1-16,0 0 9 0,0 0-11 0,0 0 4 15,0 0-2-15,13 2 0 0,-13-2-9 0,0 0 11 0,0 0 0 16,0 0-6-16,0 0 6 0,0 0 3 0,0 0-7 16,0 0 1-16,0 0 0 0,0 0-1 0,0 0 5 15,0 0-7-15,0 0 2 0,0 0 14 0,0 0-17 16,0 0-1-16,0 0 5 0,0 0-1 0,0 0-2 15,0 0 6-15,0 0-5 0,0 0 1 0,0 0 3 16,0 0-4-16,0 0-4 0,0 0 3 0,0 0-8 16,0 0 5-16,0 0-8 0,0 0-1 0,0 0 7 15,0 0-14-15,0 0-9 0,0 0 4 0,0 0-10 16,0 0-2-16,0 0 1 0,0 0-5 0,0 0 0 16,0 0-5-16,0 0-4 0,0 0-10 0,0 0-15 15,0 0-8-15,0 0-17 0,0 0-25 0,0 0-29 16,0 0-36-16,0 0-39 0,0 0-34 0,0 0-184 0,0 0-491 15,0 0 218-15</inkml:trace>
  <inkml:trace contextRef="#ctx0" brushRef="#br0" timeOffset="-25233.8">30835 7653 69 0,'0'0'267'0,"-6"12"-6"0,6-10 3 15,-2 3-16-15,2 4-12 0,-2 2-13 0,-3-4-7 16,10 7-9-16,-3-1-11 0,-2 1-6 0,0 3-25 15,6 2-22-15,-4-1-11 0,3 0-9 0,-3 1-14 16,4 1-13-16,-4-1-3 0,5 1-13 0,-1-2-10 16,-4 2-1-16,1-7-11 0,-1 6-4 0,0-4-4 15,-2-1-2-15,5-1-13 0,-2-1 0 0,-3-2-2 16,0-2-4-16,0 0-8 0,0-4-11 0,0 3-6 16,0-2-16-16,0-5-9 0,0 0-14 0,0 8-29 0,0-8-37 15,0 0-42-15,0 0-41 0,0 0-47 0,0 0-54 16,0 0-175-16,0 0-498 0,15-16 221 15</inkml:trace>
  <inkml:trace contextRef="#ctx0" brushRef="#br0" timeOffset="-25017.77">30872 7784 21 0,'-4'-3'329'0,"-7"-4"8"0,4 3 6 0,-1-1 10 0,6-2 15 16,2 7 5-16,-7-8-7 0,1 7-7 0,6 1-15 15,-7-3-21-15,7 3-16 0,0 0-24 0,0 0-24 16,0 0-23-16,0-8-26 0,0 8-21 0,0 0-11 16,22-3-29-16,-7 3-27 0,5 0-24 0,1-1-34 15,-3 2-38-15,5-1-44 0,-1 3-53 0,3-1-47 16,1-2-50-16,-4 2-38 0,1-1-49 0,-5 3-54 16,4-2-55-16,-4-1-324 0,-3 4-746 0,0-3 330 0</inkml:trace>
  <inkml:trace contextRef="#ctx0" brushRef="#br0" timeOffset="-24268.06">31426 7515 49 0,'0'-8'339'0,"0"8"-22"0,0 0-31 0,0 0-33 15,0 0-25-15,0 0-24 0,0 0-22 0,0 0-11 16,-10 17-20-16,7-7-2 0,-1-2-15 0,1 7-7 16,-2 0-10-16,2 3-11 0,3 0-5 0,-3 7-12 15,3-5-10-15,0 6-4 0,0-9-8 0,3 10-5 16,-1-7-7-16,-1 2-6 0,1-5-6 0,4 1-2 15,-2 0-3-15,-1 0-4 0,7-6-5 0,-8-2-6 16,1 2 1-16,5-4-3 0,-1-1-5 0,0-2 1 16,-3-2-1-16,6-2-3 0,-3 2-4 0,-7-3 2 15,17-4-1-15,-11 1-4 0,4-3 3 0,0 0 2 16,-5-5-4-16,5 6 12 0,0-9-8 0,-3 5 16 16,6-2 10-16,-3-1 17 0,-4 4 9 0,6 0 4 15,-2-1 0-15,-2 0 10 0,2 3-3 0,-5-1-6 16,2 0-9-16,-2 3-6 0,1 1-9 0,-1-2-6 15,-5 5 1-15,0 0-10 0,15 4-3 0,-5 0-2 16,-2 5 0-16,1-3-5 0,-3 3-5 0,2 0 4 0,1 3-7 16,-1 1 0-16,0-2-2 0,2 0 1 0,-3-3 3 15,4 4-22-15,-2-3 21 0,-3-2-5 0,4 1 4 16,-1-1-6-16,0-3 7 0,0-3-7 0,-3 2 5 16,-6-3-2-16,17-4-6 0,-4 1 11 0,-5-3-3 15,1 0 3-15,-3-5 19 0,1 2 12 0,1-4 5 16,-1-1 6-16,-1-1 4 0,-1 0 5 0,-3-4 8 15,0 2-6-15,3-2-1 0,-4-4-3 0,-1 4-9 16,5-1-4-16,-5 1-8 0,0-1-4 0,0 2-2 16,-5 4-6-16,5-1-15 0,0 5-22 0,0 0-31 15,0 1-37-15,0 3-54 0,0 0-53 0,0 6-49 16,-1-8-40-16,1 8-35 0,0 0-44 0,0 0-55 16,0 0-210-16,0 0-667 0,-5 20 295 0</inkml:trace>
  <inkml:trace contextRef="#ctx0" brushRef="#br0" timeOffset="-23601.42">32328 7606 111 0,'5'-4'266'0,"-5"4"-4"16,2-11-6-16,-2 11 1 0,0-7-7 0,0 7-3 16,0-6-15-16,0 6-19 0,0 0-13 0,-5-7-19 15,5 7-15-15,-12-3-8 0,6-1-8 0,6 4 0 16,-27 0-6-16,12 5 3 0,0-2 14 0,-6 4-8 15,4 4 6-15,-11-2 4 0,5 5-2 0,-5 3 1 16,6-2-8-16,1 1-6 0,-2 2-10 0,1-2-11 16,10 4-4-16,-1-4-10 0,0 0-9 0,6 2-6 0,1 1-3 15,2-2 0-15,4 0-2 0,2 3-3 0,6-1-8 16,-1-2-4-16,13 1-10 0,1-1-5 16,2 2-8-16,6-6-19 0,0 2-24 0,5-8-35 0,-5 5-41 15,6-4-52-15,-3-2-54 0,-3-1-57 0,4-2-55 16,-1 1-61-16,-4-4-64 0,-6 1-342 0,-4-2-810 15,3 2 359-15</inkml:trace>
  <inkml:trace contextRef="#ctx0" brushRef="#br0" timeOffset="-22001.6">28847 7188 25 0,'0'0'319'15,"19"-9"-11"-15,-1 3-20 0,16-2-17 0,14-2-1 16,4 5-13-16,12-3-8 0,31-6-13 0,-6 9-15 16,9-3-17-16,9-3-9 0,-1 5-20 0,42 3-17 0,-46 0-12 15,-1 2-16-15,0-1-9 0,46 1-17 0,-49-3-5 16,3 3-6-16,-2-1-13 0,2 0-10 16,-1 0-8-16,1 1-3 0,-5-3-6 0,5 3-12 0,-2-1 1 15,-5-3-6-15,-6 2 1 0,-5-4-7 0,-2 2 1 16,-17 1-5-16,-4 0-7 0,26-4-6 0,-26 5-3 15,-1 0-5-15,1-2 2 0,-2 1 2 0,-2 1-6 16,-1-1-13-16,-3 1-2 0,0-2 0 0,1 4 2 16,-12-1 3-16,4-2-10 0,-10 1 26 0,-4 0-15 15,2 0-2-15,-3-1 2 0,-10 2 5 0,11-3-10 16,-11 3 10-16,0 0-6 0,-5-2 3 0,1-3 8 16,-2 3-2-16,-6 3-2 0,2-1 2 0,-2-3 5 15,-8 5-1-15,17-2-1 0,-17 2 1 0,8-2-8 0,-8 2-4 16,8 0 7-16,-8 0 5 0,0 0-10 15,9-3 1-15,-9 3-6 0,0 0 10 0,0 0 0 16,0 0-3-16,0 0-3 0,4 12-7 0,-4-6 8 0,0-6 1 16,0 14-1-16,-4-7 2 0,4 0-3 0,0 5 6 15,4-1-3-15,-4 4-3 0,2 3 2 16,-2 0 2-16,5 1 0 0,2 6 2 0,-4 2-2 0,10 13 19 16,1-1-19-16,-5 0 0 0,10 3 2 0,-4-3 0 15,1 6 8-15,1 0-14 0,3-3 0 0,-2 4 6 16,2 0-1-16,-4 0-2 0,2 2 2 0,1-2 2 15,-5 4 1-15,5-5-3 0,1 0-5 0,-7-6 2 16,-5 0 5-16,5 2-3 0,-6-13 4 0,1 5-1 16,-1-5 1-16,1-1-1 0,-1-1-3 0,3-8 2 15,-10 0-8-15,5 0 13 0,-5 0 8 0,6-6-6 16,-2 6 8-16,0-6-2 0,-4-1 0 0,5-3-3 16,-3 3 2-16,-2-3 1 0,0-3-1 0,0 5-5 0,0-5 4 15,5 3-9-15,-10-1 2 0,10 0-1 0,-10 1 4 16,10 0-10-16,-10-4 11 0,5 3 0 15,0-7-1-15,-7 12-1 0,7-7-1 0,-4 3-2 0,4-5-1 16,-4 5 5-16,-2-1-1 0,1-3-3 0,0 4 0 16,-2 0-3-16,-5-1 13 0,4-3-13 0,0 1 0 15,-5-1 18-15,-2 3-18 0,2 1-6 0,-7-5 3 16,-2 2 2-16,1-2 2 0,-9 1-1 0,-3 7-4 16,0-10 4-16,-17 9-2 0,-8-9 7 0,0 5-5 15,-18 0 10-15,-5 2 6 0,-10-7 6 0,-2 2-4 16,-1 0 8-16,-12 1 2 0,-2-4 3 0,-47 5 1 15,-1-5 0-15,7-1 9 0,2 2 1 0,0-2 5 16,39-3 3-16,-39 6 3 0,47-4 9 0,-6 6 1 16,0-3 6-16,-1-2 5 0,4 2 9 0,6 2 4 15,-6-2 4-15,9-1-1 0,4 3 2 0,9-3 0 16,20 0-1-16,3 0-5 0,-2 4 2 0,12-8-3 0,2 9-1 16,15-6 1-16,-4 1-2 0,13 0-3 0,1 0 2 15,3 1-11-15,-1-2-5 0,5-3-4 16,5 3-5-16,-2 1 1 0,11 0-10 0,-15-3-4 0,15 3-3 15,-10 0-5-15,10 0-4 0,0 0 5 0,-15-3-12 16,15 3 1-16,0 0-6 0,-13-1-4 0,13 1-1 16,-9-4-2-16,9 4-2 0,-8-5 0 0,8 5 5 15,-13-2-10-15,13 2-2 0,-13-3 4 0,3 2-3 16,3-3-2-16,-4 1 1 0,1-1 4 0,0-4-4 16,-2 4 0-16,2-4-1 0,-3 4 0 0,0-9 11 15,-4 3 22-15,4-5 0 0,3 3 5 0,-7-3 9 16,4-1 7-16,2-5 5 0,-4-1 8 0,-2-4 4 15,2-2-5-15,0-10-1 0,2-4-4 0,-2-5-15 0,0-1-50 16,7-2 0-16,1-6 0 0,-7-3 0 16,-1-17 0-16,5 4 0 0,5 15 0 0,5-18 0 15,-10 22 0-15,2 9 0 0,1-6 0 0,0 4 0 0,2-1 0 16,2 17 0-16,0-2 0 0,1 5 0 0,-6 9-31 16,3-1-241-16,3 6-82 0,-3-3-71 0,2 6-93 15,1 2-96-15,-1 7-383 0,3 1-1078 0,-10-4 477 16</inkml:trace>
  <inkml:trace contextRef="#ctx0" brushRef="#br0" timeOffset="-10934.43">30696 8685 8 0,'0'0'355'0,"-3"-5"-1"0,3-2-9 0,0 7-12 16,-5-6 3-16,5 6-11 0,-2-6-16 0,2 6-5 16,0 0-28-16,-5-5-26 0,5 5-21 0,0 0-21 0,0 0-29 15,0 0-16-15,0 0-21 0,0 0-12 16,0 0-12-16,0 0-14 0,0 0-5 0,0 27-13 15,0-17 1-15,5 6-4 0,-5 2 4 0,2 0-2 0,3 6-3 16,-4 5-4-16,1-1-17 0,5 3-1 0,-7 1 1 16,6 10-4-16,-4 3-6 0,6 0-2 0,-6-1-1 15,1-1-3-15,-3 2-1 0,2 0-3 0,6-2-5 16,-6 4 0-16,1-3-3 0,5 0-5 0,-4-2 1 16,-1 1-1-16,-3-8-3 0,3 9-5 0,1-12 0 15,2 0-1-15,-1 0-2 0,-1 7 0 0,-3-8 1 16,6 10-2-16,-7-11-2 0,3-2 0 0,0 1-1 15,-3-2-3-15,0-3 0 0,0 3-3 0,0-7 1 0,0 0-3 16,0 0 1-16,0 4 3 0,-3-6 2 16,3-3 7-16,-3 1 4 0,3 3 2 0,0-3-2 15,-7-5 2-15,6 4-3 0,1-3-2 0,0-2-2 0,-4 0-2 16,4-2 0-16,-3 0 0 0,3-1-1 0,0-1-2 16,-2 1-2-16,2-7 3 0,0 11-6 0,0-11 4 15,0 3-1-15,0-3-3 0,0 0-4 0,-5 6-6 16,5-6-5-16,0 0-21 0,0 0-23 0,0 0-23 15,0 0-29-15,0 0-30 0,0 0-42 0,0 0-30 16,22-9-21-16,-22 9-43 0,3-11-35 0,0 7-33 16,6-1-36-16,-9 5-313 0,6-10-743 0,-4 7 328 15</inkml:trace>
  <inkml:trace contextRef="#ctx0" brushRef="#br0" timeOffset="-10668.53">31045 10027 184 0,'0'0'311'0,"-5"-5"-4"0,5 5-14 16,-5-7-21-16,5 7-21 0,0 0-23 0,0 0-13 16,-14 0-22-16,14 0-11 0,-10 8-20 0,1-2 1 15,4 0-17-15,0 4-12 0,-5-1-12 0,4 2-7 16,-6 4-12-16,2-3-11 0,0 4-10 0,2-4-5 15,-3 2-10-15,2-1 1 0,1 1-10 0,0-2-9 16,3 0-12-16,-4-3-26 0,0 1-22 0,0-1-29 16,-2-2-33-16,2-3-39 0,1 5-45 0,-5-6-50 0,6-3-41 15,7 0-47-15,-21-1-169 0,21 1-502 0,-15-8 223 16</inkml:trace>
  <inkml:trace contextRef="#ctx0" brushRef="#br0" timeOffset="-10485.51">30590 10026 248 0,'-8'-4'262'0,"8"4"-9"0,-8-2-8 16,8 2 1-16,0 0-3 0,0 0 1 0,0 0-7 15,-14 10-9-15,14-10-12 0,0 12-11 0,2-4-11 16,3-2-23-16,-2 2-10 0,4-3-17 0,1 3-9 16,0 3-22-16,6-7-17 0,2 4-32 0,2-2-41 15,1-1-56-15,7 2-63 0,-6-5-72 0,10 1-91 16,-9-1-270-16,-1-4-573 0,7-1 254 0</inkml:trace>
  <inkml:trace contextRef="#ctx0" brushRef="#br0" timeOffset="-10151.49">31128 9229 194 0,'0'0'361'0,"0"-7"-12"15,0 7-15-15,-5-6-21 0,5 6-33 16,0 0-27-16,0 0-23 0,0 0-24 0,0 0-10 16,0 0-6-16,0 0-2 0,10 16-16 0,-7-7-5 0,-3-1-19 15,2-1-7-15,5 5-14 0,-7 3-15 16,8-1-10-16,-8 3-7 0,7-4 7 0,-1 4-28 15,-1-2 1-15,-5-1-10 0,3 0-8 0,2 4-3 0,2-5-6 16,-7-4-5-16,2 3-14 0,4-2-32 0,-4 2-21 16,5-5-25-16,-2 1-23 0,-4 2-20 0,1-3-34 15,4-4-29-15,-6 2-31 0,0 2-43 0,0-7-31 16,7 3-44-16,-7-3-231 0,10 0-578 0,-10 0 256 16</inkml:trace>
  <inkml:trace contextRef="#ctx0" brushRef="#br0" timeOffset="-9935.35">31254 9225 53 0,'-2'-4'310'0,"1"-4"6"0,-4-4 10 0,3 6 0 16,-1-3 1-16,1-2-3 0,0 7 2 0,-1-2-20 16,3 6-17-16,0-12-24 0,0 6-20 0,0 6-23 0,-2-9-19 15,2 9-18-15,-3-6-21 0,3 6-15 16,0 0-14-16,5-8-23 0,-2 4-24 0,-3 4-22 15,0 0-32-15,15-1-35 0,-6-1-32 0,-1-1-37 0,5 3-36 16,-3 0-30-16,3 3-41 0,-3-1-43 0,2-1-44 16,1-1-48-16,-1 4-264 0,-3-2-623 0,3 3 276 15</inkml:trace>
  <inkml:trace contextRef="#ctx0" brushRef="#br0" timeOffset="-9735.38">31123 9322 39 0,'-8'3'288'0,"5"2"6"16,3-5 4-16,-10 6 15 0,10-6 19 0,0 6 7 15,0-6-7-15,0 0-18 0,19 6-28 0,-10-5-29 16,6-2-22-16,0 1-26 0,-1 0-21 0,8 1-19 0,-1 1-16 16,-4-4-41-16,3 2-51 0,1 0-54 0,1 0-55 15,-4 2-56-15,2-4-60 0,-3 2-76 0,1-1-74 16,-8-2-246-16,5 2-605 0,-7-1 267 0</inkml:trace>
  <inkml:trace contextRef="#ctx0" brushRef="#br0" timeOffset="-9434.51">31562 9352 132 0,'0'0'358'0,"16"-1"-3"0,-16 1-9 0,14-2 5 15,-3 1-38-15,-11 1-11 0,18 0-19 0,-4-3-22 16,-3 2-27-16,4 2-19 0,-2-2-23 0,6-1-16 0,-1-3-21 16,-2 5-13-16,4-1-16 0,-3-2-12 0,4 2-13 15,-3-1-6-15,1 2-16 0,-4-3-12 16,-1 1-24-16,1 2-29 0,-1 0-30 0,-6-3-29 0,5 3-38 15,-5-1-35-15,-8 1-49 0,20-3-47 0,-20 3-53 16,15-1-53-16,-15 1-218 0,12-3-582 0,-12 3 258 16</inkml:trace>
  <inkml:trace contextRef="#ctx0" brushRef="#br0" timeOffset="-9102.08">31747 9194 139 0,'0'0'252'0,"0"0"-16"0,0 0-22 0,0 0-20 15,0 0-13-15,0 0-4 0,0 0-5 0,0 0-8 16,-16 11-10-16,9-3-7 0,2-2-8 0,2 0-9 0,-4-3-9 16,0 6-2-16,1-2-7 0,-2 4 7 0,-1-3-9 15,3-1-3-15,-3 2-10 0,1 0 6 0,-2-3 4 16,2 3 10-16,-2-2 8 0,0 0 10 0,-2-2 5 15,1 0 11-15,3 1 8 0,-4-2 7 0,0 3 3 16,4-3-1-16,-5-3-5 0,5 2-7 0,1 2-11 16,2-2-12-16,5-3-7 0,-5 4-18 0,5-4-11 15,-10 4-12-15,10-4-6 0,0 0-6 0,-2 5-6 16,2-5 8-16,2 8-17 0,3-2 0 0,2 3-7 16,1-2-5-16,5 1-4 0,2 1-13 0,2 5-12 15,3-7-23-15,-4 9-28 0,11-5-39 0,-9 1-50 16,12 0-51-16,-12-4-40 0,5 2-50 0,-3 2-57 0,-4-4-65 15,3-1-388-15,-3-4-837 0,2 4 372 0</inkml:trace>
  <inkml:trace contextRef="#ctx0" brushRef="#br0" timeOffset="-8668.15">32224 9321 136 0,'-10'-4'282'0,"10"4"-13"16,0 0-6-16,0 0-14 0,0 0-11 0,0 0-6 16,0 0-4-16,-17 5 7 0,17-5-12 0,0 0 2 15,0 0-4-15,0 0-2 0,0 0 0 0,-8 2 3 16,8-2 0-16,0 0-16 0,0 0-8 0,0 0-12 0,0 0-13 15,-7 3-20-15,7-3-12 0,0 0-14 0,0 0-15 16,0 0-10-16,0 0-12 0,0 0-7 16,-1 6-9-16,1-6-9 0,0 0-7 0,-5 8-2 0,5-8-6 15,-2 4-4-15,2-4-6 0,-3 7-5 0,0-2-3 16,3-5 3-16,0 11-8 0,0-11-5 0,0 8-5 16,0-3 1-16,0-5-8 0,0 10-4 0,3-5-3 15,-3-5-3-15,0 0 1 0,0 0 1 0,5 4 0 16,-5-4-2-16,0 0 3 0,10 0 0 0,-10 0 1 15,0 0-5-15,0 0 4 0,0 0 4 0,11-9-19 16,-11 4-5-16,0 5-17 0,0-8-25 0,5 1-41 16,-5-4-38-16,0 2-30 0,-5 0-46 0,-1 0-45 15,4 0-42-15,2 0-49 0,-7-1-70 0,7 2-214 16,-6 1-686-16,4-1 304 0</inkml:trace>
  <inkml:trace contextRef="#ctx0" brushRef="#br0" timeOffset="-8351.47">32153 9174 77 0,'0'0'300'16,"-7"-3"-6"-16,7 3-7 0,0 0-12 0,0 0-13 16,-8-3-16-16,8 3-21 0,0 0-20 0,-5-3-19 15,5 3-12-15,0 0-16 0,0 0-11 0,0 0-13 16,0 0-11-16,0 0-10 0,0 0-11 0,0 0-12 15,0 0-10-15,26 0-6 0,-19-5-4 0,-7 5-9 16,15-1-1-16,-10-2-8 0,-5 3-6 0,11-5-8 16,-4 2-1-16,0 1 3 0,-7 2-5 0,6-13-8 0,-4 11-3 15,-2-8 9-15,5 6-17 0,-5-2-7 0,0 6-7 16,-7-10-4-16,4 3-12 0,-5 0-9 16,4 4-19-16,-7 0-19 0,6-1-19 0,-5 2-19 0,10 2-18 15,-15 0-30-15,15 0-27 0,-15 0-38 0,15 0-28 16,-8 2-47-16,8-2-147 0,-5 5-471 0,5-5 209 15</inkml:trace>
  <inkml:trace contextRef="#ctx0" brushRef="#br0" timeOffset="-8151.47">32432 9057 115 0,'9'-3'355'15,"-9"3"-1"-15,0 0-6 0,0 0-17 0,6-3-16 16,-6 3-26-16,0 0-7 0,0 0 7 0,4 12 3 15,-8-5-6-15,4 4-7 0,0 0-10 0,0 6-22 16,-3 0-19-16,6 1-25 0,-3 6-15 0,0 3-18 16,7 0-18-16,-5 3-13 0,4-3-16 0,2 3-19 0,-1-2-56 15,0 4-62-15,4-3-85 0,-1-1-81 0,-8 5-88 16,6-16-112-16,-1 11-365 0,-2-2-805 16,-4-9 356-16</inkml:trace>
  <inkml:trace contextRef="#ctx0" brushRef="#br0" timeOffset="-7202.29">29342 10935 94 0,'-1'-9'438'0,"1"0"-10"16,-4-2-4-16,4 6-26 0,0 5-36 16,-3-9-40-16,3 9-35 0,0 0-25 0,0 0-22 0,0 0-4 15,0 0-10-15,8 32-6 0,-3-12-17 0,2 7-16 16,-2-1-15-16,0 5-17 0,5 9-17 0,-5-10-13 16,8 9-11-16,-11-8-10 0,9 0-11 0,-3 8-8 15,-1-11-11-15,0 1-5 0,-4-4-14 0,4 0-25 16,-7-8-30-16,5 0-31 0,-4-3-43 0,-1-3-44 15,7-2-33-15,-7-2-21 0,0 0-55 0,0-7-67 16,0 0-72-16,0 0-319 0,0 0-742 0,0 0 329 16</inkml:trace>
  <inkml:trace contextRef="#ctx0" brushRef="#br0" timeOffset="-7001.37">29266 10893 202 0,'0'-6'390'0,"2"-2"7"0,3 3-16 16,0-3-23-16,3 2-19 0,4 1-26 0,1-5-27 16,7 3-24-16,-2 2-28 0,10-1-20 0,-11 0-22 15,16-3-19-15,-9 6-21 0,10-2-15 0,-10 2-36 16,5 5-46-16,-1-4-49 0,-5 2-50 0,-5 2-50 16,4 4-52-16,-4-3-60 0,-3 3-60 0,0 3-68 0,-9-5-183 15,1 4-561-15,-6 0 248 0</inkml:trace>
  <inkml:trace contextRef="#ctx0" brushRef="#br0" timeOffset="-6835.17">29392 11196 106 0,'0'3'333'0,"0"-3"6"16,-7 8 0-16,7-8 4 0,0 0 1 0,0 0-10 15,9 4-28-15,-9-4-30 0,23-3-30 0,-10 2-24 16,8 1-22-16,-1-7-23 0,8 6-37 0,4-3-51 15,-4 0-60-15,7-2-66 0,-7 1-67 0,5-2-73 0,10 0-80 16,-10 1-285-16,-3-1-586 0,-2-4 259 16</inkml:trace>
  <inkml:trace contextRef="#ctx0" brushRef="#br0" timeOffset="-6384.68">30120 10936 110 0,'-11'0'332'0,"-1"4"-3"0,-1-3-5 0,-2 3 6 0,0-2-18 16,-2 4-7-16,-3 0-2 0,4 2-6 0,1-3-8 15,-5 5-11-15,4 2-13 0,-1 0-16 0,-1-1-13 16,-4 8-19-16,7-4-18 0,1 1-20 0,0 5-18 16,-4-2-15-16,5-2-13 0,5 0-12 0,-1 1-13 15,1-1-8-15,3 0-9 0,-2-2-6 0,7 3-9 0,0-2-17 16,7 3-15-16,0-6-17 0,1-1-17 0,7-2-22 15,1 1-30-15,3-5-35 0,10 1-26 0,-5 0-23 16,5-6-10-16,1 1-10 0,0-2 1 0,1-2 3 16,-11-3 8-16,2 1 9 0,1-4 14 0,-6 4 12 15,2-7 11-15,-4 1 7 0,0-2 16 0,0 2 4 16,-8-4 13-16,1 5 26 0,2-3 19 0,-7 1 24 16,4 0 24-16,-6-1 25 0,3 1 18 0,-4 5 26 15,1-3 22-15,-1 0 8 0,0 2 1 0,2 0-1 16,-2 7-9-16,0-9-14 0,0 9-13 0,2-5-12 15,-2 5-12-15,0 0-11 0,0 0-6 0,0 0 1 16,0 0-6-16,0 22-7 0,5-12-5 0,0 6-5 0,-2-3-3 16,4 6 3-16,-2-1-11 0,-2 1-20 0,4 6-22 15,-1-4-25-15,1 2-34 0,-1-3-44 0,3-1-42 16,-1-6-37-16,0 3-45 0,5 2-50 0,1-4-63 16,1-1-49-16,3 1-291 0,-3-7-746 0,0 3 330 15</inkml:trace>
  <inkml:trace contextRef="#ctx0" brushRef="#br0" timeOffset="-6051.33">30699 10806 318 0,'-5'-6'383'0,"4"-1"-2"0,-4-2-2 16,3 2-4-16,2 7-1 0,-5-8-22 0,5 8-26 16,0-8-30-16,0 8-31 0,0 0-30 0,0 0-22 15,0 0-22-15,0 0-20 0,0 0-17 0,10 33-14 16,-7-16-11-16,6 10-11 0,-1 0-5 0,2 2-8 16,3 17-10-16,-1-3 1 0,-4 7-15 0,-1 0-8 15,1 0-9-15,-1 1-3 0,1 0-8 0,-5-2-4 16,2-1-4-16,2-1-6 0,-7-1-2 0,0-2-2 0,0-4-5 15,0 2-3-15,0-10-12 0,0-2-11 0,0-2-20 16,0-2-27-16,0-8-35 0,0-3-38 0,0-3-34 16,0-2-29-16,0 1-21 0,0-2-55 0,0-5-50 15,6-2-55-15,-6-2-327 0,0 0-744 0,0 0 329 16</inkml:trace>
  <inkml:trace contextRef="#ctx0" brushRef="#br0" timeOffset="-5768.13">31064 10886 201 0,'0'-16'432'0,"-4"4"3"0,1 1 2 0,3 2-2 16,0-1-7-16,0 3-15 0,-3-1-30 0,3 4-34 0,0 4-38 15,0 0-31-15,6-5-29 0,-6 5-25 0,12 12-24 16,-6-1-21-16,4 5-18 0,4 8-15 0,4 14-16 15,-5 2-12-15,-1 5-12 0,1 2-9 0,0 4-12 16,-5-2-7-16,1 2-10 0,-4 3-6 0,-2-1-12 16,2-2-35-16,-3 0-22 0,-2-3-29 0,5-6-28 15,-5 2-17-15,1-4-46 0,1-13-32 0,-2 0-32 16,0-8-25-16,6 1-38 0,-6-4-52 0,0-5-59 16,7 0-357-16,1-4-780 0,-6-1 345 0</inkml:trace>
  <inkml:trace contextRef="#ctx0" brushRef="#br0" timeOffset="-5118.7">31590 10987 315 0,'0'-9'409'0,"0"2"-2"15,-3 3-22-15,3-4-26 0,0 8-30 16,0-11-39-16,0 11-28 0,0 0-28 0,0 0-19 0,0 0-26 15,-17 15-19-15,10-3-17 0,6 8-18 0,-4-2-9 16,3 10-11-16,-4-1-15 0,4 3 2 0,-3 2-20 16,10-1-9-16,-5 1-7 0,2-2-1 0,4 4-4 15,-6-5-8-15,7-2-9 0,-6 0-8 0,8-8-8 16,-3-1-4-16,3-2-12 0,-3-3 0 0,-1-3-3 16,2-2-6-16,-1-5-5 0,3 1 7 0,-1-4 1 15,-8 0-10-15,17-7 9 0,-6-5-4 0,1 1-1 16,3-4 2-16,-5 1-2 0,1-1 3 0,4-11 0 15,0 3 14-15,-2-2-3 0,0 3 19 0,-3 2 8 0,0-3 20 16,-1 5 15-16,0-1 12 0,-7 6 4 16,5 2 4-16,-1 0-3 0,-4 4-7 0,5 0-7 15,-4 1-13-15,0 2-10 0,-3 4-5 0,0 0-6 0,0 0-2 16,15 17-4-16,-8-3-6 0,-1-3-4 0,3 6-1 16,-8 1-3-16,11 1-2 0,-4 1-4 0,0-1-5 15,1 5-5-15,2-9-6 0,-1 5-6 0,-2-8-6 16,4 0-2-16,0 0 0 0,-7-2-1 0,1-5 2 15,4 0 2-15,2-3 1 0,-4-2-1 0,-8 0 3 16,17-7-1-16,-9 2 2 0,-2-5 0 0,4-2 6 16,-5-5-8-16,2 2 1 0,-2-2 0 0,-2-10 1 15,4-2 6-15,-4 1-4 0,-1-6-15 0,1 3-21 0,4-8-25 16,-7 9-17-16,5 3-22 0,-4 3-23 16,1 3-23-16,1 2-26 0,-3 4-29 0,0 3-48 0,4 4-57 15,-4 1-70-15,0 0-312 0,0 7-747 0,0 0 330 16</inkml:trace>
  <inkml:trace contextRef="#ctx0" brushRef="#br0" timeOffset="-4835.36">32558 11033 18 0,'0'-8'407'0,"-2"-1"7"0,-2 0-4 15,-5 1-11-15,8 3-12 0,-9-6-16 0,0 2-19 16,1 6-21-16,-2-1-27 0,-1 4-17 0,-4 0-14 0,-2 1-11 16,3 3-15-16,-7 4-8 0,-3 7-20 0,5 0-17 15,-3 0-14-15,5 9-18 0,-3-5-11 0,6 3-14 16,0 2-10-16,0-1-14 0,3 1-6 0,4 3-14 16,1-7-9-16,7 7-5 0,0 0-9 0,5-3-7 15,-1-2-10-15,2-3-11 0,7-6-17 0,1 4-30 16,9-2-51-16,0-1-41 0,7-1-57 0,-2-8-58 15,2 3-55-15,5-2-47 0,-2 0-49 0,11-6-76 16,-9 1-385-16,2-2-883 0,-6-5 390 0</inkml:trace>
  <inkml:trace contextRef="#ctx0" brushRef="#br0" timeOffset="-3668.74">28745 10429 276 0,'-9'-1'382'0,"9"1"-13"0,0 0-3 0,0 0-18 15,35-3-2-15,-3 3-4 0,21 1-2 0,5 6-11 16,31-3-14-16,10 3-16 0,7 4-37 0,50 0-20 15,3-1-23-15,-14 1-23 0,6 9-17 16,-49-12-17-16,54 2-16 0,-9-2-15 0,1-4-13 0,-1 4-10 16,-41-2-4-16,53 0-18 0,-15 0-8 0,-42-6-8 15,1-3-7-15,46-3-7 0,-61-3-5 0,9 8-4 0,-7-13-7 16,6 1-4-16,-2-1-8 0,-4-2-15 16,-6 2-5-16,0-3 2 0,-24 5-9 0,3 1-1 15,-2-1-3-15,-1 1 0 0,-2 2-1 0,-2 0-5 0,-5 2 3 16,5 2-2-16,-13 0-2 0,-4 2 1 0,-6-1-3 15,-9 3 0-15,3 2-2 0,-9-1 0 0,2 0-10 16,-5 4 3-16,1-1 0 0,-4 0 0 0,1 2-5 16,-4-1 10-16,-1 3 1 0,-2-3 1 0,4 0 1 15,-1 6 1-15,-4-5 3 0,1 3 1 0,-2-4-1 16,2 6 1-16,-1-3 1 0,-2 2-3 0,4-1 6 16,1 0-1-16,2 1 3 0,4 2-1 0,-8 4-3 15,7-6 4-15,-4 6 0 0,4-1-2 0,0 2 4 16,-3-3-3-16,7 4-2 0,-7-2 5 0,4 6-2 15,-5-3 3-15,6 3-5 0,-9-5 0 0,4 3-1 16,-2 8 5-16,4-4 2 0,-4 3-4 0,1 2 0 0,-4 1-5 16,3 10 5-16,-2 3 4 0,3 3-8 0,-8-2 5 15,6 6 2-15,0 0-3 0,-6 0 4 0,8 1 1 16,-6 0-5-16,3 1 2 0,1-1-1 0,-4-1 2 16,6-3 1-16,-3-4-4 0,3 2 2 0,-6-13 1 15,2 1 3-15,1-7 0 0,3 4 14 0,-3-2 13 16,1-2 0-16,1-7 1 0,-1 0 6 0,1-1-2 15,-1-1 6-15,-1-4 1 0,1-2-1 0,-2 1-3 16,0-5-4-16,2 3-3 0,-1-1-3 0,-6-3-2 16,8 0-2-16,-8-1-5 0,7-1-3 0,0 2 6 15,-7-5-7-15,0 6-7 0,0-6-1 0,6 9 2 16,-6-9-6-16,2 4 2 0,-2-4 3 0,0 0-5 16,0 0-1-16,-8 11-1 0,1-10 1 0,7-1 1 15,-16 3-2-15,2 2-1 0,3-2 1 0,-6 0 2 16,1-2-3-16,-13 4-3 0,0-3 4 0,-1 3-2 15,-15-2 1-15,-1 5-1 0,0-1 3 0,-12-2-1 0,-5 2 2 16,-22 4 1-16,-7-5 5 0,-9 0 4 0,3 2 8 16,-11-4 2-16,-39 2-1 0,3 0 3 0,40-3 10 15,-47-12-3-15,2 3-4 0,2 6-1 0,1-9-1 16,-2 0-3-16,-3 3 3 0,46-1 8 0,-46-1-13 16,47 9 13-16,-40-8 8 0,-3 1 1 0,49 2 6 15,0 0 0-15,3 0 2 0,-4 1 0 0,3 3 3 16,6-4 9-16,3 0-5 0,7-1-4 0,20 0-1 15,4-1 5-15,6 4-3 0,6-3-5 0,11-2 6 0,4 3-13 16,8-1 19-16,2 1 4 0,2 1 2 16,7-5 2-16,-8 3-4 0,6-3-7 0,5 2 0 15,0-2-22-15,-1 0-38 0,3-1 0 0,4-6 0 0,-3 1 0 16,2-6 0-16,0 1 0 0,3-5 0 0,-2-6 0 16,-3 0 0-16,5-12 0 0,-2 0 0 0,1-6 0 15,1-3 0-15,-9-3 0 0,3 0 0 0,6-21 0 16,-15 2 0-16,10 12 0 0,-5-12 0 0,-3 21 0 15,8-7 0-15,-7 8 0 0,1-2 0 0,-4 7 0 16,6 7 0-16,-6 0 0 0,9 11 0 0,-2 1 0 16,3 7 0-16,-4 3 0 0,-2 1-208 0,1 7-99 15,5 0-84-15,-2 8-55 0,7 1-52 0,0 0-71 16,-5 18-393-16,5-8-1043 0,5 7 462 0</inkml:trace>
  <inkml:trace contextRef="#ctx0" brushRef="#br0" timeOffset="-3150.94">31120 12153 15 0,'-5'-6'415'0,"5"6"-1"0,0-6-18 0,0 6-37 16,0 0-41-16,0 0-22 0,0 0-8 0,0 0 20 16,0 0 11-16,-7 30 1 0,7-15-7 0,0 6-12 15,0 6-14-15,-1 3-10 0,1-2-15 0,1 17-26 16,-1-2-23-16,4 0-19 0,-1 2-18 0,2-3-12 15,-4 3-15-15,8-2-18 0,-6 2-8 0,7-6-14 0,-3 5-12 16,-4-2-9-16,4 0-6 0,6-6-10 0,-7-4-8 16,1-3-18-16,3 10-28 0,-3-13-26 0,1 1-26 15,-2-6-35-15,-6-3-51 0,9 0-49 0,-1-5-52 16,-1 1-48-16,3-4-55 0,-7 1-64 0,12-5-69 16,-7 2-342-16,0-6-865 0,6 3 383 0</inkml:trace>
  <inkml:trace contextRef="#ctx0" brushRef="#br0" timeOffset="-2917.76">31575 13022 205 0,'8'-3'305'0,"-8"3"-14"0,0 0-25 0,7-4-22 0,-7 4-7 15,0 0-1-15,0 0-2 0,0 0-3 16,-20 17-8-16,7-12-18 0,5 2-16 0,-7 3-18 0,-2 0-14 15,-3-3-22-15,-1 7-10 0,6-3-14 0,-13 6-14 16,4-3-29-16,3-1-31 0,-1-1-43 0,3 2-39 16,-6 1-37-16,7-3-47 0,-1-4-62 0,8 0-68 15,-2 3-251-15,1-6-551 0,0-2 244 0</inkml:trace>
  <inkml:trace contextRef="#ctx0" brushRef="#br0" timeOffset="-2752.14">30973 13027 288 0,'-9'-5'314'0,"4"2"-24"0,5 3-26 0,-8-7-15 15,8 7-14-15,0 0 2 0,0 0-17 0,0 0-20 0,13 17-20 16,2-11-18-16,3 1-14 0,6 5-17 0,4-1-20 16,5 1-35-16,0 0-47 0,-3-5-46 0,13 10-54 15,1-2-74-15,-1-3-77 0,-11-2-225 0,1-2-483 16,0 0 213-16</inkml:trace>
  <inkml:trace contextRef="#ctx0" brushRef="#br0" timeOffset="-2434.94">31828 12513 261 0,'0'-9'446'0,"0"1"6"0,0 5-7 0,-3-6-2 0,3 9-23 15,0-8-25-15,0 8-38 0,-3-7-34 0,3 7-38 16,0 0-27-16,0 0-30 0,0 0-19 0,0 0-21 16,-9 24-16-16,9-14-22 0,-5 6-10 0,4 0-14 15,1 6-13-15,0-2-9 0,1 6-11 0,4-2-7 16,2 3-6-16,-5-2-24 0,4-2-20 0,3-1-26 15,-3-1-26-15,2 1-38 0,-3-2-45 0,4-9-46 16,-1 7-52-16,0-9-33 0,4 3-47 0,-6-3-61 16,4-3-43-16,-1 0-310 0,-3-3-746 0,2 0 330 15</inkml:trace>
  <inkml:trace contextRef="#ctx0" brushRef="#br0" timeOffset="-2234.94">31807 12481 102 0,'-4'-7'379'0,"1"-2"-10"16,3 1-9-16,0 0-13 0,0 0-25 0,7 1-16 15,-6 0-23-15,11 3-20 0,-7 0-19 0,7-1-32 16,-4-1-19-16,7 6-24 0,3-3-14 0,-8 3-33 16,10-2-23-16,-4 4-42 0,4 0-38 0,-3-2-46 15,2 4-47-15,0-1-48 0,-4 3-58 0,3 0-59 16,-3 0-57-16,-5-3-215 0,-2 4-553 0,0 0 245 15</inkml:trace>
  <inkml:trace contextRef="#ctx0" brushRef="#br0" timeOffset="-2051.18">31929 12654 185 0,'-5'5'330'0,"-5"-4"5"0,5 4 6 15,5-5 3-15,-8 2 10 0,8-2-8 0,0 0-11 16,-8 3-10-16,8-3-18 0,0 0-21 0,0 0-28 15,0 0-23-15,0 0-27 0,0 0-33 0,0 0-38 16,21 5-49-16,-11-5-59 0,3 3-60 0,6-3-52 16,-3 3-51-16,2-2-60 0,2 3-57 0,-2-3-65 15,1 3-286-15,-1-4-652 0,2 0 289 0</inkml:trace>
  <inkml:trace contextRef="#ctx0" brushRef="#br0" timeOffset="-1501.87">32499 12508 126 0,'-4'-5'316'0,"-1"-3"-8"0,-1 2 12 0,-4 1-22 15,-2 1-3-15,4-3-13 0,-5 2-19 0,-2 2 2 16,0-1-15-16,-2 2-4 0,2 2-12 0,-1 2-13 16,-4 5-10-16,3-1-12 0,-4 1-7 0,1 1-15 0,3 4-6 15,-2 6-13-15,2-6-14 0,2 6-10 16,0 3-15-16,2-6-5 0,5 9-20 0,1-6-4 15,1 2-8-15,6 3-7 0,0-2-2 0,3 4-11 0,2-6-9 16,5 1-10-16,1-4-15 0,6 0-17 0,-2-4-7 16,5 6-19-16,-1-10-3 0,-2 4-21 0,8-6-13 15,-7 0-11-15,5-3 5 0,-3-2-11 0,0-1 14 16,-2-1 6-16,-1-2 4 0,-2-3 8 0,0 0 4 16,-1-2 3-16,-4 3 0 0,2-3 8 0,-5 1 25 15,1-5 19-15,-2 5 18 0,1 3 10 0,0-7 23 16,-6 6 17-16,6 2 16 0,-5-4 1 0,3 2 0 15,-5 5-4-15,8-7-13 0,-8 7-9 0,2-5-11 0,-2 5-10 16,0 0-6-16,0 0-5 0,0 0-6 16,0 17-3-16,0-10-1 0,0-2-7 0,0 10-1 15,0-5-4-15,4 9-3 0,-4-6-10 0,2 4-24 0,-2-2-23 16,5 0-26-16,-2-3-29 0,1 3-43 0,-1-6-46 16,-3 1-38-16,7 1-42 0,-2 1-44 0,-2-4-65 15,4-1-54-15,-1-3-304 0,2 1-784 0,-1-1 347 16</inkml:trace>
  <inkml:trace contextRef="#ctx0" brushRef="#br0" timeOffset="-934.58">32787 12708 12 0,'0'0'373'16,"-7"-3"10"-16,7 3 16 0,-3-6 5 0,3 6 4 15,-5-5-4-15,5 5-4 0,0 0-11 0,0 0-11 16,0 0-18-16,0 0-16 0,0 0-24 0,0 0-16 0,0 0-20 16,0 0-33-16,0 0-24 0,21-3-25 0,-13 3-16 15,6-2-24-15,2 2-15 0,6 0-15 16,-2-2-10-16,1 2-18 0,1 0-26 0,1 0-30 0,-7 0-33 15,11 2-36-15,-9-2-45 0,2 4-50 0,-7-4-53 16,4 1-56-16,-2-1-50 0,-9 3-55 0,4 1-57 16,-10-4-61-16,10 4-353 0,-7-1-866 0,-3-3 384 15</inkml:trace>
  <inkml:trace contextRef="#ctx0" brushRef="#br0" timeOffset="531.21">33013 12515 123 0,'-6'-5'359'0,"-1"0"-2"0,7 5-4 16,-8-4-18-16,4-1-3 0,4 5-19 0,-6-1-15 15,6 1-22-15,0 0-22 0,-12-6-24 0,12 6-12 0,0 0 8 16,0 0 0-16,7 16-3 0,1-2-5 0,-1-6-1 15,1 2-17-15,0 3-12 0,4-1-19 0,3 5-13 16,0-2-16-16,5 2-14 0,-6-3-15 0,1 0-8 16,0 1-10-16,0-2-11 0,-3 2-8 0,1 0-9 15,-5-6-7-15,2 2-4 0,-5 0-8 0,-2-3-6 16,1 0-1-16,2 3-6 0,-6-3 1 0,0-3-4 16,-3 2-2-16,0 0-1 0,-4 1-2 0,-1-1-3 15,1-2-4-15,-1 7 0 0,0-2-7 0,-12-1-21 16,7 2-31-16,-2-2-40 0,-2 2-63 0,2-2-62 15,0 5-64-15,-1-1-64 0,-7 5-83 0,3 1-425 16,5-3-910-16,-7 0 403 0</inkml:trace>
  <inkml:trace contextRef="#ctx0" brushRef="#br0" timeOffset="1065.26">33416 12858 219 0,'3'-6'364'0,"-3"6"-7"16,0 0-17-16,0-8-28 0,0 8-24 0,0 0-28 15,0 0-16-15,0 0-13 0,0 0-11 0,0 0-20 16,-25 9-7-16,20-2-6 0,-3-3-22 0,3 2-12 16,-3 0-10-16,4-2-18 0,-2 4-14 0,-1-2-8 15,2 0-13-15,3 0-3 0,-3-2-2 0,5-4-4 16,-5 8-11-16,5-8-10 0,-3 4 4 0,3-4 10 16,0 8-1-16,0-8-5 0,0 0-5 0,0 0-10 15,0 0-3-15,0 0-6 0,28-11-4 0,-21 7-4 16,-1 1-11-16,1-2-13 0,0-2-16 0,-2-1-20 15,6 3-18-15,-7-3-26 0,2 1-30 0,1-1-21 16,-6 2-31-16,-1 0-37 0,0 6-31 0,-1-11-32 16,-2 7-31-16,-1-4-43 0,-2 4-264 0,2 1-636 0,-7-2 281 15</inkml:trace>
  <inkml:trace contextRef="#ctx0" brushRef="#br0" timeOffset="1298.97">33389 12550 143 0,'-3'-1'365'0,"-7"-2"3"0,10 3 4 0,-12-11-4 16,7 8-10-16,5 3-19 0,-5-2-14 0,5 2-34 15,-8-3-22-15,8 3-27 0,0 0-28 0,-7-4-18 16,7 4-23-16,0 0-29 0,0 0-35 0,0 0-35 15,0 0-49-15,0 0-38 0,0 0-41 0,0 0-52 16,22 12-42-16,-12-5-61 0,-2-3-63 0,2-1-46 0,-2 0-225 16,1 0-587-16,4-1 259 0</inkml:trace>
  <inkml:trace contextRef="#ctx0" brushRef="#br0" timeOffset="1481.34">33560 12466 111 0,'6'-4'268'0,"1"1"14"0,-6-3 11 0,4 2 8 15,-5 4-8-15,9-8-3 0,-9 8-11 0,8-3-13 16,-8 3-27-16,0 0-18 0,0 0-19 0,7 12-22 16,-6-3-13-16,6 1-20 0,-7 9-11 0,0-3-16 15,0 7-7-15,0 0-11 0,0 4-6 0,-7 5-36 16,6-3-48-16,-6 12-57 0,-1 1-65 0,1 0-84 16,0-3-97-16,-1 5-299 0,-5-3-639 0,8-10 282 15</inkml:trace>
  <inkml:trace contextRef="#ctx0" brushRef="#br0" timeOffset="2764.55">30133 13428 338 0,'-48'-9'373'0,"14"4"-18"0,-1 1 0 0,-7-4-8 15,6-2-8-15,6 4-2 0,5 3-2 0,2-1 10 16,3 2-12-16,12-3-17 0,-5 4-18 0,5-2-18 16,1 2-14-16,0-3-19 0,7 4-26 0,0 0-21 15,0 0-21-15,33-5-22 0,-3 5-12 0,15 0-18 16,6 0-12-16,12 2-12 0,31 1-11 0,-1 2-8 16,10 4-12-16,3-3-8 0,41 5-5 0,-1 1-7 15,-39-5-7-15,51 5-7 0,-8 3-1 0,-41-6-6 0,39 3-1 16,-3 0-9-16,-44-5 1 0,-1-4-6 15,-4-1-2-15,6 5 3 0,-6-5-8 0,-8-1-1 0,-5-1-3 16,-20-5-1-16,-4 3-1 0,-1-3-3 0,-10 1 2 16,-2-3-8-16,-12 2-2 0,-1-1 0 0,-2-2 0 15,-9 3-1-15,-6-2 1 0,4 6 4 0,-10-2 3 16,3-1-6-16,-3-1 1 0,0 3-3 0,-2-2 1 16,-1 3 0-16,-2-3 1 0,-5 4-3 0,12-6-2 15,-12 6-1-15,3-1-1 0,-3 1-3 0,0 0-1 16,0 0 5-16,0 0-7 0,0 0 1 0,0 0 2 15,0 0 2-15,0 0 4 0,0 0 1 0,0 0-3 0,0 0 1 16,-3 16 0-16,-2-8 0 0,3-2 2 16,-3 3 0-16,3 3 1 0,1-1 3 0,-1 5 1 0,2 3-2 15,-3 1 1-15,6 6 4 0,0-3-2 0,2 8 4 16,4-3-3-16,-3 11 1 0,4 0 1 0,5-2-2 16,-3 6 3-16,-1-3-2 0,4 1 0 0,-3-1 0 15,-2 2 0-15,-2 1 1 0,2 1-1 0,-4-10 0 16,3 4-1-16,-4-7 3 0,0 1 4 0,0-3-3 15,1-1-4-15,-6-1 1 0,3 2-4 0,-1-12-2 16,-2 3-4-16,5-1 6 0,-10 0 2 0,10-3-3 16,-5-1-4-16,0-6 4 0,2 1-1 0,-2-2 2 15,0 0 5-15,0-4 0 0,0 5 4 0,0-9 13 0,0 6 8 16,0-6 10-16,3 4 2 0,-3-4-4 16,0 0-2-16,0 0-2 0,0 0-3 0,0 0-1 0,0 0-3 15,0 0 0-15,0 0-1 0,0 0-3 0,0 0-1 16,0 0-4-16,-10-20 1 0,8 17-2 0,2 3-5 15,-9-5-1-15,9 5 3 0,-9-3-2 0,-1 0 0 16,10 3-4-16,-18-1 1 0,7-1-2 0,1 2-10 16,-7-2-2-16,1 2 2 0,-1-3 3 0,-1 3 2 15,-4 0-4-15,-3 3 0 0,-6-1-1 0,1-2 6 16,-1 0-2-16,-4 3 0 0,-10 0 3 0,-4-3-3 16,-1 1 2-16,-5 6 0 0,-3-7 2 0,-3 3-2 15,-23 1 2-15,-2-4-1 0,-2 1-2 0,-6 2 4 16,-4-6-2-16,-1 6 2 0,-6-3 2 0,3 2-2 15,-44-2 0-15,48 6 0 0,-4-5 1 0,3-1-2 16,3 0-4-16,-4 3 3 0,14 2-1 0,-7 7 3 0,6-10-2 16,-6 2 5-16,0-3 2 0,11-1 4 0,2 7 4 15,17-6 3-15,4-1 3 0,-3 2-3 0,6-2 8 16,5 0 1-16,3-2 6 0,13 2 3 0,-1 0 8 16,6-1 7-16,3-4 9 0,11-1 2 0,-6 0-6 15,7-1-1-15,1-3 2 0,0 1-14 0,6-2 9 16,-4-3 0-16,3-3-5 0,2 1 0 0,2-10-1 15,-2-1-3-15,4 0 1 0,0-1-3 0,1-10-8 16,2 7-6-16,0-11-5 0,0-2 3 0,3-5-11 16,2 2 5-16,-5 0-7 0,2-3 8 0,-2 5-6 15,2-3-3-15,-4 5 3 0,0 2-3 0,-1 12-5 16,1 1 4-16,-4-1-20 0,2 7-20 0,-2 2-12 16,-1 3-28-16,4 3-28 0,-4 2-39 0,-3 4-46 0,2 1-44 15,0 2-41-15,0 1-31 0,8 4-29 16,-17 12-35-16,5-3-43 0,11 3-63 0,-8 1-340 15,9 7-878-15,4-1 389 0</inkml:trace>
  <inkml:trace contextRef="#ctx0" brushRef="#br0" timeOffset="3215.19">30863 13468 301 0,'-21'-20'321'0,"-2"1"-12"0,-4 3-10 0,4 2-17 16,-5 5-19-16,8 2-18 0,-8 3-27 0,6 5-18 16,-6 3-2-16,10 4-15 0,-7 6 6 0,2 2-2 15,0 8 5-15,0 10-3 0,3 7-9 0,5 4-17 0,2 1-5 16,9 8-16-16,-2 0-8 0,6 5-3 16,-5 14-9-16,10 4-6 0,1 0-12 0,-4-3-9 15,6-15-6-15,4 14-11 0,-11-17-4 0,8 1 0 0,-9 0-14 16,8 20-11-16,-8-22-2 0,-2 1-3 0,-4-1-7 15,-3-1-6-15,1-3-8 0,2-5-14 0,-14-2-15 16,10 0-19-16,-10-8-8 0,5-9-18 0,-3-7-12 16,0 0-28-16,3-5-29 0,0-3-30 0,-2-8-32 15,6 6-33-15,-1-9-38 0,5 2-38 0,7-3-34 16,-9-9-298-16,5 2-672 0,8-4 297 0</inkml:trace>
  <inkml:trace contextRef="#ctx0" brushRef="#br0" timeOffset="3549.61">31123 13406 408 0,'5'-14'425'0,"-3"2"-9"16,-2 0-12-16,0 4-30 0,3 1-35 0,0 4-38 15,-3 3-32-15,0 0-24 0,0 0-17 0,14 27-5 16,-11-9-6-16,2 15-7 0,-3 15-9 0,-2 3-11 16,0 7-11-16,-2 16-16 0,-3-18-14 0,5 23-14 15,0 5-29-15,-8-3-11 0,8-2-8 0,-9 0-9 16,1-8-4-16,0-12-8 0,-5 16-6 0,6-23-6 16,-1 6-5-16,-2-8-5 0,3 6-4 0,-1-10-7 0,5 1-16 15,-7-6-15-15,5-13-10 0,5-1-12 16,0-8-15-16,-4-4-17 0,4 0-27 0,0-7-23 15,4 1-29-15,4 0-28 0,-1-8-40 0,1 4-33 0,-8-5-35 16,21-3-31-16,-12-6-32 0,4-2-30 0,2 2-242 16,-2-6-652-16,-3 2 289 0</inkml:trace>
  <inkml:trace contextRef="#ctx0" brushRef="#br0" timeOffset="3981.95">31605 13901 84 0,'0'-8'352'0,"0"-1"3"0,-2 3 1 0,2-5 3 0,-3 7-4 16,3 4-14-16,-2-8-29 0,4 1-29 0,-2 7-33 16,0 0-26-16,0 0-18 0,0 0-1 0,0 0-1 15,-13 24-3-15,4-10-13 0,3 1-13 0,-3 2-13 16,1 6-15-16,0 3-12 0,-5-3-7 0,4 5-22 15,-4-3-7-15,8 4-3 0,-5-2-13 0,4 0-7 16,6-2-9-16,-7-4-7 0,5-1-10 0,2-1-25 16,0-1-30-16,0-1-21 0,2-7-33 0,5 0-37 15,-7 0-46-15,5-5-32 0,-2 0-44 0,5 2-42 16,-3-7-55-16,-5 0-31 0,15-8-49 0,-7 1-213 16,-1 3-659-16,6-8 291 0</inkml:trace>
  <inkml:trace contextRef="#ctx0" brushRef="#br0" timeOffset="4165.6">31635 13913 73 0,'-4'-14'260'0,"3"2"18"16,1 3 13-16,-2-6 15 0,2 4 4 0,0-1 11 15,0 4-6-15,0-1-15 0,2 2-9 0,-1 0-17 16,6-4-31-16,0 6-17 0,-1-3-24 0,2 5-26 16,4-3-17-16,0 1-13 0,4 1-16 0,-6 3-33 15,7-3-34-15,1 3-42 0,-2 2-55 0,4 3-38 16,-2 0-44-16,-3 0-50 0,0 4-51 0,0-1-55 15,-7 0-42-15,6-2-235 0,-8 5-594 0,1-5 262 16</inkml:trace>
  <inkml:trace contextRef="#ctx0" brushRef="#br0" timeOffset="4331.26">31643 13974 11 0,'-12'6'239'0,"1"-4"7"15,-1 2-2-15,4-1-14 0,0 0-4 16,-1 0-6-16,4 0-1 0,5-3-4 0,-6 9-3 15,4-5-17-15,2-4-15 0,8 13-15 0,1-11-3 0,-3 1-27 16,6 2-17-16,3-1-16 0,1 1-21 0,4 3-32 16,-3-7-38-16,3 3-47 0,-2 1-54 15,12-3-51-15,-12-2-57 0,3 1-55 0,-1-1-171 0,0-1-459 16,-3-1 203-16</inkml:trace>
  <inkml:trace contextRef="#ctx0" brushRef="#br0" timeOffset="4781.24">32095 13879 182 0,'-4'-5'287'0,"4"5"0"0,0 0-4 0,-6-8-12 16,6 8-9-16,-13-2-7 0,13 2-13 0,-14-1-13 16,14 1 9-16,-18 1-33 0,6-1-12 0,1 2-4 15,-1 2-4-15,-4 0-10 0,-1 4-11 0,1 1-13 0,1-1-11 16,-2 2-21-16,2 2-12 0,0-1-6 0,2 4-16 15,-2-2-4-15,0 1-4 0,7 1-13 0,2 3-1 16,-1-1-7-16,5-3-14 0,2 6-10 0,2-1-10 16,5-5-15-16,-1 2-18 0,7-1-12 0,-3-3-13 15,5-1-19-15,5 1-10 0,0-4-13 0,0-5 1 16,-2 1-9-16,0 0 7 0,2-4 4 0,3-3 8 16,-6 2 7-16,-1-3 10 0,-1 1 3 0,-3-2 4 15,-1-1 9-15,-1 1 8 0,-1-2 17 0,1 3 14 16,-7-4 16-16,7 0 32 0,-9 3 4 0,3-2 22 15,-3 1 11-15,4 2 2 0,-5 4 5 0,2-9 0 16,-2 9-17-16,0 0-7 0,7-3-10 0,-7 3-7 16,0 0-1-16,0 0 4 0,0 0-2 0,0 16 2 15,0-5-2-15,0-2-1 0,0 0-5 0,0 7-8 16,0 0 1-16,1 0-7 0,-2-1-3 0,2 1-3 0,4 1-1 16,-3-4-9-16,-2 1-13 0,5-2-21 0,-3-2-7 15,-2 3-55-15,3-3-29 0,0-3-26 0,-3 1-25 16,2-1-33-16,3-2-46 0,-4-2-44 0,-1-3-54 15,0 0-40-15,15-1-208 0,-15 1-628 0,0 0 278 16</inkml:trace>
  <inkml:trace contextRef="#ctx0" brushRef="#br0" timeOffset="5248.08">32389 13971 272 0,'-3'-9'268'0,"3"9"-17"15,0 0-3-15,0 0-4 0,0 0-4 0,0 0-12 16,0 0-3-16,-15 18-9 0,15-12-17 0,0 3-5 16,0 3-20-16,0-1-17 0,3 7-17 0,-3-2-7 15,4-3-14-15,-3 10-15 0,1-8-19 0,1 4 4 16,2-7-9-16,-3 5-16 0,0-7-12 0,1 2-25 0,-3-1-8 16,3-7-12-16,-1 4-11 0,-2-4-1 0,0-4 0 15,0 11-1-15,0-11-1 0,2 4-2 16,-2-4 2-16,0 0 0 0,0 0 0 0,0 0 2 0,0 0 2 15,14-13-3-15,-9 7 3 0,-5 6 5 0,7-9 7 16,-4 3 7-16,-1 3 7 0,5-2 3 0,-7 5 0 16,6-4-3-16,-6 4 5 0,0 0-9 0,15 3-1 15,-15-3-2-15,12 6-4 0,-2-3 2 0,-2 3 2 16,-1-1-2-16,4 2-4 0,1 1 3 0,-2-1-6 16,8 2 5-16,-10-2-1 0,7 2 3 0,0-1-4 15,-2-4 2-15,-5 3 1 0,11-6 1 0,-8 2 4 16,7 0 0-16,-6-6 7 0,1 0 16 0,1-2 6 15,-5 1 6-15,3 0 17 0,-5-4 4 0,3-7 10 0,0 3 4 16,-6-4-3-16,3 2 2 0,-2-2-3 16,-2-3 0-16,-3 0-8 0,5-1-5 0,-5 1-10 15,0-1-7-15,4 3 0 0,-8-1-13 0,-1-1-24 0,4 6-29 16,-4 1-30-16,5 2-46 0,-2-1-53 0,0 5-42 16,2 6-39-16,-6-2-36 0,6 2-57 0,0 0-60 15,0 0-248-15,0 0-674 0,-7 20 298 0</inkml:trace>
  <inkml:trace contextRef="#ctx0" brushRef="#br0" timeOffset="5531.63">33235 13952 167 0,'-7'-8'379'16,"6"-3"1"-16,-7 3 6 0,1 1-11 0,-3 0-18 15,2 1-19-15,-6 2-16 0,6 2-11 0,-2 1-15 0,-1 1-12 16,11 0-10-16,-28 8-16 0,13 0-11 16,0 3-17-16,3-1-12 0,-4 7-15 0,2-2-8 15,4 0-6-15,-1 10-12 0,3 1-11 0,3-3 2 0,5 4-26 16,1-7-6-16,6 3-19 0,1 2-7 0,9-4-11 16,-1 0-11-16,4-2-1 0,2-2-17 0,2 0-21 15,5-5-26-15,-3-2-35 0,1-1-42 0,7 5-44 16,-9-9-64-16,8-5-63 0,-5 2-60 0,2 1-64 15,-3-3-81-15,-6 0-441 0,2-3-945 0,-3 0 418 16</inkml:trace>
  <inkml:trace contextRef="#ctx0" brushRef="#br0" timeOffset="14848.28">16594 4436 194 0,'0'0'365'0,"4"-9"-14"16,0 6-22-16,-4 3-12 0,0 0-15 0,2-8-10 15,-2 8-8-15,7-4-25 0,-7 4-23 0,0 0-20 16,0 0-23-16,0-7-15 0,0 7-17 0,0 0-19 15,0 0-12-15,0 0-17 0,0 0-13 0,0 0-11 16,0 0-24-16,0 0 9 0,0 0-13 0,0 0-7 16,0 0 8-16,0 23-21 0,-7-14 1 0,5 1-4 15,-2 2-6-15,4 2-5 0,-2 1-5 0,0 3-2 16,-3-2 2-16,5 2-7 0,-1-1-1 0,1 1 5 0,0-2-5 16,-5-1-3-16,5 2 12 0,0-3-14 0,0-1-1 15,6-3 2-15,-1-1 4 0,-1 1-3 16,-4-3 6-16,6-1 10 0,1-2 26 0,1 3 29 0,-1 0 21 15,6-7 8-15,3-3-2 0,6 0-4 0,-1-2-3 16,9-7 1-16,0 2-1 0,2-5-6 0,4-6-9 16,-6 6-13-16,14-9-1 0,-2-2-14 0,-4-1-14 15,5 0-20-15,-5-1-39 0,5-3-54 0,-2 0-61 16,-1 0-68-16,1 3-73 0,-1 2-72 0,-2 3-97 16,-11 8-374-16,1 2-879 0,-12 7 389 0</inkml:trace>
  <inkml:trace contextRef="#ctx0" brushRef="#br0" timeOffset="15914.64">16700 8268 326 0,'7'-6'411'0,"-6"1"-16"0,-1 5-19 0,0 0-37 15,7-4-25-15,-7 4-37 0,0 0-33 0,0 0-24 16,0 0-31-16,0 0-18 0,0 0-19 0,0 0-8 16,0 21-21-16,-2-11-8 0,2 7-17 0,-1-2-6 0,1 3-12 15,0-5-5-15,-4 9-10 0,3-6-5 16,1 0 2-16,0 2-12 0,0-1-2 0,0-2-3 15,0 3-1-15,0-2-1 0,0-7 8 0,1-2 23 0,3-4 32 16,-1 2 38-16,-3-5 29 0,5 7 24 0,3-6 1 16,6-2-5-16,4-3-11 0,12 0-4 0,3-7-6 15,6 1-7-15,4-7 2 0,0-2-13 0,5-4-13 16,2 1-15-16,3-3-12 0,-2-2-14 0,7-2-15 16,13-8-12-16,-24 10-8 0,2-4-23 0,-2 4-40 15,-6 3-21-15,-1 4-28 0,-17 2-38 0,2 6-47 16,-7 1-52-16,-3 3-62 0,-7 3-59 0,4-2-74 15,-4 7-61-15,-8 0-37 0,0 0-381 0,2 9-929 16,-4-1 411-16</inkml:trace>
  <inkml:trace contextRef="#ctx0" brushRef="#br0" timeOffset="16731.32">14901 11993 253 0,'0'-7'372'15,"0"7"-24"-15,0 0-29 0,7-10-33 0,-7 10-32 16,0 0-24-16,0 0-18 0,0 0-17 0,0 0-10 16,-5 27-12-16,3-15-17 0,-3 3-1 0,5 2-18 0,-5-1-5 15,5 0-5-15,-5 4-9 0,5 1-11 16,-5-1-3-16,10-1 0 0,-5 1-10 0,2-5 4 16,-2 1 6-16,3 2-3 0,-3-6 9 0,5 1 8 0,0-3 8 15,-3-3 16-15,3 3 23 0,-4-3 13 0,6-6 8 16,3 1-6-16,3-1-14 0,4-4-12 0,2 2-10 15,6-10-9-15,3-2-2 0,2-1-3 0,12-7-14 16,-3-1-9-16,-2-4-11 0,7-1 3 0,1 0-24 16,-2 0-7-16,-1-2-10 0,-6 6-14 0,2-8-23 15,2 8-23-15,-12 3-25 0,-3 2-34 0,-4 2-47 16,-1 4-60-16,-5 0-60 0,5 2-65 0,-5 3-60 16,-9 1-68-16,-1 3-94 0,0-2-309 0,-5 5-892 0,0 0 395 15</inkml:trace>
  <inkml:trace contextRef="#ctx0" brushRef="#br0" timeOffset="17582.3">16053 15825 100 0,'0'0'290'15,"0"0"-29"-15,0 0-19 0,0 0-6 0,0 0-8 16,0 13-17-16,-2-2-5 0,1-2-10 0,-1 3-10 0,-3-2-16 15,3 7-8-15,-1-2-7 0,6 0-5 0,-1 4-12 16,-2 0-6-16,5-3-8 0,-3-1 0 16,4 3 5-16,-2-3 9 0,2-2 3 0,3-4 8 0,-5 2 17 15,5-4 11-15,-1 2 5 0,0-2 6 0,1 1-2 16,5-4-3-16,0-4-3 0,6 0-3 0,-2-5-6 16,2-2-1-16,8-2-1 0,-3-5-3 0,8 1-6 15,-8-5-4-15,11-8-10 0,-8 8-16 0,0-1-10 16,5-10-13-16,4 2-9 0,-1 0-13 0,2-2-6 15,-3 2-8-15,-12 7-12 0,5 0-12 0,-5-1-17 16,1 1-26-16,-1 5-30 0,-8 2-40 0,1 1-49 16,-1-2-62-16,-3 2-69 0,3 5-63 0,-9 4-63 0,3-3-85 15,-3 3-72-15,1-1-301 0,1 0-899 16,-8 4 397-16</inkml:trace>
  <inkml:trace contextRef="#ctx0" brushRef="#br0" timeOffset="18731.72">33190 6156 173 0,'0'0'202'15,"0"0"-22"-15,0 0-18 0,0 0-18 0,-13 19-14 16,8-11-8-16,5 10 9 0,-3-3-9 0,-4 1-7 16,7 1-2-16,-1 4 10 0,-3-1-3 0,4-1-9 15,-3 8-7-15,3-3-8 0,0-5 2 0,0 5 4 16,0-5 1-16,3-1-6 0,-3-1 1 0,4-2 0 16,-3-4 5-16,-2 0 1 0,1-2 12 0,1-4 27 0,-1 2 27 15,0-1 25-15,0-6 31 0,4 7 33 0,-4-7 20 16,0 0-1-16,0 0-33 0,0 0-24 0,33-13-22 15,-18 2-18-15,4 2-17 0,6-6-16 0,-5 0-17 16,8-3-15-16,-3 1-11 0,3-5-13 0,9 1-9 16,-8 6-16-16,0-6-19 0,0 7-26 0,-4-1-39 15,3 6-50-15,-4 1-56 0,4 0-72 0,-5 6-53 16,-7 4-42-16,4 4-37 0,-5 6-47 0,3 2-25 16,-1 6-335-16,-6 6-794 0,-7 1 352 0</inkml:trace>
  <inkml:trace contextRef="#ctx0" brushRef="#br0" timeOffset="19415.71">32652 9528 84 0,'10'-6'404'0,"-5"3"6"0,0-5 1 0,-1 4-15 15,-4 4-26-15,8-7-28 0,-8 7-28 0,7-5-32 16,-7 5-35-16,5-3-27 0,-5 3-27 0,0 0-16 16,0 0-17-16,0 0-18 0,0 0-15 0,-5 23-13 0,5-15-7 15,-2 4-14-15,2 7-12 0,-2-8-7 0,2 6-6 16,0-2-6-16,0-1-6 0,-3 2-14 15,6-4 8-15,-1 0-6 0,-2 0-8 0,2 0-1 0,3 0 2 16,-4-5 1-16,1 4 1 0,3-7 21 0,3 1 11 16,0 1 8-16,4 0 1 0,4-3-2 0,4 1-1 15,10-5-5-15,-3 1-2 0,-8-4-1 0,11-7-1 16,5 3-9-16,-4 1-1 0,14-13-9 0,-2 8-2 16,2-5-5-16,-4-1-8 0,6-4-6 0,-9 6-9 15,5-4-16-15,-20 5-20 0,7 0-27 0,-2 3-27 16,-8 0-35-16,-5 8-47 0,-2 0-64 0,-3-1-61 15,-2 3-67-15,-8 2-46 0,13 3-42 0,-13-3-278 16,0 11-769-16,-5-3 340 0</inkml:trace>
  <inkml:trace contextRef="#ctx0" brushRef="#br0" timeOffset="20248.14">33382 12087 64 0,'0'0'263'16,"-6"-3"-25"-16,6 3-25 0,0 0-23 0,0 0-20 16,-12 0-15-16,12 0-12 0,0 0 10 0,-10 12-16 0,7-4-5 15,-2-1-6-15,2 2-5 0,-1 2-2 16,3-2-8-16,1 4-9 0,-7-1-2 0,5-2-2 0,1 1-8 16,1-2-5-16,0-2 1 0,0 4 2 0,0-3 7 15,0-1 5-15,-5-2 12 0,5-5 18 0,0 8 44 16,0-8 18-16,8 5 16 0,-8-5-6 0,15 0-15 15,-3-3-10-15,2-3-14 0,5 2-6 0,-1-3-2 16,3 0-9-16,6-3-12 0,-1 0-10 0,6-7-12 16,-9 2-27-16,7-1-7 0,3 1-9 0,-3-3-4 15,-1 2-15-15,8-7-9 0,-11 9-8 0,-6 6-25 16,-2-2-21-16,-1 2-37 0,-2-1-46 0,0 2-71 16,-9 4-74-16,4 3-71 0,-10 0-73 0,0 0-41 0,0 0-290 15,7 10-775-15,-7-10 344 0</inkml:trace>
  <inkml:trace contextRef="#ctx0" brushRef="#br0" timeOffset="21348.73">25962 16455 118 0,'-10'-5'385'0,"-3"1"0"0,7-2 5 16,-3 0-19-16,3 3-21 0,4-2-28 0,-3 0-29 16,5 5-27-16,0 0-24 0,10-8-16 0,2 6-31 15,2-3-13-15,15-2-8 0,0 6-1 0,9-2-5 16,12 2-5-16,-4-1-12 0,2-3-5 0,0 2-9 15,-6-1-5-15,-6-1-9 0,-4 2-9 0,2 2-12 0,-5-3 0 16,-8 4-18-16,-1-2-2 0,-2 2-10 16,-3 0-7-16,-2 2-17 0,-4-2-1 0,1 4-6 0,-4 5-5 15,2-2-11-15,-1 4 3 0,1 5-3 0,-4 3-2 16,-1 8-4-16,-6 1 1 0,-1 5-4 0,4 7-2 16,-1 7-3-16,-9-2-1 0,3 2 1 0,-4 0-2 15,6 3-3-15,-7 1 1 0,4-1-3 0,1-1 0 16,-1 6 0-16,1 0 6 0,2-1-11 0,-1 0 4 15,-1-7-1-15,5 2-3 0,1-2 4 0,1 0 0 16,-2-16 3-16,4 8-6 0,-2-10-14 0,0-4-22 16,0-5-25-16,1-2-30 0,1-2-33 0,1-6-20 15,-6-3-11-15,8 0-28 0,2 0-44 0,-6-3-48 0,-1-4-39 16,0 0-38-16,0 0-51 0,15-12-226 0,-15 4-679 16,0-2 301-16</inkml:trace>
  <inkml:trace contextRef="#ctx0" brushRef="#br0" timeOffset="21548.73">26144 17143 152 0,'-5'-9'375'0,"2"1"-13"16,2 1-21-16,1 3-22 0,1-7-33 0,2 7-29 16,4-4-24-16,5 5-22 0,6-6-22 0,3 5-16 15,13-2-16-15,7 0-16 0,7 3-18 0,-2-1-13 16,4 2-10-16,1 0-15 0,2 2-20 0,0 0-32 15,3 0-34-15,-4 4-28 0,1-6-44 0,-4 5-54 16,-2 0-67-16,-3-3-67 0,-14-3-244 0,-2-2-547 16,-6 1 243-16</inkml:trace>
  <inkml:trace contextRef="#ctx0" brushRef="#br0" timeOffset="21782.78">27056 16950 126 0,'0'0'458'0,"0"0"-11"0,0 0-24 0,-5-5-33 16,5 5-34-16,0 0-31 0,0 0-15 0,0 0-28 16,0 0-29-16,0 0-21 0,7-7-24 0,6 6-29 15,-13 1-24-15,22 0-39 0,-4 0-47 0,4 0-59 16,12 0-55-16,-1 1-54 0,-1-1-53 0,1 6-65 15,10-6-59-15,-7 3-316 0,1-2-641 0,-2-1 284 16</inkml:trace>
  <inkml:trace contextRef="#ctx0" brushRef="#br0" timeOffset="24231.35">28134 16798 46 0,'13'-12'323'15,"-5"-3"-10"-15,1-1 1 0,2 3-5 0,-2-5-1 16,-1 2 4-16,0-2-16 0,-1 5 0 0,-1-5-7 16,-4 1-24-16,1 2-15 0,-3-1-15 0,0 4-30 15,-5-2-22-15,0 6-18 0,0-4-19 0,-1 4-18 16,-2 0-13-16,-4 4-14 0,-1 2-11 0,-4 1-10 16,-4 4-10-16,-1 3-9 0,4 4-7 0,-9 7-7 15,-1-3-3-15,5 5 1 0,2 5-14 0,-6-1 2 0,-1 7 1 16,10-5-10-16,0 2-2 0,4 0 4 0,6 2-7 15,3-2-8-15,3 1 6 0,2-1-1 0,7 0-4 16,1-4-5-16,6 4 4 0,0-7-1 0,8 0-3 16,3-5-1-16,-2-3-4 0,5 0 0 0,0-9-3 15,0 3 0-15,2-4-5 0,0-2 4 0,0-4-6 16,0 0 1-16,-2-3 1 0,-3-5 2 0,1 1-4 16,-8-1-2-16,0-1 1 0,4-7-3 0,-10 5 3 15,2-3 0-15,-7 0 3 0,1 1 2 0,-1-1-6 16,0-1 4-16,-6 6 3 0,6-7-2 0,-7 5 3 15,5 3 4-15,-5 1-1 0,1 3 2 0,-1 0-3 16,5 0-6-16,-5 4-1 0,0 4-10 0,4-6 1 16,-4 6-1-16,0 0 3 0,0 0 4 0,23 7-3 0,-18-2 1 15,10 2-1-15,-7 1 7 0,4 4-2 16,-1 0 10-16,2 0-10 0,2 1 0 0,-1-1-7 0,-1-1 13 16,-2 1-3-16,4 0 7 0,-3-1-4 0,-2-3-1 15,-4 3-2-15,3-2-3 0,-3-2 3 0,1 1 0 16,3 1 1-16,-10-3-6 0,3-2-5 0,1 3 1 15,-1-2-2-15,0 2 4 0,-3-2-5 0,0-5 1 16,0 10-4-16,0-10 6 0,-3 7 2 0,3-1-3 16,0-6-1-16,-8 6 9 0,8-6-4 0,-10 6-7 15,10-6 10-15,-9 2 4 0,9-2 7 0,0 0-2 16,0 0 7-16,0 0-3 0,0 0-1 0,0 0 1 16,-10-10 3-16,10 10-5 0,0 0-2 0,10-17 3 15,-1 7 0-15,1 0 0 0,1-2 1 0,2 2-2 16,4-4 1-16,4 2-8 0,3 3 4 0,-4-3 1 15,3 1 1-15,-2 5 2 0,-1 1-3 0,-5 0-4 16,-5-1 2-16,1 5-3 0,-2-1 2 0,-1 0-1 0,-8 2-7 16,13 4-5-16,-6-3 5 0,-4 6 1 0,1-2 1 15,-3 2-3-15,2 4 4 0,-3 0-2 0,4-2 0 16,-3 2 0-16,1 1 3 0,1 2-1 0,1-1-1 16,1-1-5-16,1 0 2 0,-1 5 7 0,0-8-4 15,2 0 0-15,1 0 7 0,4-3 2 0,-4-2-5 16,0 1 4-16,2-3-5 0,0 2 6 0,2-7 0 15,-4 0-1-15,5 1 5 0,2-3-3 0,-7-3 3 16,7-2 1-16,-6 2 4 0,-3-1-11 0,4-3 7 16,0-3 5-16,-8 1-6 0,-2-1-10 0,5-1 10 15,-5 1-5-15,0 3 0 0,-5 0-3 0,-4-6 6 16,6 1-6-16,-7 6 6 0,-5-3-5 0,4 2-3 0,1 3 1 16,-5 1 3-16,7 3-2 0,-7-2-7 0,3 4 1 15,2-1-5-15,-1 1 3 0,1 0-15 16,10 3-5-16,-12-2 18 0,12 2-22 0,0 0-5 15,0 0 4-15,0 0 5 0,0 0 14 0,15 14-7 0,-3-13-5 16,2 1 6-16,0 3 2 0,6-4 3 0,-2 0-1 16,8-1 4-16,-3 3-4 0,7-6-8 0,2 2-5 15,-6-2 7-15,2 0 2 0,-6 0-1 0,-2 1 7 16,1-2-1-16,-3-2 1 0,1 0 4 0,-1 3 5 16,2-5 1-16,-15 1 8 0,3 4 2 0,0-3 5 15,4 0 2-15,-11 3 2 0,6 0-5 0,0-1-1 16,-7 4 0-16,1-7-9 0,-1 7-2 0,0 0 2 15,0 0-4-15,0 0 1 0,0 0 4 0,0 0 0 16,0 0 1-16,0 0-6 0,-21 15 9 0,19-8-7 16,-4-2 5-16,6 3-6 0,-4-1 3 0,1 2 6 15,3 2-2-15,3-2-3 0,1 3 1 0,-3 0 3 16,11 1 16-16,-4 3-19 0,-1-5-4 0,1 6 4 0,0-5 1 16,1 3 17-16,2-4-16 0,-3 5 3 0,1-2-6 15,-1-1 1-15,-1-1-3 0,-1-2 6 16,1-2-8-16,-7 0 5 0,1 2 1 0,-1-2-4 0,0-1 4 15,-1-1 4-15,-6 0 3 0,1-3-1 0,-1 3 8 16,-1-5 5-16,-6 2-7 0,0-1 0 0,-3-2 2 16,2-2-1-16,-6 2 3 0,6-3-2 0,-2 3-1 15,4-1-2-15,3 1 6 0,-3-1-6 0,1-1-3 16,12 2 7-16,-11-3 3 0,4 0-2 0,7 3 6 16,-7-5-8-16,7 5-3 0,0-7-3 0,0 7-5 15,14-6-8-15,-3 3-7 0,6-3-4 0,-1 0-4 16,2 2-12-16,4-3-2 0,8 0-15 0,4 1-13 15,-4-5-22-15,15-2-15 0,0-1-14 0,-12 6-11 16,10-7 3-16,-10 3 12 0,-5-2 8 0,0 2 13 16,-3-1 9-16,-8 2 8 0,-3-1 12 0,1 0 6 15,-8 0 2-15,0 3 10 0,-2-3 11 0,-5 0 12 16,0 3 8-16,-5 0 9 0,3-1 3 0,-5 2 3 0,2 0 2 16,-3 5 3-16,1-1 1 0,-3 0 0 0,1 2-1 15,9 2 0-15,-19 0 2 0,9 5 1 16,-1-1 5-16,3 0 0 0,1 4 2 0,0 0 3 0,2 3-1 15,2 1 2-15,3 0-5 0,0 5 4 0,0 1-1 16,5 1-1-16,2-4 0 0,-1 5-4 0,3-4 0 16,0-1-3-16,-2 0-2 0,6 2 3 0,-9-2-5 15,9-3 2-15,-7-2-5 0,-1 2 0 0,0-1 0 16,0-2-3-16,-3-5 1 0,3 4 2 0,-5-1-4 16,0-2-2-16,0-5 5 0,-12 6 5 0,4-5-7 15,0 2 6-15,-2-1 4 0,-5-4-10 0,-3 2 6 16,0-3-2-16,-1 2-2 0,5 0 1 0,-3 1-3 15,4 0-2-15,3 0-2 0,0-2-2 0,10 2-11 16,-17 0-7-16,17 0-3 0,-10-3-4 0,10 3 4 16,0 0 0-16,0 0-11 0,0 0-15 0,0 0-5 15,32-3 3-15,-14-2 3 0,0 1-3 0,4 1-3 16,8-2 2-16,-1 3 6 0,-1-5 4 0,-3 4 2 0,3-2 9 16,-6 0 3-16,-1-1 6 0,-1 3 5 0,-3-2 7 15,-4 4 21-15,2-2 22 0,-5 0 20 16,-2 2 17-16,-8 1 11 0,15-5 10 0,-10 0 1 0,-5 5 5 15,8-2-1-15,-8 2-7 0,9-5-11 0,-9 5-8 16,6-3-10-16,-6 3-10 0,0 0 0 0,0 0-7 16,0 0-11-16,0 0-4 0,0 0 1 0,0 0-9 15,0 0 2-15,0 0-8 0,0 0-11 0,9 13 14 16,-4-8-6-16,4 1-3 0,1-2-2 0,5 3-1 16,5-2-4-16,8 6-5 0,2-5-2 0,13 4-1 15,-6-2 4-15,4 1-2 0,5-3-1 0,4 0 3 16,1-3-5-16,-1 6-1 0,1-7 2 0,4-1-4 15,-4-1 1-15,-3-3 4 0,2-2 0 0,-1 0 2 16,-2-3 0-16,-3-1 2 0,-14-5 0 0,5 4 11 16,-4-3-14-16,3-1 2 0,-5-1 6 0,-2 0 8 15,-7 1 16-15,-5-1 1 0,-2 2 11 0,-5-2 10 16,-5 0 4-16,-3-8-9 0,-3 8 7 0,-5 1-9 0,-4 0-5 16,-3 1-6-16,0 0-5 0,-3 4-6 0,0 2 4 15,-8-1-5-15,4 7-4 0,1 1 3 16,-1 1-17-16,-4 4 9 0,2 5-5 0,6 2 3 0,-2 3 0 15,0 2-5-15,-1 9 4 0,4 1-1 0,4 1-1 16,3 11-1-16,-1 3 0 0,2 0-4 0,3 6 0 16,2 4 1-16,4 4 7 0,4 1-3 0,1 16 0 15,3 4 3-15,-3-23 24 0,3 1-10 0,-1 19 8 16,3-19 4-16,-5-3-4 0,-2-4-4 0,5-1 9 16,-6-2-5-16,-2-4-1 0,-2-16 12 0,-3 1 14 15,-3-5 27-15,1-5 20 0,-1-5 24 0,-2-3 14 16,-6-4 1-16,-4-7 0 0,-3-6-5 0,-7-2 7 15,0-6-22-15,-10-12-5 0,-3-6-13 0,2-8-6 16,-4 0-11-16,9-4-7 0,3 4 3 0,5-6 0 16,8 10-6-16,8-7-6 0,5 4-5 0,4-2-4 15,6 2-17-15,9 2-15 0,13-5-18 0,5 6-19 16,8-1-21-16,8-1-28 0,20-6-31 0,-14 17-33 0,29-13-26 16,0 7-21-16,3 8-10 0,1 3 16 0,-4 5 8 15,-2 3 14-15,-21 3 11 0,-3 2 16 0,-4 5 12 16,2-4 11-16,-5 1 6 0,-5 4 13 15,-10-2 5-15,-3 1 12 0,0-2-1 0,-9-2 16 0,-3 4 2 16,-1-6 6-16,-7 4 7 0,3-5 12 0,-11 3 4 16,4-4-1-16,-6 3 6 0,-6-3 0 0,4 3 2 15,-4 2-4-15,-3 0 5 0,3-1 1 0,-3 5-3 16,3-1-2-16,-2 0 2 0,1 3-1 0,-3 1-6 16,2 2-1-16,8 1-5 0,0 0 12 0,-19 8-3 15,13 0-3-15,3 4 21 0,-2 0-21 0,-2 7 6 16,7 1 6-16,0-1-4 0,0 7-5 0,7 1 6 15,-4 1 2-15,0 2-3 0,5-1 2 0,-1-2 1 16,3-2-3-16,-5-4 5 0,0 5-15 0,-2-5 12 16,-3-3-8-16,0-3 5 0,4-2-5 0,-4-3-20 15,-4 2-4-15,4-4-26 0,-6-1-31 0,1-2-29 16,-5-2-44-16,-2 1-50 0,-1-4-76 0,-7-4-87 16,4-3-189-16,-4-1-610 0,1 1 271 0</inkml:trace>
  <inkml:trace contextRef="#ctx0" brushRef="#br0" timeOffset="24399.02">30901 16477 225 0,'-3'-4'228'0,"0"-1"-28"0,3 5-33 16,-9-3-41-16,9 3-50 0,0 0-64 0,0 0-73 15,-1 19-102-15,2-12-175 0,4 2 78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4T10:10:58.0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2684 1369 214 0,'5'-18'341'0,"4"-1"-13"0,-3-2-13 0,2 6-16 16,-1-8-10-16,-7 6-12 0,8 0-3 0,-8 0-15 15,0 2-18-15,0 2-6 0,0-1-24 0,-1 2-14 16,-6 4-15-16,0-2-15 0,1 1-17 0,3 1-16 15,-16-2-9-15,4 3-24 0,-1-2-9 0,-14 6-8 16,-1-2-9-16,1 4-10 0,-5 2-6 0,4 2-4 16,-2-3-7-16,3 4-11 0,2 1-3 0,4 0-2 15,8 2-8-15,-4 1-4 0,5-2-3 0,7 6-6 16,0-3-1-16,3 1-3 0,5 6 4 0,0 2 3 16,13-1-8-16,2 6 0 0,15 8-10 0,8-2 9 15,-2 0 6-15,9 2-3 0,-2-1 1 0,10 2-2 16,-4-1 1-16,3 0-3 0,-3 4 1 0,-1-4-11 15,-5-4 9-15,-5 5 2 0,4-3-2 0,-12-2-7 0,-7-7-4 16,0 3-3-16,-2-3 4 0,-14-4-1 0,6 1 1 16,-6 0 0-16,-5-6 3 0,1 7 1 15,-3-9-7-15,-5 2 7 0,-7-2 14 0,2-1-10 0,-4 3 8 16,-6-3 7-16,1-1 9 0,-7-1 0 0,-4 0 1 16,9-2 7-16,-4 0 11 0,3 0 1 15,1-4 1-15,1 1-1 0,3-1 0 0,3 0 0 0,0 0 4 16,6-1 0-16,8 1 5 0,-15 0-11 0,15 0-5 15,-15-3-5-15,15 3-7 0,-8 0-4 0,8 0-16 16,0 0-2-16,0 0-12 0,0 0-2 0,0 0-11 16,31-5-9-16,-9 2-9 0,-1 3-14 0,4-1-11 15,8-3-2-15,0 2-12 0,10-4-15 0,-6 6-1 16,13-6-1-16,-6 3-2 0,6-6 7 0,-4-3 1 16,-1 1-18-16,-7-1 13 0,5-3 1 0,-12 2 27 15,-2-1-2-15,7-10 7 0,-8 5 0 0,-5-2 10 16,-1-1 7-16,-2-1 4 0,-10 0 19 0,-5 7-5 15,-4-3 10-15,-1 0 7 0,-1 0 17 0,-4 6 4 16,-5-4 19-16,-2 5 4 0,-3 3 2 0,0-2 3 16,0 6-3-16,1-3-8 0,-8 5-5 0,7 3-8 15,-6 0-2-15,6 4 4 0,-3 4-11 0,3 1-2 16,0 4 4-16,1 1-1 0,1 3-3 0,0-4-1 16,8 6-1-16,0 0 16 0,3 0-18 0,4-1-3 0,3 2-3 15,5 0-2-15,5 4 1 0,5-7-12 16,5 3 3-16,4-5-3 0,9 2-4 0,5-6-12 15,2 2-6-15,-2-5-13 0,7-8-12 0,-4-1-11 16,-1-6 0-16,0-5 5 0,-1 2 4 0,4-4 4 0,-16 3 8 16,9-10 3-16,-14 6 8 0,2-2 2 0,-7-4 6 15,1 2 10-15,-3-4 3 0,-4 5 8 16,-1-3 16-16,0 5 40 0,-10 1 4 0,-3-1 16 0,4 6 5 16,-6 2 1-16,-3-4-12 0,0 4-2 0,1 1-9 15,-3 3-11-15,-6 3-1 0,11 1-7 0,-24 1-1 16,6 3-11-16,2 7 4 0,-1 1-5 0,-4 3-1 15,1 4-7-15,-2 0 8 0,6 5 5 0,-3-4-11 16,8 6 0-16,-2-2-18 0,4 3-5 0,3-4-5 16,-1 4-7-16,14-2-6 0,-7-7 3 0,6-2 3 15,3 4-2-15,1-5 7 0,3-3-5 0,0-3 5 16,4 0 0-16,1-5-1 0,-2-1 8 0,6-7 1 16,-2-2 4-16,6-6 1 0,-8 0-3 0,-3 0 5 15,10-12 5-15,-8 1 7 0,3-4 13 0,-6 5 19 16,-5-3 16-16,7-1 19 0,-11 2 27 0,-5 5 22 15,7-1 11-15,-7 1 11 0,2 2 2 0,-2-1-6 16,5 4-4-16,-5 2-11 0,0 4-14 0,1 0-10 16,-1 2-23-16,0 0-9 0,0 6-16 0,0 0-8 15,0 0-12-15,0 0-22 0,0 0-10 0,-6 20-12 16,11-9-22-16,-5 6-7 0,1-3-20 0,6 3-10 16,1 5-22-16,-1 0-10 0,1-2-14 0,4-3-10 15,-3 9 5-15,1-13-21 0,0 4-2 0,2-4-5 16,1-2-3-16,0-2-5 0,-4-2-7 0,1-5 3 15,3-2 8-15,-5 0 10 0,4-5 16 0,1-7 14 0,-3 5 10 16,-2-3 15-16,0-7 12 0,1 0 19 16,1 1 19-16,-4 1 23 0,3-3 32 0,-3 0 12 15,-3 3 29-15,4-3-1 0,-2 6 5 0,-2 1 4 0,4-4 4 16,0 8 3-16,-6-7-5 0,6 4-4 0,0 2-12 16,-1 1-8-16,2 2-3 0,1 3-5 15,-1 0-4-15,-1-1-2 0,-7 3-3 0,21 5-1 16,-8-3-4-16,2 9 0 0,0-5-8 0,3 2 4 0,-1 5-5 15,-1-4-3-15,1 6 3 0,5 0-16 0,1 1-8 16,-8-2-9-16,3-1-5 0,0-1-10 0,-5 2-10 16,2-5-5-16,0 3 5 0,-7-5-10 0,-1-2 0 15,1 1 12-15,-1-2-1 0,-6 1 5 0,4-2 1 16,-5-3 5-16,0 0 4 0,0 0 7 0,0 0 3 16,0 0 2-16,0 0 9 0,-21-15 3 0,11 9 1 15,5 3 4-15,0-3 15 0,-3 0-4 0,1-3 0 16,6 6 1-16,-8-4-3 0,4 4-2 0,4-4 3 15,1 7-5-15,-7-5-3 0,7 5 1 0,-3-7-7 16,3 7-3-16,0 0 0 0,0 0 3 0,0 0-2 16,0 0 2-16,-10 15 0 0,10-8 0 0,-2 0 3 15,0 2 0-15,1 0-1 0,-3 0 4 0,4 3-3 16,0-3-1-16,0 3 0 0,4-1 3 0,-3-3 5 16,1 0-7-16,0 1 0 0,3 3 3 0,3-6-2 15,-1 1 4-15,1-2-3 0,7 2-1 0,6-5 3 16,1 0 2-16,8-6-3 0,1-3-1 0,2 2 2 15,10-6 1-15,-1-3 6 0,1-6-10 0,0 1-2 16,-2 1 0-16,0-4-5 0,-6-4-3 0,3-1 1 16,-1-1-6-16,-3-6 1 0,-2 0-3 0,-2 0-4 15,-2-3-8-15,-5-2 3 0,-3 4 1 0,-4-4 2 16,-7-7 6-16,4 9 5 0,-8 10 9 0,0-3 19 16,-5 3 19-16,0-3 21 0,-5 6 21 0,0 3 22 15,0-4 8-15,0-1 20 0,-2 11 9 0,2-5 15 16,-1 4 1-16,-3 4 9 0,3-6 3 0,-1 6 7 15,2 3-8-15,0 0-3 0,0 2-12 0,2-1-10 0,1 2-16 16,2 6-16-16,-3-12-16 0,1 9-22 16,2 3-22-16,0 0-9 0,0 0 0 0,0 0-4 15,20 21-3-15,-8-6-7 0,-1 10 1 0,1 2-4 16,3 10-2-16,0 4-2 0,-2 0-2 0,0 2-7 0,-3 4-4 16,3-1-4-16,-4 3-4 0,-3-1-1 0,3-2-2 15,-1 1-3-15,-5-9 1 0,4 3-2 0,-5-8 6 16,1-5-6-16,-3-1 7 0,0-7-3 15,0-2-4-15,0-6 10 0,3 0 7 0,-3-5 12 0,-3 1 45 16,6-2 33-16,-3-6-1 0,0 0-3 0,0 0-9 16,0 0-3-16,7-24-5 0,-4 15-7 0,4-7-7 15,-1-4-4-15,3 2-8 0,-3-6-5 16,7 6-5-16,2-6-5 0,-3 9-4 0,0-3-4 0,1 4-4 16,-5 2-1-16,-1 4-4 0,3 0-7 0,-2 2-1 15,0 1-3-15,5 5-5 0,-13 0 3 0,17 5-3 16,-7 1 2-16,1 2-4 0,3 2 0 0,-1 5-1 15,-3 0 1-15,3 1-2 0,2-1-1 0,0 8-5 16,-2-7-6-16,-3 3-6 0,3-4-7 0,7-2-8 16,-5-1-13-16,2-3-13 0,4-1-17 0,1-7-39 15,2-1-57-15,3-1-50 0,4-2-57 0,3-8-71 16,7-9-74-16,4 1-301 0,-2-5-792 0,0-2 351 16</inkml:trace>
  <inkml:trace contextRef="#ctx0" brushRef="#br0" timeOffset="383.41">6872 1021 31 0,'6'-7'349'0,"-1"-2"-20"0,0 3-26 0,-5-2-34 16,5 6-35-16,-5 2-27 0,0 0-20 0,0 0-21 15,0 0-14-15,7 20-17 0,-5-4-11 16,-4 0-12-16,4 5-13 0,-2 9-9 0,0 1-8 15,5-1-7-15,-4 11-7 0,13-4-9 0,0 5-3 0,-5-3-4 16,4 5-4-16,-5-3-2 0,7-6-7 0,-2 4-1 16,-4-12-12-16,1 0-11 0,1 0-19 0,-1-1-27 15,-5-6-34-15,2-7-47 0,-4 1-54 0,2-6-35 16,-2-1-73-16,1-6-149 0,-4-1-459 0,0 0 203 16</inkml:trace>
  <inkml:trace contextRef="#ctx0" brushRef="#br0" timeOffset="633.21">6792 901 302 0,'-10'-12'376'0,"-1"-3"1"0,6 3-6 0,0 2-10 16,5-2-10-16,-5 0-24 0,5 4-31 0,0-4-31 16,5 0-20-16,3 1-24 0,-1 0-25 0,9 3-18 15,-1 0-18-15,2-3-21 0,1 5-10 0,4 0-19 16,-1 5-4-16,11-1-16 0,-4 4-11 0,-7 3-6 15,9 3-12-15,0-4-10 0,-7 11-4 0,0 4-20 16,-5-9-11-16,1 8-24 0,-1 4-27 0,-8-5-20 16,1 9-14-16,-1-3-6 0,-3 4-20 0,-6-1-6 15,-1 4-19-15,-4 14-22 0,-5-15-25 0,-7 9-40 16,1 1-45-16,0 0-59 0,-7-1-243 0,-2-6-598 16,5-6 265-16</inkml:trace>
  <inkml:trace contextRef="#ctx0" brushRef="#br0" timeOffset="1150.05">7226 1332 84 0,'18'0'252'0,"-18"0"-17"0,10-1-15 0,-3-1-21 0,-7 2-17 15,15 3-19-15,-9-3-15 0,-6 0-15 16,15 4-7-16,-5 2-17 0,-2-1-12 0,4 2-10 0,0-2-6 15,-2 1-12-15,3 6-5 0,-2-3-5 0,4 3-6 16,0 2-3-16,-3-1-7 0,4-1-6 0,-4 3 0 16,-1-3-3-16,3 2-9 0,-6-3-5 0,-6 1-12 15,3 0-13-15,1-4-4 0,-6 1-6 0,2-2 1 16,-2 0 2-16,0-1 1 0,0-6 1 0,-8 2 3 16,8-2-2-16,0 0 1 0,0 0 3 0,-20-10 1 15,18 1-5-15,-5 0 14 0,6 2 2 0,-1-4 6 16,2 1 4-16,2 0 8 0,-2 2-2 0,1-3 2 15,3 3-2-15,-1 0-3 0,-1 0-1 0,4 2-3 16,1 3-1-16,-7 3-3 0,13-3-2 0,-3 0-1 16,-10 3 0-16,22 4 7 0,-2-1-11 0,3 6-2 15,-7-1 2-15,16-1 0 0,-7 5 3 0,6-2-3 16,2-2 1-16,-1 0-2 0,-1 3-1 0,5-4 1 16,1-1 0-16,-9-3 1 0,3 1-2 0,-2-4 2 15,2-3-4-15,-3 1 4 0,-5 0 3 0,-1-2-4 16,-6-3 12-16,-2 2 27 0,-1-4 4 0,-7-1 8 15,1 2 3-15,-5-3-1 0,-2-1-4 0,-4 1-2 16,-1-2 6-16,-3 1-13 0,-5-2 1 0,1 6-6 16,-4-4-4-16,1 4-3 0,-8 0-3 0,3 1-8 0,2 3 3 15,-2 0-4-15,-3 0-14 0,1 0-19 16,7 0-31-16,0 4-35 0,2-3-35 0,5 3-46 16,8 0-43-16,-15-3-37 0,15 3-215 0,0 0-490 15,0 0 216-15</inkml:trace>
  <inkml:trace contextRef="#ctx0" brushRef="#br0" timeOffset="2516.59">8102 801 143 0,'-2'-6'319'0,"2"1"-18"16,0 5-31-16,0-12-28 0,0 12-25 0,0 0-26 15,0 0-22-15,0 0-20 0,0 0-11 16,0 0-13-16,3 30-10 0,1-18-12 0,2 0-13 0,3 5-6 15,4 5-8-15,-7-2-10 0,6 1-7 0,-4 4 0 16,5 1 1-16,-3 0-14 0,2-4-5 0,-2 4-6 16,-5-6 0-16,3-2-2 0,-5-1-6 0,1-3-1 15,2 3-2-15,1-2-4 0,-12-3 0 0,12-2-6 16,-7-3 0-16,0 2-1 0,0-5-3 0,0-4 2 16,1 11-3-16,-1-8 4 0,0-3-4 0,7 6-5 15,-7-6 1-15,0 7-3 0,7-2 2 0,-7 1-1 16,5-3-3-16,4 3 2 0,-4-2-1 0,4 6 2 15,-1-3-2-15,2 2 9 0,3 3-9 0,0 0 1 16,2 3-5-16,0-1 3 0,0 7 0 0,2-6 0 16,1 4 3-16,-7-1-2 0,3-1 1 0,1-1-2 15,-7 0-3-15,3 3 3 0,1-6 0 0,-5 5 0 16,-1-3-5-16,1-2-1 0,0-5 5 0,-7 4-1 16,0 0 4-16,0-6-1 0,-5-2 3 0,0 3 3 15,-2-4 4-15,7-3 11 0,-22 0 10 0,22 0 7 16,-19-10 0-16,4 8 6 0,-2-6 3 0,2 3 4 15,0-7 12-15,4 0 0 0,2-3-1 0,-4 0-4 16,10-1 0-16,-9 0 3 0,9-4-1 0,5-7-21 16,-1 0 0-16,4-4-4 0,4-3-5 0,5-3-10 0,3-4-3 15,1-1-12-15,0 2-3 0,7 4 0 16,-5-3-6-16,0 7 2 0,8 1-9 0,-11 6 1 16,4-1 1-16,1 7 2 0,-6-1 1 0,-2 2-5 15,0 5 6-15,-5-2 1 0,6 3 2 0,-10 4-4 0,1 1 0 16,-4 0 5-16,4 2-8 0,-2-2 3 0,1 3-7 15,0 0 5-15,-5 4-9 0,0 0-1 0,0 0 2 16,0 0 4-16,0 0 0 0,0 0-3 0,0 0 0 16,0 0 1-16,-5 22 3 0,5-13 0 0,0 2 6 15,-2 2-3-15,2 5-1 0,-3-2 5 0,1 4 2 16,4 1 2-16,3 4-5 0,0 2 0 0,-4 2 3 16,6 1 0-16,0 12 0 0,1-3 1 0,0-9-1 15,5 0-2-15,2 6-8 0,2 0 3 0,-4-10 2 16,4 2-4-16,-1-4 2 0,2-2-1 0,4-2 0 15,-1-1 2-15,4-5-8 0,-8-5 8 0,4-3 4 16,6 0-6-16,-2-4 3 0,3-4 1 0,2-4 4 16,-4-5-2-16,-1 1-1 0,-2-3 4 0,-1-2 0 15,-1-4-1-15,-6 3 10 0,-2-7-9 0,4 3 6 16,-6-3 1-16,-1 2 12 0,-8 2 11 0,5 1 10 16,-7-1 1-16,0 2-1 0,0 2 8 0,-7 1-13 15,5 5-5-15,-4-3-4 0,-4 5 1 0,1 2-8 16,-2 2 2-16,-4-1-7 0,0 4-2 0,-2 4-4 15,3 0 13-15,-5 7-14 0,4-2 1 0,4 3-11 0,-1 2 0 16,2 3 1-16,4-3-7 0,1 2-5 16,5 4-3-16,0-1-1 0,6 3-3 0,3-7 3 15,2 2-3-15,1 0-8 0,9 1 8 0,-2-7 3 16,-1-1-6-16,3-3-9 0,11-4 0 0,-6 1-7 0,4-4 2 16,0-5 0-16,0 2 4 0,-9-6 4 0,11 0 1 15,-4-4 3-15,0-3 4 0,-5 1 4 16,-3-7 5-16,-4 12 3 0,-1-7 6 0,-3 5 16 15,3-5 19-15,-7 7 14 0,-1 1 21 0,-4-2 13 0,0-1 1 16,-3 2-13-16,4 4 0 0,-4 0-8 0,0-2-12 16,0 8-11-16,0-10 0 0,0 10 3 0,0 0-15 15,0 0-5-15,0 0-4 0,0 0 2 0,-22 17-10 16,22-10-1-16,-3-1-6 0,3 3-3 0,0 3-8 16,0-3-1-16,3 3-6 0,2-2-3 0,-2 2 0 15,4 4 0-15,0-1-4 0,-1-3 0 0,3 3 9 16,-1-5-3-16,-2-4-3 0,3 1 4 0,4-2 1 15,-1-5 4-15,-1 4 4 0,4-1-6 0,-2-3 2 16,1 0 1-16,-5-3 8 0,3 2-5 0,-2-3 6 16,-3 0-3-16,3-3 7 0,-1 3-6 0,1-3 5 15,-5 0 7-15,4 0 16 0,-3 1 16 0,-2-1 14 16,1-2 10-16,-2 2 6 0,2-1-3 0,0 4-1 16,-2-4-5-16,-3 8-8 0,2-5-6 0,-2 5-7 15,0 0-10-15,5-7-9 0,-5 7-6 0,0 0-6 16,0 0 6-16,0 0-3 0,6 20-2 0,-2-16-1 15,-1 4-4-15,-1 3 0 0,8-1 2 0,-7 0-14 16,0 5 15-16,4-7-17 0,1 7 3 0,-1-6 1 16,4 3 1-16,-2-3 1 0,-3 1 2 0,1-3 0 0,1-3-10 15,4 2 15-15,-7 0-1 0,5-2 7 16,-4-2-7-16,4-2 10 0,-10 0 11 0,20-2-5 16,-7-2 9-16,2-1 7 0,-2 2-3 0,2-5-1 15,0 0 15-15,0-3 5 0,0 4 10 0,-2 2 4 0,0-3 0 16,2-4 1-16,-3 1-4 0,-1 5-3 0,-2-3-4 15,1 1-8-15,0 1-1 0,-5 4-9 0,1-2-7 16,2 3-4-16,-3-5-10 0,-5 7-14 0,10-3-20 16,-10 3-20-16,0 0-30 0,14 7-26 0,-14-7-23 15,6 10-13-15,-1-4-10 0,-2 3-8 0,1 1-13 16,-3 2-15-16,-2 5-9 0,-3-2-19 0,-4 3-36 16,-2 5-39-16,-1-1-46 0,-8 3-253 0,-14 7-626 15,0-2 278-15</inkml:trace>
  <inkml:trace contextRef="#ctx0" brushRef="#br0" timeOffset="2900.37">4229 2377 35 0,'-29'3'220'0,"11"8"-14"0,5-7 4 0,1 1 20 16,9-2 21-16,3 0 21 0,13 2 26 0,19-1-1 16,24-4-8-16,43 0-20 0,57-4-22 0,13-1-21 15,6-9-19-15,12 9-18 0,7-10-14 0,8-4 3 16,13 9-7-16,10-7-4 0,10 5-15 0,-3-10-11 15,13 5-16-15,0 4-13 0,6-1-10 0,11-4-7 16,-19 5 13-16,-9-3-10 0,1 2-11 0,-17-6-6 16,-3 10-4-16,-8-3-13 0,-8-1-7 0,-22-4-11 15,-10 7-14-15,-13-4-15 0,-53 7-26 0,-8-6-33 16,1 2-39-16,-34 2-52 0,-7-1-45 0,-12 2-48 16,-13-3-69-16,-11 6-108 0,-16-1-291 0,-2 0-753 15,-21 2 333-15</inkml:trace>
  <inkml:trace contextRef="#ctx0" brushRef="#br0" timeOffset="7299.94">4060 3562 395 0,'5'-5'401'0,"-5"5"-41"0,1-4-38 0,-1 4-29 16,7-7-35-16,-7 7-24 0,0 0-11 0,0 0 22 0,3 26 3 15,1-10-15-15,-3 5-20 0,6 3-5 0,0 6-16 16,-6 0-16-16,6 0-20 0,-1 1-14 16,-4 10-13-16,5-8-15 0,6 10-8 0,-3-4-10 0,3-1-9 15,-3-7-11-15,0-2-37 0,-7-2-32 0,9 2-14 16,-2-4-23-16,-4-8-12 0,1 0-23 0,1 0-25 16,-4-5-23-16,-1 1-21 0,0-2-19 0,4-3-16 15,-7-4-41-15,5-3-57 0,-5-1-46 0,0 0-247 16,0 0-607-16,8-19 268 0</inkml:trace>
  <inkml:trace contextRef="#ctx0" brushRef="#br0" timeOffset="7516.63">4066 3558 40 0,'-6'-5'371'0,"-3"-3"6"15,3 0 9-15,-2 2 0 0,1 1-4 0,7 0-2 16,-7 0-8-16,7 5-22 0,0-7-16 0,0 7-30 0,0 0-26 15,-1-8-26-15,1 8-24 0,0 0-22 0,8-9-24 16,-1 4-18-16,3 0-19 0,9-1-12 16,3 2-17-16,-6 4-22 0,21-5-22 0,-9 2-27 0,8-5-21 15,-4 5-43-15,1-2-42 0,8 4-40 0,-6 1-41 16,-3 0-31-16,1 0-33 0,-10 1-37 0,-2 4-37 16,-4-3-47-16,4-1-26 0,-4 7-267 0,-10-5-670 15,-1 2 296-15</inkml:trace>
  <inkml:trace contextRef="#ctx0" brushRef="#br0" timeOffset="7700.68">4060 3805 39 0,'-9'7'248'0,"3"1"-4"16,-2-4-10-16,1 1-11 0,0-2-15 0,7-3-3 16,0 8-2-16,0-8-5 0,14 9-18 0,-4-9-17 15,11 2-16-15,7-4-15 0,7 4-12 0,-2-2-11 16,12 0-10-16,1 0-10 0,0-2-27 0,-1 0-37 15,0-6-58-15,-1 5-69 0,4-2-65 0,-1-1-66 16,-12 3-167-16,8-7-431 0,-10 6 191 0</inkml:trace>
  <inkml:trace contextRef="#ctx0" brushRef="#br0" timeOffset="8266.84">4771 3789 136 0,'-13'6'251'0,"-2"3"-12"15,2-1-18-15,-2 2-15 0,4 0-15 0,-1 5-2 16,2-4-13-16,-1 7-18 0,2-4-11 0,3 2-12 16,-1-1-15-16,4 1-7 0,3-1-7 0,0 2-13 15,3-2-5-15,4 2-5 0,-2-3-11 0,6 0-3 16,4-1-7-16,2 1-6 0,9-2-3 0,-4-3-4 16,1 1-2-16,12-5-4 0,-6-2-7 0,3-2-7 15,1-1-9-15,-12-1-6 0,6-3 3 0,-6-4-4 16,1 1 1-16,-4-5-3 0,-3 0-1 0,-5 1 0 15,-2-4 4-15,-1-3 0 0,-7 1-2 0,0 2 6 16,-7-1 11-16,2 1 15 0,-5 0 12 0,0 2 20 16,-3-4 17-16,-2 2 17 0,-5 3 5 0,4-2 11 15,3 7-3-15,-6-1-1 0,6-4-6 0,-2 8-10 16,9-2-3-16,-3-3-6 0,1 6-13 0,-2-2-6 16,5 2-9-16,0-1-7 0,5 4-13 0,0 0-5 0,0 0-4 15,0-8-4-15,0 8 1 0,22 0-6 16,-2 3-4-16,-4-3-3 0,6 2-2 0,-4 0-1 15,7-1-6-15,1-1-1 0,2 4-1 0,2 2-9 0,-2-2 13 16,4 6-17-16,-12-7-3 0,3 1 1 0,-2 4 6 16,-1-1-14-16,2 0-3 0,-6 0-2 0,1 5 0 15,-2 0-12-15,0-1-2 0,-4-3-4 16,-1 3-7-16,2 4 6 0,-4-2 6 0,-1-1-3 0,-4 0 6 16,2-1 1-16,-2 1-3 0,4-3 4 0,-7 1 3 15,1-2 4-15,-1-1 2 0,0 0 6 0,0-7 26 16,-1 9 21-16,1-9 31 0,-7 4 21 0,7-4 22 15,0 0 6-15,0 0 7 0,0 0 1 0,-18-18 5 16,13 10-5-16,3-1-7 0,2-3-7 0,-1 2-13 16,2-5-8-16,-2 0-11 0,-3 0-9 0,8 3-14 15,-3 2-6-15,4-6-17 0,-1 0-25 0,1 7-36 16,0-3-46-16,8 0-49 0,-2 0-62 0,1 1-64 16,3 6-56-16,-2-3-58 0,2 2-66 0,0 0-383 15,-2 4-878-15,9 1 388 0</inkml:trace>
  <inkml:trace contextRef="#ctx0" brushRef="#br0" timeOffset="9416.84">5599 3785 261 0,'0'0'322'0,"-8"-2"-28"0,8 2-29 15,0 0-29-15,0 0-26 0,0 0-20 0,0 0-20 0,1 14-18 16,-1-14-16-16,10 15-12 0,-6-3-9 0,2-5-12 15,3 9-10-15,-1-4-8 0,0 5-12 0,2 0-4 16,0 2-1-16,0-2-11 0,-5 1-4 0,6-1-7 16,-6 0-4-16,9-2-5 0,-8 0-5 0,1 0 1 15,-2-6-5-15,-2 0 0 0,-1-1-3 0,4-3 2 16,-2 3 12-16,-1-4 33 0,-3-4-10 0,7 2 10 16,-7-2-3-16,0 0 4 0,5-14 1 0,-2 6 3 15,-3-3 0-15,7-4-3 0,-7 0 0 0,8-2 4 16,-1 2 5-16,-1-4 4 0,2 2 2 0,-1 2 3 15,1 0 2-15,1-1 0 0,-9 4-4 0,6 3-5 16,2-1-11-16,-1 2-4 0,0 2-10 0,-2-3-7 16,-2 6-9-16,-3 3-11 0,12-5 0 0,-12 5 9 15,14 4-17-15,-5-1-4 0,-1 7-2 0,-1-3-3 0,3 7-2 16,-5-5-2-16,6 5-3 0,-3-1-9 16,2 2-3-16,0 1-6 0,4 1-4 0,-3-2-7 15,-1-1-5-15,-2-1-4 0,4 1-2 0,-2-6-3 16,-4 3 4-16,-1-5 1 0,2 1 12 0,-4-4 5 0,2 1 9 15,-5-4 1-15,0 0 8 0,0 0 15 0,0 0 9 16,0 0 13-16,19-12 16 0,-19 4 2 16,6-3 5-16,-6 1 12 0,2-8 10 0,3 3 2 0,5 0 6 15,-5 2 13-15,0-5 11 0,5 1-3 0,-9 5 3 16,6-3-7-16,-1 8-1 0,1-4-8 0,-5 2-11 16,4 3-13-16,-6 3-7 0,2-6-14 0,5 6-7 15,-7 3-4-15,8-5-8 0,-8 5-9 0,0 0-4 16,20 8-31-16,-10 3-23 0,1-6-21 0,-2 9-26 15,5-2-26-15,6-1-22 0,-3 2-20 0,8 3-22 16,-1 2-19-16,6-2-21 0,0-3-12 0,2 1-21 16,-3-3-14-16,8-3-25 0,-3-2-20 0,-2 0-10 15,4-5 1-15,-4-1 7 0,-2-4 29 0,1 1 26 16,-4-4 33-16,-1-6 16 0,-6 6 29 0,-7-5 45 16,2 0 38-16,-2 2 41 0,-4-7 33 0,0 4 33 15,-4-6 30-15,-10 3 28 0,5-3 27 0,-3 5 30 16,1-4 28-16,-4 0 17 0,-7 3 10 0,6 2 0 15,-5-1-8-15,-1 5-15 0,-2 1-12 0,2 1-19 0,-4 3-14 16,-2 0-15-16,2 1-8 0,-1 6-11 16,1 2-15-16,-6 0-3 0,7 5-11 0,-4-3-7 15,5 4-5-15,0 1-6 0,0 0-7 0,7 0-16 0,-1 4-2 16,3-1-12-16,-1-4-5 0,1 4-10 0,6-2-12 16,0-3-8-16,0 0-9 0,1-1 0 0,4 1 0 15,4-2 1-15,-3-1 4 0,2 0 0 16,7-6 3-16,-8 1 5 0,8-2 2 0,-15 0 8 0,21-3-4 15,-6-4 0-15,0 0-3 0,0 2 2 0,0-3 5 16,-2 0 4-16,2-3 3 0,-2-1 2 0,-4 9 1 16,-1-2-1-16,-2-2 11 0,3 0 7 0,-4 2-2 15,1 2-4-15,-1-1-1 0,-5 4-5 0,5-1 3 16,-5 1-6-16,0 0-2 0,0 0 2 0,15 8 5 16,-10 0-7-16,-2-2 7 0,2 3-8 0,2-1 4 15,-2 2 2-15,8 2-2 0,0-2-3 0,2 4 5 16,-3-3-3-16,6-1-2 0,4 0 1 0,-7-2-4 15,6-4 6-15,1 1 0 0,7-5-1 0,1 3-6 16,-5-6 8-16,-3-2-1 0,-1-2-7 0,6-3 6 16,-3-4-2-16,-2-4-2 0,-2 0 4 0,1 3-1 15,-3-6 5-15,-3-6-8 0,-1 0 3 0,-6-5-1 16,0 3-3-16,4-12 4 0,-9-1-2 0,-3-2 2 0,0 2-7 16,0 3 3-16,-3 9 1 0,-2-1 11 0,-3-1 24 15,1 5 33-15,0 8 31 0,-1-1 31 0,1 2 7 16,-1 5 3-16,1-5 1 0,-1 12-2 0,2-5-4 15,-1 4-9-15,-1 1-21 0,1 1-13 0,4 0-10 16,3 5-11-16,-18 4-10 0,18-4-5 0,-15 9-6 16,8 1-8-16,-3 4-1 0,3-4-3 0,4 10-5 15,2-1 0-15,1 8-2 0,0 2-4 0,1 0-4 16,4 13-8-16,5-2-8 0,5-1-22 0,3 3-23 16,0-8-23-16,2 2-27 0,7-1-30 0,-4-1-56 15,0-10-44-15,13 2-43 0,-7-3-64 0,-1-11-97 16,0 1-400-16,3-6-894 0,1-7 396 0</inkml:trace>
  <inkml:trace contextRef="#ctx0" brushRef="#br0" timeOffset="9784.36">8047 3151 360 0,'3'-8'387'0,"4"-3"-6"0,-2 5-24 0,-3 0-40 0,3-3-31 15,-2 7-37-15,-3 2-27 0,0 0-20 0,8 15-25 16,-1-3-17-16,-6 6-15 0,4 8-10 0,0 2-20 16,0 4-15-16,2 7-6 0,5 7-8 0,-3 1-7 15,1 1-5-15,2 0-11 0,3 0 0 0,0 4-7 16,0-5 0-16,5-5-7 0,1-2-19 0,2-3-16 16,-8-9-28-16,-2-5-30 0,-1-6-33 0,-2 1-42 15,0-9-57-15,-4-2-73 0,9-6-69 0,-6-6-226 16,-3 1-588-16,2-4 260 0</inkml:trace>
  <inkml:trace contextRef="#ctx0" brushRef="#br0" timeOffset="10350.14">7968 3104 253 0,'0'-7'309'15,"0"2"-22"-15,0 5-24 0,13-8-14 0,-3 6-19 16,6 1-11-16,6 2-25 0,6 2-20 0,2 4-7 0,0 0-23 15,13 3-14-15,-12 5-13 0,12 0-12 16,0 7-10-16,2 0-6 0,-1 3-11 0,-9 1-10 16,-10-6-4-16,13 5-8 0,-10 6-5 0,2-2-3 15,-2 3-8-15,-11-7 5 0,3 0-12 0,-5 2-1 0,-7 1 1 16,-2-9-13-16,-1 9-4 0,-10 4 1 0,-1-3-8 16,4-4 5-16,-18-4-6 0,4 0-4 0,-9-3 3 15,-2-5 1-15,-2 2-2 0,-3-4-3 0,-1 1 2 16,2-8 7-16,-1 3 8 0,4-6 7 0,0 2 13 15,5-2 14-15,3 2 9 0,-2-3 6 0,6-4 3 16,1 4 1-16,5-1 3 0,10 1 0 0,-10 0-4 16,10 0-15-16,0 0 1 0,0 0-10 0,0 0-13 15,0 0-17-15,28-10-11 0,2 13-19 0,23-6-14 16,-5 3-12-16,5-4-14 0,3 0-12 0,0 0-8 16,4-1 2-16,1-5-7 0,-1 0 4 0,-1 1 4 15,-1 1 5-15,0-5 2 0,-5-2 6 0,0-4 7 16,-10 5 7-16,-3-6 4 0,-10 7 6 0,-9-5 4 15,1 1 5-15,-9 4 4 0,-5-5 2 0,-8 4 6 16,0 2 6-16,-8 0 7 0,1 0 15 0,-6 0 11 16,-2 4 6-16,-1 1 2 0,1 0 2 0,-7 4 0 15,1 1-1-15,-9 2-9 0,0 5 5 0,9-3-4 16,-2 7-4-16,3-6-7 0,-4 5 3 0,3 0-2 0,4 4 4 16,4 0-2-16,2 2-1 0,1-1-2 0,10 2 0 15,0 0 4-15,0 5-5 0,10-1 6 16,-2-4-9-16,7 3 3 0,6-4-7 0,6-3-15 15,1 5-19-15,2-12-30 0,13 2-26 0,-5-3-41 0,6-9-39 16,0 2-41-16,-13-6-25 0,19-6-23 0,-12-2-16 16,3-2-201-16,-3-1-503 0,-10 2 223 0</inkml:trace>
  <inkml:trace contextRef="#ctx0" brushRef="#br0" timeOffset="10600.14">9540 3056 250 0,'-3'-13'333'0,"-4"4"-10"0,-3-2-10 0,5 4-20 0,-3 0-13 15,-5 2-29-15,3 3-27 0,1 2-19 0,9 0-18 16,-21 7-26-16,11 0-9 0,-2 6-16 0,7 6-12 16,-3 5-9-16,5 4-13 0,0 4 2 0,6 14-5 15,0 0-7-15,5 1-10 0,4 6-4 0,3 1-1 16,6 25 18-16,4-2-15 0,5 1-3 0,-2-2-13 16,4 2 0-16,2 0-6 0,-4-1-3 0,5-2-5 15,-5-3-4-15,-14-17-6 0,7 16-5 0,-4-17-6 16,-4-7-2-16,-6-4 0 0,-2 0 6 0,1-14-29 15,-6-3-13-15,-2-7-29 0,0-1-1 0,-3-8-3 16,1 1-16-16,-5-8-22 0,1 0-25 0,6-3-28 16,-22-14-35-16,9 1-37 0,-10-8-50 0,0-12-45 15,0-5-256-15,-4-8-602 0,11-4 266 0</inkml:trace>
  <inkml:trace contextRef="#ctx0" brushRef="#br0" timeOffset="11049.95">9537 3756 104 0,'-7'-12'264'0,"4"3"16"0,3 1 12 0,-4 1 2 15,4 1 15-15,-6-1 12 0,4-3 0 0,2 3 2 16,0 7 3-16,0-10-12 0,0 10-24 16,0-10-13-16,2 3-19 0,4 4-25 0,-6-3-22 15,7 2-22-15,0-3-17 0,1-2-17 0,7-2-16 0,0 3-12 16,5-3-13-16,-4-1-7 0,6 5-18 0,-2 2-10 16,-4-3-10-16,11 4-9 0,-9 0-16 0,2 4-12 15,8 1-12-15,-8 6-11 0,-2 1-9 0,3 0-8 16,-4 1-3-16,3 9-6 0,0-2 0 0,-5 4-2 15,-2-5 6-15,2 6-2 0,0 0 3 0,-2-5-2 16,-5 3 3-16,5-3 1 0,-4 0 3 0,4-1-1 16,-5-3 3-16,0-1-1 0,-1 0-1 0,0 1-1 15,-2-4 8-15,-2-1 1 0,5-3 1 0,-5-1 2 16,-3-3 2-16,9 5-2 0,-9-5-3 0,0 0 2 16,8-11-2-16,-5 8-1 0,2-6-3 0,0 0-11 15,0 2-21-15,2-7-20 0,-1 1-16 0,8 1-18 16,-8 1-17-16,4-4-6 0,-1 3-9 0,0 1 4 15,0 2 13-15,-1 2 7 0,-1-1 8 0,1 0 8 0,-1 1 7 16,-4 3-2-16,2-2 6 0,-4-1-9 16,3 4 0-16,-4 3 8 0,0 0 2 0,1-7 7 15,-1 7 4-15,0 0 8 0,0 0 3 0,0 0 7 16,0 0 5-16,0 0-1 0,0 0 4 0,0 0-14 0,-21 2-11 16,21-2-14-16,0 0-14 0,0 0-18 0,0 0-23 15,-15 0-20-15,15 0-27 0,0 0-32 16,0 0-32-16,0 0-170 0,-8-2-438 0,8 2 193 15</inkml:trace>
  <inkml:trace contextRef="#ctx0" brushRef="#br0" timeOffset="11566.67">10204 3528 100 0,'0'0'269'0,"0"0"3"0,0-6-3 16,0 6 3-16,0 0 6 0,0 0-19 0,0 0-6 16,0 0-15-16,0 0-15 0,0 0-21 0,5-4-24 15,-5 4-21-15,0 0-15 0,0 0-18 0,0 0-11 16,0 0-11-16,0 0-10 0,15 12-12 0,-9-7-4 16,-3 3-11-16,4 2 5 0,-4 1-14 0,6 5-6 15,-1-5-8-15,-1 1-4 0,1 0 2 0,3 4-8 16,-2 3-3-16,-3-6 3 0,1 2-10 0,-4-3 1 15,4 2-4-15,0-6-2 0,-3 2-5 0,-2-1 1 16,0-4-4-16,4 0 4 0,-6 1 1 0,5-3 4 16,-5-3-2-16,2 6 0 0,-2-6 7 0,5 5 2 15,-5-5-2-15,0 0-4 0,0 0 1 0,0 0 1 16,0 0-2-16,10-12 6 0,-5 4 10 0,-3-1-5 16,-1-3 3-16,6 1 13 0,-1-8-5 0,3 7 9 15,-3-3-15-15,4 3 2 0,-5-6 6 0,10 1 5 16,-2 4 1-16,-3-2 2 0,2 3-1 0,-2-3-2 0,-2 3 7 15,0 1 1-15,7 3-6 0,-10 1-3 0,2 2-5 16,-1-2-5-16,-2 5-3 0,-4 2-11 16,11-5 2-16,-11 5-8 0,10 0-1 0,-10 0-4 0,12 10-1 15,-5-2-3-15,-3 1 3 0,6 5-5 0,0 2 2 16,2 0 1-16,-2 7-1 0,-2-7-5 0,0 2 1 16,-1 1 1-16,1-2-33 0,4-2-23 0,-2 0-14 15,-4 1-17-15,1 0-41 0,0-7-18 0,-6-1-17 16,6 2-26-16,0-3-23 0,-6-2-50 0,4-2-63 15,-5-3-46-15,0 0-238 0,0 0-654 0,17-8 289 16</inkml:trace>
  <inkml:trace contextRef="#ctx0" brushRef="#br0" timeOffset="11753.49">10818 3511 98 0,'0'-8'330'15,"5"4"-4"-15,-5 4-13 0,0 0-29 0,0-7-22 16,0 7-33-16,0 0-24 0,0 0-19 0,0 0-16 15,0 0-18-15,0 0-8 0,0 19-10 0,3-12-11 16,-3 3-5-16,5 5-12 0,-2-1-9 0,7 1-7 16,-1-2-8-16,-3 6-6 0,-1-4-8 0,2 5-9 15,4-5-19-15,-2 1-23 0,-1-1-36 0,7-3-33 16,-7-2-50-16,5-3-69 0,-4-4-78 0,9 3-271 0,-8-6-562 16,-10 0 248-16</inkml:trace>
  <inkml:trace contextRef="#ctx0" brushRef="#br0" timeOffset="12283.45">11111 3030 269 0,'-12'-14'437'0,"2"0"2"16,4 1-10-16,-4 4-11 0,3 2-24 0,2-1-33 0,2 3-39 15,-2 2-32-15,5 3-33 0,-7-8-31 0,7 8-20 16,0 0-23-16,0 0-20 0,12 24-16 0,-4-9-14 15,0 1-14-15,6 10-11 0,-3 1-9 0,4 0-3 16,2 9-21-16,-4-5-3 0,7 6-5 0,-5 0-11 16,-2-11-13-16,-3 5-18 0,3 8-13 0,0-12-16 15,-9-3-18-15,7 6-22 0,-4-4-19 0,-4-7-16 16,4 1-22-16,-7-5-23 0,1-2-3 0,-2-1 6 16,2-1 2-16,3-3 13 0,-3 1 12 0,-1-6 11 15,0-3 6-15,0 7 7 0,0-7 6 0,0 0 10 16,0 0 4-16,-6-19 2 0,-1 11 9 0,4-1 2 15,-4-1 7-15,7-2 0 0,-11-6 10 0,7 4 12 16,-1 0 13-16,-1-1 18 0,4 2 22 0,-1-4 17 16,-1 4 16-16,1-3 18 0,0 0 14 0,1 9 4 15,-3-7 16-15,5 5 0 0,-3 1 14 0,3 0 3 16,-2-2-5-16,2 5-4 0,0 5-12 0,0-11-10 16,0 11-13-16,2-8-12 0,-2 8-10 0,3-2-9 15,-3 2-7-15,0 0-9 0,25 5-4 0,-15-3-4 0,3 4-6 16,-6 0-4-16,9 1-5 0,1 7-2 0,3-5-4 15,1 6-2-15,-4-4-7 0,3 1 1 0,-5 3-8 16,1-2-10-16,-1-1-4 0,0 2-11 0,0-3-17 16,0 5-23-16,-4-3-28 0,-1 2-19 0,-2-4-27 15,4 4-26-15,-5-7-18 0,-4 2-10 0,2-1-13 16,-2-1-8-16,-3 0-15 0,5-1-19 0,-5 1-29 16,0-2-34-16,0-6-26 0,2 7-23 0,-2-7-191 15,3 8-584-15,-3-8 259 0</inkml:trace>
  <inkml:trace contextRef="#ctx0" brushRef="#br0" timeOffset="12850.1">11751 3418 90 0,'2'-7'320'16,"-2"7"-19"-16,0 0-17 0,0 0-24 0,0-8-19 16,0 8-17-16,0 0-16 0,0 0-14 0,-15 14-20 15,8-11-13-15,6 5-15 0,-1 2-7 0,-1-1-7 16,3 0-10-16,0 7-14 0,0-5-6 0,5 2-14 15,-4 5-2-15,6-2-10 0,0 0-7 0,6 0-5 0,-3-1-4 16,8-4-5-16,-6-2-7 0,1 3-6 16,0-6 1-16,5 5 4 0,-3-7-12 0,-2-4-2 15,-4 0-2-15,2 0-1 0,1-3-6 0,-7-6-1 16,1 3-6-16,1-6 0 0,-5 0-1 0,-1 0-6 0,3-6 8 16,-1 5-12-16,-6-2 8 0,-1-1 2 0,-1 3 9 15,2-4 8-15,0 2 11 0,-2 6 5 16,0-4 1-16,-3-1 2 0,1 4 5 0,5 4 6 0,-1 0 0 15,0-2-4-15,-1 1-6 0,4 7 2 0,-5-6-9 16,5 6-4-16,0-7-10 0,0 7-6 0,0 0-11 16,0 0-2-16,0 0-3 0,15 0-1 0,-15 0-6 15,14 7-1-15,-6-3-13 0,3 4-2 0,1 1-10 16,1 0 1-16,4 3-7 0,1-2-2 0,-3 3-7 16,3 1 4-16,-5 0-1 0,2-2-2 0,0 3-2 15,5-2 5-15,-10-2 8 0,3 0-13 0,-5-3-3 16,-1 0 4-16,0-4-2 0,1 3 4 0,-8-2 1 15,3 2 13-15,-3-7 21 0,10 1 6 0,-10-1 12 16,0 0 14-16,0 0 23 0,0 0-2 0,12-13 12 16,-9 6 3-16,0 3 14 0,2-4 3 0,2-7 7 15,1 5 7-15,-1 0 7 0,3-1 7 0,3-4 3 16,-5 0-6-16,9 3-8 0,1-5-9 0,-1 6-14 16,6-6 1-16,-10 7-1 0,4-4-3 0,-2 5-2 0,1-2-11 15,-3 6-9-15,-1-3-7 0,-4 4-8 16,0-3-9-16,-1 6-3 0,-7 1-10 0,0 0-12 15,17 8-14-15,-17-3-15 0,0-5-22 0,0 12-33 16,0-1-32-16,0 1-33 0,-4 2-43 0,-2-1-25 0,-1 2-39 16,-8-1-48-16,2 0-66 0,-2 0-71 0,-6-2-248 15,-1-3-743-15,-4-2 329 0</inkml:trace>
  <inkml:trace contextRef="#ctx0" brushRef="#br0" timeOffset="13149.98">10508 3092 53 0,'0'0'327'0,"0"0"-24"16,5-8-28-16,-5 8-23 0,0 0-24 0,0 0-32 0,0 0-20 15,10-2-17-15,-10 2-14 0,0 0-15 16,8 11-19-16,-8 0-33 0,5-7-39 0,-5 4-67 16,0-1-74-16,0-7-98 0,-6 9-157 0,1-5-387 15,0 4 171-15</inkml:trace>
  <inkml:trace contextRef="#ctx0" brushRef="#br0" timeOffset="13316.66">10028 3075 353 0,'0'0'350'0,"0"0"-31"0,-13 0-38 0,13 0-25 0,0 0-36 16,0 0-48-16,-8 2-43 0,8-2-58 0,-9 7-71 15,3 1-97-15,-1-3-88 0,-1 2-127 0,-5-3-337 16,-2 5 149-16</inkml:trace>
  <inkml:trace contextRef="#ctx0" brushRef="#br0" timeOffset="14033.16">4627 5034 286 0,'-8'2'293'0,"8"-2"-14"0,-8 0-17 0,8 0-20 16,0 0-13-16,0 0-18 0,31-16-17 0,14 3-20 0,11 4-14 15,25-6-17-15,17-2-14 0,48-3-14 0,-44 3-13 16,57-10-11-16,12 5-6 0,9 11-2 16,15-5 3-16,-1-6-2 0,15 2-8 0,1 1-4 0,13 4-1 15,-11-9 1-15,10 5-9 0,0 4-4 0,-4-1-2 16,4-3 1-16,-3 0 9 0,-4-6-1 0,-8 11 3 16,13-6-13-16,-7 0-4 0,-1 3-13 0,-12 0 11 15,1 1-4-15,-4-5-5 0,-5 3-5 0,-9-5-1 16,3 4-8-16,-4-4 1 0,-12 7 1 0,-6-7 0 15,3 4-2-15,-14 1 6 0,-11-2-7 0,4 6 2 16,-47-3 3-16,43-3-2 0,-43 8 8 0,1-4-10 16,-9 1-3-16,0 1-3 0,-5 1 0 0,-26 5-3 15,-1-3-3-15,-3 2 2 0,4-1-8 0,-19 2 4 16,-9 4-9-16,-11 0-13 0,-2 3-33 0,-6-6-27 0,-2 7-43 16,-2 0-51-16,-9 0-55 0,0 0-64 0,0 0-65 15,0 0-251-15,0 0-647 0,-52 7 287 16</inkml:trace>
  <inkml:trace contextRef="#ctx0" brushRef="#br0" timeOffset="18567.49">6756 6082 123 0,'0'0'269'0,"0"0"-26"0,0 0-23 16,-8 2-25-16,8-2-20 0,0 0-18 0,0 0-15 15,0 0-15-15,0 0-11 0,0 0-9 0,0 0-10 16,0 0-10-16,18 9-10 0,-8-5-4 0,-10-4-6 16,16 2-8-16,-6-2-4 0,0 5-8 0,-10-5-3 15,15 0-2-15,-15 0-5 0,8 1-4 0,-8-1 8 16,0 0 10-16,9 0 5 0,-9 0 3 0,0 0 4 16,0 0-5-16,0 0-8 0,0 0-5 0,0 0-6 15,0 0 1-15,0 0-6 0,-32 4-5 0,32-4-7 16,-15 2-14-16,15-2-33 0,-13 0-39 0,7 5-58 15,6-5-54-15,0 0-57 0,-7 4-196 0,7-4-463 16,0 0 206-16</inkml:trace>
  <inkml:trace contextRef="#ctx0" brushRef="#br0" timeOffset="19650.07">7608 5548 204 0,'5'-16'322'0,"-3"1"-7"15,-2 3 4-15,0-3-9 0,0 2-4 0,-2-2-12 16,1 4-7-16,-3-1-15 0,-4-1-18 0,3 1-23 16,0-2-16-16,-1 1-24 0,-8 3-15 0,8 2-19 15,-3-3-17-15,-4 5-14 0,3 0-15 0,-3 2-14 16,0-1 3-16,-2 3-22 0,0 1-6 0,-3 2-17 0,3 1-2 15,-3 4-8-15,3 1-5 0,-2-2-4 0,1 5-5 16,-3 1-3-16,3-5 0 0,1 8-6 16,0-3-2-16,2-2 1 0,-2 6-5 0,0-4 0 15,7 5-10-15,-5-4 6 0,4 3 5 0,3-3-12 0,-1 0 0 16,-3 3 2-16,4-3-2 0,6 0-2 0,0 3-1 16,-7-3-9-16,7-1 14 0,7 1-3 0,-6 3-1 15,11 0 1-15,-4 3 0 0,5-6-3 0,7 9 4 16,2-5-3-16,6 4-5 0,8 1 7 0,2 0-5 15,2 1 2-15,0-3 1 0,4 0-5 0,-6 2 6 16,7 1 0-16,-8-3-5 0,-4-3 1 0,-5 0 3 16,3-2-3-16,-6 7 1 0,0-5 0 0,-2-2-1 15,-6-2-4-15,-2 1 1 0,6 7-1 0,-11-6 0 16,3-3 0-16,-4 0 6 0,-3-2-11 0,1 2 4 16,-7-3 2-16,1 3 2 0,4-3 11 0,-10 0-9 15,4 1 9-15,-6 2 4 0,-1-5 6 0,-7 3 4 16,0 3 4-16,2-6 0 0,-10 2 11 0,-2 5-6 15,-7-6-1-15,3 2-2 0,-1-2 7 0,-3 0-9 16,0-3-3-16,1 1-11 0,1-2 8 0,-2-2-2 16,8 4 2-16,-2-3-2 0,11-1 10 0,-6-1 12 15,1 0 4-15,6-1 15 0,-2 1 18 0,6 0 5 16,2-2 6-16,-1 0 8 0,10 2 3 0,-13-4-2 0,13 4-2 16,-10-6-5-16,5 1-2 0,0 1-6 0,2-2-7 15,1 0-7-15,-1-2-8 0,3 8-3 16,0-7 3-16,0 7-18 0,0-6-4 0,0 6-2 15,0-7-7-15,0 7-5 0,0 0-4 0,0 0-2 0,0 0-7 16,0 0-4-16,0-8-13 0,0 8 7 0,0 0-4 16,0 0-1-16,12 0-9 0,-12 0-10 0,18 6-12 15,-12-4-11-15,6 0-23 0,0 5-33 0,6-6-34 16,0 4-48-16,4 0-58 0,1-3-58 0,-2 4-74 16,11-12-94-16,-6 16-386 0,-4-6-925 0,-1-4 409 15</inkml:trace>
  <inkml:trace contextRef="#ctx0" brushRef="#br0" timeOffset="20333.6">8322 6132 40 0,'0'0'341'0,"0"0"5"0,8-8-4 0,-8 8-1 0,0 0-7 15,0-7-17-15,5 1-13 0,-5 6-25 16,0 0-18-16,0-7-22 0,0 7-30 0,0 0-9 0,0 0-16 15,0 0-22-15,0 0-20 0,0 0-13 0,0 0-5 16,-28 7-20-16,20-2-11 0,-1-2-10 0,1-1-18 16,-10 9 3-16,3-5-6 0,5 3-11 0,-3-1 5 15,0 0-13-15,6-3-5 0,-3 5-1 0,5-2-8 16,-3-2-10-16,-1 2 4 0,5-3-3 0,2 3-2 16,2-1-7-16,0 1 5 0,2 0-8 0,4 0 10 15,2 2 13-15,9 0-19 0,0 2 0 0,-1 0-4 16,12 2 2-16,-13-3 0 0,15-2-4 0,-2 2-1 15,-11-2-3-15,9 1 4 0,-8-2-4 0,4 4-6 16,-7-5 7-16,0 1-8 0,1 4-3 0,-6-8-3 16,-3 1 1-16,-2 5-1 0,0-5-2 0,0 2 7 15,-5-7 6-15,3 10-7 0,-6-3 7 0,-4-1-1 16,-1 0 5-16,-6 0-8 0,0-2 5 0,-5 3 3 0,1-2-4 16,-8 2-4-16,4-1 5 0,-4-4 2 0,4 1 8 15,1 1-11-15,-1-3 8 0,1 2-8 16,6-3 11-16,-7 0-21 0,14-3-1 0,-7 2-35 0,10-1-30 15,-3-3-49-15,1 1-42 0,5-7-47 0,4 2-62 16,5-4-74-16,1-1-309 0,7-2-711 0,-2-8 314 16</inkml:trace>
  <inkml:trace contextRef="#ctx0" brushRef="#br0" timeOffset="20566.75">8547 6019 212 0,'0'0'248'0,"0"0"-13"16,0 0-4-16,10 16-6 0,-4-12-12 0,-4 7-11 15,5 2-6-15,-1 5-15 0,1-2-17 0,1 3-16 16,-1 0-6-16,1-3-20 0,0 8-12 0,1-6-8 16,-3 9-8-16,3-7-11 0,-3-1-9 0,6 5-2 15,-2 2-12-15,-5-6-4 0,3-1-5 0,0 8-20 16,-1-11-34-16,-5 1-45 0,4-2-48 0,-1 0-67 15,-2-3-65-15,2-3-225 0,-1-1-490 0,-1-7 217 16</inkml:trace>
  <inkml:trace contextRef="#ctx0" brushRef="#br0" timeOffset="21416.68">8550 6306 14 0,'0'0'199'0,"0"0"-15"0,0 0-17 0,0 0-8 0,0 0-15 16,0 0-15-16,0 0-11 0,37 4-9 16,-22-1-9-16,-1 1-12 0,10-3-13 0,-3 2-1 0,12 0-10 15,-3-2-8-15,1 4-8 0,4-3-3 0,-2-1-14 16,10-1-11-16,-11 0-19 0,3-1-16 0,-6 1-10 16,-1-2-3-16,-6-3 1 0,-1 4 2 0,-2-1 2 15,-4-2 6-15,-4 1 5 0,-3 1 5 0,1-2 13 16,-8-2 0-16,-1 6 3 0,4-8 15 0,-4 8 15 15,-10-5 13-15,0 3 8 0,3-3 9 0,-8 3 7 16,5-1 10-16,-8 1 3 0,2 2 1 0,1 0 7 16,0 2-7-16,-2 1-7 0,-1-2 9 0,2 0-10 15,-4 4-5-15,5-2-11 0,-2 3-2 0,2 0-9 16,2 0-4-16,-2 3-6 0,4-2-5 0,1 1-1 16,1 1-6-16,3 5-4 0,4-4-1 0,-4 2-2 15,2-2-1-15,4 5-3 0,0-4 1 0,2 4-6 16,6-4 6-16,-3 3-6 0,3-1-1 0,2-4-2 15,2-1-2-15,-2 2-2 0,5-5 0 0,6 0-3 0,-4-1-1 16,-2-4-3-16,3-1 3 0,-2-3-3 16,4 0 2-16,-3-3-1 0,-2-2 1 0,-2 2-1 15,0-2 0-15,-1-4 8 0,-1 1 2 0,-1 2 17 0,-3 1 13 16,1-1 17-16,-6 2 22 0,3-2 27 0,-4-2 6 16,3 4 5-16,-3-6 8 0,3 10-5 0,-4-4-6 15,0 8-5-15,0-9-8 0,3 2-15 16,-3 7-15-16,2-4-10 0,-2 4-11 0,0 0-9 0,0 0-3 15,0 0-8-15,0 0-14 0,0 0-10 0,0 0-14 16,0 22-8-16,0-14-24 0,1 4-18 0,4-4-14 16,0 1-12-16,-1 6-18 0,2-7-13 0,1 7 0 15,-1-8-13-15,3 5-14 0,-3-3-20 0,1-1-19 16,-2-2-17-16,2-2-10 0,1 0-7 0,-2-3 1 16,-6-1 12-16,15-1 5 0,-15 1 20 0,15-8 22 15,-3 2 10-15,-10-2 15 0,4 1 24 0,2 0 27 16,-6-1 26-16,3-2 32 0,3 1 25 0,-8-1 22 15,5 3 20-15,-3-5 15 0,5 4 10 0,-4 3 10 16,0-6 5-16,-1 3 10 0,4 4-7 0,-4-4-3 16,3 4-8-16,-3 0 0 0,-2 4-17 0,6-7-9 15,-6 7 2-15,15-3-9 0,-15 3-1 0,20 3-10 16,-12 1-2-16,2-3-6 0,2 1-4 0,4 2 2 16,-2 2-5-16,1 0-1 0,1-2-5 0,-1 4 4 0,0-2-8 15,0 3-3-15,0-5 2 0,0 3-2 16,-2 2 0-16,-5-2-2 0,0-6-2 0,-1 4 3 15,-4 0-2-15,1 2-6 0,1-4 1 0,-5-3 2 0,1 9 1 16,-1-9 4-16,0 0-1 0,-10 8 2 0,7-6 0 16,3-2 1-16,-13 5-4 0,8-3 3 15,5-2 1-15,-15 0-5 0,15 0 4 0,-15-4-5 16,10-1 5-16,-2 0-10 0,4 2-6 0,3 3-9 0,-6-12-15 16,6 3-21-16,-2 0-19 0,5-7-21 0,-1 1-26 15,4-4-28-15,3-8-20 0,9-1-27 0,-6-1-32 16,6-10-169-16,-3-2-424 0,1-3 189 0</inkml:trace>
  <inkml:trace contextRef="#ctx0" brushRef="#br0" timeOffset="21616.88">9633 5967 189 0,'5'-18'88'0,"-4"-1"39"0,-1 2 34 16,2 3 35-16,-2 4 20 0,7 0 11 0,-7 2-7 15,0 1-17-15,5 0-17 0,-5 7-25 0,0 0-14 16,0 0-17-16,0 0-13 0,0 0-5 0,-20 14-13 16,18-6 5-16,-3 5 4 0,3 3-1 0,2 1-6 15,-3 8-5-15,1 1-4 0,4 2-2 0,1 6-6 16,6 6-5-16,-3-1-10 0,8 0-6 0,-5-7-7 15,-2-3 8-15,13 9-19 0,-5-2-6 0,1-9 3 16,-2 0-6-16,1 0-4 0,3 0-22 0,0-4-32 16,-3-5-37-16,-5 1-38 0,1-6-67 0,-2-5-85 0,-1-4-78 15,0 1-170-15,-1-5-537 0,-7 0 237 16</inkml:trace>
  <inkml:trace contextRef="#ctx0" brushRef="#br0" timeOffset="21801.08">9659 6175 316 0,'-5'-7'449'0,"-1"4"-5"16,6 3-9-16,0 0-21 0,-7-3-25 0,7 3-32 15,0 0-30-15,0 0-32 0,0 0-30 0,7-11-28 16,-1 7-21-16,2 3-24 0,7-1-17 0,4 2-24 16,-3-1-35-16,6-3-43 0,-4 3-60 0,3-1-77 15,3 1-85-15,-5-2-89 0,13-2-116 0,-2 2-323 16,-4-1-733-16,-4 1 325 0</inkml:trace>
  <inkml:trace contextRef="#ctx0" brushRef="#br0" timeOffset="30783.47">10649 5841 361 0,'0'0'385'0,"-8"1"-16"0,8-1-15 16,0 0-41-16,0 0-29 0,0 0-32 0,0 0-5 15,16-13-36-15,-3 10-23 0,2 0-23 0,5-2-25 16,3 2-8-16,6-2-7 0,4 1-23 0,0 1-28 0,11-1-35 16,3 3-48-16,-14-1-48 0,13 2-65 0,-14 0-74 15,4-1-80-15,-8 1-238 0,2 0-557 16,-10 0 248-16</inkml:trace>
  <inkml:trace contextRef="#ctx0" brushRef="#br0" timeOffset="33183.5">11687 5407 27 0,'1'-7'368'0,"4"-2"-8"0,2 0-4 0,-5 6-20 15,-2-4-12-15,5 0-23 0,-2 3-14 0,-3 4-17 16,0-9-19-16,0 9-19 0,0-7-25 0,0 7-18 16,0 0-20-16,0 0-23 0,0-8-16 0,0 8-15 15,0 0-15-15,0 0-4 0,0 0-14 0,-32 9-10 16,19-3-5-16,2-3-5 0,-6 6-6 0,0-1-15 15,3-1 4-15,-1-1-5 0,0 1-10 0,3 1-7 16,-1-2 7-16,3 0-5 0,2-3 0 0,-2 6-14 16,3-6 1-16,2 3 1 0,2 0-2 0,3-6 2 15,-2 11-3-15,2-7-3 0,0-4-5 0,10 14 8 16,3-2 0-16,6-2-3 0,2 2-2 0,7 2 0 0,4-1 0 16,11 2-4-16,-5 0 4 0,5 1-6 0,-13-1-1 15,3-1-11-15,-2 1-4 0,-3-3 1 16,-1 4-5-16,-6-4-1 0,-2 4 1 0,-3-5 11 15,-1 3-8-15,-5-1-2 0,0-1 1 0,-3-4-4 0,-4 1 2 16,-3-3 7-16,0 3 17 0,-3-2-10 0,-4 1 1 16,-3-1 2-16,-7-2 8 0,3 2 7 0,-8 0 6 15,4-2-3-15,-4 0-3 0,2-3 4 0,-9-2-4 16,-1 1-2-16,5-1 2 0,-1 0-2 0,2-1 3 16,4-1-4-16,-1-3 2 0,4 1-4 0,7 0-32 15,-1-3-35-15,4 0-32 0,2-2-54 0,2 0-56 16,3 0-68-16,8-9-72 0,6 3-281 0,0-6-675 15,8 2 298-15</inkml:trace>
  <inkml:trace contextRef="#ctx0" brushRef="#br0" timeOffset="33433.65">12105 5311 146 0,'0'0'324'16,"0"-7"-27"-16,0 7-26 0,7-6-26 0,-7 6-29 15,0 0-23-15,0 0-19 0,0 0-15 0,0 0-18 16,15 16-15-16,-12-8-10 0,2 5-12 0,4 2-7 16,-1 0-9-16,2 2-9 0,-2 10-5 0,4-1-5 0,-2 1-7 15,-1 0-7-15,0 0-5 0,-3 0-6 16,3 0-2-16,6 0-4 0,-11-2-2 0,0-4-4 16,1-5-2-16,1 6 4 0,1-3-21 0,-5-4-18 0,1 3-17 15,-1-4-18-15,-2-4-40 0,3 0-45 0,-3-2-33 16,3-2-60-16,-3 0-234 0,0-6-489 0,-6 3 217 15</inkml:trace>
  <inkml:trace contextRef="#ctx0" brushRef="#br0" timeOffset="34233.49">12163 5597 81 0,'0'0'268'15,"0"0"-15"-15,-1-7-22 0,1 7-26 0,0 0-19 16,0 0-19-16,18 0-16 0,-18 0-18 0,23 2-10 15,-3-1-10-15,8-1-15 0,-6 4-5 0,9-3-13 16,1 2-7-16,2-2-7 0,13 1-10 0,-6-2-6 16,-11 0-9-16,0-2-6 0,1 1-11 0,4-2-3 15,-5-2-10-15,-7 4-3 0,-2-2 4 0,1-4-4 16,-6 0 6-16,4 2-9 0,-12-2 4 0,1 2 6 16,-3-3 4-16,1 2 10 0,1 1 4 0,-8-3 9 15,0 8 5-15,-8-11 8 0,1 7 5 0,-1 0 3 16,0 0 4-16,-5 4-4 0,-2-4-7 0,-5 4 2 15,3 4-11-15,-4 0-2 0,6 1-8 0,-7 5-5 16,6-2 2-16,-4 1-6 0,2 3-1 0,3 3-7 16,-3-3 1-16,3 3 3 0,3-1-5 0,2 2-5 15,0 0 2-15,4-2-1 0,2 1-2 0,-1-2-1 0,10 4 0 16,-3-7-1-16,0 2-4 0,9-3 1 0,-1 1-4 16,-3-5-1-16,6 2 0 0,2-3-5 0,-2-3-2 15,4-1-1-15,1 0-4 0,0-1-8 16,-1-5-5-16,-2 0-1 0,1-2 9 0,2-3-9 0,-1 0 1 15,-2-4 5-15,-5 3 1 0,-4-4 1 0,4-1 5 16,-5 5 8-16,2-6 1 0,-1 2 15 0,-6 6 21 16,0-2 24-16,0 0 42 0,-1 5-7 0,-4-1-2 15,5 1-2-15,0 1-9 0,0 6-5 0,-7-9-9 16,6 4-11-16,1 5-9 0,0 0-7 0,0 0-9 16,0 0-2-16,-14 12-2 0,13-5-6 0,1 0-6 15,1 2-10-15,-1 2-12 0,5-1-7 0,-1 2-11 16,1 1-17-16,3-2-9 0,0 4-19 0,-1-9-15 15,1 3-14-15,5 1-12 0,-4-2 4 0,4-3-21 16,0-3-24-16,0 1-15 0,-3 2-6 0,3-5 1 16,-3-5 3-16,5 1 2 0,-6 3 15 0,0-7 18 15,1 2 11-15,-3-2 17 0,1 1 32 0,2-6 21 16,-3 3 29-16,-2 1 32 0,0-1 23 0,-2 1 26 0,5-2 27 16,-8 4 16-16,4-1 7 0,-3 1 10 15,-1 1 7-15,4 0 5 0,-1 0-10 0,0 3-11 16,-3 3-8-16,5-6-9 0,-5 6-13 0,7-5-9 15,-7 5-6-15,0 0-7 0,16 8-5 0,-7-4-7 0,2 3 0 16,-1-3-8-16,-2 2 8 0,7 3-15 0,-6 2-4 16,6 1-2-16,1 0-3 0,2-2-1 0,-3 0-1 15,5 0-4-15,-3 0 0 0,-4-1 2 16,0 1-8-16,-5-2 3 0,1-2-1 0,-1-5 1 0,-3 9-6 16,-2-8 4-16,4 1 6 0,-6 1 20 0,-1-4 30 15,0 0 6-15,0 0 0 0,0 0 4 0,0 0 4 16,0 0-3-16,-26-11-3 0,19 3-5 0,-1 4-11 15,-3-2 1-15,7-4-9 0,-2 1-35 0,1-2-16 16,5-4-47-16,0-3-48 0,8 0-50 0,-1-6-51 16,4 0-59-16,6 0-49 0,-1-6-41 0,7 8-210 15,4-11-604-15,4 2 267 0</inkml:trace>
  <inkml:trace contextRef="#ctx0" brushRef="#br0" timeOffset="34416.93">13492 5166 49 0,'4'-7'208'0,"-4"-3"12"16,0 10 3-16,0-7-6 0,0 7-10 15,-4-6-21-15,4 6-20 0,-9-4-16 0,9 4-12 16,0 0-13-16,-15 10-12 0,13-4 1 0,-3 6-9 16,-5 2-1-16,3-1-5 0,1 2-6 0,-1 3-10 15,1 0-3-15,6 8-5 0,-2-1-8 0,4 2-3 16,-2 0-6-16,6 2-7 0,-4 2-3 0,5-6-3 16,6 2 1-16,-5 0-10 0,4-1-13 0,-2-2-17 15,4 0-24-15,1-3-41 0,0 0-53 0,0-6-57 0,0-3-59 16,-7-5-208-16,4 0-472 0,-1-2 209 0</inkml:trace>
  <inkml:trace contextRef="#ctx0" brushRef="#br0" timeOffset="35166.94">13461 5431 113 0,'0'0'351'0,"-7"-5"-4"0,7 5-21 0,0 0-24 0,0 0-17 16,-1-10-33-16,1 10-21 0,0 0-17 0,0 0-23 15,0 0-18-15,28 0-22 0,-17 3-13 0,6-3-11 16,1 5-10-16,2-5-9 0,-3 2-9 0,4 0-17 16,1 1-7-16,-1 1-4 0,-3-3-11 0,2 4-13 15,0-4-6-15,-2-1-12 0,4 4-17 0,-7 1-10 16,3-3-12-16,-6-1-7 0,-4 3-8 0,-2-4-9 16,8 4-5-16,-6 0 2 0,-1-1 2 0,-6 3 1 15,6 0 4-15,-7 2 4 0,5-3 1 0,-2 3 5 16,-3-1-1-16,3 1 3 0,-3 2 3 0,2-2 3 15,0 1 1-15,-2-3-4 0,0 2 6 0,0-3-3 16,0 2 5-16,6-3 4 0,-6-4 3 0,7 8 5 16,-2-7 0-16,-5-1 4 0,10 2 3 0,-10-2-2 15,15-2 12-15,-15 2 10 0,15-8 1 0,-7 4 8 16,0-4 2-16,-1 3 8 0,1-2 10 0,2 3 9 0,-3-4 13 16,-2 1 2-16,1 2 10 0,-4-2 2 0,5 3 6 15,-2 0-9-15,-5 4-10 0,6-7-9 16,-6 7-12-16,0 0-7 0,2-3-22 0,-2 3 1 0,0 0-2 15,0 0-7-15,0 0-13 0,0 0-7 0,11 12-10 16,-7-6-16-16,1-2-1 0,1 3-10 0,-1-2-4 16,2 3-5-16,4-1 0 0,4 0-3 15,2 0-10-15,-2 2-11 0,1-5-4 0,6 1-3 0,-1-2-9 16,1 0-1-16,9 0-2 0,-4-2 8 0,3-1 3 16,-1-1 9-16,0-2 6 0,0-1 5 0,3-3 4 15,-4 0 6-15,8-2 2 0,-6-2 1 0,0-1 2 16,0 0-1-16,3-3 6 0,-3-1 4 0,-6 0 3 15,3 2 0-15,-4-2 7 0,-6 1 0 0,2-5 5 16,-4 8 7-16,-3-6 10 0,1 3 17 0,-5-2 36 16,2 7 14-16,-5-7 25 0,-1 2 22 0,-1 5 18 15,-3 0-2-15,0-5-5 0,0 4-7 0,-7 3-10 16,6 0-12-16,-3 1-8 0,-6 2-11 0,2 3-13 16,-5 0-8-16,-2-1-5 0,0 8-7 0,-1 1-8 0,-1 3-3 15,2 3-8-15,0 2-2 0,-3 6-2 16,2 3-5-16,1 4-5 0,6 4 6 0,-4-1-6 15,6 9-3-15,1 0 2 0,3 0-5 0,3 5-1 0,3-2 4 16,0 2-3-16,5 0-3 0,2-2 2 0,9 2 1 16,-5-2-2-16,5 0 5 0,1 1-4 0,-4-5 2 15,4 0-5-15,-3-10 4 0,-6 3-1 16,-1-7-1-16,0 2 0 0,-3-11 1 0,-1 6-3 0,-1-14-4 16,-2 7-4-16,1-8-2 0,-8-2-46 0,4-4-53 15,0 0-58-15,0 0-47 0,-21-28-55 0,9 10-88 16,-7-3-342-16,-5-5-751 0,-2-13 333 0</inkml:trace>
  <inkml:trace contextRef="#ctx0" brushRef="#br0" timeOffset="35317.83">14270 5160 185 0,'-3'-3'301'0,"-4"-6"-31"0,7 9-26 16,-5-6-28-16,2 3-39 0,3 3-43 0,0 0-48 15,0 0-59-15,0 0-72 0,0 0-92 0,0 0-106 16,0 0-264-16,0 0 117 0</inkml:trace>
  <inkml:trace contextRef="#ctx0" brushRef="#br0" timeOffset="35868.93">15482 5031 58 0,'12'-9'368'0,"-4"-3"-6"0,7 4-4 0,-12 3-13 16,5 1-22-16,-6-1-3 0,5 0-30 0,-6 2-25 16,-1 3-23-16,5-10-34 0,-5 10-10 0,0 0-36 0,0 0-16 15,0 0-15-15,0 0-10 0,0 0-14 0,-23 18-6 16,10-9-14-16,-2 1-5 0,2 0-18 0,-2 2-1 15,6 2-6-15,-4-1-3 0,5 5-10 0,-5-2-2 16,8-3-3-16,-2 4-14 0,4 0 7 0,6-2-1 16,0 7-1-16,6 3-4 0,7-1-1 0,2-2-4 15,6-2-2-15,-1 6-3 0,18-1 9 0,-3 4-9 16,-3-4 1-16,-5-6-2 0,-2-1-6 0,-3 2 4 16,-2-5-4-16,2 5-2 0,-7-2 8 0,-3-9-10 15,-4 2-4-15,-6-2-4 0,5 2 5 0,-3-7-2 16,-7 4 2-16,-3-1 3 0,-4-2 17 0,-1 2-19 15,-7 0 3-15,-7-3-3 0,1-1 0 0,-9-3 2 16,2 3-3-16,-5-1-9 0,1-2-21 0,11-2-28 0,-6-1-17 16,11 0-23-16,-4 0-30 0,7 2-24 0,3-2-28 15,-3-4-36-15,6 0-48 0,5-2-28 16,4 0-44-16,3-2-205 0,5-7-583 0,-4 4 258 0</inkml:trace>
  <inkml:trace contextRef="#ctx0" brushRef="#br0" timeOffset="36084.51">15876 4934 153 0,'0'-7'312'0,"0"4"-26"0,0 3-21 0,0-7-37 15,0 7-23-15,0 0-23 0,0 0-17 0,0 0-15 16,0 19-11-16,7-2-6 0,-6 1-12 0,6 9-4 16,6 0-17-16,-6 4-1 0,1 7-13 0,8 4-8 15,-4-4-7-15,-2 2-8 0,2-1-3 0,-2 0-5 16,-4-9-9-16,9 0-24 0,-7 9-28 0,-1-11-19 15,-2 3-49-15,2-13-57 0,-3-1-72 0,-4 0-57 16,0-5-147-16,4-3-440 0,-4-3 195 0</inkml:trace>
  <inkml:trace contextRef="#ctx0" brushRef="#br0" timeOffset="36618.99">15904 5303 44 0,'20'0'215'0,"-2"1"-16"0,2 2-14 0,8-2-12 16,-1 1-12-16,6-1-12 0,-2 2-20 0,1 1-5 15,2-3-17-15,-4 2-8 0,2-2-5 0,2-1-13 16,-4 0-6-16,-2 0-9 0,-5-4-5 0,6 3-7 16,-10-1-5-16,-2-3-6 0,0 1-2 0,-4 0-2 15,-5-3-3-15,0 0-1 0,-1 1 0 0,-2-1-6 16,-2 0 4-16,-3 2-7 0,0 5 5 0,-6-9 2 15,1 4 1-15,5 5 9 0,-14-3 1 0,1 1-2 16,2 2 1-16,-8 4-3 0,3-3 0 0,-4 5 1 0,0 0-6 16,2 4-4-16,0-1-4 0,1 2 1 0,-4 1-5 15,4 2-2-15,2-1 2 0,4 2-5 16,1 3-1-16,-4 0 1 0,6-1 0 0,5-2-1 16,0-1-1-16,1-1 1 0,4-3 2 0,-2 1-3 0,6-4 0 15,1 1 3-15,1-3-3 0,-1 0-1 0,8-2-5 16,-2-3 3-16,3 0-3 0,-1-5 0 0,0 1 0 15,0-2-4-15,2-3-1 0,-1-2 4 0,1-2-2 16,-2 2 1-16,-2-5 1 0,-2 4 9 0,1-4 7 16,-4 1 14-16,2 1 22 0,0 1 15 0,-7-1 6 15,2 5 26-15,-3-2 8 0,0 4-5 0,3 1-9 16,0 0-11-16,-4 3-17 0,-1 3-14 0,2-6-7 16,-2 6-8-16,0 0-4 0,0 0-1 0,0 0-12 15,5 15 2-15,-5-5 9 0,3 0-28 0,-3 2-8 16,5 3-6-16,-2-2-8 0,7 1-15 0,-5 1-2 15,5 1-8-15,0-5-9 0,0 3-15 0,3-1-13 16,2-1-14-16,0-3-18 0,-2-1-20 0,6-1-22 16,-3-3-14-16,-6-3-21 0,12-1-13 0,-14-1-15 0,10-3-2 15,-6-4 0-15,1-1-3 0,-3-1 0 16,1-5 5-16,-1-1-120 0,-1 1-356 0,-3-7 157 0</inkml:trace>
  <inkml:trace contextRef="#ctx0" brushRef="#br0" timeOffset="37083.78">16730 5196 597 0,'-3'-37'-42'0,"-4"-9"22"0,-1 7 42 16,-2-1 40-16,0-1 48 0,2 11 54 0,-1 1 32 15,1 0 35-15,-4 4 36 0,4 2 32 0,3 5 29 16,-3 2 4-16,5 2-2 0,-9 1-10 0,9 1-11 16,-2 4-21-16,-2 1-27 0,7-1-19 0,-6 2-33 15,2 1-29-15,4 5-20 0,-6-2-19 0,6 2-16 16,0 0-18-16,-7 10-12 0,9 2-12 0,-2 2-9 16,6 13-3-16,1-8-6 0,1 9-10 0,-1 7-7 15,8 6 0-15,1 0-9 0,-4 0-2 0,1-1-5 16,-1-1-13-16,3 5-1 0,-2-4-3 0,3-1-16 15,-1 0-11-15,2-1-5 0,-9-10-15 0,0 1-5 16,1-1-3-16,-1-8-6 0,-3 6 3 0,-2-11-4 0,4-1-6 16,-2 1 4-16,-2-4 5 0,5-2 0 0,-8 1 9 15,4-2 9-15,-3-4 2 0,4 0 4 16,-5-4 0-16,12 4 0 0,-12-4 6 0,18-3 1 0,-8 0 4 16,-2-3-8-16,5 0 8 0,2-2 1 0,0-1-1 15,0-1 4-15,-2-3-1 0,4 2 0 0,-2-4-2 16,-4-2 0-16,4 4 5 0,-3-1-3 0,0 2 6 15,-4 4 10-15,-2-2 4 0,1 0 11 0,1 4 4 16,-6-2 5-16,0 4-6 0,-2 4-5 0,-2-9-4 16,2 9-4-16,0 0-4 0,-13-6 1 0,13 6-7 15,0 0 2-15,-20 7 3 0,13-2-7 0,1 1 0 16,-1 2-3-16,0-1-3 0,2 2 1 0,0-1 3 16,0 2-3-16,4-2 4 0,-4 5 0 0,10-4 3 0,-4-2-5 15,4 8 5-15,4-5-3 0,6 0 7 16,1 1-7-16,12-3-11 0,-5 3-9 0,6-3-18 15,2-3-29-15,-4-2-37 0,4 0-41 0,0-6-42 0,4 2-56 16,-5-5-58-16,0-2-60 0,5-4-308 0,-6-3-722 16,-1-1 320-16</inkml:trace>
  <inkml:trace contextRef="#ctx0" brushRef="#br0" timeOffset="37266.8">17193 4936 351 0,'-10'-2'449'0,"2"0"4"0,-2-4-10 16,5 3-25-16,2-3-26 0,0-3-38 0,3 9-28 16,3-9-41-16,2 6-26 0,7-3-25 0,-6 0-23 15,14 2-23-15,-3 1-31 0,4-2-42 0,7 5-48 16,-6-2-73-16,8 1-84 0,-11 2-63 0,3 2-85 16,-4 1-108-16,2 0-300 0,-8 8-698 0,-1-5 309 0</inkml:trace>
  <inkml:trace contextRef="#ctx0" brushRef="#br0" timeOffset="38200.78">7049 8114 124 0,'0'0'363'0,"-15"1"-26"0,15-1-32 0,-7 3-20 16,7-3-27-16,0 0-30 0,0 0-20 0,0 0-19 15,0 0-20-15,0 0-15 0,0 0-20 0,0 0-12 16,0 0-11-16,0 0-9 0,0 0-12 0,0 0-10 16,0 0-6-16,0 0-8 0,27 3-2 0,-27-3-15 15,0 0 3-15,15 0-7 0,-15 0-6 0,8 0-4 16,-8 0-2-16,0 0-6 0,0 0-11 0,0 0-23 15,0 0-37-15,8-6-46 0,-8 6-54 0,0 0-61 16,0 0-88-16,-28-3-203 0,20 1-538 0,8 2 238 16</inkml:trace>
  <inkml:trace contextRef="#ctx0" brushRef="#br0" timeOffset="40400.85">6736 6132 140 0,'0'0'146'0,"0"7"-16"0,-3 0-7 0,3-7-3 15,0 13-11-15,3-9-9 0,0 4-7 0,-3-4-3 16,0 3-7-16,5-1-12 0,-3-2 8 0,-2-4-9 16,5 3 3-16,-5-3 5 0,3 6 10 0,-3-6 6 15,7 1 3-15,-7-1-6 0,0 0-4 0,17-10-5 16,-11 4 4-16,2-2 0 0,-3-2 5 0,0-2 10 15,0 3-1-15,0 0 5 0,-3-2 4 0,3 1 4 16,-3 1-1-16,-2-2 4 0,0 3-8 0,0 0 3 16,0-3-9-16,-7 6-10 0,5 2-9 0,-3-4-12 15,5 7-10-15,-15-1-10 0,15 1-6 0,-16 4-5 16,9 1-4-16,-1 2-22 0,1 4-31 0,-1 1-31 16,1 3-36-16,4-2-46 0,0 9-77 0,9-6-98 15,-6 0-210-15,9 2-557 0,6-2 246 0</inkml:trace>
  <inkml:trace contextRef="#ctx0" brushRef="#br0" timeOffset="41217.83">7026 8130 317 0,'-8'-6'347'0,"8"6"-17"0,-5-6-20 0,5 6-28 0,-4-4-13 16,4 4-41-16,0 0-22 0,0 0-23 0,0 0-23 15,0 0-16-15,0 0-15 0,0 0-13 16,0 0-13-16,-8 11-6 0,8-11-11 0,-3 9 1 0,3 2-20 15,0-5-4-15,0-6-9 0,3 13-6 0,-1-5 0 16,-1-5-8-16,4 3-4 0,-1 0-3 0,1 0-6 16,-5-6 0-16,8 6-1 0,-2-5-2 0,-6-1-5 15,14-1 16-15,-14 1-23 0,11-6 5 0,-2 1-4 16,-5 3 2-16,3-8-1 0,-2 7 1 0,-2-2-3 16,-3-4 2-16,2 1-1 0,1 2 4 0,-3-5 3 15,0 6-1-15,0-3-6 0,-5-1 6 0,5 3-12 16,0 6 6-16,-5-9-2 0,5 9 0 0,-5-7-14 15,5 7-12-15,-5-5-35 0,5 5-36 0,0 0-36 16,0 0-39-16,-19 12-52 0,17-7-77 0,-1-1-253 16,3 4-588-16,-5 0 260 0</inkml:trace>
  <inkml:trace contextRef="#ctx0" brushRef="#br0" timeOffset="43867.07">7738 7738 73 0,'-5'-12'363'16,"3"5"-5"-16,-3-5-6 0,3 1-20 0,2 7-11 15,-5-2-34-15,5 6-30 0,-1-12-27 0,-1 7-34 16,2 5-21-16,0 0-19 0,0 0-23 0,0 0-9 0,2 25-11 16,-2-6-8-16,0 2-13 0,1 6-12 0,-1 12-8 15,0-11-3-15,-1 11-10 0,1-5 2 16,-2-2-12-16,4 9-7 0,-7-10 16 0,1-2-31 0,-1 0 8 15,-1-2-8-15,1-3 1 0,0-4-3 0,3-2-1 16,-3-1-6-16,0-7 0 0,5-1-4 0,0 3 8 16,-3-6 7-16,3-1-2 0,0-5 22 0,0 0 4 15,0 9-6-15,0-9 7 0,0 0-15 0,7-18-6 16,-4 2-1-16,2-1-7 0,0-3 1 0,-2-11 2 16,4-9-4-16,-1-2-1 0,-2-7-4 0,2-5-1 15,-1 5 0-15,-3-5-3 0,0 1 0 0,1 7 30 16,0 1 30-16,-3 1 16 0,-1 7 24 0,-1 8 11 15,2 1 12-15,0 1 1 0,-3 9-2 0,1-2-1 16,2 5-10-16,-2 2-6 0,2 6-15 0,0-4-6 16,0 2-13-16,0 3-14 0,0 1-12 0,0 5-12 15,0 0-6-15,0 0-14 0,0 0-1 0,0 0-6 0,23 29 4 16,-6-7-3-16,-2 4-11 0,6 9 5 0,3 5 1 16,-5 2-6-16,6-1 4 0,2 2-4 15,-4 5-5-15,3 3-13 0,-2-6-23 0,-3 0-17 0,1 3-25 16,-4-6-17-16,2-3-18 0,-4-3-22 0,-3-7-11 15,-3-2-29-15,2-3-5 0,-5-6-29 0,-1 3-8 16,-2-8-7-16,1 5-4 0,-4-9-21 0,-1 3-13 16,-1-5-22-16,-1 1-18 0,2-8-35 0,-10 2-17 15,10-2-214-15,0 0-609 0,-22-7 271 0</inkml:trace>
  <inkml:trace contextRef="#ctx0" brushRef="#br0" timeOffset="44033.55">7872 8010 67 0,'-7'-3'270'0,"2"-3"6"0,2 2-1 0,3 4 2 16,-7-8-19-16,7 8-15 0,-7-3-17 0,7 3-18 16,0 0-19-16,0 0-21 0,-3-6-13 0,3 6-18 15,0 0-11-15,0 0-9 0,0 0-15 0,0 0-9 0,0 0-14 16,33 3-14-16,-20 0-16 0,4-3-37 16,5 0-42-16,-3 0-54 0,8 0-59 0,4 0-59 0,2 0-65 15,1-3-178-15,14 0-481 0,-15-2 213 16</inkml:trace>
  <inkml:trace contextRef="#ctx0" brushRef="#br0" timeOffset="44350.2">8668 7845 168 0,'0'0'325'0,"-15"-6"1"15,8 3-6-15,1-2 0 0,-4 4-3 0,1-1-11 16,-2-2-4-16,1 3-5 0,-3-3-20 0,4 3-13 15,-4 1-14-15,-2 0-14 0,0 6-19 0,-5-3-12 16,4 0-13-16,1 2-9 0,-5 3-18 0,-5 0-15 16,2 6-6-16,3-4-15 0,-3 5-7 0,2 2-10 15,4-3-11-15,-4 4-16 0,9 2-4 0,-3-5-9 16,3 1 3-16,1 3-16 0,3-4-6 0,1 2-3 0,7-2-4 16,5 4-8-16,-3-4 1 0,12-2-6 15,3-1-7-15,3 3 1 0,15 0-12 0,-2-9-17 16,16 2-18-16,-2-6-26 0,4 1-42 0,5-6-34 0,-4-1-34 15,-1-4-24-15,0-2-20 0,-3 0-20 0,2-5-20 16,-5-2-29-16,-7-1-3 0,3-6-27 0,-1-3-13 16,-9-4-12-16,-1-4-13 0,-10-6-170 0,0 2-549 15,-9-4 243-15</inkml:trace>
  <inkml:trace contextRef="#ctx0" brushRef="#br0" timeOffset="44583.67">9101 7654 633 0,'-11'-37'14'0,"-1"8"35"16,-8-8 29-16,5 13 43 0,-3-1 31 0,-2-1 23 15,-1 2 17-15,8 4 15 0,-2 2 4 0,6 2 18 16,1 3 7-16,0 1 13 0,-4 2-2 0,11 5-14 15,-4-3-15-15,1 2-23 0,-2 1-26 0,1 2-23 16,5 3-16-16,0 0-17 0,0 0-6 0,-5 19-10 16,5-11-8-16,5 11-10 0,-5-1-5 0,5 7-7 15,1 2-11-15,-2 1 8 0,7 5-15 0,-2 5-4 16,-1 1-6-16,0 1 0 0,5 2-2 0,-4 5-6 0,2-5-3 16,1 1-2-16,-7-1-2 0,8 1-8 0,-3-4-22 15,-2-4-18-15,-1-3-20 0,1-5-22 16,-1 2-28-16,-1-4-20 0,-1-6-24 0,-3-2-29 0,3 1-18 15,-2-3-39-15,-1-8-42 0,1 1-49 0,-1-4-239 16,-2-4-600-16,0 0 266 0</inkml:trace>
  <inkml:trace contextRef="#ctx0" brushRef="#br0" timeOffset="44850.24">9005 7851 172 0,'-6'-8'295'0,"4"1"7"0,-1 1 9 16,-1 0-12-16,-2 1-2 0,6 5-1 0,0-8-14 15,0 8-18-15,0 0-22 0,0-10-27 0,0 10-20 16,10-5-17-16,-10 5-21 0,18 0-19 0,0 1-7 16,2-2-14-16,3 1-13 0,4 1-8 0,2 2-13 15,1-2-6-15,2 6-4 0,-1-4-8 0,4 2-3 16,-5 2-8-16,0-2-13 0,3 2 2 0,-7 1-4 0,2 3-10 16,-1 0 3-16,-11-2-12 0,6 1-11 0,-9 3-20 15,-1-1-2-15,3 5-10 0,-7-4-8 16,-2 4-3-16,1-3-4 0,-4 3-8 0,1 1-10 0,-4-1-9 15,-4-3-17-15,1 1-18 0,3 1-9 0,0-4-19 16,-3 0-12-16,3 0-40 0,0-3-36 0,0 3-31 16,3-4-40-16,0-3-199 0,1 3-526 0,4-4 233 15</inkml:trace>
  <inkml:trace contextRef="#ctx0" brushRef="#br0" timeOffset="45450.25">9797 7845 16 0,'-10'-2'327'0,"1"1"-11"0,9 1-17 0,-13 0-23 15,13 0-24-15,-15 4-18 0,9 4-5 0,-1-4-9 16,4 4-13-16,3 0-14 0,0 3-10 0,-2 1-17 16,5 3-10-16,2 2-12 0,4-5-7 0,-1 6-11 0,5-2-12 15,5 4-12-15,2-2-10 0,-3-6-4 16,6 3-10-16,-2 0-8 0,3-3 3 0,-8-1-29 15,2-3-18-15,-1 1-13 0,3-2 3 0,-7-4-26 0,-5-1 2 16,5 1-10-16,-3-3-4 0,-10 0 0 16,14-7-1-16,-14 2 0 0,0-2 7 0,0-4-1 15,-9-1 2-15,3-4 7 0,-8 1-4 0,6 0 3 0,-3-2-1 16,1-2-1-16,3-5 11 0,-8 6 9 0,9 0 10 16,-3 0 20-16,3 2-4 0,-1-2 14 0,5 2 5 15,-4 3 0-15,4 3-1 0,-3-2 4 0,5 1-9 16,0 3-14-16,0 4 5 0,5-5 12 0,0 6-19 15,0-1-4-15,7 2-17 0,-12 2-11 0,16 3-16 16,-8 1-2-16,7 1-15 0,5 4-6 0,-5 0-10 16,7 6-5-16,-6 0-6 0,2-2-5 0,2 6-9 15,0-1-4-15,-7-5-4 0,2 2 3 0,-2 0-1 16,2 3 7-16,-3-5 12 0,-2 3 3 0,0-4 6 16,0-1 2-16,-5-3 6 0,3 0 6 0,-6-1 5 0,4-3 18 15,-2 1 8-15,-4-5 25 0,0 0 6 16,0 0 21-16,0 0 8 0,0 0 19 0,0 0 10 15,3-20 29-15,-3 12 13 0,0-3 10 0,8 0 10 0,-8-6 15 16,3 7 10-16,4-4 10 0,-4 0 1 0,4-4 5 16,1 5 0-16,-1-3-7 0,1 3-7 15,-1 4-12-15,-1 0-14 0,3-2-16 0,-3 4-10 16,1 1-16-16,1-1-10 0,1 2-9 0,-1 2-11 0,5 0-8 16,-13 3-7-16,23 4-11 0,-10-2-13 0,2 4-22 15,0 0-33-15,0 0-30 0,-2 1-36 0,2 4-44 16,2-2-46-16,-4 0-31 0,2 1-36 0,-2 1-29 15,-5 1-31-15,1-3-42 0,-1-2-48 0,-1 4-52 16,1-8-235-16,-6 3-736 0,4-1 327 0</inkml:trace>
  <inkml:trace contextRef="#ctx0" brushRef="#br0" timeOffset="45751.45">10737 7679 332 0,'0'0'378'0,"-4"-7"-1"0,-1 3 7 0,5 4-12 0,0 0-5 16,-13-3-10-16,13 3-27 0,-10 0-31 0,10 0-32 15,0 0-28-15,0 0-19 0,-15 4-25 16,10 1-20-16,5-5-13 0,-5 12-16 0,2-6-14 0,3 1-5 16,0 2-15-16,7 3-9 0,-6-2 1 0,-1 6-17 15,7-1-8-15,0 0-6 0,-1 0-8 0,2 2-5 16,-6-1-6-16,5 2-6 0,1-3-6 0,-3 0-3 15,2 2-2-15,-4-5-4 0,0-1-5 0,-1 5-1 16,0-8-4-16,-4 4-8 0,0-1-4 0,-1-7-3 16,0 8-12-16,-4-5-13 0,0-3-24 0,-6 0-31 15,5 3-47-15,0-6-52 0,-6 3-41 0,-2-4-54 16,-4 5-67-16,3-7-90 0,-4-1-286 0,1-1-766 16,-2-4 339-16</inkml:trace>
  <inkml:trace contextRef="#ctx0" brushRef="#br0" timeOffset="45933.55">10237 7495 297 0,'-4'-5'353'0,"1"-2"-32"0,-5 3-33 0,8 4-29 15,-7-8-29-15,7 8-40 0,0 0-32 0,0 0-30 16,0 0-45-16,0 0-60 0,0 0-82 0,22 12-105 15,-16-5-188-15,9 3-380 0,0-1 168 0</inkml:trace>
  <inkml:trace contextRef="#ctx0" brushRef="#br0" timeOffset="46284.43">11025 7255 21 0,'5'-9'475'0,"-5"2"22"0,0-1-4 0,0 8-16 15,-5-15-19-15,5 11-20 0,0-2-33 0,0 6-36 16,0 0-34-16,0-9-35 0,0 9-41 16,0 0-27-16,0 0-26 0,0 0-23 0,0 0-15 0,-15 17-22 15,13-4-13-15,-5 6-10 0,1 8-18 0,-1 4-7 16,1 11-4-16,4-1-16 0,-6 4-7 15,8-1-7-15,0 2-4 0,-5 1-7 0,10 1-3 0,1 0-6 16,3 0-6-16,-3 0-3 0,2-1 0 0,9-1 0 16,-4-3-5-16,9-5-5 0,-2 5-2 0,-4-16-10 15,4-3-19-15,-5-2-19 0,2-2-33 0,-1-6-28 16,2-1-39-16,-1-4-53 0,6-2-49 0,-1-6-53 16,1-1-57-16,3-3-56 0,-4-3-65 0,-4-2-292 15,12-5-812-15,-9-2 360 0</inkml:trace>
  <inkml:trace contextRef="#ctx0" brushRef="#br0" timeOffset="46701.28">11495 7490 93 0,'0'0'430'0,"0"-8"-4"0,1 2 0 16,-1 6-7-16,0-8-10 0,0 8-12 0,-1-9-13 0,1 9-24 16,0 0-30-16,-2-5-24 0,2 5-27 0,0 0-28 15,0-6-22-15,0 6-24 0,-7-4-25 0,7 4-18 16,0 0-16-16,-21 5-15 0,13-2-16 0,-6-1-13 16,8-1-9-16,-9 7-12 0,0 0-8 0,0 0-7 15,7-4-7-15,-4 11-6 0,1-4-8 0,-1-3-6 16,4 5-2-16,0-2-5 0,3 0 5 0,1 6-10 15,-1-5-3-15,10 5-1 0,-3-4-2 0,0 3-1 16,11-1-6-16,-5 5 1 0,7-8-3 0,5 3-1 0,1 4-5 16,-4-5-7-16,3-2-3 0,3 1-1 15,-8-2-5-15,0 0-6 0,0-3-8 0,-2 3-7 0,-3-3-4 16,-2-1-10-16,2-1-6 0,-5-3 1 16,0 1-12-16,-2 3 2 0,-1-2 10 0,-2-5 1 0,-7 8 3 15,7-8-11-15,-11 6-18 0,-1-5-29 0,0 2-30 16,-1-1-29-16,-2-2-29 0,-3 0-26 0,-3 0-25 15,1 0-36-15,-3-2-44 0,8 1-57 0,0-2-264 16,0-1-697-16,2-3 309 0</inkml:trace>
  <inkml:trace contextRef="#ctx0" brushRef="#br0" timeOffset="47000.27">11559 7260 185 0,'0'0'434'0,"-8"-3"-1"0,8 3-22 0,0 0-24 16,0 0-20-16,0 0-26 0,0 0-16 0,21 10-21 16,-9-7-20-16,3 5-21 0,15 8-17 0,-9-1-18 0,7 0-17 15,10 5-21-15,-9-1-21 0,12 10-14 0,-3-4-17 16,-2 4-14-16,1 1-11 0,-4 0-15 0,-7 1-5 15,1 3-13-15,-1 0-5 0,-9 2-5 0,-2 7-13 16,-2 3-1-16,0-3-4 0,-11-1-8 0,3 0-12 16,-3-2-22-16,-4-1-40 0,-3 5-47 0,-2-14-58 15,-1 1-46-15,-5 7-38 0,3-11-33 0,-3 1-44 16,-2-2-74-16,0-2-367 0,2-6-796 0,4-2 353 16</inkml:trace>
  <inkml:trace contextRef="#ctx0" brushRef="#br0" timeOffset="47550.25">12657 7677 26 0,'0'0'410'0,"-14"-3"-8"0,14 3-8 15,-10-5-12-15,10 5-13 0,0 0-13 0,0 0-17 16,-11 0-19-16,11 0-21 0,0 0-22 0,0 0-24 16,0 0-23-16,-8-2-24 0,8 2-25 0,0 0-13 15,0 0-19-15,0 0-14 0,0 0-14 0,0 0-11 16,0 0-13-16,0 0-10 0,0 0-7 0,0 0-11 16,0 0-4-16,0 0-9 0,0 0-8 0,0 0-8 0,0 0-11 15,0 0-10-15,0 0-7 0,0 0-6 16,0 0-5-16,0 0-2 0,0 0-7 0,-10 5-6 15,10-5-1-15,0 0-6 0,0 0 4 0,0 0 8 0,0 0-2 16,0 0 1-16,0 0 2 0,0 0-2 0,0 0 3 16,0 0 0-16,0 0 2 0,-15-3-3 15,15 3 3-15,0 0-11 0,-20 0 15 0,12 3-1 0,8-3-3 16,-20 0 1-16,10 0 2 0,-3 0 1 0,-1 2-5 16,-1-2 5-16,2 3-2 0,3-3 3 0,0 4 2 15,10-4-2-15,-20 0 2 0,12 0-2 0,8 0 0 16,-11 3 4-16,11-3 2 0,-9 2 3 0,9-2 8 15,0 0 9-15,0 0 3 0,0 0-4 0,0 0-4 16,0 0 2-16,27 2-2 0,-11-4-4 0,14 0 2 16,2-1-7-16,1 1 1 0,3 2-1 0,-3-5-3 15,4 5 0-15,7 0-1 0,1-2-4 0,-10 2-2 0,-5-3-11 16,1 6-17-16,-9-6-10 0,6 3-35 0,-8-1-33 16,-2 2-32-16,0-1-33 0,-6 0-24 0,-1 0-31 15,-3 3-48-15,-8-3-39 0,14 2-50 0,-14-2-293 16,0 0-707-16,0 0 314 0</inkml:trace>
  <inkml:trace contextRef="#ctx0" brushRef="#br0" timeOffset="51533.56">14093 7275 86 0,'-5'-9'426'16,"5"3"-9"-16,0 0-29 0,-5 0-39 0,5 6-28 0,0 0-44 16,-3-6-33-16,3 6-27 0,0 0-20 0,-2 18-26 15,2 0-10-15,2 8-22 0,6 6 11 0,-3 10 4 16,5 5-7-16,-3-1-2 0,6 4-4 0,-5-3-6 15,6 3-5-15,0-1-12 0,0 3-7 0,-3-1-11 16,4-3-1-16,-10-1-13 0,10-4-9 0,0 2-8 16,0-4-14-16,-9-11 1 0,3-2-2 0,-1 0 1 15,0-2-14-15,-3-7-10 0,0 3-37 0,-1-9-41 16,-1 0-38-16,0-5-28 0,-1-1-14 0,1 1-16 16,-1-2-44-16,-2-6-63 0,0 0-60 0,0 0-69 0,0 0-238 15,0 0-669-15,-25-23 297 0</inkml:trace>
  <inkml:trace contextRef="#ctx0" brushRef="#br0" timeOffset="51833.85">13939 7262 329 0,'-6'-20'371'15,"2"2"3"-15,4 0-3 0,-3-1-11 0,3 5-19 16,3-4-10-16,1 5-30 0,1-4-24 0,1 8-24 15,1-1-33-15,5-1-18 0,1 4-21 0,2 0-22 16,5 3-18-16,1 3-11 0,9 2-14 0,1 1-12 16,6 7-12-16,1 1-9 0,5 11-11 0,-13-7-6 15,9 6-5-15,-4 4-10 0,-8-4-22 0,-3 4-8 16,9 5-12-16,-14-4-16 0,-4 2-8 0,-1-1-5 0,-7-3-8 16,-4-1-1-16,1 3 2 0,-11 2 1 0,-6 0 7 15,-2-6 13-15,-2 1-17 0,-9 0 1 16,3-5-3-16,-7 0-6 0,2-4-21 0,-2 1-18 0,-1-4-23 15,-1-2-26-15,2-2-18 0,9-5-18 0,1 2-36 16,5-3-41-16,0-3-47 0,10-1-49 0,5 4-191 16,-3-12-561-16,6 3 248 0</inkml:trace>
  <inkml:trace contextRef="#ctx0" brushRef="#br0" timeOffset="52851.47">14543 7255 6 0,'-6'8'215'0,"-4"-2"-7"0,2 3-7 16,-4 6-11-16,10-4-13 0,-6 1-11 0,3 3-12 15,4-2-10-15,-4 2-10 0,10-1-7 0,-5 0-10 16,8 0-5-16,0 6-7 0,7-9-10 0,0 5-9 0,5-9-4 16,5 6-9-16,-1 1-7 0,6-5-2 0,-8-5-12 15,4 3-1-15,-1-6-7 0,-3-1-3 16,-3-1-6-16,3-3-3 0,-7 0-5 0,0-2-2 0,-2-3-1 15,-5 3-1-15,-1-11-7 0,-1 5 2 0,-6-3-3 16,-6 5 0-16,-1-8-4 0,-6 3 0 0,-2 0-1 16,-1 3-2-16,-6-1 4 0,-8 2 0 0,2-4 5 15,-2 3 5-15,0 1 6 0,1 4 4 0,-1 1 1 16,0 0 0-16,9 1-5 0,4 2-1 0,-3 0-3 16,5-1-2-16,7 3 6 0,0-4 0 0,-4 5-1 15,12 0 1-15,-2-6-7 0,2 6-1 0,0 0 5 16,37-5-12-16,-9-1-1 0,7 1 0 0,9 1-3 15,1-3 3-15,2-1-7 0,4 6 1 0,2-4 5 16,-4-5-9-16,1 3-1 0,3 0 1 0,-10 1-2 16,-2-5 1-16,-7 5-2 0,-3-3 3 0,-1-1-3 15,-9 2 1-15,9 0 3 0,-15 0 1 0,-8 3-2 0,1 0 8 16,-1 0-4-16,-1-2-2 0,-6 3 3 0,0-2-1 16,0 7 1-16,-15-7-1 0,2 2 2 0,-4 2 4 15,-2 2 5-15,4 1 4 0,-8 1-1 0,1 1-1 16,4 3-3-16,0-2 1 0,1 4-5 0,5-2 9 15,3 0-11-15,0 3-2 0,1-1 2 0,3 3 0 16,3 2 2-16,2-4-7 0,2 4 6 0,5 3-5 16,3-1 7-16,4 7-9 0,6 0 5 0,0-3 0 15,2-2-1-15,-1 3 0 0,6 0 0 0,-6-3-7 16,-6-4 3-16,0 2 1 0,5-2-3 0,-10 3 3 16,8-2 1-16,-6-2-2 0,-7 0-3 0,0-3 0 15,-4-1 1-15,1 2 1 0,-2 1 11 0,-7-4 14 16,1-3 6-16,-4 1 2 0,-10 4 1 0,3-4 1 0,-3 0-6 15,4-3 0-15,-6 2-1 0,1-1-9 16,-1-2-2-16,4-2 5 0,0-1-4 0,6 2-5 16,4 1-6-16,-4-4-3 0,4 0-17 0,3-4-12 0,4 3-23 15,2-3-27-15,7-1-16 0,6-3-22 0,1 1-14 16,8-5-21-16,5 0-22 0,10-8-19 0,3 2-11 16,-3 3-3-16,5-5-6 0,-3 1 12 0,0 4 19 15,-10 7 13-15,1-4 21 0,-4 1-2 0,-3-1 36 16,-2 3 35-16,-7-1 22 0,0 2 30 0,-5 5 32 15,-5-2 24-15,3 0 17 0,-3 3 18 0,-3-5 10 16,-2 6 4-16,0-3 3 0,0 8-5 0,-2-10-9 16,2 10-7-16,-5-7-4 0,5 7-9 0,-8-1-3 15,8 1-6-15,0 0-7 0,0 0-1 0,0 0-10 16,-15 11 3-16,15-11-4 0,0 12-1 0,1-7-1 16,8 5-4-16,-6 0 3 0,-1-1-4 0,6 0-2 15,-1 0 6-15,1 6-6 0,-2-3-4 0,9 0-2 16,-8 6 0-16,1-7-1 0,4-1 1 0,-6 0-3 0,3 1 1 15,-3-5-1-15,-1 3 1 0,0-1-5 16,2-1 0-16,-4-1 0 0,1 0 3 0,-4 2-2 16,1-3-4-16,-1 2 5 0,0-7-2 0,-1 8 6 0,1-8 7 15,-4 11 1-15,3-7 3 0,1-4 3 0,-2 9 0 16,-5-6 4-16,7 4-3 0,0-7 2 0,-6 8-1 16,2-3-3-16,-1-1-2 0,-1-1-2 0,4 4-2 15,-1-3-3-15,-2 0 1 0,0 4-1 0,-2 0-1 16,-1-3-3-16,1 3 1 0,-8-1 2 0,9 1-5 15,-4-1 3-15,-3 1-2 0,-1-4-9 0,5 4-25 16,-5-1-26-16,6-3-28 0,-5 2-33 0,4-5-42 16,3 0-42-16,-2 6-52 0,8-7-177 0,-2 4-461 15,2-4 203-15</inkml:trace>
  <inkml:trace contextRef="#ctx0" brushRef="#br0" timeOffset="53101.27">15876 7069 130 0,'0'-8'343'0,"0"8"-26"0,0 0-26 15,-2-7-24-15,2 7-31 0,0 0-23 0,0 0-14 16,0 0-10-16,0 0-15 0,-6 22-13 0,1-14-12 16,5 4-11-16,5 3-9 0,-5 2-11 0,3 0-8 15,0 3-11-15,-1 0-14 0,6 7-4 0,-1 0-6 16,-1-3-9-16,1 2-6 0,0 1-2 0,1-8-7 15,-1 1-11-15,-6-4-29 0,7 0-34 0,-1-1-25 16,-2 2-26-16,-3-8-44 0,3 3-51 0,1-6-61 16,-2 0-292-16,1-4-565 0,-5-2 250 0</inkml:trace>
  <inkml:trace contextRef="#ctx0" brushRef="#br0" timeOffset="53967.94">15935 6626 115 0,'-9'-8'437'0,"2"-1"4"0,7-1-6 15,-7 2-16-15,6 2-34 0,-4 3-37 0,5 3-37 16,-2-9-32-16,2 9-23 0,0 0-34 0,0 0-20 16,0 0-20-16,31 23-18 0,-17-8-16 0,7 5-11 15,-1 3-21-15,-2 4-11 0,9 6-7 0,-9 1-13 16,4 4-6-16,-4-2-10 0,-3-7-9 0,-5 2-2 15,3 2-6-15,-3-1-10 0,-4 0-16 0,-4-1-21 16,5-4 3-16,-7 0-16 0,0 1-6 0,0-2-14 16,-4-9-10-16,4 1-9 0,-3-1 0 0,3-2-12 15,-2-8 7-15,2 5-1 0,0-4 18 0,0-4-3 16,-3 4 13-16,3-8 2 0,3 4 8 0,-3-4-1 16,17-1-2-16,-17 1-3 0,28-6 5 0,-11-1 17 15,4 1-25-15,7-1-1 0,2 2-8 0,-2-3 6 0,-3 5 4 16,6 0-5-16,-11 3-2 0,10 3 10 0,-10-3-2 15,3 0-4-15,-5 4 0 0,1 3 7 16,2-3-10-16,-6 4 0 0,0-4-2 0,-5-1 1 0,0 9 3 16,-2-4 0-16,-6 0 5 0,3 0 2 0,-10 1 5 15,3 0-2-15,-5 0 5 0,-4 6-5 0,1-4 5 16,-5-3 1-16,0 3-3 0,-6-3 3 0,6-4 0 16,-7-1 6-16,-8-2 4 0,2 4 3 0,-2-5-2 15,6-3 1-15,-8-2 5 0,6-3-1 0,1-4 3 16,5 1 4-16,-2 0 1 0,8-1-1 0,0-1-1 15,6-2 1-15,1-3-2 0,6-3-1 0,1 3-1 16,5-6 2-16,0 0-9 0,10-2 4 0,-2-2-3 16,2-2-8-16,13-5-5 0,2 0-9 0,-2-4-5 15,2-2 4-15,-7 2-13 0,3 3 3 0,-3 0 3 16,-8 10 6-16,-5 4 3 0,-2 5 16 0,-1-1 30 16,1 4 8-16,-4 6 21 0,1-2 3 0,-4-1-11 15,3 5-3-15,-3 0-8 0,-1 6-17 0,0-11 6 0,0 11-8 16,0 0 2-16,0 0-8 0,0 20-3 15,-1-6 0-15,1 2-5 0,0 5 6 0,1 1-3 16,4 5 3-16,-3 3-6 0,5 1 17 0,1-3-13 0,5 13 5 16,2-4-4-16,0 0-3 0,0-8 2 0,5 7-2 15,3 3 1-15,-2-4-7 0,1 0 7 0,1-1 0 16,-3-7-2-16,6 5-2 0,-6-9 1 0,2-3 8 16,1 0-5-16,-8-8-8 0,1-2 6 0,1-3 2 15,1 1-5-15,-3-6-3 0,0-2 0 0,6-7 5 16,-6-2-5-16,0-2 4 0,0-1-8 0,0-3 0 15,-3-2 1-15,-4 0 0 0,3-8 0 0,-6-1 2 16,0 5 2-16,-3-5-3 0,-2 7 11 0,0-1 15 16,0 1 28-16,-7 3 22 0,6-1 14 0,-3 3 6 15,-1 1-2-15,0 4-8 0,-1 0-13 0,6 0-8 16,-8 3-7-16,6 1-9 0,2 5-8 0,-12 0-11 16,12 0 2-16,-8 8-2 0,1 0-4 0,6 3-3 15,-6 5 3-15,7-1-4 0,0 4-3 0,0-3-3 0,5 8-5 16,-2-5-3-16,2 0 4 0,4 7-9 0,-3-7-19 15,3 8-18-15,4 0-19 0,-2-3-17 16,6 0-25-16,0-3-41 0,-3-9-30 0,-4 2-46 0,4-4-57 16,-3-2-73-16,2-7-345 0,-6 2-748 0,3-2 331 15</inkml:trace>
  <inkml:trace contextRef="#ctx0" brushRef="#br0" timeOffset="54150.41">15859 6714 187 0,'-20'-7'287'15,"4"5"-25"-15,-4-4-28 0,12 1-25 0,-5 4-21 0,8-2-21 16,5 3-35-16,-14-1-46 0,14 1-66 16,0 0-87-16,0 0-218 0,0 0-307 0,0 0 136 15</inkml:trace>
  <inkml:trace contextRef="#ctx0" brushRef="#br0" timeOffset="55050.28">17677 6680 387 0,'1'-14'388'0,"8"-1"4"16,-9 7-8-16,1-4-18 0,3 5-14 0,-3-1-28 15,-1 3-37-15,0-2-36 0,0 7-33 0,0 0-23 16,0 0-19-16,0 0-19 0,5 22-12 0,-3-5-19 16,-2 12-10-16,-2-2-10 0,-3 13-10 0,5-1-10 15,-1 3-8-15,-3-3-8 0,4 8-6 0,-1-5-4 16,1 0-7-16,0-2 5 0,0 1-12 0,0-11-6 16,0 2-9-16,0-4 1 0,0-1-7 0,0-1-2 0,0-7-11 15,0-1-2-15,1-6-12 0,-1 0-4 16,4-6 1-16,-4 3-1 0,1-3 4 0,-1 2 2 15,0-8-4-15,0 0 2 0,0 0 0 0,15-19 9 0,-8 7-11 16,-1-4-3-16,1-5 9 0,1-3-21 0,-4-6-9 16,2 0 5-16,2-15 0 0,6 3-7 15,-8-5 19-15,3 3-14 0,-4-5 13 0,3 6-10 0,-3-8-1 16,-4 9 6-16,3 0 23 0,1 2 32 0,-5 11 17 16,1 2 13-16,-1 2 19 0,0 7 20 0,4-2 15 15,-4 1 15-15,0 3-5 0,-4 1 7 0,4 5-5 16,-1 3-11-16,1-4-15 0,0 5-14 0,0 6-9 15,-2-9-13-15,2 9-27 0,0 0-6 0,0 0-6 16,0 0-5-16,8 27-1 0,-6-6-5 0,0 6-1 16,9 3-2-16,-4 13-3 0,3 1-3 0,5 3 5 15,1 1-9-15,-4-5-10 0,11 7-14 0,-5-5-19 16,0 1-18-16,4-1-12 0,1 0-18 0,-1-5-25 0,6-1-22 16,-5 3-47-16,-2-7-15 0,-4-11-20 0,-2 2-31 15,3-3-34-15,-8-4-46 0,-2-3-37 16,6-7-55-16,-9-2-255 0,0 1-725 0,-1-4 321 0</inkml:trace>
  <inkml:trace contextRef="#ctx0" brushRef="#br0" timeOffset="55233.61">17759 6976 162 0,'0'0'219'0,"0"0"-11"0,0 0-14 0,27 0-17 16,-9 3-18-16,12-1-11 0,-4 4-15 0,9 0-10 15,8 0-15-15,0-3-8 0,7 1-7 0,-5 0-12 16,-1 1-11-16,4 3-14 0,-3-5-31 0,0-2-36 16,-4-1-41-16,2 0-32 0,-7 0-36 0,9-1-36 15,-10-2-117-15,-2 2-294 0,-2-7 130 0</inkml:trace>
  <inkml:trace contextRef="#ctx0" brushRef="#br0" timeOffset="55466.67">18673 6906 111 0,'-7'-6'210'0,"-7"4"3"15,-1-1 2-15,0 3 1 0,-3 3-4 0,1-3-10 0,-8 2-2 16,4 4-5-16,2 1-7 0,-2 0-5 0,-1 2-16 16,-4 4-7-16,9-6-17 0,-4 12-4 0,4-6-13 15,2 1-6-15,1-1-9 0,2 1-12 0,4 1-11 16,-1-2 2-16,3-1-15 0,6 2-3 0,0-2-5 16,0-2-4-16,8-1-3 0,4 3-5 0,3 2-11 15,1-5 1-15,12-1 5 0,2-5-11 0,1 4-10 16,14-5-15-16,0-2-17 0,-2-1-28 0,2-2-25 15,3-3-28-15,-7-8-35 0,5 2-36 0,-14 2-45 16,11-14-48-16,-3 0-52 0,-2-3-168 0,-4-3-506 16,4 0 223-16</inkml:trace>
  <inkml:trace contextRef="#ctx0" brushRef="#br0" timeOffset="55901.13">19006 6504 73 0,'-17'-20'267'0,"2"4"4"0,0 2-4 0,2 2-8 16,2 2 0-16,1-2-14 0,-2 3-20 0,7 3-18 15,-1 4-19-15,-1-5-19 0,7 7-20 0,-8-1-17 0,8 1-13 16,0 0-7-16,-10 13-8 0,10-3-9 0,1 5-9 16,4 2-8-16,4 9-5 0,-3 1-15 0,-1 1 0 15,8 14 1-15,-1 0-9 0,1-2-6 0,-1 5-3 16,1-1-7-16,-5 1-8 0,7-2 1 0,-8 7 4 16,1-10-3-16,9 7-12 0,-11-2-6 0,8-5-18 15,-6 1-9-15,-2-11-10 0,-1-2-7 0,-3 1-10 16,6-3-6-16,-8-7-4 0,0-4-2 0,5-6-6 15,-3 3 9-15,-2-5 7 0,2 0 4 0,-2-7 4 16,0 0 6-16,0 0 0 0,0 0 6 0,-9-20 0 16,8 9 4-16,-4-4 2 0,3-2 5 0,-5-1 16 15,7-1 12-15,0-6 12 0,0-4 9 0,0 4 3 16,7-1 5-16,-5 3 19 0,3 1 14 0,-4-2 3 0,-1 5 10 16,7 3 21-16,1-5 12 0,-8 7 9 0,7-1-3 15,1 3 1-15,-3 0-10 0,2 4-10 16,-2 5-9-16,-2-4-10 0,5-1-14 0,-1 7-11 0,-7 1-4 15,18 0-14-15,-6 4-3 0,-2 3-4 0,5 0-2 16,-2 3-7-16,0 5-3 0,9 0-2 0,-8 2-1 16,3 1-3-16,-1 1 4 0,4 2-18 0,-5 1-20 15,0-2-6-15,0-1-35 0,0-1-22 0,-2-2-18 16,-5 4-9-16,6-7-21 0,-4 9-19 0,-4-10-26 16,6 5-20-16,-2 0-43 0,-9-7-39 0,6-2-38 15,-2 2-252-15,-2-3-608 0,1 1 269 0</inkml:trace>
  <inkml:trace contextRef="#ctx0" brushRef="#br0" timeOffset="56500.46">19575 6909 83 0,'-3'-11'252'0,"0"7"-27"15,3 4-18-15,0 0-9 0,0 0-9 16,0 0-11-16,0 0-7 0,-7 18-10 0,9-10-15 0,-2 5-8 15,3 1-12-15,-3 3-10 0,5-2 0 0,0 2-17 16,-2 1-9-16,7 1-8 0,0-2-6 0,-2 1-11 16,-1-3-3-16,1 8-3 0,0-10-6 0,-1-4-6 15,6 5-2-15,-8-4-3 0,5-7-5 0,-8 2-2 16,6 0-2-16,-3-3-3 0,3 1-1 0,-8-3-4 16,0 0-2-16,24-9-3 0,-21 3-2 0,0 3-4 15,5-11-1-15,-4 7 2 0,-4-5-8 0,1 0 2 16,6 1 3-16,-5-4-1 0,3-2-7 0,-4-2 3 15,4 3-2-15,-1-2-3 0,1 0 7 0,-4 1 11 16,4 2 12-16,-2-1 12 0,2 4 8 0,-3 0 3 16,-2 3 14-16,5 2 0 0,-3-4 8 0,-1 3-14 15,3 5-3-15,-4-4-11 0,3-1-12 0,-3 8-12 0,5-2 1 16,-5 2-9-16,0 0 13 0,0 0-20 0,16 16-1 16,-9-12-12-16,0 4-8 0,6 7-3 0,-5-4-4 15,1 6-6-15,0-5-2 0,0 7-9 16,4-4-2-16,0 1-5 0,-5 0-1 0,1 2 4 0,6-2 1 15,-7-3 0-15,4 1 4 0,-4-2 6 0,-3-4-1 16,1-3 5-16,-2 1 5 0,6 2 4 0,-9-4 2 16,3 0 3-16,-4-4 10 0,0 0 17 0,0 0 11 15,14-12 5-15,-12 7 14 0,3-2 9 0,-3-1 12 16,4-4 16-16,-4 2 11 0,3-5 9 0,-3 3 5 16,4-3 11-16,1-1 7 0,-5 4 7 0,4-4 11 15,1 1-5-15,-2 1 2 0,-2 1-2 0,4 1-12 16,-2 3-8-16,-4 1-14 0,6 2-11 0,-5-5-8 15,3 7-13-15,-4-2-10 0,-1 6-15 0,8-2-12 16,-8 2-16-16,14 0-19 0,-14 0-28 0,15 3-37 16,-5 2-28-16,1 2-39 0,4 4-28 0,-2-5-24 15,2 4-32-15,2 4-34 0,6-4-48 0,-5 5-53 0,0-5-66 16,2 0-217-16,5 6-683 0,3-5 302 0</inkml:trace>
  <inkml:trace contextRef="#ctx0" brushRef="#br0" timeOffset="56785.35">20581 6787 80 0,'-1'-1'346'0,"-7"-3"-16"0,8 4-24 16,0 0-14-16,-9-5-29 0,9 5-10 0,0 0-12 15,-15 0-32-15,15 0-16 0,-6 6-29 0,6-6-11 16,-7 7-16-16,7 1-13 0,-2-1-6 0,-2 5 6 15,4-1-20-15,0-2-10 0,0 6-5 0,0-1 4 16,4 3-27-16,-4-6 0 0,4 7-5 0,-1-9-9 16,0 7-1-16,4-4-6 0,-5 3-5 0,4-3-8 15,-1 0-2-15,-5-1-2 0,2-2-14 0,0-2-22 16,-2 1-16-16,5-2-21 0,-7 2-12 0,2-8-10 0,0 7-11 16,0-7-26-16,-5 6-36 0,5-6-44 0,-13 3-44 15,13-3-40-15,-15-8-232 0,5 7-541 16,-5-6 240-16</inkml:trace>
  <inkml:trace contextRef="#ctx0" brushRef="#br0" timeOffset="74101.88">7339 10170 32 0,'-9'-8'353'0,"9"8"2"0,-8-4-20 0,5 0-20 16,3 4-16-16,-5-4-40 0,5 4-27 0,0 0-26 15,0 0-18-15,-7-5-23 0,7 5-16 0,0 0-20 16,0 0-10-16,0 0-15 0,0 0-6 0,0 0-13 16,0 0-6-16,3 20-11 0,1-13-8 0,-3 0-2 15,6-1-4-15,-4 2-12 0,-1-2 2 0,1-4-12 0,1 6-3 16,1-4-7-16,-5-4-5 0,5 3-2 0,-5-3 0 16,3 8-6-16,-3-8 12 0,0 0 3 0,0 0-4 15,0 0-2-15,0 0 12 0,0 0-16 16,0 0 1-16,0 0-10 0,2-20 8 0,-4 15-9 0,-3-1 4 15,3-2 2-15,1 2-6 0,-4-1 7 0,5 7-7 16,-7-13 2-16,5 9-22 0,-1-1-38 0,3 5-53 16,-7-7-53-16,7 7-87 0,-1-5-100 0,1 5-194 15,0 0-586-15,0 0 260 0</inkml:trace>
  <inkml:trace contextRef="#ctx0" brushRef="#br0" timeOffset="78150.03">8183 9864 234 0,'-2'-16'300'0,"2"-6"-4"0,-5 3-15 0,5 1-13 15,-2-3-4-15,2 1-13 0,-4-8-11 0,2 13-2 16,2-8-12-16,-7 4-3 0,6 1-4 0,-4 0-1 16,3 4-9-16,2 4-10 0,-7-1-10 0,4 1-30 15,-2 2-20-15,2-2-11 0,-4 7-20 0,1-3-9 16,-3 1-9-16,-4 5-15 0,0 0-7 0,-5 7-8 15,-2 0-9-15,-7 10-7 0,2-4 7 0,-11 13-20 16,5 1 1-16,-3 4-5 0,6-1 1 0,3 10-5 16,2-2-5-16,0 0-4 0,5-4 2 0,3 3-11 15,7-7-11-15,8 1-7 0,-4 0-2 0,9 2-8 16,2-8-10-16,6 4 11 0,4-3-14 0,13 2-10 0,-4-6-2 16,17 0 2-16,-13-8-4 0,3-4-9 0,-2 3-11 15,3-7-6-15,0-1-6 0,-1-4 1 16,2-1-4-16,-3 0 7 0,-3-5 10 0,5 2 6 0,-11-6 3 15,0 1 5-15,-3-2 7 0,-2 3 6 0,-5-7 5 16,0 4 14-16,-4 2 5 0,4-5 20 0,-11 6 14 16,-1-1 12-16,3 0 20 0,-3 3 10 0,-1-3-2 15,0 8 1-15,-6-15 2 0,4 12-6 0,-5-3-13 16,7 6-8-16,-5-5-1 0,5 5-11 0,0 0 1 16,0 0-11-16,0 0 4 0,0 0-12 0,-8 15-1 15,8-7-2-15,0-8 11 0,5 16-17 0,2-5-4 16,1-3 1-16,-1 5 3 0,2-1-5 0,5-3-5 0,-1 3-3 15,2 0-6-15,-4-8-5 0,4 7-1 16,4-5-6-16,-3 1-10 0,-1-5 0 0,2 3-4 16,2-5 2-16,-9 0 1 0,4 0-6 0,-1-4 9 0,-5 3 4 15,2-1 2-15,0-5 4 0,-8 1 5 0,6-1 3 16,-3-1 3-16,-10-3 6 0,5 4 0 0,0-5 11 16,-7 3 2-16,-1-3 11 0,0 1 11 0,-4-1 3 15,2 5 13-15,4-4-2 0,-8 2 2 0,6 5-2 16,0-5 10-16,0 2-9 0,1 0 7 0,0 3-1 15,1 0-5-15,4-3 0 0,2 7-1 0,-5-8-6 16,5 1-10-16,0 7-10 0,7-10 6 0,-1 3-34 16,8 0-7-16,2 0-11 0,6-2-5 0,-1 2-11 15,2-1-4-15,5-3-7 0,2-1 2 0,0 8 6 16,-2-7 3-16,0 2 5 0,-3-1 8 0,-5 5 2 16,-5-2 5-16,1-1 4 0,-4 4 7 0,-2-2 10 15,-3 0 12-15,1 2 18 0,-5-5 11 0,-1 4 4 0,-1 0 6 16,-1 5 10-16,-1-8 4 0,1 8 4 0,-8-9 10 15,8 9-3-15,-9-7 0 0,6 4-8 16,3 3-7-16,-13-3-7 0,13 3-8 0,0 0 1 16,0 0-6-16,-15 8-2 0,15-1-5 0,0 0 4 0,6-2-6 15,-4 6-1-15,5 0 1 0,6-1-5 0,-1 3 3 16,2 1-11-16,5-4 12 0,4 13-8 0,-3-8 4 16,1 1-4-16,2 4 2 0,-1-2 1 0,-7-9-9 15,0 6-1-15,0 1 5 0,-2-4 0 0,-5 3-1 16,0-5-2-16,-3 0-1 0,-3 0 4 0,-2 2-1 15,-2-3 4-15,-3 2 3 0,-5-4 2 0,-3 2 3 16,-2-3 7-16,-6 2 1 0,4-2-5 0,-3 0-5 16,-1-6 3-16,-1 1 2 0,1 1-7 0,4-4-6 15,-4-3-17-15,3-2-24 0,3 3-26 0,5-4-28 0,-2 0-36 16,2-3-45-16,7 0-45 0,5-3-46 16,4-6-50-16,2-4-227 0,4-1-580 0,5-2 258 15</inkml:trace>
  <inkml:trace contextRef="#ctx0" brushRef="#br0" timeOffset="78400.03">9221 9357 155 0,'1'-12'379'0,"-1"0"19"0,0 1 19 0,0 3-6 16,0-1-19-16,0 1-27 0,0 2-37 0,0 6-37 16,-1-8-32-16,1 8-31 0,0 0-21 0,0 0-24 15,0 0-21-15,0 26-13 0,0-11-16 0,0 6-11 16,0 3-13-16,1 5-8 0,4-1-11 0,-3 5-6 15,4 8-12-15,1 2-8 0,1-2-1 0,-1 1-6 16,0-1-8-16,2 4-3 0,5-1-3 0,-6-3-10 16,4-12 5-16,-4 3-16 0,-2-2-11 0,8 0-27 0,-6-3-30 15,4-3-34-15,-1-6-29 0,-1-2-20 16,3-2-34-16,-1-2-28 0,0-6-40 0,-1 3-56 16,-1-9-71-16,0 0-285 0,-10 0-694 0,20-6 307 0</inkml:trace>
  <inkml:trace contextRef="#ctx0" brushRef="#br0" timeOffset="78583.2">9278 9702 237 0,'-6'-1'381'0,"-2"-7"9"16,1 5-3-16,7 3-16 0,-7-5-15 0,7 5-18 16,-8-4-25-16,8 4-23 0,0 0-31 0,0 0-24 15,0 0-22-15,15-6-25 0,-8 3-13 0,7 1-31 16,1-1-36-16,7 3-42 0,-2-1-51 0,10-2-64 15,-4 0-45-15,2 1-59 0,2 2-53 0,-9 0-71 16,11-4-74-16,-1 1-205 0,-1-1-603 0,2 0 267 16</inkml:trace>
  <inkml:trace contextRef="#ctx0" brushRef="#br0" timeOffset="78900.81">10050 9324 399 0,'0'0'479'0,"-5"-6"-2"0,5 6-14 16,0 0-21-16,-2-4-29 0,2 4-30 0,0 0-32 16,-5-5-38-16,5 5-32 0,0 0-31 0,0 0-28 15,0 0-22-15,-16 18-21 0,7-4-18 0,3-1-13 16,-8 5-14-16,5 6-13 0,-5 0-13 0,1 5-7 15,0 3-9-15,3 7-6 0,2 5-9 0,1-4-7 16,0 3-3-16,4 4-8 0,3 2-8 0,3-2-2 16,4 0-6-16,1-4-3 0,7 4-3 0,7-5-2 0,-1-4-3 15,2-1-2-15,10-1-10 0,-3-8-28 0,-5-9-28 16,5-1-44-16,0-5-61 0,14-1-77 16,-1-5-70-16,-11-3-73 0,16-8-86 0,-18 0-359 0,4-2-873 15,-4-2 386-15</inkml:trace>
  <inkml:trace contextRef="#ctx0" brushRef="#br0" timeOffset="79467.25">10619 9519 309 0,'0'-9'316'0,"0"0"-1"0,0 3-10 16,0 6-5-16,0-9-18 0,0 9-14 0,-6-12-19 0,4 6-17 16,-5 3-2-16,-3-1-44 0,0 0-3 0,-1 0-16 15,-1 1-19-15,-3 2 5 0,0 2-15 0,-1-1-15 16,-1 7-7-16,-3-3-3 0,1 0-12 0,2-1-2 16,2 3-22-16,-1 3-1 0,1 0-5 0,1-1-8 15,1 0-7-15,5 0-3 0,1-1-8 0,-1 5 0 16,1-1 7-16,7-3-13 0,0-1 1 0,5 4-1 15,2-1 3-15,3-1-7 0,5 3-3 0,1-2-3 16,4 5-3-16,3 0-2 0,4-4-4 0,-4 2 1 16,2 1-2-16,1-2-7 0,-7 0 1 0,-1-5-5 15,-2 5 1-15,1-1-2 0,-2-3 6 0,-2 5-9 16,2-2 1-16,-8-3-5 0,-6 3 2 0,7-3-3 16,-4 0 1-16,-4 0 1 0,-4 4 1 0,-5-8 2 0,2 2 2 15,-6 5-1-15,-4-3 3 0,-1 1-1 0,1-2 6 16,-14 2-8-16,9-5 1 0,-4 4-3 0,-2-2 1 15,-2 0-14-15,8-1-25 0,4 0-53 0,2-3-44 16,1 0-42-16,0 2-41 0,7-3-49 0,8-1-78 16,-14 0-344-16,14 0-743 0,0 0 329 0</inkml:trace>
  <inkml:trace contextRef="#ctx0" brushRef="#br0" timeOffset="79684.23">10935 9934 61 0,'0'0'316'16,"5"8"-12"-16,-5-8-13 0,4 6-2 0,-1 0-13 0,-3 0-7 15,0 6 0-15,-3-4-16 0,-1 3-8 16,-1 0-22-16,0 1-23 0,0 1-18 0,-1 4-22 16,1 1-13-16,-4 0-17 0,3 0-11 0,-2 0-6 0,3 0-39 15,1 0-41-15,-1-3-48 0,5 3-42 0,-3-3-45 16,0 0-52-16,6-7-71 0,4 2-85 0,-4-7-206 15,5 3-558-15,5-5 248 0</inkml:trace>
  <inkml:trace contextRef="#ctx0" brushRef="#br0" timeOffset="80299.89">11427 9729 13 0,'8'-3'265'0,"-8"3"-8"16,8-9-7-16,1 6-4 0,-6-2 0 0,2 1-11 0,0-2-1 15,2-3-7-15,-1 0 1 0,-3 3-9 0,2-4-4 16,-1-1-5-16,-1 2-6 0,-1-1-10 0,-1-4-4 15,3 4-3-15,-4-7-9 0,0 4-8 16,-4 2-7-16,1-1-11 0,0 1-12 0,-1 1-7 0,-1 1-13 16,-1 1-14-16,-4-2-12 0,3 4-13 0,1 2-8 15,-4-1-9-15,-3 5-7 0,-2 0-8 0,0 0-7 16,-2 1-5-16,-3 4 0 0,0 4-9 0,-4 3 0 16,4-3-3-16,3 3-5 0,1 2-3 0,-4 3-3 15,5-2-3-15,2 4 0 0,1 1 0 0,2 0 1 16,5-1-6-16,0-1-5 0,4 6-2 0,-3 0-3 15,8-4-3-15,-1 1 4 0,2-5-2 0,3-2-2 16,4 3-1-16,-2-7-3 0,3 2-3 0,2-3-3 0,0-3-12 16,1-3-5-16,1 0-8 0,3-3-6 15,3-4 0-15,-8-3 4 0,6-2-1 0,6-3-8 16,-4-3 6-16,-7 2 11 0,4-4-6 0,-2-3 1 0,-6 6 11 16,1-4 7-16,-1-1-1 0,-4 2 1 0,2-1 13 15,-8 2 10-15,1-2 26 0,-3 2 18 0,0 3 17 16,-2 3 10-16,1-4 11 0,-1 5 1 0,-1 0-6 15,3 0-5-15,-7 3-6 0,7 6-7 0,-3-11-9 16,-2 8-7-16,5 3-5 0,0 0-6 0,-10 0-6 16,10 0-2-16,-7 10-2 0,2-5-3 0,4 5 0 15,-1 2-5-15,2-2-1 0,2 8 1 0,-1-6-3 16,3 3-4-16,-1 1-1 0,5 1-12 0,-1-2-2 16,8 6-9-16,-4-1-26 0,-1-7-36 0,4 5-7 0,2-3-54 15,2-6-37-15,0-2-41 0,-3 0-50 16,4-2-63-16,0-3-62 0,-4-2-277 0,7 0-726 15,-2-2 322-15</inkml:trace>
  <inkml:trace contextRef="#ctx0" brushRef="#br0" timeOffset="80583.17">11716 9271 355 0,'-6'-4'469'0,"3"1"8"15,3 3-13-15,-12-8-19 0,12 8-34 0,0 0-37 16,-7-1-32-16,7 1-34 0,0 0-26 0,0 0-18 16,22 16-16-16,-16-5-19 0,9-3-16 0,7 7-18 15,6 2-17-15,2 9-18 0,0-5-17 0,4 3-12 16,-1 3-12-16,2 3-12 0,-5 3-12 0,0 0-6 16,-2 1-10-16,-7 2-11 0,1-1-5 0,-7 7-9 0,0-3-22 15,0 2-37-15,-5 2-25 0,-5-13-39 16,-4 2-38-16,4 7-40 0,-5-11-34 0,-5 2-32 15,0-3-37-15,-5-3-26 0,-5 2-27 0,2-6-49 0,3-6-58 16,-3-4-266-16,0 4-731 0,5-5 324 0</inkml:trace>
  <inkml:trace contextRef="#ctx0" brushRef="#br0" timeOffset="81000.53">12731 9714 80 0,'-8'-2'443'0,"8"2"19"15,0 0 0-15,-13-3-10 0,13 3-18 0,0 0-19 16,0 0-20-16,-5-3-22 0,5 3-24 0,0 0-25 15,0 0-20-15,0 0-30 0,0 0-22 0,0 0-20 16,41-1-32-16,-11-2-14 0,5 2-22 0,13-7-19 16,3 0-27-16,3 4-39 0,1-2-50 0,3 3-64 15,0-4-75-15,0-3-86 0,-3 3-76 0,-3 4-87 16,-2-6-113-16,-18 1-316 0,2 6-854 0,-4-3 377 16</inkml:trace>
  <inkml:trace contextRef="#ctx0" brushRef="#br0" timeOffset="84066.99">14582 9510 197 0,'3'-10'319'0,"-3"-1"0"0,0 2-3 15,0-5-17-15,2 5 1 0,-4-3-2 0,-3 2-12 16,2-3-13-16,-2 5-10 0,-2-1-29 0,-1-5-18 16,-2 9-19-16,-3-5-23 0,-7 6-15 0,5 0-20 0,-2 0-12 15,-4 4-11-15,1 4-15 0,-10-1-12 16,2 2-9-16,5 5-6 0,-7 0-8 0,7 2-8 15,0 3-7-15,3 3-9 0,-3 2-1 0,8-1-8 0,-2 1-6 16,7 3 4-16,0 0-8 0,9-5-5 0,-3 2 1 16,8 0-8-16,4-3-1 0,0 1-4 0,7 3-4 15,5 1 4-15,-2-5-5 0,7-8-5 0,1 3-11 16,8 0-1-16,-5-9-29 0,4 2-3 0,-3-5 3 16,2-5-7-16,1-1 7 0,-5-3-2 0,0-3 7 15,-6 5 5-15,2-13 6 0,-4 5 2 0,-5 2 4 16,2-5 11-16,-4-8-13 0,-3 1 5 0,-3-1 13 15,-3 2 19-15,-2 5 22 0,-2-1 18 0,0-1 15 16,0 4 18-16,-2-1 16 0,2 5 3 0,-3 2 0 16,2 1 0-16,1 4-16 0,0-2-12 0,0 3-15 15,0 5-15-15,-4-8-21 0,4 8-5 0,0 0-8 0,0 0-8 16,0 0-5-16,-5 25-15 0,7-13-11 0,5 5-20 16,-6 0-14-16,6 0-22 0,1 3-22 0,4-5-22 15,-4 4-16-15,5 4-18 0,0-8-22 0,6 8-28 16,-8-12-45-16,9 0-45 0,-5-2-57 0,3-5-210 15,4 4-613-15,3-1 272 0</inkml:trace>
  <inkml:trace contextRef="#ctx0" brushRef="#br0" timeOffset="84349.78">15431 9287 16 0,'-10'-8'363'0,"1"-1"-6"0,1 3-3 0,-7 3 18 15,0-5 1-15,0 4-5 0,1-1-8 0,-3 2-21 0,-1 3-16 16,1 0-26-16,-3 2-24 0,2 3-20 16,7 0-24-16,-4-2-21 0,-2 9-15 0,-4 0-20 0,6-1-12 15,3 1-19-15,2 2-11 0,-5 1-16 0,2-2-11 16,5 3-8-16,0 3-14 0,1-1-6 0,0-2-6 16,6 4-1-16,1-5-14 0,1 2-5 0,6 3-10 15,-4-6-11-15,7 1-11 0,-2-2-12 0,4-3-14 16,5 2-14-16,4-5-37 0,-4-2-34 0,12 0-33 15,1-2-15-15,3-6-35 0,-1 1-16 0,3-6-13 16,-6-2-17-16,1-3-17 0,10-2-23 0,-10-4-20 16,8-7-15-16,-5 1-12 0,-5-9-16 0,-3 0-199 15,-4 1-565-15,-6-6 250 0</inkml:trace>
  <inkml:trace contextRef="#ctx0" brushRef="#br0" timeOffset="84850.93">15676 9159 1175 0,'-2'-40'-39'0,"-3"11"49"16,-2 1 49-16,-1 1 31 0,0 0 42 0,-4 0 27 15,1 1 24-15,-3-1 27 0,4 7 22 0,-1 4 23 0,4 1 15 16,-1-3 12-16,1 4 5 0,-1-1-4 0,6 7-8 15,-4 1-17-15,1 0-24 0,3 1-22 16,-3 2-27-16,5 4-22 0,-3-8-23 0,3 8-15 0,0 0-14 16,0 0-10-16,0 0-8 0,3 21-8 0,4-9-10 15,-2 3-9-15,3 4-6 0,0 8-6 0,7 0-6 16,-8 2-5-16,8 4-1 0,1 7-7 0,-2 1 0 16,-1-1-8-16,0 2 2 0,2 0-4 0,-3 1-17 15,1-9-18-15,-5 1-11 0,-3-4-13 0,3-1-24 16,-1 7-9-16,-4-10-25 0,1-1-10 0,-1-1-25 15,2-3-14-15,-4-6-4 0,-1-1-13 0,0-6-1 16,4 1-2-16,-4 1 7 0,0-3 16 0,1-4 0 16,-1-4-3-16,2 3 8 0,-2-3 2 0,0 0 8 0,0 0 2 15,8-21 10-15,-3 12 7 0,-1-6 10 16,1 0 12-16,-2-1 7 0,2-4 8 0,0 2 17 16,-2 3 20-16,0-2 30 0,1 2 31 0,-4-1 33 0,1 1 26 15,-1 2 28-15,5-2 22 0,-5 3 28 0,0 4 4 16,0 1 3-16,0-3 6 0,2 1 1 15,-2 2-2-15,3 3-11 0,-3 4-14 0,0-8-14 0,4 0-14 16,-4 8-11-16,3-4-10 0,-3 4-8 0,3-4-18 16,-3 4-9-16,15-7-4 0,-7 7-3 0,7 0-14 15,2 5-4-15,3-5-1 0,-5 3-9 0,6 3-2 16,-1-1 3-16,3-1-11 0,-1 0-2 0,-4 3-2 16,3-2-15-16,-1 3-1 0,0-1-4 0,2 4-19 0,-6-2-8 15,2-2-6-15,-4 5-27 0,1-2-17 16,-2 2-13-16,-5 1-11 0,0 1-34 0,6-1-11 15,-4-1-11-15,-5 3-14 0,1-3-8 0,1 3-13 0,1 0-15 16,-1 0-20-16,1-2-31 0,-1-2-32 0,6-7-41 16,-3 4-257-16,5-1-636 0,0 2 282 0</inkml:trace>
  <inkml:trace contextRef="#ctx0" brushRef="#br0" timeOffset="85433.05">16626 9317 230 0,'-10'-2'310'0,"-4"-3"-11"0,1 5-13 16,13 0-20-16,-21 5-23 0,12-3-22 0,-4 2-18 15,2 2-18-15,-1 0-17 0,-3 6-14 0,9-3-14 16,-1 6-7-16,5-4-12 0,2 5-8 0,0-4-8 16,2 3-5-16,5 1-7 0,-1-5-13 0,2 4-8 0,7-4-7 15,-6 5 1-15,4-8-8 0,2 2-9 16,0 0-5-16,0-7-4 0,4 4 6 0,-10-3-14 15,4-4-12-15,0 1-8 0,-1-2-6 0,-2-5 0 0,-2 1-11 16,0 2 3-16,0-2-4 0,-4-6-3 0,1 0 4 16,-5-1 1-16,0-4 0 0,-7-2 1 0,4 3-5 15,-4-6 6-15,1 3 1 0,-1 1 5 0,-1 0 2 16,1 0 8-16,-1 0 8 0,0 1 9 0,1 1 1 16,0 1 1-16,6 4 8 0,-4 1-9 0,5 3-1 15,0-1-5-15,0 0-9 0,0 7-2 0,0-9 8 16,0 9-16-16,0 0-6 0,0 0-11 0,0 0 4 15,26 16-5-15,-16-11-4 0,3 5-2 0,-1-2-6 16,1 3-2-16,0 1-2 0,4-1-8 0,-2 1 3 16,0-2-3-16,3 0-1 0,0 2 9 0,-3-2-10 15,-2 0 0-15,-4-3 4 0,2-2 7 0,-1 1 2 16,-2 3 1-16,-1-6 12 0,1-2-6 0,-1 2 4 0,-7-3 2 16,0 0 12-16,16-4 15 0,-16 4 17 0,15-6 8 15,-10 0 13-15,-3 0 21 0,5-2 16 16,-1 4 19-16,1-5 12 0,-1 1 5 0,1 1 12 0,-4-1 1 15,4 3 5-15,-2-3 5 0,-3-1-5 0,6 1-6 16,-2-1-15-16,1 2-8 0,-4 4-12 0,2-3-10 16,0 0-12-16,-5 6-8 0,5-6-10 0,0 3-4 15,-5 3-13-15,14 0-2 0,-14 0-7 0,16 4-8 16,-8 1-16-16,1 1-21 0,1 0-20 0,-2 0-26 16,3 0-32-16,-1 1-32 0,2 3-33 0,1 0-30 15,2 0-27-15,-3 2-32 0,-2-4-39 0,4-1-59 16,1 1-49-16,-6-2-294 0,4 0-736 0,-5-3 326 15</inkml:trace>
  <inkml:trace contextRef="#ctx0" brushRef="#br0" timeOffset="85766.46">16381 8906 332 0,'-5'-5'425'0,"5"5"-26"0,-7-3-43 0,7 3-38 16,0 0-30-16,-8-5-40 0,8 5-51 0,0 0-52 15,0 0-28-15,0 0-34 0,-7 11-38 0,7-11-35 0,2 12-54 16,1 0-75-16,7-2-91 0,-10 7-222 0,12-5-468 16,-4 3 207-16</inkml:trace>
  <inkml:trace contextRef="#ctx0" brushRef="#br0" timeOffset="86899.66">18120 8928 16 0,'9'-15'251'0,"2"-2"-3"15,-4-5 1-15,-1 7 6 0,-1-9 4 16,-1 6 2-16,-4-1-4 0,0 4-15 0,-5 3-19 0,1-2-15 16,-2 3-22-16,-4 6-20 0,0-2-17 0,-10 6-17 15,2 1-13-15,-12 3-8 0,2 7-12 0,-2 4-11 16,0 1-3-16,-4 9-12 0,5-1-7 0,6-3-11 16,2 3-2-16,-1 1 0 0,7 6-14 0,5 1-1 15,-3 0 0-15,11-3 0 0,1 1-1 0,4 2-4 16,5-7-7-16,6 3-3 0,2-3 7 0,6-3-8 15,6-3 6-15,8 1-8 0,-4-2-3 0,9-4 0 16,-9-4-4-16,2-2-6 0,-1-2-3 0,4-6-8 16,-9 2-1-16,2-1 4 0,-7-1-12 0,-3 1-1 0,-4-4 5 15,-1-1-5-15,-2 3 7 0,-4 1-2 16,4-5 4-16,-6 6 8 0,-1-5-5 0,-6 5-6 16,0 0-4-16,0 0 6 0,0 0 1 0,12 8-3 0,-12-2-3 15,0-6-4-15,0 12 10 0,0-3-1 0,0-2 2 16,0 4-2-16,3-2 4 0,-1 3-2 0,3-1 5 15,-2-3 2-15,4 6-3 0,8-5 4 0,-4 0-4 16,4 1 0-16,2-2 2 0,-1 1 3 0,4-6-7 16,-2 1 2-16,0-1 4 0,-1-3-5 0,3-4 0 15,-9 4 3-15,3-3-3 0,-1-1 0 0,-5-4-5 16,0 0-1-16,-1-2-2 0,-5 0-5 0,-2-4-8 16,-2-1 6-16,-5-3-5 0,-1 1 6 0,0 1 1 15,-5 0-1-15,-2-3 2 0,0 6 3 0,-3-5-2 16,1 3 7-16,6 5-1 0,-4-3 3 0,0 1 5 15,2 5 16-15,4-1 7 0,1 4 7 0,-2-4 3 0,5 6 7 16,5 2-4-16,-12-7 0 0,9 4 2 0,-2-1-5 16,5 4 1-16,0 0-7 0,-1-8 1 0,1 8-8 15,0 0-1-15,16-4 0 0,-16 4-5 0,22 0 4 16,-7-1-1-16,6-1-11 0,-3 2-1 0,12-3-5 16,-2 0-3-16,0 0-7 0,2-3 2 0,-8 5 3 15,7-4-3-15,0 1-10 0,-8 1 8 0,1-2 0 16,-6 2 5-16,1 0 4 0,-2 2-1 0,-4-2-9 15,-1-1 16-15,-3 1 4 0,4-1 4 0,-6 3 10 16,-5 1 11-16,0 0 2 0,12-5 9 0,-12 5 2 16,8-3-5-16,-8 3-7 0,0 0-4 0,5-4-1 15,-5 4-2-15,0 0-7 0,0 0-11 0,0 0 9 16,0 0-9-16,15 5-1 0,-7 2 0 0,2 0 1 0,5 1-1 16,-2 0-3-16,4 4 4 0,4 3-7 0,4 2 2 15,-5 0 0-15,2-3-1 0,-1 1-3 16,-4 4 0-16,-4-6-3 0,2 2 15 0,0-3-14 0,-9 6-3 15,6-9 0-15,-7 6 6 0,0-3-6 0,-5-3 2 16,0 1-1-16,0 0 2 0,-5-2 0 0,0 1 0 16,-2-1 1-16,-4-2-12 0,-4-2-24 0,5 1-5 15,-3-2-40-15,-9 0-22 0,7-3-31 0,-6 0-29 16,-2-4-32-16,3 2-48 0,-3-3-57 0,4 1-66 16,1-3-202-16,2-2-612 0,6 2 271 0</inkml:trace>
  <inkml:trace contextRef="#ctx0" brushRef="#br0" timeOffset="87166.32">19254 8463 99 0,'5'-10'500'0,"-2"0"1"0,-3 6-24 15,0-7-32-15,4 7-43 0,-4 4-44 16,0 0-42-16,3-6-37 0,-3 6-27 0,0 0-28 0,0 0-23 15,0 0-18-15,0 29-18 0,0-10-14 0,2 8-14 16,4 1-13-16,1 10-11 0,3 4-9 0,-4-3-13 16,6 6-9-16,-2-3-7 0,3-1-4 0,2-1-8 15,-2-1-5-15,-1 0-8 0,8 0-2 0,-7-2-24 16,2 4-16-16,-7-14-26 0,5 0-33 0,1 1-42 16,1-4-45-16,-1-2-35 0,-4-5-43 0,5 3-61 15,-3-5-70-15,-1-3-368 0,1-5-774 0,1 4 342 16</inkml:trace>
  <inkml:trace contextRef="#ctx0" brushRef="#br0" timeOffset="87366.28">19459 8871 248 0,'-8'-7'517'0,"1"-3"-1"15,2 3-25-15,-3-2-28 0,8 1-35 0,0-4-39 16,7 5-37-16,-6-2-34 0,14-2-32 0,-1 1-33 15,5 0-21-15,8-4-25 0,4 3-24 0,11 2-23 16,2 2-29-16,8 4-41 0,4-3-65 0,-3 5-88 16,0-1-88-16,-2 4-104 0,7 0-117 0,-10 9-370 15,5-3-803-15,-7-4 356 0</inkml:trace>
  <inkml:trace contextRef="#ctx0" brushRef="#br0" timeOffset="95649.33">7431 12334 67 0,'-3'-7'365'0,"-2"4"-13"16,0-4-28-16,0 5-19 0,5 2-18 0,-7-8-23 15,1 4-25-15,6 4-25 0,-8-4-21 0,8 4-21 16,-5-4-17-16,5 4-15 0,0 0-14 0,-17 8-13 16,17-8-9-16,-7 9-17 0,6-3-7 0,-3 0-10 15,3 1-2-15,1 1-10 0,0-1-5 0,0 0-8 16,0-7-1-16,1 11-6 0,3-6-1 0,-3-1-8 16,3 1 2-16,-4-5-1 0,10 3-1 0,-5 0-2 0,-5-3-9 15,0 0-3-15,21-4 1 0,-21 4-2 16,10-8 5-16,-5 5 2 0,-2-5-7 0,1 1-1 0,-1 4 7 15,0-4 1-15,-3 0 12 0,0 0 6 0,0-1 2 16,-3-2 2-16,0 5-2 0,1-3-5 0,-3 0-2 16,2 4-7-16,-2-1 1 0,-2-1-7 0,1 5-8 15,1-6-7-15,5 7-30 0,0 0-43 0,-14-4-42 16,14 4-40-16,-11 12-46 0,9-6-64 0,2-6-84 0,0 8-247 16,5-3-637-16,3 3 283 0</inkml:trace>
  <inkml:trace contextRef="#ctx0" brushRef="#br0" timeOffset="100832.62">8168 11756 127 0,'-3'-10'302'0,"-2"0"-12"0,-2 3-18 0,0-1-16 0,2 2-20 16,-5 0-18-16,7-1-21 0,-3 0-13 0,6 7-28 15,-12-4-10-15,2 4-11 0,10 0-15 0,0 0-12 16,-22 3-12-16,16 2-2 0,-1-2-14 0,-1 2-11 15,1 3-5-15,4-4-3 0,-4 4-1 0,2 1-4 16,2 1-10-16,0 0 2 0,3 0-10 0,-3-1 4 16,-1 0-5-16,4 3-2 0,4-1-1 0,-1 1-1 0,0 4 2 15,2-4-9-15,5 3 2 0,-2 1-4 16,2-3-1-16,3 0 2 0,2-1-7 0,-1 3 0 16,2-3 2-16,6 6-9 0,1 0 5 0,0-8-5 0,-3 10 1 15,-4-9-3-15,11 2-9 0,-11 1 9 0,6-1 1 16,-2 2-7-16,-4-4-1 0,-1 5 8 0,-1-7-4 15,-5 1-3-15,3 5 0 0,-4-6 1 0,-4 2 1 16,2 0-1-16,-2-4-1 0,-3 2-1 0,-2 2 4 16,-3-3 3-16,-2 0 10 0,-4 8 17 0,-4-8 17 15,0 1 11-15,-8 3 9 0,4-6 7 0,-4-2-2 16,-4 11-2-16,3-8-1 0,0-3-1 0,1 4 2 16,0-4-8-16,3-4-1 0,2 0-2 0,2 0-6 15,-1 0-1-15,2-3-4 0,4 2-7 0,5-6-6 16,-3 5-36-16,2-5-38 0,7-1-50 0,4-7-56 15,5-2-47-15,3 3-45 0,4-5-71 0,4-1-50 16,3 2-288-16,4-3-693 0,0 6 307 0</inkml:trace>
  <inkml:trace contextRef="#ctx0" brushRef="#br0" timeOffset="101199.17">8585 11931 61 0,'0'0'216'0,"0"0"-15"16,0 0-4-16,0 0-11 0,0 0-8 0,-10 16-7 16,7-8-15-16,3 3-12 0,0-4-8 0,0 6-14 15,3-5-7-15,0 10-10 0,4-6-5 0,-5 4-11 16,6 3-7-16,5-3-8 0,-5-4-6 0,6 5-6 16,-1-3-8-16,-3 0-3 0,5-2 0 0,5 0-6 0,-4-3-4 15,1-2-1-15,1-4-8 0,-2 4-2 16,4-3 1-16,-1-7-4 0,-5 2-1 0,5-1 0 15,-9-3-4-15,3 1-1 0,-2-8 1 0,3 0 17 0,-8 1 22 16,2-5 4-16,1 1 17 0,-4-4 7 0,1 2 13 16,-6-5 6-16,0 0 20 0,-6 6 15 0,6-5 11 15,-5 3 3-15,5 0-2 0,-5 1-11 0,0 2-6 16,0 0-13-16,3 3-10 0,-3 3-16 0,4 3-10 16,1-1-8-16,-4 1-31 0,4 6-41 0,-5-6-54 15,5 6-33-15,0 0-21 0,0 0-16 0,0 0-29 16,0 0-22-16,10 22-31 0,-5-7-31 0,2-4-37 15,3 1-33-15,-5 4-43 0,5 1-183 0,-4-3-567 16,6 2 252-16</inkml:trace>
  <inkml:trace contextRef="#ctx0" brushRef="#br0" timeOffset="101668">9459 11874 10 0,'2'-5'362'0,"-2"5"-4"0,0-10 21 16,0 10 14-16,-2-7 4 0,2 7-7 0,0 0-10 15,-3-10-19-15,3 10-26 0,-5-4-31 16,5 4-29-16,0 0-20 0,0 0-16 0,-24 8-11 0,14-4-19 15,-1 0-12-15,1 6-14 0,-5 0-13 0,0 2-11 16,0 3-13-16,2-3-14 0,3 2-11 0,-3 1-11 16,0 1-11-16,4-1-15 0,3 1-5 0,-3 3-6 15,4-6-8-15,4 5-5 0,1-9-11 0,1 6-6 16,6-1-5-16,5 1-14 0,-2-3-22 0,3-2-27 16,3 0-37-16,4-1-59 0,3-2-51 0,7 0-51 15,5-1-45-15,-2-3-40 0,2-3-57 0,-2 0-60 16,0-3-365-16,-1-2-857 0,11 1 379 0</inkml:trace>
  <inkml:trace contextRef="#ctx0" brushRef="#br0" timeOffset="101949.14">10038 11892 251 0,'0'0'385'0,"-3"-8"-1"16,-2 4 12-16,5 4-2 0,-3-6-3 0,3 6-8 15,-5-5-17-15,5 5-20 0,-14-4-21 0,6 3-16 16,8 1-27-16,-16 0-21 0,2 2-19 0,1 1-18 16,-2 2-16-16,-1 5-13 0,-6-1-19 0,6 2-10 15,-4-2-12-15,3 3-13 0,-4 5-17 0,4-4-9 16,1 2-16-16,-4 3-7 0,8-3-11 0,2 2-1 16,4-1-11-16,-8-2-12 0,13 3-2 0,-1-5-11 15,7 2-6-15,7-1-8 0,-6 1-18 0,6-2-22 16,6 0-30-16,5 2-47 0,5-5-57 0,2-5-72 0,3 0-53 15,2 1-42-15,-4-3-50 0,11-1-67 16,1-4-408-16,-12 2-903 0,6-3 399 0</inkml:trace>
  <inkml:trace contextRef="#ctx0" brushRef="#br0" timeOffset="102333.05">10500 11587 173 0,'0'-7'423'0,"3"-1"8"0,-3 3 8 16,-3-3-1-16,3 8-10 0,0-9-18 0,0 9-22 0,-2-9-31 15,2 9-35-15,-3-6-31 0,3 6-33 16,0 0-30-16,0 0-25 0,0 0-19 0,-18 18-16 16,10-4-18-16,-6 4-8 0,1 3-11 0,-2 4-2 0,0 4-17 15,0-1-4-15,2 11-10 0,-3 0-13 0,7 2-1 16,1-2-11-16,-4 1-6 0,12-7 4 0,0-2-17 16,0 12-4-16,12-5 0 0,-4-6 2 0,9 7-15 15,-1-1 0-15,3-4 0 0,7-1-2 0,-4-11-27 16,11 9-18-16,-5-11-24 0,-2-5-38 0,4 2-59 15,5-7-72-15,10 2-61 0,-16-9-59 0,1 4-65 16,8-7-66-16,-10-2-358 0,2-1-880 0,0-5 389 16</inkml:trace>
  <inkml:trace contextRef="#ctx0" brushRef="#br0" timeOffset="104134.24">10978 11614 267 0,'0'-7'331'0,"0"7"-10"15,2-3-13-15,-2 3-26 0,0 0-23 0,7-5-22 16,-7 5-26-16,0 0-24 0,0 0-15 0,0 0-7 15,0 0-27-15,0 0-13 0,6 14-16 0,-4-8-9 16,4 1-8-16,-6 1-12 0,9-1-8 0,-4 1-2 16,3 1-12-16,-1 1-2 0,1-2-4 0,-1 3-7 0,6-3-3 15,-10-1-6-15,2 3-5 0,-3-4-6 16,4-2 6-16,3 1-10 0,-9 1 3 0,8-3 4 16,-5 3-6-16,-3-6-5 0,5 4 1 0,-5-4 4 0,5 3 5 15,-5-3-2-15,0 0-2 0,0 0-4 0,0 0 0 16,0 0 0-16,5-13-1 0,-5 13-1 0,-10-10-1 15,5 2-4-15,0 2-1 0,-1-3 2 0,-1 5-3 16,-1-4 7-16,1 4-7 0,4-3 6 0,-9 2-4 16,4 1 3-16,1 0 2 0,1 1 0 0,-1-1-5 15,-3 2-5-15,10 2 4 0,-21-6 9 0,14 6-15 16,-6 0-1-16,13 0-2 0,-17 4 1 0,6 0-7 16,1-3 3-16,0 5 2 0,-2 0 1 0,2 0-1 15,4-2-7-15,-4 4 6 0,0-4 4 0,1 4 14 16,4 1-16-16,-3-2 1 0,5 0-9 0,-2 0 7 15,2 1-5-15,-2-3 1 0,3 3 6 0,0 1 1 16,2-3 3-16,2 0-3 0,0 0-2 0,-1 3 5 0,6-3-2 16,-2 1 3-16,-2-2 12 0,7 2-17 0,0-2 2 15,-2 1-5-15,6 3 2 0,0-2 6 0,-5-2-10 16,6 1 4-16,-5 3-3 0,4-5 6 0,0 4-5 16,1-2-5-16,4 3 5 0,-10-2 1 0,6 1 2 15,-4-4-1-15,-1 7-3 0,5-3 5 0,0-1 12 16,-3 1-13-16,-1-3-9 0,-6 2 7 0,5 0 0 15,-5-1-6-15,7 1 0 0,-7 1-1 0,0-4 0 16,1 3 0-16,-4-3-4 0,-1 7 12 0,3-6-8 16,-4-2 2-16,0-3 4 0,-4 9 12 0,3-1-9 15,-4-1-2-15,2 0 1 0,-4-3 6 0,-3 2 17 16,0-3 13-16,-5 4 10 0,5-4 4 0,-3 2 9 16,-4-1 9-16,-2-1 3 0,10 1 4 0,-7-3 6 0,-4 4-3 15,7-4-1-15,3-1-1 0,-5 0-2 16,-2 3-2-16,6-3-1 0,-3 0-8 0,4 0-1 15,10 0-5-15,-23 0-9 0,12-3-4 0,11 3-4 0,-17 0-7 16,9 0-1-16,8 0-4 0,0 0-6 0,-17 0-15 16,17 0-19-16,0 0-24 0,-11 0-26 0,11 0-38 15,0 0-30-15,0 0-42 0,0 0-35 0,0 0-43 16,0 0-49-16,0 0-51 0,0 0-57 0,36 3-259 16,-26-6-719-16,3 3 318 0</inkml:trace>
  <inkml:trace contextRef="#ctx0" brushRef="#br0" timeOffset="104582.4">11313 12075 164 0,'0'0'341'15,"0"0"-16"-15,0 0-15 0,0 0-11 0,0 0-24 16,0 0-24-16,0 0-20 0,0 0-17 0,13 0-24 16,-13 0-20-16,0 0-19 0,0 0-12 0,7 7-15 15,-1-3-12-15,-4 0 0 0,-2-4-25 0,6 7-8 16,-4 0-16-16,5 0 5 0,-7-1-11 0,6 1-4 0,-6 1-2 16,2 1-6-16,-2 1-5 0,0-3-2 0,-2 2-6 15,1-1-4-15,-4 3-9 0,5-3-19 16,-9-1-19-16,3 1-21 0,-1 0-22 0,1 1-24 0,2-1-25 15,-2-5-33-15,-1 6-41 0,-1-2-38 0,3-4-36 16,3 2-232-16,2-5-529 0,0 0 234 0</inkml:trace>
  <inkml:trace contextRef="#ctx0" brushRef="#br0" timeOffset="106782.43">12054 11819 155 0,'-2'-8'310'0,"2"0"-7"0,-4-4 1 0,4 4-4 0,0 0-6 16,-7-3-1-16,0 1-9 0,6 2-19 0,-8-2-25 15,4 3-19-15,0-1-20 0,-5 2-14 0,4 3-31 16,-4-2-19-16,-5 4-10 0,2 1-13 0,-2 1-18 16,0 4-6-16,-2 1-9 0,1 3-7 0,1-2-6 15,3 5-10-15,-4-1-8 0,3 1 0 0,-2 0-10 0,6 5-2 16,1-4-5-16,0 2-3 0,1 1-1 0,2-4-6 16,2 0 1-16,6 2-6 0,-3-1 9 0,0-2-17 15,9-2 1-15,-1 1 2 0,-3 2-15 0,10-1 0 16,-4-5-7-16,3 1 2 0,5 1-14 0,-4-5-5 15,2 1-13-15,1 1 3 0,0-5 5 0,-4 0 1 16,2-5-7-16,-1 1 13 0,2 0-6 0,-3-4 5 16,-4 2 3-16,5-4 2 0,-6 2 0 0,-1-3 8 15,5-4 2-15,-8 7 6 0,0-3 12 0,-2-1 19 16,-1 0 18-16,-2 0 7 0,0 1 14 0,0-1 11 16,0 2 19-16,0 1 9 0,0 0 5 0,0 0-1 15,-2 0-3-15,-1 1 5 0,3 5-15 0,0 3-7 16,-3-10-10-16,3 10-9 0,0-7-9 0,0 7-14 0,0 0-2 15,-7-3-3-15,7 3-10 0,0 0-2 16,0 0-5-16,-7 19-5 0,7-15-7 0,0 8-1 16,0-2-7-16,5 0 0 0,-3 5-6 0,5 0-4 0,1 1-7 15,-3-1-10-15,3 0-16 0,0-3-22 0,6 0-22 16,1 0-40-16,-2 0-29 0,-2-1-27 0,6 0-36 16,-5-3-45-16,-3-3-53 0,10 1-68 0,-9-3-303 15,5-3-739-15,-4 3 327 0</inkml:trace>
  <inkml:trace contextRef="#ctx0" brushRef="#br0" timeOffset="107066.11">12240 11516 54 0,'-4'-3'369'0,"4"3"-11"0,-6-7-27 0,6 7-22 16,-5-1-29-16,5 1-11 0,0 0-1 0,0 0-4 15,15 11-17-15,-4-1-1 0,4 4-14 16,-2-1-9-16,5 6-5 0,9 4-20 0,-2-1-18 0,-4 1-18 16,17 8-12-16,-8-2-19 0,3 1-9 0,-3 3-12 15,-2 0-13-15,-8-9-9 0,0 3-8 0,0 10-7 16,-5-13-5-16,-4 2-9 0,1-1-5 0,-2 1-25 16,-5 1-19-16,-4-9-43 0,-1 12-21 0,0-8-34 15,-1-5-29-15,-4 2-30 0,-5 4-22 0,2-6-33 16,-2-1-41-16,-2-3-49 0,4-1-53 0,-4-1-254 15,6 0-648-15,-1-4 287 0</inkml:trace>
  <inkml:trace contextRef="#ctx0" brushRef="#br0" timeOffset="107449.68">13107 11835 146 0,'0'0'487'0,"-7"-5"21"0,7 5-1 0,0 0-12 16,-1-5-18-16,1 5-20 0,-5-6-20 0,5 6-28 16,0 0-26-16,0 0-28 0,0 0-40 0,13-11-31 0,-7 10-27 15,11-4-23-15,1 3-26 0,5-2-25 16,6-1-17-16,2-2-10 0,14 4-23 0,-1-3-11 16,1 6-12-16,0-9-22 0,-11 7-25 0,11-5-23 0,0-1-21 15,-14 7-32-15,-1-1-39 0,2 2-40 0,-6-1-51 16,2-3-50-16,2-3-60 0,0 6-59 0,-9-2-58 15,-4 2-75-15,3-1-416 0,-5 1-933 0,-7-3 412 16</inkml:trace>
  <inkml:trace contextRef="#ctx0" brushRef="#br0" timeOffset="113815.42">14565 11769 344 0,'-7'-5'402'0,"7"5"13"0,-3-4 3 15,3 4-12-15,-5-6-16 0,5 6-13 0,0 0-21 16,-3-8-22-16,3 8-18 0,1-10-28 0,-1 10-24 16,2-10-25-16,3 2-17 0,-2-3-19 0,4 3-19 15,5-8-15-15,-2 0-15 0,4 2-16 0,0-1-10 16,1-1-13-16,1-4-12 0,-1 5-12 0,3-2-9 15,0-2-6-15,-1 4-7 0,0 2-7 0,1-1-8 16,-3 7-7-16,-4-6-5 0,9 5-4 0,-13 2-7 16,6 5-2-16,2-4-11 0,-7 3-3 0,5 1-11 0,-13 1-6 15,24 8-3-15,-18-4-7 0,9 5-2 0,-3 3-4 16,-2 2-2-16,3 4-3 0,-5-2-2 0,0 4-5 16,1 3 1-16,-4-3-5 0,1 4 3 0,-2-2-2 15,0-3 0-15,-2 0-2 0,-2 2 1 0,0-3 0 16,0-3 0-16,0 3 6 0,-2-4 0 0,-2-1 4 15,-3-3-1-15,4-1 7 0,-2-2 4 0,-2 0 2 16,-1 1 1-16,-1-5 3 0,1-2 10 0,2 0 3 16,-4 2 6-16,10-3 4 0,-20 0 8 0,7-3 3 15,13 3-1-15,-15-2 5 0,5 0-5 0,-2 1-2 0,5-4 0 16,7 5-4-16,-9-6-2 0,9 6 8 16,-12-3-12-16,12 3-1 0,-3-3-14 0,3 3-8 15,0 0-25-15,-12-2-19 0,12 2-19 0,0 0-4 16,0 0-25-16,0 0-19 0,0 0-20 0,36-7-21 0,-16 6-4 15,-5-3-10-15,7-1 3 0,-1 3-11 0,9-10-4 16,2 3-7-16,-4-2-7 0,3-5 7 0,-1 1 7 16,-2 0 19-16,2-4 17 0,0 0 18 0,-4 3 14 15,-3-2 20-15,-1 1 24 0,-7 1 28 0,-2 2 40 16,-3 1 31-16,3-2 31 0,-6 2 21 0,-6 3 21 16,4-3 25-16,-1 7 8 0,-4-6 23 0,1 8 2 15,-1-3 3-15,0 7-21 0,0-9-12 0,0 9-12 16,0 0-15-16,-5-4-8 0,5 4-9 0,0 0-9 15,-10 13-12-15,7-5 0 0,-4 4-6 0,1 2-8 16,3 2 1-16,-4 0-4 0,4-1-2 0,3 2-5 0,0 3 1 16,0-3-4-16,6 2-6 0,1 0-1 0,-1-3-2 15,3 1-3-15,2-3-4 0,-1-4-3 16,0 3 2-16,3-5-2 0,6 1-2 0,-8-3-4 0,7-3-2 16,-1-3-2-16,0 0 8 0,6-2-14 0,-7-5 3 15,2-3 1-15,-3 0 3 0,2-3-7 0,3-1 3 16,-5-2 2-16,1-2 3 0,4-2-6 0,-12 3 5 15,7 0 5-15,-10-1 19 0,2 3 21 0,-5 0 20 16,2-1 16-16,-4 2 6 0,2 2 4 0,-2 4 5 16,0-4-6-16,0 4-8 0,0 1-7 0,0-2-11 15,0 2-10-15,0 7-11 0,-2-8-6 0,2 8-13 16,0 0-15-16,0 0-19 0,0 0-24 0,0 0-21 0,0 0-23 16,-6 20-20-16,6-14-21 0,0 2-19 0,5 2-30 15,-2-1-16-15,-1 3-6 0,6-3-13 16,4 2-17-16,-4-3-26 0,7 2-25 0,-5 0-22 0,8-6-28 15,-3 3-26-15,3-3-241 0,2-1-632 0,-4 1 280 16</inkml:trace>
  <inkml:trace contextRef="#ctx0" brushRef="#br0" timeOffset="114066.3">16058 11433 96 0,'2'-8'257'0,"-1"1"21"15,3-3 14-15,-3 2 6 0,-1 2 7 0,0 6 10 16,0-12 3-16,0 12-3 0,0-9-6 0,0 9-13 15,-6-6-12-15,2 3-15 0,4 3-19 0,-11-5-13 16,11 5-20-16,-17 3-15 0,17-3-13 0,-21 8-13 16,9-4-14-16,-3 4-18 0,4 1-8 0,-4-1-16 15,0 2-10-15,2 5-12 0,-1 0-10 0,6-2-10 0,-5 2-7 16,5 4-4-16,-1 1-9 0,3-5-4 0,-1-1-22 16,7 4-11-16,0 0-17 0,2-3-22 0,6 1-22 15,2-1-45-15,0-1-43 0,10-1-51 0,4-1-44 16,3-3-36-16,3-6-42 0,0 4-43 0,6-7-50 15,-5 0-303-15,7 0-753 0,6-4 334 0</inkml:trace>
  <inkml:trace contextRef="#ctx0" brushRef="#br0" timeOffset="115065.33">16583 11370 216 0,'-5'-4'282'0,"-5"-3"3"0,5 5 2 16,-5-3 11-16,3 0-15 0,-1 4 1 0,8 1-1 0,-18-3-12 15,6 0 2-15,2 3-6 0,10 0-2 16,-20 5-9-16,7-4-12 0,3-1-14 0,-6 6-18 0,2-1-14 16,6 0-15-16,-8 3-14 0,1-1-15 0,-2 2-18 15,2 4-7-15,0-3-17 0,2 2-11 0,2 2-9 16,1 2-10-16,0-4-11 0,5 4-2 0,-5 2-8 16,3-6-7-16,7 8-10 0,-3-5-8 0,6 3-8 15,-3-3-11-15,7-2-12 0,3 1-16 0,0-1-25 16,5-1-24-16,1-3-40 0,6-3-17 0,1-1-35 15,7 2-16-15,-1-5-25 0,1-2-20 0,3-2-18 16,0-2-13-16,2-2 4 0,-3-2 1 0,-4-1 5 16,1-6 10-16,0 3 22 0,-1-4 21 0,-5 1 16 0,-2 0 19 15,-4 0 19-15,-2 5 26 0,-4-7 36 16,1 8 36-16,-4-7 41 0,-4 8 26 0,-3-4 19 16,1 3 21-16,-2 0 19 0,-2 0 16 0,-3 2-5 0,0-1 6 15,-1-1-4-15,1 3 4 0,-8 0 5 0,4 0 14 16,-1 5-20-16,-1-4-12 0,11 5 1 0,-22 5-15 15,11-4-3-15,-3 0-5 0,3 4-11 0,-1 1-4 16,-1 2-6-16,0-1-6 0,-2 2-13 0,8 2 4 16,-3-3-8-16,4 6-8 0,-3 3 7 0,8-1-9 15,-4-5 2-15,5 0-12 0,0 0 3 0,5 1-5 16,5-1-1-16,-2 1-7 0,7-5-16 0,-2 2-17 16,4-1-18-16,-2-4-17 0,3 0-17 0,0-2-5 0,0-4-10 15,2-2-1-15,0 1-1 0,0-6 3 16,-2 3 7-16,3-3 10 0,-6 0 12 0,7-2 0 15,-6 0 10-15,3-5 7 0,-4 1 4 0,-6 2 6 0,6-4 16 16,4 4 19-16,-10-1 15 0,5 1 12 0,-3-1 6 16,1 5 7-16,-4-1 8 0,0 1 4 0,1 1 3 15,-3 1-3-15,1-1-7 0,1 6-2 0,-1-3-9 16,-1 4-3-16,-6 1-13 0,20 0 10 0,-20 0-4 16,17 6-8-16,-10 1 5 0,-1 0-3 0,4 1-9 15,-5 2 8-15,2 4-3 0,-4-1 0 0,4 1-1 16,3 1-2-16,-9 0-8 0,2 0 8 0,-3 1-4 15,0 1-4-15,0-4 6 0,0 4-4 0,-3-3 0 16,-3-2 2-16,-3 3 0 0,3-10-4 0,-3 8 5 16,-4-3-3-16,2-6-2 0,1 4 4 0,-2-2 0 15,2 0 3-15,0-3-3 0,-1 1 3 0,4-4-3 16,7 0 6-16,-17 0-6 0,17 0 4 0,-13-4-1 0,12-1 1 16,1 5-7-16,3-11 0 0,2 3-9 0,3-4 3 15,5-2-7-15,1 0-12 0,7-4-20 16,-1-5-18-16,11-8-25 0,-1 0-20 0,3 4-12 0,2 3-3 15,-8 2 6-15,-8 6 15 0,3-5 11 0,-7 7 7 16,1 2 17-16,-4 3 22 0,1-1 22 0,-6 2 22 16,-4 0 18-16,4 4 3 0,-2 0 5 0,-2-4-4 15,-3 8-1-15,0 0-6 0,0 0 0 0,0 0-1 16,0 0 2-16,0 0-4 0,0 0 5 0,-7 23-3 16,6-14 4-16,1-1 6 0,0 2 1 0,-2 2-1 15,2-2 6-15,2 4-4 0,3-2-4 0,-2 3 1 16,5 1-3-16,-1-1 4 0,1 0-5 0,-1 0-4 0,4 3 2 15,-4 0-2-15,1-6 1 0,-1 6-2 16,-4-5-5-16,2-3 1 0,-3-1-4 0,3 1 3 16,-5-1-1-16,-4 2 1 0,0-4 11 0,-6 1-9 0,0-1 3 15,-5-1 1-15,3 0-4 0,-4-3 1 0,-4 1-5 16,3 4-2-16,4-6 4 0,-2 2-4 0,3-4-13 16,1 0-7-16,1 0-10 0,-2 1-11 0,12-1-15 15,0 0-13-15,-15-4-26 0,15 4-36 0,0-9-40 16,0 9-33-16,22-16-39 0,-7 2-226 0,5 1-502 15,3-5 223-15</inkml:trace>
  <inkml:trace contextRef="#ctx0" brushRef="#br0" timeOffset="115532.19">17677 11367 36 0,'6'-1'203'0,"-2"-6"-6"0,-4 7-3 0,6-2-14 16,-6 2-10-16,0 0 3 0,0 0-8 0,0 0-10 15,0 0-7-15,0 0-5 0,-6 22-7 0,6-12-12 0,-4 0-9 16,-1-1-13-16,5 4-2 0,0 5-14 0,0-5-3 15,0 4-6-15,5 1-4 0,-1 0-11 16,2-2 0-16,1-2-5 0,-1 1-8 0,3-2-2 0,-1-1-5 16,-1-4-3-16,1-1-3 0,-1 0-4 0,-1-2-2 15,-3-3-3-15,4 1-1 0,-7-3-5 0,0 0-2 16,18-12-1-16,-14 4 0 0,-4 4-7 0,0-4 3 16,3 0-4-16,-3-3 1 0,2-5-2 0,-2 2-2 15,-2-4-3-15,-1 6 4 0,3-2 1 0,0 6 9 16,0-6 13-16,0 5 15 0,0-2 5 0,0 4 8 15,0-1 9-15,0-1 3 0,0 2-9 0,0 7 0 16,0-10-10-16,5 5-1 0,-5 5-8 0,6-3-3 16,-6 3-2-16,15 2-11 0,-15-2-1 0,15 4-2 0,-5 0-2 15,5 4-5-15,0 1-17 0,3 0 5 16,0 0-2-16,-1 3-3 0,-1-2 0 0,2 1 2 16,2-1-8-16,-10 1 0 0,5 1 5 0,-3-6-2 0,-4 2 1 15,2-1-2-15,-3-1 5 0,1-2-4 0,-2-1 0 16,-4 2 0-16,-2-5 11 0,7 6 5 0,-7-6 31 15,0 0 19-15,0 0 23 0,0 0 26 0,0 0 5 16,0 0 11-16,0 0 15 0,-25-12 7 0,25 12 3 16,-7-4-2-16,7 4-12 0,0-10-4 0,-6 2-20 15,12 1-8-15,-6-2-14 0,5-6-17 0,-1 8-15 16,9-10-25-16,2 4-29 0,0-4-40 0,4 1-63 16,8-5-70-16,1 2-68 0,8-7-72 0,3 0-100 0,4 1-396 15,3-2-870-15,-5 0 385 0</inkml:trace>
  <inkml:trace contextRef="#ctx0" brushRef="#br0" timeOffset="116048.66">19181 11124 152 0,'0'-12'384'0,"0"-3"-11"0,-3 6-18 0,0-1-17 15,-4-1-26-15,-1 4-22 0,-2-4-17 0,-3 5-25 16,3 0-22-16,-4 2-15 0,-2 0-22 0,-2 3-21 16,-1 1-16-16,0 5-12 0,2-1-15 0,-1 5-12 0,8-2-7 15,-3 4-13-15,-2 1-8 0,6-3-3 16,3 1-1-16,3 5-7 0,3 1-11 0,3-1 3 16,-3 3-3-16,8-1 1 0,5 0 5 0,4 2-6 0,4 4-9 15,1-1-6-15,-1 1-4 0,6-3-1 0,-4-1-7 16,2 0-2-16,-5 0-6 0,-5-4-1 0,1-2-6 15,-4-4 0-15,-4 3-5 0,4-2-1 0,-7-1-4 16,0 1-1-16,-2 2 1 0,-3-5 0 0,-7-1-4 16,1-3 11-16,-4 3-9 0,1 0-3 0,-4-3 1 15,-3 0 0-15,1-2-16 0,-5 3-14 0,2-4-26 16,-2-4-21-16,5 1-21 0,2 2-19 0,4-3-22 16,1-4-18-16,0 4-27 0,1-3-31 0,2 0-39 0,10-1-36 15,-3-1-51-15,5-9-260 0,7-4-642 16,1 3 284-16</inkml:trace>
  <inkml:trace contextRef="#ctx0" brushRef="#br0" timeOffset="116266.3">19482 10777 140 0,'0'0'271'16,"0"0"-8"-16,0 0-10 0,-21 9-9 0,18 2 0 15,-1-2-7-15,-2 6-1 0,4 2-7 0,2 0-6 16,0 0-15-16,8 10-16 0,-4 2-15 0,6 10-12 15,-2 0-11-15,3-8-20 0,4 8-5 0,2-1-13 16,-4-1-15-16,5 0-13 0,-6-5-8 0,-2-3-1 16,3 2-10-16,2-7-25 0,-7 2-35 0,1-9-36 15,-3 3-42-15,2-2-44 0,-8-3-45 0,5-6-36 0,-5 0-45 16,0-3-39-16,0-6-224 0,-13 4-542 0,7-4 240 16</inkml:trace>
  <inkml:trace contextRef="#ctx0" brushRef="#br0" timeOffset="116782.71">19408 11335 133 0,'-8'-5'192'0,"-6"3"17"0,8-6 18 16,6 8 4-16,-2-4-7 0,2 4-18 0,0 0-18 16,2-8-18-16,-2 8-17 0,20-5-17 0,-4 2-12 15,6-1-14-15,-1 4-10 0,9 0-9 0,2 4-10 16,14-1-10-16,-3-2-3 0,3 2-10 0,2-3-6 16,-5 1-2-16,4-1-5 0,-13 0-5 0,11 0-7 15,-10-1-4-15,-4-2 2 0,-1-5-6 0,2 4-1 0,-13-2 1 16,-4 0-7-16,5-5 2 0,-10 8-1 0,-3-6 0 15,-1 1-5-15,-2-2-3 0,-4 5 0 16,-4-6-1-16,-2 6 3 0,-4-5 9 0,-3 2 7 0,-1 3 7 16,-2 3 5-16,-2 0 2 0,-6-1 7 0,1 6-2 15,2-1 0-15,-3 1 0 0,-4 3 2 0,7 0-5 16,-4 6 0-16,5-3-7 0,2 1 4 0,3 1-10 16,0 3 1-16,2-1-5 0,0 1-4 0,4-1-1 15,4 2 2-15,5 1-4 0,0-5 7 0,0 1 0 16,0 0 9-16,5-3-9 0,4-2-3 0,2 1-5 15,-2-5 1-15,7 0 3 0,1-2-10 0,-2-1 4 16,3-2-3-16,-2-3-3 0,6-3 1 0,-6-4 5 16,3 4-9-16,2-8 9 0,-3 4-4 0,4-6-2 0,-7 5 3 15,0-3-3-15,-5-1 15 0,-4 4 13 16,7-1 25-16,-6 2-4 0,-5 3 6 0,3 3 6 0,-4-2-10 16,6 3-9-16,-7-2-8 0,0 7-9 0,2-5-5 15,-2 5-4-15,0 0-6 0,0 0-3 0,0 0 2 16,-10 16-4-16,5-7-3 0,3 1-5 0,-3 1-1 15,5 2 0-15,0 1-11 0,-2 2 0 0,4 0-7 16,3 0 4-16,-3 0-9 0,4-1-6 0,1 2-3 16,1-2 3-16,7-1-18 0,-8-3-16 0,8-2-15 15,4 3-13-15,-4-6-17 0,2-1-23 0,-1-2-16 16,4-3-19-16,-5-3-20 0,5 2-16 0,-3-6-18 0,2 0-5 16,0-2-24-16,-4-3-10 0,3-2 1 0,0-5-9 15,0-3-150-15,0 0-443 0,-3-1 196 16</inkml:trace>
  <inkml:trace contextRef="#ctx0" brushRef="#br0" timeOffset="117216.34">20423 11033 157 0,'-4'-32'60'16,"4"-10"57"-16,-8 12 29 0,8 3 41 0,-7-1 21 16,6 1 23-16,-13 4 11 0,11 3 13 0,-3 1 14 15,-1 4 12-15,0-1 1 0,1 2-5 0,4 2-13 16,-5 6-26-16,7-1-26 0,-3 0-30 0,0 3-24 16,3 4-18-16,0 0-14 0,0 0-16 0,-7 16-11 15,7-6-10-15,5 7-6 0,-3 2 3 0,1 8-24 16,0-2-11-16,4 2 4 0,1 6-10 0,-1 8-2 15,1-4-3-15,0 4-6 0,-1 2-1 0,0-5-2 16,1-1-3-16,0-10-1 0,-3 4-6 0,2 3-4 16,-4-6-6-16,2 3-2 0,0-5-9 0,-3 0-4 15,-1 1-4-15,6-8-4 0,0-2 1 0,-1-1-6 0,1-4-6 16,1 3 1-16,-1-4 6 0,-1-1-3 0,6 0 7 16,0-5-4-16,2-2 8 0,0 0 1 0,2-3-4 15,1-3 0-15,-1-5 6 0,4 5-10 0,3-1 12 16,-3-4-2-16,0 1 2 0,0-2 0 0,0 1-2 15,3-7 2-15,-8 5 5 0,0 0 13 0,-2-4 14 16,-5 2 6-16,4 3 2 0,-9 0 1 0,2 2-4 16,-3-4 0-16,-2 3-3 0,0 4-5 0,-2-7-1 15,-3 7 6-15,5 4-14 0,-15-3-3 0,15 3-2 16,-16 2-2-16,3-1-1 0,-2 2 0 0,0 9-6 16,2-8 5-16,4 3-5 0,-6 3 0 0,10-3 0 15,-5 5-2-15,4-2 2 0,-1-1 4 0,6-1 0 0,1 3 5 16,1-2 0-16,3 1 0 0,2 4-1 0,4-5 0 15,0 0 4-15,10 0-16 0,-4 0-21 16,13-3-47-16,-8-3-77 0,9 1-55 0,1-2-71 0,-4-4-74 16,3 2-360-16,4-5-763 0,-4-2 338 0</inkml:trace>
  <inkml:trace contextRef="#ctx0" brushRef="#br0" timeOffset="117399.79">21022 10962 28 0,'-13'-15'487'0,"8"0"-14"0,-5 0 2 0,5 0-22 16,1 0-30-16,4 3-32 0,-3 2-39 0,3-1-34 0,3 0-30 15,-3-1-39-15,4 5-26 0,-1-1-46 16,-3 1-52-16,2 2-92 0,3 1-90 0,-5 4-74 16,0 0-79-16,0 0-88 0,0 0-336 0,5 13-685 0,-10-3 303 15</inkml:trace>
  <inkml:trace contextRef="#ctx0" brushRef="#br0" timeOffset="-143803.08">7570 13762 51 0,'0'0'146'15,"0"0"-11"-15,0 8-9 0,0-8-2 0,0 0-3 16,2 6-3-16,-2-6-9 0,8 8-3 0,-8-8-7 16,4 1-7-16,-3 3-7 0,6 1-4 0,-7-5-3 15,0 0 1-15,0 0 4 0,6 4 1 0,-6-4 8 0,0 0 7 16,0 0 5-16,0 0 0 0,0 0-9 0,0 0-1 15,0 0 3-15,0 0-2 0,0 0-1 16,0 0 1-16,0 0 0 0,10-10-12 0,-10 10-6 0,0 0-11 16,0 0-12-16,0 0-3 0,0 0-7 0,0 0-6 15,0 0-5-15,0 0-4 0,0 0-8 0,-23 17 4 16,23-13-8-16,-5 0 0 0,5-4-5 0,0 11 4 16,-1-3-3-16,1-8-5 0,1 11 0 0,-1-6 2 15,0 2-3-15,4-3 2 0,-3 1-2 0,-1-5 8 16,10 6-9-16,-5-4-1 0,-5-2-1 0,15 2 3 15,-15-2 1-15,15-4-2 0,-8 0 0 0,-7 4 12 16,9-6 3-16,-4 1 6 0,4-2 11 0,-9 2 10 16,1 1 0-16,3-2 10 0,-4 6 6 0,1-12 0 0,-1 7 0 15,0-2 0-15,0 7 3 0,-6-13-8 16,6 6-1-16,-4 3 1 0,-1-2-13 0,5 6-2 16,-6-9-4-16,4 6-7 0,2 3 10 0,-11-6-18 0,11 6-3 15,0 0-12-15,-10 0-1 0,10 0-54 0,-7 8-47 16,7-8-51-16,-7 15-55 0,6-6-66 0,1-4-60 15,1 8-251-15,3-6-622 0,-3 5 275 0</inkml:trace>
  <inkml:trace contextRef="#ctx0" brushRef="#br0" timeOffset="-143136.95">8342 13460 296 0,'0'-11'375'0,"-4"0"-14"0,4 2-6 0,4 1-21 16,-8-2-3-16,4 3-22 0,4-2-13 0,-4 9-24 15,0-8-36-15,0 8-27 0,0-4-23 0,0 4-15 0,0 0-17 16,0 0-16-16,18 12-12 0,-7 0-10 0,1 2-10 16,0 2-5-16,-2 7-7 0,1 5-9 15,-1 1-6-15,3-1-10 0,-3 3-2 0,5 8-12 0,-8-8-8 16,1-3 2-16,-3 3-4 0,2-2 3 0,1-4-32 15,-1 1-52-15,-6-5-35 0,6-3-40 0,-6 3-35 16,4-3-41-16,4-6-37 0,-8 0-43 0,4-1-42 16,-3-4-65-16,5-1-194 0,-4 0-613 0,0-5 272 15</inkml:trace>
  <inkml:trace contextRef="#ctx0" brushRef="#br0" timeOffset="-142703.03">8866 13624 221 0,'2'-5'312'0,"-2"5"-8"0,7-12-7 0,-7 5-14 15,0 3-8-15,0 4-5 0,0-8-17 0,0-2-23 16,-4 5-12-16,4 5-24 0,-10-2-11 0,10 2-25 15,0 0-9-15,-16-2-14 0,16 2-20 0,-12 4-1 16,6-1-6-16,-1 2-5 0,0-1-7 0,2 4-6 16,-3 2-4-16,2-2-12 0,2 4-4 0,-1-1-9 0,0 2 0 15,4-1-7-15,-1 2-6 0,2-2-4 16,0-2-4-16,3 7-7 0,2-9 2 0,0 6-5 16,5 1 0-16,-5-5-4 0,7 1-6 0,-2 3 2 0,1-5-5 15,2-4-3-15,2 8 3 0,0-6-2 0,-3 0-2 16,-2 4-1-16,5-4 2 0,-7 0 0 0,5-2-6 15,-5 0-3-15,-1 1-5 0,1-2 1 0,-1 1 4 16,-5 2-2-16,4-3-5 0,-6-4 6 0,0 7 2 16,0-7-2-16,-10 12 1 0,-1-6-2 0,2-3 9 15,-4 1-7-15,-2 3 1 0,-1-4-6 0,-4 2 2 16,3 2-8-16,-1-2-27 0,3-2-34 0,-1 2-32 16,1-3-23-16,5 2-23 0,-3-3-33 0,3 1-47 15,10-2-53-15,-14-2-52 0,14 2-261 0,-6-5-640 16,6 5 285-16</inkml:trace>
  <inkml:trace contextRef="#ctx0" brushRef="#br0" timeOffset="-141736.98">9449 13410 234 0,'10'-11'295'0,"-7"-4"-2"0,2 8-17 16,-2-3-11-16,-1 1-7 0,1 1-13 0,-1-1-14 15,-2 1-11-15,0 4-19 0,0 4-13 0,-2-13-20 16,-1 6-7-16,0 3-27 0,-2 1-12 0,5 3-11 16,-10-5-13-16,2 4-12 0,8 1-6 0,-19 1-7 15,8 1-1-15,-2 1-3 0,1 0-1 0,-3 6 4 16,-1 2-1-16,2 0 12 0,-4 1-17 0,5 0-3 15,-7 0-1-15,5 3 10 0,2-3-20 0,1 3-5 0,-1 0-1 16,6 1-6-16,-6 0-2 0,10-5-4 16,-2 5 5-16,3-1-12 0,2-1 0 0,0-2 2 0,2 1 3 15,11-2-12-15,-5-1-1 0,12-1-1 0,-3-5-5 16,3 5 2-16,3-2-7 0,0-1-10 0,-1-5-24 16,7 0-2-16,1 2-11 0,-5-1-7 0,-5 0-4 15,8-4 4-15,-11 2 2 0,-3 0 7 0,0-2 2 16,-6 4-1-16,5-2 10 0,-13 0 2 0,10 0 1 15,-10 0 1-15,0 0 2 0,0 0 1 0,0 0 7 16,0 0-2-16,0 0 5 0,-26 7 11 0,14-2 9 16,-3 1 6-16,-1-2 4 0,-1 7 9 0,-3-2 3 15,2 1 3-15,1-1 0 0,-4 5 1 0,6-2 1 16,-2 0 3-16,3 0-4 0,0 3-3 0,-1 0-9 0,5-2 7 16,-3 2-9-16,7-1-5 0,-1 3 2 15,5-4-4-15,2 2 3 0,2-3 1 0,5 3-3 0,-1-1-2 16,3-1-1-16,10-2-2 0,-2-3 13 0,9 4-15 15,-1-2-1-15,5-6 0 0,-2-4-7 0,2 6-21 16,1-6-18-16,4 0-16 0,-3-3-9 0,2 0-8 16,-4-8-2-16,-3 3-2 0,-3-3 5 0,-2 2 5 15,-5-2 5-15,-3-4 10 0,5 5-2 0,-9-4 7 16,0-4 7-16,-1 4 4 0,-5-4 3 0,1-4 9 16,-4 8-1-16,1-3 3 0,-2-1 9 0,0 3 22 15,-3 1-6-15,3 2 6 0,-2 2 9 0,-1 0 1 16,1 0 9-16,2 3 0 0,-2-5 6 0,-1 7-14 0,3 5-9 15,-2-7 4-15,2 7-9 0,0 0 0 16,0 0-5-16,0 0 3 0,0 0 5 0,0 0-7 16,15 19-2-16,-10-8 0 0,4 0 2 0,-8-1-2 0,8 5 6 15,-1-5-1-15,2 7 12 0,-5-5-15 0,5 5-6 16,0-2 2-16,-5-3 0 0,4 3 3 0,-2-6-12 16,-2 3-8-16,-2-4 6 0,-1 2-5 0,3-3 3 15,2-1 4-15,-6-2-5 0,1 1 6 0,-2-5-1 16,13 3-2-16,-13-3 11 0,0 0-3 0,0 0-8 15,7-12 8-15,-6 1 9 0,6 2 11 0,-7 4 5 16,5-12 15-16,-3 8 16 0,-1-7-7 0,4 4 6 16,2-3 9-16,-5-2 2 0,4 5 5 0,1-5-2 15,-1 6 7-15,-4 0 3 0,6-1 2 0,-1 3-5 16,1 2-11-16,-1-1-4 0,6-4-5 0,-5 1-4 16,6 7-8-16,-4 0-3 0,1 2-6 0,-3 0-3 15,-8 2-2-15,24 4-6 0,-16 1 1 0,3 2-2 0,-1-2-1 16,4 9-7-16,-4-5 0 0,1 1-3 0,-1 2-5 15,-2 4-24-15,1-5-15 0,1 6-16 16,1-7-19-16,-4 2-26 0,4 0-13 0,-1-2-23 0,-3-1-18 16,1-4-8-16,0 3-19 0,6-2-20 0,2-2-31 15,-2 1-23-15,7-2-16 0,1-4-20 0,2-1-29 16,1 1-213-16,-5-4-571 0,15-1 253 0</inkml:trace>
  <inkml:trace contextRef="#ctx0" brushRef="#br0" timeOffset="-141287.02">10805 13607 25 0,'-2'-7'243'0,"-1"3"16"0,-7 0 8 0,0-3 8 16,-5 3 1-16,-2-1-2 0,-3 5 2 0,-1 0-1 0,-6 0-12 15,1 2-6-15,-7 3-5 0,3 2-5 16,0 2-13-16,5 3-11 0,-3 0-13 0,3-3-20 16,-1 5-13-16,4-1-16 0,8 2-17 0,0-1-10 0,-1 2-15 15,4-1-12-15,6 1-9 0,-3-1-6 0,6 2-12 16,2 0-8-16,3-4-9 0,4 2 1 0,8-4-12 15,-2 2-7-15,2-4-28 0,3-2-23 0,4 0-14 16,-1-2-19-16,7-5-18 0,0 0-18 0,4-1-11 16,-11-2 6-16,3-5-9 0,4 1 0 0,-4-5 0 15,1-3 6-15,-8 3 10 0,4-9 10 0,-4 2 0 16,-5-8 6-16,-3 0 6 0,1-12 4 0,-5 12 4 16,-3-14 9-16,-2 2 0 0,-2-5 4 0,1 14 5 15,-8-10 4-15,3 10 20 0,-1 0 14 0,-1-2 30 16,0 3 12-16,-1 0 21 0,-2 4 15 0,4-4 10 15,5 9 10-15,-4 4 6 0,4-2 2 0,-3 3 3 0,5 3-6 16,-1 3-9-16,1-2-10 0,-5 7-15 0,5 4-14 16,0-8-4-16,0 8-9 0,0 0 2 0,0 0-17 15,19 15 1-15,-17-3-4 0,5 3-3 0,4 2-3 16,-7 2-2-16,9 7-6 0,-5 1-1 0,5 1-2 16,-3 3-1-16,2 0 1 0,4 8-7 0,-6 0-34 15,0-8-31-15,2 10-27 0,0-10-31 0,-1-5-30 16,2 1-26-16,6-5-18 0,-8 0-21 0,1-5-30 15,4 5-26-15,-4-9-31 0,6-4-43 0,-1-3-43 16,-4 0-220-16,7-5-646 0,-10 3 286 0</inkml:trace>
  <inkml:trace contextRef="#ctx0" brushRef="#br0" timeOffset="-141034.99">11356 13194 118 0,'-7'-8'356'0,"5"3"-8"0,-4-2-3 0,4 4-9 0,2 3-9 16,-13-1-21-16,5-2-7 0,8 3 4 0,-20 7-9 15,13 0-12-15,-3 6-10 0,-3 1-15 0,5 1-18 16,-2 4-14-16,-2 6-13 0,4 4-17 0,6-2-19 16,-4 0-18-16,4 3-14 0,2 1-12 0,7 11-14 15,-4-12-11-15,10 13-16 0,-6-4-7 0,4-11-24 16,9 9-36-16,3-5-39 0,-3-5-45 0,-2-3-48 15,9-3-50-15,-4 2-33 0,5-4-40 0,-5-1-53 16,4-1-60-16,4-10-58 0,-3 0-268 0,2 1-724 16,-2-8 320-16</inkml:trace>
  <inkml:trace contextRef="#ctx0" brushRef="#br0" timeOffset="-140636.65">11956 13332 201 0,'-3'-6'308'0,"3"6"-15"0,-8-5-12 16,8 5-9-16,-10-7-15 0,2 2-8 0,-4 2-10 16,2 2-1-16,-1 1-11 0,-6 0-2 0,4 0-3 15,-5 0-9-15,-1 0 2 0,3 4-25 0,1 1-2 16,-2-1-10-16,2 3-6 0,-4-1-17 0,5-4-13 0,8 6-13 15,-4-1-6-15,2 1-11 0,-4 1-7 16,10-2-10-16,-4 5-5 0,6-1-8 0,1 0-8 16,11 2-8-16,-2 1-3 0,1-1-10 0,4-3-3 0,7 13-5 15,1-8-3-15,2 0-7 0,-7-6-2 0,4 0-2 16,-1 6-3-16,-3-8-5 0,-1 7-1 0,-1-5-4 16,1 0-7-16,-7 2 0 0,-2-5-12 0,2 1-6 15,-5-1-4-15,0 2-1 0,-3-3-2 0,1 1 2 16,-6-1-1-16,3-5 2 0,-9 12-13 0,1-5-19 15,2-2-23-15,-8 1-27 0,6-5-23 0,-4 4-58 16,-4 1-35-16,-1-5-45 0,4 6-44 0,3-11-44 16,2 9-52-16,-5-2-225 0,3 0-670 0,-2-2 296 15</inkml:trace>
  <inkml:trace contextRef="#ctx0" brushRef="#br0" timeOffset="-140370.09">12003 13259 436 0,'0'0'453'0,"6"-8"-5"0,-6 8-24 16,0 0-34-16,5-3-15 0,-5 3 3 0,0 0-13 16,25 7-26-16,-12-2-24 0,4 2-29 0,3 3-18 15,-4-1-26-15,14 2-26 0,-3 6-21 0,-1 1-20 16,1 0-17-16,1-1-16 0,5 6-15 0,-12-2-10 15,3-6-12-15,-6 7-15 0,0-2-47 0,2 6-39 16,-12-2-28-16,7 2-34 0,-7-1-39 0,-3-1-35 16,-1-10-37-16,-4 13-41 0,-9-8-44 0,3 6-48 15,4-8-58-15,-11 0-51 0,5-4-268 0,-7 1-737 16,0-3 326-16</inkml:trace>
  <inkml:trace contextRef="#ctx0" brushRef="#br0" timeOffset="-140019.35">13358 13650 1 0,'0'0'458'0,"0"0"26"16,0 0 3-16,0 0-13 0,0 0-27 0,0 0-33 16,15-8-30-16,-8 4-31 0,1 0-27 0,5 2-31 15,2-4-27-15,7 3-24 0,-6-3-28 0,19 1-22 16,-5 4-22-16,5-3-34 0,-4-3-48 0,14 5-60 15,0 0-59-15,6-4-70 0,0 1-65 0,2 5-66 0,-3-4-67 16,-1-5-90-16,-15 6-325 0,-5-3-771 16,4-1 341-16</inkml:trace>
  <inkml:trace contextRef="#ctx0" brushRef="#br0" timeOffset="-136469.45">14851 13452 169 0,'-6'-7'322'0,"6"-1"-11"0,0 0-18 16,0 8-18-16,5-7-10 0,-2 4 4 0,10 1-11 15,-4-1-18-15,7 3-13 0,1 3-14 0,-1-1-15 16,6 5-23-16,-1 0-11 0,2 1-15 0,-4 0-15 16,2 4-12-16,1 3-12 0,-4-3-15 0,0 0-5 15,-3 9-10-15,0-11-1 0,-7 4-14 0,5 4-9 16,-4-9-3-16,-9 0 0 0,6 0-8 0,-4 0 4 16,3-5-3-16,-5 4 17 0,-7-2 12 0,7-6 7 0,-1 6 0 15,1-6 0-15,0 0-3 0,0 0-3 0,-29-16 4 16,23 7-6-16,4 1-6 0,-4-6-3 0,2-1-8 15,1-2-5-15,3-1-6 0,7-8-3 0,1 2-4 16,7 0-8-16,-7 0-20 0,12 3-39 0,3 0-20 16,-1 3-25-16,4 3-18 0,-9 0-19 0,-1 8-36 15,4-1-37-15,-3 1-43 0,1 5-46 0,-7 2-23 16,3 2-7-16,-1 3-15 0,-2 3-19 0,1 1-212 16,-4 3-593-16,-6 3 263 0</inkml:trace>
  <inkml:trace contextRef="#ctx0" brushRef="#br0" timeOffset="-135836.37">15614 13517 133 0,'17'-15'190'0,"-9"3"-4"0,5 1-1 16,2-3 6-16,-3 1-3 0,-2-2-2 0,0 3 2 16,1-2-2-16,-2 2 0 0,-1 3-4 0,-6-2-10 15,3 0-8-15,-4 3-9 0,1 0-5 0,-2-3-11 16,0 3 9-16,0 1-24 0,-3 2-10 0,-2-2-12 15,-2-1-15-15,0 6-2 0,-3 0-12 0,2-1-8 16,-5 1-7-16,0 2-10 0,1 2-4 0,-6-2-9 16,0 5-6-16,-2-3 0 0,5 6 0 0,-2 3 1 15,2-4-12-15,-3 5 6 0,8-3-10 0,-1 5 5 16,1-2-8-16,2 3 2 0,1 1-3 0,7-4 1 0,2 6-2 16,6-2 9-16,7 1-23 0,5 0-7 15,3 0-18-15,20 3-9 0,1-5-17 0,4-8-26 16,5 5-28-16,0-2-25 0,7-5-28 0,-2-5-20 0,0 0-6 15,-4-7-9-15,3-1-2 0,-4-4 8 0,-2 2 10 16,-8-8 16-16,-5 6 11 0,-6-2 17 16,-8 1 16-16,-7 3 25 0,3-10 22 0,-9 8 43 0,-1-3 23 15,-5 1 32-15,0 1 16 0,-5 2 20 0,-1-4 12 16,-4 6 10-16,0-1 5 0,-5 2-1 0,-3-1-5 16,3 4-12-16,-2 0-2 0,-3 4-8 0,-1 1-8 15,1 0-3-15,-2 4-8 0,-3-1-6 0,5 9-2 16,0-3-3-16,1 3 2 0,0 3-8 0,-1 0 0 0,7 1-1 15,0 1-6-15,0 10 1 0,-1-7 1 16,4-3-3-16,5 3 2 0,0-3-6 0,0 0 1 16,5 2 1-16,4-8-3 0,-8 3 0 0,8-6 2 0,-1-1-7 15,7-1-2-15,0-5-4 0,-4-1-7 0,-3-5 1 16,12 3-1-16,-10-5 4 0,5-3-1 0,2-2 3 16,-7-3 7-16,0-1 7 0,1 2 18 0,-6 0 14 15,7-3 9-15,-11 0 18 0,6 1 10 0,-5 2 12 16,3-1 3-16,-4 5 10 0,1-1 5 0,-2 4-1 15,3-4-7-15,-1 4-10 0,0 1-9 0,1 0-11 16,-3 6-7-16,-3-9-19 0,3 9-1 0,0 0-9 16,0 0 0-16,0 0-9 0,0 0-13 0,14 15-25 15,-5-9-16-15,-4 0-18 0,1 3-22 0,3 1-29 16,-1 2-29-16,0 4-40 0,9-5-35 0,-1 0-40 16,2 1-51-16,2-3-168 0,-5-2-497 0,12 5 220 15</inkml:trace>
  <inkml:trace contextRef="#ctx0" brushRef="#br0" timeOffset="-134635.08">16892 13242 255 0,'-8'-6'305'16,"0"3"-16"-16,-6 2-12 0,3 1-22 0,-1-4-28 15,12 4-19-15,-20 5-19 0,4 1-17 0,3-3-13 16,-2 5-19-16,0 2-9 0,0 0-11 0,3 2-8 15,-4 3-14-15,6 2-9 0,0 0-8 0,0 0-3 16,2 2-10-16,4-2-8 0,-1 1-6 0,2 2-1 16,0-2-5-16,6-2-7 0,-3 3-3 0,3-4-4 15,6 1 1-15,-3-4-2 0,6 0-5 0,3 3-8 16,0-11-19-16,1 1-17 0,4-2-17 0,7 1-21 16,2-8-19-16,-1-4-21 0,-6 4-16 0,8-4-8 0,-7-7-13 15,5 0-21-15,2 2-8 0,-9-8-14 0,11-7-16 16,-11 2-5-16,1 1-11 0,4-9 15 0,-9 10 15 15,-2-6 24-15,-4 6 39 0,1-3 50 0,-9 0 50 16,-1 4 29-16,-2-3 40 0,-5 1 38 0,2 6 28 16,-4 2 17-16,2-5 15 0,-3 9 12 0,1-5 6 15,-1 2-5-15,1 5 4 0,6 3-3 0,-4 0-15 16,1-2-16-16,-1 8-24 0,2-3 1 0,3 5-24 16,-7-5-11-16,7 5-9 0,0 0-5 0,0 0-7 15,-6 19-4-15,6-9-8 0,0-1 8 0,1 9-16 16,1-3-6-16,1 5 3 0,-1 1-8 0,3-2-5 15,-3 8 3-15,4-3-13 0,1 3-1 0,-2-1 10 16,2 1-19-16,-1 1-12 0,1-4 2 0,-1 0-19 0,-4-2-1 16,5-3-3-16,-2-3-6 0,1-1-6 0,-2-3 4 15,1 0 5-15,0-1 1 0,-4-7 8 16,2 2 2-16,-3-6 2 0,5 5 6 0,-5-5 2 0,0 0 0 16,0 0-1-16,19-12 5 0,-13 4 2 0,1 2 19 15,1-7 5-15,0 3 7 0,6-2 12 0,-6 0 9 16,4 0 4-16,-3-3 5 0,1 5 12 0,-5 1-3 15,2 0-4-15,1 2-1 0,-1 0 3 0,0 0-17 16,-3 1-8-16,0 3-7 0,4 0-4 0,-8 3-6 16,0 0-3-16,18 0 0 0,-9 6-1 0,-1-5-5 15,0 9-1-15,5 0-2 0,1 0 2 0,-3-1 2 16,4 5-4-16,2-2-5 0,-2 0-2 0,-2-1 11 16,7-1-34-16,-4-3-3 0,6 1-10 0,-1-1-9 0,1 0-2 15,9-3-15-15,-3-1-4 0,0-3-5 16,1-2-6-16,0-2 1 0,-5 3 6 0,0-6 0 15,-2 2 9-15,-1-3 1 0,-1-1 5 0,-3-3 10 0,-6 3 3 16,1-6 5-16,1 5 2 0,-3-7 6 0,-3 5 3 16,-2-6 14-16,-4 9 7 0,-1-4 12 0,0 1 17 15,-1 2 5-15,-4-2 4 0,3 2-1 0,-3 4-2 16,-3-1-4-16,6 2-4 0,-3-1-5 0,-5 5-3 16,10 1 1-16,-16 0-3 0,16 0 0 0,-18 5-9 15,14 2 5-15,-2-3-5 0,1 5 4 0,3 0-2 16,0-1-1-16,6 5 4 0,7-2 0 0,-2 2-2 15,7-1-1-15,9 6-17 0,15-2-18 0,4 2-18 16,4-6-25-16,0 0-15 0,4-5-15 0,2 3-16 16,3-7-8-16,0 3-11 0,0-5 0 0,-1 2-5 15,0-7-6-15,-4 1 1 0,-6-3 11 0,-3 1 15 16,-10 0 9-16,-1-3 15 0,-11 1 3 0,-4-4 40 0,4 2 4 16,-6 0 47-16,-8-3 33 0,-4 5 17 15,0-3 17-15,-3-2 15 0,-3 2 18 0,-5-3 9 16,-4 2 10-16,-6-2 8 0,1 2 2 0,-3 5 2 0,-9-4-3 15,1 2-5-15,-2 4-7 0,0 2-12 0,0-3-6 16,2 9-10-16,3-4-11 0,4 3-9 0,-7 2-8 16,6 2-3-16,-3 6-9 0,9-2-1 0,-4 0 3 15,5-2-14-15,2 9 1 0,4-9-4 0,1 11-6 16,1-5 2-16,6 2 0 0,2-3-10 0,-1 1 6 16,9 0-1-16,-3-3-4 0,8 0 2 0,-4-1-2 15,9-3-3-15,-2-4-6 0,4 0-13 0,-1-2-2 16,2-2-3-16,1-2-2 0,-6 1-1 0,4-5-1 15,-1-3 7-15,-2-2-8 0,2-1-2 0,0-4 5 16,-2-5-9-16,-3 0-7 0,0-4 3 0,0-2-10 16,-9-5-6-16,9-8 3 0,-6-3 3 0,-9 13 4 15,5-13 10-15,-4 4 28 0,-2 6 28 0,-4-6 44 0,5 14 16 16,-7-2 14-16,5 7 23 0,-4 1-2 0,-1 4 13 16,5-1-4-16,-1 5-3 0,0 0-15 15,1 2-16-15,-3 3-15 0,-1 1-14 0,6 5-8 0,-7-3-10 16,7 3-12-16,-13 14 2 0,11-2-4 0,-8 4 3 15,10 10-15-15,-3 1-11 0,-1 1-14 16,11 6-23-16,-7-2-28 0,15 6-36 0,-5 2-35 0,3-1-37 16,9-1-41-16,-1 0-57 0,9-8-74 0,0 6-73 15,0-6-200-15,1-1-646 0,-3-11 286 0</inkml:trace>
  <inkml:trace contextRef="#ctx0" brushRef="#br0" timeOffset="-133570.47">19593 13161 128 0,'-16'-14'267'0,"1"6"-28"0,-2 0-22 0,-1 0-18 0,0 4-23 15,-4 1-14-15,3 3-19 0,-5 2-10 0,-4 3-18 16,7 3-10-16,1 0-12 0,3 3-5 0,-6 5-10 16,3-1-11-16,10 1-8 0,-1 0-2 0,1 3-7 15,3-6-3-15,-1 5-1 0,8-2-7 0,0 4-5 16,0-5 0-16,2 2-4 0,4-4-1 0,1-4-4 0,8 1 3 16,0-2-5-16,0-2-1 0,6-4 0 15,-1-1-4-15,1-1-3 0,-2-3 0 0,0-2-2 16,0-2 0-16,-1 0 1 0,2-6-1 0,-4 0-5 0,1 2 2 15,-7-5-3-15,3 0 23 0,-1 2 20 0,-6-2 10 16,3-1 12-16,-3 2 10 0,-1 0 10 0,-5 4 9 16,5 3 5-16,-5-3-8 0,2 3-13 0,1 1 3 15,-3 2-25-15,0 5-2 0,0 0-17 0,0 0 1 16,0 0-8-16,0 0 2 0,0 0-2 0,-12 17-9 16,12-8-7-16,2 1 0 0,3 0 2 0,0 5-4 15,0 1 0-15,5-1 8 0,0-2-12 0,-2-1-1 16,7 5-2-16,-2-7 6 0,4 5-16 0,3-4 1 0,-4-5-19 15,7 1-13-15,-3 0-13 0,2-7-14 16,1 0-9-16,-3 0-15 0,1-4-19 0,3-6-11 16,-8 4-17-16,1-3-13 0,-1-5-6 0,-1 2-10 0,3-8-3 15,-3-3-14-15,-3-3-2 0,-1-2-12 0,3-11-9 16,-4-2 7-16,-6 2 9 0,-4-5 14 0,0 3 31 16,-3 1 49-16,2 10 62 0,-13-11 34 0,4 12 46 15,2-1 34-15,0 6 28 0,-5-1 12 0,4 1 13 16,-4 0 11-16,5 9 12 0,-1 2 14 0,5 3-1 15,-1 0-10-15,-2 1-13 0,2 2-18 0,2 1-17 16,-2 2-15-16,5 4-18 0,0 0-11 0,0 0 3 16,-9 20-11-16,9-4-5 0,0 2-4 0,2 13-5 15,3-1 12-15,5 13-27 0,2 0-4 0,-1 0-4 16,2-1-1-16,-1 0-3 0,6 4-8 0,-3-10-11 16,2 9-23-16,-2-3-22 0,3-6-30 0,-3-8-24 15,-7 1-25-15,7 3-44 0,-7-7-40 0,5-9-51 0,1 2-43 16,-8-2-209-16,-3-8-542 0,4 0 240 0</inkml:trace>
  <inkml:trace contextRef="#ctx0" brushRef="#br0" timeOffset="-133402.95">19878 13005 253 0,'-5'-5'301'15,"3"0"-22"-15,-4-2-33 0,6 7-29 0,-2-7-18 16,2 7-27-16,3-6-15 0,-3 6-25 0,22 5-42 15,-5-4-45-15,2 5-59 0,11 0-66 0,3 0-80 16,14 0-147-16,-3 4-331 0,1-3 147 0</inkml:trace>
  <inkml:trace contextRef="#ctx0" brushRef="#br0" timeOffset="-132620.65">21138 13263 95 0,'3'-4'217'0,"2"-4"-7"0,2 2-12 0,-1 0-2 0,1-1-9 16,1-9-7-16,-1 8-8 0,3-6-4 0,-5 2-6 15,1-3-6-15,-1 2-15 0,2-2-3 0,-2-1-13 16,-2 1-11-16,2-1-8 0,-5 5-1 0,0-4-4 16,0 6-9-16,-5-1-4 0,2 1-13 0,-6 3-6 15,1 1-8-15,-3 0-9 0,-6-2 5 0,-4 4-12 16,-1 3-8-16,0 3-1 0,-6 2-4 0,8 2-1 15,-4 1-5-15,0-4-1 0,-4 13-2 0,10-8-2 16,0 2-3-16,3 2 0 0,0-1-7 0,0 5 4 16,7-3-3-16,-2 1 0 0,8-4-2 0,-1 4 0 15,3-2 1-15,5 1 1 0,5-1-7 0,3-1 6 16,2 2-3-16,3-8 15 0,10 4-13 0,-1-3-4 0,6-2-5 16,2 0 8-16,1-5-5 0,-4-2-4 15,2-1-4-15,1-2-4 0,-3-6-7 0,-1 5 3 16,-1-6 4-16,-4 2-2 0,-4 0 1 0,-4 2 3 0,-3-8 2 15,5 8 1-15,-10-6-3 0,3 2 7 0,-6 1 1 16,1 4-1-16,-3-3 6 0,-3 2 14 16,-2 2-12-16,1-2-2 0,-1 8-2 0,-1-9-9 0,1 9 8 15,0 0 0-15,0 0 3 0,0 0-9 0,0 0 0 16,0 0-2-16,0 0 4 0,-22 20-3 0,22-11 2 16,0 1-1-16,-2 1 2 0,2 2 0 0,2 2-2 15,5 4 2-15,-6-6-1 0,6 2 1 0,0-3-1 16,1 0-3-16,3 3 3 0,-1-5-5 0,-1-2 4 15,2 1 1-15,-1-6 0 0,3 3-1 0,2-3 0 16,-5 0 1-16,3-6 1 0,1 1-1 0,1-1 2 16,-2-1 0-16,-3 0-3 0,5-7 4 0,-1-1 0 15,-2 0 1-15,-4 0-3 0,-1-2 3 0,1-2 2 0,-3 0 10 16,0 0 9-16,-2 1 13 0,1 0 17 0,1 5 9 16,-2-2 10-16,-3 3 5 0,0-2 9 15,0 6-17-15,3-3-8 0,-3 8-8 0,0-9-6 0,4 4-12 16,-4 5-8-16,0-9-3 0,0 9 0 0,0 0-10 15,0 0 2-15,0 0-6 0,15 14-19 0,-9-11-10 16,2 4-15-16,1 0-18 0,-3-2-23 0,14 6-24 16,-3-2-34-16,-2 3-33 0,6-3-37 0,1 3-34 15,8-3-36-15,1-2-32 0,2 1-185 0,-1-1-529 16,16 1 234-16</inkml:trace>
  <inkml:trace contextRef="#ctx0" brushRef="#br0" timeOffset="-132202.85">22280 13081 167 0,'-14'-12'266'16,"-2"8"-4"-16,-4 1-9 0,2-3-10 0,-4 4-11 0,-6 1-13 15,5 1-17-15,-5 1-15 0,6 1-15 0,-1 4-19 16,3-2-14-16,4 7-17 0,-2-3-8 0,1 3-14 16,2 3-9-16,3-1-6 0,6 1-10 0,-6 1-7 15,7 0-4-15,0 3-4 0,4-3-7 0,1-2-4 16,3 6 5-16,2-6-17 0,-2 2-1 0,9 0 0 15,3-8-9-15,-7 5 9 0,12-2-16 0,0-5-8 16,1 2-13-16,-1-2-8 0,3-3-12 0,5-4 0 16,-4 2-11-16,-3-7-10 0,7-2-7 0,-5 3-6 15,-1-4-3-15,-1-2-10 0,-2-6-7 0,1-5-3 16,-4-1-4-16,4-2 1 0,-12-1 2 0,5-4 4 16,-3-11 9-16,-3-2 7 0,0 5 19 0,-4-4 41 15,-6 13 34-15,1-13 25 0,-3 12 39 0,-2 0 25 0,-3 3 16 16,6 1 20-16,-8 1 7 0,2 10 7 0,5-3-6 15,-5 7-20-15,5 2-14 0,-3-2-8 16,3 4-22-16,-2 1-10 0,1 1-17 0,6 6-6 0,-10-2-5 16,10 2-9-16,-10 11 1 0,6-4-23 0,0 9-15 15,2-1-8-15,4 12-16 0,2 0-15 0,3 4-23 16,1-3-20-16,4 2-12 0,3 6-19 0,3 2-32 16,4-2-41-16,2-2-50 0,1 0-56 0,5-3-61 15,-3-13-229-15,7 11-607 0,3-9 269 0</inkml:trace>
  <inkml:trace contextRef="#ctx0" brushRef="#br0" timeOffset="-131820.71">23231 12841 341 0,'-3'-15'354'0,"-2"11"-21"0,5-4-10 16,-3 3-24-16,3-5-29 0,0 10-31 0,-5-4-23 15,-3 1-23-15,8 3-24 0,0 0-8 0,-14 6-24 16,8 0-16-16,-3 3-11 0,8-3-9 0,-4 4-7 16,0 5-13-16,2 1-3 0,3 0-13 0,-2 0 1 15,4 2-10-15,-2-2-8 0,6 0-3 0,2 3 2 16,1 1-7-16,-3-2 1 0,9 5 6 0,-3-7-19 16,6 5-3-16,-5-3 14 0,0-3-24 0,-1 1 4 15,0-4-1-15,1 3-3 0,-3-4-3 0,1 1-4 16,-2-4 15-16,-6-1-17 0,4 1-9 0,-1-3 7 15,-4-3-7-15,1 4 1 0,-3-6 2 0,-6 6 4 16,6-6 1-16,-19 1-6 0,8 3 2 0,-2-4 4 0,-4-4 0 16,-3 3-4-16,4-1-1 0,-3 1 2 0,3-2-7 15,1 3-6-15,7-5-7 0,-1 4-6 16,9 1-13-16,-19-2-12 0,19 2-9 0,-7-5-17 0,7-2-16 16,0 7-24-16,7-12-20 0,1 8-15 0,3-8-14 15,4 3-8-15,2-5-17 0,9-4-21 0,-1-1-22 16,3-3-196-16,-5-3-464 0,7-4 206 0</inkml:trace>
  <inkml:trace contextRef="#ctx0" brushRef="#br0" timeOffset="-131637.22">23548 12802 5 0,'11'-16'99'0,"-3"-3"39"16,-6-3 24-16,3 9 29 0,-3-3 18 0,-2 5 2 15,0 0-7-15,-2-1-11 0,-3 5-2 0,5-2-7 16,0 3-15-16,-8 0-12 0,8 6-17 0,-7-6-11 16,7 6-16-16,0 0-11 0,0 0-11 0,-21 12-6 15,19-2-10-15,-5-1-9 0,6 6-4 0,-3 4-6 16,8 1-7-16,-3 7-1 0,6 0-8 0,-5 2-2 15,9-1-2-15,-1 1-5 0,3 1 2 0,4 8-4 0,-4-10-6 16,2-1-25-16,0 0-30 0,8 9-39 16,-3-12-41-16,-3-2-37 0,2-2-43 0,-5-5-47 0,1-1-188 15,-4-2-464-15,-3-5 206 0</inkml:trace>
  <inkml:trace contextRef="#ctx0" brushRef="#br0" timeOffset="-130720.63">23635 13044 154 0,'-8'-7'257'0,"1"2"1"0,-1-4-6 16,1 5-8-16,4-4-13 0,-2 5-19 0,5 3-19 16,-6-8-22-16,6 8-20 0,0 0-14 0,19 0-10 15,-19 0-17-15,29 3-11 0,-11-1-6 0,5 1-17 16,7 0-17-16,0 1-20 0,4 3-17 0,3-6-21 0,-1 5-15 16,-4-5-14-16,4 4-12 0,2-3-16 15,-5-2-8-15,-1 0-13 0,-6-2 0 0,-3 2-1 16,-6-5 9-16,-1 2 6 0,-1-2 10 0,-10 2-1 0,5-4 10 15,-8 0-5-15,-2 2 13 0,0 5 13 0,-10-16 17 16,3 12 12-16,-1-3 6 0,-7 3 9 16,-3 1-1-16,3-2 7 0,-5 4 1 0,4 1-2 0,-4 0 0 15,0 1-3-15,7 2-1 0,-4 5 1 0,2-5-7 16,5 3-7-16,-3 0 6 0,3 2 2 0,3 2 5 16,1-4-3-16,-1 5 6 0,7-1 6 0,-1-4 2 15,1 5 4-15,1-3 2 0,4 0-1 0,-2-2 3 16,9 4 2-16,-5-6 1 0,3 0-6 0,-4-1 4 0,4 1 0 15,2-4-5-15,1 0 0 0,-3 0-4 16,3-3-1-16,0 1-2 0,-3 0-1 0,0-2-2 16,5-4-4-16,-5 0-2 0,-2 3-1 0,1-5-3 0,1 3-3 15,-4-3 2-15,2 3 9 0,-1-1 12 0,0 5 3 16,-2-6 0-16,-2 4-7 0,5 3-5 16,-8-2-1-16,0 4-8 0,0 0-2 0,7-4 4 0,-7 4-5 15,0 0-1-15,0 0-1 0,13 10-5 0,-11-5 2 16,4 4-2-16,-2-1 0 0,1 0 1 0,1-4-1 15,3 10-1-15,4-5 0 0,2-5-2 0,-2 8-15 16,2-4-9-16,1 2-11 0,4-2-8 0,-3-4-8 16,-2 0-16-16,3-3-8 0,-2-1-21 0,-1 0-11 15,-5-1-10-15,5-3-10 0,0-4 1 0,0 1-3 0,-2-1-5 16,0-6 4-16,-3 5 6 0,2-6 5 16,-2 3 14-16,-3-8 9 0,-6 4 6 0,6-11 6 15,-1 0 4-15,-6 0 10 0,0-3 15 0,0 2 24 0,0-3 17 16,-3 0 24-16,0 3 21 0,3-2 31 0,-4 3 26 15,0 0 24-15,0 1 20 0,1 6 13 16,3 1 10-16,-2 2 6 0,-4 2 21 0,4 0 0 0,0 3-2 16,-1 5-7-16,3-1-11 0,-2-4-23 0,2 8-16 15,-5-4-21-15,5 8-12 0,-3-3-11 0,3 3-10 16,0 0-10-16,0 0-18 0,-8 22 8 0,4-14-10 16,3 9 2-16,-1 5-10 0,1 2-6 0,1 6 3 15,1 2-8-15,-1 7 1 0,0-8-7 0,2 1 3 16,-1 10-1-16,6-1-13 0,-2-10-6 0,5-1-1 15,-3-2-8-15,4 3-5 0,1-6-12 0,6 0-7 16,0-1-2-16,4-2-13 0,-6-7-11 0,6-5-13 16,-4 1-11-16,3-4-5 0,-2 1-16 0,4-7-8 15,-2 3-4-15,-1-4-8 0,0-1 14 0,0-3 8 16,0-4 3-16,-4 1 15 0,3-5 7 0,-5 1 9 0,-4-2 10 16,2-4 15-16,-2 5 26 0,-5-3 24 0,0 3 22 15,-3 0 18-15,-2 0 10 0,0 3 9 0,-7-2 1 16,2 3 15-16,0 0 2 0,0 1-9 0,-2-1-14 15,-1 4 0-15,1 2-7 0,7 2-5 0,-11 0-11 16,11 0-1-16,-15 7-17 0,7 0 12 0,4 0-6 16,-1 2-1-16,4 2 1 0,1-3-3 0,1 9-7 15,1-7 6-15,1 7-7 0,2-5-10 0,9 6-20 16,1-4-27-16,-1-4-42 0,10 5-43 0,4-4-47 16,-7-4-67-16,2-1-72 0,-1-3-224 0,8 0-578 15,0-6 256-15</inkml:trace>
  <inkml:trace contextRef="#ctx0" brushRef="#br0" timeOffset="-130552.98">24597 12670 211 0,'-12'0'261'0,"4"-3"-24"15,8 3-21-15,-8-1-24 0,8 1-19 0,0 0-18 16,0 0-30-16,28 8-65 0,-12-3-72 0,16 2-86 15,-6 1-156-15,9 3-274 0,13 0 121 0</inkml:trace>
  <inkml:trace contextRef="#ctx0" brushRef="#br0" timeOffset="-130086.68">25459 12555 348 0,'-11'-12'370'0,"-1"-1"4"0,-1 2-24 0,6-5 14 16,-3 6-22-16,4-6-9 0,1 4-16 0,1 0-23 16,4 0-25-16,0 3-29 0,2 0-23 0,5 0-22 15,-1 0-21-15,4 2-19 0,3 2-17 0,6 0-15 0,0 4-13 16,5 1-11-16,-3-2-11 0,1 5-13 0,4 5-7 16,1-1-7-16,1 2-11 0,-8 2-3 15,-4-2-1-15,6 5-9 0,-9-3-6 0,-3 5-4 0,6 0 0 16,-4-1 0-16,-5 4-9 0,-1 0-4 0,-4-3 0 15,-2 11-2-15,-5-1-7 0,2 1 6 0,-6-2-2 16,-2 5 2-16,3-3-1 0,-6-2-1 0,-1 5-5 16,-1 8 4-16,-4-10-1 0,7 1-1 0,1 0-4 15,-1-2-20-15,0 1-46 0,4-1-38 0,3 2-32 16,-1-1-25-16,12-1-42 0,2 4-46 0,1-4-62 16,7-6-71-16,0 5-274 0,8-8-708 0,3 2 313 15</inkml:trace>
  <inkml:trace contextRef="#ctx0" brushRef="#br0" timeOffset="-129819.15">25789 13426 64 0,'-10'2'276'0,"10"-2"-14"0,-9 5-15 0,9-1-7 16,0-4 0-16,-6 9-6 0,6-9-10 0,5 7-6 15,-5-7-7-15,6 11-6 0,-2-8-4 0,6 2-16 16,-2-1-10-16,0-1-6 0,2 0-24 0,2 0-12 16,-2 0-12-16,-2-1-11 0,-8-2-4 0,18 0-15 15,-8 0-11-15,-10 0-10 0,12-2 5 0,-12 2-16 16,13-5-2-16,-8 1-13 0,-2 0-12 0,-3-4 10 16,0 8-10-16,-3-11-8 0,1 7-15 0,-4-3-25 15,-1 0-33-15,0 2-43 0,-1-3-47 0,-5 4-57 0,3-4-84 16,-3 2-322-16,-4 1-652 0,4 1 289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4T10:16:55.8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4023 1219 233 0,'0'-12'400'0,"5"2"6"15,-3 4 6-15,-2-1-2 0,2-4-10 0,3 5-9 16,-4 0-28-16,-2-2-31 0,9 5-31 0,-8 3-36 15,0 0-28-15,0 0-31 0,0 0-21 0,0 0-17 16,0 17 14-16,0 0-8 0,0 1 12 0,0 9-24 16,0 1-9-16,0 0-14 0,0 4-14 0,6 7-15 15,-6-9-9-15,0 11-7 0,9-1-11 0,-9-1-5 16,0-5-11-16,5-5-22 0,-5 1-25 0,3 0-32 0,5-2-41 16,-8-2-45-16,0-8-46 0,5 2-48 15,-5-3-54-15,0-2-57 0,0 0-60 0,0-3-74 16,0-4-327-16,0-4-826 0,0-4 365 0</inkml:trace>
  <inkml:trace contextRef="#ctx0" brushRef="#br0" timeOffset="266.63">3757 1191 337 0,'-2'-3'361'0,"-4"0"-12"15,6 3-19-15,-14-5-27 0,14 5-18 0,0 0-18 16,0 0-12-16,0-4-23 0,0 4-23 0,0 0-24 16,0 0-18-16,30-3-14 0,-8 2-15 0,7-4-12 15,6 3-16-15,13-2-12 0,4-4-6 0,5 4-15 16,-5-5-1-16,6 2-12 0,-7-3 0 0,2 0-10 16,-3 4-6-16,-4-3-22 0,-3 2-23 0,-12 0-12 15,-2 0-22-15,-1 0-22 0,-8 2-19 0,-6 2-14 16,-2 3-42-16,-5-2-44 0,-7 2-63 0,8-4-66 15,-8 4-253-15,0 0-600 0,0 0 265 0</inkml:trace>
  <inkml:trace contextRef="#ctx0" brushRef="#br0" timeOffset="1385.01">4295 1501 230 0,'23'4'276'0,"-15"-1"-11"0,5 2-17 0,4 3-14 16,3-1-17-16,1 2-18 0,-4-1-19 0,9 6-19 15,-9-2-15-15,-2-4-9 0,6 7 5 0,-4-4-10 16,0 5-14-16,-1-4-9 0,-1 2-12 0,-5-2-9 16,-2-4-8-16,0 0-11 0,-1 3-6 0,0-3-3 15,-4-1-1-15,-3 2 9 0,0-1 1 0,-5-3 20 16,0 3-20-16,-2-1-8 0,-1 0-2 0,-2-4-2 16,-1-2-3-16,-1 0-8 0,-1-1 0 0,3 0-13 15,10 0-3-15,-22-1 5 0,9 0-4 0,7-2-5 16,6 3-1-16,-15-7-8 0,8 3-4 0,7-2-21 15,0 6-13-15,7-14-20 0,8 7-18 0,-1-2-17 16,3 2-25-16,11-4-9 0,9 2-8 0,-4 2-12 16,10-4-7-16,3-1 1 0,0 4-1 0,4 1 5 15,-9-1 2-15,1 3 5 0,2-5 12 0,-14 6 8 16,2-5 15-16,-4 3 11 0,-7-2 6 0,1 4 15 0,-7-4 3 16,0-1 31-16,0-1 15 0,-9 7 27 15,2-6 19-15,1 0 16 0,-9 3 6 0,0-2 6 16,0-1 10-16,0 2-7 0,-9 1 0 0,3-1 1 15,-2 0-3-15,-1 2-4 0,3 0-4 0,-8 3-7 0,1 2-3 16,-2 0-5-16,-5 7-6 0,2-3-4 0,2 2-8 16,-1 1 4-16,-1 3-4 0,1 0-6 15,2 1 4-15,2 0-6 0,3 3-2 0,-1-1 0 16,1 4 1-16,1-2-2 0,6 0-1 0,-2 4 4 0,0-2-11 16,5-2 2-16,5 3-3 0,0-5-8 0,0 1-11 15,8-2-13-15,2-1-23 0,0-2-31 0,8 6-26 16,-1-10-30-16,3 2-27 0,1-6-10 0,-6-2-13 15,11-6 5-15,-6 6-3 0,-3-2 23 0,-1-5 13 16,1-2 21-16,-7 1 18 0,6-3 30 0,-11 0 27 16,3 1 25-16,1-2 44 0,-9 2 28 0,1 1 26 15,-4-3 37-15,0 1 17 0,-1 1 8 0,3 2 9 16,-8 3 8-16,4-2-1 0,-1 1-5 0,1 7-7 16,0-9-9-16,0 9-20 0,0-6-17 0,0 6-8 15,0 0-8-15,0 0-8 0,0 0-7 0,0 0-7 16,0 0-5-16,-10 18 0 0,6-7-8 0,4-4-2 15,4 6-7-15,-4 1-4 0,1-1-4 0,1 2-1 16,1 0-7-16,1 2-1 0,1-2-5 0,-2 0-6 16,2-3-5-16,1-1-8 0,-2-3-9 0,2 2-4 15,-1-3 0-15,-1 0 3 0,2-2 1 0,1-3-1 16,-7-2 5-16,10 0 0 0,-10 0 5 0,13-2-2 16,-13 2-1-16,13-14 4 0,-6 7 3 0,0 1-3 15,-2-3 6-15,1-1 0 0,2-4-2 0,-3 5 5 16,4-3 4-16,-1 3 3 0,-3 1 2 0,-5-2 3 15,10 7-1-15,-10-3 3 0,0 0-3 0,5 3-1 16,-4-3-2-16,-1 6 6 0,7-5-10 0,-7 5 0 16,0 0 1-16,0 0-1 0,0 0-3 0,15 8 2 15,-8-4-3-15,-1 3 3 0,-4-4-3 0,4 4 1 16,-4-1 0-16,5 1 0 0,-1 0 12 0,1-2-13 16,0 0 4-16,-1 4-3 0,3-4 2 0,-3-1-2 15,2 0 5-15,1-2 8 0,-3 0 7 0,-6-2 7 16,15 1 5-16,-15-1 13 0,13-1 4 0,-13 1 16 15,17-7 9-15,-10 5 7 0,-1-5 10 0,1 3 1 0,-4-4 2 16,4 4 7-16,-2 0 4 0,-2-3-7 0,2 3-8 16,-3-4-8-16,3 5-2 0,-2-1-9 15,2 0-5-15,-5 4-10 0,3-7-5 0,-3 7-5 16,5-4-9-16,-5 4-5 0,0 0-1 0,10-1-18 0,-10 1-19 16,13 5-14-16,-13-5-26 0,14 7-9 0,-6-4-34 15,3 1-13-15,6 2-26 0,-2 1-35 0,-7 1-26 16,9-2-43-16,3-2-37 0,-5 4-24 0,6-5-18 15,-4 2-188-15,-3-4-539 0,0 1 239 0</inkml:trace>
  <inkml:trace contextRef="#ctx0" brushRef="#br0" timeOffset="1700.12">6016 1552 29 0,'0'0'279'0,"0"-8"4"0,0 8 0 0,-5-2-11 16,5 2-13-16,-1-9-9 0,1 9-41 0,0 0-14 15,0 0-20-15,0 0-22 0,-12 0-12 0,12 0-13 16,0 0-14-16,-15 9-5 0,10-3-20 0,-5-2-8 16,5 6-7-16,0-3-7 0,-1-1-7 0,2 6-8 15,-1-3-1-15,2-2-3 0,3 7-6 0,0-6 0 16,0 0-1-16,3 4-6 0,-1-1-2 0,6 1-6 16,-3-3 0-16,4 5 7 0,-1-3-17 0,5-2 1 15,-8 1-5-15,7-3 4 0,-6-1-3 0,4 5 0 16,-2-7-1-16,-1 2-2 0,-2 0-4 0,2-3 0 15,-6 1-1-15,4 1-2 0,-5-5-1 0,5 9 1 16,-5-9-5-16,-3 3 1 0,3-3-6 0,-8 4-13 16,8-4-23-16,-19 3-27 0,8 0-28 0,1-3-38 15,-8 2-46-15,8-2-55 0,-3-2-46 0,13 2-179 16,-19-3-498-16,11 3 220 0</inkml:trace>
  <inkml:trace contextRef="#ctx0" brushRef="#br0" timeOffset="1949.95">6289 1488 191 0,'0'8'245'0,"0"4"8"0,-1 3-16 16,1 6 0-16,-4 7 4 0,3 13-9 0,-4 3-15 0,5 1-16 15,0 3 1-15,0 5-3 0,3-2-15 0,-1 3-16 16,3 1-8-16,-4 4-16 0,9 17-15 15,-5-17-10-15,5 13-2 0,-3-18-19 0,1 1-6 16,-1-2-11-16,-1-1-8 0,1-5-8 0,3-2 0 0,-7-15-4 16,4 2-10-16,1-9-28 0,-6 0-14 0,4-10-23 15,-1 1-7-15,-5-10-27 0,4 3-73 0,0-7-83 16,-4 0-92-16,9-17-269 0,-8 4-613 16,6-18 271-16</inkml:trace>
  <inkml:trace contextRef="#ctx0" brushRef="#br0" timeOffset="2234.27">6274 1542 273 0,'0'-12'312'0,"4"3"-22"16,1 1-16-16,1 1-23 0,1-3-26 0,3 2-19 15,3-1-24-15,2 1-17 0,-2-1-12 0,2 6-21 16,2-2-12-16,-2 2-11 0,1-2-9 0,1 5-14 15,1 0-8-15,-5 5-10 0,2-4-4 0,-5 2-5 16,5 4-9-16,-2 2-7 0,2-1-3 0,-7 1-5 16,-1-1-4-16,-1 2-5 0,4 1 0 0,-5 5-6 15,-5-4-8-15,0 2-3 0,0-1-7 0,-5 2-17 16,0 0-18-16,-1 1-16 0,-2-1-10 0,-6 2-22 16,-6-3-18-16,10-1-34 0,-9 4-7 0,4-9-49 15,0 8-24-15,2-8-192 0,3 2-439 0,-2-1 194 16</inkml:trace>
  <inkml:trace contextRef="#ctx0" brushRef="#br0" timeOffset="2750.56">6754 1545 16 0,'0'0'271'15,"0"0"-29"-15,0 0-17 0,-8-5-28 0,8 5-18 0,0 0-14 16,0 0-16-16,0 0-17 0,-18 11-10 0,11-3-13 15,2-3-7-15,4 3-9 0,-3 4-4 16,4 0-6-16,0-5-5 0,0 8-1 0,4-1-8 16,2 1-7-16,1-2-2 0,4 2-5 0,1 2-6 0,0-5-7 15,1 2-2-15,3-4-3 0,-6-2-5 0,0 1-5 16,2-5 0-16,-1 0-2 0,-4 0-7 0,1-4 1 16,4 0-5-16,-12 0-5 0,15-7-1 15,-14 3-2-15,-1-4-5 0,0 0 1 0,-1-1 1 0,-4-1-1 16,-2 0 2-16,4-4-2 0,-9 1 6 0,11 4 6 15,-13-4 12-15,8 2 16 0,1 2 23 0,0 0-6 16,-2 0 11-16,4 5 5 0,-4-4 13 16,4 2-4-16,1-3-1 0,2 1-5 0,0 8-12 0,0 0-7 15,5-7-2-15,2 6-13 0,-7 1 10 0,18 1-16 16,-5-1-4-16,-3 0-6 0,5 4 1 0,8-1-3 16,-3 8-10-16,8-5 7 0,-9 0-6 0,2-3-5 15,1 6-1-15,-1 0 6 0,-4-2-7 0,3 3-4 16,-4-3 1-16,-3 3-3 0,2-3-2 0,-1-3 1 15,-6 2-2-15,0 3 0 0,-1-6-5 0,1 3 8 16,-5-3-2-16,1 3-7 0,-4-3-4 0,0-3 9 16,1 9-6-16,-1-9 10 0,0 0-10 0,-5 6 2 15,5-6-2-15,-10 3 3 0,10-3-6 0,0 0 8 16,0 0-21-16,0 0-9 0,-16-9-10 0,11 0-15 16,3 4-16-16,2-7-17 0,2 0-28 0,3-3-27 15,0-1-38-15,5-10-49 0,5 2-30 0,-1-6-224 16,8-9-526-16,1 2 232 0</inkml:trace>
  <inkml:trace contextRef="#ctx0" brushRef="#br0" timeOffset="2949.9">7403 1138 98 0,'0'-13'210'0,"3"1"16"0,-6 3 21 15,3-3 12-15,0 9 0 0,0-6-14 16,0 4-19-16,0-5-23 0,0 10-24 0,0 0-22 16,-6-5-14-16,6 5-17 0,0 0-13 0,-9 15-10 15,8-6-10-15,-6 5-7 0,4 6-9 0,-1 0-5 16,-2 7-9-16,4 14-5 0,0-1-2 0,2 2-10 0,0 2-4 15,2 2-2-15,3 1-2 0,-3-3 2 16,3 2-9-16,-2 1-4 0,4-7-3 0,-1 2-13 16,-2-12-18-16,2 0-4 0,1-3-35 0,-7-8-27 0,3 4-29 15,2-8-36-15,-5 0-40 0,3-6-27 0,-1-5-37 16,-2-1-191-16,0-3-469 0,0 0 208 0</inkml:trace>
  <inkml:trace contextRef="#ctx0" brushRef="#br0" timeOffset="3500.59">7355 1510 185 0,'-3'-9'204'0,"3"4"-13"0,3-2-14 16,-1 1-19-16,4 4-16 0,1-1-11 15,3-1-10-15,2 4-17 0,6 5-8 0,3-2-6 0,6 3-12 16,-1 2-4-16,9 1-7 0,-4-4-7 0,14 6-9 16,-3 4-1-16,4-7-5 0,-5-1-5 0,-8 4-3 15,2-9-4-15,-5 3 1 0,-2-2-9 0,2-3 1 16,-9 0-1-16,1 0-6 0,-6 0 7 0,-2 0 14 15,-6 0 9-15,2 0 0 0,-5-3-6 0,-5 3-3 16,6-6-5-16,-6 6-2 0,0 0-7 0,-21-11 2 16,6 9 0-16,2-3-2 0,-10 5-5 0,1-1 3 15,2 1-2-15,-5 0 2 0,2 6-3 0,0-4-1 16,0 8-3-16,5-8-3 0,-4 6-2 0,6-2 1 16,1 3-1-16,3 2-1 0,-3-4 3 0,10 5-2 15,-1-3-1-15,1-2 3 0,-4 5 4 0,9-1-3 16,0-2 6-16,0 0-2 0,9 1 0 0,-3-2 4 15,4-2-3-15,7-2-2 0,-6 1-1 0,9-1-4 16,-3-2 1-16,3-2-3 0,1 0 1 0,2-2 0 16,-6-5-3-16,4 2-3 0,-4-3 3 0,-2-3-4 15,5-1 2-15,-5 1 3 0,0-2-4 0,-2-1 0 16,-5-2 9-16,5 4-8 0,-4-3 18 0,-6 4 21 16,2-1 20-16,0-1 20 0,-4 4 6 0,-1 3 8 15,2-5-9-15,-2 4 5 0,0-1-9 0,3 4-7 16,-3 4-12-16,0-8-10 0,0 8-8 0,0 0-12 15,0 0-2-15,0 0 1 0,0 0-3 0,0 0-6 16,-11 23-7-16,9-14 1 0,2 3-4 0,-3 1-8 16,6 4-2-16,-1-2 8 0,4 3-13 0,1 3-4 0,1-6 2 15,1 1-8-15,4 1-2 0,2 1-4 0,-2-8-18 16,5 2-9-16,2-4-20 0,-2 0-29 0,7-2-23 16,2-2-27-16,-6-3-34 0,14-4-45 15,-5-4-34-15,-1-3-27 0,-7-1-23 0,8-5-157 0,-9-4-497 16,2 2 220-16</inkml:trace>
  <inkml:trace contextRef="#ctx0" brushRef="#br0" timeOffset="3933.34">8307 951 39 0,'-10'-12'314'0,"0"1"-5"16,0 4-6-16,3-1-11 0,7 4-29 0,-6-4-29 15,3 5-22-15,3 3-29 0,-12-5-21 0,12 5-15 16,0 0-12-16,-2 16-14 0,4-5-10 0,3 2-11 15,2 5-12-15,2 6-8 0,3 6-9 0,5 8 8 16,-1-1-20-16,-1 5-5 0,5-3-5 0,-4 7-3 16,-2-5-3-16,1 3-7 0,-2-4-4 0,-2 5 3 15,1-5-3-15,-4-2-6 0,1-7-7 0,-3-2 4 16,4 1-1-16,-10 0-8 0,5-3 7 0,-5-6-12 16,0-3-5-16,2-2-1 0,1-1 3 0,-6-3-7 15,6-2 2-15,-6-3 4 0,1-4 2 0,2-3 0 16,0 0-1-16,0 0 15 0,0 0-14 0,0 0 1 15,0 0 10-15,-5-24 4 0,5 15 2 0,0-6 7 16,0 3 5-16,0-3 5 0,0-1 4 0,-8 1 16 16,8-5-2-16,0 11 8 0,0-9 2 0,3 4-1 15,-3 1-3-15,5 4 0 0,-5 0 4 0,0 0-9 16,5 1-4-16,-5 2-8 0,5 2-6 0,0-2-8 16,0 2 2-16,-5 4-7 0,8-2-7 0,-8 2 3 15,20 4-4-15,-17-1-3 0,11 2-5 0,-8-1 1 0,9 4-16 16,0 2-2-16,-2-1-12 0,-3 4-17 0,4 0-11 15,0-4-13-15,1 5-13 0,0-1-1 16,-2-1-31-16,-4 0-15 0,1 2-23 0,3-3-18 16,-6 0-26-16,-6 1-32 0,6 1-37 0,-4-6-27 0,-1 1-262 15,-2 0-586-15,1-1 259 0</inkml:trace>
  <inkml:trace contextRef="#ctx0" brushRef="#br0" timeOffset="4566.52">8904 1536 35 0,'-6'-8'234'0,"6"8"-18"16,0 0-18-16,0 0-15 0,0 0-11 0,0 0-11 16,-15 12-11-16,13-7-7 0,2 2-11 0,-6 4-14 15,6-2-6-15,-4 3-10 0,4 0-4 0,-3 2-10 16,6-1-9-16,-3 4-6 0,4-4-5 15,2 2-6-15,-4 0-3 0,8-3-6 0,-5 0-3 0,6-1-6 16,-2-1 0-16,6 0-5 0,-7-2-3 0,7-1-1 16,0-2-4-16,-2-2-1 0,2-3-3 0,-2 0-2 15,-3-3 6-15,1 0-13 0,-1-3 2 0,-3 2 0 16,1-7-5-16,1-1 0 0,-3-3-1 0,-6 0-3 16,0-2 0-16,0 1 1 0,-6-2-3 0,2 3 0 15,1 0 6-15,1 0 3 0,-4-3 3 0,-1 4 2 16,4 0 2-16,-6 4 0 0,3 0 1 0,1 1-6 15,-3 1-1-15,8 3 0 0,-2 2-5 0,-3-6-2 16,5 9-4-16,-8-8-7 0,8 8 0 0,0 0-2 16,0 0-1-16,0 0 3 0,0 0 0 0,0 0-2 15,0 0 0-15,21 22 0 0,-12-15-1 0,4 1 4 16,0 3-3-16,2-3-2 0,0 0-1 0,0 4 9 16,0-4-9-16,1-2 2 0,-1 3 0 0,0 2 1 15,0-6 0-15,0 3 0 0,-7-5 3 0,0 0-4 16,4 1 4-16,-4 0 1 0,0-3 8 0,-8-1 24 15,9 3 8-15,-9-3 14 0,0 0 8 0,15-3 10 16,-15 3 4-16,11-8 9 0,-8 4 2 0,4 0-5 16,0-4-4-16,-1 4-8 0,3-3-8 0,4 2 11 15,-7-3 3-15,4 2-12 0,-3 3-4 0,1-3-1 0,4 2-5 16,-5-4-11-16,1 5 3 0,0 0-7 0,0 0-6 16,-8 3-3-16,15 0-6 0,-15 0-3 15,13 0-3-15,-3 2-1 0,-3 4-6 0,0-1-3 16,-1 3-4-16,1 1 2 0,0-3 0 0,-1 6-1 0,2-3-1 15,-4 3-7-15,2-2-8 0,-4-1-27 0,5 1-14 16,-2 0-28-16,-2-3-22 0,2 1-34 0,-3-2-27 16,1 0-36-16,-3-6-47 0,3 3-74 15,-3-3-286-15,0 0-652 0,0 0 289 0</inkml:trace>
  <inkml:trace contextRef="#ctx0" brushRef="#br0" timeOffset="4733.18">9151 1157 33 0,'-20'-12'333'0,"5"0"-24"15,2 1-30-15,0-1-25 0,3 4-26 0,3-2-23 16,1 9-30-16,2-7-43 0,1 2-60 0,3 6-68 16,0 0-85-16,30-2-88 0,-10 6-127 0,11 0-321 15,20 5 143-15</inkml:trace>
  <inkml:trace contextRef="#ctx0" brushRef="#br0" timeOffset="6434.14">10311 1062 281 0,'-3'-17'299'0,"-9"5"-22"15,2 7-25-15,-6-9-22 0,1 8-18 0,-7 0-23 16,-4-5-18-16,-2 7-21 0,1 1-14 0,-2 1-11 16,4 7-12-16,-2-2-14 0,6 6-12 0,1-3-8 15,-2 0-8-15,1 1-6 0,8 5-4 0,1-1-6 16,0 5-1-16,4-1-2 0,8 0-2 0,-6 4-2 16,12-2-2-16,-6 1-2 0,7-1-4 0,8 4 0 15,0-5-5-15,6 3-8 0,2-3 5 0,-1 0-4 16,6-4 0-16,2 3-6 0,-7-4-1 0,3 0-1 15,1-4 0-15,-7-4-8 0,3 2 4 0,-8-4-4 16,-2 0 1-16,2 4-2 0,-7-5 1 0,0 2-3 16,-8-2 0-16,15 0 2 0,-15 0 1 0,12-2-3 15,-12 2 0-15,0 0-4 0,0 0-3 0,0 0 4 16,0 0-2-16,0 0-1 0,0 0-3 0,0 0 0 0,-35 10-2 16,32-6-2-16,-2 0 1 0,-2 3 3 15,4-2 3-15,-4 4-6 0,2 1 4 0,5 1-1 16,0 1 2-16,0-1 3 0,7 6 4 0,3 0-1 0,3 1 1 15,9 1 0-15,1 1 2 0,5-3-5 0,7-2 1 16,-4-2-2-16,12 1-2 0,0-1-10 0,-1-4-16 16,-8-3-16-16,3-5-21 0,-6-1-15 15,4-1-10-15,1-5-6 0,-4 3-2 0,1-4 1 0,-2-10 5 16,-6 8 9-16,2-6 12 0,-6-1 5 0,2-3 10 16,-9 4 4-16,2 2 6 0,-4-1 13 0,-1-2 32 15,-2 0 17-15,2 4 25 0,-9-3 13 0,5 4 18 16,-6 2 8-16,4 2-2 0,-5-1-6 0,0 2-3 15,-6-6-12-15,6 9-8 0,0 3-7 0,-15-5-4 16,15 5-1-16,-15 0-10 0,5 5-2 0,-2-2 4 16,2 1-11-16,-5 10-1 0,-3-5 1 0,3 5-4 15,-1-1 5-15,-4 8-10 0,-2-1 1 0,8-4-3 16,-1-1-1-16,1 6-2 0,-4-2-9 0,8-2-9 16,-1-2-8-16,2 0-19 0,-4 3-12 0,11-9-17 15,-6-2-16-15,3 1-14 0,-3-1-9 0,6 1-17 16,-3-7-30-16,5-1-23 0,0 0-18 0,0 0-18 15,0 0-1-15,0 0 12 0,20-19 12 0,-18 7 21 16,6 2 18-16,5-7 18 0,-6 2 21 0,3 0 30 0,-3-3 30 16,-1 3 30-16,1 0 40 0,-6 0 35 15,4-3 38-15,0 4 32 0,-5 2 29 0,0 2 16 16,0-5 14-16,2 5 5 0,-2 2 0 0,-2 1 1 16,2 7-4-16,-3-12-12 0,3 8-6 0,0 4-28 0,0 0-19 15,0 0-18-15,-2-10-14 0,2 10-4 0,0 0-10 16,0 0-8-16,7 19-5 0,-2-8-4 0,5 0-6 15,0 1 3-15,3 3-8 0,5 2-8 0,7 0 2 16,7 0-11-16,-8 1 14 0,18 1-26 0,2 1-11 16,-7-4-9-16,8 2-18 0,-2-8-17 0,0 5-20 15,3-10-17-15,-1-2-10 0,-12-2-19 0,2 1-9 16,-1-4-6-16,-4-2 3 0,2 1 1 0,-4-3 11 16,-8-5 13-16,-2 3 6 0,-2 0 11 0,-6-5 8 15,-2 0 8-15,-3 1 7 0,-1 0 6 0,-4 0 12 16,-4-1 24-16,-1 3 20 0,2-1 15 0,-7-4 7 15,0 3 10-15,-1 0 8 0,-1 3 0 0,-3 2 4 16,-5 0 1-16,6 0 0 0,-8 5-4 0,2-2-4 16,2 1-3-16,-4 3-1 0,3 0-11 0,2 4-2 15,-1 1-1-15,1 1-6 0,2 0 0 0,5 0 2 16,-4 5-6-16,0-3-2 0,6 3-4 0,1-2 0 16,4 3-2-16,-2-1 0 0,5-1 2 0,2 2-7 15,-2-2 0-15,6-2-4 0,-1 2 0 0,10-1 0 16,-6-1 1-16,7-2-10 0,2 0-5 0,2 0-6 15,0-2-6-15,2-4 0 0,1-3-4 0,-3 2-2 16,8-7 3-16,-8 1 5 0,-1 1 4 0,1 1 1 16,-2-7-2-16,1 2 5 0,-3 1 5 0,-6-1 3 0,0-1 6 15,-2 0 16-15,1 1 21 0,-6 1 13 0,0 5 9 16,-1-7 2-16,3 3 0 0,-5 3-3 0,0-3-12 16,0 8-5-16,-5-7-3 0,5 7-7 15,0 0-3-15,-8-2-2 0,8 2-5 0,0 0 2 0,0 0-2 16,-20 9-11-16,16-3-2 0,1 1 2 0,0 1-1 15,1 3 0-15,2-3-4 0,-3 3-2 0,6 0 1 16,-1-1-1-16,1 0-3 0,4 2-2 0,-1 0-1 16,4 0-4-16,-6-4 4 0,9 2-4 0,-3-2 5 15,3-2-12-15,4-4-8 0,-3 2-3 0,1-2 0 16,4-2 1-16,-5-2 1 0,5-1 2 0,-6 2 3 16,2-3 1-16,0-3 1 0,-2-1 0 0,-3 4 2 15,3-4 11-15,-5 0 3 0,7-1-6 0,-6 1 3 16,-1 1 5-16,-3 0 16 0,3 2 18 0,-3-2 20 15,-3 4 3-15,-2 3 1 0,8-7-8 0,-8 7-7 16,5-5-1-16,-5 5-10 0,0 0-8 0,3-3-9 16,-3 3-2-16,0 0-1 0,0 0 3 0,0 0-9 15,0 0 1-15,0 15 0 0,0-10 0 0,4 4-3 16,-4-3-4-16,1 3-3 0,-1-1 0 0,4 1-4 0,1-4-4 16,-4 6 7-16,4-4-4 0,0 2 6 15,0-4-10-15,0 1 10 0,3-2-1 0,-1 3-1 16,0-3-2-16,1-3-3 0,0 4 6 0,0-5-6 0,-8 0 11 15,22 0-9-15,-14-2-2 0,5-1 10 0,-6 1-1 16,3-5 0-16,-3 3-3 0,1 1 5 0,-2-3 9 16,1 1 20-16,0 1 11 0,-6-1 22 15,6 1 6-15,0 1 10 0,-7 3 5 0,0-8 0 0,0 8-3 16,6-5-2-16,-6 5-4 0,0 0-6 0,2-7-9 16,-2 7-6-16,0 0-8 0,0 0-7 0,0 0-5 15,7-4-6-15,-7 4-4 0,0 0-4 0,4-3-9 16,-4 3-8-16,0 0-11 0,0 0-4 0,0 0-11 15,0 0-3-15,0 0-9 0,0 0-14 0,0 0-12 16,17 7-20-16,-17-7-21 0,15 5-37 0,-7-3-36 16,4 0-25-16,-4 1-39 0,0-3-40 0,6 0-52 15,2 2-41-15,-1-4-283 0,-2 2-703 0,4-3 312 16</inkml:trace>
  <inkml:trace contextRef="#ctx0" brushRef="#br0" timeOffset="6666.49">12357 1434 173 0,'0'0'254'0,"0"0"0"0,-2-7-6 16,2 7-12-16,-6-3-24 0,6 3-17 0,0 0-22 16,0 0-13-16,-13 10-4 0,13-1-7 0,-7 0-5 15,5 1-4-15,2 2-6 0,-6 8-9 0,6-1-7 16,0 8-9-16,0 4-6 0,6 9-8 0,-6 2-12 16,2-3 2-16,5 0-16 0,-1 3-4 0,4 0-7 0,-2 0-3 15,-3-3-4-15,9-9 3 0,0 6-15 0,-7-9 1 16,-5-1-9-16,4-4-24 0,-1-4-26 0,-1 1-30 15,-4-10-29-15,0 5-27 0,5-6-24 16,-5-3-60-16,0-5-60 0,0 0-251 0,0 0-541 0,0 0 240 16</inkml:trace>
  <inkml:trace contextRef="#ctx0" brushRef="#br0" timeOffset="7350.75">12349 1440 48 0,'-7'-15'364'0,"1"-2"0"15,6 9-3-15,0-3-11 0,-7-5-5 0,5 5-21 16,2 3-24-16,-3 0-25 0,3-2-16 0,0 10-36 16,0-7-19-16,0 7-21 0,3-5-24 0,-3 5-16 15,0 0-8-15,22 8-19 0,-11-5-19 0,6 6-17 16,-2-2-13-16,1 0-18 0,-1 1-13 0,0 3-13 16,3-2-7-16,-3 5-27 0,0-2-8 0,-5 0-7 15,2-1-7-15,-4 5-7 0,-6-6-9 0,6 3-6 16,-3-1-7-16,-5-2-7 0,0 0-9 0,-2-1 0 15,-3 0-2-15,-1 0-2 0,-3-2-10 0,-2-2 2 16,2 0-4-16,-4-3 4 0,3 1 3 0,0 1 3 16,10-4 8-16,-20-4 9 0,16 0 5 0,-5-2 8 15,3 1 4-15,6-7 3 0,-4 5 5 0,4-9 4 0,0-1 3 16,4 2 4-16,2-3 1 0,9-5 5 0,-2-2 3 16,7-2-1-16,5-11 5 0,-8 8 2 15,2-5 2-15,5-1 4 0,-3 1 6 0,-8 6 9 16,6-10 12-16,2 5 22 0,-6 7 15 0,-3-5 19 0,-4 5 9 15,2 7 8-15,0 0 3 0,-5 2 14 0,1 3 3 16,3 3-1-16,-8 3-10 0,3-2-13 0,2 3-8 16,-4 1-14-16,3 2-13 0,-5 5-1 15,0 0-10-15,0 0-3 0,0 0-6 0,3 17-3 0,2-3 6 16,-5 2-14-16,2 4 3 0,3 4-3 0,-4 1-2 16,6 18-1-16,1-12-3 0,-1 8 3 0,-5 3-8 15,9-2 2-15,1 2 0 0,-7 0 3 0,6-1-5 16,-9-11-1-16,6 9-2 0,-1-10-1 0,-1-1-1 15,3-4-2-15,-6-6 4 0,2 2-2 0,3-4-3 16,-8-7 2-16,5 1 0 0,-1 1 0 0,1-3-3 16,1-7 6-16,2-1-5 0,-8 0-1 0,24-1 5 15,-10-3 3-15,5-4-3 0,-1-1-8 0,8-4 5 16,1-3-2-16,1 3 13 0,-6-4-14 0,6 4 0 16,-5-6 4-16,5 3-4 0,-5-2 6 0,0-2 5 15,0 5 23-15,-8 2 17 0,2 1 15 0,-5 1 8 16,-4 3 14-16,-2-2-2 0,-1 5-4 0,2-2-8 15,-4 3-10-15,4-4-9 0,-7 8-8 0,0-4-4 16,0 4-7-16,0 0-1 0,0 0-6 0,0 0-4 0,-17 21-3 16,11-14-1-16,-3 7-3 0,3 1-5 0,-2-2-2 15,1 6-17-15,2-4-18 0,3 1-13 16,1 7-16-16,-3-5-20 0,4-1-23 0,5 3-29 0,0-2-33 16,2 0-38-16,-2 3-57 0,2-9-70 0,1 4-326 15,3-4-702-15,-7 3 311 0</inkml:trace>
  <inkml:trace contextRef="#ctx0" brushRef="#br0" timeOffset="9167.04">4212 2547 136 0,'0'0'165'0,"0"0"-5"0,0 0 1 16,0 0-6-16,-7 3-3 0,7-3-8 0,0 0-5 16,0 0-8-16,0 0-7 0,24 1-7 0,-24-1-8 15,19 5-6-15,-9-5-2 0,-1 0-4 0,4 0-11 16,2-5-8-16,5 10-8 0,-2-5-4 0,3 0-7 15,1 0-2-15,8-5-1 0,-1 5-4 0,5-2-6 16,-3 0-3-16,4 2-5 0,-2-4-3 0,2 2-6 16,1 2 5-16,12-5-12 0,-5-2 0 0,2 2-1 15,-2 3-2-15,-7-3-3 0,9 0 1 0,0 1-4 16,-9 1 0-16,0 2-3 0,9-3-1 0,-10 1 0 16,1 2 0-16,-4-2-1 0,3-2-4 0,9 1 5 0,-12 4-3 15,2-7 3-15,-5 5 20 0,2-4 6 0,7 5-3 16,-10-1-4-16,2-3-1 0,6 2-1 0,-6-1-3 15,0 3-2-15,1-4 1 0,-1-1 0 0,3 6-5 16,-5-3-2-16,4-2 0 0,-7-2 3 0,10 6 4 16,-6-6 1-16,6 3-7 0,8 3-2 0,-10-6-1 15,15 0 0-15,-1 6 0 0,-1-3-6 0,4 1 6 16,1-1-6-16,2 4-1 0,0 0-2 0,1-8 2 16,-1 5-2-16,4 2 0 0,-3-2 1 0,3 2-2 15,-3 2 3-15,2-1-1 0,-1-3-2 0,3 5 4 16,-5-2-3-16,5 1-1 0,-7-1-1 0,5 0-2 15,-3 3 4-15,-3-3 4 0,-2 0-7 0,2-3-1 16,-4 0 5-16,2 3 7 0,0 0 4 0,-3 0 2 16,3 2-1-16,-15-2-3 0,18 1-3 0,-9-1 3 15,2 3-6-15,1-3 3 0,-2 0-1 0,-7 0 1 16,11-4-3-16,-4 4-5 0,-5 1 4 0,-3-2 0 16,-4 1 0-16,20-2 2 0,-8 0-3 0,2-1 2 15,-9 6-3-15,8-3-2 0,2 0 4 0,-8 0-6 0,5-3 0 16,0-4 3-16,-7 6-2 0,-1-4 4 0,10 3 2 15,-12 1-5-15,12-2 0 0,-11 2-1 16,3-1 3-16,8-4-2 0,-7 3-2 0,-5-1-2 16,0 0 2-16,13 3 2 0,-13 2-1 0,5-2 0 0,5-1-1 15,4 1 0-15,-4-2-1 0,0 2 0 0,1 2 5 16,-9 2-2-16,-2-3-5 0,12-3 6 16,1 2-3-16,-13-1-1 0,17 4-1 0,-14-1 2 0,11-2 0 15,-11-1-2-15,-1 2 1 0,-2 0 2 0,15-2-4 16,-15 2 5-16,4-4-2 0,11 4-1 0,-2 0 3 15,2 0-2-15,-15-1 5 0,2 1-7 0,10-2 0 16,-2 2 1-16,-5 0 2 0,1 0-1 0,4-5-2 16,-6 2 3-16,11 0-1 0,-4 3-1 0,-10 0 1 15,14 0 0-15,0-1-3 0,3 1 6 0,-3-3-3 16,-2 2-1-16,1-1 0 0,2 2 2 0,1-5-1 16,3 5-1-16,-7-2 1 0,4 2 5 0,1-2-9 15,0-1 1-15,-3-3 2 0,9 6-2 0,-13-2 0 16,16 1 5-16,-12-2 1 0,3 2-6 0,-3 1 3 15,7 1 1-15,-7-2-4 0,3 1 1 0,2 0 1 16,-1-2 3-16,-3 4-6 0,2-4 9 0,-3 2-6 16,0 0 5-16,4 2-5 0,-3-2-3 0,-2 0 6 15,4-2-5-15,-3 0 2 0,3-2 3 0,-3 3-3 0,4-4 6 16,-8 3-9-16,4 1 2 0,4-2 0 16,-6-3 2-16,4 3-2 0,-4 1 1 0,5-1 1 15,-4 2-1-15,2-3 5 0,1 0-4 0,-4 3 4 16,4-5-4-16,-4 6-1 0,1-3 0 0,2 3 2 0,-6-3 2 15,9-2-8-15,-13 4 9 0,9-2-5 0,-3 2 4 16,-13-3-6-16,12 8 7 0,-9-8-3 0,1 3 0 16,-6 1-2-16,0 0 5 0,0-3 19 0,-10 3 10 15,-2-3 4-15,-3 6 0 0,3-3 6 0,-6 0 3 16,2-4 2-16,-4 4 4 0,-10 0-5 0,15 0 4 16,-8-2 0-16,-7 2-5 0,12 0-7 0,-12 0 3 15,0 0-8-15,11-5-6 0,-11 5-10 0,0 0 13 16,0 0-10-16,0 0 0 0,10 0-7 0,-10 0-22 15,0 0-41-15,0 0-39 0,7-4-53 0,-7 4-61 16,0 0-89-16,0 0-93 0,0 0-199 0,0 0-629 16,0 0 280-16</inkml:trace>
  <inkml:trace contextRef="#ctx0" brushRef="#br0" timeOffset="13149.45">4859 3403 267 0,'0'-10'319'0,"0"1"1"0,-5 0-8 0,5 0-4 16,0 2-4-16,0-4 3 0,-6 2-26 0,2 0 0 15,-1 0-33-15,-1 1-17 0,-3 4-23 0,3-7-19 16,-2 7-19-16,-1 0-27 0,-4-3-8 0,5 3-14 15,-4 3-9-15,-4 1-20 0,-6 0-7 0,7 1-8 16,-3 2-12-16,-2 1-6 0,4 1-4 0,1 1-8 16,0 2-2-16,-3 0-12 0,6 0 1 0,2 1-7 15,2 0-6-15,1 1 6 0,6 4-12 0,1-2 1 16,0 3-1-16,6 1-3 0,4-1 2 0,12 5-14 16,-3-1 11-16,6-2 9 0,10 7-9 0,1 1-4 15,4-2-3-15,-5 0-1 0,1 1 3 0,1-2-4 16,-9-1 4-16,-3-3-5 0,1-2-2 0,-1 1-1 15,-10-2 1-15,6 3-5 0,-9-5-2 0,1 1-12 0,-1-1 5 16,-9-2 2-16,2 0 2 0,-3-1 1 0,-4-1 2 16,2 0 5-16,-5 2 0 0,-5-6 2 15,-3 2 1-15,-2 1 5 0,-3-1 3 0,-5-6 4 0,-5 5 3 16,-2-1 1-16,-3-4-3 0,1-2-1 0,-4-3-1 16,6 3-3-16,0-1 13 0,0 1-11 0,9-2 8 15,1 0-11-15,4-6-20 0,6 5-35 16,-2-7-56-16,5 6-55 0,7-7-50 0,7 2-52 0,0 0-52 15,8-7-63-15,6 7-231 0,9-4-656 0,1 1 290 16</inkml:trace>
  <inkml:trace contextRef="#ctx0" brushRef="#br0" timeOffset="13432.8">5213 3301 284 0,'-3'-6'398'0,"1"1"-10"16,2 5-17-16,-3-11-33 0,0 8-30 0,3 3-37 15,0 0-25-15,0-7-26 0,0 7-30 0,0 0-15 16,0 0-25-16,0 0-15 0,0 0-12 0,8 22-15 16,-5-12-7-16,4 6 6 0,-4 3-31 0,4 4-1 15,0-6-8-15,1 10-9 0,-2 0-5 0,3 0-2 16,-3 3-11-16,1 4-1 0,1-6 6 0,-3 11-11 0,-1-11-6 15,4 1 0-15,-3 3 0 0,1-10-16 16,-1 3-18-16,4 2-27 0,-3-1-21 0,-6-6-31 16,4-1-27-16,4-4-40 0,-8 3-46 0,2-9-56 0,2 0-65 15,-4 0-237-15,2-2-602 0,5-4 267 0</inkml:trace>
  <inkml:trace contextRef="#ctx0" brushRef="#br0" timeOffset="15832.68">5098 3487 316 0,'0'0'305'15,"0"0"-25"-15,1-7-27 0,-1 7-17 0,13-4-30 16,-13 4-21-16,15-2-18 0,5-3-16 0,-7 4-13 15,4-2-19-15,1 3-12 0,4-5-9 0,-4 2-10 16,3 2-6-16,-1 1-9 0,2-1-7 0,-2 1-9 16,3-2-3-16,3 2-9 0,-9 0-9 0,3-3-27 15,-2 1-36-15,-3 1-52 0,-7-1-61 0,5 2-70 16,-6-3-227-16,-7 3-471 0,15-1 209 0</inkml:trace>
  <inkml:trace contextRef="#ctx0" brushRef="#br0" timeOffset="16249.33">5501 3661 196 0,'-6'-4'254'0,"6"4"-23"0,0 0-23 0,0 0-23 0,0 0-16 16,0 0-20-16,0 0-14 0,20 16-13 0,-12-8-12 15,0-1-11-15,0 2-11 0,7 2-6 0,-3-2-10 16,0 6-7-16,1-3-6 0,0 0-6 0,2 2-3 16,-5-1-9-16,3 1-2 0,-1-3-4 0,-7 1-6 15,3-7 1-15,-3 2-4 0,0 1 0 0,-2 1-6 16,0-6 3-16,1 1 16 0,-3 3 23 0,-1-7 20 15,0 0 15-15,0 0 5 0,0 0 14 0,0 0 5 16,0 0 11-16,0 0-10 0,0 0 8 0,-24-16 4 16,19 5-10-16,3 3-6 0,-1-4-10 0,1 0-5 15,0 1-12-15,4-1-12 0,0-1-12 0,-1 1-5 0,3 0-14 16,6 2-26-16,0-4-30 0,3 2-31 0,3 3-29 16,-1 0-24-16,7 4-25 0,-4 1-28 15,2 0-33-15,1 0-25 0,2 3-30 0,4 1-20 0,-4 1-18 16,-1-1-14-16,-1 5-160 0,-1-2-480 0,-2-2 213 15</inkml:trace>
  <inkml:trace contextRef="#ctx0" brushRef="#br0" timeOffset="16766.66">6064 3709 535 0,'7'0'-19'16,"-7"0"21"-16,15 0 20 0,-15 0 17 0,10-2 25 15,-10 2-5-15,10-3 10 0,-10 3 1 0,8-7 1 16,-2 3 4-16,-4-1 3 0,5-2 0 0,-2-1-1 16,-4 4 3-16,6-5 5 0,-5 3-3 0,4-3 5 15,-4 7 11-15,3-7 1 0,-3 5 11 0,-2 4 5 16,6-12 5-16,-6 9 2 0,0 3-3 0,0 0 0 15,0-6-15-15,0 6-6 0,0 0-13 0,-13-6-8 16,13 6-11-16,-10 0-6 0,10 0-2 0,-22 3-9 16,8 3-9-16,-1 5 0 0,-2-4-8 0,-1 1 3 15,3-1-6-15,3 5-3 0,-2 0-7 0,0 0 6 16,1 2-3-16,3-1-5 0,0 1-2 0,5-1 2 0,0 2-3 16,7-2 0-16,1 2 2 0,1 0-2 15,7-4-2-15,4 5 0 0,10-5 2 0,5 2-5 16,-1-5 3-16,14-1-4 0,2 1-1 0,3-2-5 15,0-3 4-15,-3-6-15 0,-1 1-4 0,1-2-9 0,-10-4-3 16,-5 1-1-16,0 2 2 0,-1-6 3 0,-1-1-4 16,-6-4 7-16,-7 5 0 0,0-1 5 0,1-2 2 15,-11-1 2-15,2 3 3 0,-5 2 1 0,-2-7 3 16,-5 7 8-16,1-2 3 0,-4-1 13 0,-5 3 10 16,4-2 11-16,-4 3 4 0,-2 1 21 0,0 3-12 15,2-2-6-15,-5 3 5 0,5 0-12 16,0-1-4-16,-1 6-4 0,4-1-2 0,-1 7-2 0,-2-3-8 15,3 0 1-15,0 5-6 0,3 2 0 0,-1 1 14 16,-1 0-17-16,6-2 16 0,6 7-12 0,-1-2-5 16,5 0 4-16,-4 1-1 0,4 3 1 0,6-4-1 15,-5 1 1-15,5-4-2 0,4 3-1 0,5 6 1 16,-8-12-1-16,6 4-4 0,3-2 3 0,-1-7-4 16,8 7-4-16,0-8-12 0,-9-2-18 0,1-1-17 15,1-1-23-15,-3-2-27 0,-2-4-27 0,0 0-25 16,0-5-29-16,0-1-34 0,4-6-33 0,-7-4-28 15,1-3-208-15,-6 2-514 0,-3-7 228 0</inkml:trace>
  <inkml:trace contextRef="#ctx0" brushRef="#br0" timeOffset="16965.84">6893 3418 46 0,'0'-19'196'0,"-5"4"25"0,5-2 26 16,-3 2 18-16,-4 7 12 0,7-6 9 0,-1 6 1 16,-4 1-1-16,5 2-1 0,0-4-32 0,0 9-14 0,0-6-40 15,0 6-9-15,-7-5-39 0,7 5-14 16,0 0-17-16,0 0 1 0,-8 13-28 0,1-3-5 0,7-1-11 15,0 2-8-15,0 5-5 0,0 1-4 0,7 3-7 16,-7 7-2-16,5-2-11 0,5 1-4 0,-5 1 4 16,1 3-16-16,4 2-14 0,4 3-24 0,-4-11-33 15,-4 2-30-15,7-1-26 0,-4-3-29 0,4 1-24 16,-1-4-52-16,-3-5-53 0,1-4-55 0,2 2-218 16,-2-4-577-16,-2 4 257 0</inkml:trace>
  <inkml:trace contextRef="#ctx0" brushRef="#br0" timeOffset="17365.84">6814 3611 185 0,'-7'-5'285'0,"-1"2"-9"0,1-3-19 0,7 6-24 16,0 0-20-16,-10-1-20 0,10 1-15 0,0 0-20 16,0 0-16-16,0 0-7 0,0 0-21 0,37 15-6 15,-21-11-10-15,13 4-9 0,5-1-6 0,11-3-10 0,-4 5-10 16,7-7-6-16,-3 3-10 0,5 2-11 0,-4-6-19 15,-1 1-14-15,-1 1-13 0,-9-3 0 16,-5-2-5-16,0 1 2 0,0-1 5 0,-14 2 0 16,6-4 0-16,-11 3 9 0,-1-2 2 0,-2-4 12 0,-1 6 2 15,0-2 4-15,-7 3 10 0,0 0 10 0,-7-9 14 16,4 2 8-16,-7 2 16 0,5 2 1 0,5 3 6 16,-18-3-1-16,11 2-2 0,7 1-6 0,-15 0-5 15,5 1-9-15,4 2-12 0,-3 0-3 0,9-3-7 16,-13 8-1-16,10-1-3 0,-1 2-8 0,3-1 1 15,1 0-2-15,1 7 0 0,3 0-3 0,-1 2-2 16,5-2 2-16,1 1-6 0,2-1 6 0,2 4-8 16,4 1-3-16,0 2-2 0,-4-6-12 0,10 3-15 15,-15-8-10-15,7 4-21 0,-3-5-15 0,-4 0-22 16,-1-5-22-16,-6 3-11 0,-1-4-11 0,0-4-18 16,-6 7-24-16,6-7-27 0,-22 0-14 0,22 0-29 15,-26-5-34-15,6-4-149 0,-2 4-455 0,4 0 202 16</inkml:trace>
  <inkml:trace contextRef="#ctx0" brushRef="#br0" timeOffset="18065.87">7959 3450 5 0,'-8'-3'310'0,"8"3"-34"0,0 0-28 0,0 0-26 15,-12 8-25-15,12-8-16 0,-1 12-18 0,-1-3-10 16,2 2-9-16,0 3-9 0,2 3-13 0,-1 0-11 16,-1 5-10-16,7 3-9 0,-2-4-8 0,0 2-7 15,0 2-6-15,2-6-7 0,-4-2-8 0,2 3-5 16,0-5-8-16,-4-3 0 0,4-3-1 0,-3 2-6 15,1-3 0-15,2-2-8 0,2 0 0 0,3-5-3 16,-10-1-6-16,8 0 2 0,-8 0-4 0,15-7-5 16,-5 1 3-16,-2-2-3 0,1-2-2 0,1 0 4 15,-1-1-2-15,1-3-3 0,-3 5 1 0,3-3 6 16,-3 5 5-16,-1-2 9 0,2-2 6 0,-1 7 2 0,0-2 2 16,1-2-13-16,-1 4-5 0,-2-1-1 15,0 4 0-15,-5 1-5 0,21 5-1 0,-14-4-1 16,1 3 0-16,8 6-4 0,-11-3 11 0,9 3-11 0,1 0 0 15,4-3-2-15,-4 5-1 0,0-4-4 0,0 1 1 16,0-2 7-16,2 1-5 0,-3-4-3 0,-2 2 2 16,3-3 0-16,0 2-1 0,-4-5-1 15,1 0 3-15,-2 0-6 0,2-2 2 0,-1-2 1 0,-4 0-3 16,1 0-1-16,-3 0 3 0,0-5-8 0,-3 1-1 16,-1-2 5-16,3-7-3 0,-8 0 3 0,1 1 0 15,0 0-5-15,1-3 5 0,-3 3 3 0,-5-3 0 16,5 3-2-16,0 1-3 0,-1-1 6 0,1 2-9 15,1 2 6-15,1 2 7 0,0 1 9 0,-2-1 4 16,3 2 8-16,2 1-3 0,0 7 1 0,0-11-11 16,0 8 6-16,0 3 0 0,0-8-3 0,3 4-4 15,-3 4 0-15,14-1-4 0,-14 1-4 0,16 1 4 16,-6 0-4-16,0 5 1 0,-2-1-1 0,12 2 1 16,-10 1-3-16,3 1 5 0,2 1-5 0,0 2 2 15,0-1-6-15,5 2 0 0,-4 1 5 0,-1 2 0 16,7 3-1-16,-7-3-3 0,-2 0 8 0,0-1-21 15,2 4-4-15,-3-6-15 0,-1 2-2 0,-2 0-14 0,-1-1-12 16,-2-2-8-16,-1-3-17 0,-1-1-11 0,-3 3-13 16,-1-2-18-16,0-3-16 0,0 3-23 15,-3-6-17-15,3-3-23 0,0 0-28 0,-7 6-163 0,7-6-430 16,0 0 191-16</inkml:trace>
  <inkml:trace contextRef="#ctx0" brushRef="#br0" timeOffset="18332.55">8919 3159 364 0,'0'-9'415'0,"0"-2"5"0,0 4-10 0,0-1-23 16,0 8-29-16,-1-8-38 0,7 1-33 0,-6 7-32 15,0 0-30-15,0 0-26 0,0 0-24 0,0 0-13 16,0 0-10-16,0 23-22 0,7-8-16 0,-5 3-8 15,4 0-11-15,2 6-7 0,1 3-10 0,4 2-9 16,0 2-6-16,-1-3-7 0,1 10-16 0,-6 4-25 0,4-12-28 16,-1-5-39-16,0 5-32 0,3-6-20 15,-8 2-31-15,-3-8-23 0,3 3-33 0,-5-6-37 16,3-2-13-16,-1-5-34 0,1-1-39 0,-1 1-218 16,-2-4-575-16,0-4 254 0</inkml:trace>
  <inkml:trace contextRef="#ctx0" brushRef="#br0" timeOffset="18732.87">9191 3291 185 0,'1'-8'327'0,"3"1"-5"15,-3 0-10-15,-1 1-17 0,0 6-29 0,2-7-27 16,-2 7-24-16,3-7-24 0,-3 7-25 0,0 0-17 16,0 0-13-16,0 0-11 0,0 0-15 0,-3 21-5 15,3-12-19-15,-2 2-3 0,2-3-14 0,0 9 3 16,0-2-13-16,2 0-8 0,1 6 0 0,1-3-11 15,-3 1 0-15,4 1-6 0,2-1-6 0,-4 3-3 16,4 1-8-16,-1-6-3 0,1 1-8 0,1-3-7 16,-1 1-9-16,0-5-3 0,-4-3 2 0,2 2 3 15,-5-4 0-15,6 2-2 0,1-7 6 0,-7-1-1 16,2 3 1-16,-2-3 2 0,0 0-3 0,15-9 3 16,-9 3-1-16,1 3 5 0,-5-7 3 0,4 2 12 15,2-1 23-15,-3 0 7 0,2 0 12 0,-4 3 19 16,2-2 0-16,-1 1 5 0,-1 1 2 0,-3 6-8 15,2-7-2-15,3 3-11 0,-5 4-7 0,0 0-11 16,4-5-5-16,-4 5-1 0,0 0-6 0,0 0-5 16,27 9-5-16,-19-2-2 0,1-1-4 0,2 6-2 15,1-3 5-15,1 7-2 0,0-7-5 0,0 5-15 0,4-6-15 16,-2 4-26-16,-5 1-17 0,3-7-20 0,0 2-28 16,2 0-26-16,-7 3-28 0,-1-10-38 15,1 7-45-15,-1-8-53 0,-7 0-285 0,0 0-629 16,0 0 280-16</inkml:trace>
  <inkml:trace contextRef="#ctx0" brushRef="#br0" timeOffset="18933.5">8949 3386 5 0,'-8'-3'436'0,"-2"-5"29"0,-2 5 0 15,6 3-10-15,6 0-15 0,-10-5-23 0,10 5-32 16,-5-4-34-16,5 4-34 0,0 0-35 0,15-11-28 15,-9 10-27-15,14-2-23 0,-3 0-25 0,4 3-26 16,-1-1-48-16,2 2-53 0,4-1-69 0,4 3-86 16,-2 0-78-16,-6 2-92 0,-1-5-102 0,-1 3-333 15,0 1-766-15,-7-1 340 0</inkml:trace>
  <inkml:trace contextRef="#ctx0" brushRef="#br0" timeOffset="19099.14">8401 3082 239 0,'-5'-1'242'16,"2"-3"-34"-16,3 4-35 0,0 0-51 0,0 0-53 16,0 0-58-16,26-2-63 0,-11 5-117 0,4 3-183 15,-1 2 81-15</inkml:trace>
  <inkml:trace contextRef="#ctx0" brushRef="#br0" timeOffset="19699.03">10397 3120 50 0,'5'-11'373'0,"-3"2"-9"0,1 2-24 15,-3-2-23-15,0 3-27 0,4 0-26 0,-4 6-25 16,1-6-38-16,-1 6-18 0,0 0-21 0,0 0-16 16,0 0-15-16,0 0-13 0,0 31-13 0,5-19-9 15,-5 10-14-15,2-3-1 0,-2 8-14 0,2 0-2 16,1-2-9-16,0 0-9 0,-1 0 2 0,3 1-10 16,-2-1 1-16,2-6-8 0,-3-2-5 0,3 1-13 15,-4-3-3-15,4-3 0 0,-5-3-5 0,2 1-1 16,3-3 3-16,-3-2-2 0,-1 1 1 0,3-1-1 15,-4-5-1-15,11 2 3 0,-11-2-7 0,23-5 4 16,-11 2-2-16,4-2 2 0,6 0 1 0,-6-2-6 16,6 3 3-16,0-2-2 0,6 3-2 0,-4-1-3 15,-4 2 4-15,2 2 3 0,-1 0-6 0,-1 0 3 16,0 3-4-16,0 1 0 0,1 1 2 0,-7 2-6 16,4 1 2-16,-5 1 1 0,-5-3-2 0,4 1 1 15,-5 1-1-15,-2 1 4 0,0-2-3 0,-4 4 4 16,4-3-2-16,-10 0 3 0,4 2 0 0,1-3 1 0,-9 0 8 15,1-1-5-15,-4-2 1 0,-1 4-1 16,-5-8 1-16,1 4 1 0,-2 0 0 0,0-4-9 16,0 1-30-16,-1-2-39 0,3 1-40 0,2 0-52 15,2 1-64-15,1-5-69 0,12 4-222 0,-11-3-564 0,11 3 250 16</inkml:trace>
  <inkml:trace contextRef="#ctx0" brushRef="#br0" timeOffset="20365.93">11046 3672 273 0,'0'0'284'0,"13"0"-8"16,-13 0-12-16,14-2-16 0,-14 2-11 0,21-1-12 16,-11 1-7-16,0-8-15 0,7 1-16 0,-4 4-13 15,5-5-18-15,-5-1-9 0,2 2-13 0,-3-4-5 16,3 1-5-16,-2 0-8 0,2-2-6 0,0-4-20 15,-7 1 2-15,5-1-19 0,-1 0-4 0,3-9-9 16,-5 3 0-16,5-4 3 0,-7 1-14 0,-2-4-10 16,-4 1 0-16,5-1-4 0,-7-3 4 0,-9 1-4 15,9 0-5-15,-6 1-3 0,-2-2 1 0,-6 4 0 16,6 2-5-16,-7 3-5 0,0-3-4 0,2 4 3 16,1 8-2-16,1-1 1 0,-2 3-4 0,1 0-9 15,0 6 0-15,2 3-3 0,-3-2-5 0,0 5 2 16,-4 3-3-16,6 0 6 0,-2 5-6 0,-1 1-7 15,1 3 3-15,8 6 8 0,-5-3-17 0,4 10 2 16,6-3-6-16,-4 5-2 0,8 1-4 0,2 1-5 16,-1-1-2-16,5-1-14 0,3 0-7 0,1 1-12 15,2-1-13-15,2-1-19 0,2-2-10 0,0 0-16 16,-2-3-6-16,4-1-7 0,-6-10-8 0,4 5 9 16,-5-8 12-16,2 1 8 0,3-4 16 0,-6-1 10 0,1 1 8 15,0-8 9-15,-2 1 21 0,-4 1 28 0,6-3 29 16,-7 2 25-16,5-2 21 0,-6 3 24 0,-1-5 10 15,1 3 15-15,-2 1 4 0,0-2 2 16,-5 5-12-16,0 0-10 0,13-1-9 0,-10-4-11 0,-3 5-9 16,0 0-4-16,0 0-5 0,14 11-6 0,-9-8-3 15,1 5-2-15,4-3-3 0,-5 6-4 0,3-7 0 16,2 8-4-16,0 1 5 0,0-1-10 16,3-2 1-16,-4-3-3 0,-1 1 2 0,9 3 2 0,-6-3-4 15,1-3-4-15,-4 1 5 0,4-5 5 0,-4 2-9 16,7-3 4-16,-15 0-2 0,21-8 0 0,-12 4-6 15,-1-2 8-15,-2-1-2 0,3 1-4 0,-3-6 2 16,1 3-3-16,-2-1 1 0,-3-1-1 0,3-1 2 16,-5-3-3-16,-5 0-5 0,5 3 7 0,-2-3-2 15,-3 5-3-15,3-1 2 0,-3 0-11 0,-1 1-11 16,-3 4-13-16,3 0-31 0,-4-2-22 0,3 4-19 16,-1 4-31-16,-4-1-38 0,12 1-39 0,0 0-42 15,-13 4-230-15,13-4-521 0,0 0 232 0</inkml:trace>
  <inkml:trace contextRef="#ctx0" brushRef="#br0" timeOffset="20682.45">12228 3324 106 0,'-5'-6'334'0,"-2"-2"0"0,-1 1-5 16,-5-5-2-16,-2 4 2 0,0-1-2 0,-2 2-36 15,-1 1-9-15,2 0-33 0,-1 5-16 0,-1-2-20 0,1 1-20 16,3 2-23-16,-8 0-18 0,7 5-15 0,-3-3-13 16,3 6-14-16,-3-2-10 0,8 3-9 15,-5 2-7-15,3-3-11 0,1 7-5 0,1-3-9 0,5 7-2 16,2-11-5-16,1 12-3 0,4-5-2 0,1 1-3 16,2-1-3-16,5 0-5 0,1 0-2 0,4 2-4 15,5-2-2-15,5 0-4 0,6-3-4 0,3 2-14 16,-6-7-12-16,1 2-24 0,1-5-15 0,7-4-23 15,-8 0-19-15,14-4-27 0,-11 4-14 0,-4-7-16 16,4-1-17-16,-4-4-19 0,0-3-19 0,-3 0-20 16,-4-5-19-16,6 0-26 0,-11-3-29 0,1-3 0 15,-2-1-160-15,-5-1-490 0,-4-5 217 0</inkml:trace>
  <inkml:trace contextRef="#ctx0" brushRef="#br0" timeOffset="20916.82">12526 3210 1380 0,'-3'-39'-66'0,"-7"11"49"16,0-4 54-16,-4 3 53 0,1 3 45 0,2-1 31 15,-3 2 27-15,8 9 23 0,-1-4 12 0,1 2 16 16,-3 2 14-16,3 3 5 0,-4-1 3 0,3 5-3 15,7-2-3-15,-7 4-23 0,1-1-18 0,-1 1-25 16,6 2-21-16,1 5-16 0,-7-7-18 0,7 7-21 0,-2-5-16 16,2 5-21-16,0 0-9 0,0 0-10 15,0 0-9-15,-6 27-9 0,12-11-3 0,-6 3-3 16,2 4-5-16,5 4-3 0,-1 2-10 0,2 3 1 16,6 8-5-16,-4 3-5 0,5-1-11 0,-2-5-19 0,2 7-24 15,6-7-35-15,-6 2-23 0,5 2-27 0,-5-1-17 16,-2-14-19-16,-1 1-10 0,3-7-10 15,-4-1-23-15,-3 0-26 0,1-3-11 0,4 1-24 0,-3-11-23 16,-4-2-30-16,3 3-209 0,-3-6-574 0,-6-1 254 16</inkml:trace>
  <inkml:trace contextRef="#ctx0" brushRef="#br0" timeOffset="21282.41">12864 3232 287 0,'4'-5'300'0,"-4"5"-9"0,2-7-11 16,-2 7-11-16,0 0-14 0,-2-7-14 0,2 7-18 15,0 0-15-15,-6-5-19 0,6 5-12 0,0 0-10 16,0 0-18-16,-8-3-12 0,8 3-13 0,0 0-18 16,0 0-7-16,0 0-14 0,0 0-9 0,0 0-9 15,-12 0-7-15,12 0-3 0,0 0-7 0,-17 5-3 16,11 0-11-16,-7 0 1 0,4 0-5 0,3-1-3 0,-4 3-3 15,-2-1-4-15,2-1 2 0,-10 4-7 16,12-2 0-16,-7 0 2 0,0 1-5 0,4-3 6 16,-4 2 0-16,5-2-2 0,2-2 3 0,-4 4-9 15,9-2 4-15,-6-2-2 0,3 1 3 0,1 0 0 0,-2-1 4 16,7-3-3-16,-1 6 4 0,1 1 5 0,0-7 2 16,11 8 5-16,1-2-13 0,-1 2 2 15,8-1-3-15,4-1 0 0,-2 8-11 0,7-7-16 0,2 2-24 16,-2 0-25-16,0-6-33 0,2 4-35 0,-2 2-46 15,-1-2-42-15,-6-3-59 0,8 0-49 0,-10-1-236 16,0-1-603-16,-6 3 267 0</inkml:trace>
  <inkml:trace contextRef="#ctx0" brushRef="#br0" timeOffset="21700.05">13350 3204 41 0,'-2'-4'386'0,"2"4"-2"0,-8-7-11 0,5 2-13 16,3 5-20-16,-8-8-22 0,1 5-17 0,0 0-31 15,-1 0-23-15,8 3-23 0,-15-5-25 0,7 4-13 16,8 1-22-16,-22-2-16 0,22 2-18 0,-18 2-9 15,10-1-17-15,-4 3-14 0,4 0-6 0,1-1-10 16,1 1-9-16,-4 1-6 0,5-1-3 0,-3 6-5 0,1-2-11 16,0-1-1-16,6 2-1 0,1-4-4 0,-2 6-2 15,5 4-2-15,2-6-12 0,2 1 4 16,3 4 1-16,-2-4-5 0,7 5-11 0,0-4 11 16,3 2-2-16,-1-1-2 0,-1 2 2 0,3-5-4 0,0 3-1 15,-5-3-3-15,1 1 1 0,-1-2-2 16,-5-2 0-16,1-2-4 0,0-2 6 0,-5 5 0 0,-1-4-3 15,-4-3 2-15,7 5 0 0,-7-5 2 0,7 2-2 16,-7-2 3-16,0 0-2 0,0 0-1 0,0 0-2 16,0 0-2-16,-23 2-5 0,13 1-28 0,10-3-55 15,-27 0-55-15,9 0-56 0,-4 0-64 0,1 2-76 16,1-2-374-16,0 1-768 0,7 1 341 0</inkml:trace>
  <inkml:trace contextRef="#ctx0" brushRef="#br0" timeOffset="24616.03">14108 3135 360 0,'0'0'343'0,"0"0"-25"0,0-8-33 0,0 8-32 15,0 0-26-15,0 0-23 0,0 0-26 0,0 0-16 16,0 0-17-16,0 0-15 0,13 19-4 0,-11-12-22 16,5 3-11-16,-6 0-8 0,6 0-7 0,0 5-12 15,1-3-3-15,-2 3-9 0,-4-3-1 0,10 2-9 16,-6-1-3-16,-1 1-4 0,0-1-3 0,0-3-5 15,0 2 2-15,-1-7-7 0,-3 5 1 0,4-1-4 16,-3-2-2-16,-2-6 2 0,0-1-1 0,6 7 4 16,-6-7 11-16,0 7 43 0,0-7 33 0,0 0 20 15,0 0-2-15,0 0-5 0,0 0-6 0,0 0-8 0,9-20-6 16,-3 11 0-16,-4-3-14 0,5 4 0 0,1-7-8 16,-2 2-2-16,6 0 1 0,-2-2-7 15,0 1 27-15,3 1-1 0,0-1-8 0,2 2-10 0,-5 0-6 16,0 4-7-16,2 4-6 0,-6-3-7 0,9 0-6 15,-8-2-7-15,1 6-7 0,-1-1-6 0,1 3-4 16,-8 1-6-16,18 4-5 0,-6-1-2 0,-6 0-1 16,1 6 3-16,1 0-6 0,-1 5 2 0,1-1-10 15,-1 2-13-15,0 3-13 0,-1-3-20 0,-4 3-22 16,4 1-20-16,1-4-29 0,3 2-33 0,-7 4-27 16,6-8-15-16,-6 7-11 0,3-2-20 0,1-5-41 15,5 4-47-15,-2-5-51 0,-2-3-295 0,3-2-709 16,4 2 313-16</inkml:trace>
  <inkml:trace contextRef="#ctx0" brushRef="#br0" timeOffset="24982.28">14810 3127 208 0,'0'0'239'0,"0"0"-25"15,-20 8-17-15,15 0-12 0,-1-4-3 0,-1 8-11 0,5-1-13 16,-4 2-14-16,-1 2-10 0,4 0-10 0,-2 0-5 16,5 4-9-16,0-3-10 0,1 0-8 15,3-1-8-15,4 1-8 0,-6-4-3 0,6 8-5 0,-1-11-11 16,1 3-2-16,5-3-9 0,-3-5-2 0,3 3-7 16,7-4-7-16,-3 1-12 0,-2-4-13 0,4-4 0 15,5 1-1-15,-10-5-1 0,3 0-1 0,-2 0-2 16,0-6 5-16,0 6-4 0,-2-8 3 0,0 4 1 15,-5-7 5-15,1 3-3 0,-1 1 17 0,-1-2 14 16,-2 3 20-16,1-1 14 0,-1 2 15 0,-5 1 14 16,0 2 5-16,0 2-4 0,-3-3-8 0,3 3-9 15,-2 1-14-15,-1-1 2 0,3 8-17 0,-3-10-13 16,3 10-12-16,-5-3-30 0,5 3-33 0,0 0-27 16,0 0-29-16,0 0-30 0,-17 9-42 0,12-5-54 15,5-4-58-15,5 15-248 0,-5-10-562 0,5 5 249 16</inkml:trace>
  <inkml:trace contextRef="#ctx0" brushRef="#br0" timeOffset="25567.24">15335 3084 109 0,'-5'-3'286'0,"5"3"-23"0,0 0-35 0,0 0-23 16,0 0-20-16,0 0-14 0,-2 18-14 0,2-9-9 15,2 2-8-15,-2-3-9 0,0 4-12 16,-2 3-3-16,4 2-15 0,-1-2-9 0,4 3-8 0,0-5-6 16,-1 2-8-16,-4 0-5 0,5-3-8 0,-2-4-1 15,2 3-5-15,-2-1-6 0,0-1-4 0,-1-5-3 16,1 4-3-16,4-4 0 0,-7-4-5 0,10 2 0 16,-10-2-4-16,0 0-4 0,18-5 0 0,-16-2-6 15,8-1-3-15,-2 1 1 0,2-5-1 0,5 0 2 16,-7-1-6-16,5-1 0 0,-4 2-1 0,4 0 1 15,-3 0 5-15,-4 0 28 0,8 0 18 0,-8 5 12 16,-4 0 11-16,5-2-5 0,1 5-2 0,-3-2-10 16,1 1-6-16,-4 1-4 0,-2 4-13 0,8-3-6 15,-8 3-4-15,0 0-10 0,7 7 2 0,-2 0 0 16,-2-2-4-16,2 3-2 0,-3 3 0 0,3-1-6 16,-3-1 17-16,1 3-23 0,-2 0 2 0,8 0-4 15,-6-3 2-15,0 0 2 0,-3 3-4 0,5-4 1 16,-1-2-1-16,-3 1 0 0,-1-4 6 0,7 1-3 15,-7-4-3-15,0 0 3 0,7 5-1 0,-7-5 6 16,0 0-6-16,14-6 4 0,-10 0 16 0,6 0 10 16,-5-1-2-16,5 0 17 0,0 0 12 0,3-5 9 0,-3 3 4 15,3-3 7-15,-3 3 13 0,3-1 14 0,0-1 11 16,1 2 17-16,-9 2 9 0,8-2 3 0,-5 2-3 16,5 3-3-16,-4-2-7 0,-3 1-16 0,2 1-12 15,-1 1-5-15,-5-2-19 0,-2 5-9 0,13-3-11 16,-13 3-10-16,15 2-7 0,-15-2-4 0,15 6-5 15,-9-2-8-15,1 4-10 0,1 1-18 0,-1-1-31 16,0 4-35-16,-1-2-36 0,7 0-32 0,-4 4-31 16,4-1-30-16,-3 1-40 0,3-1-28 0,2 3-42 15,0-3-54-15,0-1-54 0,1-3-359 0,-1 4-831 16,0-5 369-16</inkml:trace>
  <inkml:trace contextRef="#ctx0" brushRef="#br0" timeOffset="27148.77">16192 2613 242 0,'0'-9'434'0,"-3"-3"-5"16,-1 6-27-16,4-3-32 0,0 3-43 15,0 6-31-15,0 0-34 0,-1-8-32 0,1 8-25 16,0 0-19-16,0 0-19 0,0 0-15 0,0 27-17 15,0-12-14-15,1 4-12 0,-1 1-12 0,0 7-8 0,0 2-6 16,0-1-9-16,0 4-5 0,-1-1-23 0,1 10-17 16,-7-13-19-16,7 4-22 0,0-2-20 15,0-2-6-15,-6-1-2 0,-1-1-16 0,5-6-5 0,2-1-4 16,0-5-10-16,-1-1-2 0,1-4 5 0,1-2 3 16,-1 4 5-16,2-7 6 0,8 0 5 0,0 1 5 15,5-5 6-15,1 2 1 0,4-4 9 0,8 2 4 16,-3 0 0-16,-5-4 1 0,10 3 5 0,-9 1 1 15,1-5 4-15,3 3 2 0,-4 2-2 0,2 0 3 16,-8 0 4-16,3 0-1 0,1 0-1 0,-11 2 2 16,5-1 0-16,-1 3-1 0,-1 0 4 0,-11-1-3 15,7 5 1-15,-7-3 3 0,0 3 2 0,0-8-3 16,-7 14 5-16,7-7 1 0,-8 3 1 0,1-2 1 16,-8 1 8-16,1-1 6 0,-1 2 8 0,0-3 7 15,-2 1 6-15,2-1 3 0,-3 1 5 0,0 0 2 16,1-2-3-16,-1-4 1 0,2 5-2 0,1-4 4 15,0-1 4-15,7-2-4 0,-6 3-2 0,3-1 6 16,11-2 4-16,-17-2 9 0,17 2 1 0,-10 0-5 0,10 0 0 16,-6-5-8-16,6 5 0 0,-5-5-9 0,5 5-8 15,0-9-1-15,6 3-19 0,6 0-8 16,-4 5-16-16,4-6-14 0,-1 2-18 0,6 0-20 0,3 2-20 16,1 1-20-16,1 1-24 0,1-3-15 0,7 2-15 15,-6 1-17-15,5-6-6 0,0 5-1 0,6 0-6 16,-3-1 11-16,-4 0 11 0,7 0 9 15,-6-4 13-15,-2 0 18 0,1 0 8 0,-8 1 20 0,1-1 17 16,-4-4 28-16,6 2 25 0,-11-3 29 0,3 1 30 16,-6 4 31-16,-2-4 25 0,1 1 18 0,-1 1 14 15,-5-3 12-15,3 3 14 0,-5-2 17 0,1 1 2 16,-1 0 7-16,-6-1 2 0,4-1-6 0,0 4-5 16,-6-2-18-16,5 5-9 0,-2-2-13 0,1-1-16 15,-4 4-12-15,2-1-10 0,-4 2-20 0,10 3 1 16,-19 0-8-16,19 0-3 0,-16 5-16 0,6 0 5 15,0 0-8-15,0 3-6 0,2 1-6 0,1 1-6 16,2-1-9-16,-5 5-6 0,5-5-18 0,2 8-6 16,3-4-8-16,0-5-10 0,0 5 1 0,3-1-6 0,1-3 1 15,4 0-4-15,0-2-8 0,0-2 0 16,7 6 6-16,2-7 7 0,3 2 0 0,0-1 1 16,-2-4 7-16,3-1-2 0,-2-1 7 0,0 1 3 0,3 0 1 15,-1-4 3-15,-1 1 4 0,-3-1 6 16,-6 3-3-16,4-1 7 0,0-4 3 0,-5 3 1 15,3 3-1-15,-3-3-1 0,-1 2 6 0,-9 1-4 16,19 0 5-16,-9 0-6 0,-3 1 3 0,-7-1-1 0,13 6-1 16,-6 0 1-16,0 0-1 0,-1-2-1 0,-3 4 1 15,7 1 1-15,-10 0-2 0,5 1 0 0,2-2 2 16,-7 1 2-16,3 0-3 0,-3 0 3 0,-3-2-3 16,3 1-3-16,0-4 6 0,-7 4-1 0,4-5 3 15,3-3 1-15,-7 8 0 0,-1-7 3 0,8-1 13 16,-13 5 7-16,13-5 14 0,0 0 15 0,0 0 4 15,-17-8 2-15,14 3 5 0,3 5-7 0,0-9-5 16,0 9-7-16,12-13-4 0,-4 4-8 0,7-1-10 16,1-1 3-16,12-5-23 0,2 1-11 0,7-4-27 15,6-3-16-15,3 10-20 0,-6-6-19 0,1 0-5 16,-9 7-5-16,-1-4 4 0,-3 7 3 0,-3-4 11 16,-2 4 8-16,-3 2 8 0,-2 1 5 0,-3 0 8 15,-3-2 15-15,-4 3 7 0,0 3-1 0,-8-6 4 16,0 7 4-16,0 0 2 0,0 0 14 0,-13-4 5 15,13 4 4-15,-15-3 3 0,15 3 3 0,-23 4 3 16,13-1 4-16,-3-1-3 0,0 3 3 0,4-3-3 16,-1 6 1-16,-1-5-4 0,3 1 1 0,4 1-2 0,-2 1 1 15,2 0-1-15,4 1 4 0,4 1-1 0,-1-1-2 16,5 4 0-16,12-3-3 0,3 3-14 0,14 0-21 16,7 1-32-16,8 3-32 0,-3-6-28 15,3 3-24-15,7-6-10 0,-4 3-7 0,3 0 2 0,0-7-10 16,-2-1 0-16,-3 3 13 0,-3-4 19 0,-6-1 10 15,-11-2 15-15,-3 0 16 0,0-2 36 0,-10 1 33 16,-5 1 39-16,0-3 29 0,-7 3 10 0,-2-3 11 16,-6-2 11-16,0 3 12 0,0 5 10 0,-14-11 7 15,4 3 10-15,-4 5 7 0,-5-2 4 0,4 0 4 16,-9 3 0-16,3 2 3 0,-1-1-3 0,4 1-10 16,-7-3-4-16,-1 7 2 0,4-2-19 0,-6 3-5 15,8-1-7-15,-6 7-13 0,8-4-7 0,3 2 1 16,-2 3-9-16,1 0-7 0,1 2 0 0,2-1-8 15,4 1-3-15,3 1 5 0,1 1-5 0,-2-3-7 16,14 4-8-16,-7-7-2 0,6 5 15 0,1-5-18 16,1 3-3-16,7-4-5 0,-2 1 5 0,2-1-8 15,5-6-5-15,3 1-6 0,-4-4-11 0,10 0 1 16,-7-4-1-16,6 1-1 0,2-6 0 0,-7-2-2 0,5-3 5 16,-5 1-3-16,5-3 1 0,-6-2 2 15,-1-3 5-15,-4 1-3 0,4-5 5 0,-9-3-2 16,-2-3 11-16,3-4-9 0,0-5 7 0,-8 8 17 0,-1 0 36 15,-4 1 40-15,0 3 32 0,0-1 20 0,-4 2 24 16,1 3 23-16,1 3 13 0,-1 5 2 0,0-1 9 16,0 5-17-16,-1 1-16 0,1 2-17 15,0 2-16-15,1 1-18 0,-3 3-19 0,5 3-15 0,-2-9-17 16,2 9-21-16,0 0 4 0,0 0 11 0,-13 13-24 16,13-1 4-16,-2-3-20 0,-3 9-8 0,5 2-9 15,0 7-13-15,0 0-17 0,5 3-17 0,5-2-24 16,2 10-40-16,-2-8-43 0,6 7-41 0,6 2-79 15,1-4-60-15,4-4-67 0,9 3-92 0,-5-6-394 16,3 1-940-16,4-12 416 0</inkml:trace>
  <inkml:trace contextRef="#ctx0" brushRef="#br0" timeOffset="27882.99">19519 2960 325 0,'2'-7'381'0,"4"0"8"0,-1-2 8 0,-2 2-11 0,2-10-6 16,2 10-11-16,-4-7-14 0,1-1-17 0,-1-2-15 15,2-1-20-15,2 1-4 0,-4-3-24 0,2 2-24 16,-2-2-19-16,2 1-26 0,-3-1-19 0,1 5-19 15,0-1-16-15,-1 0-5 0,3 8-27 0,-3-1-10 16,1-3-12-16,0 4-14 0,-6 3-8 0,3 5-9 16,3-10-13-16,-3 5-5 0,0 5-24 0,7-5-17 15,-7 5-16-15,0 0-1 0,0 0-3 0,0 0 1 16,0 0-1-16,-7 18 3 0,4-9-3 0,0 0-2 16,1 7-6-16,2-1-5 0,-5 5-1 0,5-1-10 15,0 5-9-15,0 2-5 0,0 1-7 0,5 1-10 16,-3-1-8-16,1 0-23 0,2 0-17 0,8 2-18 15,-5 1-4-15,6-3 3 0,-8 0 4 0,9-1-3 16,0-4-2-16,0 2-6 0,-8-11 6 0,3 4 11 16,-4 0-5-16,6-9 5 0,-11 2 14 0,8-1 7 0,-4-1 13 15,-4-3 7-15,4 0 13 0,-5-5 5 0,0 0 8 16,-5 9 10-16,5-9 15 0,-15 1 11 0,15-1 17 16,-21-1 8-16,6 1 21 0,0-4 0 15,-3 4 8-15,0-3 4 0,4 2 6 0,-9 0 10 0,10-1 6 16,-5 2-1-16,1-3-1 0,-1 3 0 0,8 0 8 15,10 0-17-15,-21 3-6 0,14-6-4 0,7 3 1 16,-13 3 2-16,13-3 4 0,-5 2 3 0,5-2 8 16,0 0 2-16,0 0 3 0,0 0-3 0,11 12-4 15,1-8-1-15,3 2-5 0,1-1-5 0,4-4-2 16,0 3-6-16,10 3-3 0,-9-6 3 0,11 0-17 16,-6 2-10-16,4-3-38 0,-2 0-37 0,-6-3-35 15,1 2-46-15,-6-2-46 0,-1 2-70 0,1-7-81 16,-2 5-320-16,-7 0-718 0,2-2 318 0</inkml:trace>
  <inkml:trace contextRef="#ctx0" brushRef="#br0" timeOffset="28398.68">20861 2558 47 0,'-1'-8'442'0,"1"2"11"0,0-2 3 15,-2 1-16-15,2 7-9 0,0-9-13 0,-2 3-16 16,2 6-40-16,-3-6-34 0,3 6-36 0,0 0-33 0,0 0-32 16,0 0-25-16,0 0-22 0,0 0-18 15,0 0-14-15,-8 21-17 0,8-6-12 0,0 3-11 16,-4 10-13-16,1-1-6 0,3 2-11 0,3-1-6 0,1 13-5 16,-3 1-13-16,-1 3-8 0,7-15-18 0,-2 9-14 15,-2-6-21-15,5-4-39 0,-1-1-34 16,5 0-35-16,-2-1-32 0,0-5-36 0,-5-4-36 0,4 1-27 15,1-2-50-15,-5-4-47 0,0-1-46 0,2-5-292 16,-2 1-736-16,2-1 327 0</inkml:trace>
  <inkml:trace contextRef="#ctx0" brushRef="#br0" timeOffset="28848.77">20625 2880 306 0,'-7'-3'336'15,"4"1"-1"-15,3 2-11 0,0 0-6 0,-4-7-2 16,4 7-11-16,-5-4-23 0,5 4-30 0,0 0-22 0,19-7-25 16,-5 6-17-16,8-2-18 0,-1 3-22 15,9 0-9-15,0-1-17 0,6 2-11 0,-1 3-9 16,-3-2-11-16,-1 3-11 0,2-4-14 0,-1 6-4 16,1 1-3-16,-7-1-8 0,4 2-9 0,-5-1 0 0,-7-1-6 15,2 1-10-15,-4-1-3 0,1 1 4 0,-2 1-19 16,-5 1-3-16,-4 1 0 0,4 0-5 15,-3-1 5-15,-5 2-8 0,4 0 5 0,-1-2-5 0,-1 5 3 16,-4-3-4-16,5 0 4 0,-4 5 4 0,1-7-7 16,4 4 7-16,-4-4-1 0,3 1-1 0,2-4 0 15,-1 1 4-15,3 3-3 0,1-6 2 0,1 0 11 16,-1-2-15-16,8 1 3 0,-3-4-3 0,5 0-3 16,-7 0 4-16,7-7 3 0,-3 2 2 0,-2 0-5 15,1-6 6-15,-1 3-14 0,-3-2 15 0,3-3-1 16,-7-1 2-16,3-4-3 0,-7 3-1 0,2-4 2 15,3 0 2-15,-9 2 2 0,0-3-6 0,-4 3 4 16,-1-2-1-16,-1 3-2 0,-4-1 1 0,-3 2-3 0,-2 1-4 16,-5 1 1-16,-3 1-5 0,-7 1 7 15,2 1-4-15,-2 5-29 0,0 4-33 0,4-1-34 16,-3 2-40-16,1 2-42 0,7 3-45 0,1 2-66 0,2-1-60 16,-2 1-256-16,10 1-656 0,3 4 290 0</inkml:trace>
  <inkml:trace contextRef="#ctx0" brushRef="#br0" timeOffset="29648.69">22066 2860 42 0,'0'0'394'0,"2"-8"-3"16,-2 8 0-16,0-11-14 0,0 3-16 0,0 8-14 15,0-7-22-15,0 7-22 0,0-8-30 0,0 8-27 0,0 0-23 16,-2-7-26-16,2 7-26 0,0 0-18 15,0 0-19-15,0 0-18 0,0 0-14 0,0 0-17 16,0 0-9-16,0 0-8 0,2 26-12 0,1-15-11 0,-3-2 2 16,5 5-4-16,2 1-10 0,-1 3-8 0,-2-3-4 15,1 3-4-15,3-2-4 0,-3-1-7 0,1 4-2 16,1-4-12-16,-5-2-3 0,6 2-7 0,-1-2-2 16,-2-2 2-16,-4-2-9 0,1 0-6 0,3-3 18 15,-3 0-11-15,4 2 1 0,-1-4 5 0,-5-4 3 16,3 8 1-16,-3-8 8 0,0 0 1 0,0 4 8 15,0-4-2-15,0 0-9 0,0 0 11 0,0 0 4 16,0 0 12-16,12-18 2 0,-7 10 12 0,-2 1 3 16,-1 1 8-16,-2-5 2 0,7 3 9 0,-1 0 2 15,2-7 11-15,-1 3 1 0,1-1 3 0,4-1-7 16,-2-1 2-16,0 2-4 0,3-4-7 0,-1 0-3 16,1 2-2-16,-3 0-6 0,3-1 1 0,-1 4-6 0,-7 0-2 15,5-2-4-15,-4 4-3 0,6 3-6 0,-9-2 1 16,7 1-4-16,-5 2 1 0,2 0-6 15,-2 1-4-15,-2 3-2 0,-3 2-9 0,8-5-7 16,-8 5 1-16,13 0-3 0,-13 0-3 0,14 6 0 0,-4 0-3 16,-10 0-3-16,6 3 3 0,4 3 6 0,0-2 21 15,-2 7-4-15,1-3 0 0,-3 6-2 0,9-5 5 16,-10 4-10-16,5-3 7 0,-2 3-11 0,4-2 1 16,-4 2-1-16,-1-1 1 0,1-1-4 0,0 1 6 15,1-3-2-15,-3 0-2 0,-1 3 1 0,2-4 2 16,-4-7 1-16,2 2 0 0,-2 2 0 0,1-6-2 15,-3 3 1-15,3-1 2 0,-1-2 3 0,0 0 12 16,-3-5 12-16,4 5 16 0,1-1 9 0,-5-4 5 16,11 3-4-16,-3-2 0 0,-8-1-5 0,17-3 2 15,-4-2 0-15,-1 2-7 0,8-4 0 0,-7 2-4 16,5-2-3-16,0-2-5 0,4 0 1 0,-6-1-5 16,6-1-5-16,4-1 0 0,-1-3-3 0,-3 3-7 15,-1-4-8-15,1 0-24 0,-6 5-28 0,-1-1-32 16,2 1-42-16,-6-1-61 0,3 0-66 0,-8 4-68 15,1 4-80-15,-2-3-95 0,-5-1-314 0,0 8-871 16,0 0 386-16</inkml:trace>
  <inkml:trace contextRef="#ctx0" brushRef="#br0" timeOffset="36048.33">4854 5159 199 0,'0'-12'378'0,"0"7"-7"0,0-4 4 0,5 0-13 16,-5 9-12-16,0-11-37 0,0 11-29 0,0-3-25 16,0 3-29-16,2-7-16 0,-2 7-35 0,0 0-21 15,0 0-22-15,0 0-12 0,3 21-10 0,2-5-11 16,-3 1-7-16,3 0-14 0,0 3-6 0,-2 8-8 16,2 0-3-16,-2 2-10 0,2 0-3 0,-1 2 0 15,-1-2-12-15,-1 4-3 0,-1-5-6 0,4 2 0 16,-5-1-9-16,0-5 7 0,2 2-24 0,-2-5-32 15,1-3-35-15,3-3-26 0,-4 1-30 0,1 0-31 16,-1-2-35-16,0-2-52 0,2-4-60 0,5-3-67 0,-7 3-199 16,6-5-607-16,3 1 269 0</inkml:trace>
  <inkml:trace contextRef="#ctx0" brushRef="#br0" timeOffset="36615.68">5326 5159 84 0,'3'-10'357'0,"-3"3"-16"16,0 4-23-16,0 3-22 0,0-10-31 0,0 10-32 15,0-7-24-15,0 7-20 0,0 0-21 0,0 0-15 16,-15 23-17-16,9-9-13 0,-1 2-12 0,-3 5-10 16,0 5-8-16,-3 2-13 0,3 2-3 0,-3 0 3 15,1 10-19-15,-4-5-13 0,4-5 4 0,1 1-12 16,-4-4-1-16,5 2-11 0,-4-4-16 0,1 3-18 15,-2-5-13-15,5-4-10 0,-3-4-23 0,5-2-12 16,1-2-15-16,1-1-2 0,-3-2 5 0,3-6-9 16,-1 0 9-16,7-2 0 0,-13 0 8 0,13 0 4 15,-5-11 6-15,5 1 7 0,3-5-3 0,-1-2 11 0,6 1 7 16,-3-5 1-16,2-4 7 0,3-1 12 16,1 2 15-16,4-1 22 0,-7-1 17 0,1 0 20 15,-3 10 19-15,1-2 16 0,1 5 12 0,-1-3 23 0,-2 8-16 16,-4-2-7-16,6 1-11 0,-5 2-9 0,4 4-14 15,-1-2-1-15,-5 5-12 0,0 0-2 16,19 12-9-16,-8-1-7 0,1 1-1 0,-2 4 6 0,6 7-13 16,1-1-9-16,4 4-1 0,-1-4-6 0,-2 4 5 15,10 5-6-15,-4-8 4 0,9 4-5 0,-8-6 1 16,4 0 0-16,-2 0 0 0,-2-2 0 0,4-5-7 16,0 1 8-16,-5-6-4 0,3 0 1 0,-6-6-11 15,1-2 12-15,-4 2-2 0,4-7-2 0,-7 3 4 16,-1-6-2-16,0 0 22 0,-4-4 10 0,3-3 7 15,-5 3 9-15,-1-10 12 0,-1 1-10 0,-4 1 2 16,3-8 2-16,-5-2 2 0,-7-2-1 0,1 1-3 16,6-10-4-16,-7 6 1 0,1 7 3 0,4 0-6 15,-3 3-4-15,-3 5-5 0,6 0-14 0,2 3 1 16,-3 1-5-16,-2 5-16 0,5 1-33 0,0 1-57 16,0 3-56-16,0 5-51 0,0 0-6 0,0 0-21 15,0 0-31-15,0 0-54 0,15 15-39 0,-7-2-288 0,0 1-671 16,4 0 298-16</inkml:trace>
  <inkml:trace contextRef="#ctx0" brushRef="#br0" timeOffset="37348.99">6215 5450 40 0,'1'-11'304'0,"4"0"5"0,-10-2 1 0,5 5 1 0,0-3-3 16,0 0 1-16,-3 3-14 0,0-4-12 0,0 2-21 15,-2 1-30-15,-2 5-22 0,4-3-22 0,-7 2-21 16,0 0-23-16,3 3-5 0,-8 2-26 0,0 3-7 16,0 5-9-16,1 0-9 0,-1 2-15 0,-5 0-5 15,3 5-5-15,-1 0-12 0,0 7-6 0,5-5-11 16,1-2-16-16,0 8-4 0,6-7-12 0,-1 1-10 16,4 1-4-16,1 1-6 0,2-3-18 0,0-3 4 15,4 1 4-15,2-4-6 0,-4 0 0 0,4-2 3 16,3 1 2-16,-3-6 4 0,8 0-9 0,2 0-8 0,-1-3 5 15,7 0 15-15,-4-6-11 0,2 3 0 16,-1-6 7-16,-4 1 1 0,7-2 3 0,-7 0 4 16,5-2 2-16,-5-2 1 0,-6 1 5 0,6-3 0 15,-8 3 3-15,1-1 11 0,-3-1 13 0,-3 5 9 0,6 1 28 16,-8-2-4-16,0 2 17 0,2 4-9 0,1-3-3 16,-3 2-7-16,0 6-10 0,0-11-4 15,0 11-8-15,0 0-6 0,0 0 0 0,0 0 0 0,0 0-4 16,0 0-6-16,-13 25 3 0,13-16-5 0,5 1 0 15,-2 0-4-15,-1 7 1 0,3-4-8 0,0 3 0 16,3-1 0-16,2-2-8 0,1 1 4 0,4-2-7 16,0 0 7-16,0-4-2 0,2-1-3 0,-1-2 2 15,2-3-10-15,11 3-7 0,-10-4 2 0,8-2-1 16,-10-6-3-16,4 2-1 0,-6 0 6 0,6-4-1 16,-6 0 4-16,7-3-5 0,-12-3 3 0,5-1-8 15,-2 1 0-15,0-8 0 0,-5-2 7 0,1-1 2 16,-3-2-2-16,-1-1 4 0,-3-4 3 0,-2 3-5 15,0-11 10-15,-5 10 2 0,2 1 8 0,-2 4 23 16,-4-1 29-16,3 7 10 0,-2-3 13 0,1 8 9 16,0-3 6-16,-1 3-3 0,0 6-4 0,-1-6-4 15,3 7-9-15,-2 1-4 0,-1-1-7 0,-1 4-8 0,0 1-7 16,4-2-6-16,6 5-10 0,-15 0-2 0,15 0 0 16,-17 11-5-16,11-3 1 0,-1 0-8 15,1 3 7-15,-1 4-10 0,5 0 7 0,2 6-5 0,0-3-1 16,2 0 8-16,5 12-6 0,-1-6-1 0,1 6-1 15,9 0 0-15,3 6 1 0,-1 2-3 0,2 1 0 16,-4-12-1-16,7 8-6 0,-4-8 3 0,-3-3-23 16,4 3-12-16,0-5-27 0,-2-2-20 0,-1 3-17 15,-3-8-17-15,1-3-21 0,0-3-30 0,-2 1-28 16,-3-5-35-16,7-1-45 0,-5-4-33 0,2 0-29 16,-14 0-194-16,15-7-568 0,-8 2 251 0</inkml:trace>
  <inkml:trace contextRef="#ctx0" brushRef="#br0" timeOffset="37615.04">6893 4968 140 0,'-5'-9'360'0,"2"-2"1"0,-4 7-3 16,7-6-5-16,-1 3-12 0,-4 3-27 15,5 4-19-15,0-7-40 0,-7-1-17 0,7 8-27 16,0 0-25-16,0 0-17 0,0 0-17 0,-1 21-22 15,2-14-4-15,6 10-2 0,-7 0-25 0,6 2-15 0,4 2-4 16,-6 6-5-16,2 0-7 0,3 4-9 0,-1 10-5 16,5-3 0-16,-5 1-9 0,1-2-9 15,4-7-16-15,-5-2-16 0,-1 1-26 0,1-1-24 0,0-1-29 16,1-3-20-16,-1 2-23 0,-1-6-21 0,-1-2-16 16,1-5-25-16,-1-2-27 0,1-1-39 0,3-4-40 15,-5-2-251-15,2-1-582 0,1-3 257 0</inkml:trace>
  <inkml:trace contextRef="#ctx0" brushRef="#br0" timeOffset="38499.15">7330 5208 92 0,'0'0'256'16,"-1"-7"-8"-16,1 7-11 0,-10-5-8 0,10 5 0 15,-13 0-7-15,-2 0-4 0,15 0-8 0,-29 6-11 16,13-2-11-16,1 1-2 0,-5-1-12 0,5 4-9 15,0-1-6-15,0 1-13 0,1 1-13 0,-1-1-9 16,5 1-14-16,-2-1-17 0,-1 1-5 0,8-1-7 0,-2-1-2 16,2 4-15-16,0-4-3 0,0 2-3 15,2 2-16-15,1 0 8 0,2-3-2 0,7 9-8 16,-2-5-9-16,5-2-6 0,5 5-2 0,-5-6-21 0,6 3-24 16,9 2-23-16,-2-3-26 0,6-2-16 0,0-1-26 15,1 2-30-15,2-3-30 0,-4-4-18 0,5 1-19 16,-3-2 2-16,-4-2-13 0,-4 0 8 0,-1-2 18 15,-6-2 20-15,3 1 21 0,-6-2 30 0,1 0 39 16,-5-2 23-16,-1 0 37 0,1-2 30 0,-3-3 40 16,-3 5 26-16,-1-1 26 0,4-5 17 0,-5 6 11 15,0 0 12-15,0-4 4 0,2 4-3 0,-4 2-3 16,2 5-12-16,2-12-1 0,-2 8-24 0,0 4-13 16,0 0-9-16,-2-9-7 0,2 9-9 0,0 0-6 15,0 0-11-15,0 0-11 0,0 0 1 0,-5 24-6 16,5-18-13-16,5 4-5 0,-3 2-10 0,-2-2-7 15,7 2-14-15,-7-2-7 0,5 4-14 0,-4-4-7 16,8-1 4-16,-4 7-5 0,1-7-2 0,-1 1-13 16,0-2-2-16,2-3 1 0,-1 1 0 0,1-2-3 15,1 0 8-15,-8-4 2 0,9 1 6 0,-9-1 4 16,0 0 7-16,14-5 6 0,-5-1 2 0,-4-1 7 16,1 1 10-16,-1 0 13 0,0-2 21 0,0-1 17 0,2 1 16 15,-6 0 15-15,3 1 17 0,1-1 4 0,0 4 15 16,-2-5-9-16,-1 3-9 0,1-1-6 0,-3 7-4 15,3-9-6-15,2 5-9 0,-5 4-11 16,7-1-4-16,-7 1-5 0,0 0-2 0,15 0-5 0,-15 0-11 16,18 2-10-16,-5 6-10 0,2-4-23 0,2 1-11 15,4-2-8-15,9 3-21 0,5 2-16 0,3-4-15 16,-3-3-15-16,-6 4-8 0,16-2-4 0,-9 0-5 16,8-1 9-16,-11-1-2 0,3-1 7 0,7-6 15 15,-7 3 8-15,-4-3 11 0,-4-6 14 0,0 6 1 16,-3-4 5-16,-5-2 5 0,-5 1 8 0,-2-7 8 15,0 3 9-15,-4-2 12 0,2-1 6 0,-6 1 17 16,-3-3 19-16,1 2 16 0,-3-2 11 0,-3 2 15 16,-4 2 18-16,-3-2 14 0,4 3 13 0,-3 5 6 15,1-1 1-15,-5 2-15 0,-2-5-7 0,5 10-11 16,-5-1-8-16,3 4-4 0,-1-1-15 0,-5 5-2 16,1-1-10-16,4 5-4 0,-2 8-4 0,0-4-6 15,-4 13 0-15,5-3-1 0,6 4-4 0,0-1-1 16,1 8-3-16,1 9 0 0,6-1-7 0,6 4 10 15,-3-2 1-15,7 2 13 0,-1-1 7 0,-1 0 0 16,13 2 24-16,-4-5-28 0,-2 7 8 0,1-2-13 16,8-5 4-16,-6 1-8 0,0-2-9 0,-3-11 2 0,0-1-3 15,0 3 0-15,-5-6-4 0,1 2 1 0,-6-6-4 16,5-5 0-16,-5-5 1 0,-5-1-6 0,5-1 6 16,-3-3-6-16,-2-5-13 0,0 0-30 15,0 0-23-15,0 0-33 0,0 0-34 0,-15-28-55 0,7 16-73 16,-7-10-80-16,1-2-205 0,-2 2-576 0,-12-14 255 15</inkml:trace>
  <inkml:trace contextRef="#ctx0" brushRef="#br0" timeOffset="38765.15">7888 5064 101 0,'-8'-6'482'0,"3"3"9"0,5 3-9 0,-3-8-24 16,3 8-30-16,-7-4-39 0,7 4-37 0,-7-3-38 16,7 3-27-16,0 0-29 0,0 0-27 0,0 0-23 15,-8-6-21-15,8 6-22 0,0 0-17 0,0 0-24 16,0 0-16-16,0 0-20 0,0 0-21 0,0 0-17 0,0 0-19 16,0 0-21-16,0 0-14 0,0 0-28 15,0 0-42-15,0 0-28 0,0 0-34 0,0 0-38 16,0 0-53-16,0 0-70 0,23 9-88 0,-23-9-287 0,13 4-727 15,-6-2 322-15</inkml:trace>
  <inkml:trace contextRef="#ctx0" brushRef="#br0" timeOffset="40981.43">9919 4962 238 0,'8'-23'266'0,"7"-4"-2"0,-8-1-9 0,6-1-4 0,-10 1-1 16,2 2-10-16,-1 7-12 0,-4-10 1 15,-4 4-3-15,-1 0-1 0,4 8-8 0,-6-1-12 16,-8 3-16-16,7 0-18 0,-5 3-11 0,-2-1-21 0,2 3-19 15,-7 6-9-15,1-4-13 0,-2 7-13 0,3 2-13 16,-4 6-8-16,2-2-6 0,-3 9-9 0,2 2 1 16,4 7-8-16,-4 0-11 0,14 1-9 0,-3 4 10 15,-2 14-4-15,9 0-6 0,5 0 3 0,-2 1 0 16,1 3-3-16,11-3-5 0,-2 4-2 0,2-4-1 16,-3 2 1-16,6-2 4 0,2 3-10 0,-5-4 14 15,4-1-12-15,-3 0-1 0,1 2-1 0,-5-7-3 16,3 6 3-16,-9-11-6 0,4 0 3 0,0 0-1 0,-6 0 3 15,4-1-11-15,-5 1 8 0,-3-3 0 16,3-4-7-16,-2 2 0 0,1 0-8 0,1-10-12 16,0 2-20-16,0-4-8 0,0-3-13 0,0-2-16 0,0 1-5 15,0 0-8-15,1-4 1 0,4-2-13 0,-3 1-21 16,-2-5-27-16,8 3-36 0,-8-3-52 16,0 0-21-16,12-9-46 0,-12 9-191 0,5-12-538 0,1 6 239 15</inkml:trace>
  <inkml:trace contextRef="#ctx0" brushRef="#br0" timeOffset="41199.08">9662 5301 323 0,'-1'-9'373'16,"-1"4"-1"-16,2 5-4 0,0-11-17 0,0 4-13 15,0 7-20-15,-5-5-29 0,5 5-18 0,0 0-27 16,-1-8-28-16,1 8-14 0,0 0-19 0,0 0-24 0,1-6-9 15,-1 6-13-15,15-1-14 0,-15 1-13 16,22 1-14-16,-3-2-13 0,0 1-20 0,1-2-26 16,9-3-40-16,-1 1-53 0,4 1-36 0,-2 1-48 0,-1-3-47 15,1 0-61-15,0 0-68 0,-2-2-312 0,0-2-679 16,-6 3 300-16</inkml:trace>
  <inkml:trace contextRef="#ctx0" brushRef="#br0" timeOffset="42381.47">9992 5098 191 0,'0'0'247'16,"1"-3"-21"-16,-1 3-23 0,0 0-15 0,15-1-9 0,-15 1-17 15,14 1-15-15,-14-1-17 0,16 7-13 16,-9-6-9-16,-1 6-8 0,4-5-12 0,2 4-10 16,-2 1-8-16,3 5-6 0,-5-7-6 0,7 10-4 0,-6-6-6 15,0-1-5-15,-4 4-3 0,9 1-5 0,-6-1-4 16,-3-1-3-16,2-3-5 0,-1 3 1 0,-3-3-3 16,2 0-2-16,-1 0-4 0,-4-1 4 15,5-2-5-15,-5-5 0 0,0 10 21 0,0-10 5 0,-9 5 11 16,9-5 8-16,0 0 4 0,-11 4 3 0,11-4 9 15,0 0 0-15,0 0 2 0,-15-9 3 0,12 3-3 16,-1 1-6-16,4-3-6 0,0-3-6 0,4 1-9 16,-3-2-10-16,6-5-1 0,1 2-14 0,4-1-9 15,-1 3-12-15,8-2-4 0,-1-2-8 0,-3 8-3 16,8-6-1-16,-3 6-5 0,-4-3 1 0,4 5 2 16,-5 0 2-16,0 2-2 0,0 3 6 0,-4 0-5 15,-1-1 0-15,4 3-2 0,-14 0 2 0,16 3 9 16,-8-1-7-16,-1 1-1 0,1 3 0 0,-1 0 6 15,0 0-2-15,-2 3-5 0,-2-2 7 0,2 4 2 16,1 1-1-16,-1-6-4 0,2 4 6 0,1 5 2 16,-3-7-3-16,0 5 1 0,3-5 3 0,2 4 1 15,-1-5 1-15,4 0-3 0,2 0 2 0,-7-3-1 0,5 0 3 16,2 0-3-16,0-3-4 0,2-2 2 0,1 1 6 16,-2-3-9-16,-1 2 0 0,-1-3-2 15,-6 0 0-15,0 1 4 0,5-1-5 0,-4-5 0 16,-1-1-1-16,-5 3 4 0,-1-1-4 0,0-1 6 0,-4 2 0 15,-3-2 3-15,5-5-2 0,-8 7-1 0,1 1 4 16,-3-5 3-16,-3-1 3 0,0 8-1 0,-1-7 2 16,-1 4 0-16,4 1 0 0,-2 4 2 0,-2-5-2 15,8 2 0-15,-6 1 3 0,5 1-6 0,-1-2 4 16,9 5-4-16,-13-4 1 0,13 4-2 0,-7-3 4 16,7 3-6-16,-4-3 1 0,4 3 4 0,0 0-6 15,0 0 4-15,0 0 5 0,19-5-8 0,-9 4 8 16,-10 1-11-16,22 0 5 0,-4 0-2 0,-3 0-5 15,0 0 6-15,1 1-1 0,-2-1-3 0,5 3-4 16,-4-1 5-16,2 0 0 0,-5-1 0 0,-1 2-4 16,2 0 3-16,1 3 1 0,0-2-2 0,-7-1 1 15,10 9-7-15,-6-5 9 0,4 0-1 0,-10 5 1 16,5-8-4-16,2 7 1 0,-6 1-2 0,1-3 2 0,-1 3 1 16,3-5-1-16,-1 3-1 0,-5-1 3 15,2-4-2-15,0 1 3 0,-5 1-2 0,4-5-1 16,-4-2 6-16,1 11-1 0,-1-11 14 0,4 4 9 0,-4-4 10 15,0 0-1-15,0 0 8 0,0 0-3 0,0 0 3 16,13-15 4-16,-13 11 4 0,1-4-4 0,6 0 1 16,-5-1-1-16,3-1-4 0,3-6 3 15,-1 5-7-15,1-1 0 0,-2 4-8 0,1-3 4 0,3-1 1 16,-10 1-2-16,7 6 10 0,-1-3-22 0,1 2 1 16,1 0-5-16,4 4-8 0,-12 2-3 0,15 0 2 15,-15 0-7-15,10 2-6 0,-2 3-7 0,0 0-5 16,-5 1 13-16,4 3-23 0,-2-2 3 0,0 1-4 15,3 6-1-15,1-2 10 0,-3 3-6 0,-1-6 5 16,3 6 4-16,1-4-5 0,-3 1 3 0,-1-4 5 16,0 0 2-16,0 1-2 0,0-5 3 0,0 3-1 15,-5-3 7-15,3 0 23 0,-3-4 11 0,9 3 14 16,-9-3 3-16,0 0 7 0,0 0 3 0,13-11 9 16,-6 4 7-16,-2 0 7 0,0 0 3 0,1-6 4 15,1 9-1-15,-1-11-3 0,-1 6 11 0,10-6-1 16,-10 3 1-16,5 3 2 0,-3-3-3 0,6-2 0 15,-6 7-2-15,1-1-3 0,0-5-5 0,0 2 3 0,6 4-9 16,-9 2-4-16,3-1-8 0,-1 1-8 0,-1 0-7 16,-1 3-6-16,-5 2-6 0,12-1-5 15,-12 1-6-15,0 0-2 0,15 1-7 0,-7 4-5 0,-3-2-13 16,3 3-17-16,-3 0-18 0,-2 3-26 0,6 0-31 16,-4 2-16-16,1-3-36 0,6 9-29 0,-1-3-43 15,3 1-36-15,2-5-50 0,-3 7-57 0,11-2-77 16,-3 2-289-16,2-2-785 0,-3-3 347 0</inkml:trace>
  <inkml:trace contextRef="#ctx0" brushRef="#br0" timeOffset="43048.23">12552 4719 35 0,'15'-12'263'0,"-3"0"-1"0,3 3-1 0,0 0-8 15,-5-6 7-15,-1 6 8 0,0-3-15 0,-3 4 27 16,3 4-15-16,-4-4 1 0,-4-2 6 0,1 2-22 16,-2 3-15-16,0-3-29 0,0 8-19 0,-8-12-19 15,-1 6-19-15,-1 3-14 0,-1-2-14 0,1 4-18 16,-3 0-6-16,-4 1-12 0,-1 0-10 0,1 2-10 16,1 3-14-16,-2 1 0 0,1 2-4 0,2-1-5 15,-6 6-5-15,6-5-5 0,5 4 6 0,-2-3-12 0,6-1 0 16,-3 5-6-16,3-1-1 0,11 2-8 0,-5-4 11 15,1 4 4-15,8-1-6 0,2 2 0 16,4 2 1-16,0-3-6 0,0 0 2 0,8 6 0 0,-1-4-7 16,-1 2 0-16,-4-5 7 0,6 1-12 0,-5-1 6 15,-1-3-5-15,-3 3 5 0,0-4-5 0,1 5-4 16,-7-7-1-16,0-1 2 0,-1 1-5 0,-2 3 1 16,0-5 4-16,0 0-9 0,-5 1 4 0,0 0-1 15,0-6 0-15,-5 12 5 0,0-9 2 0,-5 2-2 16,2-3 3-16,-7 5-1 0,0-6-1 0,0 2-1 15,-2 1-8-15,-4-2-13 0,-1 1-16 0,1-3-54 16,3 5-49-16,-1-5-31 0,1 1-41 0,5-1-41 16,0 0-49-16,4 0-63 0,9 0-284 0,-13 0-702 15,13 0 311-15</inkml:trace>
  <inkml:trace contextRef="#ctx0" brushRef="#br0" timeOffset="43997.96">12577 4515 199 0,'0'0'257'0,"-6"-5"-8"0,6 5-2 15,-7-4-6-15,7 4-12 0,-7-5-10 0,7 5-11 16,-5-4-13-16,5 4-12 0,0 0-5 0,0 0-25 15,-8-3-9-15,8 3-19 0,0 0-13 0,0 0-11 16,0 0-10-16,0 0-10 0,0 0-10 0,0 0-6 16,0 0-8-16,0 0-6 0,0 0-2 0,0 0-4 15,0 0-7-15,0 15-3 0,0-9-1 0,0-6-5 16,2 9-6-16,4-3 1 0,-1 0-1 0,2 0-2 16,6 1-23-16,-8 0-17 0,3 0-26 0,2 2-34 15,-1-3-37-15,7 2-46 0,1 0-47 0,-2 1-56 16,-2-2-215-16,-2 4-520 0,4 0 230 0</inkml:trace>
  <inkml:trace contextRef="#ctx0" brushRef="#br0" timeOffset="44482.28">12466 5076 304 0,'0'0'329'0,"0"0"-5"0,0 0-9 0,0 0-8 16,-1-6-10-16,1 6-19 0,0 0-17 0,0 0-16 15,0 0-28-15,0 0-17 0,0 0-22 0,0 0-10 16,0 0-21-16,0 0-19 0,0 0-13 0,0 0-16 16,0 0 3-16,0 0-17 0,0 0-9 0,0 0-6 15,0 0-8-15,31 8-7 0,-24-3-11 0,3-3-15 16,8 4-33-16,-8-3-43 0,10 1-40 0,-2 0-53 16,2 0-64-16,0-1-68 0,-2-2-70 0,2 1-215 15,-4-1-603-15,6 4 267 0</inkml:trace>
  <inkml:trace contextRef="#ctx0" brushRef="#br0" timeOffset="44981.91">13718 4456 315 0,'1'-10'387'16,"-1"0"-3"-16,4 1 8 0,-1-1-6 0,-3 0-13 16,0 4-6-16,8-2-22 0,-8 5-28 0,0 3-31 0,0-7-34 15,0 7-29-15,0-9-27 0,0 9-23 0,0 0-19 16,0 0-14-16,0 0-16 0,0 19-12 15,3-10-11-15,-3 8-11 0,4-2-10 0,-4 5-6 0,0 0-7 16,6 3-8-16,1 9-7 0,-2-5-4 0,2 3-13 16,3 13-9-16,-2-16-18 0,-2 11-18 0,3-9-28 15,-1 3-31-15,0-5-41 0,7 0-24 0,-10-2-23 16,3-1-24-16,-1-2-29 0,-5-3-49 0,4-1-37 16,-1-9-56-16,-3 6-273 0,3-5-678 0,-5 0 300 15</inkml:trace>
  <inkml:trace contextRef="#ctx0" brushRef="#br0" timeOffset="45397.87">13602 4797 292 0,'0'0'333'0,"-10"-6"-10"0,6 3 12 0,4 3-16 0,-4-6-4 15,4 6-15-15,0 0-5 0,-4-6-23 0,4 6-27 16,0 0-31-16,13-7-25 0,-1 2-15 15,-4 2-13-15,6 0-15 0,2 2-17 0,2-1-12 0,4 2-11 16,-1 0-16-16,9 0-5 0,-8 0-12 0,6 3-8 16,-5 0-7-16,0 0-9 0,-5 6-4 0,-1-5-14 15,4 4-6-15,-4-1-1 0,-2 4-8 0,3-2-5 16,-6 3 1-16,6 0 1 0,-8 2-5 0,-2 1-1 16,4-3-8-16,-1 1 3 0,-1-3 2 0,-3 6 1 15,-2-8-5-15,1 2 3 0,1 0 2 0,1-1-7 16,-1 0 2-16,1 0 5 0,-1 0-1 0,-1-1-5 15,4-1-1-15,-5-4 6 0,5 1 3 0,-3 1-4 16,6-3 1-16,2-2 9 0,-2 0-7 0,4-2 0 0,-1-4 1 16,-1 0-4-16,-3 0 0 0,3-1 5 15,-5-1 2-15,3 0 7 0,-8-2 3 0,5 1 7 16,-4-4 1-16,-1 2 1 0,-3-7-4 0,1 9 3 0,-1-6-3 16,-4 3-2-16,-6-4 0 0,5 6-4 0,-6-3-7 15,3 2-2-15,-7 4-19 0,4-4-17 0,-6 2-35 16,1 2-32-16,-1 2-36 0,0 0-32 15,-5 3-44-15,5-2-39 0,-2 5-64 0,4-1-74 0,13 0-226 16,-20 5-656-16,12-4 290 0</inkml:trace>
  <inkml:trace contextRef="#ctx0" brushRef="#br0" timeOffset="46431.21">15343 4241 173 0,'0'0'347'0,"0"0"-24"0,0 0-29 15,3-7-31-15,-3 7-25 0,0 0-23 0,0 0-27 16,0 0-23-16,0 0-15 0,0 0-15 0,12 16-9 16,-9-8-18-16,2 3-7 0,-2 1-8 0,1 0-10 15,-1 0-9-15,4 5-7 0,-1-7-8 0,3 4-5 16,-1 2-3-16,-3-12-3 0,5 13-3 0,-7-8-7 16,0-3-5-16,4 6-8 0,-2-5-1 0,-2 0 1 15,4-3 0-15,-7 2 0 0,0-6-2 0,8 3-5 16,-8-3 0-16,13 0 0 0,-13 0-4 0,0 0-1 15,15-8 2-15,-15 6-2 0,7-5-4 0,-7 3 1 16,2-5-2-16,3 3-1 0,-10-3-4 0,5 3 0 16,0-6 0-16,-2 4-2 0,-3 4-1 0,3-4 1 15,-4-2 0-15,4 2-3 0,-6 3-3 0,3-3-3 0,-5 2 6 16,-3 1-1-16,6 2 0 0,-6 3-5 0,3-1 2 16,-3-2 6-16,4 3-3 0,-6 0-1 15,2 0 3-15,3 3 0 0,-3-2-4 0,0 2 5 16,-2 2-3-16,7 0 0 0,1-4 3 0,7-1 2 0,-17 8 1 15,12-4-4-15,-3-1 8 0,5 2-1 0,-2-1-3 16,5 5 6-16,-2-3-1 0,2-2-2 0,2 3-1 16,3 3 3-16,1-4 4 0,-1-2-9 0,0 5 5 15,5 1-2-15,0-2-1 0,2 1-2 0,3 2 2 16,-2-2-5-16,5 1 8 0,-8 2-1 0,5-1-3 16,2 1-2-16,1-3 0 0,-3 3 0 0,3 2 11 15,-3-3-10-15,0 1 5 0,-2 0-8 0,2 0 0 16,-2 2-4-16,-3-1-7 0,-3 5-1 0,1-7 0 15,3 7 0-15,-9-6-2 0,6 0 3 0,-8 3-2 16,0-3 3-16,0 0-2 0,0-3 4 0,0 0 0 16,0 2 2-16,0-4-2 0,-8-1 4 0,6 0 8 15,-3 0-5-15,-1-3 0 0,-2 3 1 0,-1-2 7 0,9-4 2 16,-20 0 6-16,11 0 2 0,-8-3 2 0,17 3 4 16,-27-2 7-16,14-3-2 0,-3 2 12 15,1-3-8-15,-2-2 5 0,6 3 3 0,-4-1 6 16,0-2-2-16,5 2 0 0,3 0 6 0,-1 0-6 0,1 0-1 15,2-1-1-15,-1-1 2 0,4 2-1 0,-4 1-2 16,6 5 4-16,-7-10-6 0,5 5-4 0,2 5-7 16,0-7 3-16,0 7-2 0,-6-3-4 0,6 3-2 15,0 0-5-15,0 0-2 0,0 0-11 0,0 0 15 16,0 0-12-16,0 0-6 0,0 0 5 0,0 0-3 16,21 9-3-16,-13-5-3 0,1 4 5 0,-3-1 0 15,6 1 3-15,-2 0-7 0,3 2 7 0,0-1-3 16,2 3-6-16,0 0 3 0,-3-1-6 0,6-1-10 15,-2-2-10-15,-1 1-25 0,0-2-29 0,7 2-24 16,-7-2-36-16,1 1-10 0,4 0-50 0,-5-3-70 16,0 3-53-16,5-2-252 0,-9-5-620 0,4-1 274 15</inkml:trace>
  <inkml:trace contextRef="#ctx0" brushRef="#br0" timeOffset="46748.95">15763 4613 229 0,'-11'-2'425'0,"11"2"-3"0,0 0-9 15,0 0-9-15,0 0-8 0,0 0-16 0,0 0-30 16,0 0-34-16,0 0-29 0,0 0-29 0,25-6-25 16,-11 4-25-16,5 2-19 0,2 0-20 0,9-1-16 15,0 2-19-15,3-2-18 0,-2 1-29 0,-1 1-26 16,2-1-34-16,2 0-35 0,-6 2-46 0,1-2-37 0,-8 0-34 16,-1 1-32-16,2-1-35 0,-8 0-37 15,-5 0-22-15,6 0-27 0,-4-1-36 0,-3-1-28 16,-8 2-194-16,2-5-581 0,-2 5 256 0</inkml:trace>
  <inkml:trace contextRef="#ctx0" brushRef="#br0" timeOffset="46965.03">16007 4459 103 0,'-5'-4'267'0,"3"-2"12"0,-5 3 12 16,7 3-9-16,-8-9 5 0,8 9-23 0,-2-3-7 15,2 3-22-15,0 0-21 0,0 0-31 0,0 0-15 16,0 0-19-16,0 0-14 0,0 0-17 0,-13 10-6 15,15-2-7-15,-2-1-20 0,0 4-5 0,0 0-12 16,0 3 0-16,3 0-9 0,-1 2-7 0,1 3-5 16,2 0 1-16,2 1-3 0,1 2-9 0,0 3-27 15,1-5-17-15,2 2-27 0,-1 1-35 0,2-5-34 16,-4-1-42-16,5-1-21 0,-1-1-61 0,1-6-70 16,0 1-201-16,5-2-540 0,-8 4 240 0</inkml:trace>
  <inkml:trace contextRef="#ctx0" brushRef="#br0" timeOffset="47231.13">16397 4416 10 0,'-1'-6'405'0,"1"-2"14"0,-4-1 18 0,4 9-19 0,0-8-20 15,-1 4-26-15,1 4-33 0,0-10-31 0,0 10-32 16,0 0-32-16,0 0-22 0,0 0-27 15,0 0-21-15,0 0-16 0,0 0-14 0,1 26-12 0,3-13-11 16,2 1-14-16,-2 5-7 0,2-3-9 0,2 7-10 16,6 1-6-16,-6 3-9 0,0-3 0 0,-1 2-11 15,8 1-1-15,-5 0-21 0,1-2-28 0,4-1-42 16,-7 1-14-16,1-1-46 0,1-1-41 0,1 3-43 16,-11-7-56-16,7 2-77 0,3-2-96 0,1-5-264 15,-2 1-729-15,2 2 322 0</inkml:trace>
  <inkml:trace contextRef="#ctx0" brushRef="#br0" timeOffset="53647.52">17880 4317 17 0,'-10'-13'425'15,"4"-1"4"-15,-1 5 0 0,4 1-12 0,1 1-11 16,-1-2-16-16,1 3-34 0,2 6-31 0,-6-9-25 0,1 6-33 15,5 3-27-15,-2-6-22 0,2 6-31 0,0 0-18 16,0 0-18-16,0 0-15 0,0 0-14 16,-2 17-15-16,2-9-9 0,2 7-11 0,0 1-10 0,-2 0-5 15,5 3-7-15,-4 7-6 0,4-2-8 0,-3 7-5 16,-2-7-2-16,0 6-6 0,3-3-7 0,0 4 1 16,-1-4-3-16,5 4-2 0,-1-3-4 0,4 1-17 15,-5 1-23-15,5 2-34 0,2-4-33 0,3 0-32 16,-4-3-41-16,7 0-30 0,-3 2-40 0,0-3-39 15,-3-5-49-15,3-5-58 0,1 2-308 0,-2 0-737 16,-3-5 326-16</inkml:trace>
  <inkml:trace contextRef="#ctx0" brushRef="#br0" timeOffset="54247.44">17730 4679 273 0,'-7'-5'304'0,"-1"0"-21"16,8 5-25-16,-9-4-23 0,9 4-19 0,-8-3-20 16,8 3-11-16,0 0-12 0,0 0-13 0,37 7-16 15,-19-2-15-15,12 1-8 0,3-2-15 0,11-2-9 16,3 4-11-16,6-4-5 0,-4 3-12 0,1-1-4 16,-2 0-10-16,7-1-9 0,-7-2-17 0,0-1-20 15,-2-4-18-15,-11 1-14 0,-2 2-12 0,0-6-3 16,-7 5-7-16,3-5 0 0,-8 3 5 0,-4-5 2 15,1 3 5-15,-3-2 4 0,-5 0 6 0,-4-3 1 0,3 2 8 16,-6 3 5-16,-3-6 6 0,0 8 11 16,-3-3 5-16,1 2 4 0,2 5 5 0,-13-12 1 15,4 10-2-15,1-3 0 0,-3 4 0 0,-1 1-6 0,-3 1 4 16,-3 3-4-16,3 1 6 0,-2 1-1 0,-2 3 2 16,2 1 1-16,-5 2 3 0,1 0-4 15,-2 7 1-15,6-3-5 0,-3-1 0 0,5 5-1 0,-6-4-5 16,9-1 2-16,1-3 4 0,6 7-5 0,-3-4 6 15,1 1-8-15,7 0 1 0,0-5-7 0,0 1 7 16,3-6 1-16,1 2-3 0,9-3 0 0,-5 2 3 16,7-7-6-16,0 1 1 0,0-2-3 0,8-7 8 15,-8 2-11-15,5-2-1 0,1-1 4 0,-6-6-2 16,10 0 0-16,-4 0 1 0,-2 2 0 0,-8-1-1 16,4-2 2-16,0 1 8 0,-5 3 25 0,-2-3 28 15,-1 5 17-15,-4 0 40 0,4 0-3 0,-2 1 9 16,-4 3 1-16,1 3-6 0,-2 3-18 0,7-7-18 0,-7 7-12 15,0-8-9-15,0 8-6 0,0 0-7 16,0 0-8-16,0 0-3 0,0 24-2 0,0-12 0 16,0-2-10-16,0 2-9 0,5 3 5 0,-4 2-7 0,11 7 4 15,-4 1-22-15,2-2-14 0,0-3-13 0,2-1-15 16,-2-6-2-16,3 2-52 0,7-1-12 0,-5-1-36 16,1-5-36-16,4-1-42 0,-3 1-45 0,4-5-39 15,-1-2-49-15,-4-1-204 0,-1-4-602 0,2 0 266 16</inkml:trace>
  <inkml:trace contextRef="#ctx0" brushRef="#br0" timeOffset="54697.45">18804 4281 167 0,'-7'-15'363'0,"2"3"8"0,4 4 0 0,-1 1-10 15,-3-2-11-15,3 3-41 0,1 1-39 0,1 5-26 16,-2-7-28-16,2 7-20 0,0 0-21 0,0 0-21 15,0 0-12-15,13 21-19 0,-6-8-10 0,0 4-14 16,-1 1-6-16,2 1-12 0,1 5-11 0,-3 2-4 16,6 7-6-16,-4-6-4 0,-1 3-7 0,1 0-8 0,-6 0-5 15,3 0-22-15,-2-3-20 0,0 2-12 0,-3-2-14 16,-3-2-16-16,1-4-5 0,1-1-8 0,-4-3-4 16,3 1-2-16,0-6 1 0,-1 0-2 0,0-4 8 15,1-1 2-15,-1 1 9 0,3-8 3 0,0 8 4 16,0-8 3-16,0 0 2 0,0 0 6 0,0 0 1 15,0 0 4-15,21-20 2 0,-12 13 0 0,-1-4 4 16,5 1 1-16,-1-4 2 0,-1 1 3 0,3 2 8 16,0-3 13-16,-5 4 22 0,-3 1 11 0,3-1 16 15,-3 2 28-15,1 1 24 0,-5-1 12 0,4 2 12 16,-4 1-18-16,4 2-13 0,-6 3-7 0,5-4-12 16,-5 4-16-16,0 0-15 0,0 0-3 0,0 0-2 15,0 0-1-15,0 0-9 0,0 22-5 0,0-14-9 0,0 0 8 16,-5 5-7-16,5-1-1 0,0 6 1 0,5-3-2 15,-1 1-2-15,-4-1-2 0,5-1-5 16,3 1-23-16,-3 3-11 0,3-3-13 0,0 0-21 0,7-2-33 16,0-2-34-16,2-2-38 0,1-2-39 0,4 1-44 15,1-1-38-15,-5 0-36 0,12-6-266 0,-12-2-633 16,10-6 281-16</inkml:trace>
  <inkml:trace contextRef="#ctx0" brushRef="#br0" timeOffset="55265.35">19385 4662 60 0,'-27'3'179'0,"21"1"-1"0,4 1-7 0,-5 0-13 0,1 0-3 15,4 0-4-15,2 2-12 0,-3 0-3 16,0 1-3-16,3-8-8 0,3 12-8 0,0-5-7 16,-1 1-4-16,4 2-8 0,-1-5-4 0,5 0-11 0,-5-1-7 15,4-2-6-15,-1 3-5 0,-2-1-8 0,8-4-2 16,-4 0-6-16,-10 0-6 0,28-6-4 0,-18 3 0 15,1 0-8-15,-2-3-6 0,-1-1-1 16,3-1-1-16,-4-2-4 0,1-1 0 0,-4 2 0 0,1-5-4 16,-4 4 1-16,1-2-3 0,3 0 7 0,-5 6 7 15,0-9 17-15,-5 7 13 0,2 1-1 0,-2-5 8 16,-2 4-2-16,4 5-6 0,-4-2-2 0,-1-2-3 16,-2 4-8-16,-2 1 1 0,1 2-1 0,-6 2-4 15,9 0-8-15,-14 6 8 0,12-3-4 0,-6 3-7 16,-1 4 0-16,2-3 0 0,1 4 0 0,0-1 1 15,13 0-2-15,-8 5-3 0,-1-2 3 0,9 0 2 16,-8 0-1-16,9 2-9 0,5-1 11 0,-1 4-7 16,1-3 3-16,3 0-3 0,0-4-2 0,6 2-1 15,0-3-4-15,1-1-1 0,-1-7-3 0,7 4 4 16,-1 0-9-16,-2-7-2 0,5 1-6 0,-3-2-2 16,2-3 7-16,-4-6-12 0,3 1-3 0,-1 1-3 0,-3-7 4 15,4 6 1-15,-9-4 0 0,3 0-6 0,-4 0 9 16,3-3 10-16,1 3-3 0,-9-1 0 0,4-1 19 15,2 3 20-15,-4-3 14 0,0 5 11 0,-1 0 2 16,-1-2 22-16,-4 4-5 0,6-1 1 0,-3 3-4 16,0-2-10-16,-1 3-8 0,2-2-11 0,-6 6-4 15,9-2-11-15,-9 2-3 0,0 0-3 0,19 8-8 16,-19-4-3-16,7 3-1 0,-4 0-2 0,4 2 2 16,0 6-9-16,-1-2 0 0,2 2 0 0,-1 0-9 15,-2 1-24-15,0 0-16 0,2 0-27 0,-2-1-26 16,-2 3-22-16,2-6-24 0,2 11-35 0,-6-11-46 15,1 6-60-15,3-10-77 0,1 4-251 0,-2 3-657 16,2-5 291-16</inkml:trace>
  <inkml:trace contextRef="#ctx0" brushRef="#br0" timeOffset="56147.31">20879 4656 74 0,'0'0'387'0,"0"0"-12"0,0 0 11 0,0-19-3 16,5 14-11-16,-5 5-9 0,0-11-11 15,4 1-18-15,-4 2-6 0,1 3-19 0,3-9-5 0,-3 5-26 16,-1-4-18-16,2-1-15 0,3-4-17 0,2 5-19 15,-4-3-25-15,3 5-17 0,-6-3-13 0,5-1-16 16,-3 1-16-16,1 3-9 0,2-1-9 0,-5 5-15 16,2-5-3-16,1 5-19 0,-3 1-6 0,4 0-4 15,-4 1-15-15,0 5-9 0,0 0-31 0,0-10-22 16,0 10-16-16,0 0-3 0,0 0 4 0,0 0 1 16,0 0 5-16,-2 22-1 0,0-10 3 0,2 3 5 15,0 2-2-15,0 2 4 0,-3 4 2 0,3-5 2 16,0 9 0-16,5 1-7 0,-3-1 0 0,3 4-6 15,1-8-4-15,1 6-4 0,1-2-10 0,2 0-7 16,-2-1 0-16,4-1-13 0,-5-1-1 0,2-4-7 16,0-3-4-16,-1 0-3 0,-1-4 3 0,1-1 3 0,-8-4 0 15,7 3 3-15,-1-4 1 0,-6-3 12 0,3 3 6 16,2-2 5-16,-5 0 14 0,0-5 2 0,0 0 2 16,0 0 3-16,0 0 1 0,0 0 5 0,0 0 0 15,0 0 7-15,-21-10 10 0,21 10 1 0,-15-5 7 16,3 3 4-16,7-1-1 0,-1-1 0 0,-7 3 7 15,13 1-5-15,-19-3-2 0,11-2 0 0,-3 5 2 16,11 0-5-16,-17 6 3 0,5-6-4 0,12 0 5 16,-10 0-7-16,10 0 7 0,-9 3-11 0,9-3 4 15,-12 3 4-15,12-3 0 0,0 0-2 0,-3 3 3 16,3-3 8-16,0 0 0 0,0 0 7 0,0 0 4 16,0 0-1-16,0 0 7 0,0 0-20 0,0 0 4 15,0 0-3-15,41-2-13 0,-23-2-36 0,0 1-40 16,4 2-48-16,-1-8-47 0,1 7-62 0,4-4-59 0,6-1-81 15,-7-3-249-15,8 5-676 0,-8-2 299 16</inkml:trace>
  <inkml:trace contextRef="#ctx0" brushRef="#br0" timeOffset="56364.98">21265 4669 70 0,'-10'-1'387'0,"10"1"0"16,-6-6-20-16,6 6-34 0,0 0-34 0,0 0-27 15,16-6-20-15,-8 6-27 0,6-3-19 0,-3 2-34 16,9 1-9-16,-7-2-19 0,9 1-14 0,-1 1-37 16,4 0-46-16,2 1-44 0,-6 1-68 0,1-1-71 15,1-1-77-15,5 0-79 0,-10 3-182 0,0-3-514 16,-1 3 227-16</inkml:trace>
  <inkml:trace contextRef="#ctx0" brushRef="#br0" timeOffset="57064.75">21793 4535 97 0,'0'0'350'0,"0"0"-20"0,0 0-28 15,0 0-31-15,0 0-31 0,0 0-12 0,0 0-35 16,0 0-15-16,0 0-19 0,0 0-15 0,0 0-12 16,2 25-9-16,-2-18-18 0,0 4-4 0,6 1-8 15,-6 1-11-15,9-2-1 0,-3 5-11 0,-6-1-8 16,8 0-4-16,-3-1-5 0,2-1-8 0,-4-4 0 15,2 2-4-15,-3 1-5 0,3-8-6 0,-3 7 1 16,-2-5-4-16,5-3-1 0,-5-3 0 0,3 7-3 16,-3-7-4-16,5 5 5 0,-5-5-3 0,0 0 1 15,0 0-2-15,0 0-4 0,0 0 2 0,21-12-1 16,-17 7-6-16,2-3 13 0,-1 0 25 0,2-1-7 0,-2 0 6 16,0 0 14-16,1 0 12 0,1 2 1 15,0-4 6-15,-1 3 10 0,-2 1-5 0,2-1-1 16,1 0-9-16,-4 3-5 0,2 3-6 0,2-3-11 0,-7 5-3 15,3-4-13-15,-3 4-4 0,7-7-7 0,-7 7-1 16,0 0-3-16,0 0-11 0,18 11-5 0,-13-6-11 16,-2-2 6-16,0 5-15 0,1 3-5 0,2-3-4 15,-2 0-3-15,4 4-8 0,-1 0-4 0,-2-1-3 16,-2-1-5-16,5-1 3 0,-1 0-9 0,-1 2 7 16,-4-4 1-16,5 1 6 0,-1-1 2 0,1-1 6 15,-7 0-1-15,7-5 6 0,-7-1 4 0,6 7 0 16,-6-7 12-16,10 0-9 0,-10 0 11 0,0 0 6 15,13-8 12-15,-6 7 10 0,-5-5-1 0,4-1 13 16,3 2 9-16,-5-4 11 0,3 1 12 0,-4-1 17 16,4 1 3-16,1-1 10 0,-1-1 4 0,-2 2 6 15,2-1 2-15,-4 1 1 0,3-2-2 0,-1 3-9 0,2 2-10 16,-4 0-7-16,4-2-9 0,-5 2-6 0,3 2-7 16,-5 3-7-16,3-5-7 0,4 2 0 15,-7 3-17-15,0 0 0 0,11-4-6 0,-11 4-5 16,0 0-10-16,17 7-13 0,-11-6-11 0,6 4-7 0,-7 2-15 15,1 0-16-15,3-2-18 0,-3 0-23 0,3 5-20 16,-1-2-27-16,2-2-21 0,-2 2-8 0,2-1-32 16,-5 2-27-16,2-5-27 0,-4 4-31 0,4-2-38 15,-2-4-44-15,-2 2-243 0,3 0-664 0,1-2 294 16</inkml:trace>
  <inkml:trace contextRef="#ctx0" brushRef="#br0" timeOffset="57281.2">22531 4606 26 0,'0'0'296'0,"0"0"-6"0,0-4-10 0,0 4-23 15,0 0-20-15,4-4-24 0,-4 4-20 0,0 0-20 16,0 0-16-16,0 0-17 0,0 0-12 0,0 0-7 0,1 16-12 16,-1-7-10-16,0-2-13 0,4 1-3 15,-4 3-8-15,3-1-9 0,-3 0-6 0,3 4-3 16,2-5-7-16,-3 2-8 0,3-1-22 0,1 0-18 0,-2 1-32 15,2-2-50-15,1-2-63 0,1 1-52 0,0-2-60 16,-1-1-172-16,1-4-461 0,4 4 204 0</inkml:trace>
  <inkml:trace contextRef="#ctx0" brushRef="#br0" timeOffset="57647.82">22708 4562 206 0,'-3'-5'265'15,"3"5"-16"-15,-5-6-23 0,5 6-12 0,0 0-25 16,-10-3-15-16,10 3-23 0,0 0-9 0,0 0-12 16,0 0-7-16,-15 14-13 0,15-9-7 0,0 0-8 15,0 2-4-15,2 2-10 0,5 1-6 0,-6-3-8 16,4 2-8-16,2 2-2 0,-2-4-6 0,10 2-6 16,-9 0-1-16,7-2-7 0,-4-2-2 0,4 2-3 15,-5-2 3-15,7 0-6 0,2-4-2 0,-6 2-5 16,-1-3 8-16,3 1 12 0,-13-1 13 0,20-1 23 15,-10-3 13-15,-3 2 12 0,1-3 19 0,-1 1 10 16,-1 1 5-16,1 0 4 0,-7 3-2 0,8-3 2 0,-8 3-5 16,9-3-8-16,-9 3-20 0,6-4-3 15,-6 4-16-15,0 0-13 0,0 0-6 0,8-2-13 16,-8 2-3-16,0 0-9 0,14 9 2 0,-14-3-17 0,5 1-7 16,-2 4-10-16,-3-2-11 0,8 2-8 0,-4-1-13 15,4 3-18-15,0 1-12 0,4-1-13 0,-1-2-35 16,3 2-22-16,-5-1-20 0,6 0-29 0,-3-1-34 15,0 0-45-15,1-4-40 0,-2-3-50 0,1-2-262 16,-2 1-648-16,1-3 287 0</inkml:trace>
  <inkml:trace contextRef="#ctx0" brushRef="#br0" timeOffset="58530.58">23221 4603 100 0,'2'-5'294'0,"-2"-3"-7"0,0 8-14 15,5-6-22-15,-5 6-28 0,0 0-24 0,0 0-22 16,0 0-19-16,0 0-14 0,0 0-12 0,0 0-16 16,0 0-9-16,-13 19-10 0,13-11-9 0,0 2-7 15,0 1-10-15,0-5-7 0,0 6-5 0,0-3-13 16,0 0 3-16,0 2-5 0,0-4 0 0,0 2-13 16,5-1-4-16,-2 0-2 0,-3-3-2 0,5 0-3 15,-5-5-3-15,7 7 4 0,-4-4-12 0,-3-3-7 0,13 0-5 16,-13 0 1-16,15-5-1 0,-7 2-2 0,-1 1-1 15,1-3 1-15,4 0 0 0,-5-2 2 16,1 4 2-16,-2-4 2 0,3-1 5 0,-1 2 17 0,-1-5 23 16,-1 4 25-16,-2-2 38 0,4 5 5 0,-5-7 31 15,-1 5 1-15,4 4 1 0,-6 2 2 0,0-9-1 16,2 2-17-16,-2 7-12 0,2-4-13 0,-2 4-15 16,0 0-15-16,6-5-25 0,-6 5-15 0,0 0-5 15,0 0-7-15,0 0-6 0,-3 21-11 0,6-15-9 16,-3 2-3-16,4 2-7 0,-1-1-1 0,-1 0-24 15,3 0-3-15,3 1-4 0,-3-1-6 0,1 2-8 16,4-4-7-16,-1 1-10 0,2 0-16 0,6 0-6 16,-2-3-5-16,0 1-16 0,-1 0-7 0,1-4-7 15,0-2-6-15,5 0-12 0,-5 0-12 0,-2-4-5 16,2-1-5-16,-5 0 3 0,0 0 5 0,3-5 10 16,-4 3 10-16,4-4 15 0,-2-3 3 0,-6 1 14 15,4-2 7-15,-4 0 21 0,-4-1 12 0,4 0 14 16,-2-3 27-16,-3-4 6 0,-3 6 19 0,3-3 27 15,-1-7 18-15,-3 0 19 0,3 3 17 0,-1 6 21 16,0-4 26-16,1 3 24 0,-1 3 6 0,-5-3 9 16,4 3 25-16,1-2 27 0,-1 6-9 0,3 0 1 0,0 5-5 15,0-2-8-15,-3 3-19 0,-1 0-11 0,3 0-21 16,1 6-19-16,-2-5-25 0,2 5-6 0,0 0-6 16,0 0-12-16,0 0-9 0,0 0-8 0,-16 20-6 15,12-11-7-15,1 1-1 0,-2 9-9 0,3-4-5 16,-3 2-1-16,5 10-3 0,-1-4-2 0,-6 1-5 15,5 3-5-15,2-1-4 0,2-1-6 0,-2 0-10 16,0 2-5-16,5-8-9 0,-3 1-11 0,1 0-17 16,7-1-5-16,-3-2-16 0,-2 4-1 0,4-8 1 15,3 2-11-15,-4-4-11 0,6 1-9 0,0-4-9 16,5 0-11-16,-3-1-2 0,2-2-2 0,2 0-1 16,-2-2-3-16,2-6 6 0,0 0 12 0,-3 0 8 15,3 0 8-15,-4-5 10 0,-1 1 12 0,0 2 10 16,-3-3 7-16,-1 0 15 0,-1 0 21 0,-2 1 30 15,-1-4 24-15,-4 4 21 0,2 1 21 0,-3-3 17 16,3 0 19-16,-5 3 5 0,0 0-3 0,0 6-4 16,-5-15-7-16,3 10-15 0,-3 4-7 0,5 1-3 0,-10-6-10 15,10 6-6-15,-13 0-8 0,13 0-3 0,-15 4-6 16,9-2-3-16,-3 3-11 0,3-1 5 0,-1 5-1 16,0 0-12-16,7-6-2 0,-3 7 5 15,3 1 0-15,0-5-3 0,-5 4-1 0,10-2-24 0,-3 1 15 16,4-2-6-16,3 1-16 0,-1-1-30 0,5 1-32 15,2-1-43-15,2 1-42 0,3-2-47 0,-1-3-70 16,1-3-68-16,5 0-236 0,-2 0-626 0,-5 0 277 16</inkml:trace>
  <inkml:trace contextRef="#ctx0" brushRef="#br0" timeOffset="58714.91">24084 4392 362 0,'-2'-7'460'0,"-4"-7"13"0,4 5-4 16,2-6-28-16,2 3-30 0,4-6-36 0,1 5-10 16,3-1-39-16,1 1-32 0,-1 2-32 0,5-1-29 15,0 1-47-15,0 2-58 0,0 3-71 0,0 1-95 16,-2 3-87-16,-5 2-85 0,5 3-84 0,-3 1-93 0,-3 2-245 16,0 3-683-16,-7 2 302 0</inkml:trace>
  <inkml:trace contextRef="#ctx0" brushRef="#br0" timeOffset="61681.97">5195 7095 171 0,'0'-16'447'0,"0"6"21"0,-1-2-5 0,-1 4-11 0,2 1-20 16,-2 0-23-16,2 7-36 0,-5-9-31 15,5 5-38-15,0 4-38 0,0 0-29 0,0 0-27 16,0 0-23-16,0 0-18 0,0 20-18 0,0-6-9 0,0 6-20 16,5-1-11-16,-1 9-10 0,4 2-14 0,-5-2-6 15,9 7-6-15,-7 11 2 0,3-6-15 0,4-3-4 16,-4-10-7-16,0 2-6 0,5 1-2 0,-3-1-7 15,0-3-20-15,3-4-22 0,-3-3-18 0,-5-4-38 16,5-2-46-16,-6-2-25 0,4-2-48 0,-3-2-29 16,-2-2-20-16,0 1-35 0,-3-6-62 0,5 1-67 15,-5-1-314-15,0 0-767 0,5-16 339 0</inkml:trace>
  <inkml:trace contextRef="#ctx0" brushRef="#br0" timeOffset="61914.2">4899 7037 162 0,'-10'-8'398'0,"2"1"21"0,-2 0 0 0,3 2-1 15,2-2-10-15,-1 3-11 0,1 0-20 0,5 4-25 16,-4-7-28-16,4 7-32 0,4-9-31 0,-4 9-26 0,16-7-23 16,-4 1-25-16,11 4-17 0,7-5-15 0,1-1-17 15,4 6-22-15,8 0-19 0,2-4-28 0,-1 0-33 16,-1 3-32-16,4-2-52 0,-4 2-45 0,-12 2-42 15,1 0-45-15,1-1-41 0,-5 2-47 0,-8 0-47 16,0-3-51-16,-1 6-304 0,-4-3-727 0,-6 2 322 16</inkml:trace>
  <inkml:trace contextRef="#ctx0" brushRef="#br0" timeOffset="62447.51">5717 7331 239 0,'0'-10'309'0,"0"0"1"15,0 1-14-15,-2 0-1 0,4-2-7 0,-4 4-1 16,2-2 6-16,0 0-29 0,-5 3-30 0,5 6-8 15,-2-11-29-15,-3 7-21 0,5 4-23 0,-3-5-14 16,3 5-23-16,0 0-8 0,-28 4-10 0,20 0-20 16,-6 3 3-16,-1 2-5 0,1 3-11 0,-1 2-5 15,0-1-8-15,2 1-2 0,-2 1-13 0,3 0-4 16,-1 6-7-16,-2-3-14 0,7-2-13 0,-4 3 0 16,9-4-26-16,-4 2-11 0,4-6-8 0,-2 2-5 15,0-2 0-15,10 0 1 0,-3-3 2 0,1 1 3 16,2-6 6-16,8 4-6 0,-5-3-7 0,14-3-6 15,-4 1 2-15,4-4 1 0,-3 1 9 0,6-7 3 16,-3 4 3-16,4-3 2 0,4-1 6 0,-13-3 0 16,-3 4 5-16,5-5 2 0,-1 2 5 0,-3-3 6 15,-2 0-1-15,4 4 16 0,-11-1 24 0,2-1 38 16,-3 5 2-16,2-3 24 0,-5-1 15 0,4 2 22 16,-4 1 13-16,3-1-1 0,-3 4-3 0,3-3-8 0,-5 3-12 15,0 4-11-15,1-6-12 0,-1 6-12 0,5-6-15 16,-5 6-9-16,0 0-3 0,0 0-12 0,0 0 0 15,0 0-5-15,4 15-11 0,0-7-1 0,-2 1-16 16,-2-2-16-16,8 2-16 0,-1 2-24 0,-2-1-17 16,3 0-32-16,2 5-18 0,0-7-15 0,0 4-28 15,3 0-37-15,-3-5-43 0,5 5-48 0,0-4-47 16,-7-2-277-16,11 0-660 0,-5 1 291 0</inkml:trace>
  <inkml:trace contextRef="#ctx0" brushRef="#br0" timeOffset="63213.68">6273 7077 109 0,'-4'-12'383'0,"3"1"8"0,-1-1 11 15,2 3 8-15,0 2-1 0,-3-2-5 0,1 3-15 16,2 6-17-16,0-11-24 0,0 11-31 0,0-7-31 16,0 7-27-16,-3-9-32 0,3 9-26 0,0 0-28 15,0 0-16-15,0 0-16 0,0 0-14 0,0 0-11 16,-5 26-12-16,5-18-10 0,0 11-10 0,5 0-7 15,-2 1-9-15,-1 5-6 0,4 5-10 0,3-1-8 16,-3-1-9-16,6 12-9 0,-4-8-21 0,5 10-28 16,-1-13-20-16,1-4-32 0,-1 2-38 0,-4-1-35 15,7-7-32-15,-5 1-17 0,-2-4-25 0,5-1-29 0,1-3-36 16,-6 0-41-16,0-5-24 0,5-2-53 0,-4-2-203 16,-3 0-659-16,9-2 291 0</inkml:trace>
  <inkml:trace contextRef="#ctx0" brushRef="#br0" timeOffset="63515.67">6701 7174 266 0,'0'0'280'16,"0"-7"-14"-16,0 7-17 0,2-6-24 0,-2 6-13 16,0 0-21-16,0 0-11 0,-13-3-8 0,13 3-6 15,0 0-9-15,-17 7-12 0,17-7-4 0,-15 8-3 16,5-2-8-16,-3-3 0 0,0 2-2 0,-5 4-4 15,3-4-3-15,-5 3 3 0,-2-2 7 0,6 3 4 16,-6 2-19-16,3-3-4 0,-3 0-9 0,5 1-10 16,-2 0-4-16,2 0-15 0,2 2-7 0,2-4-9 15,3 1-4-15,2 0-6 0,1 0-8 0,-1 0 0 0,3-1-4 16,3-1-5-16,2 4-4 0,3 1-2 0,6-5-4 16,-3 3 2-16,9 0-12 0,3 0-2 15,1-2-5-15,9 5-31 0,0-4-6 0,2-2-47 0,-2 3-29 16,3-5-35-16,1-1-41 0,1 1-43 0,-5-3-39 15,3 2-43-15,-2-6-276 0,-8 0-633 0,4-2 281 16</inkml:trace>
  <inkml:trace contextRef="#ctx0" brushRef="#br0" timeOffset="64263.73">6908 7248 235 0,'-1'-5'242'0,"1"5"-16"0,-5-3-17 0,5 3-18 15,0 0-8-15,0 0-9 0,0 0-10 0,-17 10-8 16,10-5-15-16,6 2-8 0,-4 0-14 0,-2 1-6 16,6 8-14-16,-1-7-7 0,2 1-8 0,0 2-7 15,0 3-7-15,-5 2-6 0,10-7-7 0,-3 7-4 0,6-2-4 16,-8-3-10-16,5 0-8 0,-4-5-10 0,6 4-11 16,0-2-14-16,1-4-17 0,0 0-21 15,6 0-13-15,-6-2-9 0,2-3-5 0,-10 0-5 0,21-4 9 16,-8-4 2-16,1 2 4 0,1-2 9 0,0-1 5 15,-1-1 4-15,-5-2 2 0,1-3 15 0,5 3 16 16,-9-3 26-16,2 2 26 0,-3-3 20 0,0 6 16 16,2-3 13-16,-4 1 19 0,-1 2 5 0,3 0 24 15,-5 3 3-15,0 0-6 0,2 3-11 0,-2 4-10 16,0-12-16-16,0 12 3 0,0-6-11 0,0 6-24 16,0 0-10-16,0 0-7 0,0 0-5 0,0 0-7 15,0 0-5-15,0 0-3 0,-12 18-4 0,15-9-15 16,-3 0 3-16,0 1-3 0,2 0-2 0,3 2-12 15,2-4 2-15,-4 3-9 0,7-2-9 0,0-2 2 16,5 4 6-16,-1-2-15 0,1-2-2 0,0 0-8 16,5-5 4-16,-3 4-17 0,4-6-2 0,6 0-7 15,-1 2 0-15,6-2-2 0,-1 3 0 0,-1-6 0 0,5 1 4 16,-2-4 3-16,-2 2 5 0,6-2 1 0,-3 2 5 16,4-3 5-16,-3 3 4 0,-2-7 0 15,10 4 8-15,-10-2 1 0,-1-3 2 0,-2 5 3 0,-4-7 2 16,2 5-2-16,-1-3 6 0,-6-6 1 0,2 3 2 15,-6 3 5-15,-2 0 5 0,-2-3 18 0,0-2 13 16,-4 6 14-16,-1-8 5 0,-3 7 13 0,-2-4 9 16,1 1 12-16,-1 0 12 0,-3 2 12 0,-3 1 12 15,-1 1-3-15,1 0-1 0,-2 3-14 0,-3 0-8 16,-1 0-14-16,1 2-8 0,-5 2-11 0,5 3-4 16,-4-3-9-16,12 4-7 0,-26 8-10 0,6-4 0 15,11 7-5-15,-6 1-9 0,2 3 6 0,0 1-3 16,3 7-2-16,3 3-1 0,1 1 0 0,-2 2-4 0,8 15 0 15,0-14-3-15,8 12 4 0,-2 1-2 16,9 2-2-16,0-4-1 0,0 5 3 0,7 1-1 16,-2-5-1-16,-4 2-3 0,6-3 1 0,-6 1 1 0,4 4-2 15,-3-7 1-15,-1-5-1 0,-4-7 1 0,-2-3-2 16,-4-5 4-16,1 1-4 0,-1-6-11 0,-4-1-20 16,1-6 1-16,-1 5-21 0,-4-8-24 15,2-4-37-15,-9 4-21 0,9-4-26 0,0 0-38 0,-29-20-55 16,13 9-67-16,-2-10-335 0,-2-1-701 0,3-1 310 15</inkml:trace>
  <inkml:trace contextRef="#ctx0" brushRef="#br0" timeOffset="64430.25">7564 6974 213 0,'-7'-8'355'16,"5"-2"-20"-16,-4 1-22 0,4 4-29 0,-3 0-28 15,4-2-24-15,-4-1-24 0,5 8-22 0,-2-9-27 16,2 9-47-16,8-1-63 0,-8 1-74 0,22 1-84 16,-7-1-103-16,1 0-181 0,2 7-426 0,1-6 189 15</inkml:trace>
  <inkml:trace contextRef="#ctx0" brushRef="#br0" timeOffset="65696.85">9346 6920 50 0,'0'-10'350'0,"-3"-2"11"0,-2 0 2 16,5 2 22-16,-2 1-5 0,1 1 1 0,-3 4-23 16,4-2-17-16,0 6-31 0,0-10-36 15,-8 7-29-15,8 3-33 0,0 0-21 0,0 0-21 0,0 0-17 16,0 0-16-16,5 28-12 0,-2-14-15 0,1 2-9 16,-1 5-9-16,5 5-10 0,-1-1-8 0,0-1-9 15,2 1-6-15,5 1-2 0,-1 1-11 0,-3-3-5 16,3 0-13-16,-1-2-14 0,-4-7-15 0,0 5-25 15,1-6-15-15,-1-1-43 0,0 1-25 0,-1-7-17 16,-2 0-6-16,-2 0-4 0,2-2-3 0,-3-2-24 16,-2-3-23-16,13 0-23 0,-13 0-23 0,0 0-20 15,8-8-19-15,-8 1-21 0,0 0-8 0,0 0-176 16,-3-6-516-16,-2 1 228 0</inkml:trace>
  <inkml:trace contextRef="#ctx0" brushRef="#br0" timeOffset="65913.53">9292 6852 28 0,'-5'-8'271'0,"5"3"-2"16,0-3-5-16,-2 2 1 0,2 6-1 15,-5-9-6-15,5 9-11 0,0-7-12 0,0 7-25 0,5-7-24 16,-5 7-15-16,0 0-15 0,7-4-18 0,-7 4-21 16,0 0-3-16,16 11-23 0,-7-8-2 0,5 5-6 15,1 1-11-15,-1 2-8 0,2 0-8 0,11 5-11 16,-3 2-25-16,0 2-14 0,0-5-28 0,1 6-23 15,5-5-26-15,-7 1-36 0,4 2-40 0,-2-4-43 16,8-1-47-16,-9-3-247 0,3 0-523 0,-4-1 231 16</inkml:trace>
  <inkml:trace contextRef="#ctx0" brushRef="#br0" timeOffset="66347.48">9878 6964 73 0,'0'0'183'0,"-12"-7"-17"0,12 7-14 0,0 0-16 16,-18 4-10-16,15 3-7 0,-6-1-10 0,3 3-5 0,-1 1-10 16,-1 3-8-16,-1 3-9 0,0-1-2 15,4 2-10-15,-5 0-14 0,-2 1 2 0,4-3-8 16,-4 0-2-16,4 1-4 0,-2 2-2 0,-2-4-7 0,6 1-3 16,-3-1 0-16,5-6 0 0,-6 2 0 0,8-3-4 15,-3-4 21-15,5 1 10 0,0-4-2 0,0 0-6 16,0 0-2-16,0 0-1 0,-7-14-3 0,7 14-1 15,7-18 4-15,0 3 6 0,3-4 0 0,1 6 9 16,2-8 4-16,2-1 7 0,2-5 7 0,-7 2 3 16,10 0 8-16,-4-2 10 0,-1 4 11 0,0 1 13 15,-2 2 6-15,-1 1 17 0,-2 6 14 0,0-6 6 16,5 9 7-16,-11 0-4 0,-2 2-15 0,5 1-15 16,-1 0-16-16,-4 2-17 0,3 2-15 0,-5 3-15 15,0 0-11-15,0 0-1 0,0 0-7 0,0 0-4 16,15 16-10-16,-15-7-1 0,2 6-7 0,4 2-4 15,-4 2-4-15,4-2-10 0,1 1-8 0,0 7-6 0,6-2-9 16,-3 0-12-16,3 1-9 0,2-1-22 0,0 1-24 16,6-3-20-16,1 0-21 0,-1 0-2 15,4-3-20-15,2 0-22 0,-2 0-22 0,3-3-26 0,3-3-23 16,-3-2-30-16,2-3-24 0,0-3-21 0,5-3-195 16,-6-1-541-16,-7 0 239 0</inkml:trace>
  <inkml:trace contextRef="#ctx0" brushRef="#br0" timeOffset="67163.52">10584 7088 128 0,'-10'-11'156'0,"5"2"15"16,-4-3 6-16,2 5 3 0,-6 0-6 0,1 0-13 15,-1 1-4-15,3 0-14 0,-10 0-8 0,4 3-9 16,2 3-8-16,-7 0-9 0,4 0-8 0,-3 3-9 16,4 2-6-16,-4 0-11 0,3 1-7 0,-2 2-6 15,5 1-6-15,-2 2-3 0,1-3-8 0,2 0-3 16,4 4-5-16,-6-2 0 0,9 1-6 0,-1-3-4 15,1-3 0-15,1 3 0 0,1-1-4 0,-2 0-1 0,4-2 4 16,2-2 0-16,0-3 9 0,-3 8 2 16,3-8-3-16,0 0 5 0,0 0-4 0,11 0-6 15,-11 0 0-15,22-6-3 0,-12 4-5 0,1-6-4 16,4-2 1-16,0 1-1 0,-2 1-2 0,4-3-1 0,-4 2-5 16,2 2 5-16,5-3-7 0,-10 0 1 0,6 3-5 15,-1 0 1-15,-3 3 3 0,-2 0-1 0,-2-1-3 16,2 2 0-16,-2 3-1 0,-8 0-4 0,17-3-2 15,-17 3 2-15,11 4-1 0,-6-1 2 0,0 2-1 16,2 1 3-16,0 2-1 0,-1-3-1 0,2 3-8 16,-1-1-7-16,1 1-11 0,2-1-14 0,5 4-22 15,3-3-20-15,1-3-21 0,-4-2-19 0,6 2 0 16,1-2-16-16,7-3-14 0,-7 1-11 0,8-1-1 16,-9-1 10-16,2-2 11 0,5-2 12 0,-8 2 15 15,0-2 9-15,-2-2 14 0,-1-3 19 0,0 1 2 16,-4 0 24-16,2-3 18 0,-5 2 20 0,1-2 23 15,-4-2 10-15,-7 5 24 0,8-6 12 0,-6 0 17 16,-4 6 22-16,2-4 13 0,-7 5 8 0,6-2 7 0,-6-1 2 16,1 5-5-16,1 0-8 0,-4-2-15 15,1 4-11-15,1 1-9 0,-1 0-7 0,8 3-8 16,0 0-6-16,-21 6-7 0,12 2-3 0,6 2-8 0,-4-2-3 16,2 9-2-16,2-5-2 0,-2 7 3 0,4 0-10 15,1 8-3-15,0 0-1 0,1 0 0 0,4 1-3 16,-2 1-2-16,6-2-1 0,1 9-1 0,0-3 1 15,-2-3-1-15,3 1-3 0,1-1 4 0,-5-1 5 16,-1 1-11-16,3-1 0 0,0-2-4 0,-5-1 4 16,1-6-2-16,0-2-2 0,0-3 0 0,-10-4-1 15,10 1 6-15,-5-4 30 0,0-1 31 0,-5 0 33 16,5-7 2-16,-9 3 14 0,9-3 5 0,0 0-2 16,-18-9-2-16,8 1-8 0,2-5-17 0,0-2-8 15,-5 0-13-15,4-4 0 0,3-1-5 0,2-7-7 16,-4 0-9-16,3-1-3 0,3-4-4 0,2 0-5 15,0 1-1-15,4 1-7 0,6-2-11 0,0 3 4 16,0 0-8-16,3 4 2 0,-2 0-5 0,-1 9 1 16,5 3-5-16,-3-1-5 0,-2 3-3 0,-2 2-3 15,5 5 1-15,4-2 0 0,-9 5-4 0,5 1-8 16,-4-4-8-16,4 9 3 0,2 1 4 0,0 2-2 0,1 0 0 16,-4 4 1-16,1-1-4 0,-1 5 8 0,1-4-2 15,0 6 0-15,-5-4-7 0,2 1-21 0,2 3-8 16,-2-4-11-16,5 3-17 0,-5-2-13 0,0 1-18 15,-2-3-21-15,-2 1-33 0,3-7-34 0,-3 1-43 16,4-1-34-16,-3-1-57 0,3-2-206 0,1-2-576 16,3 3 255-16</inkml:trace>
  <inkml:trace contextRef="#ctx0" brushRef="#br0" timeOffset="67413.5">11569 6999 295 0,'-8'-6'316'0,"-2"1"-5"0,-3 1-9 0,-2 1-12 16,0 3-5-16,2 2-15 0,-1-2-10 0,3 1-14 15,-7 3-10-15,3 3-15 0,0 0-11 0,5 1-14 16,-3-4-11-16,4 4-10 0,-4 3-13 0,8-2-9 16,-5 6-9-16,9-1-13 0,1 4-10 0,-5-6-16 0,11 6-1 15,1-4-9-15,1 5-7 0,5-6-7 0,2 3-15 16,0-1-12-16,7 1-25 0,-4-5-38 0,7 1-51 15,1-5-55-15,2-1-57 0,1 0-64 0,-6-3-55 16,6-6-78-16,-7 0-278 0,0 2-700 0,-1-3 310 16</inkml:trace>
  <inkml:trace contextRef="#ctx0" brushRef="#br0" timeOffset="67563.48">11422 6681 141 0,'-8'-3'210'0,"-2"-2"-28"16,3 2-18-16,0-1-17 0,7 4-48 0,-13-3-65 15,13 3-85-15,-13 0-104 0,13 0-167 0,-15 10 74 16</inkml:trace>
  <inkml:trace contextRef="#ctx0" brushRef="#br0" timeOffset="89396.4">12496 6523 48 0,'0'-12'444'16,"5"0"12"-16,-3 1 3 0,3-1 2 0,-5 3-8 15,1-4-21-15,3 6-9 0,-1-5-21 0,-1 7-16 0,-2-2-30 16,6 4-30-16,-6 3-33 0,7-7-28 0,-7 7-35 15,3-5-30-15,-3 5-16 0,0 0-13 0,12 14 0 16,-11-7-12-16,4 6-7 0,-1 4-6 0,1 0-8 16,-2 8-10-16,0 4-17 0,7-4-3 0,-10 4-7 15,0 2-15-15,0 0-7 0,0 10-6 0,0-8-14 16,2-3 4-16,-4 3-12 0,2-2-4 0,0-1-7 16,0 1-4-16,0-8-32 0,0 4-34 0,5-3-44 15,-3-4-41-15,3 1-51 0,0-5-50 0,-2 0-52 16,0-8-41-16,2 3-43 0,-1-3-47 0,2-4-52 15,4-3-51-15,-2-1-309 0,-8 0-876 0,12-10 388 16</inkml:trace>
  <inkml:trace contextRef="#ctx0" brushRef="#br0" timeOffset="89646.3">12291 6322 273 0,'-7'-1'430'0,"4"-3"5"0,3 4-11 16,-5-7-12-16,5 7-18 0,0 0-20 0,0-8-17 16,0 8-30-16,0 0-37 0,8-7-23 0,2 6-27 15,0-2-29-15,7 0-20 0,1 1-22 0,7 2-16 16,4-5-15-16,1 5-13 0,5-3-11 0,3 3-16 16,-5-3-9-16,2 3-25 0,10 0-43 0,-12-4-42 15,0 1-37-15,2 2-45 0,-6-3-45 0,1 2-38 0,-2 0-37 16,-6-1-39-16,-4 3-40 0,4-2-46 15,-3 0-310-15,-9-1-713 0,0 2 317 0</inkml:trace>
  <inkml:trace contextRef="#ctx0" brushRef="#br0" timeOffset="90063.42">12690 6770 337 0,'0'-4'411'0,"0"4"-16"16,0-5-25-16,5 0-31 0,-5 5-35 0,10-5-38 0,-10 5-22 15,13 0-30-15,-5 5-17 0,7 0-21 0,5 2-12 16,-5 0-20-16,5 4-14 0,3 4-14 0,0 0-11 15,-1 5-11-15,-3-4-12 0,1 3-7 0,2 3 2 16,-4-2-16-16,-3-4-1 0,1 2-4 0,-4-1-10 16,0-2-4-16,-6-1-6 0,1-4-3 0,1 1 2 15,-8-3-4-15,0-3-3 0,2 1 3 0,-2-6 9 16,-5 9 10-16,0-7 11 0,5-2 5 0,-17-2 11 16,17 2 4-16,-25-12-2 0,14 4-6 0,-4-4-3 15,2 1 1-15,-2-4-1 0,2 0-8 0,4 2-5 16,1-6-7-16,5 0-4 0,-1 1-11 0,4 1-3 15,5 0-13-15,4 0-22 0,1 4-39 0,3-1-28 0,3 1-45 16,11 1-39-16,1 2-31 0,5 6-37 0,-1-1-29 16,2 5-30-16,11 0-22 0,-9 5-22 0,9-1-16 15,-12 2-234-15,0-1-622 0,0 2 275 0</inkml:trace>
  <inkml:trace contextRef="#ctx0" brushRef="#br0" timeOffset="90463.54">13534 6856 136 0,'6'-7'153'0,"-6"7"25"0,0 0 9 0,-14-13 18 15,7 6 2-15,-1 0 16 0,-6-1 8 0,0-1 0 16,-1 2 5-16,0-1 4 0,-7 1 12 0,4 1-3 16,1 3-15-16,-7-1-2 0,2 4-15 0,1 1-17 15,-1 2-19-15,-4 1-15 0,1 4-18 0,0 1-3 0,5-2-21 16,2 5-13-16,-9 3-13 0,13-1-3 16,-1 1-13-16,1 2-9 0,-1-1-11 0,7 2-4 15,7-5-3-15,-6 7-8 0,7-5-10 0,2 2-2 0,4-3-20 16,1 0-25-16,6-2-14 0,2 0-26 0,6-5-31 15,4-2-23-15,-2-1-15 0,6-1-11 0,0-3-3 16,1 0-1-16,-2-4 4 0,2 0 7 0,0-4 15 16,-14-3 11-16,13 1 7 0,-8 1 10 0,-1-6 10 15,-3 3 14-15,-3 0 19 0,0-3 25 0,-6-1 33 16,2 0 18-16,-5 1 22 0,1 2 21 0,-6 4 33 16,0-3 18-16,0 3 17 0,0 2 9 0,0-2-2 15,-6 2-9-15,4 3-14 0,-3 0-12 0,5 4-13 16,-8-4-12-16,8 4-10 0,0 0-7 0,0 0-9 15,-15 9-8-15,13-1-5 0,-3 3-7 0,5-1-3 16,0 0-10-16,0 7 1 0,0-4-4 0,5 2-2 0,-3 5-5 16,5-5-20-16,1 6-20 0,2-6-29 0,1 1-51 15,6 1-31-15,-4-5-45 0,1-3-36 0,0 3-39 16,-2-1-40-16,6-4-36 0,-1 1-33 0,-1-3-296 16,-2-3-701-16,0-2 310 0</inkml:trace>
  <inkml:trace contextRef="#ctx0" brushRef="#br0" timeOffset="91029.11">13858 6837 168 0,'-1'-6'315'15,"-1"-1"4"-15,-3 3-6 0,5 4-12 0,-7-10-24 16,6 5-22-16,1 5-26 0,-5-3-24 0,5 3-20 16,0 0-11-16,-7 12-6 0,7-12-14 0,-3 14-8 0,-2-5-24 15,5 2-13-15,0-1-15 0,0 7-11 16,5-4-3-16,-2 8-9 0,0-8-12 0,1 6-12 15,2-4-25-15,-1 1-17 0,2-1-12 0,-4-6-26 0,2 3-19 16,-3-5-14-16,3 1-2 0,-3-2-2 0,1-2 1 16,2 0 4-16,-5-4 0 0,15-2 4 0,-15 2 8 15,11-6 5-15,-6 0 5 0,2-2 8 0,-2-1 0 16,3-2 9-16,0-1 10 0,1 1 21 0,-1-5 18 16,2 2 16-16,-7 5 19 0,4-4 13 0,-2 3 11 15,-2-7 11-15,4 7 4 0,-2 3 8 0,-4-1-2 16,4 1-8-16,-3 4-9 0,1-3-24 0,-3 6-2 15,4-4-10-15,-4 4-1 0,0 0-7 0,0 0-4 16,9 11-9-16,-5-3 3 0,-3 1-3 0,1 1 0 0,0-1-2 16,1 6-5-16,0-3-5 0,1 5 1 15,-1-2-8-15,-1-3 7 0,1-2-1 0,0 7-4 16,4-7-19-16,-5 5-3 0,1-6-5 0,0 1-1 0,4-3-4 16,-7 2 3-16,1-5 2 0,4 1 9 0,-5-5-4 15,5 3 4-15,-5-3 2 0,0 0 0 0,0 0 4 16,17-8-3-16,-14 4 0 0,4-7 5 0,-1 4-3 15,3-6 20-15,2 2-2 0,-7-4 12 0,7 2 20 16,-3-1 33-16,1 1 6 0,-3-2 26 0,4-1 11 16,0 4 13-16,-1-3 5 0,-3 5-1 0,1 4 4 15,-2-8-4-15,0 7-4 0,1 1-10 0,1 0-18 16,-5 0-16-16,-2 6-8 0,11-4-18 0,-11 4-6 0,0 0-6 16,0 0-6-16,15 10-7 0,-12-3 0 15,2 3-4-15,2 2-4 0,1 1-19 0,-1 5-39 16,-2-6-40-16,5 6-46 0,-2-3-65 0,2 3-64 0,5 3-65 15,-7 1-70-15,5-7-103 0,-1 0-327 0,3 2-869 16,-4-2 385-16</inkml:trace>
  <inkml:trace contextRef="#ctx0" brushRef="#br0" timeOffset="98812.13">15492 6673 318 0,'15'-20'352'0,"0"-5"-3"16,-7 12-3-16,7-13-18 0,-2 2 3 0,-5 6-18 15,7-7-12-15,-15 6-7 0,7 0-15 0,0 4-7 16,-3-1-9-16,-2-2-15 0,0 5-12 0,-4-1-17 15,2 5-9-15,0-3-28 0,0 4-17 0,-2 1-14 16,1-1-15-16,-2 1-18 0,-4-1-13 0,7 3-8 0,0 5-14 16,-7-12-4-16,4 10-14 0,3 2-5 15,0 0-6-15,-12-5-5 0,12 5-7 0,0 0-5 16,0 0-5-16,-16 4-3 0,16-4-3 0,-12 4-4 0,12-4-3 16,-8 4-1-16,6 1-1 0,-4-2-6 0,6-3 2 15,-5 7-3-15,5-7-2 0,-4 8 1 0,-1-2-3 16,5-6 6-16,-6 9-9 0,6-5 2 0,0 3-3 15,-3 2-1-15,-2-1 0 0,5 0 1 0,0 3 1 16,0 0-2-16,0 1 2 0,0 5-2 0,0 1 1 16,5 1 1-16,-2 4-1 0,2 4 1 0,5-4-3 15,-5 5 2-15,3 0-1 0,-1 6 3 0,7 4-3 16,1 1 1-16,-3-1-2 0,-2-6 3 0,0-2 0 16,6 9-2-16,1-2-1 0,-2 4 3 0,-2-13-1 15,-3 3-1-15,2-2 2 0,4 8-1 0,-6-8 0 16,3-6-1-16,-4 2 0 0,-3 2-11 0,2-8-11 0,-4-8-7 15,-3 10-16-15,6-7-18 0,-4-1-20 0,-3-3-19 16,4-2-10-16,-4 0-9 0,1-1-21 0,1-6-31 16,-2-1-28-16,0 0-35 0,0 0-41 0,0 0-56 15,0 0-54-15,-2-24-291 0,2 14-732 0,-5 1 324 16</inkml:trace>
  <inkml:trace contextRef="#ctx0" brushRef="#br0" timeOffset="99030.38">15376 6925 284 0,'-8'-5'386'0,"1"0"6"0,4 0 14 0,-4 0-30 16,6-5-12-16,1 10-30 0,1-12-34 0,4 7-30 0,0-5-32 16,3 3-21-16,12 2-24 0,-3-2-19 0,11 1-16 15,-7 2-19-15,9-3-26 0,-2 4-30 16,-3 2-57-16,8-3-54 0,-1 2-58 0,-4 2-53 0,3 0-63 15,-11 2-74-15,10 3-68 0,-13-3-219 0,4-1-611 16,-1 4 271-16</inkml:trace>
  <inkml:trace contextRef="#ctx0" brushRef="#br0" timeOffset="100028.66">15780 6729 54 0,'0'0'330'0,"0"-8"-15"15,2 3-25-15,-2 5-24 0,13-4-26 0,-5 1-22 0,5 1-14 16,-13 2-18-16,23 2-14 0,-8 3-15 0,5 1-19 16,-3 0-11-16,3 2-4 0,-4-1-23 15,11 3-10-15,-11 2 2 0,9 0-21 0,-5 0-7 0,-4 2-5 16,1-3-13-16,-4 2 4 0,-1 1-5 0,1-2-7 15,-3 1-2-15,-5-2-6 0,2-3-10 0,-2 2 4 16,-5-3 0-16,0 3 1 0,0-5-6 0,0 2 6 16,-5 0-15-16,1-2 3 0,4-5-4 0,-11 5 2 15,11-5 2-15,0 0-3 0,-20-5 6 0,20 5-3 16,-12-12 0-16,9 8 3 0,-2-2-3 0,3-6 4 16,4 0-2-16,1-1-2 0,2-3-2 0,2 5-2 15,4-5-4-15,-1 4 3 0,5-3-4 0,-3 7 0 16,-1-3 0-16,3 0-1 0,-6 6 0 0,5-2-1 15,-1 3 1-15,-1 0-8 0,3 0 0 0,-4 3 4 16,-4 1-2-16,7 5-1 0,-4-1 2 0,2-1 3 16,-1 5 1-16,2-3-5 0,-2 6 2 0,0 1-3 15,5-1 2-15,-5 0 0 0,-1 1 3 0,5 0-1 16,-6 2-3-16,5-4-2 0,2 5 0 0,0-5-10 0,0 2-4 16,1-4-4-16,-1-1-8 0,0 2-5 0,0-5 0 15,-2 0 1-15,-3-2 6 0,4-2 1 0,-6-5 6 16,5 5 3-16,-6-4 3 0,-2-4 2 0,0 4 1 15,1-4 7-15,-6-2 2 0,0 1 10 0,0 0-4 16,-8-7 3-16,1 5 9 0,1 0 3 0,-3-5 13 16,1 0-3-16,2 2 1 0,-8-1 8 0,4 3-5 15,4-3 0-15,-4 6 0 0,2 1-7 0,1 1 8 16,0 1-13-16,1 0-2 0,1 0 14 0,5 6-17 16,-7-9-2-16,5 6-6 0,2 3-1 0,0 0-2 15,0 0-2-15,0 0 2 0,19-2 1 0,-19 2-1 0,18 5 4 16,-3 2-5-16,0-3 11 0,-7 0-12 15,12-1-6-15,0 6 3 0,-2-2 3 0,-3-2-1 16,5 6-5-16,-10-4 6 0,8 2-1 0,-3 2-1 0,-4-4-2 16,1 5-3-16,-6-4 9 0,1-1-4 15,0 1 3-15,-2-1-1 0,0-1 1 0,-2 1 0 0,2 0-4 16,-3-2 4-16,1-2-5 0,-2 4 3 0,-1-7 16 16,2 5-15-16,-2-5 1 0,2 7-2 0,-2-7 13 15,0 0 5-15,0 0 5 0,0 0-1 0,0 0 9 16,13-12 3-16,-8 4 11 0,-2 2 5 0,1-2 3 15,-1 0 1-15,5 0-3 0,-3-3 2 0,2 3 2 16,-2 0-2-16,3 0 0 0,-3-2-8 0,2 4-2 16,-1 0-6-16,3 1 7 0,-3 0-21 0,2 3-1 15,-1-1-4-15,-7 3 10 0,0 0-15 0,25 6-5 16,-17-5 5-16,-1 6-2 0,-2-2-4 0,6 3 6 16,-2-1-5-16,-4 4-1 0,0-3-3 0,8-1-4 0,-12 1 6 15,6 0-3-15,1 0 2 0,-3 1 1 0,4-3-1 16,-3 0 8-16,1 0-10 0,-6-2 4 15,6 3 1-15,-2-2 5 0,-5-5-3 0,10 0 5 0,-10 0-2 16,15-7 18-16,-9 6 18 0,4-7 11 0,-5 2 17 16,5 0 3-16,-3-5 9 0,5 4 4 0,-3-5 7 15,0 4 6-15,4-5 0 0,-5 2 0 0,4 1-1 16,-1-3 2-16,-4 5-12 0,5 2-5 0,-6 0-16 16,1 0-13-16,-2 3-9 0,1 1-7 0,-6 2-7 15,14-3-11-15,-14 3 1 0,13 5-28 0,-6-2-34 16,-1 3-35-16,-1 0-42 0,3 1-51 0,-1 4-58 15,0-2-47-15,6 3-50 0,-5 2-49 0,5-1-59 0,-4 1-358 16,4-1-848-16,-1-1 375 0</inkml:trace>
  <inkml:trace contextRef="#ctx0" brushRef="#br0" timeOffset="100546.07">18246 6432 301 0,'3'-6'310'15,"1"0"-6"-15,1-1-3 0,-2 0-7 0,-1 4-5 0,-2 3-6 16,5-16-4-16,-10 12-17 0,3-4-5 0,2 4-18 16,-7-3-6-16,2 2-13 0,-6-2-9 15,1 7-10-15,0-3-8 0,-7-1-20 0,-2 7-2 0,5-3-12 16,-4 1-13-16,2 2-12 0,-4 4-16 0,1-2-13 16,8 3-7-16,-6-2-13 0,2 0-7 0,4 1-14 15,3 5-3-15,4-4-10 0,1 3-2 0,1 0-7 16,4 5-2-16,3 0-1 0,5-1-4 0,5 0-2 15,3 6-5-15,3-6 4 0,-1 4-9 0,5 3-2 16,3-6-1-16,-1 5-5 0,-1-4 0 0,-1 0-1 16,-3-2-4-16,1 2 1 0,-3-2-4 0,-5-3 1 15,-1 2-3-15,0-2 0 0,-4-4-2 0,1 3-1 0,-8-3 0 16,4-1-1-16,-2 2 1 0,-2-2 0 0,-3 2 4 16,0-3-4-16,-3 2 4 0,-4-5 7 15,2 3 5-15,-4-2 8 0,-3-1-2 0,-3 2-1 0,2-3-3 16,-2-2-1-16,-8 1-1 0,8 2-1 0,-8-3-3 15,3 0-17-15,0 0-24 0,-2 0-36 0,4-3-43 16,2 3-55-16,6 0-57 0,0-1-60 0,10 1-83 16,-17-4-95-16,9 0-314 0,8 4-834 0,-7-4 369 15</inkml:trace>
  <inkml:trace contextRef="#ctx0" brushRef="#br0" timeOffset="101145.13">19183 6147 256 0,'-2'-8'442'0,"2"4"2"16,0-10-3-16,-3 9-8 0,3 5-24 0,0-11-34 15,0 11-39-15,0 0-43 0,0 0-36 0,0 0-24 16,0 0-19-16,0 0 14 0,10 16-14 0,1-1-17 16,-2 2-5-16,1 8-12 0,3-2 11 0,-3 4-18 15,1-1-18-15,3 2-12 0,-3 0-17 0,7 10-10 16,-8-8-13-16,5 6-10 0,-6-3-9 0,4-3-6 16,-5 0-11-16,0 0-2 0,4 2 1 0,-4-5-14 0,-1 1-38 15,-6-1-25-15,-1-3-36 0,7-5-56 0,-5-1-50 16,4-2-62-16,-6-1-22 0,7-7-50 0,-7 4-45 15,0-1-37-15,2-7-41 0,-2 4-341 0,0-8-815 16,0 0 361-16</inkml:trace>
  <inkml:trace contextRef="#ctx0" brushRef="#br0" timeOffset="101579.47">19171 6496 62 0,'-11'-4'351'0,"4"-4"-3"0,-1 5-5 0,8 3 4 0,-10-5 4 16,5 3-25-16,5 2-17 0,-7-7-25 0,7 7-22 16,0 0-22-16,0 0-18 0,0 0-16 15,0 0-20-15,15-5-20 0,-2 5-15 0,4 5-14 0,5-4-14 16,11 3-13-16,-4 0-13 0,3 1-5 0,-2-2-13 16,4 2-7-16,-4 1-6 0,0 2-9 0,0-1-6 15,-5-1-7-15,-6 1-3 0,1 1-4 0,-1-1-7 16,-1 2 6-16,-2-1-12 0,1-1-1 0,-4 1-2 15,2 4-5-15,-7-3 0 0,1 0-4 0,0 6 6 16,-4-6-8-16,2 6-5 0,3 0 2 0,-7-3-1 16,6 0 2-16,-6 3-13 0,2-3-3 0,3 4 2 15,4-2 5-15,-4-2 1 0,7 0-1 0,-7-1 6 0,4-6-1 16,3 3-1-16,0-1 5 0,-1-2 8 0,3 1 6 16,0-6 3-16,1 1 2 0,-2-2 13 15,4-2 3-15,-3 0-2 0,-1-3 0 0,-1-5 2 0,-2 3-3 16,2-3-3-16,-8-4-1 0,1 0-4 0,-1 0-4 15,-2-2-5-15,-5-2 0 0,-4-4-2 0,-4-1-6 16,2 8-3-16,-3-2-1 0,-4 1-3 0,-2 1-13 16,0 1-14-16,-8 0-34 0,7 4-42 0,-4 3-34 15,3 0-40-15,-4 4-45 0,-1 2-42 0,1 0-59 16,2-1-76-16,-2 6-331 0,1 1-782 0,-10 3 346 16</inkml:trace>
  <inkml:trace contextRef="#ctx0" brushRef="#br0" timeOffset="102246.05">20636 6270 296 0,'-3'-7'411'0,"1"0"-9"0,2 7-16 0,0-8-10 16,0 1-22-16,0 7-16 0,-3-5-18 0,3 5-22 0,-3-8-28 15,3 8-25-15,0-6-27 0,0 6-23 0,0 0-20 16,-9-6-16-16,9 6-15 0,-5-3-15 15,5 3-14-15,-11-3-12 0,6 0-9 0,5 3-9 0,-15-2-10 16,15 2-9-16,-10-4-2 0,10 4-6 0,-12-6-4 16,12 6-9-16,-6-2 10 0,6 2-8 0,-5-3 0 15,5 3-3-15,0 0-1 0,-4-7-2 0,4 7-12 16,0 0-7-16,0 0-2 0,14-10-7 0,-6 10-1 16,4-2-4-16,2-1-2 0,1 3 0 0,4 5 0 15,2-3-2-15,1 3 0 0,2-2-2 0,-5 6 0 16,-3-6-3-16,6 9 0 0,-2-5 0 0,-6 6 0 15,3 0 1-15,-2 1-2 0,0 0-2 0,-2 1 5 0,2 8-2 16,-5-4-2-16,-4 5 3 0,1 3-2 0,-4 0 1 16,2 0 1-16,-5 2 1 0,-1-5-2 15,1 3-1-15,-2 0 0 0,-3-7 1 0,-3 7 1 0,4-11 2 16,-5 2 1-16,2 2-1 0,-5-5 1 0,1 1-4 16,1-5 8-16,-3-1 2 0,-1 0 20 0,6-3 15 15,-5 0 21-15,10-1 12 0,-9 0 15 0,4-3 18 16,1 3 16-16,0-6 9 0,7 0 37 0,-10 1-23 15,10-1-1-15,0 0-8 0,0 0-1 0,0 0-4 16,-11-4-15-16,11 4-16 0,0 0 2 0,21-9-28 16,-7 6-8-16,1-1-12 0,6 2-3 0,1-3-4 15,7 5-10-15,0-4-9 0,0 4-25 0,3-3-40 0,1 1-36 16,-3 1-56-16,-1 1-34 0,-2 0-58 0,3 0-55 16,-2 1-44-16,-2 1-58 0,-4-2-54 15,1 0-64-15,-6 0-71 0,4-2-292 0,-4 1-925 0,-2-1 410 16</inkml:trace>
  <inkml:trace contextRef="#ctx0" brushRef="#br0" timeOffset="103295.14">21543 6112 363 0,'0'0'416'0,"0"0"6"0,2-7-8 0,-2 7-16 15,0 0-22-15,3-6-33 0,-3 6-32 0,0 0-34 16,0 0-31-16,0 0-28 0,0 0-21 0,0 0-20 16,5 17-17-16,-2-9-18 0,4 3-10 0,-2-3-12 15,-2 4-14-15,2-2-11 0,2 8-7 0,1 1-7 16,0-1-9-16,-3-2-8 0,2 3-4 0,6-3-8 15,-8 4-5-15,5-6-4 0,-8 2-7 0,4-5-2 16,-1-1-3-16,2-1-5 0,-4-1-16 0,4-3-9 16,-2 3-4-16,-2-4 2 0,-3-4 3 0,0 7 2 0,0-7-13 15,7 3-6-15,-7-3-11 0,0 0 9 0,0 0 3 16,5-14-3-16,-5 6-2 0,-4-4 4 16,8 5 7-16,-8-2-8 0,3-3 1 0,-3 1 1 0,1 0 10 15,0 0-6-15,-2-2-1 0,2 2 0 0,-1-1 2 16,-2 1 1-16,-4-1 2 0,3 5 0 0,-3-4 1 15,0 6-1-15,5-3-3 0,-8 0 4 0,3 5-8 16,-3-1 9-16,0 0-3 0,1-3 5 0,2 5 1 16,-11 0 1-16,6 2-2 0,5 2 4 0,-3 0-4 15,-7 1 2-15,10 1-1 0,-3 0-6 0,-1 0 7 16,6-1-3-16,0 4-5 0,-2-2 8 0,0-1 0 16,5 3 0-16,-2 2-3 0,2-2 6 0,-1 1 0 15,6 1-1-15,-2-2 1 0,-3 1 2 0,5 3-7 0,5-3 5 16,-3 4 4-16,4-4-1 0,-4 2-6 15,5 1 4-15,1-2 0 0,5 3 0 0,-3 2-4 16,2 2 9-16,3-5-7 0,-7 2 1 0,7-1 2 0,0 0-4 16,-4-2 0-16,4 6 0 0,-5-3 0 0,3 1-4 15,-4-1 0-15,2 1 1 0,1-2 1 0,-6 4 1 16,4-4 0-16,-3 2-4 0,1-6 1 0,-5 4 0 16,4 0 4-16,0-2-1 0,-1 6-4 0,-4-8 3 15,6 0 1-15,-6 4 3 0,3-7-3 0,-4 5 0 16,1 1 0-16,3-7 0 0,-3 1 1 0,-2-5-2 15,0 11 3-15,-2-6-2 0,2-5-4 0,-5 6 8 16,5-6 0-16,-5 5 0 0,5-5 4 0,-5 2 1 0,5-2 3 16,-15 5 1-16,15-5 8 0,-16-5-3 15,16 5-2-15,-17-2 4 0,7-1 2 0,0 0-2 16,-3 1 8-16,0-2-3 0,-2 1 0 0,0-2-3 0,0 0-2 16,0 0-2-16,0 3 2 0,2 1-4 0,5-2 1 15,-7-3-5-15,7 5 2 0,-2-6 0 0,-2 5-6 16,6-3 6-16,-3 3 3 0,9 2 4 0,-15-3 14 15,9 3 4-15,6 0-2 0,-7-5-3 0,7 5 12 16,0 0-4-16,-8-5-3 0,8 5-2 0,0 0-1 16,0 0 7-16,0 0-7 0,0 0-5 0,0 0-6 15,0 0-3-15,0 0-4 0,0 0-2 0,0 0-7 16,0 0 3-16,28 9-4 0,-20-8 1 0,1 1 0 16,4 4-5-16,-5-2 1 0,7 4-1 0,0 1 0 15,5-3 2-15,-10 5-5 0,8-1 2 0,-3-2-3 16,0 2-14-16,1 1-28 0,-6-3-34 0,3 3-34 15,-4-3-56-15,4-1-38 0,-3 2-41 0,-2-3-47 0,0 0-56 16,-3 0-58-16,2 0-335 0,-2-3-803 0,-2 4 355 16</inkml:trace>
  <inkml:trace contextRef="#ctx0" brushRef="#br0" timeOffset="104295.8">18147 6290 126 0,'-7'-4'277'0,"7"4"-3"16,-6-4-5-16,6 4-4 0,0 0-13 0,0 0-10 15,-12-4-13-15,12 4-12 0,0 0-9 0,0 0-19 16,0 0-21-16,-8-2-15 0,8 2-16 0,0 0-15 16,0 0-10-16,0 0-11 0,0 0 9 0,0 0 10 15,0 14-17-15,0-14-2 0,0 0-8 0,0 8-10 0,0-8-9 16,0 11 0-16,1-5-4 0,4-3-2 0,-3 3-6 16,1 0-6-16,1-3-8 0,-4-3-5 0,5 7 8 15,-5-7-7-15,8 8-10 0,-7-7-1 0,-1-1-5 16,7 3-2-16,-7-3 1 0,7 7-6 0,-7-7-3 15,5 2-24-15,-5-2-37 0,8 10-41 0,-5-9-43 16,-3-1-59-16,12 3-58 0,-6-2-83 0,-6-1-292 16,15 8-670-16,-8-4 296 0</inkml:trace>
  <inkml:trace contextRef="#ctx0" brushRef="#br0" timeOffset="104944.96">18201 6925 127 0,'0'-4'211'0,"0"4"-9"0,0 0-6 15,-6-6-5-15,6 6-7 0,-9-5-10 0,5 1 0 16,0-4-5-16,-1 4-2 0,0 1-3 0,5 3-6 15,-10-8-9-15,5 7-10 0,-1-5-9 0,6 6-4 16,-10-8-11-16,10 8-8 0,-12-2-7 0,12 2-13 16,-5-7-7-16,5 7-8 0,-8-1-6 0,8 1-7 15,0 0-9-15,0 0-4 0,0 0 4 0,0 0-10 16,-12-2-7-16,12 2 0 0,0 0-3 0,0 0-2 16,0 0 0-16,0 0 0 0,0 0-2 0,0 0 1 0,0 0 5 15,0 0 8-15,0 0 4 0,0 0 1 0,0 0-5 16,0 0 0-16,0 0-13 0,0 0 5 15,0 0-1-15,20 11-6 0,-20-11-4 0,9 4-3 0,-1 1 0 16,-3 1 1-16,1-5-2 0,3 2-15 0,2 4-38 16,-1-5-42-16,0 8-47 0,5-3-66 0,0-1-75 15,0 1-73-15,5 1-192 0,-5-2-575 0,6 0 256 16</inkml:trace>
  <inkml:trace contextRef="#ctx0" brushRef="#br0" timeOffset="121960.72">22621 6120 267 0,'0'-24'409'0,"3"-2"8"0,-1 7 10 0,-1-1-1 15,3 3-4-15,-3-1-26 0,-1-1-10 0,4 4-12 16,-4 3-19-16,0 5-31 0,0-1-32 0,0-1-31 16,0 6-34-16,0 3-31 0,0 0-20 0,0 0-18 15,0 0-17-15,11 26-11 0,-4-6-16 0,1 11-7 16,2 8-8-16,2 11-11 0,-4-4-7 0,2 1-11 15,0 3-6-15,1-6-4 0,2 5-3 0,-4 1-7 16,4-5-5-16,-5-3-31 0,4-1-40 0,-2-10-48 16,-2-3-44-16,-5 1-37 0,1-9-66 0,-3-4-36 0,-1 3-40 15,-1-2-34-15,1-5-46 0,-5-2-69 0,-4-2-277 16,8-4-781-16,-9-2 346 0</inkml:trace>
  <inkml:trace contextRef="#ctx0" brushRef="#br0" timeOffset="122477.72">22463 6356 52 0,'0'0'319'0,"0"0"-23"15,0-8-20-15,0 8-11 0,0 0-8 0,17-3-11 16,-4 6-28-16,2-2-18 0,7 1-18 0,7 4-18 16,3-4-12-16,3 3-21 0,11 3-12 0,4-4-9 15,1 3-1-15,0-3-19 0,2 0-10 0,-2 0-10 16,2 3-13-16,-3-6-20 0,1-1-27 0,-6 0-7 15,0 0-15-15,-12 0-7 0,-2-1-11 0,-1-6-2 16,5 0 2-16,-17 5 4 0,4-1 2 0,-7-2 4 16,-4 3 3-16,-3 1 5 0,-1-3 1 0,-4-3 4 0,-3 7 5 15,0 0 5-15,-15-8 17 0,4 4 14 0,-7 4 13 16,-4 4 1-16,1-1 0 0,-11-1 8 16,4 3 8-16,-2 5-4 0,-1 0-9 0,4 0-1 0,-4 0-2 15,3 6-4-15,3-5-5 0,-2 5-4 0,11-3-5 16,1 1-6-16,2-1 3 0,3 1 6 0,3-2-16 15,5-1 0-15,4 0 4 0,1 1-8 0,6-4 3 16,4-1 2-16,5 2-2 0,7 2-4 0,5-6-2 16,-4-2-9-16,6-3 1 0,-2 0-19 0,-1-3 3 15,1-1-1-15,0-4 3 0,-2 0-1 0,-1-3-1 16,-1 0 1-16,-1-5 1 0,-9 6 6 0,8-10-1 16,-10 7-2-16,-2-3 9 0,0 1 3 0,-6 0 27 15,-4 5 32-15,5-2 17 0,-7-3 14 0,4 5 17 0,-4 1 8 16,-4 1 4-16,4 2-5 0,4-2-21 15,-4 8-7-15,2-7-15 0,-2 7-6 0,0 0-7 16,0 0-7-16,0 0-9 0,0 0-7 0,-6 21 1 0,6-12-3 16,0 7-3-16,6-1-4 0,1 0-4 0,1 5-8 15,0 3-8-15,6 0-26 0,0-1-39 0,1-1-40 16,0-1-30-16,7 0-31 0,-2-1-36 0,1-1-43 16,-1 1-39-16,0-12-50 0,0 1-47 0,1 1-223 15,1-5-644-15,-4-1 285 0</inkml:trace>
  <inkml:trace contextRef="#ctx0" brushRef="#br0" timeOffset="123344.05">23769 5992 345 0,'-1'-15'401'0,"-6"5"-19"0,7 1 10 0,-3 0-22 15,-1 2-30-15,3 3-39 0,1 4-31 0,-2-8-40 0,2 8-28 16,0 0-12-16,0 0-21 0,2 19-17 15,-2-7-10-15,1 3-19 0,6 5-19 0,-4 8 3 16,1-1-11-16,-3 4-9 0,8 8-8 0,-8 3-11 0,3 2-2 16,2-2-6-16,-1-13-6 0,-2 14-3 0,-3-4-3 15,4 3-9-15,-1-14 9 0,-3-1-17 0,-3-3-1 16,3-2 5-16,0-3-34 0,0-4-3 0,0-2-5 16,0-2-2-16,0-2 6 0,0-3 13 0,0-6-9 15,0 6-2-15,0-6-4 0,0 0-3 0,0 0 5 16,10-21 2-16,-5 10 3 0,5-4-2 0,-4 2-2 15,4-5 6-15,-3 2-7 0,6-3 3 0,-5 3 2 16,1-4 8-16,2 7 23 0,-3-2 26 0,-6 6 17 0,10-1 13 16,-9 2 1-16,4 5-4 0,-7-8-15 15,5 6-12-15,-4 2-9 0,-1 3-6 0,0 0-8 16,0 0-1-16,0 0-3 0,13 16-1 0,-11-9-4 0,3 9-4 16,0 0-1-16,-2 2-3 0,1 0-2 0,1 2-1 15,3 2-3-15,-1-4-29 0,1 1-10 0,3 0-31 16,-1-3-29-16,0 0-28 0,5-2-28 0,2-4-26 15,-1 0-23-15,1-3-15 0,-2-1-14 0,5-4-12 16,-2-2-7-16,3-2 0 0,-6-6 4 0,7 1 12 16,-6-5 14-16,-1-1 7 0,5-6 17 0,-5-3 10 15,5 1 18-15,-4-5 16 0,-2 2 15 0,-1 1 24 16,-3 0 40-16,-2 2 41 0,-1-6 47 0,-1 9 27 16,-6 3 30-16,2 3 23 0,-4 1 16 0,-3 2 8 15,4-1 9-15,-6 2 15 0,-1 1 6 0,-1 0-5 16,-2 2-2-16,1 0-11 0,-3 4-2 0,-2 2 5 15,-2-1-11-15,2 7-12 0,-3 1-17 0,3 0-5 0,-1 1-19 16,1 3 1-16,0-2-13 0,2 7-4 16,4-2-2-16,-2 0-12 0,9 1-1 0,-3 2-7 15,2 9-4-15,3-7-2 0,3 1-2 0,4-1-5 0,-2 8-1 16,5-8 7-16,6 0-12 0,-6 2-13 0,3-7-7 16,2 1-23-16,0-7-13 0,7 5-11 0,-7-9-18 15,8 3-11-15,-5-5 3 0,0-2-4 0,2-1 9 16,-2-1 5-16,4 0 3 0,-2-4 7 0,-4 0 7 15,2-5 16-15,-3 0-7 0,0-4 3 0,-3 1-2 16,1-6 10-16,-1-3 0 0,-1-2 6 0,-3 4 14 16,-1 4 22-16,1-2 17 0,-1 0 20 0,0-1 14 15,1 5 20-15,-2-6 3 0,-1 5 6 0,-1 3 8 16,2 5-4-16,-1-4-3 0,-3 6 6 0,3-3-12 0,-2 0-8 16,-3 4-12-16,0 4-12 0,7-6-11 15,-7 6-6-15,8-1-1 0,-8 1-7 0,0 0-4 16,22 11-5-16,-16-3-1 0,6 1-6 0,-4 5 0 0,5-2-2 15,-3 1-3-15,0 2-3 0,2 4 5 0,-4-4-5 16,0 2-2-16,-1-2 1 0,3 3-3 0,-7-5 2 16,4 2 4-16,-2 0-9 0,-5 2 2 0,0-7-2 15,5 1-40-15,-4 2-26 0,-2-3-44 0,2 0-51 16,-1-3-48-16,0 4-53 0,-3 0-60 0,0-6-85 16,-2 0-338-16,0 1-798 0,-2 2 353 0</inkml:trace>
  <inkml:trace contextRef="#ctx0" brushRef="#br0" timeOffset="125494.04">26116 6104 160 0,'-3'-12'299'15,"-2"1"-23"-15,-2 3-23 0,-1 0-20 0,2 1-16 16,-3 3-15-16,-7-2-17 0,2 1-17 0,1 1-18 16,-2 1-13-16,5 2-16 0,-9 1-11 0,9 3-14 15,-2-5-4-15,2 5-13 0,-3-3-7 0,13 0 0 16,-15 0-10-16,15 0 15 0,-13 0 17 0,13 0 19 15,-12 0 26-15,12 0-2 0,-8-8-14 0,8 4-9 16,-3-4-8-16,3 0-10 0,0-3-14 0,6-2-5 16,-4-4-8-16,1 7-9 0,2-4-4 0,2-2-8 0,1 2-3 15,-1 1-3-15,1 5-2 0,-3-3-9 0,3 3-2 16,0-3-5-16,-8 6-4 0,7-2-11 0,-2 6 8 16,2-2-16-16,-7 3 0 0,14 1 1 0,-14-1 0 15,17 10 2-15,-9 1 2 0,7 5-3 0,-2 3-1 16,2 8-2-16,0 0 2 0,5 9 0 0,-8-8 5 15,6 13-3-15,-7 2-5 0,-1-4 2 0,0 2 2 16,2-2-17-16,-7-10-3 0,2 5-5 0,-7-3-2 16,0-3 2-16,0-1-3 0,-7 0 4 0,-1 0 5 15,-2-12-1-15,-5 5 1 0,-5-2 0 0,-2-2 8 16,1-7-2-16,-6-1 3 0,-6-1 26 0,4-2 11 16,-16-3 19-16,8-4 9 0,-6-3 7 0,7 3 16 0,-5-9 6 15,7 4 12-15,3-4 17 0,8-1 7 0,3 0 1 16,3 1-3-16,3-6-5 0,2 6-6 15,9-5-5-15,-2-1 4 0,5 0-21 0,13 4-9 0,2-2-11 16,8 0-9-16,7 1-6 0,5 2-6 0,9 4-5 16,6 0-7-16,5 5-2 0,-11 2-2 0,8 2-9 15,-9 6-1-15,-7-3-5 0,14 9 0 0,-19-4-12 16,12 9-38-16,-11-4-38 0,-6 1-42 0,1-2-44 16,1 5-47-16,-4-9-44 0,-4 10-39 0,-5-4-48 15,3-3-49-15,-3-2-52 0,-6-1-261 0,-1-1-755 16,-1 3 334-16</inkml:trace>
  <inkml:trace contextRef="#ctx0" brushRef="#br0" timeOffset="125711.65">26413 6225 357 0,'0'-9'470'0,"0"9"-11"0,0 0-26 0,-4-7-23 0,8 0-31 15,-4 7-27-15,0 0-28 0,0 0-27 0,0 0-28 16,0 0-27-16,0 0-22 0,0 0-22 0,18 3-16 16,-8 1-24-16,3-3-12 0,4 5-16 0,4 0-41 15,-3-1-57-15,4-3-69 0,8-2-73 0,-1 5-66 16,-10 1-73-16,4-3-74 0,-2 3-73 0,1-6-247 16,-1 0-696-16,-6 0 307 0</inkml:trace>
  <inkml:trace contextRef="#ctx0" brushRef="#br0" timeOffset="126293.87">26889 6051 7 0,'0'0'277'0,"0"0"2"0,0 0-10 0,-15 18-11 15,15-9-14-15,-6 2-7 0,4 4-24 0,0-2-18 16,2 5-25-16,-1 0-10 0,2-5-20 0,3 11-13 15,2-5-14-15,-1 0-1 0,-1 1-16 0,2-1-13 16,-1 0-8-16,-1-2-5 0,5-3-5 0,-4 1-8 16,2-2-4-16,1-2-4 0,-3-6-2 0,-3 5-1 15,6-6-4-15,-3-3-5 0,2 1-5 0,-7-2 1 16,15-2-5-16,-7 1-7 0,-1-8 6 0,1 3-4 0,0-6 0 16,4 1-1-16,-4-2-2 0,0-5 11 15,6 6 17-15,-6-6 28 0,0 5-6 0,-1-1 12 16,1-1 20-16,-1 1 13 0,1 3 4 0,-3-5 10 0,-4 6-13 15,4 2-8-15,-1 1-3 0,1 1-14 0,-2 0-12 16,-3 6-15-16,0 0-14 0,10-1-2 0,-10 1-6 16,0 0-3-16,10 11-4 0,-5-2-1 0,-2 2-6 15,4-4 0-15,-1 5-4 0,-2 0-2 0,1-1-3 16,1 4 6-16,-1-2-10 0,0 1 0 0,2-1-2 16,-7-2-3-16,5 0-4 0,-4-3-17 0,1 0-3 15,6 0 8-15,-8-5-4 0,0-3 13 0,4 5 3 16,-4-5-4-16,0 0 2 0,0 0 4 0,0 0-2 15,0 0-2-15,16-15-5 0,-9 8 9 0,1-3-5 16,-3 0 1-16,3-4 7 0,1 0 16 0,-1-1 11 16,0-1 14-16,2 2 16 0,0 1 6 0,-2-1 10 15,6 5 4-15,-6-4-8 0,5 3-3 0,-5 2-7 0,-1-1-11 16,0 1-2-16,-4 5-12 0,4 0-8 16,1-2-9-16,-3 2-3 0,-5 3-5 0,13 0-3 15,-13 0-3-15,15 11-2 0,-8-7-10 0,-2 4-28 0,1 7-21 16,-1-9-35-16,3 12-42 0,-1-3-38 0,0 0-41 15,1 1-38-15,-1 0-17 0,-1 3-43 16,2-3-40-16,2-2-36 0,-1 2-36 0,-3-4-246 0,4 0-715 16,0 0 317-16</inkml:trace>
  <inkml:trace contextRef="#ctx0" brushRef="#br0" timeOffset="126510.51">27714 6111 361 0,'0'-6'420'16,"-7"-2"-1"-16,7 3-20 0,0 5-24 0,-2-8-29 16,2 8-42-16,0 0-34 0,0 0-33 0,0 0-26 0,0 0-20 15,0 0-14-15,0 0-19 0,9 24-14 0,-3-12-15 16,4 3-8-16,-5 3-16 0,2-5-8 16,1 9-14-16,0-3-53 0,-1 1-45 0,6-6-42 0,-5 6-51 15,1-3-46-15,-3-1-46 0,3-1-54 0,-3-2-44 16,4 1-40-16,-7-5-188 0,4-2-570 0,-5 1 253 15</inkml:trace>
  <inkml:trace contextRef="#ctx0" brushRef="#br0" timeOffset="126877.45">27955 6090 252 0,'0'0'297'0,"-5"-9"-18"0,5 3-29 0,0 6-27 16,0 0-25-16,0 0-19 0,0 0-13 15,0 0-11-15,0 0-16 0,0 0-11 0,0 0-10 16,-1 29-11-16,1-21-11 0,0 1-11 0,1 8-6 0,-1-2-9 16,5-2-10-16,-3 3-2 0,1-5-5 0,0 1-4 15,-1-1-2-15,5-2-5 0,-7-2-5 0,6 1-2 16,3 0-3-16,-9-2-5 0,6-5 4 0,1 5-1 16,1-6-2-16,-8 0-5 0,15-6-2 0,-7 3 4 15,4-1 13-15,-2-7 13 0,1 6 3 0,-2-2 15 16,4-4 13-16,-5-2 31 0,2 2-2 0,2-4 17 15,-6 6 16-15,4 5 14 0,-5-5 9 0,0 2-2 16,0 0-7-16,3 3-12 0,-3 1-13 0,-1-2-14 16,-4 5-11-16,10-7-24 0,-10 7-11 0,8 0-7 15,-8 0-8-15,8 7-4 0,-3 1-4 0,-2 0-10 16,4 0-2-16,0 3-7 0,-6-2-36 0,6 6-32 16,-2 1-39-16,0-2-44 0,0-3-28 0,5 2-36 0,-4 2-32 15,-1 0-35-15,2-2-33 0,3 2-33 0,-3 0-32 16,1-7-21-16,-2 1-214 0,3-3-631 15,-3-2 279-15</inkml:trace>
  <inkml:trace contextRef="#ctx0" brushRef="#br0" timeOffset="127278.47">28412 6163 195 0,'-2'-8'335'0,"-3"-1"1"0,5 1 1 15,-6 5-3-15,4-5-7 0,0 1-25 0,2 7-23 16,-6-8-33-16,6 8-23 0,-12-1-26 0,12 1-20 15,0 0-14-15,-8 20-21 0,1-16 4 0,6 5-25 16,1 6-14-16,-4-1-13 0,4 1-5 0,4 2-15 0,-3-2 12 16,6 5-18-16,0-4-12 0,-1 3 9 15,1-4-18-15,1 0-8 0,0-2-15 0,1 1-21 16,-1-6-14-16,2-3-8 0,0 1-9 0,-2-5-2 0,4 4-1 16,-2-5 2-16,3-6 0 0,-5 3 5 0,0-1 5 15,4-4-3-15,-4 1 5 0,4-5 0 16,-6 0 1-16,4-2 6 0,-5 1 8 0,2-1 13 0,0-1 15 15,-2-2 21-15,-4 1 21 0,7 2 17 0,-8 2 18 16,0 0 15-16,4-1 0 0,-3 4-2 0,1 0-6 16,-2 1-12-16,0 8-10 0,0-4-12 0,0-4-14 15,0 8-11-15,0-7-11 0,0 7-6 0,0 0-3 16,0 0-15-16,0 0-18 0,8 16-16 0,-8-9-30 16,4 3-22-16,-3 0-28 0,-1-5-29 0,4 9-20 15,-1-6-20-15,4 2-12 0,-4-1-22 0,2 2-16 16,1-2-16-16,-1-1-6 0,5-2-17 0,0 3-15 15,2-5-7-15,-1-1-5 0,-4-3-179 0,-7 0-501 0,17-3 221 16</inkml:trace>
  <inkml:trace contextRef="#ctx0" brushRef="#br0" timeOffset="127878.16">28788 6069 22 0,'-2'-26'53'0,"2"-3"25"0,-5-3 6 0,3 3 18 16,2-3 30-16,-1 0 44 0,1 3 24 0,0-1 18 15,0 3 29-15,-4 3 8 0,4 2 15 0,0 5 7 16,0-1 15-16,0 4-4 0,0 1-3 0,0 1-14 15,-3 8-20-15,3-2-29 0,0-1-31 0,0 7-25 16,0 0-17-16,0 0-14 0,0 0-11 0,0 0-13 16,0 0-12-16,-5 32-11 0,4-12-10 0,1-2-9 15,0 6-3-15,-5 4-7 0,5 1-6 0,0-1-3 16,-2 6-6-16,2 8-6 0,0-2-26 0,2 0-17 16,-2-10-27-16,6 4-20 0,-6-6-24 0,8 0-7 15,-4 2-9-15,-1-3-9 0,4-10 8 0,-1 2-13 16,1-1 1-16,0-6 4 0,3 0 7 0,1-1 1 15,-1-3 9-15,0-5 7 0,3 0 5 0,7-3 10 0,-3-3 5 16,-1-4 3-16,6 3 8 0,-4-2 5 16,3-3 2-16,-2-6 3 0,2 0 0 0,-4 2 8 0,3-6 6 15,-4 0 7-15,-3 7 3 0,2-3 16 0,0 3 24 16,-10 0 18-16,7 0 15 0,-9 3 5 0,-1 0 6 16,3 1-13-16,0 3-1 0,-5 1-15 0,0 4 2 15,0 0-10-15,0 0 1 0,0 0-1 0,0 0-6 16,-32 8 0-16,26 0-4 0,-3 2-2 0,3 2-4 15,-3 1-4-15,3 2 4 0,-1 1-2 0,5-3-9 16,-4 5 1-16,6-2-2 0,0-1 2 0,0-4 5 16,0 1-3-16,3-3 1 0,-3-2 2 0,3 1-2 15,4-2 2-15,0 0-3 0,-4 0 3 0,10-5-2 16,-4-1-1-16,-9 0-3 0,26-1-10 0,-13-3 10 0,4-3 7 16,-1 0-10-16,1-1 2 0,-4 1 1 15,5-5-1-15,-3 3 3 0,0-3-3 0,2 1 1 16,-1-2-1-16,-1 3 17 0,2-1 14 0,-4 2 26 15,-5-2 15-15,4 3 6 0,-4 1 7 0,0 3-11 0,-1-7-1 16,1 7-2-16,-1-1-8 0,-1 4-8 0,-6 1-12 16,9-2-5-16,-9 2-6 0,13 3 1 15,-11 4-7-15,4 1-3 0,-4 0 1 0,3 0-7 0,-3 5 0 16,4-3-3-16,-6 4-3 0,7-1 2 0,-6 3-13 16,4 0-29-16,-10-4-35 0,10 0-40 0,-3 3-37 15,-2-3-24-15,0-2-38 0,7-1-45 0,-7 1-35 16,0 0-31-16,1-3-32 0,-1 0-305 0,0-7-697 15,0 7 309-15</inkml:trace>
  <inkml:trace contextRef="#ctx0" brushRef="#br0" timeOffset="128093.96">29250 5757 433 0,'0'-8'513'0,"0"-1"-19"0,0 2-28 0,1-1-36 16,4-2-28-16,-2 4-38 0,4-1-30 0,0 0-42 16,3 5-31-16,0-8-24 0,1 9-33 0,1 1-55 15,-2-1-76-15,6 2-79 0,1 0-81 0,1 9-72 16,-3-3-102-16,6 1-83 0,-7 2-289 0,1-1-685 16,-6 0 303-16</inkml:trace>
  <inkml:trace contextRef="#ctx0" brushRef="#br0" timeOffset="132894.54">5832 9070 147 0,'-8'-15'382'0,"2"-4"1"0,1 6 11 0,-4-2-1 0,3 4 0 16,4-1-7-16,-5 4-17 0,7 4-38 0,-1-4-39 15,1 8-30-15,0-7-31 0,0 7-23 0,0 0-19 16,0 0-18-16,8 16-13 0,0-2-27 0,1 6-10 16,-3 3-17-16,7 8-5 0,-4-6-8 0,6 14-5 15,-2-9-10-15,2 9-8 0,-7 3-6 0,0-11-1 16,4 8-9-16,-9-5-5 0,2-4-5 0,0-1-5 16,-3 5-2-16,-1-6-5 0,-1 2-35 0,-1-6-24 15,1 3-27-15,-2-9-48 0,2-2-44 0,0 1-28 0,-2-3-33 16,2-6-25-16,0 0-25 0,-3-4-51 15,3-4-51-15,0 0-296 0,0 0-712 0,0 0 315 16</inkml:trace>
  <inkml:trace contextRef="#ctx0" brushRef="#br0" timeOffset="133127.66">6150 9001 272 0,'0'-16'350'15,"-6"-4"-3"-15,6 7 7 0,-2-4 19 0,2 7-15 16,-5 0-12-16,3 2-32 0,2 2-33 0,0 6-33 15,0 0-18-15,0 0-13 0,0 0-16 0,-13 24-17 16,13-11-20-16,0 11-14 0,7 8-15 0,-1-2-9 16,1 12-15-16,3-3-10 0,3 7-10 0,4-3-9 15,-4-5-7-15,5 9-7 0,0-9-6 0,-1-1-16 16,3 2-17-16,-7-10-29 0,2-1-38 0,1 2-31 16,-2-6-46-16,-1 0-38 0,-2 2-32 0,-1-10-43 0,-5-1-39 15,0-1-32-15,-1-5-24 0,-1-5-284 0,-5 0-657 16,2-4 291-16</inkml:trace>
  <inkml:trace contextRef="#ctx0" brushRef="#br0" timeOffset="133610.19">5920 9317 304 0,'-6'-7'300'0,"6"7"-15"15,-9-3-12-15,9 3-22 0,0 0-24 0,-6-4-23 16,6 4-17-16,0 0-24 0,0 0-17 0,0 0-11 15,26-3-10-15,-26 3-16 0,33 3-11 0,-11 1-12 16,6-2-4-16,5-1-7 0,0 3-14 0,13-3-12 0,-1 1-27 16,-2 2-10-16,-5-1-19 0,-6-2-12 15,16 1-13-15,-15 1-1 0,2 0-1 0,-6 0 3 16,-1-2 3-16,-4 4-2 0,-3-5 6 0,2 2 3 0,-8-2 5 16,-2 0 0-16,1 1 2 0,-6-1 4 0,-8 0 2 15,15 3 13-15,-7-3 9 0,-8 0 7 0,0 0 19 16,13 3 16-16,-13 0 10 0,0-3-1 0,0 6-9 15,0 3 5-15,0-9 2 0,0 11-4 0,0-4-5 16,2-1-4-16,0 1-6 0,4 4-7 0,-6-2 4 16,7 5-13-16,3-9 7 0,1 6-7 0,6 4-1 15,-2-6-3-15,6 3-2 0,4-3 0 0,0 3-11 16,-2-9-12-16,5 2-10 0,2-1-10 0,-8-3-10 16,1-2 4-16,3-2 2 0,-2 2-4 0,-8-4 9 15,-1-1 6-15,2-3-8 0,-11 6 4 0,-1-8 7 16,-2-1-3-16,-6 5 0 0,-4-10 7 0,-2 4 0 15,-6-8 1-15,-12 1 8 0,6 2 11 0,-4 4 12 0,-8-3 3 16,3 2 4-16,-2 3 9 0,4 2-6 0,-3-1-5 16,4 4-1-16,-2 0-10 0,9 3 2 15,0 3 1-15,2-4-6 0,8 6-5 0,-5 3-11 0,15-4-20 16,-15 4-36-16,8-1-37 0,7 3-48 0,0-6-50 16,14 7-55-16,-1-4-48 0,2 6-174 0,1-2-506 15,4-3 223-15</inkml:trace>
  <inkml:trace contextRef="#ctx0" brushRef="#br0" timeOffset="134093.5">7115 9226 98 0,'0'0'273'0,"0"0"-15"16,0 0 16-16,0 0-5 0,0 0-13 0,0 0-11 15,0 27-18-15,2-17-21 0,-2 2-19 0,0 0-21 16,5 1-16-16,-4 8-14 0,6-6-14 0,0 1-10 15,1 0-9-15,-1-3-11 0,-1 4-10 0,2-4-10 16,1-1-3-16,4 0-8 0,0 2 10 0,-4-4-22 16,-3-3 1-16,4-4 4 0,-3 4-16 0,-1-3 1 15,3-3-11-15,-9-1 1 0,16-5 1 0,-6 1-5 16,-3-2-3-16,3 2 10 0,-5-8-12 0,5 4 2 16,-2-2-8-16,0-4-3 0,-1 1 2 0,-1 4 9 15,1-1 4-15,-2 2 15 0,-2 1-2 0,2-3 3 16,2 6-9-16,-4-1-14 0,4 2 5 0,-7 3 2 15,10 0-8-15,-10 0 1 0,13 5-3 0,-5 0-5 16,-1 4-1-16,4-4 1 0,3 6-6 0,-3 1 3 16,4-1 15-16,0 0-14 0,-2 3-2 0,2-7 4 15,0 3-1-15,7 2 0 0,-6-7-9 0,6 1 5 0,-9 2 4 16,3-5-5-16,4 0 6 0,-5-3 1 0,-7-3 0 16,7 1 2-16,-1-5 7 0,-6 2 26 15,0 1 4-15,0-8 1 0,-3 1 2 0,2 3-12 0,-5-8 1 16,-2-3-4-16,0 0-2 0,-5 0-1 0,0 3 9 15,-2-4 4-15,-3-2-2 0,-5-1-13 0,5 6 2 16,-5-2-1-16,7 1-6 0,-5 5-5 0,-2-5-2 16,7 6-6-16,-4 4-2 0,2-2-29 0,5 4-48 15,-6 2-40-15,6 0-37 0,-9 4-41 0,14 0-49 16,-16 4-65-16,8 1-75 0,-2 2-279 0,5 0-703 16,-7 2 311-16</inkml:trace>
  <inkml:trace contextRef="#ctx0" brushRef="#br0" timeOffset="134543.5">8600 8714 74 0,'2'-16'390'0,"-2"3"4"0,-2 1 12 16,2 0-4-16,0 6-7 0,0-3-17 0,0 3-21 16,0 6-47-16,0-8-36 0,0 8-33 0,0 0-27 15,0 0-20-15,0 0-14 0,0 0-18 0,2 27-9 16,4-7-7-16,-4-4-14 0,4 11-14 0,-1 7-12 16,-1-3-8-16,7 5-7 0,-2 5-13 0,-1-12-4 15,2 16-10-15,0-13-5 0,-2 10-6 0,2-3-21 16,-2-8-33-16,2-2-26 0,2-1-42 0,-4 1-42 15,2-2-25-15,-2-8-47 0,-1-4-41 0,-1 8-28 0,-1-11-41 16,-1-5-45-16,-3 4-47 0,-1-5-208 0,-1 0-643 16,1-6 285-16</inkml:trace>
  <inkml:trace contextRef="#ctx0" brushRef="#br0" timeOffset="134943.47">8550 9065 134 0,'-6'-10'302'0,"-1"2"16"0,0-1-6 0,4 1 11 15,-4 1-15-15,1-1 15 0,-1 2-4 0,6-3-13 16,-4 3-17-16,3-2-27 0,2 8-26 0,0-5-17 16,0 5-31-16,0 0-21 0,2-8-19 0,-2 8-17 15,19-3-9-15,-9 6-13 0,4-2-16 0,7 2-6 0,1 2-8 16,1 1-8-16,7 6-6 0,-4 1-8 0,2-2-5 16,-1 3-10-16,4 2-1 0,-3-1-5 0,0 0 1 15,-1 2-15-15,-2-1 5 0,-2-1-3 0,7 1-5 16,-10 1-1-16,-6-4-4 0,1 3-1 0,0-5-1 15,2 3 0-15,-4-5-4 0,0 3-2 0,-4-3 6 16,-1-3-2-16,3 2-5 0,-1-3 1 0,-1-2 6 16,2 2-3-16,1-2 0 0,-2-3 0 0,1 0-2 15,7 0 0-15,-3-8 3 0,2 5-2 0,-2-2 0 16,1-5 1-16,-2 0 3 0,1-4-3 0,-1 6 22 16,1-6 11-16,-8-1 3 0,3-3 0 0,-5 0-2 15,1 3 8-15,1-5 7 0,-12 7 5 0,3-5-5 16,-4 3-7-16,-2-2-6 0,-1 6-8 0,-9-5-1 15,2 6-7-15,-3 1-2 0,-2 0-1 0,-1 3-6 16,-4 3-30-16,-1-2-39 0,2 5-44 0,4 5-69 16,3-2-54-16,1 3-51 0,-3 4-67 0,9-2-84 0,-6 1-358 15,9-1-840-15,1 4 372 0</inkml:trace>
  <inkml:trace contextRef="#ctx0" brushRef="#br0" timeOffset="137043.54">10237 8714 55 0,'3'-20'371'0,"0"6"-3"0,1-2-2 0,-3-2 0 16,6 3-12-16,-4 1-17 0,4 4-13 0,-5 1-29 16,1-2-25-16,0 9-33 0,-1-5-24 0,-2 7-22 15,0 0-25-15,0 0-11 0,20 20-18 0,-7-6-7 16,-10 8-11-16,9 5 23 0,-6 3-11 0,-4 1-12 16,6 15-13-16,-3-4-7 0,-3-5-3 0,3 8-29 0,-5-3-7 15,2 1-4-15,-1-1-8 0,-1-3-2 16,0-10-5-16,-1 3-14 0,1-5-26 0,-2-6-27 15,-3-2-44-15,5-3-38 0,0 3-46 0,0-11-39 0,0 4-28 16,0-1-18-16,-2-8-45 0,2-3-63 0,0 0-296 16,0 0-694-16,0 0 307 0</inkml:trace>
  <inkml:trace contextRef="#ctx0" brushRef="#br0" timeOffset="137277.94">9977 8746 228 0,'-12'-4'391'16,"9"-2"22"-16,-2 0-6 0,-2-2 1 0,6 4-6 16,-4 0-22-16,5-4-25 0,5-3-36 0,3 7-31 15,5-4-28-15,2-4-34 0,15 2-15 0,-2-2-22 16,2 3-15-16,10-3-25 0,1-3-14 0,4 4-16 0,-14 4-11 16,4-3-9-16,1 7-13 0,7-9-30 0,-11 9-38 15,-4-4-58-15,0 6-58 0,-1-2-49 16,-8 3-54-16,-4-1-49 0,-1 4-53 0,0 6-42 0,-4-2-46 15,-3 1-217-15,-2 2-659 0,-2 8 292 0</inkml:trace>
  <inkml:trace contextRef="#ctx0" brushRef="#br0" timeOffset="137960.63">10472 9050 33 0,'5'-8'335'0,"-2"1"-21"16,2 0-23-16,3 2-26 0,-1 1-21 0,3-2-23 15,3 5-16-15,0-2-19 0,4 6-19 0,-1-2-13 0,4 1-20 16,-3 6-11-16,3 0-9 0,-5 3-7 0,0 2-17 16,4 2-9-16,-2 2-13 0,-2 1-2 15,-7-3-6-15,7 3-7 0,-3 0-2 0,-6-1-4 0,-1 0-6 16,0-2-6-16,-5 2 4 0,0-7-13 0,0 2 5 15,-1-1-6-15,-4-2 9 0,-2 2 13 0,4-6 8 16,-9-2-6-16,4 2 3 0,-1-3 4 0,9-2 12 16,-19-2 0-16,10-3 2 0,1-2-16 0,6-1-1 15,-3-4-5-15,5 4-11 0,5-12-17 0,5-6-24 16,5 2-41-16,0 1-27 0,22-8-31 0,1 8-36 16,1-1-26-16,6 1-19 0,0 4-15 0,8-1-5 15,-2 6 12-15,-6-2 3 0,6 1 17 0,-16 10 24 16,9-5 9-16,-12 9 11 0,-6-7 12 0,-6 4 28 15,0 0 17-15,-12 1 32 0,6 2 30 0,-6 0 28 16,-8 1 20-16,8-2 15 0,-8 2 17 0,0 0 25 16,0 0 18-16,0 0 15 0,-36-4 14 0,19 4 4 0,-3 1 9 15,2-1 7-15,-12 5 4 0,-3 0 5 0,3-1-8 16,-1 6-3-16,3-2-26 0,3-1-11 0,5 3-15 16,-1-2-12-16,6 7-8 0,-2-3-7 0,2-3-10 15,2 6-7-15,5 3-7 0,1-6-6 0,1 4-4 16,6-1-5-16,-4 5-7 0,8-8-5 0,2 0-8 15,1 3 5-15,1-6-15 0,5 1-18 0,4-2-18 16,-2 1-27-16,6-6-3 0,1-3-6 0,-1 0-2 16,1 0 8-16,-1-5 3 0,4-5-1 0,-3 3 12 15,-1-10 7-15,-6 8 0 0,2-5 7 0,-4 0 5 16,0-1 7-16,-3 1 33 0,-2-1 36 0,7-2-1 16,-10 6 23-16,0 0 23 0,0-1 5 0,-3 1 11 15,-2 2-5-15,3 1-10 0,-3 0-9 0,0 5-17 0,0 3-11 16,7-8-5-16,-7 8-8 0,0 0-4 15,0 0-6-15,0 0 0 0,-7 24-14 0,7-16-11 16,0 4-22-16,0 3-16 0,7-3-42 0,-2 2-30 0,-2-2-27 16,5-1-14-16,-1 5-21 0,8-3-23 0,-7 2-32 15,4-5-20-15,-1-1-24 0,1-1-18 0,3 1-13 16,-2-9-17-16,4 3 4 0,-6-3-185 0,4-3-522 16,0-3 230-16</inkml:trace>
  <inkml:trace contextRef="#ctx0" brushRef="#br0" timeOffset="138726.63">11541 9102 1067 0,'12'-17'-82'0,"-4"-2"31"16,0 4 32-16,-1-5 34 0,-2 4 40 0,1-2 16 15,-1 3 32-15,0-5 38 0,-3 8 19 0,1 0 16 16,1 1 8-16,-4 0 6 0,0 2-4 0,0 1-20 16,1 1-12-16,4 3-19 0,-5 4-19 0,0 0-11 15,0 0-9-15,0 0-13 0,0 0-8 0,0 0-6 16,0 0-5-16,8 23-6 0,-6-11-2 0,5-1-14 16,-7 2-3-16,6 1-2 0,1 2-2 0,-4-4-6 0,2 2 0 15,-1-2-5-15,-1 1-1 0,4-3-3 0,-3-1-1 16,0-2-7-16,-3 1 8 0,4-5 8 15,2 1-12-15,-7-4 2 0,8 1-2 0,-8-1-2 0,0 0-4 16,17-12 1-16,-17 4 2 0,5-2-1 0,-4 0 19 16,8-5 13-16,-4 1 5 0,1-2 6 0,-4-2-2 15,5 5 3-15,-1-7-7 0,1 5-5 0,-1 0-2 16,-2 4-4-16,2 2-6 0,-6-1-3 0,7 4-6 16,-2 0-6-16,-2 1 4 0,2 1-7 0,-5 4-23 15,0 0-22-15,17 6-4 0,-9 0-16 0,-3 1-16 16,3 2-14-16,1 2-9 0,-1 1-14 0,5 0-17 15,0 5-13-15,-1-3 4 0,3-1-2 0,-2 3-12 16,7-4-2-16,-5 1 2 0,1-2 3 0,1-4 3 0,0-2 9 16,1 1 10-16,-2-1 6 0,4-4 12 15,2-1 9-15,-1-1 5 0,-4-3 11 0,-1 1 2 16,4-2 19-16,-3-5 14 0,1 5 13 0,-2-3 11 0,-1-3 24 16,2 4 20-16,-2-2 20 0,-4-4 12 0,-2 5 15 15,-1-6 16-15,-1 4 29 0,-6 1-1 0,6-2 7 16,-7 4 14-16,0-1-9 0,0-1-5 0,-3 4 1 15,-1-2-19-15,-1 3 2 0,-3 1 1 0,-2 0-4 16,-3 0-1-16,13 3-18 0,-25 6-7 0,10-2-3 16,-1 1-7-16,-1 5-9 0,0-5-5 0,3 7-5 15,-3 2-6-15,2-2-8 0,2 1-1 0,5 2-6 16,1 3-7-16,2-3 7 0,2 6-5 0,6-6-2 16,0-1-5-16,-1 3 2 0,6-2-1 0,5-1 0 15,1-4 0-15,2 5-15 0,12-4 1 0,1-5-16 16,2 1-10-16,-3-1 0 0,4-6-12 0,4 0 11 15,0-1-12-15,-6-1 3 0,7-5-2 0,-8-3 9 0,6-1 2 16,-8-4-3-16,1-1 8 0,-2-4 2 0,1-2 13 16,-6 0-13-16,-3-2-1 0,1-3 2 15,-4-1 7-15,8-8-1 0,-17-5-3 0,8 1 6 0,-8 13-8 16,1-11 29-16,-7-4 28 0,0 0 39 0,-5 14 31 16,3 1 24-16,-4 9 12 0,1-7 6 0,-4-1 7 15,3 10 3-15,-3-3-9 0,3 6-14 0,1-3-10 16,0 10-12-16,-2-1-11 0,1 2-11 0,-3 3-11 15,9 2-5-15,-18 6-11 0,12 2-3 0,-4 3-8 16,0 5-7-16,1 0-2 0,1 14-8 0,3-3-2 16,2 12-7-16,0-6 0 0,11 9-6 0,-2 0-26 15,3 4-31-15,6 0-33 0,6-6-57 0,7 4-74 0,9 4-51 16,-6-2-59-16,12-3-60 0,0-5-66 0,0-5-355 16,2 0-846-16,1-2 374 0</inkml:trace>
  <inkml:trace contextRef="#ctx0" brushRef="#br0" timeOffset="139110.49">13885 8788 181 0,'11'-15'327'0,"4"2"-12"0,-3-2-9 16,1 3-12-16,-1-6-20 0,-1 1-12 0,-1 4-2 15,2-6 0-15,-9-3-39 0,5-1-21 0,-4 4-23 16,-1-6-18-16,-5 6-22 0,1 0 0 0,-3 0-15 16,-1 0-4-16,-6-1-8 0,1 6-9 0,-2-5-6 15,1 6-7-15,-3-1-15 0,0 6-8 0,-5-4 0 0,-4 2-12 16,5 4-8-16,-2 3-2 0,-1 3-3 0,6 3-4 16,-7 0-1-16,7 8 11 0,-5 3-16 0,6-1 1 15,-1 9 7-15,5 5 1 0,3 14 8 0,0 3-4 16,7 0 0-16,0 7-2 0,9 0 2 0,4 6-6 15,10 15-6-15,-3 0 2 0,3 6-7 0,0-1 2 16,4-3-2-16,-4 3-2 0,5-2-5 0,-3 1-2 16,-2-5 1-16,-5-14-3 0,-1 15 0 0,-4-27-2 15,-10 9-1-15,7-5-8 0,-5 2-26 0,-1-7-17 16,-3-3-38-16,-2-13-40 0,1-9-19 0,-4 0-24 16,3-6-24-16,-6-3-44 0,4-2-58 0,3-8-52 15,0 0-285-15,0 0-672 0,-18-24 297 0</inkml:trace>
  <inkml:trace contextRef="#ctx0" brushRef="#br0" timeOffset="139327.46">13814 9132 114 0,'-15'-8'407'15,"0"1"20"-15,7-1 3 0,-6 3 9 0,8 2-10 16,-3-6-18-16,3 2-29 0,-1 3-29 0,7 4-30 15,0-11-34-15,0 6-33 0,0 5-27 0,13-10-16 16,-1 9-28-16,6-5-21 0,4 5-16 0,9-3-27 16,-4 3-40-16,4 1-51 0,2 1-61 0,-1 3-62 15,2-1-58-15,-4 1-52 0,-3 4-65 0,1-4-70 16,3 0-74-16,-13 3-245 0,-1-3-710 0,-2-1 315 16</inkml:trace>
  <inkml:trace contextRef="#ctx0" brushRef="#br0" timeOffset="140076.66">14115 9027 193 0,'1'-8'319'0,"-1"8"-7"0,5-6-10 0,-3 1-15 15,-2 5-13-15,15-5-22 0,-15 5-25 0,13-2-20 16,-13 2-26-16,17 3-11 0,-4 1-19 0,-5 0-16 15,12-1-13-15,-3 6-11 0,-2-2-13 0,8 4-10 16,-2 1-9-16,2 3 6 0,-3-2-19 0,-3-2-12 16,-1 4-3-16,-1-4-6 0,-3 1-6 0,3 1-3 15,0-2-11-15,-7-1-11 0,0-1-2 0,-1-1-11 16,-2 2-4-16,-4-4 3 0,1-2-3 0,-4 3-1 16,2-7 3-16,-6 5 1 0,6-5-1 0,0 0 2 0,0 0 1 15,-27-7 2-15,17 2 13 0,5 1-4 0,5 4 1 16,-6-15 5-16,1 10 7 0,3-5-4 15,2 1 1-15,2-3-2 0,0 3-2 0,4-5 6 0,7-1-12 16,-4 0 4-16,6 3-5 0,-1-1-3 0,1 1 3 16,7 3-4-16,-7-3-1 0,5 0 8 0,-2 3-14 15,0 7 0-15,-1-3-3 0,-2 1 3 0,-1 3-2 16,-2-1-3-16,0 2 0 0,-1 2 8 0,-3-1-6 16,1 3 0-16,-1 0 2 0,0-1-3 0,-1 3-1 15,1 0 0-15,-3-2-1 0,3 5-7 0,-6-1 5 16,5-1-7-16,-4 1-2 0,2-1-4 0,-5 0-5 15,3 0-3-15,-1-1 3 0,0-2-2 0,-2-4 4 16,3 10 2-16,-3-10 3 0,3 5 3 0,-3-5 1 0,0 0 6 16,0 0-2-16,0 0 2 0,0 0-1 15,0 0 3-15,0 0 1 0,7-17-1 0,-6 9 0 16,6 2 4-16,-4-3 8 0,1 2-9 0,4-4-1 0,-1 2 5 16,1 2 0-16,-1-1 3 0,1 0 5 0,0 2 4 15,4 1-3-15,-4-3-5 0,5 5-6 0,-5 0 5 16,1 3 0-16,-3-5-2 0,-6 5 2 0,24 7-2 15,-18-3 0-15,4-1 0 0,-5-2 1 0,3 7 0 16,-1-1 1-16,0-2 2 0,1 6-7 0,-2-3 1 16,3-1 0-16,-3 0 1 0,3 1 0 0,-4-3 2 15,-2 2 1-15,4-2 8 0,-1 0-10 0,1-2 15 16,3 0 8-16,1-2 4 0,-2 2 18 0,4-3 2 16,0 0 4-16,-1-3 15 0,1 2 14 0,0 0 1 15,4-4-7-15,-1 2 0 0,6 0-6 0,-1-3-3 16,-1 1 1-16,-5 0 5 0,2 2-6 0,-3-2-4 15,-2 2-7-15,0-1-4 0,-2 2-6 0,-2 1-11 0,-2-4 1 16,-6 5-14-16,15-4-37 0,-15 4-49 0,10-2-45 16,-10 2-48-16,0 0-42 0,9 0-43 15,-9 0-46-15,0 0-43 0,0 0-307 0,0 0-692 0,0 0 307 16</inkml:trace>
  <inkml:trace contextRef="#ctx0" brushRef="#br0" timeOffset="140259.87">15012 8560 110 0,'-7'-2'326'0,"-1"-6"-34"0,1 5-28 0,4-1-28 16,3 4-27-16,-8-4-25 0,8 4-26 15,0 0-44-15,0 0-53 0,0 0-71 0,0 0-76 16,0 0-94-16,-4 19-100 0,8-14-303 0,1 6 134 0</inkml:trace>
  <inkml:trace contextRef="#ctx0" brushRef="#br0" timeOffset="142876.7">16156 8771 280 0,'5'-8'376'0,"-5"-1"-13"0,0 0-6 0,0-2-10 16,1-2-1-16,-1 2-8 0,0-4-20 0,0 3-15 16,7-7-15-16,-5 3-17 0,1 5-15 0,0-5-28 15,-1 0-22-15,4 1-16 0,-2 3-18 0,-1 1-19 16,4-6-10-16,3 2-18 0,-5 1-14 0,1-3-10 16,-4 10-7-16,4-1-15 0,-4-1-4 0,5 3-7 15,-7-1-11-15,5 0-3 0,-4 0-9 0,4 2-4 16,-5 5-6-16,4-6-3 0,-4 6-6 0,6-6-6 15,-6 6-4-15,0 0-1 0,0 0-2 0,0 0-2 16,0 0 0-16,0 0-1 0,0 0-1 0,12 17-2 16,-9-8 0-16,-3-1-3 0,0 3 3 0,7 9-4 15,-7-5 3-15,8 4 5 0,-6 6-6 0,-2-2-4 0,3 6 1 16,-1-9-4-16,-2 4-10 0,5-1-6 0,0 1 0 16,-2 2 2-16,-3-1-6 0,2-6-1 0,3 6-5 15,-4-6 1-15,1-2-4 0,-2 1-2 0,3-1 3 16,-3-5-4-16,2 5 1 0,-4-7 0 0,2 1 4 15,0-2 5-15,0 1-4 0,0-1 4 0,-3-2-3 16,3-1 3-16,0-6-1 0,-3 7 3 0,3 0 5 16,0-7-1-16,-7 3 1 0,7-3 5 0,-8 5 0 15,8-5 1-15,0 0 4 0,-12 0 5 0,12 0-9 16,0 0 7-16,-23-5-4 0,23 5 1 0,-13 0 4 16,3-1 0-16,-2-1-3 0,12 2 4 0,-16 0 0 15,2 2-3-15,3-2 4 0,-1 1 6 0,-1 3 1 0,-2-4 7 16,7 1 6-16,-6 2 0 0,0-2-3 0,2 1 0 15,4-1 3-15,1 4 5 0,-3-3-1 0,10-2 8 16,-8 4-6-16,8-4 3 0,0 0 0 0,0 0 5 16,0 0-7-16,36 0-4 0,-8-4 4 0,4 4-5 15,13-7-5-15,-2 4 0 0,5 2-3 0,-17-3 0 16,15-1-4-16,-1 3 2 0,1-2-4 0,-16 1-17 16,3 1-19-16,-5-1-25 0,-4 3-33 0,-5-1-31 15,-2 1-35-15,-4 0-37 0,-3 0-29 0,-10 0-43 16,12 1-56-16,-12-1-54 0,0 0-295 0,0 0-722 15,0 0 320-15</inkml:trace>
  <inkml:trace contextRef="#ctx0" brushRef="#br0" timeOffset="143309.7">17548 8268 329 0,'0'-7'355'16,"0"0"-10"-16,0 7-18 0,-2-9-14 0,2 9-45 0,0-8-29 16,0 8-17-16,0 0-32 0,0 0 1 0,0 0 40 15,0 0-30-15,0 28-15 0,2-12-8 0,1 2 3 16,0 1-20-16,4 6-13 0,-1 2-10 0,3 0-13 16,-1 2-11-16,-1 11-15 0,1-13-5 0,0 3-10 15,7 2-4-15,-10-4-14 0,3 1-5 0,-1-4-4 16,1 4-5-16,-1-4-9 0,-1-1-3 0,3-5-27 15,-9-1-23-15,5-2-42 0,1-5-31 0,-2 0-21 16,-4-5-42-16,1 6-21 0,-1-5-21 0,4 3-23 16,-8-5-41-16,4-5-48 0,-1 7-52 0,1-7-193 15,-10 0-589-15,10 0 260 0</inkml:trace>
  <inkml:trace contextRef="#ctx0" brushRef="#br0" timeOffset="143759.69">17445 8694 234 0,'-8'-3'305'0,"1"-1"6"0,4 0 13 16,-4-4-15-16,2 1-2 0,4 3 0 0,-4-2-9 16,5 6-19-16,-2-3-15 0,2-8-20 0,0 11-18 15,0 0-32-15,7-5-18 0,-7 5-18 0,13-7-13 16,-3 9-14-16,3-2-15 0,3 0-15 0,4 5-8 16,0-4-10-16,3 0-10 0,2 6-7 0,-3 0-3 15,9-3-8-15,-9 1-5 0,6-2-10 0,-2 1-1 16,-6-2-8-16,-2 4-3 0,6-2 0 0,-8-2-10 15,6 1 3-15,-9 3-1 0,0-6-5 0,-1 4 2 0,-1-4-5 16,-2 2-1-16,-1 1 3 0,-2 0-6 0,-6-3 0 16,9 1-2-16,-9-1 3 0,8 3-8 15,-8-3 1-15,10 5-2 0,-10-5 12 0,5 0-10 0,0 5 3 16,-5-5-5-16,8 2-1 0,-1 5 4 0,1-3 1 16,0 0-1-16,6 1 0 0,0-1-1 0,6 4 1 15,-3-5 4-15,3 1-6 0,-2-1 0 0,2 2 5 16,1-3 2-16,-2-2-7 0,2 0 3 0,-3 2 0 15,-3 0-1-15,2-4-1 0,-6-2 6 0,-1-1-3 16,-2 1 1-16,1 0 0 0,-9 4 8 0,6-11 3 16,-6 7 1-16,0-7 4 0,-5 1 7 0,0 0-11 15,-1-2 2-15,-7 1-1 0,-4-1-3 0,-1 1-3 16,1 2 1-16,-8-6 1 0,4 7-6 0,3 4-1 16,-9-10-1-16,7 13-2 0,-1 1-16 0,-1 0-32 15,9-1-49-15,-2 3-61 0,5 5-50 0,-3 3-53 0,-2 0-63 16,10-2-76-16,-5 4-290 0,7 0-743 0,1 3 329 15</inkml:trace>
  <inkml:trace contextRef="#ctx0" brushRef="#br0" timeOffset="144643">19017 8531 132 0,'-5'-8'369'0,"5"1"-5"0,0-1-12 0,-6 2-8 15,4-2-6-15,2 8-11 0,-6-9-22 0,6 2-27 16,0 7-34-16,0 0-29 0,0 0-22 0,0 0-22 15,0 0-16-15,0 0-12 0,0 0-2 0,23 18-27 16,-18-10-9-16,3 8-12 0,5 0-10 0,-5 3-8 16,6 3-7-16,-4-2-6 0,1-5-5 0,-1 4-7 15,-3-1-5-15,-1 0-2 0,1 0-3 0,0-3-5 0,-1 0-3 16,-2-1-5-16,-3-6 0 0,3 1-3 16,-3 1-4-16,1-5-1 0,-2 2 2 0,0-7 1 15,5 8-1-15,-5-3 2 0,0-5-5 0,0 0 4 0,0 0-2 16,0 0-2-16,0 0 1 0,0 0 2 0,3-18 2 15,0 12 4-15,-3-5-1 0,4 2-1 0,-4-6-1 16,5 0 1-16,-4 2 4 0,8-1-1 0,-3-5 5 16,3-3 4-16,2 5-1 0,1 0 1 0,-2-5-3 15,0 9 2-15,3-2 10 0,-5-1-7 0,7 1 0 16,0 3-4-16,-5-3 1 0,-5 7-2 0,8-1 5 16,-5 3 0-16,-6-2-6 0,5 4-5 0,-1-4-9 15,1 7-5-15,-7 1-3 0,8-2 0 0,-8 2-3 0,0 0 1 16,15 11-2-16,-5-6-2 0,-5 3 3 15,6 2-3-15,-7-1 2 0,7 6-1 0,-2 4 2 16,-1-4-1-16,0 1-3 0,5 2 1 0,-3 0 1 0,-3 0-2 16,3 1 1-16,-2-2-2 0,0 1 0 0,1 0 1 15,-1-5-2-15,2 4-1 0,-5-3 1 0,1-1-1 16,-2-1 1-16,2-3 1 0,-2-1 0 0,-3-3-2 16,4 3 2-16,-3-2-1 0,1 0 2 0,1 0-3 15,-4-6 2-15,6 8 2 0,-2-4 6 0,-4-4 14 16,8 3 5-16,-3 2-1 0,1-4 0 0,-6-1-6 15,12 3 0-15,-2 1-1 0,0 0-1 0,-2-4-4 16,-8 0 1-16,18-7-1 0,-8 7-2 0,-10 0-2 0,23 0 1 16,-14-1-2-16,4-2 3 0,2 2 0 15,-7-3 20-15,4 1 9 0,-4 2-4 0,0-5 6 16,1 0-10-16,2-1-5 0,-3 0 0 0,-1-2 3 0,0-1-10 16,-4 1-3-16,4-5-4 0,-1 5 2 0,-2-1-16 15,-1-2-23-15,-2 3-29 0,-1-3-46 0,2 3-45 16,1 4-74-16,-1-2-78 0,-2 7-71 0,0-7-109 15,0 7-422-15,0 0-968 0,0 0 429 0</inkml:trace>
  <inkml:trace contextRef="#ctx0" brushRef="#br0" timeOffset="148326.78">20805 8535 260 0,'0'-14'383'15,"-5"2"4"-15,3-3 0 0,-3 6-7 0,2-1-19 0,-2 2-27 16,-2 3-30-16,7-3-31 0,-1 2-26 15,1 6-23-15,0 0-5 0,0 0-5 0,0 0-13 0,-28 14-20 16,19-6-17-16,3 7-19 0,-1 1-9 0,1 0-16 16,4 2-11-16,2-2-8 0,0 3-9 0,0 1-10 15,6-3-7-15,3 4-6 0,-1-5-7 0,7-1-6 16,0 1-4-16,3-3-4 0,0-3-10 0,10 2-3 16,-4-4 7-16,-3-5-17 0,1-2-9 0,1-1-7 0,0 0-8 15,2-4-5-15,-5 0-2 0,1-4-5 16,1-3 0-16,-1 1-1 0,-6 0 0 0,5-4-1 15,-10 8 3-15,3-10 0 0,-3 5 3 0,-3 0 2 0,1-2 0 16,-3 4 0-16,0-1 3 0,-3 2 4 16,-1 1-3-16,-1 0 3 0,3 2-4 0,-3-2 0 15,0 7-1-15,-3-7 1 0,3 7 2 0,0 0-3 0,0 0 3 16,0 0 5-16,-13 16-8 0,13-6 0 0,-3-2 6 16,6 1-6-16,-3 5 2 0,0-3-3 0,3-2 4 15,-1 2-1-15,5 5 2 0,-3-8-3 0,5 3 1 16,-1-3 0-16,-6 2-3 0,9-2-5 0,-2-1 0 15,0-1-11-15,0-3 2 0,2-3 1 0,-11 0 0 16,24-3-9-16,-8-8 3 0,-1 7 0 0,3-2 1 16,-3-6 5-16,3-2-2 0,-3 4 5 0,-2-7 3 15,2 4 6-15,0 1-5 0,0-3-1 0,-5 5 5 0,2-2 0 16,-6 1 2-16,3 7 4 0,-3-7 7 0,1 6 10 16,-6-2-1-16,8 4 3 0,-9-2-8 15,0 5-5-15,6-4-1 0,-6 4-2 0,0 0 4 0,0 0-1 16,12 9-2-16,-9-3-3 0,4 2 2 0,-1 5 5 15,1-2-1-15,1 0-6 0,1 6 4 0,4-5-4 16,-3 0 5-16,5 1-8 0,-4-1-17 0,4 0-29 16,-5 0-32-16,5-1-40 0,-2-5-37 0,4 0-39 15,-9-3-42-15,2-2-42 0,0-2-66 0,-10 1-330 16,16-7-733-16,-6 3 324 0</inkml:trace>
  <inkml:trace contextRef="#ctx0" brushRef="#br0" timeOffset="148477.9">21354 8134 280 0,'-14'-10'356'0,"5"4"-17"0,-1-2-25 15,-1 3-23-15,7-2-33 0,1 3-25 0,0-4-24 16,3 8-28-16,0 0-21 0,0 0-41 0,0 0-50 16,0 0-66-16,10 19-88 0,3-10-95 0,-1 1-245 15,4 3-460-15,-1 1 204 0</inkml:trace>
  <inkml:trace contextRef="#ctx0" brushRef="#br0" timeOffset="148844.64">22738 8036 33 0,'7'-19'398'0,"-7"4"-7"0,0 0 1 15,0 3 9-15,0 0-29 0,0 5-23 0,0-1-32 16,0 1-38-16,0 7-33 0,0 0-26 0,0 0-20 16,0 0-20-16,6 19-17 0,-6-4-16 0,0 5-20 15,0 6-2-15,0 2-12 0,0 1-15 0,2 0-6 16,5 13-8-16,-2-3-7 0,-2 3-7 0,2-10-9 15,3 9-2-15,-6-9-8 0,11 5-5 0,-6-8-7 0,3 1 0 16,-4 2 3-16,1-6-10 0,4-1-17 0,-9-8-22 16,6-1-19-16,-1-3-27 0,0-2-21 15,-6-4-19-15,11 1-24 0,-6-2-34 0,-2-3-29 0,-4-3-24 16,15-3-28-16,-15 3-25 0,20-9-24 0,-11-3-19 16,0-1-13-16,1-1-182 0,1-2-537 0,-4-3 237 15</inkml:trace>
  <inkml:trace contextRef="#ctx0" brushRef="#br0" timeOffset="149426.79">23031 8200 80 0,'0'-19'188'0,"0"-1"15"0,0 6 7 16,-2-1 14-16,2 5 4 0,0-2 10 0,-1 4 6 15,1-3 4-15,0 5-7 0,-4-1-20 0,4 7-23 16,0-11-23-16,0 11-15 0,-1-9-20 0,1 9-10 0,0 0-14 16,0 0-13-16,0 0-7 0,-5 20-11 15,3-12-9-15,4 9-12 0,-4-2-1 0,4 4-8 16,-2 1-5-16,0-2-4 0,5 10-2 0,0 3-8 0,-4-8 1 15,3 4-4-15,2 0-2 0,-2-3-12 0,1 3-7 16,1-8-11-16,-2 6-11 0,-1-4 5 0,-1-5-10 16,4 3-4-16,-3-6 3 0,1 5 1 0,2-10-3 15,-6-1 4-15,5 1 2 0,-1-4 3 0,-1-1 2 16,-3-3 6-16,8 1-8 0,-8-1 3 0,10-7 2 16,-2 4-4-16,-1-7 3 0,6 2 3 0,-3-1 6 15,-3 0 12-15,8-3 17 0,-9 1-3 0,3 3 3 16,-3 3 2-16,8-2-1 0,-6-1 0 0,-2 2 1 15,1 1-6-15,0 2-2 0,-1-2-11 0,4 5-2 16,-10 0-2-16,15 4 1 0,-7-3-4 0,4 4-2 16,-2 3 2-16,5 1 0 0,-4-1 0 0,4 9-1 15,0-7-5-15,-3 1 11 0,1 4-12 0,4-2 3 0,1 1-4 16,-3-2 3-16,1 1 3 0,1-5 1 0,-2 3-15 16,5-4-6-16,-6 1-7 0,1-5 6 15,5-5-4-15,-5 2 2 0,-5 2-1 0,8-4 1 0,-5-4 3 16,-3 0-2-16,0 2-4 0,2-7 0 0,-2 2 4 15,-2-2 0-15,-3-1 3 0,5 0 11 0,-10-4-8 16,5 1 3-16,-3 0 9 0,-1-4-6 0,-2 0 14 16,1 4 31-16,-2 1 10 0,-3 0 9 0,-2 1 17 15,6 2-11-15,-3 2 4 0,-1 0-9 0,1 1-7 16,0 4-15-16,-4 1 8 0,8 3 9 0,-13 0-5 16,13 0-9-16,-15 3 3 0,11 4 0 0,-5 2-9 15,7 2-3-15,0 1 2 0,4 3-3 0,-4 0-7 16,6 3 3-16,2 3 0 0,2-5-5 0,-1 4-3 15,8 6-2-15,0-3-5 0,5 0-25 0,1-2-33 16,2-7-45-16,2 1-32 0,-2-2-37 0,6-1-44 16,-8 0-63-16,1-6-63 0,6 3-69 0,-8-3-213 0,-2-5-659 15,-3-1 292-15</inkml:trace>
  <inkml:trace contextRef="#ctx0" brushRef="#br0" timeOffset="149610.41">22775 8175 230 0,'-27'-2'341'0,"6"1"-30"0,6-2-22 0,3 3-19 15,2-1-31-15,10 1-22 0,0 0-24 0,-5 4-15 16,5-4-18-16,22 4-26 0,-2 4-55 0,6 1-69 16,9-3-72-16,9 3-84 0,6 1-72 0,0-1-154 15,-2-1-401-15,1 4 179 0</inkml:trace>
  <inkml:trace contextRef="#ctx0" brushRef="#br0" timeOffset="151076.73">24959 8973 180 0,'20'-8'283'0,"-12"4"-8"16,4-2-11-16,0-3-8 0,3-3 5 0,-2 1 4 15,0-6-3-15,4-5-9 0,-1 3 1 0,-1-5-8 16,0-2-11-16,3 1-29 0,0-2 3 0,-3-2-12 16,0 2-17-16,3-16-18 0,1 1-14 0,-5 6-13 15,1-6-15-15,-6 2-11 0,4-4-10 0,-5-3-10 0,5 4-13 16,-6-4-6-16,1 4-8 0,-1-2-6 0,1 5-22 16,-8-3-1-16,7 13-1 0,-7-1 8 15,1 3 7-15,3 1 4 0,-4 1-11 0,-4 6-3 0,4 0-1 16,-1 5 0-16,-1-4 4 0,-3 4 2 0,5 3-2 15,-6 5-5-15,6-3-6 0,-2 2-2 0,2 8-4 16,-5-9 0-16,2 6-4 0,3 3-2 0,0 0-2 16,0 0-1-16,-20 10-2 0,13-2-3 0,5 4 1 15,-4 0 0-15,-2 7-2 0,3 7 2 0,-4-2-2 16,3 2-2-16,4 2 2 0,2 2-4 0,-5 0 1 16,10 2 7-16,-5-2-5 0,2 11-1 0,4-4 0 15,-6-5-1-15,9 0-2 0,-9-2 0 0,6 0 0 0,1-2 3 16,-1 1-1-16,-4 1-2 0,10 0-9 15,-2-4 1-15,-2 2-15 0,5-4 4 0,-6-5-3 16,6-2 1-16,-1-2-9 0,4 0 3 0,-1 0-6 0,2-4-11 16,1-4 5-16,12-1-15 0,-11 0 4 0,11 0 4 15,-7-4-2-15,2-2-3 0,2-2-11 0,1 2 3 16,-3-2 3-16,3-3 2 0,0-5 0 0,-2 0 8 16,-1 1-1-16,-3 0 1 0,1-6 11 0,2 0 0 15,-9 4 5-15,-1-1 3 0,-5-3 9 0,2 3 3 16,-7-1 1-16,5-1 21 0,-7-3 5 0,5 7 7 15,-8-3 12-15,2 6 6 0,-2-5 3 0,0 1-6 16,-2 2 11-16,-4 2-3 0,4-4-5 0,-5 3-1 16,1 0-5-16,1 1 1 0,0 0-3 0,-3 2-6 15,-1 1-2-15,1 0-2 0,-2 2-3 0,10 2 6 16,-13-2-8-16,0 2-3 0,13 0 2 0,-19 5-1 0,13 2-2 16,1 1-1-16,0-4-5 0,0 7-1 0,3-5-1 15,2 3 0-15,2 6-8 0,3-4-17 0,3 10-8 16,4-6-13-16,-1-2-14 0,7-1-12 0,7 5-13 15,2-1-6-15,-1-5-5 0,4 2-8 0,0-2-10 16,3-3 11-16,-2-1-7 0,3-3 5 0,-3-3 4 16,0-2 8-16,-1-5 7 0,-2 3 10 0,-8-2 11 15,-2 3-1-15,4-6 5 0,-6-1 8 0,4-1 10 16,-6-1-2-16,-4-4 13 0,-2 0 3 0,-2 0 10 16,1-2 5-16,-7-1 11 0,0 2 14 0,0 4 18 15,-7-8 13-15,6 5 5 0,-6 0 0 0,1 3-5 16,-1 0-2-16,4 4-2 0,-4-2-7 0,-3 5-3 15,-2-2-2-15,-1 3 7 0,-2 1 4 0,0 3-3 0,1 0 4 16,-3 2-15-16,2 2-3 0,0 0-1 0,2 4-3 16,-2 3 1-16,5 1-10 0,0-2-2 15,2 5 0-15,0-3 0 0,-1 3 3 0,4 3-1 0,0-3-4 16,2 5-1-16,6-5-12 0,2 0 0 0,0 2 5 16,2-3-10-16,0-1-9 0,1-1-7 0,0 2 1 15,5-6-2-15,-4-3-5 0,1 3-3 0,4-5-3 16,3 0-8-16,-2-3 1 0,3 0 1 0,-3-4-2 15,0-1 10-15,1-1 0 0,-6-2 7 0,0 4-3 16,5-10 10-16,-6 5 0 0,4 1 3 0,-5-4 13 16,-1 2-3-16,-6 3 0 0,11-5 8 0,-5 0 1 15,-6 0 7-15,2 4 3 0,-3 1 7 0,0-1 3 16,4 1 0-16,-4 2-1 0,0 5-7 0,1-8 1 16,-1 8-5-16,-1-8 4 0,1 8-5 0,0 0 0 15,0 0 1-15,0 0-1 0,-18 12-8 0,9-8 9 16,8 4-6-16,-6-4 2 0,7 4 0 0,0 3-4 0,-7-5-4 15,7 4-2-15,-1-3-2 0,1 0-4 0,1 1 2 16,-1 0-4-16,7-4-1 0,-7 3 4 16,5-2 1-16,-5-5-7 0,12 7 7 0,-7-6 4 0,-5-1 2 15,14-1 0-15,0-3 1 0,-6 0 0 0,0 0-3 16,7-4 2-16,-3 1 4 0,-2 0-4 0,3-1 16 16,-3-6-10-16,1 1 12 0,-1 1-3 0,4-2 26 15,-8 5 5-15,4-3 4 0,-3 3 3 0,1-1 15 16,-3 1-15-16,2 4 2 0,-1-1-11 0,-2-1-1 15,1 3-10-15,-2 0-3 0,-3 4 3 0,11-1-14 16,-11 1 0-16,0 0-2 0,17 7 4 0,-9-1-3 16,-1 1-8-16,1 5 5 0,0 2 0 0,6 3-6 15,-4-4 1-15,1 5 0 0,-3-3-2 0,1 5 1 0,4-7-7 16,-5 2-18-16,7 0-12 0,-8 0 10 16,4 1-24-16,-7-4-13 0,2-1-9 0,-6-2 1 15,5 1-6-15,-3-5-1 0,-4 2 7 0,-3-2 5 0,5-5 0 16,-8 5 7-16,8-5 1 0,-15 0 2 0,15 0-2 15,-20-5-7-15,10 0-5 0,-3-2-9 0,-2-2-4 16,7 1-10-16,-2 1-2 0,-2-1-16 0,6 1-8 16,-4-5-18-16,5 1-5 0,-2 1-19 0,6 3 1 15,-6-8-10-15,7-1-11 0,-3 0-8 0,6-2-7 16,-3 3-110-16,7-5-327 0,-2 3 144 0</inkml:trace>
  <inkml:trace contextRef="#ctx0" brushRef="#br0" timeOffset="151310.28">26811 7874 296 0,'4'-9'301'16,"-4"-2"-3"-16,1 3-21 0,3 1-22 0,-3 3-20 0,-1 4-33 15,0 0-18-15,0 0 14 0,0 0-6 0,-13 16-1 16,10-2-2-16,0 5-12 0,-1 2-14 0,1 6-13 16,1 1-17-16,2 6-9 0,0 6-9 0,2 1-12 15,3-1-11-15,1 2 11 0,3 0-31 0,-4-4-6 16,6 2 7-16,1-1-18 0,-2-1-5 0,3 0-9 15,0-9-16-15,-3-3-33 0,-1 1-27 0,4 0-31 16,-8-8-39-16,6-3-40 0,-6-1-37 0,5 2-37 16,-5-10-55-16,3 3-281 0,-1-8-601 0,1 6 267 15</inkml:trace>
  <inkml:trace contextRef="#ctx0" brushRef="#br0" timeOffset="151476.71">26808 8346 22 0,'-15'-9'362'0,"4"0"14"0,-1 0 2 0,2 5-12 16,4-4-3-16,-3 4-16 0,3 0-16 0,1 0-20 16,5 4-29-16,0 0-22 0,-7-6-23 0,7 6-30 0,0 0-21 15,0 0-25-15,18-1-42 0,-18 1-56 0,32 4-79 16,-4 3-54-16,2-2-70 0,1 2-79 16,14 1-86-16,-1 4-299 0,8-5-654 0,-1 0 289 0</inkml:trace>
  <inkml:trace contextRef="#ctx0" brushRef="#br0" timeOffset="151842.66">27838 7770 97 0,'5'-16'391'0,"0"-3"-9"15,0 4-19-15,1-4-18 0,-4 6-13 0,-2-1 7 16,0 5-21-16,-2-4-26 0,2 3-36 0,0 6-26 16,0 4-16-16,0 0-19 0,0 0-14 0,0 0-11 15,-21 23-12-15,14-7-8 0,2 11-8 0,-5 4-1 16,5 10-1-16,0-1-15 0,0 7-10 0,4-3-11 15,1 4-10-15,1-2-8 0,1 4-8 0,5-7-7 16,-1 4-8-16,4-2-5 0,0-4-7 0,0-3-5 16,3 4-3-16,-3-12-5 0,5 6-23 0,-2-15-24 15,0 4-35-15,1-1-42 0,-3-7-45 0,3-7-46 16,0 1-44-16,-2 4-58 0,0-7-56 0,1 0-67 16,-5-6-289-16,0 0-746 0,6-2 330 0</inkml:trace>
  <inkml:trace contextRef="#ctx0" brushRef="#br0" timeOffset="152061.4">27762 8199 177 0,'-20'-11'343'16,"-2"4"-1"-16,7 1-8 0,2 3-2 0,5-1 1 16,-1-3-8-16,3 5-2 0,-1-3-5 0,7 5-15 15,-8-5-25-15,8 5-26 0,0 0-27 0,8-10-28 16,-1 8-18-16,8-1-20 0,5 6-20 0,-4-1-34 15,14 0-31-15,-2 2-38 0,5 0-52 0,-1-1-48 16,-1 2-42-16,4 2-41 0,-2 2-42 0,-3-3-43 0,1 2-47 16,-3 1-44-16,0-3-247 0,2-2-617 15,-8 1 273-15</inkml:trace>
  <inkml:trace contextRef="#ctx0" brushRef="#br0" timeOffset="152925.91">28198 8206 2 0,'-8'-4'250'0,"2"1"14"15,6 3 8-15,-7-4 1 0,7 4-12 0,-8-7-10 0,8 7-18 16,0 0-22-16,0 0-21 0,0 0-22 0,0 0-14 16,0 0-9-16,-14 12-11 0,14-9-15 0,0 7-6 15,0 0-12-15,0 2-9 0,4 0 4 0,1 2-21 16,-2-3-11-16,0 6-7 0,4-3-6 0,0 1-4 16,1 1-20-16,0-3-17 0,-1 2-17 0,1-3-15 15,2-1-26-15,-5-2-15 0,2-2-15 0,1 4-9 16,-2-10-11-16,-1 4-14 0,5-4 2 0,-3 1 0 15,-7-2 12-15,20-2 11 0,-20 2 9 0,16-3 3 16,-7 0 9-16,-3-4 10 0,3 0 12 0,-1-1 26 0,-2-2 19 16,1 2 27-16,1-4 19 0,-1 1 18 15,0 4 20-15,1-2 14 0,-2-5 8 0,1 9 14 16,1-6 15-16,-8 6 9 0,7-5 2 0,-5 5-4 0,4 1-11 16,-4-2-13-16,-2 6-11 0,5-6-19 0,-5 6-10 15,7-4-11-15,-7 4-5 0,0 0-3 0,0 0-9 16,8 12-3-16,-3-7-6 0,-2 3-4 0,0-1-12 15,1 4 0-15,2-2 0 0,-4 0-6 0,5 4-9 16,-2-4-15-16,-2 2 0 0,3 0-16 0,-4-6 0 16,3 3-14-16,0 2 2 0,-2-2-8 0,2 4 8 15,-1-6-7-15,1 0 8 0,0 1 8 0,-2-2-3 16,-3-5 7-16,5 6-3 0,-5-6 12 0,5 1 0 16,-5-1 3-16,0 0-2 0,0 0 1 0,0 0 1 15,13-7-2-15,-10-1 7 0,2 6-3 0,0-6 4 16,4 3-5-16,-3-4 9 0,2 2-3 0,-1-1 6 15,5-7 4-15,-7 6 3 0,5-2 0 0,-2 2 4 0,2-2 2 16,-4 0 4-16,3 4 1 0,-3-1 1 0,1 1-6 16,-2-2-2-16,6 5 1 0,-11-1 6 15,7-1-10-15,-5 3-6 0,-2 3-2 0,0 0-2 0,0 0-2 16,0 0 4-16,0 0-1 0,0 0 1 0,0 0-5 16,11 14-3-16,-11-10 0 0,2 5-3 0,-2-2 5 15,0 3-1-15,7 0-7 0,-7-1-4 0,3 0-4 16,2 2-1-16,0-3 6 0,-3 0-6 0,6 1-7 15,0 0 6-15,5-1-2 0,-4-1 3 0,2 0 1 16,-1-2 9-16,5-4-4 0,5 4 0 0,-5-3 2 16,1-1 1-16,-2-1 1 0,0 0 4 0,0-3-4 15,2 3 4-15,1-5 0 0,-2-1-3 0,3 1 4 16,-3-4 0-16,-2 1-3 0,5-1-2 0,-6 0 4 0,-1-2 5 16,-4 1-3-16,1-4 3 0,6 1 2 0,-8 6 7 15,2-4 16-15,-6-1 9 0,5 1 14 16,-2 1 15-16,-4 1-1 0,-1 0 3 0,0 0-5 15,0 3-6-15,-1-1-6 0,-4-1-7 0,-2 2-1 0,2 1-4 16,0-2 0-16,-6 5-5 0,2-1-3 0,9 3 1 16,-15 0-1-16,-6 3-3 0,13-1 3 15,-4 3-8-15,2 0-1 0,0 3 0 0,2-4-1 0,0 7-1 16,1-2-2-16,2 2-4 0,5 0 0 0,-7 5 5 16,11 0-5-16,-1-2 6 0,4 2-6 0,3-5 1 15,4 5-1-15,0-4-4 0,9 4 0 0,5-4 1 16,2 3-17-16,-2-4-17 0,2 1-10 0,0-4-39 15,1-2-25-15,0 1-26 0,-4-4-30 0,1-3-28 16,-5 0-33-16,-3 0-40 0,2-9-41 0,-6 2-45 16,1 0-228-16,4-6-617 0,-14 2 272 0</inkml:trace>
  <inkml:trace contextRef="#ctx0" brushRef="#br0" timeOffset="153075.9">29154 8007 96 0,'-22'-18'337'0,"2"3"-2"15,-1 4-3-15,6-1-23 0,0 0-12 0,8 6-14 16,1 1-31-16,-3-3-10 0,3 5-47 0,1 0-17 16,5 3-36-16,0 0-44 0,-10-5-32 0,10 5-50 15,0 0-58-15,13 19-85 0,-6-14-105 0,-6 8-232 16,13 0-500-16,-6-2 221 0</inkml:trace>
  <inkml:trace contextRef="#ctx0" brushRef="#br0" timeOffset="153542.57">29607 7948 61 0,'-8'-19'340'0,"-2"-5"-17"16,5 4-28-16,0 1-16 0,3 1-9 0,2 1-11 16,0 1-10-16,2 1-14 0,1 4-15 0,2 3-17 0,2 0-20 15,3 2-23-15,0 1-13 0,9 1-5 0,3 4-26 16,-2 3-16-16,11 5-6 0,-6 4-13 15,3 1-7-15,-5 2-2 0,6 3-16 0,-5-3-5 0,-4 1-1 16,0 4-8-16,-5-5-4 0,-5 0-3 0,2 5-5 16,-3-7 8-16,1 6 18 0,-5-4 0 0,0 4 6 15,-3-3 23-15,-2-1 16 0,-5 3 9 0,2-3 3 16,-4 2 2-16,-1-1 1 0,-4-1-5 0,1 3-8 16,-3-3-8-16,-5 7-9 0,0-2-10 0,1 2-7 15,0 2-5-15,-2-2-9 0,4 5-1 0,-3-2-8 16,4 12-14-16,1-10-26 0,5 0-41 0,3 5-52 15,4 7-59-15,2 2-54 0,5-9-49 0,-2 0-61 16,4 7-50-16,9-9-72 0,-9-3-241 0,8 2-729 0,-2-2 324 16</inkml:trace>
  <inkml:trace contextRef="#ctx0" brushRef="#br0" timeOffset="153829.18">29835 8967 163 0,'-5'7'360'0,"2"-4"-5"0,3-3 3 0,-8 8-6 16,8-8-7-16,0 9-11 0,0-6-14 0,0-3-15 16,0 0-10-16,0 0-21 0,0 0-16 0,5 6-30 15,-5-6-22-15,0 0-22 0,0 0-18 0,8 5-13 16,-8-5-17-16,0 0-15 0,0 0-14 0,0 0-4 15,13-4-14-15,-13 4-8 0,0 0-13 0,0 0-6 16,5-8-6-16,-5 8-6 0,0 0-7 0,0-8-1 16,0 8-14-16,0 0-15 0,0 0-34 0,0 0-45 15,0 0-56-15,-11-3-56 0,11 3-56 0,0 0-60 16,-15 0-85-16,15 0-349 0,-20 0-786 0,20 0 347 16</inkml:trace>
  <inkml:trace contextRef="#ctx0" brushRef="#br0" timeOffset="159108.94">3611 11916 207 0,'-1'-16'275'0,"1"16"-15"0,0 0-18 0,1-8-12 16,-1 8-20-16,4-8-10 0,-1 4-10 15,-1-2-14-15,-2 6-1 0,9-9-9 0,-5 6 3 0,-3-5-5 16,4 4-9-16,0-2 7 0,-1 0-12 0,2 2-9 16,-6-5 4-16,2 1 14 0,5-1-19 0,-7 3-6 15,1-5-6-15,4 0-9 0,-5 3 0 0,7-7-2 16,-7 6 0-16,1-3-3 0,3 2-11 0,-1-7-8 16,-3 7-9-16,7-4-5 0,-7 2-1 0,0 3-14 15,1-2 3-15,4 4-1 0,-3-2-5 0,-2 1-7 16,2 3-8-16,4-2-4 0,-6 7-3 0,0-7-6 15,0 7-2-15,5-6-7 0,-5 6-2 0,0 0-3 0,0 0 0 16,10 15-9-16,-10-3 6 0,5 1-4 0,-3 4 7 16,3 2-14-16,-4 7 2 0,4 2 0 15,-3 2-1-15,0-3 1 0,3 5 0 0,-4-2-3 0,-1 10-1 16,0-8-1-16,0-2 4 0,0 1-4 0,0 8 1 16,0-5-2-16,0-7 0 0,-1 1 1 0,2 2-1 15,-2-6 1-15,1-5-2 0,1 7-5 0,-1-5 9 16,0-2-2-16,0-4-3 0,0-1 0 0,0-5 3 15,0 6-2-15,0-6-2 0,0-2 4 0,0 1-3 16,5-2 1-16,-5 0-4 0,0-6 8 0,0 7-3 16,0-7 7-16,0 0-1 0,-5 5-4 0,5-5-4 15,0 0 1-15,-8 3 3 0,8-3-1 0,0 0-4 16,-20-8 0-16,12 4 1 0,1 1 0 0,-8 0-3 0,4 1 2 16,-6-1 3-16,1 3 13 0,2 0 14 15,3 0 11-15,-1 2-4 0,-4 1-4 0,2 0-2 0,5-1-6 16,-1-1-3-16,1 0-3 0,9-1-5 0,-15 3 4 15,15-3-8-15,-8 0 1 0,8 0-3 0,-3 4-1 16,3-4 1-16,0 0-2 0,0 0 2 0,0 0-2 16,20 4-1-16,-4-4-3 0,2-3 3 0,4 3 0 15,8-3-14-15,0 1-24 0,-2-1-30 0,8 1-43 16,1-3-47-16,-8 0-44 0,6 1-43 0,-8 0-64 16,-6 0-74-16,2-1-81 0,-5 3-255 0,-8-3-774 15,5 4 342-15</inkml:trace>
  <inkml:trace contextRef="#ctx0" brushRef="#br0" timeOffset="163725.47">3424 11436 11 0,'-13'0'198'0,"13"0"-2"0,0 0-2 0,0 0-5 16,-13-3-2-16,13 3-11 0,0 0-11 0,0 0-12 15,0 0-15-15,-9-2-13 0,9 2-12 0,0 0-11 16,0 0-11-16,0 0-9 0,0 0-6 0,0 0-9 15,0 0-8-15,0 0-6 0,0 0-5 0,0 0-2 16,0 0 4-16,0 0 4 0,0 0 1 0,0 0-6 16,30 4-3-16,-15-4 0 0,2 1-7 0,1-1-5 15,0-1-2-15,4-3-1 0,-1 1-2 0,12 3-6 16,-1-1 3-16,-1-1-8 0,2 1 1 0,15-7-1 0,-15 5-7 16,14-1 4-16,-14 4-2 0,10-3-2 15,-7 1 0-15,9-1-4 0,-2 1 1 0,2-4-4 16,4 4 3-16,-4 2-1 0,-2-5-2 0,-7 1 3 0,-1 1-2 15,-2-2 0-15,2 4 0 0,11 0 0 0,-17-1 0 16,2 2-3-16,2-3-2 0,-1 3 8 0,-4-1-7 16,0 2 1-16,-10-2 1 0,5 2 1 0,-3-1-4 15,2-1 4-15,-1 1-4 0,2 0 3 0,-3 0-3 16,5 1-3-16,-4-1 3 0,9 0 2 0,-8 3 2 16,8-6-5-16,4 6 0 0,-2-3 1 0,4 0-2 15,4 2 2-15,3-2 2 0,3 0-2 0,-11 1-2 16,10-2 2-16,-2 2 0 0,-5-2 0 0,7 1-2 15,-11-2 8-15,14 2-8 0,-6-3 2 0,1 0 0 16,-7 5 0-16,9-4 0 0,-1 0 0 0,-9-1 0 16,-3 6 0-16,2-6 0 0,0 3 1 0,0 3-1 15,-4-1-1-15,2-2 4 0,1 0-1 0,-4 0-4 0,1 2 3 16,0 2-3-16,-2-2 2 0,-3-1 2 0,3 0-4 16,-5-1 2-16,5 3 1 0,-3-1-4 15,3 0 4-15,1-1-2 0,0 2 2 0,1-3-1 0,-2 1-1 16,2 2 1-16,0-3 4 0,0 2-5 0,-1 0 3 15,3-2-2-15,3 0 0 0,-6 0 2 0,5 4-3 16,-1-2 0-16,1-2-1 0,-2 1 2 0,3 0 0 16,1-2 2-16,-5 2-1 0,6-1 2 0,-6 0-3 15,2 0 0-15,1 0-1 0,0 0 2 0,11-1-1 16,-10 1 1-16,-4 0-2 0,4 1 1 0,-4-2 2 16,4 0-1-16,-3 1 1 0,-1 0 0 0,4 0-4 15,-4 0 1-15,4 0 1 0,-5 0 0 0,5-2-1 16,-4 4 3-16,4-2-4 0,-4 0 3 0,1 2 0 15,4-3-3-15,7 2 1 0,-5 2 3 0,-5-3-4 16,7 0 3-16,8 0-1 0,-3 2 2 0,-12-2-2 16,15 0-2-16,-2 0 2 0,-14 0 0 0,4 2 0 0,12-4 0 15,-17 4 2-15,6-2-4 0,9 0 1 0,-11 0 0 16,10 0 2-16,-9 0-3 0,-4-2 3 16,4 0-1-16,-1 6 2 0,-1-4-2 0,13 0 2 0,-11 0-2 15,7 0 0-15,-10 0-3 0,14 1 4 0,-14 2 0 16,0-3 4-16,0 0-3 0,3 0-2 0,1 0 0 15,-2 0-3-15,9 1 3 0,1-2 0 0,-12 1-1 16,2 0 2-16,9 0-1 0,1 1-1 0,-8-1 1 16,6-1 1-16,3-2-1 0,-13 3 0 0,12 3 0 15,-12-3-3-15,10 0 4 0,-7 0-1 0,1-3 0 16,7 3 1-16,-10 0-3 0,7 0 2 0,-6 3 0 16,-1-3 0-16,14-4 0 0,-13 4 2 0,12 0-1 0,-6 0 2 15,-3 1-3-15,-5 2 1 0,8-6 5 0,-6 3-5 16,2 0-1-16,11 3-1 0,-7-3 4 15,-3 0-2-15,3 0-3 0,4 1 0 0,-2 2 1 0,-1-6-2 16,-6 3 2-16,12 0 2 0,-2-5-1 0,-1 3 0 16,-2 2-3-16,3 2 4 0,2-1-2 0,0-1 4 15,0 4-5-15,-5-1 1 0,4-6 3 0,2 6-1 16,-2-1-2-16,-3-2 1 0,4 0-2 0,-3 0 0 16,1 3 2-16,-1-3-1 0,0 0 0 0,0-1 4 15,3 2-5-15,-4 2 2 0,3-3 3 0,-4 1-3 16,0 2-2-16,3 0 4 0,-10-3-5 0,9 2 9 15,3-2-6-15,-2 3 0 0,1 0 0 0,1-2 1 16,0 1 1-16,-4 1 1 0,8 0-3 0,-9-3 0 16,6 0-3-16,-2 3 4 0,-3-3-3 0,4 1 3 15,0 1-2-15,2-1-1 0,-7 4 0 0,7-5 1 16,-9 0-1-16,2 2 4 0,2 2 0 0,-9-4 1 0,12 3-5 16,0-3 2-16,2 0 0 0,0 5-1 0,-4-4-1 15,0-1 0-15,-1 4-1 0,5-1 5 0,-6-3-2 16,3 4 1-16,1-4-1 0,1 0 2 0,-1 3-5 15,4 1 6-15,-1 2-6 0,0-6 4 0,-1 3 0 16,3-3-3-16,-5 4 1 0,0-4 0 0,0-1 2 16,0 1-3-16,-3 1 2 0,3-1 0 0,-4 0-2 15,3 0 4-15,-4 2-2 0,3-2-2 0,-1 0 3 16,-1 0-2-16,6 0 2 0,-12 1-2 0,10-4 1 16,0 3 0-16,-6 0-2 0,4-1 5 0,-1-2-2 15,4 6-3-15,-4-9 4 0,6 4-1 0,0 2 0 16,-1 2-5-16,1-4 6 0,-3 2-5 0,5-1 3 15,-5-2 1-15,5 3-1 0,-3-3-3 0,0 3 3 0,1 0-2 16,-3-1-1-16,2 1 2 0,-6-2-2 0,6 4 1 16,-4-4 0-16,6 1 2 0,-6 1-1 15,4-5 4-15,3 5-3 0,-5-2-3 0,0 1 0 0,-5-2-4 16,5 3 5-16,-2 0 2 0,-1 0-1 0,-1-6 0 16,6 3 1-16,-4 3-3 0,-1 0 2 0,3 0 1 15,0-3 2-15,0 0-1 0,3 5-4 0,-3-6 2 16,2 6 4-16,3-4-4 0,-2 2 0 0,2-3 2 15,2 3 1-15,-7-1-4 0,3 1 1 0,4 0-1 16,-1-2 0-16,3 2 1 0,-3 0-2 0,4 0-2 16,2-4-2-16,-9 1-3 0,7 3 5 0,-3-3-3 15,1 3 1-15,0 0 2 0,-1-2-2 0,4 2 2 0,-1 0 2 16,2 2 1-16,-4-4-6 0,1 1 5 0,-1 1-2 16,3-3 1-16,1 3 1 0,-2-1 0 15,5 2 0-15,-7-1 1 0,-5-1-1 0,7 1-3 0,5 1 5 16,-7-2 0-16,2 1-2 0,0-2 0 0,0 2 3 15,0-5-3-15,0 8 5 0,-2-6-4 0,-3 3-1 16,0-1-4-16,2-1 7 0,1 2-2 0,2 0 0 16,-5 0 1-16,2-4-1 0,3 4 1 0,0-1-1 15,-5-3 2-15,5 6-3 0,1-7 2 0,-6 4-3 16,5-2 3-16,-3 6 1 0,-1-3 1 0,4 0 0 16,-3-4-2-16,-1 2 1 0,6 2 0 0,-2-5 1 15,0 5-3-15,1 3 3 0,-4 1 0 0,3-6-1 16,-5 4-4-16,7-2 4 0,-3 1-1 0,0-1-1 15,1 3 1-15,-4-2 2 0,4 4-4 0,-3-3 2 16,3-2 0-16,0 4 0 0,1-4-3 0,-4 0 3 16,4 0 3-16,-4 0-2 0,-4 0 0 0,7 1-3 0,-5 1 1 15,0-2 0-15,4 1 1 0,-4 2-1 0,1-3 1 16,1 2-1-16,1-2 1 0,-5 2-2 0,1-2-1 16,1 1 1-16,0-2 1 0,0 2-4 0,-2-1 1 15,5 0 5-15,-1 0 0 0,1-1-2 0,-3 5-4 16,3-4 6-16,-3 0-1 0,0 0-3 0,5 0 4 15,-5 0-3-15,3 1 0 0,-3-1 1 0,7 0-4 16,-9-1 6-16,1 1-2 0,5 1-1 0,3-2-3 16,-4 2 9-16,-1-2-3 0,3 1 0 0,-5 0-2 15,3 1-1-15,-5-1 2 0,4 2-1 0,-4-4 0 16,4 2 1-16,0 0 0 0,-4 0-1 0,4-1 2 16,-4 2 1-16,3 4-5 0,1-5-2 0,-4 0 4 0,6-3 1 15,-4 3 0-15,-4 3 2 0,6-6-1 0,-4 3-1 16,1-2-1-16,4 2-2 0,0-1 3 15,0-3 0-15,4 2 2 0,0 0 1 0,-3-1-1 0,3 2-1 16,0 1-1-16,-1-2 2 0,2 1-4 0,2-3 2 16,2 4-1-16,16 0 0 0,-20 0 5 0,2-2-4 15,20 0 4-15,-22-1-7 0,-5-1 5 0,9 4-1 16,-4 0 2-16,-1-3-3 0,4 1 3 0,-4-1-6 16,3 3 5-16,-2-1-3 0,0-2 4 0,1-1-2 15,-6 2 0-15,7-3 3 0,-7 4-5 0,2 1 2 16,0 0 3-16,0-3-4 0,1 6 3 0,-1-6-4 15,0 3 2-15,3 0 0 0,-3-3-3 0,2 3 3 16,0 0-3-16,-3-2 3 0,5 4-1 0,-6-4 4 0,0-1-2 16,2 2 0-16,3 1 1 0,-8 0 0 15,5-3-1-15,2 3 1 0,0 0-4 0,-3-4 4 16,3 2-2-16,-4-3-2 0,1 4 3 0,-3 0-2 0,1 1 3 16,-1-5-2-16,8 5 0 0,-9 0-2 0,6-5 3 15,-1 5 2-15,-2-1-2 0,7-2-1 0,-11 3-1 16,7-3 0-16,-4 0-1 0,4-2 2 0,-6 3 1 15,0-5-2-15,0 3 2 0,2 3-1 0,0-4 0 16,2 3 0-16,-2 1 1 0,0-5 0 0,-2 5-3 16,-2-2 4-16,5-2-3 0,-1-1 3 0,-4 3-7 15,7 0 6-15,-2 1-1 0,-1-2 0 0,1 1-1 16,-1 2 1-16,0-4 1 0,1 3 0 0,-2 0-1 16,1-5 0-16,3 0 0 0,0 6 0 0,-8-2 3 15,1-2-3-15,2-1 0 0,-5 6 1 0,0-1 2 16,6-10 2-16,1 11-5 0,-4-3 6 0,-4-3 2 15,-1 3 5-15,4-1 2 0,-19 4 0 0,19-8 0 0,-5 2-5 16,-11 4 2-16,3-4-5 0,4 2 2 0,-4 1 7 16,-1-3-4-16,0 3 0 0,-1-2 4 15,-3-2-7-15,1 7 3 0,-2-3 0 0,1-2-3 0,-3 2 1 16,3-4 2-16,-14 7-4 0,5-6 4 0,-3 5-1 16,0-4 1-16,-2 4-2 0,-1-3-3 0,-4 6 3 15,-5-7-1-15,5 4 5 0,-3-2 5 0,-3 2-1 16,-7 1-1-16,13-2-2 0,-6 0 0 0,-7 2-4 15,8-5 0-15,-8 5-6 0,0 0 3 0,8 0-5 16,-8 0 2-16,0 0 0 0,0 0-3 0,0 0 0 16,0 0-6-16,0 0-10 0,0 0-4 0,0 0-17 15,0 0-14-15,0 0-14 0,0 0-14 0,12 2-18 16,-12-2-28-16,0 0-37 0,0 0-40 0,0 0-40 0,0 0-143 16,0 0-416-16,0 0 185 0</inkml:trace>
  <inkml:trace contextRef="#ctx0" brushRef="#br0" timeOffset="164210.81">29761 10963 259 0,'0'0'268'0,"0"-12"-13"16,0 12-21-16,5-4-26 0,-5 4-20 15,0 0-18-15,0 0-20 0,0 0-16 0,0 0-11 0,8 20-11 16,0-13-14-16,-8 2-11 0,7 7-5 0,1 2-6 15,-1 6 5-15,-2 3-7 0,-2-3-4 0,-3 3-11 16,7 0-5-16,-7 3-6 0,0-4-4 0,0 6-2 16,0-2-5-16,0-3 2 0,0 0 3 0,0 0-5 15,0 0-6-15,-7-8 7 0,7 2-10 0,0-2 2 16,-1-3-4-16,-6-1-4 0,7-2-2 0,0-6-1 16,0 4 4-16,0-5 22 0,0 1 22 0,0-7 7 15,0 10 20-15,0-5 16 0,0-5 17 0,0 0 22 16,5 5-4-16,-5-5-10 0,0 0-12 0,0 0-16 15,0 0-10-15,15-17-10 0,-12 10-7 0,2 1-9 16,2-4-9-16,-1-1-12 0,1 2-17 0,-4 1-12 16,4-2-31-16,-2 2-15 0,0-1-29 0,1 2-22 0,-1-1-26 15,-1-2-40-15,-1 4-28 0,-1 3-41 0,-2 3-58 16,-2-11-56-16,2 11-276 0,-12-7-649 0,4 5 287 16</inkml:trace>
  <inkml:trace contextRef="#ctx0" brushRef="#br0" timeOffset="165409.03">3360 11249 306 0,'0'0'305'16,"0"-8"-21"-16,0 8-23 0,0 0-33 0,-5-6-17 15,5 6-24-15,0 0-23 0,0 0-13 0,0 0-17 16,0 0-10-16,0 0-4 0,0 0-9 0,0 0-17 16,-2 26-4-16,2-21-8 0,0 10-8 0,2 0-9 15,-2 2-7-15,0 2-2 0,0 1-8 0,-2 0-3 0,4 5-5 16,-2-1-4-16,-2 3 7 0,2 0-15 16,-7-9-1-16,7 2-4 0,-1-2-2 0,-4 1-2 15,5-2 2-15,-2-7-7 0,0-1 1 0,2 2 9 0,-4-4 18 16,4 1 16-16,-2-3 24 0,2-5 28 0,0 8 25 15,0-8 28-15,0 0 2 0,0 0-17 0,0 0-7 16,0 0-5-16,8-19-6 0,-1 8 1 0,-6-4-2 16,6-2-2-16,-7 2 0 0,7-4 0 0,-7-4-15 15,1-8-4-15,8 7-5 0,-9-3 3 0,3 2 6 16,-1 7-5-16,-2 1 2 0,-2-2 2 0,2 6-17 16,2 1-9-16,-2 3-10 0,0 2-8 0,0-2-9 15,0 3-12-15,0 0-10 0,0 6-28 0,0 0-47 16,0 0-21-16,0 0-26 0,0 0-47 0,0 0-55 15,14 17-44-15,-5-4-29 0,4 5-60 0,-5 6-90 16,9-2-78-16,1 5-275 0,10 8-825 0,-1 1 365 16</inkml:trace>
  <inkml:trace contextRef="#ctx0" brushRef="#br0" timeOffset="166791.88">29797 12183 143 0,'0'-3'325'0,"0"3"-28"0,7-6-31 16,-7 6-29-16,0 0-26 0,0 0-22 0,0 0-16 16,0 0-19-16,5 20-20 0,-10-8-6 0,5 1-8 15,0 2 6-15,0 6-6 0,0 0-9 0,0 3-8 16,-2 3-12-16,-3 0-8 0,5-1-4 0,-3 1-7 15,-2-2-7-15,5-7-9 0,-7 1-5 0,7 1 0 16,-1-4-9-16,-6 6-10 0,7-12-3 0,-1 8 1 16,-4-14-10-16,5 11 3 0,0-7 0 0,0-1 5 15,0-2-8-15,0-5 8 0,-2 9 16 0,2-9 24 16,0 8 21-16,0-8 23 0,0 0-17 0,0 0-10 0,0 0-11 16,0 0-7-16,0 0-6 0,15-20-4 15,-14 13-11-15,6-3-2 0,0-5-8 0,1 5-2 16,-1-7-14-16,1 0 3 0,-2-2-11 0,1-4 17 0,-4 3-5 15,2 1-19-15,5 0 5 0,-6 0 2 0,-3 1-6 16,6 0 3-16,-5 0-4 0,3 0 9 0,-4 3 7 16,1 1 11-16,3 2 5 0,-4 5 8 0,4-5-2 15,-5 3-1-15,2 3-5 0,-2-2 3 0,2 3-5 16,1-2-10-16,-3 7-4 0,2-3-10 0,-2 3 1 16,0 0-3-16,0 0 1 0,16 11-6 0,-9 1 1 15,-2-5 0-15,3 12-2 0,2-6-7 0,0 6 7 16,2 5-4-16,2-1 1 0,1 1-5 0,-1-6 6 15,2 1 1-15,2 5-1 0,-1-2 3 0,-2-3-1 16,1 1 10-16,-2-7-10 0,0 1 2 0,0-4 0 16,-4 2-2-16,1-4 4 0,-1-7 1 0,-3 3 2 0,6-4 2 15,-3 4 19-15,-10-4 9 0,18-9 4 0,-10 4 1 16,1 0 9-16,-1-11 10 0,-1 7-3 0,-1-8 6 16,3 0-3-16,-5-2 1 0,3 0-2 0,-2 1-4 15,2-9-4-15,-2 0-4 0,0 2-5 0,-2-2-9 16,2 1-4-16,-2 1-11 0,4 5-18 0,-1-1-27 15,1 4-50-15,1 2-42 0,1 0-59 0,-4 2-42 16,-2 4-61-16,4 3-82 0,-3 0-82 0,0 1-306 16,1 2-807-16,-5 3 357 0</inkml:trace>
  <inkml:trace contextRef="#ctx0" brushRef="#br0" timeOffset="168943.15">4906 11295 304 0,'1'-6'373'15,"4"0"-4"-15,-5 0-8 0,2-2-14 0,-2 8-22 16,1-7-25-16,-1 7-34 0,4-5-28 0,-4 5-34 16,0 0-21-16,1-7-18 0,-1 7-2 0,0 0-32 15,0 0-16-15,0 23 1 0,0-13-24 0,0 2-14 16,-1 3-5-16,1 3-11 0,0-3 0 0,0 4-7 15,0-2-4-15,0 3-5 0,0-1-2 0,0-1-4 16,1 8-3-16,-1-1 3 0,2-6-9 0,1 4-31 16,1-5-50-16,2 2-35 0,3-2-30 0,-4 7-49 0,1-6-61 15,2-4-74-15,1 1-64 0,-3 0-199 0,1 2-608 16,5-3 268-16</inkml:trace>
  <inkml:trace contextRef="#ctx0" brushRef="#br0" timeOffset="169425.14">4884 12136 331 0,'0'0'344'15,"0"0"-22"-15,0 0-27 0,0 0-25 0,0 0-12 16,0 0-17-16,0 0-26 0,28-3-14 0,-28 3-20 15,17 7-10-15,-12-6-21 0,-5-1-16 0,13 3-13 16,-5 0-13-16,-1 3-13 0,-4 0-11 0,4-2-5 16,-6 4-8-16,3 1-3 0,-3-2 16 0,-2 4 29 15,-4 0 15-15,-2 2 13 0,-3 2 8 0,-1 3 4 16,-4-8 0-16,-2 12-1 0,-3-10-4 0,4 1-9 16,1 2-11-16,2-3-11 0,-2-2-5 0,6-1-16 15,1-6-9-15,2 7-6 0,-1-8 2 0,7-2 8 0,0 5-10 16,0-5-5-16,28 0-12 0,2-2-21 15,13-8-35-15,5 4-39 0,8-3-49 0,-3 0-57 0,7-3-60 16,-6-1-69-16,-6 3-80 0,2-9-99 0,-15 11-333 16,3-11-842-16,-5 4 373 0</inkml:trace>
  <inkml:trace contextRef="#ctx0" brushRef="#br0" timeOffset="170025.09">6165 11242 227 0,'0'0'338'0,"-8"-3"-8"0,8 3-12 15,0 0-10-15,-7-4-4 0,7 4-4 0,0 0-22 0,0 0-9 16,0 0-11-16,0 0-23 0,-6-1-12 0,6 1-24 16,0 0-10-16,0 0-18 0,0 0-8 0,0 0-9 15,0 16-7-15,0-9-8 0,0 2-29 0,6 2-6 16,-6-2-10-16,0 9-11 0,0-3-8 0,0 3-9 16,0 0-1-16,0 1-9 0,0 6-3 0,0 1-4 15,0 0-4-15,0 1-23 0,0 1-51 0,0-1-47 16,0-2-46-16,7 2-32 0,1-2-44 0,-3 2-72 15,3-8-86-15,-1 0-339 0,3-2-752 0,8 0 333 0</inkml:trace>
  <inkml:trace contextRef="#ctx0" brushRef="#br0" timeOffset="170708.37">7676 11370 89 0,'0'0'420'16,"-3"-11"14"-16,6 7 7 0,-3 4 1 0,-3-10-7 16,3 10-16-16,0-8-30 0,0 8-52 0,0 0-38 15,0 0-34-15,0-7-30 0,0 7-28 0,0 0-21 0,0 0-17 16,0 0-18-16,0 0-15 0,3 28-15 15,1-13-11-15,-1-3-11 0,2 3-4 0,-2 5-14 16,0-1-10-16,1 0-5 0,2 5-8 0,-1 2-36 0,4 1-44 16,-3-6-29-16,1 3-47 0,3-5-43 0,-4 7-39 15,4-3-39-15,0 0-58 0,-1-6-75 0,1 1-73 16,1-3-244-16,-1-2-725 0,5 1 321 0</inkml:trace>
  <inkml:trace contextRef="#ctx0" brushRef="#br0" timeOffset="171259.07">9042 11284 273 0,'0'0'399'0,"0"0"-4"0,0-7-23 0,0 7-30 16,0 0-24-16,0 0-35 0,0 0-24 0,-5-8-32 16,5 8-23-16,0 0-26 0,0 0-7 0,0 0-19 15,5 23-5-15,-4-12-9 0,1-3-1 0,1 9-15 16,4 0-10-16,-2 0-9 0,2 2-8 0,1 6-14 16,2 0-4-16,0-1-8 0,-2 3-10 0,0-1-39 15,6 1-36-15,-1-3-46 0,-3 0-43 0,3 0-53 16,-3 0-64-16,0-7-85 0,-5 0-338 0,0-2-697 15,3 4 310-15</inkml:trace>
  <inkml:trace contextRef="#ctx0" brushRef="#br0" timeOffset="171859.04">10412 11331 157 0,'0'-4'425'0,"0"4"-6"0,0-8-41 0,0 8-30 16,0 0-38-16,0 0-31 0,0 0-22 0,0 0-24 15,0 0-26-15,0 0-4 0,0 0-4 0,0 0-12 0,13 18-14 16,-9-9-21-16,-1 3-8 0,2 3-13 0,2 1-14 16,4 3-12-16,-7-2-5 0,6 9-13 0,-2-8-7 15,3 12-7-15,-4-3-8 0,3-2-29 0,-2-1-47 16,2 3-54-16,-2-3-50 0,-1-4-51 0,0 5-76 16,1-9-81-16,-8 3-335 0,2-3-711 0,4 4 315 15</inkml:trace>
  <inkml:trace contextRef="#ctx0" brushRef="#br0" timeOffset="174241.56">12423 11300 94 0,'9'-5'346'0,"-6"-4"-8"15,-2 3-15-15,1-1-23 0,-2 7-34 0,0-7-28 16,0 7-24-16,0 0-29 0,0 0-20 0,0 0-16 0,0 0-14 16,0 0-16-16,-3 23-8 0,3-12-18 0,-3 5-6 15,-6 0-6-15,3 4-11 0,6 0-5 0,-9-1-6 16,9 6-3-16,-6 1-8 0,6 1-3 0,0 0-8 16,0-9-4-16,6 3-9 0,-6 0-43 0,14 3-51 15,-13 2-79-15,14-13-108 0,-2 2-274 0,2-1-576 16,0-2 255-16</inkml:trace>
  <inkml:trace contextRef="#ctx0" brushRef="#br0" timeOffset="174759.17">13918 11372 342 0,'0'0'350'0,"0"0"-23"0,3-10-21 0,-3 10-31 16,0 0-23-16,0 0-27 0,0 0-19 0,0 0-19 15,0 0-16-15,12 15-8 0,-9-7-13 0,0 0-10 16,4 0-20-16,-5 9-8 0,3-2-14 0,-2 4-11 16,0 3 0-16,1 1-12 0,-4 4 1 0,5-1-10 15,-4 3-10-15,-1-1-14 0,5 2-43 0,-3 0-51 16,-1-2-68-16,3 4-87 0,2-5-111 0,-2 2-219 15,1-1-580-15,1-2 258 0</inkml:trace>
  <inkml:trace contextRef="#ctx0" brushRef="#br0" timeOffset="175925.18">6221 12033 210 0,'0'0'314'0,"0"0"-18"0,0 0-27 15,-5-3-25-15,5 3-22 0,0 0-23 0,0 0-25 16,0 0-13-16,0 0-17 0,0 0-16 0,0 0-14 15,0 0-14-15,27 6-9 0,-19-2-7 0,2-1-13 16,-2 1-1-16,4-1-8 0,-2 4-7 0,3-4-4 16,-3 2-9-16,2-1-4 0,-6 1-17 0,4 0-8 15,-3 2-5-15,3-1-7 0,-7-1 0 0,0 2 0 16,2-5 0-16,-1 6-3 0,-4-8 1 0,0 10 2 0,-4-5 1 16,4-5-4-16,-6 7 3 0,2-2-5 15,4-5 5-15,-6 7-4 0,2-4-1 0,4-3 5 16,-3 7-5-16,3-7 0 0,-5 5-1 0,5-5 2 0,0 5 3 15,0-5 2-15,2 11 1 0,4-7 0 0,4 3-1 16,0 1 5-16,0-4 0 0,4 4-1 0,-6 1 3 16,5 1-1-16,2-3-2 0,-7 0 1 0,5 5-5 15,-4-3 2-15,4 2 0 0,-10-4 0 0,9-1-3 16,-6 1-1-16,-4 5 1 0,0-4-1 0,3 1 0 16,-4-3 1-16,4 1 1 0,-5 0 4 0,0-2-1 15,0-5 7-15,-6 11 7 0,-1-5-2 0,1 0 1 16,-3-2-1-16,1 0-2 0,-5 0-1 0,-1-1-2 15,6 2 1-15,-13-1-13 0,4 0-32 0,1-1-34 16,2 1-42-16,3-3-53 0,-1-1-57 0,-1 3-250 16,13-3-505-16,-13 1 225 0</inkml:trace>
  <inkml:trace contextRef="#ctx0" brushRef="#br0" timeOffset="176525.19">7680 12111 153 0,'0'0'380'15,"-4"-6"-5"-15,4 6-12 0,-3-6-21 0,3 6-10 16,0 0-23-16,0 0-19 0,0 0-32 0,-5-7-29 15,5 7-26-15,0 0-26 0,0 0-21 0,0 0-18 16,0 0-11-16,0 0-19 0,0 0-11 0,-3 19-4 16,3-10-13-16,0 3-8 0,-4-3-1 0,4 13-12 15,-1-10-6-15,2 7 1 0,-2-4-14 0,1 2 1 16,0 0 0-16,0 0-8 0,0 2 0 0,1-7-12 16,3 0-11-16,-4 2-12 0,3-5 3 0,0-1-1 0,2 2 4 15,2-3-7-15,1-4-1 0,2 1-13 0,0-2 0 16,-10-2-4-16,27-3-3 0,-13-1 4 0,-4 0 16 15,5-6-18-15,0 2 5 0,0 1-3 0,0-2 9 16,-7-3 0-16,5 0 2 0,-3 4 1 0,-5 1 6 16,2-5 21-16,0 4 17 0,-4 5 11 0,2-4 12 15,-3 2 0-15,4 1-8 0,-6 4-9 0,0 0-12 16,5-8-8-16,-5 8 2 0,0 0-3 0,0 0-4 16,0 0 0-16,3 17-6 0,2-11 1 0,-5 3-1 15,0 5-1-15,2-2-12 0,-2 1-29 0,7 4-25 16,-1 0-29-16,-4-2-30 0,5 2-40 0,1 1-51 15,-5-3-71-15,5-2-85 0,-1 2-260 0,-2-1-673 16,7-2 297-16</inkml:trace>
  <inkml:trace contextRef="#ctx0" brushRef="#br0" timeOffset="177491.37">9221 12104 74 0,'0'0'312'0,"0"0"-30"0,0 0-16 0,0 0-20 15,-24 5-13-15,19-1-19 0,5-4-18 0,-6 5-12 16,1 1-18-16,1 2-1 0,3-2-6 0,-1 3 1 16,2 2-5-16,2-1 6 0,-1 1-14 0,8 0-1 15,-8-2-5-15,4 5-2 0,5-1-3 0,0 1-11 16,0 1-12-16,3-6-10 0,2 6-11 0,-6-6-7 15,4 6-12-15,-5-3-5 0,4-5-8 0,-4 2-8 16,-1-3 5-16,1 2-17 0,-6-2-2 0,4 0-4 16,-1-2 6-16,-5-4-18 0,7 8 4 0,-7-4-7 15,0-4-1-15,1 8 7 0,-1-8-7 0,-13 11-5 0,7-7-15 16,-3-1-26-16,-4-2-30 0,5 4-34 0,-9-2-35 16,-3-3-23-16,-1 4-43 0,-6-1-37 15,-1 2-49-15,8-5-47 0,-3 0-227 0,2 0-600 0,1-1 266 16</inkml:trace>
  <inkml:trace contextRef="#ctx0" brushRef="#br0" timeOffset="177674.71">9207 12159 284 0,'5'-3'343'0,"-5"3"-22"0,9-8-30 0,-3 5-21 16,-6 3-35-16,15-4-25 0,-7 3-22 0,1-1-19 15,4 0-18-15,2 2-17 0,6 0-27 0,2 0-45 16,6 2-53-16,2-2-57 0,2 3-60 0,10 0-82 16,2 0-215-16,-12 1-439 0,18 4 194 0</inkml:trace>
  <inkml:trace contextRef="#ctx0" brushRef="#br0" timeOffset="178225.25">10677 12180 171 0,'-2'-5'359'0,"2"5"-13"0,-6-3-25 16,6 3-14-16,0 0-21 0,-13-4-35 0,13 4-23 15,-7-1-16-15,7 1-30 0,0 0-16 0,-15 7-10 16,7-2-4-16,-2-1-4 0,0 5-10 0,2-2 8 15,-1 4-21-15,-6 1-2 0,2 2-5 0,5 5-10 16,-5-6-11-16,3 6-12 0,0 0-8 0,0-8-6 16,5 8 4-16,-2-2-15 0,2 1-5 0,4-2-6 15,-3 2 1-15,4-3-6 0,5-1-3 0,2 2-5 16,0-1-12-16,3-3-10 0,1-1-17 0,1-3-13 16,6 1-18-16,-3-1-16 0,6-1-19 0,-2-7-13 0,2 2-5 15,-1-2-9-15,-4-2 6 0,-1 2 4 0,-1-5 11 16,0-2 3-16,-5 3 9 0,4 0 7 15,-6-1 8-15,1-4 3 0,-5 0 2 0,1 1 9 0,-4 0 2 16,0 0 8-16,0 8-1 0,-9-15 5 0,-2 9-2 16,4 0 5-16,-3 0 2 0,-10-2-1 0,5 4 2 15,0 3-11-15,-6-1-24 0,6 2-25 0,-3 2-37 16,0-1-38-16,-1 3-52 0,1 3-59 0,3 0-193 16,-1 1-491-16,6-1 217 0</inkml:trace>
  <inkml:trace contextRef="#ctx0" brushRef="#br0" timeOffset="178891.46">12258 12092 327 0,'0'0'356'15,"-10"-2"-3"-15,10 2 1 0,0 0-2 0,-5-4-14 16,5 4-10-16,0 0-7 0,0 0-1 0,0 0-8 16,-7-4-7-16,7 4-15 0,0 0-16 0,0 0-25 15,0 0-26-15,15-5-25 0,-7 3-17 0,6 1-22 16,1 1-13-16,-4 0-16 0,11-4-11 0,-1 4-12 15,1 4-13-15,-1-8-13 0,2 4-4 0,-3 4-9 16,-3-3-12-16,-2-1-5 0,-2 2-9 0,-5 0-8 16,4 3-9-16,-2-2-6 0,0 3-2 0,-5 0-3 15,0 1-4-15,-2 1 1 0,0 4 2 0,0-2-1 16,-1 5-7-16,-2 2-1 0,-2 1 3 0,2 2-2 0,2 0 1 16,-4 6-2-16,2-2-15 0,2-8-20 0,-2 10-26 15,3-2-24-15,1-6-32 0,2 9-31 0,1-9-30 16,1 2-42-16,-1-3-47 0,1 2-65 0,-1 0-81 15,3-3-353-15,0-2-825 0,0 4 365 0</inkml:trace>
  <inkml:trace contextRef="#ctx0" brushRef="#br0" timeOffset="179658.97">13822 12366 220 0,'-8'-8'267'0,"8"1"-4"0,-9-5-3 16,3 4-6-16,-3-6-9 0,4 4-8 0,4-5-17 16,-4 10-11-16,3-6-15 0,1-2-16 0,1 3-17 15,0-2-14-15,-5 0-15 0,10 4-12 0,-4-3-12 16,1 2-14-16,3 0-5 0,-4 0-14 0,6 0-9 16,0 2-1-16,-1 0-13 0,3 3-7 0,-8-1-10 0,11 1-14 15,-2 1-5-15,1 0-8 0,-1 3-5 0,2 0-9 16,-2 3-5-16,0 0-3 0,3 1-1 15,0 1-9-15,-3-1 5 0,2 1-2 0,-2 1-1 0,-2-2 0 16,4 4 4-16,-4-1-1 0,-2 1 2 0,3 1-1 16,-4-6 2-16,1 6 1 0,-1-2 2 0,-5 1 0 15,5 1 2-15,-3 1 1 0,1-2-3 0,-6-1 3 16,1 4 2-16,1-3 2 0,-3-3-2 0,-1 10 4 16,-1-7-2-16,-6 3 3 0,4 0 2 0,-2 3 12 15,-5-1 7-15,2-1 2 0,-2 0-2 0,3 3 6 16,-4 1-1-16,1-1-4 0,-2 0 0 0,2 1 1 15,2-4-3-15,0 6-1 0,5-3-1 0,-6 3-2 0,13-3-3 16,-6-1 3-16,7 2 2 0,0-4 0 0,7 1 3 16,-1 1-3-16,3-2-1 0,7 0 0 15,-3-3 2-15,2 0-4 0,2 0 4 0,3-6-6 0,-4 1 0 16,4-2 0-16,0 0 0 0,-3-2-2 0,-4-2 0 16,3-3-1-16,-6 3 2 0,3-4 1 0,-6-1 0 15,1 0-1-15,-3 0-6 0,-3-6-4 0,-2 1 4 16,0 2-3-16,-3-4-16 0,-1 2-17 0,-4-3-24 15,-7 3-23-15,2-3-40 0,-5 7-60 0,-7-11-85 16,0 7-264-16,-6 2-571 0,-11-7 253 0</inkml:trace>
  <inkml:trace contextRef="#ctx0" brushRef="#br0" timeOffset="182958.6">6369 12958 227 0,'0'0'324'0,"0"0"-22"0,0 0-25 0,-5-5-35 16,5 5-24-16,0 0-23 0,0 0-21 15,0 0-18-15,0 0-17 0,0 0-14 0,1 20-9 0,-1-9-7 16,4 0 5-16,1 4-2 0,-4 2-2 0,1 0-13 16,5 8-9-16,-4 2-6 0,4-3-3 0,-3 2-6 15,0-1-11-15,2 1-9 0,-6-7 1 0,7 7-8 16,-5 2-4-16,4-1-2 0,-2-1-8 0,-1 1-2 15,-1-10 2-15,4 2-7 0,-6 2 4 0,0-3-4 16,0-2-4-16,4-1-2 0,-1 2 0 0,-3-7 0 16,0 2-2-16,0-4-5 0,0 1-24 0,0-4-14 15,1 4-17-15,-1-5-16 0,5 3-22 0,-5 0-55 16,0-7-48-16,0 0-48 0,0 0-45 0,0 0-204 0,0 0-522 16,0 0 231-16</inkml:trace>
  <inkml:trace contextRef="#ctx0" brushRef="#br0" timeOffset="183524.5">6408 12921 166 0,'0'0'252'0,"0"0"-14"0,0-9-19 15,0 9-25-15,0 0-22 0,-6-2-17 0,6 2-16 16,0 0-16-16,0 0-16 0,-17 11-6 0,11-6-9 0,1 2-8 15,-4-1-9-15,4 3-10 0,-1-1-5 0,-1 0-6 16,-1 1-5-16,1 1-7 0,1 0-5 0,-1 0 0 16,0-2-6-16,-3 4-2 0,4 0-2 0,-1-8-2 15,-1 4-6-15,1-1-1 0,1-2 2 0,-1 0-1 16,4-4-1-16,3-1 18 0,-7 6 14 0,2-1 23 16,5-5 11-16,0 0 15 0,0 0-4 0,0 0-13 15,0 0-2-15,0 0-6 0,-8-14-12 0,13 5-4 16,-2-2-1-16,2 1-1 0,-3-3 3 0,6-1 3 15,-3 1 0-15,-2 1 11 0,6-2 9 0,-4 4 1 16,0-1 11-16,1 3-1 0,-2-3 6 0,0 3 6 16,-2 0 2-16,5-2 6 0,-7 5-7 0,3 1-7 15,-3 4-10-15,3-8-12 0,-1 4-5 0,-2 4-17 0,0 0-6 16,7-6-7-16,-7 6-10 0,0 0-2 0,0 0-4 16,0 0-4-16,0 0 9 0,13 14-14 15,-8-7 3-15,1 2-5 0,4 0-19 0,0 1-24 0,0 5-18 16,4-4-32-16,0 2-31 0,5 2-34 0,0 4-36 15,1-3-49-15,4 5-65 0,-3-6-75 0,-1-3-285 16,3 5-705-16,-8-8 313 0</inkml:trace>
  <inkml:trace contextRef="#ctx0" brushRef="#br0" timeOffset="185359.79">6936 13644 60 0,'4'-9'364'0,"-4"1"0"0,0 1-9 15,3-2 3-15,-3 1-3 0,2 1 2 0,3 1-12 16,-5 6-19-16,3-9-29 0,-6 4-32 0,3 5-30 16,5-5-28-16,-5 5-24 0,0 0-23 0,0 0-14 15,0 0-15-15,0 0-16 0,3 17-12 0,-1-9-9 16,-2 3-7-16,0 5-8 0,1-4-8 0,3 4-3 15,1 2-8-15,-5 1-11 0,0-3 2 0,3 2-8 16,-3 0-3-16,1-1-1 0,1 0-2 0,-2 2-5 0,0-3-2 16,5-4-5-16,-5 0-3 0,3 3-1 15,1-4 0-15,-3-4-2 0,-1 1-14 0,9 2-30 16,-6-3-21-16,2 0-20 0,-2 0-26 0,1-1-26 0,4-3-33 16,-2 1-41-16,3-1-41 0,1 2-46 0,-2-5-53 15,-8 0-43-15,18 0-244 0,-8 2-670 0,-10-2 297 16</inkml:trace>
  <inkml:trace contextRef="#ctx0" brushRef="#br0" timeOffset="186007.63">7306 13646 13 0,'-7'-8'263'0,"7"8"-27"0,0 0-24 15,-3-6-25-15,3 6-15 0,0 0-19 0,0 0-16 0,0 0-9 16,-10 15-5-16,8-8 4 0,-1 4-5 0,-4-2-2 16,0 5-3-16,1-1-12 0,-1 5-4 15,-1-3-12-15,0 3-8 0,3 1-9 0,-2 3-6 0,-8 1-4 16,7-6-6-16,1 2-5 0,-1-1-7 0,1-1-1 16,-6 1-4-16,3-3-5 0,4 3-2 0,-8-3-2 15,6-5-4-15,0 1 0 0,3-2-4 0,2-2-1 16,-4 1 0-16,0-4 4 0,4 3 27 0,3-7 19 15,0 0 0-15,-7 2-7 0,7-2-2 0,0 0-7 16,0 0-5-16,0 0-6 0,0-24-3 0,4 12-8 16,-1-3 2-16,2 0-7 0,0-1 2 0,3 0-4 15,-6 1-3-15,4-5 16 0,1 2 10 0,0 3 4 0,-6 0 8 16,6 1 5-16,0-4 6 0,-6 5-4 0,4 2 13 16,2 3-1-16,-6-1 3 0,1 1 2 15,3 1-2-15,-5 0-6 0,0 7-6 0,7-4-9 0,-7-4-9 16,0 8-13-16,1-4 0 0,-1 4-13 0,0 0-1 15,0 0-1-15,0 0-2 0,0 0-6 0,0 0 2 16,15 12-5-16,-10-4 3 0,4-4-2 0,-3 3-5 16,1 9-3-16,1-3 0 0,0 2 2 0,1 0-1 15,-3-1 2-15,7 2-3 0,-4 2-4 0,1-1 3 16,0-1-1-16,0 0 2 0,-2-1-4 0,0 2-1 16,4-3-2-16,-4-4 0 0,2 2 1 0,-4 0 3 15,1-8-3-15,0 5 2 0,1-6-1 0,-1 4 4 0,-1-6 2 16,4 0-4-16,-10-1 0 0,12 0 0 15,-12 0 4-15,16-5 1 0,-9 0-6 0,1-4 4 16,0 3-1-16,1-1 16 0,4-5 9 0,-6-2 6 0,-1-1 11 16,4-3-4-16,-5 0-4 0,2-6 0 0,-6 3-3 15,6-11-2-15,-5 8-5 0,-2 7-5 0,5-10 0 16,-5 5-2-16,0 3-5 0,0 3-2 0,-5 1-3 16,3-1-1-16,-1 4-33 0,-1-1-28 0,-2 3-46 15,4 0-53-15,-3 5-49 0,0 1-51 0,0 0-41 16,-1 0-53-16,6 4-56 0,0 0-277 0,-22 8-732 15,12-6 324-15</inkml:trace>
  <inkml:trace contextRef="#ctx0" brushRef="#br0" timeOffset="188457.53">6728 12912 159 0,'0'0'240'0,"0"-7"-3"16,0 7-3-16,3-5-15 0,-3 5-9 0,0 0-14 16,0 0-6-16,2-6-6 0,-2 6-11 15,0 0-8-15,0 0-11 0,0 0-11 0,0 0-8 16,0 0-8-16,0 0-10 0,0 0-7 0,0 0-15 0,3-6-7 16,-3 6-9-16,0 0-8 0,0 0-4 0,0 0-6 15,0 0-10-15,0 0 1 0,0 0-8 0,0 0-7 16,0 0-4-16,0 0-2 0,0 0-4 0,0 0-7 15,0 0 1-15,0 0-3 0,0 0-1 0,10 15-7 16,-5-12 6-16,-2 1-5 0,-1 1-2 0,3 2-1 16,3 2 4-16,-6-3-1 0,3 2-2 0,1 1-6 15,-1-2 6-15,0 4-1 0,0-2 8 0,0-2-8 16,2 4-1-16,-4-2 4 0,6 2-5 0,-3-1 1 0,-4-2-6 16,4-3 6-16,1 7 2 0,-5-4-3 15,4-4 2-15,1 7-7 0,-2-5 4 0,-3 2 5 16,6-3-4-16,-8 3-6 0,6 0 2 0,-1-2 3 0,0-1 1 15,0 0-1-15,-5 2 1 0,9 1 0 0,-4-5-1 16,-4 3 5-16,8-3 0 0,-3 3-4 0,1-1 1 16,-1 0 5-16,-2-2-6 0,1 4-1 0,3-3 2 15,0-1 1-15,1 2 0 0,-3-1-2 0,2-1-2 16,-1 2 11-16,3-2-12 0,-2 2 0 0,1-2 1 16,0 1-3-16,-4-1 0 0,4 1 2 0,-1 1 4 15,0-4-5-15,2 2 2 0,-10-3-1 0,18 3 1 16,-9-2-2-16,-1 4 4 0,5-5-4 0,-6 3 3 15,1-1-1-15,7-1 0 0,-8-1-3 0,-7 0 4 16,14 3-3-16,0-3 3 0,-6-3 3 0,-8 3-2 16,22 3-2-16,-14-3-5 0,-8 0 10 0,20-3 1 15,-20 3-5-15,10-1 4 0,3-1-3 0,-13 2-2 0,15-3 3 16,-7 0-1-16,-1 3 1 0,3-2 0 0,-10 2-5 16,21-1-4-16,-16-2 8 0,3 2-1 15,-8 1-2-15,15-3 0 0,-7-1-1 0,-8 4 4 0,15-1-3 16,-8-1 3-16,-7 2-1 0,13-5-2 0,-6 5 0 15,3-4-2-15,-10 4 3 0,13-3-4 16,-8-1 3-16,2 1-4 0,1 2-3 0,0-4 5 0,-1 2 8 16,-2-1-9-16,5-3 4 0,-5 6 9 0,1-5-13 15,9 1-1-15,-10 1 2 0,2 0 3 0,-2-3-1 16,5 2-3-16,-9 1 2 0,6 0 0 0,1 1-4 16,-3-3 3-16,-2 1 6 0,4 1-12 0,0-1 8 15,-1 0-3-15,3-1 6 0,-8-1-3 0,4 3 3 16,2-1-11-16,-1 0 7 0,1 0 10 0,-4-3-16 15,4 6 3-15,-2-8 2 0,3 8 2 0,-6-6-4 16,5 1-6-16,-1 0 7 0,-4 2-3 0,3-2 1 16,-4-1-5-16,8 1 7 0,-4 0-2 0,-2 2 7 0,2-2 0 15,-2 3-1-15,4-4-2 0,-2 0-6 0,0 4 4 16,-2-4 2-16,2 0-3 0,-2 0 1 0,2 2 0 16,-1 1 3-16,1-1-3 0,1-3 0 0,-4 5 0 15,3-4-3-15,-2 3 5 0,4-1-4 0,-6-1 3 16,-1 7-2-16,5-12-2 0,0 10 4 0,-1-4-4 15,-4-1 7-15,1 0-3 0,3 2-1 0,-3 1-1 16,-1 4 6-16,5-8-10 0,0 4 3 0,-5 4 2 16,2-12-4-16,0 11 6 0,-2 1 0 0,3-8 12 15,0 5-10-15,-3 3-9 0,4-14 4 0,-4 12 1 16,6-3 0-16,-6 5-6 0,2-6 6 0,-2 0-1 16,3-2-2-16,0 6 2 0,-3 2 2 0,5-7-1 15,-3 0 2-15,-2 7 0 0,0-8-6 0,0 3 3 16,0 5 2-16,2-8 2 0,3 5-8 0,-5 3 6 15,0-8 2-15,0 8-3 0,1-8-1 0,-1 8 4 16,5-7-6-16,-3 4 3 0,-2 3-1 0,0-7 3 0,0 7 0 16,0 0 11-16,2-6-23 0,-2 6 9 0,0 0-4 15,0 0 2-15,5-7 5 0,-5 7-2 0,0 0-3 16,0 0 4-16,0 0-5 0,0 0 1 0,0 0 2 16,0 0-5-16,0 0 1 0,0 0-5 0,0 0 1 15,0 0-3-15,0 0 0 0,0 0 4 0,0 0-6 16,0 0 8-16,0 0 0 0,0 0-2 0,0 0 0 15,0 0 4-15,0 0 2 0,-29 11-3 0,23-7 2 16,1 1 0-16,-5-2-1 0,5 5-2 0,-7-1 5 16,6-2-1-16,-4 2-2 0,2 1 1 0,-4 0 2 15,2-4 8-15,2 7-10 0,-6-3-4 0,6 3 11 16,-5-2-6-16,1 0-2 0,2 1 1 0,-4 1 3 16,7-3 9-16,-3 0-14 0,-2 0 4 0,4-4-1 0,0 3 3 15,1-2 1-15,2 2-9 0,-3-3 12 0,5-1-7 16,-2 3 3-16,5-6 0 0,-9 3-4 15,9-3 4-15,-6 6 3 0,6-6-4 0,0 0 2 0,-7 5-2 16,7-5 9-16,0 0-1 0,-6 4 4 0,6-4 4 16,0 0 1-16,0 0-3 0,0 0 1 0,0 0 4 15,0 0 6-15,0 0-12 0,0 0 5 0,0 0 2 16,0 0-4-16,0 0-4 0,0 0-2 0,0 0-4 16,21-20 1-16,-14 15-5 0,-1-1 7 0,4-2 1 15,-5 2-6-15,5-1 5 0,0-1-8 0,-2-1 4 16,2 0-12-16,-1 1 11 0,2 1 1 0,-3-5-2 15,1 6 7-15,-1 1-6 0,0-5-4 0,2 3 1 16,-3 4 1-16,1-4 0 0,-1 0 1 0,-4-1 12 0,4 6-18 16,-1-1 3-16,1-2 1 0,-4 2 1 15,-3 3-7-15,12-6-2 0,-9 4 7 0,-3 2-2 16,8-4-6-16,-8 4 3 0,10-3 2 0,-10 3-1 0,15 4-1 16,-11 1 4-16,2-2-4 0,2 3 3 0,-1 0 0 15,1 1 1-15,-1 5-5 0,0-4 7 0,1 1 2 16,-2 4 20-16,8 1-16 0,-6 1-9 0,0-1 4 15,1 2 3-15,-3-1 0 0,2 0-1 0,-1 0-3 16,0 1 1-16,-1 0-5 0,3-1 2 0,-1 0 5 16,-2 1 9-16,-1-1-1 0,2 1-45 0,-2-4-31 15,0 5-31-15,0-7-43 0,-2 2-58 0,4-1-70 16,-2 2-87-16,1-2-224 0,-1-4-625 0,7 1 278 16</inkml:trace>
  <inkml:trace contextRef="#ctx0" brushRef="#br0" timeOffset="200806.87">6635 13685 225 0,'0'0'259'0,"0"0"-15"0,0 0-20 16,0 0-13-16,-15-8-16 0,15 8-16 0,0 0-11 16,0 0-15-16,0 0-17 0,0 0-6 15,0 0-13-15,0 0-7 0,0 0-10 0,0 0 0 0,0 0-10 16,2 9-6-16,-2-9-6 0,0 0-8 0,0 0 7 15,2 10-7-15,-2-10-5 0,5 8-4 0,-5-4-5 16,3 3-6-16,-3-7 6 0,3 10-5 0,-1-1 1 16,1-3-4-16,-1 1 0 0,3 3-8 0,-4-5 0 15,3 2-4-15,-1 3-8 0,0-1 2 0,-1 1-1 16,1 3-5-16,-1-3 0 0,0 5-6 0,3-3 0 16,-2 3 0-16,2 1-4 0,0-2 1 0,-2 4 1 15,4-3-1-15,-6 3-3 0,-1-2-2 0,7 3 4 0,-2-6-5 16,-2 5 4-16,1-2 0 0,2-1-1 15,3 0 3-15,-6 5 7 0,3-6-12 0,-1 2 2 16,-1 2 0-16,2-3-1 0,1 0 3 0,1 3-5 0,-6-5 6 16,5-3 3-16,-1 6-8 0,2-4 0 0,-3-1 4 15,5 2 0-15,-5-4-2 0,4 3-7 0,-1-3 7 16,3 7-1-16,-9-8-5 0,6 1 3 0,-1 4 1 16,1-5-1-16,-1 5-3 0,4-2 0 0,-6-2 2 15,5 0 2-15,-6 0 1 0,2 2-2 0,8 1 3 16,-6-4 1-16,5 4-1 0,-3-4-2 0,-2 2-3 15,4-1 0-15,-1 2 5 0,1 0-1 0,-4-3 0 16,6 1 1-16,-5 5-3 0,3-10 3 0,0 8-3 0,-2-4 1 16,-2-1 0-16,5 2 4 0,-3 6-8 15,0-7 0-15,3-5-3 0,-1 9 6 0,-2-4 1 16,-2-2-2-16,0 3-5 0,5-2 4 0,2-1-1 0,0 6 1 16,-1-5-5-16,-6 0 5 0,5 0-5 0,2 1 5 15,-2-1-4-15,-3-2 5 0,3 2-1 0,1 2-4 16,-3-5 1-16,-3 3 1 0,6-3-1 0,-1 0-2 15,2 3 8-15,-2-2-13 0,4 2-1 0,-4-3 10 16,5-3-1-16,-1 7 1 0,1-2 0 0,-2-3-1 16,4-2-5-16,-3 4 10 0,4-2-7 0,-1-2 7 15,-3 4 4-15,3 0 8 0,-4-1-5 0,7-3 0 16,-3 2 5-16,-2-1-4 0,4 1 10 0,-2-3-7 16,1 0 0-16,1 2-1 0,-4-7 2 0,2 5-5 15,1 0 2-15,-2 0-7 0,2 0 1 0,2 0 1 16,-3 0 1-16,0-2-2 0,2 2-3 0,-1-3-1 0,-3 2 1 15,2-6-3-15,-2 3 9 0,4 1-7 0,-4 6-1 16,0-7-2-16,2 1-1 0,-3 3 9 0,1-5 0 16,0 4-9-16,4-1 2 0,-6-2 1 0,4 1-4 15,-3 0 1-15,4-2 0 0,-6 4 1 0,6 0-2 16,-1-1 0-16,-3-4-3 0,4 4 7 0,3 1-2 16,-10-3-4-16,6 1 1 0,-1-1 0 0,-1 0 3 15,3 1-4-15,-1-2 5 0,-3 1-4 0,1 0-1 16,3 0-2-16,-4 0 3 0,3 0 0 0,3 1 0 15,-3-1 1-15,-4 0-3 0,4-4 0 0,-3 4 1 16,3-2 2-16,-2 1 4 0,0 2-7 0,-1-1-2 16,1-4 3-16,2 4-1 0,-4 1-2 0,4-2 2 0,-3-2 7 15,3 2-8-15,-4 0 3 0,2 3-1 0,0-2-2 16,-3-3 0-16,7 0 5 0,-7 1-6 16,0 3 3-16,0-2 0 0,3-1 2 0,-3 1-5 0,1-2 1 15,-1 3 2-15,0-1 0 0,0 1 0 0,1-3-2 16,-1 3 0-16,0-1 2 0,-1 0 5 0,0 2-7 15,3-3 3-15,1 0 7 0,-1-1 5 0,-2 0 2 16,1 3-1-16,4-5 1 0,-5 4-8 0,1 0 6 16,4-3 2-16,-5 0-3 0,0 1-2 0,0-1 0 15,2 1 2-15,-3-1-4 0,3 1-1 0,-2-1 7 16,0 1 4-16,-4 2-4 0,1-2 0 0,-2-1-2 16,2 3 0-16,-3-3-4 0,6 2-1 0,-3 0 1 0,3-5 0 15,-4 4-3-15,-1 2 2 0,0-1-3 0,5-6 1 16,-5 3-4-16,5-1 2 0,2 1 1 15,-6 1-3-15,2 1 0 0,2-4 2 0,0 2-3 0,0 1 3 16,0-3-3-16,2 0-2 0,-1 4 2 0,-1-3 1 16,-5-1 0-16,5 0 1 0,-2-1-2 0,-1 4 0 15,3-4-2-15,-6 1 3 0,3-2-2 0,0 2 0 16,-2-4 0-16,1 4 0 0,1 3 1 0,-2-8 2 16,1 3-4-16,2 3-3 0,-4-5 4 0,4 4-3 15,-5-1 5-15,1-1-3 0,4 2 0 0,0-1 0 16,-5 0-1-16,6 0 1 0,-5 3-1 0,5-3 12 15,-8 4-12-15,4-4 0 0,-3 5-1 0,6-5 0 0,-5 4 2 16,1 1 0-16,2-5 0 0,-6 4-4 0,5 0 3 16,-2 0 2-16,1 0-3 0,-4 1 3 0,-2-4 1 15,5 2-2-15,-3 4-3 0,-1-8 3 0,2 8 2 16,1-4-4-16,-2-1-1 0,0 2 2 0,0-3 2 16,0 3 1-16,-2 0-5 0,2 0 1 0,2-3 2 15,-1 3 2-15,-3-3-1 0,2 3-1 0,4-1 0 16,-8-1 0-16,6 2 0 0,-2-1 3 0,-2 2-3 15,4-5-3-15,1 1-1 0,-8 3 4 0,7-8 0 16,-1 9-1-16,-1-5 2 0,2 1-3 0,-2 4 0 16,0-5 1-16,3 2-1 0,-6 0 2 0,9-3 5 0,-9 2-5 15,5 4 0-15,1-1 0 0,-3 0 0 0,3-6-2 16,-1 6 2-16,-1-2-2 0,-4 3 1 0,6-1 2 16,-8-1 1-16,7 0-2 0,-2 1 3 0,-2 1-4 15,4-1 0-15,-2-1 2 0,-2 2 2 0,4-1-2 16,-2-2-1-16,-2 5 0 0,4-2 1 0,-6-1-1 15,3-1 3-15,-3 4 0 0,-1-2-8 0,7 0 1 16,-4-1 5-16,2 3-3 0,2-2 3 0,-2-1-3 16,-2 1 1-16,2 2 2 0,-2 0-4 0,2 0 3 0,-1-2 1 15,1-1 2-15,1 3 2 0,-4-2-8 16,3 3 0-16,-3-4 6 0,3 4-3 0,-2 0 0 16,-2-3 0-16,3 2 0 0,-4 5 1 0,6-8-2 0,-1 2 4 15,-5 0-2-15,0 6-3 0,5-7 3 0,-5 7 2 16,2-10-3-16,1 5 0 0,-3 5-12 15,2-8-1-15,-2 2 0 0,0 6 1 0,0 0 5 0,5-6-2 16,-5 6 0-16,0 0-1 0,0 0 1 0,2-6 7 16,-2 6-11-16,0 0 4 0,0 0 1 0,0 0 6 15,0 0-8-15,0 0 1 0,0 0 4 0,0 0 0 16,0 0-1-16,0 0-1 0,0 0-2 0,0 0 0 16,0 0 6-16,0 0-7 0,0 0-3 0,0 0-1 15,0 0 10-15,0 0-3 0,0 0-2 0,0 0 1 16,0 0-1-16,-29 12 3 0,23-9 1 0,-1 4-4 15,-1-3 1-15,-2 3 5 0,0 1-7 0,0-3 6 0,-5 6-1 16,7-4 5-16,-4-2-3 0,1 2 0 16,-1 1 1-16,2-4-2 0,2 4 1 0,-4-4-2 15,4 3-3-15,0-4-8 0,1 1 1 0,2 1-3 0,5-5-5 16,-8 3 2-16,1 1 7 0,7-4 1 0,-6 3 6 16,6-3-3-16,0 0 4 0,0 0-3 0,0 0-3 15,0 0 6-15,0 0 2 0,0 0-5 0,18-17 5 16,-10 12 4-16,-1 0-2 0,1-4 0 0,-1 1 3 15,1-1-4-15,0 2 2 0,-1-1-3 0,1-5 4 16,4 6 10-16,-6-3-9 0,-1 5 1 0,0-3-1 16,5 0 13-16,-6 3-3 0,2-3 4 0,-2 2-1 15,0 2 1-15,0-3-5 0,-4 7 1 0,6-2-5 0,-6 2-3 16,5-6 3-16,-5 6-9 0,0 0 2 0,0 0-4 16,0 0 7-16,25 8-4 0,-18-1 0 15,1-2-2-15,0 6 4 0,2-2 7 0,-1 5-12 0,-1-1 3 16,0 1 1-16,5-1 8 0,-9 2-10 0,6 3 1 15,-2-3-1-15,2 0 5 0,-4 2-5 0,4 1-32 16,0-1-28-16,0-2-44 0,-3 2-30 0,1-2-38 16,-1 2-43-16,-6-3-77 0,6 0-68 0,-5-2-268 15,4 1-683-15,-6-2 301 0</inkml:trace>
  <inkml:trace contextRef="#ctx0" brushRef="#br0" timeOffset="201742">8506 15192 177 0,'0'0'374'0,"-5"-10"0"0,5 10-5 0,-2-10-5 15,2 10-12-15,0-7-16 0,0 7-19 0,0 0-24 16,0 0-42-16,0-6-27 0,0 6-23 0,0 0-27 16,0 0-16-16,0 0-15 0,0 0-16 0,0 0-5 15,0 0-20-15,0 28-4 0,0-16-15 0,2 3-6 0,3 2-2 16,-5 4-4-16,1-3-11 0,4 2-7 15,-3 2-5-15,-2-4-6 0,6 1-3 0,-4 2-2 16,5-3-7-16,-7 5 2 0,1-3-1 0,4-4-6 0,4 2-2 16,-9-3 2-16,0 0-5 0,0-5-3 0,3 5 0 15,0-5-1-15,-1 2-17 0,3-5-29 0,-5 1-23 16,3-3-20-16,-3 2-22 0,3-2-16 0,-3-5-8 16,2 9-33-16,-2-9-39 0,0 0-44 0,0 0-28 15,0 0-42-15,0 0-54 0,0 0-206 0,0-25-613 16,0 16 271-16</inkml:trace>
  <inkml:trace contextRef="#ctx0" brushRef="#br0" timeOffset="202107.01">8242 15160 229 0,'0'0'311'0,"5"-8"4"0,-5 8-5 15,0-7-4-15,0 7-1 0,0 0 3 0,2-9-12 16,-2 5-7-16,0 4-18 0,0 0-16 0,12-7-20 16,-12 7-18-16,9-4-16 0,-2 3-15 0,3-1-19 15,2 1-11-15,1 1-12 0,3-4-12 0,-1 4-14 16,8 0-10-16,-3 0-9 0,4-2-6 0,-3 2-11 15,7-5-9-15,-1 5-8 0,-6 0-3 0,1 0-7 16,-1-1-6-16,1 1-6 0,-6 0-5 0,6 0-1 0,-7-1-4 16,0-1-5-16,-4-1-7 0,-3 2-10 15,1-1-18-15,-9 2-16 0,16-2-18 0,-9-1-18 16,-7 3-28-16,13-7-30 0,-11 2-33 0,-2 5-31 0,6-2-31 16,-6 2-36-16,0 0-39 0,5-6-49 0,-5 6-51 15,-3-8-199-15,3 8-635 0,0 0 282 0</inkml:trace>
  <inkml:trace contextRef="#ctx0" brushRef="#br0" timeOffset="206557.24">10947 12981 140 0,'0'0'278'0,"0"-9"0"0,0 3 3 0,0-2-16 16,0 8-1-16,0-12-7 0,0 7-7 0,3-2 6 15,-3 3-4-15,0 4-11 0,0-11-6 16,0 11-23-16,0-7-6 0,0 7-26 0,0 0-22 0,0-6-20 16,0 6-10-16,0 0-23 0,0-6-6 0,0 6-18 15,0 0-4-15,0 0-7 0,0 0-10 0,0 0-12 16,0 0 2-16,0 0-11 0,0 0-5 0,0 0 4 15,3 21-6-15,-6-15-3 0,6 0-6 0,1 2 2 16,-4-8-6-16,0 13-4 0,0-6-4 0,0 4 7 16,0-2-5-16,1 2 2 0,3-3-4 0,-1 2-5 15,-3 0 2-15,0 0 1 0,0-1 6 0,2 6-12 16,-2-5 1-16,5 2 2 0,-5-3-2 0,1 2 2 0,4-2-2 16,-5 2 3-16,2-4-5 0,-2 5 1 15,2-3-2-15,3 1 2 0,-4 2-1 0,4-4 1 16,-3 3-3-16,4-3 3 0,-6 0-1 0,2 3-1 0,5-3 4 15,1 0-3-15,-8 3-1 0,7-2 0 0,-1-2 0 16,1 4-3-16,0-2 2 0,-1-5 3 0,2 6 0 16,1-5-3-16,2 3 0 0,1-4 3 0,-1 6 2 15,1-3-1-15,-2-1 0 0,5 1-1 0,-7-2 5 16,7 4-6-16,-5 0-2 0,3-3 3 0,-3-3-1 16,2 4-2-16,3 2 1 0,-5-6 0 0,1 4 5 15,6-3-7-15,-6 2 4 0,1-4-1 0,1 3-4 16,-1-2-1-16,4 4 7 0,-7-3 0 0,0-3 1 15,5 2-6-15,-1 2 9 0,0-1-9 0,-3-1-2 16,2 2 5-16,-2-2-1 0,3-3 1 0,0 4-4 16,-1-1 4-16,-4 1-2 0,4-3 2 0,-3-1-1 0,3 3 1 15,1-2 2-15,-1-1-4 0,-1 0 5 0,1 2-2 16,0-2-2-16,1 0 3 0,2 0-4 0,1-2 3 16,-1 1-3-16,2 2 1 0,-9-2 1 0,12-2-1 15,-5 2 1-15,0-3-4 0,5 3 2 0,-6-2 6 16,1 0 0-16,0-1-5 0,-2-1 0 0,4 2 6 15,-2-5-4-15,-2 7-2 0,0-8 4 0,-1 4-4 16,1 2 3-16,-4-4 2 0,2 1-6 0,4-2 3 16,-3 1 0-16,-4 1 0 0,3-3 0 0,-1 1-1 15,2 4-2-15,-2-8 0 0,-2 4 1 0,2 1-1 16,0-1 2-16,0 3 2 0,0-7-2 0,0 4-1 0,-2-2 6 16,0 1-3-16,4-1-5 0,-4 3 1 0,5-5 3 15,-3 3-3-15,-3 2-2 0,3-5 6 0,2 4 0 16,-6 1-5-16,2-4 1 0,6-1 0 0,-6 4 3 15,-1 0-1-15,3-3-3 0,-6 2 3 0,6 2-2 16,-5-1 1-16,4 0 4 0,-1-3 0 0,-1 0-6 16,-1 2 5-16,1 0-1 0,-4 2-2 0,4-4-1 15,-1 2 10-15,1-3-8 0,1 5-3 0,-3-1 3 16,2-2 6-16,-2 1 1 0,3-2-9 0,-5 0 3 16,1 3-3-16,1-3 3 0,0 3-3 0,-2 0 2 15,2-3 1-15,-2 2 1 0,4 2-2 0,-1-4-4 16,-6 3 7-16,7 0-8 0,-2-3 3 0,-2 3 0 0,-3 0 2 15,7 0-3-15,-5-4 5 0,1 4-4 0,0 1 0 16,-1-4 2-16,5 7-2 0,-7-4-2 16,0 3 3-16,6-6 1 0,-6 5 0 0,2 1 5 0,3 0-11 15,-5-2 0-15,6 3 4 0,-6 4-1 0,2-8-1 16,-2 8-1-16,3-8 2 0,-3 8 2 0,4-10-4 16,-4 10-1-16,0 0 3 0,0-9 2 0,0 9-1 15,1-3 1-15,-1 3-1 0,0 0 0 0,5-4 0 16,-5 4 1-16,0 0-2 0,0 0-2 0,0 0 1 15,0 0 1-15,0 0 1 0,0 0-5 0,0-8-2 16,0 8-3-16,0 0 4 0,0 0-9 0,0 0 2 16,0 0-4-16,0 0 3 0,0 0 1 0,0 0-1 0,0 0 0 15,-21 14 5-15,14-8 0 0,1-3-1 0,-3 1 0 16,3 3 4-16,-1 0 0 0,-1-2 4 0,-1 0-6 16,0 5 1-16,0-2 1 0,1-1-2 0,-2 0 5 15,0 3-3-15,2-2 0 0,-2-4-4 0,0 7-5 16,2-5-3-16,1 2 4 0,-1-3-3 0,1 0 1 15,1 2 3-15,-3-3-7 0,6 2 3 0,-5-4 10 16,4 3-13-16,-1-2 5 0,5-3-4 0,-6 4 5 16,6-4 2-16,-4 3-5 0,4-3 15 0,0 0-4 15,0 0 4-15,-4 5 0 0,4-5 12 0,0 0-7 16,0 0 2-16,0 0-2 0,0 0 0 0,0 0 0 16,0 0-4-16,0 0-2 0,11-21 1 0,-4 15-2 0,-2 1-3 15,3 1-3-15,-3-2 12 0,3 0-4 0,0-2 4 16,-1 2-4-16,3 1-1 0,-5-3 2 15,5 2 0-15,-5 1 2 0,5 0-4 0,-5-5 0 0,3 8 3 16,-3 0-1-16,2-4-1 0,1 3 2 0,-8 3 8 16,8-9-10-16,-1 7 6 0,-7 2-2 0,6-4 2 15,-6 4-4-15,9-1 2 0,-9 1 3 0,0 0-6 16,0 0 2-16,0 0-1 0,21 2-3 0,-12 1-5 16,-3 4 8-16,1 0-3 0,1-1 5 0,-1-2-12 15,-1 6 12-15,3-5-3 0,-3 5 0 0,2-1-8 16,6 1 8-16,-4 0 3 0,-4 5-3 0,6-4 1 15,-4 1-3-15,0 0-1 0,1 0-45 0,-3 0-32 16,1 2-33-16,1-1-40 0,-8 2-56 0,12-1-78 16,-9-2-73-16,-1-2-224 0,1 4-634 0,-1-4 281 15</inkml:trace>
  <inkml:trace contextRef="#ctx0" brushRef="#br0" timeOffset="208557.53">20492 11367 59 0,'3'-5'332'0,"1"0"13"16,-4-2-22-16,1 3-11 0,-1 4-19 0,0-8-17 15,0 8-23-15,0 0-28 0,0 0-28 0,5-6-19 16,-5 6-22-16,0 0-17 0,0 0-1 0,0 0-33 16,0 0-9-16,5 15-8 0,-3-4-11 0,1 1-4 15,-3 3-9-15,7 0-6 0,0 5-4 0,-3-1-9 16,0 8-2-16,2 0-6 0,-1 3-2 0,2-5-3 15,1 4-11-15,-1 0-22 0,0 2-24 0,-4-4-25 16,3 1-44-16,-1 1-46 0,-1-2-59 0,-4 0-68 16,1-4-280-16,-1-4-592 0,-1 1 263 0</inkml:trace>
  <inkml:trace contextRef="#ctx0" brushRef="#br0" timeOffset="208874.15">20591 12209 58 0,'0'0'358'0,"4"-3"-32"0,-4 3-35 0,0 0-26 0,0 0-29 16,0 0-28-16,0 0-21 0,0 0-19 0,6 13-16 16,-6-6-16-16,5 1-8 0,-5 1-19 15,5 8-11-15,-3-7-10 0,0 7-5 0,1 3-8 0,0-1-7 16,1-1-3-16,-1 7-8 0,-3-9-4 0,1 6-13 16,-2-4-40-16,1-2-37 0,0 2-42 0,-3-3-52 15,3-3-64-15,0-2-62 0,0 2-168 0,-4 0-461 16,1-5 203-16</inkml:trace>
  <inkml:trace contextRef="#ctx0" brushRef="#br0" timeOffset="209239.81">20823 12263 349 0,'0'0'337'0,"0"0"-16"16,0 0-9-16,0 0-7 0,0 0-4 16,0 0-12-16,22 2-13 0,-22-2-13 0,13 11-21 0,-3-7-31 15,-4-1-16-15,4 1-23 0,0 0-15 0,-1 0-18 16,-1 4-2-16,0-1-24 0,-1 0-17 0,-1 0-9 16,1 3-11-16,-4-2-3 0,4 1-5 0,-7 0-6 15,3 2-10-15,-1-2-6 0,-4 3 1 0,-1-4 13 16,-4 3 14-16,4 1 8 0,-4-5 5 0,1 2-3 15,-3-1 0-15,3 2-2 0,3-2-4 0,-7 0 0 16,5-4 3-16,1 0-5 0,1 3-2 0,-2-2 6 16,5-5 10-16,-5 7 2 0,5-7 4 0,0 0-13 0,8 5-7 15,2-2-9-15,7-1-7 0,4-2-24 0,12-2-28 16,1 2-38-16,2 0-48 0,9 0-59 16,1-3-64-16,-3 2-78 0,0-2-85 0,2-2-109 0,-10 2-326 15,-2-2-865-15,1-3 382 0</inkml:trace>
  <inkml:trace contextRef="#ctx0" brushRef="#br0" timeOffset="210539.72">11707 13716 215 0,'0'0'317'16,"0"-8"-27"-16,0 8-26 0,0 0-32 0,0 0-24 15,3-4-23-15,-3 4-19 0,0 0-13 0,0 0-21 16,0 0-12-16,11 19-10 0,-7-10-12 0,1 1-13 16,-4 0-7-16,6 7-9 0,-2-1-3 0,-3-3-9 15,4 5-3-15,-4 2-10 0,3-4-6 0,-5 6 0 0,2-6-5 16,-2 0-5-16,4 3-3 0,-2-4 0 16,-2-3-4-16,0 7-1 0,2-8-5 0,-2-3 3 15,0 3-2-15,6-2-1 0,-6-1 2 0,0-2 0 0,7-1-1 16,-2 2-1-16,-2-5 5 0,-3-2 16 0,14 5-1 15,-14-5 6-15,14-5-4 0,-4 4-1 0,2-2-2 16,-2-2-12-16,3 0 9 0,0-8 7 0,-3 8 7 16,4-6 9-16,-5-1 4 0,5 0-2 0,-1 1 6 15,-5 4-6-15,2-1-2 0,-3-2-3 0,1 1-3 16,2 3-7-16,0 0-5 0,0-2-1 0,-5 3-4 16,1 2-10-16,-1-2 4 0,-5 5-9 0,10-3-5 15,-10 3 3-15,0 0 0 0,24 4 0 0,-18 1-4 16,2 1-2-16,6 0 4 0,-6 0-1 0,5 3-8 15,-5-2 6-15,7 1-5 0,0 3 1 0,0-3 1 16,0 3 1-16,-3-7-8 0,3 4 3 0,1-2 21 16,-8-3-19-16,4 3-3 0,-4-3 11 0,4-2-4 0,-1-1-5 15,-11 0 4-15,20-7 11 0,-15 2-22 0,2 1 20 16,-1-2 30-16,1-2 13 0,-2-2 4 16,-2 1-2-16,4-6-5 0,-7-3 0 0,0 0-8 0,-5 0-2 15,5-3-12-15,-2-3 1 0,-4-2 3 0,4 1-19 16,-8 3 0-16,0 3-25 0,5 3-34 0,2-2-41 15,-5 1-48-15,-1 2-41 0,1 3-52 0,0 4-54 16,1 0-76-16,-4 5-288 0,1-1-694 0,-2 0 307 16</inkml:trace>
  <inkml:trace contextRef="#ctx0" brushRef="#br0" timeOffset="214689.57">10886 13012 104 0,'0'0'143'0,"0"0"-13"0,0 0-6 0,0 0-12 16,0 0-11-16,0 0-10 0,0 0-8 0,0 0-10 0,0 0-15 15,0 0 1-15,0 0-7 0,0 0-5 0,0 0-9 16,0 0-2-16,0 0-3 0,0 0 0 0,0 0-8 15,0 0 3-15,-9 18-6 0,9-18-5 0,0 7 1 16,0-7-4-16,-3 7 3 0,3 2-3 0,0-9 2 16,0 9-7-16,0-9 3 0,-3 7 7 0,3 1 11 15,0-8-2-15,-2 9-3 0,4-3 3 0,-2-2-4 16,0 4-2-16,0-8-5 0,3 12 1 0,0-8-5 16,-3 3-1-16,4-3-1 0,-3 2-1 0,-1-6 0 0,0 9 0 15,2-5 2-15,0 1-6 0,-2-5 2 0,0 11 1 16,5-7-2-16,-5 0 1 0,0-4-5 15,0 8 3-15,5-2 1 0,-5 3-1 0,0-9-2 0,3 9 1 16,-1-6-2-16,2 1 7 0,-4-4-8 0,2 10 4 16,1-5-2-16,-3-5-2 0,4 11 2 0,-4-5-1 15,1 0 2-15,6 2-4 0,-7-4-1 0,3 3 4 16,2 0-6-16,-5 2 5 0,5-5 2 0,-5 5-2 16,5-3 0-16,-1 3 0 0,-1 2-1 0,0-4 0 15,-3-3-1-15,0 5 5 0,7 2-3 0,-6-4-2 16,-1 5 3-16,7-3-1 0,-5-1 1 0,3-1-3 15,-4 1 3-15,4 2-3 0,-5-2 5 0,2 0-1 0,0 0-2 16,3 3 4-16,-4 1 0 0,-1-3-3 0,5 0 3 16,-3 1-3-16,4 1 4 0,-6 1 0 15,2-1 19-15,3-6 4 0,-3 9-5 0,3-5-2 0,-2 2-4 16,-3 0 1-16,0-2-6 0,7-1 1 0,-7-1-1 16,0 0-3-16,5 5-2 0,-4-4 0 0,-1 4 3 15,5-1-3-15,-5 0-1 0,2-3-2 0,-2 1 1 16,0 2-4-16,0 0 1 0,7-4-2 0,-6 5 1 15,-1-3-1-15,5 2 1 0,-3-3-3 0,-2 4 4 16,5-2-2-16,-5 0 5 0,1 0-3 0,1-1-1 16,-2 5 1-16,7-3-3 0,-2 4 2 0,-4-5-2 15,-1 1 1-15,0 0 3 0,0 1 1 0,0-3 12 0,2 2 1 16,-2 0 1-16,-2 2-1 0,4-1-2 16,1-2 1-16,-3 5-5 0,0 2-1 0,4-7-2 15,-4 6 0-15,0-3 1 0,0 2-3 0,0 2-1 0,5-4-2 16,-5 0 3-16,3 2-4 0,2 0 1 0,-2 2 1 15,-3-3-2-15,0 1 1 0,5-2 2 16,-5 5-5-16,7-3 2 0,-4 0 2 0,-3 0 0 0,5 2-2 16,-5-4 1-16,5 4 6 0,-3-2 2 0,3-1-2 15,-4 4 0-15,3-2 1 0,-1-3 0 0,0 2-2 16,-1 2-2-16,3-3 1 0,0 1 1 0,-4 0-1 16,1-3 4-16,5 7-3 0,-2-6 6 0,-2 4-5 15,0 0 2-15,1-2 0 0,1 0 1 0,-2 1-2 0,2-3-2 16,1-1 3-16,1 3-2 0,0-1-1 15,-4 2 2-15,5-4-3 0,-3 0-2 0,4 2 1 16,-3 1 0-16,1 1-2 0,3-3-1 0,-4 2 6 0,4-3-5 16,-3 5-4-16,3-2 0 0,0-2 2 0,-2 3 1 15,0 0 1-15,6-4-1 0,-6 5 1 0,0-4 2 16,5 2-1-16,-3-2 21 0,2 1 1 0,-4-1 0 16,7 1-4-16,-2 1-1 0,2 2-3 0,-7-6-1 15,7 6-4-15,-1-5-3 0,-1 5 3 0,2-7-11 16,1 4 2-16,4 4-1 0,-5-8 0 0,0 5-2 15,3-4 1-15,0 2 0 0,0-1 3 0,4 3-5 16,-4-5 2-16,0 2-6 0,6 3 3 0,-1-3-3 16,-10-1 3-16,9 1 0 0,-3-3 1 0,8 5 0 15,-9-7-1-15,5 6-3 0,-3-2 3 0,0-2 0 16,0 0 0-16,3 9 1 0,3-7 0 0,1 1-4 16,1-5 6-16,-6 5-2 0,7 2 0 0,-2-5 0 0,-2 4-2 15,8-3 4-15,-3 1-2 0,1 1 2 0,1-6-4 16,11 9-1-16,-2-1-1 0,7-4 3 15,-3 5-4-15,-4-6 4 0,2 4-2 0,3-1 2 0,-3 3-1 16,4-3-1-16,-3 0 0 0,1 0-2 0,3 1 2 16,-2 0-4-16,2 0 4 0,-1-3 0 0,-2 6 0 15,6-7 0-15,-6 5-1 0,6-2 3 0,-6-2-3 16,7 2 4-16,-7 1-2 0,3-2 1 0,5 1-1 16,-7 0-4-16,2-5 6 0,4 2-2 0,-6 2 1 15,5 0-2-15,-3-1 1 0,4 3 2 0,2-5-1 16,-1 0 1-16,5-1-2 0,0-1 0 0,0 6-1 15,-3-10 2-15,4 6-1 0,-2-1 1 0,2-2-1 16,6 3-1-16,-1-2 2 0,-4 0-6 0,1-4 7 16,7 3 1-16,-8 2-8 0,1-2 3 0,-2-3 3 15,1 3 2-15,1-5-3 0,-3 1 1 0,2-1-2 16,-1 0 4-16,-1-1-1 0,23-3 6 0,-21 3 5 0,4-1-1 16,-2-2-2-16,-1 1-2 0,-1-3 0 0,2 6-1 15,3-4-2-15,1 2 0 0,-5-3-2 0,24 1 2 16,-26-2-4-16,1 0 3 0,6 0-1 0,-8 1-1 15,23 1 4-15,-19-2-7 0,-5 0 2 0,8-2 0 16,-5 3-1-16,4-3 2 0,1 2 3 0,-1-2-5 16,-6 1 1-16,25 1-2 0,-22-1 1 0,-1-4-2 15,1 5 5-15,20-3-7 0,-20 0 3 0,1 3-1 16,-1-6 0-16,-2 1-1 0,6 2 5 0,-5-1-4 16,4 1 10-16,-1-2-10 0,-5 3 0 0,1-4-2 15,1-2 4-15,-4 1 0 0,6-1-2 0,-3 2 0 16,-3 2 0-16,4-2 0 0,-9-3 2 0,1-3-1 15,-1 7-4-15,0-6 6 0,-1 6 0 0,-2-5-3 0,2 1 3 16,-1 0-4-16,-4 0 0 0,3-1 2 16,0 0 1-16,-5-3-4 0,2 4 0 0,1-1 0 15,-1-7 4-15,-2 7-4 0,1 1 6 0,-1-8-1 0,2 4-2 16,-7 1 1-16,0 3-1 0,5-6 6 0,-6 4-5 16,-1-2-1-16,7-4-5 0,-11 10 6 0,-4-5-4 15,10-5 2-15,-8 13 0 0,3-8 8 0,6-3-8 16,-9 4-1-16,-2-2 3 0,-1 6-3 0,-1-6 1 15,2 4-6-15,2-4 6 0,-7-1 1 0,4 2-5 16,-4 1 6-16,2-2-1 0,-4 0-3 0,6 1 4 16,-4 3-1-16,0-6 1 0,0 3 1 0,-1 3-5 15,-1-3 0-15,3 2 3 0,-3 1-4 0,1-4 3 16,-7 4 6-16,6 0-2 0,1-4-2 0,-8 6 2 16,3-3-3-16,1 5-1 0,-3-8-1 0,2 9-3 15,-2-8 6-15,1 9-2 0,2-15 5 0,-3 9-5 16,-3 1-2-16,4-1 2 0,-1 0-1 0,-1 2 3 0,4-2-3 15,-3-1-2-15,-5 2 6 0,3-1 0 0,2 0-3 16,0-2 1-16,6-2-1 0,-6 3 2 16,0 2-3-16,-2-1 0 0,4-3 1 0,-4 2 1 0,2 1-4 15,-2 1 0-15,-1 1 13 0,1-6-11 0,0 4 1 16,0 0-1-16,1-2 3 0,-3 3-1 0,-3-1-4 16,6-5 4-16,-6 7 3 0,7-5-3 0,-7 2-3 15,5-1-3-15,1 0 3 0,-6 4 10 0,5-5-9 16,-3 1 2-16,-2 1-4 0,7 1 3 0,-3-3-1 15,-4 3-1-15,0 0 2 0,7-2 0 0,-3 2 0 16,-1-1-1-16,3-2 2 0,-6 1-3 0,0 1 3 16,6 2 11-16,-3 0-13 0,-3-1 2 0,1 1 1 15,-1 1-7-15,0-2 7 0,0 0-5 0,-3 3 1 0,4 1 2 16,-3-1 9-16,-1 0-14 0,2-2 7 16,-2 5-1-16,5-3-2 0,-5 2 3 0,1 0-4 15,-1 0 4-15,-3 2-4 0,0-4 2 0,4 3-1 0,1-4 0 16,-5 8 1-16,3-6 0 0,0 2 1 0,-2-2-2 15,3-4 2-15,4 3 1 0,-3 4-3 0,1-3 3 16,-3 2-4-16,4-2-1 0,4 1 0 0,-5-3 1 16,0 1 0-16,6-2 4 0,-6 2-5 0,-2 3 3 15,6-5 8-15,-4 2-8 0,-6 2-2 0,10-2 3 16,-9 0-3-16,3 2 3 0,3-1-2 0,-3 3-4 16,1-7 2-16,0 8 3 0,-4-1 8 0,2 0-8 15,-2-1-3-15,4-1 5 0,-2 3-4 0,-4-1 0 16,1-1 2-16,3 1 2 0,0 1-2 0,-2-1 0 15,2 1 0-15,-3 0-1 0,0-1 2 0,3 1-2 16,-4 1 4-16,3-2-2 0,-4 1 1 0,1 1-4 16,1-3-1-16,-2 4 1 0,0 5 4 0,2-10-4 0,-2 5 3 15,0 5 0-15,0-12-1 0,0 8-2 0,0 4 1 16,-2-9 2-16,2 9-1 0,-2-9-1 0,2 9-1 16,-1-8 4-16,1 8-6 0,0-7 1 0,-4 2 5 15,4 5-2-15,-1-7-3 0,1 7 5 0,-2-8-2 16,2 8-1-16,-5-7-2 0,5 7 6 0,0-5-6 15,0 5 3-15,0 0-1 0,-3-5 2 0,3 5-3 16,0 0 1-16,0 0 1 0,-5-7 2 0,5 7-2 16,0 0-5-16,0 0 11 0,0 0-10 0,0 0-1 15,0 0-4-15,0 0-3 0,0 0 6 0,0 0 0 16,0 0 8-16,0 0-8 0,0 0-2 0,-15 12 18 16,13-7-15-16,-1 1-2 0,-4 3 9 0,4-2-7 0,-2 3 0 15,-2-5-2-15,2 7 1 0,0-2 3 0,-8 2 1 16,5 1 0-16,0 2-2 0,-6-3 4 0,6-1-3 15,-5 5 2-15,-2-5 2 0,0 2-2 0,2-1 2 16,-2-2 1-16,8 1-1 0,-6 2-2 0,1-5 2 16,6-1-1-16,-2 0 1 0,1 0-4 0,5-1 3 15,-6-3 2-15,3 1 2 0,5-4 2 0,-7 8-1 16,1-5 4-16,6-3 11 0,0 0 0 0,0 0-5 16,0 0-2-16,0 0 1 0,0 0-5 0,0 0 2 15,30-15-2-15,-14 6 11 0,-1 0-10 0,-2-1-2 16,5-1-1-16,-3-1-6 0,2-2 7 0,-2 2-1 15,3-3-8-15,-3 0 7 0,0-1 2 0,1 1 3 16,-7 2 13-16,4-4 1 0,0 3 7 0,0 2 9 16,-1-1 3-16,-5 6-6 0,-1-3 14 0,2-2 7 15,-1 5-8-15,1-2 9 0,-6 2 8 0,3-2-25 16,-3 2 1-16,3 4-5 0,-2-1-1 0,-3 4-12 0,7-5-6 16,-7 5 1-16,0 0-4 0,14 2-3 0,-10 5-1 15,-1 0-5-15,5 1 0 0,1 4 2 0,4 3-6 16,-7 2-3-16,6-2 6 0,0 7-6 0,3 1 4 15,-2 3 4-15,-3 0-4 0,3 0-3 0,2-2 2 16,0 2-41-16,3-1-31 0,-8-3-35 0,5 8-27 16,0-9-44-16,-4 5-61 0,-1-10-67 0,-2 4-309 15,-3-1-662-15,-3-1 294 0</inkml:trace>
  <inkml:trace contextRef="#ctx0" brushRef="#br0" timeOffset="-211239.7">7809 13878 22 0,'0'0'299'0,"0"0"-15"15,0 0-14-15,-4-4-14 0,4 4-21 0,0 0-22 16,0 0-22-16,0 0-17 0,0 0-21 0,0 0-17 16,0 0-13-16,0 0-17 0,0 0-16 0,0 0-3 0,0 0-12 15,0 0-7-15,0 0-8 0,-11 12-6 16,11-12-4-16,0 0-4 0,0 0-4 0,0 12-6 16,0-12-1-16,0 0-1 0,3 4-2 0,-3-4-7 0,2 7 0 15,-2-7 3-15,0 0-2 0,0 0-1 0,0 0-3 16,10 2 1-16,-10-2 7 0,0 0 9 15,0 0-10-15,0 0 8 0,15-10 2 0,-10 7 2 0,3-2 12 16,-8 5 1-16,0-7-3 0,0 7 0 0,6-7 1 16,-6 7-2-16,0-7-10 0,0 7-4 0,0-6-4 15,0 6-2-15,0 0-2 0,-3-9-6 0,3 9-4 16,0 0-14-16,0 0-15 0,-10-2-7 0,10 2-23 16,0 0-17-16,0 0-21 0,0 0-25 0,0 0-18 15,-16 8-25-15,16-8-23 0,-5 7-26 0,5-7-23 16,0 0-36-16,0 0-189 0,13 8-480 0,-13-8 212 15</inkml:trace>
  <inkml:trace contextRef="#ctx0" brushRef="#br0" timeOffset="-210890.72">7815 13600 120 0,'0'0'229'0,"-10"0"-18"0,10 0-11 0,0 0-14 16,-13 5-13-16,13-5-10 0,-10 6-16 0,7-2-7 15,0 0-8-15,-1 1-8 0,-1-2-13 0,5-3-9 16,-3 11-8-16,3-11-11 0,-3 9-7 0,-1-3-6 16,4 0-7-16,0-6-7 0,-1 7-4 0,1-7-3 15,0 0-5-15,0 0-1 0,0 0-5 0,1 8 0 16,-1-8 3-16,0 0 2 0,0 0-5 0,0 0 2 15,0 0-3-15,17-1-4 0,-17 1-4 0,0 0-4 0,12-7 2 16,-12 7-8-16,6-5-1 0,-1 1 7 0,-5 4-8 16,8-6 0-16,-8 6-3 0,2-7-2 0,-2 7-1 15,0 0-1-15,2-5-5 0,-2 5-6 0,0 0-23 16,0 0-25-16,0 0-12 0,0 0-12 0,0 0-22 16,0 0-27-16,0 0-29 0,-4 20-29 0,4-20-32 15,0 12-162-15,-5-3-403 0,5-1 179 0</inkml:trace>
  <inkml:trace contextRef="#ctx0" brushRef="#br0" timeOffset="-210606.91">8065 13630 284 0,'0'0'312'0,"-1"-10"4"0,1 10-4 16,0-5-6-16,0 5-9 0,-2-8-15 0,2 8-16 15,-5-4-24-15,5 4-20 0,0 0-22 0,0 0-26 0,-2-5-18 16,2 5-7-16,0 0-9 0,0 0 6 0,0 0-1 16,2 21-7-16,-2-13-12 0,2 3-12 0,-2 1-9 15,0-1-10-15,5 5-7 0,-5-1-12 0,5 5-3 16,-4-4-10-16,1 5-4 0,0-3-9 0,2 8 0 16,-4-6-25-16,2 0-39 0,1-1-36 0,1 1-35 15,2-1-31-15,-6 1-38 0,0 4-46 0,0-4-58 16,0-1-64-16,2-1-314 0,-4 0-688 0,2 0 305 15</inkml:trace>
  <inkml:trace contextRef="#ctx0" brushRef="#br0" timeOffset="-209656.9">12529 13863 7 0,'-11'3'228'0,"11"-3"-18"0,0 8-16 0,0-8-5 16,-2 10-12-16,2-10-21 0,0 9-8 0,0-3-6 16,0 1-10-16,2 1-6 0,-2-2-13 0,0 2-10 15,5-3-10-15,-5 3-7 0,3-4-5 0,2 3-11 16,-4-3-3-16,4 0-10 0,-5-4 5 0,4 8 9 16,-4-8 3-16,3 4 12 0,-3-4 4 0,5 2 14 15,-5-2 6-15,0 0-3 0,0 0-11 0,0 0-3 16,0 0-4-16,12-14-2 0,-12 14-3 0,3-7 9 0,-3 7-13 15,0-9-3-15,0 9-8 0,0-11-4 0,0 11-8 16,-2-8-10-16,2 8-4 0,2-8-4 16,-5 4-11-16,3 4-21 0,0 0-22 0,-4-8-29 0,4 8-21 15,0 0-33-15,0 0-35 0,-3-4-26 0,3 4-34 16,0 0-42-16,0 0-41 0,0 0-211 0,0 0-527 16,0 0 233-16</inkml:trace>
  <inkml:trace contextRef="#ctx0" brushRef="#br0" timeOffset="-209323.59">12554 13666 129 0,'-7'-1'270'0,"7"1"-17"0,-16 0-21 0,16 0-16 16,-18 1-17-16,9-1-20 0,9 0-16 0,-8 7-17 15,1-6-13-15,7-1-12 0,-8 7-3 0,2-2 0 16,6-5-3-16,-4 7-4 0,4-7-7 0,0 8-5 16,0-8-8-16,10 6-10 0,-10-6-5 0,12 6-8 15,-4-4-4-15,-1-1-8 0,3 2-1 0,-10-3-8 16,14-3-4-16,-14 3-4 0,17 0-1 0,-10-1-7 16,-7 1-2-16,8-3 1 0,-8 3-6 0,10-8 1 0,-7 4-6 15,-3 4-2-15,0-8-4 0,0 8-3 0,0-6-5 16,0 6-7-16,-6-8-13 0,2 4-18 15,4 4-16-15,-10-5-19 0,2 2-27 0,8 3-29 0,-15-1-35 16,15 1-47-16,-10-4-45 0,10 4-177 0,0 0-463 16,-15 1 205-16</inkml:trace>
  <inkml:trace contextRef="#ctx0" brushRef="#br0" timeOffset="-209040.26">12791 13588 312 0,'0'0'330'0,"0"0"-24"0,0 0-10 0,0 0 7 16,0 0-6-16,0 0-7 0,0 0-4 0,-15 19-10 15,15-9-12-15,0-1-7 0,5 3-11 0,-4 1-18 16,3 2-17-16,-4 0-19 0,0 4-15 0,0 0-19 15,3 1-15-15,-3 0-13 0,2 6-13 0,-2 0-9 16,5-1-15-16,-5 2-4 0,1-3-28 0,-1 2-48 16,0 1-58-16,5-7-52 0,-3 7-66 0,-4-3-62 15,2-1-96-15,0-2-109 0,-5-3-221 0,5-3-705 16,-1 1 313-16</inkml:trace>
  <inkml:trace contextRef="#ctx0" brushRef="#br0" timeOffset="-208123.16">9055 15361 210 0,'0'0'243'0,"0"0"-18"16,-5 5-7-16,5-5-15 0,-5 6-19 0,5-6-10 15,-2 8-11-15,2-3-14 0,0-5-10 0,0 0-15 16,2 12-11-16,-2-12-10 0,3 7-11 0,-3-7-5 16,4 4-11-16,-4 2-7 0,0-6-3 0,6 9-6 15,-6-9-4-15,5 4-8 0,-5-4 2 0,7 4-7 16,-7-4 10-16,0 0 3 0,5 1 5 0,-5-1 1 15,0 0-7-15,0 0 0 0,0 0 1 0,15-8 0 16,-15 8-1-16,5-5 11 0,-5 5-15 0,0-8-8 16,-2 2-5-16,2 6 4 0,-3-9-6 0,3 9-3 0,0-9-5 15,-4 2-2-15,4 7-4 0,-5-7-4 16,5 7-8-16,-6-4-23 0,6 4-27 0,-2-4-25 16,2 4-31-16,0 0-36 0,0 0-37 0,-15 0-45 0,15 0-49 15,0 0-209-15,0 0-509 0,0 0 226 0</inkml:trace>
  <inkml:trace contextRef="#ctx0" brushRef="#br0" timeOffset="-207774.18">9086 15138 145 0,'-13'0'266'0,"13"0"-10"0,-10 2-13 16,10-2-15-16,-11 5-9 0,7-2-19 0,-1 2-14 16,-1-1-14-16,6-4-12 0,-8 6-15 0,6-2-11 15,2-4-8-15,-5 8-10 0,3-3-7 0,2-5-8 16,-6 6-8-16,6-6-5 0,0 0-4 0,0 6 0 16,0-6 0-16,0 0 2 0,0 0 1 0,5 6 6 0,-5-6-11 15,0 0-5-15,0 0-10 0,0 0-3 0,18-11-9 16,-13 8-3-16,-2-1-8 0,4-1 2 15,-1 1-9-15,-4-2-3 0,-2 6 0 0,10-9-1 0,-7 1-10 16,-3 5 1-16,5-2-3 0,-5 5-3 0,0-8-3 16,0 8-8-16,0-7-24 0,0 7-12 0,0 0-24 15,-3-8-18-15,3 8-19 0,0 0-22 0,0 0-27 16,0 0-34-16,0 0-47 0,0 0-40 0,-17 13-253 16,17-13-555-16,0 10 246 0</inkml:trace>
  <inkml:trace contextRef="#ctx0" brushRef="#br0" timeOffset="-207306.86">9335 15140 16 0,'0'0'350'0,"0"0"-7"0,0 0-16 16,3-4-11-16,-3 4-7 0,0 0-16 0,0 0-17 16,0 0-23-16,0 0-15 0,0 0-24 0,15 2-13 15,-15-2-19-15,13 6-16 0,-5-3-19 0,-1 2-13 16,1 0-13-16,1 3-11 0,4-1-4 0,-3 1-24 15,1-1-4-15,1 5-8 0,-2 2-7 0,-3-5-7 0,-1 5-7 16,2-2 1-16,-4-4-9 0,2 9-12 0,-4-2 8 16,3 0 13-16,-5 1 35 0,-7 4-1 15,4-6 20-15,-2 3 2 0,-3-2 5 0,0 0 4 0,1-1 1 16,-1-2 4-16,-2 0-2 0,5-3-1 0,-2 2-10 16,0-4-5-16,3-4-11 0,2 5-3 0,-3-4 3 15,3 1 5-15,1-1 8 0,1-4 2 0,0 0-2 16,0 0 9-16,8 7-27 0,-8-7-10 0,20-1-9 15,-2-1-24-15,3-2-30 0,8 1-29 0,2-3-41 16,-3 0-64-16,2 0-67 0,15-3-73 0,-9 3-76 16,-4 0-93-16,9-6-112 0,2 1-311 0,-13 1-925 15,0 0 409-15</inkml:trace>
  <inkml:trace contextRef="#ctx0" brushRef="#br0" timeOffset="-206556.87">15992 16356 174 0,'-7'-4'332'0,"7"4"-25"16,0 0-26-16,-18 4-8 0,18-4-16 0,-12 4-1 15,6 3 6-15,-1-3-25 0,0 5-1 0,-1 2 4 16,0-4-9-16,8 9-15 0,-7 3-7 0,1-4-21 16,4 4-18-16,2-1-15 0,0 1-11 0,0-1-15 15,0 3-12-15,0-1-12 0,7 0-7 0,-6 1-17 16,6-2-1-16,-2-4-8 0,-2 5-16 0,5-5-19 15,-3 0-26-15,4-2-29 0,-1-2-31 0,-1-6-36 16,1 2-32-16,-1 0-36 0,-1-3-42 0,4 1-48 16,-3-3-53-16,-7-2-49 0,15 0-231 0,-15 0-623 15,11-10 275-15</inkml:trace>
  <inkml:trace contextRef="#ctx0" brushRef="#br0" timeOffset="-206306.88">15714 16404 154 0,'-9'-6'347'0,"3"3"4"0,6 3-4 0,-10-4 11 16,10 4-4-16,-8-5-2 0,8 5 0 0,0 0-8 16,-7-3-15-16,7 3-26 0,0 0-30 0,0 0-26 15,12-8-26-15,-1 5-23 0,4 2-18 0,3-2-11 16,4 2-26-16,13 1-15 0,1-2-8 0,9 1-35 15,-1 2-26-15,1-1-31 0,-12 0-40 0,4-1-46 16,-6-3-48-16,0 8-47 0,3-3-41 0,-13 1-49 16,-1-2-53-16,1 0-78 0,-7 1-294 0,1 2-724 15,-2 1 321-15</inkml:trace>
  <inkml:trace contextRef="#ctx0" brushRef="#br0" timeOffset="-205939.85">16473 16632 33 0,'0'0'279'0,"-8"3"-20"0,-2 0-18 16,5-2-19-16,-3 4-14 0,5 1-15 0,-2-3-14 16,-2 3-16-16,2-2-12 0,3 4-12 0,1-2-11 15,-1-2-11-15,-1 3-8 0,3-7-6 0,0 13-7 16,5-7-6-16,-4-1-5 0,1-1-2 0,-2-4-6 16,7 6-6-16,-2-1-6 0,-5-5-3 0,8 1-3 15,-8-1-3-15,12 3-8 0,-12-3 0 0,0 0-2 16,11-4-5-16,-11 4-2 0,7-7-9 0,-7 7 3 0,0-5-4 15,0-2-5-15,0 7-7 0,0 0-13 0,-4-10-11 16,1 5-17-16,-4 0-29 0,-1-2-24 0,2 4-30 16,1-1-36-16,-7 1-43 0,5-2-40 0,1 1-242 15,3 1-506-15,3 3 224 0</inkml:trace>
  <inkml:trace contextRef="#ctx0" brushRef="#br0" timeOffset="-205607.47">16465 16372 20 0,'-15'-1'284'0,"7"1"-21"0,8 0-22 0,-20 0-27 15,15 4-18-15,-5-2-12 0,10-2-10 0,-6 7-2 16,2-4-17-16,4-3-5 0,-1 8-15 0,1-8-6 15,0 11-11-15,1-6-5 0,6 2-12 0,1-3-10 0,-3-3 1 16,0 4-16-16,2 0-6 0,3-4-6 16,-2 2-9-16,-8-3-4 0,15-3-1 0,-15 3-6 15,15-1-5-15,-15 1-2 0,10-7-3 0,-4 4 0 0,-6 3-8 16,2-5 0-16,-2 5-10 0,3-8 1 0,-3 2-8 16,0 6 7-16,-5-9 2 0,5 9-8 0,-6-11-11 15,2 10-11-15,-2-5-18 0,-3 4-20 0,3-2-21 16,6 4-26-16,-12-3-36 0,12 3-44 0,0 0-52 15,0 0-225-15,0 0-493 0,-10 7 218 0</inkml:trace>
  <inkml:trace contextRef="#ctx0" brushRef="#br0" timeOffset="-205224.34">16712 16446 160 0,'0'0'265'15,"15"3"-4"-15,-7 1-11 0,0-2-12 0,0 3-16 0,4-4-14 16,-2 5-19-16,-2-1-19 0,1-1-14 0,0 0-13 16,0 1-17-16,-3 2-7 0,-1-2-13 0,5 2-11 15,-3 0-7-15,-2 1-10 0,-2 0 12 0,0-1 4 16,4 1-8-16,-7 1 1 0,0 1 12 0,-3 2 2 15,-1-1 4-15,4-2 2 0,-6 3 3 0,3-2 5 16,-2 1 3-16,1-2-1 0,-2 0 9 0,2 0 3 16,-4 0-8-16,0 0-3 0,-2-3 1 0,5-2-2 15,-2 3-5-15,4-2-5 0,0 0 5 0,3-5 2 16,-4 7 5-16,4-7 5 0,-8 2 6 0,8-2 0 16,-5 6 4-16,5-6-10 0,0 0-19 0,0 0-10 15,23-1-9-15,-5-3-13 0,2 1-21 0,0 2-27 16,12-5-33-16,2 1-48 0,11-2-62 0,1-1-79 0,4-4-68 15,1 5-87-15,6-2-101 0,-3-3-385 0,8 0-907 16,17-6 400-16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B0CF-1176-8525-D662-C18769274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49017-72A3-AAF8-21FA-84B4AADAE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1127A-9BAD-80DC-8632-A4421625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B67B5-FCCB-D8C7-314E-C2109C3D5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C4338-DF8D-8DED-22DE-D295CCCD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6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B012-2384-16DD-2633-4317E04E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C6D1D-8356-A55C-3F73-96F9ECAC5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1BE6C-EF20-C4D7-6712-C4EED7DF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E8902-B971-69EE-4CA6-54B770E6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19ED4-B1DE-5213-0297-EB04BDD1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20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F29F-B3F5-DCAD-A79F-8D82EA14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C57F1-0BDF-3146-5C50-4182ABEEA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70187-11EF-02DD-CF4B-C0A90E68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B8D8D-3481-0642-5310-2F6EB105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A1452-E580-6970-1F39-1BE73C48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6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6FE8-5DBE-BB79-C745-A43093ED9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C53E9-26DA-A6E4-D988-F55DF9BD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C529E-90C0-93C3-AC3F-25C448F77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FB44D-3342-5607-56B7-93CD58DC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9018F-7F5A-499B-759B-9AB4973B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F05BA-0F11-52D5-122B-DDC39A82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5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E5D3-0E90-8E81-C8BB-1FA5D0C9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4CB65-F3D5-8632-B52E-7F8FB4FA9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BDF04-B0A6-15AB-9FF5-0822AECB3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C7C4D-2485-ADCF-4CDF-8271E5119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C403A-72B7-2BE6-C54E-3B83A0340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34F435-6697-6D31-0E6B-56B9AF59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2E75FA-599B-51E4-7523-84C14BB04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B1CF5-4102-8290-F210-D558F9D5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1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9A0A-B8BC-7626-6E22-680BF3EC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03B6B-B766-8EA8-2469-61F89503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CFC7B-0640-3061-2E34-6D5F8AA1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D91D7-55C0-227E-170A-C6BD318E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1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24F90-722A-B801-8648-56DAC275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F1FB6-3D3D-3BFA-B53D-33C576F6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E2C41-1B13-4D89-6C82-D40DCB62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8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FFAB-D2DF-CF5B-44E6-E59A0C742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E1E93-D021-7450-37BD-84AB21670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E2287-51A2-F75C-26E4-033F6F588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06CFC-AE30-A78B-ED5E-8B4EFDF72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FACDF-ABEF-FC2B-33A3-DE8643F2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04ADC-F4B3-3DC6-6E09-A63ED9A7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58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0955-35B7-FD5E-2491-DD5261D14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78718-0661-A6E4-3DCE-FB165AA08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B550C-2109-8AC8-BEEB-DD21E7E12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16509-BF9F-51B5-7548-7D344E9C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37231-0CC6-D246-9D40-5EF94A74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C1A71-8797-6747-14B6-32A9CF35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4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0DD8-8E3C-975F-FE3E-BE113FA0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B3029-9049-FA2F-DC61-53B895140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D26C0-2373-FD66-7287-52D1147B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A2CCD-BE67-5EA8-FAC3-4E67729D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315DD-FB5D-FAB6-D7A4-3D142B5F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5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13D1A0-646D-FD10-6B4C-C389AB0DD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85431-A824-7383-E097-DB50B52E9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D7618-036F-5C6D-6B62-0EE263F7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0945A-420E-A4B9-EC23-AFB529B7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FF39C-328E-66E1-BB0F-475A12F3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610F24-4E8A-4314-B0D7-08373280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896D9-ACB9-50EA-3325-A2FA38076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07CEB-E145-DFC2-FD70-69B952E3D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3EA71-97F8-46EB-B4F8-4F8896CA865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F0B88-AE2D-67B2-974E-E381CDFC4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EABFA-067C-0B24-0C98-F7249C6AB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49A46-6218-4D25-B4CE-06FE1EED1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5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3333-AC4E-8085-CECE-711E312688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based Models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Search Problems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3AB7D-3C83-0804-6154-A80655FAF2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1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7CDC-6B36-1344-2DDA-A1E266B5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939B3-8A67-71CB-2337-1123DD658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8326458-0308-EA79-9019-039B556C63D9}"/>
                  </a:ext>
                </a:extLst>
              </p14:cNvPr>
              <p14:cNvContentPartPr/>
              <p14:nvPr/>
            </p14:nvContentPartPr>
            <p14:xfrm>
              <a:off x="584280" y="218160"/>
              <a:ext cx="11429640" cy="3804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8326458-0308-EA79-9019-039B556C63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4920" y="208800"/>
                <a:ext cx="11448360" cy="38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886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83AFC-6B51-D4C8-99B7-7112CD0C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6805-D75F-9E4C-22BB-0BCA3A9B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72965-0908-4973-717E-B9DFD7539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5C31D6-5B37-8759-E960-EBB455F0CBA4}"/>
                  </a:ext>
                </a:extLst>
              </p14:cNvPr>
              <p14:cNvContentPartPr/>
              <p14:nvPr/>
            </p14:nvContentPartPr>
            <p14:xfrm>
              <a:off x="933120" y="233640"/>
              <a:ext cx="10637280" cy="5444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5C31D6-5B37-8759-E960-EBB455F0CB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3760" y="224280"/>
                <a:ext cx="10656000" cy="546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3547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0F78-2F04-312A-3942-4DA848875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A46E-0513-D5CD-299A-9B3149859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35FC2-346F-9164-9313-31BD1B009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47CFC2-7B84-EBD0-4D88-0C349A41DD99}"/>
                  </a:ext>
                </a:extLst>
              </p14:cNvPr>
              <p14:cNvContentPartPr/>
              <p14:nvPr/>
            </p14:nvContentPartPr>
            <p14:xfrm>
              <a:off x="640440" y="324360"/>
              <a:ext cx="11199600" cy="4864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47CFC2-7B84-EBD0-4D88-0C349A41DD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080" y="315000"/>
                <a:ext cx="11218320" cy="488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225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C3CF-9D0F-6407-0F4E-C6CECB81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88734-54C5-0B59-5643-ACA50BFC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2137E-89C9-ECE1-7026-8FAD68768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15FA17-F09B-4C30-40A5-F7A85F205D15}"/>
                  </a:ext>
                </a:extLst>
              </p14:cNvPr>
              <p14:cNvContentPartPr/>
              <p14:nvPr/>
            </p14:nvContentPartPr>
            <p14:xfrm>
              <a:off x="1161360" y="175320"/>
              <a:ext cx="10517760" cy="3880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15FA17-F09B-4C30-40A5-F7A85F205D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2000" y="165960"/>
                <a:ext cx="10536480" cy="389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661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C447-51B2-9C5E-8168-8F5AD415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C7BC-6726-68BF-29F9-A99658DE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37B16-513E-8631-C9E6-6D506963C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967999-340B-626F-6808-3019F079FCE0}"/>
                  </a:ext>
                </a:extLst>
              </p14:cNvPr>
              <p14:cNvContentPartPr/>
              <p14:nvPr/>
            </p14:nvContentPartPr>
            <p14:xfrm>
              <a:off x="620280" y="206280"/>
              <a:ext cx="10519920" cy="4743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967999-340B-626F-6808-3019F079FC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0920" y="196920"/>
                <a:ext cx="10538640" cy="476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801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2AA6-926E-327E-730D-3A2B093F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B9C1-07E0-4D1C-7E80-113BD1B5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57AA4-8D62-39B7-ABF9-C2F19C671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80A366-45B9-4B6D-4CA0-7604DE1C4136}"/>
                  </a:ext>
                </a:extLst>
              </p14:cNvPr>
              <p14:cNvContentPartPr/>
              <p14:nvPr/>
            </p14:nvContentPartPr>
            <p14:xfrm>
              <a:off x="1708200" y="269640"/>
              <a:ext cx="10471320" cy="661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80A366-45B9-4B6D-4CA0-7604DE1C41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8840" y="260280"/>
                <a:ext cx="10490040" cy="66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829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AA91-AE3F-4137-CBAD-0C66505F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4E90-9E0D-46C6-7C54-76123201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F1541-C864-594E-066B-AD387D9EB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728FF5-E8C2-2C74-582F-D558C00EDF2B}"/>
                  </a:ext>
                </a:extLst>
              </p14:cNvPr>
              <p14:cNvContentPartPr/>
              <p14:nvPr/>
            </p14:nvContentPartPr>
            <p14:xfrm>
              <a:off x="831240" y="263520"/>
              <a:ext cx="8495280" cy="4763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728FF5-E8C2-2C74-582F-D558C00EDF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1880" y="254160"/>
                <a:ext cx="8514000" cy="478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7054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ABBA-6D3E-0BA0-AF82-A4EF1D00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28125-823E-2132-47BE-A720A38A4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AF5F1C-71E4-2F6A-5742-7439E02F5CF9}"/>
                  </a:ext>
                </a:extLst>
              </p14:cNvPr>
              <p14:cNvContentPartPr/>
              <p14:nvPr/>
            </p14:nvContentPartPr>
            <p14:xfrm>
              <a:off x="1198800" y="321480"/>
              <a:ext cx="9731880" cy="5706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AF5F1C-71E4-2F6A-5742-7439E02F5C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9440" y="312120"/>
                <a:ext cx="9750600" cy="572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336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55FC1-06AE-A15E-5152-C117EB8F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E1C0-B346-11E2-7723-6C305EF5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79FD4-FAD2-EE4F-0CB4-798DA17EE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93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A2E18-6FBF-F71B-B15C-4B8D1E15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1CDC7-FB9A-8B35-4986-ABD278288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7F0A1-D581-604D-6414-6128A2308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1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B3E66-4B11-9A82-F79D-6809EA74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7A50-CBE0-A321-3E35-DAE60D45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4D7C6-83E9-1A1C-0532-65D9AE16D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6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State based Models  Search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Ayyaz Hussain</dc:creator>
  <cp:lastModifiedBy>Ayyaz Hussain</cp:lastModifiedBy>
  <cp:revision>2</cp:revision>
  <dcterms:created xsi:type="dcterms:W3CDTF">2024-11-14T09:24:53Z</dcterms:created>
  <dcterms:modified xsi:type="dcterms:W3CDTF">2024-11-19T09:13:50Z</dcterms:modified>
</cp:coreProperties>
</file>