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09:32:23.76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2497 1304 196 0,'-3'-5'231'16,"0"0"-17"-16,-1-3-5 0,-1 5-11 0,-1-2-13 16,1 0-12-16,-3 1-19 0,2 2-11 0,-2 1-16 15,0-2-12-15,-2 1-11 0,2 4-11 16,-5-2-13-16,3 3-5 0,0-1-6 0,-2 2-10 15,0 2-7-15,4-1-3 0,-3 1 1 0,3 2-14 0,-3 0-4 16,6 2-3-16,-2 0-5 0,3-2 0 0,1 4-3 16,2-1-2-16,-4 1 1 0,8-1-2 0,-3 0-1 15,6 0-1-15,-1-1-4 0,6 5 2 16,-3-4-3-16,0 1 0 0,3 2 0 0,3-2 1 16,-3 1-1-16,2 0-1 0,-6-1-6 0,7 2 2 0,-5-3-1 15,-2-1-2-15,0 2 3 0,0-2-4 0,1 2 1 16,-3-2-3-16,-2 2 2 0,0-4 2 0,-2 2-1 15,-1-5 0-15,-1 3 1 0,-2-1 2 16,0 4 1-16,-2-5 0 0,-3 1 8 0,0 1 2 16,-3-3 13-16,-2-1 1 0,1 0 2 0,1 1 5 0,-2-4-4 15,-1 0-3-15,6 0 3 0,-3-3-6 0,0 2-6 16,3-1 3-16,0-1-5 0,4-1-6 0,-2-1-33 16,3-2-45-16,3 2-56 0,3-4-62 0,3 0-30 15,1-3-62-15,6 3-141 0,-1-1-451 16,6 0 200-16</inkml:trace>
  <inkml:trace contextRef="#ctx0" brushRef="#br0" timeOffset="296.85">2582 1646 144 0,'-1'5'193'15,"2"0"-13"-15,-2 3-2 0,2-3-6 0,2 1-17 0,1 1-10 16,-1-2-16-16,1 0-10 0,4-2-6 0,-1 1-13 15,3-1-9-15,-1-1-8 0,6-1-7 0,3-1-6 16,1 1-11-16,1-3-3 0,-5-3-4 16,4-1-6-16,-7 1-4 0,-1-2 2 0,4 0-10 0,-5-1 1 15,0-1-3-15,0 3 16 0,-3-2 11 0,-2 2 10 16,1-4 8-16,-1 2 15 0,-2 1 3 0,-2 1 9 16,2 2-3-16,-2-1-7 0,1 0-4 0,-1 2-7 15,-1 3-11-15,0-6-10 0,0 6-9 16,0 0-12-16,2-3-11 0,-2 3 6 0,0 0-9 0,0 0-25 15,0 0-31-15,0 12-28 0,0-12-38 0,-2 10-44 16,1-6-53-16,2 2-44 0,1 2-38 0,-1-1-154 16,2 1-461-16,1-3 204 0</inkml:trace>
  <inkml:trace contextRef="#ctx0" brushRef="#br0" timeOffset="578.07">2999 1570 3 0,'0'0'264'16,"0"0"-29"-16,5-2-22 0,-5 2-25 0,0 0-16 16,0 0 2-16,4 12-7 0,-3-5-8 0,3 3-4 15,1 5-10-15,-1 2 1 0,1 2-13 0,1 3-6 16,3 7-15-16,-2 2 1 0,1 1-2 0,3 0-3 16,-4 3-12-16,1-3-9 0,3 0-6 0,-2 4-8 15,-2-3-4-15,1-4-5 0,-2 2-12 0,3-2-2 16,-3 1-5-16,-1-9-6 0,-1-5 0 0,-2-3-4 15,-1 0-4-15,3-5 1 0,-1-1-3 0,-2 0 5 16,-2-3-7-16,1-4 2 0,2 2-3 0,-2-2-8 16,0 0-21-16,3-13-23 0,-3 2-28 0,0-4-30 15,-3-1-39-15,1-4-49 0,-2-11-66 0,0-2-56 16,-2 1-155-16,-3-1-484 0,-1 3 215 0</inkml:trace>
  <inkml:trace contextRef="#ctx0" brushRef="#br0" timeOffset="859.29">3082 1760 30 0,'-7'-17'64'0,"0"0"27"16,0 4 27-16,2 4 15 0,1-5 20 0,0 5 15 15,-2-3 7-15,3 2 2 0,2-1 0 0,0 6-2 16,-1-3-3-16,2 1-7 0,0 2-1 0,-2-4-12 16,2 4-17-16,2 1-15 0,0-4-12 0,-1 3-13 15,3 0-9-15,2 1-5 0,-1-1-10 0,3 1-10 16,3 1-3-16,-3 1-17 0,2-1-11 0,3 2-11 16,-2 0-10-16,0 2-5 0,1-1-14 0,-2 0-8 15,-2 3-6-15,4 0-1 0,-5-1-4 0,3 3 4 16,-1-3-4-16,-5 4 1 0,2-3-4 0,0 1 5 15,-4 1 0-15,2 2-3 0,-4-2 5 0,0 1 2 16,-3 1 6-16,2-2-2 0,-5 2 7 0,2 4-1 16,-1-6 0-16,-5-1 0 0,2 4 7 0,-3-3 1 15,-1 0-3-15,1-1 3 0,0 2 1 0,-1-1-12 16,1-3-8-16,-1 0-6 0,0 1-10 0,2-3-25 16,2 0-14-16,8 0-23 0,-12-2-21 0,9 1-29 15,-1-3-25-15,4 4-117 0,0-6-317 0,0 1 142 16</inkml:trace>
  <inkml:trace contextRef="#ctx0" brushRef="#br0" timeOffset="1577.98">3332 1555 97 0,'0'0'178'0,"0"-4"-9"0,0 4-16 15,0 0-17-15,0 0-16 0,-6-5-11 0,6 5-11 16,-7-1-15-16,7 1-6 0,-12 2-10 0,6 2-7 15,0 0-5-15,-1-2-5 0,-2 5 0 0,2-3-27 16,0 2 16-16,3 2-1 0,-3 1-10 0,3-4 3 16,-1 1-5-16,1 2-2 0,1-2-6 0,3 1-1 15,-3-2-1-15,3 2-5 0,3-3-2 0,1 2-8 16,-1-5-14-16,5 0 5 0,-1 0-14 0,1-1-10 16,3 3 0-16,1-7-15 0,-1 3 10 0,4 1 3 15,-3-4 10-15,2 2-1 0,-2-1 4 0,-1-5 2 16,2 3 6-16,-3 0 9 0,0 0 3 0,-1 0 17 15,-2 2 15-15,1-1 14 0,-4-1 0 0,0 1 0 16,1 2-6-16,0-1-5 0,-5 3-6 0,5-1-6 16,-5 1 0-16,0 0 2 0,11 2-10 0,-4 0 1 15,-2 1-1-15,2 1-1 0,1 2 0 0,2 1-1 16,2 1-5-16,-1-3 2 0,1 1-1 0,0 1 1 16,1 1-2-16,4 0 1 0,-6 0-2 0,0 0 3 15,1-4-4-15,-4 2-7 0,-1-3 4 0,0 1 3 16,-2-2-2-16,1 0 9 0,-6-2 16 0,4 2 9 15,-4-2 5-15,0 0-4 0,0 0 3 0,0 0 9 16,0 0 6-16,0 0 6 0,0 0-5 0,-18-9 5 16,15 5-3-16,-3-1-9 0,3 1-1 0,3-2-8 15,-1-1 5-15,-1-2-8 0,4 0-14 0,0 2-2 16,6-2-3-16,-2-2-1 0,2 5-3 0,3-3-3 16,1 4-1-16,-2-1-5 0,-1-2 1 0,5 4 3 15,-5 0-7-15,0 2 3 0,1-1-5 0,0 3 1 16,-2 1-2-16,0 1-5 0,0 0-1 0,-2 1 3 15,1 0-3-15,2 3 3 0,-2-1-4 0,0 4-2 16,-3 0 11-16,7 0-3 0,-6 2-1 0,2-1 0 16,-2 1-4-16,1-4-13 0,0 3 7 0,-1-5-5 15,-1 2 3-15,0-3 3 0,0 0 0 0,0 0 12 16,0-1-7-16,-4-3 5 0,8 2 0 0,-8-2-7 16,0 0 10-16,11-6 8 0,-5 1-5 0,-5 0 9 15,3-1 6-15,-1 0-6 0,-2-1 6 0,6-2 0 16,-4 4 5-16,-2-6-3 0,-1 6 6 0,1-3 6 15,2-1 1-15,-2 5-5 0,2-5-6 0,-3 4 0 16,3-1-3-16,-3 0-5 0,0 4 1 0,4-2-11 16,-4 4-29-16,0-5-37 0,0 5-21 0,0 0-16 15,0 0-20-15,0 0-27 0,0 0-20 0,11 10-15 16,-7-7-12-16,0 1-154 0,0 1-373 0,-1-2 165 16</inkml:trace>
  <inkml:trace contextRef="#ctx0" brushRef="#br0" timeOffset="1827.96">4100 1556 152 0,'0'0'155'0,"0"0"-10"0,0 0-18 15,0 0-14-15,3 10 3 0,-3-10 1 0,0 7 1 16,1-1-13-16,-1-2-9 0,0 2-11 0,-1 1-7 15,2-1-2-15,-1-2-10 0,2 2-11 0,1 2-1 16,-3-3-2-16,1 0-6 0,4 4-7 0,-5-3-27 16,4-4-17-16,-1 4-14 0,4-1-19 0,-3 0-33 15,2-3-26-15,4 2-25 0,-3-4-22 0,4 1-75 16,2-1-236-16,-3-1 104 0</inkml:trace>
  <inkml:trace contextRef="#ctx0" brushRef="#br0" timeOffset="2470.05">4330 1576 148 0,'0'0'170'0,"-8"-3"-13"16,8 3 2-16,-7-2-18 0,7 2-11 0,-11 0-7 15,7-1-7-15,4 1-7 0,-9 0-13 0,9 0-10 16,-11 3-6-16,4-3-8 0,4 2-7 0,-1 1-8 16,4-3-6-16,-9 4 0 0,5 0-5 0,4-4-9 15,-7 2 2-15,7-2-10 0,-7 5 2 0,4-4-2 16,3-1-2-16,-4 8-7 0,4-8 0 0,2 5-1 15,2-2 1-15,1-2 0 0,5 4-6 0,1-2-14 16,9 1-11-16,4 0-16 0,9-3-19 0,5 6-5 16,4-7-10-16,13 4-11 0,0-5-3 0,-11 5 11 15,9-1 4-15,4-6 6 0,-17 3 3 0,-1 4 18 16,3-4 1-16,-4 0 7 0,2 0 5 0,-4-1 7 16,-3-2 12-16,-10 1 0 0,-5 0 26 0,-3-1 23 15,-3 3 38-15,-5-1 26 0,1-1 21 0,-3 0-9 16,1 1-17-16,-6 1-8 0,0-2-8 0,0 2-7 15,-10-4 4-15,1 3 0 0,2-2 2 0,-7-1-3 16,0 1-2-16,0 1-3 0,-5 1-4 0,-1 1-7 16,3 0-7-16,-2-2-5 0,4 4-5 0,0-1-8 15,2 1-6-15,1 1-1 0,-4 2-8 0,4-1-3 16,-1 1-4-16,2 3-3 0,0-2-4 0,4 2 0 16,0-1-3-16,-1 1 0 0,5-1-4 0,2-1 2 15,-2 5-1-15,2-4-2 0,5 1 1 0,0-1-5 16,0-2 2-16,4 3-6 0,2-4-7 0,-1 0-14 15,4-2-11-15,1-2-11 0,0 0-11 0,0-1-15 16,6-5-1-16,-5 1-6 0,1-3-1 0,2 0 5 16,-2-2 11-16,-1-1-11 0,-6-1 6 0,2-3 8 15,-1-2-2-15,-3 0-1 0,-3-2-4 0,3-9-2 16,-3 2 2-16,-2 6 6 0,0-2 7 0,-6 3 29 16,1-2 17-16,2 2 24 0,-4 7 14 0,0-1 18 0,1 1 15 15,2 3 6-15,-4-1-4 0,2 3-8 16,3 4-8-16,-2-2-12 0,-1 3 0 0,4 2-7 15,0 0-3-15,-8 7-6 0,5-2-2 0,-1 1-2 16,1 3-1-16,3 2 3 0,-5 1-5 0,5 2 11 16,0 4-13-16,4-5-5 0,-3 5 3 0,5 1-2 0,-2-2 0 15,0 1 0-15,1 0-9 0,1-6-24 0,0 4-20 16,-1-2-33-16,1-5-47 0,4 0-58 16,-6-3-86-16,3-3-142 0,-2 2-441 0,-5-5 195 15</inkml:trace>
  <inkml:trace contextRef="#ctx0" brushRef="#br0" timeOffset="2641.91">4510 1217 56 0,'-11'-2'226'15,"1"1"-23"-15,0-1-34 0,0 2-43 0,6 2-39 16,-2 1-42-16,2 0-37 0,3 3-57 15,-2-1-97-15,1 2-157 0,4 4 70 0</inkml:trace>
  <inkml:trace contextRef="#ctx0" brushRef="#br0" timeOffset="4683.22">5724 1301 84 0,'0'-11'306'0,"2"2"-10"0,-2-4-12 15,1 6-13-15,-1 0-12 0,0 2-17 0,0-2-21 16,-1 2-30-16,2 1-7 0,-1 4-36 0,1-5-18 16,-1 5-14-16,0 0-12 0,0 0-9 0,10 18-16 15,-9-8-1-15,6 2-14 0,1 5-1 0,-1 2-5 16,0-1-13-16,8 6 1 0,-7 2-4 0,-3-7-3 15,2 1 1-15,4 6-4 0,-4-6-17 0,-3 0 9 16,0 0-3-16,0-3 1 0,0-1-5 0,-3-1-2 16,1-3-1-16,-2-1-2 0,1-1-3 0,-4-2-2 15,3-1 1-15,-3-2 3 0,-3 2 5 0,5-5-11 16,-3 2 7-16,-1-1-2 0,0-2 6 0,5-1 11 16,-12 1 4-16,12-1 5 0,-11 0 3 0,11 0 5 0,-11-2 0 15,8 0 8-15,3 2-15 0,-9-2 11 16,9 2-18-16,-7-1-3 0,7 1-6 0,0 0 1 15,0 0-9-15,0 0-2 0,0 0-18 0,0 0 11 16,0 0 8-16,0 0-3 0,30-3-16 0,-14 2-1 0,6 0-10 16,8-4-2-16,3 2-2 0,-1 0-10 0,1 1-14 15,-2-2-6-15,4 0-11 0,-2-1-10 16,0-3-10-16,-1 3-1 0,-2-2-3 0,-1 0 2 16,-10 2 2-16,1-3 9 0,-1 2 4 0,-5-3 9 0,0 3 8 15,-4 0 4-15,-1-1 6 0,-5 1 10 0,0 1 4 16,-1 0 2-16,-3 0 7 0,0 0 5 0,-3 1 4 15,0-1 3-15,-1 3 1 0,-1-1 0 0,-4 2 5 16,9 1-1-16,-16 0-1 0,9 0-3 16,-4 0 5-16,2 2-1 0,-2 0-1 0,3 0 3 0,1 3-6 15,3-1 4-15,0 0-1 0,1 0 2 0,2 2 1 16,1-6-1-16,4 11 6 0,4-4-2 0,3-2-1 16,0 0 3-16,10 1 1 0,9 2-3 0,6-4-1 15,-4 0-1-15,5-1-10 0,-1-2-10 0,2-2-3 16,-6 1-2-16,6-3-8 0,-4-2-7 0,-1 0 2 15,-2 0-7-15,1-3 0 0,-12 3 5 0,2-1 6 16,-2-4-1-16,-5 4 8 0,-1-1 6 0,-5 0 14 16,3-2 16-16,-5 5 8 0,-3-2 0 0,-1-2 0 15,-3 3 1-15,-3 1 1 0,-1-2-2 0,-3-2-1 16,2 6 0-16,-2 0-5 0,-5-3-2 0,-3 5 2 16,1 0-4-16,1 1-3 0,-2 3 0 0,-4 1 2 15,1-1-2-15,5 2-1 0,-1 2 1 0,-4 1-1 16,6-1-5-16,1-2 3 0,-1 4 0 0,1 0 1 15,3-3-2-15,1 2 3 0,0-2-8 0,6-1 5 16,-3 1-2-16,2-3 2 0,0 0 8 0,0 0-5 16,2 0 6-16,0-4-3 0,4 3 1 0,-4-3-1 15,0 0 0-15,17-3-2 0,-9-1 1 0,0-1-4 16,3-1 12-16,-2-2 5 0,1 0 1 0,0 1 9 16,-1-2 2-16,-1 0 2 0,-1 1 6 0,1-1-3 15,-1 4 2-15,-4-2 2 0,2 1 8 0,-2 1-12 16,1 3-2-16,-3-1-2 0,4-1-9 0,-5 4-15 15,1-3-4-15,-1 3 0 0,0 0-14 0,0 0-7 16,0 0-9-16,0 0-10 0,0 15-8 0,1-10-10 16,-2 2-12-16,2-1-13 0,1 0-6 0,3 0 3 0,-1 0-8 15,0 0-3-15,0-1 7 0,3-2-6 16,0 3-1-16,5-2 3 0,-1-2 5 0,1 1 5 16,2-4 9-16,-2 2 6 0,2-1 6 0,-1-1 5 15,-2 1 17-15,1-3 16 0,-1-1 11 16,0 2 22-16,-3-1 13 0,-1 0 14 0,1 0 15 0,-2 1 9 0,0-3 3 0,0 3 8 0,-1-1-1 15,-2 0-3-15,4 1-3 0,-5-2-10 0,-2 4-13 16,3-4-2-16,-3 4-1 0,6-2-16 0,-6 2-8 16,1-1 3-16,-1 1-2 0,0 0-5 0,0 0 0 15,4 7-2-15,-4-3-12 0,3 0-11 0,-3-4-7 16,4 9-6-16,3-5-10 0,2-1-11 0,-1 5-11 16,2-3-7-16,5 0-1 0,-1 0-1 0,6 2-8 15,0-2-1-15,11 0 2 0,1 1 6 0,-1-4 4 0,3 0 5 16,-4-2 7-16,3 3 2 0,-2-3 7 15,-2-4 6-15,-1 3 6 0,2-3 4 0,-2 0 6 16,-5 0 6-16,6 0 8 0,0-2 6 0,1-1-1 16,-7 1 3-16,5-1-1 0,1-2-2 0,0 0 2 0,-1-2-1 15,-9 3-1-15,11-2 2 0,-11 2 4 0,-1 1-5 16,4-3 0-16,-9 5 2 0,4-2 5 16,-8 2 11-16,3 0 19 0,-5 0 10 0,0 2 10 15,-3-1-2-15,-4 3-6 0,0 1-6 0,0-5-7 0,0 5-1 16,-9-2-6-16,0 2-8 0,-6-2 1 0,3 5-1 15,-4-1-5-15,2 1 0 0,-6 3-3 0,2 1-1 16,0 0-3-16,2 3 2 0,1 1-4 16,0-1-3-16,2 6 6 0,0-1-7 0,5-1 1 0,-3 4-1 15,7 0 1-15,0 0-1 0,4 4 11 0,4 6 7 16,-4 0 5-16,7 0 5 0,2 1 3 0,1 2-4 16,0 1-1-16,3-4 1 0,1 2-5 0,-2-3-4 15,-4-1 2-15,2-8-4 0,-6 3 0 16,5-3-10-16,-2-1 4 0,-3 1 2 0,3-7-3 0,-1-1-1 15,-6 0 1-15,1-3-13 0,2-1-23 0,-6-1-23 16,2-2-44-16,1-3-67 0,-13 2-85 0,5-5-257 16,-4-4-539-16,-2-1 238 0</inkml:trace>
  <inkml:trace contextRef="#ctx0" brushRef="#br0" timeOffset="4823.84">7473 1318 151 0,'-6'-11'288'0,"3"4"-29"0,0-2-29 16,-1 4-41-16,0 0-59 0,3-3-69 0,-2 2-86 15,0 3-81-15,3 3-91 0,-7 0-212 0,7 0 94 16</inkml:trace>
  <inkml:trace contextRef="#ctx0" brushRef="#br0" timeOffset="5589.4">8692 1555 160 0,'3'2'336'0,"-3"-2"-19"15,0 0-19-15,0 0-29 0,0 0-28 0,0 0-17 16,0 0-22-16,0 0-26 0,0 0-17 0,0 0-15 16,0 0-28-16,0 0-44 0,0 0-61 0,0 0-70 15,0-11-76-15,3 9-79 0,-3 2-173 0,5-6-418 16,-1 1 186-16</inkml:trace>
  <inkml:trace contextRef="#ctx0" brushRef="#br0" timeOffset="5714.39">8655 1386 30 0,'-1'-3'319'0,"0"-1"-15"0,1 4-21 0,-5-5-28 16,4 2-16-16,1 3-31 0,-3-4-24 0,3 4-21 15,-2-6-27-15,2 6-44 0,0 0-38 0,0 0-50 0,0 0-79 16,0 0-99-16,0 0-163 0,16 12-366 16,-9-8 162-16</inkml:trace>
  <inkml:trace contextRef="#ctx0" brushRef="#br0" timeOffset="6339.33">9380 1335 255 0,'0'0'285'0,"0"-8"-21"0,0 8-11 16,2-4-23-16,-2 4-19 0,0-5-23 0,0 5-24 15,5-4-16-15,-1 3-12 0,-4 1-15 0,11 1-15 0,-3 0-5 16,0 2-15-16,3-2-9 0,-4 5-8 0,1-4-5 15,3 6-10-15,0-2-8 0,3 1 1 16,-5 1-8-16,2 0-3 0,0 1-4 0,-3 1-1 16,3 0-5-16,-2 1-4 0,0 0 0 0,-4 0-4 15,-1-3-2-15,0 4-3 0,-5-6-1 0,2 3 0 0,3 0 0 16,-8-1-6-16,2-1 2 0,-4-2 1 0,2 0-3 16,-3-2 5-16,0 0-3 0,3 0-4 0,-1-2 1 15,2 2 4-15,3-3-1 0,0 0 2 16,0 0-2-16,-14-5 0 0,13 1 3 0,-2 1-4 15,3-2 0-15,3 0-1 0,1-1 0 0,2-4-1 0,-1 4-1 16,6-4-5-16,-3 1 4 0,-1-3 0 0,10-1-3 16,-3 2 3-16,1-1-2 0,0 1-1 0,0 0 8 15,-5 3 2-15,1 0 19 0,-3 2 18 16,-2-1 21-16,1 2 13 0,-3 1 13 0,-1 0 0 0,1 1-8 16,-1-1-7-16,1 0-10 0,-4 4-9 0,7-2-14 15,-7 2-25-15,0 0 17 0,0 0-7 0,0 0 2 16,0 0-5-16,-8 15-2 0,6-9-6 0,-3 3 0 15,2 1-9-15,3 3 13 0,-3-1-7 16,2 0-7-16,1 1 6 0,1 1 2 0,2-2-7 0,1 2-13 16,-4 0-7-16,4-1-14 0,2 0-19 0,-1 0-29 15,3-3-45-15,2 1-55 0,3 0-72 0,2-1-92 16,-3-5-238-16,2-3-620 0,5 1 275 0</inkml:trace>
  <inkml:trace contextRef="#ctx0" brushRef="#br0" timeOffset="7011.15">10028 1550 233 0,'4'5'259'0,"-4"-5"-14"0,4 2-18 15,1-1-20-15,-1 1-20 0,-1 2-13 0,6-2-17 16,0 1-12-16,-4 2-16 0,5 0-14 0,-1 2-14 16,-3-4-8-16,-1 1-7 0,1 2-12 0,-1 2-3 15,-1-1-12-15,0-1-6 0,0 1-1 0,-4-4-4 16,2 4-4-16,-4-2-7 0,-1-1 2 0,-2 2-6 16,0 0-4-16,-1 0-12 0,-5-2-25 0,2-2-31 15,-3 2-44-15,2-2-59 0,3-1-75 0,-1-2-188 16,8 1-437-16,-12-2 193 0</inkml:trace>
  <inkml:trace contextRef="#ctx0" brushRef="#br0" timeOffset="7542.35">10373 1326 83 0,'0'0'219'16,"0"0"-23"-16,0 0-18 0,0 0-21 0,7 6-13 15,-7-1-14-15,0-1-11 0,0 0-12 0,0 2-6 16,0-2-15-16,3 2-9 0,-2 0-2 0,1-1-10 16,2 0-3-16,-2 0-8 0,5 0-1 0,-3 0-5 15,-3-2-6-15,4 0-3 0,0 0-4 0,-1-2-2 16,4 1-1-16,-1-1-2 0,-7-1-2 0,14-4-5 15,-9 1 0-15,7 0-2 0,-5-1-5 0,1 0-2 16,2-3-1-16,-1 1 1 0,0 0-2 0,-1-1 3 16,1 2 26-16,-1 0 17 0,-1 0 7 0,0 1 9 15,-2 0 4-15,-1 2-2 0,3-1-6 0,-4 1-10 16,0-2-3-16,1 3-9 0,-4 1-8 0,0 0-5 0,9 0-3 16,-9 0-5-16,6 6 1 0,-2-2-6 0,1 1-5 15,-2 2 4-15,1 2-7 0,4 1 0 16,0 3 0-16,-2 0-3 0,-2-1 0 0,4 7 0 15,4 1 1-15,-5-3-7 0,0 4-2 0,2-2 4 16,1 0-2-16,1 7 0 0,-7-6-1 0,5 0 3 0,-3 0-1 16,-2 1 0-16,-1-3 1 0,-2 8-2 0,3-8 3 15,-4 0 5-15,0-1 2 0,0-5 7 16,0 1 1-16,-4-1 8 0,4-2 33 0,-3-4 24 16,1 2 12-16,-3-4 22 0,1-3 9 0,-2 2 5 15,-1-2-9-15,-3-1-14 0,-1-2-12 0,-1-1-11 0,1-2 0 16,-8-7-33-16,4 2-49 0,-1-4-59 0,-1-1-83 15,-1 0-81-15,1 1-110 0,-6-3-334 16,3-4-715-16,6 7 317 0</inkml:trace>
  <inkml:trace contextRef="#ctx0" brushRef="#br0" timeOffset="8120.43">9576 1844 57 0,'0'0'305'16,"0"0"-28"-16,4-2-34 0,-4 2-27 0,0 0-26 15,0 0-8-15,3 8-25 0,-3-1-14 0,1 3-13 0,-2 0-11 16,2 8-8-16,-1-1-11 0,2 3-5 0,-2 10-9 15,1-1-3-15,3 1-10 0,-4 0-5 16,3 3-6-16,-1-1 4 0,0-2-18 0,2 3-2 16,-3-3-4-16,1 0-5 0,3-2 1 0,-5-8-5 0,4 1-4 15,-2-2-4-15,2-1 1 0,-3 0-2 0,3-6-4 16,-4-3-1-16,1 2 2 0,-2-4-21 0,1-2-18 16,0 1-28-16,-4-2-45 0,1-2-66 15,3-2-51-15,0 0-50 0,-8-8-142 0,1 4-431 0,2-4 191 16</inkml:trace>
  <inkml:trace contextRef="#ctx0" brushRef="#br0" timeOffset="8557.89">9505 1866 184 0,'0'-5'210'0,"0"5"-24"0,0 0-20 15,0 0-17-15,0 0-16 0,0 0-13 0,0 0-14 16,0 0-8-16,-5 19-10 0,5-11-11 0,0-1-7 16,-1 4-3-16,-2-1-9 0,3 0-5 0,-1-1-5 15,-1 3-6-15,-2-4-1 0,4 2-5 0,0-7-6 16,-3 5 3-16,3-1-9 0,0-4 3 0,0 1 3 15,0-4 28-15,0 5 26 0,0-5-5 0,0 0-6 16,0 0-8-16,0 0-4 0,3-14-6 0,-1 8-5 16,3-4-5-16,3-3-2 0,-1 1-3 0,1 1-9 15,0-7 2-15,3 2 6 0,0 2-3 0,0-2 10 16,-3 4 6-16,0 2 3 0,-2 0 4 0,3 2-2 16,-5-1-3-16,2 1-7 0,-2 5-5 0,1-1-11 15,-2 0 8-15,-2 1-14 0,-1 3-3 0,0 0-5 16,15 6-2-16,-12-1 4 0,2 3-7 0,1 3 0 0,-3-1 1 15,1 3-24-15,4 4-27 0,-3 0-33 16,2 1-35-16,0 2-54 0,0-3-67 0,8 8-252 16,-4-8-519-16,-1-1 230 0</inkml:trace>
  <inkml:trace contextRef="#ctx0" brushRef="#br0" timeOffset="9010.98">9523 2674 284 0,'0'-7'349'0,"-3"6"-21"0,3 1-30 15,0-6-30-15,0 6-32 0,0 0-19 0,0 0-29 16,0 0-17-16,0 0-19 0,0 0-21 0,-6 12-7 16,3-6-10-16,-3 2-13 0,6 3-15 15,0 0-5-15,-5 2-6 0,5 5-4 0,0-1-8 0,5 1-13 16,-1 0-20-16,-2-1-22 0,2 0-21 0,-1-4-29 16,-2-1-34-16,3 0-40 0,0 0-44 0,3-2-46 15,-3-3-63-15,3-1-156 0,-3-2-458 0,3-2 203 16</inkml:trace>
  <inkml:trace contextRef="#ctx0" brushRef="#br0" timeOffset="9370.32">9643 2765 233 0,'0'-3'237'0,"0"3"-20"0,1-4-22 16,-1 4-22-16,0 0-23 0,0 0-12 0,0 0-15 15,0 0-10-15,0 0-15 0,-1 13-10 0,1-6-4 16,0 1-11-16,-3-2-6 0,2 5-6 0,-1-2-6 15,2 2-8-15,0 0 1 0,0-2-5 0,0-1-10 16,0-1-1-16,0-1 2 0,2 1-4 0,-5-3-5 16,4 0 1-16,-1 1-3 0,0-5 2 0,2 2-1 15,-2-2-4-15,0 0-3 0,0 0 2 0,0 0-4 16,11-11-2-16,-7 3 2 0,1 3 18 0,3-4 9 16,-4 1 9-16,3 1 11 0,-1-2 13 0,2 2 4 15,-3 0 8-15,-1 2 3 0,2 0 0 0,-2 2-5 16,0-3 0-16,1 2-7 0,1-2-9 0,-2 6-8 15,-3-3-7-15,-1 3-9 0,6-3-7 0,-6 3-2 16,8 5-1-16,-4-4-8 0,-2 4-3 0,4 0 0 16,-3 2-4-16,2 2-4 0,-1 1 6 0,3 1-5 15,0-1-8-15,-2 1-24 0,-1-1-24 0,2 1-22 16,-2-1-33-16,0-1-43 0,3 1-50 0,-5-3-50 0,1-1-51 16,1-1-194-16,0-1-522 0,-2-1 231 15</inkml:trace>
  <inkml:trace contextRef="#ctx0" brushRef="#br0" timeOffset="9604.67">9922 2825 118 0,'0'0'178'0,"0"0"-2"0,0 0 5 0,0 10-9 15,0-5-6-15,1 1-8 0,-1 7-4 0,0-2-13 0,0 5-14 16,0 1-10-16,-1 2-11 0,1 0-10 0,0 1-12 15,-3 7-5-15,3-4-7 0,3-3-3 16,-3-1-10-16,1 1-6 0,-1 0-3 0,0-1-3 16,0-1-7-16,0-4-20 0,0-3-25 0,3 2-26 0,-2-2-28 15,-1-5-29-15,2 1-30 0,0-4-35 0,5 1-38 16,-4-3-112-16,-3-1-329 0,0 0 145 0</inkml:trace>
  <inkml:trace contextRef="#ctx0" brushRef="#br0" timeOffset="9854.65">9973 2854 187 0,'-3'-8'338'0,"-1"1"-3"0,3-2-9 0,1 4-2 0,-4-1-7 16,4-3-6-16,0 4-22 0,0 1-20 0,0-3-35 16,0 7-11-16,4-8-28 0,-3 3-16 0,3 2-21 15,1-1-20-15,0 3-10 0,1-1-25 0,1 1-4 16,-7 1-6-16,16 1-12 0,-11 1-13 0,3-1-8 15,2 1-7-15,-1 2-13 0,-2 1-12 0,-3-1-6 16,3 0-12-16,0 1-3 0,-2 2-11 0,-2-1-11 16,1 3-14-16,-2-3-14 0,-1 2-14 0,-1 1-22 15,0 1-20-15,-1 0-29 0,-4 1-35 0,1-1-52 16,-1 0-53-16,1-1-46 0,-6-1-220 0,2 1-578 16,1-1 256-16</inkml:trace>
  <inkml:trace contextRef="#ctx0" brushRef="#br0" timeOffset="10338.98">10596 2273 198 0,'3'-5'331'0,"-2"-1"-1"0,4 1-18 16,1-1-24-16,-3 1-13 0,-2 1-17 0,3 1-15 15,-1-1-29-15,1 1-25 0,-1 0-7 0,-3 3-34 16,5-1 4-16,-5 1-34 0,8 5-15 0,-2 2-9 16,-5 0-14-16,3 4 0 0,0 6-12 0,-1 0-6 15,0 2-6-15,0 4-4 0,3 4-3 0,-3 4-2 16,1 1 4-16,3 2-19 0,-1-2 14 0,-2 3-18 15,1-3-3-15,4-1 0 0,-2 0 1 0,0-2-19 16,1 1-15-16,0-6-14 0,-4-6-16 0,-1 0-26 16,-1-5-23-16,-1-2-34 0,2-3-35 0,-2 0-26 15,-2-3-30-15,1-2-58 0,0-3-232 0,0 0-544 16,0 0 242-16</inkml:trace>
  <inkml:trace contextRef="#ctx0" brushRef="#br0" timeOffset="10792.06">10600 2242 211 0,'0'-5'284'16,"-1"1"-11"-16,1 0-14 0,0 4-19 0,0-5-19 0,0 5-22 15,-3-5-25-15,3 5-15 0,0 0-19 16,0 0-18-16,0 0-14 0,0 0-11 0,0 0-11 16,-5 12-6-16,3-7-5 0,1 3-8 0,0-1-9 15,-1 0-6-15,-1 2-4 0,-2-1-7 0,4 0-3 0,-2-1-9 16,0-1 2-16,-1 3-11 0,0-5-7 0,3 4-5 16,-2-3 3-16,-1-1-2 0,3-2-1 15,-1 2-1-15,2-4 1 0,0 0 0 0,0 0-1 16,0 0 9-16,0 0-12 0,-8-11 3 0,11 4-5 0,-2-1 4 15,2-3-3-15,0 1 2 0,-1-2-1 0,4 1 5 16,-3-2 1-16,1 3 9 0,0-2 9 0,1 1 11 16,-1 1 1-16,0 3 7 0,-1-1 3 15,0 3-3-15,1-1-5 0,-3 3-8 0,2 0-8 0,-3 3-1 16,4-1-5-16,-4 1-4 0,11 8 5 0,-6-1-6 16,4 3 1-16,-4 1-4 0,6 4-2 0,-3 1 3 15,3 2-3-15,1-1-6 0,0 0-6 0,6 7-20 16,-3-3-29-16,1-6-36 0,-3 1-43 0,0-2-63 15,3-2-67-15,-2 0-248 0,1-1-550 0,-3-5 244 16</inkml:trace>
  <inkml:trace contextRef="#ctx0" brushRef="#br0" timeOffset="11401.39">10758 2987 146 0,'-5'-6'276'0,"1"1"-30"0,-1 1-13 16,1 2-20-16,0-1-15 0,-1 0-21 0,5 3-18 16,-11-3-16-16,6 3-14 0,5 0-11 0,-14 3-19 15,9 0-7-15,-1 1-7 0,-1 4-9 0,3 0-13 16,-3 0 6-16,2 1-14 0,1 1-3 0,4 0-6 16,0 2-3-16,0-3-7 0,0 1 1 0,3-3-4 15,-1 4-5-15,2-4 0 0,3-1 9 0,0-2-14 16,-1 0 1-16,-1 0-4 0,4-2-1 0,-2-1 0 15,0 1-2-15,4-4-9 0,-2 0 0 0,0-2 1 16,0 0-3-16,-2-2-1 0,1-2 2 0,-4 2-4 16,2-3 0-16,-2-1 3 0,1-2-3 0,-5 2 0 15,0-1-3-15,-1 0 2 0,-2 4-2 0,2-1 0 0,-2 2-2 16,-1-1 1-16,1 1-2 0,-1 1-3 16,-3 1 10-16,-1 2-9 0,0-2-18 0,1 4-19 15,0-1-20-15,-1 0-20 0,8 1-32 0,-9 4-23 16,9-4-16-16,-4 2-15 0,4-2-20 0,-2 4-15 0,2-4-117 15,7 3-346-15,1-2 153 0</inkml:trace>
  <inkml:trace contextRef="#ctx0" brushRef="#br0" timeOffset="11791.98">10939 2938 115 0,'7'-3'194'0,"-2"1"14"0,1-1 4 0,-1 2-2 16,-1-2-6-16,-1 0-14 0,-3 3-23 0,5-2-17 15,-5 2-17-15,0 0-17 0,0 0-11 0,0 0-9 16,-1 9-8-16,1-9-11 0,-7 9-8 15,4-1-9-15,1-2-4 0,0 4-4 0,-2-3-12 0,4 4 2 16,-4-2-5-16,3 1-3 0,-3 1-4 0,4-3-1 16,0 2-6-16,4-3 0 0,-3-2 1 0,3 2 0 15,-4-2-3-15,4 0-4 0,0-3 2 0,2 1-6 16,-1 0 0-16,2-3 0 0,-7 0-2 0,15-3 2 16,-7-1-5-16,2 0 1 0,-1-1-4 0,-2-3 11 15,1 1-11-15,0 0 0 0,-1-2-1 0,0 1-2 16,-1 0 3-16,-1-2 13 0,-1 4 21 0,-3 1 13 15,2-1 2-15,0 1 15 0,1 1-4 0,-3-2-2 16,-1 6-7-16,3-7 7 0,-3 5-23 0,0 2-4 16,0-4-6-16,0 4-10 0,0 0 5 0,0 0-3 15,0 0-6-15,0 0 0 0,1 11-5 0,2-5 2 16,-3-2-1-16,2 2 0 0,0 1-1 0,1-2-2 16,2 3-4-16,-1-3-5 0,-1 2-13 0,4-2-3 15,-3 0-9-15,2 0-19 0,3-1-20 0,-1-1-21 16,-1-1-22-16,1-1-31 0,1-2-33 0,0 1-7 15,0-3-44-15,3-2-15 0,-5-1-171 0,4 0-441 16,-3-2 195-16</inkml:trace>
  <inkml:trace contextRef="#ctx0" brushRef="#br0" timeOffset="11980.98">11312 2726 118 0,'-2'-5'268'15,"1"0"-14"-15,-2 1-9 0,3 0-17 0,0 4-28 16,0-6-21-16,0 6-18 0,0 0-9 0,0 0-22 15,0 0-13-15,0 0-12 0,-5 17-7 0,2-7-14 0,3 1-10 16,-3 2-7-16,3 4-6 0,0-4-5 0,0 8-6 16,0-2-2-16,3 2-4 0,0 5-2 15,-3-6-3-15,1 1-3 0,2-1-2 0,-2 0-9 16,-1-2-28-16,2 0-37 0,-2-5-39 0,0-1-50 0,1-2-58 16,0-1-46-16,-2-1-141 0,1-3-406 0,-1-1 180 15</inkml:trace>
  <inkml:trace contextRef="#ctx0" brushRef="#br0" timeOffset="12168.47">11188 2877 211 0,'3'-5'211'0,"-3"5"-24"16,6-5-16-16,0 4-22 0,1-1-12 0,0 2-14 15,1 0-12-15,5 0-11 0,-2 0-7 0,3 2-17 16,-2-2-23-16,4 1-20 0,-5 2-29 0,8-2-37 15,-4 0-26-15,0-1-40 0,-3 2-24 0,2-1-102 0,1-1-242 16,-4 2 107-16</inkml:trace>
  <inkml:trace contextRef="#ctx0" brushRef="#br0" timeOffset="12355.95">11493 2904 10 0,'2'4'35'16,"3"0"18"-16,-3 1 13 0,2 1 12 0,-1 1 18 16,1-1 13-16,-7 5 15 0,6-2 7 0,-3 2 8 0,1 2-2 15,-1 0 10-15,0 5-5 0,0-1 1 16,0-1-5-16,0 2-8 0,-1 0-12 0,-2 1-7 15,6 0-8-15,-6-1-13 0,2 0-7 0,-1 2-6 16,0-2-9-16,-1 0-3 0,3 0-10 0,0-5-6 0,0-1-1 16,0-1-4-16,-2-1-2 0,0 0-1 0,2-3-5 15,0-1-2-15,0 2-6 0,-3-5-11 16,3-3-15-16,3 6-21 0,-3-6-37 0,0 2-51 16,0-2-55-16,0 0-45 0,0 0-166 0,7-9-405 0,-5 2 179 15</inkml:trace>
  <inkml:trace contextRef="#ctx0" brushRef="#br0" timeOffset="13043.39">11502 2918 125 0,'-2'-6'333'16,"-3"-1"-4"-16,4 2-10 0,-2 0-10 0,2 0-6 15,1 1-25-15,0 4-19 0,-3-6-34 0,3 6-8 16,0-5-27-16,0 5-25 0,0 0-15 0,7-3-21 15,-7 3-8-15,13 2-21 0,-3 0-10 0,-2 2-19 16,4 0-14-16,-2 0-9 0,5 2-18 0,-3 0-6 16,-1 1-7-16,3-1-17 0,-5-1-7 0,-2 3-7 15,1-1-14-15,3-1-5 0,-7-1-8 0,2 0-1 16,-4 0 0-16,0 2 4 0,-4-1 3 0,1-2 3 16,-2 1 3-16,-2 0 6 0,-2-1 0 0,-1-1 3 15,1 1 4-15,0-1 2 0,0 0 1 0,-1-1-2 16,3-1 2-16,1 1 2 0,4-2-8 0,-10 2-9 15,10-2-12-15,-4 0-11 0,4 0-14 0,0 0-3 16,0 0-10-16,10-15-9 0,-5 12-3 0,3-3 5 16,3-3-2-16,0 4 5 0,4-1 4 0,3-3 11 15,-5 4 4-15,-2-2 1 0,3 0 12 0,-2 0 6 16,0 2 1-16,-2 1 6 0,-1 0 14 0,-3 2 8 16,-1 1 0-16,2-2 3 0,-3 1-4 0,-4 2 3 15,8 0 11-15,-8 0-7 0,0 0 11 0,4 6-3 16,-4-2-5-16,0-1 8 0,0 2-4 0,0 1 2 15,0-2 1-15,0 2 0 0,0 2 0 0,0-3 8 16,2 0-2-16,0 1 2 0,1-2 7 0,1-1 10 16,-1 2 7-16,2 0 6 0,-1-3-1 0,3 1 1 0,0-1-5 15,1-2-3-15,0 0-4 0,0 0 2 16,-1 0-6-16,7-5-1 0,-9 3-2 0,6-3 0 16,1 0-3-16,-8 0-1 0,5-3-4 0,-3 3 0 15,0-3 14-15,3 0 8 0,-3 0 9 0,1 0 2 0,-2 1 10 16,-2 1 11-16,2-3 6 0,-1 1 2 0,0 2 1 15,-2 1-5-15,0 0-4 0,0 1 0 16,1-2-6-16,-2 4-12 0,3-1-1 0,-4 3-12 0,0-3-5 16,0 3-1-16,0 0 1 0,0 0-9 0,0 0-2 15,4 11-1-15,-4-6-3 0,0 0-2 0,2 2-1 16,0 1 0-16,2-1-4 0,0 2-2 0,0 1-3 16,0 0-9-16,5-2 6 0,-4 3-11 0,3-5-23 15,0 2-15-15,3-2-21 0,0-2-10 0,0 0-25 16,1 0-19-16,-1-3-28 0,0 0-20 0,2-3-22 15,-3-3-6-15,3 1-4 0,-1-2-6 0,-1-4-130 16,-3 3-367-16,1-4 163 0</inkml:trace>
  <inkml:trace contextRef="#ctx0" brushRef="#br0" timeOffset="13262.12">12212 2689 24 0,'-4'-15'169'0,"1"2"12"0,2-1 17 15,-2 3 14-15,3 1 9 0,-4 0-4 0,1 5-9 16,2 0-16-16,-2 0-12 0,3 1-20 0,-4 0-15 15,4 4-19-15,-4-2-12 0,4 2-8 0,0 0-14 16,0 0-8-16,-15 7-9 0,11 1-9 0,0-3-7 16,-2 8-5-16,5-3-1 0,-4 8-6 0,4 2-6 15,-1 0-5-15,1 0 0 0,2 1-4 0,-1 6 1 16,2-6 8-16,5 5-14 0,-2 2-4 0,0-7 0 16,2-2 13-16,-4 1-31 0,6-2-21 0,-1 2-31 15,-2-5-39-15,-1 2-53 0,2-7-60 0,4 0-77 16,-6-6-150-16,-1 2-461 0,5-3 205 0</inkml:trace>
  <inkml:trace contextRef="#ctx0" brushRef="#br0" timeOffset="13433.98">12237 2797 147 0,'0'0'373'0,"1"-8"-28"0,0 5-30 0,3 0-31 0,0 0-28 16,0-1-28-16,-1 2-20 0,5-1-21 0,1 1-20 15,3 0-22-15,-3 2-16 0,6-1-38 0,-1 4-51 16,1-3-60-16,1 5-85 0,3-1-104 16,-8-2-222-16,8 3-466 0,-4-2 207 0</inkml:trace>
  <inkml:trace contextRef="#ctx0" brushRef="#br0" timeOffset="23011.92">1528 1711 388 0,'-5'0'407'0,"5"0"0"0,-11 2-11 0,7 0-21 16,4-2-22-16,-7 2-34 0,7-2-20 0,-4 1-27 15,4-1-22-15,0 0-24 0,0 0-24 0,0 0-21 0,0 0-16 16,0 0-19-16,30-3-16 0,-11-1-38 0,11 0-52 16,4 2-77-16,0-1-78 0,4 0-52 15,-4 2-98-15,1 1-108 0,-1 1-243 0,-1 5-666 16,-3 2 295-16</inkml:trace>
  <inkml:trace contextRef="#ctx0" brushRef="#br0" timeOffset="23714.98">1757 5154 232 0,'-11'0'395'0,"2"-3"11"16,2 3-1-16,-2-2-15 0,1 1-13 0,0 1-17 15,3-3-14-15,5 3-20 0,-10-3-21 0,6 2-27 16,4 1-23-16,0 0-27 0,-7-1-29 0,7 1-32 16,0 0-43-16,0 0-50 0,14-13-54 0,5 11-76 15,8-5-67-15,7 1-53 0,1 2-79 0,4 2-80 16,-1 2-322-16,-3 1-712 0,3 0 315 0</inkml:trace>
  <inkml:trace contextRef="#ctx0" brushRef="#br0" timeOffset="24185.3">2362 5006 88 0,'0'0'355'0,"0"-6"-28"16,0 6-30-16,0 0-28 0,0 0-27 0,0 0-33 0,-4-2-20 15,4 2-23-15,0 0-18 0,0 0-14 0,-8 11-16 16,8-4-10-16,0 4-8 0,0-2-15 16,0 3-3-16,0 6-12 0,0-2-5 0,1-2-5 15,2 6-6-15,4-1-7 0,-3 1 3 0,1-1-10 0,1-1-2 16,1 2-7-16,3-2-2 0,-3-2 3 0,3 0-10 15,3-4 4-15,-3 1-1 0,-1-3-7 0,2-2-2 16,0-3-4-16,0-2 1 0,1-2 3 0,-4-1-4 16,5-1-4-16,-1-3 6 0,-4-1 0 0,3-4-3 15,-2 0 1-15,1-3 2 0,-2-3 13 0,1-1 3 16,-3-4 6-16,2 0 9 0,-2-4 5 0,-2 5 18 16,0-1 17-16,-3 0 19 0,2 2-1 0,-1 1 1 15,0 3-8-15,-2 2-4 0,0 0-7 0,0 1-11 16,0 2-6-16,0 3-7 0,0-2-9 0,0 4-21 15,0 2-52-15,3-2-63 0,-3 4-65 0,0 0-6 16,0 0-26-16,0 0-37 0,0 0-56 0,0 0-45 16,5 16-261-16,-2-9-627 0,4 3 277 0</inkml:trace>
  <inkml:trace contextRef="#ctx0" brushRef="#br0" timeOffset="24591.51">2763 4966 214 0,'0'0'232'16,"0"-4"-28"-16,0 4-17 0,0 0-22 0,0 0-17 15,0 0-15-15,3 15-8 0,0-7-7 0,-2 0-3 16,3 5-11-16,2-2-9 0,2 4-10 0,-3 2-6 16,1 1-10-16,-1 0-5 0,-2-5-7 0,1 5-5 15,1-5-4-15,1-2-6 0,-5-1-4 0,3-1-1 16,-1 0-5-16,-2-4 0 0,1 1 7 0,-1 0 36 15,0-4 40-15,2 1 39 0,-3-3 6 0,0 0-11 16,0 0-11-16,0 0-7 0,3-17-3 0,-3 10-15 16,3-6 5-16,-1 1-22 0,0 0 14 0,2-5 6 15,-2 5-6-15,1 0-6 0,1-1-12 0,2-3-6 16,-2 5-6-16,0 2-7 0,2-3-9 0,0 6-7 16,-1-4-6-16,1 6-5 0,-2-3-7 0,2 5-8 15,0 0 0-15,2 2-5 0,-1 3-6 0,4-2-3 16,0 6-3-16,-3-3-3 0,3 8-10 0,1-4-12 15,-4 2-16-15,6 4-15 0,0-1-10 0,-7-3-10 16,1 1-19-16,1-1-15 0,-3 2-17 0,-1-4-16 16,-1 3-19-16,2-1-19 0,-3-2-27 0,0-3-35 15,-3 0-16-15,2-3-27 0,-2-2-42 0,1 7-168 0,-1-7-521 16,0 2 230-16</inkml:trace>
  <inkml:trace contextRef="#ctx0" brushRef="#br0" timeOffset="25007.82">3269 4898 340 0,'0'0'337'16,"-4"-4"-14"-16,3 2-17 0,-2-2-27 0,-2 1-20 15,-1 2-29-15,6 1-21 0,-12 0-26 0,5-2-16 16,7 2-10-16,-15 2-25 0,10 1-15 0,-3-2-12 15,2 1-10-15,-5 3-7 0,6-1-13 0,-2-1-10 16,2 2-7-16,-1 1-6 0,3 3-6 0,-2 0-3 16,1-1-9-16,3 0 0 0,2 2 2 0,-1 0-13 31,1 0 4-31,5 1-4 0,-1 0-4 0,2 2-1 16,1-2 3-16,0-2-8 0,3 3-2 0,-1 1-1 15,-1-3 2-15,1 0 1 0,-2 1 2 0,0-3-7 0,0 0-2 0,0 0 0 0,-1 0-3 16,-3-2-2-16,0 0 2 0,-1 0 1 0,0 0 0 15,1 0-3-15,-3-2-2 0,-1 0-1 0,0 1 2 16,0 0 7-16,-5-4-2 0,5-1 1 0,-10 4-2 16,6-1-2-16,-3-2 1 0,-1 0-1 0,-1-1 2 15,2 1-1-15,0-1 3 0,-5-1 1 0,2 2-4 16,2-2 15-16,4 0-14 0,4 1-22 0,-12-5-22 16,9 2-31-16,-1 1-38 0,3-4-43 0,2 1-32 15,3 0-30-15,3-2-42 0,9-4-28 0,-6 4-175 16,9 0-498-16,-4 0 220 0</inkml:trace>
  <inkml:trace contextRef="#ctx0" brushRef="#br0" timeOffset="25351.54">3422 5048 81 0,'5'-3'140'0,"-1"0"14"0,0 1 3 15,2 1 4-15,-6 1-3 0,5-2-10 0,-5 2-10 16,4-3-12-16,-4 3-18 0,0 0-11 0,0 0-8 16,0 0-6-16,0 0-12 0,-3 11-9 0,2-7-5 15,-2 4-3-15,3-2-4 0,-1 2-8 0,0 1-2 0,1 1-1 16,0 0-2-16,0 2-1 0,0 0-1 15,1-3-1-15,3 5-4 0,0-5-1 0,0 3 0 16,3-1-3-16,-2 0-3 0,4-1 4 0,-4-2-2 16,5-1-4-16,-1-3-4 0,-2 2 0 0,1-5 2 0,3-1-2 15,-3 0 0-15,3-4-3 0,-4 1 0 0,4-4 3 16,-6 2 3-16,3-5 11 0,-1 0 12 16,1-1 10-16,-5 1 14 0,1-3 13 0,-1 2 14 15,1-1 10-15,-3 1 15 0,2 3 11 0,-3-2 8 0,0 0-2 16,1 4 9-16,-1-1-5 0,0 4-11 0,2-1-9 15,-4-1-12-15,2 5-13 0,2-4-15 0,-2 4-19 16,-2-5-11-16,2 5-2 0,0 0-9 0,0 0-6 16,0 0-15-16,0 0-21 0,3 11-18 0,-2-4-19 15,1-2-6-15,3 4-24 0,-1 0-20 0,3 0-32 16,0-2-38-16,-2 4-44 0,2-4-56 0,1-1-48 16,-1 3-242-16,1-3-595 0,4-1 264 0</inkml:trace>
  <inkml:trace contextRef="#ctx0" brushRef="#br0" timeOffset="25648.39">3806 5029 236 0,'0'0'296'0,"2"-4"-20"16,-2 4-29-16,1-4-24 0,-1 4-26 0,0 0-22 16,0 0-16-16,0 0-17 0,7 9-13 0,-3-2-10 15,-1 4-11-15,2 6-8 0,2 0-11 0,-4 3-5 16,5 10-6-16,-3 5-12 0,0-1-4 0,0 2-4 15,3 17-7-15,-4-15-5 0,0 12-4 0,2-13-3 16,-5 0-4-16,2 2 12 0,0-2 6 0,1-1-9 16,-4-1 4-16,6-4-10 0,-4-2-1 0,-1-8-5 15,-1 0-4-15,0-1 0 0,1-6-2 0,-1-2-5 16,3-6 3-16,-3 5-1 0,-3-6 1 0,6-1 5 16,-3 0-5-16,0-4-3 0,0 0-2 0,0 0-2 0,0 0-14 15,-4-15-24-15,4 4-33 0,-1-6-37 16,1-4-50-16,-2-4-66 0,4-4-67 0,-1-2-203 15,-2 0-515-15,3-1 229 0</inkml:trace>
  <inkml:trace contextRef="#ctx0" brushRef="#br0" timeOffset="26710.79">3860 5129 51 0,'-4'-9'292'0,"2"1"-5"15,-2 0 2-15,4 2-12 0,0 1-11 0,-4-2-17 16,4 1-20-16,0-1-18 0,4 1-23 0,-3-1-22 15,4 4-16-15,-1-1-14 0,2-1-12 0,1 1-11 16,0 1-15-16,4 2-7 0,1-2-7 0,-1 3-10 16,0-1-14-16,4 2-7 0,-3 2-8 0,2-2-10 15,-5 2-8-15,-2 1-10 0,4 1-6 0,-4-3 0 16,-1 5-11-16,1-2-1 0,0 1-3 0,-3 1-1 16,0 2 4-16,-4-3-4 0,1 1-5 0,-1 0 4 15,-2 1-1-15,-4 2 0 0,0-1 2 0,0 0 0 16,-1 0 2-16,-1 0-1 0,-1-1 2 0,-1-1-4 15,-1 2-4-15,-1-2-5 0,1-1-7 0,2 1-8 16,-5-5-3-16,4 3-2 0,5-1 0 0,1-3-7 16,-4 0-1-16,5 1-29 0,3-2-15 0,0 0-11 15,0 0-12-15,0 0-6 0,0 0-10 0,9-13-7 16,-3 12-5-16,9-6-4 0,-1 1-1 0,2 0 3 16,2-4 2-16,1 2 14 0,5-4 9 0,-1 2 6 15,-1 2 9-15,4-3 12 0,-3 1 6 0,-3 2 24 16,2 2 19-16,-5-2 30 0,-5 1 21 0,0 2 37 15,-1 0 31-15,-2-1 29 0,1 1 21 0,-3 2 17 0,-3-1 11 16,0 0 3-16,-1 0 4 0,1-2-9 16,-4 4-3-16,1-3-10 0,-1 5-11 0,-1-6-7 15,-3 1-9-15,4 5-15 0,-6-4-7 0,2 3-15 16,0-2-2-16,4 3-8 0,-14 0-5 0,9-1-12 0,5 1-8 16,-15 4-7-16,9-3-3 0,-3 8-3 0,4-5 0 15,-5 4-6-15,3-1-2 0,3 1-1 16,-4 0-7-16,4 2 2 0,0-1-4 0,2 0-4 0,0 1-4 15,0-2-2-15,6 2 1 0,-1-1-6 0,0-1-1 16,5-1-6-16,0 0-2 0,3 1 0 0,-1-5-5 16,3 0-14-16,0-1 1 0,1 0-10 0,-1-6-1 15,0 3 1-15,0-2 2 0,-2 1 3 0,1-5 3 16,-3 1 6-16,2 1 2 0,-2-2 4 0,1 1 8 16,-6 0 7-16,6-3 11 0,-5 5 15 0,1-1 12 15,-1 0 8-15,-1-1 0 0,-2 1 0 0,0 3 3 16,2-2-8-16,-2 0-2 0,-2 4-8 0,6-4-4 15,-6 4 1-15,7 0-6 0,-7 0-1 0,11 5-3 16,-4-1 4-16,4 1-6 0,-2 1 0 0,1 0-3 16,2 1 1-16,0 1-2 0,3 3 2 0,-1-2-2 15,1 3 6-15,-6-3-11 0,2 0 4 0,0 1-2 16,-3-3 3-16,-2 1-15 0,2 0 2 0,-4-4-6 16,-1 5 1-16,-1-5 5 0,0 0-6 0,-1 0 0 15,-1-4 4-15,-8 5-1 0,8-5 6 0,-10 1 3 0,5-1-4 16,5 0 2-16,-11-4-1 0,6-1 3 15,-2 3 3-15,3-3 1 0,0-1-3 0,0 0 3 16,2-1 2-16,2-3-1 0,0 1-4 0,0-2 2 16,2 1-1-16,2 0 3 0,1-1-6 0,2 1-3 0,2-1 4 15,1 1-6-15,-3 2 1 0,4 1 6 0,-3 2-9 16,0 1 2-16,3 1 0 0,-3 1-3 16,0 2 2-16,-1 1 2 0,-1 2-5 0,3-1 3 15,-5 2-2-15,3 1 0 0,1 2 7 0,-4 2-3 0,6-1-3 16,-5 3-1-16,3 0 7 0,-1 1 1 0,2 1-6 15,-3-3 7-15,4 1-4 0,-2 1 0 0,0-3-3 16,0 1 6-16,0-2 1 0,-1-2-2 0,0-1 1 16,-2 1 4-16,1-3 4 0,-1 0-4 0,1-2 2 15,-1 0-1-15,-5-1 3 0,9-3-2 0,-3-1-2 16,-3-2-1-16,-1 1 10 0,1-1 9 0,1-1-2 16,0-1 14-16,-3-1 13 0,4-3 10 0,-5 3-1 15,1-5 12-15,3 4 12 0,0-1-4 0,-4 0 0 16,2 1-9-16,-1 3-4 0,0-4 7 0,1 3-18 15,-1 3-5-15,2-2-6 0,-2 1-5 0,-1 1-9 16,2 1 1-16,-2 1-15 0,0 3-39 0,2-5-46 16,-2 5-28-16,0 0-10 0,0 0-19 0,0 0-30 15,0 0-43-15,0 0-46 0,0 0-52 0,10 6-284 16,-10-6-632-16,4 7 280 0</inkml:trace>
  <inkml:trace contextRef="#ctx0" brushRef="#br0" timeOffset="26945.14">4965 5034 140 0,'0'0'331'0,"0"0"-31"0,0 0-28 16,0 0-29-16,0 0-25 0,0 0-3 0,0 0-10 0,0 0-18 15,0 0-12-15,-1 20-18 0,-3-14-11 16,4 5-14-16,0 0-12 0,0 1-8 0,0 1-10 15,4-1-10-15,-4 1-9 0,4 0-10 0,-4 3 2 0,3 1-12 16,2 0-10-16,-2-4-20 0,1-1-30 0,0-2-34 16,2 0-36-16,-1 0-58 0,-4-5-48 0,6 0-62 15,-3-1-249-15,3 0-523 0,-2-3 232 0</inkml:trace>
  <inkml:trace contextRef="#ctx0" brushRef="#br0" timeOffset="27946.62">5235 5031 94 0,'0'-4'350'0,"0"-1"-7"16,0-1-7-16,-2 2-10 0,2 4-12 0,-4-5-19 15,1 2-24-15,1-1-27 0,-4 2-27 0,6 2-22 16,-11-3-18-16,5 4-20 0,6-1-14 0,-11 0-14 0,5 3-18 16,1 1-11-16,-2 0 3 0,4-2-21 15,1 5 2-15,-1 0-18 0,0-1-10 0,-1 2-7 16,4 3 0-16,4 0-10 0,-3 0-2 0,2-1-1 0,1 0 23 15,-1 2-39-15,5 0-2 0,-1-1-2 0,1 0-5 16,0 1 2-16,2 0 1 0,-1-1-7 0,-2 2 5 16,0-6-1-16,0 3-3 0,-2-3-3 15,1-1-3-15,-4-1-6 0,0 1 4 0,2-4-6 0,-3 3 3 16,-1-1-6-16,0-4 13 0,-7 5-12 0,3-3 6 16,4-2-1-16,-13 1 2 0,7-1 5 0,6 0-4 15,-17-1 0-15,8-1-2 0,1 1 0 0,0 1 4 16,0-2-2-16,3 0 8 0,5 2-4 0,-10-1-7 15,6-2-12-15,4 3-21 0,0 0-24 0,-2-5-17 16,2 5-22-16,9-7-20 0,-4 4-23 0,6-4-17 16,1 5-20-16,6-5-9 0,1-2-5 0,3 2 4 15,-2-2-2-15,9-4 10 0,-1 0 8 0,1 3 13 16,-1-3 18-16,-6 3 18 0,-3 0 9 0,0-1 19 16,-1 3 43-16,-3-3 33 0,-4 2 18 0,0 0 33 15,-6 3 28-15,-1 0 10 0,2-1 12 0,-5-1 5 16,-1 3 7-16,0 1 1 0,0-3-11 0,0 7-2 15,-5-5-9-15,0 2-6 0,0 2-10 0,5 1 2 16,-13 0-13-16,7 0-2 0,-4 1-6 0,5 0-2 0,-4 2-4 16,3 1-5-16,1 2 1 0,-1-1-6 15,1 0 1-15,3 4-2 0,-4-2 1 0,4 2-3 16,4 2 2-16,0-1 0 0,2 1-5 0,2 0 0 16,2-2 3-16,4 0-6 0,6 3-8 0,4-2-16 0,-2-1-19 15,9 0-28-15,-2 1-23 0,1-4-27 0,1 2-18 16,2-5-14-16,2-1-3 0,0-2 2 0,-2 0 11 15,-8-1 15-15,5-6 14 0,-5 6 11 16,-2-3 14-16,2-1 22 0,-5-1 24 0,-5-1 30 0,-3 1 23 16,-1 0 18-16,-2-3 25 0,0 1 11 0,-4 0 4 15,-6 1 9-15,2-1-1 0,-2 2 10 0,-3-1 9 16,1 2 5-16,-4-1 1 0,0 1 0 0,1 1-4 16,-5 0-10-16,3 2-9 0,-2 0 0 0,-3 1-15 15,4 2-5-15,-4 1-5 0,1 0-10 0,2 2-4 16,0 2-6-16,-2 1-7 0,4 2 2 0,-4 2-7 15,4-1-1-15,1 1 5 0,1 0-14 0,2 2 9 16,2-1-3-16,1 0-12 0,-2 2 3 0,9 0-3 16,-4-1 0-16,4-1-6 0,0-2 1 0,-2 0-1 15,4 0-8-15,4-2 0 0,-1-3 3 0,-3-1-4 16,8-2-5-16,-2-2-1 0,1 0-5 0,2-3-5 16,3-2 4-16,1-3-3 0,1-3 1 0,-2-4 3 15,4-1-6-15,-1-7-1 0,0 0-2 0,-2-4-10 16,-1-1-1-16,-2 0 2 0,-1-3 5 0,-3 0-1 15,-2 0 7-15,-3 5 16 0,-6 5 25 0,2 1 53 16,2 0 36-16,-5 0 24 0,0 2 19 0,0 1 1 16,-1 3 0-16,-3 3-1 0,1-2-2 0,-1 2-9 0,-3 3-14 15,6 0-13-15,-3 2-16 0,-2 4-16 0,0 0-10 16,6 2-9-16,-13 1-11 0,13-1-3 0,-8 7-8 16,1 1-8-16,-1 1-2 0,0 1-2 15,2 8-3-15,1-1-7 0,1-1 1 0,1 2-2 0,2 0-5 16,1 4-2-16,0 5-2 0,1-5-3 0,5 3-5 15,-1 2-5-15,-1-8-21 0,7 1-18 0,-3-2-28 16,-1 0-30-16,4-2-38 0,1 1-36 0,-4-7-24 16,-1-2-46-16,3-1-59 0,-1-4-83 0,-3-1-340 15,2-2-781-15,0-1 346 0</inkml:trace>
  <inkml:trace contextRef="#ctx0" brushRef="#br0" timeOffset="29149.63">6680 4622 140 0,'9'-8'340'0,"-4"0"-25"0,0 3-25 16,1 1-30-16,-2 0-21 0,-3 2-36 15,2-1-23-15,-3 3-19 0,0 0-11 0,10 10-20 16,-9 1-13-16,3 0-13 0,0 8-8 0,4 2-12 15,-5 0-11-15,5 5-4 0,-2 4-5 0,3 1-10 0,2-2-2 16,-1 1-2-16,-1-1-12 0,1 3 5 0,-1-3-8 16,-1 0-1-16,-4-3-7 0,2 2 0 15,-5-7-1-15,3-3-4 0,-7-2-5 0,2-4 2 16,0 1-3-16,-3-3 2 0,-2-1 0 0,-3-2 6 0,-1-4 5 16,1 1-4-16,-6-3 4 0,-3 1-3 0,3-4 16 15,0 0 16-15,0-4 13 0,3 0 5 0,0 1-4 16,-1 3 1-16,8-3 1 0,-6-2 2 0,7 1-7 15,0 1 2-15,0-2-12 0,2 2-9 0,7 1-2 16,-3-2-9-16,5 2-4 0,8 0-4 0,3 0-2 16,5-1-6-16,10 1 5 0,3 4-13 0,1-1-7 15,0-2-5-15,2 2 10 0,-2 2-10 0,2 1-5 16,1-2-6-16,-4-4 4 0,1 4-1 0,-3-2-5 16,-1-1 5-16,-3-2-1 0,-6 2 12 0,-2-1-13 15,-2-2 4-15,-3-2-8 0,-5 1 6 0,0-1-5 16,-4 0 0-16,2-1-2 0,-5 0 1 0,-1 1 4 15,-1 2 7-15,0-3-2 0,-2 3 2 0,-1-2 0 16,-1 3 1-16,1 1-5 0,-4-1-2 0,1 1 8 16,0 2-5-16,-2-2-1 0,1 3-2 0,4 1 2 15,-8-2-5-15,8 2 1 0,-11 2-5 0,4 1 5 16,3 1-6-16,-1 1 12 0,0 0-5 0,3 3 3 16,0-2-6-16,2 5 3 0,0-2-4 0,2 1 2 0,2 0 2 15,4 1 2-15,3-3-6 0,5 4 3 0,2-2-4 16,7 3-9-16,-4-4-8 0,10-3-9 15,2-2-5-15,2 4-5 0,-1-7-1 0,0-1 1 16,0 2 2-16,3-8 2 0,-3 0 8 0,2 1-2 0,-4-4 7 16,-2 1 5-16,0-4-1 0,-10 4 4 0,-1-3 5 15,-1 1 4-15,-2 0 2 0,-6 0 3 0,0-4 3 16,-5 4 3-16,-3 0 2 0,1 3 7 0,-4-1 0 16,-1 2-4-16,-3-2 2 0,0 3-6 0,-4-3 4 15,1 4 2-15,-4 1 2 0,-2 3-7 0,0-1 5 16,-6 1-5-16,0 1 1 0,0 2 5 0,2 1-7 15,-1 4 4-15,3-3-2 0,-1 4-4 0,5-2 3 16,0 1-1-16,2 1 0 0,1 0 6 0,3 0 0 16,-3 2-5-16,6-1 0 0,-1 0 0 0,3 0 2 15,-2 2 1-15,2-4 3 0,1 3-3 0,1-5 6 16,3 3-8-16,0-4 4 0,-1-2-1 0,6-1-4 16,-2 0 3-16,1-2-2 0,2 0 1 0,2-3 4 15,-1-1-5-15,2 0 3 0,0-2-4 0,-1-2 3 16,0-1 0-16,-2 3 2 0,1-5 6 0,-1 3 20 15,-3 0 16-15,0-2 30 0,0 1-3 0,-2 0 14 16,1 3 15-16,-2 1-1 0,-3-1-2 0,3 0-4 16,-1 2-7-16,-1 0-10 0,-2 0-16 0,0 4-5 0,4-4-14 15,-4 4-7-15,0 0-8 0,0 0-6 0,0 0-21 16,0 0-3-16,0 0-8 0,1 15-7 16,-1-9-16-16,1-1-7 0,3 2-16 0,-2 0-14 15,2 2-12-15,1 0-12 0,-2 0-12 0,1 0-15 0,2 0-22 16,-2-1-24-16,1-3-31 0,-1 1-38 0,3-2-37 15,-3-1-17-15,2-2-225 0,3 0-558 0,-9-1 248 16</inkml:trace>
  <inkml:trace contextRef="#ctx0" brushRef="#br0" timeOffset="29446.48">7938 4981 337 0,'6'-8'20'15,"-2"4"35"-15,3-2 28 0,-3 0 21 0,1 1 17 16,2-1 12-16,-3-1 5 0,0 3 11 0,1-2 10 16,-1 2 8-16,1-1 4 0,-1 2-1 0,0-1-9 15,-4 2-21-15,0 2-13 0,4-4-14 0,-4 4-15 16,4-1-8-16,-4 1-11 0,0 0-6 0,11 7-7 15,-6-3-9-15,0 1-2 0,0 2-7 0,-1-2-6 16,3 5 0-16,2-1-8 0,-2 0-2 0,3 1-4 16,-5 1-3-16,6 0 0 0,-4 2 0 0,1-3-4 15,-1 0-2-15,1 0-3 0,-1 0-1 0,0-3-2 16,-3-2 0-16,-1-1-2 0,-2 0 5 0,3-1 0 16,-4-3 18-16,0 3 2 0,0-3-4 0,0 0 6 15,0 0 15-15,0 0 14 0,-7-10 10 0,4 5 7 16,1-1 0-16,-1-2-5 0,-1-2-2 0,0 1-7 15,1-4-6-15,-4 1-4 0,6 1-6 0,-2-1-13 0,2 4-10 16,2-3-21-16,2 4-29 0,-2-2-23 0,5 3-42 16,-1-2-32-16,-1 2-44 0,6 0-46 15,-2 1-42-15,4 0-19 0,2 2-29 0,1-1-181 16,-3 3-517-16,1 0 229 0</inkml:trace>
  <inkml:trace contextRef="#ctx0" brushRef="#br0" timeOffset="30212.04">8330 4900 97 0,'7'-1'228'0,"-7"1"18"0,4-2 2 0,-4 2 5 0,0 0-4 16,6-3-16-16,-6 3-16 0,0 0-18 0,0 0-24 16,0 0-20-16,0 0-17 0,0 0-14 0,0 0-17 15,0 0-8-15,5 8-10 0,-2-4-11 0,-3 1-6 16,1 0-5-16,-1 0-9 0,0 4-4 0,4-1-5 16,-4 0-7-16,3-1-1 0,-2 2-2 0,0 1-3 15,2-2-6-15,0 1-9 0,-2-2-7 0,2 1-3 16,0 1-3-16,-2-3-6 0,1 0 0 0,-1-4 0 15,0 1 1-15,-1-3-1 0,3 2 2 0,-3-2 3 16,0 0-4-16,14-5-2 0,-10 3 1 0,-3-2 1 16,5-1-3-16,-1 0-1 0,-1 1 2 0,4-7 1 15,-4 6 4-15,0-3 10 0,3 1 7 0,-3-2 3 16,0 2 17-16,2 1 8 0,-4 1 6 0,2 2-2 16,-1-3 2-16,-1 2-4 0,-2 4-10 0,2-5-9 15,0 3-5-15,-2 2-3 0,0 0-3 0,0 0-7 16,0 0 2-16,0 0 3 0,0 0-6 0,9 9-4 15,-7-5 0-15,-1 2-3 0,4-1 0 0,-2 2-7 16,1 0-3-16,0-1 0 0,0 2 0 0,3 0-6 16,1-3 2-16,-2 0-1 0,-1 2 11 0,3-2-4 0,3-2-7 15,-3 2-2-15,-1-5 6 0,3 2-3 0,-2-2 2 16,-1 0 0-16,5-2 1 0,-4 0-2 16,0 2 4-16,0-1 4 0,2-6-3 0,-2 6-1 0,2-4 2 15,-2-2-2-15,1 1 4 0,-2 1-5 0,4 0-1 16,0 0-2-16,2-1-1 0,1-1 3 0,1 3-2 15,3-1-8-15,1-1-6 0,-2 1-8 0,4 4-3 16,1-1 0-16,-2 1-12 0,3 1-3 0,0-2-21 16,7 6-2-16,0-3 5 0,0 2 6 0,-6-3 7 15,-2-2 5-15,0 4 3 0,8 1 9 0,-7-2-2 16,0 0 4-16,-1-1 3 0,1-1 0 0,6 0-4 16,-6-2-18-16,-4-1 7 0,0 0 5 0,0 2 3 15,-7-4 4-15,6-2 4 0,-7 1 5 0,1 0 3 16,-3-1 6-16,-2-2 4 0,-1 2 7 0,-4-1 8 15,1 1 8-15,-3-4 9 0,-1 6 6 0,-2-5 9 16,-2 5 1-16,-4-4-2 0,0 3-3 0,-1 1-4 16,4 3-3-16,-9-2-3 0,2 4 0 0,0-1-6 15,-2 4-1-15,-4 0-3 0,1 2-2 0,3 3 0 0,0 0-2 16,-2 4-4-16,0 0 0 0,2 0 0 16,2 4-1-16,-1 3 4 0,0 8 1 0,6-5-1 15,0 6 5-15,0-1 26 0,5 4 9 0,-1 2-9 16,4-1 0-16,0 1-3 0,2-1 1 0,2 0-3 0,-4 0-2 15,5 0-7-15,-5-3 4 0,9-1-3 0,-3-2-4 16,-3-4 4-16,1-2-7 0,-3-5-1 16,2-1-6-16,0-3-5 0,-1-1-27 0,-2-2-22 15,0-2-36-15,-1-3-47 0,1-2-67 0,0 0-59 0,0 0-64 16,0 0-181-16,-8-11-536 0,4-1 239 0</inkml:trace>
  <inkml:trace contextRef="#ctx0" brushRef="#br0" timeOffset="30383.9">8876 4770 259 0,'-2'-7'410'16,"0"1"-39"-16,0 0-30 0,2-1-33 0,0 1-29 16,-4-2-32-16,4 3-17 0,0-1-29 0,-1 2-22 15,-2-2-29-15,3 1-61 0,0 2-68 0,0 3-92 16,0 0-113-16,0 0-288 0,0 0-511 0,0 0 226 15</inkml:trace>
  <inkml:trace contextRef="#ctx0" brushRef="#br0" timeOffset="42804.07">5875 6302 230 0,'2'-7'352'0,"-1"-1"-7"16,-2 2 7-16,2-2-30 0,-2 1-12 0,1 3-5 16,-2 0-26-16,2 0-20 0,0 4-28 15,-1-7-23-15,1 7-24 0,0 0-22 0,0 0-27 0,0 0 6 16,0 0-4-16,0 22-11 0,1-12-12 0,1 2-9 16,-1 4-10-16,3 2-9 0,-3 0-9 0,2 0-11 15,0 2-1-15,0-1-7 0,-1-1-4 0,1 1-7 16,4-1-8-16,-2-1-25 0,-1-4-21 0,3-1-32 15,-1 4-35-15,-3-3-30 0,3-2-29 0,-6-2-41 16,1-3-36-16,2 2-50 0,-3-3-43 0,1-2-296 16,-1-1-650-16,0-2 288 0</inkml:trace>
  <inkml:trace contextRef="#ctx0" brushRef="#br0" timeOffset="43132.17">5726 6205 90 0,'1'-6'278'0,"0"1"-12"16,1 1-12-16,-1 0-21 0,5-1-21 15,-1 2-19-15,2 1-17 0,5 1-8 0,3 1-10 0,1 0-10 16,3 2-18-16,2 2-7 0,2 2-12 0,8 2-15 16,-1 5-7-16,-3 0-6 0,3 1-9 0,-4-2-6 15,1 6-10-15,-2-1 0 0,-2 2-7 0,1 0-6 16,-3 2-2-16,-8-4-6 0,4 6-3 0,-6-5-2 15,-2 1-1-15,2 0-1 0,-7-1 16 0,-3 1 5 16,1-1-1-16,-5 0 2 0,-4 0 12 0,-1-3 7 16,-1 1-2-16,-4-6-4 0,-2 4-1 0,0-4-4 15,-5 1-3-15,-9 1-7 0,9-4-3 0,-10-3-3 16,4 3-13-16,3-5 0 0,3-1-3 0,-2-1 0 16,7 0-12-16,4-2-12 0,-2 1-20 0,3-1-35 15,3-1-30-15,-1 0-34 0,8 2-59 0,-4-1-66 16,4 1-65-16,0 0-248 0,15-8-599 0,-1 7 266 0</inkml:trace>
  <inkml:trace contextRef="#ctx0" brushRef="#br0" timeOffset="43507.13">6404 6588 45 0,'2'-4'348'0,"-1"0"5"16,2 1 18-16,-3 3-22 0,1-5-16 0,-1 5-20 16,0-4-24-16,0 4-28 0,0 0-26 0,0 0-15 15,0 0 11-15,0 0-1 0,-11 12-13 0,7-4-6 16,0-1-15-16,-1 2-12 0,2 3-17 0,-1 2-14 15,1 3-14-15,-1 1-9 0,1 0-15 0,2 0-8 0,0 2-16 16,1 1-6-16,2-2-10 0,0-3-7 16,-1 4-5-16,6-1-6 0,-3 0-3 0,4 0-7 15,0-1-7-15,3-2-2 0,0-1-4 0,-2-6-18 0,5 4-23 16,1-4-28-16,-5-3-30 0,2 0-47 0,4-3-36 16,-2 0-40-16,2-3-34 0,-4 0-35 0,2-4-54 15,0-2-59-15,-4 0-322 0,1-1-750 16,-1-4 333-16</inkml:trace>
  <inkml:trace contextRef="#ctx0" brushRef="#br0" timeOffset="43680.51">6392 6748 90 0,'-8'0'259'0,"1"2"6"0,-1-2 7 16,1 2-2-16,1-1-11 0,6-1-10 0,0 0-15 15,-9 2-14-15,9-2-22 0,0 0-20 0,-4 2-12 16,4-2-20-16,0 0-13 0,0 0-14 0,18 1-13 15,-10 0-16-15,3 1-4 0,1-4-36 0,0 2-33 16,1-1-46-16,1 2-60 0,0 2-61 0,4-6-78 16,-6 6-258-16,2-3-525 0,-2 1 232 0</inkml:trace>
  <inkml:trace contextRef="#ctx0" brushRef="#br0" timeOffset="44680.43">6573 6763 160 0,'0'0'234'16,"9"7"-9"-16,-4-3 3 0,0-1-1 0,1 1-15 15,4 3-15-15,-2-1-19 0,2 0-16 0,-2 1-14 16,2 3-15-16,2-1-14 0,-4 1-11 0,7 2-10 16,-4-2-13-16,0 2-4 0,-3-2-10 0,-3 2-9 15,5-3-5-15,-2 0-4 0,-3 0-7 0,-2 0-2 16,-1-2-5-16,-1-2-2 0,-1 2 2 0,0-2-1 0,0-5-1 15,0 6 7-15,-3-5-2 0,3-1 2 16,0 0 5-16,-13-1 5 0,13 1-1 0,-13-5 0 16,12 1-5-16,-3-1 3 0,0-4-11 0,0 2 0 0,0-4-5 15,4 0-3-15,4-1-10 0,1 2-8 0,-1-4-9 16,7 0-13-16,-4 2-17 0,7-1-19 0,-2 2-11 16,6-1-23-16,-3 3-19 0,2 0-19 0,-6 3-21 15,3 1-17-15,1 1-14 0,-2 0-7 0,4 3-1 16,0 0 2-16,-6 0 10 0,3 1 12 0,-3 2 6 15,0 1 24-15,-6-2 13 0,4 2 10 0,-3-1 13 16,-2 0 11-16,-3 1 24 0,-1-3 21 0,6 4 25 16,-6-4 26-16,-1 4 33 0,1-4 25 0,0 0 17 15,-10 3 11-15,3-3 14 0,-1 2 12 0,-2-2 7 16,-2 1 1-16,0 0 3 0,0-1-3 0,-3 1-3 16,4 2-3-16,-7 0-9 0,5 1-2 0,3-3-7 15,-2 4-14-15,1 0-5 0,0 0-12 0,3 2-9 16,1 0-3-16,3 1-6 0,0 1-8 0,1 1-8 0,-1-2-4 15,8 2-11-15,-1-2-2 0,1 4-4 16,3-5-4-16,2 3-12 0,2-2-5 0,3-2-16 16,-2 0-13-16,0-1-12 0,3-3-17 0,0 1-9 0,0-2-7 15,-4-2 0-15,1-2 0 0,3 1 6 0,-5-4 5 16,-2 1 2-16,3-1 9 0,-3 0 3 0,-2-3 1 16,-5 2 10-16,3-3 10 0,0 0 11 15,-3 2 15-15,-1-2 6 0,-1 1 21 0,-3 1 8 0,4 1 10 16,0 0 4-16,-1 1 7 0,1 1 3 0,0 0 0 15,0 5-11-15,-3-5 0 0,3 5-13 0,-1-5 0 16,1 5-5-16,0 0-4 0,0 0 0 0,0 0-3 16,0 0-7-16,-5 17-5 0,8-12 3 0,0 1-9 15,-3 4 0-15,4-2-5 0,1 3-8 0,-2-1-1 16,2-1-16-16,1 1-2 0,-2-1-9 0,3 0-9 16,-2-1-10-16,2 0-13 0,-2-4-5 0,1 1 1 15,2 0 0-15,-4-3 3 0,3 1 0 0,-2-3 8 16,-5 0 10-16,14-3-5 0,-11 1 8 0,3-3 2 0,0 0 4 15,-1-1 6-15,0 0 0 0,3-2 6 16,-3-1 4-16,-1 0 6 0,2-1 13 0,-1 5 15 16,-1-5 5-16,-1 5 4 0,0-5 6 0,-1 4 7 15,2 1-4-15,-4 1-2 0,3 0-4 0,-2 2 4 0,-1 2-10 16,0 0-3-16,0 0-2 0,0 0-3 16,0 0-1-16,10 9-1 0,-6-3 6 0,-4 0-10 15,3 2-2-15,-2-1 2 0,3 3 0 0,2-1 0 0,-2 1-1 16,1-2-4-16,1 2-4 0,-1-2 2 0,-2-3-2 15,2 0-3-15,-1 0-3 0,2-2 4 0,-5-1-1 16,3-1 3-16,-4-1-2 0,0 0 0 0,13-4 2 16,-7-1 0-16,-2 0 3 0,-1-1-2 0,1 1 5 15,0-3 1-15,-1 1 9 0,1 2 18 0,1-2 4 16,-2-2 7-16,1 4 5 0,0-2-3 0,-1 2 9 16,0 2-7-16,0 0-6 0,-2-1-5 0,-1 4-5 15,0 0-2-15,0 0-11 0,16 8 6 0,-10-6-5 16,-1 3 3-16,2 2-7 0,2-2-1 0,-3 4-3 15,2 0 3-15,0-1-8 0,1-1-10 0,0 1-20 16,0-3-24-16,2 0-33 0,-1-1-40 0,-2 0-48 16,-3-3-64-16,5 0-64 0,-6-1-248 0,-4 0-588 15,8-4 260-15</inkml:trace>
  <inkml:trace contextRef="#ctx0" brushRef="#br0" timeOffset="44836.66">7171 6547 96 0,'-5'-9'236'0,"-3"5"-21"0,4-1-30 0,-3 2-34 15,4 0-61-15,-1-1-75 0,4 4-70 0,0-4-101 16,0 4-168-16,0 0 74 0</inkml:trace>
  <inkml:trace contextRef="#ctx0" brushRef="#br0" timeOffset="46039.68">8167 6259 110 0,'4'-12'243'0,"-2"4"-5"0,-2-5-6 0,0-1 2 15,-2 2 5-15,0 0-1 0,-4 1-6 0,2 2-1 16,-3-1-15-16,-1 2-16 0,1 2-19 0,-4 2-19 15,-4 0-21-15,-2 3-15 0,-4 1-4 0,2 2-7 16,-5 3-14-16,-5 4-10 0,3 3 6 0,5-2-17 16,3 4-5-16,-3-1-6 0,8 1-5 0,-2 1-5 15,4 3-7-15,-2-1 2 0,7 0-16 0,3 1-4 16,5-3-2-16,-1 3-7 0,5-3 2 0,4 2-7 16,4-3-3-16,6-1-9 0,6 1-7 0,1-2-6 15,6-4-7-15,-2 0-13 0,0-3-2 0,2 0-13 16,-3-1-7-16,1-3 0 0,-9 1-2 0,0-4 6 15,1 2 5-15,-4-2 4 0,0-2 2 0,-8 1 3 0,3 0 8 16,-5 0-1-16,-2 0 3 0,-3-1 8 0,3 2 2 16,-5 0 6-16,4-1 7 0,-6 3 0 15,4-5 2-15,-3 4-7 0,-1 1 2 0,5-5-5 0,-5 5 11 16,0 0-5-16,10 9 0 0,-7-6-2 0,1 1-1 16,3 0 2-16,1 3 0 0,3 0 0 0,0-1-2 15,-3 3 3-15,4-4-1 0,-2 4-1 0,1-2-1 16,-1-2 2-16,-1 0 0 0,-1 2-2 0,-1-4 0 15,-1 1-3-15,-2-1 7 0,1-1-1 0,-3 0-3 16,-2-2 0-16,0 0-2 0,0 0 5 0,0 0-7 16,0 0 1-16,-8-16 4 0,4 10-2 0,-3-2-3 15,2-2 2-15,2 1-4 0,-2-1 5 0,-1-1-1 16,3 0 4-16,2 1 1 0,-3-1 0 0,4 1 3 16,-2 1 1-16,4 3 3 0,-2-2-8 0,5 2 3 15,0-1-3-15,0 4 2 0,1-2 3 0,0 2 1 16,5 1-8-16,-1 1 3 0,-1 2 2 0,6 2 1 15,-2 1-1-15,-3 1-5 0,1 1 1 0,3 0 2 0,-1 0-2 16,-3 3-4-16,2 0 5 0,-2-1-1 0,1 2 0 16,-2-1-1-16,-1 0-5 0,2-2 5 15,-3 2-6-15,1-1 0 0,-4-3 1 0,0 0-3 0,0 1 5 16,0-3-7-16,-1 0 8 0,-2 1 0 0,-1-4-1 16,0 0 2-16,4 1 3 0,-4-1-2 0,0 0 6 15,0 0 2-15,0-12 6 0,2 6 1 0,0 0 3 16,2 0-2-16,-1-4 10 0,1 2 0 0,2-3 3 15,-1 2 8-15,4-1-6 0,-2 1-1 0,3 0 5 16,0 0-2-16,0 2-7 0,1 0 2 0,0 1-2 16,1 1-7-16,-1 0-1 0,0 3-2 0,0 1-1 15,-4 2-6-15,5-1 6 0,-4 2-6 0,3 1 2 16,-1 4-2-16,-1 0-3 0,1 0 2 0,-1 2 3 0,-1 0-7 16,0 2 4-16,-1-2-1 0,0 4-2 15,1-1-2-15,-1-3 1 0,-2 3-14 0,2-2-15 16,-1-1-21-16,2 0-32 0,-7-2-24 0,3-3-22 15,-2-1-22-15,2 0-66 0,-4-3-49 0,9 0-52 0,-9 0-169 16,14-5-523-16,-9 0 231 0</inkml:trace>
  <inkml:trace contextRef="#ctx0" brushRef="#br0" timeOffset="46274.04">9125 5984 304 0,'-3'-7'379'0,"2"2"-5"0,-4 0-15 16,3 2-24-16,-1 0-23 0,3 3-35 0,-4-3-8 16,4 3-32-16,0 0-20 0,-7 10-4 0,3-2-31 15,4 2-19-15,0 3-16 0,0 4-16 0,7 1-3 16,-3 5-18-16,4 4-13 0,-1 0-12 0,4 3-7 16,-2-3-4-16,-1 1-12 0,1 2-11 0,0-3-16 15,1 1-50-15,-5-8-52 0,6 6-45 0,-6-6-39 16,2 1-42-16,-1-5-63 0,-1-3-70 0,-2-3-258 15,2 2-632-15,-4-6 280 0</inkml:trace>
  <inkml:trace contextRef="#ctx0" brushRef="#br0" timeOffset="46799.91">9096 6273 101 0,'0'-5'231'0,"4"1"-21"0,0 0-16 0,2 1-18 16,0 0-19-16,7 2-15 0,0-2-11 0,1 3-18 15,5 2-8-15,1 1-10 0,2 1-8 0,1 0-10 16,7 2-11-16,0 0-4 0,0 1-2 0,-2-2-9 16,-6 1-6-16,8 0-5 0,-8-4-4 0,-3 1-5 15,1-1-5-15,0-1-13 0,-6 1-9 0,0-4-3 16,1 1-3-16,-4-1-4 0,0-1 1 0,-6 1 3 16,2-2-1-16,-3 2 5 15,0-3 1-15,-4 1 11 0,0 1 11 0,0 3-3 16,-7-8 2-16,3 5 15 0,-8-1 13 0,8 3 8 15,-7-1 6-15,-1 2 6 0,0-1 6 0,-2 3 7 0,3 0 1 16,-4 2-16-16,-4 3-26 0,0-1-6 0,7 0-2 16,-4 4-7-16,6-2-5 0,-2 0-2 0,1 1-1 15,4 0 0-15,0 1-3 0,3 0-1 0,1 1 0 16,1-3-2-16,0 1 1 0,2-2-4 0,2-1 0 16,0 1-3-16,2-1 3 0,2-3-3 0,1 2 0 15,4-2 0-15,-3-2-2 0,0-1 3 0,7-1-3 16,-4-2 5-16,1-2-13 0,0 1 8 0,6-3-3 0,-3-1-1 15,0 0 0-15,-3-2-3 0,-2 3 8 0,1-3-4 16,-2 2 0-16,-1 0 2 0,-1 0 17 16,-3 1 17-16,-1 1 24 0,2 0 1 0,-4 0 20 0,2 1-22 15,-1 3 2-15,-1-1-20 0,-1 3-5 0,0-4-9 16,0 4-6-16,0 0 5 0,0 0-14 0,0 0 3 16,0 0-5-16,0 0 13 0,0 0-17 0,0 14 0 15,0-7 2-15,4-1-3 0,-4 2-1 0,4 1-2 16,-1 0-5-16,1 1-9 0,3 0-18 0,-2-2-12 15,2 1-23-15,-1-4-25 0,2 4-28 0,1-2-40 16,-5-4-44-16,6 0-40 0,-5 0-64 0,6-3-179 16,-6 0-519-16,2-3 230 0</inkml:trace>
  <inkml:trace contextRef="#ctx0" brushRef="#br0" timeOffset="47315.48">9772 6258 200 0,'0'-4'257'0,"0"0"-2"0,0 0-2 0,0 4-16 0,1-4-14 15,-1 4-20-15,0 0-24 0,0-5-16 0,0 5-24 16,0 0-13-16,0 0-10 0,0 0-12 16,-4 15-9-16,4-9-12 0,3 0-9 0,-3 2-7 0,0 1-5 15,1 3-7-15,2-1-3 0,0 0-4 0,1 2-4 16,-3-1-5-16,3-2-5 0,0 1-15 0,-1 0-8 16,3 0-12-16,-1-3-15 0,0 1-13 0,1-4-14 15,-1-2-6-15,1 4-13 0,-2-4-11 0,5-1 3 16,-1 0-4-16,-1-4 7 0,0 1 5 0,1-1 9 15,0-2 3-15,2-2 13 0,-2 0 26 0,-5 1 15 16,6-3 13-16,-6 1 21 0,3-2 14 0,-2 2 14 16,1-2 10-16,-3 1 11 0,-1 2 14 0,3 0-4 15,-2-1 5-15,1 2-6 0,-1 1 0 0,-1-1-11 16,-1 1-5-16,1 0-10 0,-1 4-8 0,3-5-13 16,-3 5-3-16,0 0-9 0,0 0-3 0,0 0-4 15,0 0-5-15,14 10 2 0,-9-7-5 0,-1 2-2 16,0 2 4-16,3-2 0 0,-1 0-10 0,1 0 3 0,2 0 0 15,-1 2-2-15,-1-3-4 0,2-1 3 0,-2 1-1 16,0-1 4-16,0-2-1 0,-2 1-2 16,3-1 1-16,-1-1 2 0,-7 0 15 0,10-1 4 0,-5-1-1 15,-5 2-6-15,10 0-9 0,-6-1 7 0,1-1 5 16,1 1-17-16,-6 1 4 0,9-4-8 0,-4 2-1 16,0 1-2-16,-5 1-5 0,8-3 18 0,-8 3-16 15,5-1-1-15,-5 1 0 0,11-3 2 0,-11 3-15 16,8 0 12-16,-8 0-4 0,11 2-21 0,-11-2-13 15,12 1-17-15,-6 0-20 0,-1 0-25 0,2 2-26 16,0-1-26-16,0 1-34 0,1-1-42 0,-4 0-39 16,4-1-40-16,-2 2-175 0,0-2-519 0,2-1 230 15</inkml:trace>
  <inkml:trace contextRef="#ctx0" brushRef="#br0" timeOffset="47659.21">10475 6200 130 0,'0'0'334'0,"-11"-2"-13"0,4 0-17 15,7 2-19-15,-14 0-15 0,14 0-18 0,-13 3-20 16,4-3-21-16,1 1-20 0,-1 3-21 0,4-2-20 15,-4 0-16-15,3 0-17 0,1 4-9 0,-1 0-12 16,2-1-5-16,4 0-13 0,-3 3-10 0,3-1-4 16,0 3-1-16,3-2-5 0,2 3-7 0,4 0-3 15,4 2-9-15,-2-1 1 0,0 0-8 0,4 0 1 16,0-1-3-16,-2 1-12 0,1 0 5 0,-2-5-7 16,-3 2 1-16,0-4 3 0,-2 2-2 0,0-2-5 15,-5-2-8-15,5 3-7 0,-7-4-15 0,3 1-7 16,-3-3-9-16,0 0-23 0,-7 4-15 0,7-4-21 15,-15 1-21-15,4-4-35 0,-2 1-36 0,-1-2-47 0,-5-3-55 16,0 2-194-16,-1-3-518 0,-9-3 230 16</inkml:trace>
  <inkml:trace contextRef="#ctx0" brushRef="#br0" timeOffset="47815.44">9831 5953 53 0,'0'0'120'0,"-2"-8"-49"0,2 8-69 15,3-3-43-15,0-1-45 0,3 1 19 0</inkml:trace>
  <inkml:trace contextRef="#ctx0" brushRef="#br0" timeOffset="49394.93">11604 6079 29 0,'-7'-5'258'0,"-1"-1"-7"15,0 5-16-15,1-2-15 0,-5 3-17 0,1 2-17 0,0-1-12 16,-1 0-15-16,-6 7-8 0,2 0-11 16,2 2-12-16,-2 2-10 0,1 2-10 0,-1 0-8 15,-2 6-12-15,5-2-1 0,0-2-14 0,6 4-5 0,-2-2-6 16,5 0-4-16,0 0-6 0,0-2-5 0,6 1-6 16,2 0-1-16,2-2-1 0,2-4-8 0,0-1 4 15,0 0-2-15,2-2-7 0,5-2 8 0,-6-1-11 16,6 0 2-16,-4-3-5 0,-1-3-1 0,3-1-4 15,-2-2-2-15,-2-1 2 0,1-1-7 0,-2-4 6 16,-1 2-5-16,0-3-3 0,-2-1-1 0,-5-4 1 16,4-2-2-16,1-1 3 0,-4 1-1 0,-2 1-2 15,2-1 1-15,-2 4 0 0,-2-4 3 0,3 7 6 16,-2-2 5-16,1 1 2 0,0 3 4 0,2 0 8 16,-2 2 1-16,-1 1 6 0,2 1-12 0,0 0-5 15,0 5-11-15,2-5 5 0,-2 5-4 0,8-1-2 16,-8 1-2-16,12 6 0 0,-4-1-3 0,3 1-8 15,0 0-6-15,4 6 1 0,0 0-3 0,1 0-4 16,1 0-3-16,-1 0-3 0,-1 4 4 0,1-5-4 16,-2 3-5-16,2-2-3 0,-1 0-3 0,-7-4-1 15,3 1-1-15,-4-1 2 0,0-3 0 0,-2 0 3 0,-1-1-1 16,3 0 9-16,-4 0 2 0,-2-3 5 0,-1-1 2 16,3 2-1-16,-3-2 7 0,0 0 2 0,0 0 16 15,1-9 5-15,-2 3 7 0,2 1 2 0,-1-1 5 16,0 0 3-16,3 0-1 0,-3-4 5 0,6 0-2 15,-1-2-5-15,-1 4-5 0,0-2 2 0,2 2 0 16,-1 0-1-16,1 0 7 0,0 4-14 0,1-2-3 16,0 1-4-16,-3 0 6 0,5 3-11 0,-1 1 8 15,-2-1-14-15,2 2 14 0,-1 3-17 0,1-1 5 16,-1 3-2-16,-3-2-9 0,2 2 3 0,-1 3 5 16,0-1 2-16,1 3-7 0,-1-4 9 0,2 6-12 15,-3-2 9-15,0-1-3 0,1 1-2 0,2 0 4 16,-1 1 2-16,1-3-2 0,-2 2 2 0,3-3-2 15,-1 1-1-15,1 0 2 0,4-1-3 0,-2 0-1 16,-3-3 1-16,-2-1 2 0,6-1-5 0,-3 0 0 16,2-1-2-16,-2-1-4 0,3 0 1 0,-3 0-10 15,3-2 3-15,0-1-9 0,-2 0-9 0,0-3-3 16,1 1-6-16,-2 0 4 0,1-1-2 0,-1-2 4 0,1-1-6 16,-2 0 0-16,0 0-3 0,1-3-3 0,0 1-2 15,-1-4-3-15,1-1-1 0,0-3-22 0,-4 1-1 16,2-10 5-16,-5 8-3 0,2-9-1 0,-3 3 2 15,-3-5 5-15,0 3 9 0,-1-5 6 0,-4 5 16 16,3 3 21-16,-5-1 11 0,1 4 12 0,-1-2 8 16,2 5 3-16,1 2 3 0,-1 6 2 0,0 0 2 15,4 2 3-15,-4-1-3 0,2 5-4 0,2 0-4 16,-4 2-6-16,3 1-1 0,5 2-4 0,-10 4 4 16,6 1 0-16,1 5-3 0,-2 2 1 0,2 4 0 0,3 4 1 15,0 6 0-15,3 4-1 0,4-4 0 0,-2 0-1 16,1 3-3-16,-1-3 2 0,3 3 1 15,2-1 0-15,-1-2-1 0,1 2 3 0,3-4 0 16,-4-5-4-16,0 0 1 0,-1-1 1 0,2-4 0 0,2 2 1 16,-5-6-2-16,2-2 0 0,-2-5-2 0,0 5 3 15,5-5-2-15,-2-2 2 0,1-1-2 0,-1 0 1 16,0-2 0-16,1-3 3 0,1-1 2 0,0 0 7 16,0-2 8-16,-2 2 4 0,-2-1 6 0,0-2 8 15,0 4 9-15,-1-4 0 0,0 6-4 0,-3-2 2 16,-1 0-5-16,0 2-2 0,2 0 0 0,-4 1-22 15,-1 2-1-15,0 0-7 0,0 0 2 0,0 0-9 16,0 0-1-16,11 6 0 0,-9-4-4 0,2 2-5 16,-3 0 1-16,3 1-4 0,1 2-3 0,0-4-2 15,-1 1-6-15,-2 0-6 0,4 3 0 0,1-4 2 16,-3 1-2-16,2-3-3 0,0 2 3 0,2 0-2 16,-1-3 4-16,1 0 0 0,-1-3 2 0,0 0 0 15,-2 1 3-15,2-3 1 0,1-4 1 0,-1 4 1 0,1-4 6 16,0 1 1-16,0-1-4 0,1 2 1 15,0-1 6-15,1 0 0 0,-2 2 3 0,-1 0 10 16,0 0 5-16,-1 1 3 0,-2 2 4 0,2-2-1 16,-2 3-1-16,0-1-9 0,0 1 0 0,-4 2-1 0,4-1-4 15,-4 1-2-15,8 4 1 0,-4 1 1 0,-1 2-2 16,1 2 1-16,2 1-2 0,-5 3-4 16,3 0 2-16,3 6 3 0,-2 3-2 0,-1-2 3 0,3 8-3 15,-1 1-4-15,4-1 4 0,-3 0-2 0,0 3 1 16,0-2 3-16,1 0-1 0,0 2 2 0,-1-1-4 15,1-1 1-15,1 5 4 0,-3-4 2 0,1 0 1 16,-2-1-1-16,-2-3 2 0,1-3-1 0,-4-5 18 16,0-2 21-16,-4-1 7 0,3-4 27 0,-3-1 35 15,-2 0 19-15,-4-6 14 0,0 1-3 0,-3-3-4 16,-1-1-10-16,0-4-11 0,-5-2-10 0,0-3-16 16,-3 0-10-16,-4-7-5 0,1-1-43 0,1-3-51 15,0 2-59-15,-2-2-67 0,4-1-64 0,7 5-77 0,3 0-94 16,1-2-265-16,0 2-693 0,8-3 307 15</inkml:trace>
  <inkml:trace contextRef="#ctx0" brushRef="#br0" timeOffset="52332.9">13504 5930 126 0,'0'-4'321'16,"-2"2"-31"-16,0-2-34 0,2 4-27 0,0 0-19 15,-8 0-29-15,8 0-18 0,-10 6-16 0,5 0-18 16,-2 2-11-16,2 3-14 0,-1 1-8 0,1 4-9 16,-1 2-3-16,2-2-13 0,4 1-10 0,-4 1 0 15,4-3-5-15,4 1-6 0,-4-4-4 0,6 5-2 16,-2-4-4-16,1-5-2 0,2 3 0 0,0-4-10 16,2 0 10-16,1-1 3 0,2-1-9 0,2-1 1 15,2-3-5-15,0-1-3 0,1-2-2 0,-4-1-1 16,6-2 5-16,-1-2-11 0,-2-2-1 0,-2 0-2 15,4-3-1-15,-9 4 4 0,2-2 3 0,1 2 15 16,-5-1 15-16,3 1 10 0,-5-3 6 0,0 5 5 16,1 1 6-16,-2-2 5 0,-1 4-16 0,-2 0 11 15,2-1-28-15,-2 1-15 0,-1 3-1 0,0 0-12 16,0 0-7-16,0 0 7 0,0 0-2 0,4 10-8 16,-5-4 18-16,0 3-20 0,2 0-1 0,-1 3-3 0,1-1 0 15,1 0-4-15,2 0-3 0,0 0 0 0,1 0-8 16,-1 0 8-16,2-2-1 0,-1 1 3 0,2-1 0 15,-2-1 0-15,2-4-1 0,-1 0 2 0,2-3 2 16,-1 2 0-16,-1-5 0 0,4 2-4 0,0-2 7 16,0-4-5-16,0 1 3 0,-2-2 3 0,0-1-8 15,-1-1 12-15,4 1 2 0,-6-1 9 0,5 2 6 16,-5-4 8-16,-1 3 14 0,3 0 18 0,-4 0 1 16,1 2 6-16,-4 0-2 0,5 2-5 0,-3 0-11 15,-1 0-6-15,-1 4-14 0,1-4-17 0,-1 4-16 16,0 0 17-16,0 0-17 0,0 0-4 0,7 10-6 15,-5-4-10-15,-1 1-12 0,2 3-13 0,0 0-9 16,-1-1-19-16,0 3-9 0,0-2-10 0,2 3-11 0,4-2-6 16,-1 0-16-16,0 1-15 0,2-1-25 15,1-3-26-15,0 2-34 0,0-4-38 0,0 1-34 16,1-3-199-16,-2-3-533 0,4-1 236 0</inkml:trace>
  <inkml:trace contextRef="#ctx0" brushRef="#br0" timeOffset="52582.87">14175 6085 59 0,'0'0'219'0,"1"-5"-27"16,-1 5-25-16,0 0-11 0,0 0-12 0,0 0-10 15,0 0-12-15,-4 17-7 0,3-8-7 0,-1 5-8 16,-2 5-3-16,4 1 6 0,3 9-7 0,0 2-6 16,-2 0-10-16,2 2-6 0,0 1-7 0,-1 2-5 15,3-1-7-15,-2 2-4 0,3-1-6 0,-2 1-5 16,1-3-4-16,1 3-1 0,2-3-3 0,-3-2 0 15,1-1-5-15,-2-1-1 0,3-4-3 0,-4-6-2 16,2-5-3-16,-3-3-2 0,1-4-4 0,-1 1-3 16,0-7-6-16,-2 0-20 0,0-2-14 0,0 0-14 15,0 0-16-15,3-20-20 0,-3 7-27 0,-3-5-24 16,3-9-29-16,-2-2-32 0,-4-1-114 0,1-3-331 16,1-2 147-16</inkml:trace>
  <inkml:trace contextRef="#ctx0" brushRef="#br0" timeOffset="53457.8">14187 6031 244 0,'-2'-13'251'0,"1"0"-1"16,2 0 1-16,1 3-2 0,-4 4-13 0,4-4-16 15,1 2-15-15,-1 1-22 0,0 2-20 0,0 2-21 16,4 0-8-16,1 3-19 0,1 0-9 0,1 3-8 16,1 0-14-16,2 2-9 0,-1 4-7 0,5 3-6 15,-5 1-6-15,-1 1-7 0,3 2-7 0,-4-1-11 16,-3 1-4-16,4 2-6 0,-2-1-4 0,-4 0-8 15,2 1-10-15,-4-6-3 0,0 5-4 0,-1-3 3 16,-1-3 0-16,0 2-2 0,-3-3 1 0,1 0 0 16,-3-5-4-16,3 1 1 0,-4-1-2 0,1-1-1 0,2-1-5 15,-4-1-3-15,7-2-1 0,0 0 2 16,-11-4-4-16,9 1 0 0,0-4 0 0,2 1 3 16,0 1 1-16,0-5 0 0,4-1 2 0,3 1-3 0,-3-2 5 15,6-3 1-15,-1 4 0 0,1-5 1 0,0 2 0 16,4 1 6-16,-7 3 2 0,0 1 2 0,1 1 7 15,-1 1 6-15,-4 0-2 0,2 3-2 0,-2 1-1 16,0 0-2-16,-3 3-1 0,4-2 2 0,-4 2-2 16,0 0 4-16,1 11-5 0,3-6 0 0,-4 4-1 15,-4-3 1-15,8 6-1 0,-8 1 2 0,8-2-2 16,-3 0-3-16,2 1 1 0,3-1-4 0,-2 0-5 16,1-1 2-16,3 0-4 0,3 0-6 0,-3-3-6 15,3-1-4-15,-1-4-7 0,1 1-7 0,1-2 0 16,4-1 7-16,-2-1 3 0,-2-3 4 0,0-3 1 15,3 2 5-15,0-7 4 0,-1 4-1 0,-5-1 8 16,1-2 7-16,-1 0 8 0,1-3 12 0,-6 1 12 16,1 0 12-16,1 2 21 0,-3-1 16 0,3 1 2 0,-4 2 13 15,0-3 13-15,0 6 6 0,-1 2-2 16,-1-4 1-16,1 5-12 0,1-3-7 0,-2 2-19 16,3 2-12-16,-3 2-8 0,0 0-5 0,0 0 0 0,0 0-6 15,0 0-1-15,-3 13-15 0,3-4 1 0,1-3-1 16,1 7-3-16,0-3-7 0,1 4 7 0,0-1-2 15,2 3-8-15,3-5-5 0,-2 1 2 0,2 3-6 16,0-4 4-16,0 1 0 0,2-2-7 0,1-1-3 16,-2 1-5-16,2-3-3 0,4-1-16 0,-3 0 0 15,-1-4-15-15,1-1-4 0,1-1 0 0,-1-1-4 16,-1-3-8-16,0-2 0 0,-1-4-6 0,-1 3 3 16,2-7 0-16,-3 2-5 0,-2 1-1 0,0-9 3 15,-2 1 1-15,0-7 2 0,0-4-6 0,-2 2 5 16,0-2 6-16,1-1 2 0,-3-2 1 0,0-3 8 15,-1 3 8-15,-2 1 15 0,0 1 29 0,-2 2 27 16,-1 1 27-16,4 8 19 0,-3-3 16 0,0 7 8 16,1-1 13-16,1 1 6 0,1 3 19 0,0 3 6 0,-2-1-10 15,4 5-5-15,-1 0-19 0,1 0-13 16,-3 3-22-16,3 3-26 0,-3-4-18 0,3 4-8 16,0 0 0-16,0 0-4 0,2 23-6 0,-1-10 10 0,2 7-9 15,2 6-2-15,-1 0 1 0,-1 4 1 0,5-1 0 16,-2 3-4-16,0-1-3 0,5 4-13 0,0 1-8 15,-1-2-18-15,-1-1-18 0,2-1-17 0,1-2-15 16,-2-1-13-16,-4-1-22 0,3-8-21 0,-4-3-22 16,-2 1-27-16,0-5-34 0,2-1-23 0,-1-3-32 15,0-5-220-15,-4-2-532 0,2-1 236 0</inkml:trace>
  <inkml:trace contextRef="#ctx0" brushRef="#br0" timeOffset="53832.76">14901 5872 205 0,'-3'-4'207'0,"3"2"-17"0,0 2-19 16,3-6-19-16,-3 6-15 0,8-2-11 0,-8 2-16 0,18 7-12 15,-6-4-7-15,8 1-7 0,1 2-11 16,-1 0-6-16,5 0-6 0,3 3-9 0,1-1-12 16,-10 0-18-16,11-3-24 0,-6-1-23 0,-1-1-19 0,-2 1-9 15,1-3-21-15,-5 0-7 0,0-1-6 0,-2 0 6 16,-6-1 3-16,6-1 13 0,-7 1 5 15,-2-2 15-15,-1 1 8 0,-2-3 17 0,-2 2 23 0,-1 3 14 16,-4-9 22-16,3 4 23 0,-3 1 14 0,-2-3 17 16,-1 4 11-16,2-1 11 0,-2 1 5 0,-1 2-5 15,4-1-11-15,-3-1-9 0,7 3-10 0,-8 0-6 16,8 0-4-16,-7 6-5 0,3-1-9 0,1 0 6 16,3 3 1-16,0 1 2 0,0 2 0 0,5 1-2 15,-3 1-5-15,5 3 3 0,-2 0-8 0,1 0-3 16,2 0-7-16,2 2 0 0,-5-4-7 0,3-3-3 15,-1 4-5-15,-3-4-6 0,0 2 0 0,0-3-1 16,-1-1-3-16,0-1-3 0,-3-1 2 0,0 2-1 16,-4-5-4-16,1 3 2 0,-1-4-7 0,-3 0-17 15,0-2-27-15,-8 2-39 0,2-4-49 0,-8-1-61 16,0-3-78-16,-7-4-206 0,-3-2-503 0,2-4 223 16</inkml:trace>
  <inkml:trace contextRef="#ctx0" brushRef="#br0" timeOffset="54160.86">14093 5641 261 0,'-7'-3'409'0,"1"1"-46"0,0 1-29 0,-1-1-33 16,2 0-32-16,5 2-32 0,-11-2-21 0,6 1-27 15,5 1-23-15,-6-2-25 0,6 2-30 0,0 0-21 16,-5 7-25-16,6-4-24 0,-1-3-45 0,12 10-60 15,0-4-72-15,10 1-91 0,7 1-234 0,2-1-498 16,5 1 220-16</inkml:trace>
  <inkml:trace contextRef="#ctx0" brushRef="#br0" timeOffset="55129.52">15996 6003 250 0,'-4'-8'311'0,"-2"2"-2"16,2-4-1-16,0 0-8 0,3-1 4 0,-5 1-9 16,1 0-25-16,5-3-13 0,-1 1-27 0,1 2-18 15,-3-2-19-15,6 4-23 0,-2-3-11 0,2 6-21 16,-1-2-18-16,5 1-11 0,-3 1-12 0,5 3-10 15,-4-3-8-15,8 2-12 0,-3 3-16 0,2 3-9 16,1 0-16-16,-4 0-3 0,5 5-4 0,-3 1-4 16,-2-3-14-16,2 6-3 0,1 2 2 0,-1-3-7 15,0 6-6-15,-3-2-1 0,-2 1-4 0,-1 0 14 16,0-1-13-16,-1-2 8 0,-1 5-3 0,1-2 13 16,-4 0-12-16,-2-2-2 0,0-2 3 0,-1-1-1 15,-1 1 2-15,-4-3 2 0,2 1 0 0,-1-2-2 16,1-1 2-16,-5-1 7 0,5-3-3 0,-4 2 3 0,3-3-12 15,-1 0 15-15,3 0 3 0,-1-2 11 0,6 0 7 16,-9-2 5-16,4 0-1 0,5 2-2 0,-3-8 0 16,3 3-7-16,3-2-4 0,0 0 4 0,3-2-3 15,1 0-4-15,4-5-3 0,-1 0 3 0,3-1-1 16,0-1 0-16,2-8 2 0,-4 11-13 0,5-5 7 16,-2-8 9-16,-3 12-13 0,-2-1-1 0,1 1 19 15,-4 1-16-15,4-1 17 0,-6 5 17 0,2-1 8 16,-2 3-1-16,-3 2 14 0,3-1-1 0,-1 1-4 15,-2 1-4-15,-1 1-5 0,0 3-10 0,2-6-3 16,0 4-10-16,-2 2-3 0,0 0-7 0,0 0-8 16,0 0-1-16,0 0 0 0,0 0 13 0,7 10-11 15,-5-5-3-15,-2 1 2 0,0 3-3 0,2 2-1 0,-2-1 1 16,0 4 1-16,0 0-2 0,0-1 4 0,0 0 0 16,0 1 1-16,0 2-4 0,-1 1-1 15,1-1 8-15,0 2-9 0,0-6 2 0,0 1 4 0,1 0-4 16,-1-2-2-16,3 1 14 0,0-2-11 0,0 1 3 15,3 0-2-15,-2-3 1 0,3 1 3 0,1-5-3 16,3 1-2-16,-1 0 2 0,2-1 9 0,1-2-13 16,0-1 2-16,6-1 3 0,-6 0-9 0,2-1-3 15,6-2-1-15,-8 0-9 0,1 0-12 0,2-1-18 16,-2 0-17-16,3-3-23 0,1 1-23 0,-7 3-29 16,3-6-30-16,-5 4-33 0,2-1-41 0,-1 0-62 15,-1-1-50-15,-2 0-238 0,0 2-639 0,-2-2 283 16</inkml:trace>
  <inkml:trace contextRef="#ctx0" brushRef="#br0" timeOffset="57983.69">5058 6533 302 0,'-7'0'422'0,"7"0"-6"0,0 0-13 0,-8 0-21 0,8 0-26 16,0 0-24-16,0 0-28 0,0 0-23 0,0 0-27 16,0 0-24-16,-7-1-26 0,7 1-25 15,0 0-18-15,0 0-18 0,0 0-32 0,21-6-45 0,-8 4-53 16,1 1-64-16,6-1-61 0,-2 5-52 0,1-3-59 16,4 4-76-16,-5-1-320 0,2 2-670 0,-4 1 297 15</inkml:trace>
  <inkml:trace contextRef="#ctx0" brushRef="#br0" timeOffset="58436.78">5027 8232 42 0,'-5'2'326'0,"5"-2"-22"16,-5 2-24-16,-1-1-22 0,6-1-21 0,0 0-22 15,-4 3-12-15,4-3-14 0,0 0-4 0,0 0-17 0,11 3-14 16,2-4-17-16,0-1-23 0,8 4-9 16,2-5-24-16,5-1-38 0,-6 3-49 0,9-1-56 15,-9 1-67-15,9 0-82 0,-10-1-229 0,2 2-474 0,-6 0 209 16</inkml:trace>
  <inkml:trace contextRef="#ctx0" brushRef="#br0" timeOffset="58969.62">5704 7995 121 0,'0'-4'380'16,"0"0"-8"-16,0 4-9 0,0-7-10 0,0 4-28 15,0 3-25-15,-3-5-34 0,3 5-27 0,0 0-27 0,0 0-28 16,0 0-19-16,0 0-17 0,0 0 0 0,0 0-34 16,-7 12-11-16,6-6-8 0,-2 4-5 0,3 0-13 15,-4 2-8-15,3 0-9 0,-3 0-1 0,1 3-8 16,2-2-7-16,-1 5-1 0,2-4-5 0,0 3-3 15,0-3-4-15,3-1 1 0,4 4-5 0,-2-6-4 16,1 1-4-16,-1 1 8 0,3-3-7 0,6 4 1 16,-5-7 10-16,10 2-17 0,-8-4 0 0,10 0-3 15,-2-3 2-15,1-2 14 0,-4 1-19 0,-3-2-3 16,7-4 5-16,-3 3-4 0,3-4 1 0,-5-4 3 0,-3 2-2 16,-1 1-3-16,-1-4 1 0,2 1 3 0,-5-5-13 15,1-1 9-15,-4 1 18 0,1-1-16 0,-4 3 1 16,1-4 11-16,-2 0 25 0,0 4 16 0,0 0 5 15,-2 1-3-15,1-1 0 0,-4 2-9 0,2 1-2 16,3-1-7-16,-3 2-5 0,-1 3-8 0,3-1-1 16,0 1-5-16,-1 2-22 0,-1-1-37 0,2 1-42 15,1 4-69-15,0-5-18 0,0 5-19 0,0 0-29 16,0 0-41-16,0 0-56 0,7 14-42 0,-2-7-274 16,-2-1-676-16,5 0 299 0</inkml:trace>
  <inkml:trace contextRef="#ctx0" brushRef="#br0" timeOffset="59407.08">6147 7997 180 0,'0'-7'293'16,"0"7"-12"-16,2-4-19 0,0 2-25 0,-2 2-29 0,0 0-24 15,0 0-16-15,0 0-17 0,0 0-15 0,7 9-15 16,-5-3-4-16,3 0-19 0,-1 4-9 0,0-2-12 15,3 3-6-15,-3 0-5 0,-1 1-4 0,5-1-8 16,-4 2-6-16,0-2-7 0,1 1-1 0,1 0-6 16,-5-1-3-16,3-1-3 0,-1-3 0 0,-3-1-5 15,3-1-1-15,0 0 1 0,-2 0-1 0,-1 1 25 16,3-4 27-16,-3-2 37 0,0 4 36 0,0-4-8 16,0 0-6-16,0 0 6 0,0 0 1 0,0 0-12 15,-3-13-10-15,3 8-14 0,3-2-5 0,-2-3-14 16,-1 0-6-16,5 1-5 0,-2-4-5 0,5 6-2 15,-4-4-6-15,5 1 1 0,0 2-6 0,-2-1-4 16,0 1-8-16,1 0-7 0,1 0 4 0,-5 5-10 0,2 0-5 16,1-1-3-16,-2 3-3 0,2 1-7 15,0 0 2-15,-2 3-4 0,2 0 0 0,0 1-11 16,1 5-2-16,-3-2-11 0,2 2-9 0,-4 0-11 0,2 2-12 16,2-2-20-16,-3 2-23 0,0 0-28 0,-1 1-11 15,-2 0-13-15,2 1-17 0,1-1-19 0,-4 1-18 16,3 0-19-16,0 0-23 0,-1 0-15 0,4 4-8 15,-5-4-17-15,3-1-7 0,0-1-177 0,-2-3-497 16,3 2 220-16</inkml:trace>
  <inkml:trace contextRef="#ctx0" brushRef="#br0" timeOffset="60125.76">6491 8335 574 0,'7'1'-33'0,"0"-1"22"0,0 1 16 0,2-2 20 16,-1 0 11-16,-1 1 14 0,4-3-4 0,-1-1 15 16,-2 0 22-16,5 0 3 0,-6 1 8 0,4-4 4 15,-3 2 15-15,3-1 6 0,-3-1-2 0,1-1 10 16,0 1 3-16,-2 0 2 0,0-4-2 0,-2 0-4 15,2 0-6-15,1 1-9 0,-4-3-3 0,0-2-11 16,3-3-9-16,-3 1-6 0,5-2-13 0,-4 0-9 16,-4-8-3-16,3-2-5 0,0 2-7 0,-1-1-5 15,-2-1-3-15,1 1-6 0,-4-2-5 0,2 3 2 16,0 1-6-16,-1 6-2 0,-2-1 0 0,0 2-1 16,-1 1-5-16,0 0-1 0,-1 2 4 0,-2 3 6 0,3 5-5 15,-1-3-1-15,-1 5-4 0,3 0-2 0,-1 1-3 16,-4 2 5-16,4 2-10 0,-4 1 4 0,8 0-1 15,-10 6-3-15,4 3-5 0,0 0 5 0,3 4-1 16,2 3-2-16,-2 4 0 0,3-1 0 0,0 8 0 16,3 0 0-16,4 0 1 0,1 0 1 0,-5-6 1 15,3 6 0-15,4 0-1 0,2-2-6 0,-1 0-5 16,-1-6-5-16,6 3-10 0,3 1-18 0,-4-6-14 16,0-4-12-16,7 7-9 0,-7-9-15 0,1 0-11 15,0-1-12-15,1-3-8 0,-4 0-1 0,2-3-7 16,0-3 5-16,0 0-7 0,-1-2 17 0,-1 0 22 15,-2-2-1-15,1-2 20 0,-2-1 10 0,-3-1 10 16,2 0 18-16,-2-2 17 0,-1-1 11 0,-5-1 13 16,3-1 18-16,-1 2 18 0,-3-1 18 0,0 1 21 15,-3-2 13-15,2 1 5 0,-2 1 1 0,-1 1-6 16,-3 2-7-16,-1-2-9 0,3 4-6 0,-1 0-9 16,-1 0-6-16,2 1-8 0,-6 3-4 0,3-1-7 0,1 4-3 15,-7 0-3-15,5 1-3 0,-5 2-2 0,-1 1-4 16,6 3-1-16,-1 0-1 0,-1 2-2 0,2-1-11 15,2 1 1-15,-1 1-7 0,4-2-7 16,0 1-7-16,1-1 4 0,2 1-3 0,2-2 4 0,2-3-3 16,-1 1 1-16,4-2-2 0,-1-1 4 0,2-2-3 15,1 0 4-15,2-2-1 0,-1-2 4 0,2 1-2 16,2-3 2-16,-1 0 1 0,0-2 0 0,-1-2 2 16,1 2 1-16,-1-2 6 0,0 0 10 0,-3-1 19 15,0 0 24-15,-1 4 16 0,-2-1 14 0,2 0 0 16,-1 1 16-16,-5 2 12 0,3-3-16 0,2 3-9 15,-4 2-12-15,-2 1-17 0,7-5-2 0,-7 5-13 16,0 0 1-16,0 0-6 0,8 7-10 0,-5-2 2 16,1 1 1-16,-1 0-4 0,4 3-3 0,-1-2-4 15,1 4 0-15,0-4-3 0,1 4 12 0,1-1-20 16,1-2 7-16,0 2-31 0,2-1-14 0,0 0-17 16,-2-1-17-16,0-3-22 0,0-2-32 0,5 2-24 0,-3-2-31 15,-2-1-40-15,2-2-29 0,-4-2-42 0,2-1-182 16,-3 0-500-16,3-4 222 0</inkml:trace>
  <inkml:trace contextRef="#ctx0" brushRef="#br0" timeOffset="61656.87">7203 7688 238 0,'-3'-5'271'0,"6"1"-23"0,-3 4-28 16,-3-5-27-16,3 5-21 0,0 0-18 0,0 0-14 15,0 0-16-15,0 13-11 0,0-6-10 0,3 5-12 16,-3 0-8-16,0 4-8 0,1 0-11 0,2 6-3 16,-2-3-5-16,-1 2-4 0,0 1-6 0,0-1-3 15,0-1-2-15,0 1-7 0,0-2-1 0,0-2-2 16,0 1-3-16,0-4-4 0,0-2-3 0,-1-1-1 16,2 0-1-16,-1-5-4 0,0 0-2 0,0 1-1 15,3-3 2-15,0-2-2 0,1 1-2 0,-4-3-3 0,12 1 1 16,-4-3-1-16,2-1-1 0,3-1 1 15,0 2-3-15,1-2-1 0,3 0 1 0,-2 1-1 16,-2 2 2-16,3-1-2 0,2 0-3 0,-3 2 3 0,-1 2-3 16,1-1 0-16,-3 1 1 0,-1 3 2 0,1 1-4 15,-4 0-1-15,3-1-1 0,-3 4 0 0,-1-1 2 16,0 2-2-16,-3 1 0 0,-1-2 0 0,-2 3 2 16,-1-2 0-16,-2 0 2 0,0 0-2 0,-3-2-1 15,-1 2 3-15,-1-3 0 0,-2-1 3 0,-2 1 4 16,1-2 1-16,-3-1 9 0,-1 0 5 0,-2-2 2 15,1 0 7-15,0-4 4 0,1 2 10 0,1-4 2 16,2 2 0-16,0-1-1 0,0 0-2 0,3-1-8 16,1 0 0-16,3-1-5 0,0-2-5 0,0 2-6 15,3 0-4-15,2 0 0 0,3-1-9 0,0 0-10 16,7 1-15-16,0 0-15 0,1 1-17 0,10-2-13 16,-3 3-13-16,5-1-17 0,1 0-13 0,5 0-7 15,-8-1-17-15,6 2-7 0,4-2-7 0,-1 1-6 0,-3-2-15 16,-6 3-2-16,7-3 1 0,-5 1 19 0,-3-2 10 15,-4 2 17-15,-3 1 17 0,-1-1 21 16,-3 1 33-16,2-1 30 0,-8 2 14 0,0-2 23 16,-1 2 14-16,-3-1 19 0,-1-2 10 0,1 6 12 0,-6-6 15 15,-2 2 8-15,1 1 4 0,0 0-2 0,2 1 1 16,-7 2-8-16,5 0-1 0,-3 0-5 0,-3 3 0 16,-1 0-3-16,6-1-7 0,-4 5-4 0,2-2-6 15,1 3-8-15,-2-2-6 0,4 1-4 0,2 3-6 16,-1 0-3-16,2 0-2 0,1 0-1 0,3 1-3 15,3-2-3-15,-2 3-7 0,2-1 6 0,4-1-7 16,0 0 1-16,5-2-4 0,2 0-5 0,3 0 1 16,-3-3-10-16,6 0-8 0,-2-2-5 0,2-1-6 15,1-2-7-15,-2-2-5 0,1-1-3 0,-6 1-3 16,5-3 2-16,0-3-7 0,-4-1 0 0,0-5-1 16,-1 1-2-16,-2-4-4 0,0 0-5 0,3-9-1 15,-6 7-4-15,-2-8-5 0,0-1 8 0,0 3 6 0,1-4 5 16,-5 1 5-16,-2 3 13 0,-1-1 18 15,1 5 23-15,-2 2 22 0,-2 0 20 0,-1 1 14 16,2 2 17-16,0 3 4 0,-2 0 1 0,0 0 13 16,0 0-4-16,3 4 3 0,-2 0-9 0,-1 3-9 0,1-1-7 15,-1 2-16-15,0 0-5 0,1 3 6 0,1-1-27 16,2 3-6-16,0 0 0 0,-11 6-16 16,6-2 2-16,-1 2-1 0,3 2-2 0,-1 4-5 0,3 1-1 15,-2 1-3-15,2 4 2 0,-1 1-3 0,2 3-3 16,0-1 4-16,2 6-1 0,-1 0-3 0,3 0-3 15,3-6 4-15,2 4 0 0,4-2-8 0,-4-3 6 16,6-2 0-16,-3-2-3 0,5-2-5 0,-1 0-3 16,2-2 0-16,0-1-2 0,2-3-2 0,-1-2 1 15,2 0-2-15,0-4-4 0,-2 1 2 0,0-3 3 16,0-2 2-16,-8 0-1 0,5-2 4 0,-3 0-6 16,-1-4 5-16,-3 1 0 0,-1-1 2 0,2-2 1 15,-2 1 4-15,-5-1 1 0,-1-1 2 0,1 2 1 16,-1 1 9-16,-2 1 3 0,0-1 0 0,-2 2 0 15,-1 1 1-15,1 0-5 0,-1-2 0 0,-3 4-3 16,1 1 1-16,-3 1 5 0,3-1-15 0,5 2 13 16,-16 3-14-16,9-1-1 0,1 5 1 0,-2-1-1 0,4 1 0 15,-2 2 1-15,1 1-2 0,5 0 4 0,4 0 4 16,-3 2-4-16,3-1 2 0,3 0-2 16,3 2-1-16,6-2 0 0,-1 1-1 0,4-2-2 0,1-2-5 15,9 2-5-15,2-3-8 0,2-1 0 0,-2-4-11 16,3 2 0-16,0-3 0 0,3 0 3 0,-2-3 6 15,-1-2-4-15,-1 0 4 0,1 0 1 0,1-3 3 16,-6-2 1-16,-6 1 1 0,4-3 2 0,-8 3 1 16,2-3 5-16,-5-1-1 0,-4 1 4 0,-1 1-1 15,-1-1 8-15,-4 2-1 0,-4 1 6 0,-1 0-3 16,-1 1 2-16,-1-1-2 0,-5 3-1 0,-2-3-10 16,0 4 12-16,-3-3 3 0,-3 5 2 0,2-1 6 15,-1 3 4-15,-6 1 11 0,-3 0 5 0,0 2-3 16,-1 4-2-16,1-1 1 0,2-1 1 0,-1 4-5 15,3-2-10-15,-2 3 6 0,4 1-6 0,5 1-3 16,0-4-2-16,0 2 3 0,3-2-6 0,4 2 2 16,-3 0-4-16,4-1-6 0,1-2 6 0,4 1-2 0,1-1-8 15,0 0 6-15,5-1 1 0,3-3-8 0,1 1 6 16,-1 0-18-16,4-3-5 0,3-1-5 16,-2-3-5-16,2 0 1 0,-1-2 4 0,-3 0-1 0,4-6 2 15,-2 1-1-15,2-3-2 0,-2-2-4 0,-1-1 9 16,0-2 0-16,4-7 3 0,-8-1 2 0,1-3-1 15,-5-1-1-15,1 1 8 0,0-1 0 0,-5 1 4 16,-3 2 9-16,0-1 19 0,0 9 20 0,-1-3 26 16,-2 0 31-16,-4 5 22 0,3 2 5 0,3 2 2 15,-3 2-21-15,0 1-13 0,-2 3-8 0,3 2-12 16,-2 1-18-16,-2 1-5 0,3 3-4 0,4 0-6 16,-11 3-4-16,3 2-2 0,4 3-6 0,-1 2-13 15,-4 6-5-15,4 0-7 0,-2 4-14 0,3 0-11 0,0 1-1 16,4 9-40-16,0-1-26 0,0-3-31 15,0 2-25-15,4 1-12 0,-1 0-44 0,5-2-77 16,4-2-71-16,-1-5-235 0,7 3-630 0,2-2 278 0</inkml:trace>
  <inkml:trace contextRef="#ctx0" brushRef="#br0" timeOffset="62891.14">9884 7890 190 0,'-10'-7'269'16,"-8"-2"-12"-16,3 1-15 0,-4-1-17 0,-2 4-10 16,-8 0-18-16,7 1-6 0,-1 3-16 0,-3 1-11 15,-1 2-17-15,1 1-16 0,-2 0-5 0,9 3-13 16,0 1-15-16,-2 2-9 0,5 0-9 0,0 2-5 15,6 0-10-15,-4 2-6 0,8-2-3 0,0 1-9 16,2-1-1-16,4 2-8 0,0-1-1 0,4 0-3 16,3 0-8-16,2-2-2 0,1 1-2 0,9-1-4 15,-4-2 0-15,4-1-7 0,0-2-8 0,0 1-7 0,1-5-6 16,1-1-5-16,-1 0-1 0,-2-4-5 16,-4 0-1-16,6-4-2 0,-4 0 2 0,-1-3-1 15,-1-2 7-15,-2-2-2 0,-2-2 5 0,-1-1-4 0,-2-2 4 16,2-9 0-16,-6 2-1 0,1-1 7 0,-2-1-3 15,-2 0 4-15,-3 0 10 0,-1 2 6 0,0-4 3 16,-1 5 16-16,-1 6 18 0,5-1 17 0,-5 1 4 16,2 2 8-16,1 2 13 0,-1 6 15 0,0 0-3 15,3 1-10-15,-3-1 1 0,1 3-17 0,3-1-12 16,0 3-21-16,-3 3-17 0,3 2-8 0,0 0 1 16,0 0 1-16,-5 13-8 0,6-2-2 0,-1 3 3 15,3 2-4-15,1 3 2 0,0 1-6 0,0 7 2 16,6 0-4-16,-3 1 2 0,1 0 5 0,2 1-2 15,0-3-7-15,6 1-6 0,-5-1-1 0,4 0-3 16,3-2-5-16,-3-3-10 0,1-3-5 0,7 0-2 16,-5-5-5-16,5 3-6 0,0-6-13 0,-1-2-3 15,0-2-7-15,2-2-7 0,-3 0-1 0,1-4-2 0,2 0 5 16,-4-3 5-16,-1-1 4 0,-1-1 6 16,-2 0 1-16,-1-4 2 0,3 2 6 0,-3-4 6 15,-5 2 3-15,-1-1 5 0,-4-2 4 0,1 2 3 0,-2-4 7 16,0 3 11-16,-4-2 8 0,-4 3 6 0,4-1-4 15,-3 3 4-15,-1 0 0 0,-3 1 2 0,-2 1-8 16,1 1 7-16,-1 2-6 0,0-1 5 0,-5 3 10 16,2 1-4-16,-1 0 6 0,0 1-1 0,-2 3-2 15,2-1-4-15,2 2 6 0,-4 0 0 0,3 0-2 16,2 1-2-16,-1 2 3 0,2-1 5 0,0-1-10 16,0 1 1-16,4-1-3 0,3 0 1 0,-3 1-2 15,2 0-1-15,2-3-3 0,2 3 3 0,-1-1-3 16,5-1 2-16,1-1-2 0,1 1-2 0,4-1-1 15,-2-2-3-15,2 0-2 0,3-1-3 0,-2-2 0 16,3 1 4-16,-4-3-8 0,1 0 7 0,4-4-1 16,-3 3 5-16,0-2-4 0,-1-4 3 0,-1 5 1 15,-1-4 3-15,-2 1 0 0,-3-2 7 0,3 0-1 0,-2 2 26 16,-2-2 10-16,0 4 21 0,-1 0 15 16,0-2 7-16,-2 2 8 0,-1 1-4 0,4-2-4 15,-4 2 3-15,2 1-12 0,-2 0-10 0,0 4-3 0,2-5-22 16,-2 5-1-16,0-4-15 0,0 4-3 0,0 0 0 15,0 0-6-15,0 0 2 0,0 0-3 0,4 17-3 16,-3-11-4-16,2 2-2 0,0 3 3 0,2 0-4 16,1 1 2-16,2-1-3 0,1 4-11 0,1-2 1 15,6 1-11-15,-3 0 9 0,0-1-8 0,6-2-3 16,-1-1-15-16,-2-2-11 0,2 0-12 0,-6-4-9 16,3 0-10-16,-1-3-14 0,1 0-12 0,-2-2-16 15,1 0-15-15,-3-2-21 0,1-2-18 0,1-3-26 16,0 0-22-16,3-4-13 0,-5-4-30 0,0 2-179 15,1-3-475-15,-5-1 209 0</inkml:trace>
  <inkml:trace contextRef="#ctx0" brushRef="#br0" timeOffset="63109.87">10660 7497 185 0,'-3'-10'252'0,"-2"1"-3"0,1 1-10 0,0 3-14 15,-3 0-24-15,4 0-19 0,2 3-21 0,1 2-13 0,-7-1-15 16,7 1-11-16,-7 7-10 0,5-2-8 0,-1 2-5 15,0 6-8-15,3 4-8 0,0 1-9 0,3 0-3 16,-2 3-1-16,-1-2-5 0,4 3-10 0,-1 4-4 16,4 1-8-16,-3-5 1 0,0 4-9 0,4 0 0 15,-1-5-8-15,0 5-25 0,-3-5-29 0,1-3-37 16,-1 1-41-16,2-6-45 0,-2 1-47 0,-3-2-53 16,2-2-145-16,-2-2-427 0,2-5 190 0</inkml:trace>
  <inkml:trace contextRef="#ctx0" brushRef="#br0" timeOffset="63641.07">10662 7680 171 0,'13'0'162'0,"-1"2"-15"0,10-1-10 0,-1 4-12 15,7-1-13-15,1 4-12 0,-1 0-9 0,1-2-12 0,2 6-10 16,-2-4-1-16,2 4-10 0,-1-6-8 0,0 4-2 15,-2-4 1-15,-5 4-11 0,-2-5-7 0,2-3 2 16,-3 2-5-16,-2-2 0 0,-3 0-2 16,-1-2-8-16,-2-2 4 0,-5 1-3 0,1-1 0 0,-4-2-10 15,2 0 2-15,-4 1-2 0,-1-4 5 0,-2 2 10 16,-3 0 11-16,1-3 12 0,-2 4 5 0,-2-1 6 16,1 0 2-16,-4-1 1 0,-1 3-2 0,0-1 2 15,-1 0 0-15,1 3-4 0,-4-1-2 0,4 2 0 16,-3 2-2-16,1 3-5 0,2-1-6 0,-4 1 0 15,1 7 0-15,2-6-5 0,1 4-3 0,2 1-4 16,-1 0 1-16,2 3-5 0,1-3-2 0,3 1 1 16,1-1-3-16,2 1 0 0,0 0-1 0,2-2-3 15,0-2-1-15,3-1 5 0,-1 1-7 0,4-3 2 0,0 0-5 16,0 0 1-16,2-1-1 0,2-4 1 16,1 1-2-16,-1-2-5 0,1 1 6 0,2-5-5 15,0 0-4-15,-2-2 5 0,0 0-1 0,0-2-6 16,3-3 6-16,-6 4-2 0,3-2 20 0,-4 2 15 0,0-2 24 15,0 0 16-15,0 2 13 0,-5 0 20 0,2 1 2 16,-2 1 3-16,0 1 12 0,1 0-11 16,-2 0-14-16,0 0-17 0,-2 5-10 0,1-3-14 0,-1 3-6 15,0 0-6-15,0 0-8 0,0 0-5 0,0 0-4 16,3 15 0-16,-3-9-4 0,1 4-2 0,-2 1-5 16,2 1 0-16,2 0-5 0,0 1-10 0,1 4-3 15,2-4-18-15,-1 2-18 0,4 1-21 0,1-1-27 16,-2-5-41-16,0 1-44 0,0 1-60 0,1-3-81 15,0 0-333-15,1-1-689 0,2-3 305 0</inkml:trace>
  <inkml:trace contextRef="#ctx0" brushRef="#br0" timeOffset="-169052.45">12435 7448 121 0,'1'-20'308'16,"4"3"2"-16,-5 5-4 0,0-5-10 0,1 0-10 0,-1 4-14 15,0 2-3-15,-1-1 10 0,-1 2-6 0,-2 1-9 16,4 2-10-16,-3-1-10 0,-3 3-15 0,0 1-19 16,2 0-20-16,-4 3-16 0,-2-1-13 0,-5 5-3 15,-5 3 2-15,-5 9-7 0,-2 0 1 0,3 4-5 16,-2 1-3-16,3 5-6 0,-2 2-10 0,4 4 0 16,2-1-13-16,4 1-11 0,0 1-9 0,4 3-22 15,5-3-7-15,1-1-8 0,5 0-3 0,1-1-5 16,5-3-6-16,3 2-3 0,2-4-5 0,8 0-5 0,4-6-3 15,3 3-4-15,3-4-8 0,3-3-17 0,2 1-19 16,-1-5-28-16,5-1-42 0,-4 1-33 16,0-6-48-16,0-2-44 0,0-1-39 0,0-1-36 0,-7 0-46 15,3-3-67-15,-9 0-64 0,0-1-242 0,-3 0-765 16,-6-4 338-16</inkml:trace>
  <inkml:trace contextRef="#ctx0" brushRef="#br0" timeOffset="-168573.32">12809 7554 287 0,'-1'-3'319'0,"1"3"-10"0,-3-6-22 0,3 6-23 15,0-5-17-15,0 5-22 0,0-7-29 0,0 7-23 16,0 0-11-16,4-3-20 0,-4 3-16 0,0 0-10 0,15 5-16 15,-10-2-4-15,1 0-3 0,2 3-16 0,-4-2-8 16,8 4-9-16,-6 2-6 0,3-2-4 16,0 3-4-16,0 1-2 0,-1-4-8 0,-1 5-6 0,-3-3-1 15,6 0 0-15,-5-2-3 0,1 2-7 0,0-4 3 16,-3-1-5-16,1 2-3 0,-1-2 3 0,-2-2 0 16,3 1-1-16,-4 0 2 0,0-4-4 0,0 0 2 15,0 0 11-15,0 0 9 0,0 0 0 0,0 0-6 16,4-11-1-16,-2 4 6 0,-1-1 4 0,2-2-3 15,-2-1 3-15,3-1-7 0,2 2-4 0,-2-2 8 16,5 2-1-16,1-4-14 0,-3 3 13 16,2 3-2-16,-1-2-3 0,-1 2 5 0,1-1-9 15,2 2 13-15,-5 4-22 0,2-2 1 0,1 2-15 0,0 3 11 0,-4 0-6 0,-4 0-3 0,14 1 10 16,-8 3-9-16,-1-1-4 0,4 2 4 0,-3 0 1 16,2 4-4-16,-2 0-3 0,3-1-28 0,-5 3-29 15,4-2-15-15,-5 3-13 0,1-4-21 0,3 4-28 16,-2-2-25-16,-2 2-28 0,2-2-21 0,1-2-26 15,1-1-12-15,-4-2-40 0,6 1-178 0,-1-4-504 16,0 1 223-16</inkml:trace>
  <inkml:trace contextRef="#ctx0" brushRef="#br0" timeOffset="-168010.87">13394 7577 152 0,'0'-6'289'0,"0"6"1"0,-7-1-5 0,7 1-17 16,0 0-20-16,0 0-20 0,-13 5-29 15,10 1-18-15,0-3-21 0,-1 1-14 0,1 2-13 0,1 1-9 16,0-2-20-16,2 2-8 0,0 0-6 0,2 2-9 16,2 0-5-16,1 0-8 0,-1-2-11 0,2 0-1 15,3 1-21-15,-1-2-12 0,2 1-14 0,1-4-11 16,-2 4-16-16,0-5-13 0,1-2-11 0,0 2-6 16,-1-5-3-16,-2 2-5 0,1-1 11 0,-2 0-3 15,-1-2 7-15,-2-1 9 0,-2 0 0 0,3 0 3 16,-4-5 3-16,0 2 1 0,0-2 8 0,-1-1 11 15,-3 0 14-15,3 0 13 0,-2 2 6 0,0-2 10 16,-1 0 9-16,1 3 7 0,2-1-4 0,-4 0 10 16,3 1-4-16,0 0 6 0,2 3-7 0,-3 0-5 15,3 0-5-15,-2 1 0 0,2 4-11 0,2-6-3 16,-1 3-4-16,-1 3-4 0,0 0-2 0,12 0-3 0,-4 3-6 16,-8-3-5-16,16 5-7 0,-6-1-5 0,1 1-5 15,0 0-8-15,1 0-4 0,-3 3-5 0,5 0 3 16,-4-2 2-16,1 3-3 0,1-3-10 15,-2 2 3-15,-3-1 1 0,3-3 1 0,-2 5 6 0,-2-6 2 16,2 1 1-16,-4-2 3 0,1 1-1 0,0 1 5 16,-1 0 1-16,-3-3 3 0,-1-1 11 0,4 4 17 15,-4-4 6-15,0 0 6 0,0 0 5 0,0 0 6 16,0 0 0-16,10-7 7 0,-9 2 2 0,2 0 5 16,3 0 2-16,-3 0 7 0,0-3 6 0,1 1 4 15,3-3-2-15,-1 6-2 0,0-5-14 0,1 1 9 16,-3 2-13-16,0-1 4 0,3-1-4 0,0 3-21 15,-3 2 3-15,1-1-5 0,1 1-5 0,-1 2-9 16,-5 1 8-16,12 0-10 0,-5 1-3 0,-1 2-4 0,0 2-8 16,0-1-13-16,3 2-24 0,-2 2-14 15,1-1-16-15,3 1-21 0,-3 1-20 0,3-2-29 16,-7 3-31-16,7-3-43 0,-3 1-19 0,5-2-38 0,-3-1-221 16,0 2-533-16,-2-3 236 0</inkml:trace>
  <inkml:trace contextRef="#ctx0" brushRef="#br0" timeOffset="-166368.79">13983 7465 95 0,'-1'-4'245'0,"1"4"-21"16,0 0-17-16,0 0-19 0,0 0-24 0,0 0-2 15,0 0 1-15,0 0-15 0,0 0-12 0,0 0-14 16,0 0-13-16,4 17-9 0,-2-12-10 0,1 1-9 15,0-1-5-15,2 2-10 0,-2-1-4 0,1-1-7 0,-3 2-2 16,4-1-7-16,-1 1-4 0,0-2-6 16,-1 0-3-16,-1 1-2 0,3-2-3 0,-2 0-4 15,1 0-3-15,-1 1-1 0,-2-2 0 0,-1-3-1 16,7 1-3-16,-7-1-4 0,0 0 3 0,0 0-2 0,7-9-7 16,-2 5 4-16,-2 0 0 0,-2 0 1 0,4-3-3 15,-3 1 10-15,1 0 16 0,3 0 4 0,-4 1 2 16,0-3 6-16,0 3 5 0,1 0 2 0,1 1 4 15,-3-1-13-15,2 1 4 0,-3 0-9 0,4 2-2 16,-4 2-6-16,3-3-6 0,-3 3-3 0,7-2-5 16,-7 2-3-16,0 0 3 0,5 7-3 0,1-3-3 15,-5-2 0-15,2 5-1 0,-1-3-12 0,1 2-8 16,1-1-1-16,-1 3-8 0,1-2 3 0,-1 1 0 16,-2-1 5-16,2-1-1 0,-2 0 1 0,5-2 4 15,-4 0 2-15,0 1-5 0,-2-4 8 0,4 1-2 16,-4-1-1-16,0 0 5 0,0 0 2 0,9-7 15 15,-7 5 9-15,-2 2 8 0,4-8 0 0,0 3 3 0,-2 0 1 16,0 1-13-16,-1-1 11 0,2 2-7 0,0-2-4 16,-2 1 1-16,2 2-4 0,1-1-6 15,-4 3-2-15,8-1 0 0,0 1-6 0,-8 0 5 0,13 2-4 16,-8 1 0-16,7 1-2 0,0 1-15 0,7 1-5 16,-2 2-22-16,2 2-8 0,4-5-13 0,-4 1-16 15,10 4-15-15,-1-4-15 0,2 1-18 0,-1 2-15 16,-6-6-5-16,0-2-4 0,-1 3-6 0,2-8 5 15,-1 2 7-15,-4 2 14 0,0-4 12 0,0-1 13 16,-5 0 28-16,-3 0 22 0,0-1 26 0,-5-6 23 16,0 4 11-16,-2-3 21 0,-3 3 14 0,-1-1 14 15,-1-1 11-15,-2 2 13 0,1 2 6 0,-3-3 1 16,-3-3-4-16,0 5-5 0,0-1-4 0,1 4-13 16,2 0-6-16,-6-2-9 0,4 5-5 0,-1 0-3 15,0 2-2-15,-3 1-8 0,1 1-6 0,1 2 0 16,-2 1 0-16,4 1-4 0,-1 0 4 0,1-1-8 0,2 2-9 15,-2 1-17-15,2 0-3 0,3-2-11 0,1-1-3 16,-2 1-3-16,3-2-3 0,0 0 1 16,0 0-7-16,0-5 7 0,4 6 2 0,-2-4 4 15,3 0 2-15,-5-2 3 0,12-2 2 0,-12 2-1 0,15-5 6 16,-9 0 0-16,3 2 4 0,-4-2 0 0,4 1-2 16,-4 0 12-16,2-3 9 0,0 4 6 0,-2 0 1 15,-1-1-4-15,2 2 5 0,-2-2-3 0,-1-1-3 16,-3 5-5-16,6-2 1 0,-6 2-2 0,0 0 3 15,0 0-6-15,11 5 0 0,-8 1 0 0,0-4 2 16,1 2-1-16,1 2 0 0,-2 1-2 0,6-1 3 16,-3 3-1-16,2-1-4 0,0-2 4 0,3 0-1 15,1 4-2-15,2-5 1 0,-2 0 2 0,6 3-2 16,-2-3-1-16,2-3-1 0,-2 1-7 0,-1-1-5 16,3-2-2-16,-3 0-2 0,4-2 5 0,1-2 1 15,-6 2-1-15,-2-3 2 0,7-5-2 0,-7 4 4 16,-1-5 3-16,-1 4-5 0,3-8 4 0,-3 5 2 0,1-5-1 15,-2 1 0-15,0-3 0 0,-3 0 3 0,2-1-3 16,2-9 0-16,-6 8 1 0,0-2 0 16,3-6 9-16,-6 7 3 0,-1 1 8 0,0-2 11 0,0 2 14 15,0 0 12-15,-5 2 10 0,-1 0 1 0,5 6 6 16,-2 1 7-16,2 0 14 0,-3 2-17 0,1 0-2 16,0 3-11-16,-1 0-15 0,0 2-12 0,4 3 2 15,-6-1 1-15,6 1-8 0,-13 6-8 0,6 1 3 16,-2 2-2-16,2 2-2 0,2 1-6 0,-1 4-8 15,1 1 8-15,2 1 13 0,-1 2-21 0,1 0 1 16,3 0-1-16,3-1 1 0,-2 2-13 0,3-3-11 16,3 1-8-16,1 0-3 0,2-1-2 0,-1-2 0 15,5-1-9-15,-2-2 2 0,3-3-11 0,4-1-8 16,-1-3-4-16,2-2-7 0,3 0-1 0,-2-5 5 16,1 2 7-16,-1-5 3 0,1 0 9 0,-1-3 2 15,7-5 5-15,-8 2 4 0,-2-2 4 0,5-7 1 16,-2-2 2-16,-8 6 1 0,6-10 6 0,-2-3 3 0,-4 3-6 15,-2-1 6-15,-3 1 1 0,-3 6 11 0,-4-2 19 16,1 2 9-16,-4 1 5 0,1 4 4 16,-2 1 3-16,0 2 2 0,-1 1-5 0,-3-1-5 0,0 5-5 15,-2 0-5-15,-4 3-2 0,4 4 1 0,-5 3-6 16,2 1 1-16,-3 5-2 0,3 3-4 0,0 0-2 16,1 2 2-16,-2 3 1 0,4-1-1 0,4 1 1 15,-1 0-4-15,2 1 0 0,4 1 2 0,0 0-1 16,1-1 2-16,6-2 0 0,-1 1-2 0,3-3-15 15,-1-4-8-15,5 4-11 0,0-2-14 0,5-3-7 16,0-2-15-16,2-2-25 0,-1-1-13 0,1 1-11 16,6-4-4-16,-7-2 1 0,6-1 12 0,-2 0 8 15,-3-3 11-15,1 0 12 0,-4 0 20 0,-3-2 17 0,1 1 21 16,-4 1 17-16,-1-3 13 0,0 1 12 16,-3 1 6-16,-3 2 5 0,2-3 1 0,-2 4-7 15,1-1-1-15,-4-1-6 0,-1 4-1 0,3-2-8 0,-3 2 0 16,0 0-2-16,0 0-1 0,0 0 1 0,-12 7-3 15,9-1 0-15,3-1 0 0,-2-1-5 0,2-1-10 16,-2 3-15-16,2 0-14 0,4-1-7 0,-4-3-9 16,4 3-13-16,3 1-2 0,-3-2-4 0,2-2-9 15,2 2 7-15,-3-3 3 0,5-1 3 0,-4-1 11 16,7 0 10-16,-8-2-1 0,6 1 19 0,-5-2 22 16,2 0 16-16,-3 1 15 0,3-3 20 0,-2 4 13 15,-1-2 18-15,-1-2 17 0,2 2 3 0,-3 2-6 16,-3 2-9-16,3-1-16 0,-3 1-7 0,0 0-8 15,0 0-7-15,9 3-5 0,-7 2-4 0,1 2-2 16,0 4-4 0,-2 1 0-16,3 5 24 0,-1 3 14 0,1 1-6 15,4 4-2-15,-4 5-2 0,3 0-8 0,0 3-3 16,1-3-2-16,0 4-8 0,2-2 2 0,0-1-8 16,-3 2 1-16,4-3-2 0,-1-1-18 0,2-5-30 15,-4-4-38-15,6-3-56 0,-2 0-86 0,-2-9-92 16,0-1-205-16,1-3-534 0,11-3 236 0</inkml:trace>
  <inkml:trace contextRef="#ctx0" brushRef="#br0" timeOffset="-164889.99">16695 7244 228 0,'3'-9'323'0,"-3"1"-5"0,-2-4-19 16,1 5-8-16,-2-2-13 0,-1-1-13 0,-3 0-26 15,-2 0-30-15,1 3 2 0,-2-2-12 0,-2 2-5 16,1 1-14-16,-6 1-22 0,3 1-14 0,0 1-19 16,-5 3-10-16,4 3-14 0,-1 1-11 0,-2 1-11 15,2 4-6-15,-2 0-12 0,3 4-5 0,2 0 0 16,-1-1 3-16,3 4-13 0,3 0-4 0,3 0-7 16,-1 1 13-16,6-1-13 0,1 2-5 0,5-5-5 15,1 3 0-15,4 0 2 0,2-2-3 0,5 0-5 16,0-7-16-16,3 4-20 0,1-7-7 0,11 1-23 0,-5-4-10 15,-2-1-12-15,2-3-16 0,0 0-6 0,-4-1-6 16,-1-5-10-16,5-3-6 0,-9-1 0 16,-2 1-4-16,5-9 1 0,-4-1 10 0,0-1 4 0,-2-1 15 15,0 1 7-15,-5 4 22 0,-7-3 27 0,3 3 22 16,-2 0 21-16,-5-1 30 0,0 2 20 0,-1 0 17 16,0 5 21-16,-2-3 16 0,-2 0 9 0,3 4 12 15,-2 2-7-15,4-1-3 0,-4 5-3 0,3-1-22 16,-3 4-10-16,4-2-12 0,-2 1-16 0,2 4-7 15,-4-1-7-15,4 1-7 0,0 0 3 0,-7 8-8 16,5 2 3-16,-1 0-15 0,2 3-10 0,1 6-6 16,1 0-11-16,2 0-5 0,-1-1-15 0,2 3-7 15,-1-2-24-15,3 0-7 0,-1 2 1 0,1-2-6 16,3 1-12-16,-4-2-8 0,-1 0-6 0,5-2-7 16,-4-3-4-16,-1 0-3 0,1 0 1 0,0-3 4 15,0 0 14-15,-1-3 5 0,0-1 12 0,-1-2 9 0,1-1 5 16,0-2 3-16,-4-1 9 0,11-3 5 0,-7 0 7 15,3-2 28-15,-1-2 8 0,1-1 11 0,0 0 13 16,-1-3 13-16,-1 2 6 0,3-2-4 0,-2 0-1 16,1 4 7-16,0-2 2 0,-2 2 1 0,0 1-5 15,-2 1-4-15,2 1-12 0,-2-2 0 0,1 4-7 16,-1 0-2-16,-3 2 0 0,0 0-1 0,16 4-5 16,-12-1-5-16,6 3-3 0,-3 0 1 0,5 1 0 15,-3 3-2-15,3 2 2 0,2 0 4 0,0 0-6 16,5-2-3-16,-4-1-10 0,5 0-8 0,-2-2-5 15,1 0-10-15,0 0-9 0,3 0-5 0,-2-3-16 16,-1-2-9-16,4 1-8 0,-5-6-1 0,1 3 3 16,0-3 5-16,-4-2 2 0,-2 0 7 0,-1-1 2 0,-3 0 7 15,1-3 5-15,-2 1 5 0,-1-2-1 16,-3 0 9-16,-2-1 3 0,0 0 3 0,-4 0 3 16,1 2 13-16,0-3 13 0,-3 4 10 0,-2-1 2 0,3 2 6 15,-3-3 0-15,0 5 2 0,-2-1-2 0,-4 1-2 16,5 3-2-16,-1 0 2 0,-3 2-2 0,-1 1 1 15,1 0-2-15,-4 4-2 0,7 0-1 0,-5-4-4 16,7 4-3-16,-4 4 3 0,6-3 0 0,0-1 1 16,1 5-1-16,6-3 2 0,0 4-2 0,2 0 0 15,6-1 2-15,3 0-3 0,3 2 0 0,9 0-2 16,6 0 3-16,-2 0-1 0,6-2-23 0,-1-3-13 16,5 1-6-16,1-1-10 0,-1-2-10 0,0-4-8 15,-2 1-6-15,4-2-4 0,-4 0 4 0,2-3 4 16,-3-1 6-16,-5-1 10 0,-2-1-2 0,0-1 11 15,-7 1 5-15,-7-1 15 0,2-2 10 0,-8 2 10 16,-1-1 8-16,-3 1 9 0,-1-3 12 0,-5 0 11 0,-1-2 7 16,-3 1-1-16,-5 2 5 0,0-1 0 0,-2 0 0 15,-1 1 6-15,-6 1-1 0,-1-2 0 16,1 6-1-16,-2-2-2 0,1 1-3 0,-2 4-5 0,1-1-3 16,2 0-5-16,-1 2-2 0,-1 3-5 0,4 1-6 15,4 0 1-15,-1 2-5 0,2-2-3 0,-4 2 1 16,7 2-6-16,3 0 2 0,-5 1 9 0,8-4-19 15,-1 5-6-15,0-3-3 0,3 0-8 0,0 1-9 16,4-2-8-16,0 0-13 0,7 2-6 0,-3-3-9 16,-1 0-9-16,5-1-8 0,-1-1 0 0,4 1-3 15,-3-3 5-15,-1-1 10 0,4-1 4 0,-1 0 5 16,-2-2 8-16,0-1 3 0,-1 0 9 0,3-1 10 16,-5-2 22-16,-2 0 18 0,1 1 20 0,-2-1 10 0,1-1 16 15,-5 2 19-15,1-1 25 0,1 0-9 0,-4 2 11 0,0 1-5 0,0-4 1 16,0 5-7-16,0 3-8 0,0-5-16 0,0 5-4 15,0-7-15-15,0 7-5 0,0 0-1 0,-4-3-8 16,4 3-14-16,0 0 7 0,0 0-8 0,0 13-4 16,0-9-3-16,1 0-6 0,2 5-22 0,1-4-6 15,4 4-24-15,-2-1-17 0,5 0-30 0,-1-1-23 0,1 2-41 16,0-2-48-16,1 0-36 0,6 1-46 16,-3-5-46-16,2 3-164 0,1-4-530 0,4 0 235 15</inkml:trace>
  <inkml:trace contextRef="#ctx0" brushRef="#br0" timeOffset="-163827.58">18297 7208 98 0,'0'0'225'0,"-4"-4"-16"0,4 4-7 16,0 0-4-16,0 0-5 0,-16 8-9 0,13-3-10 16,1 5-4-16,-4-1-14 0,3 4-15 0,-2 4 1 15,-1 2-8-15,4 2-12 0,0 1-10 0,2 9-10 16,0 1-13-16,2 3-4 0,2-4-7 0,0 4-8 15,-3 1-5-15,5 0-10 0,2-1-9 0,-4-3 1 16,1-1-5-16,3-1-4 0,-5-4-4 0,4-3 1 16,-3-7-6-16,0 2-4 0,-1-4 0 0,1-2-8 0,-3-4-8 15,3 0 1-15,-2-4-8 0,2-1-8 0,-4-3-5 16,0 0 2-16,0 0-2 0,11-13 1 16,-5 4 3-16,-4-4 0 0,-1-1 0 0,3-4 0 0,2-2-2 15,-2-12 3-15,-1 2-1 0,-2-6-5 0,3 2-4 16,1-2-1-16,-3 1 2 0,-1 2-4 0,0 1 8 15,-1-2-1-15,-2 7 4 0,0-3 7 0,-1 4 11 16,-3 6 16-16,3-1-2 0,-1 1 10 0,-3 1 11 16,3 2 0-16,-4-2 10 0,4 9 9 0,-1-3 2 15,2 0 0-15,-1 3 8 0,2 1 5 0,0 1-3 16,0 2-3-16,2 1-9 0,0 1-4 0,0-1-5 16,0 5-7-16,0-9-6 0,4 6-5 0,0 0 9 15,1 2-25-15,-5 1 3 0,14 3-4 0,-7-2 2 16,4 2-3-16,1-1 11 0,-1 3-26 0,2 0 5 15,-1 1-11-15,0 1-10 0,0 0-3 0,-1 2-2 16,0 1 3-16,-2 2 5 0,1-5-4 0,-3 6 4 0,1-4-3 16,-4 4 3-16,-4-3 2 0,4 1-5 0,-5 1 7 15,-2-2 11-15,-1 1-15 0,-3-3 4 0,-1 0-3 16,-2 0 3-16,-2-2 1 0,0 1-2 0,-7-2 3 16,5-1-5-16,0-2 6 0,0-1 0 0,-1 1 3 15,5-1-1-15,2-1 4 0,-1-1-3 0,2-2 3 16,1 1-2-16,2-2-2 0,0 0-9 0,4-1-8 15,0-3-13-15,6 2-9 0,1-1-9 0,1-2-8 16,4 1-11-16,3-3-10 0,3 1-9 0,-2 1-6 16,7 0-11-16,4-2-17 0,-1-1 1 0,4 3 11 15,-11 0 7-15,4 1 9 0,2 2 9 0,3-3 7 16,-11 4 8-16,4-1 7 0,-4-1 7 0,0 1 6 16,-2 1 22-16,-5-1 18 0,2 1 15 0,-1 1 17 0,-6 1 16 15,2-1 14-15,-3 1 2 0,0-2 0 16,0 2-6-16,-2-2-7 0,-2 5-5 0,-6-6-4 15,6 6-3-15,-6-4-5 0,-3 3-3 0,4 1-4 0,-9 2 1 16,5 1 1-16,-1 0-4 0,-3 0-4 0,2 4-5 16,-2-1 1-16,3 3 1 0,0 1-4 0,3-1 4 15,-2 1-3-15,2 2 0 0,2-3 0 0,-1 3 1 16,6 2-1-16,0-8-2 0,0 6 1 0,6-5-3 16,-1 3 2-16,1-5-10 0,3-1-10 0,3 0-2 15,-1-1-5-15,5-2 2 0,-2-2 3 0,8-2 1 16,-2 2 3-16,-1-4 1 0,3-1-3 0,-2-1 5 15,1 1-1-15,-2 0 4 0,0-2 1 0,-3 1 9 16,2-2 15-16,-3 2 15 0,-2 2-3 0,-2 0 8 16,0-1-1-16,-3 4 2 0,-1-2-6 0,0 1-7 15,0 2-1-15,1 1-3 0,-8 0-1 0,12 3-5 16,-6-1 1-16,-1 2-3 0,3 1 2 0,-2-1-9 0,-1 4-1 16,3-1 4-16,-1 2-4 0,1-2 2 0,-1 3 1 15,-3-4-3-15,4 5-1 0,0-3 1 16,-2 1-3-16,-1-1 1 0,1-2 2 0,-3-1-5 15,1 2 0-15,0-2 1 0,1-1 2 0,-2 0-4 0,-2 0 7 16,2-2 23-16,-3-2 18 0,0 0 15 0,0 4 2 16,0-4 1-16,0 0 14 0,0 0-4 0,0 0 1 15,-18-9 1-15,16 4 1 0,-3 1 1 0,3-1 5 16,-4-2-7-16,5 2-9 0,-1 0 0 0,0-1-8 16,0-1-4-16,2 2-7 0,0-1-2 0,3-1-12 15,1-1-6-15,4 0-23 0,1-1-26 0,4 2-22 16,2-5-35-16,4 2-42 0,3-1-33 0,3-2-43 15,2 2-59-15,1-4-66 0,-1 2-308 0,1-2-678 16,0 0 299-16</inkml:trace>
  <inkml:trace contextRef="#ctx0" brushRef="#br0" timeOffset="-163515.11">19471 6742 192 0,'-5'-4'415'15,"2"-1"-1"-15,0 2-2 0,3 3-22 0,-5-3-10 16,0 0-30-16,5 3-32 0,0 0-33 0,-1-4-34 16,1 4-30-16,0 0-24 0,0 0-19 0,0 0-20 15,10 14-14-15,-1 2-15 0,3-3-10 0,6 10-12 16,1 2-14-16,3 0-9 0,0 1-8 0,2 2-8 15,-1 3-3-15,-1 1-8 0,1 0-7 0,-4 1-5 16,-1-1-3-16,-2 3-5 0,-5-1-4 0,-4 0-7 16,2 2 0-16,-4 0-4 0,-4 14-33 0,-5-16-35 15,-3 1-26-15,-8 1-50 0,-1 13-32 0,-9 3-33 0,-5-4-47 16,-6 2-70-16,-1-3-73 0,-1-2-270 0,1-2-700 16,3-2 310-16</inkml:trace>
  <inkml:trace contextRef="#ctx0" brushRef="#br0" timeOffset="-29028.38">3318 10183 16 0,'1'-34'361'0,"-2"-6"-10"16,0 6 1-16,-3 0-11 0,1 1-8 0,-2 2-6 16,-1 2-5-16,-1-2-11 0,2 6-18 0,-3 4-9 15,7 2-15-15,-2 0 0 0,0 2-15 0,0 0 4 16,2 4-7-16,1 1-20 0,-3 4-10 0,3-1-23 16,-1 2-20-16,1 2-24 0,-2-1-21 0,2 6-26 15,0-3-12-15,0 3-10 0,0 0-12 0,0 0 1 16,6 22-13-16,-5-6-6 0,5 12-5 0,-2-8-12 15,0 10-12-15,-3 2-23 0,3 2-11 0,-4 5-23 0,3 1-28 16,-2-4-27-16,-2-2-8 0,-2 0-34 0,6 2-18 16,-6-2-22-16,3-1-11 0,-1-2-14 15,-3-3-16-15,0-5-14 0,3-3-27 0,-2-2-35 0,3-4-43 16,0-2-38-16,0-2-238 0,1-3-654 0,2-3 289 16</inkml:trace>
  <inkml:trace contextRef="#ctx0" brushRef="#br0" timeOffset="-28137.83">3554 9934 198 0,'1'-3'256'0,"-1"3"-25"16,1-3-22-16,-1 3-23 0,0 0-24 0,0 0-12 15,0 0-16-15,0 0-15 0,0 0-9 0,0 0 9 16,0 0-5-16,-8 13-3 0,4-5-9 0,-1-3 0 15,-1 4-5-15,-3-1-6 0,-1 1-6 0,2 0-6 0,-2 1-3 16,-5 0-9-16,6 1-2 0,-6 2-6 16,4-4-8-16,-5 5-6 0,5-5-3 0,0 1-4 15,-3 1-5-15,2 1-2 0,0-2-4 0,4-2-5 0,0 3 2 16,2-1-4-16,1-1 0 0,-2 2-4 0,3-1-1 16,4 1 1-16,-1 0-2 0,2-1 0 0,2 2 0 15,2-3-5-15,0 2 2 0,4-1 0 0,2-2 2 16,5 1-3-16,2 1-2 0,5-6-2 0,-3 1 5 15,10 1-6-15,-8-2 4 0,8-4-4 0,0 3 2 16,0-4 1-16,-7-4-3 0,0 0-2 0,0-1 3 16,-4 2-1-16,1-4-1 0,-2 2 1 0,-3-3-2 15,-1 1 0-15,-5 1 0 0,1-4 1 0,-5 3 0 16,1 1-2-16,-1-3-1 0,-4 4 2 0,-1-3-6 16,-1 2 5-16,-4 1-1 0,-1-1 1 0,1 2-2 15,-2-1 2-15,0 2 5 0,-4 0-3 0,0 0-5 16,-2 2 2-16,0 2-3 0,2 0 3 0,-2 2 0 15,1 1 2-15,-2 1 1 0,3-1-4 0,1 4 0 0,0 2 0 16,4-1-2-16,2 1-1 0,-1 0 3 16,1 1 1-16,2 0 1 0,4 0 2 0,-1 1-4 15,7 0 0-15,-4 1 1 0,7-2-2 0,-1 0-7 16,6 1-3-16,3-3-8 0,1 1-4 0,1-4-7 0,-1-1-6 16,5-1-1-16,-2-1-3 0,-1-2 1 0,2-2 2 15,-2-1 6-15,2 1-1 0,-6-2 6 0,1-4 1 16,-4 3 5-16,0 1 2 0,-4-4 7 0,0 2 12 15,-2 1 15-15,-2-3 14 0,-3 2 11 0,0 1 13 16,-1 1-1-16,0-1 2 0,-3 0 2 0,1 1 11 16,2 0 1-16,-3 4-2 0,0-7-10 0,0 7-4 15,0 0-9-15,1-4-6 0,-1 4-12 0,3-3-3 16,-3 3-1-16,0 0-6 0,0 0 2 0,0 0-1 16,7 11-5-16,-5-6-11 0,2-1-9 0,-1 3-2 15,4-1-2-15,0 1-2 0,-1-1-5 0,3 0 2 16,-1 0 2-16,-1-1-5 0,2 0 0 0,1 3 0 15,-2-7 4-15,-1 0 4 0,-3 0 12 0,4 1-12 16,-8-2 3-16,10-4 1 0,-4 3 1 0,0-4 5 16,-2 0-2-16,0-1 1 0,0 2 20 0,0-2 14 15,0-1 10-15,0 2 8 0,0 0 10 0,-1 0 10 16,-3 0 1-16,4 1 0 0,-4 2-4 0,0 2-14 0,6-6-14 16,-6 6-1-16,0 0-10 0,0 0-4 0,8 7-5 15,-7-2-6-15,6 5 10 0,-3 3-11 0,0 4 6 16,0 3-4-16,3 8 5 0,-3 2 2 0,4 0-5 15,-3 1-2-15,1 3-6 0,1-1 1 0,-3 0 5 16,4 1-3-16,-1-4-3 0,-2 1 8 0,2-1-1 16,-1-2-15-16,2-2-27 0,-3-5-12 0,2-5-21 15,-3-3-9-15,0-3-21 0,3 0-7 0,-2-2-30 16,2-3-42-16,-3-1-37 0,6-4-26 0,1-4-34 16,1-2-28-16,1-1-191 0,1-6-526 0,5-8 233 15</inkml:trace>
  <inkml:trace contextRef="#ctx0" brushRef="#br0" timeOffset="-27887.86">4671 9922 293 0,'-1'-12'341'0,"1"5"-2"16,-3-3-3-16,3 3-16 0,0 1 1 0,0 2-23 0,0 1-40 15,0 3-29-15,0-7-28 0,0 7-15 0,0 0-25 16,0 0-15-16,0 0-14 0,10 15-13 15,-6-4-15-15,2 0-8 0,-1 6-6 0,3 1-14 0,-1 10-5 16,1-2-11-16,-1 3 1 0,1-3-8 0,0 3-9 16,-4 1 4-16,3-2-2 0,-1 2-49 0,0-4-25 15,-3 2-23-15,2-8-14 0,0 1-28 0,0-1-28 16,2 1-25-16,-1-6-37 0,3-2-40 0,-1 1-41 16,4-1-44-16,2-6-183 0,-3 0-532 0,9-2 236 15</inkml:trace>
  <inkml:trace contextRef="#ctx0" brushRef="#br0" timeOffset="-26799.81">5243 10147 6 0,'-3'-7'255'0,"2"-3"-4"0,-2-1 4 0,-3 4-3 16,1-2 1-16,1 2-18 0,-3 1-4 0,-2 1-7 15,0 0-15-15,-3 1-8 0,0 1-21 0,-3 2-7 16,4 1-18-16,-1 0-12 0,-3 3-1 0,1 2-23 15,1 0-9-15,-4 4-11 0,1 3-6 0,0-1-11 16,1 3-13-16,4 0 2 0,3-1-14 0,-3 2 0 16,3 2-6-16,0-2-9 0,3 2 3 0,3-1-11 15,2-1 2-15,0-3 0 0,4 1-7 0,-1-1-4 16,2 0 1-16,2-4-1 0,5 2 13 0,-1-2-17 16,0-3-9-16,1-1-6 0,3-1-8 0,0-3-3 15,3-3-14-15,-2-1-4 0,-1-2-1 0,3-4-9 16,0-3-11-16,-2-1-12 0,-3-4-15 0,5-8-21 15,-3-1-9-15,1-2-6 0,-2-1-5 0,-3 0 4 0,-3-1 12 16,-3 2 14-16,1 1 5 0,-6-1 14 0,0 2 28 16,0 7 26-16,-4-2 20 0,1 0 19 15,-1 3 14-15,1 1 10 0,-2 6 16 0,2-1 17 0,0 0 35 16,-2 1-12-16,2 2 9 0,2 2-12 0,-2 0 6 16,2 2-12-16,-1 1-13 0,1-2-9 0,0 5-10 15,1 2-9-15,-2-5-11 0,2 5-5 0,0 0-5 16,0 0-2-16,0 0-3 0,4 15 3 0,-1-6-10 15,1 3-1-15,-1-1-4 0,-2 6-8 0,5 0-10 16,-2 2 9-16,1 1 2 0,1 6 0 0,1 5-3 16,-2-3-4-16,2 0 1 0,1 0 5 0,-4-1-6 15,3 0 0-15,1-7 0 0,-1 6-16 0,-1-7-3 16,0-1-7-16,-2-2-1 0,4-1 3 0,-1-4 1 0,1 1-19 16,2-2 16-16,0-2-4 0,1-2-5 15,3-2-3-15,-3 0-13 0,4-3-1 0,0-1 0 16,3-6-6-16,-1-1-1 0,2 0 2 0,-2-2-1 0,0-2 2 15,0-2 3-15,6-4 4 0,-7 1 3 0,2-2-2 16,-5 5 8-16,-3-4 1 0,-2 4 7 0,-1-3 5 16,-2 4 2-16,-1 0 14 0,-4 1 6 15,0-1 2-15,0 2-1 0,-4 0 4 0,-2 0-5 0,-1 3-3 16,0 3-1-16,-2-1 5 0,-1 3-3 0,-4 0 9 16,2 4-14-16,1 3 6 0,-3-1 1 0,1 2-3 15,0 2 0-15,4-1-1 0,-2 4-1 0,4-1 2 16,2 1 0-16,2 1-2 0,2 1 6 0,2 2 1 15,5-1-2-15,0 1-1 0,7 0 3 0,2-1 2 16,1-1 1-16,10 1-2 0,1-1-4 0,2-2 5 16,-1-3-3-16,5-1-6 0,-3 1 3 0,5-6-13 15,-5 1-4-15,4-4-4 0,0-2 0 0,-4-1-2 16,-1-1-2-16,2-1-1 0,-11-2 1 0,-1 2 6 0,-1-5-13 16,2-1 3-16,-6 1-7 0,1 0 10 15,-6 2 1-15,-2-2 4 0,1 1 6 0,-5-1 9 16,-2 2 2-16,-1-1 2 0,-4-1-2 0,-4 4 1 0,4-1 5 15,-7 0 0-15,2 3 2 0,-2 2-5 0,-2 0 5 16,1 1 2-16,0 4 7 0,-4-2-2 0,2 3 8 16,2 0-7-16,0 2-3 0,-1 2-3 15,1 1 2-15,4-1-1 0,-2 2-3 0,5 1-2 0,-4 3 3 16,3 0 2-16,2-1-6 0,4-1 1 0,-1-1 1 16,1 3 1-16,0-3-1 0,5 1-3 0,-1-3-2 15,0 1 5-15,4-2-3 0,-2-3-3 0,2-1-1 16,-1 0-2-16,5-3-1 0,-1 0 2 0,-3-1 1 15,6-3-1-15,-5-1-1 0,2-2 4 0,4-2-3 16,-1 1 1-16,-5-3 3 0,5-3 1 0,-3 2 4 16,-3 1 17-16,0 1 12 0,-2-2 29 0,-1 0 20 15,3 1 5-15,-4 1 13 0,0 1 11 0,-1 2 7 16,0 0 13-16,-2 1 4 0,0 1-6 0,-1 2-16 0,2-1-12 16,-2 4-15-16,1-5-12 0,-1 5-15 15,0 0-1-15,0 0-6 0,0 0-7 0,3 10 2 16,-3-5-9-16,3 3-4 0,0 0-1 0,0 3-4 0,-1 0-22 15,2 1-24-15,-2 1-28 0,1 0-30 0,4 4-34 16,-1-1-24-16,0-3-29 0,-2 0-31 0,2-1-41 16,-2 1-54-16,1-1-45 0,1 1-66 0,-1-4-216 15,-1-2-665-15,-1 1 294 0</inkml:trace>
  <inkml:trace contextRef="#ctx0" brushRef="#br0" timeOffset="-26268.61">3226 10860 69 0,'-22'5'248'0,"11"-1"-24"0,-1 0 9 0,8 1 19 16,4 0 17-16,4 0 4 0,18 1-3 0,13 1-12 16,26 3-10-16,37-2-18 0,9-3-8 0,4-3-14 15,13-1-11-15,6-6-6 0,7 1 6 0,5-1-2 16,4 1 0-16,2 4-3 0,0-3-7 0,-3-8-15 15,-2 6-8-15,1 3-21 0,-5 0-15 0,0 4-10 16,-4-6-13-16,-1 0-13 0,-7 1-7 0,-4 1-5 16,-7-2-9-16,-11 3-6 0,-9 0-6 0,-32 2-6 15,0-2-12-15,-9 1-22 0,-16 0-26 0,-5 0-20 16,-11 0-31-16,-4 0-33 0,-4 0-59 0,-1 0-60 16,-7 1-55-16,-2 1-76 0,-3 2-87 0,-2-4-258 0,-13 2-745 15,2 0 330-15</inkml:trace>
  <inkml:trace contextRef="#ctx0" brushRef="#br0" timeOffset="-23969.04">5783 11649 9 0,'-2'-8'345'0,"1"-3"-11"0,0 4-16 16,1-1-9-16,-2 0-20 0,1 2-12 0,-3 0-10 15,4-1 1-15,-4 3-21 0,4 0-24 0,0 4-26 16,-3-6-27-16,3 6-21 0,0 0-15 0,0 0-13 16,0 0-11-16,0 0-12 0,3 16-12 0,-3-4-7 0,4 0-7 15,0 4-6-15,-1 2-4 0,-2 1 0 0,4 0-1 16,-3 2-19-16,1-1-6 0,-2 1-6 0,-1-2-29 16,4 0-15-16,-4 2-24 0,4-3-23 0,-4 0-18 15,0-2-24-15,0 1-23 0,2-4-26 0,-2-2-29 16,0 0-16-16,0-4-28 0,1 1-23 0,-1-3-23 15,1 0-191-15,-1-3-499 0,0-2 221 0</inkml:trace>
  <inkml:trace contextRef="#ctx0" brushRef="#br0" timeOffset="-23594.07">5637 11561 271 0,'-4'-6'283'0,"3"-2"-11"0,-2 2-14 15,2 1-21-15,-1-1-24 0,2 2-21 0,0 4-22 16,6-4-17-16,-1 1-15 0,5 2-14 0,3 2-14 0,1-1-14 16,6 3-6-16,1 1-11 0,2 3-8 0,-4 1-3 15,11 5-10-15,-3-2-7 0,0 2-4 16,-2 2-6-16,-2 4-3 0,0 2-3 0,-3-2-4 0,-2 2-4 16,-3-4 2-16,-1 7-10 0,-6-5 1 0,1 0-2 15,2 5-3-15,-7-6-2 0,2 3 0 0,-6-1 2 16,0 1-5-16,-3-1 0 0,-1-1-1 0,-3-1-3 15,-1-1-1-15,-3-1 2 0,0-1 1 0,-8-1 12 16,4 0 15-16,-4-5 6 0,0 3 5 0,-4-5 1 16,4-1 6-16,-2 1 4 0,1-3-7 0,1-2 10 15,-1-1 2-15,6 1-1 0,2-4-1 0,-3 1-1 16,5 0-3-16,2 0 0 0,-1 0-5 0,3-3-3 0,1-1-12 16,2 2-4-16,2-1-21 0,1-2-20 0,2 0-27 15,5 2-26-15,4-2-32 0,1 3-29 16,2-2-35-16,5 0-32 0,1 2-21 0,10-1-21 0,4 0-17 15,-1 3-7-15,1 1-190 0,-1-2-482 0,-1 0 214 16</inkml:trace>
  <inkml:trace contextRef="#ctx0" brushRef="#br0" timeOffset="-23172.24">6282 11904 101 0,'8'-7'147'0,"1"-5"14"16,-4 4 10-16,-4-2-3 0,-1 2-4 0,0-2 5 15,0 3-9-15,-3-1-2 0,-2 1-9 0,-3-1-8 16,0 0-12-16,-1 3-13 0,-1-2-8 0,-1 4-11 15,-2-1-11-15,-2 4-7 0,2 1-10 0,-2 2-7 0,-3 3-5 16,3 0-7-16,0 5-5 0,-1-2-3 16,4 3-5-16,-2 3 0 0,3-3-6 0,4 0-5 15,1-1 1-15,0 2-3 0,5-1 0 0,2-1-1 0,2 1-1 16,0-1-2-16,3-2-2 0,-3-3 0 0,7 1-1 16,-5-1-3-16,7-1-2 0,-1-2 3 0,2-2-2 15,0-1-4-15,-2-5 1 0,5 0 2 16,-5 0-6-16,2-3 2 0,1-2 0 0,0-3 1 0,-1-1-3 15,-3 5-1-15,-2-3 4 0,0 2 27 0,-1 0 15 16,-4-2 7-16,1 1 2 0,0 0 11 0,-4 5-4 16,0-2 4-16,3 1-1 0,-2 3-6 0,-1-2-8 15,2 2-13-15,-2 4-4 0,1-5-5 0,-1 5-2 16,0 0-6-16,0 0 2 0,0 0-7 0,4 13 0 16,-1-7-2-16,-2 1-1 0,3 5-2 0,0 0-4 15,2 0 1-15,-1 0-2 0,6 3-3 0,-3 1 4 16,3-1 2-16,0-2-3 0,1 1-3 0,-2-4-10 0,3 1-10 15,2 0-11-15,0-6-15 0,-4 3-21 0,1-6-14 16,2 3-21-16,0-4-22 0,-1-1-22 16,-1-1-22-16,-1-3-23 0,0-2-22 0,-3-2-21 0,6-2-29 15,-3-4-162-15,-7-2-450 0,8-2 200 0</inkml:trace>
  <inkml:trace contextRef="#ctx0" brushRef="#br0" timeOffset="-22443.12">6557 11560 253 0,'-6'-11'264'15,"2"1"1"-15,-3 1 3 0,2 1 3 0,2 1-7 16,2 2-14-16,-2 0-3 0,2 0-38 0,-1 0-27 16,2 5-20-16,-1-4-15 0,1 4-15 0,0 0-13 15,0 0-13-15,5 15 4 0,0-8-22 0,-4 4-14 16,6 2-5-16,-1 5-6 0,1-1-5 0,0 1-5 16,-1 3-9-16,3 6 13 0,-2 1-21 0,-2-8 0 15,4 8-3-15,-4-2-2 0,2-5-5 0,-1 4 0 16,-3-5-17-16,0-1-22 0,1 0-19 0,-3-1-20 0,2 0-22 15,-3-5-27-15,2-1-23 0,-1 0-28 0,-2-2-17 16,1-2-16-16,-2-2-5 0,2-2-8 16,0 2-10-16,-4-4-6 0,1 1 3 0,3-3 8 0,0 0-102 15,0 0-329-15,-11-7 145 0,7 2 1256 0,-1 0-864 16,1 1 41-16,1-3 23 0,-1 0 37 0,0 2 25 16,3-2 27-16,-4 1 19 0,1-2 15 0,2 2 3 15,-1-1 10-15,-1 0 3 0,3 0 1 0,1 2-7 16,-3 0-4-16,3-2-7 0,3 4-15 0,2-1-6 15,0-1-8-15,4 1-7 0,2 2-3 0,7-3-5 16,4 4-7-16,0 0-2 0,8 0 0 0,3 2-8 16,1 0-2-16,-2 0-1 0,0-1-5 0,0 0-3 15,-3 2 0-15,-6-2 0 0,0 0-1 0,1-2-2 16,-4 0-2-16,0 0-1 0,-5-2 0 0,-4 1 1 16,0 1-2-16,-4-1 14 0,-1-1 4 0,-3-1-4 15,1 0-2-15,-4 0 2 0,-3-2 7 0,-2 0 7 0,-2 2 1 16,-2-3 3-16,-4 2-1 0,0 2 2 0,0 0-3 15,-4-1 3-15,3 2-10 0,-2 3-4 0,-2 0 2 16,-2 3-8-16,-3 0-4 0,5 4-4 0,3-2 2 16,3 1-1-16,-6 4-4 0,7 2-1 0,0-1 1 15,2 0-4-15,3 2 4 0,2 1 2 0,0 2-5 16,4 0-1-16,0-3-1 0,3 0 2 0,5 3 1 16,0-3-2-16,3-3-2 0,3 2 1 0,-2-4 0 15,0-1 1-15,3-2-1 0,-3-2-3 0,1-2-1 16,0-2 3-16,1 0-1 0,1-5 1 0,-4 0 2 15,1-1-4-15,0-5-1 0,1-2 1 0,-4 2-2 16,0-2 22-16,-3-1 23 16,1 2 14-16,-2 0 12 0,-1-3 15 0,0 2 15 0,-4 1 17 15,4 1 13-15,-4 2 4 0,0 0-8 0,2 2-1 16,-2 1-6-16,0 2-11 0,1 2-15 0,-1-1-15 16,0 4-10-16,1-6-9 0,-1 6-6 0,0 0-10 15,0 0-2-15,6 11 1 0,-1-5-6 0,-2 1 3 16,5 3-25-16,-1 2-18 0,1 3-20 0,1-2-30 15,3 0-30-15,1 1-30 0,3-1-36 0,0-1-41 0,1 1-58 16,-2-2-64-16,4-3-64 0,0 0-258 0,-1-3-685 16,4-1 304-16</inkml:trace>
  <inkml:trace contextRef="#ctx0" brushRef="#br0" timeOffset="-21193.24">7637 11419 3 0,'0'-5'293'0,"2"0"-24"0,-2 1-24 16,0 4-29-16,-2-6-23 0,2 6-20 0,0 0-22 0,0 0-14 16,0 0-12-16,5 12-14 0,-2-4-10 15,-2 3-8-15,7 6-10 0,-1 4-2 0,1-1-2 16,5 5-6-16,-1 3-6 0,-4-3-4 0,8 4-8 0,-1-1-6 15,-4-3-2-15,1 4-6 0,-5-10-3 0,4 6-4 16,-4-7-5-16,-2 0 4 0,-1-2-6 0,-1-5-5 16,1-1-2-16,-1-2 0 0,0-1 18 0,-2-4 30 15,0 1 15-15,-1-4 10 0,0 0-8 0,0 0 5 16,0 0 3-16,0 0 8 0,-5-17-7 0,2 8 8 16,2-2-1-16,1-2 5 0,-4 2-11 0,4-1 1 15,0 1-2-15,1-1-11 0,-2 1-10 0,1 1 3 16,1 0-14-16,0 5-6 0,1-1-7 0,1-1-11 0,1 4 0 15,-2 2-11-15,5 0-2 0,-7 1-5 16,12 4 3-16,-3 4 2 0,1-1-6 0,1 3-4 16,-2-2 0-16,5 5-4 0,-1 4 0 0,3-5-3 0,-2 3-9 15,0-1-13-15,0-2-11 0,2 1-8 0,1 2-7 16,-1-3-4-16,0-3-5 0,2 4-5 0,-6-6-1 16,7 0 3-16,-8-2 2 0,4-1-1 0,-3 0 5 15,-1-3 2-15,4-1 7 0,-1-2 2 0,-2 1 4 16,-1-4 2-16,0 0 5 0,1-2 4 0,-1-3-4 15,-3 1 1-15,3 0 2 0,0-5 3 0,-1-1 1 16,-3 6 2-16,-1-5 2 0,-1 1 4 0,0 2 1 16,-1-1 0-16,-3 1 2 0,-1-1 3 0,0 6-2 0,0-2 12 15,-4 1-10-15,1 0 1 0,-1 1-3 16,-3 2 1-16,-3-2-1 0,0 4 0 0,0 1-1 16,-3 1 7-16,-1 0-8 0,-2 0 2 0,2 1 5 0,2 5 2 15,-4-6-9-15,2 5 9 0,2 1-6 0,1 1 2 16,4 0-2-16,-4 0-3 0,7-1 9 0,0-1-5 15,-1 1 1-15,3 0 4 0,-1-1-1 0,3-2-3 16,3 1 5-16,3 0-2 0,-1-3 0 0,5 0 2 16,-1-3-3-16,5 2 4 0,1-1-2 0,-2-2 0 15,2 1 0-15,-1-3-1 0,1 2 1 0,-1-2 2 16,4 1 0-16,-7-1-3 0,3-1-1 0,-2 0 9 16,-4 1-9-16,2 3 2 0,-3-3-3 0,1 2-3 15,-4 0 9-15,-4 3-11 0,7 0 0 0,-7 0 2 16,0 0 0-16,8 7-4 0,-8-5 3 0,0-2 3 15,0 10-2-15,4-3 0 0,-4 3 3 0,0 1-3 16,3 0 10-16,-2-1-8 0,2 0 2 0,1 3 0 0,0-1 1 16,0-3-3-16,-1 3 3 0,6-2-4 0,-5-2 5 15,0 0 1-15,5-2-1 0,-4-1-1 16,4-1 2-16,-3-3 7 0,4 0-9 0,-2-1 2 0,1-2-3 16,2-2-1-16,-1-2 5 0,2-2-1 0,-4 1-3 15,2-1 5-15,3-6-5 0,-6 3 3 0,4 0 17 16,-4 0 9-16,2-1 9 0,-2-3 7 0,0 4 2 15,-3-6 5-15,3 4-1 0,-2 2-4 0,-1 0 7 16,2 0-4-16,1 4 3 0,-6 0-4 0,4 1-10 16,-1 1-3-16,2 2-5 0,-2-2-5 0,1 2-4 15,2 3-2-15,-7 0-4 0,14 3-1 0,-6 0-5 16,2 1 1-16,0 3 0 0,3 2-5 0,-1-2 5 0,-1 4 0 16,1 3-6-16,0-2 2 0,-4-3-4 15,3 6 4-15,-3-4-3 0,-1 2-2 0,0-2-2 16,0 1-13-16,-4-1-22 0,-1-2-24 0,2 1-15 0,-3 1-20 15,-1-1-20-15,-1-5-29 0,-3 3-32 0,0-2-42 16,0 0-47-16,0-3-55 0,-3 1-244 0,3-3-611 16,-4-1 271-16</inkml:trace>
  <inkml:trace contextRef="#ctx0" brushRef="#br0" timeOffset="-18587.94">9388 11858 61 0,'0'0'272'16,"0"0"-12"-16,0 0-24 0,3-6-18 0,-3 6-7 16,4-3-8-16,-1 0-8 0,-2 0-15 0,2 0-9 15,-1-2-18-15,0 0-14 0,5 0-10 0,-6-3-13 16,5 0-11-16,2 1-9 0,-3-1-9 0,3-2-10 15,-1 0-8-15,-1-2-5 0,2 0-8 0,1-3-5 16,2 0-3-16,-4-2-1 0,3-1 5 0,0 0-3 16,-4-1 0-16,5-8-6 0,-6 8-5 0,3-8-6 0,2 1-3 15,-3 7-2-15,-3-1 7 0,1-1 15 16,-2 1-1-16,-2 1-3 0,-1 1-6 0,0 1 0 16,-3 3-7-16,-2 1 0 0,3 3-4 0,-4-2 0 0,2 4-6 15,0-2-3-15,-3 4-3 0,-1 0-3 0,1 1-2 16,-1 3 0-16,2 2-3 0,6 0 7 0,-14 7-10 15,4-1-6-15,-1 2 10 0,3 4-8 0,-3 2-2 16,0 2 5-16,0-1 4 0,2 5-10 0,1-1-2 16,-3 6-5-16,4 0-7 0,-4 4-3 0,4-3-1 15,1 1-4-15,4 0-10 0,1-1 4 0,1-5-8 16,3 0 4-16,3-4 2 0,0 2 3 0,1-7 0 16,1 5-3-16,7-3-11 0,-6-5-7 0,10 1-2 15,-8-3-6-15,8-4 7 0,2 0 3 0,-1-2 5 16,3-1 5-16,-2-5 2 0,2 0 4 0,-3 0 4 15,-1-4 6-15,-3 0 2 0,-5 1 7 0,4 1 23 0,-8-1 5 16,4 0 7-16,-4 0 10 0,1-1 12 0,-3 1 0 16,-1 2-4-16,-1 1 4 0,0-2-6 0,-2 0-6 15,-1 4 3-15,0 3-7 0,0-4-7 0,0 4-1 16,0 0-4-16,0 0-2 0,0 0-2 0,-4 14-2 16,3-8 2-16,1 0-2 0,1 2 0 0,-1-2 0 15,3 5-1-15,-2-1 0 0,2 0-2 0,2-1 1 16,2 3-4-16,-3-5 1 0,4 4 2 0,2-2-2 15,-2-2 3-15,0 0-2 0,0-2 3 0,3 1-6 16,-3-5 4-16,2 1-3 0,1-1 1 0,-3-1-2 16,3 0 8-16,-2-1-11 0,-3-1 3 0,2-1 1 15,-4-5 1-15,2 2-3 0,0-2-3 0,-2-2 1 16,-4-1 3-16,3 1 1 0,-3-1 2 0,-1-1-6 0,-1 1-3 16,-2-2 4-16,0 2-1 0,-1-1 2 15,2 0 2-15,-4 2-3 0,0-1-1 0,-1 3 0 16,0-1-4-16,1 0 5 0,2 4 0 0,-1 0-4 0,0-1-20 15,0 4-6-15,4-2-8 0,-3 2-9 16,3-1-3-16,2 3-3 0,-6-5 1 0,6 5 6 16,0 0-6-16,6-5-18 0,-6 5-14 0,8-3-2 0,-4 1 0 0,5-2 4 0,1 0-8 0,0-4-6 15,2-1-20-15,1-2-17 0,2 0-15 0,0-5-18 16,3 2 7-16,1-7 18 0,-4 5 15 0,-3-2 21 16,3 1 27-16,-4 1 27 0,-3-1 25 0,-1 1 27 15,1 1 19-15,-2 3 18 0,-4-5 15 0,0 5 16 16,-1-2 15-16,-1 5 16 0,0-3 18 0,0 5 7 15,3-2 6-15,-3 1-11 0,-3 3 0 0,3 0-16 16,0 0-11-16,0 5-8 0,0-4-15 0,0 4-8 16,0 0-11-16,0 0 1 0,-3 18-3 0,2-9 1 15,1 4-21-15,0 1 4 0,0 3 4 0,0 2-10 16,3 0-2-16,1 3 6 0,-3 4-14 0,3 0 1 16,4 4-3-16,-5-4 0 0,4 3-1 0,-3-3-1 0,1-5-21 15,1 3-18-15,-3-2-23 0,2-2-10 0,-2-2-34 16,-2 3-36-16,3-3-37 0,-3-7-30 15,2-1-34-15,0 1-27 0,-3-4-134 0,-1-2-422 0,1-2 187 16</inkml:trace>
  <inkml:trace contextRef="#ctx0" brushRef="#br0" timeOffset="-18197.35">10014 11554 10 0,'-4'-10'230'15,"3"2"3"-15,-1 1-12 0,1 0-1 0,0-2-6 16,-1 4-15-16,1 1-14 0,-2-1-17 0,3-1-19 15,0 6-16-15,6-4-12 0,-6 4-14 0,5-2-13 16,3 2-5-16,3 1-9 0,1 0-10 0,3 2-6 16,3 0-6-16,2 2-9 0,0-1-5 0,1-1-14 15,-2 0-10-15,0 0-7 0,3 1-1 0,-6-2-8 16,-2-3-7-16,0 3 1 0,-1 1 1 0,-6-2 0 0,3-1 3 16,-3 0 1-16,-1-1-4 0,-6 1-1 0,7-3 0 15,-6 1 2-15,-1 2 8 0,0-7 14 16,0 7 10-16,0 0 7 0,-9-6 6 0,9 6 7 0,-7-3-3 15,7 3-4-15,-7-1 0 0,7 1-10 0,0 0-3 16,-8 0-1-16,8 0-3 0,0 0-4 0,-1 9 7 16,1-4 14-16,1 0 8 0,3 3-6 0,0 1-7 15,3 1 4-15,-2 0-6 0,4 2-4 0,0 2 5 16,-1-4-4-16,4 4-8 0,-3 0 4 0,0-2-4 16,-2 1-4-16,-2-4-3 0,2 3 0 0,-3-1 1 15,3-1-4-15,-6-3 10 0,-1 0-16 0,-1-2-1 16,-6 2-9-16,5-1-23 0,-4-4-24 0,-6 3-35 15,0 0-42-15,-1-4-51 0,-1 0-64 0,1 0-60 0,-6-3-195 16,7 1-534-16,-2-5 237 0</inkml:trace>
  <inkml:trace contextRef="#ctx0" brushRef="#br0" timeOffset="-17119.33">11070 11419 164 0,'-7'-4'248'0,"1"-1"-23"0,-2 2-15 16,-3 1-15-16,-1 1-16 0,0 1-14 0,1 0-14 0,-3 2-13 15,-1 2-14-15,4 1-11 0,3 0-12 0,-2 0-11 16,1 3-6-16,1 0-8 0,5-2-7 0,2 2-2 16,1 0-8-16,1 2-4 0,5 1-6 0,1-3-2 15,1 1-4-15,8 0-6 0,-4 0-1 0,6-2-5 16,-1 0-3-16,-3-3-2 0,0-2-2 0,2 0 0 15,-3-2-6-15,-3 1 3 0,3-4 3 0,-4 0-7 16,-1-2-3-16,-1-1-2 0,-6 1-1 0,4-4 2 16,-10 2-4-16,1-5-3 0,-1 2-1 0,-6-2-1 15,1-2-1-15,-7 1 0 0,3 0 0 0,-2 0-2 16,1 0 2-16,0 1-2 0,0 1 1 0,4 3-2 16,2-1 3-16,2 2 4 0,0-3-5 0,4 4 0 0,5-2 0 15,0 2-4-15,5-3 0 0,7 1-10 16,2-1-4-16,7 1-1 0,0 1 1 0,6-1 0 15,5 0 3-15,-2 2 0 0,-2-2 1 0,0 2 2 0,3-2-1 16,-12 3 4-16,7-3 0 0,-5 3-1 0,-3 1 4 16,-6-1-2-16,1 0-1 0,-1 1 16 0,-6 2 12 15,0 0 4-15,-3 0 0 0,1 1-6 16,-1 0-4-16,-5 1-2 0,0 0-4 0,6 4 2 0,-6-4-8 16,-6 8 6-16,2 2 0 0,0-1 0 0,0 4 6 15,-4 5-1-15,4 2 6 0,0-1 6 0,1 10 7 16,2-2 3-16,-1 1-1 0,5 1-6 0,0 2-5 15,1 0 14-15,4 5-16 0,0-2 2 0,2 1-6 16,2 0 1-16,-3-2-2 0,0-1 4 0,-1-2-4 16,1 1-4-16,-2-1-2 0,1-4 1 0,-4-6-2 15,-1-2 0-15,-1 0-3 0,-2-4-2 0,1-3-19 16,1 1-19-16,-4-4-16 0,2-3-25 0,-3-2-36 16,0 1-37-16,-2-2-30 0,5-2-41 0,-10-7-40 0,2 3-149 15,-4-3-440-15,-2-6 195 0</inkml:trace>
  <inkml:trace contextRef="#ctx0" brushRef="#br0" timeOffset="-16963.09">11249 11592 116 0,'-3'-8'307'15,"2"4"-8"-15,1 1-20 0,1-3-30 0,2 2-20 16,1 1-23-16,4-1-25 0,3 0-15 0,3 3-13 16,6-2-14-16,3 0-16 0,9 1-14 0,0-1-5 15,2 3-15-15,3-2-6 0,1 1-32 0,0 1-55 16,2 1-62-16,-1-1-63 0,3-1-64 0,-4 3-223 15,0-2-450-15,-1 0 200 0</inkml:trace>
  <inkml:trace contextRef="#ctx0" brushRef="#br0" timeOffset="-16385.02">12035 11331 68 0,'-3'-3'343'0,"2"-1"-25"0,-2 2-28 16,3 2-29-16,0-8-26 0,0 8-23 0,0 0-22 15,7-1-16-15,-7 1-19 0,11 4-16 0,-3 1-14 16,4 1-11-16,2-1-14 0,1 8-10 0,2-2-3 0,-3 1-12 16,1 1-10-16,0 1-6 0,0 1-5 0,0 1-6 15,-5-2-1-15,2 0-9 0,-7-1 2 16,5-3-8-16,-6 1-2 0,2 1-4 0,-5-6 7 0,0 0-8 16,-2 3 13-16,-3-6 10 0,1 1 10 0,-1-2 9 15,-4 2 9-15,3-4 7 0,-6 0 19 0,2-4 6 16,0 2 2-16,-2-4-2 0,3 0 1 0,-1-3-10 15,3 0-4-15,0-2-9 0,4 0-11 0,0-3-18 16,4 1 7-16,2 0-8 0,1-4-35 0,6 3-23 16,1-1-24-16,7 2-27 0,-1 0-20 0,0 0-25 15,3 5-20-15,0-3-25 0,1 6-25 0,-1 0-29 16,-3 0-18-16,4 2-32 0,-5 1-15 0,-3 2-19 0,-2-2 4 16,1 2-186-16,-2 0-500 0,-5 2 221 0</inkml:trace>
  <inkml:trace contextRef="#ctx0" brushRef="#br0" timeOffset="-16181.91">12461 11322 695 0,'4'2'-20'0,"-4"-2"44"0,0 0 42 15,0 0 31-15,0 0 30 0,4 2 32 0,-4-2 14 16,0 0 10-16,0 0 2 0,0 0 4 0,0 0 0 16,0 0 2-16,4-8-16 0,-4 8-15 0,0 0-17 15,0 0-16-15,0 0-17 0,0 0-17 0,0 0-8 16,0 0-2-16,-4 14-11 0,3-5-7 0,-2 0-2 16,-3-1-6-16,3 3-9 0,0 1-3 0,0-1-6 15,2 3 3-15,-3-1-12 0,2 4 1 0,2-1-1 16,0-2-5-16,2-3-3 0,-2 1 7 0,4 1-32 15,-3-4-25-15,3 3-26 0,1-2-32 0,4-1-45 16,-4-3-44-16,6 1-60 0,3-3-36 0,-3 1-205 16,2 0-513-16,6-5 227 0</inkml:trace>
  <inkml:trace contextRef="#ctx0" brushRef="#br0" timeOffset="-15869.44">12815 11404 59 0,'-4'-4'283'0,"-2"-2"-3"0,2 3 1 16,-3-1-5-16,2 0-5 0,-2-1-4 0,-3 1-1 16,1 0-5-16,-1-1-10 0,1 2-7 0,-6-1-10 15,4 3-6-15,0-3-16 0,-1 1-9 0,-2 3-10 16,2-2-18-16,0 4-17 0,2-2-9 0,-3 2-20 16,2 1-9-16,1 0-16 0,0 1-9 0,1 0-11 15,1 3-8-15,0-1-2 0,4 1-10 0,0 0-6 16,1 5-8-16,2-3 1 0,2 0-9 0,2 0 0 0,1 2-7 15,7 1-1-15,1 1-4 0,4-2-5 16,1 1-19-16,2-2-16 0,1-3-20 0,0 2-27 16,5-3-27-16,3 1-24 0,-7-2-21 0,2-4-14 0,-1 1-22 15,-4-2-20-15,-1-1-15 0,-3 0-17 0,-1-2-27 16,0-2-16-16,4-4-15 0,-6 0-7 0,-1 0-4 16,1-5-171-16,1-3-493 0,-7-2 219 0</inkml:trace>
  <inkml:trace contextRef="#ctx0" brushRef="#br0" timeOffset="-15431.98">12998 11187 38 0,'0'-18'172'0,"0"-1"23"16,-1 2 13-16,-2 6 6 0,3-2 9 0,0 3 4 16,-1 2 6-16,-1 2 2 0,1-2-6 0,1 3-9 15,0 0-17-15,-1 1-23 0,1 4-21 0,-2-7-12 16,2 7-20-16,0 0-11 0,0 0-13 0,0 0-8 16,-4 16-10-16,4-7-3 0,0 1-14 0,1 4-6 15,2 4-3-15,0-1-9 0,0 5-2 0,-2-2-7 0,3 7-3 16,2-2-7-16,1 1-1 0,-5-5 0 15,2-1 0-15,2 7-5 0,-1 0-6 0,-1-6 3 0,0-1-6 16,1-1 3-16,1-4-5 0,-3 2-10 0,-2-4 8 16,5 4-1-16,-5-7-1 0,0-4 3 0,1 2-6 15,-1-2 0-15,2-3 6 0,-2 2-2 0,1-2-3 16,-2-3-3-16,0 0 7 0,0 0-4 0,0 0 1 16,10-10-3-16,-7 6 2 0,4-7 10 0,-4 4 21 15,1-5 4-15,1 2 3 0,1-2-12 0,0 1 8 16,1-5 12-16,0 5 6 0,-1 1-4 0,3-1 11 15,-5 2 4-15,4-1 3 0,-1 1-5 0,0 2-9 16,-2 1-4-16,-1 2-9 0,3 2-4 0,0 0-10 0,-3 0-3 16,5 2-6-16,-9 0-2 0,17 4 1 0,-8 2-3 15,1 1-6-15,-2 2-2 0,-1 0 2 16,2 1 2-16,1 2-5 0,-3-1-2 0,5 3 4 0,-4-4-8 16,3 6 3-16,-3-7 2 0,2 2-1 0,-1-2-4 15,0-1 0-15,1-3-7 0,-4 4-6 0,-1-5-15 16,2-2-22-16,1-1-17 0,-3-1-14 0,1-3-22 15,1 0-16-15,-2 0-20 0,2-7-13 0,-3 3-24 16,0-5-26-16,-4 1-43 0,3-3-48 0,-3-6-41 16,-3 1-249-16,-1-8-626 0,-4-2 277 0</inkml:trace>
  <inkml:trace contextRef="#ctx0" brushRef="#br0" timeOffset="-15119.51">12674 11049 213 0,'0'0'377'0,"-5"-6"-4"0,5 6-33 16,0-6-27-16,0 6-28 0,0-4-16 0,0 4-5 15,-3-4-32-15,3 4-9 0,0 0-21 0,0-5-19 16,0 5-22-16,0 0-15 0,0 0-18 0,-1-4-18 16,1 4-30-16,0 0-41 0,0 0-27 0,0 0-12 15,0 0-32-15,0 0-21 0,0 0-23 0,0 0-25 0,0 0-28 16,0 0-32-16,0 12-29 0,0-12-15 0,0 0-19 16,0 5-21-16,0-5-178 0,0 0-458 15,4 3 204-15</inkml:trace>
  <inkml:trace contextRef="#ctx0" brushRef="#br0" timeOffset="-12883.89">13960 11618 233 0,'0'0'301'0,"0"0"-24"0,0 0-10 0,0 0-8 16,9-11-14-16,-3 5-13 0,2-2-19 0,0-3-15 16,1 0-7-16,1 2-7 0,3-5-11 0,-1 1-12 0,1-4-7 15,-1 1-10-15,2 0-5 0,-2-1-6 16,9-7-5-16,-6-1-10 0,-2 1-11 0,-2-3-11 0,1-1-8 16,-2-3-10-16,-3-4-11 0,-2 2-11 0,-2-3 1 15,-2 2-9-15,2 1-6 0,-3-1 2 0,-2 3 2 16,0 3 21-16,-3-1 4 0,-1 2-4 0,-1 7-2 15,2 2-8-15,-1 0-1 0,-2 1 5 0,4 4-5 16,0 3 1-16,-1 0-4 0,0 2-2 0,4 3-11 0,0-1-3 16,-1 1-9-16,0 2-5 0,-2 0-9 0,4 3 2 15,0 0-2-15,0 0-2 0,-10 11-3 0,6-1-1 16,1 0-1-16,-1 8-3 0,0 0 3 0,-1 10-3 16,-3-4 0-16,3 6 9 0,3-1-1 0,-4 2-5 15,1 1-12-15,1 0-9 0,1-1-4 0,2 1-6 16,-2-1-12-16,6-3-6 0,1 0-10 0,1 1 5 15,1-4-5-15,0-6-2 0,5 0-2 0,0-4-3 16,7 0-5-16,-2-2-9 0,2-1-8 0,4-3-14 16,1-1-9-16,5-2-10 0,-1-1-3 0,-5-2 3 15,1-5 10-15,2 0 11 0,-2-2 11 0,-2-2 8 16,2-1 7-16,-3-3 1 0,-2 0 12 0,1-2 3 0,-4-1 6 16,-2 0 3-16,-3-1 9 0,-5 2 9 0,2-1 13 15,-4-1 11-15,-2 1 6 0,-1 1 4 16,-1-1 2-16,-2 1 2 0,-1 1 0 0,-3 1-2 0,2 2-6 15,-1 1 2-15,-2 2-1 0,-1 0-5 0,-1 1 1 16,3 3-1-16,-5 0 2 0,3 1-2 0,-3 0 0 16,-1 3-3-16,2 0-1 0,3 1 4 0,-3 2 1 15,2 1-3-15,-1 0 4 0,1 0-4 0,0 0 0 16,5 3 1-16,-1 1 0 0,1-2 1 0,-1 2 3 16,3-2-6-16,1 0 4 0,2-1 0 0,1 4-1 15,1-6-1-15,0 3-3 0,3-3-7 0,-1-2-5 16,1 1 1-16,3-2-6 0,-1 1-3 0,3-2 3 15,1-1-1-15,-4-1 5 0,3-1 1 0,1-1-1 0,-2-2 2 16,2-3 4-16,-1 2-2 0,-3-1 2 16,1-3 1-16,-1 0 0 0,1-1 5 0,-2 2 14 15,0-5 12-15,-6 4 7 0,3 0 8 0,1 0 7 0,-2-1 5 16,-1 2-3-16,0 3 4 0,-2 0-1 0,3 0-4 16,-3 1-2-16,0 0-7 0,0 4-6 0,1-6-7 15,-1 6-4-15,0 0 2 0,0 0-11 0,0 0 5 16,0 0 1-16,0 16-8 0,0-8 5 0,3 0 4 15,-3 1-9-15,3 2-1 0,0 0-3 0,2 0-13 16,-2-3-6-16,4 5-10 0,-2-3-9 0,1-1-14 16,0-1-17-16,5-2-13 0,-5-1-29 0,3 0-27 15,2-1-19-15,-3 0-12 0,2-3-10 0,-1-1-24 16,2-2-5-16,-3-1-12 0,2-1-3 0,1-2-146 16,-3 0-394-16,1-6 175 0</inkml:trace>
  <inkml:trace contextRef="#ctx0" brushRef="#br0" timeOffset="-11967.4">14674 10930 100 0,'-4'-17'206'0,"0"-1"4"0,-2 6-1 0,2 1 1 15,1-1-2-15,1 6-1 0,-1 0-12 0,3 0-21 0,-3 0-20 16,-1 0-15-16,3 4-17 0,1 2-12 0,0-4-8 16,0 4-14-16,0 0-8 0,0 0-14 0,1 15-1 15,-1-5-4-15,6 0-8 0,-5 2-5 0,3 1-5 16,-1 4 1-16,-2-4 3 0,5 5-4 0,-5 0-3 15,3 3-1-15,-1-1-4 0,-2 1-2 0,2-1-4 16,2 8-5-16,-5-8 1 0,4 0-3 0,-4 1-3 16,2-2-2-16,-1 2 0 0,0-1-1 0,2 1-2 15,0-3 1-15,1 1-5 0,-1-3 0 0,1 1-3 16,1-4 4-16,1 0-2 0,-1-1 1 0,2 0-1 16,1-3-5-16,4 2 4 0,-2-1 0 0,3-3-10 15,1-1-13-15,2-1-6 0,2 1-7 0,-3-3-16 16,3 0-1-16,-3-2-3 0,0-2-2 0,-1-2-5 0,2 1-1 15,-3-4-1-15,-1 1-2 0,6-3 0 0,-8 0 4 16,-2-1 5-16,4-4-1 0,-4 0 6 16,-4 3 5-16,2-3 12 0,-2 1 14 0,-3-5 10 0,-1 5 16 15,-1 0 9-15,-3 0 6 0,0 0-1 0,-1 1 3 32,0 2-4-32,-2-1-1 0,2 2-4 0,-5 0 3 0,2 6-5 15,-1-3 4-15,-1 1 2 0,-1 0-8 0,2 4 2 16,2 1-2-16,0 2 0 0,-3 0 0 0,1 2-5 0,2-2 0 0,0 5 2 15,3 1-3-15,0 1-2 0,-1 0 3 0,2 0-5 16,3 2 0-16,0 1 3 0,2-2-1 0,1 7-2 16,2-6 2-16,0-1 2 0,2 2-3 0,0-4 0 15,2 3-3-15,1-2 3 0,1-2-3 0,1-1-6 16,4 3-10-16,-4-4-5 0,2-1-7 0,-3-1-4 16,5-2-5-16,-2 0 2 0,2-2-3 0,-2-3 5 15,-1 1 2-15,1-3 6 0,-3 0 1 0,0-1 0 16,-2-2 3-16,1 2 1 0,-4-4 4 0,0 0 1 15,-2-2 2-15,0 2 4 0,-2-4 14 0,-1 2 7 16,3 2 5-16,-1 2 0 0,-1 0 7 0,-2 1-1 0,-2 1-2 16,4-2-1-16,-2 3-2 0,0 0-3 15,0 2-9-15,0 3 1 0,0 0-1 0,-5-4 0 16,5 4-3-16,0 0-1 0,0 0 1 0,-4 12-1 0,4-7-1 16,0 0 1-16,3 3-1 0,-2-2 0 0,-1 4-2 15,0-1 3-15,5 2-2 0,-5-3 1 0,2 0 2 16,0 1-4-16,3-4-2 0,-3 3 1 0,4 1-7 15,-2-4-7-15,1 0-1 0,1-1-4 0,-1 0-5 16,2-2-4-16,-2 1-2 0,2-3 2 0,-7 0 3 16,12-3 1-16,-6 2 0 0,2-3 5 0,-4-1-3 15,3-1 6-15,1 1 2 0,-2-3-1 0,-1 1 2 16,-1 0 2-16,1-5 3 0,-1 2 0 0,2-3 13 16,-2 2 12-16,-3-1 15 0,2 2 0 0,3 0 19 15,-5 0 2-15,2 3 6 0,-2 0-2 0,3 1 6 16,-3 0 0-16,-1 1-3 0,0 1-14 0,0 4-9 15,3-7 0-15,-3 7-8 0,0 0-1 0,0 0-4 0,0 0-6 16,0 0 1-16,0 0-3 0,6 17 0 0,-6-10-2 16,1-1-2-16,0 4 0 0,2 2 8 15,0-2-11-15,-2 0-2 0,5-1 1 0,0 0 0 0,0 1-3 16,-1-1-3-16,2 0-11 0,0-1-11 0,2 2-10 16,2-6-8-16,-2 3-16 0,1-2-14 0,1-3-14 15,-3-1-19-15,4 1-14 0,1-4-21 0,-5 1-18 16,4-3-11-16,-4 1 1 0,2-7-6 0,-1 4-3 15,1-6-10-15,-5 1-6 0,1-2-119 0,-2-4-330 16,5-1 146-16</inkml:trace>
  <inkml:trace contextRef="#ctx0" brushRef="#br0" timeOffset="-11733.05">15468 10806 177 0,'-1'-14'244'0,"-5"-1"0"0,4 5-2 15,0 0-8-15,-2 4-4 0,4-1-13 0,-1 2-17 16,-2 0-23-16,2 1-29 0,1 4-12 0,-4-2-13 0,4 2-11 15,0 0-12-15,0 0-8 0,-1 16-12 0,2-6-9 16,3 3-7-16,0 8-5 0,-3-1-3 0,5 7-6 16,-2-2-4-16,1 4-5 0,-2-1-3 0,6-1-4 15,-3 2-4-15,-2 1-1 0,1 0-4 0,2 1 0 16,-2 0-1-16,2-3-4 0,-1 0 0 0,-2 1 6 16,3-4-13-16,-3-6 0 0,0 1-15 0,-3-4-21 15,6-1-19-15,-4-2-20 0,-2-3-31 0,2 1-32 16,0-6-37-16,-2 2-28 0,2-4-51 0,-2 0-176 15,-1-3-452-15,3 2 200 0</inkml:trace>
  <inkml:trace contextRef="#ctx0" brushRef="#br0" timeOffset="-11529.94">15391 11040 193 0,'-10'-8'296'0,"5"3"-6"0,1 3-13 16,0-1-10-16,-2-1-10 0,5 1-16 0,1 3-14 15,-4-3-23-15,4 3-19 0,-3-4-18 0,3 4-13 16,0 0-18-16,7-4-15 0,-7 4-17 0,0 0-30 16,16 2-33-16,-7-1-36 0,0 0-35 0,0 0-40 15,2 2-54-15,-1 0-57 0,2 0-46 0,-6 0-208 16,3 0-470-16,-4-2 207 0</inkml:trace>
  <inkml:trace contextRef="#ctx0" brushRef="#br0" timeOffset="-11076.86">14598 11040 147 0,'-14'-3'278'0,"-1"2"-12"0,4 0-10 0,2 1-4 16,2-2-8-16,0 1-15 0,3 0-9 0,4 1-28 16,0 0-13-16,0 0-27 0,0 0-11 0,34-2-14 15,-11 0-12-15,7 4-12 0,3-1-11 0,-1-1-8 0,4 2-10 16,-5 2-8-16,0-4-7 0,2 1-4 0,-10-2-4 16,-2 1-4-16,-1 2-5 0,-7 0-12 15,-3-2-4-15,2 2-10 0,-5-2-17 0,-2 1-22 0,-5-1-14 16,0 0-20-16,0 0-17 0,0 0-25 0,-20-8-40 15,9 6-45-15,-2-1-46 0,-1 2-221 0,-6-1-486 16,-3-1 215-16</inkml:trace>
  <inkml:trace contextRef="#ctx0" brushRef="#br0" timeOffset="-8903.73">16082 11281 111 0,'0'-11'295'0,"1"0"-18"0,0-2-23 0,2-1-21 15,2-2-16-15,4 0-15 0,0 1-18 0,1-2-12 16,6 0-22-16,-2 3-13 0,3 0-9 0,-2 1-19 16,4 3-8-16,-3-3-11 0,1 6 5 0,-5 0-5 15,3 2-10-15,-2 0-3 0,-3 2-12 0,3-2-7 0,-5 4-5 16,1-2-6-16,-3 1-6 0,0 1-5 0,0 1-6 15,-6 0-6-15,13 1 1 0,-6 0-5 16,-3 3-3-16,3 0-4 0,0 1-4 0,0-1 2 0,1 5-3 16,-3 0 0-16,2 1-2 0,4 0 0 0,-1 5 1 15,-2 0-2-15,1 0-2 0,-2 2 0 0,3-3 2 16,-2 1-4-16,0 0 5 0,-3-2-1 0,1-1-1 16,-5-1-1-16,5 0-2 0,-5-2-2 0,-1 1 2 15,0-2-1-15,-3-2 3 0,-1 1 5 0,0-1-5 16,-3-2 8-16,-5-2 22 0,1-1 8 0,0 1 7 15,-1-4 4-15,-2 2-3 0,2-1-10 0,0-1 1 16,0-1-8-16,1-2 6 0,4 1-10 0,0 1-5 16,3 0-12-16,1 1-31 0,1-3-33 0,2 0-42 0,0 5-48 15,8-5-60-15,0 2-48 0,-1 2-57 16,6 1-177-16,1-1-526 0,1 2 234 0</inkml:trace>
  <inkml:trace contextRef="#ctx0" brushRef="#br0" timeOffset="-7935.07">16603 10842 258 0,'-2'-13'370'16,"-3"2"-10"-16,3 0-13 0,0-1 6 0,-1 5-16 0,1-1-14 15,1 2-24-15,1 2-29 0,0-1-32 0,-4 1-31 16,4 4-22-16,0 0-22 0,0 0-15 0,0 0-9 15,4 14-21-15,-3-2-13 0,2 4-3 0,0 1-14 16,0 2-8-16,2 1-7 0,-5 7-14 0,2 0-3 16,0-1-7-16,0 3-1 0,-2-1-11 0,1 0 2 15,-1-7-1-15,0 6-7 0,0-7-24 0,0 2-25 16,1-3-19-16,-1-1-32 0,2-2-15 0,-2 1-19 16,0-5-10-16,3 0-15 0,-1-2-18 0,-4-2-16 15,4-1-18-15,-1 0-14 0,2-2-29 0,1-1-12 16,0-3-1-16,-1 1 0 0,-3-2 7 0,7 0 7 15,-7 0 26-15,7-5 19 0,-2 2 24 0,-1-1 17 16,0-3 27-16,-2 1 28 0,3 0 35 0,-2-2 25 0,1-1 25 16,-3 3 23-16,2-1 24 0,2 0 19 0,-3-2 15 15,-1 3 19-15,3-1 0 0,-1-2 9 16,-2 2-3-16,3 1 0 0,1-1-12 0,-1 4-4 0,1-4-10 16,2 4-9-16,-3-2-6 0,1 3-9 0,4-1-7 15,0 2-4-15,1 0-4 0,2 2-5 0,1 2-4 16,-2-2-7-16,4 4-1 0,-4 0-3 0,5 2-2 15,-2-1-2-15,5 4-4 0,-4-2 1 0,-2 0-1 16,-3-2-6-16,1 3 1 0,-3-1-1 0,3-1-3 16,-5 1-2-16,0 1 2 0,-1-3-2 0,-3 2-2 15,2-2-1-15,-4-1-4 0,0 2 4 0,0-2-2 16,-4-1 1-16,3 0 3 0,-5-2-5 0,0 0 3 16,6-2 0-16,-10 1-1 0,2-1 4 0,8 0 2 15,-11-4 1-15,4 1 18 0,2 0 3 0,-3-1 7 16,4 0 3-16,2-3 1 0,1 2 1 0,1-2-3 15,1-1-4-15,-1-2 11 0,4 1-15 0,4-1-5 0,-1-1-1 16,0 4-8-16,1-1 3 0,1-1-2 0,-3 5-2 16,2-3-2-16,-1 3-1 0,-3 0-2 15,4 3-6-15,-1 1 10 0,-7 0-14 0,12 0-1 0,-4 1-1 16,-4 3-1-16,2 1 4 0,-1 1-1 0,2 2-1 16,0 2-2-16,-2 0-1 0,2 2 0 0,-3-2 6 15,3 2 0-15,1 0-1 0,-2-3 1 0,2 2-3 16,-4-4 11-16,6 2-9 0,-4-1-1 0,-2-2 12 15,3-1-11-15,-3 1 3 0,2-2 4 0,2-3-7 16,-3 3 0-16,1-4 4 0,-6 0-3 0,12-5-2 16,-5 1 1-16,-2 0 2 0,2-1-5 0,0-3 5 15,0-2-3-15,-1 1-2 0,3-2 2 0,-4 0 0 16,1-2-1-16,-1 2 3 0,4-1-1 0,-5-1 12 0,2 2 6 16,-3-1 8-16,2 4 3 0,-2-3-5 15,0 5-6-15,-1-2 1 0,-1 2-4 0,1 1-3 16,-1 1-4-16,-1 4-15 0,0-4-9 0,0 4-9 0,0 0-19 15,0 0-8-15,0 0-23 0,0 0-26 0,-4 15-22 16,4-8-38-16,0 2-25 0,1-3-36 0,1 2-37 16,2 1-201-16,-1 0-494 0,4-3 219 0</inkml:trace>
  <inkml:trace contextRef="#ctx0" brushRef="#br0" timeOffset="-7440.42">17553 11068 284 0,'-5'-6'284'16,"1"-2"-9"-16,0 2-10 0,-2 0 0 0,-1 0-22 15,1 2-16-15,-1 1-20 0,-3 0-12 0,4 3-15 0,-3 0-21 16,1 0-11-16,0 1-12 0,0 2-6 0,-2 2-11 16,1 3-8-16,2 0-11 0,0 1-9 15,3 0-8-15,-1 0-11 0,2 3-5 0,1 0-2 0,2-2-7 16,2 1 0-16,2-1-7 0,0 3-8 0,0-5-3 15,6 4 6-15,1-6-14 0,2 7 3 0,-1-7-8 16,2 1-1-16,1-3-1 0,-1-1-1 0,5-2-3 16,-3 1-26-16,3-4-5 0,-7 1-11 0,7-4-14 15,-1-3-14-15,0 1-13 0,-2-6-14 0,2 3-15 16,-5-4-13-16,2-3-7 0,4-4-39 0,-1-2-14 16,0 0 7-16,-1-3-17 0,-2 1 5 0,-2-4 7 15,-2-2 16-15,-4 3 16 0,0-2 41 0,-1 4 25 16,-6-1 61-16,-3 6 35 0,2-2 22 0,-3 4 8 0,2 2 9 15,-5-1 12-15,2 3 7 0,-2 3 6 16,3 1 8-16,0 2 1 0,0 1-3 0,3 2-11 16,-1-1-8-16,-2 1-16 0,0 5-5 0,3-2-9 0,1 3-4 15,0 0-4-15,-10 10-14 0,10-2 5 0,-2 2-1 16,0 5-2-16,-1 2-4 0,2 0-8 0,2 10 4 16,-1-7-5-16,3 10-2 0,-3-4 1 0,2 0-4 15,0-5 1-15,2 8-6 0,2-2-16 0,-1-3-12 16,1 4-26-1,-1-8-25-15,3 5-25 0,-2-5-29 0,-1-5-37 16,-1 1-40-16,0-5-42 0,2-1-229 0,-5-2-509 0,3-3 226 16</inkml:trace>
  <inkml:trace contextRef="#ctx0" brushRef="#br0" timeOffset="-6956.08">17776 10984 102 0,'-1'-9'261'0,"-2"4"6"0,1 0 1 15,0-3-5-15,2 4-7 0,-3 0-16 0,3 0-26 16,0 4-18-16,-1-5-17 0,1 5-22 0,0 0-15 16,10-3-15-16,-10 3-15 0,13 8-10 0,-6-4-8 15,5 1-8-15,0 2-11 0,1 0-7 0,4 0-8 16,-6 1-6-16,10-1-7 0,-8-3-4 0,6 3-13 16,-6-2-10-16,4 2-7 0,-4-6-5 0,-2 5-4 0,3-4-4 15,-1 1 6-15,-6-2-2 0,3 0 2 16,-3-1-4-16,1 2 0 0,-2-5 9 0,-6 3-5 15,8-2-4-15,-4-1 1 0,-4 3-3 0,3-3 2 0,-3 3 5 16,0 0-4-16,2-4-3 0,-2 4-3 0,0 0 0 16,0 0-3-16,0 0 4 0,0 0 0 0,-9 15 0 15,7-12-2-15,2 3 4 0,-4 2 3 0,4 0-3 16,0 4-1-16,0-2-2 0,2 1 6 0,0 1-2 16,2-1 5-16,1 1-7 0,-3-2 7 0,3 1-4 15,1-3 0-15,1 3 1 0,-3-6 3 0,3-1 2 16,-3 2 0-16,2-3-4 0,3-1 2 0,-4 0-3 15,4-2 8-15,-4-3-9 0,3 1 1 0,-1-5-3 16,0 1 5-16,0-1-4 0,-2-2 3 0,3-1 0 16,-4 0-1-16,2-2 2 0,-2-1-3 0,1 2 11 15,-3-1 14-15,2 1 5 0,-3 0 2 0,1-1-7 16,0 1-1-16,-2 1-5 0,0 0-1 0,0 2-4 0,-2 1-2 16,2 1 0-16,0 0-3 0,-2 4-8 0,2 2-14 15,-3-5-15-15,3 5-9 0,0 0-17 16,0 0-17-16,0 0-18 0,-12 7-19 0,12-4-28 0,-1 5-27 15,-1-2-22-15,1-1-29 0,0 1-23 0,1 2-193 16,-2-1-463-16,4 0 206 0</inkml:trace>
  <inkml:trace contextRef="#ctx0" brushRef="#br0" timeOffset="-6268.65">18262 11036 35 0,'1'-4'201'0,"2"2"-9"0,0-1-7 15,2 1-22-15,-2-1-15 0,-3 3-13 0,9 0-12 0,-9 0-10 16,10 4-1-16,-6-1-5 0,2 1-11 16,-1 3 0-16,2 1-9 0,1 0-11 0,-3 2-5 15,2-2-10-15,1 2-3 0,-4 0-3 0,2 0-6 0,-1-1-4 16,-2 0-7-16,3-1 0 0,-1-3-4 0,-3 0-4 16,1 1 1-16,-1-2-3 0,-1-1 11 0,0 2 18 15,-1-5 16-15,0 0 2 0,0 0-7 0,0 0 0 16,0 0 2-16,0 0 1 0,0 0-5 0,-2-14-8 15,2 6-3-15,-2 2-3 0,4-1-8 0,-2 1 0 16,1-1-4-16,0 0-5 0,5-2-5 0,1 0-8 16,1 0-12-16,0 0-8 0,4 2-9 0,4-5-24 15,2 4-18-15,3 0-22 0,2 3-1 0,-3 0 7 16,3 0 3-16,-1 1 3 0,-3 0 6 0,-1 2 6 16,-2 1 4-16,2-3 6 0,-3 3 2 0,-2-1 3 15,-3-1 4-15,-1 1 6 0,-2 2 9 0,1-1 8 16,-4-2 1-16,2 2-3 0,-6 1 2 0,1-4 4 0,-1 4 1 15,0 0 5-15,-15-5 0 0,8 5 4 0,0 0 0 16,-2-3 2-16,-2 6 1 0,4 0 2 16,-3 0-1-16,1 1 3 0,-3-1-5 0,1 1-1 0,0 3 2 15,6-2-1-15,-3 3-3 0,-2 0 2 0,5-1-1 16,1-1 0-16,1 4 0 0,0-3 4 0,3 1-4 16,0 0 0-16,2 1 1 0,0 1-2 0,4-1 1 15,2-1-2-15,1-1 2 0,1 0-1 0,-2-1-2 16,4-2 2-16,1 0-5 0,1-2-20 0,4 1-15 15,1 0-10-15,-4-6-11 0,0 3-7 0,4-4 4 16,-4 1 6-16,-1 0-4 0,-1-1 12 0,1-4 4 16,-2 2 1-16,-2-3 8 0,1 0 1 0,-1-1 2 15,1-3 7-15,-2 3 7 0,1 0 14 0,-1 1 3 0,2-1 5 16,-3-1 30-16,2-1 10 0,0 4 6 16,-2-3 8-16,4 2 13 0,-2-1-3 0,2 5 3 15,-1-3-10-15,-1 2 0 0,3 2-5 0,-2-1-8 0,-3 1 2 16,6 1 1-16,-5 3-13 0,-2 0-7 0,7 4 1 15,-9-1-9-15,3 3-6 0,-1-2 0 0,0 5-1 16,-2 0-5-16,-1 4 0 0,-1-4-3 0,-3 4 0 16,-3-1 0-16,1 1-3 0,-6 1-24 0,1 2-30 15,-3-3-29-15,-1 2-45 0,-2-2-49 0,0-5-52 16,-4 3-252-16,-1-2-509 0,-4-3 226 0</inkml:trace>
  <inkml:trace contextRef="#ctx0" brushRef="#br0" timeOffset="-5518.72">16539 10975 343 0,'0'0'378'0,"-6"-3"-6"0,2 1 4 0,4 2-10 15,-4-2-12-15,4 2-4 0,-3-3-17 0,3 3-29 16,-1-7-28-16,1 7-29 0,4-6-23 0,-1 3-28 16,2-1-16-16,-1 1-22 0,5 0-18 0,3 0-22 15,1-1-37-15,2 3-44 0,2-3-50 0,6 2-46 16,0-2-52-16,-3 1-53 0,-1 3-75 0,7-4-88 0,-4 2-327 16,7-2-708-16,-11 2 314 0</inkml:trace>
  <inkml:trace contextRef="#ctx0" brushRef="#br0" timeOffset="-1585.41">19626 11298 66 0,'-8'-3'414'0,"-2"-1"1"0,2 1 7 15,2-2-11-15,0 3-8 0,-1 1-21 0,0-2-26 16,2 1-35-16,1 0-29 0,4 2-30 0,0 0-25 15,-7-3-19-15,7 3-32 0,0 0-18 0,0 0-15 16,0 0-4-16,0 0-9 0,11 11-14 0,-6-7-13 16,6 1-6-16,-2 0-17 0,3 0-10 0,-4 1-7 15,1-1-6-15,2 2-12 0,-4 1-6 0,-3-3-16 16,4 3-15-16,-5-2-13 0,1-1-19 0,-4 3-23 16,0-2-24-16,-4 0-24 0,-4 1-39 0,-2 2-36 0,-6-1-34 15,2 2-25-15,-6-2-39 0,1 0-40 0,1-1-54 16,-1-1-317-16,0 2-723 0,4-4 320 15</inkml:trace>
  <inkml:trace contextRef="#ctx0" brushRef="#br0" timeOffset="-616.75">20099 10917 289 0,'0'0'313'0,"-5"-3"-31"0,5 3-29 15,0 0-25-15,0 0-30 0,0 0-16 0,0 0-18 0,-11 10-13 16,8-5-20-16,2 0-10 0,-4 1-12 16,0 3-10-16,3 0-12 0,0 4-6 0,-1-1-8 15,1-1-9-15,2 2-5 0,0-2-3 0,0 2-6 0,0 0-5 16,5-2-8-16,-3 2-1 0,2-1-8 0,0-3-2 15,4-1 0-15,-4-1-5 0,3 2 2 0,0-2-3 16,-2-1-8-16,2-2-7 0,-1-1-4 0,4-1-7 16,-3-1 4-16,0-1-3 0,1-3-2 0,4 2 0 15,-3-3 5-15,0-2-7 0,3-1 6 0,-2-1-1 16,-1-2 3-16,1 2-4 0,-1-3 2 0,-2 2 2 16,3-2 4-16,-4 1 14 0,1-2 8 0,0 1 9 15,0 1 11-15,-3 2 7 0,0 0 6 0,-1 0 4 16,1 5-10-16,-3-2-2 0,-1-1-3 0,4 2-8 15,-4 2-6-15,0 2-9 0,0 0 0 0,0 0-5 16,0 0 1-16,0 0-4 0,7 14-2 0,-3-9-2 16,-1 6 6-16,2 0-7 0,-2 1-4 0,5-1 8 0,-2 0-11 15,2 1 2-15,1 3-2 0,2-1-9 0,4-1-4 16,-7-4-5-16,3 0-1 0,3 1-7 16,-5-5-2-16,4 1-3 0,-3 0-2 0,0-3 4 0,1-1 5 15,2-2 3-15,-6 0 0 0,2-2-3 0,-2-2 5 16,0-1 3-16,-1-2 7 0,-1-3-5 0,1 0 3 15,-5-3-1-15,1 0 4 0,-4-5-1 0,2 0 4 16,-1 1 4-16,-5-2 1 0,2-1 3 0,0 1 12 16,-4-1-5-16,1 5-1 0,-1-1-1 0,3 3 1 15,0 3-7-15,-4 0-1 0,4 2-3 0,0 1-11 16,0 2-24-16,1 0-22 0,-2 4-28 0,2 0-27 16,4 1-33-16,0 0-33 0,-8 5-40 0,8-5-43 15,2 9-180-15,-1-3-474 0,8 3 210 0</inkml:trace>
  <inkml:trace contextRef="#ctx0" brushRef="#br0" timeOffset="242.55">20891 10966 182 0,'-3'-5'242'16,"-1"-2"4"-16,0 2-13 0,-3 0-10 0,5 0-15 0,-8 2-13 15,6-2-15-15,-3 3-12 0,0-1-15 0,-3 1-16 16,0 2-14-16,2-2-12 0,-3 4-12 0,-3 0-9 15,3 2-6-15,-1 1-12 0,1 0-6 0,0 4-8 16,2-1-4-16,-3 2-2 0,2-1-7 0,1 5-2 16,-1-3-2-16,7-3-5 0,-1 5-3 0,2-2 0 15,0 1-5-15,-1-1-3 0,6 0-2 0,1-1-1 16,-1-1 6-16,4 0-8 0,0-2-3 0,2 0-4 16,1-1-13-16,2 0-4 0,0-1-2 0,0-3-6 15,3 0-4-15,-4-2-7 0,3-3 6 0,-2-2-1 0,-1 0-3 16,4 0 1-16,-4-3 3 0,-3-1 3 15,4 0 3-15,-4-3-3 0,1 2 4 0,-4 0 5 16,2-2 10-16,-5 0 8 0,3-3 13 0,-4 4 7 0,0-2 12 16,-1 5 9-16,2-4 4 0,-4 2 6 0,2 3 2 15,-2-3-4-15,0 5-6 0,1-2-7 0,-1 2-5 16,0 2-11-16,2 3-5 0,-7-3-2 0,7 3-1 16,0 0-4-16,0 0-2 0,0 0-7 0,-11 6 2 15,8-1 1-15,3 2-3 0,-4 2-3 0,4-3-4 16,3 5-1-16,-2-3-5 0,-1 4-10 0,5-1-6 15,-1 0-5-15,0 0-11 0,1 0-6 0,3-2-14 16,-1 2-14-16,3-2-14 0,0-3-12 0,0 1-14 16,0-2-14-16,0 0-10 0,0 0 0 0,2-2-2 15,-4-2-2-15,0-1 4 0,1-1 11 0,0-2 11 16,2-1 5-16,-3-1 21 0,0 0 0 0,0-1 12 16,-1-4 11-16,-1 2 20 0,-1-2 18 0,-1 1 23 0,1-2 22 15,0 1 22-15,-1-1 11 0,-3 3 13 16,3-4 8-16,-2 5 3 0,0 2 7 0,-2-5 4 15,2 5-3-15,-1-1 0 0,1 2-4 0,-1-1-11 0,-1 5-13 16,1-4-5-16,-1 4-12 0,0-4 0 0,0 4-4 16,0 0-2-16,0 0-9 0,0 0-3 0,0 0 1 15,0 0-4-15,0 0-12 0,-2 15-14 0,2-15-15 16,-2 7-18-16,4-3-23 0,-4 1-29 0,2 2-29 16,2-2-44-16,-2-5-36 0,0 6-51 0,1-1-133 15,-1-1-414-15,0-4 184 0</inkml:trace>
  <inkml:trace contextRef="#ctx0" brushRef="#br0" timeOffset="805">21102 11017 174 0,'-7'-3'226'0,"-4"1"-4"16,-4-2-5-16,-5 2-1 0,-2-1-8 0,-2 1-9 15,-8-3-9-15,-2 3-7 0,-1-1-9 0,-6 2 0 16,0 1-8-16,-16 0-7 0,0 0-8 0,-7-1-12 16,-2 0-8-16,0-1-11 0,-1 1-10 0,2-1-3 15,-4 0-17-15,4 4-11 0,6 1-6 0,3-3-10 16,17 3 10-16,2-2-20 0,5 5-10 0,9-1-8 16,2-3-1-16,6 1-3 0,1 0 6 0,2 1-15 0,3 0-5 15,6 0-6-15,-1 0 5 0,5 0-9 16,3-1-10-16,10 2-5 0,5 0-12 0,10 1-14 15,3-1-5-15,4-2-15 0,3 2-8 0,3-4-14 0,15 4-17 16,-15-1-16-16,13-2-18 0,-1 2-14 0,-13-3-20 16,-1 1-7-16,3-1 15 0,-5 0 2 0,-3 2 8 15,0-3 7-15,-4 0 13 0,-7 0 1 0,-2 1 6 16,-4-1 12-16,-3-1 5 0,-2 1 23 0,-2-1 5 16,-1-2 13-16,-4 3 13 0,1-1 3 0,-7 1 11 15,3-4 11-15,-3 4 14 0,0 0-3 0,0 0 4 16,-14-8 6-16,6 7 0 0,-3 0-2 0,-1 1-2 15,-4-2 3-15,-1 2-17 0,-6-1-26 0,-5 1-37 16,-1 3-121-16,-5 0-217 0,3 0 96 0</inkml:trace>
  <inkml:trace contextRef="#ctx0" brushRef="#br0" timeOffset="1743.86">4878 11817 290 0,'-5'-2'406'15,"-5"-1"-16"-15,5 0-14 0,-3 3-34 0,2-2-32 16,1 1-25-16,5 1-28 0,-8-3-8 0,8 3-32 0,0 0-21 16,-2-4-22-16,2 4-10 0,0 0-18 0,21 0-17 15,-1-2-10-15,3 2-42 0,10 0-40 16,1-3-52-16,0 2-51 0,3 5-53 0,-1 0-69 0,1 1-93 16,-3 0-63-16,-1 4-182 0,-3 1-568 0,-2 0 251 15</inkml:trace>
  <inkml:trace contextRef="#ctx0" brushRef="#br0" timeOffset="2118.82">4964 13293 40 0,'-4'5'286'0,"3"0"-9"0,-1-2-1 15,1 0-23-15,1-3-21 0,4 3-8 0,-4-3-22 16,20-2-19-16,-2 0-17 0,2-1-17 0,9-2-23 16,5-2-62-16,0 1-67 0,1-1-76 0,6-3-76 0,-2 3-219 15,-2-2-405-15,0 1 180 0</inkml:trace>
  <inkml:trace contextRef="#ctx0" brushRef="#br0" timeOffset="3425.82">5983 13012 135 0,'0'0'209'0,"0"0"-13"0,0 0-21 0,-13 10-5 15,11-6-13-15,-1 1-8 0,-1-1-12 0,0 4-2 16,1-1-12-16,2 2-14 0,-2 3-3 0,3 1-2 0,0-2-10 15,-1 1-8-15,2 1-11 0,-1-2-5 0,3 6-7 16,-3-4-6-16,1-2 0 0,2 3-13 16,-2-1-4-16,5-2-2 0,-2 3-3 0,-3-4-3 0,3 1-3 15,-2-4-5-15,-1 1 1 0,2-3-5 0,1 2 0 16,-3-2-1-16,-1 1-2 0,3-2 4 0,-3-1-4 16,0-3 0-16,5 2-1 0,-5-2-2 0,0 0-3 15,0 0 2-15,11-7-3 0,-11 2-2 0,4-1 5 16,-1 1 18-16,1-5 5 0,0 3 0 0,0 0-3 15,0-2-2-15,2 0 10 0,-1-1 6 0,-1 1 10 16,3 1-4-16,-4-1-6 0,2 1 1 0,-1 2-4 16,2 1-3-16,-2 1-4 0,0-2-3 0,0 3-2 15,1-2-7-15,-1 2-7 0,-4 3 1 0,10 0-7 0,-10 0 2 16,11 4-3-16,-2 0 0 0,-2 1-6 16,1 1 4-16,1 3-5 0,1-1 4 0,-1 0-2 15,0 2-1-15,3 3-4 0,2 0 4 0,-4 2 1 0,0-6-2 16,0 0-2-16,2-1 3 0,-3 0-1 0,1 0 0 15,0-1-1-15,-1-1 4 0,-2-3 2 16,0 1-3-16,0-2 19 0,-1 0 18 0,1-3 30 0,-7 1-6 16,11-2 7-16,-5-2-6 0,0 0 4 0,-2-1 10 15,3-4 1-15,-3 3 0 0,-2-5-6 0,2 1-4 16,-1 0-2-16,-1-1-4 0,1-4-15 0,-2-1 2 16,0-1-6-16,1-1-5 0,1 6-9 0,-2-6-1 15,0 0-13-15,1 5-20 0,3-1-26 0,-3 2-21 16,-1 0-30-16,2 2-21 0,-2 2-25 0,0 2-42 15,1 1-48-15,2 0-49 0,-2 3-15 0,1-1-24 16,-3 3-265-16,0 0-613 0,11 6 271 0</inkml:trace>
  <inkml:trace contextRef="#ctx0" brushRef="#br0" timeOffset="4519.47">6656 13157 154 0,'0'-6'248'0,"0"0"-10"0,-1 0-9 15,-2-2-4-15,1 2-10 0,0-1-12 0,-2-1-15 16,1 3-18-16,-4-1-14 0,3 1-18 0,0 1-12 16,-4 0-9-16,2 0-14 0,-3 2-11 0,-2 1-6 15,1-1-16-15,-3 2-9 0,2 2 0 0,-1 0-8 16,-3 2-6-16,-4 1-3 0,4 4-5 0,-4 0-7 15,1 0 1-15,2 1-7 0,-1 2-4 0,4-1 0 16,1-2-5-16,-3 2 0 0,1 4 0 0,7-5-3 16,-3 5 0-16,3-2 6 0,2-3-10 0,4 1-1 15,1-4 4-15,0 4-2 0,4-3-6 0,-1 0 6 16,3-3-1-16,4 0 0 0,1-1-4 0,3-3 0 16,-1 1 0-16,0-2 1 0,1-3 1 0,4 1-7 0,0-3 1 15,-1-3-2-15,-3 3 2 0,-1-2-1 0,-3 0 2 16,3-2-1-16,-4 1-2 0,2-2-2 0,-3 1 7 15,-1-3 1-15,1 3 0 0,-4-1 5 0,2 2 21 16,-4-1 6-16,1 4 0 0,-2-1 1 0,-1 0 4 16,0-1-7-16,0 2-2 0,0 0-1 0,0 1-8 15,0 0-10-15,0 4 3 0,0 0-4 0,0 0-2 16,-4-4 0-16,4 4-2 0,0 0-3 0,0 0-3 16,-2 13-5-16,0-9-4 0,2 2-12 0,0 2-10 15,2 1-2-15,-1-3-13 0,0 6-12 0,3-5-7 16,-1 6-7-16,3-3-4 0,0-2-3 0,-2 1-8 15,2-3 5-15,-1-1 1 0,2-2-2 0,1 2-4 16,0 0 6-16,1-5 4 0,-4 1 5 0,2-1 10 16,1 0-2-16,0-4 8 0,3-1 4 0,-4 0 7 0,1-2 11 15,0-1 0-15,-1 0 9 0,2-2 11 16,0 3 17-16,-4-4 16 0,1 4 7 0,-2-5 6 16,0 5 8-16,-2-1 3 0,1 1 0 0,-2 5 2 0,5-5-2 15,-3 2 1-15,-3 0-6 0,0 2-8 0,0 3-6 16,2-3-3-16,-2 3-2 0,0 0-3 0,0 0 0 15,0 0-3-15,-1 16-3 0,1-9 1 0,1 0-3 16,-1 0-1-16,2 2-4 0,-1 3-1 0,-1-6 3 16,6 6 1-16,-4-5-2 0,4 5-3 0,-2-3 1 15,3 0-2-15,-3-3-2 0,1 0 1 0,-1-1 2 16,3-2 1-16,-2-1-1 0,2-4 2 0,-7 2-3 16,10-2 4-16,-4-2-2 0,3-3-3 0,-4 2 1 15,1-3 0-15,-1 1 4 0,3-3 8 0,-4 1 17 16,0-3 5-16,2 2 2 0,-2-2 0 0,0 5 4 15,0-3 9-15,3-1-15 0,-3 4 3 0,-3 0-2 16,3 1-5-16,-2 1-1 0,0 1-12 0,0 0-2 0,1 1-4 16,-3 3 1-16,0 0-7 0,0 0-3 0,0 0 6 15,12 8-5-15,-10-3 0 0,1 0 3 16,1 1-5-16,-1 3 11 0,3-1-9 0,-1 3-6 0,3-1 6 16,-1 1 8-16,1-2-17 0,3 2-11 0,-2-4 1 15,4 0-13-15,-1-2-8 0,-1 0-10 0,4-1-7 16,-3-1-6-16,2-1-6 0,-1-4-8 0,-2 1 2 15,5-3-2-15,-5 1-5 0,2-2 1 0,0-3-2 16,-1 1 1-16,3-7-3 0,-4 2-20 0,4-1 5 16,-4-4 0-16,0 0-4 0,1-2-1 0,3-5-3 15,0-3 7-15,-7 2 5 0,3-4-8 0,-2 0 25 16,-2-1 10-16,0 4 26 0,-4-2 31 0,-2 2 39 16,-1 6 35-16,0 0 24 0,-1 2 19 0,-2 5 18 0,3-4-1 15,-4 4-4-15,3 2 6 0,-2 0 5 16,2 3-1-16,1 2-8 0,-2 1-17 0,-1 0-10 15,1 2-9-15,2 3-12 0,0 0-12 0,0 0-10 16,-12 10-5-16,9-1-2 0,0 4-5 0,-1 5-1 0,3 1-8 16,-1 8-1-16,1 3-2 0,1-4-6 0,1 5 1 15,2-2-6-15,1 2 0 0,-1-2-14 16,4 4-7-16,1-4-21 0,-1 1-22 0,5-5-25 0,-1 2-33 16,0-1-41-16,1-1-37 0,0-2-36 0,-1-5-41 15,1-4-43-15,2-1-155 0,-6-4-490 0,3-4 217 16</inkml:trace>
  <inkml:trace contextRef="#ctx0" brushRef="#br0" timeOffset="4675.71">7332 12977 360 0,'-10'-7'358'0,"1"-1"-17"0,2 3-24 0,2 1-17 15,-1-1-25-15,2 1-21 0,0 2-21 16,0-3-22-16,3 3-22 0,1 2-22 0,0 0-19 15,0 0-24-15,0 0-36 0,21 1-47 0,-9 2-55 16,6 1-72-16,1 0-95 0,6 1-103 0,-3-2-190 0,2 2-513 16,-1-4 228-16</inkml:trace>
  <inkml:trace contextRef="#ctx0" brushRef="#br0" timeOffset="5724.02">8193 13066 2627 0,'-4'-10'65'0,"2"4"-19"16,1-1 16-16,0 2 30 0,-1-2 2 0,0 1-9 16,0 0-11-16,1 1-12 0,-3 1-17 0,4 4-3 15,-1-5-10-15,1 5-2 0,0 0-5 0,0 0-3 16,0 0-1-16,8 10 0 0,-6-3-5 0,5 2-1 15,0 0-3-15,-1 0-1 0,1 1 4 0,0 0-6 16,2 1-2-16,0 4-1 0,-1-3 3 0,-1-1-4 16,-2 1 1-16,4-1 0 0,-3-1 2 0,-3-3-3 15,0 2 0-15,2-4-1 0,-2 0-1 0,-2-1 2 0,2 1 1 16,-1-3-3-16,-2-2 4 0,2 3 2 16,-2-3-1-16,0 0-4 0,0 0-1 0,7-14 2 15,-7 7-2-15,4-1 0 0,-4-3-3 0,3 0 6 0,-1-1-5 16,3 1 1-16,-1-6 6 0,-2 6 17 0,4-2 12 15,-1 0-6-15,2 0 1 0,-3 3 2 0,3-2-3 16,-3 1 1-16,0 4-5 0,0 2-3 0,0-2-2 16,-1 3-10-16,1 0 2 0,0 3-3 0,2-2 0 15,-6 3-3-15,0 0-3 0,14 5 2 0,-9-1-2 16,0 3 1-16,2 1-1 0,-2 3 2 0,2-1-2 16,1 2-6-16,-1-1-8 0,3 4-6 0,-2 1-4 15,-3-5-6-15,1 1 1 0,-2 0-6 0,1-1-3 16,1-2 7-16,0 1 0 0,-3-5 3 0,1 1 4 15,-4 0 6-15,3-3 0 0,1-1 2 0,-4-2 14 16,6 2-12-16,-6-2-2 0,0 0 4 0,7-6-1 16,-4 0-2-16,0 1 13 0,0-2 6 0,-2-2 5 15,3 0 8-15,-1-1 0 0,0 0 13 0,2-2 4 0,-2 2 3 16,1 1 6-16,-3-1-1 0,3 2-1 16,-4 1-4-16,4 1 5 0,-2 0-14 0,-1 0-3 15,-1 0 12-15,1 4-25 0,-1 2-2 0,0 0-5 0,3-3 4 16,-3 3-5-16,0 0 3 0,7 6-6 0,-3 2 1 15,0-1 3-15,3 1-5 0,0 2-1 0,1 0 1 16,5 3-1-16,0 0-3 0,2 0-5 0,-3-1-8 16,8 0-9-16,-2-1-1 0,4-2-13 0,5 2 4 15,-4-4 3-15,-4 1-13 0,6-2 3 0,3-2 4 16,-5 0 0-16,1-2 9 0,-1-2 0 0,-2 0 2 16,0-1 4-16,-5-4-3 0,3 1 8 0,-5 1-1 15,-1-4 0-15,-2-1 4 0,0 2 0 0,0-4 6 16,-4-1 2-16,0 1-5 0,-2-3 1 0,-1 0 6 15,-1 1-3-15,-3-1-1 0,-1 1 5 0,-4 0 9 16,4-1 21-16,-3 0-8 0,0 4 1 0,-3-3 11 16,0 5-16-16,-4-4-1 0,3 5 0 0,-3 0-6 0,-1 2-5 15,1 0 5-15,-1 2-5 0,0 2 5 0,2 2-8 16,-2 2 2-16,1 0-5 0,1 2 5 16,1 0-3-16,-2 3 4 0,6-1 11 0,-1 2-17 0,3-1 7 15,1 3-8-15,2 2 7 0,2-5 8 0,3 3-7 16,1-2 0-16,3 1 1 0,5 2 2 0,3-1-9 15,3-1 5-15,-2-2-1 0,11 1 12 0,-4-2-11 16,4-1-3-16,-3-4-10 0,4-2-20 0,0 4-19 16,-6-5-26-16,-5-2-27 0,4-1-31 0,-2-1-31 15,-4 2-48-15,-2-4-40 0,-1-1-48 0,-2 0-187 16,-2-3-524-16,-1-3 232 0</inkml:trace>
  <inkml:trace contextRef="#ctx0" brushRef="#br0" timeOffset="5958.37">9311 12731 45 0,'-3'-3'305'0,"2"-1"-5"0,1 4-13 15,0-7-21-15,-3 5-22 0,3 2-27 0,-1-5-21 16,1 5-24-16,0 0-16 0,0 0-15 16,0 0-15-16,0 0-9 0,0 15-17 0,0-9-11 0,1 2-6 15,-1 4-5-15,4 6-10 0,0 0-4 0,-1 0-12 16,1 1-4-16,0 1-1 0,-1 6-8 0,-2 2 1 15,5-2-8-15,-6 0-33 0,2-5-23 0,0-1-23 16,-1 1-32-16,1-2-33 0,-1 0-37 0,3-1-12 16,3-1-39-16,-3-6-14 0,0 0-174 0,0-4-420 15,3 2 186-15</inkml:trace>
  <inkml:trace contextRef="#ctx0" brushRef="#br0" timeOffset="7161.38">9496 12832 98 0,'-1'-12'260'0,"2"0"-2"0,-2 1 1 15,2 3-8-15,-1 2-12 0,-1 0-17 0,2 1-19 16,-1 0-24-16,0 5-21 0,-3-6-20 0,3 6-13 16,0 0-9-16,0 0-13 0,0 0-12 0,-4 19-7 15,4-7-10-15,0-1-7 0,0 7-7 0,0 0-2 16,2 1-10-16,-2-1-3 0,2 0-4 0,1 4-6 15,-3-3-2-15,3 1-4 0,2 1-4 0,0-2-4 16,0-1 1-16,0 1 0 0,-1-2-2 0,0-4-3 16,3-2-1-16,-6 1-2 0,6-3-5 0,-3 0 4 15,-1-4 0-15,0 0 1 0,-2-1 1 0,3 0 9 16,-1 0 28-16,1-2 13 0,-4-2-21 0,4 1 2 16,-4-1 7-16,4 2 13 0,-4-2 5 0,0 0-3 0,8-4-8 15,-8 4-2-15,4-4-5 0,-4 4-7 0,7-2-3 16,-7 2-5-16,4-6-7 0,-1 5-3 15,-3 1-2-15,0 0-8 0,3-4 1 0,-3 4-7 0,0 0-2 16,0 0-24-16,12 4-17 0,-9-2-2 0,-1 3-24 16,5 1-9-16,-3-1-15 0,2 0 2 0,2 3-18 15,-3-1-13-15,6 0-27 0,-3 2-14 0,3-6-12 16,-1 4-15-16,1-1-5 0,0-1-10 0,-6-2-13 16,6-3 0-16,-6 1 4 0,3-1 10 0,-2 0 21 15,3-1 17-15,-9 1 25 0,11-3 24 0,-8 0 24 16,2-3 24-16,1-1 26 0,-5 2 19 0,3-3 24 15,0 0 15-15,0 0 26 0,-1-2 26 0,1 0 20 16,-2 2 22-16,-1 1 14 0,-1-1 4 0,3 2-3 16,-2-2 8-16,-1 3-3 0,0 0-2 0,2 0-11 15,-2 1-13-15,0 4-10 0,0-6-15 0,0 6-11 16,0 0-9-16,0 0-3 0,0 0-8 0,0 0-6 16,0 0-8-16,0 0-2 0,2 15-1 0,1-10-5 0,-1 3-6 15,1 1-4-15,5-2-2 0,-2 0-1 16,3 1-2-16,-1-1-1 0,2 0-1 0,2 0-3 15,-1 0-6-15,0-3 4 0,0 2-5 0,-3-3-5 0,2-1-2 16,-5-1 3-16,4-1-3 0,-9 0-4 0,10-3 5 16,-6 1 1-16,2 0-2 0,-5-4-5 0,-1 6 4 15,0-7-3-15,0 2-1 0,-4-3 4 0,1 0-5 16,-4 0 0-16,0 1 2 0,-2-1 2 0,0-1 0 16,0 0-1-16,-3 3 0 0,1-2 0 0,0 2 0 15,1 0-5-15,0 3 5 0,2-4-1 0,2 5-2 16,0-2-2-16,0 3 3 0,2-3-4 0,4 4 3 15,0 0-3-15,0 0-10 0,0 0-21 0,0 0-31 16,0 0-15-16,20 11-16 0,-6-8-25 0,5-2-20 16,2 5-18-16,3-1-15 0,6-3-1 0,1 2-3 15,-1-2-7-15,4-2-3 0,-4 2 0 0,0-5 10 16,-7 2 17-16,8 0 19 0,-9-2 21 0,0-1 27 0,-3 1 37 16,-3 1 24-16,2-3 36 0,-5 1 27 0,0-1 30 15,-5-2 22-15,5 5 21 0,-3-3 12 16,-6 0 13-16,0-1 8 0,2 1 5 0,-5 2 2 0,2-3 4 15,-3 0-5-15,0 1-6 0,-3-1-7 0,-2 2-10 16,2-2-6-16,-1 3-10 0,-2-1-14 0,-1 0-4 16,0 3-7-16,0 0-5 0,0 0-8 0,7 1-3 15,-21 3-5-15,10 1-1 0,-1 0 0 0,-3 2 2 16,2 1-9-16,-5 1 0 0,7 2-7 0,-4 0-5 16,0 3-3-16,3-5-6 0,0 7 2 0,3-5-6 15,2-1-1-15,0 1-3 0,5-1 1 0,-2 1 0 16,3-2-1-16,1 2-5 0,1-2 7 0,1 0-4 15,3-4-4-15,1 2-10 0,0-2-5 0,1 0-4 0,4-2-7 16,1-2-4-16,0 0-2 0,-1-2 2 16,3-2 2-16,0 0 2 0,-2-3-1 0,0 1 9 15,4-3-5-15,-2-1-2 0,1-3 2 0,-4 3 6 0,0-7-2 16,1-1 2-16,1-5-2 0,-6 4 2 0,4-9-1 16,-4 3 1-16,1 0 2 0,-2-2 1 0,-5 0-2 15,-1 5 19-15,-1 3 13 0,-1-2 7 0,2 2 4 16,0 1 10-16,-4-1 14 0,1 3 9 0,-1 3-1 15,0 0-2-15,0 3-6 0,0 1 0 0,-1-1-8 16,2 3-11-16,-1 1-6 0,1 2 14 0,-2 2-27 16,5 2 4-16,0 0-7 0,0 0 2 0,-10 4-3 15,6 4-4-15,4-1 1 0,0 4-11 0,0 1-18 16,2 1-9-16,0 3-8 0,6 1-16 0,0 2-12 16,-1-1-23-16,7 0-17 0,-1 5-29 0,2-7-34 15,3 6-30-15,2-1-23 0,-2-7-19 0,0-3-26 16,-3 1-10-16,5-3-190 0,2 0-497 0,-6-3 220 0</inkml:trace>
  <inkml:trace contextRef="#ctx0" brushRef="#br0" timeOffset="7380.11">10621 12942 61 0,'1'-7'115'0,"3"-1"23"0,-2-2 22 15,-4 0 17-15,-2 2 19 0,1-3 9 0,-1 1 2 16,0 2 2-16,2-1 0 0,-5 1-4 0,4 3-8 16,-7-2-7-16,6 2-17 0,1 1-4 0,-3 2-30 15,2 2-9-15,4 0-20 0,0 0-6 0,-11 5-8 16,5 1-9-16,4 1-3 0,0 3-11 0,-2-1-3 15,4 4-4-15,3-2-6 0,-3 4-8 0,4-3-1 16,0 5-11-16,0 0 2 0,0-2 11 0,2 2-22 16,-2-6 3-16,1 3-11 0,-1-2-1 0,0-2-5 15,2 3-3-15,-5-3-28 0,2-2-23 0,-3-2-18 0,0 0-22 16,-3 0-29-16,3-2-22 0,-5-1-35 16,-1 0-28-16,-2-2-40 0,-3-2-36 0,-1 0-190 15,-7-2-495-15,-4-2 219 0</inkml:trace>
  <inkml:trace contextRef="#ctx0" brushRef="#br0" timeOffset="7687.49">9307 12877 100 0,'-6'0'362'0,"-2"0"1"0,8 0 5 16,-9-1-42-16,9 1-31 15,-10-1-12-15,10 1-9 0,0 0-13 16,0 0-11-16,0 0-24 0,0 0-23 0,0 0-28 15,34 1-13-15,-12 0-17 0,6-1-42 0,4 1-55 0,3-2-54 0,2 2-62 16,0 1-69-16,-1-1-94 0,7-1-95 0,-7 0-204 16,2-1-573-16,2-1 253 0</inkml:trace>
  <inkml:trace contextRef="#ctx0" brushRef="#br0" timeOffset="8343.77">11288 12688 167 0,'3'-12'389'0,"-1"4"-13"0,-1-2-18 15,-2 4 2-15,2 2-11 0,-1-2-23 0,1 1-24 16,-1 5-36-16,0-5-30 0,0 5-23 0,0 0-25 16,0 0-20-16,0 0-12 0,0 0-16 0,-2 21-12 15,0-8-11-15,-3 3-6 0,5 1-8 0,-3 2-6 16,2 1-4-16,-2 0-14 0,0 7-9 0,3-1-6 0,-1-1-8 15,0-1-2-15,-1 2-8 0,-1 1-4 16,3-1 1-16,-1 1-10 0,1-9-19 0,0 0-35 16,0-1-25-16,0 2-28 0,1-7-33 0,-1 2-34 0,3-1-35 15,-1-1-39-15,-1-1-55 0,0-2-49 0,2-1-57 16,-3-2-191-16,4-2-613 0,-4 2 271 0</inkml:trace>
  <inkml:trace contextRef="#ctx0" brushRef="#br0" timeOffset="8796.85">11231 12945 133 0,'0'-6'337'0,"0"2"-11"0,0 4-5 16,0-6-4-16,0 6-27 0,-1-8-6 0,5 5-23 0,-4-1-22 15,4 1-18-15,-2-1-19 0,0 0-7 0,1 0-32 16,4 0-16-16,2 2-16 0,2-2-11 0,0 0-12 15,1 0-14-15,1 1-8 0,4 1-12 0,2 1-5 16,3-3-3-16,-3 5-9 0,2 2-13 0,-2-1 1 16,-4-1-5-16,-1 2-15 0,-1 1 6 0,0 0-7 15,0 0-6-15,-4 1-1 0,3 0 3 0,-5 1-10 16,4-1 3-16,-2 3 1 0,-3-1 2 0,2 0-3 16,-2 2-5-16,0 0-3 0,-2 0 14 0,5 0-20 15,-4 2 8-15,-1-4-5 0,4 2-10 0,-1 1 17 16,-1-2-2-16,-1 1-3 0,3-3 10 0,3 5-4 15,-3-5-6-15,3 0 7 0,1 0-8 0,-1-1 21 16,3-2-20-16,-1 1 4 0,4-3-10 0,-4-1 6 0,1 0 1 16,2-1 1-16,-2 0-8 0,1-2 10 0,-3 1-3 15,0-3-8-15,-1 1 5 0,-3 0 7 0,3-5-6 16,-4 2 5-16,-2-3-1 0,0 1-3 0,-4-1-1 16,-1 0 17-16,0 0-18 0,-1-2 3 0,-2 3-7 15,-1-1-3-15,-3 1-1 0,0-1-8 0,-4 2-24 16,0-1-29-16,-1 3-25 0,1-1-29 0,-3 4-27 15,0 1-38-15,0 0-46 0,2-1-48 0,-2 0-77 16,-2 3-183-16,4 2-584 0,-1 1 258 0</inkml:trace>
  <inkml:trace contextRef="#ctx0" brushRef="#br0" timeOffset="10588.91">12862 12806 169 0,'-3'-11'256'16,"1"4"-9"-16,-2-4-14 0,-2 3-15 0,-1-3-17 15,2 4-15-15,-4-1-13 0,-1-1-17 0,-1 3-10 16,-2 1-11-16,-4-2-6 0,-2 4-5 0,1 0-3 16,-5 3-11-16,3 2-10 0,-3 2-6 0,2 1-4 15,-7 5-8-15,8-2 0 0,-1 2-11 0,-5 6-11 16,7-4-5-16,4 1-5 0,0 3-5 0,1-2 1 0,5-4-9 16,1 3-4-16,5-2-2 0,-1 3-4 15,4-4 2-15,4 0-3 0,2 0-2 0,-1 0-1 0,10-2 4 16,0 1-10-16,5-3 1 0,2 0-5 0,-3-3 2 15,13 1-2-15,-9-1-5 0,8-6 3 0,-8 2-3 16,-4-5 1-16,6 0-1 0,-4-1 3 0,1-4-5 16,-4 0-4-16,6-6-10 0,-3-2-6 0,-2-1-3 15,-2-5-1-15,-2 1 1 0,0-2-2 0,-4-1 3 16,-4 1 0-16,1-2 2 0,-4 1 4 0,0-2-5 16,-4 2 3-16,0 0 8 0,-4 7 11 0,1-8 9 0,1 4 4 15,-5 7-4-15,3-1 9 0,0 1 5 16,0 6 6-16,0-6 5 0,-1 7 4 0,1 0 4 15,3 3 5-15,-3-1-14 0,3 3 3 0,-2 2-9 0,2-3-7 16,-1 2-1-16,1-1-7 0,1 5-3 0,0 0-6 16,0 0 7-16,0 0-5 0,-3 13 0 15,3-6-4-15,-3-1 3 0,3 6-3 0,0-1 1 0,-1 6-6 16,1 2 5-16,0 0-1 0,-3 2-8 0,3 6 4 16,-1 1-1-16,1-2 6 0,-1-5 13 0,1 9-22 15,1-4 5-15,-1 4 3 0,4-8-20 0,-3 3 3 16,5 2-4-16,-1-7-6 0,2 0 3 0,1-3 0 15,2 1 2-15,-3-1-1 0,3-5 4 0,3-2-6 0,0 3-7 16,1-6 0-16,-3 0-6 0,8-2-3 16,-5-1-3-16,5 0 4 0,-5-3 2 0,0-1 6 15,5-1 2-15,-4-3 0 0,3-1 5 0,-6-2 0 0,7 0 3 16,-5-4 0-16,-5 2 5 0,6-4-6 0,0 2 10 16,-3-3-5-16,-1-2 8 0,-4 5-4 0,1 0 5 15,-2-1-5-15,-2 1 3 0,0 0-2 0,-3 1 7 16,3 2-1-16,-1-1-3 0,-2 3 8 0,1-1-6 15,0 2-3-15,0 0-4 0,-2 3 1 0,0 2 2 16,0 0-6-16,0 0 7 0,0 0 1 0,0 0-1 16,-7 15 0-16,6-10-3 0,-1 2 4 0,2 0-3 15,0 5 6-15,-4-2-1 0,8 0 2 0,-8 1-1 16,4 0-3-16,0 0 3 0,0-2-8 0,0 1-4 16,0-3-2-16,0-1 1 0,0 3 3 0,4-5-2 15,-4 1 5-15,0 1 1 0,3-4 3 0,-2 1-1 16,-1-3 0-16,0 0-1 0,0 0 2 0,15-8 0 0,-11 2 0 15,2 2-1-15,-1-7 2 0,3 4 0 0,0-3 3 16,2 1 4-16,1-3 3 0,1-2 4 16,-4 1 6-16,7 2 5 0,-5 2-2 0,-1 0 3 0,2 0-4 15,0 1-6-15,0 0 6 0,1 2-4 0,-1 0 2 16,-3 0-8-16,4 3 2 0,-5 0-4 0,2 2-4 16,-4 0 4-16,6 3 3 0,-6 2-5 0,2 0-1 15,1 2-1-15,0 2 1 0,1 1 0 0,-4 0-3 16,3 4-2-16,0-2 4 0,-1 2-1 0,-3 3-1 15,0-4-7-15,0 0 9 0,-1 0-1 0,2 1 1 16,-5 0-4-16,2-1-15 0,-2-2-21 0,-2 0-21 16,2-3-23-16,0-1-27 0,-5 1-34 0,2-2-30 15,1-3-41-15,-4 2-38 0,2-3-209 0,-3-1-498 16,7 0 220-16</inkml:trace>
  <inkml:trace contextRef="#ctx0" brushRef="#br0" timeOffset="10745.15">13405 12553 133 0,'0'-5'194'0,"0"0"-17"16,0 1-16-16,1 0-17 0,-1 4-19 0,0 0-20 16,3-5-27-16,-3 5-43 0,0 0-61 0,0 0-68 15,15 7-78-15,-8-4-187 0,1 4 83 0</inkml:trace>
  <inkml:trace contextRef="#ctx0" brushRef="#br0" timeOffset="11354.47">13973 12628 183 0,'-8'-4'274'0,"6"-1"-16"0,-4 2-13 16,-1-1-9-16,0 1-13 0,-2 0-13 0,0 2-7 16,-4 1-18-16,1 1-11 0,4 2-17 0,-3-1-10 15,-4 4-10-15,4 1-8 0,0 2-10 0,-1-2-10 16,-2 7-11-16,-1 1-11 0,4 0-7 0,2 0-11 16,0-1-5-16,4 2-5 0,1 2-1 0,2-1-9 15,0-5 15-15,4 5-21 0,0-4-2 0,4 2-12 16,3 0-2-16,6-1 3 0,-7-3-4 0,7 0-4 15,2-2 0-15,-2-2-5 0,2-2-7 0,2 0 5 16,-5-2-17-16,2-3-4 0,-2 0-7 0,6-3-3 16,-1-1-10-16,-5 1-1 0,3-4 8 0,-5 0-7 15,1-2 5-15,-3 2 3 0,-1-5 0 0,1 2-2 16,-4 1 7-16,0-1-1 0,-3 1 3 0,1 0 4 16,-3 1 5-16,-1 2-6 0,0 1 1 0,0-1 7 15,0 1-9-15,-1 2 0 0,1 3 0 0,-4-5 0 0,4 5 2 16,0 0 0-16,0 0 2 0,0 0-1 0,0 0-2 15,-9 11 5-15,9-6-1 0,2 2 2 0,-1-1-3 16,3 3 6-16,0 0-1 0,3-2 1 0,-3 4 1 16,3-4-3-16,2 3 1 0,4-4 3 0,-1 2-3 15,-4-2 0-15,3-1 2 0,4 2 0 0,-4-2-1 16,1-2 1-16,2 1-5 0,-3-1 3 0,2-2 1 16,-3-1 2-16,1-1 0 0,-3-2-3 0,1 2 0 15,-6-2 1-15,4-2-2 0,-2-1 2 0,1-1-1 16,-4-1 0-16,0-3 5 0,-1-1-9 0,-4 3 2 15,2-5 3-15,-2 5-1 0,-2-2 6 0,-3 0-9 16,0-1 1-16,-6 0 0 0,2 0-1 0,-2 3 0 16,-4-1-1-16,1 2-3 0,3 3-3 0,-1 1-21 0,4 1-20 15,0 2-13-15,1-1-21 0,3 3-18 16,-3 0-20-16,6 0-26 0,0 2-17 0,0 1-38 16,4-4-17-16,4 6-169 0,-4-2-421 0,5 0 186 0</inkml:trace>
  <inkml:trace contextRef="#ctx0" brushRef="#br0" timeOffset="11745.06">14343 12693 35 0,'2'-4'244'0,"-2"4"0"16,1-5-5-16,-1 5-8 0,0-4-11 0,0 4-23 16,0 0-22-16,0 0-18 0,0 0-16 0,0 0-9 15,0 0-8-15,0 0-8 0,4 12-3 0,-2-5-9 16,-1 0-16-16,2 3-6 0,-2 2-8 0,3-2-5 15,3 0-5-15,-2 1-12 0,-1 1-2 0,5 0-4 16,-4-2-6-16,4-1-2 0,1 1-2 0,-2 1 1 16,-1-3-7-16,4 0-4 0,-3 0-1 0,0-3-1 0,2 3-3 15,-5-6 1-15,1 1-7 0,2-1 2 16,-3-2 0-16,-5 0-2 0,11-1-4 0,-6-3 8 16,0 0-4-16,-1-4 16 0,1 4 4 0,-2-5 1 0,1 1 6 15,-1-4-1-15,2 2 1 0,-2-2-2 0,-2 1 7 16,3-2 1-16,-2 1 1 0,-1 1-4 0,2-1-7 15,0 1-2-15,-2 1-7 0,0 2-1 0,-1 0-3 16,0 2 1-16,4 2-4 0,-4-1-10 0,0 1-23 16,0 4-23-16,1-5 2 0,-1 5-12 0,0 0-17 15,0 0-16-15,0 0-19 0,5 14-14 0,-4-10-21 16,2 3-21-16,-2 0-22 0,3 3-21 0,0 1-20 16,3-1-22-16,1 0-10 0,0 0-131 0,-1 1-408 15,5-1 182-15</inkml:trace>
  <inkml:trace contextRef="#ctx0" brushRef="#br0" timeOffset="12229.39">14830 12803 92 0,'3'-6'186'15,"-3"-3"8"-15,0 1 6 0,0-2 9 0,-1-1-6 16,-1 4-7-16,0 1-14 0,-2-2-17 16,-2-1-14-16,2 4-17 0,0-3-12 0,-2 3-15 0,2 2-10 15,-2 0-9-15,0 1-10 0,-1 2-7 0,0-1-7 16,7 1-10-16,-13 4-3 0,6 0-4 0,0-1-5 15,0 5-6-15,-2-1-1 0,2 0-2 0,2 2 2 16,1-1-10-16,-1 1-2 0,3-1-3 0,-1 2 0 16,3-2-7-16,3-1-7 0,-1 0-9 0,3 3-9 15,2-4-1-15,-2 0-8 0,6 0-16 0,-2-3 4 16,0 0 1-16,5-2 2 0,-3 0 4 0,3-1 1 16,1 2 3-16,-3-5 2 0,3 2 3 0,4 0 1 15,-4-2 6-15,-3 2 13 0,2-1 8 0,0 0 4 16,0-1 6-16,-1 0 1 0,2 1 2 0,-2 0 0 15,-2 2-1-15,4 0 0 0,-4 2-5 0,1 0 2 16,2 2-3-16,-4 2 1 0,0-2-2 0,1-1-2 0,2 6 1 16,-3-2-5-16,-2 2 1 0,1 0-5 0,0 0 2 15,-1 0 0-15,-1 1-3 0,-1-1 0 16,-5-1 1-16,3 1-4 0,-1-3 1 0,-3-1 2 0,2 2 26 16,-2-2 18-16,-2-1 15 0,2-4 15 0,-7 5 11 15,6-4 3-15,1-1 10 0,0 0 7 0,0 0 12 16,0 0-2-16,-10-8-12 0,10 8-8 0,-3-8-1 15,3 2-10-15,-1-1-11 0,2 0-8 0,2-1-10 16,-2-3-1-16,5 2-13 0,-2-1 0 0,3-3-3 16,1 2-25-16,-3-1-31 0,4-2-23 0,1 0-46 15,0 0-39-15,2-2-51 0,-3 3-56 0,2-3-70 16,3 3-75-16,-2-1-189 0,-1 4-609 0,1-3 271 16</inkml:trace>
  <inkml:trace contextRef="#ctx0" brushRef="#br0" timeOffset="14967.74">16129 12282 19 0,'3'-5'314'0,"-2"0"7"0,1 0-5 0,-1-1-6 15,2 4 2-15,-2-2-9 0,-1 4-12 0,0-7-28 16,0 7-29-16,2-3-27 0,-2 3-16 0,0 0-27 16,0 0-11-16,-10 10-20 0,7-5-10 0,-1 2-10 15,-1 4-15-15,1 1-10 0,2-1-7 0,-5 6-8 16,3 1-5-16,0 0-8 0,1 2-7 0,2 1-2 0,-2-1 0 15,0 1-10-15,3 0-2 0,3 5 0 16,0-5-7-16,-2-1-6 0,2-1 3 0,1-1-25 16,3-3-40-16,-3 0-26 0,0-4-31 0,3 1-30 0,1-2-36 15,-1-1-49-15,0 0-52 0,5-3-52 0,-4-3-247 16,-1-2-603-16,0-1 267 0</inkml:trace>
  <inkml:trace contextRef="#ctx0" brushRef="#br0" timeOffset="15561.44">16317 12236 64 0,'0'-5'282'16,"1"2"-18"-16,-1 3-28 0,2-5-28 0,-2 5-20 16,0 0-20-16,0 0-18 0,0 0-18 0,9 9-9 15,-6-4-12-15,4 6-10 0,-5-1-9 0,2 1-10 0,1 2-11 16,1 5-4-16,-3 0-7 0,0 1-6 0,0 0-6 15,-3 2-2-15,1-2-6 0,3 0-2 16,-8 2-3-16,3-1-5 0,-2-2-2 0,0 0-1 0,0 0-2 16,2-4-2-16,-2-1-3 0,-1-2-4 0,1-1 1 15,1-2-4-15,0-1 1 0,2-2 1 0,-5 0-2 16,5-1 8-16,-4 0 28 0,4-4 9 0,0 0-7 16,0 0-3-16,0 0-4 0,0 0-10 0,0 0 1 15,0 0-4-15,20-12-3 0,-16 9-5 0,3-2-1 16,1 0-6-16,-2 1 3 0,2 2-1 0,-3-1-4 15,5 1 0-15,-1 0-1 0,-3 1-3 0,2-1-2 16,0 2 4-16,0 0-9 0,1 0 4 0,0 0-1 16,0 2-4-16,-2-1-1 0,0 3-1 0,3 0 3 15,2 1-1-15,-5-2-1 0,0 2 2 0,2-3 2 16,1 2-2-16,1 0 3 0,-5 0-9 0,5-3 9 16,-3-1-3-16,-1 2 2 0,2-2 0 0,-2-2-1 0,0 0 0 15,1 1-1-15,0-4 0 0,-1 2-1 0,0-1 0 16,0-2 0-16,0-2 1 0,2-1-2 0,-5 1 4 15,2-3-4-15,-2 3-2 0,-3-1 3 0,3 0 0 16,-1 0 17-16,0 2 17 0,-3-2 8 0,0 3 3 16,-3 1-3-16,3-1-5 0,-4 2-4 0,1 0-4 15,-1 2-2-15,-1-1-2 0,-1 2-8 0,6 1 0 16,-12 1-2-16,5 2 0 0,0 0-3 0,-1 5 1 16,4 0 1-16,-5-1 11 0,5 4-18 0,2-3-1 15,-2 3-1-15,3 1 5 0,2 0 5 0,3-3-11 16,0 3 2-16,2-2 5 0,3-2-7 0,2 0 3 15,0 2-3-15,1-4-19 0,1 1-10 0,1-2-25 16,6 0-26-16,-2-2-33 0,-2 0-48 0,-2-2-45 0,0-2-51 16,0-3-51-16,-3 2-196 0,3-2-538 15,-3-2 238-15</inkml:trace>
  <inkml:trace contextRef="#ctx0" brushRef="#br0" timeOffset="15795.79">15877 12397 106 0,'-7'0'299'0,"7"0"-4"0,-7 1-2 16,7-1-10-16,0 0-19 0,0 0-19 0,28 4-29 15,-5-4-5-15,7 1-34 0,6 4-21 0,-2-5-17 16,1 2-9-16,2-2-25 0,2 0-29 0,-4 0-52 15,2 1-53-15,-3-1-66 0,-1 0-83 0,0 2-86 16,-5-2-146-16,-5-2-442 0,0 4 196 0</inkml:trace>
  <inkml:trace contextRef="#ctx0" brushRef="#br0" timeOffset="18234.17">16975 12388 175 0,'0'-3'231'0,"0"3"-18"15,-8-7-13-15,5 3-14 0,-1 3-12 0,-4-2-7 0,8 3-10 16,-16 0-7-16,9-1-9 0,7 1-10 0,-15 1-7 0,8 3-12 15,0-1-14-15,0-1-5 0,-2 2-14 0,2 3-4 16,0-2-11-16,6-2-4 0,-2 2-7 0,3 2-2 16,0-2-1-16,3 0-3 0,5 2 15 0,-1 0-2 15,-1 1-4-15,4-1-8 0,4-1 0 0,-2 0-5 0,-1 1-4 16,2-1-6-16,-3-2-4 0,0 1-2 0,-2 0-6 16,3-2 2-16,-6 1-10 0,-1-2 1 15,0 3-1-15,-1-1 0 0,1 0-2 0,-2-2-4 0,-2-2 1 16,-2 9 1-16,2-4-2 0,-5-3 3 0,1 0 0 15,0 3 2-15,-2-2 1 0,-2-1-5 0,1 1 4 16,2 1 0-16,-2 0-2 0,0-3-4 0,-1 2 2 16,1-2 2-16,0 0-2 0,2 2 0 0,-2-2-3 15,7-1 7-15,-8 3-5 0,8-3 2 0,-7 1-1 16,7-1 1-16,0 0 0 0,0 0-2 0,-7 0-2 16,7 0 2-16,0 0-1 0,0 0-3 0,0 0 1 15,0 0-2-15,22-1-1 0,-12-1-1 0,-5 0-7 0,8 2-4 16,0-4-3-16,-1 3-7 0,3-2-3 15,4-2 0-15,-3 4-3 0,2-2-5 0,1-1-1 16,2 2 0-16,-4-5 4 0,2 5 1 0,2-4 3 0,-9 3 4 16,2-4 2-16,-2 3 3 0,-1-6 4 0,-3 4 0 15,3-1 4-15,-4 0 15 0,-2 1 4 0,-2-1 14 16,-2 2 8-16,-1 0 5 0,0 0 6 0,-4 0 7 16,0-1 9-16,0 1 7 0,-2 2 11 0,-6-2 0 15,4 2 0-15,1-1 0 0,-5 4-8 0,5 1 1 16,7-1 3-16,-15 1-11 0,5 1-9 0,4 1-4 15,-2-1-8-15,2 3 1 0,2 0 0 0,-1 2-9 16,2 0 6-16,3 0-9 0,4 2 1 0,0 0-4 0,4 1-9 16,3-4-15-16,7 6-30 0,1-3-30 15,7 1-40-15,2 0-44 0,1-1-54 0,1-1-62 16,1-4-66-16,-1 2-261 0,0-3-631 0,-7-1 278 0</inkml:trace>
  <inkml:trace contextRef="#ctx0" brushRef="#br0" timeOffset="18781">18110 12377 78 0,'2'-9'284'15,"-2"1"-3"-15,0-1-7 0,-1 2 0 0,0-1-17 16,-4 3-10-16,4-5-19 0,-3 4-18 0,1 1-18 15,-3-1-17-15,0 1-21 0,1 1-12 0,-1 1-7 16,-1 0-14-16,1 0-13 0,-2 1-13 0,1 2-11 16,-2-1-9-16,0 2-9 0,2 4-7 0,0-4-2 15,2 3-8-15,-4 1-6 0,3 1-1 0,1-1-4 0,0 2-6 16,3 0 3-16,0 1-2 0,1 1-7 16,1 0-6-16,1 2 5 0,1-2-1 0,3 0-1 15,2 2-1-15,-1-1-5 0,3 1-1 0,-1-1 2 0,0 0-9 16,4 4-2-16,-5-3 1 0,0 0 2 0,1-1 3 15,0 0-9-15,-1-2 1 0,-1 1 1 0,-2-3 0 16,-1-2-3-16,2 2 0 0,-5 0 1 0,5-2-2 16,-5 3 3-16,2-4-9 0,-2 3 4 0,-2-2 7 15,2-4-7-15,-8 6 3 0,0-2-2 0,1-4 11 16,0 0-8-16,-2 1-1 0,-1-1 2 0,-1 0-5 16,-1 1-7-16,0-2-11 0,2 0-19 0,-4 1-18 15,4-2-22-15,-1 4-27 0,3-4-23 0,0 2-19 16,2-1-32-16,-3 1-24 0,9 0-47 0,0 0-37 0,-8-2-163 15,8 2-485-15,0 0 215 0</inkml:trace>
  <inkml:trace contextRef="#ctx0" brushRef="#br0" timeOffset="19062.22">18274 12099 67 0,'-2'-5'315'0,"-1"1"-23"16,1 0-26-16,1 0-30 0,1 4-25 0,-3-2-22 15,3 2-19-15,0 0-15 0,-9 6-11 0,6-1-4 16,2 3-9-16,-1 1-7 0,2 1-6 0,-4 3-13 16,4 0-6-16,4 3-11 0,-4 2-9 0,2 0-4 15,-1-1-8-15,2 2-8 0,2 0-5 0,-1-1-3 0,-1 2-6 16,3-4-3-16,-1 3-6 0,0-1-2 15,2 1-2-15,-3-2-12 0,0 0-22 0,3-2-25 16,0 2-32-16,-3-5-40 0,-1 1-41 0,1-1-43 0,1-2-38 16,-2-1-232-16,-2-1-489 0,-1-3 216 0</inkml:trace>
  <inkml:trace contextRef="#ctx0" brushRef="#br0" timeOffset="19718.41">18382 12432 5 0,'0'-5'261'0,"1"1"-15"0,0-1-11 0,2 2-13 15,-2-2-12-15,2 0-13 0,-1 2-12 0,0-1-15 16,1 2-20-16,2-1-14 0,-1 1-13 0,3 1-14 16,0-2-10-16,-3 2-11 0,-4 1-10 0,15 0-8 0,-8 1-5 15,3 0-10-15,0 3-4 0,1 0-5 0,-1 1-3 16,0 0-7-16,1 0-3 0,-1 2-5 15,2-1 1-15,-4 3-9 0,-1-1 2 0,4 1-1 0,-6 0-5 16,1 2-2-16,-2-6-2 0,0 5 1 0,0-4-3 16,-4-1-5-16,4 4 3 0,-1-4 2 0,-3 0-6 15,0 2-2-15,-3-1 2 0,2-4 0 0,-2 5 0 16,-1-4-1-16,3 2 1 0,1-5 2 0,-6 2-2 16,6-2 2-16,-8 1 0 0,8-1 0 0,-8 0-1 15,8 0 0-15,-7-3 4 0,7-3 1 0,-1 2-9 16,1 4 4-16,1-8 4 0,-1 1-8 0,2-1 6 15,3 1-4-15,0 0-3 0,-1 1 3 0,5-3-3 16,-4 3 3-16,6-4-2 0,-3 0-2 0,2 3 3 0,-2 2 1 16,3-3-3-16,-2 2 1 0,-2-1-4 15,-3 4 1-15,1 1 1 0,2 1 0 0,-7 1-2 16,7-3-1-16,-3 3 3 0,-4 0-3 0,7 0 1 16,-7 0-1-16,8 6 0 0,-4-1 5 0,-2 0-5 0,2 0 3 15,1 4 0-15,2 0 2 0,1 1-3 0,0-1 4 16,-1 1-5-16,1-1 3 0,0 1 0 15,2-2-1-15,-5-3 0 0,4 4 1 0,-3-5 0 0,0-2 2 16,-1 2 1-16,-1-1-4 0,-1-1-1 0,-3-2 1 16,12-2-1-16,-12 2 1 0,7-7 2 0,-4 4-1 15,2-2-1-15,-1-3 5 0,-2 4 1 0,-1-8 12 16,3 4 14-16,0-4 3 0,-1 2 14 0,-2-2 4 16,0 2 11-16,1 0 2 0,1 0 7 0,-2 0 3 15,-1 0-2-15,1 4-6 0,-1-1-4 0,0 2-10 16,2 0-8-16,-2 1-15 0,0 4-2 0,0-9-6 15,0 9-8-15,0-1-1 0,0 1-7 0,0 0-20 16,0 0-11-16,0 13-13 0,0-13-18 0,1 10-16 0,1-4-15 16,-1 1-19-16,2 3-20 0,-1 1-32 15,6 0-24-15,-5-2-24 0,3 0-33 0,0-2-31 16,1-1-148-16,0 1-451 0,4-2 200 0</inkml:trace>
  <inkml:trace contextRef="#ctx0" brushRef="#br0" timeOffset="20233.98">19183 12352 54 0,'-2'-2'288'16,"2"2"-5"-16,0-9-13 0,-4 3-9 0,3 3-12 16,-6 2-11-16,3-3-13 0,0 3-6 0,-4-4-23 15,2 5-17-15,6 0-15 0,-20 3-14 0,8 0-11 16,1 0-11-16,1-2-12 0,-1 5-19 0,1 1-6 15,1-1-7-15,5 1-13 0,-3 2-1 0,3-5-5 0,0 6-9 16,2-3-5-16,2 1-8 0,0-1 18 0,4 5-21 16,1 1-5-16,3-3-2 0,2-1 0 15,5 2-7-15,0-1-10 0,1-2-17 0,2-2-9 0,1 4-12 16,1-8-18-16,1 2-13 0,-1-3-10 0,0 5-13 16,-2-6-9-16,-2-2-9 0,2-2-4 0,0-1-1 15,-6 3-7-15,1-4 6 0,-2-1-10 0,3-6-7 16,0 2 3-16,-5-1-8 0,2-1 2 0,-3-3 4 15,-1 0 5-15,0-3 16 0,-4 1 9 0,1-1 1 16,1-3 15-16,-5 2 5 0,-1-6 4 0,-3-1 8 16,2 6 12-16,-2 1 0 0,3-2 24 0,-2 2 20 15,2 1 14-15,-2 1 17 0,2 4 14 0,-1 2 18 16,1 2 13-16,0 0 7 0,1 2 3 0,-2 1-9 16,2 1-6-16,2 2-14 0,-2 1-9 0,0 3-1 15,0 0-10-15,0 0-1 0,0 0-5 0,0 0-3 16,9 13-3-16,-6-2-4 0,-2-1 0 0,3 2-3 0,3 4-3 15,-4 1-3-15,2 2 1 0,-1 1-2 0,2-1-1 16,-5 1 0-16,7-1 0 0,-2-1-1 0,-2 1 1 16,0 0-4-16,-3 1 4 0,3 0-3 0,-2-2-10 15,-1-6-29-15,1 3-25 0,-1-4-17 0,0 1-17 16,-1-2-24-16,2 2-16 0,-2-5-22 0,0 1-23 16,0-3-16-16,0 0-129 0,0-2-343 0,0-3 152 15</inkml:trace>
  <inkml:trace contextRef="#ctx0" brushRef="#br0" timeOffset="20655.82">19464 12369 118 0,'-1'-8'158'0,"-2"1"20"0,2-1 7 16,-3-2 1-16,2 4 8 0,-1-4 0 0,2 5 3 15,1 0-1-15,-4-1-8 0,4 2-9 0,0 4-19 0,0-6-15 16,0 6-17-16,0 0-12 0,4-3-11 16,-4 3-12-16,0 0-11 0,0 0-7 0,11 11-7 15,-7-4-8-15,3-1-2 0,0 5-10 0,2-4-4 16,-2 2-4-16,4 0-2 0,0 1-4 0,-2-1-2 0,1 0 2 15,2 0-9-15,-2-1-4 0,-2-1-2 0,4 0-5 16,-4-2-5-16,-1-1 2 0,5 0 1 0,-5-3-5 16,1-1 1-16,-1 0 1 0,-7 0-5 0,15-4 0 15,-11 2-1-15,2-3 3 0,-2 0-3 0,-1-2 0 16,1 2 1-16,-1-3 9 0,0 2-9 0,1-1 7 16,-1-2 4-16,-2 0 9 0,2 2 9 0,-1 1 3 15,0-2 0-15,1 4 4 0,-3-1 6 0,3 2-8 16,-2-2-2-16,-1 5-4 0,0-5 0 0,0 5-15 15,0-4-1-15,0 4-7 0,0 0 0 0,0 0-4 16,0 0 5-16,0 0-2 0,0 0-1 0,0 18-2 16,0-13 1-16,-1 3 1 0,1-1-8 0,0-3 6 0,-3 5 3 15,3 0-4-15,3 1-1 0,-6-3 0 0,6 1-3 16,-2-1 1-16,-1-1-12 0,0-1-7 16,3 1-8-16,-3-2-9 0,1 0-12 0,4-2-22 0,-2 2-22 15,-3-4-29-15,7 1-22 0,-7-1-27 0,8-3-15 16,-2 0-15-16,0 1-15 0,0-3-16 0,-1 2-9 15,2-5-132-15,0 1-399 0,2 1 176 0</inkml:trace>
  <inkml:trace contextRef="#ctx0" brushRef="#br0" timeOffset="21124.53">19796 12356 495 0,'4'-6'3'0,"-2"-1"20"0,0 1 21 0,0 0 26 15,-2 1 8-15,0-1 17 0,0 1 9 0,-2 0 8 16,2 2 12-16,0 3-3 0,0-7-2 0,0 7-8 16,-2-5-8-16,2 5-8 0,0 0-13 0,0 0-5 15,0 0 5-15,0 0 1 0,0 0-4 0,0 0-2 0,0 0-5 16,0 0-1-16,8 15-4 0,-4-10-5 15,-3 0-5-15,6 6-5 0,-2-5-1 0,-1 5-10 16,3-5-3-16,-3 4-4 0,4 0 0 0,-4-1-3 0,2 1-8 16,-2-1 0-16,0-3-2 0,0 0-1 0,-1 1-3 15,-1-1-4-15,0-1 0 0,1-1 4 0,-3-2-4 16,0-2 2-16,0 0 7 0,-5 4 15 0,5-4 1 16,0 0 3-16,0 0 0 0,-13-6 2 0,12 2 6 15,-5 0-8-15,2-1-3 0,1 0 3 0,-2-2 0 16,2 1 6-16,2-2-8 0,1 2 6 0,0-2-14 15,1 2-5-15,7-3-11 0,-4 1-6 0,6-1-9 16,-2 4-5-16,4-3-16 0,2 3-1 0,5 0-20 16,-2-2-3-16,1 0-8 0,3 3-12 0,-1-2 6 15,-1 3 6-15,-1 1 5 0,1-2 4 0,-6 1 0 16,-1 1 10-16,-1 1 4 0,-2-2 7 0,-2 1 22 16,0 1 10-16,-2-1 8 0,-1-1 1 0,0 1 9 0,-4 2 4 15,2-5 9-15,-2 5 6 0,-2-6 0 0,2 6 0 16,-7-5 0-16,5 3-4 0,2 2-1 15,-10-2-4-15,10 2-6 0,-8 0-2 0,8 0-2 0,-9 4-3 16,4-1-3-16,-1 1 1 0,1 0-8 0,1 1 1 16,-1 0-3-16,2 3 3 0,1-2-2 0,-1 0 0 15,1 3-1-15,0-1-4 0,2 1-20 0,0-1-18 16,0 0-24-16,0-1-31 0,0 0-37 0,1 0-42 16,0-2-42-16,1 0-39 0,-1-1-223 0,-1 0-505 15,0-4 225-15</inkml:trace>
  <inkml:trace contextRef="#ctx0" brushRef="#br0" timeOffset="21593.24">18643 12205 302 0,'-14'-3'393'0,"4"1"-30"0,1 1-19 0,2-1-20 16,-1 1-6-16,5 0-11 0,-2-2-13 0,5 3-14 15,0 0-24-15,0 0-28 0,0 0-25 0,16-2-20 16,-1 2-17-16,4 0-14 0,11 0-23 0,0 0-36 16,1 1-49-16,6-1-53 0,-4 4-51 0,2-3-63 0,-2 0-75 15,-1 1-88-15,-3-1-332 0,2 0-668 0,-9-1 295 16</inkml:trace>
  <inkml:trace contextRef="#ctx0" brushRef="#br0" timeOffset="23014.98">20982 12319 150 0,'-4'-7'264'0,"3"0"-11"0,-5-3-5 0,2 1-5 16,0 0-16-16,-5 1-14 0,3-2-19 0,-2 2-14 15,-2 0-10-15,1 1-6 0,-3 1-12 0,-6-2-3 16,4 5-8-16,-6-2-14 0,1 3-1 0,-3-1-13 16,1 4 2-16,-2 1-27 0,3 1-4 0,-3 1-9 15,0 1-5-15,4 2-8 0,1 2-7 0,0 0-4 16,2 1-6-16,5-2-3 0,-1 1-3 0,3-1-1 16,0 0-4-16,4 2-5 0,1 1-6 0,4 0 3 15,5-3-4-15,-1 2-5 0,6-2 5 0,-2-1 0 16,6 0-4-16,-2-1 0 0,3-2-2 0,1 4-3 15,1-7-1-15,-4 1-9 0,2-2-3 0,4-3-15 0,-4 0 1 16,-1-1-4-16,3-2-3 0,-4 1 3 16,0-3 0-16,1-2-6 0,-6 0 3 0,3 0 6 15,-4-3-2-15,1 2 3 0,-3-4 3 0,3 4-3 0,-3-2 6 16,-3 1 0-16,-2 1 10 0,4-2 5 0,-1 3 5 16,-1 0 12-16,-2 2-3 0,0 0 2 0,0 3 13 15,0-2-15-15,0 1-2 0,0 6-2 0,0-5-7 16,0 5-3-16,0 0 5 0,0 0-7 0,0 0-5 15,0 0 6-15,0 0-2 0,0 0-3 0,-9 15 2 16,9-8-2-16,0 2 1 0,-1 2 2 0,1-1-7 16,0 2 5-16,1-1-5 0,-1 0-1 0,4-1-9 15,-1-1-6-15,0 0-8 0,1 0-7 0,0 1-12 0,4-1-5 16,-2-4-20-16,-1 0-16 0,2 1-18 16,1-2-15-16,3-2-13 0,-2 1-13 0,1-2-4 15,4-1-5-15,-1-1-2 0,-3-2-4 0,3 1 12 0,-2-4 6 16,4 1 18-16,-3-1 8 0,-1 0 11 0,0-1 29 15,-1-2 34-15,0 2 20 0,-1 0 28 0,-2-2 30 16,-2 1 21-16,-1 2 7 0,0-2 10 0,-1 3 7 16,-2 1 3-16,-1 0 1 0,0-1-3 0,0 1-6 15,0 4-3-15,0-7-7 0,0 7-11 0,-3-3-1 16,3 3-11-16,0 0-1 0,0 0-5 0,0 0 1 16,-16 8-5-16,12-3 0 0,1-1-7 0,-1 1-2 15,4 1-3-15,-3 1-2 0,2 0 7 0,2-2-7 16,-1 2-5-16,2-1 3 0,-2 2 0 0,1-3-3 15,3 2-2-15,0-2 4 0,2 3-8 0,-2-3 1 16,5-2 1-16,-3 0 1 0,1-1-2 0,1 2-2 16,0-4-3-16,-1 0-11 0,-7 0-1 0,13-4-1 0,-3 2 4 15,-3-2-3-15,2-1 0 0,-3 0-3 0,3-3 5 16,-1 1 0-16,-1-1 0 0,0-1 4 16,-1 1 1-16,0 0 7 0,1-2 13 0,-6 1 15 0,2 3 8 15,-3-2 8-15,3 2-4 0,-2 1 4 0,1 1 1 16,-2-2-4-16,2 3-3 0,-2 3-6 0,2-4-9 15,-2 4-5-15,0 0 0 0,0 0-3 0,0 0-1 16,0 0-2-16,0 0 0 0,0 0-6 0,8 13-1 16,-4-8 4-16,1 1 0 0,-1 0-1 0,3 2-2 15,4 1-2-15,-6-1 0 0,5-2 1 0,1 2-1 16,1-1-1-16,-1-1 1 0,1-1-12 0,-1 0-6 16,2-2-5-16,-1-1-9 0,-1 1-9 0,3-3-8 15,-3-3-10-15,2 2-14 0,-3-1-14 0,1-3-17 16,0 0-8-16,-3 0-9 0,-1-1-6 0,1-3 0 15,2 0-15-15,-3 0 2 0,2-1-7 0,-5-2-10 16,6-3 11-16,-5 1 1 0,1-3 5 0,0 1 8 0,-3-2 9 16,1 0 9-16,-1-2-5 0,1-5 21 0,-1 7 18 15,-3 0 18-15,0 1 30 0,0 0 33 0,-3 1 32 16,-1 2 24-16,4 1 18 0,-3 3 21 0,3 2 12 16,-1 1 11-16,1-1 4 0,-3 3-2 0,3-2-9 15,-1 2-11-15,1 1-17 0,0 4-8 0,0 0-11 16,-3-4-8-16,3 4-5 0,0 0-9 0,0 0-2 15,-5 16-2-15,5-10-5 0,0 5-1 0,0 0-4 16,0 2-5-16,4 0 1 0,-3 4-3 0,2 2-10 16,-2-3 3-16,2 2-3 0,-2 0 5 0,2 0-7 15,1 0-1-15,-1-1 2 0,-1 2-4 0,1-5-22 16,-3 2-20-16,3-2-16 0,-2-3-25 0,3 3-24 16,-4-3-26-16,2-1-16 0,-2 0-10 0,1-3-32 0,1 0-15 15,-2-3-23-15,-2-2-139 0,2-2-380 16,0 0 168-16</inkml:trace>
  <inkml:trace contextRef="#ctx0" brushRef="#br0" timeOffset="23389.95">21533 12214 107 0,'-4'-5'135'0,"-3"-3"20"16,2 2 15-16,-1 1 14 0,5-2 7 0,-2 0 10 15,1 2 2-15,-3-1-3 0,5 0-10 0,-2 0-1 16,0 3-14-16,2-3-18 0,2 2-18 0,0 0-14 16,-2 4-14-16,7-4-12 0,1 4-3 0,-1 0-13 15,4 2-12-15,1 0-1 0,0 1-15 0,-2 0-2 16,2 4-9-16,1-4-5 0,-2 2-7 0,-1 2-2 15,3-1 0-15,-3-1-6 0,0 3-1 0,-2-2-3 16,0 0 2-16,0 0-8 0,-2 2 1 0,-2-2-4 16,1 2 0-16,-2-1 2 0,1-1-8 0,-1 1 1 15,1 0 3-15,0 1 0 0,-3-1 0 0,3 1-2 16,-1-2-1-16,0-1-1 0,4 5 2 0,-4-4 0 0,2-1 0 16,2 0 2-16,-2-1 2 0,3-1-3 0,-1 0-2 15,1 1 0-15,5-1-1 0,-2-4 2 16,1 2 6-16,-3-2-14 0,3-1 6 0,-4-2 1 0,2 1-6 15,-2-1 3-15,-1-4 1 0,1 2-1 0,-2-2-3 16,-4-2-5-16,3 0 3 0,-4-2 3 0,-1-1-1 16,-3 0-2-16,0 0 1 0,-5 1-2 0,3-5 1 15,-6 2 2-15,0 2-9 0,1 2 5 0,-3-2 0 16,2 4-1-16,0 1-4 0,-2 0-11 0,4 3-14 16,-4 2-22-16,3 1-16 0,1 1-31 0,-1 1-31 15,2 1-43-15,0 0-32 0,2 0-35 0,2 5-183 16,0-2-460-16,3 1 204 0</inkml:trace>
  <inkml:trace contextRef="#ctx0" brushRef="#br0" timeOffset="24358.61">21941 12096 40 0,'0'0'288'16,"8"-1"-28"-16,-8 1-27 0,0 0-22 0,0 0-19 15,0 0-4-15,8 5-15 0,-6-2-14 0,0 0-14 16,3 0-17-16,-3 1-8 0,1 1-16 0,2 1-11 16,1 0-5-16,-5 1-8 0,3 0-9 0,2 1-5 15,1 0-8-15,-3 0-6 0,0-3-5 0,-2 3-2 16,5-1-7-16,-4-3 0 0,-2 3-5 0,2-2-4 15,1-1 1-15,-1 1-9 0,-2-3 4 0,1 1-5 0,0 1 1 16,-2-4 1-16,4 2-6 0,-4-2 3 16,0 0-2-16,8 1-3 0,-8-1-2 0,7-5 0 15,-4 3-3-15,4-2 2 0,-1 0-2 0,0 1-2 16,1-4 1-16,1 2 30 0,1-1 1 0,2-2 4 0,-4 0 3 16,5 5-5-16,-6-2 0 0,-1 0 4 0,2 0 5 15,-3 2-5-15,0-1 1 0,3 0-9 16,-6 2-1-16,2 0-7 0,-3 2-6 0,4-3-3 0,-4 3-5 15,0 0-3-15,0 0 1 0,0 0-3 0,0 0-2 16,7 9 2-16,-7-5 1 0,0-1-1 0,0-3-2 16,0 10-4-16,0-3 0 0,0-6 0 0,0 4 1 15,0 1-3-15,3 0 4 0,-2-4-8 0,1 0 5 16,0 5-2-16,2-5 12 0,0 2-10 0,0-2-3 16,-1 0 2-16,-3-2-1 0,8 0 5 0,-8 0 1 15,7 0-7-15,-2-2 4 0,2-1-1 0,-4-1 1 16,3 0-2-16,2-2 4 0,-4 2 7 0,1-1 8 15,1-1 13-15,-1 1 2 0,-1-1 5 0,0-1-3 16,1 0 8-16,0 1-9 0,-3 1 0 0,1 1-3 16,1 1 1-16,0 0-1 0,-1-2-8 0,0 3 4 15,-3 2-21-15,5-3 0 0,-5 3-1 0,8 0-5 0,-8 0 0 16,11 3-10-16,-5-1-9 0,2 4-7 0,3-2 6 16,-2 1-23-16,1 0-2 0,-1 1-10 0,1-1-6 15,0 0-6-15,0 2-7 0,3-2 1 0,-4 1-3 16,3-2-6-16,1 0-3 0,-4 0 1 0,2-3 0 15,1 4 5-15,0-4 3 0,-1-1 7 0,0 2 5 16,1-5 7-16,-1-1 4 0,0 2 4 0,-3 0 4 16,-1-3 5-16,3 0 2 0,-3-2 6 0,-1-1 3 15,1-1 2-15,-3 1 4 0,0-1 3 0,0 3 10 16,-4-2 9-16,0 2 2 0,0 1 4 0,0-2-1 16,-2 2-2-16,0 0 1 0,0 0-1 0,-3 1 1 15,1 0-6-15,-3 3 3 0,2 0 1 0,5 1-3 16,-15 1 1-16,7 0-2 0,-1 0 1 0,0 3 0 0,2 0 1 15,-2 0-1-15,-2 2 1 0,4 1 3 0,0-1-4 16,-2 1 1-16,4-1 1 0,-1 1-1 16,3-2-1-16,-1 0 4 0,1 1 2 0,1-3 0 15,0 2-1-15,4 1 2 0,-2-6 1 0,2 7-3 0,1-7-1 16,1 2 4-16,3-2-2 0,-7 0 0 0,12 2-2 16,-2-4 1-16,-2 0 14 0,-1 2 14 0,2-1 5 15,0-4 15-15,-4 4 2 0,3-3 9 0,-1 2 7 16,1-1 7-16,-2 1 4 0,-2-1 4 0,1 2 1 15,0 0 3-15,-5 1-5 0,5-4-13 0,-5 4-9 16,6-3-5-16,-6 3 6 0,5-1-26 0,-5 1-2 16,0 0-8-16,0 0 3 0,4 9-4 0,-2-8-4 15,-2 3-8-15,2 1-20 0,-1 1-11 0,2 1-21 16,-1 0-21-16,1 0-24 0,-2-2-31 0,2 4-39 16,0-2-54-16,4-1-80 0,-2 3-301 0,5-3-636 15,-5 1 282-15</inkml:trace>
  <inkml:trace contextRef="#ctx0" brushRef="#br0" timeOffset="25296.02">22764 11816 210 0,'1'-7'374'0,"-1"0"-17"16,2 2-29-16,-2 1-26 0,0 4-33 16,0-7-34-16,0 7-22 0,0 0-23 0,0 0-20 0,0 0-16 15,4 16-17-15,1-4-19 0,-1 4-2 0,2 3-15 16,-1 1-10-16,2 0-11 0,2 7-8 0,-2 1-14 16,1-1 4-16,-5-1-14 0,4 3-3 0,-2-10-9 15,-1 0-4-15,-1 3 2 0,1-3-4 0,0 0 0 16,0-1-6-16,1-1-20 0,-3-4-27 0,1 3-21 15,2-7-25-15,-5 2-30 0,4-4-34 0,-4 0-35 16,2-2-35-16,0 0-34 0,3-4-47 0,-5-1-160 16,0 0-480-16,0 0 213 0</inkml:trace>
  <inkml:trace contextRef="#ctx0" brushRef="#br0" timeOffset="25608.49">22814 12063 104 0,'0'-3'284'0,"-1"-2"1"0,1 5-6 15,-2-5-9-15,2 1-16 0,0 4-14 0,3-7-16 16,1 4-18-16,0 0-7 0,2-1-15 0,3-1-11 16,1 2-21-16,-1-1-2 0,5 0-18 0,-5 2-9 15,3-1-10-15,1-1-17 0,-1 1-9 0,-1 2-9 16,1 1-6-16,2 0-12 0,-2 1-3 0,-1 2 2 16,-1-1-15-16,2 2-8 0,-4-1 16 0,2 3-27 15,-1 1-4-15,-1 1 1 0,-1 0-2 0,-3 3-2 16,0 0-4-16,-1 1-3 0,2-1 6 0,-3 0-3 15,0 2-3-15,1 0-5 0,-3 2 11 0,1-4-9 16,2 3-1-16,-1-2-2 0,0 1-14 0,0-2-18 16,2-1-10-16,2 0-20 0,-1 0-21 0,3-3-31 15,-3 1-36-15,6-3-33 0,-3 0-44 0,3 0-30 16,-1-2-25-16,2-1-196 0,0 0-513 0,-4-2 226 16</inkml:trace>
  <inkml:trace contextRef="#ctx0" brushRef="#br0" timeOffset="26967.74">23350 12089 127 0,'0'-8'261'0,"-4"0"-5"0,1 2-5 0,-1-1-3 15,1 1-12-15,-1 1-11 0,-6-2-11 0,4 4-12 16,-1-1-12-16,0 3-17 0,-2-3 0 0,0 4-25 16,-3 3-13-16,-1-1-4 0,3 0-18 0,-1 5-6 15,-1-2-6-15,1 3-17 0,1-1-5 0,0 2-8 16,3 0-6-16,2 3-6 0,1-1-6 0,-2 1-2 15,5 1-8-15,2-2 1 0,5 2-8 0,2 3-4 16,0-5-10-16,4 0-12 0,3 4-11 0,4-5-5 0,6 1-13 16,-3-3-11-16,2-2-9 0,-4 0-9 15,2-3-5-15,3-1-11 0,-4-1 2 0,4-1 0 16,-5-4 0-16,2-1 5 0,-3-3 3 0,-2-1 0 0,-1-1 10 16,-1-1 3-16,0-4 9 0,-2 4-2 0,-4-5-1 15,-3 1 7-15,-2-1 10 0,0 1 14 0,-4 2 13 16,0 1 9-16,0-6 0 0,-2 7 1 0,0 1 2 15,-2 0-5-15,-2 2-2 0,-1 0-2 0,1 3-10 16,-1 3 7-16,-1-1 1 0,2 2-5 0,6 1 1 16,-13 3-1-16,4 0 0 0,-2 3-1 0,1 0-1 15,2 0 2-15,1 2-2 0,3 1 3 0,-4 0-3 16,7 3 3-16,-3-3-3 0,2 1 1 0,1-3-1 16,1 1-6-16,1 0 1 0,2-1-5 0,1 0 0 15,-1-2 1-15,2 2-11 0,-1-3 7 0,7-2 1 16,-7 1-3-16,5-2 1 0,-3 0 0 0,4-1 2 15,-1-1 3-15,0-3 1 0,1 3 0 0,-4-2 1 16,1-1 0-16,-1-1 7 0,1 0 4 0,-2 1 10 0,0 1 3 16,0-3 9-16,-1 1 4 0,0 1 2 0,-1 2-2 15,0-1-11-15,-3 3 1 0,5-5-9 16,-5 5 1-16,0 0 0 0,0 0-3 0,0 0 0 0,8 9 0 16,-4-4 0-16,1 0 0 0,-1 2-5 0,1-1 3 15,2 4 0-15,2-2-4 0,1 2-4 0,-2-2 5 16,4-1-2-16,3 3-1 0,-1-3 2 0,1 1 7 15,-2-3-10-15,1-1-4 0,-1-2-7 0,1 0 2 16,-1-1-10-16,1-2-4 0,-1-3-3 0,0 0-8 16,-2-1-6-16,3-3-7 0,-5 1-6 0,1-4-13 15,3-3-5-15,-3-1-7 0,0-3-6 0,0 3-1 16,-3-5 1-16,3 1 2 0,-2-6 0 0,3-3 0 16,-7 1 8-16,-3-4 6 0,0 3 3 0,-1-3 12 15,-2 1 1-15,-4 4 7 0,-2-3 28 0,1 1 11 16,-2 2 8-16,3 7 12 0,-3 2-3 0,-1 1 4 15,2 1 6-15,0-1 3 0,0 8-3 0,1-2 1 0,4 7-9 16,-4-1-1-16,2 1-2 0,5 3-2 0,-11 5-3 16,7 0 3-16,1 6 1 0,-1 1-7 0,2 1 4 15,0 8-1-15,-1-2-4 0,3 1 7 0,3 9 0 16,-3-2 1-16,2 2 1 0,0-1 2 0,1-2-3 16,0 2 1-16,2-2-1 0,5-1-2 0,-5-3 1 15,3-3-2-15,-1 0 2 0,0-1-5 0,4-1 5 16,-4-6-2-16,0 0 0 0,-1-3 1 0,6 2-2 15,-3-5-1-15,0 0 0 0,3-2-1 0,-1-2-5 16,1-2-10-16,1-1 0 0,-1-2-8 0,4-1-10 16,-1-2-12-16,0-4-6 0,3 0-12 0,-2-2-5 15,6-6-14-15,-6-4-11 0,1 0-8 0,-1 2 3 16,3-6 5-16,-7 2 3 0,2-4-1 0,-6 2 20 16,0 1 8-16,-4-3 12 0,-2 0 11 0,0 4 36 15,-2 4 25-15,-2 1 19 0,-2 1 10 0,0 2 1 16,-3 0 3-16,-2 0-2 0,4 4 7 0,-4 3-4 15,-1 1-5-15,2 0-4 0,1 4-8 0,0 3-2 0,-4 0 2 16,3 4 5-16,-4 0 7 0,2 5 3 0,1 0 4 16,-2 10-3-16,3 0-3 0,-2 1-3 15,4 7-3-15,0-5 4 0,2 8-7 0,1 0-8 0,3 0-4 16,3 1-3-16,-3-2-1 0,1 0-6 0,4 0 2 16,4-2-2-16,-2 3-1 0,1-9-3 0,-2 1-3 15,3 0-1-15,0-3-5 0,2 0 3 0,3-2-2 16,-2-3 0-16,-1-2-6 0,0-1-7 0,1-1-1 15,0-2 2-15,2 1-2 0,-2-5 1 0,-4 1-1 16,1-2 6-16,3-2-5 0,-4-1 0 0,0 0 1 16,0 1 1-16,-1-3 5 0,1-3 3 0,-1 2-2 15,-3 0-2-15,2-2 3 0,-2 2-2 0,4 2 0 16,-6-1-1-16,1 0 1 0,-1 1-5 0,-2 3-2 0,4-2-2 16,-4 2 5-16,0 0-3 0,0 0-4 15,8 5 6-15,-4-1-8 0,-1 0-1 0,1 1-5 16,0 3-3-16,0-3 0 0,-3 0-3 0,5 0 3 0,2 3 4 15,-3-1 1-15,3 0 0 0,-1-5-1 0,0 2 3 16,1 0 1-16,0-2 2 0,1 2 0 0,-1-3 2 16,-1 1 5-16,3-2 18 0,-1-3 10 15,-3 3 15-15,5-5 8 0,-3 4 4 0,-1 0 15 0,0-3 3 16,2 3 9-16,-2-1 5 0,0 2-1 0,-1-1-18 16,-6 1-4-16,10 0-10 0,-10 0-10 0,11 4-4 15,-7 0-9-15,5 4-1 0,-3 0-10 0,-2 3 9 16,-1 1-15-16,5 4 9 0,-2 0-9 0,-3 2 0 15,3 0-1-15,-2 2 0 0,-1 3-5 0,-3-2 1 16,0 0-1-16,-3 5 5 0,-1-8 7 0,-4 2-9 16,0 4-14-16,-2-7-34 0,-4-1-14 0,-2-3-25 15,-1 1-20-15,0-2-22 0,-7 1-32 0,-5-5-44 16,0 0-44-16,6-6-51 0,-9 1-258 0,-2-7-588 0,-1-1 260 16</inkml:trace>
  <inkml:trace contextRef="#ctx0" brushRef="#br0" timeOffset="27405.2">23167 11756 264 0,'-5'-4'329'15,"1"0"-30"-15,2 1-29 0,0 0-26 0,2 3-29 16,-4-4-24-16,4 4-18 0,0 0-21 0,-3-3-15 16,3 3-12-16,0 0-10 0,0 0-8 0,0 0-12 15,0 0-13-15,3 14-4 0,0-11-10 0,-2 1-8 16,-1 0-7-16,4-2-2 0,-4 2-6 0,0-4 0 16,4 4-4-16,-4-4 3 0,0 0-11 0,0 0-2 0,3 3-5 15,-3-3-10-15,0 0-19 0,0 0-14 0,0 0-17 16,0 0-24-16,-7-17-33 0,5 11-60 15,0 3-72-15,-2-2-246 0,3 0-508 0,-6-2 225 0</inkml:trace>
  <inkml:trace contextRef="#ctx0" brushRef="#br0" timeOffset="71431.98">4035 15099 70 0,'-1'-9'236'0,"-1"1"-14"0,-1-1-9 16,2 0-11-16,-3-2-16 0,0 6-12 0,-3-7-2 16,2 3-11-16,-1 0-8 0,-2 0-6 0,3-1-7 15,-5 1-11-15,2 0-2 0,-2 1-4 0,3 2-11 16,-6 0-10-16,5-1-11 0,-7 3-9 0,0 3-3 15,0 0-16-15,1 1-4 0,-4 1-5 0,-2 4-5 16,0 3-7-16,-3-1 6 0,5 3-1 0,-6 5-7 0,-2 1-3 16,4 4-4-16,4-1-7 0,-5 0 1 0,6 3-8 15,2 2 2-15,0 0 2 0,4-2-22 16,3-1 0-16,2 7 0 0,1-9 15 0,2 2-16 16,5 7 0-16,-1-9-3 0,5 1 11 0,1-1-8 0,2-1 0 15,4 0-1-15,-3-1 1 0,5-1 1 0,2-2 10 16,4-2-9-16,2 2-2 0,7 0 6 15,-3-6-7-15,2 1 3 0,0-2 1 0,-4-5 2 16,5 3-4-16,1-2-2 0,-1-3 4 0,-7 1-1 0,-1-2-1 16,8 1 0-16,-7-3 0 0,-1 1-6 0,-3-1-9 15,1 1-6-15,-7-1-2 0,7-2-8 0,-10 0-2 16,3 1-5-16,-2-1 1 0,2-1-1 0,-4-2-3 16,-4 2 0-16,5-2 7 0,-1 0 3 0,-2-2-2 15,-3 1-1-15,3-4 5 0,-3 2-5 0,4-5-3 16,-1-1-4-16,-2 1 0 0,4 0 2 0,-3-1-2 15,1-1 0-15,0 1 0 0,0-2 0 0,-2 1-4 16,0 0 1-16,1-4 5 0,-1 4 5 0,-1-2-3 16,1 2 13-16,-3-2-7 0,1 0 8 0,0 2 1 15,-2 0 7-15,-2 2 0 0,1 3 4 0,0 0 6 16,0 0 3-16,-4 2 5 0,1 0 2 0,0 0 0 16,-1 1 3-16,-1 3 0 0,0-1 1 0,1 2 10 15,-1 0-4-15,0 2 1 0,1-1-2 0,-1 1-2 16,0 0-1-16,2 3-3 0,-1 0-1 0,4 1-1 15,0 0-4-15,-13 5 2 0,10-4-1 0,0 4-1 16,0 3-2-16,-2 1 5 0,4 2-3 0,-5 1 2 16,4 5-3-16,-1 2 2 0,0 1 1 0,-1 1-2 15,4 2 0-15,-4 4-3 0,2 0 2 0,2 2 1 16,-1-2 1-16,-3 1-4 0,4-5 1 0,-3 4 1 16,9-1-1-16,-5-6 0 0,2-2 1 0,1 1 0 15,0-1 2-15,3-3-1 0,1 1 0 0,4-3 2 16,-1-3-2-16,4-4 4 0,2 2 0 0,4-4-2 15,0-2 0-15,3-2 7 0,-2-1-9 0,9-3 2 16,-1-3 1-16,-4-1-5 0,-3-2 1 0,-1 2 1 16,-3-3 0-16,0-1-1 0,-4 1 2 0,2-2 7 15,-3-2 8-15,-2 3 3 0,-2 0 7 0,-6 2 2 16,0-1 7-16,2 0 5 0,0 2-3 0,-6 0 5 16,2 3 0-16,-2-3 2 0,0 4-1 0,-3-3-8 15,-2 3-3-15,2-2-4 0,0 5 3 0,2-2-9 0,1 4 0 16,-6-1-7-16,6 1 1 0,0 0-9 15,0 0 5-15,-11 6-3 0,10-3-4 0,-2 2 2 16,3 3-3-16,-1-1 1 0,1 5 0 0,1-3-2 16,-1 4-2-16,4 0 1 0,-1-2-1 0,1 2-2 0,0 0 1 15,-1-2-1-15,4 1-2 0,2-1-6 0,-5-1 0 16,6 0-2-16,-3 0-4 0,2-2-1 0,-2-2-7 16,3 1 6-16,-4-3 2 0,4-1 2 15,-3-2 3-15,-2-1-3 0,3 0 3 0,-1-3 8 0,4 1-9 16,-4-4 2-16,0 2 3 0,2-3 0 0,-1-3 1 15,0 3 7-15,-1-5-9 0,1 0 3 0,-1 1 1 16,-1 0 7-16,2 0 3 0,-3-1 4 0,-1 1 1 16,0 1-1-16,0-1 1 0,-2 4-1 15,-1-2-4-15,2 5 3 0,-3-2-4 0,4-1-3 0,-4 3-1 16,1 0-6-16,-1 4 3 0,0 0 3 0,5-3-5 16,-5 3-2-16,0 0-2 0,0 0 3 0,10 7 0 15,-8 0-4-15,0-2 2 0,1 1 1 0,0 1-7 16,0 2-4-16,-2-1-6 0,3-1-3 0,1 0 1 15,1 2-1-15,-5-3-6 0,2 0 0 0,-2 1 2 16,2-4-2-16,1 1 4 0,-3 1 2 0,2-2 4 16,0 0 5-16,1-2 0 0,-4-1 0 0,0 0 3 15,11-6 1-15,-7 3 2 0,0-1-3 0,1-2 5 16,0-1-3-16,0 1 4 0,2-4 1 0,1 0 1 16,0 1-1-16,0-1 8 0,0 3-7 0,1-2 2 15,0 0-1-15,-2 0 4 0,2 4-3 0,-2-3 0 16,4 3-2-16,-6 2 2 0,4-2-2 0,0 3 0 15,-1 2-2-15,-1-2 0 0,3 2 0 0,-10 0 1 16,12 3 0-16,-3 1 1 0,0-1 3 0,-1 2-2 16,2 0 0-16,-4 3 1 0,2 0-3 0,-1 1 6 15,-3-1-3-15,3 2 0 0,-4 1 1 0,-2 0 1 16,0-1-1-16,1 0 1 0,-4 1-2 0,0-1 0 16,-3 0 0-16,-1 0 1 0,0-1-1 0,1 0 3 15,-3-1-6-15,-2 0 7 0,1 0-1 0,-4-2-1 16,4-1 0-16,1 1-4 0,0-2-11 0,-5-3-21 0,4 1-28 15,2-1-36-15,-1-1-35 0,1-3-47 16,2 1-36-16,-1-2-172 0,3-1-420 0,2-1 186 16</inkml:trace>
  <inkml:trace contextRef="#ctx0" brushRef="#br0" timeOffset="71730.27">5230 14854 41 0,'3'-5'263'0,"-1"0"-10"16,-1 1-15-16,0 1-27 0,-1 3-24 0,6-5-20 0,-6 5-18 16,0 0-14-16,0 0-6 0,0 0-5 0,9 12 3 15,-7-4-11-15,0 3 2 0,0 6 0 0,2 2-14 16,-3 1-10-16,2 0-5 0,1 7-13 0,-1-1-7 15,1 2-6-15,0 1-7 0,-2-1-4 0,4-1-5 16,-2 1-7-16,0 2-1 0,4-4-5 0,2 2-2 16,-2-3-6-16,-1-4-1 0,-2-1-21 0,9 4-32 15,-9-7-28-15,5-2-30 0,1 1-43 0,-3 0-43 16,-3-8-38-16,4 2-40 0,-4-4-133 0,2-1-414 16,-2-2 183-16</inkml:trace>
  <inkml:trace contextRef="#ctx0" brushRef="#br0" timeOffset="71933.38">5195 15201 177 0,'-4'-3'297'0,"0"-2"-21"16,4 5-24-16,-3-5-28 0,3 2-23 0,0 3-20 0,7-7-18 15,1 5-17-15,3-1-15 0,3-1-13 16,-1 3-15-16,5-4-23 0,4 4-36 0,-2 1-42 15,-1-2-49-15,3 2-40 0,1 0-45 0,-3 0-52 16,0 3-141-16,0 2-350 0,-3-1 155 0</inkml:trace>
  <inkml:trace contextRef="#ctx0" brushRef="#br0" timeOffset="73070.17">5639 15276 78 0,'0'0'104'0,"8"-5"3"0,-3 3-17 15,-1 0-1-15,0-2-8 0,-1 0 5 0,0 2-6 16,1-4-1-16,-3 4 5 0,3-3-4 0,-4 1-8 15,2-1-6-15,-2 1-4 0,0 4-7 0,-3-12-5 16,2 9 7-16,-2-2 0 0,-3 3-1 0,1-6-5 16,-1 6-9-16,-1-1 6 0,-2 0-6 0,1 2-3 15,0 0-2-15,0 1 6 0,0 0-5 0,-3 0-8 16,0 0 9-16,4 1-2 0,-3 0-5 0,5 2 2 16,-4 0-3-16,3 1-2 0,2 1 1 0,-3-2-6 15,3 3 1-15,4 0 2 0,-5 0-3 0,2 2 0 16,-1 1-1-16,1-4-1 0,3 7-4 0,0 0-3 15,0-3-7-15,2 2 6 0,2-4 0 0,-3 2-3 16,3-1 2-16,1 0-7 0,2-2 6 0,-4 1-6 16,4-4 4-16,4 1 2 0,-6-1 1 0,6-2-5 15,-4-1 0-15,5-1 0 0,-1-1-3 0,0 0 0 16,1-3 2-16,-1 1-2 0,1-3 0 0,-1 1 1 16,-1-1 4-16,0-1-3 0,0 0 1 0,1 1 6 15,-3-1 4-15,4 2 4 0,-2-3 0 0,-2 3 1 16,1-1-4-16,-3 0-1 0,-1 3 1 0,4 1-7 15,-3-1 1-15,2-1 4 0,-1 3-10 0,3 1 1 16,-1 1 0-16,-1 1-3 0,1 1 0 0,-2-1 1 16,0 3 0-16,-1-2-6 0,2 1-6 0,-1 3-10 15,1-3 0-15,-2 5-6 0,-1-3-2 0,-1 1-9 0,0 1-9 16,0-3 6-16,-1 3 3 0,1 0 0 16,-4-4 1-16,0 2 1 0,0 0 6 0,-4 0 3 15,1-2 0-15,-2 2 5 0,2-1-2 0,-5-3 7 16,2 2 0-16,-3 0 0 0,2-3 3 0,-1 0 0 0,4 1 4 15,-3-1-2-15,7 0 1 0,-12-3 4 0,12 3 8 16,-10-1 4-16,9-2 0 0,1 3-3 16,-3-6 0-16,3 0 1 0,3 2-3 0,1-2-1 15,2 1 3-15,-2 2-2 0,3-5-2 0,0 4 0 0,2-2 1 16,-1 1 2-16,5 2 4 0,-3-1-2 0,0 2 4 16,-1-1-1-16,-2 1-8 0,1-1 5 0,-1 3-8 15,1 0 3-15,0 0-3 0,-2 1 2 16,-1 1 3-16,-5-2-4 0,11 5 3 0,-7-3-3 0,0 2 0 15,2-1 1-15,-2 1-1 0,1 0-2 0,-1 1 3 16,4 1-1-16,-1 1 2 0,-1-3 0 0,3 4 0 16,0 0-3-16,1-2 0 0,3 1 5 0,3 0-5 15,-4-1 1-15,4 1-1 0,2-1 2 0,1-1-8 16,1 0 4-16,1-2 1 0,2 0 1 0,0-1-16 16,0 0-1-16,0-2 5 0,7 0 2 0,0-3 1 15,-5 4 2-15,-4-3 0 0,2-2 0 0,-1 1 0 16,0-3 1-16,1 0 2 0,-5-1 0 0,1 1 2 15,-4-4-2-15,2-1-2 0,1-2 7 0,-4 3-3 16,1-3-1-16,-4 1 0 0,-2-4 3 0,-2 5-1 16,2-5-3-16,-3 6 4 0,-1-2-4 0,-1-1 5 15,-1-2 4-15,0 4 3 0,0-2 3 0,-5 0 3 16,1 3-2-16,-2 0 4 0,-4-2 1 0,3 5 0 16,-3-2 4-16,-1 1-3 0,0 3-6 0,-1 1-4 15,-1 0 4-15,-2-1-1 0,5 4-3 0,-5 1-3 16,1 0 5-16,3 2 6 0,-2 5-2 0,1 0 2 15,-1 1-2-15,3 2 0 0,0 1 1 0,1 1 3 16,2 7 18-16,0 2 3 0,1 6 2 0,3 2 18 16,0-1 5-16,4 7-4 0,3-2-5 0,4 1-2 15,1 0-4-15,-1 3-4 0,4-1 7 0,1 11 10 16,-1-12 17-16,7 14-10 0,-9-16-5 0,2 3 0 16,3 10-2-16,-6-9-5 0,-1-2 8 0,0-2 7 15,-4-1-4-15,1 0-2 0,-3-1-5 0,1-5-6 16,-3-5-2-16,-3-3-6 0,-4 0 2 0,2-4-8 15,-2-2 1-15,-3-2-10 0,-2-1-1 0,-2-2-34 0,1-2-40 16,-6-4-48-16,-2 1-54 0,-2-5-70 16,-3-5-74-16,-7-2-283 0,1-5-619 0,0-1 274 15</inkml:trace>
  <inkml:trace contextRef="#ctx0" brushRef="#br0" timeOffset="73335.77">5979 15036 53 0,'-3'-4'273'0,"0"-1"-29"0,-1 0-20 0,0 3-23 15,0-3-22-15,-1 3-16 0,5 2-17 0,-6-3-19 16,6 3-9-16,0 0-12 0,-11 2-20 0,11-2-37 16,0 0-45-16,-3 8-43 0,3-5-57 0,0-3-78 15,4 8-104-15,2-6-300 0,1 3 133 0</inkml:trace>
  <inkml:trace contextRef="#ctx0" brushRef="#br0" timeOffset="75456.58">2754 15440 74 0,'-10'-3'330'0,"5"1"-5"0,-3-1-3 15,1-1-19-15,0 3-10 0,-1-3 1 0,2 1-1 16,5 1-8-16,-5-2-12 0,1 1-13 0,5 3-15 16,-2-4-17-16,2 4-29 0,0 0-26 0,0-3-13 15,0 3-18-15,0 0-14 0,4-5-15 0,1 3-15 16,4 2-15-16,4 0-3 0,-1 0-10 0,4 2-27 15,2-2-17-15,5 0-23 0,-5 1-25 0,8 3-27 16,2-3-30-16,-3 3-29 0,-3-3-30 0,2 0-31 16,-4-1-41-16,2 2-42 0,-1-1-38 0,-3 0-41 15,0 2-202-15,-3-3-577 0,-1 0 256 0</inkml:trace>
  <inkml:trace contextRef="#ctx0" brushRef="#br0" timeOffset="75769.04">2985 15268 103 0,'-3'-4'299'0,"3"4"-14"0,-1-4-15 0,1 4-27 0,0 0-26 16,-2-6-20-16,2 6-25 0,0 0-16 0,0 0-14 15,6-3 0-15,-6 3-3 0,0 0-6 16,20 3-12-16,-7 1-12 0,-2 0-16 0,2-2-6 15,1 1-6-15,-1 1-13 0,0 1-3 0,5 0-6 0,-5 0-10 16,4 1 1-16,-3 1-11 0,-3-1 0 0,1 0-5 16,-2 2-3-16,-3-2-5 0,2 2-3 0,-5 0-1 15,-3 1 0-15,-1 1 9 0,-1 0-17 16,1-4 0-16,-7 5 0 0,-2-1-2 0,2 2-12 0,-3 2-28 16,0-5-34-16,-1 3-34 0,-3 0-43 0,-2-2-55 15,8-2-49-15,-3-3-231 0,0 1-512 0,0 1 226 16</inkml:trace>
  <inkml:trace contextRef="#ctx0" brushRef="#br0" timeOffset="80072.59">7559 16120 250 0,'0'-9'301'16,"4"-5"-12"-16,-3 6-14 0,1-4-15 0,-1 3-2 16,2 1-13-16,-3 2-12 0,4 2-21 0,-4-2-15 15,1 2-26-15,-1 4-22 0,3-5-13 0,-3 5-13 0,0 0-13 16,0 0-12-16,3 17-9 0,0-10-5 0,-2 6-12 16,3 5-9-16,0 3-1 0,-4-2-7 15,4 1-4-15,-3 7-8 0,2 0-2 0,-3 0-5 16,0-7-6-16,3 8 4 0,0-7-8 0,-2-1-1 0,2 6 6 15,-2-4-22-15,-1-3-27 0,0 0-33 0,3-2-28 16,-2-6-33-16,6 3-43 0,-7-2-39 0,1-3-39 16,2-2-29-16,-3-1-231 0,4-2-533 15,-3-2 236-15</inkml:trace>
  <inkml:trace contextRef="#ctx0" brushRef="#br0" timeOffset="80525.67">7870 16149 197 0,'0'0'217'0,"2"-5"-24"0,-2 5-24 16,0 0-15-16,0 0-13 0,0 0-16 0,0 0-12 16,0 0-9-16,0 0-9 0,-9 14-7 0,6-8-9 15,-1 2-3-15,-5 2-10 0,4 2-3 0,-6-1-5 16,3-1-7-16,-4 6-4 0,-2-3-5 0,-2 0-4 15,1 2-3-15,2-2 1 0,-3-2-10 0,3 1-1 16,2-4-2-16,0 0-4 0,-1 0 6 0,1-2-9 16,1 0 5-16,5-1 13 0,-2-3 3 0,-1 2 19 15,5-2 4-15,0 0 4 0,3-2-8 0,0 0-2 16,0 0-8-16,0 0-3 0,0 0-3 0,0 0 0 16,6-10-1-16,-1 6 7 0,1 0 0 0,-1 0-4 15,5-1 4-15,-3 2 0 0,3-2 0 0,0 1 0 16,-3 2-3-16,6-2-7 0,-7 3-6 0,1-1-1 15,1 2-9-15,2 0 2 0,0 2 0 0,-2 1-5 16,2 0-2-16,-1 2-1 0,4 0 0 0,-3 2-5 16,0 1 2-16,0 0-5 0,3 2 3 0,-5-2-1 15,3 5 3-15,1-3-5 0,-3 1 2 0,0 1-3 0,6 4-1 16,-5-6-5-16,-2 0-23 0,0 1-16 0,0-3-16 16,0 4-21-16,0-4-31 0,2-2-23 15,-3 1-33-15,0-2-31 0,-1-4-32 0,1 0-198 16,1 0-459-16,-8-1 204 0</inkml:trace>
  <inkml:trace contextRef="#ctx0" brushRef="#br0" timeOffset="80760.02">8054 16315 98 0,'0'0'278'0,"0"0"-14"0,0 0-18 0,0 0-16 0,0 0-20 16,0 0-12-16,0 0 2 0,0 0-8 0,0 0-3 16,0 0-17-16,23 6-12 0,-12-4-18 0,3 1-13 15,2-2-14-15,3 1-12 0,3-2-9 0,-2 2-10 16,1 0-23-16,-1-1-40 0,2 2-41 0,-3-1-34 16,1 1-51-16,-6-1-61 0,-1 1-57 0,-2 1-214 15,-2-1-472-15,0 0 209 0</inkml:trace>
  <inkml:trace contextRef="#ctx0" brushRef="#br0" timeOffset="82240.36">8519 16194 158 0,'0'0'190'0,"6"-2"-23"16,-6 2-13-16,0 0-15 0,0 0-14 0,4 10-1 16,-4-4 2-16,1 0-7 0,2 0-16 0,-3 6-4 15,1-3-8-15,2 1-8 0,1 2-10 0,-2-3-5 16,-1 3-12-16,3-1 0 0,-4-1-5 0,1-2-6 0,0 2-6 16,2 0 1-16,-3-2-6 0,2 0-6 15,-2-3 1-15,-2 1-5 0,2-1 1 0,0-1-10 0,0 0 28 16,0 0 19-16,0-4 5 0,0 0-6 0,0 0 0 15,0 0-10-15,0 0-5 0,0 0-6 0,0-13 2 16,2 6-7-16,0 1-2 0,0-1 4 0,0-3 6 16,0 0 0-16,2 0-4 0,-3 0 0 0,5-1-7 15,-2 3 12-15,-3-2-18 0,6 2 2 0,-4 1-2 16,2 0 0-16,-2 2-3 0,1 1-3 0,0-2-1 16,1 1-3-16,-2 4-2 0,-3 1-4 0,8 0 2 15,-8 0 0-15,10 4-3 0,-7 0-1 0,1 1 0 16,1 1-2-16,2 3-1 0,-2 2-1 0,-1-3 0 15,2 3-2-15,-1 2 2 0,2-2-1 0,-1-1 0 16,-2 3-1-16,1-3 0 0,-2 2 0 0,0-2-5 16,3-1-3-16,-3-1-1 0,-3-2-3 0,4 0 2 15,-4 0 5-15,1 0-1 0,2-2 3 0,-1-1 3 16,-2-3-3-16,0 0 1 0,0 0 0 0,0 0 1 16,0 0 0-16,13-9-1 0,-9 2 3 0,-1-2-4 15,1-1 4-15,0 1 11 0,0 0 0 0,-1-3 7 16,5 1 18-16,-4-1 8 0,4 1 6 0,-2-1 3 15,-1 1 3-15,-1-2 4 0,3 3 2 0,-3-1-3 16,-3 4 5-16,5 2-14 0,-6-4-11 0,4 4 1 16,-1 1-6-16,-2-1-2 0,2 1-10 0,-3 4 0 0,5-3 0 15,-5 3-3-15,0 0-6 0,10 6 2 16,-9 0-4-16,0-1-4 0,5 3-8 0,-3-1 20 16,1 6-11-16,0 0-8 0,2-2 5 0,-1 1-4 15,0-1-17-15,2 2-16 0,0-1-5 0,2 3-9 0,1-1-2 16,-1-1-11-16,2-1 5 0,-1-5 6 0,-1 5-11 15,6-6-2-15,-5 2 8 0,7 0 0 16,-3-5-6-16,1 1 1 0,1-1 2 0,-1-3 3 16,3 0 1-16,2-2 5 0,-2 2 4 0,0-5 3 0,-5 3 6 15,2-3 2-15,2-5 3 0,-5 4 4 0,0-2 2 16,-1 0 0-16,1-1 3 0,-2-2 4 0,-1 3 0 16,-2-5 0-1,-3 1 2-15,0 2 0 0,-1-2 2 0,-2 1 3 0,-1 0 0 16,0 1 3-16,-1 0 9 0,-2 1 2 0,-1 0 5 15,-1 0-3-15,-1 4 4 0,-2-1-3 0,1 2-3 16,-1 0-1-16,-3 2-1 0,3-2-3 0,-4 3 4 16,0 1-3-16,2-2 0 0,-1 2 0 0,0 3-1 0,3 1-2 15,0-2 1-15,2 1-2 0,1 2-1 0,0 0 1 16,-1 1 0-16,5-1 1 0,0 5 1 16,2-4 0-16,2 1-1 0,2 2 3 0,7 1-2 15,1 2-1-15,1-1-4 0,6 0-3 0,7 1-12 0,0-4-13 16,6 0-6-16,-1 0-16 0,1-1-1 0,5-3-9 15,-1 0-6-15,-3 0-1 0,1-1-3 0,0-3 7 16,2 0-2-16,1-3-2 0,-4-1 6 16,-3 0 5-16,-3-3 10 0,-5 3 2 0,-3-4 8 0,-5 0 3 15,4-2 1-15,0 0 2 0,-5-2 3 0,1 1 3 16,-4-2 11-16,-4 2-5 0,1-5 6 0,-2 2 11 16,0-1 17-16,-6 1 9 0,0 1 14 0,-3-1 9 15,0 2 1-15,-2 1 1 0,1-1-1 0,-3 1-4 16,-4 2-7-16,3 0-1 0,-3 1-4 0,3 1-4 15,-4 2-4-15,2 2-1 0,2 2-1 0,-4 1-4 16,2 1 1-16,-2 2-1 0,-3 2 2 0,4 1-3 16,-6 3-2-16,3 0 6 0,-1 2-10 0,4 2-1 15,2-2 0-15,-1 2 1 0,-1 2-2 0,3 0-2 16,0-4 1-16,1 6-1 0,2-4 0 0,1-4 0 16,2 4-1-16,1-1 2 0,2-1-3 0,2-3 2 15,1 2-2-15,4-2 0 0,-1-1 2 0,3-3-2 16,3 0-3-16,-2-2-3 0,0-1-1 0,2-2-5 15,1 0 6-15,4-2-1 0,-6-2 2 0,6-3 0 16,-7 2 2-16,2-2-4 0,-1 1 3 0,-2-3 2 16,1 0 4-16,-2 2-4 0,-3-4 9 0,-1 2 6 15,2-2 16-15,-3 2 12 0,-1 1 8 0,1-3 14 16,-4 6 3-16,1-1-1 0,-1 0 9 0,0 1-4 16,0 1-3-16,0 0-2 0,0 5-14 0,0-7-11 15,0 7-2-15,-4-3-5 0,4 3 0 0,0 0-4 0,0 0-5 16,-4 12-2-16,4-7-1 0,0 1-7 15,3 1 2-15,-2 2 1 0,2 1 0 0,1 0-7 16,0 2-1-16,0-3 11 0,0 3-12 0,3-5-11 16,0 5-25-16,-2-4-19 0,2 2-22 0,0-3-23 0,4-1-28 15,-3 1-34-15,0-2-37 0,-2-2-39 0,4-1-29 16,0 1-199-16,-2-2-492 0,-2-2 218 16</inkml:trace>
  <inkml:trace contextRef="#ctx0" brushRef="#br0" timeOffset="82630.94">10005 16127 156 0,'0'0'184'0,"0"0"-22"0,-12 9-10 16,9-4-11-16,1 2-13 0,2-2-7 0,0 5-5 15,2-2-3-15,-2 2-11 0,3 0-6 0,0 1-9 16,-3-1-10-16,3 1-6 0,1 1-4 0,-1 2-10 15,1-3-9-15,-4-3 1 0,4 2-6 0,0-1-6 16,0 1-6-16,-1-3 3 0,0-2-3 0,-2 0-6 16,2-1 3-16,-2-2-1 0,-1-2-3 0,0 0 1 15,0 0 11-15,0 0 13 0,12-6 7 0,-10 1 4 16,-1 0-2-16,7-2 10 0,-4-2-7 0,2 0 10 16,-1-1 1-16,1-2 4 0,-2 5 2 0,0-5 2 15,3 5 4-15,-3-4-1 0,1 4-5 0,-1 1-6 16,0-1-8-16,-1 2-6 0,5 0-6 0,-7 1-7 15,4-1-8-15,-1 3-1 0,1 0-5 0,-5 2-5 16,8 0-2-16,-8 0 3 0,10 4-9 0,-6-1 2 16,-3 2-2-16,3 1 12 0,2 0-18 0,-2 5-1 15,0-3-4-15,1 4 1 0,-2-3-15 0,1 1-29 16,0 2-20-16,-4-3-23 0,3 3-30 0,1-4-33 16,-1 3-41-16,0-4-14 0,-2 1-41 0,3-3-31 15,-3 0-152-15,3-1-455 0,-1 0 202 0</inkml:trace>
  <inkml:trace contextRef="#ctx0" brushRef="#br0" timeOffset="82959.04">10449 16118 209 0,'-8'-4'307'0,"3"2"-14"0,-2 1-14 0,-1-2-12 15,1 2-20-15,0 0-22 0,7 1-15 0,-16 2-23 16,11-1-12-16,-1 2-8 0,2 0-19 0,1 1-6 16,-1 2-14-16,1 0-9 0,-2 0-14 15,2 2-8-15,3 2-4 0,0 1-12 0,0-1-12 0,2 1 1 16,4 2-7-16,-3 0-11 0,2-1-3 0,5 1-8 16,-3 3-1-16,2-3-1 0,-2-3-4 0,4 4-4 15,-3-4-6-15,2 0 0 0,-3-1-7 0,-1 0-1 16,0 0 0-16,-1-2-5 0,-4-1 1 0,2 0 2 15,-1 0 0-15,-4-1-3 0,1-1-2 0,-5-2 1 16,1-1-35-16,1 2-28 0,-1-2-29 0,-2 0-41 16,0 1-44-16,7-2-56 0,-20-4-55 0,11 3-259 15,-5-1-581-15,2 0 258 0</inkml:trace>
  <inkml:trace contextRef="#ctx0" brushRef="#br0" timeOffset="84021.43">11113 16009 258 0,'0'-11'243'0,"0"-2"-13"15,0 4-14-15,0 2-9 0,0 0-14 0,1 0-13 16,-1 3-14-16,0 0-22 0,0-1-16 0,0 5-13 15,0 0-13-15,0 0-8 0,0 0-10 0,-1 22-6 16,1-9-5-16,0 0-9 0,0 6 0 0,0 3-6 16,-3 4-22-16,3 3-5 0,0-1-3 0,-1-2 1 15,1 1-7-15,0-5 1 0,-3-2 5 0,3 2-10 16,-1-3-5-16,-3-1-2 0,4-1 3 0,0-4-3 16,-3-2-2-16,1 0 2 0,0-3-2 0,2-2 1 15,-4 1 1-15,4-3 5 0,0-4 19 0,0 5-3 16,0-5-2-16,0 0-6 0,0 0 2 0,0 0-5 15,-4-19-2-15,4 8-4 0,1-1 2 0,1-6-6 16,-1-3 0-16,-1-8-1 0,4 1 0 0,0-5-4 16,4 2 1-16,-1-3 1 0,1 3-1 0,-1 0 0 15,0 1-2-15,0 1 3 0,1 3-1 0,-1 0-1 16,-2 9 15-16,0 1 9 0,1 0 0 0,-2 3-1 16,0 3-1-16,-3-1-4 0,2 1 7 0,0 3-3 0,-2 2-3 15,1-1-8-15,-1 4-2 0,-1 2 1 16,5-2-5-16,-5 2-3 0,4 8 1 0,-2-1-2 15,-1 5 1-15,-1 2 8 0,3 4-14 0,-2 4 2 16,1 5-1-16,-2 2 1 0,1-2-3 0,2 1 1 0,0 2 1 16,-1 0 2-16,0 0-1 0,2-2 1 0,0 3-5 15,1-4 4-15,-1-1-3 0,0-5 0 16,0-1-15-16,1 1-19 0,-1-5-18 0,1 1-19 16,-1-5-9-16,-3-2-20 0,2 0-22 0,-2 0-16 0,2-3-12 15,-3-2-12-15,3 0-20 0,-3-2-8 0,0-3-18 16,0 0-2-16,0 0-132 0,0 0-368 0,0 0 163 15</inkml:trace>
  <inkml:trace contextRef="#ctx0" brushRef="#br0" timeOffset="85085.36">11091 16238 91 0,'-5'-3'130'0,"-1"0"6"0,2 2-23 0,4 1 1 16,-5-5-9-16,5 5-3 0,0 0 15 0,0 0 2 15,0 0-6-15,0 0-5 0,11 14-6 0,-2-9-10 16,6 1-6-16,-1-2-4 0,5 2-3 0,0 1-9 15,4-3-10-15,-1 1-4 0,6-2-6 0,-6 2-4 16,8-5-5-16,2 1-3 0,-11 0-2 0,2-2-5 16,0-1 1-16,-3 0-9 0,0-2 4 0,-2-2-7 15,-1 0 4-15,-1-4-3 0,-1 2-5 0,-1-5-2 16,-2-2-1-16,-2 0-3 0,-2 0-5 0,-1-3 1 16,0-3-13-16,-5-5 3 0,2 5 4 0,-4-7-1 15,0 7-3-15,0-7 5 0,0 9 1 0,-1 1 9 16,-2-1-4-16,2 1-1 0,-5 4 0 0,4 1 5 15,-5 0-3-15,3 2 0 0,0 1 3 0,1 3-1 16,-4-2-7-16,2 3 2 0,-2 3-3 0,3 2 1 16,-3-1-2-16,7 2-1 0,-11 5-5 0,2 1 10 0,2 3 0 15,0 2-3-15,-2 5-1 0,-1 1 5 0,6 3-1 16,0 1 1-16,1 5-4 0,1 3 3 0,-1 1 2 16,7-1-4-16,-4 0-1 0,5-3 5 15,4 2-7-15,0 0 1 0,1-4 1 0,-1-6 0 0,7 6 3 16,5-4-6-16,-1-3 0 0,2 0-5 0,-2-5-10 15,1-4-13-15,2 0-8 0,4 0 1 0,-3-4-3 16,-2-1-3-16,3-1 2 0,-3-2 5 0,1-4 6 16,-1 0 6-16,-2 0-5 0,-1-1 6 0,-3-3 4 15,-1-2-4-15,-4 1 7 0,-4-2 2 0,4-1 2 16,-7 0 7-16,-2 3 4 0,-2-7 4 0,-1 2 12 16,-2 3-3-16,-1-4 0 0,-6 4 1 0,0-1-3 15,0-1 1-15,-4 2-7 0,1 2 3 0,1 1-3 16,0 3 2-16,-3 0-3 0,0-3-2 0,0 6 3 15,3 2-1-15,2-1-3 0,-3 0-11 0,4 2 18 16,3 0-8-16,-1 1 0 0,0 1 5 0,3 1-1 16,1 0 2-16,3 1 6 0,0 0-2 0,2 0 0 15,0 0 10-15,2 0-6 0,3 2 1 0,0-2 1 16,1 1 8-16,2 2-3 0,3-1 1 0,-5 3-1 16,3-3-5-16,0 2 1 0,0-1-3 0,1 2 0 15,-1 1 3-15,0 4-5 0,0-1-5 0,0 1 2 16,-2 2 28-16,2 2-4 0,-4-4-4 0,4 6 0 15,2 3-4-15,-2 2 0 0,-1-1-3 0,2 2 3 16,-2 2 7-16,1-1-2 0,-1-3 10 0,0 5-9 16,0-4 5-16,3 4-2 0,-5-3-1 0,2 3-4 15,-2-10 20-15,0 4 0 0,0 3-6 0,-6-9 2 16,2-1 3-16,-3-1 4 0,-1-4 6 0,-3-2 7 16,-1 1 11-16,2-4 0 0,-4-2 6 0,2 0-4 15,-7-2-2-15,-1-5 3 0,-2 2-11 0,-5-6-11 0,-2-3-3 16,1-2-5-16,-4-4-7 0,-2-3 0 15,3-5 0-15,4 3-9 0,0-8-4 0,0 1-3 16,4-2-6-16,4-1 0 0,3-1-11 0,4-1-27 16,4-1-21-16,8-1-14 0,0-2-31 0,8 0-20 0,10-8-5 15,-3 12 8-15,3 3 11 0,3 0 7 0,9-4 11 16,-10 13 6-16,-1 3 7 0,-2-1 5 0,4 5 10 16,-9 5 3-16,-1 0-3 0,0 3 9 15,-5 2 4-15,-2 2 0 0,-1 1 5 0,0 4 1 0,-4-1 0 16,2 3 5-16,-1 0 4 0,-7 2-2 0,4 3 4 15,-1 2 0-15,0 2 7 0,0-1-6 0,0-2 1 16,3 5 5-16,-2-5-8 0,1 5 13 0,-1-6-4 16,2 1 0-16,-1 0 3 0,0-2-1 0,2 3 0 15,3-7 7-15,-3 1-6 0,3 0 6 0,-3-2-1 16,1-2 5-16,3 0 5 0,-4-2 4 0,0-5 1 16,0 1 0-16,-1 1 3 0,3-3-1 0,-6-4-2 15,-3 1-3-15,3-4 4 0,-1 2-7 0,-3-4-1 16,-3 2-1-16,2-6-1 0,-6 1-1 0,2 1-5 15,-4 1-9-15,2-2-10 0,-6 4-20 0,1-2-20 16,0 2-25-16,-2 5-40 0,-1-2-38 0,1 4-32 16,-5 1-47-16,0 0-126 0,-3 1-395 0,1 4 175 15</inkml:trace>
  <inkml:trace contextRef="#ctx0" brushRef="#br0" timeOffset="104963.89">23313 4550 177 0,'3'-11'169'15,"1"0"-1"-15,-1 2 0 0,0 1-3 0,-2 3-6 16,-1-4-5-16,4 3-12 0,-4 0 2 0,0 0-13 16,0 1-3-16,0 2-14 0,0 3-10 0,1-7-9 15,-1 3-15-15,0 4-11 0,2-4-7 0,-2 4-8 16,0 0-9-16,0 0-2 0,0 0-7 0,0 0 1 16,0 0-6-16,-2 13-8 0,1-6 3 0,-3 0-3 15,4 2-3-15,0 4 0 0,-1 1-3 0,1-2-3 16,0 4-2-16,0 2-1 0,1 1-3 0,-2 0 4 15,1 0-1-15,1 1 1 0,-1-1-5 0,-1 3 2 0,1 4-5 16,-4-3 0-16,1-3-1 0,2 7 3 16,-1-2-2-16,-2 2 0 0,1-6 2 0,3 7-3 15,-4 0 2-15,1-2-1 0,1 2-1 0,-1 1 0 0,3-1 2 16,-2 1-2-16,0-1-2 0,2-3-1 0,-3 5 4 16,1-3-1-16,0 2-1 0,1-1-2 0,0 1 3 15,-2-2 0-15,1 0-1 0,-3 3 2 16,2-4-2-16,0 5 3 0,1-3 2 0,-1-2 1 0,0 3 3 15,1-4-1-15,-1 4-1 0,-1-4 2 0,1 4-1 16,3-6 1-16,-1 3 0 0,-5 2 3 0,2-2-5 16,-1 2 0-16,-1 0 2 0,2 1 3 0,2 0 0 15,-4 0-2-15,1 1 4 0,1 2-5 0,0-3 6 16,0 1-7-16,-1 0 5 0,1 1-6 0,0 0 5 16,1 0-2-16,-1 1-4 0,-4-1 1 0,7 0-3 15,-2 0 1-15,2 0 1 0,-2 1 2 0,0-3-5 16,3 2 2-16,-2 1 3 0,0-2-7 0,-2 0-1 15,3 1 1-15,-1-1 3 0,1 1 1 0,1 2-1 16,-4-2-2-16,1 3 0 0,3-4-3 0,-1 4 6 16,1-2 2-16,0 4 10 0,0-1 16 0,-3-3-1 15,3 1-6-15,-1 0-2 0,1-1 1 0,0 3-4 0,-3-3-3 16,3 1-3-16,0 3 2 0,3-5-3 0,-6 3-3 16,6-2 4-16,-2-2-2 0,-1 0-7 0,0 1 11 15,0 0-11-15,3-1-7 0,-3 0 9 0,0 0-2 16,-3 1-7-16,3 3 8 0,3-3-6 0,-3 1-2 15,-3-1 9-15,6 1-5 0,-6-1-2 0,3-2 0 16,-1 2 2-16,1 1-4 0,-3-2 7 0,2-2-6 16,-2 3-4-16,3-4 5 0,-3 2-6 0,3-2 6 15,-4-1 9-15,4 2-13 0,-3-2 7 0,1-4-5 16,-3-2 4-16,5 1-5 0,-2-1 2 0,1 0 0 16,-1 0 1-16,2-2-4 0,-2 1 4 0,0 0 3 15,1-1-6-15,1 0 2 0,0-3-1 0,-3-3 2 16,3 4 5-16,0-3-8 0,0-2 1 0,-1-1 0 0,2-1-3 15,-2 2 2-15,1-4 4 0,1 0-12 16,-1-1-18-16,0 0-20 0,0-1-20 0,0-2-21 16,0-3-31-16,0 0-59 0,0 4-55 0,0-4-251 0,0 0-523 15,0 0 233-15</inkml:trace>
  <inkml:trace contextRef="#ctx0" brushRef="#br0" timeOffset="105807.55">21722 8020 133 0,'0'0'179'0,"0"0"-7"15,0-7-15-15,0 7-7 0,8-5-4 0,-1 4-6 0,1-3-9 16,8 4-8-16,-2-3-6 0,6 0-6 0,12 1-6 16,0 0-10-16,2-1-3 0,6 0 2 0,14 1 2 15,3-1-12-15,2 3-5 0,3-1-7 0,1 1-7 16,6-1-4-16,-1 0-8 0,29-2-4 0,-25 4-5 16,26-3-5-16,-27 3-3 0,33-1-4 0,-6 0-2 15,-28 0-2-15,29-1-3 0,-1 2-2 0,2-2 1 16,-29 1-2-16,31-1 0 0,0 3 2 0,-5-2-4 15,4 1 0-15,-5-2-2 0,-26 2 2 0,31-3 2 16,0 3-5-16,-30-3 5 0,32 2-2 0,-6-2-4 16,-1-1-4-16,4 2-1 0,-29 1-1 0,26 0-2 15,-26-1 2-15,31 1-1 0,-30 0 0 0,30-3-1 16,-31 5 1-16,27-4-4 0,-28 2 3 0,31 2-4 0,-33-2 0 16,33 2 0-16,-32-3-1 0,2 1 0 15,26 0 2-15,-31 0-3 0,32 1 2 0,-31 0-2 16,-1 1 1-16,1-2-1 0,1 1-2 0,29 1 0 0,-31 0 1 15,6 1 0-15,-1-2 0 0,-3 0 0 0,3 2-1 16,25 0 0-16,-28-1 3 0,2 0-2 0,1 1 1 16,0 1-2-16,26-2 1 0,-32 1 2 0,2-2-3 15,6 3 3-15,-5 0-4 0,-1 0-1 0,1-2 3 16,2 1-2-16,-1-1 0 0,2 1 4 0,-6-1-1 16,0 1-1-16,3-1-2 0,0-1 1 0,-3-1 2 15,2 0 2-15,0 0-4 0,-3 4 0 0,-2-6-1 16,2 0-1-16,-1 2 2 0,-2-3 0 0,0 2 0 15,-1-3-3-15,0 3 4 0,-4-4-1 0,-3 1 0 16,-10 3-1-16,13-4 1 0,-14 3-3 0,-1-3 5 16,1 1-3-16,-2 2-1 0,-4-1 1 0,6 0 1 15,-8 1-1-15,-2-1 1 0,0 1-2 0,-9 0 2 0,-3 1 3 16,1-1-1-16,-10-1-3 0,5 1 0 0,-5 0 1 16,0 1 2-16,-4-1-1 0,1 2-1 15,-2-1 2-15,-6 1-2 0,6-1-3 0,-6 1-8 0,7-1-13 16,-7 1-17-16,0 0-25 0,0 0-22 0,0 0-20 15,0 0-18-15,0 0-18 0,0 0-37 0,0 0-33 16,0 0-149-16,0 0-392 0,0 0 173 0</inkml:trace>
  <inkml:trace contextRef="#ctx0" brushRef="#br0" timeOffset="106073.15">29371 7858 49 0,'10'7'198'0,"2"3"11"16,4 3-2-16,0-4-4 0,1 2-5 0,-1 2-13 16,2-3-18-16,2 4-15 0,-2-2-11 15,-2-2-12-15,-2 3-13 0,0-2-12 0,-5-2-12 0,2 1-7 16,-6 1-6-16,1-4-11 0,1 4-9 0,-6-1-2 15,-2-3-5-15,-1 4-4 0,-4-3-4 0,-5 2-21 16,-6 1-33-16,-10 1-43 0,-4-1-52 0,-4-3-68 16,-21 1-215-16,-3-3-419 0,-5-3 185 0</inkml:trace>
  <inkml:trace contextRef="#ctx0" brushRef="#br0" timeOffset="106666.85">24769 6345 195 0,'0'0'203'0,"0"0"-24"0,-10-3-15 0,10 3-18 15,0 0-15-15,0 0-16 0,-3 4-8 0,3-4-11 16,-1 4 3-16,1-4 1 0,3 8-2 0,-2-2-3 0,3-2-6 16,-1-1-9-16,1 2-9 0,3 1-4 0,-2-1-10 15,1-2-4-15,-2 3-2 0,0-3-5 16,0 0-4-16,0 0-4 0,0-1-3 0,-4-2-4 0,3 3 2 16,-3-3-7-16,0 0-4 0,0 0-11 0,0 0-14 15,0 0-20-15,0 0-30 0,-15-6-18 0,8 2-24 16,0 0-23-16,2 0-28 0,-3 0-35 0,-3 2-118 15,3-2-323-15,-2-1 143 0</inkml:trace>
  <inkml:trace contextRef="#ctx0" brushRef="#br0" timeOffset="107010.56">25085 6472 213 0,'0'0'235'16,"0"0"-22"-16,0 0-26 0,2 6-20 0,-2-6-15 16,0 0-16-16,0 0-10 0,-7 5-15 0,6-1-9 0,1-4-11 15,-3 6-6-15,3-2-11 0,0-4-7 0,-4 6-3 16,4-2 3-16,0-4 2 0,3 7-1 0,-2-5 8 15,2 2 5-15,-3-4 10 0,6 4-1 16,-1-2 2-16,-5-2-5 0,9 0-5 0,-9 0-5 0,13-5-10 16,-7 3-3-16,0-2-10 0,-2 0-3 0,-1 0-9 15,-1-1-6-15,0 1-27 0,-2 1-30 0,-2-2-40 16,-3 0-43-16,-1 2-51 0,-2 0-47 0,-3 1-52 16,-2-2-152-16,-1 4-438 0,-1 1 194 0</inkml:trace>
  <inkml:trace contextRef="#ctx0" brushRef="#br0" timeOffset="107354.28">24601 6740 27 0,'0'0'271'0,"0"0"-31"0,-2 3-21 0,2-3-19 15,0 0-24-15,0 0-16 0,0 0-18 0,-4 3-12 16,4-3-12-16,0 0-14 0,-3 2-8 0,3-2-9 16,0 0-13-16,0 0-4 0,0 0-7 0,0 0-5 15,0 0-1-15,0 0 11 0,0 0 7 0,0 0 15 16,0 0 12-16,0 0 19 0,0 0-10 0,0 0-10 15,0 0-18-15,8-10-1 0,-8 5-7 0,0 5-8 16,-1-8-7-16,-1 3-9 0,0-1-8 0,-4 1-24 16,2 2-26-16,0-4-31 0,0 4-38 0,0 3-42 15,4 0-45-15,0 0-58 0,-15 3-57 0,8 2-146 16,7 0-458-16,-3-2 203 0</inkml:trace>
  <inkml:trace contextRef="#ctx0" brushRef="#br0" timeOffset="107635.61">24975 6892 38 0,'-1'-3'223'15,"1"3"-22"-15,-4-2-23 0,4 2-28 0,0 0-12 0,0 0-8 16,0 0-11-16,0 0-15 0,-6 8-6 0,6-2 6 15,0 1-3-15,3 1-7 0,0-2-6 0,-2 5-8 16,2-2-6-16,1 3-9 0,-1-4-4 0,1 2-7 16,0-4-5-16,0 0-3 0,-3-1 0 0,1 0 16 15,2-3 14-15,-4-2 12 0,1 5-2 0,-1-5-4 16,0 0-12-16,0 0-10 0,0 0-35 0,-16-7-44 16,5 1-44-16,1-1-59 0,-7-3-51 0,-3 1-230 15,-4-6-435-15,-6-2 193 0</inkml:trace>
  <inkml:trace contextRef="#ctx0" brushRef="#br0" timeOffset="107963.7">24370 6392 171 0,'-1'-5'302'0,"0"-4"-29"0,1 2-23 0,-2 0-27 0,-1-1-18 15,3 0-14-15,-1 3-14 0,0 2-18 16,-5-2-15-16,6 1-16 0,0 4-17 0,0-6-14 16,0 6-7-16,-4-2-11 0,4 2-9 0,0 0-6 0,0 0-6 15,0 0-6-15,-5 9-13 0,5-9 0 0,-3 5-3 16,3-5-3-16,0 6-4 0,0-6-3 0,3 5-6 15,-3-5-3-15,-3 5 3 0,3-5-1 0,0 0-2 16,4 3-2-16,-4-3-24 0,0 0-36 0,0 0-46 16,0 0-45-16,0 0-66 0,0 0-244 0,0 0-482 15,-1-14 214-15</inkml:trace>
  <inkml:trace contextRef="#ctx0" brushRef="#br0" timeOffset="108260.55">24101 7055 266 0,'0'0'284'0,"0"0"-24"15,12-3-23-15,-12 3-15 0,7-3-27 0,-7 3-18 16,4-2-16-16,-4 2-16 0,9 0-14 0,-9 0-19 15,0 0-8-15,10 0-15 0,-10 0-9 0,8 2-6 16,-8-2-10-16,3 1-2 0,-3-1-8 0,4 4-5 16,-4-4-8-16,0 6 2 0,-1-1-5 0,1-5-5 15,-4 3 2-15,0 0-7 0,-1-1-2 0,1 3-4 16,0-4-10-16,4-1-22 0,-8 6-27 0,8-6-31 16,-5 0-56-16,5 0-54 0,0 0-68 0,0-9-152 15,0 9-429-15,13-11 191 0</inkml:trace>
  <inkml:trace contextRef="#ctx0" brushRef="#br0" timeOffset="108744.88">26591 5232 169 0,'0'0'264'0,"0"0"-24"0,0 0-27 15,0 0-20-15,-15 0-21 0,4 3-16 0,1 2-15 16,-3 1-13-16,-1 3-14 0,-2 0-11 0,-3 0-9 16,4 3-9-16,-2-2-10 0,2 3-9 0,-1 1-3 15,2-4-13-15,-1 3-31 0,1-3-37 0,1 0-38 16,6-2-38-16,-1 0-46 0,2-3-32 0,-2-3-140 16,3 2-336-16,1-3 150 0</inkml:trace>
  <inkml:trace contextRef="#ctx0" brushRef="#br0" timeOffset="108901.11">26330 5227 24 0,'2'-2'266'0,"-2"2"-27"0,0 0-28 0,0-8-27 15,0 8-14-15,0 0-14 0,0 0 5 16,6 10-2-16,0-4-13 0,0 4-15 0,3 0-9 0,0 4-12 16,6 3-10-16,3 2-8 0,2 1-12 0,-1 3-36 15,5-1-51-15,0-3-54 0,2 3-65 0,-2-4-63 16,0 0-147-16,1-3-363 0,1-1 161 0</inkml:trace>
  <inkml:trace contextRef="#ctx0" brushRef="#br0" timeOffset="109135.46">27175 5492 215 0,'0'0'351'16,"0"0"-32"-16,0 0-32 0,8-1-29 0,-8 1-27 0,0 0-28 16,0 0-22-16,0 0-20 0,0 0-11 0,-18 10-14 15,10-4-15-15,-3-1-18 0,0 2-36 16,-6 2-38-16,3-3-43 0,-5 6-43 0,1-3-53 0,-2 1-46 16,-1-1-63-16,1-1-157 0,-2-2-408 0,2-1 181 15</inkml:trace>
  <inkml:trace contextRef="#ctx0" brushRef="#br0" timeOffset="109276.08">26926 5568 191 0,'4'0'259'15,"5"-4"-25"-15,0 3-25 0,-2-1-20 0,2 1-20 16,0 0-19-16,-3 1-15 0,2 2-10 0,0 2-14 16,3 1-11-16,-4 1-14 0,3 1-34 0,-4 2-35 15,1-1-48-15,1 2-65 0,-5 0-60 0,1 1-135 16,1 2-315-16,-2 1 139 0</inkml:trace>
  <inkml:trace contextRef="#ctx0" brushRef="#br0" timeOffset="109494.81">26567 5848 87 0,'-14'0'200'0,"3"0"-20"0,-1 0-15 16,0 2-22-16,1 1-12 0,-1 1-14 0,1 2-11 15,-2-2-8-15,1 2-9 0,3 5-11 0,-1-4-5 16,-2 5-14-16,1-4-37 0,7 1-44 0,-4-3-39 16,4 1-54-16,0-1-110 0,1-2-244 0,3-1 108 15</inkml:trace>
  <inkml:trace contextRef="#ctx0" brushRef="#br0" timeOffset="109682.29">26459 5838 93 0,'0'0'259'0,"2"-4"-20"0,-2 4-22 16,0 0-23-16,3-3-22 0,-3 3 1 0,0 0 5 16,9 8-3-16,-6-2-14 0,1-1-15 0,1 5-11 0,3-2-14 15,-1 5-14-15,5 0-7 0,-1 4-5 0,3-3-11 16,-2 0-14-16,1-2-33 0,1 3-45 15,-3-1-48-15,3-2-64 0,2-1-59 0,-5-2-221 16,-1 0-431-16,-1-3 191 0</inkml:trace>
  <inkml:trace contextRef="#ctx0" brushRef="#br0" timeOffset="110557.2">27014 5611 53 0,'-7'-4'220'15,"2"2"-12"-15,-2-1-8 0,-1 2-14 0,0-1-15 16,2 2-21-16,-2-2-12 0,8 2-17 0,-10 0-14 15,4 3-9-15,6-3-13 0,-8 4-4 0,6-1-6 16,0 1-7-16,2 2-4 0,-2 0-11 0,6 0-1 16,-2 0-5-16,3 2-3 0,-1-2-4 0,6 3-3 15,6 0-6-15,-1-1-1 0,-3-3 0 0,2 2-6 16,-2-4-5-16,-1 0 2 0,3-2-2 0,-5 2 1 16,1-5-4-16,-5 2 1 0,2-2-4 0,2-1-2 0,-6 1-1 15,1-2-5-15,-1-4 1 0,-3 1-1 0,0-1 2 16,-3-1-5-16,-1 1 22 0,0 0 3 15,-4 0 8-15,1-1 9 0,2 1 3 0,-1 2 8 16,-1-2-7-16,1 3-4 0,-2 1-9 0,2-1 1 0,3 3-11 16,-3-3 3-16,1 4-8 0,5 1-3 0,-13 1 3 15,13-1-5-15,-10 3-1 0,9 0-4 0,-6 1-2 16,5 2 2-16,-2-1-3 0,2 2 1 0,2-2 0 16,2-1-1-16,0 3 1 0,-2-2-2 0,4 1-1 15,0 1-2-15,0-3 0 0,-1 0 0 0,-2-1 0 16,1 0-3-16,-2-3-8 0,5 4-22 0,-5-4-34 15,0 0-42-15,0 0-49 0,0 0-51 0,0 0-234 16,3-13-477-16,-3 8 212 0</inkml:trace>
  <inkml:trace contextRef="#ctx0" brushRef="#br0" timeOffset="111182.15">26461 5341 250 0,'0'0'313'0,"-2"-3"-13"0,2 3-11 16,0 0-15-16,0-5-20 0,0 5-14 0,0 0-29 16,0 0-21-16,0 0-25 0,0 0-16 0,-5-2-19 15,5 2-18-15,0 0-5 0,0 0-11 0,-8 7-12 16,2-4-5-16,2 2-12 0,0-1-10 0,0 2 0 16,0 1-11-16,0-2-5 0,1 0 2 0,0 3-20 15,1-3-16-15,0-1-2 0,-2 3-13 0,4-3-6 0,4 1-2 16,-2 0 1-16,0-2-2 0,1-1 12 15,4 0-11-15,1-2-1 0,0 1-2 0,0-4-3 16,3 0 0-16,-1-1 3 0,2-1 1 0,-4-2 2 0,2-2 0 16,-1 2 3-16,0-5-1 0,-3 3 0 0,1-2-2 15,-2-1 8-15,-2 1-2 0,-1 0 2 16,-2 1 1-16,0-2 5 0,-3 1 8 0,0 2 5 16,-1 3 4-16,0-2 1 0,-3 2-11 0,0 2 1 0,2 1 3 15,-4 1-2-15,3-1 0 0,-4 5-5 0,2-1 4 16,0 1-7-16,1 2 4 0,-1 1-1 0,1 0 0 15,-1 2-3-15,6 3 1 0,0-1 0 0,1 1-1 16,1 1 2-16,0-2-1 0,3 3 4 0,-1-2-2 16,6 1 1-16,-2-4 0 0,-1 2 1 0,2-5 1 15,-1 2 2-15,2-2-4 0,-3-2 19 0,2-1-4 16,-7-1-1-16,15-4 2 0,-10 1-4 0,1-3-3 16,1 1 3-16,-2-3-2 0,-1 1 0 0,-4-3-3 15,3 0-1-15,-3 3-2 0,-3-4-1 0,3 4-3 0,-2-2 2 16,-3 1-1-16,3 1-11 0,-2 1-27 15,-1 4-24-15,0 1-29 0,5 1-28 0,-14 1-34 16,6 2-35-16,1 2-36 0,-2 5-39 0,-1 4-151 16,1 1-444-16,-1 2 196 0</inkml:trace>
  <inkml:trace contextRef="#ctx0" brushRef="#br0" timeOffset="111572.73">26542 5797 226 0,'0'0'221'0,"-9"1"-25"0,9-1-23 15,0 0-12-15,-3 4 8 0,3-4-8 0,-2 5-14 16,2-5-12-16,2 7-13 0,-2-2-10 0,0 1-4 16,4 0-15-16,-1 0-10 0,0 0-8 0,2-1-5 15,-4 0-7-15,2 0-6 0,0-1-2 0,0-1-5 0,1-1 1 16,-4-2 14-16,3 3 19 0,-3-3 14 16,0 0-4-16,5 1-8 0,-5-1-6 0,0 0-9 15,0 0-10-15,0-13-5 0,-2 8-7 0,-3 0-2 16,5-1-7-16,-4 1-6 0,1 0-5 0,-1 2-2 0,1-1-8 15,-1 1-4-15,0 1-21 0,4 2-30 0,0 0-35 16,0 0-27-16,-17 4-37 0,13 1-51 16,-1 0-45-16,3 0-223 0,-1 4-491 0,3-1 218 0</inkml:trace>
  <inkml:trace contextRef="#ctx0" brushRef="#br0" timeOffset="111994.62">27056 6104 250 0,'0'0'358'0,"0"0"-37"0,0 0-28 16,0 0-25-16,0 0-23 0,-23-5-26 15,16 5-17-15,0-1-20 0,-5 1-14 0,1 0-19 16,-1 1-15-16,4 2-19 0,-3-1-9 0,6 0-9 0,-2 1-14 16,0 1-7-16,2 0-4 0,-1 0-9 0,1 1-10 15,2-2-2-15,1 2-1 0,2-2-7 0,-2 1-1 16,2-4-10-16,7 8-1 0,0-7 0 0,-2-1-4 15,3 1-5-15,1-2 1 0,1 0 1 0,-4-1 0 16,6-1-3-16,-3-1 0 0,1-1-6 0,1-2-3 16,-2 2 3-16,-6-1-5 0,1-1-3 0,-1 1-7 15,-2-1 1-15,-1-2-24 0,-1 3-30 0,-4 0-34 16,-5-2-39-16,-2 2-44 0,-4-5-44 0,-2 4-55 16,-2-1-234-16,-9 0-544 0,-1 0 241 0</inkml:trace>
  <inkml:trace contextRef="#ctx0" brushRef="#br0" timeOffset="112322.66">26002 5755 208 0,'-8'-1'302'0,"3"0"-17"0,-4 1-22 0,9 0-18 16,-7-1-17-16,7 1-16 0,-9-1-19 0,9 1-23 15,0 0-16-15,0 0-15 0,0 0-20 0,0 0-8 16,0 0-11-16,0 0-8 0,0 0-8 0,0 0-10 16,27 3-8-16,-18-3-9 0,1 0-4 0,3-1-10 15,-5 2-3-15,3-1-2 0,-6-1-11 0,5-1 1 16,-1 0-12-16,-1 0-5 0,-4-1-13 0,3-2-12 0,-4 1-9 15,-2-2-12-15,1 3-12 0,-2-3-28 0,-3-1-24 16,0 1-42-16,-8-4-36 0,-1 1-42 16,3 0-202-16,-4-3-457 0,3 1 202 0</inkml:trace>
  <inkml:trace contextRef="#ctx0" brushRef="#br0" timeOffset="112619.51">26447 4863 58 0,'-5'-10'330'0,"-1"4"-26"0,4-6-26 0,-2 5-25 15,-2-4-30-15,2 1-20 0,-2 2-14 0,4 2-11 16,-5-1-7-16,4 1-16 0,-1 1-14 0,0-1-12 15,1 2-9-15,1 0-21 0,0 1-8 0,2 3-5 16,-3-5-17-16,3 5-10 0,0 0-4 0,-1-3-11 16,1 3-1-16,0 0-8 0,0 0-14 0,0 0-19 15,0 0-19-15,0 0-19 0,0 0-28 0,0 0-27 16,-1 11-30-16,1-11-33 0,0 0-41 0,0 0-38 16,0 0-172-16,0 0-437 0,0 0 193 0</inkml:trace>
  <inkml:trace contextRef="#ctx0" brushRef="#br0" timeOffset="112978.84">27205 4939 30 0,'0'0'414'0,"0"3"-39"0,0-3-37 16,0 0-28-16,0 0-29 0,0 0-22 0,0 0-24 16,0 0-19-16,0 0-16 0,-14-2-16 0,14 2-22 15,0 0-22-15,0 0-10 0,0 0-20 0,0 0-11 16,0 0-16-16,0 0-12 0,0 0-3 0,0 0-10 16,0 0-4-16,0 0-6 0,0 0-3 0,0 0-2 15,0 0-4-15,0 0-2 0,0 0-4 0,0 0 7 16,8 8-3-16,-8-8 0 0,0 0-9 0,0 0 0 15,0 0-1-15,0-18-8 0,0 11 2 0,0 0-4 16,-4 1-3-16,3-2-5 0,-5-2 9 0,4 0-11 16,-1 3-24-16,-1-1-35 0,0 3-34 0,0-3-62 0,0 5-77 15,2-1-56-15,2 4-73 0,-8-2-180 16,8 2-578-16,0 0 256 0</inkml:trace>
  <inkml:trace contextRef="#ctx0" brushRef="#br0" timeOffset="113275.69">27815 5920 55 0,'3'-4'430'16,"-3"4"-6"-16,0-10-42 0,-3 3-38 0,3-4-34 15,-1 7-28-15,-2-2-25 0,-1-2-26 0,-3 3-15 16,3-2-16-16,-2-1-21 0,0 5-23 0,2-4-9 16,0 4-27-16,-2 0-13 0,2 0-21 0,4 3-44 15,-10 0-53-15,10 0-59 0,-13 6-58 0,8-1-65 16,2 1-65-16,-1 0-294 0,0 5-597 0,1-6 264 15</inkml:trace>
  <inkml:trace contextRef="#ctx0" brushRef="#br0" timeOffset="113822.52">24985 4276 178 0,'-10'1'213'0,"5"0"-19"15,-1 1-24-15,-3 0-18 0,5 1-15 0,-3-1-11 16,4 0-16-16,-1 2-11 0,-4-2-11 0,6 1-4 16,2-3-9-16,-2 5-4 0,2-5-4 0,2 4 19 15,-2-4 17-15,5 3 11 0,0 0-2 0,-5-3-1 16,10 3-5-16,-2-5-9 0,-8 2-2 0,15-1-1 16,-10-1 1-16,5-2-6 0,-1 2-2 0,-3-2 0 15,-2 2 1-15,0-3-4 0,0 0-3 0,-1 2-13 16,-2-5-4-16,-1 5-13 0,0 3-8 0,-6-8-6 15,1 4-21-15,-4 1-29 0,-2 1-29 0,0 1-34 0,-4-1-37 16,2 2-51-16,0 0-50 0,1 3-75 16,0-2-155-16,-2 2-480 0,7-1 212 0</inkml:trace>
  <inkml:trace contextRef="#ctx0" brushRef="#br0" timeOffset="114134.98">24425 4564 113 0,'0'0'466'16,"-9"-4"-27"-16,7 1-44 0,-2 0-33 0,-2 0-40 0,2-1-29 15,2-1-24-15,-3 1-21 0,1 0-25 0,4-1-25 16,-1 2-11-16,-2 0-18 0,3 3-25 16,-1-8-14-16,1 8-3 0,0-4-31 0,0 4-21 0,0 0-25 15,0 0-48-15,0 0-37 0,0 0-7 0,0 0-15 16,0 0-37-16,0 0-36 0,9 13-38 0,-7-8-38 16,-1 2-45-16,1 0-56 0,-1 0-196 0,-1 2-546 15,1-1 242-15</inkml:trace>
  <inkml:trace contextRef="#ctx0" brushRef="#br0" timeOffset="114416.21">24778 4748 233 0,'0'0'376'0,"0"0"-29"0,0 0-24 0,-5-6-18 0,5 6-25 15,0 0-24-15,-4-4-26 0,4 4-21 0,-3-4-25 16,3 4-19-16,0 0-21 0,0 0-12 16,0 0-18-16,0 0-13 0,0 0 5 0,0 0-27 0,0 0-7 15,0 0-10-15,23 8-5 0,-19-7-20 0,3 1-14 16,-1 1-19-16,-1-1-13 0,-5-2-17 0,8 2-17 16,-5-1-15-16,-3-1-8 0,3 3-3 0,-3-3-5 15,0 0-25-15,0 0-33 0,0 0-40 0,0 0-28 16,-21 0-33-16,21 0-30 0,-15-4-137 0,8 2-432 15,-2-1 191-15</inkml:trace>
  <inkml:trace contextRef="#ctx0" brushRef="#br0" timeOffset="114728.68">25220 4717 369 0,'-4'-2'368'0,"4"2"-32"15,0 0-33-15,0 0-34 0,0 0-31 0,0 0-25 0,0 0-26 16,0 0-21-16,0 0-10 0,-7 5-21 0,7-5-9 16,6 9-14-16,-6-5-10 0,1 2-18 0,3-1-2 15,-4 3-11-15,4-2-1 0,1 1-3 0,-1-2-13 16,-2 0-1-16,2 0-4 0,0-1-2 0,-4-2-10 15,4 1-1-15,-4-3 4 0,3 4 1 0,-3-4 9 16,0 0-10-16,0 0-1 0,0 0 0 0,0 0-6 16,7-8-6-16,-7 8-3 0,-3-10-25 0,3 6-14 15,0-1-17-15,-1 1-35 0,-3-1-48 0,-2 3-55 16,2 0-61-16,-2 0-47 0,-3 2-248 0,9 0-569 16,-18 4 251-16</inkml:trace>
  <inkml:trace contextRef="#ctx0" brushRef="#br0" timeOffset="114978.65">24750 5259 41 0,'-6'-5'381'0,"6"5"-20"0,0-8-22 16,4 5-18-16,-4 3-22 0,2-6-24 0,2 4-20 0,-2-2-18 15,0 0-32-15,-2 4-19 0,0 0-23 0,5-2-19 16,-5 2-28-16,3-2-13 0,-3 2-18 0,0 0-17 16,0 0-22-16,0 0-17 0,0 0-26 0,-4 13-31 15,1-8-40-15,-2 0-44 0,-5 0-48 0,6 2-62 16,-5-2-50-16,0 1-195 0,-5-2-503 0,3-2 222 16</inkml:trace>
  <inkml:trace contextRef="#ctx0" brushRef="#br0" timeOffset="115244.25">24450 5016 25 0,'0'0'391'0,"0"-4"-16"0,0 4-20 15,0 0-48-15,0-4-24 0,0 4-34 16,0 0-23-16,2-4-27 0,-2 4-13 0,0 0-20 0,0 0-18 15,1-5-15-15,-1 5-20 0,0 0-25 0,0 0-13 16,0 0-6-16,0 0-10 0,0 0-7 0,14 8-15 16,-14-8-10-16,9 1-15 0,-3 2-13 0,-2-3-17 15,-4 0-6-15,8 1-12 0,-8-1-5 0,9 0-5 16,-9 0-10-16,7 0-28 0,-7 0-45 0,0 0-75 16,7-3-46-16,-7 3-198 0,0 0-485 0,0 0 215 15</inkml:trace>
  <inkml:trace contextRef="#ctx0" brushRef="#br0" timeOffset="115541.1">24427 5633 276 0,'3'-5'465'16,"0"-1"-30"-16,2 0-32 0,-4-1-20 0,2 0-28 15,-3 0-34-15,2 1-19 0,-2 0-27 0,0 1-27 16,0 1-28-16,2 0-16 0,-2 4-23 0,-4-5-29 16,4 5-36-16,0 0-48 0,-3-5-53 0,3 5-58 15,0 0-48-15,0 0-54 0,0 0-82 0,-10 11-86 16,6-7-287-16,0 2-650 0,1-3 287 0</inkml:trace>
  <inkml:trace contextRef="#ctx0" brushRef="#br0" timeOffset="118909.19">29728 8479 236 0,'0'0'332'0,"3"-4"-8"0,-3 4-16 0,0 0-11 15,2-3-17-15,-2 3-31 0,0 0-20 0,0 0-18 16,0 0-18-16,0 0-16 0,0 0 6 0,0 0 44 16,-13 7-22-16,3-2 4 0,-2 3-2 0,-2 0-10 15,-2 2-30-15,-2-1-12 0,-6 5-18 0,-1 0-12 16,1 0-12-16,-2 1-6 0,0 0-17 0,-1 0-4 16,2 0-9-16,1 1-9 0,0 2-26 0,3-2-46 0,3-1-59 15,3-3-65-15,-1 2-57 0,5 3-65 0,2-6-68 16,2 0-80-16,1 0-250 0,2-3-701 15,3-1 310-15</inkml:trace>
  <inkml:trace contextRef="#ctx0" brushRef="#br0" timeOffset="119127.91">29352 8520 335 0,'0'0'341'0,"0"0"-37"0,0 0-33 15,0 0 9-15,0 0 16 0,14 8 3 0,-5 0-15 16,7 5-15-16,8 7-35 0,0-1-11 0,6 2-24 0,0 2-19 16,1 1-14-16,10 7-15 0,-9-11-18 15,3 2-34-15,-1-1-50 0,0-2-26 0,-3-1-63 16,-1-2-42-16,-4-2-58 0,-6-2-68 0,4-6-68 0,-13-1-289 16,2-2-613-16,-3-3 271 0</inkml:trace>
  <inkml:trace contextRef="#ctx0" brushRef="#br0" timeOffset="120153.76">23284 4021 164 0,'2'-3'368'16,"-2"3"-14"-16,4-5-19 0,-4 5-19 0,0 0-29 15,3-4-17-15,-3 4-29 0,0 0-24 0,0 0-33 16,2-2-21-16,-2 2-21 0,0 0-10 0,0 0 2 15,-2 14-27-15,-2-8-10 0,1 5-7 0,-1-4-11 16,1 5-10-16,-4 3-9 0,3-2 0 0,-4 2-9 16,3-3-6-16,-3 3-2 0,-1 1 6 0,3-5-16 15,2 2 2-15,-3-2-4 0,1-2-6 0,0-2 3 16,4-1-1-16,-4 0-6 0,4-2 3 0,1-1 0 0,1-3-5 16,0 0 8-16,0 0-8 0,0 0-3 0,0 0-10 15,7-14 11-15,-3 2-8 0,4 2 8 16,-3-3-3-16,8-4-6 0,-3-2 0 0,1 1-1 0,3 2 1 15,-5-1-3-15,5 1 17 0,-5 1 12 0,-2 2 9 16,2 3 6-16,-4 0 15 0,4 2 2 0,-5 2-6 16,-1 1-4-16,1 1-8 0,-1 0-11 0,1 2-6 15,0-1-6-15,-4 3-5 0,0 0 0 0,18 5 0 16,-7 0-4-16,-2 4 11 0,2-1-14 0,0 7-4 16,3 0-32-16,-2 0-42 0,1 0-40 0,4 7-48 15,-5-4-46-15,2 6-74 0,-1-6-94 0,-1 9-293 16,-1-9-715-16,-4-2 316 0</inkml:trace>
  <inkml:trace contextRef="#ctx0" brushRef="#br0" timeOffset="121122.42">22606 4409 197 0,'0'0'353'0,"0"-8"-23"0,2 4-11 15,-2 4-9-15,2-8-6 0,-2 6-13 0,0 2-15 16,0 0-22-16,4-5-14 0,-4 5-37 0,0-4-28 0,0 4-3 16,0 0-35-16,0 0-11 0,0 0-9 0,0 0-16 15,12 10-13-15,-7-6-4 0,0 3-7 0,1-2-12 16,-4-2-3-16,2 3-10 0,4 0-6 0,-5 0-2 16,3 0-9-16,-1-1 0 0,-1 0-1 0,0-1-4 15,-1-2-2-15,2 0-2 0,-2 2-3 0,-3-4 3 16,4 3-3-16,-4-3-1 0,0 0 3 0,6 0-9 15,-6 0-14-15,0 0-4 0,9-8 3 0,-5 5-15 16,0-1-6-16,3 0-8 0,-3-2 0 0,0 0-6 16,5-1-4-16,0 1 6 0,-2-4-3 0,1 3 5 15,-1-2 3-15,2 0-3 0,-1-2 2 0,1 5 3 16,0-3 2-16,-2 1 10 0,-2 2 2 0,1 1 0 16,-2 0 11-16,0 1-10 0,1-1 2 0,-1 0 12 0,-1 2 8 15,-3 3-3-15,4-3 1 0,-1 0 3 16,-3 3-2-16,1-4-1 0,-1 4-4 0,0 0-2 15,3-2-4-15,-3 2 2 0,0 0-6 0,0 0 1 0,0 0 17 16,0 0-18-16,0 0-4 0,0 0 6 0,0 0-4 16,0 0-2-16,0 0 4 0,0 0 1 0,0 0 1 15,0 0-1-15,0 0 4 0,0 0-3 0,0 0-3 16,0 9 4-16,0-9-3 0,-3 6 4 0,3-6-4 16,-1 5-1-16,-2 0 3 0,2-1-2 0,-2-1 4 15,2 3 2-15,1 1-1 0,-2 0-6 0,2 1 5 16,-2 2 0-16,2 0-9 0,-2 1 13 0,2 0-2 15,-4 3 2-15,4 1 0 0,4 2-12 0,-4 1 15 16,2 3-1-16,0-1-11 0,0 0 8 0,0 1 1 16,4 5 1-16,-5-5-3 0,2 0-2 0,0-1 3 15,0 0 0-15,-3-3-3 0,1 3-2 0,-1-4 8 16,0 1-6-16,-1-3 4 0,-1-2-5 0,-1-1-1 0,2-1 1 16,-3-1 4-16,-3 2 4 0,4-5 11 0,-6-1-13 15,2 0 25-15,-1-2 12 0,-5 0 29 16,0-1 22-16,-1-1 18 0,1-1 10 0,-1-1 7 15,-1-1 5-15,2 0-5 0,-1 0-5 0,3-4 0 16,0 0 0-16,-1-2 1 0,1-1-4 0,3 0-6 0,-1-2-12 16,3-1-11-16,5-1-13 0,2-3-9 0,-1-1-11 15,6-1-33-15,2 1-54 0,1-3-65 16,9-6-84-16,4 1-87 0,-1-1-98 0,7-1-136 0,-3-1-329 16,2 4-896-16,0-1 397 0</inkml:trace>
  <inkml:trace contextRef="#ctx0" brushRef="#br0" timeOffset="122235.24">24970 4048 74 0,'-18'-12'170'0,"3"1"-15"0,-4-1-8 0,-1 4-12 0,-1-1-10 0,0 2-5 15,-4-1-18-15,5 6-12 0,-3-1-4 0,-7 3 4 16,-3 3-2-16,3 4-8 0,2 3-4 15,-1 1-4-15,-2 4-4 0,1 3 5 0,-3 3 5 16,-1 3-8-16,-9 12-6 0,5 1 0 0,-2 1 1 0,2 3-3 16,-2-1-1-16,-1 3 3 0,2 2 1 0,5 0 0 15,0 0-2-15,4 1 2 0,-1 0-2 0,5 0-1 16,6-13-9-16,-4 11 1 0,11-8-5 0,1-2 0 16,5 2-4-16,1 1-5 0,3-2-2 0,6-1-1 15,3 4-4-15,4-1-2 0,5-1-4 0,12 7 1 16,-5-11 0-16,6-4 10 0,14 7 17 0,4-6 3 15,5-3-5-15,-1-4 0 0,6-4-2 0,1-6 1 16,3 0 9-16,1-6 2 0,-5 1 1 0,5-6 7 16,-4-2 13-16,-13-3 4 0,10-2 1 0,-12-1-2 15,10-4-5-15,-16 1 2 0,1-3-2 0,2-2 1 16,-5 0-9-16,-3-4-3 0,2-4-6 0,-3-3-6 16,-2 0-5-16,6-14-3 0,-11 8-11 0,4-12 0 15,-12 11-5-15,6-13-7 0,-12 9 0 0,6-14-4 0,-5 2-4 16,-6-1-1-16,-3-2-3 0,-1 0-2 15,-4 2-12-15,-3 1 10 0,-1 10-15 0,-7-12 6 16,4 14 0-16,-12-12 4 0,4 13-6 0,-8-6 4 0,4 11-4 16,-4 1-4-16,-3 6-5 0,-3-1-31 0,-1 4-22 15,-15-3-25-15,12 11-38 0,-16 0-36 0,11 7-45 16,-14 6-50-16,14 2-57 0,-14 7-70 0,-1 3-203 16,4 3-633-16,14 0 280 0</inkml:trace>
  <inkml:trace contextRef="#ctx0" brushRef="#br0" timeOffset="123188.28">24697 5962 36 0,'-17'-6'169'16,"0"0"-16"-16,-6 1-2 0,-7 3 6 0,-3 3-6 16,0 1-2-16,-2 7-8 0,-5 0 2 0,-11 7-2 15,13-4 2-15,-19 13-3 0,4 2 0 0,-2 1-5 0,-2 2-8 16,5 4-9-16,2 0-7 0,-3 5-6 15,4-1-3-15,2 3-5 0,1-4-12 0,3 4-4 16,4 0-7-16,2 2-6 0,4-2-6 0,6 1-6 0,8-6-4 16,5-1-5-16,3 16 4 0,3-2-10 0,8 0-1 15,3-12-1-15,17 13-2 0,5-2 6 0,8 0-5 16,5-4 2-16,6-3-3 0,8 1 2 16,4-2-3-16,4-6-5 0,2-3 0 0,30 9-4 0,-30-18 0 15,6-4-4-15,3-3 1 0,25 1-5 0,-28-9 5 16,3-3 17-16,-1-3 18 0,0-5 6 0,-2-2 1 15,-1-9 0-15,0-3-15 0,-5-7 7 0,1-4-12 16,-5-7-2-16,20-16-4 0,-32 12-5 0,1-5-3 16,-6 0 1-16,0-3-7 0,-6-1 0 0,-5-1-4 15,-4 0 17-15,-7-1-19 0,-8 1-1 0,-6-2 1 16,-8 0-7-16,-3 1 0 0,-12-3 1 0,-3 3 5 16,-4-3-5-16,-12 2-5 0,-2 0 0 0,-28-14-1 0,-6 7-7 15,17 22 2-15,-26-10-2 0,21 17 0 0,-31-6-2 16,26 18-1-16,-3 2-29 0,1 7-48 15,-3 4-40-15,3 3-52 0,1 10-60 0,4-1-71 0,-1 11-325 16,4 4-679-16,11 0 302 0</inkml:trace>
  <inkml:trace contextRef="#ctx0" brushRef="#br0" timeOffset="124158.46">26653 4600 92 0,'-67'10'153'0,"3"5"-16"0,3 7-13 16,-2 4-10-16,10 5-10 0,0 7-6 0,1 4 14 16,2 4-3-16,11 5 2 0,-13 27 9 0,27-21 1 15,6 5-4-15,6 1-8 0,5 27-10 0,12-28-4 16,5 1-11-16,10 25 3 0,3-26-4 0,18 20 2 15,-8-27-3-15,19 23 4 0,1-5-3 0,-8-25 4 16,6-1 1-16,21 14-2 0,-18-21-4 0,1-4-11 16,5-1-5-16,-2-9 5 0,3 0-18 0,4-4-5 15,-4-6-3-15,-2-5-4 0,-1-5 0 0,0-5-1 16,-14-2-7-16,11-7 21 0,-1-3-1 0,-11-2 5 16,7-8-4-16,0-6-8 0,0-2-7 0,-4-7-2 15,5-5-17-15,-1-2 6 0,17-25-2 0,-23 23-12 16,-1-6 5-16,7-23-3 0,-12 20 4 0,-7-2-13 0,3-26 5 15,-13 24-4-15,-6-1 5 0,-4-4-1 0,-1 3 6 16,-7-1 14-16,-3 2 10 0,-4 4-3 16,-6-2 4-16,-4 5-2 0,-7 0-8 0,-3 3-4 0,-10-1 3 15,-6 4-7-15,-5 3 1 0,-33-14-7 0,-4 5-4 16,-3 8 9-16,-5 8-12 0,-9 5-5 0,-8 9 0 16,-10-3-3-16,-6 9 10 0,-5 7-4 0,-3 4-42 15,-3 10-19-15,6 7-31 0,3 10-23 0,-2 12-31 16,5 10-55-16,9 2-67 0,4 13-296 0,14 4-602 15,7-2 267-15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09:49:15.87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3543 1679 29 0,'4'-9'318'0,"0"-2"2"0,-1 0-1 16,-1 2-19-16,-2-2 5 0,0 5-7 0,-1-5-8 16,0-1-8-16,-5 4-11 0,3-1-20 0,-2 1-26 15,-2 0-13-15,-2 2-34 0,-1-2-4 0,2 2-19 0,-4 2-20 16,-1 0-13-16,1 3-18 0,-5 2-8 15,-4-1-6-15,2 1-31 0,0 5 1 0,-4 1 1 16,-3 5-2-16,7-1-12 0,-5 7-9 0,1-1 5 16,1 0-10-16,8 2-3 0,-5 9-2 0,0-4-8 15,1 4 6-15,6 3-8 0,5-1-3 0,0 1 2 16,2 0-1-16,1-1-6 0,4-1 0 0,3 1 0 16,1-2-8-16,2-2 1 0,8 1 3 0,-6-8-2 15,11 4-14-15,2-2 11 0,-2-1-6 0,8-6-4 16,-1 0-16-16,2 0 7 0,1-4-4 0,-1-2-4 0,4-1-22 15,-1-3-9-15,-1-1-13 0,3-2-9 0,-5-2 0 16,6-1-19-16,-14-3-8 0,1 2-16 16,9-6-11-16,-12 0-14 0,-2 1-15 0,3-4-18 15,-4 1-27-15,1-2-13 0,3-1-9 0,-5 0-6 0,2-1-11 16,-2-1 9-16,-2 1 12 0,-1-2-125 0,0 2-378 16,-1-2 168-16</inkml:trace>
  <inkml:trace contextRef="#ctx0" brushRef="#br0" timeOffset="984.28">3887 1867 502 0,'3'-12'-21'0,"-1"1"21"15,3 1 15-15,-2-3 20 0,-1 0 22 0,-2 2 20 16,0-2 11-16,-2-2 12 0,2 2 9 0,-3 0 13 0,0 0 11 16,1 1 1-16,-2 0 11 0,3 0-1 0,-3 2 3 15,-2-3 0-15,2 1 11 0,-3 1-5 0,2 1 1 16,0-1-11-16,-1-1-8 0,1 3 0 0,-4-4-13 16,1 2-7-16,3 3-11 0,-1-2-2 0,1 2-3 15,-1 2-8-15,1 1-6 0,2-1-14 0,1 2-9 16,-1 2-4-16,-1-1-11 0,4 3-8 0,-4-4-4 15,4 4-11-15,-6-2-25 0,6 2 7 0,0 0-3 16,-12 6 0-16,8-2-3 0,0 1 3 0,0 2-5 16,-3 3-2-16,4 3 5 0,-5 4-4 0,0 2-1 15,4 0 4-15,-2 9 3 0,-1 2-3 0,4-1 6 16,0 1-3-16,0 0-3 0,0 2 1 0,5-2-5 16,-2-2 10-16,1 0-7 0,2 0 7 0,1-7 2 15,5 7-5-15,-3-9-5 0,-1-2 3 0,4 0-1 16,0-3 3-16,-1 1-3 0,3-2 4 0,1-5-1 15,1-1 0-15,3 1 1 0,2-3-8 0,1-5 0 16,-2 0 4-16,4-4-3 0,-2-1-6 0,0-2 1 16,0-3 4-16,-4-2-1 0,5 0 1 0,-5-3-4 15,3 0 0-15,-5 0 0 0,0-3 4 0,-1 0-1 16,-3 0 1-16,-2 2 2 0,-1 4 0 0,2-4 2 16,-4 4 10-16,-4 1 4 0,2 2 13 0,-2-2 11 15,0 5 1-15,0 0-5 0,3-1 14 0,-6 2-1 16,3 0-3-16,0 1 0 0,0 4-24 0,-2-5 2 15,2 5-17-15,0 0 4 0,0 0-2 0,0 0 1 16,0 0 2-16,-4 11 1 0,4-2-4 0,0 0-5 16,0 0-4-16,4 3 2 0,1 0 2 0,-3 0 1 15,3 5-5-15,-1-2 1 0,3 3 0 0,-1-5-7 16,0 1 3-16,2 1-9 0,2-4 0 0,-4 1 0 16,7 3 2-16,-2-7-7 0,0 0 2 0,0 0 0 15,-2-2 0-15,3-1 4 0,2-2-8 0,0-2 5 16,-1-2 3-16,1-1-2 0,-2-2 4 0,0-1 5 15,2-1-3-15,-2-3 0 0,-4 0 1 0,3-1 1 16,-3 0 12-16,-1-1-8 0,-1-4-1 0,2 4-2 16,-7-2 12-16,0 1 1 0,2 1 10 0,-6 4-3 15,2-4 3-15,1 1 5 0,0 3 13 0,0 1-3 0,0-1-26 16,0 2 9-16,0 5-7 0,0-8-7 16,0 8-5-16,0-3-12 0,0 3-3 0,0 0 2 15,0 0 5-15,0 0-5 0,0 14 5 0,1-8-8 16,2 0 1-16,1 4-1 0,-4-3 7 0,7 5-10 15,-4-5 4-15,-2 4-2 0,3 0-1 0,4 1 0 0,-5-5 0 16,4 4 3-16,-4-6 2 0,2 2-3 16,-1-2-3-16,-1 0 4 0,2-2 3 0,-1 1 2 15,-1-4 3-15,-3 0 1 0,11-2 2 0,-7-2 1 16,2 0 0-16,0-2 2 0,-2-3-1 0,2-2 3 16,-2 2-2-16,3-4 2 0,-3 2 0 0,7-6 0 0,-3 1 11 15,0 0-3-15,-1 6 3 0,-2-3 5 16,2 1 1-16,-2 1 0 0,5 1-5 0,-3 1 4 15,1 2 3-15,-4 2-15 0,2-1 2 0,4 4 3 16,-3-1-2-16,0 2-2 0,1 1 0 0,4 1 0 0,1 0-1 16,-5 3-1-16,5 2 1 0,0 1-2 0,3 3 1 15,-2 2-9-15,0-2 9 0,0 3-1 0,1-1 1 16,-1 2 2-16,-2-1-2 0,0 2 3 16,-1 0-4-16,-4-4 2 0,2 2 1 0,-3-4-3 15,-1 2 1-15,-2-3-1 0,0 0 8 0,-2 0-9 0,-1 0 14 16,-1-1-1-16,-2 0 16 0,-1-3 3 0,-4 4 3 15,-3-4-6-15,-1-1 8 0,-1-1-8 0,-3-1 2 16,-1 1-3-16,0-2-13 0,-2-2-1 16,1 0-19-16,2-2-23 0,2 0-17 0,-1 0-22 15,3-2-34-15,5-1-38 0,-3-3-45 0,5 0-61 0,4-3-72 16,1-1-172-16,4-3-531 0,4-2 235 0</inkml:trace>
  <inkml:trace contextRef="#ctx0" brushRef="#br0" timeOffset="1281.11">4877 1467 61 0,'0'-3'330'0,"0"3"-19"16,-4-5-25-16,4 5-29 0,0 0-27 0,-1-3-27 0,1 3-26 15,0 0-19-15,0 0-18 0,0 0-16 0,0 0-13 16,5 12-5-16,0-5-16 0,-2 4-5 0,0-1-10 15,1 7-9-15,-3-4-3 0,6 3-9 0,-1 3-2 16,-5 2-3-16,5-1-10 0,0 6-2 16,-2 5 1-16,0-2-4 0,0-1 0 0,-4-1-6 0,2 0 0 15,0 1-5-15,4-2 1 0,2-4 0 0,-4 3-6 16,2-6-20-16,-1-3-15 0,2 4-23 0,-1-3-24 16,1-6-32-16,-3 1-38 0,2 1-42 0,2-6-54 15,0 1-203-15,-1-1-469 0,0-4 208 16</inkml:trace>
  <inkml:trace contextRef="#ctx0" brushRef="#br0" timeOffset="1468.61">4825 1772 287 0,'-6'0'341'0,"6"0"-30"0,-6-6-31 16,5 2-29-16,1 4-23 0,9-4-27 0,-1 2-18 15,2 0-21-15,10 2-16 0,-1-3-14 0,6 1-11 16,-2 1-14-16,8-1-7 0,0 4-11 0,2-1-13 16,-3-1-24-16,0 3-38 0,-6-3-44 0,1 1-49 15,-3 0-61-15,1 2-70 0,0 0-227 0,-5-2-474 16,2 0 209-16</inkml:trace>
  <inkml:trace contextRef="#ctx0" brushRef="#br0" timeOffset="2655.99">5300 1912 190 0,'5'-3'207'0,"1"0"-8"15,-1 0-10-15,1-2-15 0,3 0-15 0,-5 1-13 16,0-4-15-16,3 2-12 0,-3-3-11 0,-1 3-10 15,1-5-8-15,-3 4-9 0,-1-5-4 0,2 0-15 16,-4 0-4-16,1 3-4 0,-3 1-1 0,1-1-4 16,-1-1 3-16,-4 2-5 0,1-1-6 0,-1 3-6 15,0 2-2-15,-3 2-5 0,0 2-5 0,-1 0 1 16,0 1-5-16,-1 1-4 0,0 2 2 0,3 1-2 16,-2 4-6-16,1-2 1 0,3 4-1 0,1-2-4 15,-4 3 3-15,6-1-3 0,-2 1-1 0,6 0 2 16,-1 1 2-16,4 0 3 0,-1 0-5 0,3 0-3 15,3-2-3-15,1-1 7 0,0 2-2 0,2-4 0 16,6 2 0-16,-4-2-1 0,6-3 1 0,3 1 0 16,-4-2 1-16,6-1-5 0,-4-3 2 0,3-3 1 15,0 1 3-15,-3-4-6 0,0 1 2 0,2 0 0 16,-3-4-2-16,0 4 3 0,0-3 6 0,-6 2 8 16,0-2 12-16,3 3-2 0,-4-3-4 0,1 2 0 15,-1 0 2-15,-1 0-7 0,-1 2 0 0,2-1-4 16,-1 3-2-16,-2 1-3 0,1 1 0 0,-2 0-3 15,5 0-2-15,-6 1 1 0,3-1-1 0,-1 2 0 16,1 2-1-16,1 3-2 0,-3-2 0 0,3-1 2 16,-2 3-1-16,0 1 0 0,-1-3 2 0,-4 1-4 15,-1 1-2-15,1-2 3 0,0 0 0 0,0 0 0 16,-2 2-1-16,-5-3 1 0,1-1 0 0,-1 0 4 16,-3-1-3-16,-2 3 3 0,2-4 2 0,-1-1 1 15,8 0-2-15,-15-1 6 0,7-5-2 0,1 2 5 16,1 1 3-16,-1 0-5 0,4-6 2 0,0 3-3 15,2-3-1-15,1-2-3 0,1 1-1 0,4 0-6 16,2-2 2-16,-3 2 0 0,3-2-4 0,1 4 2 16,4-3-2-16,-5 5 1 0,4 0-1 0,-2-1-2 15,1 3 2-15,1-1 0 0,-2 3-7 0,-2 2 3 16,0 0 3-16,0 0-4 0,2 0 4 0,-3 2-4 16,2 2 2-16,2 2 5 0,-1 1-3 0,0 1-5 15,1 0 2-15,1 1-1 0,-3 1-3 0,3 2-1 16,1-1 1-16,-5-3-3 0,3 3-1 0,-2-2-1 15,-2-3-2-15,-2 1 2 0,1-1-2 0,0-1 1 16,-4 0 1-16,4 0 4 0,-4-2 3 0,2-1 2 16,2 0-1-16,-5-2 5 0,0 0-2 0,0 0 10 15,0 0 5-15,0 0 11 0,0 0 4 0,1-14 9 16,-2 10 6-16,2-3 9 0,-1 1 2 0,0-1 2 16,0 1 13-16,-1 0 5 0,2-2 3 0,2 2-7 0,-2 1-8 15,2-1-9-15,-2 0-5 0,2 1-6 16,0-1-10-16,-3 3 1 0,4-1-2 0,0 1-5 15,4 1 3-15,-1 2-11 0,0-1-1 0,4 1 0 16,1 1-3-16,-1 1-18 0,2 1 5 0,5 1-6 16,1-1-3-16,2 2-9 0,-1 0-5 0,2-2 6 0,6 3-8 15,-6-2-4-15,12-3-8 0,-1 3 2 16,-2-3 3-16,0 1 2 0,-1-2 2 0,3-1 3 16,-2 2 2-16,-1-3 4 0,-8-2-1 0,0-1 4 15,9 0 7-15,-1-5-7 0,-3 0-1 0,-4 3 5 0,0-8 2 16,-5 7 0-16,1 0-1 0,-4-6 5 0,1 3-5 15,-2 3 3-15,-6-4 5 0,1 2 1 0,-2-1-1 16,0-1 4-16,-4 3 4 0,1 0 2 16,-4 1 0-16,-1 1 9 0,-2-2-2 0,-4 0 1 15,2 2-4-15,-9 1 0 0,5 2-3 0,0 2 2 0,-5-1-7 16,1 5-1-16,-6-1 1 0,1 3-2 0,-1 2-3 16,2 2 2-16,-4-1-2 0,1 6 2 0,-3 6 1 15,2 1-3-15,-2 1 3 0,8 2-5 16,-4 4 1-16,3-1 5 0,5 3 2 0,1 1-1 0,4 0 1 15,2 5 2-15,1 1-4 0,6 2 4 0,3 0 0 16,1-1-5-16,7 11 2 0,-2-12 5 0,-1-3 3 16,-3 3 3-16,6-4-1 0,-6-3 9 0,3 2 5 15,-2-4-1-15,1-1 8 0,-5-5-15 0,4-3-6 16,-3-2 8-16,-2 2 6 0,0-8 0 0,-1-2-5 16,-2-1 0-16,2-2 6 0,-1-4 3 0,-2-1-23 15,0 0-31-15,0 0-41 0,-9-17-46 0,4 4-54 16,-4-2-77-16,-5-11-103 0,-2-2-192 0,-1-4-579 15,-11-18 256-15</inkml:trace>
  <inkml:trace contextRef="#ctx0" brushRef="#br0" timeOffset="2827.85">6074 1607 1 0,'-4'-5'342'16,"2"-3"-26"-16,0 1-32 0,0 2-21 0,0 1-19 15,0-1-35-15,2 1-24 0,0 4-31 0,-4-6-55 16,4 6-56-16,0 0-48 0,0 0-80 0,0 0-85 16,0 0-144-16,0 15-339 0,-1-10 150 0</inkml:trace>
  <inkml:trace contextRef="#ctx0" brushRef="#br0" timeOffset="3687.14">3310 2716 78 0,'8'3'259'0,"5"-3"-8"0,8 0-6 0,16-2-14 16,3 1-23-16,27-4-16 0,28-2-5 0,5-3-10 15,2-6 2-15,8 4-10 0,4 3-16 16,10-6-11-16,8 5-5 0,3 3 3 0,3-10-9 15,4 2 0-15,-1-1-16 0,5 0-5 0,2 2-13 0,6 1-3 16,-3 0-15-16,-4 2-13 0,-10 1-2 0,2 0-3 16,-11 3-8-16,-5 1-1 0,-7-2-10 0,-11 3-3 15,-32 4-4-15,22-4-2 0,-35 3-4 16,-19 4-4-16,0-2 8 0,-7 0-12 0,-4 0-4 0,-14 2-6 16,-2-2-5-16,-4 0-3 0,-4 0-10 0,-2 0-23 15,-4 0-22-15,0 0-24 0,0 0-14 0,-26 0-20 16,6-2-21-16,-1 2-26 0,-2 0-21 0,0-2-64 15,-8 0-55-15,-7-2-158 0,4 1-492 0,1 2 218 16</inkml:trace>
  <inkml:trace contextRef="#ctx0" brushRef="#br0" timeOffset="4245.89">2433 2136 335 0,'-10'2'320'15,"1"-1"-31"-15,2-1-28 0,0 1-26 0,7-1-23 16,-5 1-22-16,5-1-9 0,-6 2-25 0,6-2-13 16,0 0-12-16,0 0-10 0,22 2-13 0,0-1-7 15,9-1-19-15,3 0-42 0,6 0-59 0,-3 2-86 16,3-2-116-16,-2 1-206 0,0-2-462 0,0-1 204 16</inkml:trace>
  <inkml:trace contextRef="#ctx0" brushRef="#br0" timeOffset="6292.57">5401 3058 21 0,'0'0'421'0,"0"-8"10"0,0 5-6 0,1-2 5 16,-1 5-7-16,0-6-23 0,0 6-34 0,0 0-37 15,0-4-37-15,0 4-36 0,0 0-30 0,0 0-25 16,0 0-17-16,-3 15-19 0,2-5-16 0,1 1-14 16,0 6-12-16,1 2-15 0,-1 3-9 0,0 4-10 15,0 3-6-15,0-1-5 0,3 3-11 0,1-3-11 16,1 0-33-16,-2 2-31 0,3 0-21 0,2-3-32 16,-3-6-38-16,3-2-25 0,-1-1-22 0,4-2-32 15,-5 0-24-15,0-4-33 0,2-6-43 0,2 0-60 16,-1-2-309-16,1-2-702 0,-10-2 311 0</inkml:trace>
  <inkml:trace contextRef="#ctx0" brushRef="#br0" timeOffset="6684.69">5643 3195 167 0,'0'-4'258'0,"0"4"-23"15,1-4-28-15,-1 4-20 0,0 0-19 0,0 0-20 16,0 0-15-16,0 0-11 0,0 0-12 0,8 9-12 15,-7-4-7-15,4 3-7 0,-1 1-7 0,1 1-10 16,1 0-7-16,-1 2-3 0,2-1-4 0,0 1-6 16,-3-3-3-16,0 1-5 0,4 3-5 0,-4-5 0 15,0 2-6-15,4-2-3 0,-5-1 0 0,-2-1 1 16,1-3-4-16,0 4 6 0,4-4 38 0,-6 1 35 16,0-4 25-16,0 0-11 0,5 0-11 0,-5 0-5 15,6-7 3-15,-2 0 6 0,-3 4-4 0,3-5-1 16,0 0 5-16,2 0 3 0,-2 0-1 0,1 0-4 15,1-2-2-15,2 3-11 0,-3-2-9 0,2 4-6 16,0-1-6-16,-3 2-10 0,3-1-11 0,-3 2-7 16,4 1-7-16,1-1-5 0,-3 3 2 0,5-1-6 15,-2 2-4-15,1 0-2 0,1 2 0 0,1 3-5 16,-2 0-1-16,-1 0-6 0,0 0-8 0,1 0-25 16,4 6-27-16,-5-1-15 0,-1 2-40 0,1-3-27 15,-4 4-39-15,3 2-35 0,-5 1-42 0,4 1-37 16,-6-7-41-16,-1 2-234 0,0-1-607 0,0-1 269 15</inkml:trace>
  <inkml:trace contextRef="#ctx0" brushRef="#br0" timeOffset="6965.91">6117 3240 128 0,'0'0'320'0,"0"0"-38"15,0 0-31-15,0 0-23 0,0 0-24 0,0 0-21 0,0 0-16 16,2 18-17-16,-1-7-13 0,0 2 4 16,3 15 5-16,2 0 8 0,-3 2-13 0,4 3-6 15,3 3-14-15,-3 1-12 0,4 12-6 0,1-1-14 16,2-1-8-16,-6-12-7 0,3 1 0 0,-2 1-14 0,1-3-4 16,2-2 0-16,-4 1-10 0,1-8-2 0,-3-4 0 15,2-4-7-15,-3-4-11 0,0-3-18 16,-2-2 4-16,1-3 1 0,-3-2-13 0,2 0-23 15,-3-3-35-15,0 0-34 0,2-13-41 0,-4 3-51 0,-2-8-55 16,-3-9-61-16,-4-4-166 0,2 0-503 0,-1-5 223 16</inkml:trace>
  <inkml:trace contextRef="#ctx0" brushRef="#br0" timeOffset="7247.13">6094 3251 149 0,'-1'-9'240'0,"-2"-1"10"15,3 1-13-15,0-1-1 0,0 1-8 0,3 2-3 16,-2 0-10-16,2-1-12 0,0 2-21 0,-2-2-16 16,5 3-17-16,-1 0-16 0,2-3-12 0,-1 5-17 15,1-2-10-15,3 2-8 0,2 0-10 0,-1 4-8 16,1 1-10-16,2 0-4 0,3 4-5 0,-6 0-8 16,3 1-4-16,1 3-14 0,-1 3-10 0,-4-4-13 15,4 3-11-15,-1 3-7 0,-3-2-17 0,-2-1 1 16,-1-1-8-16,0 2 2 0,-3-2-5 0,-3 0-11 15,-1 4-7-15,-1-4-6 0,-2 1-2 0,-3 1-5 16,-1-3-10-16,-2 0 0 0,1-2-1 0,-4 0-3 16,4-2-7-16,-3-3-12 0,0 1 5 0,3-2-13 15,-2-2-10-15,10 0-17 0,-9-4-15 0,4 1-7 16,2-3-86-16,1-1-271 0,7-2 121 0</inkml:trace>
  <inkml:trace contextRef="#ctx0" brushRef="#br0" timeOffset="7840.83">6445 3192 106 0,'0'0'132'0,"8"0"-5"0,-8 0 1 16,6 4-8-16,-5 1-3 0,-1-1-5 0,3 3 0 15,-3-2-16-15,-3 3-9 0,6-1-2 0,-2 3-16 16,-1 2-4-16,3-2-3 0,0 0-11 0,1 3 0 16,0-4-2-16,0 2-8 0,3-3 0 0,-2 4-6 15,2-5-3-15,0-2-2 0,2 2-6 0,-1-4 3 16,2 0-2-16,1-4-3 0,0 1 1 0,-3-2-6 15,7 0 1-15,-6-1-2 0,2-5-4 0,-1 0-1 16,2 0 2-16,-4 0-3 0,3 0 13 0,-4-4 19 16,1 2 11-16,-2 1 25 0,-2-1 13 0,2 3 9 15,-3-3 7-15,1 5-2 0,-3 0 4 0,2 0-7 16,0 0-15-16,0 2-10 0,-3 3-10 0,1-4-8 16,-1 4 5-16,0 0-20 0,0 0-4 0,0 0-5 15,7 12-3-15,-5-7 5 0,0 3-10 0,0 2-2 16,3 5 0-16,-3-5-5 0,5 2 0 0,4 4-4 0,0 2 0 15,0-6-3-15,2 0-8 0,-3-2 2 16,4 1-4-16,-2-2-1 0,-1-3-3 0,2-1-4 16,-1-2-2-16,-2-1-4 0,5-2-7 0,-3-2-8 15,2-1-6-15,-3-4-2 0,-2-1-1 0,2 0-1 0,-3-4-2 16,2-5 3-16,-2 0 4 0,-1 0 1 0,-2-10-3 16,-1 6-9-16,0-7-19 0,2-1-7 15,-2-2 9-15,0 0-1 0,-4 0 5 0,-4-2 3 16,4 4 13-16,0-2 19 0,-1 3 19 0,-2 6 28 0,2 2 31 15,-1 3 12-15,-1 4 18 0,2 0 16 0,1 2 20 16,-3 1 0-16,3 2 1 0,0 3-19 0,-1 0-4 16,1 1-20-16,0 4-10 0,0 0-15 0,0 0-1 15,0 0-3-15,0 0-10 0,0 0-1 0,1 17-9 16,-1-6-8-16,3 7 3 0,-2 0 0 0,4 1-2 16,-4 8-6-16,7-1-6 0,-4 3 0 0,-1-1 9 15,1-1-5-15,0 4-3 0,0-2-1 0,2 0 3 16,-5-1-1-16,4-3-17 0,-1-3-22 0,2-3-19 15,-4 2-21-15,3-3-19 0,-1-2-32 0,-2-4-30 16,1 0-25-16,-3-4-36 0,4-1-37 0,-1-4-293 16,-3-3-579-16,0 0 256 0</inkml:trace>
  <inkml:trace contextRef="#ctx0" brushRef="#br0" timeOffset="7997.06">6973 3080 118 0,'-4'-5'309'0,"1"1"-9"15,-1 0-20-15,4 0-27 0,-3 1-25 0,3 3-21 16,-4-5-26-16,4 5-19 0,0 0-13 0,0 0-18 16,0 0-11-16,0 0-16 0,18 11-22 0,-5-4-28 15,-3 0-39-15,13 1-38 0,4 0-58 0,3 3-67 16,1-2-260-16,-1-1-440 0,3 0 196 0</inkml:trace>
  <inkml:trace contextRef="#ctx0" brushRef="#br0" timeOffset="8278.28">7539 3194 301 0,'-5'2'273'16,"5"-2"-30"-16,0 0-26 0,-2 3-21 0,2-3-18 0,-4 5-18 15,3-1-16-15,1-4-11 0,1 6-16 16,-2-2-11-16,1 0-11 0,0 2-7 0,1-2-7 15,0 0-6-15,3 0-9 0,-3 0-8 0,2 1-4 16,-3-5-4-16,3 5-6 0,-3-5 4 0,1 4-11 16,-1-4-4-16,0 3 6 0,0-3 19 0,0 0 10 0,0 0-6 15,0 0-6-15,0 0-6 0,0 0-7 16,0 0-1-16,0 0-9 0,-20-8-4 0,17 4-9 16,-1-1-12-16,-1-1-20 0,-2 0-24 0,0 1-34 15,3 1-37-15,-1 0-51 0,-1-2-57 0,2 0-237 0,-3 0-489 16,5 0 217-16</inkml:trace>
  <inkml:trace contextRef="#ctx0" brushRef="#br0" timeOffset="8559.51">7443 2998 105 0,'0'0'292'0,"-13"0"-11"0,13 0-23 0,-11 1-26 0,8 0-24 15,-2 2-21-15,-2-1-19 0,7 1-15 0,-4 1-17 16,4-4-8-16,-1 10-13 0,1-6-8 0,1 0-6 16,3 1 3-16,1 0-4 0,-1 2-9 0,-1-4-4 15,4 1-12-15,0-1-3 0,-3 0-8 0,3 0-3 16,-2-3-1-16,1 1 10 0,-6-1-1 0,8 0-2 16,-8 0-4-16,7-2-3 0,-7 2-9 0,2-7 1 15,-2 4-7-15,0 3-5 0,0-10-12 0,-2 5-20 16,-1 0-22-16,0-1-33 0,-1 1-31 0,0 0-39 15,0 0-52-15,0-1-79 0,-2 4-264 0,1-3-552 16,1 2 244-16</inkml:trace>
  <inkml:trace contextRef="#ctx0" brushRef="#br0" timeOffset="10335.21">8530 2852 109 0,'0'-12'392'0,"0"-2"-14"0,0 3 4 0,0 1-8 15,-1 3-10-15,1-2-21 0,0 3-16 0,0-1-26 16,-3 2-33-16,3 1-29 0,0 0-27 0,0 4-31 16,0 0-19-16,0 0-14 0,0 0-14 0,0 18-15 15,0-6-12-15,0 6-8 0,3 1-6 0,-2 3-13 16,2 7-9-16,1-2-14 0,3 0-38 0,-2 1-28 15,-4-3-21-15,4 3-16 0,0-8-25 0,-1-1-19 16,-1 1-24-16,-2-2-22 0,5-2-30 0,-2-4-26 16,-3 1-27-16,3-2-39 0,-4-6-41 0,3 4-257 15,-2-5-600-15,1 0 266 0</inkml:trace>
  <inkml:trace contextRef="#ctx0" brushRef="#br0" timeOffset="10569.57">8284 2719 266 0,'-4'-5'356'15,"0"-1"-7"-15,2 1-39 0,1-1-27 0,4 1-26 16,1-1-22-16,0 0-27 0,4-1-21 16,4 0-13-16,6-2-16 0,-2 1-16 0,5 1-18 0,1-2-11 15,1 2-12-15,4-1-10 0,4 0-4 0,-9 4-16 16,10 0-2-16,-4 0 2 0,3 1-52 0,-9 1-36 15,-2 2-35-15,-2 0-51 0,2 3-46 0,-5-1-68 16,2 6-65-16,-6-3-194 0,-1 2-515 0,0 1 229 16</inkml:trace>
  <inkml:trace contextRef="#ctx0" brushRef="#br0" timeOffset="10944.53">8696 3012 159 0,'2'-5'243'0,"3"1"-17"0,-1-1-22 0,1 0-20 16,0 0-19-16,3 4-15 0,-3-1-23 0,3 0-6 15,0 2-13-15,2 2-13 0,1 0-8 0,0 0-8 16,1 5-6-16,2 0-8 0,-2-2-9 0,0 4-5 15,4 2-3-15,-1 0-5 0,-4-2 4 0,0 3-14 16,-1-1-1-16,-2-1-4 0,-1 0-3 0,0-1-5 16,-6-2-1-16,4 3 1 0,-1-3-3 0,-4-1-2 15,2 0 6-15,-4-1-3 0,-1-3 2 0,3-2 3 16,-7 2 3-16,7-2-2 0,-13-3 4 0,8 0-2 16,-1-2-2-16,1 0 2 0,0-2-3 0,0-2-6 15,4-1-4-15,0-2-12 0,3 1-19 0,3-2-31 16,5-2-34-16,1-2-41 0,12-2-28 0,-1 1-32 15,5 2-20-15,2 1-132 0,2 4-364 0,-1 2 161 16</inkml:trace>
  <inkml:trace contextRef="#ctx0" brushRef="#br0" timeOffset="11319.5">9319 2921 100 0,'0'0'159'0,"0"0"7"0,0 0 11 0,-30 4 2 15,15-1 2-15,0-2 0 0,3 0-4 0,-9 3-10 16,1-2-3-16,1 2-12 0,0 3-13 0,-4-5-12 0,4 5-17 15,1 2-6-15,2 0-6 0,1 0-20 0,0 0-7 16,3-1-3-16,0 0-10 0,-1 6-4 16,9-2-5-16,-4-1-4 0,5 1-4 0,3 1-3 15,-1-1-6-15,2 0 1 0,3-2 3 0,3 2-12 0,4-1-5 16,0-6-5-16,3 2-6 0,0 1-12 0,4-6-11 16,3-1-6-16,-2 1-6 0,2-4-7 0,0 0-5 15,-2-3-2-15,1-1 5 0,-2-2 2 16,1-3 3-16,-7 0 9 0,2-1 2 0,-4-2 0 0,-1 3 13 15,-1-5 18-15,-4 4 14 0,3 1 10 0,-4-1 19 16,-2 0 20-16,2 5 19 0,-2-4 15 0,-1 3 5 16,0 1 3-16,0 0 3 0,0 1-13 0,0 2-13 15,0 0 0-15,0 4-22 0,0-6-11 0,0 6-18 16,0 0 3-16,0 0-8 0,0 0-7 0,0 0 1 16,0 0-3-16,0 0-4 0,0 0-5 0,-5 17-1 15,5-11-8-15,0 3-6 0,1-1-6 0,2 1-7 16,-2 2-6-16,3-1-11 0,0 2-11 0,0-2-20 15,-1 1-15-15,4 1-26 0,-2-3-21 0,2 1-30 16,-2 0-33-16,1-1-42 0,-1-3-35 0,1-3-226 16,1 1-526-16,-1 0 234 0</inkml:trace>
  <inkml:trace contextRef="#ctx0" brushRef="#br0" timeOffset="11538.23">9531 2975 323 0,'0'-5'321'0,"-1"2"4"0,1-3-4 0,0 6-2 16,1-7-22-16,2 5-7 0,-3 2-44 0,0 0-34 16,0 0-18-16,0 0-26 0,0 0-16 0,0 0-2 15,0 0-25-15,0 0-12 0,-3 15-13 0,2-7-11 16,2 0-3-16,-1 2-21 0,4 1 0 0,-4-1-2 16,3 2-10-16,1-3-22 0,-1 1-21 0,1 2-21 15,3-3-28-15,-2 1-21 0,5-3-26 0,-5 1-31 16,-2-3-30-16,2 2-50 0,2-3-74 0,1-3-261 0,-1 0-576 15,1-2 255-15</inkml:trace>
  <inkml:trace contextRef="#ctx0" brushRef="#br0" timeOffset="12367.73">9707 2951 61 0,'0'0'233'0,"0"-7"-12"0,0 7-20 15,-4-3-21-15,4 3-19 0,0 0-22 16,0 0-11-16,0 0-10 0,0 0-13 0,0 0-11 15,7 11-7-15,-6-6-14 0,0 2-2 0,3 0-6 0,0 1-6 16,2 1-9-16,-5-1 0 0,3 3-4 0,0-1-6 16,2-1-4-16,-3-1 1 0,2-2-9 0,-4 2-2 15,3-2 0-15,0 2-1 0,-2-2-6 16,2-1-1-16,-4 0 0 0,1-1-1 0,2-1-1 0,-3-3 4 16,4 5 6-16,-1-4-9 0,-3-1 0 0,0 0 12 15,0 0 13-15,12-6 8 0,-9 3 14 0,-1-2 22 16,1-1 2-16,0 1 13 0,1-2 5 0,0 0 4 15,1-3-3-15,-1 4 7 0,2-2 0 0,1-2-12 16,-3 0 4-16,5 3-12 0,-3 1-2 0,-2 0-8 16,1 2-7-16,-1-1-10 0,2-1-11 0,2 3-1 15,-5 1-14-15,2 0-3 0,-5 2-4 0,11 2-10 0,-11-2 1 16,12 3 0-16,-5 1-10 0,-3 1 5 16,3 1-8-16,-3 0-5 0,3 2-16 0,0 2-2 15,-2-2-2-15,2 2-2 0,-3-2-13 0,0 3 8 16,1-1-10-16,1-1-14 0,-3-1-2 0,1-2 4 0,-3 1-4 15,3-1 0-15,-2-2-1 0,-1 1 3 0,0-2 12 16,1-1 4-16,-2-2 8 0,3 5-3 0,-3-5 1 16,0 0 6-16,6 1 0 0,-6-1 0 15,0 0 3-15,0 0 4 0,8-11-1 0,-5 8 3 0,1-2-2 16,2-1 3-16,-1-1-4 0,-1 1 2 0,4 1 5 16,-2-3 4-16,-1 3-3 0,4-1-1 0,-3 1 1 15,-1 0 2-15,1 2-3 0,1-1 3 0,-1 1-5 16,1 1 0-16,0 1 8 0,0 1-4 0,1 0 0 15,3 1 1-15,0 0-2 0,1 0 0 0,-2 3 0 16,2-1 2-16,4-1-2 0,-2 2-3 0,6 0 1 16,-6 0 2-16,5 0-4 0,0-1-2 0,0 1-2 15,4-1-12-15,-1-2-4 0,0 2-7 0,1-2 2 16,-2-2 1-16,1-2 0 0,-3-2 6 0,3 1 2 16,-2-1 2-16,-2-1 2 0,1-3-1 0,-2 0-3 15,-1-3-9-15,-3-1-4 0,2-2-12 0,-4 0-1 16,-4-1 3-16,1 0 3 0,-4-1 5 0,-4 4 6 15,0 2 7-15,0-1 14 0,-4 1 14 0,-1 1 12 16,1 0 5-16,-2 3 0 0,1 0 0 0,-4 1 1 16,-1 2-5-16,0 3 0 0,-5 0-1 0,3 3-2 15,0 1-3-15,-2 3 1 0,-1 3-3 0,-4 2 5 16,5 2-6-16,2 4 4 0,0 1 1 0,1 6 13 16,2 4 10-16,3-2 11 0,2 5 2 0,4 2 3 15,0-1-8-15,4 0-2 0,2-1 1 0,-2 2-3 16,7-1-5-16,-2 0 2 0,2 1-3 0,3 0 0 15,-5 0-4-15,5-5-3 0,-5-1-4 0,1 0 1 16,-2-9-2-16,-3-3-5 0,-2-3-14 0,4 1-23 16,-4-8-22-16,1 2-14 0,-1-3-35 0,-3-1-72 15,0-3-74-15,0 0-61 0,0 0-223 0,0 0-563 0,-10-24 249 16</inkml:trace>
  <inkml:trace contextRef="#ctx0" brushRef="#br0" timeOffset="12492.72">9795 2624 179 0,'-3'-6'162'16,"1"-1"-89"-16,0 2-103 0,1 0-34 0,4 0-70 16,-2 2 31-16</inkml:trace>
  <inkml:trace contextRef="#ctx0" brushRef="#br0" timeOffset="13414.5">11071 2699 50 0,'8'-6'327'0,"0"-2"-1"16,-4 2-7-16,1 0 2 0,0-1-26 0,-1 2-22 16,0 0-8-16,-3-3-10 0,-1 4-30 0,0-1-26 15,-1 0-34-15,-2 2-14 0,3 3-12 0,-12-2-17 16,4 4-9-16,-2-1-12 0,-2 3-14 0,1 3-5 15,-5 1-15-15,5 1-2 0,-3 3-7 0,2 0-11 16,4-2-3-16,0 0-4 0,0 2-4 0,4-1-6 16,1 1 2-16,0 1-15 0,6 0 5 0,0 0 1 15,6 3-11-15,1-1 6 0,2-1 5 0,0 0-8 16,5 1 2-16,0 0-8 0,5 2-2 0,-3-4 5 16,1 0-17-16,-2-1 12 0,-2 1-6 0,1-1-4 0,-2 0-16 15,-6-2-1-15,3 1 2 0,-2-3-8 0,-3 0-3 16,0 0-5-16,-3 0 5 0,-2-2 2 15,0-1 5-15,-4 1 2 0,-2-1 4 0,0 0-1 16,-4-3 10-16,-3 2 6 0,-2-2 3 0,-1-1 5 0,-5-1 1 16,4-1-2-16,0 2 7 0,1-2-8 0,0-2 5 15,0-1 6-15,3 1-6 0,0 1 4 0,4-1 1 16,0 1 1-16,3 1-13 0,-1-2 2 16,5 3-9-16,0-7-9 0,0 7-5 0,8-5-8 0,3 2-11 15,0-1-4-15,11 1-13 0,-2-1-6 0,11 0-5 16,-9 0 0-16,10-1-5 0,-1 0 2 0,1-1 6 15,-3 1 4-15,0-1 6 0,-8-1 5 0,2 1 4 16,-1-2 7-16,-3 2 3 0,-3-2 4 0,-1-1 4 16,-4 1 11-16,-1 2 18 0,-3-2 11 0,-2-1 6 15,-1 0 0-15,-2 2 5 0,-2-1 10 0,-2 0 7 16,-1 1 10-16,-1 0 4 0,-3 0 4 0,2-1-3 16,-4 1-6-16,0 2-6 0,0-1-2 0,1 4-2 15,-3 0-5-15,1 0-11 0,5 1 3 0,5 1-6 16,-16 3-6-16,10-3 3 0,-1 5-5 0,2 2-1 15,1-3 0-15,-3 6 14 0,4 1-17 0,3-1 2 16,3 2 0-16,-2 1 1 0,6 2-5 0,0-4 4 16,4 5-2-16,2-1 12 0,2-2-15 0,0 1-6 15,2-5-8-15,0 2-3 0,1-4-12 0,1 1 1 16,0-3-27-16,0-1-19 0,0-4-17 0,2 0-5 16,-2-2-27-16,-2-2-23 0,-3-1-22 0,3-4-31 15,-1-2-18-15,1-1-22 0,-2-4-15 0,-3-1-12 16,2 1-137-16,-3-2-427 0,2-5 190 0</inkml:trace>
  <inkml:trace contextRef="#ctx0" brushRef="#br0" timeOffset="13617.61">11770 2579 56 0,'-4'-15'238'0,"1"2"24"0,2 0 8 0,-3 3 12 16,-2 1 8-16,1-2 5 0,2 5-3 0,-2 0-11 16,3-1-19-16,0 5-17 0,0-2-31 0,2 0-26 0,0 4-31 15,0 0-18-15,-8-1-10 0,8 1-9 16,-4 9-13-16,3-1-15 0,1 0-4 0,-3 4-8 15,6 6-7-15,-2 1-7 0,3 1-10 0,0 5 0 0,0-4-8 16,2 8 3-16,-1-2-22 0,6-2 4 0,-3-4-24 16,-2-2-15-16,7 8-25 0,-3-2-28 0,-2-9-29 15,-1 3-24-15,2-1-38 0,-5-6-37 0,3 1-45 16,-3-6-49-16,-1-1-280 0,-2 0-607 0,6-4 269 16</inkml:trace>
  <inkml:trace contextRef="#ctx0" brushRef="#br0" timeOffset="13805.09">11676 2720 285 0,'-4'-4'407'0,"1"2"19"15,1-1-12-15,2 3-11 0,0 0-11 0,-5-5-27 16,5 5-24-16,-6-2-27 0,6 2-34 0,0 0-25 16,0 0-27-16,0 0-24 0,0 0-21 0,13-3-21 15,-6 3-12-15,1 0-38 0,3 0-38 0,0 1-48 16,4-1-66-16,-1 2-70 0,2-2-60 0,2 3-69 15,-4-3-85-15,7 3-366 0,-1-3-747 0,2 1 330 16</inkml:trace>
  <inkml:trace contextRef="#ctx0" brushRef="#br0" timeOffset="15776.64">12408 2732 5 0,'-4'-3'293'0,"-2"1"-21"0,-2-1-20 0,4 1-21 0,-4 1-24 0,8 1-18 15,-11 3-21-15,3-1-17 0,3 1-16 0,-4 1-11 16,5 0-10-16,1-1-17 0,1 4-6 16,2-1-11-16,1 2-5 0,3-3-8 0,0 4-5 15,7 1-6-15,3-3-5 0,-1 3-4 0,4-3-5 0,1-1-1 16,0 0-6-16,0-1-1 0,-4-5-5 0,-2 0 2 16,1 0-6-16,1 0-3 0,-3-1 5 0,-3-2 4 15,0 0 4-15,-2-4 15 0,-2 2 1 16,-1-5-5-16,-3 1-1 0,0-1-3 0,-6-3-6 0,2 0 7 15,-4-4-9-15,0 2-6 0,-4-2-5 0,2 2 3 16,-2 0-4-16,1-1-3 0,4 6-5 0,-3-3 0 16,5 5-3-16,0 0-3 0,-1 1-13 0,4-1-9 15,-3 2-10-15,5 0-20 0,3 0-20 0,-1 0-20 16,7-1-21-16,2 1-32 0,1 1-15 0,7-1-20 16,0-1-26-16,3 0-20 0,8-4-9 0,-3 4-138 15,4-3-395-15,-5-3 175 0</inkml:trace>
  <inkml:trace contextRef="#ctx0" brushRef="#br0" timeOffset="16042.24">12824 2354 7 0,'-4'-6'159'16,"4"0"10"-16,-1 0 9 0,-3 4 5 0,1-4-7 15,0 4-19-15,3 2-14 0,-8-2-16 0,8 2-16 16,-9 3-7-16,3 4-5 0,-1 1-10 0,0 1-1 16,3 9-5-16,-2 0-1 0,3 2 1 0,-4 9-1 15,7-1-4-15,0 4-8 0,6 1-4 0,-2 2-8 16,1 1-6-16,-1 1-4 0,3 0-4 0,1 0-6 15,3 0 2-15,-3 0-7 0,2 0-2 0,1-2 1 16,1 0-3-16,-3-1-4 0,1-3 0 0,-1 0-3 16,-1-1-1-16,1-4-1 0,-4-7-3 0,0-2-2 15,-1 1 1-15,-1-5-1 0,-1 0-1 0,-2-3-4 16,0-2 1-16,0-1 3 0,-2 0-2 0,-2-3-2 16,0-1-6-16,4-3-19 0,-9 2-23 0,9-2-25 15,-17-5-45-15,5-1-51 0,3-1-38 0,-1-4-205 16,-5-1-435-16,3-3 192 0</inkml:trace>
  <inkml:trace contextRef="#ctx0" brushRef="#br0" timeOffset="16214.1">12684 2774 188 0,'-3'-5'322'0,"3"2"-19"0,0 3-12 0,0-6-16 0,0 6-21 15,0-5-25-15,0 5-13 0,3-7-30 16,1 3-20-16,4-1-17 0,3 3-17 0,0-1-18 15,0-1-6-15,9 1-17 0,2 1-30 0,-1 1-44 16,7-2-36-16,-3 1-60 0,4 3-65 0,4-2-72 0,-2 1-225 16,3 0-478-16,-5 0 212 0</inkml:trace>
  <inkml:trace contextRef="#ctx0" brushRef="#br0" timeOffset="16589.07">13526 2327 49 0,'-1'-6'408'0,"-1"-1"-24"0,0 2-3 16,0 1-42-16,1 0-34 0,-1-1-37 0,2 5-19 15,-1-4-39-15,1 4-22 0,0 0-24 0,-7 11-10 16,3-6-25-16,2 6-10 0,0 0-13 0,4 6-2 16,-1 5-15-16,0 0-8 0,6 5-8 0,-2 2-8 15,1 5 20-15,2-3-29 0,0-1-21 0,0 3-11 16,1-2-29-16,0 0-6 0,0-2-16 0,1 1-16 15,-4-4-28-15,-1-6-24 0,3 0-21 0,-1-1-28 16,1-2-36-16,-4-4-40 0,4-2-45 0,-1-4-217 16,-1 1-521-16,2-5 230 0</inkml:trace>
  <inkml:trace contextRef="#ctx0" brushRef="#br0" timeOffset="16979.65">13710 2628 25 0,'0'-5'256'0,"0"-4"2"15,0 1 7-15,0 3-5 0,0 0-13 0,1 0-19 16,-2 1-21-16,1 4-25 0,0-5-19 0,0 5-19 16,0 0-14-16,0 0-15 0,0 0-9 0,0 0-16 15,0 0 1-15,13 11-3 0,-9-6-21 0,0 3-3 16,0-3-9-16,2 7-3 0,1-4-5 0,-1 0-3 16,1 2-9-16,-3 1 1 0,2-5-5 0,1 5-2 15,-2-7-8-15,-1 3-4 0,0-2-3 0,0 0-1 16,-1-1-3-16,1 0 1 0,-1-3 1 0,-3-1 0 15,5 1-4-15,-5-1-1 0,0 0 2 0,10-6-1 16,-8 2 1-16,1-2-3 0,1-1 4 0,-1 1 9 16,1 0 8-16,-1-2 15 0,3-2 7 0,-1 1 14 15,0-1 7-15,2 0 18 0,-6 4-15 0,2-1-7 16,6 0-6-16,-3 1-5 0,-2-1-8 0,1 3-6 16,1 0-6-16,-1 1 5 0,2-1-11 0,0 3-4 15,-2-1 3-15,-5 2-4 0,14 2-8 0,-3-1 0 16,-3 4 3-16,3-1-10 0,0 2-1 0,0 2 6 15,-3-2-5-15,4 2-3 0,-5 2-20 0,1-2-18 16,0 2-26-16,0-2-21 0,-1 2-23 0,-1 1-32 0,-2-2-33 16,0 1-36-16,-2-3-47 0,2 1-50 0,-1 0-221 15,-1-2-563-15,0-1 250 0</inkml:trace>
  <inkml:trace contextRef="#ctx0" brushRef="#br0" timeOffset="17245.25">14212 2596 227 0,'-2'14'231'16,"2"-6"-8"-16,0 2-12 0,0 3 4 0,0 5-15 16,2 1-15-16,0 1-15 0,-2 11 12 0,0 0-14 15,4 0-15-15,2 4-14 0,-2-2-15 0,-1 1-10 16,-1-1-9-16,4 2-11 0,0-1-8 0,-2-3-8 15,-1 0-8-15,1-3-4 0,2-1-7 0,-2-8-5 16,0 0-7-16,-3-1-5 0,3-4-14 0,-2-2-22 16,-1-2-16-16,0-2-25 0,-1-2-11 0,2-2-12 15,-1 0-32-15,-1-4-37 0,0 0-39 0,0 0-25 16,0 0-33-16,3-13-165 0,-6 5-420 0,3-5 186 16</inkml:trace>
  <inkml:trace contextRef="#ctx0" brushRef="#br0" timeOffset="17542.09">14217 2625 220 0,'-7'-11'345'16,"2"-1"3"-16,-1 2-9 0,2-2-8 0,0 2-13 16,-3 0-6-16,6 2-14 0,1 3-27 0,0 0-22 15,0 0-27-15,0 1-28 0,0-1-19 0,0 5-30 16,9-4-13-16,-3 3-16 0,-6 1-21 0,20 5-11 15,-9-1-10-15,2 0-13 0,1 2-15 0,-3 1-9 16,4 3-15-16,-1 3-10 0,1-1-14 0,-6 2-3 16,0-4-13-16,0 5-14 0,-4-1-2 0,-1-3-5 15,1 4-14-15,-3-3-4 0,0 2-3 0,-4-4-3 16,0 3 0-16,-4 0-10 0,3-3-3 0,-1 0-7 16,-6 0-6-16,4-2-8 0,-4 0-10 0,1-1 0 15,1-2-15-15,1-2-17 0,0 0-24 0,0 1-17 16,-2-4-17-16,9 0-17 0,0 0-17 0,-10-5-126 15,10 2-387-15,0 3 171 0</inkml:trace>
  <inkml:trace contextRef="#ctx0" brushRef="#br0" timeOffset="18213.91">14452 2580 30 0,'2'-5'240'0,"2"4"-22"0,-4 1-17 15,4-2-11-15,-4 2-28 0,0 0-15 16,0 0-9-16,0 0 5 0,0 0-10 0,0 10-12 15,0-4-14-15,0-2-9 0,0 2-8 0,1 2-7 16,3 1-11-16,0 2-2 0,3 0-7 0,-1 0-6 0,3 0-5 16,0 3-7-16,5-2-1 0,1-1-4 0,-4 1-2 15,1-6-6-15,3 2-3 0,0 0-3 16,-3-3 0-16,-1 0-2 0,0-1-4 0,1-1-2 16,-5-3-2-16,4 0-9 0,-4-3 7 0,0-1-8 0,-2 1 0 15,1-4-5-15,0-2 4 0,-2 2-2 0,0-5 8 16,-2 2 3-16,1-2 7 0,-2 0 17 0,0 4 10 15,2-1 14-15,-3 0 15 0,1-2 18 16,-1 4-10-16,0-1 1 0,2 2-2 0,-2-1-6 0,0 4-11 16,0-1-8-16,0 4-11 0,1-8 6 0,-1 8-24 15,0 0-6-15,0 0-5 0,0 0-2 0,0 0-1 16,0 0-1-16,0 0-9 0,7 13 1 0,-5-7-6 16,1 1-4-16,1 3 5 0,1-1-15 0,0 2-5 15,-1 0-5-15,0-1-6 0,3 0-6 0,1 0-6 16,2 1-12-16,-6-3-6 0,4 2 1 0,-3-5 1 15,3 1-5-15,-2 1 4 0,6-5-4 0,-4 1-8 16,-2-2-7-16,-1 1-1 0,5-2 5 0,-10 0-9 16,12-3 3-16,-4 0 4 0,-2-2 4 0,3-3 7 15,-4-1 1-15,5 0-24 0,-3-2 7 0,1-1-7 16,0-3 5-16,5-3 4 0,-1 0-7 0,1-5 9 16,2-1 0-16,-7 4 20 0,3-4 17 0,0-2 19 15,-3 0 37-15,-1 6 23 0,0-6 26 0,-2 5 19 16,-4 1 17-16,2-1 17 0,-1 3 12 0,6 1 0 15,-11 1 5-15,3 3 10 0,0 3 7 0,0-2-3 16,0 6-21-16,-1 0-8 0,1 1-18 0,0 0-16 16,0 5-13-16,0 0-7 0,-9 0-6 0,9 0-9 15,-5 15-3-15,1-8-12 0,3 7 2 0,-3 4-2 16,2 0-7-16,2 8-1 0,0 1-6 0,2-2 2 16,2 5 0-16,-3 1-4 0,2-4 3 0,2 4-8 15,1-3 0-15,-1 2-11 0,2-1-11 0,1 1-5 16,0-3-6-16,0-8-9 0,-1 1-16 0,2-2-17 15,-4 0-23-15,0-2-16 0,1-5-23 0,-1-2-17 16,-1 1-15-16,-1-4-27 0,4-1-31 0,-5-1-29 16,-2-4-12-16,6-2-168 0,-6 2-455 0,1-10 201 15</inkml:trace>
  <inkml:trace contextRef="#ctx0" brushRef="#br0" timeOffset="18370.14">15040 2596 81 0,'-4'-11'237'0,"1"-5"25"16,3 7 7-16,-3 1 15 0,3 0-4 0,-1 2 2 0,-2 1-15 15,3-2-31-15,0 2-17 0,0 2-23 16,4-2-25-16,-1 0-19 0,3 3-12 0,0 1-11 16,2-1-20-16,6 2-31 0,-2 2-32 0,2-1-46 15,6 1-43-15,1 5-86 0,9-4-113 0,-6 2-262 0,-2-3-546 16,6 1 241-16</inkml:trace>
  <inkml:trace contextRef="#ctx0" brushRef="#br0" timeOffset="20548.11">15661 2688 102 0,'0'0'268'0,"0"0"-26"0,-10 3-22 0,10-3-23 0,0 0-22 16,0 0-7-16,0 0-26 0,0 0-13 16,0 0-16-16,0 0-8 0,0 0-8 0,14 7-7 15,-8-6-8-15,2 1-7 0,3-1-7 0,5 0-5 16,-2-2-6-16,6 2-6 0,-5-2-3 0,4 0-8 0,3-1-2 15,-2-1-6-15,-2-4-2 0,-3 2-2 0,1-1-3 16,5-5-5-16,-8 4 2 0,4-6 3 16,-4 0-6-16,-3 5 4 0,2-8 1 0,-4 6 18 15,-2-3 1-15,-2 1 8 0,2 1 13 0,-3-1 5 0,-3 1 8 16,-1-1 9-16,-3 3 0 0,2 2-3 0,-3-3 3 16,1 6-1-16,0 0-6 0,-3-3 5 0,0 5-19 15,-5-1-9-15,0 2-14 0,1 1 11 16,-3 1-11-16,-1 2 6 0,-2 0 7 0,0 7-13 0,1-3-6 15,2 5-1-15,-1-1-1 0,3 3-5 0,1 0-6 16,2 2 4-16,3-5-7 0,2 6 4 0,0-3-1 16,4 2-4-16,4 0 1 0,2 3-7 0,3-4 7 15,5 0-6-15,-2-3 0 0,6 0-6 0,0 0-13 16,10-1-12-16,2-2-19 0,1-3-26 16,-1-2-22-16,0-1-15 15,3-1-24-15,-2 0-25 0,-1-6-16 0,1 0-28 16,-1-2-16-16,-3-1-23 0,3-2 7 0,-4-5 5 15,-3 4 9-15,0-7 11 0,0 2 15 0,-5-1 19 16,-4 0 23-16,-2 2 8 0,-1-3 33 0,-3 5 26 16,-1-3 46-16,-4 4 36 0,3 1 36 0,-4-1 28 15,0 4 22-15,0 0 15 0,-2 1 7 0,0 2-5 16,-2-1-7-16,2 5-14 0,0-8-9 0,0 8-15 16,-4-3-5-16,4 3-5 0,0 0-5 0,-13 7-8 15,7-1-1-15,-2 2-1 0,-4 1-5 0,6 2-3 16,-5 2 0-16,1 1-6 0,-1 0 0 0,1 2-1 15,0-1-4-15,-1 0 6 0,2 2-8 0,1-3 1 0,-4 3-5 16,5-6 0-16,3 0-2 0,-3-1-19 16,-1 0-13-16,4-4-13 0,-3 1-17 0,3-1-16 15,0-1-16-15,-3-1-15 0,6-2-23 0,-3-1-26 16,4-1-6-16,0 0 2 0,-8-8-5 0,6 3 14 0,0-2 13 16,0 0 9-16,-2-4 17 0,-1-1 9 0,2-1 26 15,0 2 18-15,2-7 19 0,0 6 27 16,-1-3 43-16,2 5 17 0,-2-2 38 0,0-1 25 15,1 4 18-15,1-1 10 0,0 4 3 0,0-1 2 0,0 3-16 16,1-1-9-16,-2 2-17 0,1 3-10 0,1-6-14 16,-1 6-6-16,0 0-4 0,0 0-14 0,19 11-5 15,-9-4-7-15,3 6-4 0,1-4-3 16,0 5-2-16,3-1-4 0,0 1-5 0,2 1-6 0,2 2 1 16,5 0-12-16,0-2-12 0,-1-2-13 0,3 0-20 15,-4-2-22-15,0-2-29 0,-4-1-31 0,10 1-29 16,-7-4-34-16,6 1-26 0,-6-5-23 0,1-1-153 15,-5 0-405-15,4-1 179 0</inkml:trace>
  <inkml:trace contextRef="#ctx0" brushRef="#br0" timeOffset="21313.66">16783 2667 74 0,'-2'-10'132'16,"0"0"22"-16,-3 2 12 0,-2-2 10 0,3 0 12 16,-4 1 7-16,0 1-2 0,-3-1 3 0,4 3-6 15,-1 1-11-15,-3 1-12 0,-4-1-10 0,4 2-14 16,-4 0-14-16,0 2-12 0,3 1-13 0,-2-1-10 15,2 1-10-15,-3 2-5 0,1 0-13 0,0 3-7 16,1-1-6-16,1 1-4 0,1 3-6 0,3-1-5 16,-3 1-1-16,3 1-4 0,4 1-7 0,-2-2-3 15,2 1-5-15,4 0-7 0,0 0-6 0,3-3-3 16,1 5-10-16,2-4-6 0,-1 0-8 0,2-2-9 16,5 0-17-16,3 4-7 0,-3-7-17 0,1 0-15 15,3-1-7-15,2 0-6 0,-4-1-4 0,0-1 6 16,1-2 7-16,0-1 13 0,4-5 4 0,-7 3 7 15,2-1 3-15,-2-2 15 0,-1-2 7 0,-3 2 20 0,0-1 21 16,-1 0 20-16,-4 1 22 0,4 0 23 16,-2 0 10-16,-4-3 10 0,2 9 10 0,-1-4-1 15,-2 1 2-15,0 1-4 0,0 5-20 0,0-8-3 16,0 5-13-16,0 3-3 0,0 0-9 0,0 0-4 0,0 0-4 16,0 0-4-16,-10 9-2 0,9-4-5 0,2 2 6 15,-2 1-16-15,2-1-4 0,-1 2-4 0,3 3-8 16,-1-4 2-16,3 2-11 0,0-3-6 15,-1 5-8-15,3-6-5 0,2 3-11 0,-5-4-7 0,7 3-8 16,2-3-14-16,-1 0-12 0,0-2-16 0,3-1-2 16,-4-1-10-16,5-1 10 0,-5 0 3 0,3-1 6 15,-5 0 12-15,0-4 8 0,2 1 10 16,-5-1 8-16,2 0 21 0,-1-3 11 0,0-1 18 16,-3 4 18-16,0-1 16 0,0-2 18 0,0 2 19 0,-4-1 9 15,2 2 3-15,-2 1 3 0,0-2 2 0,0 6-8 16,0-8-4-16,-2 4-6 0,4-1-8 0,-2 5-14 15,0 0-5-15,-2-4-1 0,2 4-8 0,0 0-3 16,0 0-1-16,0 0-6 0,-15 8-9 0,14-4-10 16,0 1-5-16,-1 0-5 0,-2 1-10 0,4 0-6 15,0 1-5-15,0 1-13 0,4 0-11 0,-4-3-10 16,2 1-7-16,-1 1-11 0,0-2-9 0,2-2-3 16,1 2 8-16,-3 0-11 0,3-3 9 0,1-1 8 15,1 1 8-15,-6-2 1 0,0 0 19 0,15-4 4 16,-9 1 8-16,-1-1 12 0,1-1 18 0,-1 2 14 15,-1-6 14-15,2 6 10 0,-2-3 13 0,1-4 14 16,-1 4 14-16,-1-1 19 0,0-1 14 0,0 3 15 16,-2-2 8-16,3 2 10 0,-2 1 10 0,1 0-3 15,-1-1-7-15,0 3-12 0,-2 2-11 0,0-7-11 16,2 5-18-16,-2 2 0 0,1-4-19 0,-1 4-9 16,0 0-5-16,0 0-6 0,0 0-5 0,0 0-14 15,0 0 4-15,8 12-21 0,-5-7-11 0,1 1-13 16,3-1-18-16,-3 0-17 0,-1 2-18 0,3-4-17 15,-1 5-19-15,0 0-27 0,4-3-27 0,-2-1-32 0,0 1-49 16,3-2-223-16,2 0-500 0,-1-3 222 16</inkml:trace>
  <inkml:trace contextRef="#ctx0" brushRef="#br0" timeOffset="21548.02">17391 2566 114 0,'0'0'249'15,"0"0"-22"-15,0 0-22 0,0 0-22 0,0 0-18 16,0 0-5-16,0 0 1 0,-5 12-8 0,1-5-5 0,1 1-24 16,-1 5-7-16,0 4-11 0,4 1-11 0,-3 0-3 15,1 2-15-15,0 7-1 0,2-1-10 0,2 2-2 16,2 0-10-16,-3 1-3 0,2-1-2 16,2-1-6-16,-2 3-4 0,6-4-2 0,-3-1-5 0,-1-4-1 15,2-2-21-15,1 2-23 0,0-3-25 0,-1-1-37 16,0-4-39-16,0-3-54 0,2-1-60 0,0-1-154 15,0-3-415-15,-1-3 184 0</inkml:trace>
  <inkml:trace contextRef="#ctx0" brushRef="#br0" timeOffset="22344.82">17424 2578 350 0,'-6'-17'341'15,"0"0"-6"-15,3 6-7 0,-1-1-2 0,3 1-35 16,-3 1-13-16,2-2-20 0,-2 7-23 0,4-1-23 16,0-1-18-16,0 3-25 0,0 1-18 0,3-2-17 15,-3 5-23-15,5-4-23 0,-5 4-19 0,11 2-6 16,1 2-19-16,-1 0-7 0,-1 0-8 0,3 1-26 16,-3 4-7-16,6-1-18 0,-3 5-11 0,-4-2-5 15,2-1-10-15,-2 3-13 0,-2-2-4 0,4 3-7 16,-4-1-2-16,-6 1-3 0,3-2 2 0,-1 1-4 15,-3-1 0-15,0-1 1 0,-3-1 6 0,-1-1 2 16,-1 1 8-16,-1-4 4 0,-2 0 6 0,1-3 10 16,1 1 5-16,-4-1 2 0,2 0 5 0,-2-2 0 15,4-2 2-15,-5-2 5 0,4 0 2 0,2-1 2 16,0 1 3-16,1-3 2 0,0-1-2 0,-1-6 1 16,1 4 3-16,3-3-1 0,2 0-3 0,0-1 4 0,1-1-5 15,3-1 1-15,0 2 1 0,4-8-11 16,-1 3 4-16,7-6-15 0,1 1-4 0,2-5-16 15,1 1 4-15,3 1-3 0,-1 0-3 0,-4-3 4 16,3 4 1-16,-4-1 10 0,-1-3 3 0,-1 3 39 0,-2 1 23 16,-4 9 28-16,-1-3 25 0,-3 6 27 0,0 0 13 15,-3 2 16-15,2-1 4 0,-1 6 9 16,-1-2-10-16,2 2-16 0,-2 3-19 0,-1-1-15 16,0 4-11-16,0 0-4 0,0 0-8 0,0 0-3 0,0 22-10 15,0-5-6-15,4 3-9 0,-2 6 14 0,0 2-13 16,-2 1 0-16,7 4-4 0,-2 1-5 0,-1 0-4 15,1 2 3-15,-3-1-5 0,5 1 3 16,-3 0 0-16,3-3-6 0,-3 0 10 0,0-2-11 0,0-1 2 16,-1-2-6-16,1-7 3 0,-4-3 1 0,4 0-6 15,0-6 0-15,-3-2 4 0,2-3-4 0,-3 0 2 16,2-2 3-16,-1-1 7 0,3-3-14 0,-4-1-3 16,0 0 1-16,11-7-4 0,-5 0 1 0,0-2-1 15,0-2-2-15,3-5-2 0,1 0-6 0,-1-2 1 16,6-6-7-16,-1 1 1 0,-2-2-4 0,4-2-8 15,-3 3 2-15,3 1 3 0,-7 4 1 0,1 2 4 16,-2-1 1-16,3 4 8 0,-7 1 5 0,2 3 4 16,-1 0 12-16,-5-1 6 0,4 5-1 0,-4-2 0 15,2 3 4-15,1 1-5 0,-6 0-5 0,1-1-5 16,2 5 1-16,-5-4-1 0,-2 3-4 0,7 1 5 16,-13 0-8-16,13 0 2 0,-16 4-3 0,11-2 5 15,-1 3-4-15,-3 0-2 0,3-2-3 0,2 2-5 16,0 2-5-16,0-1-2 0,3 1-4 0,-2 2-6 15,4-2-11-15,2 4-10 0,1-1-15 0,4-1-18 0,5 2-26 16,-2-3-22-16,5 5-23 0,-1-4-22 16,2 1-33-16,0-2-18 0,4-1-15 0,-3 0-157 15,3-2-429-15,-1 1 190 0</inkml:trace>
  <inkml:trace contextRef="#ctx0" brushRef="#br0" timeOffset="22643.19">18235 2446 128 0,'-4'-1'254'0,"4"1"3"0,-5-7-7 0,5 7-16 0,-1-2-17 16,1 2-18-16,0 0-24 0,0 0-18 0,0 0-19 15,0 0-16-15,0 0-12 0,0 0-9 0,0 0-10 16,-15 9-13-16,15-7-2 0,0 4-10 0,0-6-4 16,0 8-11-16,0-3 0 0,0 2-5 0,0-1-5 15,0 2-3-15,3-1-3 0,-2 0-2 0,1-2-5 16,0 4-3-16,1-3 0 0,0 1-5 0,-2 1 0 15,0-2-3-15,2 0 0 0,-3 0 5 0,2-3-4 16,0 2-9-16,-2 0 3 0,0-2-7 0,0 1 3 16,2 1-4-16,-2-5 9 0,-2 6-6 0,2-2-1 15,0-4-1-15,-4 7-5 0,1-3 3 0,2-1 1 16,-4 2-2-16,-1 1 1 0,2 0-21 0,-4 0-19 16,1 1-41-16,-5 3-45 0,1-2-63 0,2 2-73 15,-2-4-172-15,-3 5-466 0,3-5 206 0</inkml:trace>
  <inkml:trace contextRef="#ctx0" brushRef="#br0" timeOffset="25630.92">9052 3971 78 0,'-2'-10'426'0,"-4"1"-10"0,5 1-16 0,-2 2-33 15,-2 0-33-15,5 1-40 0,-1 3-42 16,1 2-25-16,0 0-21 0,0 0-19 0,-10 9-21 15,7 0-17-15,3 2-11 0,0 2-11 0,0 6-17 16,0 0-12-16,3 2-3 0,2 6-14 0,4-1-6 0,-3 0-9 16,4 2-22-16,-1-2-40 0,4 1-26 0,-1-3-19 15,0 1-38-15,-4-7-21 0,-1-3-33 16,1 0-28-16,-2-3-42 0,0-2-46 0,0-2-52 0,-2-2-208 16,0-1-551-16,0-4 244 0</inkml:trace>
  <inkml:trace contextRef="#ctx0" brushRef="#br0" timeOffset="25974.64">8752 3855 269 0,'-1'-7'271'0,"2"3"-25"0,3-2-22 15,0 0-27-15,3 1-19 0,4 2-18 0,5 2-16 16,-1-1-14-16,8 4-11 0,0-1-10 0,6 4-16 15,1 4-8-15,1 1-8 0,4 3-8 0,-5 1-8 16,3 2-5-16,0 1-6 0,-4 2-2 0,0 3-8 16,2 1-2-16,-5-1-3 0,0 5-4 0,-3-3-5 15,-3 3 1-15,0-1-3 0,-5-2-3 0,-2 1-3 16,-2-5-2-16,-4 0 6 0,-2 2-6 0,-3-3-2 16,-2 2-1-16,-2-3-1 0,-6-2 6 0,-1 1 2 15,-5 0 14-15,-6 1 8 0,-6-3 4 0,8 0 3 16,-9-4 3-16,-3-1-1 0,4 0-8 0,-4-1-1 15,7-4-2-15,1-1-3 0,1-1-4 0,7-1-3 16,-1 1-4-16,7-1-2 0,-2-2-20 0,4 3-14 16,0-3-33-16,6 0-41 0,0 0-50 0,0 0-46 15,0 0-64-15,26-4-229 0,-3 1-512 0,-1 1 227 16</inkml:trace>
  <inkml:trace contextRef="#ctx0" brushRef="#br0" timeOffset="26318.35">9652 4167 355 0,'-1'-5'397'0,"0"1"-1"0,1 4-13 16,-2-6-24-16,2 6-28 0,0 0-35 0,-4-2-34 15,4 2-30-15,0 0-17 0,0 0-34 0,-7 8-22 16,3-2-10-16,1-1-19 0,2 4-5 0,-8 0-17 16,5 3-11-16,1 2-6 0,0-1-13 0,-2 3-2 15,3 2-13-15,0-1-8 0,-1 0 2 0,1 2-10 16,2-2 1-16,2 1-11 0,1 0 5 0,-1-3-11 16,5 4 3-16,-3-4-7 0,7 1-6 0,-3-2-10 15,3 0-6-15,4-2-10 0,0-1-19 0,3-1-16 16,0-1-31-16,3-3-36 0,-1 0-42 0,2-1-37 15,0-2-39-15,0-1-40 0,-2-2-45 0,2-2-36 16,-6 1-183-16,-2-4-572 0,-3 1 254 0</inkml:trace>
  <inkml:trace contextRef="#ctx0" brushRef="#br0" timeOffset="26505.83">9591 4348 244 0,'-8'-1'276'15,"1"0"-1"-15,0 0-1 0,-1 1-3 16,8 0-9-16,-8-3-15 0,8 3-19 0,-4-2-19 16,4 2-15-16,-3-4-20 0,3 4-18 0,0 0-26 15,0 0-19-15,0 0-20 0,15-2-19 0,-5 2-29 0,1-2-29 16,1 2-36-16,0 0-37 0,3 2-47 0,4-2-47 16,-5 1-53-16,6-1-56 0,-1 2-149 15,-4 1-444-15,0-2 196 0</inkml:trace>
  <inkml:trace contextRef="#ctx0" brushRef="#br0" timeOffset="27458.87">9726 4348 36 0,'0'0'265'0,"0"0"-21"0,0 0-12 16,0 0-19-16,0 0-7 0,8-6-14 0,-8 6-13 15,11-1-18-15,-5 0-12 0,4-2-19 0,-2 7-11 16,6-4-4-16,-3 1-17 0,1 3-13 0,0-3-6 16,1 3-9-16,-1 1-7 0,0-1-6 0,-2 1-8 15,0-1-4-15,0 4-4 0,-2-1-4 0,4 3-4 16,-5-4-6-16,-1 3 1 0,-1 1-5 0,-1-2 2 16,0 0-4-16,-1-1-4 0,-1 0-2 0,-2 2 1 15,2-5-1-15,-2 3-2 0,-2 0 1 0,2-3-1 16,-2 1 6-16,-2-2 5 0,1 0 7 0,3-3 8 15,0 0 15-15,-5 1 1 0,5-1 2 0,0 0 1 16,0 0-6-16,-13-5 1 0,12 0 3 0,-2 1-12 16,3-1-12-16,0-2-10 0,3-3-16 0,1 2-22 0,0 1-13 15,6-5-33-15,0 3-30 0,4-1-23 16,1-3-29-16,2 4-25 0,3 0-8 0,0-1-16 16,3 5-8-16,-1 0-8 0,-2-1 10 0,0 1 17 15,-1 4 22-15,-2 0 13 0,-2 0 12 0,-4-1 19 0,-4 1 26 16,4 0 29-16,-6 0 8 0,2 1 41 0,-7 0 21 15,6-3 17-15,-6 3 27 0,0 0 21 16,0 0 18-16,0 0 14 0,0 0 9 0,-13-5 4 16,13 5 10-16,-16-2 12 0,6 2-3 0,1-1-2 0,-6 2-1 15,3 1 0-15,2 1-3 0,-5-1-6 0,3 3-6 16,0-2-11-16,-1 0-12 0,2 4-9 0,-1-2-8 16,3 1-13-16,1 1-5 0,-2 1-5 0,2-1-4 15,4 2-6-15,0 0-5 0,1 0-1 0,0 1 6 16,2 0-18-16,2 0-4 0,2-2-4 0,1-2-5 15,3 1-5-15,1 1-15 0,3-2-3 0,-1 1-14 16,-1-5-17-16,6 3-10 0,-1-3-15 0,-1-1-10 16,2-2-3-16,0 0-1 0,-1-5-4 0,-3 2 15 15,2-2 7-15,-2 0 2 0,1-3 9 0,-2 0 8 16,-2 0 4-16,-1 1 19 0,0-2 20 0,-2 1 25 16,-4 3 12-16,4-2 19 0,-4 0 10 0,0 0 14 15,2 3 8-15,-2-1 5 0,1 0-1 0,-2 0-9 16,1 3-12-16,-1-1-10 0,0 4-9 0,0 0-2 15,2-4-16-15,-2 4-7 0,0 0 12 0,0 0-5 16,0 0-15-16,0 0-4 0,-3 18-2 0,3-10-6 16,1-1-5-16,1 4-3 0,-1-1-3 0,-1 0 9 15,5 0-20-15,-1 1-1 0,-4-4-3 0,6 0 2 16,-2-1-5-16,-1 0 2 0,-2-1 12 0,3 0-13 16,0-3 3-16,1-1 3 0,-5-1 2 0,10 0-4 15,-10 0 5-15,10-5 6 0,-5 2-4 0,-1-3 4 16,1 0 8-16,0 0 1 0,0-4 9 0,-2 4 6 15,1-3 16-15,3 0 10 0,-6 2 15 0,2-3 19 0,-2 4 13 16,2-1 11-16,-2 1 10 0,2 2 1 0,-2 1-4 16,1-1-11-16,0-2-11 0,-2 6-10 15,0 0-17-15,3-3-6 0,-3 3-17 0,0 0-6 16,0 0 1-16,0 0 3 0,0 0-8 0,4 9-4 0,-1-5-1 16,0-1-10-16,2 4-10 0,-4-2-7 0,2 0-3 15,1 0-5-15,2 0-6 0,-2 1-1 0,1-1-11 16,-3-2-10-16,0 1-12 0,4 0-11 0,-4-1 1 15,1-2 7-15,1 2-34 0,-4-3-30 0,0 0-23 16,0 0-26-16,10-6-32 0,-10 6-37 0,1-7-40 16,3 0-53-16,-4 2-262 0,4-4-638 0,-4-1 282 15</inkml:trace>
  <inkml:trace contextRef="#ctx0" brushRef="#br0" timeOffset="27632.25">10317 4163 108 0,'0'0'353'0,"-5"-5"-17"16,2 3-20-16,3 2-19 0,-4-9-27 0,3 8-27 15,1-4-26-15,0 5-19 0,-3-6-29 0,1 3-38 0,2 3-49 16,-2-4-54-16,2 4-80 0,0 0-93 0,0 0-99 16,4-6-141-16,0 5-417 0,2 0 186 0</inkml:trace>
  <inkml:trace contextRef="#ctx0" brushRef="#br0" timeOffset="27835.35">10582 4027 272 0,'3'-2'397'0,"-3"2"-36"0,3-5-37 0,0 1-31 16,2 0-28-16,-2 0-15 0,3 3-42 0,0-2-19 15,0 1-27-15,2 0-51 0,-3 1-46 0,2-1-58 16,4 2-57-16,-2 2-75 0,1-1-73 0,3 2-225 16,-6-2-456-16,3 2 202 0</inkml:trace>
  <inkml:trace contextRef="#ctx0" brushRef="#br0" timeOffset="28022.84">10630 4177 289 0,'-2'4'283'0,"-1"-2"3"16,3-2 0-16,-6 4-3 0,6-4-14 0,0 3-7 16,0-3-27-16,0 0-24 0,0 0-18 0,10 4-23 15,-2-4-17-15,0 1-7 0,4-5-40 0,-2 3-35 0,6-1-43 16,-2 2-45-16,9-1-56 0,-8-1-56 16,5-2-68-16,2 0-280 0,-2-4-515 0,1 3 229 15</inkml:trace>
  <inkml:trace contextRef="#ctx0" brushRef="#br0" timeOffset="28694.65">11184 3609 316 0,'1'-3'300'0,"-1"3"-21"0,-1-9-21 15,-2 5-23-15,-1 2-24 0,0-3-20 0,-3 0-15 16,-2 0-20-16,-1 2-14 0,2-1-15 0,-7 1-11 16,1 2-14-16,-6 0 1 0,1 2-19 0,1 0-9 15,-2 3-12-15,6-1-2 0,-2 2-8 0,2-1-5 16,-1 0-8-16,2 3-3 0,2-2-4 0,-1 3 7 15,2 0-15-15,-1-2 0 0,6 2 5 0,-2 0-10 16,2 2-6-16,5-4 13 0,-2 3-14 0,2 0 0 16,6 4-3-16,1-4 2 0,-1 1 1 0,9 4-7 15,-1-1 2-15,3 0 1 0,1-2-3 0,8 5-1 16,-3-1 0-16,-4-4-12 0,-1 1 15 0,1 2-14 16,-4-4-4-16,3 3-1 0,-7-2-1 0,1-1 1 15,-3 0-3-15,-2 0 13 0,1-1-7 0,-4 0-2 16,-3-1 0-16,1 2-1 0,-4-2 7 0,0 1-4 15,-5 0 1-15,0-1 6 0,-4 2-3 0,2-4 6 16,-7 3 3-16,-5-2 5 0,2 2 5 0,-3-3 4 16,2-1 6-16,-1 0 8 0,1 0-8 0,0-2 6 15,2 0-3-15,5 0-2 0,0-2 1 0,5-1-4 16,0 4 0-16,3-4-8 0,-2 1 4 0,7-1-1 16,-7 1-2-16,7-1 0 0,0 0-2 0,0 0 4 15,19 7-7-15,-3-4-1 0,3 0-1 0,-1 1-1 0,4 3-2 16,-2-2 2-16,1 0-5 0,-1 1 2 0,-1 1-3 15,0 2 0-15,1 1-3 0,-3 1-1 0,-1 2 2 16,-1 0 1-16,-2 2 1 0,-2 2 5 16,1 2-9-16,0 7 1 0,-7-5-3 0,1-1 9 0,-1 6-3 15,0 1 1-15,-1 0 3 0,-1-6-3 0,-2 7 6 16,2-6-3-16,-1 4 5 0,-1-6-4 0,2-2-2 16,-2 0 4-16,3 1 0 0,-1-2-1 0,2-4 4 15,-1-2 0-15,3-1 2 0,1-1-5 0,4-3-16 16,6 0-41-16,-2-4-53 0,5 0-68 0,-1-5-81 15,9-1-315-15,-7-4-612 0,4-3 272 0</inkml:trace>
  <inkml:trace contextRef="#ctx0" brushRef="#br0" timeOffset="29428.95">11493 3952 227 0,'1'-5'353'0,"3"1"-16"0,-4-1-24 16,4-1-22-16,-1 0-25 0,1 0-23 0,0 0-25 16,0 0-21-16,0 1-18 0,3 0-17 0,2 0-18 15,0 1-14-15,0-1-17 0,-2 4-12 0,5-2-7 16,2 1-9-16,-3 0-10 0,0 4-8 0,-2-4-5 15,2 4-13-15,-3-2 1 0,2 2 3 0,-2 2-19 0,1-2-3 16,-3 2 0-16,1 0-3 0,-1 4-11 16,1-2-1-16,-3 0-3 0,-1 2 0 0,0 1-1 15,-1 0 7-15,0 1-10 0,-2 1 4 0,0-1-9 16,-3 0 4-16,2 0 0 0,-1 2-3 0,0-5-4 0,0 4 4 16,-3-5-1-16,3 0-3 0,-2 0 5 0,3-1-5 15,-2-1 5-15,1-1 1 0,2-3 1 16,-2 6 14-16,2-6-7 0,-4 4 0 0,4-4-1 0,0 0 2 15,0 0-9-15,0 0-2 0,0 0 9 0,0 0-7 16,8-16-2-16,-5 11-1 0,2 0-3 0,-1-3 0 16,3 1-3-16,0-4 3 0,3 2-1 0,3-4 8 15,-5 4-13-15,7-4 3 0,-1 1 1 0,-2-1-3 16,-2 2 3-16,2-2 2 0,-4 4 1 0,0 0 20 16,0-1 28-16,-3 3 24 0,-3 1 23 0,2-2 13 15,1 3 8-15,-3 0 8 0,1 1-3 0,-2-2-4 16,2 4-7-16,-3-1-13 0,0 3-13 0,0 0-11 15,0 0-10-15,-7-4-7 0,7 4-9 0,0 0-5 16,-18 7-5-16,10-4-5 0,2 3 6 0,-3 1-14 16,4 2-5-16,-1-1 0 0,-2-1 1 0,3 3 0 15,2 1-4-15,-1 0-2 0,3 1 1 0,1 4-2 16,2-4-2-16,4-2 1 0,-1 2 1 0,1-2-4 16,2 1-11-16,0-1-16 0,0 1-22 0,4-4-35 0,4 5-58 15,2-3-33-15,0-1-59 0,0-1-68 16,-2 0-91-16,1-1-400 0,-3-1-845 0,-1-3 375 15</inkml:trace>
  <inkml:trace contextRef="#ctx0" brushRef="#br0" timeOffset="29710.17">12190 4095 368 0,'0'0'448'0,"0"0"-20"16,0 0-31-16,2 3-31 0,-2-3-36 0,0 0-34 16,0 0-31-16,0 0-39 0,0 5-16 0,0-1 0 15,1-1-41-15,-1 4-11 0,-1 1-16 0,1-2-17 16,0 4-12-16,1-1-8 0,-1 6-7 0,0-2-12 15,1-1-10-15,1 2-20 0,-1 0-35 0,3-1-45 16,-1 3-49-16,-2 1-54 0,2-5-62 0,-3 0-85 16,5 1-92-16,-2-3-241 0,0-3-657 0,-2-1 290 15</inkml:trace>
  <inkml:trace contextRef="#ctx0" brushRef="#br0" timeOffset="30053.89">12459 4063 172 0,'11'-1'268'0,"-6"2"-23"0,-5-1-20 0,9 1-21 15,-6 1-14-15,3-1-19 0,0 1-21 0,2 1-15 16,-1 1-12-16,1 1-12 0,-4 0-9 0,6 1-11 16,-5 0-9-16,2-1-4 0,1 2-18 0,-1 0-1 15,-2 1-6-15,0-1-5 0,-4 0-2 0,-1 0-8 16,0-1-14-16,0 0-17 0,-1 4-30 0,-4 0-38 0,-1-2-43 15,-3 1-34-15,0-1-62 0,-2-5-160 16,0 4-389-16,0-4 172 0</inkml:trace>
  <inkml:trace contextRef="#ctx0" brushRef="#br0" timeOffset="32445.96">12742 3848 149 0,'0'-4'334'0,"0"-1"2"15,2-2 2-15,-2 2 0 0,-2-1 6 0,2-1-5 16,0 0-2-16,2 1-13 0,1-1-21 0,-3 1-15 15,2 0-24-15,0 0-25 0,-1 0-23 0,-1 1-23 16,1 1-20-16,2 0-16 0,-3 4-20 0,4-4-16 16,-1 0-14-16,2 3-13 0,-5 1-8 0,0 0-10 15,18 5-17-15,-11-1-7 0,4 3-12 0,4 1-9 16,-5-1-11-16,0 2-13 0,0-1 1 0,0 3-13 16,-1-2 7-16,-3 2-10 0,1 0-6 0,-1-2-1 15,-1 1-5-15,0 0-5 0,-2-4-2 0,0 2 9 16,0 0-12-16,-2-2 3 0,-2 2 6 0,-2-2 0 15,2-1 4-15,-1 2 0 0,2-3 9 0,-4 0 7 16,1-2-8-16,-2 2 1 0,5-4 4 0,-7 5 4 0,5-3 4 16,2-2 3-16,-6 3 9 0,6-3 2 15,0 0-1-15,0 0 3 0,0 0-1 0,-11-7 0 16,11 3-1-16,0 4-4 0,3-10 0 0,-2 3-1 16,3-1 0-16,3 0-3 0,-1-2-3 0,3 2-2 0,1-8 0 15,-1 3-1-15,5 0 1 0,-5-2-2 0,2 0 2 16,4 0-4-16,-8 4 0 0,4-3 1 15,-5 2 2-15,1 1 9 0,-1-1-4 0,-2 4 4 0,2-3 11 16,-2 1 8-16,-2 4 12 0,2-1 8 0,0 1 13 16,-2 3 2-16,-1-1 4 0,0-2-9 0,-1 2-6 15,0 4-9-15,3-4-8 0,-3 4-12 0,0 0-5 16,0 0-3-16,0 0-4 0,0 0-1 0,0 0-3 16,-1 20-3-16,-2-9 1 0,3 1-2 0,-1 6 0 15,-1-2 1-15,2 1-1 0,0 1-2 0,-4-2 0 16,10 2-19-16,-5 0-14 0,-1 1-25 0,1 1-26 15,1-7-40-15,3 3-36 0,-2-3-34 0,3 5-16 16,0-3-28-16,4 1-60 0,-5-5-78 0,3 1-376 16,0-6-809-16,2 1 358 0</inkml:trace>
  <inkml:trace contextRef="#ctx0" brushRef="#br0" timeOffset="32899.04">13219 4064 256 0,'5'-1'259'15,"0"0"-13"-15,-5 1-14 0,14 0-19 0,-10-1-18 16,-4 1-18-16,12 0-19 0,-8 1-19 0,-4-1-14 16,9 2-10-16,-5 1-11 0,-3 1-16 0,5 0-8 15,-4 0-5-15,-2-1-6 0,3 2-6 0,-1 0-5 0,0 2-2 16,-2 1 17-16,0-2-2 0,-2 2-1 15,4-2 3-15,-2 0 3 0,-2 2 1 0,0-2 2 16,1-2 0-16,-1 2 3 0,0-1-4 0,2 0-5 16,0-3-5-16,0-2-1 0,-2 8 2 0,2-4 6 0,0-4-2 15,0 0-3-15,3 4-4 0,-3-4 0 0,9 0-3 16,-9 0-11-16,17-3 0 0,-5 2-10 16,0 1-26-16,3-3-29 0,-1-2-36 0,-1 2-51 0,2 1-62 15,-1-1-83-15,2-3-89 0,-5 3-236 0,1-4-616 16,-2 3 272-16</inkml:trace>
  <inkml:trace contextRef="#ctx0" brushRef="#br0" timeOffset="33992.68">13727 3955 147 0,'0'0'349'0,"0"0"-22"0,0 0-25 15,0 0-30-15,0 0-25 0,0 0-24 0,0 0-20 16,0 0-15-16,0 0-18 0,0 0 6 16,0 0 0-16,0 0-6 0,0 0-12 0,10 12-7 0,-6-10-13 15,0 1-4-15,0-1-21 0,1 2-12 0,-2-2-8 16,1 2-6-16,0-1-11 0,0-1-19 0,-1 0 5 15,1 1-12-15,-2 3-3 0,-1-3-19 0,0 1-13 16,-1-4-4-16,-1 6-12 0,0-1-18 0,-5-1-22 16,1 1-25-16,-1-1-31 0,-3 0-30 0,-1 0-35 15,2 2-38-15,3-1-50 0,-1-2-39 0,0 1-215 16,1 0-545-16,1-2 242 0</inkml:trace>
  <inkml:trace contextRef="#ctx0" brushRef="#br0" timeOffset="34336.4">14112 3830 20 0,'0'0'360'16,"3"2"-3"-16,-3-2-13 0,0 0-12 0,0 0-19 0,0 0-18 16,0 0-25-16,0 0-22 0,0 0-23 0,0 0-21 15,0 0-22-15,0 0-22 0,0 0-13 16,0 0-17-16,0 0-17 0,0 0-28 0,0 0-33 0,0 0-20 15,0 0-24-15,9 3-34 0,-9-3-35 0,7 3-46 16,0 0-55-16,-3-3-63 0,4 0-78 0,-8 0-197 16,15 0-539-16,-7 0 238 0</inkml:trace>
  <inkml:trace contextRef="#ctx0" brushRef="#br0" timeOffset="34539.51">14440 3811 115 0,'0'0'211'16,"0"0"-24"-16,8 1-15 0,-8-1-19 0,0 0-14 16,0 0-16-16,0 0-13 0,10 0-15 0,-10 0-27 15,6 1-47-15,-6-1-50 0,10 1-55 0,-3 3-130 16,-2-3-232-16,-5-1 104 0</inkml:trace>
  <inkml:trace contextRef="#ctx0" brushRef="#br0" timeOffset="34711.36">14647 3802 68 0,'0'0'315'0,"0"0"-4"0,4-6-17 0,-4 6-13 0,2-2-22 16,-2 2-26-16,3-4-28 0,-3 4-17 0,3-2-25 15,-3 2-18-15,4-3-31 0,-4 3-39 0,4-2-48 16,-4 2-59-16,0 0-69 0,12-1-78 16,-12 1-216-16,6 0-427 0,-6 0 189 0</inkml:trace>
  <inkml:trace contextRef="#ctx0" brushRef="#br0" timeOffset="35070.69">15007 3884 54 0,'0'0'306'16,"4"1"-21"-16,-4-1-28 0,0 0-20 0,0 0-23 15,0 0-26-15,0 0-18 0,0 0-20 0,5 3-15 16,-5-3-14-16,0 0-11 0,0 7-11 0,3-3-13 15,-3-4-24-15,-4 9-34 0,0-5-29 0,3 3-37 16,-2-1-34-16,-2-1-47 0,3 0-47 0,-2 2-185 0,0-2-381 16,0-2 168-16</inkml:trace>
  <inkml:trace contextRef="#ctx0" brushRef="#br0" timeOffset="35832.46">15212 3604 142 0,'0'-8'367'0,"-1"1"-21"16,1-3-15-16,0 1-17 0,1 3-23 0,1-2-9 0,-2 0-24 16,3 2-27-16,-2-2-13 0,2 1-19 15,-2 2-14-15,-1-1-20 16,4 0-20-16,-2 3-6 0,1 0-22 0,3 0-18 16,-2 1-10-16,-4 2-12 0,11-2-15 0,-4 3-10 15,-1 0-8-15,3 1-10 0,-2 1-9 0,2 0-3 0,3 2-3 16,-2-1-8-16,-2 2-8 0,3-1-3 0,-2 3 1 15,-2-1-7-15,4-1-5 0,-4 2 0 0,0 0-6 0,0 1 0 16,0 1-6-16,-2-1 2 0,0 3-3 16,-1-1-9-16,0 1 5 0,-2 1-9 0,-1-2 4 15,0 3-1-15,-2-2-3 0,0 0 3 0,-1 2 4 16,0 0-8-16,-3-2 0 0,1 0 7 0,-3-1-1 0,1-1 2 16,0-1 4-16,0 0 3 0,-1-1 1 0,1-2 2 15,1 0 8-15,2 0-4 0,-1-5 6 16,1 1 1-16,3-2 5 0,-4 4 5 0,4-4 2 15,0 0 5-15,0 0 0 0,0 0 0 0,0 0 5 0,0 0-5 16,3-15-2-16,3 9 0 0,-4-1-2 0,8-2 1 16,-5-2-1-16,5 2 2 0,-2-3-1 0,4 2-2 15,-2-4-3-15,3 1 3 0,1-2-4 0,-3-1 3 16,2 3 7-16,-5-3 5 0,2 1 12 0,2 0 15 16,-5 0 28-16,-3 5 17 0,3-3 13 0,-1 2 17 15,-1-1 12-15,0 2 1 0,-2-1 5 0,-2 1 3 16,2 2-2-16,-2 0-8 0,2 3-4 0,-3-2-6 15,0 1-8-15,0 2-6 0,3 0-12 0,-3 4-10 16,0-7-16-16,0 7-12 0,0 0-11 0,1-4-11 16,-1 4-5-16,0 0-7 0,0 0 2 0,-7 14-4 15,6-7-2-15,-2 5 0 0,3-1-4 0,-3 3 0 16,2 4-1-16,-2 0-3 0,1-2 5 0,0 4-5 16,-3 0 0-16,5 1-7 0,-1-1-10 0,1-1-9 0,-2-1-6 15,2-1-11-15,0 0-11 0,3 0-7 0,2-4-7 16,-5-2-14-16,4 1 4 0,2-4-7 15,2 2-13-15,3-4-34 0,-2 1-35 0,4-2-33 16,-1-2-41-16,-1-2-47 0,3-1-60 0,-1 0-326 0,1-1-720 16,1-1 319-16</inkml:trace>
  <inkml:trace contextRef="#ctx0" brushRef="#br0" timeOffset="36754.25">15755 3875 125 0,'-4'-5'412'0,"4"5"-3"0,-2-4-7 15,0 0-10-15,2 4-7 0,-3-4-19 0,3 4-23 16,-2-4-24-16,2 4-26 0,-2-5-24 16,2 5-28-16,0 0-25 0,0 0-22 0,0 0-20 15,0-4-21-15,0 4-17 0,0 0-19 0,0 0-23 0,0 0-15 16,0 0-13-16,0 0-6 0,0 0-9 0,0 0-6 16,4 12-6-16,-1-7-9 0,0-1-6 0,-2 1-4 15,-1 0-6-15,5 0-12 0,-2 2-2 0,1-2-6 16,-1 1-6-16,1 1-4 0,-1-1-9 0,-2 1-6 15,3-1-8-15,-1-1-7 0,1 2-3 0,-1-2-8 16,-2-2 0-16,5 2-1 0,-4-1-16 0,1 2-1 16,-2-3 4-16,2 1 20 0,-3-4-4 0,3 4 2 15,0-2 9-15,-3-2 3 0,2 3 3 0,-2-3 4 16,0 0 9-16,0 0 3 0,0 0 0 0,11-7 6 16,-7 5 4-16,-4-2 5 0,3 1 9 0,-2-3 11 15,2 2 4-15,-1-2-3 0,0 0 4 0,0-1 23 16,0 1-20-16,2-2-3 0,-1 2 10 0,0-1 2 15,-1 1 2-15,1-1-4 0,1 1 6 0,-2 1-4 0,0 0-4 16,0 0-1-16,1 1-7 0,-2 1 14 16,-1 3-14-16,3-5-1 0,-3 5-3 0,1-5-7 15,-1 5-7-15,5-3 5 0,-5 3-7 0,0 0-2 16,0 0 2-16,0 0-4 0,7 10 5 0,-4-7 4 0,2 1-13 16,-2 1-2-16,-3 1-12 0,4-1-4 0,-1 1-1 15,5 0-2-15,-5 1-1 0,1-1 2 16,1 0-13-16,-2 1 3 0,1-1-5 0,-4 1 1 0,4-2 0 15,-4 0 9-15,3 1 7 0,-3-2-8 0,5 0 6 16,-5-4 2-16,0 7 9 0,0-5 0 0,0-2 9 16,0 0 11-16,4 2 1 0,-4-2 1 0,4 2 3 15,-4-2-1-15,0 0 12 0,9-6 3 0,-8 3 3 16,3-1 10-16,1 0 20 0,-3 0 3 0,5 1-3 16,-5-2 11-16,5 0-1 0,-3-2 8 0,3 3 0 15,-6-2 8-15,3 2 8 0,2-1 1 0,-2 1 0 16,0 0-7-16,-3 2-7 0,-1 2-7 0,6-4-6 15,-3 1-6-15,-3 3-8 0,0 0-7 0,6-4-2 16,-6 4-15-16,3-1-6 0,-3 1-11 0,0 0-5 16,0 0-14-16,8 5-21 0,-5-2-24 0,1 1-22 15,3-1-30-15,-2 1-30 0,-1 1-33 0,-1-1-29 16,1 1-37-16,0 0-48 0,0-1-59 0,-1 2-322 16,2-3-722-16,1 2 319 0</inkml:trace>
  <inkml:trace contextRef="#ctx0" brushRef="#br0" timeOffset="37755.68">16140 3192 17 0,'2'-3'272'16,"0"-1"-21"-16,0-3-12 0,0 3-37 0,4 0-19 15,-1 1-18-15,1-1-15 0,2 1-17 0,0 2-14 16,1 1-12-16,2-1-11 0,4 3-7 0,-1-2-12 16,0 3-7-16,5 1-8 0,-7 2-4 0,5-1-7 15,0 6-6-15,-2-3-7 0,2 2-2 0,-6-2-5 16,-2 2-1-16,5 2-4 0,-8-1-1 0,-1-3-1 16,2 4-5-16,-3 1-1 0,-4 0-3 0,3-2 1 15,-6 0-3-15,1 3 2 0,-3-2 2 0,0-2-5 16,-3 3 6-16,-4 1-9 0,-1 0 0 0,4-3-7 15,-3-1 8-15,-1 2-2 0,4-6-1 0,-3 3-2 16,3-3 1-16,1 1-2 0,2 1-2 0,1-3 3 16,1 0-1-16,3-1 1 0,0 5-1 0,2-6 2 15,0 2 1-15,5 1-1 0,3 2-1 0,-1 0-5 16,3 0 3-16,3-2 0 0,-2 2 0 0,-1-3-1 16,5 1 6-16,-2 3-6 0,-1-1-1 0,1-2-2 0,-2 2 4 15,-4-3-6-15,1 2 4 0,-2 0-1 16,1-1-2-16,-3-3-1 0,-4 1 3 0,4 1 0 15,-1 1 2-15,-4-1 1 0,0-2 1 0,-4 1 0 16,2 0-1-16,-2 3 1 0,0-4 0 0,0 2-2 0,-3 2 4 16,2-2-2-16,-2 0-1 0,4 1-3 0,-1 0 1 15,1-1 1-15,2 0 0 0,-3 1 2 16,4 2 1-16,0-1-3 0,4 1 3 0,-3 0 0 0,3 1-1 16,5 2 0-16,-4 0-1 0,3 0-1 0,3 1 0 15,-3-2-1-15,2 2 2 0,-1-3-2 0,-2 4-1 16,1-5 0-16,-2 4-6 0,3 1 6 0,-3-6 1 15,-1 6 0-15,-1-4 0 0,-2 3 2 0,0-5-3 16,1 2 2-16,-2 3-1 0,3-2 4 0,-4-2-5 16,-1 2 3-16,1 0-1 0,0-4 0 0,-4 6 1 15,1-6 3-15,1 2-4 0,0-2-6 0,-3 2-21 16,1 0-30-16,-2-4-30 0,-2-1-45 0,1 2-68 16,-1 0-46-16,-2 0-128 0,0-4-403 0,0 0 178 15</inkml:trace>
  <inkml:trace contextRef="#ctx0" brushRef="#br0" timeOffset="38911.82">15048 4698 33 0,'1'-5'305'0,"1"1"-22"0,0 3-29 0,-2 1-24 16,0-5-31-16,0 5-22 0,0 0-17 0,0 0-16 16,0 0-14-16,0 0-15 0,-2 14-10 0,4-7-10 15,-2 1-11-15,0 2-6 0,0 1-7 0,0-1-7 16,4 3-6-16,-2-3-5 0,-1 0-5 0,3 0-6 15,-1 0-1-15,-3-3-5 0,7 1-3 0,-3-1-1 16,-3-3-5-16,-1 3-1 0,0-3 4 0,4-2 17 16,0 1 2-16,-4-3-1 0,0 0-7 0,10-2-2 15,-10 2-1-15,8-8-2 0,-3 2-4 0,1 0-2 16,1-1 0-16,-2-3-4 0,1 2 8 0,2-1 6 16,-3 1-3-16,2 0-2 0,-3 2 0 0,3-2-4 15,2 1-8-15,-6 2 10 0,1 0-2 0,0 2-5 0,-1-1-2 16,1 1-9-16,0 0-1 0,-4 3 0 15,5-2-5-15,-5 2-1 0,0 0 1 0,9 5-4 16,-7 0 11-16,1-1-10 0,3 1 0 0,-5 1-1 0,3 0-4 16,0 0 5-16,-1 2-6 0,-2-3 5 0,3 1-1 15,-1 0-3-15,-3 0 3 0,1-2-2 0,2 0-4 16,-3 0 7-16,2-1 0 0,-2-3 4 0,2 4 3 16,-2-4 2-16,6 2-7 0,-6-2 14 0,0 0-15 15,9-7 5-15,-6 4 5 0,2 0 15 0,-2-1 18 16,1 0 10-16,3-2 16 0,-3 2 19 0,1 0-3 15,-2 0 3-15,1 0 2 0,-2 0 2 0,0 0-3 16,1 2-7-16,-3 2-11 0,4-5-4 0,-4 5-13 16,3-3-9-16,-3 3-9 0,0 0-2 0,0 0-9 15,0 0-1-15,0 0-8 0,11 7-7 0,-10-4-19 16,3 2-22-16,-4 1-21 0,6 0-25 0,-1 0-31 16,-1-1-18-16,4 2-25 0,-4-1-31 0,2 0-51 0,1 0-57 15,1-2-69-15,0-1-263 0,1 1-669 0,-2 1 297 16</inkml:trace>
  <inkml:trace contextRef="#ctx0" brushRef="#br0" timeOffset="39130.55">15540 4697 19 0,'-1'-4'387'0,"1"4"1"16,0 0-6-16,0 0-2 0,0 0-20 0,0 0-28 15,5-4-27-15,-5 4-23 0,11 0-34 0,-5-1-27 16,3 1-20-16,-2 0-20 0,4 0-20 0,2 0-18 16,-3 0-15-16,1 0-26 0,2 1-41 0,5 1-39 15,-3-2-54-15,0 0-47 0,-1 0-53 0,-5 1-59 16,5 0-67-16,-2 2-68 0,-2-2-222 0,3-1-593 16,-2-1 263-16</inkml:trace>
  <inkml:trace contextRef="#ctx0" brushRef="#br0" timeOffset="39505.51">15870 4714 180 0,'4'1'194'0,"-4"-1"-5"0,8 1-9 0,-8-1-14 15,6 1-14-15,0 1-13 0,-6-2-8 0,16 0-10 16,-12 0-15-16,3-2-9 0,0 1-10 0,-1 0-8 0,4-2-6 15,-3 0-8-15,4 1-6 0,-4-1-8 0,1 0-6 16,-3-2-5-16,2 0 2 0,-1 0-9 0,0-1-2 16,-2 0-2-16,-1-1-4 0,-2 1-3 15,2 0 1-15,-4 0-3 0,1-1-3 0,0 2 4 0,-2-1 2 16,1 1 3-16,-2 1 1 0,-1 0 0 0,-4 1-1 16,0 1 0-16,3-1 4 0,-4 2 3 0,3 1 1 15,-4 0-1-15,3 0 1 0,-2 1 0 0,-2 2-3 16,3-1 0-16,1 2-3 0,-2-2 2 0,3 3-8 15,2 1 0-15,-3 0 0 0,4 0-2 0,1 1 5 16,0-1 9-16,2 3 2 0,2-4 7 0,0 5-6 16,2-3 2-16,2 3-8 0,-1-2 1 0,6-2-2 15,-1 3-5-15,2-2 0 0,0-3-5 0,-1 1-14 16,5 0-23-16,-2-2-34 0,5 2-42 0,-4-3-50 16,0-1-49-16,4-1-48 0,-4-1-198 0,-1-1-473 15,3-3 209-15</inkml:trace>
  <inkml:trace contextRef="#ctx0" brushRef="#br0" timeOffset="39724.24">16310 4575 168 0,'0'0'299'0,"1"-5"-5"16,-1 5-11-16,2-3-22 0,-2 3-29 0,0 0-17 16,0 0-27-16,0 0-22 0,0 0-17 0,0 0-14 0,0 0-12 15,-11 13-12-15,6-6-14 0,2 1-8 0,-3-1-8 16,1 4-7-16,-1-3-4 0,1 3-11 15,1 0-5-15,-1-2-5 0,0 4-20 0,-1-4-16 0,3 2-25 16,-4-3-20-16,3 2-24 0,0-3-28 0,1 0-35 16,-1 0-28-16,3-2-32 0,-2-1-29 0,2 0-193 15,1-4-433-15,-2 3 191 0</inkml:trace>
  <inkml:trace contextRef="#ctx0" brushRef="#br0" timeOffset="39942.97">16201 4632 77 0,'-2'-5'232'0,"2"5"2"0,-3-5 1 16,3 5-11-16,-3-2-18 0,3 2-18 0,0 0-17 16,-3-5-18-16,3 5-15 0,0 0-15 0,0 0-12 15,0 0-9-15,0 0-7 0,0 0 3 0,3 16-5 16,1-11-6-16,0-1-8 0,3 3-5 0,-3-2-7 16,6 0-8-16,-1 3-4 0,4-3-8 0,0 1-9 15,4 2-17-15,-3-4-18 0,3 4-19 0,-2-5-28 16,-3 0-28-16,4-1-28 0,-2 1-35 0,6-1-26 15,-1-2-35-15,-2 0-18 0,-6-2-132 0,3 1-374 16,0-2 166-16</inkml:trace>
  <inkml:trace contextRef="#ctx0" brushRef="#br0" timeOffset="41468.76">16556 4643 104 0,'2'-3'140'0,"-1"0"12"16,-1 3 9-16,1-6 8 0,-1 6 5 0,0-7 2 15,0 3 3-15,0 4 1 0,-2-6-8 0,2 6-8 0,-3-5-11 16,-1 2-7-16,4 3-10 0,-4-4-18 0,0 0-10 15,-2 3-8-15,6 1-10 0,-9-2-7 0,1 2-9 16,8 0-7-16,-14 0-10 0,7 1-4 16,-1 1-6-16,1 1-7 0,-1 1-2 0,1 0 1 0,0 1-8 15,1-1-4-15,2 0-5 0,0 1 2 0,2 4 1 16,-1-5-8-16,2 3 2 0,1-2-2 0,4 1-3 16,-2 1-2-16,3-3-3 0,2 1-1 0,1 1-3 15,0-2-3-15,3 0-2 0,-2-4-2 0,4 3 2 16,-2-3 0-16,2 0 1 0,-5-2 0 0,2 1 0 15,-1-2 1-15,2-1 0 0,0-1 2 0,-3 0 6 16,-1 0 0-16,1-1 9 0,-5 1 3 0,5-1 12 16,-4 0 7-16,0 0 4 0,-2 0 3 0,0 1 6 15,-2 0 4-15,6 0 1 0,-6 2-3 0,0 3-10 16,1-6-6-16,2 4-4 0,-3 2-16 0,0 0-16 16,0 0-2-16,0 0 1 0,0 0-7 0,0 0-4 15,0 0-5-15,0 0-2 0,0 0-2 0,4 13 2 16,-4-7-13-16,3-3-3 0,2 4-2 0,-5-3 2 15,4 1 1-15,-4-1-6 0,4 1 0 0,-1-1 2 0,1-2 2 16,0 1 5-16,-1 1 0 0,-3-4 4 16,9 2 2-16,-9-2 3 0,10 0-1 0,-5 0 1 15,-5 0 5-15,10-4-2 0,-6 1 5 0,1 0 0 0,1 1 4 16,-5-1 2-16,3 1 2 0,-4 2 5 0,10-6 4 16,-6 4 3-16,0 0 4 0,-4 2 3 0,4-3-3 15,-4 3-2-15,4-3-1 16,-4 3-2-16,0 0 1 0,4-3-1 0,-4 3-2 0,0 0 1 15,0 0-4-15,0 0 0 0,15 3-2 16,-11-1 1-16,0-1-1 0,3 1 2 0,-3 2-3 16,5 0 0-16,-4-4-4 0,4 3-7 0,-2-2 7 15,3 2-11-15,-1-2-5 0,4 0-13 0,1 0-3 0,-1-1-13 16,-4 1-9-16,6-1-11 0,-4-1-13 0,-3-1-7 16,7-1-17-16,-5 1-15 0,-1-1-13 15,2-1-19-15,-1-1-3 0,0 1-5 0,0-1 2 0,-3 1 4 16,1-2 12-16,3 1 14 0,-2-2 3 0,1 3 11 15,-1-1 12-15,-2 2 23 0,0-2 24 0,-3 0 27 16,3 2 28-16,0 0 24 0,-5-2 21 0,4 3 22 16,-5-1 14-16,3 0 11 0,-4 3 3 0,3-2-6 15,-3 2-4-15,1-4-9 0,-1 4-9 0,0 0-10 16,0 0-5-16,0 0 5 0,0 0 0 0,2 10 5 16,-4-5-4-16,2 0 1 0,-1 3 1 0,1 0-1 15,-3 2-2-15,3 2-10 0,-1-1 0 0,1 3-6 16,0-1 1-16,-3 0-5 0,3 6-5 0,3 0-2 15,-2 0 1-15,3 0-3 0,-2 1-4 0,3-3-2 16,-1 3-3-16,2 0 3 0,0-1-5 0,1-1-1 16,-2-1-1-16,1 0-1 0,-2-6-6 0,0 1-8 15,0 0-13-15,2-5-14 0,-2 2 0 0,-1-2-10 16,-2-2-3-16,2-2-11 0,1-2-8 0,-4-1-1 0,4 2 8 16,-4-2 3-16,0 0 0 0,3-10 9 0,-3 6 9 15,0-2 1-15,1-2 1 0,-1-1 1 16,-1-3 5-16,1-1 2 0,-2-3 3 0,1 1-2 15,-2-2 3-15,2-2 4 0,-1-1 4 0,-3 1-1 0,0-2 5 16,2 0 12-16,0 1 13 0,-1-3 16 0,1-2 9 16,-1 6 18-16,3-2 15 0,-1 2 17 0,1 0 3 15,-5 3-4-15,6-1 0 0,0 0-5 0,-2 5 4 16,2 1 2-16,0-1 2 0,0 1-5 0,2 4-2 16,0-1-5-16,-2 1-6 0,3 2-6 0,-2 0-9 15,0 0-5-15,2 1-16 0,-3 0 1 0,4 1-4 16,-4 3-13-16,9-1-13 0,-9 1-4 0,9 3-4 15,-1-2-9-15,-2 3-1 0,-4 1-4 0,8 1-5 16,-1 2-2-16,-3 1-8 0,1 1-7 0,-2-2-6 16,1 2-7-16,0 2-10 0,0-2-10 0,-2 2-10 15,-1-2-6-15,1 0-6 0,-3 1-7 0,-1 0-7 16,0-3 3-16,0-1-6 0,-1-1 3 0,-1 1 3 16,0-3 2-16,-3 0 7 0,0-1 6 0,-3 0 5 15,2-2 1-15,-2-1 10 0,8 0 5 0,-16-2 5 16,11-2 3-16,-4 0 6 0,2-1 4 0,1 0 10 15,-1 0 3-15,4-1 5 0,-1-4 5 0,0 3 2 16,4-2 10-16,-3-3 2 0,6 3 3 0,-2-2 5 0,5-2 6 16,-2-1 2-16,5 0-6 0,0-3 3 0,0 3-7 15,3-3 11-15,3 0-9 0,3 3-1 16,3-6 1-16,-4 5-1 0,-2 2 4 0,-3-2-6 16,3 2 12-16,-4 0 17 0,-3 2 10 0,2 3 16 0,-5-1 11 15,3 2 8-15,-5 3 6 0,-2 1-4 0,4-1-4 16,-3 2-12-16,1-2-10 0,-3 4-7 0,0 0-4 15,0 0-5-15,0 0-3 0,0 0-2 0,0 0-3 16,-10 16-2-16,9-8-4 0,0 1-3 0,-2 1 0 16,-1 0 0-16,1 4-3 0,3-1 2 0,0 2-4 15,3 3 1-15,1-1-3 0,0-1 6 0,-3-2-5 16,4 3 0-16,4-1-2 0,-2 2-1 0,4-3 0 16,-2-1-2-16,1-4 1 0,1 1-3 0,-2-2-3 15,4-1-1-15,1-2-2 0,-1-2 2 0,0-1-1 16,0 0-2-16,-1-1 0 0,1-4-7 0,1 1-2 15,-2-2-2-15,-1-1 4 0,1-2 0 0,-1-1-6 16,-3 1 7-16,3-3-3 0,-7 0 3 0,0-1 8 16,2 0-1-16,-3 0 8 0,-2-1 15 0,-1 0 14 15,0 2 19-15,-1 1 6 0,-2-1 10 0,-3 2 6 16,2-3-7-16,0 4-2 0,0 0-10 0,-3 1-8 16,3-1 1-16,0 3-12 0,-3 0-5 0,2 2-2 15,-3 0-6-15,2-1 0 0,6 2-3 0,-11 4-5 0,7-1-4 16,-1 2-5-16,2-1-1 0,3 2-14 0,-1 0 4 15,2 0-8-15,2 4-14 0,2-3-17 16,-1 3-15-16,6 1-24 0,-3-6-32 0,2 5-32 16,2-2-47-16,6 0-39 0,0-2-42 0,-6-2-164 0,5 1-473 15,-2-2 210-15</inkml:trace>
  <inkml:trace contextRef="#ctx0" brushRef="#br0" timeOffset="41671.87">17870 4478 39 0,'0'0'214'0,"0"0"0"16,0 0-14-16,-11 7-17 0,10-4-17 0,1-3-6 15,-3 7-2-15,-1-1-11 0,4-1-12 0,0 0-9 16,0 4-12-16,0-1-9 0,3 0-5 0,-3-2-12 16,1 4-5-16,2 0-12 0,1 1-4 0,0-1-10 15,-2 0-3-15,0 0-8 0,1 0-37 0,-3-1-42 16,0 0-46-16,-3 0-47 0,1-2-69 0,-7 1-156 15,1-2-379-15,-11 2 167 0</inkml:trace>
  <inkml:trace contextRef="#ctx0" brushRef="#br0" timeOffset="50229.08">5723 6093 282 0,'-3'-3'358'0,"0"0"-22"0,3 3-26 0,-2-5-26 0,2 5-26 0,0 0-14 15,-11 2-5-15,11-2 6 0,-12 7-9 0,5 1-13 16,0 2-6-16,-4 4-14 0,3 3-20 0,-4 1-17 16,2 6-13-16,1-3-12 0,-2 4-13 0,7-6-12 15,0 2-11-15,1-1-12 0,3-2-10 0,1 1-12 16,3-1-4-16,2-2-8 0,3-1-2 0,4-1-9 15,4-2-1-15,-3-5-11 0,6 1-3 0,-1-4-7 16,3-3-7-16,1-2-16 0,10-1 5 0,-6-7 1 16,3 1-3-16,-2-4 1 0,-10 2-5 0,1-2 5 15,3-7-2-15,-3 0-5 0,-5 3-1 0,-5-9 2 16,-3 0 2-16,-1 4-1 0,-2-7 1 0,-6 6-7 16,3 3 0-16,-9-9 7 0,2 8-3 0,-7 2 3 15,-4-2-8-15,-5 1 6 0,3 9-2 0,-5-3 0 16,-2-1-2-16,4 10-1 0,0-1 2 0,0 4 0 0,0 2-17 15,1 1-36-15,3 2-13 0,1 1-30 0,3 3-17 16,3 0-15-16,2 1-13 0,1 1-15 16,2 2-19-16,3-1-24 0,4 2-33 0,7-3-32 0,0 0-38 15,6 2-219-15,-2-5-566 0,8 2 251 0</inkml:trace>
  <inkml:trace contextRef="#ctx0" brushRef="#br0" timeOffset="50666.54">6089 6093 154 0,'1'-5'258'16,"3"2"9"-16,-4 3-10 0,4-4-20 0,-4 4-24 15,3-2-23-15,-3 2-20 0,0 0-16 0,0 0-14 16,0 0-13-16,-1 14-7 0,-1-8-3 0,1 1-13 16,-2 3-7-16,2 0-9 0,-2 1-8 0,2 1-13 15,1 1-2-15,0 0-5 0,1-1-7 0,2 0-3 16,-2-1-6-16,5 2-2 0,-2-4-2 0,0 3-7 15,5-4-6-15,-2 0 3 0,3-3-2 0,3 0-1 0,-2-2-6 16,2 0 0-16,1-3-2 0,0 0 11 16,2-1 1-16,2-2-8 0,1-3-2 0,-5 2 2 15,-2-3-6-15,0-1 2 0,0 1-2 0,-2-5-1 0,-2 3-3 16,-1-2 13-16,1-1 15 0,0-4 10 0,-7 4 12 16,4-5 17-16,-4 5 22 0,-1-1 10 0,-1 2 20 15,-1-1 12-15,-1 2 4 0,2-1-3 16,-3 3 3-16,3 1-8 0,-2 2-11 0,1-3-15 0,0 4-13 15,-1 0-15-15,2 1-10 0,1 3-10 0,-7 0-5 16,7 0-10-16,-5 5-5 0,2 0-6 0,-3 3-2 16,5-1-10-16,1 5-5 0,0 1-25 0,0-1-13 15,5 5-13-15,-3-3-20 0,5 3-18 0,-2-1-17 16,3-4-21-16,-1 0-22 0,3 3-20 0,2-4-16 16,-3-2-7-16,6 2-28 0,0-6-43 0,-1-2-36 15,-1 2-35-15,4-3-34 0,2-2-236 0,-4-4-629 16,1-1 279-16</inkml:trace>
  <inkml:trace contextRef="#ctx0" brushRef="#br0" timeOffset="50900.89">6546 5765 67 0,'-10'-8'329'0,"8"3"-5"0,-4 0-20 0,2 1-22 15,0 0-29-15,1 2-27 0,-2-1-27 16,5 3-18-16,0 0-21 0,-10 7-14 0,9-2-16 15,-2 2-13-15,3 2-8 0,0 4-9 0,0 0-11 16,3 6-8-16,-2 6-11 0,5 5 4 0,-2-3-13 0,1 0-4 16,-1 1-7-16,0-1-2 0,2-1-4 0,-2 0-6 15,4-1-7-15,3 1-21 0,-4-1-22 16,-3-4-22-16,0-5-19 0,0 2-28 0,1-2-36 0,-2-3-55 16,0-2-36-16,0 0-62 0,1-6-170 0,-6-1-474 15,4 1 209-15</inkml:trace>
  <inkml:trace contextRef="#ctx0" brushRef="#br0" timeOffset="51057.13">6478 6123 238 0,'-3'-5'271'0,"2"2"3"15,-3-2 5-15,1 1-4 0,3 4-16 0,-3-6-27 16,3 6-22-16,3-5-24 0,0 3-20 0,4-1-12 16,0 1-17-16,6 1-17 0,1 0-10 0,-1 0-21 15,5 2-32-15,2-1-37 0,0 0-39 0,0 0-45 16,0 0-48-16,2 0-55 0,9 0-40 0,-12 1-211 15,-4-1-454-15,4-3 201 0</inkml:trace>
  <inkml:trace contextRef="#ctx0" brushRef="#br0" timeOffset="51291.48">6865 6057 159 0,'-11'-7'184'0,"11"7"-1"16,0 0 3-16,-9 8-2 0,6-4 4 0,2 1 0 15,-2 3 5-15,5 1-11 0,-2 2 1 0,0 2-4 16,1 3-6-16,2 4-14 0,-2 6-6 0,3 0-8 0,4 4-5 15,-4 1-6-15,-1-1-21 0,4-2-3 16,-2 4-14-16,6-1-7 0,-7-1-10 0,2 3-8 16,-1-3-6-16,-1-1 7 0,0-3-19 0,2 0-3 15,-1-3-4-15,-1-2-18 0,-1-2-18 0,2 1-16 0,-3-7-24 16,1 0-27-16,-2-4-17 0,0-1-23 0,2-2-27 16,2-1-34-16,-2-2-36 0,-2-2-29 15,-1-1-27-15,0 0-181 0,3-9-466 0,1 0 206 0</inkml:trace>
  <inkml:trace contextRef="#ctx0" brushRef="#br0" timeOffset="52244.52">6860 6074 247 0,'-7'-12'320'0,"-1"-1"6"0,3 2-2 15,-1 0-3-15,2 1 9 0,0 1-11 0,1 1-20 16,-1 2-22-16,3-1-24 0,-3 1-24 0,4 1-21 15,-2 1-25-15,2 4-16 0,6-6-18 0,-1 3-17 16,-5 3-14-16,12 1-13 0,-3 1-13 0,4 1-9 16,-2 4-10-16,7 1-10 0,-7-1-7 0,-2 2-7 15,6 3-1-15,-1 2-17 0,-5-2-10 0,2 3-7 16,-3 0 1-16,2 2-6 0,-2-2-5 0,-3 1-10 0,-2-4 1 16,-3 1-5-16,0 1-1 0,-1-1-4 15,-2 0-1-15,-4-1 3 0,1 0-2 0,0-3-15 16,-1 1-9-16,-2-2-12 0,-2 0-2 0,5-3-12 15,-2-3-7-15,3 1-8 0,-5 0-8 0,6-3-6 0,4 0-6 16,0 0-4-16,-11-6-6 0,11 3-7 0,0 3-2 16,3-12-5-16,4 4-9 0,1-2 1 0,4 0 7 15,1-6 7-15,1 3 9 0,0-3 9 0,4 2 7 16,-2-2 12-16,2 3 6 0,-5-3 13 0,2 3 18 16,-4 5 29-16,-1-3 28 0,-1 5 34 0,2-3 23 15,-8 5 18-15,4 0 13 0,-2 0-1 0,-2 1-2 16,1 0-12-16,-1 0-12 0,-3 3-8 0,0 0-7 15,0 0-8-15,0 0-6 0,5 9-3 0,-5-9-6 16,-4 9-1-16,4-1-3 0,0-2-7 0,0 2 4 16,3 2-1-16,-2 1-7 0,3 0 1 0,-1 0-4 15,2-2-2-15,2 1 2 0,-2 0 1 0,4-1-7 16,-1-2 5-16,3 1-7 0,-3-3-4 0,4 2-5 16,3-4-1-16,-3 1-4 0,2-4 1 0,-3 0-6 15,0 0-1-15,2-4 2 0,-4 1 3 0,0-1-2 16,-1-3 3-16,0 0-3 0,-1-1 3 0,0-1 1 15,-2-1 0-15,-1-1 4 0,-1 2 6 0,1-3 10 16,-1 0 16-16,-3 2 33 0,0 1 25 0,0-1 16 0,0 1 22 16,0 4-1-16,0 0 5 0,0-2 0 0,0 2-9 15,-3 1-12-15,3 4-12 0,0-7-17 16,0 7-12-16,0 0-8 0,0 0-7 0,0 0-8 16,0 0-2-16,0 0-5 0,0 0 4 0,3 20-14 0,0-12-3 15,1 3-5-15,0-2-15 0,1 3-5 0,2-2-9 16,0 2-8-16,-2-1-8 0,6 0-12 0,-3 0-10 15,2-2-5-15,5 1-17 0,-3-2-3 0,-1-2-18 16,4 1-16-16,3-2-3 0,-5-3-3 0,1-2 0 16,-1 0 6-16,1-2 8 0,1-1 8 0,-3-2 6 15,-1-2 4-15,0 0 6 0,-1-2 9 0,-1-1 0 16,-1-2 4-16,-1-5 6 0,0 1 7 0,-3-3 3 16,-3-2 6-16,2-6 3 0,1 8 4 0,-3-13 2 15,-2 4 6-15,-3-1 4 0,-3-1 11 0,2-1 20 16,-4 3 23-16,0 0 16 0,-2 3 32 0,-3 1 6 15,4 6 19-15,1 1 8 0,-2 0-3 0,2 1 21 16,2 5 6-16,0-1 2 0,2 3 1 0,-1 0-4 16,0 3-8-16,3 1-10 0,-1 0-15 0,0 1-12 0,3 2-10 15,1 2-18-15,-6-5-11 0,6 5-3 16,0 0-9-16,0 0 1 0,-7 9-11 0,7-2-4 16,0 2-2-16,3 1-6 0,0 5 4 0,-1 0-4 0,1 6-2 15,3 4-3-15,-1 1-3 0,4 4 2 0,0 0-5 16,0 4 5-16,0-1-7 0,3 1-5 0,1 0-19 15,-1-2-16-15,-1 0-22 0,3 0-24 0,-2-2-23 16,2-3-13-16,-2-1-26 0,3-3-25 0,-8-5-39 16,2-6-32-16,1 3-54 0,-3-5-53 0,1-3-54 15,0-1-247-15,-1-4-695 0,1-2 307 0</inkml:trace>
  <inkml:trace contextRef="#ctx0" brushRef="#br0" timeOffset="52400.75">7511 5860 315 0,'-5'-6'332'0,"-1"0"-7"16,0 3-12-16,3-2-27 0,3 3-19 0,0 2-32 15,-5-6-19-15,5 6-25 0,0 0-20 0,0 0-22 16,20 5-10-16,-6 1-13 0,5-1-38 0,1 1-31 16,3 2-34-16,7 2-43 0,1 1-64 0,2-3-73 15,1 3-72-15,0-2-229 0,1 1-495 0,-1-4 220 16</inkml:trace>
  <inkml:trace contextRef="#ctx0" brushRef="#br0" timeOffset="52777.23">8224 6068 369 0,'-7'0'382'0,"7"0"-1"0,0 0-15 16,-7-2-25-16,2 0-25 0,5 2-32 0,0 0-34 15,-7-1-25-15,7 1-21 0,0 0-25 0,0 0-19 16,-9 3-16-16,9-3-14 0,-2 3-17 0,0 3-13 16,0-2-21-16,2-4-20 0,0 7-8 0,2-3-15 15,-1 1-10-15,-1-1-13 0,0-4-4 0,4 7-10 16,-2-3-3-16,-1-1-4 0,3 0 3 0,-4-3-7 15,1 4 6-15,-1-4-3 0,5 2 7 0,-5-2-4 16,0 0 1-16,0 0-3 0,0 0 8 0,9-9-8 16,-9 4 1-16,0 0-3 0,1 0-6 0,-1-3-15 0,-1 2-20 15,-1-1-16-15,1-2-16 0,0 4-17 0,-3-4-17 16,1 3-33-16,0-1-45 0,2 0-52 0,-3 0-57 16,3 3-158-16,-2-2-499 0,0-1 222 0</inkml:trace>
  <inkml:trace contextRef="#ctx0" brushRef="#br0" timeOffset="53089.75">8096 5829 11 0,'-4'1'293'15,"4"-1"-22"-15,-10 0-21 0,10 0-28 0,-9 2-14 16,9-2-25-16,-4 3-19 0,3 0-14 0,1-3-16 16,-3 5-10-16,2 0-12 0,1-5-13 0,1 4-4 15,-1-4-12-15,4 6-5 0,-4-2-6 0,4-1-7 0,-4-3-6 16,6 2-4-16,0-1-8 0,-3 1-4 16,-3-2 0-16,8 0-4 0,-8 0-5 0,10-2-4 15,-10 2-2-15,5-1-3 0,-5 1-3 0,7-2 1 16,-7 2 0-16,4-7-8 0,-4 5-4 0,0 2-11 0,3-6-16 15,-6 3-22-15,3 3-27 0,-4-8-36 0,0 6-45 16,0-3-41-16,-3 3-50 0,4-1-151 16,-3 1-418-16,0-2 185 0</inkml:trace>
  <inkml:trace contextRef="#ctx0" brushRef="#br0" timeOffset="56095.87">8978 5749 278 0,'-3'-5'332'0,"3"-1"-25"15,-3 3-11-15,3 3-26 0,0-6-22 0,-1 3-28 16,1 3-26-16,0 0-18 0,0 0-13 0,-8 9 1 0,5-2-2 16,0 4 1-16,-1 1-18 0,0 6 4 15,0 2-5-15,0 6-15 0,1 1-14 0,2 1-11 16,1-1-7-16,-4-1-11 0,4 0-8 0,-2-5-8 15,2-2-6-15,-1 3-6 0,0-2-2 0,-1-3-6 0,1 0-7 16,1-3-5-16,-1-4 7 0,-1-3-10 0,2 0-4 16,0-2 3-16,-3 1 0 0,3-3-1 0,0-3-4 15,0 0-1-15,0 0-9 0,0 0-6 0,5-15 9 16,-1 4 6-16,-2-1-14 0,1-5 3 0,1-2-11 16,0-8 7-16,3 1-2 0,-3-2-6 0,2 0 2 15,-2 0 3-15,1-3 0 0,-1-2-1 0,4 2 4 16,-6 3 1-16,3 1 17 0,-5 6 19 0,3 1 18 15,-2 1 12-15,2 2 9 0,-3 0 2 0,0 6 2 16,1-1 30-16,-1 2-10 0,0 2-3 0,0 2-11 16,2 0-10-16,-2 0-10 0,1 2-11 0,-1 4-12 15,0-6-11-15,0 6-3 0,0 0-8 0,0 0 0 16,0 0-6-16,12 10-2 0,-9-1 0 0,4 1-4 0,-2 6-3 16,5-1-2-16,-1 5-2 0,2-1-2 15,-3 0 2-15,7 5-4 0,-1 5-1 0,-2 1-15 16,0 0-22-16,-1-1-11 0,-1 3-17 0,2-5-11 0,-5 0-19 15,1-1-20-15,-3-7-11 0,1 0-17 0,-2 0-20 16,0-1-17-16,-4 0-9 0,2-5-15 0,-2-1-13 16,0 0-15-16,-2-3-17 0,2 0-22 0,-1-1-23 15,-2-4-24-15,2 1-18 0,-2-4-225 0,3-1-596 16,-6 1 264-16</inkml:trace>
  <inkml:trace contextRef="#ctx0" brushRef="#br0" timeOffset="56298.97">9100 6049 180 0,'-8'-3'205'15,"4"-2"21"-15,-2-1 9 0,2 2 7 0,-1 0 1 16,0 2 0-16,-1-2-4 0,1 0 11 0,0 2-10 16,0-3-3-16,2 4-5 0,3 1-10 0,-6-1-12 15,3-3-15-15,3 4-23 0,0 0-15 0,-7-4-17 16,7 4-9-16,0 0-20 0,0 0-21 0,1-5-15 16,-1 5-26-16,14-4-21 0,-5 0-32 0,2 3-30 15,4-1-26-15,-1-1-36 0,5 1-29 0,4-1-40 16,-2 0-35-16,2 1-28 0,5-3-38 0,-2 2-46 15,-4 1-165-15,7-6-517 0,-8 4 228 0</inkml:trace>
  <inkml:trace contextRef="#ctx0" brushRef="#br0" timeOffset="56705.18">9493 5817 54 0,'-4'-5'259'0,"-3"1"-2"16,5 3-11-16,-4-3-7 0,-1 2-1 0,2-1-14 0,-2 0-12 16,3 2-11-16,-3 0-9 0,-1-1-14 0,0 1-8 15,-2 2-16-15,5 1-16 0,-2 0-8 0,0 0-16 16,1 1-12-16,0-1-6 0,-1 2-18 0,1-1-4 16,1 1-1-16,3 3-11 0,-2 0-8 0,4 0 3 15,-2 4-7-15,4-3-8 0,0 2-1 0,4-1-2 16,3 4-3-16,-2-4-6 0,4 1 1 0,4 2-4 15,-3-1 1-15,3 1-1 0,0-2 4 0,1 1-20 16,-2-2 10-16,-3 1-6 0,2-4-2 0,-3 0-1 16,2 3-3-16,-1-1 3 0,-4-1-8 0,-3-2 2 15,3 0-3-15,-2-2-5 0,-4 1 8 0,1 0 4 16,-2 1-6-16,0-5-2 0,-4 7 3 0,-1-4 2 16,-1 0-1-16,-1 1 1 0,-1-1 2 0,0-2-2 15,-4 0 1-15,-1 0 8 0,1 1-13 0,-1-4 3 0,-1 4-3 16,0-4 1-16,2 2 3 0,1-1-20 15,4 0-7-15,-1 0-25 0,0-1-20 0,4 0-31 16,1-2-32-16,3 4-32 0,0-7-36 0,0 7-37 16,9-10-39-16,1 2-223 0,0 0-537 0,9-4 237 0</inkml:trace>
  <inkml:trace contextRef="#ctx0" brushRef="#br0" timeOffset="57142.64">9821 5791 46 0,'-3'-7'266'0,"2"5"-9"0,-2-1-4 0,-1 1-6 16,4 2-10-16,-9-4-18 0,9 4-14 0,-9-2-16 15,4 1-17-15,5 1-13 0,-14 1-10 0,9 1-20 16,-1 2-11-16,1-1-8 0,-2 1-11 0,-1-2 1 16,1 3-20-16,2 2-10 0,-1 1-5 0,2-3-6 15,-1 3-8-15,1-1-3 0,0 2-8 0,0 1 0 16,2-2-6-16,2 2 2 0,2-2-3 0,2 2-3 15,-1-1-3-15,-1-1-1 0,2 0-5 0,7 1 1 16,-4-2-5-16,1 3 0 0,0-2 0 0,2 0 3 16,-1-1-9-16,2-1 0 0,1 1 2 0,-2-2 1 15,2 3-1-15,-2-3-7 0,-2 1 5 0,1 0-7 16,-3-2-3-16,-1-1-1 0,2 2 0 0,-4 1-5 0,1-2 2 16,1 1-6-16,-5-3 4 0,3 2 2 15,-3 0 3-15,0-4-1 0,-7 8-1 0,3-6 19 16,0 1-17-16,-4-1 1 0,1 1 0 0,-2 2 0 0,-2-4-3 15,0 2 3-15,0-2-3 0,-1 2 5 0,-2-3-2 16,2 1-2-16,-2 0 4 0,5-1-3 0,-2 0 0 16,4 0-6-16,-1 1-14 0,8-1-8 0,-8-1-13 15,8 1-8-15,-6-1-29 0,6 1-33 0,0 0-25 16,0 0-32-16,19-8-34 0,-9 2-24 0,2 1-23 16,6-2-164-16,-2 0-446 0,5 0 198 0</inkml:trace>
  <inkml:trace contextRef="#ctx0" brushRef="#br0" timeOffset="57345.84">10048 5858 194 0,'3'-5'258'0,"-2"0"15"0,-1 5-1 15,0-6-1-15,0 6-8 0,0-4-26 0,0 4-22 16,0 0-24-16,4-3-20 0,-4 3-15 0,0 0-13 16,0 0-13-16,0 0-4 0,-2 14-21 0,2-7-11 15,0 0-6-15,0-2-7 0,2 7-10 0,-2-3 3 16,1 4-11-16,1-2-11 0,1 1-5 0,-2 0-1 15,3-1-1-15,0 1-11 0,-1-1-17 0,1-1-24 16,0 0-37-16,-1-1-41 0,2 0-53 0,-1 0-53 0,3-2-53 16,-3-4-258-16,0 3-543 0,3-2 241 15</inkml:trace>
  <inkml:trace contextRef="#ctx0" brushRef="#br0" timeOffset="57769.21">10379 5814 225 0,'0'-6'291'0,"-3"0"-12"0,3-1-8 15,-3 1-11-15,0 0-17 0,2 2-17 0,-2-2-17 16,-2 2-14-16,0 1-25 0,-1 1-15 0,1-1-13 16,-2 2-16-16,0 0-11 0,7 1-11 0,-15 2-12 15,7-1-8-15,1 2-12 0,-1-1-6 0,0 3-4 16,2 2-6-16,1 0-7 0,-2 2-5 0,3 2-7 15,0 2 1-15,4-2-9 0,3 4 5 0,7 2-6 16,-4 1-2-16,1 0 1 0,1 1-9 0,5-1 4 16,3 5-1-16,0-1-4 0,-4-4 1 0,7 5-5 15,-4 1-4-15,5-3-3 0,-2 1-3 0,-3 0 5 16,3 1-5-16,-2-2-1 0,-5-3 4 0,1 0-3 16,-5 0-1-16,0 0-1 0,-3-2 5 0,3-3-6 15,-6 0-1-15,-1 0 1 0,1-3 9 0,-2 0-3 16,0 0 12-16,-2-4 24 0,-1 0 17 0,1-1 25 0,-2-1 12 15,-2 0 20-15,0 0 8 0,1-3 9 16,-3 0 3-16,4 0 0 0,5-1 5 0,-18-3 2 16,13-1 2-16,-5-1-11 0,2-2-10 0,-3 0-12 0,0-4-10 15,2 2-9-15,-1-2-6 0,1-6-11 0,-1 3-10 16,-2-1-7-16,5-3-23 0,-1-1-30 0,1-2-39 16,3 1-47-16,0-7-67 0,3 0-70 0,2 7-63 15,2-5-66-15,3 6-73 0,1-2-361 0,0 2-843 16,1 1 374-16</inkml:trace>
  <inkml:trace contextRef="#ctx0" brushRef="#br0" timeOffset="58253.54">10553 5759 292 0,'0'0'292'15,"2"-5"-17"-15,-2 5-28 0,0 0-26 0,0 0-26 16,0 0-19-16,0 0-15 0,0 0-16 0,0 0-18 0,0 15-12 16,-1-11-13-16,1 2-7 0,1 1-10 0,-2 1-9 15,2 4-5-15,-1-2-4 0,3 1-8 0,0 1-8 16,-2-1-3-16,3 4-6 0,0-2-3 0,2-3-3 16,-1 1-3-16,1 1-2 0,-1-1-4 0,-1-2-2 15,3-1-3-15,-1-2-2 0,-1 0-2 0,-2 1-2 16,-1-4 3-16,1-1-2 0,1 1 3 0,-4-3-7 15,0 0 3-15,7 0-6 0,-7 0 4 0,4-6-7 16,-4 1 1-16,2 0 1 0,3-2 0 0,-4 1-1 16,-1-2-3-16,3-1 4 0,-2-3-1 0,2 3 26 15,-2-2 6-15,3 1 10 0,-1-2 25 0,-1-1-1 16,2 5 5-16,-3-2 8 0,0 1 1 0,3 3 9 16,-4-1 3-16,3 1-2 0,-2 1-5 0,1 0 0 15,0-1-9-15,0 4-11 0,-1-2-7 0,-1 4-6 0,3-5-10 16,-3 5-5-16,6-3-3 0,-6 3-5 15,0 0-5-15,0 0-5 0,17 6 1 0,-11-3-6 16,-1 1-2-16,3 1-1 0,-1 1-5 0,1 1-2 0,-1 1-14 16,1 0-4-16,1 2-31 0,1-1-12 0,-4 1-17 15,3 2-19-15,-1-2-18 0,-1 1-22 0,1 0-27 16,-4-2-37-16,4 1-44 0,-2-1-47 16,-2-3-44-16,3 3-238 0,-4-3-609 0,1-2 271 0</inkml:trace>
  <inkml:trace contextRef="#ctx0" brushRef="#br0" timeOffset="59799.04">10951 5752 158 0,'0'0'278'0,"-1"-5"-29"0,1 5-25 0,0 0-24 15,0 0-20-15,0 0-14 0,0 0-24 0,0 0-11 16,0 0-15-16,0 0-10 0,0 0-7 0,8 14-11 16,-5-9-8-16,-1 1-6 0,1 1-8 0,0 2-10 15,2 0-3-15,2 2-6 0,-4-3-4 0,0-2-3 16,1 3-6-16,-2 2 1 0,3-3-6 0,0 2-2 16,-1-2-5-16,0-1 0 0,0 1 1 0,0-3-3 15,0 4-4-15,-2-4 1 0,0 0-3 0,1-1-2 16,0-2 0-16,1 1 0 0,-4-3 2 0,5 1-4 0,-5-1 1 15,0 0-3-15,11-9-1 0,-8 7 4 0,-2-3-1 16,3 0-5-16,-1-3 1 0,0-2 2 16,1 0-3-16,1 0-2 0,-2-1-2 0,0 1 3 15,2-1-3-15,-2-1 2 0,1 4 0 0,0-3 0 0,-1 1 0 16,2 0 1-16,-2 2-1 0,-2 3 4 0,2-2 12 16,-3 3-1-16,3 0-5 0,0 0-3 0,-1 0-2 15,-2 4-2-15,0 0 1 0,0 0 0 0,0 0-2 16,0 0 1-16,9 10-2 0,-7-4 2 0,1 1-3 15,-1 1 1-15,0 0 0 0,2 2-3 0,0 0 4 16,-1 0-4-16,0 1-1 0,1-1-1 0,-3-2-1 16,3 0-4-16,1-3 3 0,-1 2-3 0,-1-1 0 15,3-2 2-15,-4 0 3 0,4-3-4 0,0 2 3 16,0 0 1-16,-6-3 0 0,11-5-2 0,-3 4 2 16,-5-3 4-16,4 1-3 0,-2-2 5 0,1-1 2 15,-1-1 6-15,1-2 22 0,0 1 17 0,-2 2 11 16,0-1 13-16,-1 1 17 0,1-2 6 0,-1 2 8 15,0-1 4-15,-2 2 3 0,3 2-3 0,-1-1 0 0,-3-2-15 16,0 6-11-16,0-5-11 0,0 5-10 16,5-2-13-16,-5 2-3 0,0 0-12 0,0 0-1 15,0 0-8-15,0 0-3 0,10 12-4 0,-9-7-1 16,2 1-6-16,1 0-6 0,3 2-13 0,-2-3 0 0,5 2-5 16,2 4-2-16,-1-2-2 0,-2-1-8 0,1-1-8 15,3 1-8-15,0-2-9 0,0-1-8 16,4 2 0-16,-4-3-5 0,1-2-1 0,0-2 0 0,-1 3-4 15,2-4-3-15,-3-2-5 0,2 1 6 0,-1-4 6 16,1 1 5-16,1 1-7 0,0-6 4 0,-7 5-7 16,3-5 2-16,-3 1 4 0,-1-1 10 0,-3-1 4 15,0 1 5-15,1-2 5 0,-3 1 5 0,-2 1 6 16,-2-2 12-16,-3 2 8 0,4 1 10 0,-6-2 10 16,2-1 4-16,-1 6 4 0,-2-5 0 0,-3 5-6 15,4-2 0-15,-4 2-1 0,-1 2 1 0,3-1-2 16,-5 2-2-16,3 1 1 0,-1 2-2 0,1 0 1 15,0 2-2-15,0 3-3 0,2-1 0 0,1 0-2 16,1 0-1-16,1 5 4 0,0-3-3 0,-1 5 1 16,3-4 1-16,5 6-2 0,-1-1-2 0,3-1 1 15,0 1 0-15,1-1 2 0,4 1 2 0,-3-1-5 16,6-1-6-16,-4-1 1 0,8 3 1 0,-6-3-10 0,5-3-6 16,-5 1-1-16,5-4 0 0,0 0-1 0,-5 0 1 15,6-3-1-15,-4 0 4 0,5-3 1 16,-3 0 2-16,-1 1 1 0,1-4 2 0,0-1-2 15,-1-1 4-15,-1 2 4 0,-2-3 1 0,2 3-2 0,-1-2 1 16,-1-1 8-16,-2 0 8 0,1 4 11 0,-2-3 12 16,-2 2 15-16,0-1 8 0,0 1 9 0,-3 1 0 15,2 0 4-15,-3-2-4 0,1 4-7 0,2-1-8 16,-3 4-5-16,0-5-12 0,0 5-6 0,0 0-4 16,0 0-1-16,0 0-4 0,0 0-3 0,0 0 4 15,-11 9-6-15,10-6-9 0,-2 4 5 0,3-1 12 16,-3 1-17-16,3 1 4 0,0-2-14 0,0 4-1 15,0-3-7-15,2 2-3 0,0 2 3 0,1-1-10 16,1-2 1-16,-1-2-5 0,4 0-1 0,-2 1 3 16,3 1-7-16,1-7-3 0,-3 1 1 0,4 1-1 15,-2-3 4-15,4 0 6 0,-5-1-1 0,3-3 9 16,1-2-4-16,-1 1 4 0,0-3 2 0,-2 1 3 16,3-1 2-16,-6 1 1 0,2-3 3 0,-1-2 4 0,-2 2 3 15,2 0-2-15,-3 0 8 0,1-1 5 16,-2 1 6-16,-1 2 11 0,0 2-2 0,-1-3 9 15,2 4-3-15,-2-1-3 0,1-2 1 0,-2 4-10 16,1 4-3-16,0-8-4 0,0 8-1 0,0 0-10 0,-2-4 3 16,2 4-8-16,0 0 1 0,0 0-2 0,0 0 4 15,2 14 0-15,-1-9-3 0,-1 2-1 0,4-2-6 16,-4 4 3-16,2-1-3 0,0-1 4 0,1 0-10 16,2 3 1-16,-1-3 0 0,3 0-1 0,0 2 0 15,-3-2 1-15,3-3-3 0,-2 0-2 0,2-1-5 16,4 2-5-16,1-1 5 0,-1-2-18 0,0-2-2 15,3-2 2-15,-3 1 4 0,2-2-5 0,-1-2-9 16,2 0-6-16,2-4-4 0,2 1-6 0,-2-4-25 16,-1 1 6-16,0 0-9 0,0-2 2 0,-3-1 10 15,2-3 6-15,-3 2 6 0,-3-3 9 0,2-2 3 16,-2-4 4-16,-2 3 9 0,0-5 3 0,-6-1 1 16,1-1 8-16,2 7 8 0,-6 2 8 0,2-2 19 15,-3 3 13-15,1-2 14 0,-4 4 4 0,2 3 9 16,2 0-3-16,-2 4-2 0,1-2-5 0,-2 6-4 15,1-2-4-15,-2 3-4 0,3 3 0 0,-4 0-4 16,8 1-2-16,-14 5-1 0,9 0-2 0,-2 4 1 16,0 4 1-16,3-1-2 0,1 0 6 0,-1 7 14 15,0 1 0-15,8-1-4 0,-4 1-3 0,1 1 1 16,2 4 3-16,3 2-6 0,-1-6 4 0,5 4-6 16,-1-5-3-16,-1 5 0 0,2-5 0 0,-2 0-1 15,6 3-4-15,-3-7-1 0,-1 4-11 0,1 0-23 16,3-2-34-16,-1-2-29 0,-3-3-44 0,1-2-41 15,-3-3-51-15,2 0-205 0,-5-3-462 0,-1-1 204 16</inkml:trace>
  <inkml:trace contextRef="#ctx0" brushRef="#br0" timeOffset="60002.14">12113 5638 253 0,'-4'-7'328'16,"1"2"-3"-16,0 1-5 0,-1-2-3 0,3 0-16 15,-2 1-14-15,3 1-32 0,3-2-23 0,-2 3-21 16,5-1-30-16,-1 0-6 0,2 1-29 0,5 0-12 16,-2 0-12-16,4 3-18 0,4-1-23 0,-3 1-26 15,0 1-34-15,-1 0-32 0,-2 2-35 0,0 0-51 16,3-2-61-16,-2 0-64 0,-1 2-71 0,-6-2-211 16,0-1-545-16,-2 1 241 0</inkml:trace>
  <inkml:trace contextRef="#ctx0" brushRef="#br0" timeOffset="60502.09">10603 5494 249 0,'-7'0'341'0,"7"0"-28"16,-14 0-27-16,8-1-20 0,6 1-21 0,-11 1-28 16,11-1-23-16,0 0-19 0,-7 2-15 0,7-2-14 15,0 0-16-15,0 0-9 0,0 4-17 0,0-4-5 0,0 0-12 16,4 7-8-16,-4-7-8 0,4 3-3 15,-1-2-12-15,-3-1-3 0,4 3-2 0,-4-3-7 16,0 0-3-16,8 2 0 0,-8-2-4 0,0 0 5 0,0 0-4 16,0 0-3-16,0 0-5 0,0 0 0 0,0 0-16 15,0 0-19-15,-19-9-18 0,14 6-20 0,-1 0-31 16,1 0-31-16,-2 2-45 0,2 0-62 0,5 1-55 16,-11-4-231-16,8 3-539 0,3 1 239 0</inkml:trace>
  <inkml:trace contextRef="#ctx0" brushRef="#br0" timeOffset="61470.75">13008 5576 108 0,'-11'5'276'0,"-2"-2"-26"0,1 2-19 0,3 0-21 16,-1 2-19-16,-2-1-21 0,5 0-17 15,0 1-19-15,5 1-10 0,-5-1-7 0,7 2-10 0,5-1-10 16,-1 1-9-16,5-1-7 0,3-2-7 0,0 3-9 15,6-3-5-15,2-1-4 0,3 2-7 0,-2-3-4 16,-1-3-6-16,2-1-1 0,-10 1-5 0,3-2-2 16,-4 1-1-16,4-2-5 0,-6-3 1 0,0-1-3 15,-7 0-1-15,3-2-3 0,-3 0 0 0,-2 0-3 16,-4-3-1-16,1 0 5 0,-1 0 7 0,-5 0 5 16,-2 2 5-16,4-1-7 0,-2 1 3 0,0 1-5 15,-4-1-2-15,2 2-5 0,1 0 1 0,2 2-2 16,1 2-5-16,3-2 0 0,0 4-1 0,0-1-3 15,4 2-1-15,0 0-3 0,0 0 2 0,18-3-1 16,-6 3 2-16,2 0-4 0,9 0-1 0,7-1-4 16,1 1 2-16,2-3-5 0,-1 0 5 0,0 1-5 15,-4-3 4-15,1 1-10 0,-5-3 1 0,-3 1-2 16,6-4-2-16,-7 1-7 0,-2-1-7 0,1-4-7 0,-4-2-3 16,3 1 2-16,-6-1 2 0,-1-1 4 15,-3 0 3-15,-5 7 4 0,-2-3 5 0,-2 1-1 16,-2 1 13-16,0 1 0 0,-4 2 13 0,2 0 1 0,-6 2 5 15,3 1 1-15,-3 1 0 0,-1 2-1 0,-1 4-1 16,0 1 2-16,2 3 3 0,4 1-1 0,-5 6 0 16,1 4 10-16,0 0 5 0,7 2 19 0,-4 7-6 15,5 0 5-15,2 3 8 0,2-1-2 0,5 3 1 16,2 0-3-16,-1-1 1 0,2 0-6 0,0 1 0 16,5 1-1-16,0-1 5 0,5 3 5 0,0-2 5 15,-4 1 3-15,5-1-15 0,0-2-10 0,0 4-1 16,-3-6-11-16,1 2 6 0,-2-5-3 0,2 0-2 15,-6-8-9-15,-2 0-14 0,2-3-22 0,-4-4-30 16,-2-1-28-16,-4-2-19 0,1-1-31 0,1-1-21 16,-2-1-43-16,-2-4-51 0,0 0-52 0,0 0-265 15,0 0-597-15,-13-13 264 0</inkml:trace>
  <inkml:trace contextRef="#ctx0" brushRef="#br0" timeOffset="61689.48">13417 5725 295 0,'0'0'296'0,"0"0"-5"0,0 0-5 15,0 0-7-15,0 0 0 0,0 0-1 0,0 0-6 0,8-5-6 16,-8 5-12-16,9-1-26 0,-9 1-26 0,10 0-16 16,-2 0-18-16,-1 0-19 0,0-1-16 0,0 1-13 15,4-2-10-15,-3-1-13 0,4 3-19 0,0 0-33 16,-2-2-32-16,5 2-50 0,-3 0-44 0,-1 0-67 15,4 1-77-15,-4-1-77 0,1 0-287 0,-1-1-638 16,-3 1 283-16</inkml:trace>
  <inkml:trace contextRef="#ctx0" brushRef="#br0" timeOffset="64267.11">14252 5660 13 0,'0'0'267'0,"-4"-4"-21"0,4 4-19 15,0 0-22-15,0 0-14 0,0 0-23 0,0 0-20 16,0 0-12-16,0 0-15 0,0 0-10 0,0 0-9 0,0 0-11 16,0 0-9-16,14 0-8 0,-1 2-6 0,1-4-6 15,3-1-6-15,1 2-3 0,1-2-9 16,1 0-3-16,1-1-5 0,-2 0-3 0,-1-1-4 0,2-2-2 15,-3 1 0-15,-4-1-2 0,0 0-5 0,-1 0 1 16,-3-3-1-16,1 2-4 0,-5-2 2 0,1 0 4 16,-5-1 6-16,0 2 17 0,-2-3 7 0,-3 2 5 15,0 1 13-15,-4-1-1 0,-2 2 5 0,-2 2-6 16,1 0 1-16,-3 0-6 0,-2 2-1 0,1 3-3 16,-1 0-7-16,2 1-4 0,-2 2-7 0,2 2-7 15,-1 0 3-15,4 1-9 0,-2 3 1 0,2-1-6 16,1 2-3-16,3 1 1 0,0 1 0 0,1 3-5 15,3-3 5-15,2 2-3 0,2 0-2 0,3 3-3 16,5 1 4-16,1-3-4 0,4 2 4 0,4-2-3 16,6 1 14-16,1 2-14 0,3-3-5 0,2-6 4 15,2 3-10-15,3-4-11 0,0 2-3 0,3-3-17 16,-1-3-9-16,1-2-15 0,-2-1-9 0,0-1-13 0,-2-2-10 16,-4 1-1-16,1-5 3 0,-9 1 9 0,0-2 8 15,0-2 5-15,-3 3 7 0,0-7 4 16,-3 3 8-16,-4-2 4 0,-1 0 5 0,-7 1 3 15,2 0 13-15,-5-1 17 0,-1 0 21 0,-1 2 10 0,-1-1 16 16,-2 1 5-16,-1 2 14 0,-2-2 0 0,0 4 8 16,-1-1-19-16,0 4-12 0,0 2 5 0,-2-2-14 15,-2 3-2-15,1 1-4 0,1 1-5 0,-2 0 4 16,6 3-7-16,-7 1-1 0,1 2-1 0,3 0-5 16,0 1-3-16,-3 3 2 0,7-2-2 0,1 3 10 15,-5-2-8-15,5 2-3 0,3-1 2 0,-3-2-1 16,3 3-5-16,1-4-3 0,1 3 2 0,-1-1-2 15,4-2-5-15,-3-2 5 0,3-1-4 0,3 0-2 16,-1 2-5-16,-1-5 6 0,5 1-4 0,-5-2-5 16,6-1-4-16,2-1 2 0,-3 0 2 0,2-3-1 15,0-3 0-15,-2 2-1 0,4 0 3 0,-3-4 2 16,-2 1 7-16,-1 0-5 0,3-3 5 0,-5 1 7 16,3 0 9-16,-2-2 10 0,-2 3 17 0,1-1 26 0,-5 1 23 15,3 2 17-15,-4-1 3 0,2 1 4 16,0 1 2-16,-2 2-7 0,0-2-9 0,0 3-10 15,0 3-13-15,2-5-10 0,-2 5-11 0,-2-7-10 16,2 7-7-16,0 0-3 0,0 0-4 0,0 0-2 0,0 0-14 16,-4 16-15-16,4-10-14 0,0 0-19 0,0-1-18 15,4 2-18-15,-2 1-25 0,2-2-22 16,0 2-21-16,2 0-32 0,3 0-40 0,-1 1-50 0,8-3-44 16,2 0-59-16,-3 0-215 0,4-3-622 0,4 1 275 15</inkml:trace>
  <inkml:trace contextRef="#ctx0" brushRef="#br0" timeOffset="64548.33">15392 5546 143 0,'-7'-4'279'16,"-4"-3"7"-16,2 4 5 0,-1-1 5 0,-2 3-7 16,1-1-1-16,-1 0 0 0,1 2-19 0,0 0-10 15,-1 1-19-15,1 2-18 0,0-2-19 0,-1 3-19 16,1 2-16-16,4-2-12 0,-3 1-15 0,0 3-18 15,3-2-13-15,1 1-6 0,1 3-12 0,1-1-7 16,0-1-5-16,0 2-11 0,1-3-2 0,2 3-8 0,2-1-4 16,2 2-4-16,1-5-4 0,0 4-3 0,4-4-9 15,0 2-8-15,2-2-18 0,3 1-14 16,1-3-19-16,5 0-28 0,2 0-27 0,-1-4-34 16,2 3-22-16,-3-3-19 0,3-3-19 0,-1-2-15 0,1 1-13 15,0-2-9-15,-2-4-13 0,-2-1-6 0,1-1-9 16,-2-1-1-16,1-6-7 0,-3 3-5 0,-2-3-133 15,-2-6-415-15,-2-2 185 0</inkml:trace>
  <inkml:trace contextRef="#ctx0" brushRef="#br0" timeOffset="64907.67">15582 5442 792 0,'-1'-20'-25'0,"-2"1"38"16,-2-1 38-16,-2 4 32 0,2-2 30 0,1 1 37 15,0 5 17-15,-1 1 12 0,0 0 16 0,1 3 18 16,0 2 5-16,1 0 10 0,2 1-3 0,-2 0-11 16,0 1-18-16,2 0-18 0,-2 2-25 0,3 2-11 15,-3-5-16-15,3 5-26 0,0 0-6 0,0 0-14 16,0 0-7-16,0 0-1 0,3 18-13 0,0-9-4 15,-2 3-7-15,5 1-8 0,-5 1-2 0,6 3 0 16,-2 2-4-16,1 3-1 0,2 4-6 0,-1-1 0 16,1 0-2-16,0 2-5 0,-1-3-6 0,0-3-6 0,2-3-7 15,-3 3-15-15,2-3 4 0,-3 0-6 16,0-6-3-16,1 0 2 0,0 0 2 0,-1-2-6 16,-1-3 7-16,0 0-6 0,-2 0 3 0,2-3 5 0,2-1 0 15,-3-2 4-15,-3-1 8 0,11-1-8 0,-7-3 9 16,0 1 3-16,3-3 21 0,1-2-3 0,-2-1 13 15,2 1-8-15,-3-2 25 0,5 1 12 16,-5-1 7-16,3 2 13 0,-2-2 7 0,-1 2-3 0,2-2 0 16,-3 4 0-16,0 1-4 0,0 1-7 0,0-1-7 15,1 1-8-15,-2 2-11 0,-3 2-2 0,4-4-13 16,-4 4-1-16,11 4-9 0,-4-2-12 0,0 1-27 16,-3 3-20-16,4-1-29 0,2 2-27 0,1 1-35 15,-3 2-27-15,0-2-30 0,0 3-36 0,4-1-25 16,-1 3-57-16,4-3-62 0,0-1-267 0,3 0-680 15,-7-4 301-15</inkml:trace>
  <inkml:trace contextRef="#ctx0" brushRef="#br0" timeOffset="65438.87">16336 5636 221 0,'5'-6'266'0,"-5"6"-16"16,4-5-13-16,-2 2-22 0,3 0-24 0,-2-1-14 15,0 0-21-15,1-1-12 0,4 0-16 0,0-1-13 16,0 0-13-16,1 1-7 0,1 0-12 0,3-1-8 16,-4 1-7-16,3-2-6 0,1 2-9 0,-3-3-4 0,4 3-3 15,-3-5-5-15,1 5-5 0,-1-4-5 16,-3 1 2-16,2-1-4 0,-3 1-4 0,-1 0 0 16,1 0 4-16,-4-1 12 0,1 2 10 0,-3-2 1 15,-1 2 3-15,-1 0-3 0,-3 0-2 0,-1 1-5 0,0 1-6 16,-1-1-3-16,-3 1-1 0,-1 1-3 0,-1 2-4 15,0-1 2-15,-3 2-7 0,3 4 4 16,-2-1 0-16,-1 1-2 0,1 2-6 0,2 1 2 0,1 2-3 16,-1 0-1-16,3 2-2 0,-2-2-1 0,4 4-1 15,-1 1 1-15,4-2-3 0,3 1 5 0,2 2-3 16,4-1 1-16,2 2 0 0,3-1-4 0,4 2 2 16,3-3 3-16,1-2-6 0,11 2-7 0,-2-3-14 15,1-1-21-15,0-2-25 0,0-1-33 0,1-4-33 16,-8 2-33-16,8-4-21 0,-7 0-36 0,3-2 5 15,-4-2-7-15,1 0-1 0,-3-1-3 0,1 0-138 16,-1-3-389-16,2 0 172 0</inkml:trace>
  <inkml:trace contextRef="#ctx0" brushRef="#br0" timeOffset="65636.73">16918 5550 808 0,'8'-10'-59'15,"-2"-2"37"-15,-2-2 29 0,-1 1 33 0,-1 0 32 16,0 1 33-16,-1 3 22 0,-2-2 17 0,1 1 8 16,-2 1-5-16,2 1-1 0,-2 3-5 0,0 0-15 15,2 0-12-15,-1 1-12 0,-3 2-9 0,4 2-14 16,0 0-8-16,-14 1-4 0,9 1-10 0,-1 2-5 0,-1 0-7 15,3 3-4-15,-4 0 1 0,3 2-6 16,-3 2-5-16,2 0-1 0,2 1-4 0,-4 0-2 16,3 1 0-16,-1 2-3 0,2-2 1 0,-2 5-2 0,5-6-5 15,-2-1-6-15,-2 0-16 0,5-1-25 0,-5 0-29 0,3-2-33 0,-1-1-38 16,2-1-39-16,1-2-25 0,0 0-181 0,-4-1-409 16,4-3 180-16</inkml:trace>
  <inkml:trace contextRef="#ctx0" brushRef="#br0" timeOffset="65839.84">16799 5533 115 0,'-2'-5'238'0,"4"0"9"0,1-2 0 0,-3 3-1 16,0-1-3-16,3 2-3 0,-2 0-12 0,-1 3-11 15,3-7-37-15,-3 7-18 0,4-2-18 0,-4 2-16 16,0 0-7-16,0 0-13 0,10 8-16 0,-6-2-4 16,1-3-7-16,2 4-14 0,4 1 6 0,-4 0-17 15,5 2-2-15,-1 3-6 0,5-2-2 0,-2 2-3 16,-2-1-17-16,3-2-18 0,0-1-18 0,4 1-27 15,0-2-30-15,0-1-25 0,4 1-15 0,-2-2-40 16,2-1-37-16,7 1-24 0,-7-4-21 0,7 0-12 16,-8-1-130-16,-1-2-402 0,-2-2 179 0</inkml:trace>
  <inkml:trace contextRef="#ctx0" brushRef="#br0" timeOffset="66714.91">17331 5502 22 0,'-4'-9'224'0,"-5"2"2"16,2-3 5-16,0 4 0 0,-2-1 0 15,-2 0-4-15,1 2-3 0,1-1-10 0,-6 0-4 16,5 2-4-16,-2 1-11 0,0-1-13 0,2 3-13 16,-3 1-13-16,2-1-17 0,-4 1 1 0,6 1-22 0,-4 0-28 15,1 3 3-15,5-2-18 0,-4 5-4 0,6-2-8 16,-5 0 0-16,5 2-3 0,-3 2-9 16,4-1 0-16,2 0-11 0,-1 2-5 0,1-1 5 0,4 1-12 15,-2 1-8-15,5-5-16 0,-1 5-7 0,4-3-1 16,-1 1-9-16,2-2-13 0,1-1-5 0,-1 0-19 15,5 0-10-15,-5-2-17 0,5-1-9 0,1-1-8 16,-1-1-2-16,-1-1 0 0,1-1 7 0,-1-2 7 16,-2-2 8-16,3 1 7 0,-1-1 5 0,-3-4 7 15,-2 1 9-15,2-2 5 0,-4 3 9 0,1-4 9 16,-4 1 17-16,1 0 17 0,0-1 17 0,-3 4 8 16,-1-3 11-16,0 0 7 0,0 4 6 0,0-2 3 15,-1 2-1-15,-3 0-5 0,3 0 1 0,-2 1-9 16,0 0-5-16,1 2-3 0,0 0-8 0,-2 1-4 15,4 2-4-15,0 0 4 0,0 0-10 0,0 0-7 16,0 0 5-16,-11 6 5 0,11-2-11 0,-1 0-5 16,1 2-7-16,0 0 0 0,1 0-7 0,0 1 0 0,2 1-3 15,4-2-3-15,-3 2-8 0,6-1-8 0,-1 2-9 16,-1-1-3-16,2-3-9 0,3 1-13 16,1 1-1-16,0-4-3 0,-5-1-2 0,4 1 4 15,0-2-2-15,-1-1 5 0,-2 0 3 0,2-3 9 0,-2 1 4 16,0-1 4-16,1-3 5 0,-4 1 7 0,1 0 7 15,0-4 3-15,-1 1 15 0,-3-1 14 0,0 2 9 16,-1-1 13-16,1-3 14 0,-1 1 20 0,2 1 7 16,-5 2 3-16,0-1 3 0,2 1-1 0,-2 1 2 15,-2 0-3-15,4 0 1 0,-2 3-12 0,-2-4-8 16,2 7-12-16,0-3-7 0,0 3-4 0,0 0 0 16,0 0-5-16,0 0-8 0,0 0 0 0,0 0-3 15,0 0-3-15,-5 16 0 0,5-11-3 0,3 2-3 16,-1-1-2-16,1 1 2 0,-2-1-5 0,1 0 1 15,2 1-2-15,-3-2 2 0,6-2-1 0,-5 2-4 16,3 1 8-16,0-3-9 0,-1-1-2 0,3 0 4 16,-3 0-2-16,3-1 1 0,-1 0 5 0,-6-1-6 15,10-2 4-15,-4 0-2 0,-1 1 0 0,-2-1 0 0,1-1 1 16,3 0-1-16,-5-1 0 0,3 2 2 16,-3-1-3-16,-2 3 1 0,5-4 3 0,-4 1 2 15,-1 3-9-15,0 0-2 0,3-2-7 0,-3 2-1 0,0 0 2 16,0 0 3-16,0 0-2 0,0 0-3 0,1 9 1 15,-1-5 0-15,3 2 3 0,-2-1-4 0,2-2 7 16,1 1-3-16,-3 2 6 0,2-1-8 0,1-3-2 16,-1 2 4-16,-2 0 2 0,3 0-3 0,0-3 7 15,0 2-4-15,2-1 4 0,-6-2 0 0,6 1-2 16,-6-1 6-16,10-3-4 0,-4 1 5 0,-4-2-5 16,5 0 1-16,-2 2 3 0,-2-2 3 0,1-1-4 15,2 0 6-15,-1 0-1 0,-1 0-3 0,0 1-2 16,2 0 3-16,-5 0 3 0,3 0-2 0,-4 4-1 15,4-5-5-15,-4 3-4 0,0 2-16 0,0 0-12 16,7-1-20-16,-7 1-25 0,0 0-28 0,0 0-33 16,8 6-23-16,-4-4-41 0,-1 3-35 0,4 0-188 15,-4-2-462-15,-1 1 204 0</inkml:trace>
  <inkml:trace contextRef="#ctx0" brushRef="#br0" timeOffset="67792.92">17984 5424 98 0,'0'0'216'0,"-9"10"-10"16,7-3-5-16,1 1-10 0,1-1-12 0,-1 5 8 16,1 0-12-16,-3 4-13 0,2 0-15 0,2 2-6 15,-1 0 2-15,3 2-13 0,-2-1-12 0,0 0-9 16,2 0-9-16,1-1-10 0,-2 1-8 0,0 3-10 15,1-4-8-15,-1 1-3 0,3-2-8 0,-5-3-2 16,1-1-3-16,2 0-4 0,2-1-8 0,-5-1-9 16,2-1-19-16,-1-2-15 0,-1-3-8 0,3 1-13 15,-2-1-12-15,-1-1-19 0,4-1-12 0,-4-3-8 16,0 0-9-16,13-3-9 0,-13 3-7 0,6-7-1 16,-2 4-4-16,2-2 3 0,-1-3-5 0,0 0-2 15,3-2 7-15,-3-2 4 0,-1 1 3 0,2-3 9 16,-4-1 12-16,1-3 11 0,1 1 17 0,-4 0 25 15,0-2 23-15,-4 3 18 0,3-3 30 0,-3 1 26 0,-1-2 22 16,1 2 14-16,-4-1 16 0,0 1 19 16,3-1 21-16,-4 0 3 0,0 1 12 0,2 0-17 15,0 0-1-15,-2 1 8 0,-1 2-18 0,2-2 2 0,1 1-12 16,0 4 0-16,5 1-4 0,-5-1-10 0,4 3-11 16,2 0-1-16,-2 3-25 0,3-1-3 0,0 2-16 15,3 0-19-15,-2 1-17 0,4 3-2 0,1 0-10 16,-6 1-8-16,21 2-9 0,-11 2-3 0,1 0-3 15,2 1-4-15,-3 0 4 0,1 4-8 0,2 1-7 16,-4-3-1-16,2 4-4 0,-1-1 0 0,-2 0-7 16,-3 1 3-16,2 1-4 0,-3-1 0 0,0 2 2 15,-1 0-7-15,-3-1-4 0,0 0-2 0,-3 0-9 16,3-1 0-16,-4 1-2 0,1-2-3 0,-4 1 4 16,3-4 0-16,-1 3 5 0,-2-5-4 0,-1 1 0 15,3-2-2-15,-4 0-2 0,4-1 1 0,-2-1 1 16,3-2-3-16,4 0 0 0,-12 0-6 0,12 0 1 15,-6-3 3-15,1 0-7 0,4-2 2 0,-1-3 1 0,0 3-5 16,2-4 5-16,4 1 0 0,-3-2-3 16,4 1-1-16,-1-3 0 0,3 0 7 0,0-2 3 15,1-2 6-15,0-1 1 0,2 3 3 0,-2-3 8 16,1 0 7-16,-2-2 2 0,3 0 8 0,-6 2 6 0,4-1 9 16,0-1 13-16,-4 1 8 0,3 0 10 0,-5-1 14 15,0-1 15-15,0 1 10 0,1 0-2 0,-2 4 19 16,-1-1 15-16,0 0 4 0,1 5 0 0,-1-2 7 15,0 3-5-15,-1 0 5 0,1 3 0 0,0 1-12 16,0 1-14-16,-1 2-9 0,1 3-15 0,1-7-22 16,-1 7-4-16,0 0-2 0,0 0 0 0,5 12 6 15,-2-1-11-15,0 2-7 0,1 4 0 0,0 0-9 16,1 5 4-16,1 7-1 0,0-4-2 0,1 6-1 16,-1-2 2-16,3 0-1 0,-1 1-5 0,-2-2 1 15,-1 1 2-15,2-3-4 0,-3-4-6 0,0-3 11 16,2 0-10-16,0 1-3 0,0-4-2 0,-5-1-5 15,2-5-10-15,3 1 5 0,-1-3-3 0,-3 0 1 16,3-2 2-16,1-3 0 0,1 0-10 0,0-1-13 16,1-1-3-16,0-4-7 0,2 0-5 0,3-1-8 15,-2 0 6-15,-1-5 0 0,3 3 2 0,3-7 0 16,-2 3 7-16,0-5 5 0,1-1 1 0,-3 1 7 0,1 2 1 16,-3-6 3-16,-1 2 3 0,0-1 7 0,-2-1 8 15,-3 2 16-15,-1 6 16 0,-2-4 4 0,2 1 0 16,-5 0 7-16,4 4 2 0,-4-1-2 15,0 4-2-15,-4-2-1 0,2 2-4 0,-1 3-3 0,-2 0-9 16,0 0 5-16,-1 1 0 0,1 3-9 0,7 0 4 16,-15 4-5-16,7 0 0 0,-1 1-1 0,3 0 0 15,-1 1 2-15,3 1-3 0,-1 2-1 0,2 1 2 16,-2 0-5-16,5 2-6 0,0 2 8 0,1-4-19 16,4 3-17-16,1 1-15 0,1-1-26 0,2 0-33 15,3-3-41-15,-1 3-26 0,5-4-35 0,-2-1-33 16,1-1-208-16,0-1-484 0,-4 0 214 0</inkml:trace>
  <inkml:trace contextRef="#ctx0" brushRef="#br0" timeOffset="68044.42">18662 5452 30 0,'0'0'248'16,"4"-3"11"-16,-4 3 2 0,0 0 7 0,4-3-3 16,-4 3 4-16,0 0-8 0,0 0-12 0,0 0-19 0,0 0-21 15,0 0-19-15,3-2-19 0,-3 2-31 0,0 0-6 16,0 0-16-16,0 0-11 0,0 0-8 15,0 0-6-15,1 12-14 0,1-6-10 0,1-1 0 16,0 1-13-16,1-1-1 0,0 1-6 0,-2-1-4 0,0 3-3 16,1-3-4-16,1 2-4 0,0-1-6 0,2 1 6 15,-5-1-18-15,3-4-16 0,-4 6-7 16,4-3-5-16,-4-1-17 0,0 0-6 0,-1 2-12 0,-6-2-11 16,3 0-19-16,-3-1-25 0,-2 0-27 0,-1 0-43 15,-5-2-60-15,2 0-65 0,-8-1-206 0,-2 0-546 16,3-2 242-16</inkml:trace>
  <inkml:trace contextRef="#ctx0" brushRef="#br0" timeOffset="70679.92">19319 5017 276 0,'0'-9'419'0,"0"-1"-5"16,1 0-27-16,-1 3-3 0,2 1-13 0,-2 0-17 15,0 3-25-15,0 3-31 0,0-8-32 16,0 4-34-16,0 4-29 0,0 0-22 0,0 0-12 0,0 0-17 16,0 0-13-16,5 16-17 0,-4-4-9 0,2 6-12 15,0 3-11 1,2 5-8-16,1 0-10 0,-4 1-5 16,5 3-8-16,-2-1-1 0,-2 2-5 0,1-1-7 0,2-1-24 15,-1-3-36-15,-2 1-28 0,6-1-28 0,-6-7-24 0,3 2-34 0,-1-2-19 16,3 0-17-16,-2-3-31 0,2 0-52 15,-7-4-54-15,7-2-54 0,-4-1-262 0,-1-3-669 0,1 0 295 16</inkml:trace>
  <inkml:trace contextRef="#ctx0" brushRef="#br0" timeOffset="71133.16">19181 5298 177 0,'0'0'250'16,"-8"-2"-7"-16,8 2-17 0,-6-1-17 0,6 1-16 16,0 0-10-16,0 0-17 0,0 0-20 0,0 0-11 15,0 0-13-15,20-2-10 0,-8 1-11 0,4 1-11 16,7 0-8-16,-3-1-6 0,3 1-12 0,-2 1-7 16,1-1-6-16,-1 0-4 0,-1 1-4 0,-1 1-4 15,0-2-6-15,-5 1-6 0,-1 1 3 0,-2 2-9 0,1-2 1 16,-5 1-4-16,6 0 1 0,-8 1-7 15,0 1-2-15,3 2 2 0,-1 0-2 0,-3-1-4 16,-1 5-1-16,4 1 1 0,-6-4 1 0,7 5-2 0,-6 0-1 16,2 0-1-16,0-1 0 0,0 0 6 0,0 1-3 15,1-1 0-15,6 1 0 0,-1 0 1 0,-1-1-1 16,2-2 0-16,0-2 1 0,1 1 0 16,2-4-2-16,-2 1 4 0,9 0-1 0,-4-4-2 0,-3 1 5 15,2-3-8-15,-5 0 3 0,0-3 25 0,1-1 14 16,-1-2 9-16,0 2 7 0,-3-5 2 0,-1-1 6 15,-3 1-1-15,0-4-6 0,-4 0 0 0,2-4-4 16,-4-1 11-16,-2 2-26 0,-1-2-2 0,-2 0-7 16,-1 1 0-16,1 4 3 0,-3 0-12 0,-2-2-15 15,-3 5-25-15,1-1-25 0,-2 0-31 0,0 5-33 16,1 2-48-16,1 1-56 0,-1-1-77 0,0 3-243 16,-1 2-571-16,5 1 253 0</inkml:trace>
  <inkml:trace contextRef="#ctx0" brushRef="#br0" timeOffset="71789.28">20537 5338 97 0,'3'-12'326'15,"-3"1"-20"-15,0 0-5 0,0-2-16 0,-3 2-21 0,2 2-22 16,-6-2-24-16,1 2-16 0,0 1-21 0,-5 1-9 16,3 1-31-16,-3-1-14 0,-1 4-8 15,-3 2-12-15,4 1-13 0,-8 3-9 0,1 2-8 16,1 3-10-16,0 1-4 0,-2 2-7 0,5 2-5 0,0 4-13 15,1-2 0-15,4-1-1 0,-2 4-7 0,4-1-1 16,6 1-2-16,-2-2-3 0,3 1-3 0,3-4 7 16,2 0 1-16,1-4-11 0,2 3-5 0,4-1 1 15,3 0-5-15,1-2 1 0,-2-4-3 0,5 0-5 16,1-1 0-16,2-3-1 0,-3-1 0 0,3-1-2 16,-3-3 5-16,-5 0-2 0,2-2 4 0,3-1-12 15,-7-2 12-15,0 0-1 0,1 0 4 0,-6-2 3 16,6-3 7-16,-9 4 10 0,6-6 32 0,-9 5 31 15,3-2 28-15,-1 4 9 0,0-2 16 0,-1 3-6 16,0 1 0-16,-2 1-11 0,-2 0-12 0,4 0-15 16,-2 3-12-16,2-1-11 0,-2 4-18 0,0 0-11 15,-1-5-9-15,1 5-14 0,0 0-21 0,0 0-8 0,0 12-18 16,-1-5-15-16,2 1-17 0,2 2-25 0,-2 0-38 16,5 3-17-16,0 4-25 0,5-3-31 15,-1 0-47-15,2-1-53 0,3-1-50 0,0 0-41 16,5-1-209-16,-2-3-637 0,4 1 282 0</inkml:trace>
  <inkml:trace contextRef="#ctx0" brushRef="#br0" timeOffset="73134.42">21462 5269 304 0,'-3'-6'315'16,"2"-1"-1"-16,-2 1-13 0,-1-1-14 0,-2-1-11 15,2-1-13-15,-3 0-17 0,0 0-15 0,-4 0-15 16,4 1-19-16,-5 2-16 0,0-2-21 0,0 3-13 16,0 0-10-16,-5 1-16 0,3 1-11 0,-2 2-10 15,2 2-15-15,-5 5-8 0,0-1-15 0,4 1 0 16,-4 4-10-16,6 2-3 0,-3-2-5 0,2 4-8 15,0-1-2-15,5 2 1 0,-1 1-15 0,3-1 3 0,1 3 10 16,3-3-7-16,3 3 5 0,1-1-9 16,2 1-9-16,5-3-6 0,-1 0 5 0,4 0-4 15,4-1-7-15,-2-3 1 0,6 0-3 0,-1-3-9 0,2 2-12 16,5-4-7-16,3-1-7 0,-7-1-3 0,1-3-2 16,1-1-10-16,0 0-5 0,-3-2-4 0,2-4-12 15,1-1 6-15,-5 1-3 0,2-4-5 0,-6-1 4 16,5-2 3-16,-4-1 4 0,-2-3 2 0,5-5 2 15,-10 4 3-15,2-1 4 0,2-5 8 0,-7-1 8 16,1-1 1-16,-3 4 4 0,-1-5 2 0,0 0 8 16,-5 7 6-16,2-9 19 0,-2 9 7 0,0 0 16 15,-1-1 10-15,0 2 16 0,-3 0-13 0,3 3 5 16,-1 2 4-16,-1 1-8 0,2 0 2 0,-1 3 1 16,-2 1 5-16,0 1-14 0,6 3-3 0,-3 0-13 15,-2 0 9-15,2 3-16 0,0-1-2 0,4 3-3 16,-8-1 2-16,8 1-12 0,-7 6 11 0,3 1-2 15,3-1-7-15,-3 7 2 0,2 5 3 0,-2 1 0 0,4-2 1 16,0 3-3-16,4 1-3 0,-2 6 4 0,3-7-2 16,-1 6 3-16,3-6-4 0,4 7 2 15,-6-6 2-15,5-2-4 0,-2 0 0 0,1-1-3 0,2 0-2 16,0-3-2-16,3 0-1 0,-6-4-6 0,3-1-3 16,0-1-8-16,1 0-1 0,-1-3-8 0,3 2-7 15,-1-4-3-15,-1 0 1 0,1-4 13 0,0 0 0 16,-1 0 5-16,2-1 2 0,-2-2 0 0,1-5 4 15,1 3 3-15,-1 0 2 0,0-4 1 0,-2 0 3 16,-1-1 1-16,-2 0 2 0,1-2 4 0,-2 1 5 16,-1-1 3-16,-1 1 7 0,3 2 12 0,-5 0 8 15,0 1 2-15,-2-1 3 0,0 2 5 0,2 1 1 16,-3 0-2-16,3 2 1 0,-2 0-10 0,-1-1-9 16,0 5 0-16,0-5-10 0,0 5-1 0,0 0-5 15,0 0 0-15,0 0 4 0,0 0-7 0,0 0-4 16,-9 15 5-16,7-11-3 0,2 4-2 0,-1 2 0 15,2-1 0-15,-1 3 0 0,0-2-5 0,3-1 0 16,-2 2 2-16,5 0 6 0,-3-2-12 0,1 1 3 16,0 0-1-16,2 0-3 0,-1-1 6 0,0 0-4 15,3-3-1-15,-4-1 0 0,7 3-4 0,-3-5 1 16,2 1-4-16,-1-1-4 0,2 0-1 0,2 0 0 0,-3-3-1 16,1-2 1-16,0 2 2 0,3-2 1 0,-3-2 2 15,1-1 1-15,0 1 4 0,-2 0 1 0,0-2 3 16,0-1 3-16,-4 4 6 0,0-5-4 15,2 3 6-15,-5-2 3 0,1 2 12 0,-1 0 4 0,1-1 5 16,-4 2-3-16,4 0 4 0,-4-1 3 0,0 5-3 16,2-6-5-16,-2 3-2 0,0 3 0 0,0 0-9 15,2-4-5-15,-2 4-1 0,0 0-4 0,0 0 0 16,0 0-5-16,0 0-6 0,0 0 3 0,0 0-7 16,-8 11 0-16,8-4-1 0,0-2 0 0,0 1 0 15,0 1 1-15,0-2-5 0,1 1 3 0,2 1 1 16,-3-2-3-16,2 1-2 0,0-1-1 0,-2-2 5 15,4 4-1-15,0-5 1 0,-1 1 2 0,-3-3-2 16,7 1 2-16,-7-1-7 0,11 0-1 0,-6 0-3 16,-1-3 4-16,3 1 3 0,-3-4 1 0,0 1 1 15,2 0-1-15,-1-1 3 0,0-1 0 0,2-3 3 16,0 2 2-16,-1 0 5 0,1-2 2 0,-4 2 6 0,4-3 7 16,0 0 1-16,-3 1 0 0,3 0 4 15,-3 0-1-15,3-1 8 0,1 2-1 0,-2-1 8 0,0 1-1 16,0 1-2-16,-2 3-1 0,-2-3-3 0,3 1-3 15,0 3-2-15,-1-4-5 0,3 4-1 0,-3 0-3 16,1 2 0-16,-1 1 1 0,3 0-2 0,-7 1-3 16,15 1 2-16,-11 1-3 0,3 2-4 0,1 0-1 15,1 1 3-15,1 1-1 0,0 1-4 0,-5-1 3 16,3-1-1-16,-1 3-2 0,-3 2 0 0,5-1 1 16,-5 0-1-16,1 0-2 0,0 0 3 0,-1 1-3 15,2-1-3-15,-6-1 2 0,0 1 1 0,1 0-1 16,-2-2-1-16,-2 0-3 0,3 0 7 0,0-1-5 15,-3 0 2-15,1 1 3 0,-2-2-1 0,0-2 5 16,0 1-6-16,-3-1 3 0,1 2-1 0,2-4-3 16,0-1 3-16,-4 2-1 0,1-2-4 0,-2 0-18 15,9 0-20-15,-15-2-23 0,9 1-29 0,2 0-29 16,-3-3-37-16,7 4-35 0,-6-7-48 0,4 5-36 0,-2-1-156 16,4-2-473-16,0 5 210 0</inkml:trace>
  <inkml:trace contextRef="#ctx0" brushRef="#br0" timeOffset="74087.46">22576 4821 140 0,'-1'-6'378'0,"1"-2"-1"0,0-2 4 16,-2 2-22-16,1 0 3 0,1 1-17 0,-3-1-24 15,2 0-27-15,-2 2-22 0,0 1-27 0,2 0-26 16,-3 1-23-16,2-1-23 0,-1 2-25 0,3 3-17 16,0 0-15-16,0 0-14 0,-14 5-12 0,10 0-10 15,0 5-16-15,0 1-4 0,0 2-9 0,1 5-3 16,2 1-7-16,1 6 1 0,3 3-16 0,-3 0 5 16,5-2-7-16,3 4-1 0,-3 0 7 0,2 0-21 15,0 1-2-15,1-4 1 0,-1 0-4 0,1-2-4 0,-1-5-8 16,-1 1-9-16,3-2 0 0,1 0-17 0,-4-1-8 15,2-2-5-15,-1-4 0 0,0-2 9 16,-1 0-7-16,0-1 0 0,2-1 8 0,-1-2 3 0,0-1 2 16,0-1-4-16,0-2-4 0,4 3-4 0,-2-4-6 15,-2-1 4-15,5 0-1 0,-1-1-2 0,1-4 0 16,2 3 3-16,-3-3 4 0,-2-1 2 0,4 0 6 16,-4 0 4-16,2 0 3 0,-2-2 3 0,0 0 3 15,1-1 5-15,-4-1-1 0,2 1 8 0,-1-4-2 16,1 4 12-16,-5-2 3 0,1-1 9 0,-3 3-2 15,2-4 3-15,0 3-3 0,-3 2-2 0,-3 1 4 16,3 3-1-16,-2-4 2 0,2 3-7 0,-1-1-3 16,-2 0-4-16,3 3 1 0,-2-1-2 0,2 4-2 15,-7-5 2-15,7 5-3 0,-8 0-2 0,8 0 1 16,-10 4 1-16,6-2-1 0,-1 2 0 0,-2 3-2 16,3-2 1-16,-2 2-4 0,2 0 3 0,0-1-4 15,3 1-5-15,-2 4 5 0,0-5-4 0,2 2 2 16,-1 0-1-16,2-1-3 0,-2 1 3 0,6-2-1 0,-1 2-1 15,-1-3 1-15,5-1 4 0,-5 2 3 16,5-3-5-16,3-1 6 0,0 1-2 0,-1 0 4 16,6-3-2-16,-2 1-1 0,0-2 1 0,1 1 4 15,-2 0-2-15,3-1 3 0,0-1 1 0,-2 1 3 0,-3-1-5 16,5 2 1-16,-4-1-1 0,-3 1 3 0,4-1-3 16,-4 1 2-16,-2 0 2 0,1 1-4 15,-7-1-2-15,13 3 9 0,-6 0-8 0,-3-1 1 16,0 2-1-16,-1 0-1 0,0-2 2 0,1 4 0 0,-2-3-3 15,1 2 3-15,-3 0 1 0,2 1 3 0,-2 0-4 16,0-2 3-16,2 1 0 0,-2-2-5 0,-1 2 3 16,1-5 3-16,-3 6-4 0,3-4 9 0,0-2 1 15,0 5 21-15,0-5 5 0,-3 5 23 0,3-5 22 16,0 0 20-16,0 0 18 0,0 0 8 0,0 0 2 16,0 0-2-16,0 0 0 0,0 0-7 0,-9-11-19 15,8 8 2-15,1 3-9 0,-2-10-11 0,2 4-11 16,0 0-4-16,0 1-6 0,0-2-8 0,2 0-20 15,-1-1-22-15,2-2-33 0,1 0-55 0,1-2-67 16,-3 1-70-16,0 0-72 0,1-7-97 0,-3-1-345 16,-1 1-790-16,-1 1 349 0</inkml:trace>
  <inkml:trace contextRef="#ctx0" brushRef="#br0" timeOffset="74321.81">22522 4958 312 0,'0'0'346'0,"0"0"-25"0,0 0-31 0,0 0-25 16,0 0-27-16,13-10-23 0,-6 9-22 0,0 0-15 0,1-1-22 15,3-1-18-15,1 2-14 0,0 2-12 0,-1-1-26 16,2 1-36-16,-1-1-41 0,0 4-49 0,-5-2-48 15,2 1-61-15,-2-2-62 0,0 3-214 0,0-2-459 16,-3 0 204-16</inkml:trace>
  <inkml:trace contextRef="#ctx0" brushRef="#br0" timeOffset="75165.48">22115 5277 4 0,'0'0'355'0,"0"-5"-2"16,0 5 0-16,0 0 0 0,2-5-17 0,-2 5-13 15,2-4-13-15,-2 4-18 0,0-4-18 0,0 4-15 16,0 0-19-16,0 0-25 0,0 0-19 0,0 0-19 15,0 0-19-15,0 0-14 0,0 0-18 0,0 0-10 16,0 0-19-16,0 0-4 0,0 0-8 0,0 0-13 16,0 0-4-16,0-5-7 0,0 5-4 0,0 0-6 15,0 0-2-15,0 0-6 0,0 0-1 0,0 0 2 16,0 0 6-16,0 0-8 0,0 0-1 0,0 0-7 16,0 0-2-16,0 0-4 0,0 0-3 0,0 0-3 15,0 0-1-15,0 0-5 0,0 0-1 0,0 0-5 0,0 0-4 16,0 0-4-16,0 0 1 0,0 0-5 15,0 0-5-15,0 0 1 0,0 0-2 0,0 0 1 16,0 0 0-16,0 0-1 0,0 0 2 0,0 0 1 16,0 0 2-16,0 0-1 0,0 0 1 0,0 0-1 0,0 0-1 15,0 0 1-15,0 0-1 0,0 0-13 0,0 0-1 16,0 0-2-16,0 0 14 0,0 0-15 0,7 12-11 16,-7-12-11-16,3 5-25 0,-1-2-26 0,2 3-35 15,1-1-34-15,-3 1-54 0,5 3-79 0,-3-4-103 16,4 4-279-16,-4-3-735 0,-1 2 324 0</inkml:trace>
  <inkml:trace contextRef="#ctx0" brushRef="#br0" timeOffset="91829.82">9973 6921 42 0,'0'0'238'0,"0"-4"-17"0,0 4-4 0,3-6-18 15,-3 6-13-15,0 0-18 0,0-3-12 0,0 3-15 16,0 0-15-16,0 0-11 0,0 0-5 0,0 0-14 0,0 0-4 16,0 0-7-16,0 0-8 0,0 0-8 0,-11-2-5 15,11 2-3-15,-9 0-1 0,9 0 1 0,-14 1-3 16,3-1-3-16,3 0-2 0,-6 0-2 0,2 0-3 16,-1 0 4-16,0-2-1 0,-2 2 0 0,0-2-5 15,0 0 0-15,2 2-5 16,-2-2 2-16,4 2-5 0,-4-1-7 0,4-2 1 15,1 3-4-15,4-1-3 0,6 1-2 0,-11-2-3 16,11 2-4-16,-7 1-2 0,7-1 0 0,-7-1-4 0,7 1-3 16,0 0 1-16,-8 2-1 0,8-2-3 0,-1 4 1 15,1-4 0-15,0 0 0 0,-3 7 0 0,2-5-1 16,1-2-1-16,3 5 10 0,-2 1-11 0,-1 0-2 16,1-1 4-16,-1-1-1 0,3 2 5 0,-3 1 1 15,1 0 14-15,3-1-1 0,-4 3-1 0,3 1-2 16,1 1 3-16,-4-1-6 0,0 0 0 0,3 3-1 15,-2-1-3-15,2 2 5 0,-3-2-6 0,1 0 3 16,1 5-3-16,2 1-2 0,-1-6 4 0,-3 1-6 16,1 4-2-16,-1-3 4 0,0 1-1 0,0 3 1 15,0 0-1-15,5 0 1 0,-5-1 10 0,1 1 4 16,2-2-1-16,-3 1 4 0,2-1 8 0,-1-3 9 0,-2 2-2 16,3-3 3-16,-2 5 7 0,0-2 0 0,2 1-4 15,0 1 13-15,-3-5 9 0,4 5-13 16,-2-6-5-16,-1-2 8 0,3 3-9 0,-3 0-4 0,1-1-5 15,2-4-3-15,-2 4 3 0,2-1 10 0,1-1-1 16,-1 0 0-16,-2-1-7 0,2-1-6 0,-2-1-5 16,1 4 3-16,0-5-4 0,0 2 4 0,-1-1 5 15,2-1 5-15,0 1 2 0,-2 1-3 0,5-2-1 16,-3 0-7-16,0-3 0 0,1 3-4 0,0-1 2 16,-1-1-3-16,0-1-2 0,0 1 0 0,-3-3-3 15,5 4 0-15,0-3 0 0,-5-1-6 0,8 1 1 16,-8-1-4-16,11 1 1 0,-4-1-8 0,3 0-21 0,2-1-53 15,-1-1-45-15,4-2-50 0,4 0-27 16,0 2-42-16,3-2-51 0,-1 0-65 0,9-4-55 16,-8 3-256-16,7-4-708 0,2 1 313 0</inkml:trace>
  <inkml:trace contextRef="#ctx0" brushRef="#br0" timeOffset="92532.87">10029 7110 327 0,'0'0'363'0,"-1"-2"-14"0,1 2-8 16,0 0-20-16,-3-4-19 0,3 4-26 0,0 0-23 15,0 0-23-15,0 0-22 0,4-5-25 0,-4 5-14 0,10 0-18 16,-10 0-14-16,9 0-16 0,-1 1-17 0,-1 0-6 15,1 1-13-15,1-1 5 0,-2 1-25 16,2 0-7-16,0-1-1 0,-3 3-5 0,3-2-7 0,-3 1-4 16,2 1-7-16,-4-1-5 0,0 2-4 0,4-2-10 15,-4 1 7-15,0 2-11 0,-2-1 2 0,0 0 4 16,2 1 14-16,-2-1-19 0,-2 3-2 0,-4-1 2 16,2 0-7-16,0 3 6 0,0 1-5 0,-2-3 4 15,0 4-3-15,-4-3-1 0,1 3 6 0,0-1-2 16,0-2-1-16,0 2 5 0,0 0-1 0,1-3 1 15,-2 0 2-15,0 1-6 0,3 0-6 0,0-2 8 16,1-2-6-16,0 1 19 0,0-2-15 0,4 1 1 16,-1-1 5-16,1-4 0 0,1 7 23 0,3-4 5 0,3 0 2 15,4-1-6-15,4-2-5 0,1 2-2 16,3-1-1-16,4-1-5 0,-4 0-12 0,5 0-23 16,-3-1-26-16,1 1-36 0,-2-2-32 0,-5 1-43 0,-1 1-36 15,1-1-47-15,-7 1-50 0,3-4-44 0,-3 2-50 16,-4 0-207-16,-1-1-626 0,-3 3 276 0</inkml:trace>
  <inkml:trace contextRef="#ctx0" brushRef="#br0" timeOffset="92798.48">9961 7303 53 0,'-8'0'354'0,"8"0"-9"16,0 0-11-16,-7-2-8 0,7 2-11 0,0 0-19 16,0 0-26-16,0 0-20 0,0 0-21 0,0 0-20 0,0 0-27 15,0 0-14-15,15-5-16 0,-6 5-20 16,1-1-11-16,5-2-3 0,-1 1-17 0,-1 0-11 16,6 0-20-16,0 2-15 0,1-3-26 0,1 2-39 0,-2-2-36 15,-4 1-38-15,4-1-45 0,-4 1-52 0,0 0-60 16,-3 0-41-16,3 0-256 0,-7 2-582 0,3-2 257 15</inkml:trace>
  <inkml:trace contextRef="#ctx0" brushRef="#br0" timeOffset="93142.19">10474 7391 145 0,'0'0'407'0,"0"0"6"0,0 0-4 0,0 0-10 16,0 0-24-16,0 0-27 0,0 0-28 0,0 0-34 15,0 0-26-15,0 0-30 0,0 0-28 0,0 0-23 16,10 4-14-16,-10-4-21 0,5 8-13 0,-4-6-11 16,-1 2-12-16,4 1-11 0,-4 4-10 0,6-3-10 15,-4 6-6-15,0-6-9 0,1 6 2 0,-1-2-30 16,0 2-38-16,0-2-40 0,1 1-41 0,2-2-18 16,-2 3-39-16,1-5-32 0,0 4-63 0,-1-4-76 15,3 1-83-15,-1-1-211 0,0-2-655 0,1-4 290 16</inkml:trace>
  <inkml:trace contextRef="#ctx0" brushRef="#br0" timeOffset="93470.29">10727 7390 236 0,'0'0'323'16,"4"-4"-15"-16,-4 4-24 0,0 0-18 0,0 0-20 15,15 1-17-15,-15-1-21 0,12 1-18 0,-4-1-6 16,0 3-29-16,1-1-14 0,0 4-20 0,2-1-11 16,-3-1-7-16,-1 2-10 0,5 2-14 0,-6-2 6 15,-1 0-18-15,1 0-6 0,-1 0-8 0,2 3-6 16,-6-3-8-16,-1 4 2 0,0 0-2 0,0-3-2 15,-1 1-5-15,-6-2-5 0,3 1-19 0,1-2-22 16,-2 4-38-16,-2-4-36 0,1 0-53 0,-3 3-67 0,2-6-66 16,3 3-233-16,-3-3-547 0,3-1 242 0</inkml:trace>
  <inkml:trace contextRef="#ctx0" brushRef="#br0" timeOffset="93940.5">10939 7124 274 0,'0'0'367'0,"-3"-6"11"0,3 6-21 16,-4-5-12-16,4 5-15 0,0 0-19 0,-1-5-29 0,1 5-20 15,-3-2-26-15,3 2-16 0,0 0-28 0,0 0-22 16,0 0-17-16,14 0-8 0,-14 0-21 0,15 2-12 16,-6-1-12-16,5 3-12 0,-3-2-12 0,1 1-1 15,0 1-12-15,0 1-4 0,-1-1-11 0,3 1 1 16,-5 0-13-16,1 2-1 0,1-2-3 0,-2 1-1 16,1 1-6-16,-5-1-3 0,-1-1-4 0,2 2-1 15,-1-1 1-15,-2 0-10 0,1 1-1 0,-2 0 2 0,3 0-1 16,-4 1 0-16,-1-1-6 0,0 0-1 15,-1 3 2-15,-4 3-1 0,3-7 4 0,-2 1-4 16,-1 3-1-16,-1-2 5 0,-1 0 4 0,-1 1 2 0,0-1-2 16,2 0 2-16,0-1-1 0,-1 0-2 0,3-1 0 15,-2-2-6-15,2 1 1 0,3 0 12 0,-2-2-6 16,3-3-3-16,-1 5 4 0,1-1 5 0,0-4 1 16,4 5 1-16,4-4-2 0,3 1-2 0,1-1 1 15,2-1-14-15,6 0-13 0,-1 0-26 0,2-1-14 16,0-1-33-16,1-1-46 0,1 2-20 0,-4-1-34 15,3-1-62-15,-4-1-54 0,2 1-35 0,-9-2-43 16,3 0-191-16,-5 2-617 0,2-4 274 0</inkml:trace>
  <inkml:trace contextRef="#ctx0" brushRef="#br0" timeOffset="94174.86">11003 7290 258 0,'-7'-2'343'0,"7"2"-7"0,0 0-16 0,0 0-21 15,-3-2-22-15,3 2-16 0,0 0-19 0,0 0-18 16,19-1 0-16,-8-1-32 0,0 1-15 0,1 1-20 16,2 0-17-16,1 0-13 0,0 0-5 0,4 1-17 15,-1-1-20-15,2 0-50 0,0 2-52 0,0-2-57 16,-4 1-67-16,-2 0-86 0,4-1-76 0,-8 0-224 15,3 0-572-15,1 0 254 0</inkml:trace>
  <inkml:trace contextRef="#ctx0" brushRef="#br0" timeOffset="94471.7">11426 7385 150 0,'3'1'303'0,"2"1"-9"0,-1 0-10 15,4 0-20-15,-2 2-19 0,1-1-20 0,-2 4-22 16,1-4-12-16,3-1-28 0,-5 4-12 0,0 0-16 16,2-1-12-16,-1 1-16 0,-1 0-8 0,0 2-10 15,-1-1-8-15,-2 1-10 0,3-2-3 0,-4 3-6 16,-4 1-6-16,3-2 5 0,-3-2-19 0,-3 2 0 15,4 0-1-15,-4-1-28 0,2-2-15 0,1 5-26 0,-7-5-25 16,7 0-22-16,-4-2-39 0,2 0-60 16,2-1-69-16,0 0-236 0,4-2-520 0,0 0 231 15</inkml:trace>
  <inkml:trace contextRef="#ctx0" brushRef="#br0" timeOffset="94706.05">11759 7252 306 0,'0'0'364'0,"0"0"-12"0,4-3-22 0,-4 3-23 15,0 0-32-15,0 0-21 0,6-1-25 0,-6 1-22 16,5-2-22-16,-5 2-22 0,8-1-16 0,-8 1-11 15,0 0-28-15,11 1-36 0,-11-1-41 0,8 0-45 0,1 0-54 16,-3 2-74-16,-6-2-79 0,15 0-72 16,-6 1-162-16,-3-2-493 0,6 1 219 0</inkml:trace>
  <inkml:trace contextRef="#ctx0" brushRef="#br0" timeOffset="94893.54">12080 7252 39 0,'0'0'339'0,"0"0"-6"0,0 0-20 0,6 4-20 16,-6-4-22-16,0 0-31 0,0 0-24 0,0 0-25 15,0 0-16-15,9-5-23 0,-9 5-31 0,8 0-41 16,-8 0-55-16,7-1-65 0,-7 1-84 0,11 0-68 16,-4-1-214-16,-7 1-439 0,13 0 195 0</inkml:trace>
  <inkml:trace contextRef="#ctx0" brushRef="#br0" timeOffset="95034.15">12250 7244 154 0,'0'0'331'15,"0"0"0"-15,0 0-5 0,0 0-12 0,3-6-8 0,-3 6-22 16,1-3-15-16,-1 3-45 0,3-3-22 0,-3 3-16 16,5-4-20-16,-5 4-39 0,9 0-39 0,-4-1-56 15,-5 1-72-15,0 0-98 0,15 0-106 0,-9 0-243 16,-6 0-527-16,13-1 234 0</inkml:trace>
  <inkml:trace contextRef="#ctx0" brushRef="#br0" timeOffset="96112.24">12541 7039 34 0,'-4'-3'374'16,"4"3"-2"-16,0 0 19 0,-1-7-2 0,1 7 5 16,-2-4-14-16,2 4-17 0,-1-4-16 0,1 4-24 15,0 0-23-15,0 0-27 0,0 0-23 0,0 0-22 16,0 0-25-16,0 0-19 0,0 0-20 0,8-4-18 15,-1 4-14-15,7 1-14 0,-2-1-16 0,8 1-18 16,1 1-10-16,-1 1-15 0,3-1-12 0,0 1-12 16,-3-1-9-16,1 1-10 0,-1-1-4 0,-3 2-7 0,-1 0-3 15,-5 0-7-15,4-3-7 0,-4 2-6 16,-3-1-1-16,0 1-6 0,-1 0-12 0,-2 0 5 16,0 0 1-16,0 1 1 0,-2-2 1 0,-2 4-2 0,2 0 8 15,-3-1 1-15,-4 2 3 0,2 1 0 0,0 0 2 16,-4 0 1-16,1 3 2 0,-4-2 0 0,0 1 1 15,1 0-2-15,-2 3 4 0,0-2 5 0,0 0 5 16,-1 1-6-16,-1-4-2 0,0 5 6 0,-3 0 2 16,5-5 0-16,-1 2 1 0,1-2 2 0,0 0 4 15,0 0 4-15,-2 0 6 0,5-2-8 0,-2 2 9 16,0-4-1-16,3 0-1 0,2 1-1 0,0-2 3 16,2-1 0-16,2-2 3 0,-5 4 4 0,5-4 2 15,0 0 4-15,0 4 3 0,5-1-3 0,1-1 0 16,1-2-4-16,3 2-3 0,4 0-1 0,2-1-2 15,2 2-3-15,5-2-3 0,-3-1-5 0,1 1-21 16,-2 0-8-16,3-1-16 0,-6 2-21 0,0-1-33 0,-1-1-31 16,0-1-34-16,-2 2-32 0,0-2-32 0,-3 1-46 15,-1-2-54-15,-3 2-52 0,2-2-289 16,-3 1-714-16,-1-2 315 0</inkml:trace>
  <inkml:trace contextRef="#ctx0" brushRef="#br0" timeOffset="96393.47">12567 7203 62 0,'0'0'376'0,"0"0"-13"16,0 0-16-16,0 0-3 0,0 0-32 0,-4-3-24 15,4 3-10-15,0 0-43 0,0 0-19 0,16 0-22 0,-16 0-22 16,17 3-20-16,-6-2-6 0,2 3-22 0,-1-4-5 16,3 2-17-16,0 0-2 0,4-1-12 0,-5 1-15 15,2 0-2-15,1-1-19 0,-1 0-33 0,-2-1-29 16,-1 3-34-16,1-3-38 0,-2 0-45 0,0 1-59 16,-2-1-52-16,-1-1-65 0,-1-2-238 0,-1 3-586 15,-3-1 260-15</inkml:trace>
  <inkml:trace contextRef="#ctx0" brushRef="#br0" timeOffset="99225.63">13103 7287 299 0,'0'-5'408'0,"3"0"-6"0,-3 1-5 0,2-1-6 15,-2 5-17-15,0-4-26 0,0 4-31 0,2-5-32 0,-2 5-33 16,1-3-30-16,-1 3-23 0,0 0-22 16,0 0-15-16,0 0-21 0,1 12-15 0,1-5-9 15,-2 1-8-15,0 2-15 0,-2 1-3 0,1 0-16 0,2 1-6 16,-2 1-11-16,1-2-2 0,0 2-4 0,0-2-5 15,0 2-4-15,0-2-5 0,0 0-4 0,0-2-3 16,0-1-4-16,0-2-1 0,0 1-1 0,0-2-1 16,0 0-2-16,0-2 1 0,0-3 2 0,0 7 0 15,0-7 4-15,1 4-4 0,-1-4 2 0,0 0-2 16,0 0 3-16,0 0-6 0,14-12-3 0,-11 10 4 16,1-3-2-16,1-1-3 0,-1-3 3 0,2 6 6 15,1-3 8-15,0-5 0 0,2 5-1 0,-4-3 1 16,2 2 2-16,-1 1 3 0,-1 1-5 0,-1-2 2 15,1 2-3-15,0 2-2 0,0-3-5 0,-1 1-2 16,0 3-3-16,3-2-2 0,-6 1-3 0,5 1-2 0,-6 2-5 16,5-4 1-16,-2 2-5 0,-3 2 2 0,0 0-5 15,11 0 2-15,-11 0-3 0,9 6 2 16,-2-5-3-16,-1 2 1 0,-1 0 1 0,1 1-5 0,-1 2 1 16,-1-1 6-16,4 1-7 0,-5-2-1 0,3 5 0 15,-1-3 4-15,-1-1-4 0,-1 2 1 0,1 2 0 16,0-7-2-16,-1 10-6 0,-1-6-2 0,-2 0-5 15,0 2-15-15,0 0-14 0,0-2-24 0,0 2-29 16,0-2-32-16,0-1-43 0,-2 3-22 0,0-2-42 16,2-1-37-16,0 1-54 0,-1-1-72 0,1-5-331 15,-3 7-791-15,6-3 351 0</inkml:trace>
  <inkml:trace contextRef="#ctx0" brushRef="#br0" timeOffset="100288.03">13424 6792 67 0,'-3'-4'376'0,"3"-2"1"0,-4 1-9 16,4 2-10-16,-1-2-22 0,1 0-9 0,-3 2-14 16,3-2-20-16,0 5-23 0,-2-8-22 0,2 6-17 15,0 2-19-15,2-6-22 0,-2 6-20 0,3-6-13 16,-2 2-25-16,-1 4-7 0,4-3-15 0,0 0-11 16,3 0-10-16,-3 2-6 0,0-3-14 0,6 4-4 15,-2-4-6-15,-1 6-4 0,0-2-8 0,-7 0-8 16,16 0-3-16,-11 0-4 0,4 1-7 0,0 0-2 0,-2 3-3 15,-2-2-1-15,2 3-4 0,1-3-2 16,-2 6-2-16,-1-3-1 0,-1 3-3 0,2 0 0 16,-1 3-3-16,0-3 1 0,-1 4-3 0,3 3 5 0,-4-2-4 15,1 1-3-15,-1 4 0 0,0 2 2 0,2-1 0 16,-4 3 1-16,3 4-3 0,-1 0 2 0,0 2-1 16,0-7-1-16,2-1 3 0,-3 7 2 0,0-6-3 15,1 1-4-15,2-1 4 0,-2 1 0 0,1-3-2 16,-4 2 2-16,4-3-2 0,-1 2-1 0,1-4 4 15,-4-4-3-15,4 2-1 0,-1-1 1 0,-2 3 1 16,1-5 0-16,3-1-8 0,-2-1 5 0,-2-1-5 16,2-1 10-16,-1 2-1 0,1-2-3 0,-3 1 3 0,3-2 1 15,0 0-6-15,-1 1 6 0,0 0-1 16,-1 0-2-16,2 1 1 0,-1-2 5 0,2 1-2 16,-1 1 0-16,0-4 0 0,0 3 0 0,-2 1-1 0,2 2-3 15,0-4 6-15,-1-1-3 0,0 0-1 0,1 0-2 16,-2 2-4-16,3-4 4 0,-3 1 3 0,-1 1 5 15,0 1 2-15,0-6 7 0,0 5 2 0,1-3 8 16,-1-2 7-16,0 5 2 0,0-5 9 0,0 5 4 16,-1-1 5-16,1-4 5 0,0 0 6 0,-1 4 2 15,1-4-2-15,-10 3-7 0,5-2-5 0,-2 1-6 16,0-2-10-16,-5 2 3 0,0-1-5 0,-2 0-12 16,-1 0-36-16,-4 2-48 0,0-1-61 0,0-1-82 15,0 3-77-15,1-2-80 0,2-1-112 0,-2 1-344 16,3 0-883-16,2-1 391 0</inkml:trace>
  <inkml:trace contextRef="#ctx0" brushRef="#br0" timeOffset="102844.71">14429 6888 244 0,'0'0'316'0,"0"0"-21"0,0 0-20 16,-4-4-31-16,4 4-26 0,0 0-22 0,0 0-21 0,0 0-18 15,0 0-15-15,0 0-14 0,-4 9-15 0,4-2-9 16,-1 1-6-16,1 0-14 0,-2 2-13 16,2 0-4-16,2 2-11 0,-2 0 0 0,0 1-7 0,1 0-1 15,0 0-8-15,2 0-3 0,1 0-2 0,-3-1-3 16,2 0-4-16,1 0-2 0,0-3 2 0,-1-1-15 16,3-2-1-16,0-1-3 0,5 1-1 0,-3-2-6 15,3-2-7-15,1-2 1 0,1 2 2 0,2-4-1 16,-2-2-5-16,2 2 5 0,-4-1 2 0,4-3-1 15,-3-2-3-15,2 1 2 0,-3 1 3 0,-2-5-1 16,1 4-1-16,1-3 3 0,-5 2 1 0,0 0 0 16,-1 1 13-16,-2 2 6 0,1-1 8 0,-1 1 11 15,2-2 5-15,-3 4 12 0,0-3-7 0,0 4-5 0,-2-2 10 16,0 4-18-16,1-4 4 0,-1 4-15 16,3-2-5-16,-3 2-6 0,0 0 3 0,0 0-6 15,0 0-3-15,8 8 2 0,-7-4 7 0,1 2-11 0,1-1 2 16,2 0-2-16,0 1-3 0,1 3 2 0,-2-3 13 15,4 1-16-15,0 1-4 0,0-1 10 16,1 0-17-16,0-3 5 0,3-1 1 0,-5 2-4 0,4 0-2 16,0-4 8-16,1 0-7 0,0-1 0 0,-4-1-2 15,2-2 3-15,0 1-3 0,-1-2 6 0,-4 0-5 16,2-1 4-16,0-4-3 0,0 0 11 0,-2 0-2 16,-2-1 3-16,1-2 1 0,2 1 9 0,-4-1 1 15,0 0 1-15,-1-2 6 0,-1 1 16 0,0 1 0 16,-1-2 1-16,-1 3-9 0,1 0 1 0,-2 1-3 15,-1 1 0-15,4 1-8 0,-4 2-2 0,3-1-4 16,-2 2-21-16,0 1-29 0,0 0-29 0,-2 2-32 16,5 2-31-16,-7-3-31 0,7 3-45 0,0 0-51 0,0 0-54 15,-8 8-200-15,7-4-549 0,1-4 242 0</inkml:trace>
  <inkml:trace contextRef="#ctx0" brushRef="#br0" timeOffset="103846.29">15155 6671 70 0,'0'0'324'15,"0"-6"-9"-15,0 6-24 0,0-5-27 0,0 5-22 16,0 0-25-16,0 0-23 0,0 0-22 0,0 0-19 15,0 0-23-15,0 0-8 0,0 0-9 0,0 0-17 16,7 18-6-16,-4-12-10 0,-3 6-6 0,1 1-6 16,3-1-8-16,-2 0-5 0,3 5-3 0,-2-1-6 0,0-2-6 15,-2 3-6-15,3-1 0 0,-4 1-2 16,0-3-8-16,0 3 2 0,0-4-9 0,1 0 5 16,2-6 1-16,-3 5-9 0,2-6 3 0,0 3-1 0,-2-2-7 15,3-2 2-15,-3-2-4 0,1 0 2 0,-1-3 0 16,0 5-3-16,4-2 3 0,-4-3-1 0,3 1-4 15,-3-1 4-15,0 0-5 0,11-7 2 0,-7 3 1 16,2 0-6-16,-1-3 4 0,0 2 8 0,2-4-5 16,0 3 16-16,-3-1 6 0,4-2 0 0,-2 4 4 15,-1-4-1-15,1 4 4 0,-1 0 3 0,-1-2-5 16,1 1-3-16,-2 1-2 0,1 3-6 0,0-1-1 16,-4 3-11-16,6-7 1 0,-2 7 0 0,-4 0 2 15,0 0-4-15,12 3-1 0,-8 1-2 0,3 1-4 16,0 1 6-16,-2 3 13 0,3-1-20 0,-1 3 5 15,1-3-7-15,3 2-4 0,-4-2-4 0,3 3 5 16,-1-2-16-16,3-2-4 0,-2 0 0 0,0 0-10 0,4-2-1 16,0 0-2-16,-2 0-6 0,0-3 2 0,3 0-2 15,-4 0 5-15,3-1 1 0,-2-2 4 0,-2-1-5 16,2 0 8-16,-7-2 4 0,3 0 4 0,-1-2 0 16,-1 1 3-16,0-1 1 0,-2-2 6 0,1-3-2 15,-4-1 3-15,3 2 1 0,-1-1 3 0,-3 1 2 16,-2 0 2-16,2 2 1 0,-1 0 13 0,-3-2-2 15,1 1 2-15,-1 3-1 0,1-1 2 0,-3 2-2 16,3-1-4-16,-1 2 6 0,0 0-9 0,-3 2 2 16,0-1-2-16,1 1-3 0,0 1-3 0,6 1 3 15,-11 6-4-15,4 0 1 0,1-1 0 0,-3 1 0 16,8 2 3-16,-3-2-4 0,2-1-1 0,1 5-3 16,0-3 5-16,2 2-1 0,0-1 1 0,2-2-1 0,1 5-2 15,5-5-2-15,-3 1 3 0,4 0-4 16,-2-4 3-16,4 2 1 0,0-3-1 0,-2 0-2 15,3 0 3-15,0-2 1 0,0-2-2 0,1 1-5 0,-2-1 5 16,0-2 4-16,2 0-3 0,0-1-1 0,-5 1 7 16,2-3-5-16,4 3 0 0,-3-2 3 0,0-1-3 15,-2 1 5-15,1-1-2 0,0 1 11 0,-3 1-7 16,0 0 6-16,-1-1-3 0,1 4 1 0,0-1-2 16,-4-1 0-16,3 3 5 0,1 0-8 0,-8 1 0 15,11 1 0-15,-5 0-4 0,-1 2 1 0,-1-1-2 16,4 2 1-16,-2 2 3 0,-1-3-1 0,2 5 1 15,-3-2-4-15,3 1 3 0,-3-1 1 0,-1 2 1 16,1-3-4-16,1 1 2 0,-2 0-2 0,-3 1-1 16,4-3 1-16,-4 1 1 0,2-1-1 0,-2-4 4 15,2 5 2-15,-2-5 4 0,0 0 10 0,0 0 11 16,0 0 17-16,0 0 1 0,0 0 9 0,0 0 9 0,0 0 17 16,-15-10 1-16,14 4 5 0,-3 2 0 0,2-3 1 15,2-2-4-15,0 1-4 0,0 0-13 0,0 1 1 16,2-3-6-16,0 0-10 0,1 3-6 0,1 0-10 15,3-3-18-15,0 3-17 0,1 1-29 0,-3 0-30 16,2 2-28-16,0 1-20 0,0-1-22 0,2 4-23 16,0 0-37-16,-4 1-30 0,3 2-36 0,-1-2-33 15,1 0-16-15,-2 4-201 0,0-1-543 0,1 0 239 16</inkml:trace>
  <inkml:trace contextRef="#ctx0" brushRef="#br0" timeOffset="104221.21">16320 6847 170 0,'2'-6'193'0,"0"1"4"0,-1-1-11 0,0-1 3 16,2 1-9-16,-3 1-6 0,2 0 3 0,-1-2-5 15,-1 1-11-15,0 0-12 0,4 0-15 0,-8 1-10 16,4-1-8-16,0 1-9 0,0 0-9 0,-3 0-10 15,0 1-9-15,1-1-8 0,-4 1-8 0,2 0-5 16,-4 3-6-16,1-3-2 0,0 3-5 0,-1 1-1 16,-1 0-1-16,-1-1-1 0,2 2 2 0,-3 3 1 15,-4-3-2-15,7 3-1 0,-5 0-4 0,2 0-5 16,1 3 1-16,-1 0 2 0,0 2-2 0,4-1-5 16,1 0-9-16,-2 1 7 0,4 0 1 0,2 1-3 15,-2-1-1-15,4 1 3 0,3 1-1 0,-2-1 9 0,5 2 5 16,2-5-3-16,3 4 10 0,1-4-14 0,3 2-5 15,1-1 21-15,3 2-20 0,0-2-10 16,-1-3-3-16,2 0-22 0,-1 0-29 0,3-1-34 0,-3-2-48 16,0 2-60-16,0-3-60 0,4 2-64 0,-2-3-217 15,-1 0-562-15,2 1 249 0</inkml:trace>
  <inkml:trace contextRef="#ctx0" brushRef="#br0" timeOffset="112703.32">15736 3914 78 0,'0'0'272'0,"0"0"-15"15,0-5-3-15,0 5-8 0,0 0-10 0,0 0-13 16,0 0-5-16,0 0-14 0,0 0-10 15,0 0-11-15,0 0-7 0,0 0-12 0,0 0-8 0,0 0-7 16,0 0-10-16,0 0-16 0,0 0-1 0,0 0-11 16,0 0-8-16,0 0-8 0,0 0-3 0,0 0-8 15,0 0-10-15,0 0-7 0,0 0-6 0,0 0-7 16,0 0-5-16,0 0 4 0,0 0-13 0,0 0-8 16,0 0-6-16,0 0 0 0,8 10-6 0,-8-10-1 15,3 6 4-15,-1-4-12 0,0 2 6 0,2 0-1 16,-3 1-7-16,5 0 1 0,-3-1 0 0,-2 2 12 15,3 1-15-15,-1-1 2 0,1 4-4 0,-3-3 6 16,4-1-6-16,-2 2 8 0,-1 0-16 0,-1-3-1 16,3 4 1-16,0-2 5 0,-1 1-7 0,0-1 5 15,-2-1 5-15,-1-1-6 0,3 2 0 0,-2-2 4 16,-1 0 3-16,2 1-9 0,-2-1 3 0,0-1 4 16,1-1-3-16,-1-3 3 0,0 8-2 0,0-5 0 0,0-3-1 15,4 4 2-15,-4-4 7 0,0 0-7 0,0 0 8 16,0 0 24-16,0 0 20 0,0 0 17 15,0 0 13-15,0 0 11 0,0 0 4 0,1 3-1 16,-1-3-9-16,0 0-7 0,0 0-10 0,0 0-6 0,2-13-9 16,-1 8-4-16,-1 0-2 0,3 0-7 0,2-2-6 15,-5-1-2-15,2 2-3 0,0-2-4 0,0-2-1 16,1 1-8-16,-1 0 2 0,6-3-5 0,-8 2-1 16,2 0-2-16,2 0-2 0,-3 1-1 0,2-1 0 15,-2 3-1-15,3 0-1 0,-4 0 0 0,3-1-2 16,1 1-2-16,-1 1-3 0,-2-1 5 0,2 1-5 15,2 1-1-15,-3-1 1 0,2 1-1 0,-2 1-3 16,1 1 0-16,4-1-1 0,-6 1 1 0,2-1-5 16,4 2 1-16,-2-1 0 0,-1 1-1 0,-4 2-1 15,10-2-1-15,-6 1 10 0,3 0-14 0,-7 1 4 16,9-1-4-16,-9 1 3 0,11 1-2 0,-5 0 0 16,0 2 0-16,-2-1-2 0,3 1 5 0,-4 0-2 0,5 2-1 15,-1 1 1-15,-2-1 0 0,1 0-1 0,1 3 5 16,-2-1-2-16,-1 1 1 0,2 0 0 15,-1-2-1-15,1 2 3 0,-4-2 1 0,1 1-2 16,0 1-1-16,-2-1 8 0,3-2-5 0,-2 2 1 0,1-1-3 16,2-1 2-16,-4 1 1 0,0 0-1 0,1-1 3 15,-2-2 0-15,1 3-1 0,0-1-2 0,-1-5 2 16,2 6-1-16,-2-1 1 0,1-1 2 0,-1 0 4 16,0-4-4-16,0 9 0 0,0-5-1 0,2 0 1 15,-2 2 2-15,0-3-9 0,1 2 7 0,0-1-1 16,-1-4 1-16,0 5-8 0,0-5 8 0,2 5 1 15,-2-5-1-15,0 6 1 0,0-6 2 0,0 4-3 16,0-4 0-16,1 4 3 0,-1-4-7 0,0 0 5 16,0 0 0-16,0 5 0 0,0-5 1 0,0 4 3 15,0-4 0-15,0 0-2 0,0 0 0 0,0 0-2 16,0 0 3-16,0 0-2 0,0 0 2 0,0 0-3 16,0 0 1-16,0 0-1 0,0 0 3 0,0 0-1 0,0 0-2 15,0 0 3-15,0 0 0 0,0 0-3 0,0 0 2 16,0 0 2-16,1 4-1 0,-1-4 2 15,0 0 3-15,0 0 3 0,0 0 2 0,0 0-1 16,0 0-1-16,0 0-1 0,0 0 0 0,0 0 0 0,-1-14-1 16,0 7-1-16,-1 2-2 0,2-1 0 0,-1-1-3 15,0-2-3-15,-1 2 4 0,-1-2-1 0,-1-1-4 16,2-1-2-16,-1 1-5 0,-4 0 2 0,3-1 0 16,0 2-2-16,-3-2 0 0,0 2-6 0,-1 0-7 15,0 0-11-15,1 2-20 0,-1-1-32 0,-3 1-36 16,0 1-40-16,0 1-33 0,2 1-33 0,-5 1-30 15,2 1-41-15,4 2-63 0,-6 1-328 0,1 0-744 16,0 3 329-16</inkml:trace>
  <inkml:trace contextRef="#ctx0" brushRef="#br0" timeOffset="114338.62">15051 4669 67 0,'0'0'260'0,"5"-2"-18"0,-5 2-18 0,8 0-21 16,-8 0-19-16,0 0-17 0,9 0-5 0,-9 0-5 0,6 6-5 16,-2-4-12-16,3 3-9 0,-4-1-13 0,1 0-8 15,0 1-12-15,3 1-3 0,-3 1-7 0,0-1-6 32,1 2-9-32,0 0-5 0,0-2-3 0,-1 2-5 15,1 0-5-15,-2-2-8 0,4 1-1 0,-3 0-7 16,0 2-5-16,-2-3 0 0,2 2-4 0,-2-3-5 0,2 1-1 0,0 1-2 15,-4-1-2-15,3 2-1 0,-2-3 0 0,1 0-6 0,-1 1 4 16,1 1-3-16,-2-3-2 0,1 3-2 0,-1-2-2 16,0 0 4-16,0 1-4 0,1-2 1 0,2 1 9 15,-3-1-10-15,0-4 1 0,1 6 1 0,-1-3-4 16,0-3 1-16,0 5-1 0,0-5 0 0,0 0 2 16,0 4 15-16,0-4 6 0,0 0 10 0,3 2 2 15,-3-2 7-15,0 0 12 0,0 0-1 0,0 0 2 16,0 0 2-16,0 4 19 0,0-4 16 0,0 0 12 15,0 0 6-15,0 0-3 0,0 0-6 0,0 0-11 16,0 0-5-16,4-10-12 0,-4 10-8 0,0-9-6 16,-4 4-6-16,4-1-4 0,0 0-7 0,2-3-6 15,0 3-4-15,-2-3-3 0,0 4-9 0,0-6 1 16,3 4-2-16,-2-2-3 0,0 1-4 0,2-2 0 16,0 2-1-16,-3 2-3 0,1-2 4 0,1 2-7 0,-1 0 0 15,2-1-2-15,0 1-2 0,1 1-4 16,-3-1 3-16,3 1 4 0,1 0-5 0,-2 1-3 15,4 0-1-15,-3 0 0 0,0 2-3 0,3-1 3 0,1 1-5 16,-1 1 2-16,-3-1-1 0,4 0 2 0,-1 2-4 16,1 0 2-16,-8 0-1 0,15 0-6 0,-8 2 6 15,0 0-1-15,-2-1 3 0,3 0-2 0,-1 2 0 16,1 0-4-16,-1 0-1 0,-1 1 0 0,-2 0 2 16,1 1-1-16,3 0-4 0,-4 0 6 0,-1 2-1 15,1-2 1-15,0 0 1 0,0 1 8 0,-4 2-6 16,3-2-3-16,-2 2 1 0,1-1 0 0,-1 3 2 15,1-4-1-15,-2 3 1 0,2-4 1 0,-2 1 0 16,0 2-1-16,0-1 0 0,1 0 3 0,-1 1-3 16,0-4 3-16,0 3-2 0,0-2-1 0,0-2 5 15,3 4-2-15,-3-4-5 0,0 1 7 0,0-4-1 16,-3 8-1-16,3-8-2 0,3 5-1 0,-3-5 2 0,-3 4 4 16,3-4-3-16,0 0 0 0,0 0 0 0,0 0 13 15,3 4-10-15,-3-4-1 0,0 0 0 16,0 0 3-16,0 0-2 0,0 0 7 0,0 0-2 0,0 3 1 15,0-3 3-15,0 0-1 0,0 0 5 0,0 0 2 16,0 0-2-16,0 0-4 0,0 0 1 0,0 0 0 16,0 0-2-16,0-12-2 0,0 12-1 0,0-8 0 15,0 4 0-15,0 4-1 0,0-9 0 0,0 4 5 16,-3-1-6-16,0 1-5 0,1-3 1 0,1 1 2 16,-2 0-4-16,2 2 7 0,-3-4-5 0,2 2-1 15,-2 3-4-15,0-6-4 0,1 4 7 0,-1-1 4 16,-1 1-9-16,1 0-4 0,-2-2-8 0,-5 0-17 15,2 2-17-15,-2-2-36 0,0 2-41 0,2 0-35 16,-4-1-42-16,1 2-48 0,-7 1-59 0,8 2-93 16,-4-2-250-16,0 1-709 0,2 2 313 0</inkml:trace>
  <inkml:trace contextRef="#ctx0" brushRef="#br0" timeOffset="117520.69">11407 7630 160 0,'0'0'231'15,"0"0"-3"-15,0 0-4 0,0 0-6 0,0 0 1 16,0 0-3-16,0 0-3 0,0 0-5 0,0 0-5 16,0 0-6-16,0 0-1 0,0 0-8 0,0 0-12 15,0 0 0-15,0 0-6 0,0 0-7 0,0 0-14 16,0 0-6-16,0 0-10 0,0 0-8 0,-3-4-5 16,3 4-20-16,0 0-7 0,0 0-6 0,0 0-9 15,0 0-9-15,0 0-9 0,0 0 6 0,0 0-12 0,0 0-3 16,0 0-8-16,0 0-6 0,0 0 1 15,0 0-6-15,18-2-3 0,-11 2-4 0,0 0 1 16,3-1 5-16,-3-1-11 0,4 0-3 0,1 2 2 0,0 0-8 16,2-2-2-16,1 2-13 0,5-2-10 0,-2-1-16 15,-3 2-18-15,3-2-8 0,-2 2-21 0,-5 0-26 16,5 0-24-16,-3-1-29 0,-1 2-37 0,-1-1-43 16,-2 1-48-16,-2-2-47 0,0 3-235 0,-2-2-612 15,-5 1 271-15</inkml:trace>
  <inkml:trace contextRef="#ctx0" brushRef="#br0" timeOffset="118145.67">11752 7411 343 0,'0'0'335'0,"0"0"-8"0,3-2-14 16,-3 2-9-16,0 0-9 0,0 0-28 0,4-4-23 15,-4 4-24-15,0 0-22 0,0 0-20 0,0 0-24 16,0 0-8-16,0 0-18 0,0 0-16 0,7 5-14 16,-3 1 0-16,0-5-12 0,-1 5-10 0,2-2-8 15,-4 2-15-15,4 0-2 0,-1-2-6 0,-3 1-6 16,2 3-24-16,-2 0-30 0,-1-1-30 0,0 4-35 16,-4-4-48-16,1 4-60 0,-1-5-100 0,-5 4-288 15,1-2-622-15,2 1 276 0</inkml:trace>
  <inkml:trace contextRef="#ctx0" brushRef="#br0" timeOffset="148564.54">17216 6633 48 0,'-3'-5'362'0,"0"1"-9"0,1 0-19 15,0 0-29-15,-2-1-11 0,-1 3-14 0,5-3-12 16,0 5-29-16,0-6-23 0,0 6-1 0,0 0-38 0,0-3-22 0,0 3-6 0,0 0-25 0,0 0-4 16,5-3-12-16,-5 3-17 0,13 4-13 0,-7-2-3 15,3 1-6-15,3-1 9 0,0 4-21 0,0-2-9 16,-1 0 2-16,0 3-11 0,5-2-13 0,-5 1 3 15,1-1-2-15,1 2 2 0,-5-3-2 0,4 2-1 16,-4 0-6-16,-1-1 5 0,0 0-8 0,2 1 0 16,-3 0-3-16,-1 1-3 0,-1-1 1 0,1 0 2 15,-4 1-3-15,0 2 10 0,-1 0-25 0,0 0 17 16,-1 0-4-16,-2 1 11 0,-2 2-17 0,-2-4 5 16,0 4-10-16,-1-3 10 0,-3 1-3 0,4 0-1 0,-2 0 0 15,-2-2-2-15,0 2 0 0,0-2 4 0,2 1-5 16,0-1 0-16,2 0 3 0,2-2-2 0,0-1-5 15,-1 0-1-15,4 0 18 0,0 1 4 0,-2-4 8 16,1 1 2-16,1 2 3 0,2-5 2 0,0 3 25 16,0-3 3-16,6 6 1 0,0-5-6 0,2-1-9 15,1 2-2-15,5-2-2 0,-3 1-2 0,11-2-12 16,-5 1 0-16,1-4 0 0,1 4-6 0,1-2-6 16,-2 4-21-16,-3-5-25 0,-1 1-41 0,6 1-23 15,-9-1-31-15,3-2-30 0,-5 3-30 0,-3 0-32 16,3-1-51-16,-3 1-39 0,-2-1-46 0,-2-3-253 15,1 3-656-15,-3 2 291 0</inkml:trace>
  <inkml:trace contextRef="#ctx0" brushRef="#br0" timeOffset="148845.79">17223 6798 167 0,'0'0'275'0,"0"0"-13"16,0 0-14-16,0 0-18 0,-2-5-19 0,2 5-19 16,0 0-22-16,0 0-16 0,0 0-17 0,12-3-14 15,-12 3-9-15,13 3-7 0,-5-4-16 0,4 1-11 16,-1 1-9-16,0-1-3 0,5 0-6 0,-5 0-6 15,4 0-11-15,3 0-4 0,-2 1-23 0,-1-2-33 16,0 2-38-16,-1-1-50 0,1 0-50 0,-2-1-53 0,-3 1-193 16,-1-1-432-16,0 1 191 0</inkml:trace>
  <inkml:trace contextRef="#ctx0" brushRef="#br0" timeOffset="151378.48">17731 6949 81 0,'-2'-7'427'16,"-1"5"-3"-16,3 2-12 0,-4-4-31 0,4 4-31 15,-3-2-45-15,3 2-27 0,0 0-28 0,0 0-31 16,0 0-21-16,0 0-21 0,-8 12-16 0,7-8-23 16,-2 1-9-16,3 4-10 0,-1-3-10 0,-2 4-13 15,4-1-8-15,-1 0-11 0,0 0-5 0,0 1-2 16,0-1-10-16,0 0-7 0,3 3-5 0,-2-5 0 15,1 2 0-15,-1-4-7 0,3 3-9 0,0-1 2 16,0-1 0-16,2-1-3 0,-1-2-17 0,1 3-31 16,3-5-37-16,-2 2-48 0,2-3-48 0,2 0-60 15,1-3-71-15,2-1-64 0,-7 1-297 0,5-2-694 16,-2-1 308-16</inkml:trace>
  <inkml:trace contextRef="#ctx0" brushRef="#br0" timeOffset="151753.46">17735 6797 13 0,'0'0'266'15,"0"0"-18"-15,0 0-23 0,0 0-20 0,0 0-24 0,0 0-16 16,0 0-22-16,-1-4-11 0,1 4-15 16,0 0-9-16,0 0-14 0,0 0-10 0,0 0-5 15,0 0-8-15,0 0-7 0,4 10-4 0,-4-10-12 16,0 0-2-16,0 0-3 0,0 0-9 0,0 5-1 0,0-5 0 16,0 0-1-16,0 0 7 0,0 0 13 0,0 0 11 15,4 3 11-15,-4-3 3 0,0 0-9 16,0 0-7-16,0 0-4 0,0 0-3 0,0 0-3 0,3-12-5 15,-3 12-2-15,4-4-3 0,-4 4-4 0,0 0 3 16,0-5-10-16,0 5-5 0,0-3 4 0,0 3-6 16,0 0-1-16,0 0-19 0,-4-5-22 0,4 5-24 15,0 0-22-15,0 0-36 0,0 0-34 0,0 0-46 16,-8 10-53-16,8-10-213 0,-2 7-485 0,4-3 214 16</inkml:trace>
  <inkml:trace contextRef="#ctx0" brushRef="#br0" timeOffset="152831.54">18489 6671 68 0,'0'-3'311'0,"3"-2"-3"0,-3 5-12 0,0 0-5 15,1-3-8-15,-1 3-6 0,0 0-16 0,0 0-19 0,3-5-4 16,-3 5-17-16,0-5-16 0,0 5-22 0,0 0-11 16,-4-5-21-16,4 5-19 0,0 0-12 0,-7-2-8 15,7 2-10-15,-7 0 0 0,7 0-22 0,-11 5-6 16,5-2-11-16,0-2-7 0,-1 3-12 0,0 0 4 15,-1 1-10-15,0 3-3 0,-1-2 2 0,0 3-11 16,-1-3-2-16,1 4 2 0,0-3-4 0,0 2-3 16,0 0-2-16,2 2 0 0,-1-1-2 0,0 1 0 15,1 1-2-15,3-1 1 0,0 0-3 0,-1 0 3 16,3 0 2-16,2 0-4 0,0-1-8 0,0-1 14 16,4 1-6-16,-1 0-3 0,1-1 10 0,0 0-7 15,7-1 0-15,-3 0-9 0,3-1-21 0,1 1-13 16,-1-2-39-16,3 0-34 0,-1-1-37 0,5-1-53 0,-3 0-59 15,0-3-58-15,0-1-56 0,-1-1-202 16,-4 2-616-16,4-3 273 0</inkml:trace>
  <inkml:trace contextRef="#ctx0" brushRef="#br0" timeOffset="153065.91">18391 6829 25 0,'-7'-4'323'16,"0"2"0"-16,7 2-9 0,-13 0-4 0,13 0-1 16,-5-1-6-16,5 1-10 0,-5-1-14 0,5 1-14 15,0 0-24-15,0 0-12 0,0 0-25 0,-9-1-13 16,9 1-15-16,0 0-19 0,0 0-11 0,0 0-18 16,0 0-9-16,0 0-16 0,32 1-18 0,-19-1-27 15,0 1-24-15,2-1-40 0,4-1-49 0,1 1-39 16,-2 1-53-16,0 0-63 0,1-1-68 0,1 0-73 0,0 0-228 15,-1-1-628-15,-6 0 278 0</inkml:trace>
  <inkml:trace contextRef="#ctx0" brushRef="#br0" timeOffset="154612.72">19037 6418 208 0,'3'-5'268'0,"-2"-1"-10"0,-1 1-14 15,0 0-14-15,2-1-14 0,-2 6-16 0,-6-8-18 16,6 3-17-16,-4 1-16 0,-3-1-17 0,0 4-10 16,-5-2-16-16,4-1-8 0,-3 2-10 0,-4-1-9 15,3 2-8-15,-3 1-5 0,1 1-5 0,0-1-3 16,0 3-4-16,-1-2-9 0,3 3-5 0,-1-2 0 15,3 1-8-15,0 2-6 0,3-1 3 0,-1 0 1 16,4 1-7-16,-1-4-1 0,0 5-6 0,3 0 2 16,0-2-1-16,2 0-1 0,0 3-2 0,3 0 9 15,1-1-12-15,0 1 2 0,3-1-3 0,0 3 0 16,1-3-3-16,0 2 0 0,-1 1 0 0,2 0-3 16,0 0 0-16,-1 0 0 0,-1 0 3 0,1 0-2 15,-3-3-5-15,2 3 4 0,-3 1 0 0,0-2-1 0,-2 1-3 16,3 0 1-16,-4-1 1 0,2-1 2 0,-2 4-4 15,-1-3 0-15,0 3 1 0,-1-5 2 16,-3 2 1-16,0 2-9 0,1 0 7 0,1-5 3 0,-4 3-2 16,-1-1 1-16,0-1-4 0,-5-1 6 0,5-1-1 15,-2 1 0-15,-3-1 0 0,4-2 2 0,-2 2 12 16,1-1 5-16,2-2 6 0,1 3 15 0,6-4-9 16,-11 3 2-16,8-3 1 0,3 0-11 0,-6 1 4 15,6-1-8-15,0 0 5 0,-6 4-4 0,6-4-5 16,0 0-4-16,7 6-3 0,1-2 3 0,2 0-2 15,-2 1-4-15,3 2 2 0,-2 0-2 0,2 1-5 16,1 0-2-16,-1 2 4 0,-1-2-4 0,1 4 1 16,-2-2 1-16,0 0-2 0,1 5-1 0,1-2 3 15,-1 3-9-15,-5-3 8 0,3 4 1 0,-4-1-3 16,3 0-8-16,-3-2 5 0,-2 0 2 0,-1-2-1 16,3 6-2-16,-4-4-2 0,4 1 8 0,-3 0 9 15,2-2-14-15,0 1 0 0,-2-4-2 0,2 2 3 0,0 1 3 16,1-2 0-16,0-1 1 0,4 0-1 0,-4 0 2 15,6-2 2-15,-1 0-1 0,2 0-2 16,3-2 0-16,2 0 1 0,2 1 1 0,2-3-18 0,-2-2-18 16,2-1-27-16,3-1-46 0,-5 0-46 0,2-2-50 15,3-2-63-15,-3-2-66 0,-3-1-178 0,1-2-547 16,-3 0 242-16</inkml:trace>
  <inkml:trace contextRef="#ctx0" brushRef="#br0" timeOffset="154972.07">19427 6528 315 0,'0'0'334'0,"0"0"-24"0,0 0-17 0,0 0-42 0,0 0-30 16,0 0-19-16,0 0-24 0,0 0-16 0,0 0-16 16,-2 14-15-16,3-9-10 0,-1-1-9 15,1 5-13-15,2 1-9 0,4 0-6 0,-3 2-9 0,0-1-8 16,6 5-5-16,-1 0-7 0,-2 0-4 0,-1 3-4 15,0-4-7-15,2 1-21 0,-2-3-34 0,-5 1-44 16,5-2-66-16,-2 0-70 0,0-1-74 0,-3-3-198 16,2 2-507-16,0-1 225 0</inkml:trace>
  <inkml:trace contextRef="#ctx0" brushRef="#br0" timeOffset="155206.44">19713 6872 228 0,'0'0'312'0,"6"3"-13"15,-6-3-23-15,4 4-23 0,-3 1-20 0,-1-5-24 16,4 4-21-16,-3-2-16 0,-1 3-19 0,3 0-18 0,-2 1-10 16,-1-1-12-16,0 1-9 0,-1 1-10 15,-2 0-8-15,2-1-14 0,-3 3-12 0,0-2-26 16,-3-1-34-16,3 0-38 0,0 1-47 0,-7-1-52 0,7-2-66 15,0 0-245-15,-1-1-484 0,0-1 214 0</inkml:trace>
  <inkml:trace contextRef="#ctx0" brushRef="#br0" timeOffset="155909.54">19749 6702 91 0,'0'0'295'16,"1"-6"-18"-16,-1 6-19 0,0 0-17 0,3-5-16 0,-3 5-17 16,0 0-13-16,1-6-23 0,-1 6-17 0,0 0-17 15,0 0-12-15,0-4-13 0,0 4-8 16,0 0-5-16,0 0-19 0,0 0-11 0,0 0 3 0,0 0-3 16,0 0-2-16,0-5-4 0,0 5 10 0,0 0-9 15,0 0 2-15,0 0 3 0,0 0-6 0,0 0 1 16,0 0-5-16,0 0 7 0,0 0-13 0,0 0-10 15,0 0-2-15,0 0-2 0,3-5-10 0,-3 5-1 16,1-5 0-16,-1 5-4 0,0-4-8 0,0 4 11 16,3-4-11-16,-2-1-3 0,-1 5 11 0,3-6-14 15,-2 2-4-15,1 0 3 0,0-1-4 0,1 3 0 16,-2-4-2-16,2 2 0 0,-3-1 6 0,4 2-7 16,-1-1-7-16,-3 4 7 0,5-7-3 0,-3 6 6 15,-1-3 7-15,-1 4-17 0,4-3 4 0,0 0-1 16,-4 3-3-16,0 0-2 0,7-1 11 0,-7 1-9 15,0 0 5-15,10 6-2 0,-5-4 1 0,-1 2-4 16,1-1 4-16,2 2-4 0,-1-1 12 0,0 1-13 0,-2 0 2 16,2 2 0-16,1-2 10 0,-2 0-11 15,-2 1-2-15,5 4 3 0,-4-2 0 0,0 1-2 16,2 0 3-16,-5-1-4 0,2-2 2 0,-2 2-7 0,2-2 11 16,-2 3 8-16,2-2-10 0,-3-1 2 0,0 0-2 15,0 0 1-15,-4 0 3 0,4 0 1 0,-3-1 6 16,2 2 12-16,-2-1 15 0,-2 2 4 0,3-3 3 15,-2-1-6-15,0 1 0 0,4-1 6 0,-4 0-10 16,4-4-2-16,-4 5 1 0,3-1-5 0,1-4 7 16,-2 3-1-16,2-3-1 0,-1 4-2 0,1-4-1 15,6 6 1-15,0-4-7 0,6 2-1 0,-5-2-23 16,8 1-25-16,0-2-41 0,5 2-50 0,1 0-68 16,-2-1-94-16,3-2-96 0,-3-1-233 0,3-2-659 15,-2 0 291-15</inkml:trace>
  <inkml:trace contextRef="#ctx0" brushRef="#br0" timeOffset="156128.28">20231 6924 48 0,'-2'4'272'0,"2"-4"-18"16,0 0-15-16,0 3-13 0,0-3-20 0,-3 4-17 15,3-4-20-15,-2 4-18 0,0-1-11 0,2-3-14 16,-3 8-13-16,-2-5-14 0,1 2-4 0,2-1-9 16,-6 1-14-16,4 0-33 0,-3-1-42 0,2 1-47 15,-1-1-54-15,0-1-58 0,3-2-206 0,0 1-398 16,3-2 176-16</inkml:trace>
  <inkml:trace contextRef="#ctx0" brushRef="#br0" timeOffset="156362.64">20340 6704 368 0,'-4'-5'355'0,"4"5"-17"0,0 0-32 0,0 0-32 16,0 0-23-16,-4-3-28 0,4 3-24 0,0 0-20 15,0 0-21-15,0 0-28 0,0 0-34 16,20 8-45-16,-13-5-49 0,0-1-67 0,1 0-64 0,4 2-74 16,-3-3-220-16,3 3-457 0,-3-3 203 0</inkml:trace>
  <inkml:trace contextRef="#ctx0" brushRef="#br0" timeOffset="156534.51">20578 6671 39 0,'0'0'283'0,"0"-3"-18"0,0 3-25 0,4-3-24 16,-4 3-23-16,0 0-17 0,7-3-19 0,-7 3-17 15,0 0-14-15,0 0-16 0,14 4-14 0,-9-2-37 16,-1-1-35-16,2 1-37 0,0 1-40 0,1 1-32 16,-3-3-24-16,2 1-29 0,-1 0-14 0,3-1-111 15,-2 0-284-15,1 2 126 0</inkml:trace>
  <inkml:trace contextRef="#ctx0" brushRef="#br0" timeOffset="156659.51">20684 6684 797 0,'4'-3'-28'0,"0"2"38"0,-4 1 31 0,9-4 35 15,-5 1 37-15,-1 0 32 0,-3 3 23 16,2-7 16-16,2 4 7 0,-4-1 2 0,4 1-6 16,0 0-5-16,-2-2-14 0,0 2-18 0,-2 3-16 0,5-5-11 15,-5 5-17-15,5-3-14 0,-5 3-22 0,7-2-32 16,-7 2-41-16,0 0-47 0,11 2-64 0,-5-1-65 16,1 2-67-16,1-2-179 0,-1 0-461 15,1 1 205-15</inkml:trace>
  <inkml:trace contextRef="#ctx0" brushRef="#br0" timeOffset="156972">20955 6335 188 0,'0'0'370'0,"0"0"-11"16,0 0-21-16,0 0-29 0,-3-4-29 0,3 4-35 15,0 0-17-15,0 0-31 0,0 0-22 0,0 0-13 16,8 11-20-16,-4-3-10 0,2 1-2 0,-1 4-22 0,4 3-16 16,-1 2-6-16,-2 0-7 0,1 0-7 15,0 2-8-15,1 8-11 0,-2-9-1 0,2 8-5 16,-5-4-5-16,-1-3-3 0,2 7-3 0,-1-8-4 0,-3 0-24 15,3 0-21-15,-1-6-16 0,-2 0-13 0,0 0-26 16,0-3-25-16,3 2-25 0,-3-7-25 16,0 0-31-16,0 0-41 0,4-4-58 0,-4-1-211 0,0 0-522 15,0 0 231-15</inkml:trace>
  <inkml:trace contextRef="#ctx0" brushRef="#br0" timeOffset="157440.73">21188 6467 275 0,'0'0'331'16,"0"0"-9"-16,2-6-9 0,-2 6-7 0,4-2-23 15,-4 2-6-15,0 0-19 0,0 0-16 0,2-4-19 16,-2 4-14-16,0 0-24 0,0 0-17 0,0 0-21 15,0 0-17-15,0 0-9 0,0 0-11 0,0 0-15 0,0 0-8 16,0 0-11-16,-17 6 0 0,9-2-15 0,1 0-3 16,-2 0-5-16,1 2-1 0,-3-1-10 15,3 1-7-15,-2-1-2 0,-2 1-2 0,2-1-1 0,1 2-8 16,-3-1-5-16,6-2-1 0,-1 1 1 0,0 0 1 16,3 0-1-16,-2 0 1 0,0-2 1 0,4 0-15 15,2-3 6-15,-3 3 13 0,0 1-8 0,2 0 1 16,1-4 2-16,0 0-1 0,5 8-1 0,3-7-8 15,-2-1 7-15,6 5-3 0,-1-1-1 0,1 0-1 16,0-1-7-16,-1 0 4 0,4 2 0 0,0 0-1 16,-1-1-3-16,4 3 11 0,-5-2-13 0,-1 0 3 15,3 1-3-15,-5-2 1 0,-2 1-1 0,4 0-3 16,-5 1 2-16,-2 0-1 0,4-2-6 0,-3 1-14 0,0 3-25 16,-1-3-8-16,-1-2-17 0,-1 2-21 15,1-1-10-15,0-1-23 0,-2 1-24 0,-2-4-28 16,5 4-35-16,-5-4-38 0,0 0-59 0,1 2-255 0,-1-2-610 15,0 0 271-15</inkml:trace>
  <inkml:trace contextRef="#ctx0" brushRef="#br0" timeOffset="158221.94">21277 6208 216 0,'0'-4'352'0,"0"-2"-9"0,0 1-4 16,0-1 0-16,0 0-14 0,3 0-15 15,-2-2-25-15,2 1-16 0,-1 0-18 0,4 0-21 16,1 1-23-16,-2-1-16 0,1 1-24 0,2-1-15 0,-2 2-15 16,0 0-10-16,4 0-16 0,-3 3-13 0,-2 1-14 15,4-2-8-15,0 3-8 0,2 0-5 0,1 1-12 16,-4 2-5-16,2 0-11 0,-1 1 3 0,-1 3-3 15,0 0-8-15,-1 3-6 0,1-3-1 0,-1 3-4 16,-3 1 3-16,0-1-7 0,3 0-1 0,-7-1-6 16,4 4 1-16,-4-4 0 0,2 2-6 0,-1 0 2 15,-4-1-3-15,2 0 3 0,-2 0-4 0,-1 0-3 16,-3-1 6-16,4 0-12 0,-1-1 13 0,-4 0-5 16,4 1 6-16,0-2-3 0,-3 0-3 0,5 1 0 15,-4-3 3-15,3 1-2 0,0 1 2 0,0-1-1 16,1-1-3-16,0 2 6 0,2 0 9 0,-2-2-14 15,4 1 2-15,0 1 1 0,1-1-2 0,2 2 3 0,1 0-1 16,-2-1 0-16,1-1 4 0,2 2-3 0,5 1-3 16,-5 0-4-16,3-2 3 0,-3 2 3 15,3 0 0-15,-3 0 0 0,2 0-3 0,-4 1-5 0,0-4-6 16,1 5-2-16,-2-1-12 0,0-1 9 0,-3 2-5 16,2-3-7-16,-3 4 2 0,0-6 3 0,-3 3 23 15,3 2-18-15,-4-3 7 0,0 0-9 0,3 1 1 16,-5 0 3-16,2 1 6 0,3-2 2 0,1 1-4 15,-3-2 10-15,3 1-7 0,-5-1 2 0,5-1 2 16,0 3 6-16,3-4-13 0,-2 1 17 0,0-1-3 16,2 2-4-16,2-2 3 0,1 3 0 0,-1-2 0 15,2 1 5-15,-1 0 0 0,0 1-3 0,2-1-2 16,-4 0-2-16,3 2-1 0,-1-3 0 0,-1 3 8 16,-1-2-5-16,0 1-3 0,-4 0 1 0,4 0 3 15,-4-1-1-15,0 3-3 0,0-3 3 0,-4 4 1 16,0-3 1-16,0 2-4 0,-4-1-1 0,1 0-5 15,-4-1-23-15,2 2-26 0,-2-4-31 0,-1 1-26 0,-5 2-39 16,5-1-44-16,-3 0-67 0,4-2-61 0,-2-1-236 16,3 0-607-16,3 1 268 0</inkml:trace>
  <inkml:trace contextRef="#ctx0" brushRef="#br0" timeOffset="158987.54">22626 6239 81 0,'0'0'335'0,"0"0"-36"0,0 0-34 0,0 0-24 16,0 0-24-16,0 0-22 0,0 0-7 0,3 15-5 16,0-6-8-16,1 3-10 0,0 0-15 15,0 3-3-15,6 1-13 0,-5 1-18 0,1 2-9 0,-1-1-11 16,2-2-3-16,-3 3-15 0,4-1-7 0,-4-1-3 15,0 1-6-15,2-5-7 0,-3-1-8 0,-1 1-3 16,-2 0-19-16,3-3-27 0,-2 2-27 0,-1-6-33 16,0 2-44-16,4-3-50 0,-4 2-54 0,0-4-64 15,4 0-193-15,-4-3-505 0,7 0 223 0</inkml:trace>
  <inkml:trace contextRef="#ctx0" brushRef="#br0" timeOffset="159315.65">22939 6351 216 0,'0'0'230'0,"0"0"-24"0,-5-4-15 0,5 4-7 0,0 0-13 16,-14 3-9-16,14-3-13 0,-12 4-9 16,5-3-9-16,-1 3-8 0,1 1-9 0,-4-1-8 15,2-3-1-15,-2 3-6 0,-1 0-5 0,-2 1-8 0,3 0-7 16,-1-2-7-16,-1 1-7 0,0 2-5 0,1-2-5 15,1-1-6-15,0 0-6 0,3 1-1 0,1-1-5 16,0-1-1-16,2 1-8 0,-2-1-4 16,2-1-1-16,2 5-4 0,-2-4 1 0,3 2-1 0,2 0 4 15,0-4-9-15,0 9 7 0,6-4 14 0,-1 2 4 16,7 0-2-16,-2-1-11 0,1 1 8 0,2-1-6 16,4 3-2-16,0-3-7 0,2 2 6 0,1-3-2 15,-2 2-9-15,0-2 14 0,5 0-15 0,-4-1-9 16,-6-3-14-16,1 4-22 0,0-2-31 0,-3-2-54 15,0-1-48-15,1 0-71 0,-1 0-258 0,-4-3-536 16,-2 1 238-16</inkml:trace>
  <inkml:trace contextRef="#ctx0" brushRef="#br0" timeOffset="159675.01">23139 6448 202 0,'0'0'357'0,"0"0"-6"16,0 0-20-16,0 0-18 0,0 0-22 0,0 0-24 16,0 0-37-16,0 0-19 0,19-5-20 0,-13 4-21 15,-1-2-18-15,7 3-12 0,-1-1-18 0,-1 0-11 16,5 0-15-16,-1-2-18 0,0 2-34 0,0 1-16 16,2-1-28-16,-3 0-39 0,1-1-49 0,0 2-52 15,-3 0-52-15,1-3-53 0,-1 3-253 0,0-1-538 16,-6 1 239-16</inkml:trace>
  <inkml:trace contextRef="#ctx0" brushRef="#br0" timeOffset="159878.13">23238 6544 278 0,'0'0'296'15,"0"0"-10"-15,0 5 2 0,0-5-10 0,0 0-14 16,7 3 2-16,-7-3-30 0,7 3-24 0,-3-3-23 16,3 0-15-16,-7 0-19 0,18 4-15 0,-6-3-9 15,-1 0-28-15,-2 0-36 0,4 1-43 0,-1-1-56 16,0-1-79-16,0 0-79 0,3-1-87 0,-4-1-187 16,4 2-500-16,-4-2 221 0</inkml:trace>
  <inkml:trace contextRef="#ctx0" brushRef="#br0" timeOffset="160612.47">23766 6345 188 0,'3'-3'325'0,"-3"3"-26"0,0 0-25 15,0 0-32-15,0 0-25 0,0 0-26 0,0 0-23 0,0 0-14 16,0 0-16-16,0 0-13 0,-8 9-14 0,5-2-12 16,3 0-7-16,0 0-11 0,-2 3-8 0,2 0-6 15,0 4-8-15,2-3-3 0,-2 0-3 0,4 2-8 16,-3-3-5-16,1-1-4 0,2 2 1 0,-3-4-6 16,-1 0-5-16,3 0 3 0,-3-3 0 0,1 1-2 15,4-3 8-15,-4 1 4 0,3 0 12 0,-4-3-15 16,0 0-3-16,15-4 6 0,-10 1 20 0,0-2-7 15,1-1 6-15,2-3 0 0,-1 1 11 0,3-1 1 16,-3-2 9-16,3 0 13 0,0 0-11 0,-2-3 4 16,4 3 13-16,-5 1 6 0,3 0-4 0,-2 0 6 15,1 2 2-15,-3 3-5 0,1-4 0 0,-2 4-4 16,2 1-10-16,-2 0-4 0,-2 2-13 0,0-2-11 0,-3 4-6 16,5-4-10-16,-1 3-4 0,-4 1-9 0,0 0 1 15,9 5-10-15,-4-1 3 0,0-1-2 16,-1 4-3-16,-1-1-1 0,1 6-6 0,0-3-14 0,-1 2-26 15,2 1-24-15,2-2-23 0,-3 4-38 0,2-2-32 16,1-1-23-16,-5 2-22 0,6-2-35 0,-2 0-50 16,-1 0-43-16,-1-2-42 0,3 0-273 0,-4-4-683 15,2 0 302-15</inkml:trace>
  <inkml:trace contextRef="#ctx0" brushRef="#br0" timeOffset="160940.57">24183 6337 238 0,'0'0'225'15,"-10"9"-16"-15,9-4-4 0,-2 0-13 0,1 3-11 16,1 1-12-16,-2 1-16 0,-2-1-11 0,5 0-14 16,0 0-11-16,0 3-13 0,0-2-10 0,5 0-5 0,-5 1-9 15,4-2-6-15,2 0-8 0,-2-3-4 16,2-1-8-16,-1 0-5 0,6-1-6 0,-4-2-1 15,2 0-5-15,-3-1-3 0,4-1-3 0,0-1-3 0,0-2 0 16,0-1-5-16,-1-4-6 0,0 1-11 0,-1-1-7 16,-1-2-5-16,0-2-1 0,-2 1 1 0,-3-1-3 15,2-2 5-15,-3 2 3 0,-1-1 0 0,-1 0-4 16,0 1 2-16,-4 1 1 0,1-1 4 0,0 3-3 16,-3 0-1-16,-1 1 0 0,1 2-1 0,-5 2-2 15,5 2-6-15,-1 0-26 0,-1 2-31 0,0 0-35 16,-3 0-45-16,8 2-42 0,0 2-195 0,-1 1-417 15,1-2 186-15</inkml:trace>
  <inkml:trace contextRef="#ctx0" brushRef="#br0" timeOffset="161253.07">24558 6388 42 0,'-7'-2'290'0,"0"-1"-13"0,0 2-15 16,-2-4-19-16,5 4-21 0,-6 1-21 0,10 0-21 15,-11-2-17-15,4 4-16 0,7-2-15 0,-10 5-14 16,6-3-9-16,-2 2-9 0,5-3-10 16,-3 5-6-16,2-1-8 0,-1-2-8 0,3 1-6 0,1 0-3 15,1 1-9-15,0 0-7 0,2-1 1 0,-3 0-4 16,3 1-3-16,2-2-6 0,-1 0-1 0,-2-1-3 15,-3-2 0-15,9 2-4 0,-9-2 0 0,10 0 1 16,-10 0-6-16,6-2 4 0,-1-1-8 0,-2 1-1 16,-2-2-2-16,-1 4-1 0,5-7-10 0,-5 4-17 15,0-2-26-15,0 5-35 0,-5-10-39 0,2 7-53 16,-2-2-59-16,2-2-231 0,-4 3-498 0,0 2 221 16</inkml:trace>
  <inkml:trace contextRef="#ctx0" brushRef="#br0" timeOffset="162081.16">25024 6209 111 0,'-5'4'249'15,"2"-1"-13"-15,-1 2-15 0,0 0-14 0,1-2-18 16,1 4-14-16,-4-1-15 0,3-1-11 0,3 2-12 16,-1-1-4-16,1 2 3 0,1 0-5 0,1-2-9 15,3 1-12-15,2 3-6 0,3-3-11 0,0 2-10 16,3-2-8-16,3 2-7 0,-2-5-10 0,5-1-1 0,-6 0-5 15,4-1-6-15,-4 0 4 0,3-2-15 0,-6 0-4 16,2-3 5-16,-2-1-7 0,-5 1 2 16,1-4-12-16,-1 1-4 0,-2-1-7 0,-2-3 0 0,-5 0-6 15,3-3 1-15,-9 3-1 0,-2-5 3 0,1 2-4 16,-3 0 3-16,0 1-4 0,0 1 2 0,1 2-2 16,0 1-2-16,0 3 3 0,3-3 1 0,0 3-2 15,4 0 1-15,-4 1-3 0,6 0-3 0,1 3 2 16,3 1-4-16,0 0 4 0,0 0-1 0,11-5 0 15,1 5-6-15,2 0-6 0,5 0-7 0,4 0-4 16,-1 0-8-16,7-3-7 0,-1 2-3 0,4-2 8 16,-11 1-10-16,2-3-3 0,6-2-5 0,-10 0 3 15,-6 2 0-15,5-5 7 0,-6 4 2 0,2-1 8 16,-6-1 3-16,0-1 6 0,-1 0 3 0,-3 0 4 16,-2-3 3-16,0 6 8 0,-4-1 7 0,-1-3 10 15,-1 5 10-15,-2-3 4 0,-4 1 5 0,1 1-2 0,2 3 0 16,-3 2-7-16,2 1 3 0,-3 1 5 0,1 2-2 15,-2 3 10-15,1 1-3 0,0 4 4 16,0 3 3-16,3 3 8 0,2 2-1 0,-1 5 13 16,2 3 0-16,5 0-1 0,-1 1-8 0,2-1 2 0,6 4-5 15,-2-2-4-15,2 2 0 0,-3-2-6 0,6-2-1 16,-2 4-5-16,4-4-2 0,-5 0-1 0,4-1-5 16,0 0-1-16,-3-1-2 0,2 4 2 0,-4-12 3 15,-2-1-19-15,2-3-24 0,-2-2-19 0,-3 2-29 16,2-2-31-16,-3-1-39 0,0-3-44 0,-3-1-43 15,-1-1-56-15,0-3-177 0,-1-2-493 0,5 0 219 16</inkml:trace>
  <inkml:trace contextRef="#ctx0" brushRef="#br0" timeOffset="162237.4">25243 6431 335 0,'0'-5'342'0,"0"5"-14"0,3-6-10 0,-2 4-20 0,-1 2-29 15,7-8-23-15,-4 5-18 0,-2 1-27 0,4-1-23 16,-1 1-16-16,1-1-19 0,2 2-24 16,0-3-23-16,-2 4-66 0,6-1-56 0,-2 0-71 15,2-1-76-15,3 1-89 0,-5 0-195 0,4-2-493 0,2 2 219 16</inkml:trace>
  <inkml:trace contextRef="#ctx0" brushRef="#br0" timeOffset="163784.21">26012 6027 36 0,'-7'-1'265'0,"0"-4"-25"0,2 4-11 0,-3-2-15 16,-2 2-11-16,-1 0-8 0,0 1-15 0,-1 1-7 15,-1 0-12-15,-1 3-9 0,3 1-14 0,-3-1-13 16,2 2-9-16,-1 2-13 0,2 1-11 0,-3 2-6 15,2 1-10-15,1-2-3 0,2 4-8 0,2-3-4 16,1 1-5-16,1 2-7 0,4-2 2 0,-1 1-5 16,4 1-6-16,2-2-2 0,2 0-4 0,1 1-3 15,3-2-4-15,5 4 0 0,-2-2-2 0,5-2-3 16,-2-1-8-16,3-2-8 0,4-2-12 0,-5 0-11 16,5-4-7-16,0 2-16 0,-1-4-12 0,0 0-15 15,-2-3-12-15,2-4-14 0,0 2-9 0,-3-1 0 16,-1-3 2-16,2-2-1 0,-5-3 5 0,-2-2 1 15,1 1 5-15,0-4 12 0,-2-5 11 0,-3 5 7 0,-2 2 3 16,-3-6 8-16,-1 3 11 0,-2-7 23 0,1 8 20 16,-2 1 23-16,0-1 21 0,-3 0 20 0,2 5 11 15,-2 1 8-15,2 1 7 0,-2 1 5 0,1 2 1 16,-2-2-6-16,2 0-6 0,-1 6-7 0,0-2-9 16,2 0-7-16,-4 3-9 0,3 2-8 0,-1-1-8 15,3 3-3-15,-7-1-4 0,7 1-6 0,-9 4 0 16,5-1-5-16,0 2-1 0,-2 5-1 0,1 1 0 15,-1 1-6-15,1 1-1 0,1 3 0 0,1 0 1 16,-1 4-2-16,-3-1-4 0,7 1 7 0,0 1-1 16,0 2-2-16,0-2-1 0,2-3-7 0,3 4 0 15,-1-4 1-15,1 0-4 0,5 0 2 0,-3-2-3 16,1-6-5-16,-1 1-2 0,4-3-8 0,-1 1-8 16,-1-3-10-16,5 2-8 0,-1-5-3 0,1-1-5 0,-2 0 5 15,1-2 2-15,1-2 3 0,-4 0 5 16,5-3 4-16,1-4 2 0,-4 1 2 0,-1-1 2 15,5-4 4-15,-5 3 3 0,0-6-1 0,3 3 4 0,-3 0 2 16,-4 2 1-16,-1-1 3 0,2 2 12 0,-5 1 10 16,1-1 8-16,0 3 3 0,-2-1 1 0,-2 1-1 15,1 1 1-15,-1 0-6 0,0-1 2 0,-1 4-5 16,1 3-2-16,-6-5-2 0,5 2-4 0,-2-1 0 16,3 4-2-16,0 0 0 0,0 0-3 0,-16 7-2 15,12-4 2-15,0 2 0 0,1 2-1 0,-1-1 1 16,1 2 1-16,2 2-3 0,-1 1 4 0,2 1-4 15,2 0 1-15,-1-1-1 0,2 1-6 0,-2-1 4 16,5 2-1-16,-1-1-5 0,-1 0-4 0,4-4-1 16,-1 4-7-16,1-3-5 0,-1-2-6 0,3-2-5 15,-2 3-4-15,1-4-12 0,1-1 5 0,-1-1 1 16,-3-2-1-16,4 0 1 0,-3 0 3 0,3-4 7 16,-4 2-2-16,3-4 7 0,0 0 3 0,-2 0 5 0,2-5-3 15,0 5 7-15,-4-3 4 0,4 1 2 16,-5-3 4-16,-1 3 7 0,3-2 15 0,0 2 12 15,-4 1 10-15,2 0 6 0,-1 1 5 0,-1 2 6 16,2 0 11-16,-3-1-5 0,0 3-1 0,2-1-15 0,-3-1-7 16,0 4-1-16,4-4-1 0,-4 4-11 0,0 0 0 15,0 0-6-15,0 0-1 0,0 0 1 16,0 0-3-16,0 11-2 0,0-8-5 0,0 4 4 0,2-1-3 16,-2 1-3-16,0-1-6 0,3 1-7 0,-1 1 0 15,-1 1-9-15,1-3-10 0,0 1-7 0,2 1-11 16,-1-3-13-16,0 3-10 0,0-2-15 0,1-4-10 15,0 5-4-15,2-2-4 0,-1-2 6 0,-1-2 1 16,1 0 4-16,-5-1-1 0,9 0 7 0,-9 0 18 16,12-5 10-16,-8 1 1 0,1-1 5 0,-1 0 13 15,0-1 5-15,3-5 1 0,-2 1 29 0,2 0 1 16,-1-2 17-16,-1 1 2 0,2-1-3 0,0 1 7 16,2-5 3-16,-3 8 4 0,-1-3 10 0,1 1 0 15,0 1 1-15,0 0 6 0,-2 3 1 0,-3-2 0 16,4 4-4-16,0-1-6 0,-1 1-2 0,-3 0-8 15,-1 4 1-15,4-4-7 0,0 3 0 0,-4 1-3 16,0 0 0-16,14 4-4 0,-7-2-2 0,-2 1 0 16,-1 4-3-16,5-1-3 0,-3 1 2 0,5 1 1 0,-7 0-1 15,6 1-4-15,-2 1-1 0,4-1-2 16,-4 1 3-16,3 3-3 0,-3-1-2 0,-2-3 2 16,-1 1 0-16,-1-1 1 0,-1 1-5 0,-1-1 4 0,0 0 0 15,-4-2 1-15,0 0-2 0,-1-2-1 0,-2 2 1 16,-5-2-1-16,1 0 0 0,-2-3 0 0,1 3 1 15,0-3-1-15,-3-1-1 0,5 1 2 16,-4-2-1-16,5 0 3 0,0 0 1 0,0-2 0 0,7 2 1 16,-12-2 1-16,8 1-6 0,4 1-1 0,-1-5-6 15,1 5-5-15,0 0-14 0,5-8-24 0,2 4-29 16,1 0-26-16,2 0-23 0,7-2-18 0,1-2-18 16,1 3-20-16,-1-4-157 0,2 1-368 0,3-3 163 15</inkml:trace>
  <inkml:trace contextRef="#ctx0" brushRef="#br0" timeOffset="164471.69">27191 5786 166 0,'-3'-6'239'0,"1"-1"-14"0,0 3-11 16,-1-1-22-16,2 1-21 0,-4 1-20 0,5 3-16 15,0 0-14-15,0 0-12 0,0 0-8 0,0 0-11 16,-10 13-9-16,10-3-10 0,-4-1-7 0,4 4-3 0,0-1-8 15,-4 6-5-15,3 0-5 0,-1 2-4 16,1-1 0-16,0 9-8 0,1-7 3 0,1 1-3 16,0 3-2-16,-2-5-7 0,2 1 1 0,-1-1-1 0,3 1-4 15,-2-4-3-15,1 1-1 0,-1-4-6 0,6 1-4 16,-4-4-8-16,2 0-1 0,0-1-9 0,1-3-6 16,2 1 0-16,-2-3-5 0,1 0 2 15,1 0-5-15,0-4 11 0,1 0 3 0,2-1-3 0,-1 0 1 16,2-2 6-16,-1-3 0 0,1 3 1 0,-1-4 2 15,0-1 1-15,-2 1-5 0,2-2 4 0,0 0 2 16,-1 1-2-16,-1-2 7 0,2 1-5 0,-4 1 6 16,1-3 2-16,1 3 2 0,-5-2-1 0,2 1 9 15,-3 3 4-15,-1-1 2 0,0 0-2 0,-1 3 1 16,1-1-5-16,-2-1-1 0,0 5 4 0,-3-8-9 16,3 8-4-16,-6-1 5 0,6 1 0 0,-8 0-3 15,8 0-2-15,0 0 1 0,-15 2-3 0,11 1 3 16,-3 1-1-16,3-2 1 0,0 2 2 0,0 0-2 15,0-2-2-15,4 4 2 0,-1-2-1 0,1 1 0 16,0-5 2-16,0 4 3 0,0-4-5 0,3 5 2 16,3-4 2-16,0 0-1 0,0-1 1 0,1 2-1 15,5-4-4-15,-2 2 3 0,1 0-1 0,4 0 0 0,-3 0 0 16,3-1-2-16,-3 2 2 0,1-1-5 0,0-1 8 16,-3 1-1-16,3 1 0 0,-2 2-2 15,3-2 2-15,-5 2-1 0,2-1-2 0,-3 2-5 0,0-1 5 16,-2 3-1-16,1-1-6 0,-2 1 8 0,-1 0-3 15,4 1 1-15,-5 1-3 0,1-2 1 0,-1 2 2 16,2-2-1-16,-3 1 5 0,-1-2 2 0,2 0-1 16,-3-1 6-16,1 0-1 0,1-2 28 0,-2-2 27 15,2 7 29-15,-2-7 28 0,0 0 39 0,0 0 14 16,0 0-13-16,0 0 5 0,0 0-2 0,0 0-5 16,4-15-13-16,-4 10-6 0,0-1-10 0,2-1-9 15,-1 2-8-15,-1-2-7 0,3-1-3 0,-2 0-17 16,3-1-10-16,0-1-7 0,0 4-4 0,1-3-12 15,2 1-9-15,2-1-19 0,0 0-34 0,-3 1-39 16,2 0-56-16,-1 0-72 0,-1-1-72 0,1 4-92 16,3-4-91-16,-5 1-251 0,-1-2-734 0,-4 1 325 15</inkml:trace>
  <inkml:trace contextRef="#ctx0" brushRef="#br0" timeOffset="164674.79">27421 5889 229 0,'0'0'320'0,"7"-4"-34"16,-5 0-27-16,5 3-27 0,0-1-24 0,-3-1-20 0,-4 3-20 16,16-2-17-16,-9 2-22 0,4 5-36 0,-1-3-66 15,1 2-74-15,2-3-88 0,2 2-217 0,-2 0-380 16,-3 0 168-16</inkml:trace>
  <inkml:trace contextRef="#ctx0" brushRef="#br0" timeOffset="165065.41">27991 6054 244 0,'0'0'449'0,"0"0"-8"15,5 3-8-15,-5-3-18 0,0 0-14 0,0 0-18 16,0 0-24-16,0 0-29 0,0 0-30 0,0 0-31 16,0 0-26-16,0 0-28 0,0 0-18 0,0 0-25 15,0 0-17-15,-23 2-17 0,15-2-17 0,1 2-9 16,-1 0-14-16,-3-1-10 0,3 2-9 0,1-2-8 0,-4 5-9 15,7-3-5-15,-4 1-6 0,3 1-8 16,0 0-4-16,0 1 0 0,1-1-6 0,4 1 1 16,0 2 0-16,0-1-6 0,7 4-1 0,-2-1-4 0,1 1-3 15,3-1-5-15,3 5-3 0,-3-5-5 0,0-1-4 16,1 1-9-16,-1 0-9 0,-2-1 1 0,0-1-11 16,-3-3-7-16,0 0-18 0,0 1-21 0,-1-3-18 15,-2 1-15-15,0-1-4 0,-1-3-1 0,-6 3-23 16,0 0-25-16,6-3-32 0,-17 1-32 0,0 0-44 15,-2 1-66-15,-3-4-77 0,-9-2-245 0,-1 1-706 16,-3-1 312-16</inkml:trace>
  <inkml:trace contextRef="#ctx0" brushRef="#br0" timeOffset="-214321.24">3004 9500 121 0,'-5'-12'338'16,"-1"2"-9"-16,-1 1-14 15,3 0-11-15,-1 1-6 0,2 4-14 0,-1 2-25 16,4-2-31-16,-3 0-27 0,3 4-21 0,0 0 9 16,0 0 22-16,6 17-1 0,-5-3-10 0,6 3 2 15,-2 1-9-15,4 7-15 0,4 4-14 0,-6 0-21 16,-3-1-16-16,6 1-15 0,-2 2-9 0,-3-1-6 0,2-1-6 0,-3 0-14 0,0 1-7 16,4-2-8-16,-5-6-51 0,0-2-41 0,-2 6-55 15,-1-5-38-15,5 7-36 0,-3-10-34 0,1 3-44 16,-1-3-37-16,1-1-38 0,1-6-47 0,3 0-229 15,-2-1-636-15,2-1 281 0</inkml:trace>
  <inkml:trace contextRef="#ctx0" brushRef="#br0" timeOffset="-213882.56">3276 9802 121 0,'-3'-11'328'0,"3"3"-10"15,-1 0-11-15,-2 3-22 0,3-2-17 0,-1 2-26 16,1 2-25-16,0 3-15 0,1-6-19 0,-1 6-19 16,0 0-16-16,0 0 5 0,15 7-7 0,-11-2-1 15,6 4-29-15,-3 0-5 0,3 1-15 0,0 5-11 16,1 1-8-16,1 1-5 0,-1-2-8 0,-1 0-8 16,2 2 6-16,-4-2-16 0,0 2-7 0,-1 0-2 15,-2-5-5-15,-1-1-13 0,-1 1-5 0,0-1-1 16,1-5 2-16,-1-2-3 0,-2 2 6 0,-1-2 19 15,0-4-15-15,0 0-7 0,0 0-3 0,0 0-2 16,0 0-2-16,3-14 6 0,0 3 7 0,-1 1 7 0,-1-2-6 16,5 0 9-16,-5 0 12 0,6-1 2 15,-1 1 19-15,-1-1-1 0,3 2 3 0,-1 0-3 16,-2 3 9-16,2-2 5 0,-1 3-1 0,-1 2-1 0,-1 1-14 16,2 0-8-16,-5 1-9 0,6 2-6 0,-3 0-3 15,-4 1-3-15,11 2-7 0,-6 1 3 16,1 2-3-16,-1 0-1 0,2 4-5 0,0 2-8 0,-2-3-47 15,5 8-31-15,-3 0-18 0,-1 1-32 0,0-1-14 16,-1-4-9-16,2 6-21 0,-3-5-20 0,4-2-30 16,-4 1-32-16,2 1-19 0,2-4-34 0,0-1-294 15,3-1-640-15,-3-3 284 0</inkml:trace>
  <inkml:trace contextRef="#ctx0" brushRef="#br0" timeOffset="-213601.32">3763 9387 264 0,'0'-11'307'0,"-4"6"-20"0,4 1-11 0,-1-1-14 16,-1-1-10-16,2 6-25 0,-1-6-35 0,-1 3-8 15,2 3-20-15,0 0-14 0,0 0-1 0,0 0 3 16,5 13 3-16,-1-4-12 0,-3 2-18 15,5 7-12-15,-1-1-7 0,-3 2-18 0,1 11-7 0,3-2 0 16,-4 3-15-16,3-2-2 0,-4-1-5 0,3 2-8 16,0 1-9-16,-4-2 3 0,5-2-7 0,-2 0-39 15,0-2-17-15,-2-3-14 0,3-2-19 0,0 0-28 16,1 0-37-16,0-2-44 0,3-1-40 0,-2-4-39 16,-1-2-60-16,2 1-189 0,2-5-529 0,-2-1 233 15</inkml:trace>
  <inkml:trace contextRef="#ctx0" brushRef="#br0" timeOffset="-212991.97">3718 9778 270 0,'-6'-2'298'0,"6"2"-14"0,-3-4-21 16,3 4-22-16,-4-4-23 0,4 4-16 15,1-5-26-15,-1 5-14 0,9-3-21 0,-2 0-10 16,0 2-15-16,4 0-9 0,4 0-12 0,-1 1-8 0,0 0-15 16,4 0-3-16,-3 0-12 0,-1-2-1 0,1 2 7 15,0 0-18-15,-1 0-7 0,0 0 1 0,1 2-5 16,-4-2-4-16,1 1-2 0,2 0-3 0,-6-1-3 16,0 0 1-16,3 0-6 0,-7 0-1 0,-4 0-2 15,11 1-1-15,-4-1-2 0,-7 0-1 0,8 1 0 16,-8-1-3-16,4 2-3 0,-4-2-1 0,4 2 3 15,-4-2-4-15,4 6-2 0,-1-3 3 0,-2 1-6 16,1 4 6-16,-1-3-3 0,-1 1 3 0,1 2 0 16,3 1-1-16,-2 2-2 0,-1 0 3 0,-1-1 0 15,3 2 0-15,1-2-1 0,1 1 3 0,0-2-4 16,1 0 2-16,1 1 3 0,1-2-5 0,0 1 12 16,2-2-10-16,-1-1 4 0,-2-4-3 0,4 1 0 15,1-3-3-15,-1 1 2 0,0-2 3 0,1 0-1 16,-2-3-1-16,3-2 1 0,-3-2-1 0,1 1-2 15,-2-2 12-15,-2 1-10 0,-1-4 0 0,0 3 5 16,0-3 25-16,-3 1 8 0,2 2 13 0,-4-1 14 0,2-1 15 16,-2 4 5-16,-1 0 13 0,0 2 0 0,0-2-6 15,2 1 2-15,-2 4-9 0,1-2-8 0,-1 4-13 16,-1-8-8-16,1 8-9 0,0 0-5 0,0 0-9 16,0 0-7-16,0 0-3 0,0 0 0 0,0 0-2 15,0 0-3-15,1 17-2 0,2-11-5 0,-2 2-2 16,1 0-2-16,-1-2-1 0,5 2-1 0,-2 1-21 15,1 1-11-15,-1-1-18 0,1-3-17 0,1 2-18 16,2-3-25-16,-3 0-26 0,2-1-25 0,4 0-26 16,-4-1-26-16,2-3-20 0,4 2-18 0,-8-2-9 15,7-2-11-15,-2-1-5 0,1-4 2 0,1 1-163 16,-4-2-462-16,3 2 204 0</inkml:trace>
  <inkml:trace contextRef="#ctx0" brushRef="#br0" timeOffset="-212820.1">4446 9834 1230 0,'9'-8'-51'0,"-2"-1"45"0,-1 0 34 15,-5 2 32-15,4-1 37 0,-2 3 28 0,-1-2 12 0,-1 0 2 16,-1 3-3-16,0 0-8 0,0 0-15 15,0 4-8-15,0-6-12 0,0 6-9 0,-3-4-6 16,3 4-11-16,0 0-6 0,0 0 6 0,0 0-2 0,-12 8-6 16,9-5-5-16,2 2-8 0,-1 1-1 0,2 1 0 15,0 0-5-15,0-1-3 0,2 4-2 16,0 2-4-16,1-3-1 0,0 3-4 0,2-4-1 0,0 4 0 16,1-4 1-16,1 1-7 0,0-2-30 0,1 1-42 15,1-1-41-15,0-4-42 0,0 2-42 0,3-2-50 16,-1-3-206-16,-2-2-469 0,1-1 208 0</inkml:trace>
  <inkml:trace contextRef="#ctx0" brushRef="#br0" timeOffset="-212304.5">4676 9425 42 0,'-6'-11'259'0,"-2"2"-9"0,4 2-7 0,1 0-14 16,1 3-21-16,-3-1-18 0,4 1-19 0,-2 1-10 15,2-1-7-15,1 4-17 0,0 0-15 0,0 0-11 16,0 0-1-16,0 0-17 0,4 21-5 0,3-9-9 16,-3 3-4-16,3 4-8 0,1 2-4 0,0 6-7 0,-1 1-4 15,1-1-6-15,0-1-2 0,-1 1-3 16,1 2-6-16,-2-4-5 0,2 1-2 0,-1 0 0 16,-3-6-4-16,1-2-15 0,-2 0-25 0,-2-2-23 0,1-3-20 15,-1-2-23-15,3 1-28 0,-3-1-24 0,2-4-10 16,-3 1-11-16,4-3-4 0,-3 0-8 0,2-2-8 15,0-1 11-15,-3-2 3 0,0 0 21 0,0 0 25 16,0 0 19-16,16-7 17 0,-16 2 20 0,1-1 29 16,-1 1 18-16,0-1 24 0,0 0 24 0,-1-1 26 15,1-1 19-15,-5 0 16 0,2 3 12 0,-1-3 13 16,0 1 1-16,1 2 0 0,-5-3-2 0,5 2 2 16,-2 1 2-16,2 0 7 0,-1-1 11 0,1 1-3 15,2 1 4-15,0-1-13 0,-1 1 4 0,2 0-14 16,0 4-14-16,4-8-9 0,2 5-11 0,-2 1-13 15,4 1-6-15,2 1-6 0,2-2-3 0,3 2-12 16,0 2-7-16,-2-1 2 0,1 3-11 0,1-1-2 16,-1 1 3-16,0 2-4 0,-1 0-3 0,-2 1-9 0,1 1 3 15,-3 0-5-15,1 1 10 0,2 2-16 16,-1-3-3-16,-5 5-13 0,3-2-8 0,-4-1-24 16,2 3-13-16,-4-1-20 0,1 1-16 0,0-2-24 15,-2 0-21-15,1 1-27 0,1 0-22 0,-1-3-25 0,4-1-31 16,-1 0-36-16,-1-3-151 0,0 2-461 0,2-3 204 15</inkml:trace>
  <inkml:trace contextRef="#ctx0" brushRef="#br0" timeOffset="-211709.26">5226 9734 211 0,'0'0'220'0,"-9"-2"-7"0,9 2-17 0,-10 2-11 15,5 0-5-15,1 0-5 0,1 2-17 0,-1-1-15 16,0 1-11-16,1 2-7 0,2 0-8 0,2 3-9 16,1-1-10-16,-1 2-8 0,3-2-6 0,4 2-8 15,-2-2-3-15,3 2-10 0,2-1-5 0,-1 0-4 16,-1-2-5-16,2 0-5 0,0 0-4 0,-1-2-3 16,0 1-4-16,-3-4-1 0,0 2-4 0,-2-2-1 15,5-2-1-15,-10 0-6 0,7-3-2 0,-3-1-3 16,-3 0-3-16,0-1-1 0,-2-3 2 0,-3-1-3 0,1 0-3 15,-2-1 2-15,-3-1-4 0,5-1 2 16,-4 3 1-16,0-3 11 0,3 1 9 0,-4 2 0 16,6 0 6-16,-3 1 1 0,1 2-5 0,3 0 4 0,-3 0-4 15,1 2-2-15,0 2-5 0,3 2-7 0,2-5 1 16,-2 5-1-16,8-2 3 0,-8 2-9 0,11 1 1 16,-2 0-1-16,2 3 1 0,-3-1-8 0,7 2-10 15,-1 3-2-15,1 1-15 0,0-2-5 0,1 4-6 16,-5-3-5-16,5 3-5 0,-2-1-7 0,0 2-5 15,-4-3 0-15,0 0 4 0,2 0 4 0,-1 0 4 16,-4-3-10-16,0 0 10 0,-1-4 1 0,-2 2 6 16,2-1 14-16,-5 0 21 0,2-2 7 0,-3-1 13 15,7 0 9-15,-7 0 14 0,4-6 15 0,0 3 9 16,0-2 9-16,-3-2 18 0,3-1 5 0,2-1 1 0,-2-1 10 16,0-2 17-16,6 4 17 0,-5-4-7 0,-1 2-4 15,3 1-2-15,0-1-8 0,-2 0-5 0,1 3-7 16,-1 1-8-16,1 0-11 0,-1 1-10 0,1 1-9 15,0 0-13-15,0 2-2 0,-1 0-6 0,1 2-9 16,1 0-1-16,-7 0-11 0,12 2 1 0,-7 2-2 16,2 0-9-16,-4 1 2 0,4 3-4 0,-2 0 2 15,0 2-18-15,-2 1-34 0,0-1-26 0,-2 0-30 16,0 0-30-16,-1 2-24 0,0-3-37 0,-2 1-35 16,0 3-34-16,1-5-47 0,0-1-57 0,-5-2-240 15,1 0-642-15,-1-3 284 0</inkml:trace>
  <inkml:trace contextRef="#ctx0" brushRef="#br0" timeOffset="-211381.14">4993 9560 56 0,'0'0'294'0,"0"0"-3"0,0 0 7 0,0 0-1 16,0 0-8-16,0 0-7 0,0 0-19 0,0 0-5 16,0 0-10-16,0 0-14 0,0 0-6 0,0 0-17 15,24-2-25-15,-24 2-9 0,0 0-17 0,0 0-16 16,5 0-15-16,-5 0-17 0,0 0-18 0,0 0-3 15,0 0-23-15,0 0-27 0,0 0-34 0,0 0-37 0,0 0-19 16,0 0-37-16,0 0-37 0,0 6-58 0,0-6-70 16,0 0-89-16,-8 3-227 0,8-3-614 15,-12 2 273-15</inkml:trace>
  <inkml:trace contextRef="#ctx0" brushRef="#br0" timeOffset="-211021.78">4278 9610 33 0,'5'-4'301'0,"-1"-1"-16"0,0 2-20 16,-1-1-23-16,2 3-14 0,-5 1-20 15,4-4-2-15,-4 4-12 0,3-2-16 0,-3 2-21 16,2-4-14-16,-2 4-16 0,0 0-14 0,0 0-13 16,0 0-10-16,0 0-8 0,0 0-12 0,0 0-6 0,-7 11-5 15,6-7-4-15,1-4-8 0,-3 8-5 0,3-4-5 16,0-2-17-16,0-2-17 0,-3 4-11 15,3-4-13-15,0 5-14 0,0-5-17 0,0 0-9 0,0 0-17 16,0 0-34-16,0 0-34 0,0 0-47 0,0 0-54 16,0 0-153-16,0 0-432 0,-13-10 191 0</inkml:trace>
  <inkml:trace contextRef="#ctx0" brushRef="#br0" timeOffset="-210521.81">2929 9441 129 0,'0'0'329'0,"-5"1"-16"0,5-1-5 0,0 0-22 16,0 0-11-16,-7 3 20 0,7-3 19 0,0 0 7 16,0 0-9-16,0 0-14 0,0 0-10 0,0 0-14 15,0 0-13-15,0 0-19 0,0 0-23 0,0 0-19 16,0 0-24-16,-6-7-16 0,6 7-27 0,0 0-28 15,0 0-31-15,11-5-32 0,-5 2-38 0,2 2-58 16,4 1-39-16,1 0-58 0,-1 0-32 0,1 1-38 16,1 2-43-16,5-1-50 0,1 5-63 0,-6-3-241 0,8 0-668 15,-6 1 297-15</inkml:trace>
  <inkml:trace contextRef="#ctx0" brushRef="#br0" timeOffset="-210271.82">2770 10058 13 0,'-4'2'303'0,"1"1"-28"0,-1-2-19 0,4-1-22 15,0 8-2-15,4-4 4 0,3-2 5 0,0 2-23 16,5-3-22-16,6 3-16 0,5-1-22 0,1 1-9 15,6-3-22-15,0 0-10 0,3 2-12 0,-3-2-46 16,1 0-49-16,-1-1-70 0,4 0-77 0,0 0-95 16,-1-1-215-16,-9 0-484 0,-2 0 214 0</inkml:trace>
  <inkml:trace contextRef="#ctx0" brushRef="#br0" timeOffset="-209355">6135 9799 170 0,'0'0'319'0,"-8"0"-14"0,8 0-13 0,0 0-18 15,0 0-17-15,0 0-16 0,0 0-22 0,0 0-19 16,0 0-17-16,0 0-22 0,0 0-12 0,0 0-8 16,0 0-20-16,31-3-13 0,-12 1-10 0,3 1-5 15,7-2-20-15,-1 2-22 0,5 0-32 0,-2 1-48 16,3-3-56-16,-3 3-73 0,-6-1-81 0,-4-2-256 16,1 3-534-16,-8 0 236 0</inkml:trace>
  <inkml:trace contextRef="#ctx0" brushRef="#br0" timeOffset="-206691.75">7336 9435 56 0,'0'-6'310'0,"-1"-1"-19"0,1-1-20 0,-2 3-17 15,2 0-15-15,-1 0-19 0,1 5-20 0,0-7-19 16,0 4-18-16,-3 0-19 0,3 3-14 0,0 0-21 16,0-5-8-16,0 5-10 0,0 0-8 0,0 0-13 15,0 0-7-15,3 18-7 0,-2-8-2 0,1 0-6 16,0 1-5-16,0 2-5 0,-2-1-1 0,1 4-9 0,2 1 1 16,-3 1 1-16,0-1-5 0,0 1-4 0,0-1-1 15,0 1-4-15,0-5 8 0,0 4-12 16,0-5-1-16,0 0-2 0,0 1 2 0,0-1-3 0,0-3 5 15,0-2-5-15,4 4 0 0,-3-4 2 0,-1 0-3 16,4-2 1-16,-2 0 1 0,2-2-4 0,1 2 4 16,2-3 0-16,1 1-7 0,-1-3 4 0,1 1-2 15,3-2 1-15,1-2 1 0,-2-1 7 0,3 0-10 16,-3-1 2-16,4 0 5 0,-2 0-6 0,-4-3-5 16,3 2 4-16,0-2 0 0,-3 1 1 0,-1-2-3 15,0 1 8-15,-2 2 14 0,2-4 16 0,-2 3-2 16,-4 1 2-16,4 0 7 0,-1 2 2 0,0-3-2 15,-3 3 1-15,3 1 11 0,-4 3-21 0,4-5-11 0,-4 5-5 16,7-1-2-16,-7 1 6 0,0 0-9 16,4 0-9-16,-4 0-5 0,4 5 3 0,-1 0 3 15,5 2 1-15,-4-2 2 0,0 1-5 0,2 4-3 16,-1-3 1-16,2 3 4 0,4-4-4 0,-6 4 5 0,5-3-6 16,-5 1-3-16,6-3-1 0,-3 1 5 0,1-2-6 15,-4 0 4-15,4-2 2 0,-2-2-5 16,3-2 6-16,-1 0-2 0,-1 1-2 0,-1-2 7 0,0-4-2 15,2-1-5-15,-2 0-1 0,-3-3 4 0,-1 1 3 16,0-3-7-16,-2-1 8 0,3-2-11 0,-4-2 3 16,3 0-6-16,-6 1 8 0,3-1-2 0,-1 1 5 15,1 5-4-15,0 0 2 0,-4 1 0 0,4 0-3 16,-1 4-2-16,1-1-2 0,-2 3-38 0,1 0-34 16,-1 1-26-16,2 4-6 0,0 0-27 0,0 0-30 15,0 0-16-15,0 0-30 0,-4 15-27 0,4-3-26 16,2-2-202-16,0 3-503 0,3-1 223 0</inkml:trace>
  <inkml:trace contextRef="#ctx0" brushRef="#br0" timeOffset="-206237.13">8050 9531 85 0,'0'-4'229'0,"-4"-3"-11"0,1 2-16 16,1 1-11-16,-3 0-16 0,4 1-18 0,-6 0-12 16,1 1-16-16,0 0-15 0,-1 1-10 0,7 1-6 15,-15 0-10-15,6 4-6 0,-1 0-10 0,1 1-7 16,-1-2-4-16,1 3-6 0,0 0-6 0,0 1-8 16,1 3 0-16,0-3-4 0,1 1-2 0,-1 1-3 15,1 0-5-15,3-3-2 0,1 2 0 0,-1-2-4 0,4 1-3 16,-3 0 0-16,3 0-2 0,0-1 3 0,0-1-4 15,3-1-1-15,1-1 2 0,-1 2-1 16,4-2-3-16,2-1 0 0,-2-1 0 0,3-1-1 0,3-1-1 16,-2 0 0-16,0-2-2 0,1 0 0 0,-1-3-3 15,0 2 2-15,1-1 1 0,-2-1-3 0,-2 1-1 16,0 0-1-16,-1-3 5 0,-5 1 29 0,4 4 4 16,-3-5 5-16,1 3 8 0,-3-2 1 0,3 1 2 15,-4 3-4-15,0-2-4 0,0 1 6 0,0 4-15 16,0-6-8-16,0 6-6 0,0-3 3 0,0 3-5 15,0 0-2-15,0 0-1 0,0 0-5 0,0 0 0 16,0 0-1-16,-9 9-2 0,9-5-4 0,1 2 7 16,-1-1-12-16,3-2-16 0,-2 4-16 0,3-2-22 0,0 0-21 15,0 1-24-15,3-2-37 0,0 2-26 16,0-1-31-16,2-2-36 0,2 0-36 0,-3-2-134 16,6 0-427-16,-6-1 189 0</inkml:trace>
  <inkml:trace contextRef="#ctx0" brushRef="#br0" timeOffset="-205862.15">8243 9520 201 0,'0'0'207'0,"-1"-3"-23"0,1 3-9 15,-3-5-11-15,3 5-20 0,0 0-15 0,0 0-10 16,0 0-13-16,0 0-9 0,0 0-9 0,0 0-12 16,0 0-6-16,0 0-6 0,0 13-2 0,1-7-8 15,1 0-6-15,-1-1-4 0,3 2-1 0,-1-2-4 16,0 2-5-16,-2-2-3 0,2 1-3 0,0 0-4 15,2-1 3-15,0 1-5 0,-3-2 2 0,-1 0-4 16,5 0-2-16,-4 1 2 0,1-4-7 0,1 0 2 16,-4-1 1-16,0 0-7 0,0 0 4 0,11-3 4 0,-7-1 21 15,-1 0 7-15,1 0 12 0,0-1 5 16,-1-1 11-16,-2-2 8 0,3 1 6 0,-2 2 1 16,3-3 10-16,-1 2 2 0,-3 1-3 0,2-1 1 0,-2 0-3 15,2 4-3-15,-2-2-10 0,4 1-15 0,-4-1-7 16,-1 4-8-16,4-6-4 0,-4 6-5 0,4-1-5 15,-4 1-8-15,0 0 4 0,14 7-10 16,-9-3 3-16,-1 1-4 0,3-1-8 0,-3 2-16 0,7 2-5 16,-3-2-29-16,-1 2-24 0,1-2-17 0,2 0-31 15,-1 1-23-15,-1-1-29 0,3-1-31 0,-4-2-28 16,1-1-35-16,3 1-19 0,-3-2-161 0,-1-2-467 16,0 0 207-16</inkml:trace>
  <inkml:trace contextRef="#ctx0" brushRef="#br0" timeOffset="-205612.16">8555 9205 135 0,'-5'-10'292'0,"4"0"-15"16,-4 3-19-16,5 1-12 0,-3 1-27 0,0 2-23 16,3-2-26-16,0 5-21 0,-2-4-10 0,2 4-10 0,0 0-18 15,1 13-8-15,3-4-10 0,3 3-13 0,-2 4-8 16,2 4-3-16,0 0-9 0,-3 8-6 0,8 0-2 15,-2-1-6-15,-2 3-4 0,-2-1-2 16,1-1-3-16,-1-1-2 0,4 0-5 0,-2 0-3 0,1-1-2 16,-3-8-2-16,-1 1 0 0,-1-2-12 0,-1-5-7 15,0 0-27-15,-1-2-41 0,2 0-32 0,-4-2-27 16,2-3-31-16,-2-1-37 0,0-4-58 0,0 0-143 16,0 0-424-16,0 0 188 0</inkml:trace>
  <inkml:trace contextRef="#ctx0" brushRef="#br0" timeOffset="-205455.91">8589 9394 103 0,'-6'-3'316'0,"2"-3"-12"15,-1 2-12-15,-1-1-17 0,2 3-20 16,0-1-13-16,4 3-20 0,-7-6-16 0,3 4-26 16,4 2-16-16,-5-4-20 0,5 4-18 0,0 0-8 0,0 0-28 15,0 0-35-15,0 0-50 0,20 10-71 0,-6-6-91 16,5 1-95-16,4 0-185 0,7 0-474 0,0-1 209 15</inkml:trace>
  <inkml:trace contextRef="#ctx0" brushRef="#br0" timeOffset="-204768.44">9341 9215 140 0,'4'-1'281'0,"1"0"-5"0,-5 1-6 16,3-4-8-16,-3 4-13 0,4-5-21 0,-4 1-19 16,0 4-13-16,-1-6-18 0,-2 2-18 0,-1 0-15 0,-4 0-14 15,1 3-8-15,-1-2-14 0,-4-1-9 16,1 2-9-16,-3 1-10 0,-2 1-7 0,2 1-11 0,-1-2-1 16,3 3-9-16,-3-1-5 0,6 3-7 0,-1 2-6 15,-1-3 0-15,7 1-5 0,-3 5-3 0,5-2 0 16,2 1-4-16,2 3-3 0,5-1-11 0,9 4 3 15,1 0-3-15,4 7 0 0,5-3-4 0,0-2 9 16,-1 2-7-16,1-1 0 0,-8-4-6 0,8 5 3 16,-11-7-2-16,3 3 4 0,-3-1-2 0,-3 1-3 15,-4-3 0-15,2 0 2 0,-6-2 0 0,1 0-1 16,-3 0 3-16,-2-4-2 0,0 1 2 0,-6-1-2 16,1-1 1-16,-2 1-5 0,0-1 7 0,-8-2-4 15,2-2 2-15,-2 1 6 0,1-1-4 0,-2 0 0 16,4 0 2-16,-1-1 3 0,0-2-1 0,2 0 1 15,0-1-3-15,0 1 5 0,7 1-6 0,-3-1 6 0,3 0-1 16,3-1-7-16,1 4-22 0,-2-6-17 0,5 1-30 16,1 1-35-16,3 1-49 0,4-2-41 15,1 1-56-15,2-1-52 0,1 0-191 0,2-2-527 0,1 5 233 16</inkml:trace>
  <inkml:trace contextRef="#ctx0" brushRef="#br0" timeOffset="-204549.7">9603 9378 66 0,'2'-2'247'0,"-2"2"-3"0,0 0-15 15,2-3-18-15,-2 3-25 0,0 0-19 0,0 0-17 16,0 0-9-16,0 0-11 0,0 0-18 0,6 9-10 16,-3-4-9-16,-2 0-10 0,2 3-7 0,-2 1-7 15,4-2-5-15,-1 4-6 0,1-3-6 0,0 4-4 16,2 0-17-16,-2-2-21 0,6 2-26 0,-7-4-27 15,3 3-29-15,0-5-37 0,5 0-41 0,-8-1-46 0,6-2-135 16,-5 0-358-16,3-2 158 0</inkml:trace>
  <inkml:trace contextRef="#ctx0" brushRef="#br0" timeOffset="-204002.85">9769 9334 216 0,'-1'-6'218'0,"1"6"-26"0,0 0-18 0,0-4-15 16,0 4-20-16,0 0-6 0,0 0 4 0,0 0-8 16,1 15-7-16,2-10-12 0,-2 0-11 0,2 1-7 15,1 3-8-15,0 0-9 0,2 0-12 0,1 1-3 16,-3 1-4-16,1-3-6 0,2 1-3 0,-2 0-7 0,3 0-3 16,-2 0 0-16,-1-3-8 0,2 4-1 15,-3-4-2-15,0-1-2 0,0-1-1 0,0-1-7 16,-1-2 6-16,-3-1-4 0,8 1 0 0,-8-1-2 0,0 0-3 15,8-6 2-15,-5 0 17 0,-1 4 8 0,3-4 3 16,-4 1 5-16,2-5 3 0,-1 5 1 0,0-4 6 16,1 3-1-16,2-3-1 0,-1-1-4 0,-1 5-2 15,1-3-5-15,-1 3-6 0,0 1-5 0,1 0 5 16,-3 2-14-16,2-1-3 0,-3 3-5 0,8-3-5 16,-8 3 2-16,0 0-1 0,9 6-1 0,-3-2-2 15,-2 0-1-15,0 1 2 0,1 2-3 0,-1-2-7 16,2 1 6-16,-2 4 1 0,2-3-3 0,-2-2 0 15,1 3 1-15,-1-3 0 0,-1 0-4 0,1 2 3 16,-1-3 1-16,-2-2 5 0,3 1-4 0,0-2-7 16,-4-1 4-16,8 0 2 0,-8 0-3 0,0 0 3 15,11-4 1-15,-5 0 0 0,-4 1-1 0,1-5-1 16,1 3 7-16,1-2 23 0,-2 1 0 0,0 1-1 0,1-2-3 16,0 1 1-16,0 1 4 0,-1-3 5 15,1 5-6-15,-1-2-1 0,-1 1 0 0,1 1-6 16,0 0-3-16,-3 3 4 0,4-3-10 0,-4 3-7 0,4-2-3 15,-4 2 1-15,0 0-5 0,11 2-5 0,-11-2-19 16,9 5-21-16,-4-1-25 0,0 0-29 0,-1 2-36 16,3 0-43-16,-3-1-41 0,4 1-56 0,-2 1-46 15,2-1-160-15,0 0-516 0,0 2 229 0</inkml:trace>
  <inkml:trace contextRef="#ctx0" brushRef="#br0" timeOffset="-202956.01">10281 9358 234 0,'0'0'245'15,"0"0"-16"-15,-2-6-20 0,2 6-20 0,0 0-20 16,0 0-8-16,0 0 5 0,0 0-13 0,0 0-14 0,0 0-9 16,2 19-12-16,-1-10-12 0,0-2-6 15,4 2-12-15,-1 0-8 0,1 0-9 0,2 0-5 16,-2 0-5-16,3 1-5 0,-1-2-2 0,3 2-9 0,-4-2-5 15,4-1 3-15,-2-1-8 0,4-1-10 0,2-2-15 16,-6 1-11-16,4-1-7 0,-2-2-8 0,-2-1-6 16,2-1-7-16,-2-2-11 0,1 1 3 0,-1-2-5 15,1-1-6-15,-1-2 5 0,-1-2 2 0,-3 1-1 16,5-3 2-16,-5-2-6 0,-2 1 10 0,2-1 1 16,-1-4 1-16,2-1-1 0,-4-1 8 0,-1 0 0 15,-1-1 7-15,0 1-3 0,1-1 6 0,-2 0 2 16,0 0 14-16,0 3 17 0,-2-1 8 0,1 5 12 15,2-2 5-15,-2 4-1 0,-1 1 3 0,1 0 3 16,0 0-4-16,-3 2 1 0,2 1-5 0,1 1-6 16,-1 3-4-16,0-1-3 0,-2 1-2 0,1-2-2 15,5 5-5-15,-11 0 0 0,11 0-8 0,-8 8 6 0,4-4-3 16,-3 4-3-16,3 3 0 0,3 1-1 0,-2 4 2 16,3 2-2-16,0 2 0 0,4-1-2 15,0 1 1-15,4 6 2 0,2 1 1 0,-5-7-3 0,5-2-4 16,9 5-8-16,-3-2-6 0,2 0-7 0,-2-4-5 15,1-3-4-15,0 1-1 0,-2-2-5 0,1-3-10 16,0 0-10-16,1-3 0 0,3 0 6 0,-2-3-7 16,-3-2 0-16,-4-2 4 0,0-1 11 0,5 0-1 15,-5-2 5-15,1-1 7 0,-4 2 2 0,1-6 3 16,-2 2 1-16,0-4 14 0,-1 4 8 0,-2-6 10 16,-3 5 10-16,1-5-1 0,-2 5 10 0,0-1-1 15,-3-2 1-15,-1 1-3 0,1 2-2 0,-2-1-2 16,0 3-5-16,-1-2 0 0,1 4 1 0,-2 1-3 0,0 1-2 15,-2-2-1-15,2 3-1 0,-2 1-3 16,0 1 2-16,1 1-6 0,1 1 3 0,0 0-3 16,-4 1-2-16,5 3 5 0,1-3-1 0,0 2-3 0,2-1 3 15,-1-1 0-15,4 2-2 0,0-4 1 0,0 3 2 16,0 1-2-16,0-4 1 0,3 2-1 0,1-3 3 16,0-1 0-16,-4-1-5 0,11 0 4 0,-3 0-3 15,0-1 11-15,-1 0 12 0,0-5 4 0,4 2 4 16,-2-2 2-16,-2-1 2 0,1 2 6 0,0-3 1 15,-4 2 1-15,1 1-2 0,-1-1-1 0,1 1-4 16,-5 2 0-16,3-2-5 0,1 2-5 0,-3-1 2 16,-1 4-5-16,4-4-6 0,-4 4-3 0,3-2-2 15,-3 2-1-15,0 0-4 0,0 0 0 0,0 0-15 16,1 10-4-16,2-5-14 0,-3 1-11 0,1-1-12 16,1 3-9-16,1-2-8 0,-1 1-12 0,1 0-4 15,1-1-8-15,0-1-6 0,2-1-3 0,-1 1-3 0,-1 0-15 16,2-3 11-16,-1 0 5 0,3-2 5 15,2 0 12-15,-10 0 5 0,12-3 11 0,0-1 11 16,-4 1 6-16,2-3 18 0,1 0 13 0,-4 1 20 0,4 0 11 16,1-1 11-16,-4 1 6 0,-1 2 11 0,1-2 7 15,1 2 7-15,-3 0-2 0,-1 1 0 0,2-1-5 16,0 2-6-16,-3 0-4 0,-4 1-1 0,9 0-7 16,-9 0-1-16,10 0 0 0,-6 2-3 0,0 1-1 15,1 0-1-15,1 3 10 0,-2-1 13 0,2 1-8 16,-1 1-4-16,-4-1-4 0,6-1 0 0,-3 3-5 15,0-2-1-15,-1-1-3 0,-3-1-7 0,1 0 5 16,2 1 7-16,-2-1 26 0,-1-4 15 0,2 3 22 16,-2-3-5-16,0 0-7 0,0 0 10 0,0 0-13 15,0 0-2-15,-11-15-8 0,5 10-9 0,4 0-4 16,-4-5-3-16,0 1-5 0,1 1-7 0,1-2-8 16,-3 0-28-16,0 1-18 0,1 0-40 0,-2 1-39 0,2 0-63 15,-3-2-59-15,1 3-76 0,-2-2-190 0,-1 0-521 16,0 0 231-16</inkml:trace>
  <inkml:trace contextRef="#ctx0" brushRef="#br0" timeOffset="-202502.91">10034 9085 328 0,'0'0'320'0,"0"0"-32"0,3-6-28 0,-3 6-26 16,3-2-30-16,-3 2-19 0,0 0-22 0,0 0-14 16,0 0-16-16,0 0-12 0,0 0-12 0,8 6-8 15,-4-3-16-15,0 0-9 0,-1 2-3 0,0-2-13 16,-2 2 1-16,3-2-11 0,0 0-2 0,-2 1-5 15,2-2-4-15,-4-2-5 0,4 5-3 0,-4-2 9 16,0-3-9-16,0 0-3 0,0 0-4 0,0 0-3 0,0 0-10 16,0 0-15-16,15-5-17 0,-14-2-29 15,-1 5-32-15,0-3-37 0,0 5-44 0,-3-11-39 16,-1 8-38-16,1 0-172 0,-3-4-446 0,0 4 197 0</inkml:trace>
  <inkml:trace contextRef="#ctx0" brushRef="#br0" timeOffset="-202179.88">9790 9117 165 0,'0'0'294'16,"0"0"-17"-16,0 0-21 0,0 0-10 0,0 0-23 15,0 0-18-15,0 0-16 0,-10 0-20 0,10 0-20 16,0 0-7-16,0 0-20 0,0 0-14 0,0 0-3 15,0 0-19-15,0 0-12 0,0 0-7 0,0 0-4 0,0 0-6 16,0 0-8-16,0 0 2 0,0 0-6 0,0 0-6 16,0 0 2-16,0 0-2 0,0 0-6 15,0 0-1-15,0 0 3 0,0 0-11 0,10-9-1 0,-9 5-1 16,-1 4-5-16,4-8 2 0,-2 4 1 0,-1 1-9 16,0 0 4-16,-1 3 1 0,2-8-12 0,-2 8-4 15,-2-6-18-15,2 6-19 0,-2-5-22 0,-1 4-27 16,3 1-31-16,-10-1-37 0,10 1-49 0,-12 0-52 15,5 2-180-15,0 0-469 0,-1 2 208 0</inkml:trace>
  <inkml:trace contextRef="#ctx0" brushRef="#br0" timeOffset="-201383.3">11470 9275 194 0,'0'0'224'0,"0"0"-15"0,0 0-11 0,0 0-9 16,0 0-15-16,0 0-12 0,17 2-12 0,-17-2-6 15,11-3-12-15,-3 2-15 0,0 0-9 0,3-2-12 16,1 3-7-16,2-2-11 0,-3-2-6 0,4-2-9 16,-3 4-5-16,3-3-8 0,-1-1-4 0,-1 2-2 15,0 0-6-15,-2-1-2 0,-1-1-3 0,-3 1-4 16,-1-1-3-16,-2 1-4 0,2 0 1 0,-3-1-3 15,1 0-2-15,-4 0 1 0,0 1 3 0,-3 1-5 16,1 0-3-16,-5 3 1 0,2-2 3 0,-2 1 2 16,-2 1 6-16,-1 1-4 0,-1 1-1 0,-2 1 0 15,-1 1 2-15,0 2 11 0,2 0-2 0,1 2-4 16,0 0-1-16,0 1 1 0,-1 1-5 0,4 1 2 16,1 0-3-16,0 2-1 0,0-2 2 0,6 3-4 0,-3-1-3 15,4-4 5-15,4 4-3 0,0-3-1 0,4 3 2 16,4-2-1-16,2 1-1 0,5-2-10 0,0 0 0 15,11-1 7-15,0 0-6 0,1-1-13 0,2-3-27 16,1-3-26-16,2 2-19 0,0-3-29 0,-2 0-38 16,-1-4-30-16,-3 0-30 0,-1-3-34 0,0-2-177 15,-7 1-449-15,-2-2 199 0</inkml:trace>
  <inkml:trace contextRef="#ctx0" brushRef="#br0" timeOffset="-201195.81">12140 9192 17 0,'3'-8'178'0,"-2"1"7"16,-1 1 7-16,0 1-7 0,-1-2-9 0,-1 3-17 15,2 4-9-15,-4-5-10 0,2 3-5 0,2 2-10 16,0 0-8-16,0 0-6 0,-21 8-10 0,17-2-9 0,-1 3-7 16,-2 1-3-16,-2 0-8 0,0 1-6 15,-2 2-8-15,3-1-6 0,0 0-2 0,-3 1-5 16,4 4-3-16,-5-3-4 0,5-2-5 0,-2 4-4 0,0-4-10 16,4-1-27-16,-4 0-21 0,3-4-30 0,3 0-27 15,-1-2-21-15,0 0-22 0,-1-1-36 0,2-3-26 16,3-1-144-16,0 0-361 0,0 0 159 0</inkml:trace>
  <inkml:trace contextRef="#ctx0" brushRef="#br0" timeOffset="-200992.7">11941 9277 70 0,'0'-8'158'0,"0"4"19"15,0-5 17-15,0 2 12 0,0 2 10 0,0 1 1 16,0-2-7-16,0 6-12 0,0-6-20 0,0 6-18 16,0-3-19-16,0 3-14 0,0 0-11 0,0 0-15 15,0 0-6-15,0 0-8 0,10 9-10 0,-6-3-9 16,3 3-4-16,-1-6-7 0,1 8-7 0,6-2-2 15,-3 1-3-15,4 0-5 0,2 2-1 0,1-2-3 16,0 0-13-16,4-1-22 0,1 0-24 0,-1 0-28 0,9 2-27 16,0-4-31-16,-8-1-35 0,7 0-32 15,-8-4-32-15,11 1-20 0,-11-2-136 0,1-1-394 16,0-1 175-16</inkml:trace>
  <inkml:trace contextRef="#ctx0" brushRef="#br0" timeOffset="-200039.61">12553 9283 97 0,'-1'-8'195'0,"-3"3"4"0,1 0 1 0,-2-4-2 16,-1 2-7-16,-2-2-12 0,0 1-4 0,-1 2-10 16,-1 1-2-16,0-2-12 0,0 3-9 0,-1 1-7 15,-3 0-9-15,2 1-17 0,2 0-7 0,-4 2-8 16,3-2-12-16,-3 2-8 0,-1 4-7 0,7-1-7 16,-4 0-9-16,3 2 0 0,0-2-7 0,-2 6-5 15,2-5-4-15,0 6-2 0,2-4-6 0,0 3 3 16,2 1-8-16,4-2-1 0,1 1 9 0,1-2-9 15,2 4-3-15,4-2-2 0,-2-2-11 0,5 0-7 16,-2-1-9-16,5 2-9 0,0-3-12 0,2-1-12 16,-3 0-11-16,3-2-9 0,1-2-2 0,-2 0-9 15,2-4-2-15,-2 2 7 0,-2-2-5 0,3 0 13 16,-3-2 3-16,-1-2 8 0,-1 0 3 0,-1-1 7 0,-1-2-1 16,-1 1 13-16,-3-2 12 0,-1 2 14 0,-2 1 8 15,1 0 8-15,-2 1 10 0,-2 0 6 0,1 1-3 16,-2 0-4-16,-1 2-1 0,0 0 0 0,-3 2-2 15,3-1-2-15,0 2 0 0,0 0-6 0,4 2 4 16,-11 0-4-16,11 0 1 0,0 0-3 0,-11 4 0 16,6 0-1-16,2 1 0 0,2 1 2 0,-2 1 2 15,6-1-8-15,-3 0 4 0,1 2-2 0,-1 1 1 16,3-4-4-16,2 4-11 0,2-2-6 0,0 0-9 16,1 2-7-16,0-5-6 0,0 1-10 0,3-3-8 15,0 2-10-15,0-1 11 0,-1-3 0 0,2 1 3 16,-1-1 6-16,-2-1 5 0,2-3 5 0,0 0 2 15,-3-2 3-15,0 2 10 0,0-1-3 0,-4-3 18 16,3 3 15-16,-4-3 9 0,1 2 14 0,-2 1 5 0,-1-3 6 16,-1 1 3-16,2 2 4 0,-2 2-4 15,0-2 2-15,0 0-7 0,-2 1 5 0,2 4-6 16,-1-7-4-16,1 7 0 0,-2-3-8 0,2 3-4 0,0 0-4 16,-3-5-3-16,3 5-1 0,0 0-1 0,0 0-2 15,0 0-3-15,0 0 2 0,0 0-4 0,-1 16 1 16,2-11 0-16,-1 0-3 0,3 0 3 0,-1 1-2 15,-1 0-3-15,4-1 3 0,-1 1-2 0,-1-2 0 16,1 0 1-16,2 1-5 0,-4-2 1 0,3-1-1 16,0-1 2-16,0 2 2 0,2-2-2 0,-3 0 2 15,-4-1-1-15,11-1-3 0,-11 1 4 0,15-1-5 16,-11 0 3-16,2-2 2 0,-1 1-4 0,0-1-1 16,2-2 2-16,-1 1-4 0,-1 3 2 0,-1-3-1 15,3-1 3-15,-3 0-2 0,0-1 1 0,0 1 8 16,0 1 12-16,0-1-1 0,-1-1 7 0,1 1 7 15,0 0 0-15,-1 1 4 0,0-1-1 0,-1 2 2 0,1 1-6 16,-3 2-5-16,4-5-1 0,-4 5-8 0,0 0-2 16,3-3-4-16,-3 3-3 0,0 0 0 15,0 0-1-15,0 0 3 0,0 0-5 0,3 9 2 0,-3-9-4 16,0 6 3-16,0-1-3 0,0-5 0 0,2 6-1 16,1-2-3-16,0-1 2 0,-1 2-1 0,0-2 4 15,2 0-2-15,-1-1-1 0,2 1-3 0,-1-1 3 16,2 1-7-16,-1-2 1 0,3 1-3 0,2-2-1 15,-3 1-6-15,3-1 2 0,-1-1-6 0,0 1 7 16,3-2 1-16,-5-1-2 0,0 1 2 0,1-1 1 16,0 0-2-16,-1-1 2 0,-3 2 1 0,3-2 2 15,-1 2 0-15,-2 0 1 0,1-1 2 0,-4-1 0 16,3 1-2-16,-4 3-3 0,3-4 0 0,-3 4 2 0,0 0-3 16,0 0 1-16,0 0-1 0,0 0 3 15,0 0-7-15,0 0-15 0,1 10-12 0,-1-10-17 16,0 7-13-16,3-2-21 0,-1 0-27 0,-1-2-24 15,3 2-29-15,0-1-1 0,4 2-54 0,0 0-167 0,1-5-422 16,3 3 187-16</inkml:trace>
  <inkml:trace contextRef="#ctx0" brushRef="#br0" timeOffset="-199773.99">13210 9168 48 0,'-5'9'201'0,"2"-2"-6"0,3-1 0 16,-3 1-11-16,6 4 3 0,-7 1-6 0,2 0-15 16,0 6-11-16,4 0-9 0,-2 9-12 0,2-7-14 15,2 9-11-15,-1-3-7 0,1 4-4 0,-3-1-11 16,4 2-7-16,1-2-8 0,1-1-5 0,0 0-8 16,-2-8-6-16,-2 2-5 0,5-3-2 0,-4-1-12 15,2 0-20-15,-5-7-16 0,3 1-19 0,-4-5-15 16,4 3-26-16,0-5-10 0,-2-1-33 0,-1 0-20 15,5-4-13-15,-6 0-5 0,0 0 0 0,12-6-6 0,-7 0 2 16,-1-3-16-16,0-3-84 0,-1-1-265 0,1-5 118 16</inkml:trace>
  <inkml:trace contextRef="#ctx0" brushRef="#br0" timeOffset="-199024.03">13293 9228 125 0,'-6'-12'294'16,"3"1"7"-16,-4 0 3 0,3-2-12 0,-2 0-1 15,1 1-13-15,0 2-13 0,-1 0-15 0,1-1-14 16,1-1-11-16,0 4-11 0,1-1-19 0,0 3-22 16,-1 1-12-16,0-3-19 0,4 0-14 0,0 5-14 15,0-2-16-15,0 5-16 0,5-5-11 0,-2 4-26 16,-3 1-13-16,14 3-14 0,-6 0-5 0,0 1-8 0,2 0-12 16,1 3-4-16,-1 3 1 0,1 0-4 15,3 3 10-15,-6 0-12 0,0-2 3 0,-4-1-1 16,2 1-1-16,-1 1 2 0,-1-1 4 0,0 2-9 15,-4 0 8-15,0-3 4 0,0 0-11 0,0 0 10 0,-3 0 1 16,2-3 0-16,-3-1-3 0,-1 2 20 0,-1-4-17 16,2-3 4-16,-1 2-8 0,-1-1 5 15,1-1-6-15,-5 1-2 0,10-2-10 0,-12-2-5 0,8 0-6 16,-4 1-7-16,1-2 1 0,3 1 10 0,1-5-19 16,0 1-5-16,-1 1-3 0,4-3 0 0,0-2-2 15,3-1-7-15,0 0-11 0,1-1-5 0,3-3-10 16,3 0-7-16,0 1-9 0,-2-3-12 0,6 0-9 15,-2 1-7-15,-1-2 6 0,3 0 5 0,-1 1 14 16,-2-1 15-16,0 0 10 0,0 0 12 0,-3 0 6 16,0 2 30-16,-4-1 31 0,-1 3 25 0,0 1 20 15,-2 3 16-15,2-3 17 0,-3 3 8 0,0 0-1 16,0 0 7-16,-1 3 0 0,-1-2-7 0,1 3-4 16,1 1-3-16,-4 0 1 0,2 1-13 0,2 4-10 15,-1-7-8-15,1 7-4 0,-3-1-1 0,3 1-6 16,0 0-3-16,-8 9-3 0,8-3 3 0,-4 1-8 0,4 3-2 15,0 1-2-15,2 0-1 0,0 2 1 0,1 4-2 16,-2 2 1-16,3-2-7 0,0 4 6 0,2 0-6 16,1-4 2-16,1 4 3 0,1-2-3 0,2 8 2 15,0-8-1-15,0-1-2 0,-2-1 3 0,2 2-8 16,0-4-1-16,0 1 3 0,0-2 1 0,-3-4 7 16,-1 0-7-16,1-2 0 0,1-1-1 0,1-1 2 15,-4-3-2-15,7 0 0 0,-7-1-7 0,3-2-4 16,-2 0 3-16,2-2-9 0,1-2-1 0,-2-1 2 15,3-2-3-15,-3 1 3 0,2-2-1 0,-5-2 5 16,3 0-3-16,-2 0 2 0,-5-3 3 0,3 2 1 16,0-2-4-16,0 1 5 0,-4-1 8 0,2 5 2 15,-2-2 2-15,0 1 4 0,0 2-2 0,-2 0-1 0,1 1-2 16,0 1-3-16,-2 1 2 0,-1 0-3 16,1 1-4-16,3 3 2 0,-10-2-4 0,10 2 6 15,0 0-3-15,-10 4 3 0,4 0-2 0,3-1 1 0,2 3 0 16,-2 1 2-16,2 0-2 0,0 0-2 0,1 0-13 15,0 6-11-15,2-4-19 0,1 1-15 0,1-2-19 16,4 3-27-16,-2-6-24 0,3 3-25 0,1-3-40 16,1-1-40-16,2 0-161 0,-2 0-425 0,4-2 188 15</inkml:trace>
  <inkml:trace contextRef="#ctx0" brushRef="#br0" timeOffset="-198725.64">14009 9034 216 0,'-3'-4'297'0,"3"4"-17"0,-7-4-12 15,7 4-4-15,-5-1-27 0,5 1-14 0,-6-3-21 16,6 3-22-16,-5-3-20 0,5 3-10 0,0 0-18 16,0 0-13-16,-7 7-4 0,7-7-17 0,-1 5-12 15,1 1-6-15,-2-1-9 0,5 2-3 0,0 0-7 16,0 0-9-16,-1-1-3 0,2 3-5 0,3 2-3 0,-2-5-7 15,1 6 0-15,0-1-7 0,-4-3 12 0,1 1-15 16,0 1-1-16,0-2-5 0,-1-2-5 16,-2 1 1-16,0-1-1 0,-2 0 2 0,-1 0-9 0,-1-4 11 15,0 3-3-15,-2 0-3 0,-2-1-2 0,1-1-37 16,-4 1-35-16,0 1-49 0,-2-3-66 0,3 0-76 16,-3 0-275-16,0 1-571 0,4-1 253 0</inkml:trace>
  <inkml:trace contextRef="#ctx0" brushRef="#br0" timeOffset="-196196.19">14443 8833 97 0,'-3'-17'368'16,"0"0"-13"-16,2 5-4 0,1-3 4 0,-2 5 0 15,4-2-4-15,-2-2-7 0,1 7-4 0,-1-1-12 16,2 2-21-16,0 2-30 0,-2-1-28 0,3 2-29 15,-3-1-26-15,0 4-21 0,0 0-16 0,12 6-17 0,-6 0-13 16,0 3-10-16,1 1-14 0,0 8-5 16,0 0-8-16,1 1-11 0,0 7-7 0,-2 2-1 15,-1-8-12-15,2 8-4 0,-3 1-5 0,0-2-5 0,0-7-37 16,0 8-29-16,-1-7-29 0,4 4-31 0,-2-4-34 16,-4-2-25-16,4 1-25 0,0 0-28 0,-1-4-36 15,-1-1-45-15,-2-2-45 0,5-3-54 0,-1-1-290 16,-4-3-717-16,2-2 317 0</inkml:trace>
  <inkml:trace contextRef="#ctx0" brushRef="#br0" timeOffset="-195774.33">14384 8993 32 0,'0'0'280'15,"-4"-4"-9"-15,4 4-21 0,-4-3-25 0,4 3-21 0,0 0-22 16,7-5-22-16,0 4-14 0,-2-1-16 16,9 2-14-16,-3 0-10 0,3 3-12 0,0-1-8 15,0 0-9-15,-1 1-7 0,0-1-8 0,1 2-9 0,0 2-1 16,-2-2-7-16,1 3-6 0,0-2-3 0,-2 1-6 16,3 1-2-16,-5 0-3 0,2 1-6 0,-4-2 3 15,4 2-5-15,-7-1-1 0,4-1-3 0,-4 1 0 16,0 1-1-16,0-4-1 0,4 5-1 0,-2-3-1 15,-2 3 3-15,1-4-2 0,0 1-1 0,0-3-1 16,4 4-1-16,-2-2 2 0,3-1 5 0,3 0-7 16,-2-6 1-16,0 4-4 0,4-2 2 0,0-2 0 15,-3 0-1-15,2 1 0 0,-2-4 1 0,2 0 3 16,-3 0-8-16,-1-1 7 0,0-4-3 0,-3 5 9 16,-1-7 2-16,0 3 1 0,-2-3 1 0,-4 4-5 15,0-3-1-15,-1 1-1 0,-2 2-2 0,-1 0 4 16,-4-2-8-16,0 2 0 0,-5 0-2 0,1 1 1 15,-6 1-23-15,4 2-31 0,-2 2-40 0,-4-1-46 16,1 3-61-16,-3 0-258 0,3 2-493 0,-1 1 219 16</inkml:trace>
  <inkml:trace contextRef="#ctx0" brushRef="#br0" timeOffset="-194897.84">15372 8795 28 0,'0'-5'330'0,"1"3"-23"0,-1 2-26 15,0-6-25-15,0 6-28 0,0 0-30 0,0 0-21 16,0 0-17-16,0 0-16 0,0 0-16 0,0 0-13 0,-5 15-9 16,3-5-13-16,1 0-11 0,-2 1-7 0,6 1-4 15,-3 5-9-15,1 0-6 0,-1-3-5 16,4 3 5-16,-4-3-11 0,2-1-9 0,-1 2-3 15,0-4-1-15,1 2-2 0,2-3-2 0,-3 2-1 0,3-3-8 16,-3-3 4-16,2 0-3 0,0-1 0 0,-2-2-1 16,2 1 0-16,3-3-1 0,-6-1 0 0,8 0-5 15,-8 0 0-15,16-5-7 0,-8 2 2 0,1-2-2 16,1-1 0-16,3 0 2 0,-1 0 2 0,0 0-6 16,-1 0 2-16,-2-1-5 0,2 3 2 0,0-1 7 15,0 3-12-15,0-2 1 0,-4 2 2 0,2 1-1 16,-2 0-3-16,0 1-1 0,0 1-3 0,0 3 4 15,-2 0 0-15,0 0 0 0,2 3 0 0,-6 0-4 16,2 1 5-16,0 1 2 0,0-2-4 0,-3 3-2 16,0 1 3-16,0-1 1 0,-2 0 2 0,2-2-1 15,-4 1 1-15,3-2-5 0,-2 0 3 0,-2 1 0 16,-1-1-3-16,0 0 8 0,0-2-3 0,-1-4 4 0,0 3-5 16,0 1 7-16,1-2-4 0,-5-2 7 15,1-1 9-15,0 0 5 0,0 0 8 0,0-3 11 16,-2 1-5-16,3-1 6 0,3 1 2 0,-1-1-2 0,-2 1 3 15,4 0-3-15,-2 1 4 0,3-1 2 0,4 2 1 16,-7-3 1-16,7 3-3 0,-5-4-4 0,5 4-10 16,0 0-8-16,0 0-3 0,12-4-11 0,0 7-14 15,1-3-6-15,1 0-6 0,8 0-11 0,-3 2-10 16,12-4-8-16,-2 4-8 0,1-1-2 0,-6 1-5 16,-2-2-7-16,1-2-4 0,7 0 2 0,-8-2 4 15,-2 2-1-15,3-2 1 0,-4-4 0 0,2 0 8 16,-2 0 5-16,-3 0 7 0,0-2 3 0,-5 2 7 15,0-2 5-15,-3 1 6 0,-1-1 19 0,-3-1 8 16,0 0 12-16,-4 2 13 0,-3-3 7 0,3 4 13 16,-2 1 6-16,-2-5 9 0,-2 5 5 0,-2-3 3 15,4 4-8-15,-4 2-1 0,2 0-6 0,-3-1-7 0,-2 3-8 16,0 0-1-16,0 2-3 0,-1 3-7 0,1-1-2 16,0 5-6-16,0-2 1 0,2 1-4 15,-1 4-3-15,2 0 4 0,0-1 6 0,2 0-11 0,1 1-2 16,4 1 2-16,1 2 2 0,0-1 3 0,0-1-8 15,5 0 2-15,-1 0-1 0,3-2-20 0,4 1-18 16,1 2-29-16,-1-6-50 0,5 4-62 0,-2-4-72 0,8-4-63 16,1 1-268-16,7-1-614 0,-6 1 273 15</inkml:trace>
  <inkml:trace contextRef="#ctx0" brushRef="#br0" timeOffset="-192219.66">16381 8849 56 0,'-2'-2'365'0,"2"2"-24"0,0-8-21 0,-1 5-17 0,1 3-35 16,-1-3-29-16,1 3-24 0,0 0-25 0,0 0-23 16,0 0-16-16,0 0-7 0,0 0-24 0,-7 8-9 15,3-1-1-15,3-1-21 0,-1 4-10 0,1-2-6 16,2 3-14-16,-1 0 2 0,2 0-8 0,4-2-3 16,-2 6-5-16,-1-5-4 0,4 0-9 0,-3-1 3 15,4 0-3-15,-1 0 0 0,-2-4-4 0,1 0-6 16,6-1 1-16,-2 0-1 0,-4-2-4 0,7-2 3 15,-3 0-8-15,0-1 1 0,2-1-5 0,0-3 4 16,-3 1-4-16,2-3-1 0,-2 1-2 0,1 0 2 16,-1-4 3-16,-1 3-2 0,-1-1-2 0,1-1 2 15,-2 3-5-15,3-5 1 0,-6 6 2 0,1 3 1 16,-1-2-5-16,2 0 20 0,-5 1-20 0,4 1-7 0,-4 2-2 16,2-4-2-16,-2 4 0 0,0 0 1 15,0 0 7-15,0 0-2 0,2 11-1 0,-2-4-2 16,2-2 3-16,-2 1 1 0,0 2-2 0,-2-1 0 0,2 2 0 15,2-3 7-15,-2 5-9 0,0-4 15 0,5-1-14 16,-4-1 4-16,2 1-10 0,-2-1 8 0,2-1 0 16,1-1-1-16,-1 0 0 0,4-3-2 0,-7 0-6 15,15 0-6-15,-8-1-2 0,2-3 2 0,3-1 2 16,-1-1 4-16,0-2-3 0,1 1 3 0,-1-2 2 16,-1 0-2-16,3 2 4 0,-3-4 2 0,1 3 6 15,-2-4 12-15,0 3 5 0,0 1 21 0,-4 2 27 16,-2 0 30-16,4 0-2 0,-6 1-1 0,2 3-1 15,-2-3-4-15,2 2-21 0,0-1-7 0,-2 2-10 16,-1 2-4-16,0 0-9 0,0 0-1 0,0 0 6 16,0 0-13-16,3 9-10 0,0-5 3 0,-6 2-4 15,6 0-5-15,-3 1-4 0,0 0-8 0,2-1-16 0,0 2-17 16,2-1-15-16,0 1-21 0,1-2-21 0,2 3-27 16,1-3-35-16,-1-2-44 0,3 4-54 0,-1-6-59 15,3 1-300-15,-5-2-656 0,3 1 290 0</inkml:trace>
  <inkml:trace contextRef="#ctx0" brushRef="#br0" timeOffset="-192047.79">16529 8599 228 0,'-11'-5'222'0,"2"3"-22"0,0 1-40 0,3 1-67 0,6 0-50 15,-10 1-73-15,10-1-123 0,-4 2-166 0,4-2 74 16</inkml:trace>
  <inkml:trace contextRef="#ctx0" brushRef="#br0" timeOffset="-190813.46">17425 8921 32 0,'0'0'344'0,"0"0"-17"0,0 0-12 0,0 0-13 0,0 0-17 15,-7-9-16-15,7 5-12 0,0 4-9 0,0-9-8 16,0 3-21-16,2 0-8 0,-2-1-19 0,1-1-11 15,-1 1-15-15,2 0-16 0,-1-3-13 0,3 1-14 16,-4 1-7-16,4-2-18 0,2 1-8 0,-1 0-9 16,3 0-9-16,-1 0-11 0,1-1-6 0,2 4-3 15,-1-2-8-15,1-1-3 0,2 3-4 0,-4-1-4 16,2 2-9-16,2 1-11 0,-5 1-5 0,5-1-17 16,-5 4-7-16,6 0-3 0,-2 0 6 0,0 4-15 15,1-2-4-15,1-1 5 0,-3 2-6 0,1 2 2 16,-1-2-6-16,-1 6 3 0,0-6-2 0,0 6 5 15,-2-4-3-15,1 2-1 0,-3 0 2 0,0 0 5 0,0-1-3 16,3 0 2-16,-5 1-1 0,2-1 0 0,-1 1 6 16,-4-1-4-16,3 1 3 0,-3-1 5 15,0-1 2-15,-3 2 2 0,3-2 2 0,-4 0 5 0,-1 0-3 16,2-1 2-16,-1-2-1 0,-4 2-1 0,2-2 4 16,0 0 12-16,-2 1-10 0,2-2-3 0,-2 0 6 15,0 1-1-15,-3-1-1 0,6-1 9 0,5 0-8 16,-14 0 2-16,14 0-3 0,-11 0 4 0,6 0 1 15,5 0 4-15,-9 0 1 0,9 0-4 0,0 0 1 16,0 0-2-16,0 0 0 0,0 0 5 0,0 0-10 16,0 0-13-16,0 0-19 0,0 0-15 0,30 2-11 15,-19 0-15-15,4 0-18 0,4 0-13 0,0 1-16 16,0-1-12-16,11 0-9 0,-8 2-1 0,1-3-6 0,0 0-5 16,1-1 4-16,-3 2 15 0,2-4 8 15,-5 2 5-15,5-1 19 0,-3 0 18 0,-3-3 2 16,-2 0 21-16,-3 0 20 0,3-1 27 0,-6 0 25 0,1 0 25 15,1-1 18-15,-3-2 20 0,-4 3 20 0,3-2 6 16,-3 2 4-16,1-3-1 0,-5 3 2 0,3-2 1 16,-3 0-6-16,1 0-4 0,-1 0-8 0,-1 2-7 15,-2 0-11-15,2 0-3 0,-3 0-8 0,3 2-6 16,-5-1-5-16,4 2-7 0,2 2 1 0,-9-2-7 16,4 0 5-16,5 2-12 0,-12 4 0 0,2-1-5 15,3 2-2-15,-3-3-1 0,3 6-4 0,-4 0 1 16,1-2-1-16,2 3-1 0,-3-1-1 0,4 2-1 15,-3-2-1-15,3 0-2 0,0 2 4 0,3-3-6 16,1 2 5-16,0-2-4 0,5-1 0 0,-1 0-6 16,3 0-10-16,4-2-14 0,-1 0-14 0,7 0-17 15,-2-2-15-15,0 3-14 0,3-5-6 0,4-3-8 0,-4 0-2 16,3 1-5-16,1-3-2 0,-1 1 11 0,-7-4 2 16,3 3 10-16,3-4 14 0,-5 2 1 15,-4-2 14-15,2 1 12 0,-1-2 21 0,-5-1 25 0,0 2 22 16,-1 0 23-16,0 2 12 0,-3-1 15 0,-3 0 3 15,3 3-1-15,-1 0-4 0,-1 0-7 0,-2 0-2 16,0 0-8-16,-1 1-6 0,-1 3-5 0,6 1-7 16,-8 0-2-16,8 0 2 0,-8 2-10 0,5 2 1 15,-1 0-6-15,0 1 0 0,3 0-1 0,-2 0-3 16,3 0 3-16,-1 3-6 0,2-2 2 0,2 5-1 16,-2-5-4-16,6 3 2 0,-3 0-4 0,1-1 0 15,2-2-12-15,-3 2-16 0,7-2-17 0,-1-1-26 16,-1 1-29-16,2-3-36 0,0 1-32 0,1-3-33 0,2 0-27 15,-5-1-146-15,2 0-393 0,-1-2 175 16</inkml:trace>
  <inkml:trace contextRef="#ctx0" brushRef="#br0" timeOffset="-190094.74">18300 8787 149 0,'0'-5'214'16,"0"0"-6"-16,-3 2-2 0,3 3 1 0,3-5-12 15,-3 5-12-15,-3-3-17 0,3 3-17 0,0 0-18 16,-4-5-14-16,4 5-12 0,0 0-13 0,0 0-7 15,0 0-6-15,7 11-9 0,-7-4-9 0,1-2-6 16,2 0-4-16,-1 3-6 0,0 0-3 0,2-2-2 16,-1 4-5-16,-2-1-6 0,3-3-1 0,-2 1-4 15,0-1-3-15,1 1-16 0,0-2-1 0,1-1-2 16,-1 0-1-16,-2-2-4 0,4 2 0 0,-2-2 3 16,-3-2-3-16,11 0 0 0,-11 0 0 0,11-1-1 15,-4-3 2-15,-2 2 0 0,-1-3-2 0,3-1 8 16,-1 1 8-16,0-1 9 0,-2-1 9 0,2-1 14 15,-2 1 9-15,0 1 6 0,0-1-5 0,0 1 11 16,0 1 0-16,0-2-4 0,-1 1-1 0,-2 4-13 16,1-1-4-16,-2 3-8 0,4-3-8 0,-4 3-1 0,0 0-1 15,0 0-3-15,0 0-11 0,0 0 5 0,3 13-1 16,-1-8-3-16,-2 2-2 0,0-1-9 0,3 0 1 16,-3 1-8-16,2 1 1 0,0-2-1 15,0-1-1-15,1 2-2 0,0-4-1 0,1 1 3 0,-1 0-2 16,1-1 3-16,-1-1 4 0,4 0-4 0,-7-2 3 15,10 0-2-15,-10 0 5 0,10-4 0 0,-6 1 0 16,2-1 5-16,-2-1-5 0,2 0 1 0,-3-2-2 16,3 1 1-16,-4 0 5 0,1-2 2 0,1 2-2 15,2 1 0-15,-2 1 10 0,-2-3 3 0,0 3-8 16,-1-2 4-16,0 5-8 0,-1 1 1 0,3-6-5 16,-3 6-4-16,4-2 3 0,-4 2-2 0,0 0 3 15,0 0-2-15,14 9-3 0,-9-4-5 0,1 0 0 16,-2 1 1-16,3 1-8 0,1 1-1 0,1 0 0 15,4-1-5-15,-2-2-4 0,-1 2-6 0,3-3 7 16,1 2-5-16,-1-2 0 0,-1 0 1 0,3-2-5 16,-3 0 9-16,2-1 0 0,-2-1 1 0,0-1 6 0,-1-2 0 15,0 1 0-15,-2-4 1 0,2 2 3 0,-2-2 0 16,0 1 2-16,-2 0 8 0,1-3 8 0,-2 2 5 16,-1-2 7-16,2-1 11 0,-3 0 5 0,-1 1 13 15,-1 2 11-15,0-3-1 0,-1 3 9 0,-1 0-2 16,0 0 3-16,-3 1-19 0,2 3-5 0,-2-2-3 15,3 4-10-15,-12-5 1 0,8 4-7 0,-4 0 1 16,8 1-7-16,-18 4 4 0,9 1-1 0,-1-1-5 16,-2 5 2-16,2-1-2 0,-1 0-2 0,6 2-6 15,-2-2 2-15,3 2 0 0,1 0 2 0,2 1 0 16,1-1-8-16,1 1-22 0,8-1-12 0,1 0-36 16,8 1-72-16,9 1-85 0,6-1-102 0,1-3-205 15,4-1-574-15,1 1 255 0</inkml:trace>
  <inkml:trace contextRef="#ctx0" brushRef="#br0" timeOffset="-188610.43">19872 8703 242 0,'-1'-4'279'0,"-2"-2"-17"0,-1 1-13 16,0-2-12-16,1 1-11 0,-1-1-7 0,-5-1 1 15,3 3-10-15,2 0-9 0,-3-1-15 0,2 1-19 16,-2 0-14-16,2 3-17 0,-1-1-13 0,-2 3-16 16,0 0-13-16,-4 3-6 0,1 2-6 0,-1 0-12 15,1 1-5-15,-3 4-11 0,2 0-2 0,2 3-2 16,-3 2-6-16,-1-1 1 0,6 1-10 0,-3-1-4 16,7-1-3-16,0 4-6 0,3-4 8 0,2 0-5 15,2-1-6-15,-2 1 3 0,8-2-2 0,-2-1-2 0,2 1 3 16,7-1-3-16,0-1-13 0,4 0-11 0,0-2-10 15,1-4-7-15,1 2-10 0,1-4 5 16,-1-1-12-16,4-1-13 0,-4 0-7 0,2-1-10 0,2-6-6 16,-6 0-5-16,2-1 1 0,-3-1-4 0,-1-4 2 15,-1 0 0-15,-3-3 3 0,2 0 7 0,-2-9 6 16,-6 7 9-16,-2-2 6 0,0 1 16 0,-3 0 16 16,-2 2 19-16,-1-1 14 0,-1 1 14 0,0 0 17 15,-1 5 8-15,-3-3 1 0,4 2-1 0,-3 1 3 16,0 2-5-16,-1-1-4 0,0 3-6 0,-1 1-3 15,2 2-3-15,-1 0-7 0,1 1-1 0,0 2 0 16,1-2 0-16,0 3-9 0,3 2-4 0,-9-1-1 16,9 1-4-16,0 0-5 0,-14 5 5 0,10 0 7 15,0 2-11-15,1 2 0 0,-1 1-6 0,1 3 7 16,-2 2 8-16,3 2-10 0,-1 1 2 0,3 0-4 16,-2 2 1-16,4-1 11 0,1 2-11 0,-2-3 0 15,5 0 0-15,1 2 0 0,-3-2 2 0,3 1-5 0,0-4 3 16,2-3-2-16,0-1-2 0,3 1 0 0,-1-3-4 15,1-1-6-15,-1-2-3 0,3-1-8 16,-1-1-7-16,2-1-4 0,0-2-1 0,4 0-3 0,-5-2 7 16,1-1 0-16,-2-3 6 0,-1 2-1 0,1-2 5 15,-2 0 0-15,2-3 4 0,-6 0 6 0,3-2-4 16,-1 1 0-16,-1-2 9 0,-1 0 5 0,-3 3 10 16,4-3 0-16,-6 2 5 0,0 1 2 0,0 2 1 15,2-1 0-15,-3 2 2 0,-1 0 3 0,0 2-8 16,3-1-2-16,-3 4-4 0,1-7-2 0,-1 7-2 15,0 0 1-15,0 0-6 0,0 0 1 0,0 0 1 16,0 0 2-16,0 0-3 0,0 0 2 0,-9 16-1 16,9-10 0-16,-2 1 1 0,1-1-1 0,0 1-2 15,1 4-1-15,0-5 7 0,0 3-3 0,1-3-3 16,-1 3-1-16,3-1-6 0,1-2-2 0,-3 2-1 16,3 0-5-16,0-4-10 0,3 2-4 0,-2-1 0 0,2-1-2 15,0 1 2-15,-3-1 0 0,7-2-1 0,-4 0 0 16,-2-2 3-16,-5 0 4 0,14-2 2 0,-5 1 3 15,-3-1 1-15,1-2-3 0,-2 0 8 0,1-1 2 16,0 0 10-16,1-3 3 0,-1 2 7 0,-1-3 2 16,-2 1 4-16,0 4 5 0,3-4 13 0,-2 0-9 15,-1 4 7-15,-1-3-2 0,-1 2 3 0,2 2-3 16,-2 1-4-16,-1 2-9 0,4-5 1 0,-4 5 7 16,2-3-17-16,-2 3 3 0,0 0-5 0,0 0 0 15,0 0 0-15,5 11 0 0,-1-5 0 0,-3 0-2 16,1 0-3-16,-2 0-4 0,2 4-4 0,1-5-1 15,-2 7-6-15,1-6 0 0,-1 1-3 0,2-1 1 16,0-1-8-16,2 0 3 0,-3-1 4 0,4 0-1 16,-3 0-1-16,2-1 3 0,-1-1-1 0,1-1 2 15,-5-1-3-15,9 0-2 0,-9 0 6 0,10-3 1 16,-4-2-1-16,-3 2 3 0,3-2 3 0,-1 0-2 16,0-2 2-16,-1-2 4 0,3 0 7 0,-1 0 2 0,-2 0 5 15,0-1 8-15,4 2 0 0,-4-3 2 0,0 3 0 16,2-2-1-16,-2 1-1 0,1 1 3 0,2 1-6 15,-3 2 11-15,0-1-7 0,0 4 2 0,0-2-5 16,1 0-1-16,-4 2-8 0,3-2 2 0,-4 4-3 16,8 0-2-16,-8 0 1 0,0 0 0 0,0 0-5 15,14 5 12-15,-10-1-9 0,0 1-1 0,1 0-4 16,1 1 4-16,-2 3 0 0,0-1-1 0,1-1 2 16,-1 4-2-16,3-2 1 0,-2 2-1 0,0-1 3 15,-3 1-5-15,2-1-4 0,2-3-4 0,-5 0 0 16,2 1 0-16,-1-2-2 0,1 1-2 0,-3-2-2 15,0 0 3-15,0 0 1 0,0-1 2 0,0-4 3 16,-5 6-5-16,2-5 0 0,3-1 5 0,-11 2-2 0,11-2-2 16,-7 0-13-16,7 0-11 0,-13-4-7 15,8 1-12-15,-1 1-11 0,1-2-13 0,-1 0-4 16,1 1-19-16,2 0-17 0,-1-2-26 0,4 0-4 0,-1-2-12 16,2 2-17-16,2-1-20 0,0 1-130 0,2-3-351 15,4 0 156-15</inkml:trace>
  <inkml:trace contextRef="#ctx0" brushRef="#br0" timeOffset="-187672.97">20943 8395 114 0,'-2'-4'243'0,"1"2"-13"0,1-4-13 15,0 6-18-15,0 0-16 0,-3-6-23 0,2 3-18 16,1 3-15-16,0 0-11 0,0 0-14 0,0 0-9 15,0 0-8-15,0 0-11 0,-6 15-8 0,6-10-7 16,-5 2 3-16,5 1-9 0,0 2-2 0,0 2 2 0,-3 1-8 16,3 0-5-16,-1 3 0 0,0 2-1 15,1-1-5-15,-2-1 1 0,2 1-4 0,0-1-4 16,0 2-1-16,0-1-3 0,2 0-3 0,-1 1 1 16,2-1-1-16,-2 0-2 0,6-4 0 0,-3 4-6 0,1-5 4 15,-1 1-1-15,3-2 0 0,1-2 0 0,1 2-6 16,-1-4 5-16,1 2-3 0,-1-2 0 15,3 0-1-15,0-3-1 0,-1 2 0 0,1-4 0 0,1-1-3 16,0 2-6-16,-1-6-6 0,1 2-4 0,-2-1-3 16,-1-3-2-16,3 0-3 0,-1-1 3 0,-1 2 0 15,-1-6-1-15,1 3-2 0,-2-3 1 0,0 2-1 16,2-2 6-16,-6 4-3 0,0-3 3 0,0 1 0 16,-1 2 5-16,-2 0-1 0,1 0 1 0,-1 0-2 15,-2 1 2-15,-1 1-5 0,-1 0 5 0,3 0 1 16,-5 2 3-16,5 2-4 0,-6-3 2 0,6 3 0 15,0 0 7-15,-9 0-3 0,9 0-5 0,0 0 3 16,0 0 0-16,-11 5 1 0,11-5-2 0,-3 4 2 0,3-1 0 16,0-3 1-16,-4 5 2 0,4-5 4 15,0 6 0-15,0-6 5 0,6 5 4 0,-4-2 3 16,1-1 1-16,0 1 1 0,4-1 0 0,-3 0 1 0,1-1-4 16,3 1 1-16,-2 0-4 0,3-2-3 0,-2 1 4 15,0 1-3-15,1-2-2 0,-1 2-3 0,2 0 2 16,-3-2-2-16,2 2-1 0,1 1 0 0,-2-1 4 15,2 2-8-15,-1-2 3 0,-2 2-4 0,3 1 0 16,-1-2 1-16,-1 2 2 0,-1 0-6 0,-2 3 0 16,3-5 6-16,0 3-1 0,-3 0-3 0,-4 0-2 15,4-3 5-15,0 4-5 0,-3-4 0 0,2 0 4 16,0 0-1-16,0-2 2 0,-3-1 4 0,1 5 14 16,-1-5 14-16,0 0 7 0,0 0-2 0,0 0 4 15,0 0 4-15,0 0-1 0,0 0-1 0,-11-9-5 16,7 5-6-16,0 2 2 0,4-5 8 0,-1 4-15 15,1-3-2-15,1 1-5 0,-1 0-7 0,4 2-17 16,0-1-12-16,0-4-14 0,0 3-12 0,5-3-17 0,-1 1-18 16,4 1-9-16,-2-1-17 0,3 0-24 15,3-3-26-15,3 1-1 0,-1 0 2 0,1 2 9 16,-1 0 2-16,-6 1 10 0,3-1 14 0,-3 2 23 0,-1-1 17 16,-1 1 25-16,-4 0 31 0,0 3 14 0,-1-2 20 15,-2-2 10-15,0 5 5 0,-2-5 12 0,-1 6 11 16,0-6-2-16,0 6-1 0,0 0 1 0,0 0 0 15,-7-3-3-15,7 3-3 0,0 0-1 0,-12 2-6 16,8 3 1-16,0-3-1 0,0 2 1 0,0 0 3 16,1 2-1-16,0 2 5 0,-1-1 1 0,4-1 5 15,0 2-7-15,0-1 3 0,0 1-7 0,2 0-2 16,2-1-4-16,-2 1-3 0,1 0-1 0,0 1-4 16,-2-1-2-16,2-1-5 0,0-1-2 0,1 1 3 15,-3-1 4-15,0 0-10 0,-1 1-6 0,0-4-14 16,0 2-13-16,-1 0-20 0,-3-1-30 0,0 0-37 15,-3-2-40-15,3-1-44 0,-3 1-52 0,-1-2-144 0,-3-2-415 16,0 2 184-16</inkml:trace>
  <inkml:trace contextRef="#ctx0" brushRef="#br0" timeOffset="-187407.35">21031 8483 104 0,'0'0'338'0,"0"0"-26"0,4-8-30 0,0 7-28 16,2-1-22-16,0-1-27 0,1 0-15 0,0 2-23 15,1-3-16-15,3 4-16 0,-3-1-11 0,3 1-18 16,1-1-42-16,-2 2-46 0,0 1-59 0,2 0-58 0,-3-1-79 16,1 2-216-16,-2-2-428 0,-1 0 190 15</inkml:trace>
  <inkml:trace contextRef="#ctx0" brushRef="#br0" timeOffset="-184506.77">21270 8743 152 0,'0'-5'236'16,"0"5"-13"-16,2-6-4 0,2 3-10 0,-4 3-8 0,1-6-11 15,2 4-15-15,-3 2-6 0,4-5-12 0,-2 3-5 16,0-1-10-16,-2 3-9 0,7-5-10 0,-3 2-10 16,-3 1-7-16,3-1-8 0,1 1-9 0,-1 0-15 15,-4 2-5-15,5-3-5 0,1 0-5 0,-1 2-11 16,0 0-5-16,-5 1-2 0,13-3-3 0,-8 3-5 15,-5 0-5-15,12 1 0 0,-5-1-9 0,0 0 3 16,-1 2-4-16,1-1-4 0,0 3 0 0,-1-2-1 16,1 1 3-16,-2-1-3 0,3 1-6 0,-2 1 0 15,-1 0-2-15,1 1 7 0,-1-2-9 0,2 2 0 16,-2 2-2-16,-1-1-2 0,0 0 0 0,-4 3 3 16,3-3-2-16,1 3-1 0,-1-2 8 0,-6 3-8 15,3 1 2-15,-1-4-2 0,-3 3 3 0,2 0-1 0,0-4 3 16,-3 1-5-16,4-1 1 0,-2 2-3 0,-3-3 0 15,2 0 2-15,2-1-2 0,-2 0 4 0,1 0 2 16,1-1-3-16,-1 0 3 0,3-3 5 0,-4 5 22 16,4-5 17-16,-3 3 23 0,3-3 14 0,0 0 7 15,0 0 6-15,0 0 6 0,0 0-5 0,0 0 0 16,-3-12 0-16,6 6-2 0,-2 0-3 0,4-1-3 16,-1-2-8-16,1 0-1 0,2-1-4 0,6-3-3 15,0-1-10-15,0-2-6 0,2 1-5 0,0-1-4 16,-4-2-4-16,4 1-12 0,0 0 0 0,-4-1-1 15,4 4-5-15,-4-1-1 0,1 2-6 0,0-1-6 16,-3 2-19-16,1 4-27 0,-3-2-22 0,1 6-39 0,-2-2-46 16,-1 0-54-16,2 3-69 0,-4 2-76 0,2 1-96 15,-5 0-218-15,8 2-705 0,-3 1 311 16</inkml:trace>
  <inkml:trace contextRef="#ctx0" brushRef="#br0" timeOffset="-182110.83">21998 8834 130 0,'0'0'390'0,"0"0"-18"0,0 0-37 0,0 0-20 16,0 0-36-16,-5 2-20 0,5-2-30 0,0 0-25 16,0 0-19-16,0 0-11 0,4 8-24 0,0-5-16 15,1-1-13-15,-1 2-8 0,0 0-16 0,2 1-6 16,-2 0-9-16,3 0-6 0,-2 1-17 0,2 0 6 15,-3 0-14-15,-1-1-1 0,0 1-6 0,-2 2-3 16,0-4-7-16,-1 2-5 0,-2 2 3 0,-3-3-16 16,0-1-15-16,-2 4-13 0,-4-3-20 0,3-1-21 15,-3 1-25-15,1 0-39 0,-3 0-42 0,3-2-62 0,4-2-62 16,-2 0-252-16,2 1-577 0,5 0 256 0</inkml:trace>
  <inkml:trace contextRef="#ctx0" brushRef="#br0" timeOffset="-181470.23">22726 8601 228 0,'0'-7'282'0,"-2"3"-20"0,1 0-13 16,-2-2-14-16,2 1-12 0,-6 0-17 0,6 3-16 0,-3-5-14 15,0 3-12-15,-2 2-15 0,1-2-13 0,-3 3-15 16,1-2-11-16,-3 1-6 0,-1 2-14 0,-1 0-8 16,-1 4 1-16,-1-3-14 0,3 1-5 15,-3 2-10-15,1 1 0 0,1 2-10 0,-3-2-1 0,4 2 3 16,0 3-14-16,0-4 0 0,0 4-6 0,-1-1-2 15,5 1 10-15,0 0-9 0,3 1-6 0,-1-1 1 16,1 0-5-16,1 2 2 0,3-1-1 0,3-1 1 16,1-2-7-16,1 1 3 0,2 0-2 0,1 0-5 15,4 0-12-15,-1-2-12 0,3-1-18 0,-2 1-9 16,3-3-7-16,0-1-10 0,0-2-7 0,4-1-5 16,1 0-2-16,-2-2 3 0,-3-1 7 0,-4-1 6 15,9-4 3-15,-7 4 9 0,-4-7 4 0,6 1 5 16,-7-2 4-16,3-3 11 0,-1-1 6 0,-3-4 13 0,-2 0 4 15,1-7 12-15,-3 5 13 0,0-5 6 16,-3 0 11-16,0 7 1 0,0-8 8 0,0 2 9 16,-3-1 14-16,2 0 8 0,-3 8 7 0,1 0 5 0,2 1 9 15,0 0 11-15,-1 7-1 0,0-1-4 0,2 1 10 16,-2 1 8-16,1 1-4 0,-1 4-2 0,1 0-10 16,1-1-11-16,-1 4-14 0,1 2-10 0,0-7-13 15,0 7-11-15,0 0-12 0,-3-3-4 0,3 3 1 16,0 0-11-16,0 0 0 0,-4 18-1 0,4-10-1 15,-3 3-3-15,3 1 6 0,0 6-13 0,-4 1 2 16,4 0 3-16,3 0-7 0,-6 3-1 0,7-2-1 16,-1 3-3-16,0-4 2 0,-1 1-5 0,4 1 4 15,1-2-9-15,0 0-10 0,3 2-14 0,-1-1-17 16,0-4-25-16,2 1-33 0,3-3-25 0,0 1-33 16,-3-2-38-16,3-1-48 0,-1-1-51 0,1-5-54 15,-2-1-250-15,1 0-649 0,-4-2 287 0</inkml:trace>
  <inkml:trace contextRef="#ctx0" brushRef="#br0" timeOffset="-181251.49">23018 8541 195 0,'0'0'292'0,"0"0"-27"0,0 0-26 0,0 0-27 16,0 0-22-16,0 0-16 0,0 0-20 0,0 0-14 15,0 0-14-15,-4 11-14 0,0-6-9 0,8 0-10 16,-8 2-8-16,8 0-8 0,-4 3-9 0,0-3-6 16,2 3-2-16,0-1-6 0,0 3-4 0,0-2-15 15,1-1-35-15,0 3-42 0,-1-5-42 0,1 2-56 16,1-2-52-16,2-1-196 0,1 1-421 0,-1-2 186 16</inkml:trace>
  <inkml:trace contextRef="#ctx0" brushRef="#br0" timeOffset="-180814.01">23265 8534 105 0,'1'-3'266'0,"-1"3"-18"15,-3-7-8-15,-1 4-16 0,1 1-9 0,3 2-13 16,-5-5-17-16,5 5-14 0,-6-4-16 0,2 3-18 15,4 1-10-15,-9-3-9 0,9 3-14 0,-10 0-10 16,10 0-8-16,-8 0-10 0,8 0-10 0,-11 3-5 16,11-3-7-16,-5 4 2 0,1-2-11 0,1 1-6 15,0 0-5-15,-1 0-1 0,4 1 2 0,-1 2-7 16,-2-1 3-16,2 1-8 0,-1 0-3 0,2-1-4 16,3 1-1-16,-2 1-3 0,2-2 3 0,-3 1-1 15,4 2 1-15,2-3-4 0,-1 4-4 0,3-1 0 0,2 1 8 16,-2 0-7-16,-4-3 0 0,4 2 1 15,-4-2-4-15,3 2-5 0,-1-2-8 0,-1 0-10 16,-1 0-1-16,-1-1-1 0,1 0-3 0,-2-2 3 0,0 1-2 16,-1 1 2-16,-1-5 5 0,2 6-1 0,-2-6 2 15,-5 4 4-15,5-4-1 0,-9 1 1 0,9-1 4 16,-12 0-7-16,6 0 7 0,-4-2 3 0,3 2-1 16,-1-2-3-16,-1 1 2 0,0 0-3 0,2-2-10 15,0 2-13-15,3 0-14 0,0-2-17 0,4 3-30 16,-8-1-24-16,8 1-39 0,0 0-22 0,0 0-32 15,0 0-167-15,15-5-406 0,-8 5 179 0</inkml:trace>
  <inkml:trace contextRef="#ctx0" brushRef="#br0" timeOffset="-180392.15">23473 8488 227 0,'0'0'271'0,"-3"-4"-12"0,0 2-20 0,3 2-16 16,-7-5-18-16,7 5-23 0,-7-3-14 0,7 3-21 0,-5-1-15 15,5 1-12-15,-11 2-13 0,11-2-10 0,-4 3-12 16,1-1-7-16,1 2-8 0,2-4-3 0,-10 6-8 16,9-3-8-16,-2 2-3 0,2 2-5 0,-2-2 0 15,0 0-8-15,1 0-3 0,0 0-5 0,2 2-3 16,0-1 0-16,0 0 2 0,0 1-4 0,2-1 0 15,0 0-3-15,2 1 1 0,2 2-2 0,0 0-1 16,1-1 0-16,0 2-2 0,1-4-3 0,0 2-3 16,1 0 2-16,0-1-1 0,-2 1-2 0,2-1 3 15,-3-1-5-15,-2-2-1 0,2 1-8 0,-2 0 9 16,-2-2-6-16,1 2 2 0,1-3-1 0,-3 1-2 16,-1-3 4-16,2 5 0 0,-2-5-1 0,0 0-1 15,-10 4 2-15,6-3-1 0,4-1-3 0,-11-1 3 0,3 2 1 16,8-1 1-16,-16-1-6 0,8 1 2 15,-1 0 1-15,1 0-7 0,0 1-16 0,1-1-21 16,0 1-23-16,7-1-23 0,-12 0-36 0,6 2-30 0,6-2-27 16,0 0-21-16,-5 1-33 0,5-1-133 0,0 0-399 15,0 0 177-15</inkml:trace>
  <inkml:trace contextRef="#ctx0" brushRef="#br0" timeOffset="-180142.16">23619 8502 194 0,'0'-4'340'15,"0"4"-12"-15,0-5 6 0,0 5-28 0,-2-5-23 16,2 5-27-16,0 0-22 0,0 0-23 0,2-5-30 16,-2 5-23-16,0 0-11 0,0 0-19 0,0 0-11 15,0 0-7-15,2 13-14 0,-2-8-14 0,1 0-5 16,-1 3-5-16,2-1-5 0,-1 5-12 0,0-2 1 15,2 1-3-15,-2-2-10 0,2 3-4 0,2 1-17 16,-1-4-16-16,-1 1-17 0,1 0-26 0,2 1-18 16,-3-2-24-16,-1-2-31 0,1 1-31 0,0-2-34 0,-2-1-50 15,6 0-45-15,-3-3-212 0,-1 1-523 0,-1-2 232 16</inkml:trace>
  <inkml:trace contextRef="#ctx0" brushRef="#br0" timeOffset="-179485.94">23793 8519 170 0,'0'-3'298'0,"0"3"-9"0,0-5-8 0,0 5-8 16,0 0-30-16,2-5-24 0,-2 5-21 0,0 0-22 15,0 0-19-15,0 0-19 0,0 0-14 0,0 0-10 16,0 0-14-16,0 0-10 0,0 0-9 0,0 0-9 15,0 0-8-15,1 15-1 0,1-11-10 0,-2 2-2 16,1 0-3-16,2-1-9 0,-1 0-2 0,-2 2 2 16,3-3-8-16,1 3-2 0,-4-3-6 0,4 1 0 0,-1 0-1 15,0 2 5-15,-1-3-12 0,-2-2 2 0,4 2-1 16,-1-1-2-16,-1 0 4 0,-2-3-7 16,6 1 3-16,-6-1-2 0,7 1-2 0,-7-1-1 0,0 0 2 15,11-2 0-15,-11 2-4 0,8-5-2 0,-4 2 0 16,-1 1 1-16,4 0-5 0,-3-2 4 0,1-3-1 15,-1 1-1-15,-1 1 3 0,4-3 3 0,-1 3 8 16,-1 0 0-16,0-1 21 0,1 1-9 0,-1 0-4 16,1 0-7-16,-1 1 1 0,-1 0-9 0,1 2 4 15,-2-2 7-15,-3 4-12 0,4-2-7 0,-4 2 3 16,6-3-5-16,-6 3 1 0,0 0-2 0,0 0 3 16,5 6-2-16,-5-2-1 0,2 1 4 0,-1 1-1 15,-1-1-1-15,1 1-1 0,1 1 2 0,-1-1-13 16,1-1 0-16,1 0-2 0,-1 2 3 0,-1-1 10 15,0 0-5-15,2 0-3 0,-1-4-3 0,0 2 6 16,0-1 1-16,1 1 1 0,-3-4 1 0,6 3 2 16,-6-3 0-16,0 0-1 0,11-3 4 0,-11 3-1 0,8-6-1 15,-4 3 5-15,2-1 0 0,-1 1-2 0,1-5 20 16,-2 3-10-16,1 1 8 0,2-3 17 16,-3 2-1-16,-2 2-3 0,3-3 6 0,0 1 14 0,-1 0-3 15,2 3 1-15,-2-2 26 0,-3 0-9 0,2 2-6 16,-3 2-8-16,6-6-2 0,-4 4-3 0,-2 2-10 15,4-3-6-15,-4 3 4 0,4-2-32 0,-4 2-17 16,0 0-6-16,0 0-10 0,0 0-3 0,7 5-25 16,-7-5-20-16,4 6-9 0,-1-2-17 0,-2 0-19 15,2 0-11-15,1 1-21 0,1 0-25 0,0 2-25 16,0-3-25-16,1 0-30 0,-2 3-28 0,1-4-197 16,3 0-522-16,-1 0 231 0</inkml:trace>
  <inkml:trace contextRef="#ctx0" brushRef="#br0" timeOffset="-178609.46">24249 8519 140 0,'2'-6'187'0,"-2"-1"9"16,3 3 9-16,-3-1 1 0,0 0-6 0,2 1 3 0,-2-1-6 15,1 2-10-15,-1 3-19 0,2-7-15 0,-2 7-18 16,0-4-17-16,0 4-17 0,0 0-6 16,0 0-13-16,0 0-6 0,0 0-7 0,0 0-6 0,0 0-9 15,-2 16-2-15,2-9-5 0,2-1-3 0,2 1-6 16,-3 1-2-16,-1-2-5 0,4 0 0 0,-2 5-3 15,0-5-3-15,2 1-6 0,3-1-10 0,-2 0-9 16,2 1-9-16,0-5-9 0,-1 2-5 0,3-2-5 16,-3 0 0-16,3 0-3 0,-2-2-3 0,2 0 2 15,-2-1-3-15,1 0 2 0,3-2 0 0,0 0 7 16,-3-1 2-16,2-3-2 0,-1 1 4 0,-2-2 3 16,1 0 1-16,-2 1 4 0,3-2-1 0,-5 0-4 0,0-3 10 15,1 1 1-15,-3-2 7 0,1 0-2 0,1-3 6 16,-2-3 3-16,1-1 9 0,-3 4 2 0,0-1 10 15,0-1-3-15,-2-1 4 0,1 4 3 0,1 3 0 16,-2-2 6-16,2-1 9 0,-3 2 3 0,2 2-7 16,1-1 6-16,0-1-3 0,-3 5 9 0,2-3-4 15,0 3-1-15,1 1-10 0,0 1 2 0,-2 1 4 16,2-2-1-16,-1 2 0 0,-1 2-6 0,2-1-6 16,0 4-6-16,0 0-9 0,0-6 1 0,0 6-6 15,0 0-2-15,0 0 3 0,0 0-7 0,0 0 3 16,-11 8-4-16,10-3 1 0,-1 2-2 0,-1 2 9 15,0 1-13-15,0-2 9 0,1 2-7 0,0 0-1 16,1 6 2-16,1 4-1 0,0-6 0 0,1 4 1 16,3 2 1-16,-1 0 1 0,1-1-5 0,4 0 0 15,0 2-12-15,3 4 2 0,-1-7-17 0,2 5-7 0,-1-5-10 16,4-3-10-16,-1 1-4 0,0-2-11 0,11 2-9 16,-9-4-8-16,3-3-3 0,-2-1 8 0,2-1 5 15,-1 0 2-15,-1-4 13 0,3-3 6 0,-7 0 3 16,-1 0 9-16,0-3 3 0,-2 0 4 0,-1-3 6 15,3 0 8-15,-5-1 23 0,2-1 5 0,-3 1-1 16,-2-4 10-16,-2 4 1 0,0-2 3 0,-2 1 3 16,2-2 4-16,-4 1 2 0,0 3-5 0,-3-2-5 15,3 3 0-15,-5 0-2 0,0-1-3 0,0 0-3 16,-1 2 0-16,-1-1-2 0,-1 4 4 0,-1 0-8 16,1 1-1-16,-1 1 4 0,0 3-3 0,1-2 1 15,1 1 0-15,0 3-2 0,0 1 1 0,1 0-2 16,2-2 1-16,1 3-1 0,-1 1 1 0,3-2 3 0,1 3-3 15,2-4 2-15,0 1-2 0,0-1 2 16,2-1-1-16,1-2 4 0,-1 3-4 0,2-2 0 16,1-2 0-16,0 1-2 0,1-3 4 0,2 0-1 0,-1 0-2 15,4-4 3-15,-4 2 7 0,2-1 10 0,-2-1 6 16,-1 0 6-16,3-3 6 0,-2 2 7 0,1-3 5 16,0 0 9-16,-2-1 1 0,-1 3 5 15,-1-2 4-15,2 0 0 0,-4 1-2 0,1 0 15 0,1 2-20 16,-4 0-14-16,3 1-1 0,0-3-5 0,-2 5-3 15,-1 2-13-15,2-5-6 0,-2 5-13 0,0 0-1 16,0 0-7-16,0 0-4 0,0 0-9 0,0 0-14 16,0 0-4-16,0 0-22 0,-10 13-9 0,10-7-16 15,-3-1-11-15,3 2-24 0,0-1-15 0,0 2-18 16,3 0-18-16,-2-3-22 0,-1-2-11 0,3 4-25 16,3-1-14-16,-4-1-156 0,2-1-421 0,0-1 188 15</inkml:trace>
  <inkml:trace contextRef="#ctx0" brushRef="#br0" timeOffset="-178328.22">24852 8513 50 0,'4'-3'127'0,"1"-1"14"0,2 0-1 0,-2 2-16 16,2-2 4-16,0 1 0 0,0 1 0 0,-3-2 1 0,3 1-7 15,-3 3-19-15,1-2-5 0,-5 2-10 0,11 1-12 16,-4 0-3-16,-2 0-9 0,1 2-8 0,-3 1-7 16,2-1 0-16,-1 2-9 0,-4-2 0 15,4 3-8-15,1 0-1 0,-2 0-3 0,0 1-2 0,-2-1-2 16,-1 1-4-16,3-3 0 0,-3 2 3 0,0-1-2 15,0-1 16-15,0-4 12 0,0 5 20 0,0-5 13 16,0 4 23-16,0-4 21 0,0 0 4 0,0 0 5 16,0 0-21-16,0 0-8 0,0 0-6 0,-3-15-15 15,2 8-10-15,-2 3-3 0,3-3-10 0,-3-2-10 16,1-2-7-16,-1 1-27 0,-1-1-28 0,0-1-31 16,-3 1-40-16,0-1-51 0,-1 1-57 0,0 1-72 15,-3-3-227-15,2 2-529 0,-4 4 235 0</inkml:trace>
  <inkml:trace contextRef="#ctx0" brushRef="#br0" timeOffset="-177906.36">23992 8254 121 0,'-3'-4'469'0,"3"4"-13"0,-2-5-21 16,2 5-36-16,-2-6-21 0,2 2-29 0,0 4-28 15,0-5-28-15,0 5-29 0,-3-6-27 0,3 6-22 16,0-5-25-16,0 5-29 0,0 0-51 0,0 0-70 15,0 0-63-15,0 0-51 0,0 0-21 0,0 0-46 16,0 0-53-16,-9 11-60 0,8-7-61 0,-2-1-242 16,0 2-604-16,-2 0 267 0</inkml:trace>
  <inkml:trace contextRef="#ctx0" brushRef="#br0" timeOffset="-177672">23554 8302 239 0,'0'0'317'0,"0"0"4"0,-4-3 12 16,4 3-7-16,-3-3-13 0,3 3-17 0,0 0-24 15,-4-4-20-15,4 4-24 0,0 0-18 16,-4-4-29-16,4 4-11 0,0 0-22 0,0 0-49 0,0 0-46 15,0 0-39-15,0 0-65 0,0 0-61 0,0 0-51 16,0 0-63-16,0 0-60 0,0 0-203 0,0 0-530 16,4 13 234-16</inkml:trace>
  <inkml:trace contextRef="#ctx0" brushRef="#br0" timeOffset="-177453.26">23179 8268 196 0,'-7'-2'372'15,"7"2"-6"-15,-5-2-9 0,5 2-4 0,0 0-19 16,-9-1-17-16,9 1-29 0,-4-4-26 0,4 4-26 0,0 0-21 16,0 0-26-16,0 0-17 0,0 0-33 15,0 0-31-15,0 0-45 0,0 0-55 0,0 0-50 16,0 0-61-16,0 0-81 0,0 0-88 0,0 0-291 0,0 0-609 15,4 11 269-15</inkml:trace>
  <inkml:trace contextRef="#ctx0" brushRef="#br0" timeOffset="-175547.62">25600 8406 112 0,'0'0'339'0,"-3"-6"-9"0,3 2-28 15,-1 0-18-15,1 4-18 0,0 0-16 0,-2-3-19 16,2 3-20-16,0 0-22 0,0 0-20 16,2-7-24-16,-2 7-11 0,7-4-15 0,1 4-13 0,0-1-9 15,1 0-11-15,5 1-6 0,-3-2-8 0,1-1-6 16,4 1-9-16,-2 2-6 0,1-2 1 0,-3 1-13 15,0-1-3-15,2-1 2 0,-4 1-5 0,-1 1 0 16,-2-2-10-16,-2-3-2 0,1 0 0 0,-2 1 1 16,-1 0-7-16,-1-1-1 0,-1 1 8 0,-2-2 0 15,1-1 14-15,-4 2 7 0,2 0 3 0,-4-1 2 16,3 2-9-16,-4 0-5 0,2-1-3 0,-4 4-3 16,-2 0-5-16,-2 0 1 0,1 4-7 0,0 0-3 15,-3 0 1-15,3 4 2 0,1-1-5 0,-3 3 7 16,3 1-15-16,-3 4 7 0,8-2-4 0,-2 1 0 15,2 1 0-15,2 3 3 0,4-3-6 0,0 0 2 16,4 1-3-16,3 0 4 0,6 0-10 0,1 0-19 0,1-1-10 16,7-1-23-16,5-1-26 0,3 1-20 0,1-5-20 15,-2-1-20-15,1-1-21 0,0-3-28 16,1-1-20-16,-1-1-11 0,-7-2-13 0,7-3-8 0,-1-2-6 16,-6 1 19-16,-3 0 5 0,-2-4 16 0,-2-1 26 15,1 2 20-15,-4-4 21 0,-5 3 36 0,1 1 31 16,-3-4 43-16,1 4 28 0,-4-1 28 0,1 3 20 15,-3-3 27-15,1 2 19 0,0 0 13 0,-2 3 5 16,3-2-6-16,-3 3-10 0,2 0-6 0,-2 4-15 16,0-5-6-16,0 5-9 0,0 0-4 0,0 0-4 15,0 0-8-15,0 0 1 0,-16 9-5 0,16-3-4 16,-4 0-4-16,-1 1-4 0,-2 1 2 0,0-1-5 16,3 2-1-16,0 1 2 0,-1 0-4 0,-2 1-3 15,2-2-2-15,0 2 1 0,1-3 2 0,-3 3-3 16,5-5-2-16,-2 1-10 0,-2-1-33 0,2 0-25 15,0-1-36-15,1 0-38 0,3-3-33 0,-4 1-50 16,-1-2-109-16,5-1-347 0,0 0 154 0</inkml:trace>
  <inkml:trace contextRef="#ctx0" brushRef="#br0" timeOffset="-175360.13">26004 8367 110 0,'-2'-6'266'15,"1"-1"3"-15,-2 2-6 0,2-1-1 0,-2 3-11 16,3-1-8-16,0 4-23 0,0-8-22 0,0 8-19 15,0-4-21-15,0 4-18 0,0 0-13 0,0 0-17 16,0 0-6-16,13 9-12 0,-7-1-10 0,5 2-1 16,5 3-13-16,-9-3-6 0,11 5-8 0,-3-2-23 15,3 0-23-15,-1 2-25 0,6 2-24 0,-5-5-32 16,7 3-43-16,-1 1-43 0,-6-8-52 0,2 2-26 16,0-3-184-16,0 1-456 0,0-3 202 0</inkml:trace>
  <inkml:trace contextRef="#ctx0" brushRef="#br0" timeOffset="-174828.83">26484 8425 60 0,'-2'-9'211'0,"0"2"0"0,0-3-4 0,-2 3-8 15,-1-1-15-15,1 3-21 0,0 2-10 16,-2 0-16-16,1-1-12 0,-5 1-16 0,4 2-10 0,-1 1-9 16,-3 1-8-16,10-1-7 0,-15 1-9 0,7 4-3 15,-2-1-8-15,3 1-5 0,-2-1-8 0,5 2-3 16,-1-1-1-16,1 1-5 0,-1 0-4 0,5-1-1 15,-5 1-7-15,5 1-13 0,4-1-10 0,-4 0-12 16,1-1-11-16,4 1-22 0,1-1-22 0,1-2-26 16,-1 0-17-16,7-1-18 0,-2 1-9 0,3-3-1 15,-2 1 2-15,0-2 6 0,0 1 13 0,1-1 10 16,0-1 16-16,-5 0 24 0,3-1 17 0,-5 1 31 16,2-2 19-16,-3 2 32 0,1-1 22 0,-2 0 27 15,0-1 17-15,-4 4 9 0,4-5 7 0,0 3 1 16,-3 0-6-16,-1 2-9 0,0 0-9 0,-1-6-9 15,1 6-7-15,0 0-6 0,0 0-10 0,0 0-5 16,0 0-5-16,0 0-5 0,0 0-4 0,0 0-5 0,0 0-1 16,-8 10-2-16,8-10 1 0,7 7-3 0,-3-4-5 15,1 2-1-15,4 0-3 0,-1-2 0 16,2 1-3-16,1 0-9 0,3-1-7 0,4 1-7 0,-7-2-8 16,2 2-2-16,1-3-6 0,1 2-3 0,-3-3 1 15,3 0 6-15,-3-2 0 0,2 0 1 0,-3 1 4 16,0-2 2-16,-1 1 3 0,-3 0 10 0,-1 0 13 15,2-2 12-15,-3 1 6 0,1 1 2 0,-2-1 5 16,1 2 13-16,-3-3-4 0,-2 4-3 0,6-2-4 16,-6 2-6-16,3-3-2 0,-3 3-5 0,0 0-5 15,8 0-5-15,-8 0-1 0,0 0-4 0,0 0-2 16,0 0-3-16,0 0-15 0,0 0-10 0,11 4-15 16,-7 0-15-16,0-1-13 0,1 0-22 0,2-1-15 15,0 2-10-15,3 0-13 0,-2-1 0 0,4 1-20 16,-2-2-22-16,2 1-7 0,0-1-4 0,2-1-102 15,-1-1-297-15,-2 0 132 0</inkml:trace>
  <inkml:trace contextRef="#ctx0" brushRef="#br0" timeOffset="-173672.63">27002 8474 619 0,'5'-2'-38'0,"1"-4"23"16,0 1 21-16,-2 1 41 0,2-2 23 0,-3 2 24 15,2 0 24-15,-2-2 15 0,1 0 17 16,-2 1 17-16,2 2 10 0,-4-5 4 0,0 3 4 0,1 3 5 16,-1-4-2-16,3 1-13 0,-3 5-12 0,2-5-18 15,-2 5-14-15,0 0-15 0,3-2-12 0,-3 2-13 16,0 0 0-16,0 0-23 0,0 0-6 0,0 0-6 15,-3 16-4-15,3-10-3 0,0 1-6 0,0 4-5 16,0 2-12-16,0-1 6 0,0 2-4 0,3 2 0 16,-2 2-3-16,-1-1-4 0,0-3 0 0,3 6-7 15,1-2 1-15,0 1-9 0,3 1-17 0,0-2-19 16,1 0-14-16,-1 0-17 0,1-2-6 0,-1 0-28 16,4-2-17-16,-4-3-15 0,0 1-26 0,2 0-29 15,-2-6-17-15,-2-1-12 0,1 1-3 0,1-3 10 16,-2 0-3-16,0-3 13 0,-5 0 21 0,7 0 22 15,-7 0 22-15,4-8 16 0,0 3 28 0,-4-1 14 16,0-5 20-16,0 1 14 0,0-2 20 0,-4 0 3 0,1-7 17 16,-1 1 1-16,0 0 17 0,0-3 12 0,-4 1 10 15,4 1 21-15,-4-1 18 0,2 0 21 16,-2 1 20-16,3 1 7 0,-1 1 11 0,0-1 10 0,4 5 7 16,-2-2-3-16,1 3-3 0,2-5-7 0,1 5-5 15,-1-1-6-15,-2 2-5 0,0 2 4 0,3-1-9 16,0 3 0-16,0-1-8 0,0 2-12 0,0-1-4 15,0 2-13-15,0 0-7 0,0 5-10 0,0-6-10 16,3 2 10-16,-3 4-25 0,4-4-5 0,-4 4-12 16,4-2-14-16,-3-3-11 0,-1 5-10 0,7-1-6 15,-7 1-5-15,7 6-3 0,-3-4-5 0,3 1 2 16,-2 0 0-16,1 2 1 0,-1-2-2 0,-1 4 3 16,1-2-1-16,0 0-3 0,-1 3-2 0,-1 0 4 0,-1-2 3 15,1 3-5-15,-2-2 0 0,-1 1-4 16,2 1 1-16,-4 0 0 0,1-3-1 0,0 2-8 15,-1-1-2-15,1-4-1 0,-2 3 3 0,0-1 5 16,1 0 5-16,-3-3 3 0,2 1 3 0,3-3 3 0,-10 1-2 16,9 1-1-16,1-2-3 0,0 0-6 0,0 0-3 15,-10-7-11-15,6 6-7 0,3-5-6 16,-2 1-10-16,6-2-1 0,-2-3-1 0,3 1-8 0,2-1-3 16,-2-1 2-16,3 1-7 0,0-2 3 0,3-3 3 15,0-1 12-15,-1-2 6 0,4 3 5 0,-4-2 7 16,-1-1 6-16,2-2 13 0,-3 0 14 0,1-1 17 15,-3 2 28-15,-1-2 22 0,2 4 14 0,-1-1 13 16,-1 0 12-16,-4 5 5 0,3-2 7 0,-2 4 2 16,-1 2 1-16,0 0-9 0,0 3-8 0,0 2-9 15,0-2-10-15,0 2-7 0,0 4-13 0,0 0-8 16,0 0-2-16,0 0-4 0,-5 11 0 0,5 0-6 16,0 0-2-16,1 7-6 0,2 1 0 0,-2-1 0 0,3 2 1 15,5 8-4-15,-3-8-1 0,4 6-1 16,0 0-1-16,0 3 0 0,3-3 0 0,-2-1-3 15,1-7 1-15,-3-2-3 0,1 1-13 0,0-3-11 0,-3-1-3 16,3-5-8-16,-3-2-3 0,2 1-7 0,-2-2-8 16,1-4-6-16,-1-1 0 0,2-1-2 0,-3 0 1 15,2-5 6-15,1-2 2 0,-2 1-4 0,-3-3 9 16,3 0 8-16,0-2 3 0,-3-5 5 0,2 6 1 16,0-3 4-16,-3 1 8 0,1 0 9 0,0 1 14 15,-4-1 2-15,3 2 5 0,-1 2 4 0,-2 0-1 16,1 2-5-16,-1 2-1 0,0-1-6 0,-3 1-3 15,0 1 2-15,3 4-2 0,-4-4 0 0,4 4-4 16,0 0-2-16,0 0 2 0,-12 7 0 0,9-3-1 16,-1 1 1-16,3 0-2 0,-2 2 2 0,0-3-2 15,1 5-2-15,0-2 3 0,2 2-1 0,0-2-1 16,2 1-3-16,2-2-4 0,-3 2-4 0,3-3-5 16,0 2-8-16,6-1-18 0,-3 1-14 0,2-4-16 15,5 1-12-15,-2 0-18 0,0-1-5 0,0-1 0 16,1-2-4-16,0 2 5 0,1-5 8 0,-1 2 9 15,-2-1 8-15,1 0 11 0,-1-1 12 0,-4 1 19 0,0-2 20 16,1 0 19-16,0 2 21 0,-5-3 9 0,0 3 11 16,1-1 12-16,-3 0 3 0,-1 3-1 0,3-3-8 15,-3 3-4-15,0 0-5 0,0 0-7 0,0 0-2 16,0 0-3-16,0 0-2 0,0 0-1 0,0 0-2 16,0 0-2-16,-10 10 2 0,9-6 5 0,0 3-5 15,1 0 1-15,0 0-1 0,0-1-5 0,1 4 2 16,0 1-5-16,1-2 2 0,-2 0-1 0,1-1 0 15,2 3-22-15,-3-1-45 0,0-1-58 0,-3-3-60 16,2 2-210-16,-2-5-409 0,0 3 181 0</inkml:trace>
  <inkml:trace contextRef="#ctx0" brushRef="#br0" timeOffset="-173125.78">28188 7959 149 0,'-3'-3'323'16,"3"-3"-22"-16,-1 2-17 0,1 4-22 0,-3-5-13 15,3 5-21-15,-1-4-20 0,1 4-23 0,0 0-21 16,-4-5-21-16,4 5-10 0,0 0-13 0,-6 12-14 16,6-7-12-16,0 3-12 0,0 2-1 0,0 0-14 15,0 3 3-15,0 0-2 0,0 6-11 0,-2-1-4 16,4 1-6-16,-2-1 9 0,0 1-15 0,4 2-3 15,-4-2-7-15,3 2-3 0,0 0 1 0,2 0-1 16,-2-1-6-16,-1 0-6 0,0-3-11 0,2 4-7 16,0-4-37-16,0-1-34 0,-4-3-34 0,4 1-41 15,-2-2-41-15,1-2-45 0,1 0-50 0,-3 0-165 16,-1-4-487-16,0 0 216 0</inkml:trace>
  <inkml:trace contextRef="#ctx0" brushRef="#br0" timeOffset="-172719.54">28165 8198 114 0,'-4'-4'262'0,"0"0"-8"16,1 0-9-16,0-1 0 0,-1 4-14 0,3-3-12 0,1 4-16 16,-4-4-9-16,4 4-18 0,0 0-15 0,0 0-16 15,0 0-16-15,0 0-15 0,12-3-5 0,-12 3-14 16,16 4-9-16,-6 0-11 0,2 0-2 0,0 0-10 15,1 1-8-15,-1 0-3 0,0-1-8 0,2 1-3 16,-1 2-6-16,-2-1-1 0,1-1-4 0,-1 1-3 16,-4 0-6-16,1-3 0 0,2 6-1 0,-5-7-6 15,1 4-1-15,-2 0-1 0,1-1-1 0,-1 1-1 16,0 1-2-16,0-2 0 0,-1 0 0 0,1-1-2 16,-2-2 2-16,0 1-2 0,3 1 2 0,-4-1-4 15,-1-3 6-15,8 3-2 0,-4-1 2 0,0-1-5 16,0 2 11-16,-4-3-4 0,13 0 0 0,-13 0 0 15,14-3-4-15,-7 2 17 0,0-3-23 0,4 0 7 16,-6 0-4-16,6 1 1 0,-4-4-3 0,1 3 3 0,-1-6-1 16,-2 7-9-16,4-2 11 0,-3 0-2 15,0-1-5-15,-4 0 8 0,0 1-10 0,-1-1-11 16,-2 0-2-16,-2 2-10 0,-2-2-9 0,-2 2-11 0,-3-1-11 16,-1 1-15-16,-2 0-20 0,-2 1-30 0,-4 1-41 15,1 1-40-15,-1 1-42 0,4-2-219 0,-5 1-503 16,0 2 223-16</inkml:trace>
  <inkml:trace contextRef="#ctx0" brushRef="#br0" timeOffset="-169987.96">29190 7985 80 0,'0'-4'324'16,"0"4"-22"-16,-1-6-31 0,1 6-32 0,0 0-30 15,0 0-22-15,0 0-21 0,0 0-14 0,0 0-10 16,0 19-18-16,0-10-13 0,1 3-12 0,1 1-6 16,-1 0-13-16,-1 5-2 0,2 0-12 0,0 3-8 15,1-3-4-15,-3-2-6 0,1 1-3 0,-1-2-2 16,2-2-9-16,-2 1-1 0,0-4-5 0,0 0 0 0,-2 0 0 16,1-3-2-16,1-1-8 0,1-1 10 15,1 1-2-15,-2-3 37 0,0-3 9 0,0 6 20 16,0-6 5-16,1 2-15 0,-1-2-5 0,0 0-8 0,0 0-6 15,0 0-15-15,9-10 4 0,-4 6-14 0,-1 1-2 16,1 0-2-16,1 1 0 0,1-1-6 0,-1 3-8 16,2-1-2-16,-1 1-17 0,7 0 2 15,-5 1-5-15,1 2 1 0,2 2-4 0,0 2-7 0,-1-1-3 16,1 2-4-16,-1 0-6 0,-2 1 0 0,0 1-3 16,-4 2 6-16,2-1-4 0,-3-1 0 0,1 2 1 15,-3-1 8-15,2 1-5 0,-3-3 4 0,-1 1 1 16,-1-2 1-16,-3-1 4 0,0-1-4 0,0-1 5 15,-1 1 2-15,-4-3 0 0,1 2 1 0,-3-4 2 16,0-1-1-16,-2 0 6 0,3 0 7 0,-6 0-3 16,4 0 5-16,1-2-2 0,-3-1 8 0,5 1-3 15,-2-1 3-15,3-1 22 0,1 2-18 0,1-1 7 16,1-1-3-16,-1 3 4 0,6 1-3 0,-5-6-1 16,4 4-5-16,1 2-4 0,6-5-8 0,0 3-5 15,1 2-15-15,5-2 0 0,2 1-6 0,4-3-9 16,2 2-11-16,1 4 2 0,9-6-7 0,-5 5-2 15,6 0-4-15,-10-3-5 0,10-2 2 0,-12 4 5 0,3-2 4 16,-3-1 7-16,1 0 3 0,-3-3 2 16,0 0 10-16,-6 2 7 0,1-1 14 0,-1-2 8 15,-3-1 14-15,3 1 6 0,-7 2 10 0,2-4 8 16,-4 1 10-16,1 3 9 0,-3-1 5 0,0-1-3 0,0 2 4 16,-1-1 10-16,-2-1-20 0,-4 3-4 0,3 1-13 15,-5-3 2-15,3 3-4 0,-3 1-2 0,-1 2-13 16,-1 0 3-16,-2 2 13 0,3 1-24 0,-2 3-5 15,2-3 6-15,2 3-1 0,2 3 0 0,-1-2-5 16,1 1-3-16,3 1 8 0,-1 4-2 0,4-4-1 16,0 1-16-16,4 1-19 0,1-1-30 0,1-1-48 15,5 1-58-15,0-3-67 0,0 1-81 0,8 1-278 16,0 0-633-16,3 0 281 0</inkml:trace>
  <inkml:trace contextRef="#ctx0" brushRef="#br0" timeOffset="-169236.46">30357 8261 36 0,'0'0'266'0,"-5"-6"-28"0,1 5-25 15,4 1-20-15,-9 0-20 0,9 0-20 0,-12 5-11 16,3-1-17-16,4 1-11 0,-1-1-11 0,2 5-9 15,-3-2-12-15,4 4-4 0,-3-3-3 0,3 3-11 16,2-1-8-16,1 3-3 0,1-1 0 0,2-1-8 16,-2 1-2-16,6-3-4 0,1 1-3 0,-2 1-3 15,3-4-4-15,0-1 0 0,1-1-1 0,-2 1-4 16,4-6-10-16,-1 1-4 0,3-1-5 0,-5 0-4 0,0-1 2 16,0-3-1-16,3-1-2 0,-1-1 0 0,-2 1 1 15,1 1 0-15,-3-6-6 0,0 3 16 16,-1 1 13-16,-1 1 11 0,0-1 18 0,-1-1 9 0,0 3 7 15,-1-1 2-15,1-1-2 0,0 2-1 0,-4 0-4 16,3 2-8-16,-3 2-10 0,4-4-7 0,-4 4-4 16,0 0-2-16,0 0-5 0,0 0-5 0,0 0 0 15,-1 13-3-15,-2-8-4 0,0 1-2 0,3 1 2 16,0 0-5-16,-1 2 0 0,-2-1 2 0,3 2-7 16,0-2-6-16,3-2-3 0,-3 3-10 0,1-2-3 15,2 0 4-15,1-2-13 0,-1 1-5 0,2-4-3 16,3 3 4-16,-1-2-5 0,-3-3 3 0,4 0 1 15,2-2 6-15,1 1-1 0,-3-4 5 0,2 3 4 16,1-6-3-16,2-1 7 0,-2 2 7 0,2-2 13 0,-2 2 12 16,0-3 20-16,-1 1 15 0,-1 0 15 15,-2 0 26-15,1 1 14 0,0-1 12 0,-4 3 15 16,1-1-5-16,-3 1 8 0,2 2-4 0,1 0-14 0,-3 1-8 16,-2 3-15-16,4-5-17 0,-4 5-11 0,4-2-11 15,-4 2-8-15,0 0-4 0,0 0-4 0,7 7-2 16,-7 0-7-16,0-2-1 0,1 1-6 0,-1 2-3 15,3 0-7-15,-1-1-2 0,0 1-14 0,3-1-14 16,-3 1-14-16,2-2-14 0,2-2-26 0,0 5-28 16,1-5-31-16,0-1-46 0,1 1-45 0,-2 1-54 0,3-4-43 15,-1 0-62-15,2-1-198 0,-10 0-621 16,13-5 274-16</inkml:trace>
  <inkml:trace contextRef="#ctx0" brushRef="#br0" timeOffset="-169080.21">30649 8061 76 0,'-4'-2'196'0,"4"2"-21"16,-6-1-28-16,6 1-24 0,0 0-24 0,0 0-44 16,0 0-51-16,10 12-73 0,-3-7-66 0,3 2-146 15,1-1 66-15</inkml:trace>
  <inkml:trace contextRef="#ctx0" brushRef="#br0" timeOffset="-168533.36">31563 8359 140 0,'4'-4'281'0,"-2"-2"-15"0,1 0-10 0,-3 0-18 15,2 0-11-15,-2 0-25 0,0 0-17 0,0 1-14 0,0-3-13 16,-3 1-17-16,0-1-15 0,-1 3-9 0,-2-2-13 16,4 1-11-16,-5 3-9 0,0-4-10 15,-2 0-11-15,0 5 1 0,3-2-11 0,-4 2-6 0,-1 2-4 16,-1-1-3-16,-2 1-2 0,3 0-6 0,-3 0-5 15,1 1-4-15,-2 4 0 0,2-2-3 0,-1 4-3 16,6 0 3-16,-3-1-5 0,0 1-5 0,2 2 4 16,3 0-1-16,1 0-1 0,2 0 0 0,-1 2-4 15,3-1 1-15,1-3 1 0,5 1-2 0,0 2 1 16,2 1-3-16,-1-4 1 0,4 1-6 0,0-2-5 16,1 3-4-16,1-6-4 0,-1 2 0 0,3-3 2 15,-1 1 1-15,0-3-1 0,2 0 1 0,-4-3 2 16,1 1 2-16,0 0-2 0,0-2 4 0,-1-5 2 15,-4 4 6-15,-2 0 11 0,1-1 16 0,-1 0 9 16,0 1 16-16,-2-1 14 0,0 3-8 0,1-4 9 16,-1 5-9-16,1 1-9 0,-4 1-5 0,3-3-7 15,-3 3-19-15,0 0 5 0,0 0-3 0,0 0-2 0,-7 10-6 16,4-4-3-16,0 0 8 0,1 0-8 0,-1 1 2 16,1 7-7-16,0-4 4 0,1 0-1 15,2 2-2-15,3 1-2 0,0 0 3 0,-3 0 1 16,6-1 10-16,-3-1-9 0,1 1-12 0,1-3-32 0,2 1-36 15,3-1-63-15,-2-1-73 0,3-2-97 0,-3-1-290 16,1-2-639-16,1-1 283 0</inkml:trace>
  <inkml:trace contextRef="#ctx0" brushRef="#br0" timeOffset="-167147.89">7641 10596 81 0,'-6'-2'197'0,"-2"1"-9"0,-4 0-11 15,5 3-10-15,-4-2 2 0,-1 3-7 0,1 2-5 0,-4 3-3 16,4-1-8-16,-3 5-5 0,1-6-11 0,1 7-8 16,-2 1-7-16,1-1-7 0,0 0-6 0,5-2-11 15,0 1-8-15,2 0-9 0,0 0-6 0,-1-1-9 16,3-3-3-16,4 2-5 0,-1-3-5 0,2-3-3 15,2 2 0-15,-2-2-4 0,8-2-4 0,0-1-5 16,0-2 0-16,5-6-3 0,-2 3-2 0,7-5-2 16,-7 3 0-16,6-7-4 0,-3 0-1 0,1 1 0 15,3-9-3-15,-4 6 2 0,-1-2-4 0,-2-1-1 0,0-5 1 16,-5 4-3-16,-4-2-2 0,5-5 7 0,-5-2-5 16,-3 8-4-16,-3-5 21 0,0 4 9 15,-2 2 10-15,2 2 14 0,0 4 10 0,-1 1 1 0,0 1 8 16,0 1-13-16,0 3-12 0,1 1-10 0,-2 0 2 15,2 2-6-15,-1 1-6 0,4 3-12 0,-5-1 6 16,5 1 3-16,-9 7-10 0,5 0-6 0,-1-1 1 16,1 7 1-16,3 1-4 0,-2-2-5 0,2 6 2 15,1 1-3-15,0-1 9 0,1 4-8 0,0-3-9 16,1 0 0-16,0 0-14 0,1-1-6 0,2 0-6 16,-1 0 0-16,2-4-16 0,1-1-1 0,-3 1-3 15,-1-1-8-15,5-1 2 0,-3-4-2 0,-1 0-1 16,3-2 2-16,0-2 3 0,1-1 0 0,-1-1 2 15,2-2 3-15,0-2 6 0,0 0 3 0,2-3 5 16,0 1 6-16,1-1-3 0,-2-2 10 0,-1 1 6 16,-1-3 13-16,-1 1 16 0,1 0 13 0,-1-1 11 0,-2 2 17 15,-1 2 8-15,2-2 7 0,-2 1 7 0,-3 2 26 16,2-1-31-16,0 1-6 0,1 1-12 0,-4 3-9 16,5-2-4-16,-5 2-9 0,0 0-1 0,0 0 0 15,0 0 4-15,0 0-13 0,4 7-4 0,-1 0 15 16,-2-5-25-16,2 5-12 0,0-1-14 0,1-2-5 15,-3 2-17-15,4 1-24 0,1-2-19 0,1-2-29 16,0-1-31-16,1 2-45 0,3 0-33 0,1-6-34 16,-1 4-24-16,4-4-207 0,-3 1-523 0,4-3 231 15</inkml:trace>
  <inkml:trace contextRef="#ctx0" brushRef="#br0" timeOffset="-166741.66">8073 10305 211 0,'-4'-9'270'0,"4"4"-22"16,-4-2-21-16,3 1-31 0,-1 2-14 0,2 4-21 0,-7-1-18 16,7 1-10-16,0 0-11 0,-1 17-2 0,-3-10 2 15,3 8-10-15,-2 3-6 0,3 5-6 0,-3 3-9 16,3 3-7-16,-2 2-5 0,0 2-11 0,-2 3-4 16,0-2-8-16,0 3-2 0,1 12-9 0,-1 2 20 15,3-14 4-15,-2 0-6 0,3 2-5 0,-3-1-5 16,3-2-4-16,0 0-6 0,3-2-2 0,-3 0-7 15,3-1 0-15,-2-1-9 0,4-4 3 0,0-1 7 16,0-2-11-16,-1-8 0 0,-1-4-3 0,1-4-2 16,4 1-1-16,-3-5 2 0,4 0 0 0,-1-4-6 15,1 1 2-15,0-5 4 0,3-2-8 0,0 2-5 16,-1-5-1-16,3-4 2 0,-1-3 0 0,-2-2-2 16,1-1 0-16,-1-6 3 0,-1-4-4 0,2 2-8 0,-5-3-1 15,0-2 3-15,-2 2-1 0,-9 1 9 0,4 9-10 16,-4-9 3-16,-2 10-6 0,1 0 2 15,-6-2 20-15,-1 5-22 0,-3-2 2 0,0 2-3 16,-1 2-7-16,-1 3-8 0,1-1-14 0,-2 1-16 0,2 1-21 16,2 3-25-16,2 1-26 0,1 1-39 0,-1 0-31 15,4 0-33-15,1-1-23 0,2 3-181 0,-1-4-467 16,2 2 207-16</inkml:trace>
  <inkml:trace contextRef="#ctx0" brushRef="#br0" timeOffset="-164991.72">8169 10281 204 0,'1'-3'236'0,"-1"3"-23"0,3-6-30 0,-2 5-14 16,-1 1-17-16,0 0-14 0,0 0-13 0,4 13 9 16,-3-7-5-16,1 6-8 0,-4 1 2 0,4 4-5 15,-2 1-6-15,2 4-8 0,-2 3-13 0,-2 2-8 0,0-1-5 16,-3 4-7-16,5-1-5 0,0-3-6 15,-1 4-7-15,1-1-4 0,-3 2-4 0,2-3-4 16,1 5-4-16,1-3 1 0,0-5-6 0,2 6-2 0,4 0-8 16,-5-4 2-16,2-8-3 0,1 2-2 0,0-2-1 15,1 0 0-15,0-1-2 0,0-5-2 0,-2 0-3 16,1 1 3-16,2-7-1 0,-3 3 1 0,1-7-2 16,2 1-1-16,-4-1 1 0,2 0-4 0,4-3 2 15,-3 0-1-15,0-5-2 0,-1 3-2 0,-1-3 4 16,2-2-5-16,1-2 3 0,-2-4-3 0,0 3 1 15,4-9 1-15,-4 2-4 0,-2-1-2 0,2-2 2 16,2-7-3-16,-7 8 2 0,4-9 2 0,-3 1-1 16,-2 6 29-16,1 3 6 0,1-2 8 0,-2 2 8 15,1 3 6-15,-3-2 8 0,2 1-10 0,-2 1-7 16,2 2-4-16,-4 5-4 0,-1-4-1 0,1 1-4 16,-4 1-5-16,0 3-8 0,1-1 1 0,-2 2-10 0,-1-2 4 15,-1 3-9-15,1 2 6 0,1-1-4 0,0 4-14 16,4-1-19-16,-2 0-14 0,0 1-14 15,8 0-1-15,-12 1-9 0,9 0 4 0,3-1 3 0,0 0-9 16,0 0-9-16,0 0-9 0,11 5-9 0,-2-2-7 16,1 0-8-16,5-2-8 0,3 1-10 0,-4-2-2 15,4-2-2-15,1 4 0 0,-1-4 5 0,2 0 7 16,-6 0 1-16,5-1 2 0,0 0 13 0,-8 0 7 16,3-2 9-16,-5 4 12 0,-2-1 17 0,1-3 21 15,-2 2 20-15,-4 0 11 0,4-1 7 0,-5 2 4 16,-1 2 18-16,0-7 10 0,0 7 10 0,0 0 0 15,-8-6 4-15,4 3 3 0,1 1-1 0,3 2 5 16,-11 0 2-16,11 0 3 0,-13 4 3 0,6-3-6 16,-1 0-4-16,1 0-1 0,-1 2 2 0,1 1-4 15,-3-1-3-15,3 2 0 0,-3 0-7 0,2-1-5 16,-1 3-3-16,4 1-4 0,-4 0-1 0,3-1-2 16,2 2-3-16,3-1-2 0,-2-2-1 0,1 5-2 0,4-4-3 15,2 2-5-15,-4-1 4 0,5 1-1 0,1 0-3 16,3-5 1-16,-2 3-4 0,4-1-2 15,1-3-12-15,-1 0-5 0,3-1-11 0,2 1-1 0,-4-3-2 16,2-3-2-16,0 2-1 0,-1-1 1 0,1-1 2 16,-3-1 2-16,2-2 3 0,-3 1 1 0,-2 1 3 15,3-4 0-15,-3 0 9 0,-4 5 7 0,7-5 10 16,-6 3 5-16,1 0 7 0,-2 1 4 0,0 0-2 16,0 1-1-16,0-1-4 0,0 2-2 0,0 1 0 15,-4 1-4-15,6-3-3 0,-6 3-3 0,0 0 0 16,12 3-3-16,-6-1-2 0,-1 1-2 0,-1 0 3 15,0 0 1-15,1 4-3 0,1-2 1 0,-2 1-2 16,3 2-1-16,-1-1 0 0,-1 1 0 0,-3-3 2 16,1 0 1-16,0 3-5 0,-3-3 3 0,1-1-1 15,-1 2-3-15,-1-2 5 0,1-4-2 0,-6 6 3 16,2-4-1-16,-1-2 0 0,1 3 1 0,4-3 8 0,0 0 6 16,-17-3 11-16,17 3 1 0,-5-4 3 0,2 0 2 15,3 4-2-15,-1-5-7 0,1-1-1 0,1 1-2 16,2-1-5-16,5 0 0 0,2 0-4 0,2-1-11 15,0 0-8-15,2 2-13 0,4-5-10 0,0 4-10 16,3-1-14-16,1-1-10 0,-3 0-8 0,1 1-1 16,-2 0-3-16,2 2-4 0,-5-3-1 0,0 3 9 15,-3 0 0-15,0 0 14 0,-3-1 2 0,-4 2 7 16,2 0 3-16,-3 0 7 0,-1 0 7 0,-3-1 8 16,0 1 9-16,0 4 11 0,-10-7 9 0,6 4 8 15,-1 2 7-15,-2-2 2 0,-1 2 4 0,-2 2-2 16,1-1 5-16,-2 3 4 0,-1-2 1 0,-2 2 5 15,3 0-4-15,2 4 2 0,-1-1-3 0,-1-1-2 16,0 0-4-16,3 3-3 0,-1 0 0 0,3-2 5 16,-2 3-9-16,4 1-3 0,1 0-3 0,-1-1 1 15,4 2-4-15,3-2 3 0,-1 2-6 0,4-3 5 16,-2 1-3-16,0-4-1 0,6 3-1 0,-1-2-11 0,1 1-13 16,2-5-8-16,0 4-11 0,-1-4-10 0,4-2-10 15,-1-2-17-15,-1 1-8 0,2 0-1 0,-2-4-2 16,0 1 4-16,-1-3 7 0,0 0 10 0,-1 2 2 15,-1-6 9-15,-2 4 3 0,0-2 16 0,-2 1 18 16,-1 1 15-16,-1 0 17 0,-1 1 6 0,0 1 6 16,-1-2 5-16,-2 2 0 0,0 1-4 0,0 1-4 15,0 3-6-15,0-7 0 0,0 7-6 0,0 0 0 16,0 0 0-16,0 0-8 0,0 0 3 0,-9 10-5 16,6-6 4-16,3 1 0 0,0 2-4 0,0 0 3 15,0-1-3-15,0 1-1 0,0 1-2 0,3-2-1 16,-3 2 1-16,1-2 2 0,2 3-4 0,2-4-8 15,-5 0-3-15,3 0 2 0,1 0 0 0,0-3-1 0,-1 1 3 16,-3-3 1-16,7 0 0 0,-7 0-1 16,9 0 1-16,-5-4 1 0,3-2-4 0,-3 0 3 15,0 1 0-15,2 1 2 0,3-4-2 0,-3 1 2 0,2-4-1 16,-3 1 2-16,6 2 3 0,-4 0 11 0,0-2 19 16,0 5 6-16,-2-1 5 0,0 1 2 0,1 0 4 15,-2 1-5-15,0 0-5 0,-1 1-5 0,0 0-4 16,-3 3-10-16,5-1 1 0,-5 1 1 0,0 0-4 15,11 4 1-15,-8-1-5 0,-2 1-3 0,3 1-1 16,-3 1-5-16,4-2-2 0,-3 5 7 0,2-1 1 16,3 0-3-16,-3 0 2 0,3-1-2 0,-1-2 7 15,0 2-12-15,2-2-1 0,-1-3 1 0,-1 2-13 16,2-3-9-16,0 1-11 0,0-2-10 0,-1-2-13 16,1 1-5-16,0-3-10 0,-1 2-5 0,1-6-11 15,1 0-8-15,-3 0-9 0,4-2-7 0,-5-1-8 16,3 1-3-16,2-6 1 0,-5 4-5 0,1-5 7 0,-1 0 9 15,-2-4 9-15,2 1 4 0,-1 0 9 0,-2-7 13 16,-1 0 11-16,-4 7 12 0,3-1 26 16,-4-1 17-16,-1 1 42 0,2 3 23 0,-1 1 27 0,0 4 15 15,1 0 5-15,-1 2 6 0,0 1 6 0,0 2 4 16,1 2-2-16,2-1-11 0,-3 3-14 0,4 0-10 16,0 4-11-16,-3-5-4 0,3 5-11 0,0 0-6 15,-5 12-5-15,5-4-4 0,0 1-4 0,0 6-5 16,2 3-3-16,4 10-3 0,-2-2 0 0,0-3-5 15,4 6-3-15,0-1-6 0,-2 3-2 0,3-3 2 16,-1 3 0-16,1-2 1 0,-1-2-3 0,1-2-2 16,-2-5 5-16,1-1-26 0,-2-2-6 0,-1-6-31 15,5 2-23-15,-5-4-36 0,-1-1-36 0,-1-3-49 0,2-2-62 16,0-2-209-16,-5-1-497 0,0 0 219 16</inkml:trace>
  <inkml:trace contextRef="#ctx0" brushRef="#br0" timeOffset="-164835.48">9315 10403 212 0,'-3'-3'288'0,"2"-1"-19"0,-3 0-19 15,4 4-19-15,-3-3-25 0,3 3-25 0,0 0-14 16,4-6-32-16,-4 6-50 0,15 0-64 0,-4 1-87 16,1-1-100-16,5 0-137 0,4 0-327 0,-4 0 146 15</inkml:trace>
  <inkml:trace contextRef="#ctx0" brushRef="#br0" timeOffset="-163288.67">10195 10309 194 0,'0'-5'276'0,"-3"-2"-23"0,-1 2-8 0,3 2-25 16,-5-2-21-16,-2 2-7 0,1-1-19 0,-1 3-13 15,-4-2-14-15,1 3-15 0,0 3-3 0,-4-3 1 16,2 3-20-16,-2 5-11 0,2-4-4 0,-4 7-6 0,3-1-8 15,-2 2-8-15,2 2-2 0,0 1-5 0,1 0-1 16,5 2-8-16,-3-1-6 0,3 1-1 16,5-3-5-16,-1 4-3 0,4-1-7 0,1-4 3 0,5 0-4 15,-2-1-5-15,9 2-1 0,1-1-2 0,1-2-5 16,3-1 3-16,2-1 0 0,6 0-7 0,4-1-4 16,-9-3-8-16,3-2-10 0,-1-1-7 0,0-2-12 15,3-1-7-15,-6-1-8 0,2-3-7 0,-2-1-5 16,-3-1-6-16,2-3-5 0,-3-1-2 0,-2-1-4 15,-2-2-3-15,-1-2-6 0,1-2 2 0,-5 0 0 16,-3-2 8-16,0-2 8 0,4-7 3 0,-8 9 6 16,0-7 3-16,-4 1 15 0,2 7 18 0,0-1 13 15,-2-2 16-15,0 5 14 0,0 0 6 0,-2 0 10 0,2 4 2 16,-2 2 11-16,0-1-10 0,-1 2-4 16,3 1 0-16,-1 0 1 0,-2 0-3 0,3 3-4 15,1 2-3-15,1 0-5 0,-1 1-5 0,3 3-3 0,0 0-3 16,-11 1-1-16,11-1 0 0,-7 7-5 0,7 1-2 15,-4-1 7-15,4 4-7 0,0 2-2 0,-4 0-2 16,4 5 2-16,4 1-1 0,-4 2 0 0,2-1-1 16,3 8-2-16,-3-8 2 0,3 1 0 0,0 0-2 15,-1 5 1-15,2-6 0 0,-1 1 2 0,3-2-1 16,-4-1-5-16,3-1-10 0,-1-1-2 0,3 1-3 16,-4-7-2-16,1 1-8 0,2-4-7 0,0 0-10 15,3 2-19-15,0-5-6 0,-4-1-6 0,5 1-8 16,2-3-5-16,5 0 2 0,-6-2 5 0,2 0 1 15,3-4 2-15,-6 2 11 0,6-3 7 0,1-2 7 16,-4 1-1-16,-2 0 3 0,1-4 11 0,-2 1-10 16,2-2 11-16,-6 3 13 0,3-4 13 0,-3 1 21 0,-2 2 18 15,-1-1 11-15,0 2 5 0,-1-2 4 0,-2 4 4 16,0-1 2-16,-2 0-1 0,2 2 5 16,-4 1-3-16,1 0-5 0,1 0-6 0,-1 0-3 0,-2 2-7 15,3 3 1-15,-7-4-8 0,7 4-3 0,0 0-3 16,-5-1-2-16,5 1-2 0,0 0-6 0,-7 8 2 15,3-3-1-15,1 0-1 0,2 0 2 0,-2 3-3 16,3-2-3-16,0 1 0 0,0 1 1 0,0 2-1 16,0 1-1-16,4-4 0 0,-4 4 0 0,3-4 1 15,1 4 1-15,-1-4-3 0,1 2 1 0,1-3-1 16,3 0-4-16,-1 1-3 0,4-1-14 0,-4-2-12 16,2-1-3-16,0 0 2 0,-1-2 2 0,3 0-7 0,0 0-2 15,1-1-1-15,-4-1-4 0,3-1 0 16,0-1 14-16,-2 0 0 0,2-2 6 0,-3-2 0 15,0-1-8-15,1 2 12 0,-1-3 8 0,-3-1 1 16,5-3 11-16,-5 5 6 0,-1-3 15 0,3 0 8 0,-3 2 9 16,-1 0 6-16,-2-1 2 0,1 4 5 0,3-1 0 15,-2 2-2-15,-2 0-2 0,-1 0-7 0,0 1-4 16,3 1-6-16,-3 3-9 0,0 0 1 0,0 0-5 16,0 0-4-16,0 0 1 0,0 0-2 0,0 0 1 15,-3 18-3-15,3-11-2 0,0 3-1 0,0 0-2 16,0-1-2-16,3 2-1 0,-3-1 3 0,1 2 0 15,1-4-1-15,2 4-1 0,0-3 0 0,0 0-1 16,1 0-1-16,2-3-1 0,0 2-3 0,-2-3 2 16,1-1-4-16,3-1-3 0,-2-1-10 0,1 1 0 15,-1-2 7-15,1-1-4 0,-8 0 0 0,15-2-4 16,-8-2 3-16,-1 1-1 0,1-1 1 0,-1-1 0 16,-2-2 2-16,2 0 1 0,-1-1 3 0,2-1 0 0,-5 2-1 15,4-4 2-15,-5 0-2 0,2-1 6 16,-2 1-3-16,2-2 0 0,0 0 2 0,-2 2 1 15,1-1 1-15,-1 2-5 0,3 0 6 0,-4-2-5 0,4 4 7 16,-3 2 0-16,-1-2-3 0,2 3 3 0,-2-2 0 16,1 4 0-16,-1-1-4 0,0 4 0 0,3-5 0 15,-1 1 1-15,-2 4 0 0,0 0 0 0,10 1-1 16,-10-1 1-16,7 7-3 0,-2-3-2 0,2-3 5 16,-1 5 1-16,-1-1-3 0,-1 2 1 0,7 1 0 15,-3 0-2-15,0 2 3 0,3-2 0 0,0 5-5 16,-4-4 5-16,3 1 0 0,-1 0-1 0,-1 1 2 15,3-1-4-15,-3 0 1 0,2-1 2 0,-4-1-2 16,-1 2 0-16,-3-3 1 0,3-2 1 0,-2 2-1 16,-3-1 0-16,2-2-1 0,-4 2 4 0,-1-2 1 15,-2-1 1-15,-2 2 1 0,1-2 3 0,-3 0 3 16,0 1-2-16,-2-2 2 0,3 0-5 0,-3 0 3 0,3 0-1 16,0-1 0-16,1 0-2 0,-1 0 0 0,4 1-1 15,-2-1 4-15,6-1 4 0,-7 1-6 16,7-1-10-16,0 0-7 0,0 0-17 0,0 0-21 0,0 0-20 15,0 0-19-15,13-11-17 0,-8 8-32 0,3-2-4 16,2-3-23-16,-1 2-23 0,3-3-26 0,-2 1-145 16,2-6-386-16,5 1 170 0</inkml:trace>
  <inkml:trace contextRef="#ctx0" brushRef="#br0" timeOffset="-162396.56">11316 10100 199 0,'-1'-10'217'0,"-4"3"4"0,3 0-5 16,0 1-3-16,2-1-6 0,-4 2-7 0,4 0-12 16,-4-1-10-16,7 1-11 0,-3 5-17 0,-3-4-13 15,3 4-11-15,-3-4-16 0,3 4-15 0,-2-3-11 16,2 3-10-16,0 0-6 0,0 0-7 0,0 0-4 0,0 0-2 16,0 0-12-16,0 0-4 0,0 0-8 0,0 0-3 15,0 0 1-15,5 11-3 0,-5-11-5 16,0 9-1-16,0-6-1 0,0 2-3 0,3 0 1 0,-3 2-3 15,1-1-4-15,-1 0 4 0,3 2 5 0,-3 2 4 16,1 1 2-16,-1 1 7 0,2-1-4 16,-2 1 1-16,1 1-5 0,2 2 2 0,2 1-6 0,-1 0 0 15,0 1-2-15,0 2 0 0,-1-2-2 0,1 1-7 16,0 0 4-16,3-2 0 0,-3 2-3 0,0 0-3 16,2-4 2-16,2 3-2 0,-4-4 3 0,0 0-3 15,3-2 2-15,-2 2-7 0,-1-3 2 0,2 2 7 16,-2-2-3-16,0-1-2 0,3 1-2 0,-2 0-3 15,-1-5-2-15,2 1-3 0,-2-2-9 0,1 1-1 0,3 1-3 16,-2-2-9-16,1-2-4 0,-2 3-4 16,4-3-7-16,-2-2-1 0,1 0-3 0,2-1-1 15,-2-1 4-15,3-2 5 0,-3 1-1 0,-1 0 5 0,4-3 2 16,-3 1 4-16,0-2 2 0,0-1 5 0,-1-2-3 16,0 0 6-16,-3 1 1 0,0-2 5 0,3 0-1 15,-3-1 9-15,-1 1 8 0,-2-2 8 0,0 2 8 16,-1-2 9-16,3 2-1 0,-3 2 0 0,-3-1 0 15,2-1-4-15,0 3-2 0,-1 1-1 0,-2 1-5 16,0-2-3-16,-1 5-1 0,2-1-1 0,-2 3-3 0,-1 0 4 16,6 1-6-16,-15 1 9 0,7-1-11 15,3 1-1-15,-4 3 2 0,4 2-1 0,-2-1 0 16,-1 2-4-16,5 1 1 0,-1 0 7 0,1 1-5 0,1 1 0 16,2-1-4-16,1-2 3 0,0 2 3 0,1-1-3 15,2 0 0-15,0-3 1 0,2 3 2 0,2-3-3 16,-2 0 3-16,3-1-6 0,-3 0-6 0,4-2 1 15,-1-1-5-15,0 1 4 0,0-2-4 0,2-2 4 16,0 0-1-16,0 1 0 0,1-1 4 0,-2-3-3 16,-1 2 2-16,0 1 1 0,0-2-3 0,-2 0 2 15,-1 3 1-15,7-2-5 0,-5-1 4 0,3 2 2 16,-1-1-1-16,1 2 4 0,0 1-5 0,0 0-3 16,-1 1 4-16,-1 2-2 0,1-2-3 0,2 4 3 15,-2-1 3-15,0 3-2 0,-3-1 0 0,1 1 2 16,2 0-1-16,-5 4-1 0,2-6 10 0,-1 2-8 15,-2-1 2-15,2-1-3 0,-4 2 0 0,0-2 7 0,1 1-6 16,-3-3 8-16,1 1 6 0,-1-4 8 0,0 5 20 16,0-5 15-16,-1 4 13 0,1-4 21 15,0 0 5-15,0 0 17 0,0 0 3 0,0 0 5 0,0 0-7 16,-13-9 2-16,9 5 0 0,1-1-7 0,1-1 0 16,0-2 9-16,-1 3-13 0,3-5-10 0,0 1-8 15,-3-2-6-15,3 1-9 0,0 0-7 0,3 0-7 16,-3-1-9-16,4 0-19 0,-1-1-23 0,0 1-26 15,1 0-27-15,-3-1-44 0,7-1-41 0,-4 0-40 16,0 3-48-16,-1-4-60 0,1 1-66 0,-3 0-336 16,-1 2-739-16,-1-2 327 0</inkml:trace>
  <inkml:trace contextRef="#ctx0" brushRef="#br0" timeOffset="-162130.95">11386 10141 88 0,'0'0'385'0,"-5"1"-22"0,5-1-26 0,0 0-37 16,0 0-25-16,0 0-16 0,18-7-35 0,-11 4-19 15,3 1-30-15,1-1-7 0,4 2-24 0,-3-1-10 16,4 1-10-16,4 0-12 0,0 1-5 0,1 1-47 16,-4 0-35-16,5-1-43 0,-7 2-54 0,-1 0-52 15,-1 0-61-15,-2-2-59 0,3 1-230 0,-5 2-513 16,0 0 227-16</inkml:trace>
  <inkml:trace contextRef="#ctx0" brushRef="#br0" timeOffset="-160382.53">12129 10391 177 0,'3'-6'308'0,"0"4"-13"0,-3 2-17 0,2-4-16 15,0 0-13-15,-2 4-20 0,0 0-10 0,1-3-18 0,-1 3-20 16,0 0-20-16,1-4-15 0,-1 4-14 16,0 0-12-16,0 0-11 0,0 0-9 0,0 0-14 15,0 0-10-15,0 0-7 0,-12 0-2 0,12 0-4 0,-11 3-7 16,5-2-3-16,-1-1-3 0,0 2-1 0,-2-1-3 16,3 2-5-16,-1-1-3 0,2 1-5 15,-1-1-6-15,2 2 2 0,-3-2-5 0,3 0 0 0,0 1-4 16,3 1-4-16,-2-2 3 0,3-2 1 0,-4 7 2 15,3-5-5-15,1 2 0 0,0-4 2 0,1 6 5 16,0-2-3-16,-1-4 9 0,2 7 1 0,-1-3 0 16,3 1-2-16,-2-3 0 0,3 4-5 0,0-1 4 15,-2-2-11-15,2 2 1 0,0 1 3 0,0-2-5 16,-1-1 4-16,0 2-4 0,3 1-2 0,-3-4-5 16,0 0 5-16,0 1-7 0,-4 0 3 0,0-3-3 15,6 4-2-15,-6-4 4 0,0 3-9 0,0-3 6 16,0 0-1-16,-6 7 3 0,2-4-7 0,0-2-2 0,-4 0 7 15,0-1-3-15,-5 3-21 0,5-3-18 16,-5 1-29-16,-1 0-33 0,3 0-35 0,-1-1-37 16,1 1-59-16,3-1-62 0,0 2-304 0,2 0-644 0,6-2 286 15</inkml:trace>
  <inkml:trace contextRef="#ctx0" brushRef="#br0" timeOffset="-159991.92">12394 10509 61 0,'0'0'332'0,"0"0"-24"16,0 0-25-16,0 0-29 0,0 0-23 0,0 0-16 16,0 0-33-16,0 0-9 0,0 0-22 0,0 0-19 0,0 0-12 15,0 0-10-15,0 0-16 0,-11 7-6 0,11-7-6 16,-1 6-5-16,1-1-11 0,0-5-4 0,1 5-2 16,2-2-7-16,-1 1-9 0,-2-4 1 0,5 6-2 15,0-4-3-15,-1 1 7 0,-4-3 5 0,7 1 9 16,-7-1-2-16,0 0-8 0,11-4 6 0,-8 3-7 15,0-3-5-15,-3 4 17 0,5-8-21 0,-4 3-1 16,-1 0-12-16,3-1-2 0,-3-2 0 0,-3 3 1 16,3-2-9-16,0 2 1 0,-1-1-12 0,-2 2-31 15,1-1-27-15,-1 0-40 0,0 2-59 0,-1 1-74 16,4 2-85-16,-8-4-221 0,8 4-572 0,-7 0 254 16</inkml:trace>
  <inkml:trace contextRef="#ctx0" brushRef="#br0" timeOffset="-129370.33">2780 2002 238 0,'0'0'330'16,"0"-7"8"-16,-2 3-13 0,2 4-2 0,-1-5-1 16,-2 2-10-16,3 3-9 0,0-5-10 0,-4 2-9 15,4-2-13-15,0 5-10 0,0 0-16 0,-4-4-25 16,4 4-21-16,0 0-25 0,-3-4-21 0,3 4-22 15,0 0-13-15,0 0-20 0,0 0-10 0,0 0-8 16,0 0-9-16,0 0-6 0,0 13-7 0,0-8-5 16,3-1-11-16,-3 3 2 0,4 0-1 0,0 2-5 15,0-2-2-15,7 1-4 0,-7 1-3 0,8-2-2 16,-2 1-3-16,1-1-1 0,-2-2-4 0,2 1 2 16,1-1-3-16,-2 0-2 0,-3 0-1 0,2-3-3 15,-2 1-4-15,0-1 2 0,-4-1-3 0,1 2-4 16,2-1 3-16,-6-2-4 0,4 6 4 0,-4-6-5 15,-1 4 2-15,-4 1-2 0,-2 0 5 0,-1 1 1 16,-7 4-5-16,-3 1 0 0,1-1-2 0,-1 4 0 16,-8 3-36-16,0 2-52 0,6-1-58 0,-2 1-60 15,2 2-50-15,4 2-56 0,7-7-65 0,4 6-363 16,2-4-801-16,4 9 355 0</inkml:trace>
  <inkml:trace contextRef="#ctx0" brushRef="#br0" timeOffset="-119262.22">3513 11714 182 0,'-3'-12'347'0,"0"-1"-11"16,2 3-7-16,-1 1-3 0,1 0-12 0,-2 3-18 0,2 0-39 16,1 4-26-16,0-3-9 0,0 5-41 15,0 0-7-15,0 0-4 0,0 0 6 0,8 19-6 16,-5-7 3-16,4 5-3 0,0 6-9 0,2 2-6 0,1 3-16 16,-5 0-3-16,2 3-5 0,0 0-18 0,-2-2-5 15,-1 1-3-15,-1 0-15 0,0 0-9 0,-2-1-6 16,-2 0-14-16,-1-2-1 0,2 0-6 0,0-5-3 15,-1-2-10-15,0-1-39 0,1-2-27 0,0 0-38 16,-2-3-43-16,4-3-31 0,-2 0-29 0,1-4-30 16,2 1-40-16,-2-1-50 0,5-4-64 0,0 2-326 15,-2-4-731-15,3 0 323 0</inkml:trace>
  <inkml:trace contextRef="#ctx0" brushRef="#br0" timeOffset="-118798.99">3914 11808 199 0,'4'-14'314'0,"0"3"-2"0,-1 4-11 16,1-1-17-16,-1 3-19 0,-2 0-18 0,3-1-29 16,-4 3-20-16,3-2-21 0,-3 5-19 0,1-4-16 15,-1 4-15-15,0 0-12 0,0 0-3 0,0 0 1 0,0 0-17 16,-4 18 6-16,0-11-19 0,0-1 8 15,-4 3-1-15,1 1-4 0,-3-1-8 0,-4 3 8 16,-3 1-5-16,1-4 14 0,-2 4-20 0,-8-1-4 0,6-2-1 16,-10 1-4-16,2 0 7 0,-1-3-22 0,-1-1 4 15,8 0-9-15,-1-3-3 0,1 1-6 0,3-3 4 16,4 1 7-16,3-2 9 0,0 2 9 0,4-2 18 16,2-1 7-16,-2 0 2 0,8 0-9 0,-7-3-12 15,7 3-10-15,0 0-8 0,11-6-5 0,-3 4-4 16,6-1-6-16,2 1-3 0,4 0-7 0,0 2-4 15,4 2-4-15,-1-1-4 0,-4 4 0 0,4 0-1 16,-1 2-2-16,-4 1-1 0,1 3-1 0,1 0-3 16,-3 2-1-16,-1 1-1 0,-2 1-1 0,-1 1-2 15,2-1 3-15,-3-1-4 0,-2 1 1 0,1 2-3 16,-4-3 1-16,2-1-19 0,-1 0-20 0,2 2-13 16,-6-3-24-16,4-4-24 0,-1-1-24 0,1 0-16 0,-4-2-18 15,4 0-32-15,-1-3-39 0,-3 1-40 16,6-1-58-16,2-4-43 0,-3-1-270 0,2 1-691 15,-1-3 305-15</inkml:trace>
  <inkml:trace contextRef="#ctx0" brushRef="#br0" timeOffset="-118549">4051 12011 61 0,'0'0'366'0,"-4"-3"-2"0,4 3 4 16,0 0-10-16,0 0-20 0,0 0-11 0,0 0-25 16,0 0-18-16,0 0-30 0,0 0-24 0,0 0-22 15,10-7-20-15,1 7-28 0,1-3-10 0,3 3-12 16,-3-1-14-16,8-1-14 0,2 2-10 0,-1-1-17 16,2 1-24-16,-3 0-39 0,1-1-32 0,-2 0-42 0,0 2-38 15,-8 0-51-15,1 0-51 0,-3 1-68 0,-1-2-51 16,1 3-274-16,-5-2-637 0,1 1 282 15</inkml:trace>
  <inkml:trace contextRef="#ctx0" brushRef="#br0" timeOffset="-117173.95">4440 11757 290 0,'0'-4'349'16,"0"4"-26"-16,0 0-10 0,0 0-51 0,0 0-25 16,3-4-19-16,-3 4-13 0,0 0-6 0,11 11-2 15,-6-3-11-15,1 2-4 0,-2 0-12 0,3 1-15 0,1 5 4 16,0-1-30-16,-3 3-11 0,5 0-11 15,-7-2-16-15,5 2-3 0,-3-1-20 0,-2 1 3 16,2-1-5-16,-3-5-9 0,1 1-5 0,-1 0-1 0,1-2-10 16,-3-1-8-16,0-3 6 0,3-1-10 0,-3 0 4 15,1-1-13-15,-1 0 16 0,0-5-2 0,1 4 2 16,-1-4-6-16,0 0-1 0,0 0-2 0,4-11-3 16,2 2-7-16,-5 0-3 0,3-2 12 0,2-6-9 15,2 4-5-15,-3-4 2 0,4-1-2 0,-4 1 3 16,3 0 22-16,-1 1 14 0,-3 3 5 0,0 0 7 15,0 1 2-15,-1 0 0 0,1 1-1 0,-3 3 1 16,1 2-4-16,1 0-8 0,0 0-4 0,-1 1-11 16,-1 0-10-16,-1 5-1 0,3-2-2 0,-3 2-2 15,0 0-4-15,5 7-1 0,1-1-1 0,-3 5-4 16,1 0-1-16,0 3-1 0,1 3-6 0,1 0-17 16,-2 0-6-16,1 2-7 0,-2 0-12 0,2 2-6 0,-2-2-17 15,4-1-4-15,-3 1-6 0,-1-5-1 0,-2-3 5 16,3 1-8-16,0 0 17 0,-2-3-4 15,-1-1 7-15,0-3 9 0,1-1 6 0,-2-1 8 0,0-3-3 16,0 0 7-16,0 0 19 0,0 0 7 0,3-11 6 16,-1 2 5-16,2-2 7 0,-3-2 8 0,4-4 1 15,-1-2 3-15,1-3 2 0,2 3 7 0,0-3 10 16,-1 3 13-16,0 0 9 0,1-2 8 0,2 4 10 16,-5-2 7-16,3 6 4 0,-3 0 2 0,0 1-7 15,2 2-9-15,-3 3-6 0,-1 1-12 0,2 0-6 16,-3 1-8-16,4 0-4 0,-1 2-7 0,0 3-8 15,-4 0-5-15,10 3-2 0,-4 4 1 0,1 1-7 16,1 2-1-16,-1 3-4 0,4 0 0 0,-3 1-4 0,-1 4 4 16,1-1-5-16,1 0-5 0,-2 2-9 15,1-1-11-15,3 0-8 0,-3 0-13 0,3-1-6 16,-4 0-7-16,4-1-6 0,0-2-7 0,-3-2-10 0,4-1-5 16,-1-1 9-16,5-1-15 0,-6-2-11 0,1-2 3 15,2 0-11-15,1-3-12 0,1 0 4 0,4-1 5 16,-4-2 7-16,3-1 5 0,2-1-2 0,-5-2-5 15,3-2-1-15,2 1-9 0,-5-6-2 0,4 1-1 16,-4-1 4-16,4-3 10 0,-5 3 10 0,2-1 6 16,-5-2 9-16,1 2 8 0,-5-2 7 0,-1 4 6 15,-2-2 8-15,0 1 16 0,-3 2 16 0,2-2 10 16,-3 2 20-16,-3 1 13 0,-1-1 5 0,0 1 0 16,-3-2 8-16,-1 4-4 0,-3-1-2 0,1 1-3 15,1 1 14-15,-5 0-16 0,2 4 19 0,0-2-20 16,0 1-3-16,-1 2 2 0,1 1 11 0,1 0-25 15,0 1 5-15,1 2-2 0,1 1-4 0,1 3-2 0,0 0-1 16,1 0 3-16,2 1-3 0,2 5-3 16,2-1-2-16,2 2-1 0,5-1 6 0,-1 3 2 15,7 1-13-15,-1-1-8 0,4 1-2 0,7 3-11 0,2-2 4 16,6-1-8-16,1-1-9 0,2-2-8 0,1-3-4 16,2-3-5-16,-2-1-3 0,1-2-3 0,0-1 1 15,-4-2 0-15,2-4 4 0,-3 1 4 0,-7-3 7 16,6-1 5-16,-10 0 5 0,1-4 7 0,-2 0-6 15,1-4 5-15,-8-1 4 0,4-2-2 0,-3 1 3 16,0 0 1-16,-5-2 15 0,0 0 7 0,-3 1 11 16,0 1 15-16,-1 0 7 0,-6-1-4 0,3 2 8 15,-1 4-6-15,-3-4-7 0,-1 1 6 0,0 1-11 16,-3 5 8-16,-3-1-6 0,4 1-2 0,-4 5-7 16,-4-1 4-16,4 2-4 0,-6 1 12 0,0 5-14 15,-2-1-7-15,1 5 2 0,-2 1 1 0,-3 4-2 16,-1 2 0-16,6-1-1 0,-1 4 2 0,4-4-4 15,0 2 0-15,4 0 0 0,-1 0-1 0,2 1 0 0,5-3 3 16,-1 1-4-16,5-3-1 0,1 3 0 0,3-6 0 16,1-1 5-16,1 1-5 0,4-3 2 15,0 1-4-15,2-4-7 0,3 0-1 0,-1-4-3 0,6 0-3 16,-4-3 2-16,4 0 3 0,-2-4 2 0,2 1 5 16,-3-4-8-16,0 0 6 0,-2-2-7 0,-2-2 5 15,-1-2-2-15,0 2 1 0,-3-2 8 0,0 0 2 16,-4 1 17-16,-1 1 17 0,1 2 9 0,-4-1 15 15,0 4 5-15,-3-1 9 0,2 3-1 0,1-1-5 16,-4 3-7-16,4-1-2 0,-3 2-12 0,0 1-5 16,3 3-11-16,0 0 5 0,-12 5-4 0,11 0-6 15,-3 1 0-15,1 0-2 0,3 5-2 0,-1 0-2 16,2 1-5-16,0 0-4 0,1 2 0 0,2 4-9 16,4-3-11-16,-1 1-15 0,-2-1-12 0,8-1-19 15,-3 2-11-15,1-3-26 0,0-2-24 0,7-1-24 16,-6-3-29-16,3 3-31 0,3-4-40 0,-6-2-41 0,3-3-25 15,0 1-34-15,-3-4-175 0,3-1-555 0,-5-2 246 16</inkml:trace>
  <inkml:trace contextRef="#ctx0" brushRef="#br0" timeOffset="-116750.59">5956 11744 61 0,'-3'-4'274'0,"0"2"-18"0,3 2-26 0,-1-4-23 15,1 4-16-15,0 0 0 0,0 0 8 0,0 0-17 16,-10 9-12-16,10-3-11 0,0 2-10 0,0 2-12 16,0 1-12-16,0 1-10 0,3 1-11 0,0 3-11 15,1 4-8-15,0-1-9 0,-1 0-7 0,3 2-5 0,-3-2-8 16,2 2-3-16,1-2-8 0,2-1 3 16,-5 2-10-16,2-3-3 0,-1-5-7 0,-1 0 0 15,1-2-6-15,2-1-2 0,-4-2-3 0,5-2-2 0,-3-1 0 16,0-2 2-16,3 0-4 0,-7-2-1 0,8-5 11 15,-1 0-13-15,1-2-2 0,-2-2 4 0,0-1 17 16,0 0 12-16,3-8 9 0,-2 1 24 0,1 0 19 16,-2 2 21-16,-3 2 17 0,2-2 10 0,2 2 8 15,-3 0 5-15,0 2 1 0,0 0 3 0,0 1-3 16,0 1 0-16,-1 3-11 0,2 0-8 0,-3 0-17 0,2 2-14 16,-2 1-10-16,0 0-13 0,-2 3-9 15,5-2-7-15,-5 2-6 0,9 7-5 0,-4 0-5 16,0 1-4-16,-1 1-7 0,2 3-3 0,-2 1-10 0,1-1-20 15,2 0-23-15,1 4-34 0,-4 0-41 0,2 1-39 16,-2-7-27-16,4 4-44 0,-4-1-35 0,1-3-38 16,1 1-39-16,-2-1-45 0,0-3-64 0,0-2-266 15,0-1-745-15,3 0 329 0</inkml:trace>
  <inkml:trace contextRef="#ctx0" brushRef="#br0" timeOffset="-116375.61">6582 11750 348 0,'0'-3'353'0,"-1"-1"-18"16,-2 0-6-16,3 4-14 0,-9-6-16 0,8 3-6 15,-3 2-31-15,-2-2-15 0,6 3-10 16,-11 0-6-16,3 0-23 0,8 0-14 0,-14 1-19 0,6 4-7 15,2-2-21-15,-4 2-6 0,2 3-8 0,-1 0-10 16,3 1-9-16,2 1-2 0,-3 0-10 0,4 1-7 16,2 2-7-16,1 0-3 0,0 0-2 0,1 1-8 15,3-1-4-15,5 4-6 0,-4-1-6 0,7 1-7 16,-1-2-2-16,1 1-5 0,0-2-7 0,1 1-2 16,0-1-1-16,0-2-9 0,-3-2 4 0,-1 0-6 15,0-1-1-15,-2-1-3 0,1 1-2 0,-3-1-2 16,1-2-2-16,-6 0 1 0,0 0-1 0,-3-1-2 0,-1 1 0 15,-1-1-5-15,-7 0-6 0,-1 0-13 16,-4 2-21-16,-1-5-32 0,-3 2-59 0,0 0-41 16,0-4-45-16,-11 3-62 0,-4-3-77 0,5-3-86 0,-4-1-284 15,-1 0-778-15,0-2 344 0</inkml:trace>
  <inkml:trace contextRef="#ctx0" brushRef="#br0" timeOffset="-112985.39">5288 12898 136 0,'-7'-3'295'0,"3"-1"-11"0,-6 1-27 0,-1 0-22 16,2 3-21-16,-3-1-8 0,2 1-13 0,-2 1-3 16,1 2-19-16,0 0-7 0,0 2-9 0,0 3-10 15,-1 1-5-15,5 0-14 0,-1 1 0 0,-3 3-11 16,3-1-12-16,1 1-6 0,3-2-10 0,0 2-11 15,4 2-7-15,-4-1-3 0,5-2-7 0,2 2-8 16,-2-1 3-16,6-1-9 0,0-2-8 0,5-2 0 16,1 4 0-16,1-7-4 0,3 3-3 0,-1-5 9 15,2-2-15-15,2 0-5 0,1-3 3 0,-2-3-4 16,1 0 2-16,-2-2-7 0,2-4 14 0,-5 0-17 16,0-3-1-16,0 0-1 0,-5-4-1 0,-2 2 14 15,-1-2-12-15,-6 1-2 0,-1 0 0 0,-1-1-1 16,-5 0-7-16,-2 3 1 0,0-2 2 0,-7 3 12 0,1 0-14 15,-3 1-1-15,-1 2-2 0,-1 0 3 0,-1 5-2 16,-1-1-6-16,1 2-17 0,-1 4-16 16,3 0-23-16,5 3-24 0,-1 1-21 0,1 5-27 0,-1-3-33 15,7 4-28-15,-1-2-38 0,4 3-36 0,0-2-224 16,8 2-535-16,-1 1 238 0</inkml:trace>
  <inkml:trace contextRef="#ctx0" brushRef="#br0" timeOffset="-112532.28">5470 12654 153 0,'0'-3'283'0,"0"3"-27"0,-2-6-28 15,2 6-22-15,0 0-20 0,0 0-1 0,0 0-9 16,0 0-10-16,0 16-7 0,0-5-11 0,2 4-8 0,2 1-11 15,0 1-16-15,-4 1-12 0,4 3-8 0,-2-1-10 16,0 0-7-16,4-1-6 0,-5 0-5 16,1 2-7-16,1-3-7 0,0-1-6 0,-2-4-3 0,-1-1-5 15,2 0-2-15,1-2-5 0,-3-3 12 0,1 0-16 16,0-1 3-16,-1-1 13 0,3-3 6 0,-3-2-2 16,1 3-5-16,-1-3-5 0,0 0-4 0,13-9-1 15,-8 3-3-15,3 0-7 0,-1-1-7 0,1-3 5 16,3 3-1-16,-1-1 1 0,-2 0-6 0,4 1-8 15,-1 1 10-15,-1 0-3 0,0 2-5 0,-3 2-2 16,1 1 3-16,1 1-4 0,-1 0 0 0,-2 1-1 16,1 3 0-16,-1-1 2 0,2 4-4 0,-1 1 0 15,-2-1 2-15,-1 4-4 0,-1-3 3 0,-3 4 6 0,1-2-7 16,2 1 2-16,-3-2 0 0,-4 2-1 16,0-1-2-16,-3 0-1 0,1-1 4 0,-3 2 0 15,1-5 1-15,-3 2-4 0,-1-2 0 0,-2-1 5 16,3 0-5-16,-8 1-19 0,4-4-21 0,3-2-24 0,-3 0-29 15,3-1-35-15,-1 0-42 0,4-4-45 0,4 2-56 16,-1-2-218-16,3 0-528 0,6-3 235 16</inkml:trace>
  <inkml:trace contextRef="#ctx0" brushRef="#br0" timeOffset="-112218.22">5772 12849 203 0,'0'0'257'0,"0"0"4"16,0 0 5-16,0 0-8 0,9 5-14 0,-5 4-8 16,-1-2-7-16,0 0-5 0,2 4-18 0,5 0-18 15,-5 4-10-15,3 2-15 0,2 1-21 0,1 1-11 16,-3 2-20-16,3 2 1 0,5 4-13 0,-5 0-12 16,-1 1-6-16,2-1-8 0,-4 0-7 0,3-1-2 15,-3 3-11-15,-4-4-4 0,-1 2-4 0,-2-6-1 16,-1-1-8-16,-1 1 1 0,-2-2 4 0,-4-3 8 15,1-3-1-15,-4 3 19 0,-2-4-14 0,0-4-1 16,-2 1 3-16,-1-2 2 0,-3-5-7 0,-2 1-1 16,1-3-7-16,-2-4-2 0,1-2-8 0,-3-2-12 15,5-1-18-15,-6-8-52 0,4-3-21 0,6 4-31 16,1-1-37-16,0-8-57 0,5-1-76 0,4-1-90 16,2-2-240-16,4-2-651 0,-1-1 288 0</inkml:trace>
  <inkml:trace contextRef="#ctx0" brushRef="#br0" timeOffset="-112015.1">5772 12713 293 0,'0'0'345'0,"0"-3"-23"0,0 3-23 15,0 0-28-15,-4-5-25 0,4 5-28 0,0 0-23 16,0-5-19-16,0 5-19 0,0 0-15 0,0 0-18 15,0 0-22-15,0 0-37 0,9-1-46 0,-9 1-56 16,0 0-63-16,14 6-71 0,-10-5-77 0,3 1-155 16,-2 2-438-16,2-1 194 0</inkml:trace>
  <inkml:trace contextRef="#ctx0" brushRef="#br0" timeOffset="-111624.5">5950 12890 50 0,'0'0'210'0,"0"5"-3"0,0-5-10 16,4 4-8-16,-1-1-18 0,2-1-11 0,1 0-13 0,-6-2-14 16,15 1-12-16,-6-1-14 0,1 0-11 0,2 0-12 15,0 1-5-15,-1-1-6 0,2-2-5 0,-3 0-13 16,4 0-1-16,-2-2-6 0,-4 1-7 0,3-2-2 15,-4 3 0-15,1-3-7 0,-3-1-3 0,1 0-1 16,-5 2-5-16,2-1-3 0,-2-2 2 0,-2 2 4 16,0 1 9-16,-1-3 8 0,1 0 5 0,-5 4 3 15,1-2 2-15,-1-1-2 0,-6 1 8 0,3 3 0 16,-3-2-2-16,2 3 3 0,1 0 0 0,-5 1-1 16,3 0-1-16,0 2 2 0,3-1-6 0,-3 2-3 15,-1 2-1-15,4 0-4 0,-3 3-7 0,4-3-1 16,-1 4-5-16,3-3-2 0,2 3 0 0,3 0-4 15,0 0-6-15,3 0-3 0,3 0 3 0,5 1-7 0,0-1-21 16,7 0-33-16,-2 1-34 0,3 0-36 0,4-4-40 16,0-2-35-16,6 1-42 0,1-1-24 15,-7-3-205-15,7 2-493 0,-2-3 219 0</inkml:trace>
  <inkml:trace contextRef="#ctx0" brushRef="#br0" timeOffset="-111343.27">6453 12853 23 0,'-8'-4'261'0,"4"1"7"16,-3-2 5-16,-1-1-6 0,-4 1-7 0,2 4-5 16,2-2-8-16,-5 0-4 0,2 1-12 0,-4 1-8 15,2 1-17-15,4 4-11 0,-6 0-11 0,5-1-4 16,-3 1-11-16,2 4-14 0,0-2-10 0,0 0-19 16,0 6-9-16,4-2-9 0,-1 1-15 0,3 0-5 15,1 2-11-15,0 0-5 0,1 1-5 0,4-1-11 16,4 0-5-16,-1-1-3 0,2 3-10 0,2-3-21 15,2-1-22-15,5 4-16 0,0-5-20 0,1-2-26 0,1-2-9 16,0 1-23-16,3-6-17 0,1 1-18 0,-5 2-9 16,5-4 1-16,-1-2-21 0,-1-2-20 15,-5 0-12-15,1-4-7 0,4 1-6 0,-3-6-15 0,-2-2-11 16,-2 1-4-16,2-3-138 0,-2-6-407 0,1-2 180 16</inkml:trace>
  <inkml:trace contextRef="#ctx0" brushRef="#br0" timeOffset="-111124.52">6608 12717 77 0,'-5'-18'123'0,"1"-4"17"0,1 6 21 0,-2-3 19 15,1 2 21-15,-3 2 5 0,0 2 5 0,3 0 2 16,0 2 1-16,-2 0 10 0,2 4-13 0,0 0-9 16,3 1-9-16,-2 2-22 0,2 0-15 0,-2 0-13 15,3 4-16-15,0 0-10 0,0 0-16 0,0 0-4 16,0 0-2-16,-7 15 3 0,7-9 4 0,4 5 23 16,-4 1-18-16,3-2-8 0,2 7 2 0,-2-1-11 15,3 4-8-15,-2-1-5 0,0 0-8 0,0 0-10 16,0 3-4-16,3 4-6 0,-3-6-3 0,0 0-2 15,1 0-4-15,1-1-9 0,-2 1-25 0,1 0-29 0,2-4-29 16,0 1-27-16,-3 0-30 0,0-4-37 0,0-3-39 16,3 0-44-16,-4 0-47 0,2-2-50 15,1-2-244-15,-1-1-617 0,-1 1 273 0</inkml:trace>
  <inkml:trace contextRef="#ctx0" brushRef="#br0" timeOffset="-110780.78">6565 12865 220 0,'-1'-4'309'15,"1"4"-17"-15,0-9-17 0,0 9-25 0,1-5-25 16,-1 2-9-16,4-2-27 0,3 2-14 0,-1 1-21 0,1-2-15 16,2 3-15-16,3-2-9 0,0-2-13 15,0 4-16-15,3-1-4 0,-1 2-11 0,2 0-2 16,-5 0-12-16,4 2-1 0,-3-2-11 0,-1 3-7 15,3 2-11-15,-9-3-9 0,9 0-4 0,-3 2 0 0,-5-1-6 16,4 4 1-16,-3-4-3 0,-2 2 2 0,1 2 3 16,-4-2-3-16,2 0-2 0,-1 5 2 15,0-2-5-15,2 2 1 0,-1 0-2 0,-1-1 0 0,2 2-1 16,-2-3 4-16,1 3-2 0,0-1-2 0,3 0 9 16,0-1-10-16,1 0 3 0,-2-1-5 0,-1-1-12 15,2 0-12-15,-2-3-25 0,1-2-14 0,-1 3-22 16,-1-2-29-16,3 0-24 0,-7-3-15 0,12-3-22 15,-9 0-11-15,4-3-19 0,-4 2-2 0,-2-1-129 16,3-3-365-16,-4 2 162 0</inkml:trace>
  <inkml:trace contextRef="#ctx0" brushRef="#br0" timeOffset="-110192.2">6954 12891 11 0,'-2'-10'92'0,"2"1"21"16,-1 4 17-16,1-1 13 0,0-1 15 0,1 2 2 0,-1 2 1 16,-1-4 0-16,2 3-13 0,-1 4-14 15,0-5-14-15,0 5-11 0,0 0-4 0,0 0 5 16,0 0-11-16,0 0-7 0,0 0-9 0,6 11-2 0,-5-6-9 15,2-1-2-15,-3 4-8 0,1 0-7 0,4 1-5 16,-4 1-7-16,3 0-6 0,1-1 0 0,1 1-6 16,-2 1-4-16,0-2 1 0,-1 0-2 0,-2-2-5 15,5 0 0-15,-1-1-9 0,-1-1-2 0,-3-1-2 16,3 0-2-16,-1-1 1 0,0-1 1 0,-3-2-3 16,0 0 1-16,0 0-1 0,12-5 2 0,-12 5-1 15,2-6 5-15,1-1 5 0,-1 1 13 0,0-4 15 16,0 0 6-16,-2-1 5 0,4 1 6 0,-3-2 7 15,2-1 8-15,-2 3 8 0,1-1-7 0,1 1-1 16,-2-2-12-16,3 5-3 0,-4 0-3 0,2 2-11 16,-1-1-2-16,1 0-10 0,0 2 0 0,0 2-3 15,-2 2-2-15,6 0-9 0,-6 0 12 0,8 3-14 0,-5 3-14 16,4 0-11-16,-2 2 3 0,2 2 0 16,1-4-20-16,0 6-5 0,3-2-9 0,3 3-11 15,2-2-15-15,-2 1-9 0,3 0-7 0,0-2-8 0,2-1-5 16,-2 0-9-16,4-4-1 0,-2 0 1 0,1-1 8 15,2 0-6-15,-2-3 20 0,-2-1 2 0,-2 0 13 16,-2-1 3-16,2-3 7 0,-3 0 12 0,-1 1 9 16,-1-2 17-16,-2-1 5 0,-1-1 14 0,2 0 4 15,-6-2 8-15,0 0 12 0,0-2 8 0,-1 0 10 32,-3-1 15-32,0 1 4 0,-3-2 7 0,-1 3 5 0,0-3 8 15,1 3 7-15,-4 0-7 0,1-2 4 0,-2 3-10 16,-1 1 0-16,-2-2-2 0,2 5-1 0,-2-1-3 0,-2 1-5 0,3 2 7 15,-1 2-9-15,-2 3 3 0,3 0 4 0,-3 1-7 16,3 3 7-16,3 0-3 0,-1 2-5 0,-1 1 6 16,3 1-7-16,2 3 2 0,1-1-4 0,3 1-6 15,1 0-1-15,5 4-5 0,0 0-5 0,4-2-6 16,-2 1 11-16,7 0-17 0,-4-1 0 0,3 0-7 16,2-2-21-16,1-2-20 0,0-1-25 0,1-2-27 15,1-1-32-15,0-2-36 0,-5-2-27 0,0 1-41 0,-3-3-49 16,4-4-44-16,-8-1-309 0,4-1-657 15,-4 2 290-15</inkml:trace>
  <inkml:trace contextRef="#ctx0" brushRef="#br0" timeOffset="-110020.33">7093 12530 101 0,'-3'-2'221'0,"0"0"-20"0,3 2-26 16,-4-5-34-16,4 5-43 0,0 0-61 0,0 0-62 16,0 0-134-16,15 8-171 0,-6-3 77 0</inkml:trace>
  <inkml:trace contextRef="#ctx0" brushRef="#br0" timeOffset="-109067.25">7948 12949 87 0,'0'0'394'0,"0"-9"6"0,0 4-18 0,-1 1-15 16,-2-1-14-16,2 1-13 0,-4 2-15 0,3-2-11 15,2 4-30-15,-8-5-21 0,4 3-26 0,4 2-19 16,-10-1-26-16,10 1-17 0,-7 3-15 0,3-1-17 15,-1 2-16-15,2 0-12 0,-1 1-13 0,3 0-7 16,-2-1-9-16,3 3-5 0,0-2-11 0,0 0-5 16,3 1-2-16,-2-1-11 0,2 2-4 0,1-3-11 15,1 1-12-15,1-3-10 0,-2 1-10 0,3-1-14 16,-2-2-9-16,-5 0-10 0,12-1-18 0,-6 0-22 16,-2-3-22-16,1 0-30 0,-2-1-19 0,0 0-36 15,-3-1-28-15,1-5-39 0,-1 4-39 0,0-3-40 16,-1 0-47-16,-2 0-218 0,0 0-634 0,3-1 281 0</inkml:trace>
  <inkml:trace contextRef="#ctx0" brushRef="#br0" timeOffset="-108770.39">7921 12724 264 0,'0'0'265'0,"0"0"-16"0,0 0-17 0,0 0-12 15,0 0-12-15,0 0-10 0,0 0-14 0,0 0-15 16,0 0-13-16,0 0-15 0,0 0-12 0,1 12-12 16,-1-12-11-16,7 6-10 0,-3-2-9 0,0-3-8 15,2 1-6-15,-2 0-7 0,3-1-8 0,-3 1-7 0,-4-2-6 16,12 0 4-16,-7 0-8 0,-5 0-7 16,10-3 1-16,-7 0-8 0,3 1-1 0,-4-1-2 15,-1-1-2-15,3 0-2 0,-8-2-2 0,4 1-2 0,0-2-2 16,-4 1-4-16,-1 1 0 0,-4-2-2 0,3-2-5 15,-1 7-13-15,-1-2-25 0,-2 0-32 0,3 0-60 16,-1 2-53-16,1-1-74 0,-1 2-226 16,8 1-519-16,-9 1 229 0</inkml:trace>
  <inkml:trace contextRef="#ctx0" brushRef="#br0" timeOffset="-97985.25">7400 13692 119 0,'-10'2'230'0,"6"0"-12"0,4-2-21 0,-5 1-16 0,5-1-17 16,0 0-18-16,-9 4-14 0,9-4-10 0,0 0-15 16,0 0-9-16,0 0-8 0,0 0-12 15,24-7-8-15,-16 6-4 0,4-1-8 0,1 2-6 16,-1-5-3-16,0 2-9 0,-1 0-1 0,2 2-6 0,-3-2-2 16,-2 2-1-16,0 0 3 0,-2 0 11 0,-2 0 8 15,-4 1 7-15,8-2 4 0,-8 2-4 0,0 0-2 16,0 0-2-16,0 0 4 0,0 0 1 0,0 0 7 15,-24 2-9-15,14-2 9 0,3 1-5 0,-1 0-4 16,-4-3-6-16,4 3-4 0,1 0-5 0,-1 0-5 16,8-1 1-16,-11 1-9 0,11-1-2 0,-10 2-10 15,10-2-14-15,0 0-28 0,0 0-44 0,0 0-60 16,0 0-75-16,0 0-77 0,25-3-187 0,-13 2-506 16,0 0 225-16</inkml:trace>
  <inkml:trace contextRef="#ctx0" brushRef="#br0" timeOffset="-95969.71">8072 13451 26 0,'0'-8'297'0,"-3"1"-7"0,3 0-10 15,0 1-9-15,0-5-9 0,0 5-16 0,0 4-8 16,0-3-12-16,0-1-20 0,3 4-26 0,-3 2-11 16,0 0-18-16,-3-8-20 0,3 8-13 0,0 0-7 15,0 0-15-15,0 0-7 0,0 0-10 0,7 16-8 0,-7-9-6 16,1 1-3-16,1 2-12 0,2 2-7 15,0 2-3-15,-3-1 16 0,0 3-24 0,2-3 0 16,-1 5-1-16,0-5-4 0,1 3 2 0,0 1-12 0,-2-4-2 16,-1 0-17-16,3-2-14 0,-3-1-17 0,4 1-19 15,-3-2-20-15,-1-2-23 0,3-1-36 16,0 0-30-16,-2-1-38 0,3-3-28 0,-1 0-34 0,-3-2-204 16,5 3-503-16,-5-3 222 0</inkml:trace>
  <inkml:trace contextRef="#ctx0" brushRef="#br0" timeOffset="-95672.84">8111 13391 259 0,'-1'-3'259'0,"-2"-1"-9"0,3 4-5 0,-1-7-4 0,-2 0-8 16,3 5-9-16,0 2-11 0,-1-5-13 15,1-2-15-15,0 7-19 0,0-6-17 0,1 3-1 16,-1-2-29-16,3 3-6 0,-3 2-16 0,5-4-15 16,2 1 7-16,0 0-19 0,1 2-8 0,-1-3-6 0,5 2-6 15,-1-2 6-15,-1 3-20 0,3 0-19 0,-1 0-12 16,0-3-18-16,1 3-15 0,-4 1-21 16,3 0-19-16,-5-1-17 0,2 1-14 0,-2 1-23 0,-1 0-12 15,-6-1-17-15,11 0-10 0,-11 0-5 0,0 0-3 16,6 0-6-16,-6 0-12 0,0 0-10 0,0 0-107 15,0 0-328-15,-9 11 145 0</inkml:trace>
  <inkml:trace contextRef="#ctx0" brushRef="#br0" timeOffset="-95454.1">8122 13494 5 0,'0'0'191'0,"3"2"-2"16,1-1-3-16,-4-1-12 0,8 0-7 0,-8 0-7 16,11 0-17-16,-6-1-13 0,-5 1-13 0,11-4-14 0,-4 2-8 15,0 0-10-15,1 1-8 0,-2-3-10 0,2 3-2 16,0 0-29-16,-1-1-29 0,1 2-28 16,0 0-27-16,-8 0-34 0,12 0-27 0,-5 0-35 0,-3 2-122 15,0 0-288-15,2-1 128 0</inkml:trace>
  <inkml:trace contextRef="#ctx0" brushRef="#br0" timeOffset="-95235.36">8152 13654 115 0,'-8'1'252'0,"8"-1"-13"0,0 0-9 16,-4 2-13-16,4-2-15 0,0 0-21 0,0 0-16 15,0 0-16-15,0 0-17 0,0 0-13 0,19-5-15 16,-12 2-5-16,5 1-12 0,-3 0-9 0,4 1-12 16,-1 1-21-16,-1-2-32 0,1 2-37 0,3 0-39 0,-4 0-36 15,1-1-43-15,0-1-36 0,-2 1-154 16,-1 1-359-16,4 1 160 0</inkml:trace>
  <inkml:trace contextRef="#ctx0" brushRef="#br0" timeOffset="-94751.02">8521 13464 118 0,'0'0'193'0,"-2"-4"-20"15,2 4-8-15,-5-4-23 0,5 4 2 0,-4-1-4 16,4 1-13-16,0 0-8 0,0 0-2 0,-15 4-2 16,9-2-6-16,-2 2-3 0,4 0-6 0,-3 1-3 15,-1 2-4-15,-1 0-9 0,2 2-9 0,0-1-1 16,0 2-14-16,-1 0-4 0,1-1-7 0,2 3-2 16,-2-2-9-16,6 1 2 0,-3 0-3 0,1-1-4 15,3 2-2-15,-3-4-2 0,-1-1-5 0,8 1 0 0,-3-2-6 16,4 1-1-16,-1-2 0 0,0-2-4 0,1 1 1 15,1-3-2-15,3-1-12 0,-2 0-6 16,1-1-5-16,4-2-5 0,-1-1-4 0,-1-3 6 0,-2 0-2 16,3 0 3-16,-6-3 0 0,5 0 3 0,-6-1 0 15,4 0 2-15,-4 0 1 0,0 0 3 0,-1-1 8 16,-3-1 14-16,0 2 8 0,0 2 10 0,0-1 15 16,0 3 1-16,-3 0 3 0,2 1-4 0,-2-1-3 15,3 2-2-15,-1 1-6 0,-2 0-9 0,3 4-3 16,-1-5 7-16,1 5-9 0,0 0-4 0,0 0-7 15,0 0 3-15,0 0-2 0,1 15-1 0,-1-7-3 16,4-2-2-16,0 4-21 0,0 0-21 0,0-1-22 16,2 3-27-16,-1-1-29 0,1 1-37 0,2-1-33 15,-3-1-34-15,5-1-208 0,-2 0-456 0,2-1 202 16</inkml:trace>
  <inkml:trace contextRef="#ctx0" brushRef="#br0" timeOffset="-94001.04">8930 13406 132 0,'-4'-2'244'0,"4"2"-14"0,-13 0-4 15,7 0-11-15,6 0-16 0,-14 2-3 0,9-1-10 16,-3 2-7-16,1-1-10 0,0 3-6 0,-1 0-11 15,-3 1-7-15,4 1-4 0,-1 0-10 0,0-1-10 16,-3 2-5-16,6 0-10 0,-4 2-5 0,5-2-13 16,-2 2-1-16,-2-2-5 0,2 2-13 0,5-1-2 15,-6 1 3-15,5-3-21 0,-3 3 1 0,5-4-4 16,4 3-5-16,-4-4 2 0,4 2-12 0,2-2-4 16,-1-1-7-16,6-1-22 0,1 0-12 0,-1-1-19 15,7-3-20-15,-5 0-16 0,5-4-14 0,1 4-13 0,0-4-24 16,4-1-19-16,-5-1-16 0,1-2-15 0,1-2-22 15,-3 0-7-15,2 2 4 0,-3-5 4 0,2 0-2 16,-6-3 8-16,2 2 9 0,-5-3 20 0,-2 0 20 16,1 1 26-16,-4 3 27 0,-1-4 25 0,-3 2 33 15,-2-5 32-15,0 4 12 0,-5 1 24 0,2-1 18 16,-1 2 15-16,-1 2 11 0,3 3 14 0,-2-3 6 16,0 3 9-16,1 1 9 0,0-2 3 0,0 6 5 15,2 0-2-15,2-1-9 0,-2 2-11 0,1 1-12 16,-1 0-11-16,3 3-8 0,-1-5-13 0,1 5-8 15,0 0 0-15,0 0-5 0,0 0-6 0,0 0-2 16,4 11-7-16,-2-3-1 0,1-2 2 0,-2 2 2 16,2 5-5-16,1 0-1 0,-1 0-3 0,1 0-3 15,-1 4-3-15,-2 0-1 0,3 1-3 0,-1 0-1 16,-1 0 0-16,1 0 0 0,-1 0-7 0,0-1-1 16,1 0-2-16,-2-4 1 0,-1-1-1 0,3 0-2 15,-3-2-5-15,3 1 4 0,-2-2 0 0,1-3 0 0,-1 0-1 16,-1 2 1-16,4-5 2 0,-4-1-3 0,4 1 0 15,0-1 3-15,-4-2 0 0,10-1 17 16,-10 1 4-16,9-3 10 0,-5 1-2 0,3-2 7 0,-2-3-6 16,1 4 15-16,2-2 0 0,-2-2-1 0,0 2 4 15,0-1-14-15,-1 2 11 0,2 0-1 0,-3 0 2 16,3 0-2-16,-2 1-9 0,-1-1-4 0,1 4-5 16,3-4-3-16,-4 1-4 0,-4 3-5 0,11 0-2 15,-11 0-3-15,9 3 5 0,-5-2-19 0,3 3 6 16,-2 0 2-16,2 0-9 0,-1 0 8 0,-1 2-19 15,1-1-19-15,0 1-22 0,1 0-16 0,0-1-20 16,0 1-31-16,1 3-31 0,0-4-34 0,2-1-40 16,-2 2-53-16,0-2-48 0,0-3-222 0,2 3-587 0,-2 1 259 15</inkml:trace>
  <inkml:trace contextRef="#ctx0" brushRef="#br0" timeOffset="-91188.66">10010 13368 83 0,'-3'-5'223'16,"-1"-2"-6"-16,0 2-9 0,1 1-15 0,-3-2-14 16,-2 1-8-16,2 2-11 0,-1 0-12 0,-1 0-8 0,-3 0-10 15,3 2-4-15,0 0-4 0,-3 2-11 0,0 0-11 16,-4 0-2-16,2 4-6 0,0 0-6 0,1 2-4 16,1-1 1-16,-1 2-10 0,1 1-3 0,3 0-1 15,-3 3-9-15,2-3-8 0,3 1-4 0,-1 0-9 16,2 2-1-16,-1-1-9 0,2-1 5 0,3 2-4 15,1-1-2-15,1 1 8 0,3 0-19 0,2-2 0 16,-1 0 2-16,2 1-3 0,3-3-1 0,2 1-1 16,0-3-2-16,6 4-2 0,-1-4 0 0,2-1 1 15,-1-1 1-15,4-1-3 0,1-3 1 0,0 0-3 16,-1-3-3-16,0-2 5 0,-2 0-3 0,-1-2-3 16,4 1-2-16,-4 1 1 0,-1-7 3 0,0 4-3 15,-5-2 0-15,2-4 1 0,0 2 6 0,-3-2-6 0,-1-2-2 16,-1-1-2-16,-2-2 2 0,0-6 4 0,-1 5-3 15,-3 0-2-15,0 1 1 0,-1 0 2 16,-3-2-1-16,0 3-1 0,0-1 7 0,0 1 14 0,-1 0 6 16,-4 0 0-16,4 2-2 0,-3 4 1 0,3 1-2 15,-2-1 5-15,0 4-2 0,0-1-5 0,-1 4 4 16,-1-1-8-16,4 1 0 0,-2 1 0 0,0 0-5 16,-1 1 1-16,4 3-7 0,-7-1-5 0,7 1 1 15,0 0 4-15,-12 7-2 0,8-2 0 0,1 0 0 16,-2 1-2-16,1 3-2 0,2-2-2 0,-2 4 3 15,0 0 0-15,0 3-6 0,3-1 5 0,-1-1-1 16,1 2 4-16,1 4-4 0,0 0-1 0,1 0 2 16,1 0-1-16,-1-1-2 0,3 0 1 0,-4 3 0 15,4-3-11-15,2 1-2 0,-4-5-2 0,5-2 4 16,-3 1-4-16,4-1-8 0,-1 0 2 0,1-1-12 16,2-2 0-16,2-1-11 0,0 0-10 0,2-2-8 15,1 0-5-15,1-3-6 0,2 0 5 0,1-2 3 0,-5-4 7 16,-1 1 6-16,2 1 3 0,0-2 5 0,0-1 5 15,-1-2 5-15,-5 1 3 0,2-1 6 16,-3-1 1-16,-1 0 4 0,1 0 9 0,-4 0 5 0,0-3 8 16,-1 4 6-16,0 0 10 0,-3-4 8 0,0 2 3 15,0 1 2-15,0-5 3 0,0 8 3 0,0 0-1 16,-3-1 3-16,3 1-11 0,-1 0-1 0,1 5-4 16,-3-5-4-16,2 3-6 0,1 2 2 0,0 0-1 15,0 0-3-15,0 0 3 0,0 0-7 0,0 0 6 16,-7 12-1-16,4-8-6 0,3 3 3 0,0-1-5 15,0 3-1-15,-1 0-2 0,2 2 3 0,-1-1 2 16,0 0-3-16,4 1-3 0,-2 1 1 0,0-1 1 16,1-3-2-16,-2 3 3 0,1-4-5 0,-1 1-9 15,2 0-8-15,-1-2 3 0,2 1-5 0,-2-2 1 16,2-3-6-16,0 2 0 0,3 0-5 0,-1-1-1 16,0-3 0-16,2 0 0 0,-8 0 2 0,14-3 4 0,-5 0 2 15,0 0 3-15,0-2 3 0,2-2-1 0,-3-1 2 16,-1 2 6-16,-2 0-1 0,6-1 7 0,-7-1-1 15,0 2 12-15,3-4 8 0,-4 3 3 0,-2 2 5 16,1 0 0-16,1-2 2 0,1 1 1 0,-2 0 5 16,-2 2-4-16,3-3-3 0,-3 2 2 0,1 2-2 15,-1 3-4-15,0-7-2 0,0 7-4 0,0 0 1 16,0 0-2-16,0 0-1 0,4-3-5 0,-4 3-1 16,0 0-1-16,0 0-1 0,0 0 4 0,0 0-1 15,2 15-3-15,-2-15-7 0,1 7-8 0,2-1-1 16,-2-1-3-16,1-2-1 0,-1 2-2 0,0 1-8 15,2-1-5-15,-2 1-5 0,-1 0-5 0,5-4-4 16,-2 2-1-16,-1-2 2 0,-2-2-2 0,5 5 4 0,-2-3 3 16,1 0 1-16,-4-2 6 0,7 0 0 15,-7 0 8-15,9-4 1 0,-9 4 1 0,6-5 3 16,-2 0 1-16,-3 0 3 0,2 0 5 0,3 0 5 16,-2-4 1-16,1 1 6 0,-1 2 5 0,-1-3 2 0,1 1 0 15,0-2 7-15,0 1 1 0,0 1 1 0,0-1 2 16,-1 2-2-16,2 0-2 0,-2-1 1 15,1 4-7-15,-1-3 0 0,1 3 1 0,0-1-3 0,2 1 0 16,-1 1-2-16,0 1 0 0,2 2-1 0,-7 0-1 16,10 0 1-16,-2 2 1 0,-3 0-4 0,2 2-1 15,1-2-1-15,-1 3 3 0,2 1 2 0,1 0-1 16,-4 3-1-16,4-2 1 0,-3 0-1 0,-3 0-2 16,3 4 0-16,-3-5 1 0,0-2-3 0,3 8 4 15,-3-3 1-15,-1-2-3 0,-2 1 0 0,1-3 0 16,-2 3 3-16,0-2-2 0,-2 1-2 0,2-2-2 15,-1 1 3-15,-2-1 0 0,-1-1 0 0,-3 1-1 16,3-1 2-16,0 1 0 0,-3-2 2 0,0 0-2 0,1 0 0 16,-2-1-4-16,2 0 6 0,-1 0 1 15,0 0-2-15,7-2 2 0,-10 1 1 0,4 1-3 16,2-2 1-16,4 0 2 0,0 0-3 0,-10 0-3 0,10 0-13 16,0 0-19-16,0 0-13 0,0 0-16 0,0 0-28 15,0 0-18-15,10-8-20 0,-2 3-18 0,-1 1-21 16,4-4-28-16,1 1-133 0,2-5-355 0,1 1 157 15</inkml:trace>
  <inkml:trace contextRef="#ctx0" brushRef="#br0" timeOffset="-90485.56">11019 13092 213 0,'-3'-11'223'0,"2"1"-11"15,-3 0-2-15,0-1-3 0,0 4-3 0,4-1-14 16,-4 4-7-16,4-1-13 0,-1 1-20 0,-1-1-12 15,2 5-22-15,-1-5-10 0,1 5-14 0,0 0-3 0,0 0-10 16,0 0-7-16,-3 13-3 0,4-7-1 0,1 1 0 16,-1 3-3-16,2 0-3 0,1 1-6 15,0 1-4-15,-2 3-3 0,1-1-2 0,0-1-8 0,-2 4-4 16,2-3 1-16,-3 0-1 0,3 4-9 0,-3 0-1 16,0-1-2-16,-3-4 0 0,3 4-5 0,0-3 1 15,0-1-1-15,0 5-3 0,0-6-2 0,0 1-2 16,3-1-3-16,-2 1 3 0,2-4-4 0,1 1 4 15,0-2-4-15,4 0-9 0,-1-1-10 0,4-2-15 16,0-1-8-16,5 0-3 0,-5-1-22 0,4-2-17 16,0 0-2-16,4-2 0 0,-4 2-11 0,5-3-4 15,-6-1 7-15,-2-1 4 0,1 0 12 0,0 0 8 16,-3-2-1-16,-2 0 12 0,-3-1 7 0,2 0 10 16,-3-3 16-16,0 5 10 0,-2-2 15 0,-1 1 17 15,-1-2 9-15,-3 2 9 0,3-1 1 0,-4 2 3 16,0 0 1-16,0 1 3 0,1-3-3 0,-2 4-7 15,-1-1 0-15,4 1-5 0,-4 1 2 0,2-2-6 0,0 3-3 16,4 1-1-16,-9-2-7 0,9 2 1 0,0 0-1 16,-10 3-4-16,10-3-1 0,-3 5 0 15,2-2 0-15,1-3-3 0,3 8-2 0,-2-3 2 0,3-2 0 16,0 2-5-16,-1-2-4 0,4-1-7 0,-2 4-3 16,2-4-5-16,1 2-1 0,-2-3-4 0,3 0-4 15,-4 3 0-15,2-3 7 0,3-1-1 0,-2 2 3 16,-1-2 0-16,-2 3 5 0,-5-3 0 0,11 2-1 15,-3 0 1-15,-2-1 1 0,-1 1 1 0,-1 1 0 16,0-2-2-16,3 1 6 0,-7-2-1 0,8 3-3 16,-4 1 0-16,-1 0 3 0,3 1 1 0,3 0-1 15,-5-3 3-15,0 5 0 0,0-3-3 0,0 1 3 16,1-1 2-16,0 0 2 0,-1 0-2 0,-1-2 11 0,-3-2 8 16,5 3 8-16,-5-3 18 0,6 2 18 15,-6-2 2-15,0 0-2 0,0 0 6 0,0 0 2 16,0 0-5-16,0 0-4 0,-3-13 3 0,1 7 3 0,2 1-6 15,-1-4-7-15,0 5-2 0,1-4-5 0,0 0-7 16,0 0-3-16,1 0 2 0,0 1-14 0,1-1-3 16,1 2-25-16,-1-5-28 0,2 5-22 0,2-3-39 15,-1 1-50-15,2 2-50 0,0-3-59 0,1 1-68 16,-5 3-185-16,1-2-541 0,1 1 239 0</inkml:trace>
  <inkml:trace contextRef="#ctx0" brushRef="#br0" timeOffset="-90298.07">11087 13179 42 0,'0'0'310'0,"-11"0"-20"0,11 0-29 0,-1-4-23 0,1 4-30 16,0 0-16-16,11-5-23 0,-3 5-16 15,3 0-34-15,0 0-50 0,3-1-65 0,6-1-72 16,-1-1-84-16,0 2-155 0,3 1-330 0,-1-1 146 0</inkml:trace>
  <inkml:trace contextRef="#ctx0" brushRef="#br0" timeOffset="-88704.38">12012 13117 140 0,'0'-7'282'0,"-3"2"1"15,2 0-11-15,1-1-18 0,-1-1-3 0,-2 4-15 16,0-5-2-16,2 4-25 0,1-1-6 0,-2 0-15 16,1-1-12-16,1 6-16 0,-1-6-16 0,1 6-15 15,0 0-15-15,0 0-16 0,0 0-5 0,0 0-11 16,0 0-11-16,2 14-2 0,0-6-2 0,-2 2-10 15,1 0-4-15,-1 2-1 0,4-1-8 0,-4 2 2 16,2 0-7-16,-1 4-3 0,-1-3 2 0,-1 4-8 0,2 0-1 16,-1-7-1-16,-1 2-3 0,2 4 0 15,-2-4-8-15,1-2 3 0,0 2-3 0,0-1 4 16,-2-1-17-16,2-3-18 0,0 2-13 0,0-2-31 0,0-2-15 16,3 1-31-16,-3-3-45 0,1 2-44 0,2 0-47 15,1-2-52-15,0-2-239 0,3-2-576 0,-3 1 255 16</inkml:trace>
  <inkml:trace contextRef="#ctx0" brushRef="#br0" timeOffset="-88188.78">12210 13224 126 0,'0'0'166'0,"0"0"-3"16,0 0 0-16,0 0-9 0,0 0 4 15,0 0-2-15,0 0-10 0,0 0-8 0,0 0-6 16,0 0-5-16,0 0-4 0,-18-1-7 0,18 1-5 0,-10 3-5 16,6-1-9-16,-1-1-4 0,-1 1-6 0,-1-1-4 15,3 1-8-15,-4 3-5 0,1-3-9 0,1 2-3 16,-3 0-7-16,0 2-2 0,1 1-6 0,-2-1-4 15,3 0-5-15,-5 1-6 0,7-1 0 0,-5 2-4 16,1-2 1-16,3-1-3 0,2 1-3 0,-1 0 0 16,1-1-4-16,-2 2 0 0,3-4-2 0,-2 1-1 15,4-1-1-15,1-3 8 0,-4 5 7 0,4-5 8 16,0 0-3-16,0 0 0 0,9 2-5 0,-9-2 1 16,0 0 0-16,11-2-1 0,-7-2 0 0,0 2 4 15,3-1-3-15,0-3-5 0,-2 6 0 0,1-5 2 16,-1 3-3-16,-1 0-3 0,2-1-1 0,-1 1-4 15,-5 2 1-15,7-4-5 0,-2 3 2 0,-5 1-1 16,9 3 0-16,-9-3-4 0,6 4-2 0,0 0 0 16,-2 1 2-16,1-2-4 0,1 4 1 0,-2 1-1 15,5-2 0-15,-3 2 0 0,0 1 1 0,1 0-1 16,0-2-2-16,1 0-3 0,2 2-13 0,-2-2-17 0,0-3-24 16,3 3-30-16,-7-3-37 0,6-1-53 0,3 0-50 15,-5-2-59-15,1 0-165 0,1-1-488 0,1 0 216 16</inkml:trace>
  <inkml:trace contextRef="#ctx0" brushRef="#br0" timeOffset="-87954.41">12431 13233 30 0,'-9'-1'386'0,"9"1"-19"16,0 0-24-16,-2-4-32 0,2 4-32 0,0 0-19 0,8-5-35 16,-4 3-17-16,-4 2-18 0,13-2-24 15,-4 2-18-15,2 0 4 0,-3-1-33 0,6 1-13 16,-2-1-32-16,0 0-35 0,0 2-45 0,2-1-46 0,-4 0-53 16,2 0-55-16,-4 0-48 0,0 0-61 0,2 0-166 15,-5 1-469-15,1 0 208 0</inkml:trace>
  <inkml:trace contextRef="#ctx0" brushRef="#br0" timeOffset="-87798.32">12502 13290 14 0,'0'0'276'0,"-4"2"-3"0,-1 1-13 0,5-3-12 0,0 0-10 15,0 0-22-15,0 0-18 0,0 0-23 0,0 0-12 0,0 0-21 0,0 0-17 16,25-4-33-16,-17 3-46 0,3 2-53 0,3-4-63 15,-2 1-64-15,0-1-72 0,3 1-136 0,-1 1-370 0,-1-2 164 16</inkml:trace>
  <inkml:trace contextRef="#ctx0" brushRef="#br0" timeOffset="-87204.6">12819 13114 211 0,'0'0'321'0,"-3"-5"-16"15,3 5-19-15,0-6-16 0,0 2-18 0,0 4-18 16,1-9-16-16,-1 4-21 0,2 0-11 0,-1-1-17 16,3 0-25-16,-2 1-7 0,1-2-11 0,2 1-1 15,-3 1-23-15,0 0-9 0,0-2-8 0,3 4-7 16,-3-2-4-16,1-1-7 0,-2 2 2 0,-1 4 1 15,6-5-10-15,-4 3-3 0,-2 2-8 0,2-6 1 0,-2 6-5 16,2-3-6-16,-2 3-7 0,0 0-4 16,0 0-6-16,0 0-2 0,0 0-2 0,0 0-1 15,0 0 2-15,0 0-9 0,-1 14-1 0,2-6 3 0,-1-2-2 16,2 0-1-16,-1 6-4 0,2-1-2 0,-2 1 2 16,6 5 0-16,-5-4 0 0,3 3 1 0,3 1-4 15,0 0 6-15,-2 3-8 0,-1-1-1 0,-1-1 5 16,6-2-9-16,-5 3-13 0,-1-1-9 0,3-2 4 15,-3-3-8-15,0 0-3 0,0-2-1 0,2 0-5 16,-5-1-4-16,-1-5-1 0,0 4 6 0,0-4 0 16,3-1 7-16,-3-4 5 0,-3 4-3 0,3-4 10 15,-3 4 0-15,3-4 0 0,0 0 2 0,0 0 2 16,0 0 2-16,0 0 5 0,-16-10 0 0,13 8 2 16,-1-3 9-16,0 0-2 0,-1 1 6 0,-2 0 4 15,3 1 8-15,0-3-7 0,0 3 6 0,0 0 0 16,-1 1 2-16,5 2 7 0,-5-5-15 0,0 3 0 15,5 2 6-15,-6-3-8 0,6 3 2 0,0 0 0 0,0 0-3 16,0 0 4-16,0 0 2 0,0 0 12 16,0 0-11-16,12 8-1 0,-5-6-1 0,0-1-3 15,0 0 2-15,5 2 2 0,0-2-2 0,-2 0 1 0,5 0-10 16,-3 0-22-16,2-1-20 0,-2-3-24 0,0 3-35 16,-1-1-44-16,-4-1-57 0,4-1-56 0,-2-1-54 15,-3 2-192-15,1 1-542 0,-2-2 239 0</inkml:trace>
  <inkml:trace contextRef="#ctx0" brushRef="#br0" timeOffset="-86970.23">13203 13295 183 0,'0'0'291'0,"0"0"-18"0,0 0-15 0,0 0-13 15,0 0-15-15,0 0-9 0,-10 11-22 0,10-11-15 0,1 10-20 16,-1-5-7-16,-4 1-23 0,3 2-10 16,-2-3-17-16,-3 3-6 0,5 2-19 0,-6 1-30 15,6-2-33-15,-6 1-40 0,3-1-41 0,-3 0-44 0,0 0-46 16,5-4-43-16,-1 0-51 0,0 2-128 0,-2-3-405 16,2 0 179-16</inkml:trace>
  <inkml:trace contextRef="#ctx0" brushRef="#br0" timeOffset="-86579.62">13261 13019 133 0,'2'2'256'0,"-2"-2"-6"16,13 4-9-16,-6-2-14 0,3 2-7 0,1 3-13 15,-4-4-14-15,0 2-13 0,2-1-17 0,0 5-12 0,-3-1-10 16,5-2-13-16,-5 1-5 0,-1-1-2 0,2 3-18 16,-6 0-3-16,2-3 9 0,-2 2-11 0,-1-1 2 15,2 0 3-15,-4 1-3 0,0 0-2 0,0 2 0 16,-2 2-2-16,0-5-3 0,0 3-9 0,1-2 6 15,-1 0 3-15,0-1-9 0,-1 0 0 0,1-2-1 16,2 1-2-16,0-1-7 0,0-1-1 0,1 0 0 16,1-4-6-16,-3 6-2 0,3-6-7 0,4 5 3 15,-4-5-7-15,7 3-7 0,-3-1-4 0,5-1-4 16,0-1-22-16,2-1-34 0,2-1-36 0,2 1-44 16,0 1-42-16,-1-3-57 0,-1 2-73 0,2-2-84 15,-2 0-310-15,1-1-719 0,0 0 318 0</inkml:trace>
  <inkml:trace contextRef="#ctx0" brushRef="#br0" timeOffset="-86392.13">13629 13323 167 0,'-6'1'314'0,"4"5"-11"0,2-6-19 15,-5 3-16-15,2 1-13 0,-1-1-21 0,1 3-23 16,2-2-22-16,-2-2-17 0,0 2-16 0,2 3-13 15,-3-4-17-15,1 1-10 0,1-1-30 0,0 3-46 16,-5-1-60-16,3 0-85 0,-1 1-95 0,-2-1-257 16,-1 0-495-16,-2 1 220 0</inkml:trace>
  <inkml:trace contextRef="#ctx0" brushRef="#br0" timeOffset="-85923.4">13866 13203 205 0,'4'-3'389'0,"-4"3"-1"0,0 0-5 0,2-4-7 0,-2 4-20 15,0 0-18-15,3-4-18 0,-3 4-24 0,0 0-26 16,0 0-30-16,0 0-21 0,0 0-24 0,0 0-19 16,3-1-19-16,-3 1-15 0,0 0-17 0,0 0-21 15,0 0-39-15,0 0-33 0,8 4-41 0,-2 0-31 16,-2-3-47-16,0 2-48 0,-4-3-53 0,9 2-65 15,-6 1-76-15,1-1-294 0,3-2-674 0,-7 0 298 16</inkml:trace>
  <inkml:trace contextRef="#ctx0" brushRef="#br0" timeOffset="-85735.91">14104 13168 190 0,'4'-4'355'0,"-4"4"-26"16,4-5-32-16,-1 3-25 0,0-1-24 0,5 1-33 16,-6 0-16-16,7 2-23 0,-5-2-13 0,-4 2-41 15,9-3-53-15,-3 2-66 0,-6 1-88 0,9-1-95 16,-3-1-216-16,-6 2-428 0,5-1 189 0</inkml:trace>
  <inkml:trace contextRef="#ctx0" brushRef="#br0" timeOffset="-85328.25">14372 12893 212 0,'0'0'373'0,"-2"-4"-12"0,2 4-5 16,0 0-17-16,0 0-15 0,0 0-14 0,6-4-12 16,-6 4-14-16,7-1-16 0,-7 1-20 0,0 0-16 15,8 1-19-15,0 2-18 0,-1 0-16 0,-3 1-19 16,3 2-9-16,1 1-10 0,-3 2-10 0,5 1-10 15,-2 2-14-15,-2 3-12 0,0-2-8 0,1 3-8 16,0 5-8-16,-3-2-7 0,2-1-7 0,-4 2-6 16,3-1-5-16,-3 1-5 0,1-2-2 0,-3 0-14 15,0 0-22-15,0 0-22 0,0-3-29 0,1-2-33 16,0-2-32-16,2 5-28 0,-3-6-26 0,0 0-24 16,1 0-36-16,2-3-39 0,-3-1-51 0,3 0-51 15,0-1-253-15,2-1-672 16,-2-2 297-16</inkml:trace>
  <inkml:trace contextRef="#ctx0" brushRef="#br0" timeOffset="-84914.12">14781 12974 16 0,'-1'-4'287'15,"1"4"-7"-15,0 0-12 0,0 0-15 0,-3-4-12 16,3 4-16-16,0 0-22 0,0 0-16 0,0 0-18 16,0 0-18-16,0 0-13 0,0 0-15 0,-4-4-8 15,4 4-8-15,0 0 2 0,0 0-11 0,-12 8 0 0,7-5-1 16,2 1 0-16,-3 3 3 0,-1-2-5 0,-2 1 4 15,1 1-6-15,-2 1-5 0,0-1 1 16,-1 3-4-16,0-4-2 0,-3 5-9 0,2 1 1 0,2-4-5 16,-2 1-9-16,1 0-2 0,-4-1-7 0,7 0 0 15,-3-1-6-15,2 1-6 0,-1 1-2 0,2-3-6 16,1 0 1-16,-2 0-5 0,3-2 0 0,2 2-5 16,0-4 6-16,0 1-2 0,1 0-24 0,3-3-10 15,-5 4-11-15,5-4-17 0,-3 2-7 0,3-2-7 16,0 0-43-16,7 6-30 0,-7-6-34 0,8 0-37 15,-8 0-37-15,0 0-42 0,12-1-40 0,-6-1-228 16,-1-2-584-16,1 3 259 0</inkml:trace>
  <inkml:trace contextRef="#ctx0" brushRef="#br0" timeOffset="-84586.01">14600 13125 40 0,'2'-4'244'0,"-2"4"-5"16,0 0-2-16,0 0-9 0,0 0-3 0,5-1-9 16,-5 1-13-16,0 0-4 0,14 5-8 0,-10-4-8 15,0 1-12-15,2 1-4 0,-1-1-9 0,3-1-2 16,-1 3-18-16,0-1-12 0,0 0-12 0,3 1-14 16,-2 0-9-16,2 2-3 0,1-2-10 0,-4 1-9 15,2-2-11-15,-2 0-2 0,4 3-9 0,-3 0-1 16,-2-1-8-16,3 0 3 0,-4 1-9 0,2-2 7 15,4 1-11-15,-4 2-5 0,-2-2-3 0,1-3 1 16,2 2 3-16,-4-1-8 0,0-1 0 0,4 1-1 0,-4 0-1 16,0-1 12-16,2 1-22 0,-2-1 5 15,0-1-5-15,-4-1 3 0,9 2-9 0,-9-2-14 16,6 1-10-16,-6-1-5 0,0 0-22 0,0 0-30 0,5 0-33 16,-5 0-46-16,0 0-44 0,0 0-56 0,0 0-67 15,0 0-165-15,6-5-534 0,-6 5 237 0</inkml:trace>
  <inkml:trace contextRef="#ctx0" brushRef="#br0" timeOffset="-82320.48">15400 12907 165 0,'0'-4'338'0,"-3"2"-9"16,3 2-30-16,-1-5-13 0,1 5-32 0,-3-3-25 15,3 3-24-15,0 0-16 0,0 0 5 0,0 0-19 0,0 0-14 16,11 13-19-16,-8-8 6 0,1 0-36 16,0 1-8-16,0 2-14 0,0 1-11 0,0-1 0 15,-1-2-11-15,1 4 12 0,-1-1-24 0,0 2-9 0,-2-3 1 16,1 3-9-16,-1-3-26 0,-2-3-20 0,1 3-27 16,1-1-20-16,-2-2-30 0,1 1-40 0,0-1-35 15,0-1-38-15,0-4-36 0,1 6-49 0,1-1-178 16,-2-5-497-16,3 2 220 0</inkml:trace>
  <inkml:trace contextRef="#ctx0" brushRef="#br0" timeOffset="-82007.99">15690 12799 86 0,'-3'-1'267'0,"3"1"-15"15,-11-1-10-15,11 1-16 0,-8 2-21 0,1 1-11 0,1 0-17 16,2 3-16-16,-2-1-9 0,2 0-13 16,1 3-13-16,2-3-8 0,-1 7-14 0,4-4-11 15,-1 4-9-15,3-2-4 0,3 2-7 0,0-1-6 0,5 3-8 16,-1-1-6-16,2 0-9 0,-3-2 0 0,1 1-6 16,7-1-1-16,-11-1-8 0,4-2 1 0,-4 2-6 15,0-3-2-15,-1-1-1 0,-1 3-2 0,-1-2-2 16,-2-2-2-16,-2 1-2 0,-3-1 1 0,-1-1-1 15,-3 0 0-15,0 0 0 0,-2 0-1 0,-1-2-2 16,-5 2-4-16,2-4-11 0,-2-1-23 0,-6 2-32 16,1-2-38-16,1-2-51 0,0 0-62 0,4 0-63 15,-3-5-155-15,-1 2-463 0,7 0 206 0</inkml:trace>
  <inkml:trace contextRef="#ctx0" brushRef="#br0" timeOffset="-81836.13">15539 12721 113 0,'-4'-4'255'0,"4"4"-30"0,0-5-18 16,0 5-23-16,0-5-30 0,0 5-37 0,0 0-41 16,0 0-47-16,0 0-55 0,0 0-76 0,0 0-104 15,18 10-222-15,-10-6 98 0</inkml:trace>
  <inkml:trace contextRef="#ctx0" brushRef="#br0" timeOffset="-81304.9">16299 12794 57 0,'0'-4'323'0,"3"1"-7"0,-3-1-18 16,4 0-22-16,0-1-27 0,-3 1-28 0,3 1-16 16,3 2-21-16,-7 1-21 0,10 3-15 0,-3-1-15 15,-2 3-14-15,3-1-10 0,-1 4-14 0,4 2-5 16,-4-1-14-16,2 2-4 0,-2 1-8 0,4 5-7 16,-6-4 6-16,4-1-20 0,-4 2-2 0,-1-2-5 15,3-1-5-15,-3 0-3 0,-3 0 8 0,3 0-13 0,-1-4 2 16,-3 1 2-16,2-2-7 0,-2-2 0 0,2 1-1 15,-4-1 23-15,2-4 13 0,0 0 6 0,-2 4 2 16,2-4 12-16,0 0 2 0,0 0-1 0,-7-10-4 16,7 5-5-16,0-3-7 0,-1 0-3 0,2-4-3 15,-1 1-10-15,3-2-3 0,1 1-7 0,3 1-5 16,0-7-4-16,2 6-12 0,-2-2-17 0,4-2-11 16,-2 9-20-16,2-2-19 0,0 3-18 0,-3 0-21 15,1 3-25-15,-3 1-35 0,3 0-35 0,0 2-24 16,3 3-19-16,-5-2-22 0,4 2-8 0,1 0-9 15,-2 3-173-15,3-4-479 0,-2 5 213 0</inkml:trace>
  <inkml:trace contextRef="#ctx0" brushRef="#br0" timeOffset="-81054.91">16740 12865 315 0,'7'0'23'15,"0"0"10"-15,-2-3 26 0,2 2 7 0,-1-5 14 16,-1 1 14-16,-1 2 10 0,0-5 11 16,-1 1 7-16,-1 3 4 0,-2-6-1 0,-1 4 11 0,0-1-2 15,-1-1 0-15,-1 1-6 0,1-3-5 0,-5 1-5 16,-1 2-3-16,1 1 0 0,-1 0-6 0,1 2-4 15,-4-1-11-15,0 2-8 0,2 2-6 0,-3 0-6 16,-1 2-1-16,1 2-2 0,3-1 0 0,-4 3-8 16,1 0 2-16,5 3-9 0,-4 0-6 0,4 1-4 15,-1 1-6-15,4 2 2 0,0-1-5 0,0 0-4 16,3-2-4-16,1 5 1 0,4-5-5 0,1 4-3 16,4-1 0-16,1-3-1 0,1 3-1 0,7-2-13 15,-2-1-24-15,2-2-28 0,0 0-34 0,2-2-34 16,-1-1-37-16,0-2-41 0,3-2-26 0,-8 0-25 15,4-1-189-15,1-3-466 0,-5 0 206 0</inkml:trace>
  <inkml:trace contextRef="#ctx0" brushRef="#br0" timeOffset="-80539.3">16952 12799 39 0,'0'-4'201'16,"0"4"-7"-16,-4-5-3 0,4 5-8 0,-4-1-6 0,4 1-3 15,0 0 0-15,-7 6-3 0,6 1 0 0,-1 2-5 16,0 0-7-16,3 2-14 0,-1 8-7 0,1-1-11 15,1 2-6-15,-1 1-16 0,3 0-8 0,0 7-7 16,-1-1-10-16,5 2-5 0,-1 0-10 0,1-1-2 16,0 0-7-16,0 0-6 0,-1-7-5 0,4 4-2 15,0 3-6-15,-2-3-3 0,1-6-2 0,2-1-9 16,-4 0 3-16,1-3 2 0,-2-5-9 0,3 1-1 16,-6-4-6-16,2-1-8 0,-1-1-5 0,-2 0-9 0,0-3-10 15,-3-2-7-15,8 0-4 0,-8 0-1 16,0 0 4-16,5-10-9 0,-5 5-3 0,2-3-12 15,-2-2-10-15,-2-3-22 0,2 0-15 0,-4-5-15 0,0 2-9 16,-1-4-22-16,2 0 1 0,-1-8 0 0,0 2-3 16,-2 1 0-16,-1-2 9 0,1 5 15 0,0 2 18 15,1-8 10-15,-3 8 28 0,2-1 23 0,1 2 25 16,-2 0 14-16,0 0 17 0,-1 1 26 0,-1-1 24 16,3 2 17-16,1 4 19 0,-1-5 10 0,1 4 10 15,0 4 0-15,2-5 3 0,0 3-3 0,0 2 4 16,3 0-6-16,0 0-2 0,0-1-7 0,0 5-12 15,2 0-9-15,2 0-10 0,1 1-8 0,-1 3-7 16,3-1-8-16,0 2-2 0,0 0-5 0,6-1-7 16,-3 2-5-16,3 3-2 0,1 1-3 0,-3 1-9 15,2 0 2-15,1 3-3 0,-2-1 0 0,2 4-3 16,-6-3-1-16,4 2-1 0,-5 0-1 0,1 1-6 0,-1-1 1 16,0 2-1-16,-3-1-3 0,-1 0-4 0,-2 0 3 15,0-3-5-15,-1 2-1 0,-2 0-9 16,-3 0-7-16,-1-2-7 0,-1 0-14 0,-3-1-13 0,2-1-19 15,-2 0-29-15,1-2-23 0,-2-1-41 0,2-1-38 16,-1-2-42-16,-1 2-181 0,2-2-461 0,1-2 205 16</inkml:trace>
  <inkml:trace contextRef="#ctx0" brushRef="#br0" timeOffset="-79136.85">17212 12699 35 0,'4'3'242'0,"0"1"-7"0,3 1-14 16,2 2-14-16,0 3-16 0,0-2-13 0,5 4-18 0,-2 2-16 16,0 0-15-16,0 2-14 0,-1-2-9 0,1 0-12 15,-1 0-10-15,-1 0-7 0,1-2-6 16,-6-2-8-16,1-2-7 0,-5 0-4 0,3 0-6 0,0 0-4 15,-1-4-6-15,-3 1-5 0,0-3 1 0,0-2-4 16,-3 5-3-16,3-5-3 0,-5 4-2 0,5-4 1 16,0 0 0-16,-13-8-5 0,12 5-2 0,-3 0-1 15,-3-2-3-15,5-2 1 0,0 0-1 0,1-1-4 16,1-1 1-16,1 4-2 0,-1-2-7 0,3-3-9 16,5 4-10-16,-3-3-3 0,5 3-6 0,-2-3-6 15,6 3-5-15,-2 0-7 0,3 3-8 0,1-4-8 16,2-1-13-16,-2 3-8 0,3 2-1 0,-5-3-27 15,-2 2 17-15,0-1 3 0,7-1-6 0,-5 1 15 0,-2-2 11 16,2 1 10-16,-6-1-2 0,3 1 31 16,-6 1 14-16,1-2 10 0,-2 2 14 0,-1-1 7 15,-2-1 8-15,-2 1 6 0,-2 1 18 0,2-1 4 16,-4-2 0-16,1 4 2 0,-1 1-1 0,-4-2-6 0,3 1-1 16,-4 2-4-16,2-1-5 0,-2 3-3 0,1 0 0 15,9 0 2-15,-16 4 1 0,9 1-2 0,0 0 1 16,-1 1 0-16,3 2-4 0,-2-1-4 0,4 3-4 15,-1 1 1-15,4-1-6 0,-1-1 2 0,2 2-1 16,3 0-1-16,-1-1 0 0,4-1-1 0,-3 0-8 0,5-1 5 16,-5-3-10-16,3 0 3 0,1-1-4 15,2 0-11-15,-2-2 2 0,4-2-3 0,-1 4-5 16,-4-7 4-16,5 1 2 0,0-1-1 0,-5 1 2 16,4-4-1-16,-4 3 4 0,3-2 3 0,-1 0 1 0,5-2 4 15,-5 3 2-15,-3 0 4 0,2 1 1 0,0 0 1 16,-1 0 1-16,0 1 2 0,-2-1 0 15,4 2 1-15,-9 1 0 0,13 2 0 0,-8 1 1 0,3-1-6 16,3 3-1-16,-3 0 4 0,3 2 0 0,-4 1-3 16,1 0 0-16,-2 1 1 0,1-2 0 0,-1 2-2 15,-2-2 0-15,0 3-4 0,-1 0 4 0,-3-4 0 16,3 2-3-16,-2-1-1 0,-2-2-2 16,1 1 6-16,-3-2 3 0,2 1-3 0,-5-2 13 15,-1-1 9-15,1-1 3 0,0 2-3 0,-2-1-2 0,1 0-4 0,-1-1 1 0,8-1-1 0,-9-1 3 16,9 1 3-16,-10 0-1 0,10 0 6 0,-12-2 3 15,12 2 1-15,-4-3-5 0,4 3-5 0,0 0-2 16,0-4-7-16,0 4 1 0,0 0-1 0,11-6-8 16,-6 4-8-16,3-1-9 0,3 1-4 0,-1 1-11 15,1-3-7-15,2 3-9 0,1-3-6 0,-5-1-14 16,6-1-11-16,-2 1-11 0,0 2-15 0,5-7-3 16,-2 3-7-16,-1-3-3 0,-1 2 2 0,-5 1 15 15,6-5 3-15,-3 3 16 0,-3 0 12 0,0 0 13 16,-1 0 20-16,-4 0 13 0,0 0 14 0,-1 1 9 0,-3 1 19 15,0 1 11-15,0 0 4 0,-3 0 4 16,-1 2 0-16,0-1-3 0,1 0-5 0,-2 3-3 16,0 0 1-16,5 2 9 0,-13 1 1 0,13-1 0 0,-13 1-5 15,6 3 6-15,0 1-1 0,4 1 0 0,-3-1-5 16,-2 3-4-16,3 0-4 0,-1 0-5 0,1 1-1 16,3 1-2-16,0-1-1 0,2 1-5 0,-1 1 2 15,0-2-4-15,3 1 0 0,0-1 0 0,-1-3-4 16,3 1 0-16,2 0-11 0,-2-1-12 0,4 1-15 15,1-2-11-15,1-2-13 0,2-1-8 0,0 2-4 16,2-2-8-16,-2-1-2 0,3-2-7 0,-1-1 2 16,0-4 5-16,0 2 11 0,-1-1 3 0,-1-3 5 15,0 3 12-15,-1-4 5 0,1 0 16 0,-4 2 17 16,-1-4 15-16,-1 2 11 0,-2 3 17 0,2-2 6 16,-3 2 8-16,0-1 9 0,-2 1 0 0,1 2-3 15,-2 0-8-15,0 4-4 0,0-8-6 0,0 8-4 0,-2-3-3 16,2 3-6-16,0 0-3 0,0 0 0 0,0 0-7 15,0 0 0-15,-8 9-1 0,8-4-3 16,-4 1-1-16,4-1-1 0,-1 2-1 0,1 0-4 0,0 1 3 16,0 0-2-16,1-1-2 0,3 1-1 0,-3 0 0 15,2 1-1-15,0 0-6 0,-2-4-5 0,1 0-8 16,2 3-5-16,-1-5-2 0,2 0-1 0,-2-1-3 16,2 3-2-16,-1-4-1 0,-4-1 5 0,12-1 5 15,-12 1-2-15,9-7 6 0,-3 4-5 0,0 0 10 16,-4-5-3-16,5 3 4 0,-4 0 11 0,4-3 8 15,-2-1 9-15,-2-1 6 0,2 2 8 0,-2-2 15 16,1 3 6-16,-1 0 4 0,0 1 7 0,2 0-3 16,-2 1 1-16,-1 0-3 0,1 0-3 0,-1 1-5 0,2 0-9 15,-4 4-1-15,5-4-8 0,-5 4-7 16,4 0 2-16,-4 0-6 0,7 7-2 0,-4-3-2 16,2 1-2-16,-2 1-3 0,2 3 0 0,1 0-3 0,-1 2 0 15,5-1-2-15,-2 0-9 0,-1 0-9 0,1-1-8 16,3 0-8-16,-2 0-10 0,0-1-22 0,3-2-17 15,-4 2-12-15,1-4-10 0,0-2-22 0,1-1-23 16,-3-1-12-16,2 0-21 0,-2-3-4 0,3-1-16 16,-3-4-6-16,1 2-2 0,0-4-113 0,-1 3-336 15,-2-5 150-15</inkml:trace>
  <inkml:trace contextRef="#ctx0" brushRef="#br0" timeOffset="-78699.37">18590 12534 56 0,'1'-22'96'16,"-2"2"4"-16,1 1 18 0,-2 1 18 0,2 0 21 15,0 5 5-15,-1 4-3 0,-2-3 7 0,2 2 1 16,-2 3-6-16,3 0-15 0,0 2-17 0,-1 1-14 16,1 4-14-16,-3-3-8 0,3 3-10 0,0 0-4 15,0 0 0-15,0 13 0 0,0-5-3 0,3 5-4 16,-2 4 8-16,7 8-4 0,-2-6-7 0,-5 2-5 16,9 7-5-16,-5-1-5 0,4 0 3 0,-2 1-13 0,0-7-4 15,0 5-2-15,2 2-4 0,0-3-3 0,-4-3-4 16,5 2-1-16,-1-5 0 0,-1-1-4 0,3 0 1 15,-4-1-7-15,5-2 2 0,-1-2-1 16,1 0-4-16,-1-3-13 0,-1-1-12 0,2-3-10 0,-1 2-8 16,0-4-6-16,1 0-10 0,0-1 1 0,0-1-11 15,-1-2-4-15,-1-2-4 0,-1 0 0 0,-2-3 0 16,0 1 3-16,-1-1 9 0,0-4 3 0,-3 3 6 16,4-5 1-16,-6 1 3 0,2-3 5 0,-3 2 11 15,1-1 13-15,-1 2 9 0,-1 0 6 0,-3 1 6 16,2 2 4-16,-4 1 5 0,3 1-3 0,2 1 4 15,-2-1-6-15,0 1-1 0,-1 2 0 0,4 2-4 16,-7-3 3-16,7 3-6 0,0 0 7 0,0 0-1 16,0 0 1-16,-5 9-3 0,6-4-2 0,2 0 2 15,1 0-1-15,4 3-2 0,-1-1-3 0,2 0-19 16,1 1-20-16,2 0-26 0,3-2-19 0,2 1-42 16,4 3-39-16,1-7-16 0,-1 3 1 0,-1 0 3 0,0-2 2 15,1-2-99-15,-1-1-289 0,-1-1 129 0</inkml:trace>
  <inkml:trace contextRef="#ctx0" brushRef="#br0" timeOffset="-78293.14">19177 12849 619 0,'6'-2'-5'0,"2"-1"12"0,-3 0 28 0,3-2 14 0,-5 1 12 16,0 1 22-16,-3-5 2 0,0 1 20 0,-3 1 4 16,0 1 8-16,-2-1-1 0,1 1-1 0,-4 0-1 15,1-2-3-15,-4 1-5 0,3 1-8 0,-2 3 0 16,2 0-9-16,-4-1-6 0,4 2-7 0,0 2-12 16,1 1 0-16,-3-1-8 0,1 3-6 0,2-1-5 15,0 2-3-15,2 0-7 0,1 2-2 0,0 2-2 16,-2-1-4-16,5 0 1 0,-1 4-3 0,1-6-2 15,2 3-3-15,1-1 0 0,-1-3-5 0,3 3-13 16,0-2-12-16,2-3-11 0,-1 2-8 0,3-3-10 16,-2 0-10-16,1-2-2 0,-7 0-8 0,17-5-6 15,-10 1-8-15,3-2-3 0,-2-5 0 0,1 3-2 16,-2-6 6-16,1-2 2 0,-2 1 14 0,-1-3 0 16,-1-1 5-16,0-2 9 0,-2-7-1 0,-1 5 13 0,2-3 9 15,-3-2 15-15,1 6 21 0,2-3 8 0,-3 7 5 16,1 0 17-16,-1-2 6 0,-1 1 16 0,-2 8 6 15,2-1 9-15,1 4 0 0,-2 1-9 0,2-1-5 16,-1 3-10-16,0 1-6 0,1 0-2 0,0 4-8 16,0 0-1-16,0 0 3 0,0 0 6 0,-7 15 0 15,3-9-3-15,4 1-3 0,0 5-4 0,1 1-1 16,2 1-2-16,-2-1-4 0,2 3 1 0,-2-1-3 16,3 1-4-16,2 2-4 0,-2-3-1 0,0 1-1 15,1-1-1-15,1-5-21 0,-1 3-30 0,-2 2-37 16,4-4-49-16,-3 0-63 0,4-3-51 0,-5 0-196 15,-1-3-464-15,1 0 206 0</inkml:trace>
  <inkml:trace contextRef="#ctx0" brushRef="#br0" timeOffset="-78074.4">18715 12587 152 0,'-14'-1'299'0,"3"1"-10"0,-2-2-13 0,6 1-22 16,0 1-22-16,7 0-16 0,-7 1-14 0,7-1-8 15,0 0-25-15,0 0-21 0,6 9-14 0,1-4-15 16,3-2-22-16,3 2-37 0,-1 0-51 0,8 3-63 16,-1-3-75-16,2 0-89 0,-1 0-191 0,2 0-441 15,-4-2 195-15</inkml:trace>
  <inkml:trace contextRef="#ctx0" brushRef="#br0" timeOffset="-76932.28">19622 12396 33 0,'0'-4'315'15,"0"4"-16"-15,4-2-27 0,-4 2-28 0,8-3-22 16,-8 3-23-16,0 0-15 0,7 5-10 0,-6-1-12 16,-1 2-8-16,6 5-13 0,1 0-6 0,-4 1-16 15,4 3-10-15,-1 2-7 0,-5 2-15 0,3-2-3 0,1 1-9 16,-1 0-15-16,-3 0-1 0,3-1-11 0,-4-3-3 16,3 4-6-16,-2-5-5 0,-1 0 2 15,0-3-5-15,3 0 5 0,-6-2-10 0,6 1-6 0,-3-5 3 16,2 2-1-16,-2-3 1 0,2 1-1 0,-2-4-2 15,3 3-8-15,-3-3 2 0,0 0 1 0,0 0-3 16,16-4-2-16,-8 2-3 0,2-2-7 0,1-1-2 31,2 1-2-31,-1 3-1 0,3-1 5 0,0-1-1 16,-4 4-5-16,4-1 3 0,-1 2 1 0,-1 0 0 0,-2-2 0 16,-2 2-2-16,1 2-3 0,-6-3 3 0,3 5 0 15,-3-3-8-15,-1 1 2 0,-2 0 3 0,-1 2 2 16,-1 0 0-16,-2-1 1 0,2-1-1 0,-5 1 4 15,-2-1-2-15,-2-2 3 0,1 2-3 0,-2-1 1 16,-2-2 7-16,3 0-8 0,-5-1 0 0,3 0-8 16,0-1-6-16,0 1-5 0,3-3 5 0,3 2-14 15,-1-1-10-15,3-2-9 0,-2 0-11 0,6 0-11 16,0 4-6-16,7-10-11 0,-2 6-10 0,4-4-8 16,2 4 3-16,3 0 2 0,4-5-2 0,1 2 6 15,0 3 5-15,0-4 17 0,0 4 7 0,-1 1 5 16,-2 2 12-16,-2-3 3 0,1 3 31 0,-3 1 7 15,0-3 10-15,-5 3 6 0,0 0 9 0,0 1 11 0,-1 1 0 16,-6-2 9-16,7 5 7 0,-5-3-5 0,-1 0 5 16,0 2 5-16,-1-4-7 0,-2 11 3 15,2-8-3-15,-2 1-3 0,-2 3-1 0,4-2-9 0,0-1-1 16,-1 2-1-16,1-1-2 0,0 0 1 0,1 0-3 16,-1-1-2-16,6-1 0 0,-4 1-2 0,4-2-2 15,-2 0-4-15,3-1 2 0,2 0 1 0,-2 0 0 16,6-2-6-16,-4 1 2 0,0-1-2 0,4 0 13 15,-3-1 11-15,0 1 6 0,-2 1 6 0,3-2 0 16,-3 2 7-16,-1-3 0 0,1 1-4 0,-8 2-3 16,15 2-4-16,-8-2-5 0,-3 1-2 0,0 4 0 15,4 0 0-15,-2 3 1 0,-1 2 0 0,2 2 7 16,-1 4 3-16,0 2 8 0,2 8 2 0,-1-4-8 16,3 2 2-16,-4 4 2 0,4-2 15 0,1 1 12 15,-3-2-17-15,0 4 1 0,2-1 15 0,-2-2 2 16,3-1-1-16,-3 1-3 0,-5-6-2 0,1-2 5 0,-3 0-2 15,2-1-10-15,-2-5 14 0,-2 2 3 0,-5-2 13 16,2-2 18-16,-4-2 12 0,-3-2 11 0,0-1-10 16,-4-5-5-16,-4 2-5 0,-2-5-12 0,0-1-8 15,-2-1-11-15,0-1-7 0,-7-6-9 0,4 2-3 16,6 2-7-16,2-2-11 0,2 0-19 0,1-1-35 16,4 3-32-16,2-2-39 0,3 1-45 0,3-1-45 15,3 3-56-15,2-2-40 0,3-1-63 0,3-1-70 16,6-3-365-16,3 1-826 0,8-3 365 0</inkml:trace>
  <inkml:trace contextRef="#ctx0" brushRef="#br0" timeOffset="-75385.47">21084 12557 53 0,'-1'-5'268'0,"-3"-5"-23"0,0 5-22 16,1-3-16-16,-1 1-7 0,-2 0-11 0,-2 2-9 15,3 4-7-15,-5-6-5 0,1 2-8 0,-1 3-7 0,-5 0-5 16,2 1-7-16,-1 1-9 0,0 1-10 15,-2 3-7-15,1 1-6 0,2 1 3 0,-4 1-7 0,1 4-6 16,1-3-9-16,1 1-5 0,6 1-12 0,0 1-5 16,-1-1-3-16,3 2-5 0,-1 0-10 0,6 0-2 15,0 2-3-15,2-3-3 0,3 4-3 0,2 0-5 16,8-3-3-16,-1 1-3 0,4-1-1 0,1-1-6 16,5-1-11-16,-1-3-9 0,6-1-8 0,1 0-9 15,-7-4-12-15,0-2-13 0,2 0-10 0,-5-2-4 16,3-4-6-16,-2-1-1 0,-2-2-17 0,-2-3-5 15,2-3-4-15,-3 2-3 0,2-11-2 0,-6 6-1 16,3-9 6-16,-6 2 6 0,3-3 12 0,-8 0 2 16,2 3 6-16,-2-3 12 0,-3 7 19 0,0-6 20 15,-3 8 20-15,-1 1 21 0,1 0 8 0,-1 5 7 16,0 1 2-16,0-2 1 0,1 5 1 0,-6-2-8 0,4 3 1 16,-1 0-8-16,-1 3-1 0,1 1-3 0,0 1-4 15,2 3-3-15,-4 0-6 0,8 0 5 0,-10 7 1 16,5-2 6-16,-1 5 1 0,4-1 4 0,-4 4-11 15,6 4 4-15,0-4-2 0,-1 6-4 0,1 1-2 16,1 8 1-16,3-7-6 0,-2 5 4 0,3 1-5 16,-1-7-1-16,4 1 0 0,-4-2 2 0,2-1-4 15,1 0 1-15,2 0-9 0,-1-4 2 0,2 2-9 16,-2-6-12-16,3 0-9 0,-3-2-12 0,2-2-7 16,-2 0-10-16,1-4-4 0,2 0-16 0,0-2 0 15,-1 0-3-15,-1-1 7 0,6-4 4 0,-5-2 8 16,-1 2 7-16,3 2 6 0,-2-7 6 0,1 2 1 0,0-3 5 15,-3 3 7-15,6-7 11 0,-5 7 11 0,3-5 10 16,-4 4 11-16,0-2 11 0,-1 4 4 0,-3-2 5 16,-1 2 4-16,1 2 9 0,-4-1 0 0,4 1-4 15,-4-2-4-15,0 4-3 0,3-3 0 0,-3 6-8 16,-1-6-1-16,1 6-2 0,-6-3-8 0,6 3 2 16,0 0-4-16,-11 7-3 0,7-4 2 0,1 2 1 15,1-2-7-15,-2 5 1 0,1-3 0 0,2 3-3 16,-1 1 0-16,2-1 2 0,0 2-5 0,0-2 0 15,2 0 3-15,0 3-2 0,2-1 2 0,0-1 0 16,3 1-7-16,-1-2-1 0,-1-2-11 0,6 0-6 16,-3 1-6-16,2 0-7 0,-2-5 1 0,3 2-7 15,-3-2 1-15,0-2-6 0,0 0-2 0,2-1 0 0,-5-2 2 16,5 1-2-16,-2-3 7 0,1-3 0 16,-2 2 2-16,0-2 5 0,-2 0 7 0,1 1-1 15,-1-4 5-15,-1 1 6 0,1 1 7 0,-4 2 5 0,2 0 8 16,-2-1 5-16,-1 2 2 0,5 1-2 0,-5 1 4 15,0-1-2-15,2 1-4 0,-2 4-2 0,0-4-4 16,0 4 3-16,0 0-2 0,0 0 1 0,0 0-3 16,0 0 0-16,0 14 2 0,2-7-2 0,-2-1 2 15,2 2-2-15,-2 0-1 0,1-1 0 0,2 2 1 16,0 1-1-16,2 1 1 0,-2-2-1 0,0-1-2 16,1-2 0-16,2 0 5 0,-2 0-2 0,1 0 2 15,-1-4 0-15,1 1-4 0,-3-2-7 0,-2-1-6 0,9 0-3 16,-9 0-2-16,8-5-1 0,-5 3 2 15,0-5 1-15,1 2 2 0,-3 0 0 0,2-3 4 16,-2-2-2-16,-1 0 3 0,0 1-1 0,2-3 2 0,0 1 0 16,1 0 4-16,-1-1-2 0,1 1 2 0,-1 1 3 15,0 0 1-15,-2 2-1 0,3 0 5 0,-2-1 1 16,2 5 2-16,-1-5-1 0,2 5 1 0,-3 0-1 16,2-2-2-16,-2 1 2 0,-1 2-2 0,0 3-3 15,5-3-3-15,-5 3 3 0,10 0 0 0,-10 0 0 16,10 4-1-16,-3-1-2 0,0 3 3 0,2-1-2 15,0 0-2-15,2 4-2 0,-1-4 1 0,-1 3 5 16,3 0-3-16,-1-1 1 0,-2 2-1 0,1-1 0 16,0 2-2-16,-1-2 2 0,-2 2-1 0,1-2-2 15,-1 1 5-15,-3-3-1 0,3 2 3 0,-4-2 1 16,1 1 1-16,0 0-3 0,-3 0 3 0,-2-1 2 16,1 2-2-16,-7-5 5 0,4 4-4 0,-1-2-1 0,-1-1 0 15,-1 1-2-15,-1-3-2 0,1 3 3 16,0-3 1-16,-2 1-1 0,1-2-3 0,3 0-6 15,-4 0-11-15,8-1-10 0,-15 0-14 0,11 0-13 0,4 0-22 16,0 0-19-16,-12-3-32 0,9 0-15 0,3 3-20 16,6-8-20-16,-3 4-15 0,2 1-135 0,-1-3-357 15,1 0 158-15</inkml:trace>
  <inkml:trace contextRef="#ctx0" brushRef="#br0" timeOffset="-74723.98">22057 12126 45 0,'0'-8'291'0,"-3"2"-20"15,3 0-14-15,-3 1-6 0,2 0-21 0,-2 2-26 16,3 3-22-16,-1-4-12 0,1 4-11 0,0 0-6 16,0 0-13-16,-2 17-12 0,4-6-8 0,-1 2-4 0,5 5-11 15,-4 1-11-15,1 2-4 0,3 4-13 16,0 2-5-16,-2-2-6 0,2 2-9 0,-3-6-4 15,-1 7-6-15,2 0-4 0,-2 0 0 0,-1-2-9 0,3 1 0 16,-4-7-7-16,3 1 0 0,-3-2-1 0,2 1-2 16,0-2-7-16,-1-5-12 0,1 0-6 0,3-1-10 15,-4-2-2-15,2-1-16 0,5 1-14 0,0-2-9 16,-4-4-10-16,6 1-7 0,-2-3-1 0,0-1 2 16,2-1-5-16,-2-2 5 0,4-1 10 0,-1 0 4 15,0-3 5-15,3-1 4 0,-3 0 5 0,0-1-1 16,1-5 5-16,-3 0 1 0,6 0 5 0,-7 1 4 15,-2 2 0-15,-1 1 5 0,2-4 9 0,-3 6 5 16,-1 0 1-16,-3-2 2 0,-2 6-1 0,1-4 0 16,-3 3 4-16,1 0 0 0,-2 2 5 0,5 2-1 15,-11 0-2-15,4 2 2 0,-1 1 1 0,1-1-1 16,3 3 3-16,0 0-1 0,1-2 3 0,-1 3-2 16,1 3-3-16,3-3 3 0,0 1-1 0,3 0 2 0,-3-1 1 15,6-1-3-15,-2 1 1 0,4 0-2 0,-1-4 1 16,2 2 2-16,4 1-3 0,-7-2 0 15,8 0-3-15,0-1 4 0,-1-1-5 0,1-1 1 0,1 2 2 16,-2-4 2-16,-3 1-2 0,3 2 1 0,-2-1 9 16,-4 0 3-16,1 2 2 0,0-4-3 0,-8 2-4 15,14 2 2-15,-10 0-4 0,3 1 2 0,-3-1 0 16,0 2-2-16,-3 1-1 0,4 0 1 0,-5 0-1 16,4 2 0-16,-4-1 0 0,0 1 2 0,1-2 4 15,0 1-3-15,-2 1 4 0,2-4 2 0,-1 2 10 16,-1 0 10-16,1-5 11 0,-1 2 16 0,1-2 7 15,0 0 3-15,0 0-2 0,0 0-3 0,0 0-6 16,0 0 2-16,-4-17-9 0,4 11-9 0,2-2-2 16,0 1-1-16,0-3-10 0,1-1-2 0,1-1 6 15,1 1-21-15,0 2-13 0,0-1-26 0,1 1-27 16,0-3-36-16,1 3-54 0,0 0-57 0,0 2-59 0,-2-5-266 16,2 4-563-16,-3-2 250 0</inkml:trace>
  <inkml:trace contextRef="#ctx0" brushRef="#br0" timeOffset="-74547.33">22001 12296 229 0,'-1'-4'263'0,"1"4"-26"0,0 0-25 0,17-6-19 15,-4 4-21-15,1 2-16 0,6-1-19 0,3 4-34 16,-2-2-47-16,9 3-60 0,3-4-70 0,-2 5-206 15,-6-2-304-15,3 0 135 0</inkml:trace>
  <inkml:trace contextRef="#ctx0" brushRef="#br0" timeOffset="-73250.51">23370 12171 2 0,'-1'-4'264'0,"-2"0"-16"0,3 4-13 0,-5-8-19 16,-2 6-16-16,-1 1-14 0,0-1-6 0,-4 2-6 15,-1-1-14-15,2 2-3 0,-3 1-4 0,0 0-9 16,0 2-5-16,-5 3-7 0,4 0-6 0,-2 3 1 16,-1-1-15-16,-1 2-5 0,5 2-12 0,-3 0-6 15,2 1-10-15,4-1 0 0,-3 1-12 0,2 3 1 16,0-1-7-16,6 0-5 0,-2-1-5 0,4 2-7 15,3-1-2-15,-1-4-2 0,6 5-1 0,3 1-6 16,1-2-6-16,5 0-3 0,0-4-2 0,3 1 9 16,2-3-6-16,5 1-16 0,-2-3-14 0,-1 1-10 0,2-7-11 15,9 3-10-15,-9-1-10 0,1-3-2 0,-2-1-7 16,-3 0-1-16,2-5-6 0,-1 0 2 16,-6 3 0-16,-1-8 7 0,1 4 6 0,-3-1 5 0,-1-3 5 15,-4 2 9-15,1-3 7 0,-2 1 2 0,-1 1 9 16,-3-1 4-16,0-1 6 0,-3 5 1 0,0-6 8 15,0 6 3-15,-1-3 3 0,-4 1 1 0,2 3 4 16,-3-1 5-16,4 1-1 0,-1 2 2 0,-3-2-2 16,-1 4 4-16,5-1-4 0,-4-2 1 0,4 3-1 15,-3 0-1-15,8 1-1 0,-14 2-3 0,7-2 0 16,-2 4-4-16,2-2 2 0,0 2-3 0,3 2 2 16,-1 1-4-16,3-1-2 0,-3 0 3 0,5 2 0 0,0-3-3 15,0 5 2-15,5 1-2 0,-2 0 0 16,5 1-3-16,1-3 4 0,5 2-4 0,0 0 1 15,2-1 0-15,-2 0 0 0,5-5-19 0,-5 0-10 0,1 2-12 16,2-5-9-16,-2 2-12 0,0-4-8 0,4 1-9 16,-6 2-7-16,1-5-4 0,0 0-4 0,-2 0 6 15,-1-1 5-15,-1-4 5 0,-1 1 10 0,-1 2 4 16,-2-4 5-16,2-2 7 0,-2 2 5 0,0-2 6 16,-3 1 11-16,-2 0 17 0,3-1 2 0,-2 0 12 15,1 2 5-15,-2 0 2 0,0 2 8 0,1 0 3 16,-1 2 1-16,-1 0 6 0,1 0-5 0,-1-1 1 15,0 5-8-15,0-5-2 0,0 5-4 0,0 0 2 0,0 0-4 16,0 0-3-16,0 0 1 0,0 0-5 16,0 0 4-16,-4 11-2 0,4-11-2 0,3 10 1 15,-4-3-1-15,1-2 0 0,0 3-1 0,0-2 4 0,1 3-3 16,0-1-4-16,-1 0 1 0,0-1-1 0,3-1 4 16,-1 1-1-16,3-2-1 0,-3 2 1 0,1-2-1 15,1-1-1-15,0-1 0 0,1 0-5 0,-1-1-3 16,1 0-2-16,2-1 0 0,-7-1-1 0,12-5 0 15,-5 2 0-15,1 0 0 0,-1-2 3 0,2-2 0 16,0 1 2-16,1-2-2 0,0 0-1 0,-2-2 2 16,1 1 4-16,1 1 12 0,-3 1 9 0,1-1 19 15,-3 0 17-15,1 2-1 0,-1-1 7 0,0 2 4 16,-1 0-2-16,1 3 6 0,-2-2 4 0,-1 0-16 16,1 0-2-16,-2 0-12 0,-1 4-5 0,3-2 1 15,-3 2-9-15,0 0-1 0,0 0-1 0,0 0-9 0,6 9-1 16,-5-6-1-16,0 4 2 0,1-2-4 0,-1 1-3 15,2 0-4-15,-2 1-2 0,3 0 1 0,2-2-20 16,-4 3-10-16,2-2-22 0,3 2-23 0,-1-1-26 16,2 0-32-16,0 1-39 0,-4-3-39 0,4 0-42 15,1-2-40-15,1 0-211 0,-3-1-535 0,1-2 236 16</inkml:trace>
  <inkml:trace contextRef="#ctx0" brushRef="#br0" timeOffset="-72969.27">23972 12057 191 0,'-3'-5'315'0,"2"-1"-8"0,-1 2-24 0,1-1-25 16,-2 3-27-16,3 2-23 0,0 0-6 0,0 0 0 0,0 0-6 15,-9 9-2-15,7-3-11 0,2 4-4 0,0 2-12 16,-3-1 10-16,6 4-38 0,-3 1 4 0,0 1-22 15,2 2-12-15,2-1-12 0,0 2-4 0,1-1-9 16,-1 1 9-16,3 1-24 0,1-4-14 0,-2 2-7 16,3-1-20-16,-2 0-26 0,1 3-23 0,-2-5-31 15,-1-4-29-15,2-2-39 0,-2 2-37 0,-1-2-43 16,3 0-43-16,0-2-33 0,-6-3-43 0,4-2-166 16,-1 1-524-16,1-2 232 0</inkml:trace>
  <inkml:trace contextRef="#ctx0" brushRef="#br0" timeOffset="-72389.65">24135 12390 183 0,'3'-4'234'15,"-2"1"5"-15,-1 3-2 0,0 0-1 0,1-5-9 16,-1 5-12-16,0 0-14 0,4-3-19 0,-4 3-18 16,0 0-16-16,9 0-12 0,-9 0-18 0,0 0-11 15,13 4-9-15,-7-1-10 0,-1 0-7 0,3-1-11 16,4 2-6-16,-2 0-6 0,0 2-5 0,3 1-7 15,-5 0-3-15,3 1 0 0,1 1-6 0,-1-3-8 16,-1 2-5-16,-1 0 2 0,1 0-9 0,-5 0-1 16,5-1 0-16,-8-4-5 0,1 2 2 0,1 1-5 15,-2-4 2-15,-2-2-7 0,-2 5 5 0,2-5 3 16,-7 1-6-16,7-1 1 0,-12-1-1 0,12 1-1 16,-16-2 1-16,8-1-5 0,2 1 3 0,-2 1-1 0,1-4 5 15,0 0-2-15,2 2 6 0,1-1-5 16,0 1-3-16,3-3 4 0,1 6-2 0,1-7 1 15,3 4-4-15,0 0 3 0,4-1-4 0,0-1-2 0,3 0 4 16,0 2-2-16,0-2-1 0,-1 3-1 0,3-1 1 16,-2 3-1-16,3-1 2 0,-5-2-2 0,2 2 0 15,-3 0 0-15,0 1-1 0,-1-2-1 0,0 2 1 16,-7 0-5-16,12 3 9 0,-8-2-10 0,0 0 6 16,1 1 0-16,-3 3-2 0,2-2 3 0,-2 2 2 15,-1 0-4-15,2-1 6 0,2 1-3 0,-1 0-2 16,-2 1 1-16,2-2-10 0,-2 3-1 0,3-2-7 15,0-1-2-15,1 0-4 0,0 1-6 0,4-2 0 16,-2 1-16-16,-2-2-3 0,1 3 4 0,0-4 2 16,2 0-1-16,-1-2 2 0,-2-2-4 0,-2-2-1 15,3-1 1-15,-3 2 5 0,1-3 2 0,0-1 5 16,-1 0 4-16,-3-1 4 0,-1 1 0 0,0-1 7 0,0-3-1 16,0 1 13-16,0 1 7 0,-5-2 0 0,2 4 0 15,-1 0 2-15,-1-1-3 0,1 2 3 0,-3 0-3 16,-1 3 2-16,-2-2-2 0,3 3 2 0,-2-3-3 15,1 4 2-15,-3 1-4 0,4 0-24 0,-2 1-24 16,9 0-31-16,-13 2-28 0,8 0-39 0,-1 0-36 16,2 2-164-16,0-1-381 0,3 2 168 0</inkml:trace>
  <inkml:trace contextRef="#ctx0" brushRef="#br0" timeOffset="-72155.28">24629 12310 14 0,'2'-1'327'0,"-2"-4"-13"16,0 5-17-16,3-3-8 0,-3 3-27 0,4-4-18 15,-4 4-29-15,0 0-21 0,0-3-16 0,0 3-26 16,0 0-10-16,0 0-12 0,3 15-13 0,-2-11-13 16,1 2-6-16,-1 2-16 0,2 1-2 0,0 1-10 15,0 1-7-15,1 0-7 0,2-1-9 0,-2 2-10 16,2-2-16-16,-1 0-29 0,7 4-37 0,-4-4-50 15,1-1-32-15,4-1-31 0,-5 0-46 0,7-2-47 16,-3-1-191-16,-2-2-477 0,3-1 212 0</inkml:trace>
  <inkml:trace contextRef="#ctx0" brushRef="#br0" timeOffset="-71686.55">25034 12279 81 0,'-7'-3'247'16,"-4"-4"-7"-16,0 3-13 0,2 0-14 0,-3 1-13 0,-1 3-6 16,1 0-9-16,-1 0-7 0,0 0-12 0,-2 2-7 15,2 2-4-15,-1 1-7 0,0 0-13 0,0 4-2 16,3-2-15-16,0 2-12 0,-1-1-8 0,3 2-16 16,1 1-2-16,4-2-4 0,-2 4-10 0,1-2-6 15,4 2-4-15,1-1-4 0,1-1-3 0,2-2-6 16,1 1-8-16,1 0 1 0,-2 0-5 0,7-4-6 15,-2 2-5-15,1-3-11 0,-2 0-8 0,3-3-8 16,2 1-13-16,-4-3-14 0,3-1-13 0,0-1-13 16,1-4-15-16,-1 1-10 0,0-4-14 0,-2 0-9 15,2-1-8-15,4-4-2 0,-7 1-11 0,5-5 9 16,-7 0-3-16,3-1 18 0,-7-3 1 0,3-5 8 16,-3 2 14-16,-2-4 15 0,-2 9 23 0,0-8 33 15,-1 9 35-15,-2-3 25 0,-2 2 17 0,-1 0 7 0,-2 4 10 16,6-1 3-16,-3 5 8 0,0 1 1 15,2-1 3-15,-1 5-8 0,1-1-8 0,1 1-6 16,-4 3-5-16,6 1-8 0,2 3-8 0,-6 0-4 0,6 0-3 16,-8 7-4-16,7-2-7 0,-1 4 5 0,2 0-5 15,0 4-3-15,0 2-1 0,2 1-2 0,-1 2-11 16,3 1 3-16,-3 0-1 0,4-1-2 0,-1 1-21 16,-2-1-25-16,2-1-48 0,-1-4-48 0,-2 1-63 15,1-2-68-15,0-4-237 0,0 3-532 0,-1-4 236 16</inkml:trace>
  <inkml:trace contextRef="#ctx0" brushRef="#br0" timeOffset="-71358.44">24699 12118 253 0,'-2'-6'305'0,"2"6"-22"0,0-6-21 15,0 6-25-15,0 0-25 0,-2-3-22 0,2 3-20 16,0 0-17-16,0 0-11 0,0 0-20 0,0 0-13 15,0 0-6-15,-4 11-12 0,4-11-11 0,0 8-5 16,0-4-8-16,1 0-14 0,2 1-20 0,-3-1-19 16,0-1-18-16,0 3-22 0,0-6-27 0,2 5-25 15,-2-5-17-15,1 4-28 0,-1-4-35 0,0 0-45 16,0 0-166-16,0 0-400 0,0 0 177 0</inkml:trace>
  <inkml:trace contextRef="#ctx0" brushRef="#br0" timeOffset="-71014.71">23977 12154 120 0,'0'0'347'0,"0"0"-7"0,-9 0-14 0,9 0-19 15,0 0-20-15,0 0-27 0,0 0-20 0,31 0-24 16,-18 1-26-16,1-1-13 0,8 2-20 0,-3-1-17 15,15-1-23-15,-11 1-27 0,7-1-43 0,-7 1-55 16,2-1-67-16,-4 0-84 0,1 0-93 0,1-1-227 16,-4 0-516-16,-4 0 228 0</inkml:trace>
  <inkml:trace contextRef="#ctx0" brushRef="#br0" timeOffset="-63608.96">28342 9445 181 0,'0'0'235'0,"-11"-2"-15"0,4 2-17 15,7 0-15-15,-15 2-15 0,11 0-8 0,-1-1-8 0,-4 1-16 16,4 1-11-16,1 4-13 0,-3-2-9 0,4 0-11 16,-1 3-5-16,-1-2-5 0,3 1-4 15,-2 1-6-15,4-2-4 0,0 0-7 0,0 1-7 0,0-2 0 16,3 0-7-16,-2 1-5 0,4-2-1 0,-1 0-2 16,0-1-5-16,-1 0 0 0,5-2-7 0,-2 1-1 15,1-2-3-15,1 0 1 0,-1-2 0 0,3 0 6 16,-3 1 4-16,-1-4 0 0,1 0-4 0,0-1 0 15,0 1-7-15,-3-1 1 0,3-3-5 0,-5 3-4 16,0-4-3-16,-1 2-2 0,-1 0 1 0,-1-1-2 16,-1 3-2-16,-2-5-3 0,-3 6-1 0,-1-4-5 15,-2 3 2-15,0 3-23 0,-5 1-30 0,1 0-39 16,1 2-56-16,-6 2-73 0,0 0-284 0,1 2-542 16,4 5 241-16</inkml:trace>
  <inkml:trace contextRef="#ctx0" brushRef="#br0" timeOffset="-62874.62">27282 10434 185 0,'0'-5'417'0,"0"-1"0"0,0 2-4 15,0-1-10-15,0 5-16 0,0-6-20 0,0 1-31 16,0 5-32-16,0 0-30 0,-1-7-30 0,1 7-32 15,0 0-20-15,0 0-19 0,0 0-18 0,0 0-17 16,0 0-10-16,-14 12-17 0,10-9-11 0,2 2-13 16,-1 2-9-16,1-1-5 0,2 1-8 0,0-1-11 15,0 2-1-15,0-4-7 0,2 3-5 0,1 0-7 16,-1-3 0-16,2-1-8 0,4 2 2 0,-2-1-4 0,-1-1 2 16,2 0-7-16,1-3-3 0,0 0 5 0,2-2-7 15,-4 1 0-15,0-3-2 0,2 0-2 16,-1 0-3-16,-1-2-6 0,-1 4-2 0,-3-6-6 0,4 0-4 15,-5 4-17-15,1-4-11 0,-1 3-22 0,-2 0-21 16,-1 0-31-16,2 0-32 0,-2 2-28 0,-5 1-30 16,7 2-30-16,0 0-46 0,-9 0-57 0,9 0-336 15,-13 5-727-15,8 0 322 0</inkml:trace>
  <inkml:trace contextRef="#ctx0" brushRef="#br0" timeOffset="-62263.75">28388 11357 67 0,'0'0'332'0,"0"0"-19"15,-3-7-19-15,3 7-30 0,0 0-22 0,-3-4-28 16,3 4-15-16,-12-2-10 0,12 2-14 0,-9 1-18 15,9-1-11-15,-11 2-25 0,4-1-7 0,0 1 5 16,2 0-24-16,-1 1-10 0,1 0-9 0,1-1-5 16,1 1-10-16,3-3-2 0,-4 6-3 0,3-4-2 0,2 5-8 15,3-4-5-15,0 0 1 0,3 0-7 16,1-1-1-16,2 3-2 0,1-3-4 0,0 1-4 16,0-2 1-16,2 0-5 0,-1-2 1 0,-3 1-6 0,-2-1 1 15,2-2-4-15,-1-1-9 0,-4 0 1 0,1-1-9 16,-1 0-11-16,-2 1 5 0,-1-4-3 0,-2 2-15 15,-2-2-15-15,-3 2-8 0,1-3-21 16,-3 1-25-16,1 2-36 0,-3-2-51 0,3 3-51 0,1 0-265 16,-3 0-543-16,-2 0 240 0</inkml:trace>
  <inkml:trace contextRef="#ctx0" brushRef="#br0" timeOffset="-56210.85">26134 9263 104 0,'3'6'107'0,"-2"-3"8"0,-1-3-7 0,0 8-5 16,0-5-12-16,0 1-9 0,0-4 13 0,0 9-2 15,0-5-25-15,0 0-4 0,3 0-1 0,-3 1-4 16,-3 0 1-16,2 1 1 0,1 1-2 0,0-1-11 16,0 1-2-16,0 0-2 0,-3 1-6 0,6 2-6 15,-3-1 4-15,-3 2-9 0,3 0-1 0,0-1 0 16,0 3 2-16,0 1 13 0,3 2 1 0,-2 1-3 0,2 1-6 15,-2-1-1-15,-1 0-5 0,0-1 1 16,0 2-6-16,2 0 1 0,-4-2-5 0,2 4 0 16,2-4 3-16,-4 1-1 0,4 1-5 0,-2-2-2 0,-2 2 0 15,2-2-4-15,0 0 2 0,2-1-1 0,-2 1 1 16,0-2-2-16,0 3-4 0,0 1 1 0,1 1 3 16,-1-1 0-16,-1 0 12 0,2 0 4 0,-2 0-4 15,-1 1 0-15,2-2-1 0,2 5 0 0,2-2-3 16,-7-2-1-16,6 1 1 0,-3 2-3 0,-3-3 0 15,6 1-2-15,-2 0 4 0,-1-3-8 0,2 2 1 16,-2-1 0-16,0-3-3 0,1-1-1 0,-1 3 4 16,0 1-1-16,0-2-3 0,-1-4 0 0,2 2-4 0,-1 1 1 15,0 0-1-15,0-4-1 0,-1 4 5 16,1 3-4-16,-2-4 1 0,4-2 1 0,-2 0 0 16,-3 0-2-16,0 1 0 0,3-2 3 0,-3 0-3 0,3 0-1 15,-1 2-1-15,1-2 1 0,-3 0 2 0,3-1 3 16,0 3-6-16,-1-3 3 0,2 1-4 0,-2 1 2 15,-2 0 2-15,3-1-1 0,0 0-4 0,0-2 6 16,0 1-4-16,0-2 4 0,0 3-3 0,-1 0 1 16,2-2-1-16,-1 3 1 0,0-1 2 0,0-2-3 15,0 1 1-15,-1 1 1 0,2-2 0 0,-2 2-1 16,1 1-2-16,0-1-1 0,-5 0 2 0,3 0 0 16,2 1 2-16,0-1-3 0,-2-3 3 0,0 5-4 15,2-6 3-15,0 4-1 0,0 3-2 0,-3-1 5 16,3-4-3-16,-1 5-1 0,1 0 3 0,1-1-1 15,-1 1-1-15,-1-2 4 0,1 5-3 0,0-2-1 16,0-3 4-16,1 2-1 0,-1-2 0 0,0 2 1 0,3 4 5 16,-3-3 6-16,0-1-2 0,2-1 0 0,-2 3 5 15,0 3-4-15,2-3 1 0,-2-1-3 0,0 2-1 16,0-1 0-16,0 1-1 0,-2 1 1 0,2-4-1 16,-2 3-3-16,2 4 1 0,0-6-1 0,0 1 1 15,0 3-2-15,-3-5 2 0,2 3-2 0,1 1 0 16,-3 2 1-16,1-6 0 0,0 4-1 0,2-3-1 15,-1 1 1-15,2 2 2 0,1 1 4 0,0-2 0 16,-4 1 2-16,0-3 0 0,4 0-3 0,-4 1 2 16,2 3-2-16,2-1-1 0,0 2-2 0,-2-6 1 15,3 7 0-15,-2-2 1 0,2 0-1 0,-1 1-3 16,-2-1 2-16,0 2 0 0,2 0 1 0,0 1-1 0,-1 0 1 16,-1 7-1-16,4-8 1 0,-4 2-1 15,1-2 0-15,-1 6 1 0,0-6-1 0,3 6-3 16,-6-5 3-16,3 0-4 0,0 6 2 0,0 0-3 0,3 0 3 15,-6 0-2-15,2 0-1 0,1 2 1 0,-4-9 0 16,1 6 0-16,3-5 0 0,-2 4 1 0,0-4 0 16,2 1 1-16,0 4-2 0,-3-5 4 0,3 0 2 15,-1 5 1-15,-2-4 5 0,3 4-1 0,-2-5 5 16,-1 7-2-16,-1-2-4 0,4-7 1 0,-6 3 0 16,5-1-2-16,1 0-4 0,-5 5 3 0,5-4-1 15,-3-1 0-15,1 5-2 0,1-8-2 0,1 3 4 16,-1-2-5-16,-1 0 2 0,1 2-2 0,1-3 1 15,-4 1-3-15,4-1 1 0,-2-2-2 0,2 2-1 16,-1 0-1-16,0-5 2 0,-1 1 1 0,2-1-2 16,-2-2 0-16,2 1 0 0,-3-2 2 0,3 1 7 15,0-2-7-15,0-1-2 0,0-1 2 0,0-2 0 0,0 1-1 16,0-1 2-16,0-1-6 0,0-4-10 0,0 8-6 16,0-8-26-16,0 0-57 0,0 0-57 0,0 0-60 15,11-10-263-15,-6-1-519 0,-2 2 231 0</inkml:trace>
  <inkml:trace contextRef="#ctx0" brushRef="#br0" timeOffset="-55048.2">26047 9342 83 0,'-1'5'120'0,"-1"2"-4"0,1-1-3 16,-4 3-6-16,4 0-11 0,1 0-3 0,-2 2-5 15,1 0 1-15,-2-2-6 0,2 1-2 0,-3-1-1 0,1 2-5 16,-1-1 3-16,-2-3-4 0,3-2 0 16,-2 4-8-16,0-4 3 0,2 2-5 0,-3-2 6 15,2 0 2-15,0-1 0 0,1-2 3 0,2 2 7 0,1-4 15 16,-5 4 13-16,5-4 11 0,-3 2 18 0,3-2-6 16,0 0-8-16,0 0-12 0,0 0-1 15,0 0-8-15,3-16-5 0,1 11-4 0,-2-2-2 0,7 0-5 16,-4-4 1-16,3-2-2 0,-1 2 1 0,1-3-1 15,1 0-2-15,2 1 14 0,3-2 2 0,-5 2 3 16,0 2 1-16,-2 0-3 0,2 1 5 0,-3 1-4 16,1 0-2-16,-1 0-6 0,-2 4-3 0,3-1-6 15,-4 2-11-15,-2 1-12 0,2-1-9 0,1 3-9 16,-4-4-12-16,0 5-13 0,0 0-6 0,0 0-4 16,11 9-18-16,-7-3-10 0,-1 3-18 0,4 3-28 15,0 3-26-15,2 2-27 0,6 7-32 0,-2 2-45 0,5-1-39 16,3 5-64-16,3-3-89 0,-1 1-231 0,5-1-669 15,-1-2 295-15</inkml:trace>
  <inkml:trace contextRef="#ctx0" brushRef="#br0" timeOffset="-53224.93">25775 12735 67 0,'-8'0'140'0,"8"0"-10"0,-7 1 0 0,7-1-2 15,0 0-3-15,-4 3 2 0,4-3 0 0,0 0-2 16,-2 3 2-16,2-3 4 0,0 0-3 0,0 0-1 16,0 0-4-16,0 0-3 0,0 0 0 0,0 0-5 15,0 0-5-15,10 4-10 0,-2-4-12 0,-8 0-3 16,10 0-10-16,0 0-8 0,3 0-5 0,-3 0-9 16,5 0-2-16,-2-2-8 0,3 2-1 0,2-1-4 15,1 1-3-15,2 0-4 0,-1 0-1 0,2 1 2 16,-1-1 1-16,0 0-3 0,2 0-4 0,0 3 0 15,-1-2-10-15,1-1 5 0,0 1-2 0,0 1 1 16,-1-1-5-16,8 1 0 0,-5 1-1 0,7-1-2 16,0 0-4-16,-1 2 2 0,-1-3-1 0,2 2-1 0,1-2 2 15,-2 1-3-15,1 1-2 0,0-1 2 16,1 1-4-16,1 0 3 0,-2 1-2 0,2-3-2 16,-1 0 1-16,-3 2-2 0,1-1 4 0,3 1-4 0,-2-1 5 15,0 1-4-15,1 0-5 0,1-1 6 0,-1 2-1 16,-1-4-1-16,2 2-4 0,1 1 5 0,-1-1-1 15,-1-2-1-15,1 5-2 0,-1-2 2 0,-1 0 1 16,0-2-1-16,0 0 0 0,2 2 9 0,-1-1-9 16,1 3-2-16,-1-5 3 0,0 2-3 0,-1-4 3 15,3 2-3-15,-2 3 1 0,-2-3 3 0,3 0-2 16,-4 2 0-16,1-4 0 0,1 4 0 0,0-2 2 16,-2-5-4-16,4 8 2 0,-2-3-6 0,0 2 6 15,-2-2 4-15,0-2-3 0,0 2 0 0,-1 0-4 16,3-3 6-16,-3 3-5 0,-5 0 4 0,5-2 0 15,2 0 2-15,0 2-6 0,-1-1 4 0,4 0 6 16,-1 0-11-16,-3-2 2 0,5 2 2 0,1 0-1 0,-4 0-5 16,2-1 3-16,0 0 9 0,0 1-10 0,-1-4 3 15,2 3 1-15,-1-2 1 0,-1 3-4 16,4-3 1-16,-5 0 2 0,4 0-2 0,-2 2 1 0,1-2 0 16,0 0 0-16,-1 2-1 0,4-1 2 0,-4-1-4 15,5 0 0-15,-4 2 4 0,2-1-1 0,-2-1-1 16,3 2 1-16,-2-1-2 0,0 0 0 0,3 1 2 15,1 1 1-15,-3-2-4 0,-2 2 1 0,1-2 2 16,3 2 5-16,-2-1-7 0,-2-1 1 0,3 2 2 16,0-1-1-16,-3 1-5 0,2 0 4 0,-3 1 2 15,4-2 0-15,-2 2 5 0,2-1-7 0,-2 0 0 16,3 0-2-16,-3 2 1 0,1 0 0 0,5-1 1 16,-2 0-2-16,2 1 1 0,1-1 1 0,13-1 1 0,-15 2 0 15,13 2 0-15,1 0-5 0,-15-1 2 16,3 1-1-16,1-2 1 0,10 2 3 0,1-1 1 15,-11-1-4-15,10 2 3 0,-1-2-3 0,-10 2 6 0,12 0 0 16,-13-2-3-16,12 1-1 0,1 0-1 0,-14-1 0 16,16 0 2-16,-15 2 0 0,14-2-3 0,-3-1 0 15,-11 4 0-15,2-1 2 0,-5-1 0 0,19-1 0 16,-18-2 1-16,2 4-2 0,1-3 2 0,-4 1-1 16,3-1-1-16,-2 0 4 0,-1 1 1 0,3-1 5 15,-2 0 0-15,2-1-1 0,-3 0-2 0,-2 2 1 16,3-4-2-16,-4 2-1 0,4 1-2 0,-5 0 1 15,0-2 2-15,-1-1-1 0,2 1 1 0,-4-1-2 16,1 3-1-16,0-3 2 0,3 2-4 0,-7 0 3 16,1-1-2-16,-1-1-3 0,-5 0 3 0,-2 0 2 15,-1 1-1-15,11 0 0 0,-13 1-2 0,3-1 5 16,-2-1-5-16,0 1 1 0,-1 0 1 0,-1 1-2 16,2 0 5-16,-2-2-5 0,-6 3 3 0,3-3-1 15,-2 1 0-15,-2 1-3 0,-1-1 4 0,5 2 0 16,-6 0-5-16,1-1 0 0,-3-1 0 0,0 2 3 15,-1-2 0-15,1 2 2 0,-2-2-4 0,-5 2 2 16,9 0 0-16,-9 0-2 0,6-1 5 0,-6 1-2 0,0 0 0 16,5-2-1-16,-5 2 1 0,0 0-2 0,0 0-5 15,0 0-16-15,9-1-15 0,-9 1-29 0,0 0-36 16,0 0-40-16,0 0-31 0,0-7-40 0,0 7-31 16,0 0-157-16,-4-5-432 0,4 5 192 0</inkml:trace>
  <inkml:trace contextRef="#ctx0" brushRef="#br0" timeOffset="-52959.32">32664 12623 222 0,'0'0'236'0,"8"14"7"0,-3-12-11 0,0 4-1 15,3 0-10-15,2-1-20 0,-1 4-12 0,1-4-17 16,2 5-16-16,4 0-31 0,-5-1-11 0,0-2-12 0,4 3 1 16,-6 0-18-16,0-2-13 0,0 0-6 0,-4 1-9 15,0-1-4-15,-4 0-3 0,-1 2-10 16,-4 1-2-16,-4 0-12 0,-4 1-28 0,-9-2-35 16,-7 0-53-16,-2 3-45 0,-6-5-42 0,4-2-50 0,-5-3-168 15,-22-2-427-15,17-2 189 0</inkml:trace>
  <inkml:trace contextRef="#ctx0" brushRef="#br0" timeOffset="-51985.45">32236 10056 122 0,'0'0'163'0,"0"3"-10"16,0-3-8-16,0 6-6 0,0-6-5 0,1 8-3 16,0-3-3-16,2-1 0 0,1 1-3 0,0-1-4 15,1 0-8-15,0 1-4 0,0 0-7 0,5-1-10 16,0-2-4-16,-1-1-2 0,0 0 0 0,0 0-1 16,3 1-4-16,-3-5 2 0,0 2 0 0,0-2 10 15,1 3 2-15,-1-8 1 0,-1 3-5 0,0 0 0 16,-4-4-7-16,1 2-9 0,-3-4-2 0,-2 4-2 15,0-1-9-15,0-2 0 0,-2-1-9 0,-3 1-2 16,4-1-10-16,-5 2-2 0,-3 0 0 0,4 1-11 16,-3-1-4-16,-2 6-25 0,2-2-20 0,2 3-30 15,-5-1-33-15,2 5-40 0,-2 0-57 0,7-1-52 16,-8 4-262-16,7 0-537 0,-1 1 237 0</inkml:trace>
  <inkml:trace contextRef="#ctx0" brushRef="#br0" timeOffset="-50264.45">32789 10948 79 0,'0'0'326'0,"0"0"-31"0,0 0-33 0,0 0-28 15,-8 1-23-15,8-1-20 0,-4 4-22 0,4 0-13 16,-4 0-13-16,1 1-18 0,2 1-13 15,-2 2-8-15,2 0-9 0,0-2-12 0,1 4-4 0,0-2-11 16,-2 2-6-16,4-2-3 0,-2-1-4 0,2 0-4 16,2-1-6-16,-1 2-1 0,5-2 5 0,-1-1 5 15,1-1 2-15,0-1 10 0,4-1 7 0,-5 0 7 16,4-4 7-16,1 0 0 0,-3-2 4 0,0-1-7 16,2-1 1-16,-1-1-2 0,-2 1 1 0,0-2 7 15,0-1 6-15,-1 0-17 0,-2 1 4 0,-1 2-15 16,1 1-9-16,-3-1-7 0,2 0-2 0,-4 4-15 15,6-1-26-15,-6 3-40 0,1-5-37 0,-1 5-23 16,0 0-29-16,-15 2-44 0,3 1-68 0,-2 0-81 16,-1 4-296-16,-8 0-659 0,3 2 292 0</inkml:trace>
  <inkml:trace contextRef="#ctx0" brushRef="#br0" timeOffset="-49842.59">32154 11714 211 0,'-1'-6'272'0,"1"6"-25"0,0 0-26 0,0 0-24 15,0 0-14-15,0 0-19 0,-10 11-17 0,7-8-6 16,2 4-10-16,1-1-11 0,-1 2-9 0,2-1-9 16,0 3-9-16,-1-2-5 0,3 0-8 0,-1 1-8 15,2 2-7-15,1-4-2 0,-2 1-7 0,3 0-2 16,-2-1 2-16,5-3 1 0,-5 0 8 0,3 1-1 15,0-2-1-15,-1-1 4 0,1-2 1 0,-7 0-11 16,13-2 9-16,-7-1-1 0,5-2-1 0,-5 1-7 0,-2-2-11 16,-2-1 7-16,1-1-8 0,-1-3-6 0,-4-1-8 15,-2 1 0-15,0-1-4 0,-2 1-9 0,-6-4-22 16,0-2-35-16,-2 1-31 0,-5 2-55 16,-1 6-70-16,-3-8-76 0,-6 2-255 0,-1 1-570 0,2 4 253 15</inkml:trace>
  <inkml:trace contextRef="#ctx0" brushRef="#br0" timeOffset="-49092.62">31606 11350 188 0,'-4'5'270'0,"1"-1"-17"0,-4-1-16 16,3 0-20-16,-1 1-22 0,-2 0-19 0,0 1-20 0,2-1-13 16,-1 1-10-16,4 0-10 0,-1 2-11 0,-1-2-7 15,3 1 1-15,-1-1 1 0,4 0-5 16,1 2-9-16,2-2-5 0,2 0-8 0,1-1-2 0,1 0-13 15,3 1 1-15,-1-5-8 0,1 1 0 0,-1-1 1 16,0-1 9-16,2-4-14 0,-5 2-12 0,1-5 6 16,-2 1-13-16,1-2 0 0,-6-3-1 0,0-1-8 15,2-3-4-15,-4-1 0 0,-2-1 4 0,-4-1-26 16,-2 0-22-16,0-7-24 0,-3 8-39 0,-4-5-51 16,1 0-53-16,3 7-60 0,-3-1-244 0,-1 2-532 15,1 0 235-15</inkml:trace>
  <inkml:trace contextRef="#ctx0" brushRef="#br0" timeOffset="-48436.4">31754 9880 164 0,'0'0'272'15,"-11"-6"-21"-15,11 6-27 0,-8-1-20 0,8 1-16 0,0 0-22 16,-8 0-19-16,8 0-16 0,0 0-11 16,-8 1-13-16,8-1-14 0,-3 2-6 0,0 1-13 15,3-3-3-15,-1 6-8 0,1-6-4 0,1 8-5 0,2-4-5 16,0-1 0-16,-2 2-8 0,3-1 0 0,3-1-2 15,-3 0-4-15,6-1-3 0,-5-1 1 16,2 2 7-16,0-3 9 0,1 0 5 0,-8 0 4 16,14-3 0-16,-9 1-1 0,1-2-2 0,-1 0 1 0,-1-1-3 15,1-1-2-15,-3-1-7 0,-1 1-3 0,-4 0-9 16,3-3 3-16,-4 1-6 0,0 0-6 0,0-1-2 16,-4 4-3-16,1 3-13 0,0-2-25 0,-5 1-28 15,4 2-56-15,-3 2-66 0,0 2-76 0,-2 4-252 16,3 1-539-16,-1 2 239 0</inkml:trace>
  <inkml:trace contextRef="#ctx0" brushRef="#br0" timeOffset="-41191.97">28267 10254 231 0,'0'0'274'0,"0"0"-1"16,0 0-14-16,0 0-7 0,0 0-11 0,0 0-19 16,0 0-15-16,0 0-13 0,0 0-22 0,0 0-20 0,0 0-13 15,0 0-15-15,0 0-13 0,0 0-16 0,0 0-9 16,0 0-8-16,0 0-4 0,0 0-11 16,0 0-3-16,0 0-9 0,0 0-3 0,0 0 0 0,3 11 1 15,-3-11 20-15,5 7 6 0,2-3 14 0,2-1-10 16,1 2-3-16,2-2-6 0,3 1-5 0,4-3-5 15,0 3-7-15,0 0-8 0,-4-3 3 0,1 0-6 16,-2-1 3-16,-2 2-20 0,1-4 8 0,-1 4-4 16,0-2-1-16,-5-2-1 0,1 2-2 0,-8 0-8 15,12 0 4-15,-8-1-10 0,-4 1-10 0,9-1-8 16,-9 1-31-16,2-3-24 0,-2 3-32 0,0 0-32 16,0 0-32-16,0 0-28 0,0 0-27 0,0 0-22 15,0 0-31-15,0 0-32 0,-16 7-178 0,9-6-515 16,0 2 228-16</inkml:trace>
  <inkml:trace contextRef="#ctx0" brushRef="#br0" timeOffset="-40348.25">28252 10272 21 0,'0'0'215'0,"0"0"-12"0,0 0-24 15,0 0-23-15,0 0-14 0,0 0-10 0,0 0-18 16,0 0-7-16,0 0-15 0,-1 9-6 0,1-9-5 16,-3 8-9-16,0-5 3 0,1 2-5 0,0 2 4 0,-1-2-10 15,2 3 2-15,-2-2-7 0,2 1-6 16,-5 1-4-16,3 3-5 0,1-1-4 0,1-1 0 16,-2 1-5-16,0-3 2 0,1 1-1 0,-1 2 4 0,1 1 3 15,1-4-5-15,-2 1-2 0,2-1-2 0,-2-1 0 16,3 2-6-16,-1-3-2 0,-2 1-4 0,1 1-2 15,0-5 0-15,2 3-2 0,0 2-1 0,0-7-7 16,-2 6 3-16,2-4 5 0,0-2-3 0,-2 5 15 16,2-5 2-16,0 0 4 0,0 0 3 0,0 5-2 15,0-5 2-15,0 0-2 0,0 0 7 0,0 0-4 16,0 0 4-16,0 5 2 0,0-5-1 0,0 0-5 16,0 0 2-16,0 0-5 0,0 0 2 0,0 0-5 15,0 0-2-15,0 0-8 0,0 0 4 0,6 3-3 16,-6-3-4-16,9 1-1 0,-9-1-7 0,7 1 7 15,-2 0-6-15,1 1-3 0,2-1 1 0,-1 1 10 16,0 0-16-16,2 0 4 0,0 0-2 0,0 0 1 16,-2 0-2-16,1-1-1 0,1 0-1 0,-1-1 0 0,3 3-1 15,0-1 1-15,-4-1-3 0,4 0 1 16,-2 1-3-16,-1-1 2 0,1 1 2 0,-2 1 0 16,2-3-2-16,-2 3-1 0,0-2 0 0,-1-1 1 0,1 3-1 15,-2-2 0-15,2 0 7 0,-7-1-8 0,7 1-3 16,-3 1 6-16,-4-2-3 0,6 1 0 0,-6-1 2 15,8 0-2-15,-8 0 1 0,0 0-2 0,0 0 5 16,7 1-3-16,-7-1-2 0,0 0 3 0,0 0 5 16,0 0 15-16,9-1 0 0,-9 1-3 0,0 0 4 15,7 0-2-15,-7 0 6 0,0 0 6 0,9 1 1 16,-9-1 0-16,0 0 4 0,6-2 5 0,-6 2-2 16,4-3 4-16,-4 3-1 0,0 0-2 0,6-1 5 15,-6 1 10-15,5-2 0 0,-5 2 11 0,4-6 5 16,-4 6 9-16,5-4 2 0,-3 2-4 0,-2 2 1 15,4-5 3-15,-3 2-9 0,2 0 0 0,-2-3-7 16,2 2-8-16,-1-1-3 0,-1-1-8 0,0 1-5 0,2-2-3 16,-2 1-6-16,2-2-2 0,-2-1-12 0,-1 4-23 15,0-5-32-15,0 5-57 0,4-7-47 16,-4 3-50-16,0 1-55 0,0-2-60 0,6 0-61 0,-3 1-334 16,1 0-755-16,0 0 334 0</inkml:trace>
  <inkml:trace contextRef="#ctx0" brushRef="#br0" timeOffset="-39457.66">28354 9706 84 0,'0'0'264'0,"0"-8"-3"15,1 5-6-15,-1 3-9 0,2-7-6 0,-2 4-15 16,0 3-11-16,1-5-12 0,-1 5-13 16,-1-5-10-16,1 5-16 0,0 0-16 0,2-4-15 0,-2 4-12 15,0 0-15-15,0 0-14 0,0 0-6 0,0 0-15 16,0 0-9-16,0 0-7 0,0 0-6 0,0 0-2 16,0 0-12-16,0 0 1 0,-5 14-2 0,4-8-4 15,-1 0-5-15,1 3-2 0,-2 0-1 0,3 2 0 16,0 1-5-16,0 0-3 0,0 6 0 0,3-5-2 15,-2 5 0-15,1-1-2 0,-1 2 12 0,3-1-12 16,-1 0-1-16,2 0-1 0,-3 0-4 0,2 2 5 16,0-1-3-16,2 1-3 0,-3-2 3 0,1-2 1 15,-1 2-4-15,1-1 0 0,-2 0 1 0,0-4 0 16,0 0-3-16,0 0 2 0,1-1 2 0,1 1-1 16,0-1-3-16,-3-5-1 0,-1 4 4 0,3-2 6 15,-3-1-9-15,2 0-1 0,0-3-4 0,-2 0 7 0,0 0 0 16,0 0 0-16,0-1-3 0,2 0 2 0,-2-1 1 15,0-3 0-15,0 7-1 0,1-3 0 16,-1-4 2-16,0 4-7 0,0-4 5 0,0 5 1 0,0-5 2 16,0 0 1-16,3 3-4 0,-3-3 0 0,1 7 1 15,-1-7-1-15,0 3-9 0,3-1-9 0,-3-2-20 16,1 4-21-16,-1-4-27 0,0 5-35 0,0-5-36 16,0 4-44-16,0-4-54 0,0 0-240 0,0 0-536 15,0 0 238-15</inkml:trace>
  <inkml:trace contextRef="#ctx0" brushRef="#br0" timeOffset="-38723.32">27466 10467 129 0,'0'0'208'15,"-6"1"-2"-15,6-1-2 0,0 0-5 0,0 0 0 16,0 0-9-16,0 0-6 0,0 0-8 0,0 0-6 16,0 0-4-16,0 0-3 0,0 0 5 0,0 0-13 15,0 0-2-15,0 0-7 0,0 0-2 0,0 0-13 16,22-4-3-16,-12 5-16 0,3-2 6 0,9-1-28 16,1 1-9-16,0-1-4 0,6 0-7 0,2 1-11 15,1 1-6-15,2 0-2 0,-2 0-3 0,3 0-9 16,-1-1-1-16,-1 2-4 0,-2-1-5 0,-1 1-4 15,0 3 0-15,-8-4-3 0,-2 0 0 0,1 3-11 16,-3-3-12-16,-4 1-12 0,-3-2-12 0,4 2-11 16,-4 1-4-16,-4-2 3 0,0 1-28 0,1-1-11 15,-8 0-14-15,11 1-15 0,-6-1-16 0,-5 0-13 0,7 3-19 16,-2-1-13-16,-5-2-6 0,7 5-14 0,-3-5-14 16,1 3-26-16,1-1-171 0,2 1-428 15,-1 0 189-15</inkml:trace>
  <inkml:trace contextRef="#ctx0" brushRef="#br0" timeOffset="-37660.86">28338 11311 93 0,'0'0'185'0,"0"0"-13"0,0 0 3 15,0 0 1-15,0 0-7 0,0 0-1 0,0 0-4 16,0 0-2-16,0 0 0 0,0 0-5 0,0 0-5 16,0 0-4-16,3-11-6 0,-3 7-4 0,0 4 2 15,2-5-8-15,-2 2 2 0,0 3 5 0,4-8 4 16,-4 3 1-16,0-1 10 0,4 0 4 0,-2-1 3 16,-1-3 0-16,0 1 5 0,1-1-4 0,-1-3 7 15,0 1-10-15,4-4-6 0,-3-2-10 0,2 0-17 0,-2-2-10 16,2-7-6-16,2 1-15 0,-1 5-9 15,1-4-5-15,1 3-11 0,-3-2-5 0,1 5-3 16,2-2 5-16,-4 2-1 0,1 0-5 0,3 1-6 0,-4-1-3 16,1 0-6-16,-2-2 1 0,1 3-4 0,0 0 1 15,-2 1-2-15,1 1-3 0,-2-1-3 0,0 6-5 16,-2-4-3-16,2 4-2 0,0-1-4 0,-1 4-3 16,-2-3-1-16,3 4-6 0,-3 0-4 0,3 2-16 15,-2 0-33-15,-1 1-38 0,3 4-51 0,0-5-51 16,0 1-45-16,0 4-43 0,0 0-21 0,0 0-39 15,0 0-49-15,0 0-360 0,0 0-798 0,0 0 353 16</inkml:trace>
  <inkml:trace contextRef="#ctx0" brushRef="#br0" timeOffset="-34254.75">28382 10437 39 0,'0'0'296'0,"0"0"-6"0,0 0-14 16,0 0-12-16,0 0-23 0,0 0-11 0,0 0-14 15,0 0-22-15,0 0-12 0,0 0-14 0,0 0-12 16,0 0-19-16,0 0-15 0,0 0-14 0,0 0-9 15,0 0-11-15,0 0-11 0,0 0-17 0,0 0-1 16,0 0 5-16,0 0-21 0,0 0-2 0,0 0-2 16,0 0-4-16,0 4-4 0,0 1-6 0,0-5-4 15,0 4-1-15,0-4-5 0,3 5-2 0,-1-3-3 16,-2-2-1-16,4 7 3 0,-4-7-10 0,2 3 1 16,-2-3 2-16,7 2-5 0,-7-2 4 0,0 0-4 15,9-1 3-15,-9 1-3 0,7-3 2 0,-7 3 7 16,7-3-5-16,-7 3-2 0,7-5-1 0,-7 3 3 15,3-2-3-15,-3 4 0 0,1-2-1 0,-1 2 1 0,0-7-4 16,0 7-5-16,0 0 7 0,-1-6-2 0,1 6 1 16,-3-5-3-16,3 5 3 0,0 0-8 15,-7-2 9-15,7 2-3 0,-7-2 1 0,7 2 2 0,0 0-2 16,-9 4-1-16,6-2 0 0,3-2-4 0,-4 6 3 16,2-3 3-16,0 1-3 0,-2 0-3 0,4-4 2 15,-3 6-2-15,3-3 1 0,0 2-3 0,0-5 4 16,0 5-3-16,0-5 2 0,4 3 2 0,-4-3-1 15,5 3 0-15,-3 0-8 0,-2-3-4 0,0 0-14 16,0 0-14-16,12-6-18 0,-12 6-30 0,7-3-37 16,-5-1-52-16,0 1-57 0,-2 3-218 0,2-7-497 15,-2 7 220-15</inkml:trace>
  <inkml:trace contextRef="#ctx0" brushRef="#br0" timeOffset="-31832.98">28823 10431 177 0,'4'-4'267'15,"-2"-2"-7"-15,2 3-10 0,1-1-6 0,-1 0-5 16,-1-1-18-16,-2 1-1 0,2-1-10 0,-2 1-1 0,2-1-16 15,1 1-11-15,-2 0-4 0,0 0-10 0,-2 1-13 16,3 0-14-16,-1-1-12 0,-2 4-16 16,0-5-14-16,0 5-9 0,-2-5-9 0,2 5-9 0,-3-5-13 15,3 5 6-15,-4-2-13 0,4 2-11 0,-9-2-10 16,5 0 1-16,4 2-5 0,-14 0 0 0,7 2-6 16,-2-2 0-16,1 2-4 0,-2 1-6 0,0 0 0 15,0 1 2-15,3-2-3 0,-1 0-4 0,-1 5-1 16,-1-3 1-16,4 0-1 0,-1-1 0 0,0 2 1 15,-2 1-4-15,4-1-4 0,-1 0 11 0,2 2-6 16,-1-2-4-16,-1 1 0 0,2-1 3 0,-1 4-6 16,2-3-1-16,0 2 5 0,1-3-4 0,0 2 4 15,-1 1 2-15,2-2 0 0,1 1 1 0,0 1-5 16,0 0 6-16,0-1 3 0,1 1-7 0,-1-1 4 16,3-3-6-16,0 3 0 0,1-1 7 0,-1-1 4 15,0 2-5-15,-1-2 3 0,5 0-1 0,-2-1-1 0,2 2-4 16,-3-3 4-16,3 2 7 0,-3-1-6 0,7-2 1 15,-4 1-2-15,0 0 4 0,-2-1-5 0,7 0-4 16,-5-2-4-16,3 2 7 0,-1-2 7 16,1 0-4-16,1 0-2 0,-2 0 1 0,-1-1-1 0,-1 0 1 15,1-1 1-15,0 1-2 0,-2 0-5 0,1-2-12 16,-2 2 3-16,-1-2-22 0,4 1-20 0,-4 0-13 16,-4 2-21-16,7-2-26 0,-3 1-36 0,-4 1-44 15,0 0-42-15,0 0-39 0,9-2-276 0,-9 2-595 16,0 0 263-16</inkml:trace>
  <inkml:trace contextRef="#ctx0" brushRef="#br0" timeOffset="-31457.99">29040 10436 168 0,'0'0'312'0,"0"0"-15"0,0 0-17 16,0 0-24-16,0 0-21 0,0 0-24 0,2-4-27 15,-2 4-18-15,0 0-14 0,0 0-17 0,0 0-13 16,0 0-15-16,0 0-9 0,-2 14-9 0,2-14-10 15,-3 5-8-15,1 1-3 0,1 1-6 0,-2-2-6 16,3 0 2-16,-1 4-12 0,0-2-3 0,-3 1-6 16,2 2-5-16,1 0-2 0,0 1 2 0,-1-2 4 15,2 2-12-15,-3-2-1 0,3 2-2 0,0 0-1 16,0 0 0-16,0-4-25 0,3 4-38 0,-3-3-47 16,0 2-74-16,3-4-83 0,0 1-257 0,1 0-545 15,-2-4 241-15</inkml:trace>
  <inkml:trace contextRef="#ctx0" brushRef="#br0" timeOffset="-30067.43">31969 10610 253 0,'0'0'281'0,"-4"-1"-13"0,4 1-4 0,0 0-15 16,0 0-13-16,0 0-14 0,0 0-13 0,-3-4-17 15,3 4-14-15,0 0-13 0,0 0-5 0,0 0-8 16,0 0-2-16,0 0-8 0,0 0-2 0,0 0-3 15,0 0-7-15,0 0 8 0,18 4-34 0,-10-3-6 16,2-1-9-16,1 0-11 0,2 0-10 0,-2 0-4 16,5 0 11-16,2 0-26 0,1 1-2 0,0-1-3 15,-5 0-7-15,0 0-8 0,0 0-24 0,0-1-20 16,0 2-23-16,-3-2-18 0,0 1-25 0,-1 0-21 16,-6 0-19-16,3 0-31 0,-7 0-32 0,8 1-46 15,-8-1-43-15,0 0-33 0,0 0-177 0,0 0-522 16,0 0 230-16</inkml:trace>
  <inkml:trace contextRef="#ctx0" brushRef="#br0" timeOffset="-29348.71">31943 10628 87 0,'-5'1'169'0,"5"-1"-8"15,0 0-2-15,-6 5-24 0,6-2-7 0,-4 0-10 16,4 3-11-16,-1-2-3 0,-2 3-2 0,3-3-7 15,-4 3-5-15,4-1-8 0,-2 0-5 0,0 1-8 16,2-1-7-16,0 0-6 0,0 2-3 0,-2 0-5 16,4 0-6-16,-2-2-2 0,0 0-6 0,2 2 0 15,-2 0-6-15,0-3 2 0,2 1-6 0,2 2-2 16,-4-3 1-16,0 0 2 0,3 0 15 0,-2-1 2 16,-1-1 2-16,0-3 6 0,0 5 2 0,0-5 6 15,4 5 1-15,-4-5 2 0,0 4 6 0,0-4 1 16,3 4-3-16,-3-4 5 0,0 0 0 0,0 0 6 0,0 2-2 15,0-2-7-15,0 0-1 0,0 0-10 16,0 0-4-16,3 3-6 0,-3-3-5 0,0 0-3 16,8 1-7-16,-4 1-1 0,-4-2-6 0,11 2 10 15,-5-2-13-15,2 4-4 0,-3-3 0 0,9 3-1 0,-5-2-1 16,3 4 7-16,1-1-14 0,-2 0 2 0,2 0-3 16,0 1 8-16,0 0-13 0,-1 0-1 15,2 0 3-15,-2 1 1 0,0 0 1 0,0-1-2 0,1-1-3 16,-3 1 4-16,0-1-7 0,-3-1 3 0,0-1 1 15,0 2 3-15,-1-2-7 0,0 0 4 0,-2-1-1 16,0 1 5-16,-3-1 1 0,-1-2-7 0,10 0 7 16,-7 3 11-16,-3-3 16 0,0 0 10 0,0 0-2 15,0 0-1-15,10-4 1 0,-10 4 12 0,2-5-6 16,-2 0 8-16,1 1-1 0,-1 4 5 0,2-10-2 16,-1 5 4-16,2-1-6 0,-3-5 8 0,0 5 3 15,1-2-2-15,0 1-3 0,2-5 1 0,-1 1-6 16,0-5-4-16,1 6 0 0,2-7-5 0,-5 4-2 15,4-1-6-15,-2 3-5 0,1-2 1 0,-1 0-4 16,0 0-3-16,-1 2-5 0,0 1-5 0,1 2-1 16,1 2-15-16,-5-2-24 0,2 3-21 0,0-3-55 15,-1 4-54-15,-2 0-46 0,-1 0-45 0,0-1-60 0,-2 2-55 16,1 1-288-16,0 0-697 0,-2 1 310 0</inkml:trace>
  <inkml:trace contextRef="#ctx0" brushRef="#br0" timeOffset="-28833.1">32234 10149 11 0,'0'0'315'16,"0"0"-15"-16,0 0-14 0,0 0-17 0,0 0-26 16,0 0-24-16,4-3-24 0,-4 3-21 0,0 0-18 0,0 0-18 15,0 0-13-15,0 0-18 0,0 0 5 0,-1 17-11 16,0-10-6-16,-1 1-15 0,1 1-3 0,-2 4-11 15,1 1-8-15,-2-1-7 0,-2 5-5 0,-1 0-2 16,3 2-5-16,-3-2-4 0,-1 1 1 0,-1 1-5 16,1-2-7-16,-4-1 0 0,3 1 2 0,0 0-7 15,2 2-2-15,-5-4 3 0,2 1-5 0,-1-1 0 16,3-1-14-16,1-2-18 0,0-3-25 0,1 1-27 16,0-1-28-16,4 0-30 0,-1-3-47 0,2-2-38 15,-1-1-58-15,1 1-157 0,1-5-464 0,1 4 206 16</inkml:trace>
  <inkml:trace contextRef="#ctx0" brushRef="#br0" timeOffset="-28442.49">31833 10044 121 0,'3'8'200'0,"1"3"2"16,1 1-13-16,1 7-7 0,2-2-11 0,3 2-11 0,1 6-6 16,4 0-9-16,-5-1-16 0,4 2-9 15,-1 2-11-15,4-2-8 0,-7-1-12 0,2 2-9 16,2-3-4-16,-1-1-12 0,-4-5-3 0,4 8-6 0,-4-10-6 16,3 2-6-16,-4 0-6 0,3-2-29 0,-7-5-32 15,-1 2-37-15,2-1-50 0,1-3-57 0,-2 3-196 16,-4-3-394-16,5-1 174 0</inkml:trace>
  <inkml:trace contextRef="#ctx0" brushRef="#br0" timeOffset="-27833.14">32762 11029 116 0,'0'0'245'0,"-3"-7"-18"0,-1 5-16 0,4 2-10 16,-8-7-13-16,0 3-8 0,0-1-11 0,-3-2-5 15,0 0-12-15,-3 2-2 0,-9-5-5 0,4 1-4 16,-10-4-6-16,1 3-9 0,-7-4-4 0,0 1-8 16,-2-2-9-16,0 0-10 0,-13-5-10 0,9 6-6 15,3-1-13-15,1 2 3 0,-2-1-12 0,3 2-7 16,6 3-4-16,7 0-7 0,4 3-13 0,4 2-22 16,4-2-31-16,-1 4-38 0,5 1-54 0,3-1-32 15,4 2-49-15,0 0-60 0,0 0-188 0,15 8-485 16,-1-3 215-16</inkml:trace>
  <inkml:trace contextRef="#ctx0" brushRef="#br0" timeOffset="-27176.92">31711 11245 89 0,'0'-5'322'0,"1"-2"-4"0,0 0-13 0,2-4-9 15,0 1 10-15,-2-2-26 0,3 3-8 0,3-7-11 16,1-2-14-16,0 1-12 0,-1 1-17 0,3-2-9 16,3-7-31-16,-2 2-17 0,4 1-14 0,-4 2-16 15,5-3-16-15,-3 7-9 0,-2-1-10 0,1 3-5 16,0 0-12-16,-6 3-12 0,4 3-7 0,-4 0-9 16,1 1-17-16,-2 2-21 0,-1 2-27 0,0-2-25 15,0 3-32-15,-1-2-30 0,-3 4-38 0,5-2-34 16,-5 2-35-16,0 0-37 0,0 0-34 0,9 8-51 15,-8-2-185-15,-1 1-558 0,0 1 248 0</inkml:trace>
  <inkml:trace contextRef="#ctx0" brushRef="#br0" timeOffset="-26598.82">32301 11655 256 0,'-3'-6'304'0,"1"3"-6"0,-1-5-5 0,-1 3-6 0,1 0 3 16,1-5-7-16,-3-1-12 0,0-1 2 0,-1-1-13 15,-3-3-2-15,-1-1-13 0,2-1-13 0,-3 0-9 16,-4-6-15-16,0-1-19 0,2 1 10 15,-1-2-15-15,-1-1-14 0,2-1-17 0,-1-2-16 0,6 2-18 16,-6-4-7-16,5 3-17 0,3-3-13 0,0 1-27 16,0 2-21-16,2-1-20 0,4 3-35 0,0 5-21 15,1 2-22-15,1 2-26 0,-1 5-32 0,2-1-29 16,2 3-34-16,-3 2-40 0,0-3-48 0,0 7-57 16,1-3-59-16,2 4-217 0,-4 1-656 0,3 0 291 15</inkml:trace>
  <inkml:trace contextRef="#ctx0" brushRef="#br0" timeOffset="-25536.36">31534 10516 199 0,'0'-5'276'0,"0"2"-11"0,-1-4-17 16,-2 3-21-16,3 4-18 0,-2-7-13 0,-2 3-20 16,3 0-19-16,-3 1-18 0,0-1-13 0,-1 1-14 15,0 1-8-15,5 2-13 0,-13-1-8 0,5 1-9 16,0 1-9-16,-2 1-6 0,-1 0-3 0,0 3-7 15,0 0-4-15,-1-2 0 0,4 3-3 0,-2 1-8 16,-2-1-3-16,1 2 0 0,2-1-2 0,-1 0-3 16,1 0-1-16,2 3-4 0,0-4-1 0,-1 1 7 15,4 2-8-15,0-3-1 0,0 2 2 0,1 0 3 16,3 1-2-16,-3 2 4 0,7-5 6 0,-1 6-1 16,3-5 2-16,0 4 5 0,5-5-10 0,3 5-2 15,-4-3-2-15,8 2-1 0,-7-3-2 0,7 1-6 16,-7 1-13-16,8-4-27 0,-7-1-32 0,3 1-43 15,-1 0-50-15,-1-3-54 0,0-1-72 0,0-1-200 0,-5-1-515 16,-1 1 228-16</inkml:trace>
  <inkml:trace contextRef="#ctx0" brushRef="#br0" timeOffset="-25005.04">31650 10560 39 0,'2'-3'274'15,"-2"3"-20"-15,0-5-23 0,0 5-19 0,3-2-18 16,-3 2-16-16,4-3-21 0,-4 3-17 0,0 0-7 16,10 0-22-16,-10 0-11 0,0 0-8 0,13 3-10 15,-9-1-9-15,0-1-9 0,-1 2-6 0,1-1-6 16,-4 2-3-16,4 2-8 0,-4-3-3 0,3 1-8 15,1 1 7-15,0 1-11 0,-3 0-5 0,-2-1 1 16,1-1-8-16,0 2 3 0,0-2 3 0,-1 2-9 16,-6 1 1-16,4-2 0 0,-1 0-2 0,-1 0 1 15,-1 2-1-15,2-2 8 0,-4 1 3 0,1-1 8 0,-1 2 0 16,1-1 3-16,0-1 3 0,-1-1 1 16,2-1 3-16,-1 1 2 0,4-1-2 0,-1 2-1 15,1-2 2-15,-3-1 12 0,3 0 5 0,3-2 7 0,-4 3 7 16,4-3 6-16,0 0 1 0,0 0-6 0,-2 3-3 15,2-3-6-15,10 1-6 0,-1 1-9 0,2-1-8 16,2-1-32-16,0 0-36 0,1 0-52 16,5 0-66-16,-6-1-76 0,6-1-113 0,0 1-194 0,-4-1-571 15,3-4 253-15</inkml:trace>
  <inkml:trace contextRef="#ctx0" brushRef="#br0" timeOffset="2325.74">23864 13358 290 0,'0'0'306'16,"0"0"-10"-16,0 0-6 0,0 0-17 0,0 0-12 16,0 0-8-16,0 0-21 0,0 0-8 0,0 0-11 0,0 0-13 15,0 0-3-15,0 0-24 0,0 0-5 0,0 0-16 16,0 0-9-16,0 0-17 0,0 0-1 0,0 0 5 15,0 0 5-15,0 0 6 0,0 0 5 0,0 0 9 16,0 0-3-16,0 0 0 0,0 0-14 0,0 0-16 16,0 0-9-16,11-11-8 0,-4 5-12 0,-2 0-6 15,1 0-10-15,1-5-1 0,-2 1-12 0,1-2-3 16,2-4-11-16,-2-5-3 0,0 2-6 0,-1-2-3 16,5-7-2-16,-5 4-5 0,3-4-4 0,-1 7 0 0,-1-6-4 15,0 7-4-15,-2-1 1 0,-1 1-7 16,1-1 2-16,-1 2 3 0,-1-1-2 0,-1 2 5 0,-2 2 4 15,2 4-1-15,-1-1-1 0,0 0 1 0,0 0-1 16,-1 3-4-16,-1 1 1 0,2 1 4 0,-1 0 1 16,-1 2-1-16,2-1-3 0,0 2-3 0,-2 3 1 15,0-2-8-15,2 4-3 0,-3-5 1 0,3 5-4 16,0 0-2-16,0 0 3 0,-7 9-3 0,5-7-1 16,1 3 3-16,-1 5-1 0,1-5-2 0,1 4 0 15,-1-2-2-15,-1 2 4 0,2 2 0 0,-1-1-1 16,2-1-1-16,-2 2 1 0,-2 0 1 0,2-1-4 15,-2 0 3-15,3 2-3 0,0-1 3 0,0 0-3 16,-1-2 1-16,-1 4-1 0,1-4 3 0,2 3-3 16,-1-3 3-16,2 2-4 0,-2-1 2 0,0-2-1 0,0 0 0 15,4 1-1-15,0-1 2 0,-3-1-4 0,2 2 4 16,0-2-4-16,2-2 2 0,0 0-4 0,2 0 2 16,-1-1 2-16,2-1-3 0,0 1 1 0,2-2-6 15,1 1 3-15,-1-3-1 0,1-2-2 0,3 1 2 16,-5 0 2-16,2-4 0 0,0 1 1 0,0-3 0 15,-3 1 0-15,2-2 1 0,-1-1-2 0,-2 0 4 16,0-2-2-16,-3-2 0 0,5 0 1 0,-7 0-1 16,2 0 0-16,-1-1 2 0,1 1 0 0,-3 1 1 15,3-1 0-15,-4 0 0 0,0 2 0 0,0-1 2 16,2 2-1-16,-2 0 1 0,0 3 3 0,-2 0 1 16,4 0 3-16,-2 2-2 0,-2 1 3 0,4-1-3 15,-2 5 1-15,0-7-4 0,0 7-1 0,1-3-1 0,-1 3-5 16,0 0 1-16,0 0 1 0,1-4-3 0,-1 4 4 15,0 0-2-15,0 0 3 0,-4 15 0 0,1-8-3 16,2-2 3-16,0 1-3 0,-1 2 4 0,0 4-2 16,-1-2-2-16,-1 0 2 0,2 1 1 0,2 1 1 15,-5 0 0-15,4-1 1 0,1 0-3 0,0 1 2 16,-3 1-2-16,7-1 2 0,-4-1 0 0,5 1-2 16,-5-1 4-16,4 1-3 0,1-2-3 0,-1 1-14 15,3-2-23-15,-3 0-24 0,5-1-40 0,-3 0-42 16,3 1-44-16,-3-3-45 0,3 1-36 0,-4-4-42 15,1 3-56-15,1-4-44 0,-6 1-340 0,3 1-812 16,1 0 359-16</inkml:trace>
  <inkml:trace contextRef="#ctx0" brushRef="#br0" timeOffset="2841.33">24335 13257 164 0,'-3'-5'275'16,"3"5"4"-16,0 0 2 0,0 0 1 0,0 0 5 15,0 0-1-15,0 0-6 0,0 0-8 0,-7-1-13 16,7 1-13-16,0 0-16 0,0 0-24 0,0 0-4 15,0 0-3-15,0 0-14 0,0 0-10 0,-8 6-13 16,8-6-9-16,-4 6-11 0,3-2-14 0,0-1-8 16,-2 1-10-16,1 0-10 0,2 3-12 0,2-1-7 15,-4 1-14-15,4 0 1 0,-2 0-10 0,3 3-4 16,-2 0-5-16,-1 0-5 0,1-1-6 0,-1 3-5 0,3-5-3 16,-6 2-6-16,6 1-16 0,-3-2-17 15,1-3-16-15,0 0-46 0,-1 0-31 0,0 1-32 16,0-2-38-16,0 1-25 0,0-5-22 0,0 6-35 0,3-3-40 15,-3-3-41-15,0 0-39 0,0 0-207 0,0 0-627 16,4 1 278-16</inkml:trace>
  <inkml:trace contextRef="#ctx0" brushRef="#br0" timeOffset="3310.05">24479 13314 79 0,'0'0'187'0,"3"-5"3"0,-3 5-1 0,0 0-2 16,4-3-2-16,-4 3-3 0,0 0-6 0,1-2-8 16,-1 2-10-16,0 0-7 0,0 0-7 15,0 0-11-15,0 0-3 0,0 0-2 0,0 0 6 0,0 0-8 16,0 0-3-16,0 0-11 0,0 0-6 0,0 0-4 15,-16 6-1-15,11-4-7 0,0 2-3 0,0-2-5 16,-1 2-9-16,2-2 0 0,-3 1 3 0,0 0 5 16,2 2-7-16,-3-3-10 0,1 2-8 0,1 2-5 15,-1-3-2-15,1-2-6 0,-2 3-1 0,5-3 15 16,-5 4 3-16,4-2-4 0,0-1-4 0,4-2-4 16,-5 3 11-16,5-3 5 0,0 0-8 0,-7 1 1 15,7-1 4-15,0 0-6 0,0 0 0 0,0 0 2 16,-4 1-4-16,4-1 3 0,0 0-3 0,0 0-1 0,0 0-2 15,0 0 1-15,0 0-7 0,0 0-4 16,0 0-7-16,11 7 0 0,-7-6-3 0,1 3-3 0,3-3-3 16,-4 3-4-16,3-1-3 0,0 1-3 0,-1 0-2 15,4 1 5-15,-3-2-8 0,1 1-2 0,1 2 0 16,-1-1-3-16,-2-2-13 0,4 2-20 0,-3 0-11 16,1-2-27-16,-1 2-27 0,-2-2-29 0,4 1-37 15,-2 0-31-15,0-2-30 0,-3 2-42 0,1-1-58 16,0-2-52-16,-1 0-278 0,0 1-698 0,-1 2 308 15</inkml:trace>
  <inkml:trace contextRef="#ctx0" brushRef="#br0" timeOffset="6106.76">24789 12952 210 0,'0'-5'278'0,"0"0"-8"15,-1-1-7-15,1 0-1 0,0 2-11 0,-2-1-1 16,-2 0-10-16,4 0-1 0,-3 0-19 0,2 1-3 16,1 4-29-16,-5-7 2 0,2 5-9 0,-1-1-9 0,0 1-5 15,4 2-3-15,-14 0 5 0,5 2-8 0,-1-1-2 16,-2 3-4-16,0 2 1 0,-2-1-5 15,-5 3-7-15,3 2-6 0,0-3-7 0,0 4-15 0,0-3-7 16,3 4 5-16,-1-1-4 0,3-1-6 0,3 1-14 16,-3 0-5-16,4-2-7 0,0 3-6 0,3 0-5 15,-1-1-3-15,4 1-6 0,-1-1-6 0,4 1-5 16,3-2 2-16,0 1-7 0,4-1-4 0,2 5-6 16,5-2-1-16,-2-2-6 0,5-2-2 0,-1 0-5 15,-1-1-10-15,0 0-12 0,1-3-19 0,-2 2-29 16,-2-3-30-16,2-2-36 0,-5 0-29 0,4-2-20 15,-4 0-33-15,-1-2-23 0,-5 1-26 0,3-1-22 16,-2-2-21-16,-2 0-23 0,-3 0-10 0,3-2-11 16,-4-4-20-16,-4 5-211 0,3-2-614 0,-5-2 273 15</inkml:trace>
  <inkml:trace contextRef="#ctx0" brushRef="#br0" timeOffset="6309.88">24626 13039 150 0,'-8'-4'230'0,"8"4"17"0,-6-3 1 15,6 3-2-15,-4-1-12 0,4 1-10 0,0 0-12 16,-7 0-6-16,7 0 1 0,0 0-22 0,0 0-4 16,0 0-11-16,0 0-9 0,0 9-17 0,0-9-7 15,6 4-19-15,-6-4-11 0,7 4-13 0,-2-3-7 16,2 0-6-16,1 2-12 0,0-1-24 0,2-1-40 16,3 1-37-16,-2-1-42 0,1 1-56 0,1-1-55 15,2-2-64-15,-2-1-45 0,-2-1-177 0,4 2-510 16,-4 0 226-16</inkml:trace>
  <inkml:trace contextRef="#ctx0" brushRef="#br0" timeOffset="6559.86">24905 12921 102 0,'0'0'299'0,"0"0"-15"0,0 0-18 16,0 0-18-16,0 0 0 0,0 0-6 0,0 0-4 15,-8 11-13-15,8-6-6 0,0 1-12 0,1 0-11 16,-1 5-16-16,3-5-15 0,-3 5-12 0,2 1-16 16,0-3-12-16,0 3-15 0,0 1-10 0,1-3-15 15,-2 5-1-15,0-4-11 0,3 1-6 0,-1 2 4 16,-1-3-56-16,0 0-25 0,1 0-22 0,1 1-30 16,0-4-33-16,-3 0-36 0,-1 0-38 0,2-1-37 15,0-1-35-15,1-3-53 0,0 0-190 0,2-1-523 16,-2 0 232-16</inkml:trace>
  <inkml:trace contextRef="#ctx0" brushRef="#br0" timeOffset="6825.47">25061 12924 70 0,'0'-7'297'0,"0"7"-14"0,-3-3-25 0,3 3-19 15,0 0-14-15,0 0-7 0,0 0-12 0,0 0-15 16,0 0-12-16,3 17-11 0,-3-12-9 0,0 4-14 16,0 0-20-16,1 2-8 0,-1 1-9 0,0 1-8 15,0-1-11-15,0 0-11 0,3 1-11 0,-3 0-2 16,2 0-6-16,-2 0-6 0,0 1-7 0,0-3-2 16,0 2-5-16,1 0-6 0,-2 0-2 0,1-3-2 15,0 1-10-15,-2 0-25 0,2-1-19 0,0 1-22 16,-3-4-27-16,3-1-31 0,-1 2-32 0,1-4-42 0,0-1-35 15,1 3-39-15,-1-6-197 0,0 5-488 0,0-1 216 16</inkml:trace>
  <inkml:trace contextRef="#ctx0" brushRef="#br0" timeOffset="7466.06">24952 12893 52 0,'-1'-5'238'0,"1"0"-1"16,-1-2-10-16,1 2-7 0,1 0-18 0,0-1-5 0,-1-1-16 15,3 3-12-15,-1-1-14 0,0 0-12 0,3 1-11 16,2 1-11-16,-3 1-14 0,2 0-14 16,2 0-8-16,-1 0-7 0,2 1-9 0,-2 1-5 0,0 0-4 15,7 0-7-15,-6 1-8 0,-1 1-4 0,3 2-3 16,1-3-2-16,-4 2-3 0,2-1-10 0,1 1 2 16,1 2-2-16,0-1-3 0,-3-2-1 0,0 1-3 15,-4 2-3-15,3-1-2 0,1-1-2 0,-2 0-3 16,-1 1 4-16,-1 1-3 0,0-1-2 0,-4 1 1 15,5-2-2-15,-3 1-2 0,1-1 3 0,-2 0-4 16,-1 1-1-16,0-4-2 0,0 6 2 0,0-6-1 16,-4 5 3-16,0-1-2 0,4-4 0 0,-5 6-2 15,3-4 4-15,-2 1-2 0,-3 0-3 0,3 0 0 0,0 1 4 16,-4 0-3-16,3-2 1 0,1 1 1 16,1 1 0-16,-1 2 0 0,0-3 4 0,1 1-2 15,-2-1 3-15,1 0 0 0,1-1-1 0,1 2 2 0,1 0 2 16,0 0 2-16,-1 1-1 0,2-1-2 0,0 0 6 15,0 2-1-15,0-2 4 0,3 0 4 0,0 1-1 16,0 1-5-16,-2-1 0 0,4 0 0 0,-1 3 3 16,4 0 1-16,-1-2 0 0,-1 2-4 0,4 0 0 15,-4 1-4-15,2-3-2 0,0 0-1 0,2 2-2 16,-3 0-1-16,2-2 2 0,-5 2-2 0,4-4 2 16,-1 2-7-16,-3 0 2 0,2 0 4 0,-1 0-1 15,-1-4-3-15,4 3-6 0,-4 0-13 0,-1 1-9 16,1-4-15-16,3 2-19 0,-3 1-28 0,1-1-28 15,-2-2-34-15,1 0-37 0,-4-2-34 0,9 0-225 16,-9 0-482-16,0 0 213 0</inkml:trace>
  <inkml:trace contextRef="#ctx0" brushRef="#br0" timeOffset="8419.13">25362 12766 180 0,'0'0'216'0,"0"-7"-12"15,-3 4-2-15,6-2-10 0,-3 5-7 0,-3-8-13 16,2 3-2-16,-1 1-8 0,1-1-7 0,1 0-6 15,0-1-13-15,0 6-7 0,-3-8-12 0,2 5-9 16,0-2-5-16,-2 1-9 0,1-1-7 0,-2 2-11 16,0 2-7-16,4 1-8 0,-8-3-6 0,3 1-6 0,5 2-3 15,-10-1-4-15,3 4-6 0,7-3-1 0,-12 2-5 16,5 0 1-16,2 1-2 0,-1 2-4 16,-1 0 3-16,0-1-3 0,-2 2-2 0,4 1 0 0,-1-2 0 15,2 3-5-15,0-3 9 0,2 3-8 0,0 0 2 16,0-1-1-16,-1 1 0 0,1-2 3 0,2 1-2 15,0 0 0-15,2-1-2 0,2 1 1 0,0-2-5 16,1 0-1-16,-1-3-2 0,3 2 4 0,0 1-8 16,1-5 0-16,0-2-10 0,2 1 1 0,1-1-4 15,1 1-3-15,-1-3-1 0,-3-1-2 0,3-1-2 16,-2-1-3-16,-3-1 5 0,2-2 1 0,-1-1-2 16,0-1 4-16,-1-4-3 0,0 1 1 0,-2-2 6 15,1 3 1-15,-5-3 0 0,3-2 1 0,-2 2-2 16,-1-1-4-16,0 2 11 0,0 2 2 0,0-3 6 15,0 5 12-15,0 1 1 0,0-1 5 0,0 2 8 16,-1 0 5-16,1 2 10 0,-3 3 1 0,3-3-2 0,0 3 10 16,0 2-16-16,0-2 0 0,0 5-2 0,0-7-4 15,0 7-11-15,0 0 2 0,0 0-10 0,0-4 4 16,0 4-2-16,0 0-9 0,0 0 2 0,-4 14-1 16,4-9 1-16,-1 4 1 0,0-1 12 0,-1 3-19 15,2-2-9-15,-4 6 12 0,4-4-7 0,-3 2 1 16,2-1 1-16,-2 4-12 0,2 2 8 0,-2-1 5 15,3-4 2-15,0 5-9 0,2-1 11 0,-1 0-4 16,0-4 1-16,2 3 10 0,1 1 4 0,0-2-15 16,0-2 3-16,4 3 1 0,-2-5 2 0,2 2-5 15,6-1-4-15,-5-1 6 0,5-2-15 0,-2-2-20 16,2-3-32-16,3 5-30 0,0-4-32 0,-4-2-41 16,1 1-42-16,-1-3-53 0,2-2-56 0,-4-2-256 0,-1 2-612 15,-1-2 271-15</inkml:trace>
  <inkml:trace contextRef="#ctx0" brushRef="#br0" timeOffset="23200.66">32823 13081 259 0,'3'-5'284'0,"-3"5"-16"16,0 0-18-16,0 0-16 0,0 0-10 0,0 0-15 16,0 0-24-16,0 0-9 0,0 0-18 0,0 0-10 15,0 0-18-15,0 0-15 0,0 0-7 0,0 0-12 16,0 0-4-16,0 0 1 0,0 0-10 0,-8 10-2 15,8-10-3-15,-3 4-4 0,-1 0 3 0,0 0-8 16,0-2-3-16,1 1-7 0,-4 2-5 0,3-1-4 16,-1 1-1-16,-2 1-3 0,3-2-11 0,-4 3 2 15,1-1-2-15,3 0-7 0,-5 0-5 0,2 3 1 16,0-2 3-16,-4-2-3 0,6 3-4 0,-4-1-6 16,5-2 9-16,0 2-9 0,-4-3 1 0,7 2-7 15,-3 0-9-15,0-3-27 0,0 2-37 0,-1-2-32 16,1 1-34-16,4-1-35 0,-4 2-65 0,4-5-53 15,-3 5-240-15,0-3-567 0,3 2 252 0</inkml:trace>
  <inkml:trace contextRef="#ctx0" brushRef="#br0" timeOffset="23606.88">32685 13131 270 0,'0'0'307'0,"0"0"-6"15,0 0-11-15,0 0-14 0,0 0-12 0,0-5-14 16,0 5-25-16,0 0-21 0,0 0-18 0,0 0-15 16,0 0-17-16,0 0-20 0,0 0-8 0,0 0-8 15,0 0-2-15,0 0-1 0,0 0-6 0,1 15-2 16,1-11-1-16,-1 1-3 0,0 2-6 0,4-2-10 16,-2 1-6-16,1-1 4 0,0 2-15 0,2 0-15 15,2-1 5-15,1 5-4 0,0-5-10 0,0 5-5 16,-1-4 1-16,2 1-10 0,-3 1-1 0,2-3-24 15,-2 2-27-15,3-2-49 0,-2-1-26 0,-3 1-31 16,2-1-40-16,-2 0-51 0,1 0-53 0,-3 0-51 16,-1-1-252-16,2 0-621 0,-4 0 274 0</inkml:trace>
  <inkml:trace contextRef="#ctx0" brushRef="#br0" timeOffset="28360.42">32350 13117 147 0,'0'0'207'0,"0"0"-9"0,4-3-15 16,-4 3-15-16,0 0-8 0,0 0-11 0,3-2-15 15,-3 2-13-15,0 0-10 0,0 0-11 16,0 0-11-16,0 0-7 0,0 0-6 0,0 0-18 0,3-4 5 16,-3 4-6-16,0 0-4 0,0 0-5 0,0 0-2 15,0 0-2-15,0 0-7 0,0 0-4 0,0 0 2 16,0 0-11-16,0 0-3 0,0 0-4 0,0 0-1 15,0 0 0-15,0 0-1 0,0 0-3 0,0 0-1 16,0 0-1-16,-24 4 12 0,24-4 3 0,-11 1 0 16,1 0 0-16,2-1-3 0,-5 1 4 0,1 1-1 15,-2 1 2-15,2-1 7 0,-3-1-2 0,0 3-4 16,0-1-3-16,1-2-2 0,0 1 0 0,1 3-4 16,-3-3 4-16,5 1-4 0,-4 0-2 0,3 1-1 15,1-3 1-15,-2 2-5 0,3 1 3 0,5-1-7 16,-6-1-3-16,4 3 6 0,2-4-2 0,-1 0 3 15,-1 2-2-15,2-2 0 0,5-1-1 0,-7 3 4 16,4 0 0-16,2 0-2 0,1-3 2 0,-3 4 2 16,3-4 3-16,2 5-4 0,0-2 0 0,4 3 0 15,3-3-2-15,1 3 0 0,2 1 1 0,2-1-2 16,3 0-2-16,0 1-1 0,2 1 0 0,4-3-4 16,-4-2 1-16,1 5-4 0,-1-5 7 0,6 2-8 15,-7-1 2-15,3 0 1 0,-3 1-1 0,-4-3 2 16,-1 0-1-16,2-1-2 0,-4-2 0 0,-2 1 3 15,1-3 0-15,-2 3 0 0,-2 0 1 0,0-2 4 0,1 2 5 16,-3-3 7-16,0 0-11 0,-4 3 3 16,6-4 0-16,-2 1-1 0,-3 0 6 0,-1 3-8 15,0 0-2-15,2-6-1 0,-2 2 1 0,0 4-6 16,-3-7 0-16,0 2 3 0,-1 3-2 0,0-4 8 0,-1 3-8 16,0-2-3-16,-2 1 0 0,0 1 3 0,1 1-3 15,-3-5 1-15,-4 3-2 0,5 1 1 16,0-4 0-16,2 6-2 0,-3-3-15 0,2 1-18 15,0 2-18-15,1 0-20 0,-1 0-23 0,7 1-36 0,-10-4-39 16,10 4-32-16,-5-1-41 0,5 1-175 0,0 0-453 16,0 0 200-16</inkml:trace>
  <inkml:trace contextRef="#ctx0" brushRef="#br0" timeOffset="28688.52">32296 13049 216 0,'1'-4'277'0,"-1"4"-12"0,0 0-19 16,4-4-19-16,-4 4-20 0,0 0-21 0,0 0-23 15,0 0-17-15,0 0-13 0,0 0-13 0,0 0-12 16,0 0-5-16,-4 13-10 0,1-6-9 0,-1 0-2 15,0 2-5-15,0 1-6 0,0-1-7 0,0 3-4 16,0 0-2-16,-2 0-6 0,-2 6-7 0,1-5-3 16,5 4-3-16,-4 2-4 0,1-1 1 0,2-3 1 15,0 4-9-15,3-1-4 0,0-6-1 0,-2-1 0 16,2 2-4-16,0 0-6 0,2-1 14 0,-2 0-10 16,3-2-1-16,1 3-12 0,0-1-6 0,2-3-22 15,2 0-32-15,-1-4-31 0,-5 1-48 0,7 0-53 16,-7-3-55-16,5 1-213 0,-3 0-493 0,3-2 219 15</inkml:trace>
  <inkml:trace contextRef="#ctx0" brushRef="#br0" timeOffset="29360.35">32640 13048 15 0,'0'0'238'0,"0"0"-9"0,0-4-10 16,0 4-14-16,0 0-11 0,0 0-13 0,0 0-17 15,0 0-14-15,-6-3-11 0,6 3 1 0,0 0-3 16,0 0-13-16,0 0-9 0,-15 5 7 0,11-2 0 15,-1 1-3-15,1-2-12 0,-2 4 3 0,-2-1-8 16,1 1-5-16,-1 1-1 0,1-1-3 0,2 0-9 16,-3 2 0-16,2 1 2 0,-3 0-13 0,1-1-9 15,1 1 15-15,0 0-20 0,4 2 0 0,-5-1-11 16,3 0 7-16,2 3-6 0,3-4-6 0,-7 4 7 16,7-3-2-16,4 2-8 0,-2-2 3 0,1 0-13 15,2 2 4-15,-1-1 1 0,3 1-2 0,-3-3 9 16,4 0-18-16,-4-1-9 0,4 2-9 0,0-2-15 15,-2 1-24-15,-2-2-21 0,2-2-25 0,-3 0-27 16,0-2-27-16,0 3-36 0,1-2-36 0,1-3-47 0,0-1-46 16,-5 0-213-16,4 3-553 0,2-2 245 0</inkml:trace>
  <inkml:trace contextRef="#ctx0" brushRef="#br0" timeOffset="29922.82">32981 13044 93 0,'0'0'268'0,"0"0"-15"16,0 0-15-16,0 0-8 0,0 0-6 0,0 0-8 15,0 0-7-15,4 12-8 0,-2-9-2 0,-1 2-22 16,2 0-12-16,0 2-3 0,-2 1-11 0,0-1-10 15,3 1-16-15,-3 0-13 0,-1 2-3 0,3 0-18 16,1 1 2-16,-4 1-17 0,2-1-4 0,-2-2-6 16,0 2-9-16,0-1-5 0,2 2-3 0,-4-2-7 15,2 1-3-15,-2 1-5 0,2-1-6 0,0 1-25 16,-5-3-24-16,3-3-35 0,-1 5-31 0,0-3-36 16,2 0-45-16,-4-1-60 0,4-1-54 0,0 2-220 15,-2-1-543-15,0 0 239 0</inkml:trace>
  <inkml:trace contextRef="#ctx0" brushRef="#br0" timeOffset="30235.31">32846 13365 78 0,'0'0'272'0,"0"0"-19"16,0 0-12-16,0 0-9 0,0 0-13 0,0 0-15 15,0 0-10-15,0 0-18 0,0 0-15 0,0 0-16 16,0 0-12-16,0 0-17 0,0 0-12 0,0 0-9 16,0 0-7-16,-10 6-6 0,10-6-1 0,-2 7-5 15,2-2-3-15,-2 0-10 0,0 0-6 0,-1-1-6 16,-1 3-5-16,2-1 1 0,-1 1-9 0,1 0-4 15,2 1-3-15,-1 2-8 0,-3-2-10 0,4 0-20 16,0 1-25-16,-1 1-33 0,-2-3-40 0,6 1-54 16,-3-1-64-16,1-1-250 0,-2 0-512 0,1 2 227 15</inkml:trace>
  <inkml:trace contextRef="#ctx0" brushRef="#br0" timeOffset="30875.89">32492 13541 9 0,'0'0'354'0,"0"0"-6"0,1-5-27 16,-1 5-19-16,0 0-22 0,0 0-25 0,0 0-9 16,0 0-39-16,0 0-19 0,0 0-4 0,0 0-5 15,0 0-6-15,0 0-2 0,-7 13-17 0,2-10-10 16,2 5-13-16,0-2-13 0,-1 1-11 0,0 2-10 15,1-2-15-15,-1 4-2 0,3-1-5 0,-2 1-2 16,0 0-27-16,5-1-31 0,-2 0-58 0,1 1-47 16,-1-2-68-16,2 0-86 0,0 1-94 0,2-3-240 15,-1 2-626-15,0-4 277 0</inkml:trace>
  <inkml:trace contextRef="#ctx0" brushRef="#br0" timeOffset="32329.11">25028 9255 137 0,'-20'-1'216'0,"1"1"-6"0,1-2-6 15,-2 1-11-15,6 1-15 0,-5 1-8 0,4 1-11 16,0 0-10-16,2-1-7 0,-1 5-8 0,3-2-10 15,0-2-8-15,-1 3-4 0,1 2-5 0,4-1 0 16,0-3-7-16,1 4-10 0,-1 0 2 0,2-2-9 16,3 2 1-16,-2 3-4 0,0-3-6 0,2 0 5 15,2 0-6-15,1 1-2 0,3-1-1 0,-2 1-3 16,8 2-3-16,1-3-7 0,5 2-4 0,4-1 1 16,0-2-7-16,3 2-11 0,5-1-3 0,2-4 1 0,4 1-6 15,-5-1-4-15,2 0-4 0,-8 0-11 0,6-2 7 16,-7-2-14-16,-1 1-1 0,-3-3 1 0,-2 0 2 15,-3 0-4-15,2 0-2 0,-2-1 1 0,-3-2 0 16,-1 2 9-16,1-1-13 0,-1-1 7 0,-5 1-4 16,0-1 1-16,-1 1 2 0,0-1-1 0,-3 0 1 15,-3-2-3-15,0-1-1 0,-3 0-1 0,-1 1 7 16,-3-1-7-16,-3 2 0 0,-6-4 1 0,0 2 4 16,1 3 0-16,0-3-2 0,1 4-1 0,-1 0 2 15,4-1 1-15,-2 3-3 0,5 0-6 0,-1 1-27 16,2 0-27-16,2 1-31 0,1 0-27 0,7 1-32 15,-12 2-38-15,12-2-35 0,-7 2-33 0,7-2-200 0,0 0-495 16,0 2 220-16</inkml:trace>
  <inkml:trace contextRef="#ctx0" brushRef="#br0" timeOffset="32594.72">25022 9159 191 0,'0'0'238'0,"0"0"-3"0,0 0-4 16,-6 13-6-16,5-7-8 0,-2 2-17 0,3 1-9 15,-2 1-9-15,0 3-9 0,2 0-8 0,-3-1-9 16,3 1-18-16,0 4-6 0,0 0-15 0,0 2-14 0,0 1-10 16,-1 0-5-16,1-2-12 0,0 0-3 15,1 1-6-15,2 0-6 0,-1 0-10 0,0-1-2 16,-2-1-4-16,3-5-18 0,0 3-25 0,-2-4-25 0,4 3-28 15,-2-2-45-15,1-1-59 0,-1-2-39 0,2-3-52 16,-2 1-215-16,3-2-498 0,3 3 221 0</inkml:trace>
  <inkml:trace contextRef="#ctx0" brushRef="#br0" timeOffset="32954.07">25374 9208 64 0,'4'-3'267'0,"-4"0"-16"15,0 3-16-15,0 0-19 0,0-6-19 0,0 6-17 0,0 0-16 16,0 0-22-16,0 0-9 0,0 0 0 0,0 0 2 15,-10 12-2-15,6-5-2 0,2 0-5 0,-2 0-4 16,0 1-5-16,0 4-8 0,-1-4-3 0,1 4-7 16,0 0-2-16,-1-1-8 0,2 2-4 0,-2-2-5 15,2 6-9-15,-1-6 0 0,1 0-10 0,2 1-7 16,-1-1-1-16,2-1-7 0,0 1-4 0,2-1-5 16,-1 0 4-16,1 0-7 0,2-1-1 0,0-1-7 15,1-2-14-15,2 2-23 0,-2-4-27 0,2 1-36 16,0 0-45-16,2-1-47 0,0-3-49 0,0-1-57 15,3 0-245-15,-2-2-558 0,2 2 247 0</inkml:trace>
  <inkml:trace contextRef="#ctx0" brushRef="#br0" timeOffset="33219.68">25597 9292 281 0,'0'0'299'15,"0"0"-10"-15,0 0-14 0,0 0-10 0,0 0-25 16,0 0-21-16,0 0-23 0,0 0-21 0,0 0-18 16,0 0-8-16,0 0-7 0,0 0-4 0,-15 11-10 15,11-8-12-15,-3 0-8 0,2 3-11 0,-3 2-7 16,1-2-5-16,-3 4-15 0,1-3-5 0,-1 2-6 16,1 0-5-16,-1-2-4 0,3 4-6 0,-5-2-4 15,5-1-4-15,-1 2-4 0,3-3-13 0,-2 2-26 0,0-4-27 16,3 0-26-16,1 3-26 0,-1-3-24 15,3 0-32-15,-2 2-35 0,3-3-36 0,0-4-41 16,0 0-219-16,4 4-512 0,-4-4 227 0</inkml:trace>
  <inkml:trace contextRef="#ctx0" brushRef="#br0" timeOffset="33422.8">25499 9328 128 0,'0'0'275'0,"0"-2"-8"15,0 2-10-15,0 0-19 0,-3-4-16 0,3 4-4 16,0 0 0-16,0 0-10 0,0 0-13 0,0 0-12 16,6 14-10-16,-5-10-26 0,3 2-10 0,2 0-11 15,-1 1-12-15,-1-1-14 0,4 0-8 0,-1 5-14 16,4-2-10-16,-3 0-25 0,-1 0-36 0,1 0-36 16,0 1-52-16,-1-4-49 0,1 3-56 0,-4-4-61 0,7 2-224 15,-7-1-509-15,2-1 226 0</inkml:trace>
  <inkml:trace contextRef="#ctx0" brushRef="#br0" timeOffset="34453.27">25704 9469 61 0,'0'0'288'0,"0"0"-8"0,0 0-10 16,0 0-17-16,0 0-20 0,0 0-19 0,0 0-23 16,0 0-9-16,0 0-14 0,0 0 2 0,0 0-25 15,-2 14-6-15,2-14-13 0,0 8-6 0,-3-3-18 16,3 1-9-16,0 1-6 0,0-1-8 0,-3-2-2 16,3 4-10-16,-1-2-11 0,1 1-5 0,-1 0-2 15,-1 0-4-15,1 0-9 0,1-1-19 0,0 1-28 16,0-2-34-16,-1 3-35 0,1-5-44 0,0 3-53 15,0-6-54-15,2 5-258 0,0-1-529 0,-2-4 234 16</inkml:trace>
  <inkml:trace contextRef="#ctx0" brushRef="#br0" timeOffset="34781.38">25768 9233 230 0,'0'0'284'16,"0"0"-19"-16,0 0-17 0,0 0-6 0,0 0 3 16,0 0-5-16,0 0-9 0,-1 12-12 0,2-7-8 0,3 2-15 15,1 1-11-15,-1 1-19 0,1 3-14 16,1-1-16-16,2 1-12 0,-3 0-12 0,2-1-11 15,-3 4-13-15,5-2-8 0,-3 2-7 0,2 1-3 0,-4-1-15 16,0 2 2-16,-1-5-5 0,2 6-16 0,-5-1-15 16,-2-3-38-16,-1 3-23 0,-1 1-24 15,1-3-30-15,-4 2-33 0,-2-1-42 0,-3 0-58 0,2-3-57 16,-5 1-233-16,0 1-558 0,-1-2 247 0</inkml:trace>
  <inkml:trace contextRef="#ctx0" brushRef="#br0" timeOffset="35307.83">25241 9719 32 0,'0'0'345'0,"0"0"-10"15,0 0-8-15,0 0-15 0,0 0-18 0,0 0-14 16,0 0-24-16,0 0-16 0,0 0-29 0,0 0-15 16,0 0-23-16,0 0-12 0,0 0-15 15,0 0-17-15,0 0-11 0,0 0-22 0,13 8 5 16,-13-8-10-16,0 7-13 0,0-3-12 0,0 0-3 0,0-4-5 0,-1 7-8 0,-2-2-2 0,2-3 1 0,-5 0-8 15,4 2 18-15,0 0 9 0,-4-2 8 16,6-2 4-16,-7 4 11 0,5-1-9 0,-3-2-6 16,5-1 2-16,-4 5 4 0,4-5 3 0,-4 2 2 0,4-2 2 15,0 0 0-15,0 0-6 0,0 0-8 0,0 0-5 16,18 2-10-16,-8-1-24 0,4-1-25 0,1 0-37 16,4-1-41-16,5 1-47 0,4-2-52 0,1 0-46 15,-7 0-61-15,8 2-93 0,-7-4-376 0,9 0-804 16,-4 1 357-16</inkml:trace>
  <inkml:trace contextRef="#ctx0" brushRef="#br0" timeOffset="38518.32">28614 11458 74 0,'0'0'297'0,"0"-7"6"0,0 2 2 0,1 2 3 16,-1 3 1-16,0 0 0 0,-3-5-4 0,3 5-9 15,0 0-21-15,0-4-23 0,0 4-20 0,0 0-26 0,0 0-20 16,0 0-11-16,-11 0 5 0,11 0 2 0,-9 7-6 16,2-3-11-16,0 1-13 0,1 1-10 0,-5 4-10 15,3-2-10-15,-1 2-13 0,1-3-8 0,0 3-8 16,0-1-5-16,2 1-9 0,2 0-9 0,-1 1-8 15,0-1 0-15,3 0-8 0,1-2-6 0,2 3-7 16,1-1-13-16,3 1-16 0,0-1-27 0,2 0-41 16,3-2-45-16,-1-3-53 0,9 5-49 0,-5-5-41 15,1 0-51-15,-3-2-63 0,5 0-60 0,-5-1-263 16,3 1-738-16,-2-2 326 0</inkml:trace>
  <inkml:trace contextRef="#ctx0" brushRef="#br0" timeOffset="38783.93">28668 11556 101 0,'0'0'304'0,"-3"-2"-5"0,3 2-5 0,0 0-13 15,-4-3-1-15,4 3-14 0,0 0-10 0,0 0-12 16,0 0-16-16,0-5-17 0,0 5-19 0,0 0-14 16,0 0-17-16,0 0-26 0,10-3-19 0,-5 2-25 15,-5 1-37-15,14 0-39 0,-5 1-36 0,0-1-41 16,-4 0-37-16,6 3-49 0,1-2-50 0,-1 0-60 16,1 2-229-16,-2-2-527 0,0 2 232 0</inkml:trace>
  <inkml:trace contextRef="#ctx0" brushRef="#br0" timeOffset="39002.67">28884 11625 213 0,'0'0'237'0,"0"0"-4"15,0 0-8-15,0 0-7 0,0 0-6 0,-4 5-19 16,4-5-15-16,-2 7-21 0,0-3-13 0,2 3-14 15,-3-3-15-15,3 1-13 0,0 2-4 0,-2-1-9 16,-3-2-12-16,3 4-4 0,-1-1-10 0,-1-1-16 16,0 0-28-16,0 1-24 0,-1-2-34 0,-1 1-29 0,-2-1-46 15,5-3-36-15,-1 2-56 0,-1 0-168 0,1-1-405 16,0 0 180-16</inkml:trace>
  <inkml:trace contextRef="#ctx0" brushRef="#br0" timeOffset="39268.28">28992 11566 46 0,'0'0'324'0,"0"0"-18"0,0 0-11 0,0 0-19 15,0 0-9-15,11-5-20 0,-11 5-21 0,7-1-24 16,-3 0-21-16,-4 1-18 0,0 0-8 0,13-2-21 0,-13 2-16 16,8 0-13-16,-1 0-22 0,-7 0-28 0,11-1-35 15,-6 1-48-15,-5 0-53 0,11-1-54 16,-6 0-57-16,-5 1-57 0,9 1-171 0,-9-1-455 0,14 1 201 16</inkml:trace>
  <inkml:trace contextRef="#ctx0" brushRef="#br0" timeOffset="39549.51">29184 11452 18 0,'0'0'287'0,"0"0"-10"0,0 0-1 0,0 0 2 16,0 0 2-16,-10 6-2 0,10-1-10 0,0-5-9 15,4 10-2-15,-1-4-4 0,4 4-3 0,-2 0-27 0,2-2-15 16,1 2-17-16,3-1-17 0,-3 3-18 0,2 2-12 16,-1-4-16-16,-1 2-14 0,3 2-17 0,-1 0-4 15,-6-4-13-15,1 2-9 0,-3 1-14 0,0-1-36 16,-4 1-44-16,0-4-44 0,-5 4-39 0,-2 1-41 16,-2 1-45-16,-6-4-59 0,1-1-72 0,-1 0-283 15,-1-1-655-15,-1-1 291 0</inkml:trace>
  <inkml:trace contextRef="#ctx0" brushRef="#br0" timeOffset="42702.49">28412 11471 109 0,'0'0'195'15,"0"0"-15"1,-8 8-9-16,4-3-16 0,4 0-8 0,-2-1-10 16,0 3-10-16,2-2-14 0,-3 1-11 0,2 2-10 15,1 2-7-15,0 0-6 0,0 2-10 0,0-1-9 16,1 1-8-16,2 1-22 0,-3-2-31 0,2 2-43 15,0-1-41-15,2 1-50 0,-4 0-138 0,5 4-296 16,-3-4 131-16</inkml:trace>
  <inkml:trace contextRef="#ctx0" brushRef="#br0" timeOffset="42889.97">28396 12012 122 0,'0'0'114'0,"0"6"-7"0,0-2-8 0,2 0-14 15,-2-4-11-15,0 9-18 0,2-5-41 0,0-1-50 16,0 4-72-16,-2-1-115 0,3 1 52 0</inkml:trace>
  <inkml:trace contextRef="#ctx0" brushRef="#br0" timeOffset="43203.98">28354 12576 170 0,'-7'2'170'15,"7"-2"-15"-15,0 0-18 0,0 0-12 16,0 0-10-16,0 0-8 0,0 0-43 0,0-13-32 0,0 13-49 15,0-8-53-15,0 6-95 0,3-2-179 0,-3 4 79 16</inkml:trace>
  <inkml:trace contextRef="#ctx0" brushRef="#br0" timeOffset="43688.33">28113 11388 77 0,'-4'-1'169'0,"-4"0"-17"16,0-2-11-16,2 2-17 0,-2 0-14 0,8 1-7 15,-10 0-17-15,10 0-15 0,-13 2-30 0,9-1-44 16,-3-1-41-16,7 0-36 0,-9 4-79 0,3-3-170 15,2 2 75-15</inkml:trace>
  <inkml:trace contextRef="#ctx0" brushRef="#br0" timeOffset="43875.82">27585 11384 188 0,'-7'-3'179'15,"-2"0"-21"-15,2-1-16 0,-1 1-13 0,-2 0-18 16,-1 0-7-16,0 0-15 0,0 0-4 0,-2 1-21 16,4 0-43-16,-2-1-52 0,0 1-42 0,-1 2-39 15,1 0-64-15,-3 0-191 0,1 0 85 0</inkml:trace>
  <inkml:trace contextRef="#ctx0" brushRef="#br0" timeOffset="44047.69">27023 11366 30 0,'-11'-3'85'0,"-3"-1"-11"0,0 2-19 0,-1-2-32 16,-5 1-40-16,0 3-25 0,6-2-45 0,-4 2 20 0</inkml:trace>
  <inkml:trace contextRef="#ctx0" brushRef="#br0" timeOffset="44360.17">26401 11433 24 0,'-6'-3'213'0,"0"-2"-11"0,0 3-12 0,-3-2-14 16,3 0-17-16,1-1-17 0,-5 0-14 0,2 1-15 15,3 0-9-15,-1 1-12 0,1 1-10 0,-2 1-19 16,0-2-34-16,2 1-44 0,5 2-49 0,-8-3-40 16,8 3-152-16,-6 0-277 0,6 0 123 0</inkml:trace>
  <inkml:trace contextRef="#ctx0" brushRef="#br0" timeOffset="45329.02">27263 10534 7 0,'0'0'251'0,"0"0"-30"0,0 0-24 0,0 0-17 0,-11 3-17 16,11-3-8-16,-4 3-20 0,3 0-8 16,-3 1-8-16,0 1-13 0,0 0-12 0,2 0-8 15,1 2-9-15,-2 3-5 0,2-2-10 0,0 2-14 0,-1 3-22 16,2-3-36-16,0 2-37 0,-1 1-32 0,-1-2-33 15,2 1-40-15,0 0-136 0,-2 6-312 16,0-6 138-16</inkml:trace>
  <inkml:trace contextRef="#ctx0" brushRef="#br0" timeOffset="45516.51">27194 11120 154 0,'0'7'210'15,"0"-2"-7"-15,-2 0-9 0,2 3-12 0,0-2-9 16,0 4-20-16,-1-4-16 0,0 1-12 0,-1 3-11 16,1-1-13-16,-2 2-9 0,2-4-10 0,-1 6-9 0,0 0-22 15,2 0-48-15,-5 2-64 0,5 0-67 16,0-3-182-16,0 6-335 0,0 0 147 0</inkml:trace>
  <inkml:trace contextRef="#ctx0" brushRef="#br0" timeOffset="45889.55">27154 12251 219 0,'-2'3'231'0,"2"-3"-15"0,-3 2-18 16,3-2-21-16,-4 5-17 0,1-2-15 0,3-3-13 15,0 7-13-15,-1-4-9 0,1-3-10 0,1 8-13 16,-1-1-8-16,0-5-5 0,4 3-21 0,-1 0-26 16,-2 1-34-16,-1-1-31 0,3 0-28 0,-2-1-16 15,3 2-31-15,-1-2-51 0,-3-2-113 0,0-2-298 16,4 8 132-16</inkml:trace>
  <inkml:trace contextRef="#ctx0" brushRef="#br0" timeOffset="46417.2">27054 10490 3 0,'-7'0'180'0,"7"0"-19"15,-10-2-18-15,2 2-14 0,0-1-25 0,8 1-45 16,-14 1-35-16,6-1-64 0,0 2-88 0,-3-2-138 0,4 0 62 16</inkml:trace>
  <inkml:trace contextRef="#ctx0" brushRef="#br0" timeOffset="46604.69">26605 10483 179 0,'-10'-5'201'16,"-2"1"-21"-16,0 0-17 0,1 2-16 0,-1-1-13 15,1 0-15-15,-3 2-13 0,3-3-9 0,-2 3-8 16,2 1-14-16,-3-1-29 0,2 2-37 0,1-1-37 0,-4 0-37 15,6 1-36-15,-2-1-125 0,-3 4-243 16,3-3 108-16</inkml:trace>
  <inkml:trace contextRef="#ctx0" brushRef="#br0" timeOffset="46729.68">26142 10472 92 0,'-5'-3'233'0,"-4"-1"-7"0,3 0-9 0,-1-2-12 0,-2 1-12 16,1 1-19-16,-2-3-17 0,6 4-13 0,-2-1-17 15,2 1-12-15,-1 1-16 0,1-2-33 0,4 4-56 16,-5-3-72-16,5 3-70 0,0 0-179 0,21 1-337 16,-10 2 150-16</inkml:trace>
  <inkml:trace contextRef="#ctx0" brushRef="#br0" timeOffset="67180.41">7585 15102 179 0,'0'0'315'16,"-4"-3"-11"-16,4 3-6 0,0 0-6 0,0 0-18 0,-3-4-2 16,3 4-23-16,0 0-7 0,0 0-18 0,0 0-13 15,-3-4-18-15,3 4-10 0,0 0-21 0,0 0-11 16,0 0-11-16,0 0-19 0,0 0-21 0,0 0 4 16,0 0-5-16,0 0-12 0,18 0-7 0,-18 0-17 15,14 2 0-15,-9 0-1 0,9-2-11 0,-8 0-3 16,5 0-6-16,1 2 9 0,-6-2-23 0,8 0 0 15,-7 0-4-15,1 0-5 0,0 0 3 0,-8 0-1 16,12-2 1-16,-9 4-4 0,-3-2-9 0,0 0 0 16,11-2-12-16,-11 2-1 0,0 0-16 0,0 0-7 15,0 0-20-15,0 0-22 0,0 0-15 0,0 0-29 16,-25 2-34-16,18-1-35 0,-2 0-46 0,9-1-57 16,-14 3-73-16,9-1-192 0,-1-1-594 0,-2 2 263 0</inkml:trace>
  <inkml:trace contextRef="#ctx0" brushRef="#br0" timeOffset="71069.27">8205 14742 208 0,'0'-11'336'0,"3"5"-8"0,-3-2-12 15,1 2-3-15,0 2-10 0,-1-1-24 0,2 1-23 0,-1 0-28 16,-1 4-28-16,0-4-26 0,0 4-19 0,0 0 3 15,0 0-28-15,0 0-17 0,8 11-15 16,-3-1-4-16,0 0-13 0,-1 2-3 0,0 6-11 0,0 0-6 16,0 0-9-16,2-2-6 0,-2 2-6 0,0 4 0 15,0-3-7-15,1-2 0 0,-1 0 1 0,2 3-8 16,-2-4 3-16,-3 2-28 0,4-5-27 0,-3-2-19 16,4 1-22-16,-5-3-23 0,3 1-26 0,-4-2-30 15,1-4-20-15,1 2-39 0,0-4-39 0,4-1-50 16,-6-1-192-16,0 0-525 0,0 0 232 0</inkml:trace>
  <inkml:trace contextRef="#ctx0" brushRef="#br0" timeOffset="71459.87">8347 14878 199 0,'-2'-7'215'0,"2"7"-10"0,2-4-17 0,-2 4-21 15,0 0-17-15,0 0-15 0,0 0-10 0,0 0-8 0,0 0-2 16,0 0-8-16,9 11-9 0,-5-8-10 0,1 4-4 15,0-4-10-15,0 7-7 0,2-3-8 16,-3-3-5-16,5 6-3 0,-4-2-12 0,-1-2 1 0,1 1-2 16,-1-1-3-16,2-1-5 0,-1-1-2 0,-1 1 0 15,-1-2 3-15,1-2 17 0,0 3 10 0,-4-4 11 16,7 0-2-16,-7 0 7 0,0 0-1 0,9-6-1 16,-7 1 11-16,3-1-1 0,-4 0 8 0,2 0 5 15,0-3 18-15,0 3 9 0,1-1 5 0,-3-2-7 16,3 5 6-16,-2-4 8 0,3-1-3 0,-2 3-8 15,2-3-6-15,-2 5-9 0,2-4-10 0,1 3-11 16,-2 1-8-16,3-1-7 0,-2 3-11 0,5-1-6 16,-2 2-7-16,-2 0-3 0,-6 1-7 0,14 1-2 15,-7 3-6-15,1 1-4 0,0-2-1 0,-1 7-4 16,0 0-5-16,4 0-4 0,-6-1-32 0,-1 1-17 16,5-1-28-16,-4 4-25 0,-2-3-20 0,-1-1-22 15,1 1-9-15,-2-2-17 0,1 1-20 0,-1-2-24 0,-1 1-27 16,0-1-25-16,0-1-21 0,1-1-19 0,-1-1-234 15,2-1-571-15,1-1 254 0</inkml:trace>
  <inkml:trace contextRef="#ctx0" brushRef="#br0" timeOffset="71741.11">8772 14625 220 0,'-4'-10'316'0,"-4"2"-6"0,7 2 0 16,-3 2-8-16,0-2-6 0,2 2-9 0,-1-1-17 16,2 2-30-16,1 3-26 0,0 0-30 0,0-6-11 15,0 6-18-15,0 0-16 0,0 0-19 0,10 13 6 16,-6-7-26-16,1 1-10 0,1 5-17 0,-1 0 0 16,1 3-6-16,2 3-13 0,-2 0 2 0,-2 1-13 15,2 0-1-15,-2 8-2 0,0-6-10 0,-1-1-17 16,-2 0-20-16,3-1-29 0,-1-1-16 0,-2 2-26 15,1 1-17-15,-4-4-19 0,2 0-24 0,-1 1-26 16,1-4-27-16,0-3-39 0,0 0-27 0,0-4-32 16,0 1-160-16,0-2-487 0,0-1 216 0</inkml:trace>
  <inkml:trace contextRef="#ctx0" brushRef="#br0" timeOffset="72256.7">8779 14794 58 0,'-4'-5'272'0,"1"0"-8"0,-2 0-5 0,2 3 0 16,-1-3-4-16,0 3-13 0,4 2-18 0,-4-5-19 15,4 5-16-15,-1-3-17 0,1 3-23 0,0 0-10 16,9-2-3-16,-9 2-25 0,15 0-12 0,-7 1-7 16,4 0 0-16,-2 1-19 0,1-1-7 0,4 1-9 15,-3 1-8-15,1-1-4 0,-3 2-6 0,3 2-9 16,-3-4-4-16,0 3-7 0,-1 0-3 0,-3-1-9 15,3 3 1-15,-3-1-3 0,-4 0 3 0,4 1-4 16,-2 1 1-16,-1 0-3 0,-2 1-1 0,2 0 2 16,-2 3 0-16,-1-4-1 0,0 4-3 0,4-3 3 15,-4 0 0-15,0-1-2 0,4 2 2 0,-2-4-2 0,-1 1 2 16,2-2-6-16,2 0 7 0,-1-3-6 0,4 4 5 16,-2-6 0-16,2 0-3 0,3-2-1 15,-4 0 6-15,5-3-3 0,-1 1 2 0,-2-2 0 16,2-2-1-16,-3 0 7 0,3-2 13 0,-4 2 31 0,1-2-11 15,-1 1 13-15,0-3 15 0,0 4 26 0,-3-2-17 16,0 2 13-16,-1 0-5 0,-1 3 5 0,0-2 2 16,-1 4-7-16,0-1-8 0,1 0-6 0,-2 4-13 15,1-4-7-15,-1 4-10 0,0 0-7 0,0 0-7 16,0 0-1-16,0 0-3 0,0 0 0 0,4 12-6 16,-1-6 0-16,-1-1 1 0,0-1-3 0,-1 2-7 15,2 3-8-15,5 2-10 0,-4 0-6 0,3-1-17 16,0-2-20-16,0 1-4 0,2-1-15 0,2-2-22 15,-7-1-9-15,4-2 1 0,-1 1-15 0,2-3-14 16,0 0-12-16,-2 0-5 0,1-3-6 0,-2-1-10 16,1 1-15-16,-1-3-16 0,-2-2-11 0,3 0-25 15,-1-6-17-15,0 1-12 0,-3 2-150 0,1-4-441 0,0-3 195 16</inkml:trace>
  <inkml:trace contextRef="#ctx0" brushRef="#br0" timeOffset="72725.43">9326 14664 108 0,'0'0'206'0,"0"0"-8"0,0 0-8 0,0 0-8 15,0 0-11-15,0 0-11 0,4 15-9 0,-4-7-6 16,1-2-6-16,1 2-4 0,0 2-11 0,0-4-8 15,-1 5-12-15,2-1-10 0,1 0-9 0,0 0-14 0,-3 2-1 16,1-3-7-16,0 1-5 0,0-4-7 16,-1 2-7-16,0 0-3 0,1-2 0 0,-1 1-7 15,1-2-3-15,-2 0-2 0,1 0-3 0,-1-1-4 0,1 0-3 16,-1-4 3-16,2 6-2 0,-2-6-3 0,1 2 0 16,-1-2-3-16,3 3 0 0,-3-3-1 0,0 0-11 15,1 4-16-15,-1-4-18 0,3 3-24 0,-3-3-19 16,5 5-20-16,-5-5-11 0,4 1-19 0,-4-1-23 15,4 1-28-15,1 2-24 0,-5-3-134 0,5 3-361 16,-5-3 160-16</inkml:trace>
  <inkml:trace contextRef="#ctx0" brushRef="#br0" timeOffset="73037.91">9455 14493 337 0,'-3'-4'370'0,"3"1"-19"0,0 3-32 15,0 0-32-15,0-7-34 0,0 7-25 0,0 0-20 16,0 0-22-16,4 13-14 0,-2-7-21 0,1 5-13 15,2 2-10-15,-4-1-9 0,9 6-16 0,-5 1-13 16,2 1-8-16,0 0 0 0,2 0-17 0,0 6-3 16,-4-6 1-16,-1 0-26 0,3 0-29 0,-3 1-28 15,-3-1-24-15,3-1-29 0,0 0-33 0,-2-2-34 16,-4-3-42-16,4-4-46 0,-2 2-34 0,-2 0-202 16,2-2-503-16,-1-2 222 0</inkml:trace>
  <inkml:trace contextRef="#ctx0" brushRef="#br0" timeOffset="73350.39">9511 14805 256 0,'-3'-7'309'0,"0"2"3"0,-2-1 2 0,4 1 4 16,-3-2 22-16,0 2-2 0,2 1-2 0,-1-1-4 16,2 1-14-16,1 4-17 0,-3-6-23 0,3 2-24 0,0 4-24 15,3-6-26-15,-3 6-18 0,8-6-22 0,-2 5-16 16,0-2-13-16,4 3-13 0,1 0-16 15,-2-1-10-15,4 2-7 0,-1 1-14 0,4-1-9 0,-5 3-8 16,3-3-8-16,-2 1-5 0,0 1-7 0,-2 1-8 16,-1-1-3-16,1 3 0 0,-1-2-3 0,-5 0-7 15,3 1-1-15,0 0-3 0,-3 2-3 0,3-1-4 16,-3 0-2-16,-3 1-2 0,5 3-10 0,-1-1-8 16,-2 0-11-16,-2-1-12 0,2 0-26 0,2 1-32 15,-2 2-11-15,0-5-31 0,-2 2-27 0,6 2-17 16,-6-4-10-16,5 2-20 0,-2 1-32 0,0-2-34 15,-2-1-27-15,4-2-31 0,-1-1-259 0,1 0-645 16,-2 1 286-16</inkml:trace>
  <inkml:trace contextRef="#ctx0" brushRef="#br0" timeOffset="73865.99">9866 14853 82 0,'-1'-5'252'0,"-1"-1"5"0,1 0 3 15,-1 1-5-15,1 0-1 0,-2 0 4 0,2 1-10 16,-2 0-13-16,3 4-7 0,-3-4-25 15,3 4-20-15,-1-4-20 0,1 4-11 0,0 0-10 0,0 0-17 16,0 0-12-16,0 0-6 0,0 0-9 0,4 12-10 16,-1-7-9-16,1-1-7 0,0 1-18 0,4 1-4 15,-4 1-10-15,2-2-12 0,-1-1-11 0,2 1-13 16,-1-1-16-16,3 1-6 0,-8-1 0 0,5-3-8 16,-2-1 2-16,-4 0-5 0,8 3-3 0,-8-3 5 15,0 0 2-15,7-5-1 0,-5-2 4 0,0 2 3 16,-2 0 0-16,0-1 6 0,1-2 4 0,-1 0 6 15,0-2 12-15,0 1 9 0,0-1 10 0,2-1 6 16,-4 2 8-16,2 2-2 0,3-3 13 0,-3 1-13 16,1 1-6-16,2 2 10 0,-2-2-9 0,2 4-7 15,0 0-1-15,1 1 11 0,0 1-18 0,-4 2 0 16,11 2-8-16,-7 0-1 0,4 1-4 0,-2 0-2 0,3 5-10 16,1 1-3-16,-2-1-7 0,1 1-12 0,-1 1 1 15,-1-1-5-15,0 1 0 0,5 2-6 0,-4-2-2 16,-1 0 2-16,-1-1 7 0,0 0-6 0,-1-1 7 15,-3-3 0-15,4 0 9 0,-5-2 5 0,3 2 6 16,-4-5 3-16,2 1 12 0,-2-1 12 0,0 0 11 16,0 0 17-16,4-9 13 0,-4 4 18 0,0 0 5 15,1-2 17-15,1 2 3 0,-2 0 2 0,2-1-3 16,-2-1-3-16,4 1-7 0,-3-1-12 0,2 3-3 16,0-1-9-16,1-1-7 0,0 3-5 0,-1 1-7 15,2 1-5-15,-5 1-4 0,14 0-8 0,-10 2-2 16,3 2-20-16,-2-2-12 0,5 4-24 0,-5-2-25 15,2 2-38-15,0 1-13 0,-3-1-26 0,1 0-19 16,-1 2-26-16,-1-2-21 0,-2 1-34 0,1-2-42 16,-1 0-48-16,-2 0-273 0,1-5-640 0,-4 6 283 15</inkml:trace>
  <inkml:trace contextRef="#ctx0" brushRef="#br0" timeOffset="74100.34">9304 14474 182 0,'-12'-6'347'0,"-3"-1"-21"15,3-4-31-15,1 5-30 0,4 0-25 0,0 2-18 16,3 1-24-16,-1-2-23 0,-1 2-30 0,2-1-43 15,4 4-57-15,0 0-65 0,0 0-76 0,15 0-96 16,-15 0-181-16,15 7-403 0,-1-2 179 0</inkml:trace>
  <inkml:trace contextRef="#ctx0" brushRef="#br0" timeOffset="74633.08">10536 14813 264 0,'-5'-4'335'0,"5"4"-13"0,-3-1-10 16,3 1-14-16,0 0-16 0,0-5-6 0,0 5-14 15,0 0-24-15,0 0-17 0,6-3-27 0,-6 3-21 16,7 0-19-16,-2-2-12 0,-5 2-9 0,12-2-17 15,-6 2-15-15,2 2-10 0,1-2-5 0,1 0-12 16,1 0-13-16,2 0-37 0,-2 0-39 0,0 2-37 16,4-1-42-16,-4 1-52 0,4-3-56 0,-6 1-64 15,5 1-298-15,0-1-611 0,-3 0 270 0</inkml:trace>
  <inkml:trace contextRef="#ctx0" brushRef="#br0" timeOffset="75570.53">11007 14476 140 0,'0'-6'339'15,"0"1"-7"-15,0-2-11 0,-3 4-12 0,2-2-10 16,1 5-26-16,0-6-24 0,0 6-28 0,0-6-27 0,0 6-19 16,0 0-20-16,0 0-17 0,0 0-12 15,-3 17-14-15,6-9-3 0,-3 2-6 0,1 3-8 16,4-1-10-16,-2 5-9 0,1 0-10 0,-1-2-8 0,1 2 0 15,0-2 3-15,1 3-18 0,0-5-7 0,-4 0-3 16,5-1 1-16,-4 1-1 0,4-1 14 0,-5-2-29 16,2 0 5-16,-2-3-4 0,2 0 2 0,-3-3-2 15,3 1 4-15,-2 0 4 0,1-2 5 0,-2-3-10 16,5 1 6-16,-5-1 5 0,0 0-6 0,0 0 2 16,11-10-10-16,-7 3 3 0,-1 2-3 0,2-6-1 15,-1 2-5-15,4-1 0 0,-4-1-4 0,2 3 7 16,2-4 4-16,-4 3-7 0,5 0 4 0,-3 0-2 15,-2 0-2-15,2 4-3 0,-2 1 1 0,-3-1-5 16,3 2-5-16,3 0-3 0,-7 3 17 0,0 0-11 16,12 5-4-16,-8-1 6 0,2 1-12 0,0 2 3 15,3 3 6-15,-4 0-7 0,3 0 10 0,-2 0-2 0,3 1-4 16,-1-2 0-16,1 2-13 0,0 0 18 0,-1-2-3 16,2-1-4-16,0 0-1 0,0-1 5 15,-2-2 1-15,2 0-8 0,-5 1 12 0,3-4 0 0,-1 1 0 16,0-2-6-16,-7-1 5 0,15-4-8 0,-10 2 5 15,2-4 1-15,-3 1-3 0,3 2 0 0,0-7 3 16,-2 2-1-16,2-4 2 0,-3 1 1 0,-1-2 0 16,2-4-6-16,-2 5 0 0,-2-3 4 0,-1 2-1 15,0 1-2-15,0 0-10 0,-1 1-13 0,0-2-21 16,-1 5-24-16,1-1-23 0,1 4-22 0,-4-1-37 16,1 3-26-16,3 3-10 0,0 0-11 0,0 0-30 15,0 0-20-15,0 0-13 0,0 0-17 0,3 14-5 0,2-9-156 16,-1 4-473-16,2-5 210 0</inkml:trace>
  <inkml:trace contextRef="#ctx0" brushRef="#br0" timeOffset="76382.98">11635 14611 90 0,'3'-6'175'0,"0"-1"8"0,1 1 1 0,-1-4 1 15,-2 1-8-15,-1 1-6 0,0-4-10 0,0 5-8 16,-1-4-12-16,-1 1-14 0,-2 4-11 0,0-2-11 15,1 2-14-15,-2 2-9 0,-2 0-7 0,2 1-11 16,-2 2-5-16,-3 0-7 0,-2 2-4 0,4 2-5 16,-3 2-4-16,2 0-7 0,-1 1-3 0,-1 2 2 15,-1 1-3-15,5-1-3 0,-1 5 0 0,-3-3-2 16,4 1-2-16,2 2-2 0,1 0 0 0,1-1-2 16,0-1 0-16,3 2-2 0,0-1-2 0,2-1 1 15,-2-3-2-15,4-1 1 0,-3-1 2 0,2 1-1 0,1-2 0 16,4-2-3-16,-3-1 0 0,2 1-1 0,0-3 1 15,3-2-4-15,-4 0 2 0,4 1-1 16,-5-4-2-16,5-2 0 0,-2-1 7 0,-1 1-5 0,1-2 1 16,-4 1 13-16,3-2 13 0,-2 1 4 0,-2 3 9 15,1-2 6-15,-2 0 2 0,-1 2 4 0,0-2-1 16,1 3-5-16,-4 1-4 0,2 0 0 0,2 0-8 16,-2 4 1-16,1-5-22 0,-1 5 3 0,0 0-8 15,0 0 7-15,0 0-6 0,-1 15 0 0,1-8-1 16,0-1-3-16,0 2 1 0,1 2 0 0,-1-2 0 15,3 2-6-15,-2 1-9 0,3-3-4 0,0 2-9 16,2 0-12-16,-1-1-15 0,1-2-14 0,0-3-22 16,0 2-20-16,2 0-21 0,-1-2-17 0,0-3-11 15,-1-1-8-15,2 0-4 0,-8 0 1 0,14-3-4 16,-8 1-2-16,2-4 0 0,-3 0 3 0,1 1 14 16,-1-5 5-16,-1 1 14 0,3 0 12 0,-7 0 25 0,5-1 24 15,-3 1 28-15,2 0 29 0,-3 1 24 0,2 1 27 16,-2 0 2-16,-1-1 15 0,0 1 20 0,0 2 1 15,2-1 6-15,-2 0 3 0,-2 2 3 0,2 4-7 16,0-6-7-16,0 1-9 0,0 5-9 0,0 0-3 16,0 0-4-16,0 0-5 0,0 0-4 0,0 0-9 15,6 13 3-15,-4-8-3 0,1 2-5 0,0 2 0 16,-2 0-1-16,3 0-4 0,0 1-3 0,-2 2-1 16,2-2-3-16,-3-2-1 0,-1-1-2 0,3 1-2 15,-2 1-1-15,2-1-1 0,-3-2-3 0,0 1 1 16,0-4-1-16,4 2 0 0,-4 1 4 0,0-4 2 15,0-2-3-15,3 3-3 0,-3-3 1 0,0 0-1 16,0 0 6-16,9-8 18 0,-9 3 12 0,4-1 0 16,-1-1 5-16,0-2 7 0,2 0 8 0,-1-1-1 15,1-1 5-15,1 0-2 0,-2 0 3 0,3 1 2 16,-1 1 6-16,-2-3 2 0,2 3 0 0,-2 3-5 16,0-1 16-16,-1 2-14 0,0 2 2 0,0-4-9 0,-2 3-10 15,-1 4-17-15,4-1 3 0,-4 1-9 0,0 0 1 16,0 0-5-16,7 9-7 0,-2-3 0 15,-5-1-6-15,0 3-18 0,3 0-15 0,-2-1-18 0,1 4-13 16,1-2-16-16,-1 1-19 0,1-3-15 0,-2 4-24 16,4-1-28-16,-3-1-32 0,5 0-36 0,-2-3-39 15,1 2-26-15,1 0-197 0,-2-5-517 0,7 4 229 16</inkml:trace>
  <inkml:trace contextRef="#ctx0" brushRef="#br0" timeOffset="76789.21">12129 14246 114 0,'-3'-14'319'0,"2"4"0"0,0-2 1 0,-1 6-17 16,1-2-28-16,1 3-27 0,-3 1-18 0,3 4-30 16,-4-5-11-16,4 5 5 0,0 0 3 0,0 14 12 15,0-2-21-15,0 0-10 0,3 6-13 0,2 2-9 16,1 0-13-16,-5 7-8 0,5 2-16 0,-2-1-11 15,0 2-13-15,-1-1-8 0,3 1-12 0,0-3-8 16,-2 1-6-16,0-1-3 0,0 0-3 0,0-5-9 16,-3-5-8-16,1 1-25 0,-1 0-24 0,2-5-43 15,-2-1-36-15,-1-1-19 0,0-3-23 0,4 0-25 16,-4-1-24-16,0-1-35 0,0 0-51 0,0-6-53 16,0 2-242-16,0-2-607 0,0 0 269 0</inkml:trace>
  <inkml:trace contextRef="#ctx0" brushRef="#br0" timeOffset="76961.07">12146 14499 136 0,'-5'-5'303'0,"3"0"-2"15,-2 1-7-15,-2-1-6 0,5 0-7 0,-2 3-15 16,3 2-21-16,-4-5-18 0,4 5-23 0,0-4-14 16,0 4-23-16,0 0-12 0,0 0-3 0,0 0-31 15,0 0-21-15,0 0-56 0,20 6-43 0,-9-3-58 16,-1 0-64-16,1 1-79 0,2-1-93 0,0 1-175 15,7 0-506-15,-1-2 224 0</inkml:trace>
  <inkml:trace contextRef="#ctx0" brushRef="#br0" timeOffset="77914.14">12733 14530 177 0,'-1'-7'313'0,"-2"-4"-8"0,3 2-5 0,0 2-8 16,0-1-7-16,0 0-15 0,0 3-11 0,0-1-9 0,0 1-11 16,0 1-21-16,0 4-20 0,0-8-13 0,3 7-22 15,-3 1-19-15,6-1-8 0,-6 1-17 0,14 1-19 16,-6 2-3-16,3-1-15 0,0 2-3 0,1-1-10 15,2 1-5-15,-2-2-5 0,4-1-11 0,-2 2-3 16,-1-2-16-16,1 0-5 0,1 0-9 0,-1-1-6 16,-2-1-13-16,0 0 17 0,-1-2-22 0,1 1-16 15,-2-2-12-15,-5-1-3 0,4 0 0 0,-3-1-2 16,1-1 1-16,-3 2 1 0,-4-5 1 0,3 2 7 16,-3-2 0-16,-3 3 2 0,0-3 7 0,-1 3 1 15,-5-3 5-15,-1 4-1 0,2-3 11 0,-4 4-9 16,0-1 7-16,1 2 5 0,-7 1 2 0,-1 2 5 15,1 2 0-15,-1 2 18 0,4 2 0 0,-2-1-1 0,3 1 5 16,2 4-13-16,-2 1 15 0,3 0-6 0,3 3-2 16,1 0 9-16,5 2 0 0,-1 3-3 15,6-1-1-15,-1 1-2 0,8-2-3 0,2 1-7 0,3-2 4 16,8 6-3-16,4-6-2 0,1-1-8 0,1 0 1 16,4-3 2-16,1-4-12 0,-4-1-12 0,4-1-8 15,-4-3-11-15,-6 0-10 0,0-2-3 0,3-4-8 16,-4 1-3-16,-3-1-5 0,-2-2-1 0,-6-2 3 15,-1-1 2-15,1-4 7 0,-6 2 5 0,-2-2 6 16,-1 0 5-16,-3 0 3 0,0-1 9 0,0 2 18 16,-4-1 6-16,-2 0 8 0,-2 2-2 0,3-1 2 15,-5 2 6-15,4 1-1 0,-3 2-2 0,0-1-1 16,0 6 1-16,4-1-3 0,-4 2-5 0,2 2 1 16,7-1 4-16,-17 4-1 0,8 4-2 0,2 0 0 15,0 2 4-15,2 1-1 0,-2 0-5 0,4 1 2 16,1 2 5-16,2 3-7 0,-2-4 4 0,2 0-1 0,2 1-2 15,0-1-3-15,1-2 1 0,2 0 0 0,-3-1-3 16,0-4-1-16,3 3 1 0,-3-4-1 16,5-1-3-16,-3-1 1 0,3-2-2 0,-7-1-1 0,0 0 3 15,15-6-3-15,-11 3 4 0,2-2 3 0,1-1-5 16,-1-1 4-16,-5-3 11 0,3-1 9 0,1 1 24 16,-4-1-2-16,3 2 9 0,-4-4 20 0,0 3 0 15,0 1 9-15,0-1-5 0,0 3 5 0,0 1-5 16,3 1 3-16,-6 1-19 0,3 0-1 0,0-1-10 15,0 5-4-15,0 0-3 0,0 0 1 0,0 0-3 16,0 0-12-16,4 14-11 0,0-8-19 0,1 2-21 16,-2-2-25-16,1 3-17 0,5 3-22 0,-4-3-21 15,6 2-22-15,-4-2-27 0,-2 2-24 0,7-3-31 0,-1 0-32 16,0-1-32-16,3-1-13 0,-3 1-161 0,1-2-492 16,0-2 218-16</inkml:trace>
  <inkml:trace contextRef="#ctx0" brushRef="#br0" timeOffset="78179.75">13549 14409 79 0,'-3'-8'258'15,"-4"0"1"-15,0 2 3 0,-2-2 3 0,1 3-6 16,-3 1-3-16,3 4-8 0,-3 0 2 0,-1 0-20 16,2 0-12-16,-2 3 3 0,0 2-16 0,0 3-13 15,5-3-19-15,-7 4-8 0,6-3-13 0,-3 3-15 16,3 0-11-16,1 1-13 0,2 1-5 0,-2 0-20 15,1 0-2-15,5 0-11 0,-3 0 7 0,2-1-20 16,4 2-8-16,-2-6-15 0,4 6-7 0,0-4-27 16,3 1-21-16,1-4-22 0,3 1-29 0,0 0-17 15,0-3-18-15,1 0-11 0,2-2-17 0,-1-1-8 0,1 0-19 16,0-4-19-16,0 1-25 0,-1-4-5 16,4-2-10-16,-1-5-21 0,1 0-12 0,-2-1-180 15,-3-4-463-15,3-3 205 0</inkml:trace>
  <inkml:trace contextRef="#ctx0" brushRef="#br0" timeOffset="78507.86">13640 14320 301 0,'0'-19'59'15,"-3"0"39"-15,3 1 18 0,-1 3 13 0,-6-3 18 16,2 1 8-16,2 5 6 0,-1 1 5 0,-1-3 5 16,-2 5-5-16,4 2 3 0,0 2-12 0,2-1-17 15,-4 1-15-15,2 1-3 0,3 4 4 0,0 0-2 16,0 0-2-16,-3 14-2 0,3-8-8 0,0 6-7 16,0 6-9-16,0-1-11 0,3 2-9 0,0 0-12 15,3 2 3-15,-3 1-9 0,0-2-8 0,5 7-1 16,-5-2-5-16,2 2-6 0,-1-6-2 0,7 4-6 15,-7-4-2-15,-1-5-4 0,5 2-1 0,-4-2-5 16,4-4 3-16,-4 1-3 0,-1-5-5 0,1 2 8 16,3-3 0-16,-3-2 6 0,5-1-4 0,-3-3 7 0,-2 0 15 15,4-1 6-15,-2-3 12 0,0-3 14 0,5 2 14 16,-1-1 5-16,1-3 17 0,0 0 10 16,0-1 7-16,-3 1 8 0,1-1-3 0,2 0-3 0,-1 0-6 15,-1 1-7-15,-1 1-12 0,-2 1-7 0,0 0-5 16,-1 2-11-16,0 1-15 0,-1 0-7 0,0 2-7 15,-4 1-5-15,7 0-6 0,-7 0 1 0,8 7-12 16,-4-1-22-16,-1 0-22 0,2 3-29 0,0 1-37 16,0 0-47-16,3 1-35 0,-4 0-40 0,4 1-34 15,-1 1-37-15,0-2-51 0,5 2-51 0,-5-3-369 16,1-1-801-16,0 0 356 0</inkml:trace>
  <inkml:trace contextRef="#ctx0" brushRef="#br0" timeOffset="80190.22">14467 14373 280 0,'0'0'286'0,"0"-3"-26"0,0 3-26 0,0 0-13 16,0 0-16-16,0 0-5 0,0 0-12 0,0 0-12 0,0 0-6 15,0 0-12-15,0 0-5 0,1 13-7 0,4-10-21 16,0-1-10-16,3 1-7 0,-1-3-14 16,5 2-8-16,-1 2-6 0,1-3-10 0,1-2-7 15,1-1-10-15,0-2 2 0,1 1-7 0,-1-2-8 0,-2-1-2 16,0-1-8-16,-1-1-4 0,-3 0 1 0,3-4-3 15,-3 1 1-15,-1-5-7 0,-1 3-5 0,0 2 4 16,-4-1-7-16,-2 1-1 0,-2-2 4 0,2 3-5 16,-6-3 0-16,2 7 0 0,-3-3 2 0,-2 2 0 15,1 2 1-15,-5-1 1 0,2 3 8 0,-3 4 2 16,5 1 22-16,-2 4-7 0,-3-2 9 0,5 2 5 16,-1 5-6-16,-1-4-4 0,3 9 4 0,-1-1-5 15,6-1 1-15,-1 3-6 0,1 2-2 0,6-1-3 16,-2 0-3-16,5-1 2 0,3-2-9 0,4 3 2 15,-1-3-6-15,3 1-7 0,4-2-18 0,8-2-24 16,-8-1-21-16,11-1-19 0,-2-1-15 0,1-4-13 16,-6-3-15-16,-1 0-11 0,1-2-19 0,0-4-11 0,2 0-15 15,2-6-11-15,1 1-11 0,-10-2-15 0,0-1 2 16,-2-3 16-16,0 0 4 0,-2 0 35 16,-3 0 32-16,-4-1 33 0,-3 5 32 0,0 2 25 0,-3-4 25 15,-1 5 23-15,0 0 11 0,-4 1 4 0,-1 2 4 16,0 1 10-16,-1 0 10 0,-1 3 7 0,-5-2 4 15,3 4 4-15,-3 3 5 0,0 2-3 0,1 1-1 16,-1 3-4-16,0 2-5 0,-2 2-5 0,3 2-3 16,2 0-7-16,-1-1-5 0,1 1-8 0,-1-1 1 15,3 0-4-15,-1-1-4 0,3-1-1 0,-2-1 2 16,1-2-7-16,1-2-11 0,-3 2-9 0,5-5-2 16,-1-1-6-16,0 0-12 0,1-3-8 0,3-1-9 15,0 0 3-15,0 0-2 0,-12-6 0 0,12 1-2 0,0-3 1 16,0-1 4-16,0-2 2 0,0-2 5 15,0 0 2-15,0-5 1 0,0 5 3 0,0-5 5 16,0 7 15-16,3-3 17 0,-3 0 15 0,2 3 10 0,-2 1 17 16,0 3 16-16,2 0 3 0,-2 1-2 0,1 2-12 15,-1 0-5-15,0 4-4 0,4-3-5 0,-4 3-4 16,0 0-4-16,8 9-4 0,-3-2-3 0,4 2-6 16,-4-2 3-16,5 6-7 0,4 0-5 0,-1 2-3 15,1 2 4-15,1 0-4 0,8 1-1 0,-3 0-7 16,6 1 1-16,1-3-9 0,-1-3-9 0,1 0-17 15,3-2-15-15,-8-1-4 0,8-3-11 0,0-2-10 16,-6-1-10-16,-1-1-6 0,3-3-16 0,-6-1-11 16,3-6-8-16,-3 2-14 0,0-1-14 0,-3-7-10 15,-4 0-4-15,2-3 15 0,-4-2 12 0,-3-2 13 16,0 1-3-16,-5 2 47 0,-3-1 23 0,-3 0 26 16,1 7 12-16,-4-2 14 0,1-1 17 0,-2 4 3 15,-4-1 13-15,3 2 6 0,-4 0 15 0,-1 2 3 16,3 0 12-16,-4 3 7 0,2 2 4 0,-2 1-4 15,0 1 4-15,1 1-6 0,3 1-3 0,-2 2-4 16,0 3-1-16,2-2-5 0,0 4-5 0,3-1-10 0,1 0-6 16,1 3 0-16,1-2-5 0,2 2-5 0,0-2-2 15,4 3 1-15,-2-2-8 0,3-1-1 0,0-1-2 16,0-2-6-16,2 3-11 0,1-3-7 0,0 1-12 16,2-3-12-16,2 0-10 0,0-1-6 0,3-3-8 15,-3 0-4-15,1 0-3 0,2-2 1 0,-2-2 2 16,-2-1 1-16,4-2 11 0,-4 0 0 0,2-1 8 15,0 0-1-15,-3 0 6 0,3-3 16 0,-3 1 17 16,-2-2 21-16,-1 4 16 0,-1-3 14 0,-1 5 14 16,-2-2 0-16,2 0 3 0,-3 2 2 0,0 1-3 15,-3 1-4-15,-1 0-7 0,4 4-1 0,-4-3-12 16,4 3 1-16,0 0-8 0,0 0 4 0,-11 6-1 16,10-1-8-16,-2 0 0 0,3 1-4 0,-1 1 0 15,2 2-5-15,2-2-4 0,1 5 0 0,0-3-3 16,2 3 7-16,0-2-15 0,5-2 8 0,-3 2-13 15,2-2-3-15,2-2-3 0,0-1-6 0,3 0 1 16,-5-1-8-16,1-1-3 0,2-2 6 0,0-1 7 0,-4-1-7 16,3-4-2-16,-4-1 1 0,2 0 1 0,1 0 4 15,-6-4 0-15,2 2 4 0,0-3-1 16,-2 2 5-16,-2-2 2 0,1 2 3 0,-1-4 4 0,-3 7-2 16,0-2 11-16,0 0-9 0,0 2 20 0,0-1-12 15,0 1-5-15,0 4-5 0,0 2 2 0,-3-5-6 16,3 5 4-1,0 0-3-15,0 0-1 0,0 0 0 0,0 0-1 0,-7 12 3 16,7-6-1-16,0 0-2 0,3 1-2 0,-2 1 4 16,2 2-4-16,0-4-1 0,1 5 2 0,0-1-6 0,2-1 7 15,1 1-2-15,0-2-2 0,-1-3 0 0,1 1 1 16,0-1-2-16,-1-3 1 0,1 1 3 0,-2-1 0 16,2-2-3-16,1 0-4 0,-8 0 7 0,10-6 0 15,-2 2 1-15,0 0-1 0,0-1 0 0,-4-1 3 16,2-2-2-16,2-1 1 0,-4 3 6 0,3-5 11 15,-2 6 8-15,-1-4 6 0,1 3 1 0,-1 1 5 16,-3-3 3-16,2 1 8 0,-2 4-18 0,2-2-10 16,1 2-2-16,-1 0-6 0,1 1 3 0,-4 2-1 15,0 0-3-15,0 0-7 0,5 8-6 0,-1-3-11 16,0 0-1-16,-1 3-15 0,1-1-12 0,0 2-13 0,3 1-20 16,0 2-18-16,-2-3-24 0,1 2-24 0,0-2-27 15,1 4-27-15,1-1-25 0,-1-3-18 16,3 0-40-16,-1 0-196 0,0-2-506 0,3-1 224 15</inkml:trace>
  <inkml:trace contextRef="#ctx0" brushRef="#br0" timeOffset="81143.29">15971 14360 152 0,'-6'-4'233'0,"2"2"-2"0,-2 0-2 0,-1 2 10 15,7 0-6-15,-12 5-5 0,5 5-6 0,3-3-4 16,-1 5-6-16,-1 4-9 0,1 1-14 0,-3 2-13 15,5 0-16-15,3 10-13 0,-3-3-13 0,-1-4-20 16,3 8-5-16,-1-2-14 0,5 2-8 0,1-3-10 16,-1 1-6-16,1-2-10 0,-1 2-10 0,5-8-19 15,-1 5-13-15,-2-7-19 0,2 0-26 0,-3-3-19 16,0 0-22-16,3-5-11 0,-6 0-19 0,2-1-13 16,-2-5-5-16,5 2-10 0,-3-2-6 0,-2-1-4 0,-1-3 8 15,0 0 0-15,0 0 21 0,-3-15 9 16,-1 10 10-16,0-8 10 0,4 2 6 0,-4-6 9 15,1 1 4-15,-1-4 8 0,0 0 3 0,0 0 12 0,0-10 6 16,1 3 13-16,-2 2 13 0,-1-2 9 0,5 8 14 16,-2-2 7-16,-2 2 12 0,4-1 11 0,-2 0 5 15,0 0 12-15,0 2 7 0,3 5 8 0,-1 0 5 16,-2 2-3-16,3-1 7 0,3 2-5 0,-3 0-8 16,1 0 6-16,2-1-10 0,0 5-6 0,0-1-2 15,3 0-7-15,-2 3-4 0,0-1-3 0,0 1-9 16,2-1-1-16,0 1-9 0,-1 1 1 0,0 2-3 15,2-1-3-15,0 0-6 0,-7 2 1 0,8 0-3 16,-8 0-2-16,15 4-6 0,-11-3 0 0,3 3-2 16,-3 0 3-16,4 3-3 0,-3-2 0 0,1 0-3 15,-2 2-2-15,4 2-2 0,-2-1 1 0,-4 0-2 16,2-2 2-16,-1 5-3 0,0-3-1 0,-2 3 0 16,1-4-1-16,-1-1-5 0,-1 1-5 0,0-1 4 0,0 1-4 15,0-2 1-15,0 0-2 0,0-5 1 16,-4 5 3-16,0-4-1 0,4-1 4 0,0 0 3 15,-16-5-3-15,9 2 6 0,-3-3-4 0,3-3-2 0,-2 3 2 16,-1-2-2-16,3 0 1 0,3-3 0 0,-1 0 0 16,1-1 5-16,0-1 0 0,1 1-2 0,3-3-1 15,4-4 0-15,-2 2-1 0,-1 5 5 0,8-6-1 16,1 1-2-16,0-2-1 0,-1 1 0 0,6-6 4 16,3-2 0-16,-3 3 0 0,2 0-2 0,1 0-4 15,5 1 4-15,-4 2-2 0,0-1 7 0,-3 6-3 16,-2-2 10-16,0 5 5 0,-5-4 19 0,-1 7 5 15,-1 0 0-15,-2 5-4 0,1-4 2 0,-2 5-8 16,-1 0-5-16,-2 1-5 0,-1 2-3 0,0 0 2 16,0 0 7-16,0 0-12 0,-8 23-2 0,5-9 4 15,0 0 1-15,2 6 0 0,1 9 3 0,-4 1-11 16,3 1 11-16,2-3 10 0,-1 4-15 0,4 0 5 0,-4-2-7 16,1-2 1-16,4 0 1 0,-1-1-7 0,1-7 2 15,2 2 3-15,1-3-11 0,-2-2 9 16,5-2-7-16,-5-3 6 0,4-2-5 0,-1-1-4 15,-3-3-1-15,3-2 1 0,2 0-9 0,-3-4-1 0,1-1-12 16,1-2 7-16,-1-3 2 0,-1-1 2 0,0-2 3 16,1-1-2-16,-3 0 5 0,-1-7-4 0,-1 4 3 15,-1 2-2-15,1-1 8 0,-1 0 16 0,1-1 13 16,-4 2 5-16,-3 1 25 0,3 0 9 0,-1 4 5 16,-2-2-1-16,3 5-3 0,-2-2-11 0,2 5-4 15,-6-1 13-15,6 1 6 0,0 0-1 0,-8 8 2 16,4-2-8-16,2 0-2 0,-2 6-5 0,4-1-3 15,0 1-5-15,2 1-6 0,0 0-1 0,1-2-7 16,1 4-4-16,3-3-5 0,1 2-5 0,0-2-14 16,0-2-22-16,5 1-30 0,-1-4-32 0,0-1-42 15,0-1-46-15,2-3-50 0,1 4-50 0,-1-6-75 16,-1 1-88-16,2-2-227 0,-4-1-706 0,4-3 312 0</inkml:trace>
  <inkml:trace contextRef="#ctx0" brushRef="#br0" timeOffset="83426.12">17368 14208 241 0,'2'-4'257'0,"-2"4"-9"0,0-8-8 0,0 8-13 15,-6-5-5-15,3 3-11 0,3 2-10 0,-13-5-11 16,6 3-9-16,-3 1-6 0,0-1-12 0,-4 0-12 16,-1 2-12-16,-4 0-16 0,0 2-12 0,0-3-12 15,0 4-6-15,-1 0-7 0,2 3-10 0,-1-2-5 16,2-1-9-16,-2 4-1 0,7-3-13 0,-3 0 0 15,2 1-6-15,2 1-2 0,1-1-4 0,1-1-8 16,3 1 2-16,1 0-2 0,1 1-4 0,4-1 1 16,1 0-1-16,3-2 1 0,3 3-8 0,5 0-1 15,7-1-1-15,2 0 2 0,10 1-7 0,3-1 2 16,7-2-6-16,-6 1 5 0,3-1-5 0,-2 0-1 16,2-1-4-16,-4 1-3 0,-2-2-8 0,-3 0 5 15,-9-1-6-15,2 0 2 0,-7 0 0 0,-1 1 1 0,-2-1 2 16,-1-1 0-16,-6 0 4 0,2 1 4 15,-3-1-6-15,-4 1 2 0,7-4-1 0,-7 0 1 16,0 4-2-16,-7-8 4 0,3 4 1 0,-3-2-6 0,-5 0 1 16,1 0 2-16,-4-1 2 0,0 0-3 0,-1-2 2 15,-3 3 0-15,0-1 5 0,1 0-25 0,-2-1-8 16,2 0-21-16,3 3-20 0,1 3-23 0,1 1-23 16,0-4-25-16,4 2-33 0,2 3-41 0,0-3-32 15,7 3-236-15,-6-1-523 0,6 1 233 0</inkml:trace>
  <inkml:trace contextRef="#ctx0" brushRef="#br0" timeOffset="83738.6">17266 14119 225 0,'2'-3'280'15,"-2"-1"-8"-15,0 4-20 0,5-5-25 0,-5 2-23 16,0 3-23-16,0 0-19 0,0 0-15 0,0 0-14 0,4 10-9 16,-2-2-10-16,-2 4 6 0,0 1 1 0,-2 3-1 15,-1 0 7-15,2 4-23 0,-2 0-4 0,2 1-7 16,-2 5-9-16,2 0 3 0,1-5-19 0,0-1-9 16,0 7-1-16,0 0-3 0,1-6-13 0,2-1 15 15,2-1-24-15,0 1 4 0,-1-4-4 0,1 0-16 16,3 0-18-16,0-3-21 0,-1-6-23 0,3 4-35 15,-1-5-36-15,-1 2-45 0,1-3-47 0,4-2-46 16,-7-2-222-16,3 0-513 0,3-2 227 0</inkml:trace>
  <inkml:trace contextRef="#ctx0" brushRef="#br0" timeOffset="84155.65">17788 14093 295 0,'-5'-5'296'0,"5"2"-17"16,0 3-18-16,-8-4-24 0,8 4-18 0,-5-1-17 16,5 1-8-16,0 0-4 0,0 0-7 0,-14 8-12 15,9-3-7-15,-1 0-13 0,-1 4-6 0,3 1-8 16,-1 0-11-16,-3 1 9 0,4 3-30 0,2-2-9 15,-2 1-4-15,4 2-6 0,0 3-11 0,4-4-10 16,0 4 1-16,0-2-11 0,2 0-2 16,-1 1-6-16,1-4 10 0,2-2-21 0,0 1-7 15,4 0-23-15,-1 0-23 0,4-3-27 0,-3 0-34 16,0-3-36-16,2 1-40 0,-1-1-36 0,-3-2-55 16,3-1-53-16,-1-1-222 0,-3-2-561 0,-1 0 249 0</inkml:trace>
  <inkml:trace contextRef="#ctx0" brushRef="#br0" timeOffset="84483.75">18112 14137 8 0,'0'0'241'0,"0"0"-6"0,0 0-4 0,0 0-12 16,0 0-2-16,-1-5-11 0,1 5-11 0,0 0-12 16,0 0-16-16,0 0-11 0,0 0-10 0,0 0-8 15,-12 0-9-15,12 0-9 0,0 0-8 0,-18 5-9 16,14-1-8-16,-3 0 2 0,-2 3-15 0,1-4-6 16,2 5-7-16,-4 1-7 0,1 0-7 0,-1 1-5 15,2-1-9-15,1 1 0 0,-2 3-3 0,1-5-5 0,2 2-4 16,-2 0-11-16,3 0-15 0,-2 0-17 15,3-2-23-15,1-1-26 0,0-1-28 0,1 0-35 16,-2 0-41-16,2-1-41 0,-3-1-29 0,5-2-205 0,0-2-480 16,-1 4 213-16</inkml:trace>
  <inkml:trace contextRef="#ctx0" brushRef="#br0" timeOffset="84686.87">17925 14168 256 0,'-2'-4'241'16,"2"4"-20"-16,0 0-22 0,0 0 3 0,0 0 7 16,0 0-6-16,0 0-4 0,0 0-11 0,10 14-20 15,-7-10-11-15,5 5-16 0,0-4-12 0,1 6-14 16,2-4-10-16,0 5-11 0,4-5-11 0,-3 3-7 16,1 1-13-16,-3-2-10 0,5 1-22 0,-2-3-28 15,-3 3-36-15,3-3-41 0,-1 1-50 0,-4 0-46 0,3-3-51 16,0 3-198-16,-4-5-455 0,-2 2 202 15</inkml:trace>
  <inkml:trace contextRef="#ctx0" brushRef="#br0" timeOffset="84905.6">18210 14321 109 0,'0'0'263'0,"0"0"-14"0,0 0-9 0,0 0-3 16,0 0-4-16,0 0-10 0,0 0-7 0,6 10-18 15,-4-7-15-15,0 2-11 0,-2 1-19 0,1 0-9 16,-1-1-19-16,0 1-9 0,3 2-15 0,-2 0-8 16,0 2-9-16,2-3-11 0,-3 2-9 0,4-3-25 15,-2 2-23-15,2 0-34 0,0-1-43 0,-3-1-52 16,6 4-45-16,1-7-47 0,-4 3-68 0,2-1-145 16,4 0-451-16,0 0 200 0</inkml:trace>
  <inkml:trace contextRef="#ctx0" brushRef="#br0" timeOffset="85186.84">18342 14096 110 0,'-1'-3'355'0,"1"3"-17"0,0 0-10 0,0 0-10 15,18-2-15-15,-9 6-14 0,3 0-1 0,5 2-7 16,-1 5-5-16,0-3-11 0,3 4-15 0,-3 0-16 16,9 3-20-16,-5 3-17 0,2 1-23 0,-7-4-16 15,-1 1-17-15,-5 3-13 0,-2-1-11 0,5 1-13 16,-6-1-8-16,-5 3-8 0,3 4-13 0,-5-4-19 16,-2 0-33-16,-4 7-37 0,-2-2-65 0,-1-6-38 15,-1-1-41-15,-5 2-40 0,-7 2-53 0,2-2-57 0,5-6-81 16,1-2-227-16,0 0-666 0,3-1 294 15</inkml:trace>
  <inkml:trace contextRef="#ctx0" brushRef="#br0" timeOffset="92474.83">19275 14071 212 0,'-4'-6'204'0,"0"3"-7"0,-3-4-14 16,3 4-8-16,-3 0-9 0,3-1-5 0,-1 1-11 0,-1 0-8 15,1 1-13-15,5 2-13 0,-11-1-11 0,11 1-4 16,-11 1-2-16,3 1-6 0,3 1-4 16,-4 0-10-16,4 1 4 0,-3 1-1 0,-2 3-8 0,4-5-4 15,-3 5-4-15,0 0-4 0,3 2-2 0,1 0-6 16,-1 1-2-16,2 0-1 0,0 0-7 0,4 3 2 16,0-3-1-16,0 1 2 0,3-1 1 0,1 2-8 15,4-1-1-15,2-2-3 0,5 3-4 0,1-3 2 16,2-1 6-16,5 0-16 0,-1-4-4 0,5 3 2 15,-4-5-1-15,-1 1 4 0,-2-3-15 0,2-1 2 16,0-2-5-16,-1-1 2 0,-3 0-2 0,1-2-3 16,-7-1 1-16,0 1 10 0,-2-4-12 0,3 0-2 15,-6-6 5-15,3 0-2 0,-3-1 1 0,-2-3 0 16,1 1-5-16,-5 1 3 0,2-2-2 0,-3-1 3 16,-3-1 2-16,3 2 4 0,0-2 11 0,-1 3 6 15,0 2 11-15,-1-1 9 0,-1 5 1 0,2 1 10 0,-2 0-1 16,2 0 2-16,-2 4 1 0,3 0-6 0,-1 1-6 15,-1 1-3-15,1 1 2 0,1 0-23 0,0 4-5 16,0 0-6-16,-4-4-4 0,4 4-3 0,0 0 9 16,0 0-15-16,-8 11 0 0,7-5 1 0,-1 2-1 15,-2 2-1-15,1 2 0 0,-1 1-2 0,0 3 3 16,1 4 0-16,-4-1 3 0,6-1 1 0,-3 4-8 16,3-1 3-16,-3-1-7 0,2 1 2 0,2-5 1 15,-1 2-7-15,4 0-9 0,1 0-4 0,-3 0-5 16,4-7-2-16,4 0 1 0,-4 1-6 0,5-4-2 15,-1 0-15-15,2 0-9 0,0-2-10 0,1-1-8 16,1-3-4-16,1 1-2 0,-1-3-1 0,4-1 10 0,-6-2 6 16,3 0 7-16,2-5 5 0,-5 1 3 0,1 1 9 15,-2-1 8-15,-3 0 5 0,-2-3 14 16,3 3 17-16,-5-3 11 0,1 3 8 0,-3-3 7 0,-1 5 7 16,3 0 1-16,-3-1 3 0,0 1-6 0,0 1 1 15,0 0 0-15,0 4-7 0,0-5-10 0,0 5 1 16,0 0 0-16,0 0-4 0,0 0-1 0,0 0 0 15,0 0 0-15,0 0 0 0,-3 13-1 0,3-7-1 16,3 1-1-16,-3-2 1 0,0-2 1 0,2 5-4 16,2-3 4-16,0 0-3 0,0 3 0 0,-3-3-1 15,6-1-4-15,-2 2 1 0,-2-1-1 0,4-2 2 16,-3-1-1-16,0 0 1 0,4-1-2 0,-2 1 2 16,-6-2-5-16,9-3 2 0,-5 1 0 0,2-1 1 0,-2-2-2 15,0-2 2-15,0 2-3 0,-1 0-2 16,-1-4 2-16,0 5 2 0,-1-6-1 0,3 4 3 15,-4 1 1-15,-4-5-3 0,4 3 4 0,-1 1 1 0,-2-5 0 16,0 5 0-16,-2-1-4 0,2 1 1 0,-1 0 2 16,-3-2-2-16,3 4-1 0,0 0 2 0,0 1-1 15,1-1-2-15,-1 2-1 0,1 0 4 0,3 2-6 16,0 0-4-16,-5-3-3 0,5 3 2 0,0 0 1 16,0 0 0-16,0 0 2 0,0 0 2 0,18 4-2 15,-11-3-1-15,2-1 4 0,2-1-6 0,1 1 6 16,-1-3-1-16,1 3-6 0,1-1-2 0,0-1-3 15,-1 0-1-15,0 2 2 0,1-2-1 0,-3-1 5 16,0-2-2-16,-2 2 2 0,-1 1 3 0,0-2 3 16,0 2 3-16,-2-2 3 0,-1 4 2 0,-2-4 3 15,2 1 5-15,-4 3 0 0,3-6 2 0,-1 3-4 16,-2 3-5-16,0 0-2 0,0 0-1 0,0 0-1 0,0 0 3 16,0 0 0-16,0 0 1 0,-12 10-4 0,9-5 3 15,-1 0 2-15,4 2 0 0,-3 1 0 16,2 1 2-16,-3-1-2 0,4 1 3 0,0 1 0 0,4 0 3 15,-1 2-6-15,-2-4 1 0,6 4 3 0,-4-1-2 16,4 0 1-16,-2-4-3 0,2 4 2 0,-1-5 0 16,-3 2-4-16,1-3 1 0,-1 0 0 0,1 1-2 15,-2-2 4-15,3-1-3 0,-4 0 0 0,-1-3-1 16,3 5 1-16,-3-5 4 0,0 0 1 0,-3 5 6 16,3-5 7-16,-10 2 6 0,4-2 3 0,6 0 0 15,-12-1-3-15,4 1-1 0,-1-1 0 0,9 1-5 16,-16-2-3-16,5 1-1 0,6 1-1 0,-3 1-1 15,8-1-5-15,-12 0 0 0,7 2 3 0,5-2-4 0,-5 1 2 16,5-1-8-16,0 0 0 0,0 0-2 16,0 0-3-16,0 0-2 0,0 0 3 0,0 0-12 15,0 0-11-15,0 0-6 0,0 0 3 0,24-3-12 0,-13 1-11 16,1 1-7-16,1-3-11 0,0 0-11 0,5-3-13 16,1-1-10-16,-1 0-11 0,1-1-1 15,-3 1-2-15,3-3 8 0,-3 0 6 0,-1 1 17 16,-5 4 10-16,2-3 16 0,-2 0 24 0,-3 0 16 0,-1 0 18 15,-2 2 23-15,0 1 18 0,-1 0 14 0,-3-1 12 16,0 2 5-16,0-1 9 0,-3 1 10 0,-1 2 1 16,3-1 4-16,-6 2-4 0,3-1 0 0,4 3 1 15,-12-2 4-15,6 3-2 0,6-1 4 0,-16 2-5 16,9 2 4-16,0 3 0 0,-2-3-9 0,4 1-4 16,-2 1 5-16,1 1-12 0,2-1 3 0,1 1-11 15,0 0-1-15,1 4 2 0,2-4-1 0,3 3-6 16,3 2-5-16,1-5-3 0,2 4-9 0,8-3-23 15,0 3-29-15,6-5-62 0,-3 2-43 0,10 0-50 0,0-5-52 16,-2 4-70-16,4-5-75 0,-5 1-212 16,-2-3-618-16,-1 1 273 0</inkml:trace>
  <inkml:trace contextRef="#ctx0" brushRef="#br0" timeOffset="93038.75">20789 13857 299 0,'-3'-6'363'0,"3"1"-7"0,0-1 2 0,-1 1-18 15,-2 2-9-15,3-3-18 0,-3 2-22 0,3 4-28 16,-4-5-30-16,4 5-24 0,0 0-26 0,0 0-18 16,0 0-16-16,0 0-15 0,-13 12-8 0,9-2-1 15,2-1-10-15,0 1-7 0,0 4-8 0,-1 4-5 0,2 0-12 16,0 1-7-16,1 2-1 0,1 1-10 15,3-3-5-15,0 6-7 0,0 5-2 0,3-4-4 16,1-7-7-16,-1 6-10 0,1-5-21 0,1 0-14 0,1-1-22 16,-1-1-27-16,0-2-37 0,3-1-36 0,1-1-22 15,-4 0-28-15,1-5-27 0,-4 0-33 0,0 0-36 16,-1-4-41-16,1 2-34 0,-1-4-193 0,-1 2-584 16,-1-2 259-16</inkml:trace>
  <inkml:trace contextRef="#ctx0" brushRef="#br0" timeOffset="93460.6">20729 14194 30 0,'-3'-3'255'0,"1"-1"-1"0,0-4-11 16,2 3-14-16,0 2-13 0,2-4-16 0,-1 3-14 16,2 0-17-16,2 0-11 0,-1-1-13 0,4 0-6 15,1 0-10-15,3 3-10 0,-1-2-11 0,1 2-9 0,-1 0-2 16,0 1-19-16,1-1-7 0,0 2-4 15,2 0-10-15,-2 0-6 0,0-2-7 0,1 4-1 16,-1 1-6-16,-1 1-2 0,0-1-9 0,-1 0 4 0,0 0-11 16,-2-1 0-16,-1 3 1 0,2-2-4 0,-3 1 0 15,-1-2-4-15,2 3-4 0,-5 2 2 0,3-2-5 16,-2 1 1-16,-2-1-5 0,0 2 2 0,2-1 10 16,-2 2-9-16,-1-3 0 0,3 0-7 0,-1 7 6 15,0-7-4-15,0 4 5 0,0-5-1 0,4 2 2 16,-1 1-4-16,-1-2-2 0,6 1 3 0,-1-1 2 15,2-1-5-15,0-2 0 0,-1 1 7 0,3-1-4 16,1-2-4-16,-2 0-2 0,-1 0 1 0,1-2 6 16,0-2-4-16,-1 1 2 0,-2-4 1 0,1 1 1 15,-4-3 1-15,-2 3 1 0,1-4 1 0,-3 0 5 16,-2 2 3-16,0 0 10 0,-2-4 4 0,-4 2 2 16,0-3 1-16,-6-1-8 0,2 4-1 0,-3-1 0 0,-2 1-2 15,-2 0-6-15,3 5 0 0,1-1-10 0,-3 2-23 16,2 1-32-16,2 3-40 0,0-1-42 15,-1 2-62-15,4 2-74 0,0 1-233 0,0 1-542 16,5 0 240-16</inkml:trace>
  <inkml:trace contextRef="#ctx0" brushRef="#br0" timeOffset="95877.17">21741 14081 191 0,'-3'-6'292'0,"2"-1"-3"0,-2-1-2 0,0 2-3 16,2 2-7-16,0 1-8 0,-2-3-8 16,1 1-22-16,2 5-16 0,-2-5-20 0,2 5-23 0,0-5-22 15,0 5-6-15,-4-4-25 0,4 4-17 0,0 0-11 16,0 0-9-16,0 0-9 0,0 14-8 0,0-5-5 16,-1 0-15-16,1 4 0 0,1 0-8 0,-1 3 1 15,-1 1-9-15,-2-3-5 0,2 4 0 0,2-2-1 16,-2 2-9-16,2-1-5 0,-1-3-11 0,3 0-13 15,-3-2-18-15,0 1-22 0,1-2-9 0,2 0-17 16,0-3-13-16,2 3-23 0,2-4-30 0,-2 0-23 16,5-2-52-16,0-2-3 0,3-2-49 0,-1-2-222 15,0-1-529-15,-1 0 235 0</inkml:trace>
  <inkml:trace contextRef="#ctx0" brushRef="#br0" timeOffset="96158.4">21949 13797 165 0,'-1'-5'268'15,"-3"0"-18"-15,1 2-29 0,0 0-12 0,3 3-27 16,-1-3-19-16,1 3-19 0,-3-4-13 0,3 4-10 16,0 0-14-16,0 0-7 0,-5 9-9 0,5-3-3 15,0-1-9-15,0 3-2 0,0 2-10 0,1 1-4 16,2 4-5-16,-2 1-6 0,2 2-3 0,-3 0-6 15,0 0-2-15,1 0-6 0,-1 2-3 0,3-1-4 16,0 2-2-16,-3-3-2 0,4 4-3 0,-3 0-2 16,2-2 3-16,-2 0-8 0,1-3-5 0,0 2-12 15,0 0-17-15,0-6-23 0,1 4-23 0,0-6-25 16,-2 1-36-16,-1 0-29 0,3-7-29 0,-1 4-27 16,1-4-138-16,-3 1-378 0,2 1 167 0</inkml:trace>
  <inkml:trace contextRef="#ctx0" brushRef="#br0" timeOffset="96564.63">21923 14122 174 0,'-2'-5'206'15,"0"0"1"-15,-1 0-9 0,3-1-10 0,0 1-8 16,0 0-18-16,0 0-15 0,3 1-18 0,1 2-10 16,6-1-14-16,1-1-10 0,2 2-11 0,6 1-6 15,1 1-9-15,1 0-7 0,2 1-7 0,7 3-5 16,1-4-12-16,-9 2 3 0,8 1-5 0,-5 0-9 15,-4-3-7-15,1 2-4 0,-5 1-5 0,1-3 0 16,-4 0-6-16,-4 0 4 0,-2 1-8 0,-1 0-3 16,0 0-1-16,-1-1-1 0,-6 0-2 0,0 0 2 15,0 0 0-15,0 0-5 0,0 0 4 0,0 0 8 16,0 0 5-16,0 0 3 0,-27-2 6 0,20 2 7 16,-1 2 0-16,3 0-4 0,-4 0 0 0,3-1-1 15,0 2 0-15,-2-2-1 0,3 3-1 0,-1 0 2 0,1 1 1 16,1-1 7-16,0 1 6 0,2 2 3 0,0-1 7 15,0 0 1-15,4 3-2 0,0-3-7 16,0 2 4-16,3 0-3 0,-1-1-6 0,1 4-5 0,0-4-1 16,-1 1-3-16,0-3 0 0,-1 0 3 0,2 2-8 15,-2-2 1-15,-2-1-4 0,1 1 0 0,-1-1-1 16,-1-4-3-16,2 5 0 0,-2-5 2 0,-6 4-5 16,0-3-2-16,-2 0-17 0,0-1-32 0,-4 0-26 15,-1-1-41-15,-3 1-49 0,4-2-48 0,-6-3-242 16,-1 2-488-16,0-1 215 0</inkml:trace>
  <inkml:trace contextRef="#ctx0" brushRef="#br0" timeOffset="96798.99">21688 13854 67 0,'-5'-3'389'0,"1"0"-23"0,-3-1-30 0,4 1-33 16,-2 1-29-16,1-1-35 0,4 3-12 0,-6-4-25 0,6 1-21 15,0 3-21-15,-4-3-24 0,4 3-24 0,0 0-37 16,0 0-45-16,0 0-50 0,0 0-51 0,0 0-55 16,19-3-80-16,-14 5-240 0,4-2-483 0,2 1 213 15</inkml:trace>
  <inkml:trace contextRef="#ctx0" brushRef="#br0" timeOffset="98159.69">22962 13969 191 0,'-6'-10'225'0,"0"2"-7"0,-5-2-14 16,6 4-17-16,-7-2-8 0,-1 2-6 0,1 1-12 0,-1 1-12 16,-5 2-11-16,4 0-9 0,1 2-12 0,-2 3-11 15,-2 3-6-15,0-1-12 0,-2 3-4 0,4 0-8 16,4-1-8-16,0 2-7 0,0 6-1 0,0-6-5 16,5 3-5-16,-3-1-3 0,5 2-5 0,1 2-2 15,5-3-4-15,-1 1 2 0,-1 1-4 0,6-2-6 16,2 3 2-16,1-3-8 0,1-2 1 0,5-1-3 15,-3-1-1-15,2-2 6 0,-1 1-10 0,0-6 0 16,3 1-2-16,-3 0-3 0,6-4-1 0,-5 1-3 16,-3-3-2-16,2-3 2 0,-3 1-1 0,2-2-1 15,-4 1 0-15,1-2-2 0,-4 0 1 0,2-2 6 16,-2-1-6-16,-1 1 5 0,-4 0-2 0,3 2-1 16,-2-2 6-16,-1 3 1 0,0 0 6 0,3 2 0 0,-3 0-2 15,0 1 0-15,0 5-7 0,2-6 3 0,-4 3-11 16,2 3 1-16,0 0-2 0,0 0-2 15,0 0 1-15,0 0 1 0,0 0 0 0,-11 11-2 0,11-3-1 16,-3-3 1-16,1 3 3 0,-1-1-3 0,3 3-1 16,0-1-2-16,0 3 1 0,0-3 0 0,0-2-2 15,0 1-6-15,3 2-4 0,1-1-8 0,-3-2-2 16,1 0-3-16,-1 0-2 0,3-3-3 0,-3 0 0 16,5-1-6-16,-2-2-10 0,4 1-5 0,-3-2-2 15,-5 0-1-15,10-3 2 0,-3 0 2 0,1-1 5 16,-1-4 2-16,1 0 6 0,0 1-1 0,0-2 2 15,0-1 7-15,-1-1 2 0,0 2 8 0,2-4 1 16,-3 6 3-16,-1-5 7 0,0 7 8 0,1-5 5 0,-3 2 5 16,5 0 10-16,-5 3 4 0,1 0-6 15,0 2 5-15,-1-1-1 0,-2-1-2 0,-1 5-3 16,6-2-2-16,-1 1-2 0,-5 1 1 0,10 0-7 16,-10 0 0-16,9 6 3 0,-2-2 2 0,-3 0-3 0,7 2 2 15,-6 3-2-15,4-2-2 0,-4 1-3 0,2 2 3 16,-2 0 0-16,-1-1 1 0,3 2-1 15,-1 0-1-15,-2-3 1 0,-2 3-2 0,0-1-1 0,0-2 1 16,-2-1-2-16,-2-2 0 0,0 2-1 0,0-1 1 16,-1 0 3-16,-1 0-1 0,-2-1 1 0,-2-1 0 15,4-2-2-15,-7 2 0 0,0-1-4 0,3-2 7 16,-1 2-4-16,2-6 3 0,-1 3 0 0,8 0 3 16,-11-1-5-16,4 0 0 0,7 1-2 0,-5-6 0 15,5 6-3-15,2-6-3 0,3 2-8 0,1-1-16 16,2-3-10-16,3 1-15 0,3-1-17 0,-1-2-16 15,5-1-2-15,0-1-16 0,2 1-9 0,7-4-7 16,-2 1 1-16,-7 2 8 0,1 4 9 0,-3-5 20 0,3 1 6 16,-5 2-2-16,0-1 21 0,-4 3 11 15,-2 0 14-15,3 0 25 0,-7 3 6 0,0 0 17 0,-1-1 15 16,-2 1 12-16,1 1 5 0,-1 0 3 0,-1 0 1 16,0 4-1-16,0 0 0 0,-3-5-1 0,3 5 6 15,0 0 8-15,-8 0-3 0,8 0 2 0,-9 4-2 16,3 0-4-16,1 0 2 0,-1 1 4 0,-1-2 1 15,3 7-3-15,0-4-5 0,-1-1 0 0,2 3 2 16,3 2 0-16,-2-4 2 0,0 2 0 0,2-1-6 16,4 4 0-16,-4 1-4 0,2-4-4 0,4 2 1 0,-2 0-8 15,-1 0 0-15,4-1-6 0,-4 0-4 16,2-1-2-16,3-1-1 0,-2-1-3 0,-4 2-1 16,1-3-1-16,1 2-3 0,-1-4-2 0,0 3-1 0,-2-1 2 15,-1-2-5-15,0 1 4 0,0-4-3 0,-4 7-3 16,1-4 4-16,-4-2-3 0,2 0 0 0,-4-1 3 15,2 0-3-15,-3-1 0 0,2 0 0 16,-3-1-1-16,3 2 2 0,2-1-3 0,-3 0 1 0,2 0-5 16,3-3-8-16,4 4-9 0,-4-3-12 0,4 3-15 15,1-6-17-15,4 2-22 0,0 0-22 0,4-3-11 16,2 1-19-16,0-2-9 0,10 1-18 0,-4-1-2 16,-2-2-18-16,4 0-123 0,-1 0-330 0,0 0 146 15</inkml:trace>
  <inkml:trace contextRef="#ctx0" brushRef="#br0" timeOffset="98331.56">23532 14011 636 0,'11'-8'-28'0,"-4"4"44"0,0-1 23 15,-2 1 27-15,-3-1 9 0,0 2 13 0,3-1 2 16,-5 4 9-16,2-4-2 0,-2 4-4 0,0-3-4 16,0 3-7-16,0 0 7 0,0 0-3 0,0 0 4 0,0 0 1 15,0 0-4-15,-9 7-4 0,9-7-6 16,-2 10-8-16,-2-6-3 0,4 2-4 0,0 1-4 16,-1 0-6-16,1 0-7 0,0 1-2 0,0 1-3 0,1 3-6 15,1-2 1-15,0 0-15 0,2 0-6 0,2 0-23 16,-1 0-27-16,-1-1-32 0,3 0-40 0,-3-4-34 15,3 0-40-15,-1-1-158 0,0 0-368 0,2-1 163 16</inkml:trace>
  <inkml:trace contextRef="#ctx0" brushRef="#br0" timeOffset="98737.78">23798 13895 56 0,'-3'-3'237'0,"-4"1"-16"0,3-2-14 0,4 4-12 16,-8-1-7-16,8 1-9 0,-11 4-11 0,4 0-10 16,-4 2-2-16,4-1-15 0,3 2-9 0,-4 0-11 0,3 2-5 15,-3 2-8-15,4 0-8 0,-1 1-4 16,3 1-7-16,-1 1-2 0,3 2-6 0,0 2-12 16,0 1-1-16,1-1-6 0,3-1-9 0,3 1-8 0,-3 0-1 15,5 1-1-15,-1 0-8 0,-2-1-2 0,0 1-2 16,-1-1-2-16,2 0-4 0,1 0-6 15,-1-1 1-15,-1-1-3 0,-2-3 0 0,1 0-2 0,0 2-3 16,-3-3 6-16,1-2-9 0,-3 3-3 0,-2-7 0 16,-1 3 4-16,3-4-5 0,-5 2 11 0,1-1 18 15,0 1 17-15,-3-5 17 0,0 3 16 0,-1-2 13 16,0-2 17-16,0 0-4 0,2-1-4 0,6 0-4 16,-19-4 4-16,11 3 6 0,0-4-5 0,-1 3-2 15,3-3-7-15,-2-5-7 0,1 5-10 0,-1-5-8 16,5 1-9-16,-2-1-20 0,3-2-19 0,2-1-26 15,2-1-33-15,2-2-33 0,0-2-55 0,8-1-32 16,2-6-44-16,3 0-52 0,0 0-60 0,5 3-41 0,2 0-271 16,-5 1-673-16,2 2 298 0</inkml:trace>
  <inkml:trace contextRef="#ctx0" brushRef="#br0" timeOffset="99185.89">23947 13946 95 0,'0'0'155'0,"0"0"-9"0,0 0-12 0,0 0 9 16,0 0 8-16,0 0-10 0,0 0 0 0,0 0-4 16,-4 13-4-16,4-8-10 0,0-5-10 0,3 11-6 15,-2-6-9-15,0 3-9 0,2-1-10 0,-1 2-4 16,-1-1-10-16,2-1-7 0,-1 4-6 0,0-5-6 16,-1 5 0-16,2-3-6 0,0 2-6 0,-2 1 0 15,0-5-4-15,1 2-4 0,-2 0-5 0,0-2 0 16,0 2-1-16,1-7 1 0,-1 4-3 0,0-5-2 15,-1 5-5-15,1-5 4 0,1 4 15 0,-1-4 19 16,0 0 20-16,0 0-10 0,0 0-6 0,0 0-2 16,0 0-8-16,0 0 0 0,7-10-5 0,-7 10-3 0,5-9-6 15,-3 2 2-15,2 0 3 0,0 1-2 16,1-2 4-16,3-1 3 0,-1-2 2 0,-3 1 0 16,0 2 7-16,-1-2-1 0,3 5 5 0,-4-4 23 0,2 3-14 15,0-1 13-15,0 2-17 0,-1 0 1 16,0 2-6-16,-2-1-5 0,2-1-9 0,-2 3-10 15,-1 2-3-15,3-4-6 0,-3 4-2 0,0 0 3 0,0 0-2 0,0 0-6 0,11 6 0 0,-10 0-1 16,3-1-2-16,0 1 0 0,1 3-5 0,-3-2-6 16,5 4-3-16,-3-3-7 0,3 2-5 0,-3-1-12 15,0 2-12-15,0 0-15 0,0 2-14 0,-1-3-18 16,1-4-16-16,0 6-21 0,-1-2-21 0,-2 0-33 16,1-2-15-16,-1-1-29 0,0-3-33 0,-1 1-184 15,0 1-474-15,3-1 209 0</inkml:trace>
  <inkml:trace contextRef="#ctx0" brushRef="#br0" timeOffset="100045.2">24207 13976 36 0,'0'0'163'15,"0"0"-6"-15,0 0-13 0,0 0-17 0,12 10-6 0,-6-6-15 16,0 0-14-16,0 1-3 0,2 0-9 0,1 2-9 16,1-4-6-16,-2 4-4 0,2-1-11 15,-2-3-5-15,0-2-2 0,0 2-2 0,4 0 0 0,-3-3-3 16,-4 2-11-16,5-4-1 0,-10 2-5 0,13-3-1 16,-7 0-1-16,-2 1 1 0,1-5 0 0,-1 1-3 15,2 1 2-15,-4-3 7 0,1 0 12 0,1 1-2 16,0 0 13-16,-2-2 5 0,-1 1 9 0,-1 0 9 15,0 0 1-15,0 1-5 0,-1 1 0 0,-1 0-12 16,-2 2 0-16,3 1-9 0,-3-1-6 0,0 2-2 16,-3 1 3-16,0-1-2 0,7 2 4 0,-14 0-1 15,8 3 6-15,-4 1-2 0,2 1 0 0,-2 3 7 16,3-2-4-16,-2 3 1 0,5 0 0 0,0-1-3 16,-3 3 7-16,3 1-7 0,3-4 5 0,-2 7-4 15,6-7 0-15,-3 4 1 0,5 1-3 0,2-4-3 16,1 2-3-16,3 0-4 0,5-1-4 0,1-1-3 0,2-3-6 15,1 1-1-15,3-1-8 0,5-1-5 0,3 1-7 16,0-3-9-16,-1-1-10 0,-7-2-7 0,7-5-6 16,-10 3-17-16,5-2-5 0,-3-2-11 0,-2-1-5 15,3 0-5-15,-4-1-3 0,0-2-2 0,-4 0 3 16,3-1 4-16,-7 2 9 0,-2-2 5 0,-2 3 13 16,0 1 10-16,0-1 9 0,-1-2 18 0,-4 4 4 15,-2 0-3-15,-2 1 10 0,-1-1 4 0,-1 0 7 16,-5 1 9-16,4 3 2 0,-4-1 3 0,0 1 8 15,-2 0 1-15,0 3 7 0,-4 0 6 0,4 3-1 16,-3-2 1-16,1 2 1 0,0-1 8 0,-1 2-14 16,2 1-5-16,-2 0-2 0,5 0-2 0,0 2-5 15,-1-1 0-15,3-1-4 0,1 3-1 0,1-4 1 16,2 4-2-16,-1-2-3 0,2 0 0 0,0-2-4 16,2 2-5-16,2-1 1 0,4-3 0 0,-3 3-2 15,2-2-8-15,1 0-3 0,-1 0-9 0,2-6-8 16,4 5-9-16,-3-3-10 0,0 0 7 0,4-3-17 0,-2 0-8 15,2-2-11-15,-1-1-9 0,-3-3-8 0,3 0-3 16,1-5 0-16,-3-1 7 0,0 1-2 0,-1-3 7 16,-2-2 3-16,-4-1 7 0,0 1 10 0,-1-1 2 15,-2 1 6-15,-1-1 22 0,-3 3 14 0,2-2 21 16,-1 1 12-16,3 5 11 0,-3 0 9 0,-2 2 4 16,2 1-1-16,0 4-5 0,0 0-6 0,0-1-2 15,-1 5-6-15,3-2-1 0,2 4-7 0,-4-1-3 16,4 1 6-16,0 0 9 0,-7 11 0 0,7-3 5 15,3 0-4-15,0 4 2 0,0 1-6 0,2 0 0 16,4 2-5-16,-2 2 6 0,-3-2-12 0,6 3-1 16,-3-3-2-16,2 1-1 0,-2-1-7 0,0-2 7 15,-2-3-20-15,-1 2-22 0,3-1-28 0,-3-3-33 0,0 0-36 16,1-2-40-16,-3 2-44 0,0-3-41 16,0-1-206-16,-1 1-489 0,-1-5 218 0</inkml:trace>
  <inkml:trace contextRef="#ctx0" brushRef="#br0" timeOffset="100763.92">23633 13714 233 0,'-4'-2'320'0,"4"2"-21"0,0 0-24 15,0 0-23-15,-5-1-27 0,5 1-22 0,0 0-20 0,0 0-19 16,-9 0-18-16,9 0-9 0,0 0-15 0,0 6-9 16,0-6-8-16,0 5-6 0,-1 0-10 15,1-5-9-15,3 7-6 0,-1-3-7 0,0 0 4 0,-2-4-14 16,4 6-7-16,-3-2-2 0,1-1-6 0,-2-3-5 16,5 5-2-16,-5-5-4 0,2 1-1 0,-2-1-2 15,0 0 14-15,0 0-17 0,6 2-3 16,-6-2 2-16,0 0-5 0,0 0-4 0,4-7 1 0,-4 7-2 15,0-5-4-15,0-1-8 0,0 3-7 0,0 3-27 16,0-8-14-16,0 8-24 0,-3-7-32 0,2 4-32 16,1 3-38-16,-6-5-37 0,6 5-40 0,-2-4-216 15,2 4-502-15,0 0 222 0</inkml:trace>
  <inkml:trace contextRef="#ctx0" brushRef="#br0" timeOffset="103791.03">25512 13871 129 0,'1'-5'232'16,"0"0"-8"-16,-1 0-10 0,0 0-5 0,0-2-7 15,-2 1-3-15,0 1-6 0,1-1 1 0,-1 1-11 16,-2 0 0-16,0 0-15 0,4 0-18 0,-4 1-12 15,-2 0-18-15,1 3-12 0,1-3-10 0,-1 3-9 16,5 1-15-16,-20 0-7 0,11 1-6 0,-2 3 4 16,-2 1-16-16,3 0-4 0,-1 3-9 0,-1 1-3 15,1 1-2-15,1 5-5 0,-3-2 5 0,3 0-6 16,1 3-6-16,2 2 1 0,2-2 0 0,3-3-3 0,0 2 2 16,3 3 1-16,3 0-4 0,3-3-3 0,1 2 3 15,0-2 1-15,6 1-5 0,-1-2 4 16,6-3-2-16,-1-1-6 0,2-2-3 0,10 4 1 0,-3-6-17 15,-3-3 4-15,4-4-9 0,-6 1-7 0,1 0-3 16,7-3-3-16,-9-1-5 0,0 2 1 0,-2-6-1 16,-1 2 6-16,1-2 1 0,-9-1-1 0,4-3-1 15,-5 2 3-15,-2 0 3 0,-2-3 4 0,0 3 2 16,-2-2 5-16,-2 1 3 0,-1 1 6 0,0-1 7 16,-1 4 2-16,-3-2-2 0,-1 2-3 0,1 1 6 15,-1 1 3-15,0 0-9 0,-3 2-1 0,1 1-6 16,-1-1 3-16,1 3 0 0,7 0 1 0,-20 3 5 15,9 0-7-15,1 2 3 0,-1-1-5 0,6 2 3 16,-5 1 1-16,3 0 0 0,-2 3 2 0,5-2-2 16,0 3 1-16,0-1-1 0,1-1 4 0,2 2 7 15,1-1-7-15,0-3 2 0,1 2-1 0,2-1 1 16,2 1 2-16,2 0 2 0,5-2-4 0,-4 0-1 0,3-3 2 16,3 1-2-16,0-3-1 0,0-2 1 0,0-1-4 15,4 0 6-15,-5-2-1 0,6-2-3 16,-5 2-1-16,1-2 8 0,-3 0-8 0,-1-2 1 0,0 0-2 15,1-2 4-15,-5 3 6 0,2-1-7 0,-2-3 3 16,-3 7-9-16,1-5 12 0,-3 1 1 0,2 4-1 16,-2-3 3-16,3 2 4 0,-4 2-5 0,-1 2-4 15,3-5-3-15,-3 1 7 0,0 4-14 0,0 0 4 16,0 0 2-16,0 0-4 0,0 0-1 0,0 0-3 16,0 0 4-16,-8 15 5 0,7-8-6 0,-1-1-2 15,2 2 5-15,0-3-3 0,0 1-1 0,2 2 0 16,-1-3-1-16,-1 0 2 0,4 3 1 0,-3-3-1 15,3-2 3-15,-1 2 0 0,3-1 0 0,-1-2-7 16,-1 1 8-16,4 0 0 0,-1-3-2 0,1-2 1 16,-1-1-1-16,7 2-2 0,-5-5 1 0,1 1 2 15,2-2-4-15,-8 2 4 0,4-4 1 0,1 3-2 0,-3-4 2 0,4 5 5 0,-3-6-5 16,0 4 4-16,0-3 8 0,-4 4 6 0,-3 0 3 16,4-1 12-16,0 2-7 0,-1 0 20 0,-1 2-9 15,-1-3-5-15,-1 6-4 0,1-5-4 0,-1 5-14 16,0 0-1-16,3-2 6 0,-3 2-10 0,0 0-1 15,0 0 1-15,0 0 2 0,0 16-2 0,0-8-5 16,1-3 3-16,2 5-3 0,-3-2-3 0,3 1 3 0,-1 1-14 16,1-1-2-16,1-1-13 0,2 3-11 0,-1-1-12 15,2 0-15-15,0-4-23 0,0 1-19 0,2 1-32 16,-2-3-22-16,2 2-25 0,1-6-26 0,-2 2-30 16,1-2-175-16,-2-1-454 0,2-3 201 0</inkml:trace>
  <inkml:trace contextRef="#ctx0" brushRef="#br0" timeOffset="104556.62">26205 13743 88 0,'-3'-3'197'0,"3"3"-8"0,-4-2-13 15,4 2-16-15,0 0 2 0,0 0-3 0,-8 10-4 16,8-5-5-16,0 2-6 0,4 3-7 0,-1 0-13 15,-1 2-11-15,3 0-11 0,0 4-9 0,-1-3-11 16,3 4-6-16,1-3-7 0,-1 3-7 0,0 0-9 0,0-3-5 16,1 1-5-16,-2 1-4 0,-1 0-2 0,-1 0-4 15,0-2-6-15,1-3-6 0,-3 2-12 16,3 0-21-16,-4-3-16 0,1 2-17 0,-1-1-21 0,0-2-25 16,-1 1-20-16,3-2-18 0,-3 0-12 0,0-3-12 15,0-1-3-15,0 0 13 0,0 0 4 0,0-4 15 16,4 5 14-16,-4-5 12 0,0 0 18 0,0 0 19 15,0 0 23-15,0 0 22 0,0 0 31 0,2-13 21 16,0 9 24-16,0-1 24 0,1 0 5 0,-2-1 3 16,4 0 8-16,-2 0-1 0,0-1-1 0,2 2 7 15,1-2-3-15,0 4-2 0,1-4-2 0,1 0-4 16,-2 3-9-16,3-1-8 0,0 0-9 0,1 1-3 16,-2 1-6-16,-1 2-8 0,4 0-5 0,-3 0-5 0,6 4-4 15,-2-3-3-15,0 3-3 0,-3 1-6 16,-1-1-4-16,-2 2 2 0,1-2-6 0,2 2-2 15,-3 2-2-15,0-1-3 0,-2-1-2 0,-1 3-2 16,-2-1 0-16,0-1-1 0,-1 0 1 0,0 1-3 0,-1-1 0 16,0-1-1-16,-4-1 0 0,1 1-1 0,0-1-2 15,-1 0 2-15,-1 0-1 0,1-3 2 16,1 0-1-16,4-1 2 0,-8 0 1 0,8 0 0 0,0 0 2 16,-7-4 0-16,7 4 2 0,0-5-2 0,0 5 2 15,5-7 0-15,1 3-1 0,-2-1-5 0,1 1 4 16,2 0 0-16,4-1-3 0,-3 0-1 0,3 2 1 15,-2 1-1-15,1 0 7 0,-3 0-10 0,1 2 2 16,-8 0-1-16,16 0 0 0,-9 4-2 0,0-2 0 16,1-1 1-16,-3 2-2 0,2 1 1 0,-2 0-1 15,1 0 4-15,1-1-3 0,-3 1 2 0,0 1 0 16,4 3-4-16,-2-4 2 0,0 0 2 0,0-2 0 16,-2 2 0-16,0-2 1 0,-4-2-3 0,11 1 4 0,-11-1-2 15,11-3 4-15,-6 2-6 0,-2-4-1 16,1 1 3-16,0 0 2 0,-1-1 1 0,-1 0 0 15,0-2-1-15,1 0 3 0,-3 0-3 0,0-4-2 0,-3 5 0 16,1-5-3-16,-3 4 3 0,3-4-1 0,-4 5-1 16,3 0 1-16,1 0-6 0,-3 1 7 0,-5-3-3 15,3 4-5-15,-1 3-11 0,1-1-10 0,-1 0-6 16,0 2-14-16,-1 0-9 0,4 3-22 0,-2-2-14 16,1 4-27-16,3-1-11 0,0-1-19 0,2 1-16 15,1 1-8-15,0-5-142 0,2 9-342 0,1-8 152 16</inkml:trace>
  <inkml:trace contextRef="#ctx0" brushRef="#br0" timeOffset="104790.98">26753 13990 180 0,'1'-2'242'16,"-1"2"-5"-16,0 0-24 0,0 0-16 0,0-6-19 0,0 6-21 15,0 0-16-15,0 0-15 0,0 0-10 16,0 0-10-16,0 0-9 0,3 12-9 0,-1-7-10 15,0 0-6-15,-2 3-5 0,3-2-4 0,0 2-6 0,2 2-5 16,-1-1-8-16,2-2-2 0,2 3-6 0,-1-2-5 16,2-1-2-16,1 2-12 0,-1-2-11 0,4-1-24 15,-3 0-29-15,1 0-24 0,4-1-23 0,-3-3-30 16,2-2-18-16,1 1-10 0,-1-2-21 0,1-1-136 16,-3-1-334-16,3-1 147 0</inkml:trace>
  <inkml:trace contextRef="#ctx0" brushRef="#br0" timeOffset="105212.83">27080 13978 31 0,'-2'-4'167'0,"-3"-1"0"0,-3-1-6 16,-1 1-1-16,0 3 0 0,2-1-8 0,-5 3-3 15,-2-2-1-15,3 3-5 0,-1 0-5 0,1 2-9 16,0-1-9-16,-2 2-6 0,3 1-13 0,3 2-7 16,-6-1-9-16,6 0-7 0,-1 2-7 0,-3 1-9 15,4-1-1-15,2 0-7 0,-1 0-3 0,5 2-7 16,-2 0-7-16,3-5 2 0,0 2-2 0,0 1-2 15,0-2-5-15,0 1-4 0,4-1-1 0,2 1-1 0,-2-4 0 16,1 2-7-16,5-2-2 0,-2-2-2 0,4 1-7 16,2-2-7-16,-2-2-12 0,0-2-12 0,-1-1-19 15,2-1-16-15,4-4-20 0,-2-2-17 0,0-1-6 16,-4 0-13-16,2-3-13 0,-3-4-3 0,-2 3 11 16,3-3 8-16,-3-6 9 0,-4 5 11 0,-1-1 16 15,0 2 9-15,-3-2 27 0,-3 2 16 0,2-1 42 16,-5 2 19-16,3 0 15 0,-2 1 12 0,-4 0 11 15,5 5 2-15,-1 4 1 0,-1-1-4 0,1 3-4 16,1 0-7-16,-1 2-7 0,1 2-12 0,1 0-4 16,3 3-2-16,-11 2-4 0,11-2 3 0,-7 6-2 15,2 3 0-15,1 2 0 0,4 2 0 0,-5 3-6 16,2 1-3-16,1 2-2 0,1-1-1 0,1 2-2 16,0 1-3-16,0-3 0 0,1 2-1 0,-1-1-6 0,0 1-10 15,0 0-22-15,-1-1-32 0,1 1-34 16,0-5-43-16,3-3-54 0,-5 0-183 0,2-1-396 15,2-1 175-15</inkml:trace>
  <inkml:trace contextRef="#ctx0" brushRef="#br0" timeOffset="105478.44">26715 13832 78 0,'0'0'327'16,"-4"-3"-23"-16,4 3-20 0,0 0-23 0,-3-4-14 16,3 4-24-16,0 0-22 0,0 0-20 0,0 0-21 0,0-4-13 15,0 4-18-15,0 0-14 0,0 0-17 16,0 0-21-16,0 0-32 0,11-3-32 0,-11 3-33 15,0 0-29-15,0 0-41 0,10 5-40 0,-10-5-29 0,2 3-48 16,-2-3-166-16,0 0-404 0,0 0 180 0</inkml:trace>
  <inkml:trace contextRef="#ctx0" brushRef="#br0" timeOffset="105775.3">26251 13904 267 0,'0'0'299'0,"0"0"-14"0,0 0-10 0,0 0-6 16,0 0-10-16,-4-4-23 0,4 4-20 0,0 0-25 0,0 0-19 16,14-3-25-16,-6 1-40 0,4-1-39 0,3 1-38 15,-2 2-48-15,7 0-51 0,-4-1-59 16,7 1-57-16,0-2-219 0,-1 1-437 0,-3 1 194 0</inkml:trace>
  <inkml:trace contextRef="#ctx0" brushRef="#br0" timeOffset="111881.82">18191 14233 26 0,'0'0'207'0,"0"0"-4"0,-6-1-4 0,6 1-9 0,0 0-5 16,0 0-4-16,0 0-8 0,-2-2-9 0,2 2-7 16,0 0-10-16,0 0-14 0,0 0-11 15,0 0-10-15,2-7-14 0,-2 7-11 0,0 0-7 0,2-6-5 16,-2 6-7-16,0 0-4 0,0 0-5 0,0 0-3 15,0 0-7-15,0 0-4 0,0 0-4 0,0 0-4 16,0 0-8-16,0 0-1 0,0 0-9 0,0 0-3 16,0 0 2-16,0 0-5 0,0 0 1 0,0 0-4 15,0 0-1-15,0 0 1 0,0 0 1 0,0 0-2 16,0 0 0-16,0 0-3 0,-13 10 6 0,13-10-9 16,-6 3 1-16,6-3-1 0,-1 2 3 0,1-2-3 15,0 0-3-15,-3 6-3 0,3-6-4 0,0 0-1 16,0 0-2-16,0 5 1 0,0-5-2 0,0 0 4 0,4 3-2 15,-4-3 3-15,8 2 0 0,-8-2 0 16,6 0 0-16,-6 0 3 0,9-3-5 0,-9 3 5 16,4-2-2-16,-4 2 1 0,4-2 1 0,-4 2 1 0,7-3 0 15,-7 3 3-15,0-5-3 0,0 5 1 0,0 0 1 16,0 0-1-16,0 0-4 0,0 0 2 0,-5-5-2 16,5 5-3-16,-6-1 5 0,6 1 1 0,0 0 0 15,-8-1 1-15,8 1-7 0,0 0 3 0,0 0 2 16,-11 2 3-16,11-2-2 0,-8 2 0 0,8-2-2 15,-4 2 3-15,4-2-2 0,-6 1 3 0,6-1-2 16,-1 5 1-16,1-5-1 0,-4 5-10 0,4-5-11 16,0 6-27-16,0-6-34 0,4 5-45 0,-4-3-66 15,0-2-224-15,7 5-455 0,-3-2 202 0</inkml:trace>
  <inkml:trace contextRef="#ctx0" brushRef="#br0" timeOffset="113673.64">27603 14451 222 0,'14'-6'275'16,"-13"1"-13"-16,3 2-8 0,0 0-14 0,-2-2-8 15,1 2-3-15,-1-4-4 0,2-1-5 0,0 3-9 16,0-1 3-16,2-1-2 0,-2 2 1 0,1-4-22 15,-2 4-9-15,3-2-3 0,0-5-21 0,0 3-12 16,-2-1-6-16,1-1-15 0,-1-1-11 0,3-5-11 0,1 1-10 16,-4 4-8-16,2-7-9 0,-1 0-6 0,2 1-7 15,0-3-10-15,1 1 0 0,-4-1-6 0,4 5-8 16,-5-5 1-16,4-4-6 0,1-3 3 0,-3 9 7 16,0-1 2-16,0 2-4 0,0-3 1 0,-1 3-4 15,0-2-5-15,-1 2 2 0,-1-1 1 0,-1-1-1 16,2 3-5-16,-3-1 2 0,0 1-1 0,0 4-2 15,0 1-1-15,1-1 0 0,0 1-2 0,-1 2-1 16,3 0-4-16,-3 2-3 0,3 2 0 0,-3-1-3 16,0 2-1-16,0 0-2 0,0 1-2 0,0 4-3 0,1-6-5 15,-1 6 3-15,0-4-11 0,0 4-4 0,0 0-5 16,0 0-6-16,0 0-1 0,0 0 5 0,0 0-1 16,0 0 1-16,-1 13 7 0,-2-7-5 0,3 0 2 15,-3 2 3-15,2 0 5 0,0 2-6 0,-1-1 3 16,1 2-4-16,-2 1 0 0,0-1 8 0,-1 0 0 15,3 0 0-15,-2 4 1 0,2-3-1 0,-2 0-5 16,1 0 7-16,0 1-3 0,2-1-1 0,2-2 0 16,-1 2-2-16,0-2 0 0,3 4-1 0,-1-5 2 15,1 0-2-15,0 1 3 0,2-1-2 0,-1-3 0 16,5 4-3-16,-4-5 2 0,4 1 1 0,3 1-1 16,-3-4-2-16,1 1 0 0,2-1-3 0,-2-1 2 0,2-1 4 15,0-1-2-15,2-1 2 0,-3-3 2 0,2 1-4 16,4 0 4-16,-7 1-1 0,3-5 3 15,-4 1-2-15,0-4-4 0,3 3-4 0,-3-3 1 0,-2 1-1 16,0-2 0-16,3-4 5 0,-4 5-4 0,-2-1 3 16,1-2-1-16,-1-4 3 0,0 0 1 0,-2 5-3 15,1-1 5-15,-2 3-3 0,1-3 17 0,-3 2-12 16,0 4-3-16,1-2 4 0,-1 1 7 0,0 2-1 16,0 0 1-16,-1-1-1 0,1 2-1 0,0 1 0 15,0 4 2-15,0-8-7 0,0 8-1 0,0-5 1 16,0 5-6-16,-3-4 3 0,3 4-10 0,0 0 5 15,0 0 3-15,0 0-4 0,0 0 2 0,0 0 9 16,0 0-10-16,-2 15 1 0,-2-10 4 0,4 1-1 0,-1-1-1 16,1 0 1-16,-2 2-3 0,1 0 4 15,0 1 5-15,-2 2-4 0,2-2-1 0,1 2-3 16,-4-1 0-16,2 2 5 0,1-1-1 0,0 1 3 0,-1 1 1 16,2-2 7-16,0 1-8 0,0 1-3 0,0-2 3 15,0 3-3-15,0-2 0 0,2 3 1 0,-1-2 0 16,-1-2 6-16,1 2-1 0,1-2 2 0,2 0 1 15,-4-1-6-15,1-1 1 0,0-2 4 0,-1 2 1 16,2-1-2-16,0-4 3 0,0 2 1 0,-2-1-5 16,1 0 6-16,-1-4-1 0,0 7 1 0,0-7 2 15,4 2-3-15,-4-2-7 0,0 0-29 0,0 0-55 16,5 1-43-16,-5-1-27 0,0 0-26 0,0 0-38 16,0 0-50-16,6-6-45 0,-6 6-64 0,0 0-201 15,10-4-623-15,-8 3 276 0</inkml:trace>
  <inkml:trace contextRef="#ctx0" brushRef="#br0" timeOffset="114501.81">28208 14297 205 0,'0'-5'294'16,"0"5"-14"-16,2-3-20 0,-1-1-23 0,3 1-20 15,-1-1-18-15,-3 4-17 0,9-2-16 0,-3 0-19 16,-2 1-11-16,-4 1-13 0,11-2-10 0,-4 3-12 16,-7-1-13-16,12-1-4 0,-5 2-13 0,-2 1-5 15,2 1-6-15,-2-1-6 0,-1 2-5 0,2 0-5 0,-3 1-9 16,1 0-8-16,-3 3 4 0,3-1-5 15,-4 1 1-15,0 0-4 0,-4 2-5 0,4-2-1 16,-3 1 1-16,2-2 2 0,-3 3-6 0,-2 1 1 0,2-2 4 16,-2 1 3-16,0-2 11 0,1 1-4 0,-2-1 7 15,1 1 0-15,0-1-5 0,0-3 3 0,2 0-5 16,0-1 0-16,0 2-3 0,1 0-2 0,1-2 1 16,-3 0 1-16,2 0-6 0,3-4 1 0,-3 6 5 15,3-3 11-15,0 0 11 0,0-3 5 0,1 5 4 16,4-1-10-16,1-1-4 0,-1-2-1 0,0 3-5 15,3-3-4-15,2 3-2 0,1-3-8 0,-1 1-15 16,3-1-14-16,1-1-26 0,0 0-11 0,-2 2-29 16,0-4-24-16,-1 2-24 0,1 2-34 0,-5-4-28 15,3 1-33-15,-4 1-38 0,1-2-27 0,-7 2-207 16,9-1-527-16,-9 1 233 0</inkml:trace>
  <inkml:trace contextRef="#ctx0" brushRef="#br0" timeOffset="114814.29">28241 14423 161 0,'0'0'220'0,"0"0"0"0,0 0-4 15,0 0 6-15,0 0 1 0,0 0 5 0,0 0-1 16,0 0-1-16,0 0 8 0,0 0-1 0,0 0 7 16,0 0-1-16,0 0-35 0,-3-4-26 0,3 4-11 15,0 0-20-15,14-5-12 0,-6 2-22 0,0 2-9 16,-1 0-15-16,7-2-29 0,-5 2-36 0,2-2-23 16,3 2-32-16,-3 1-34 0,2 0-38 0,-2 1-34 15,-3 1-41-15,1-1-38 0,3 0-34 0,-1 2-58 16,-5-1-163-16,1 1-509 0,1 2 225 0</inkml:trace>
  <inkml:trace contextRef="#ctx0" brushRef="#br0" timeOffset="115251.77">28528 14503 149 0,'0'0'247'0,"0"0"-10"0,0 0-5 0,0 0-15 16,0 0-10-16,0 0-15 0,-7 9-22 0,6-5 8 16,0 0-8-16,-1 1-18 0,2 2-11 0,-3-2-15 15,2 3-13-15,0-2-10 0,-1-1-8 0,0 4-11 16,0-3-9-16,1 1-4 0,1 1-10 0,0-2-4 15,0 0-8-15,-3 1-11 0,2-1-21 0,1 0-29 16,1 1-32-16,2-2-38 0,-2 0-44 0,-1 0-46 16,4-1-55-16,-2 1-193 0,-1-2-455 0,-1-3 201 15</inkml:trace>
  <inkml:trace contextRef="#ctx0" brushRef="#br0" timeOffset="115720.49">28555 14391 146 0,'0'0'217'0,"-4"-3"-16"0,4 3-18 0,-5-1-15 16,5 1-15-16,0 0-12 0,0 0-12 0,0 0-5 15,-11 4-10-15,11-4-9 0,-7 4-8 0,5 1-9 16,0-3-6-16,-1 2-6 0,3-4-2 0,0 5-3 15,0-5-5-15,0 8-4 0,3-6-4 0,-3-2-4 16,6 7-7-16,-1-4-2 0,-4-1-7 0,3-1-1 16,-4-1-6-16,7 3 0 0,-1-2-3 0,-6-1-3 15,8 0 1-15,-8 0-3 0,8-4-4 0,-5 2-1 16,1-2 1-16,-2 2-3 0,-2-4 0 0,0 2-1 16,0-1-5-16,0 2-1 0,0-3 0 0,-2 2 0 15,0-1 2-15,0 3-8 0,-1-2-1 0,0-1-15 16,-2 0-23-16,5 5-37 0,-6-3-43 0,4 1-60 15,2 2-67-15,-6-2-131 0,6 2-404 0,0 0 179 16</inkml:trace>
  <inkml:trace contextRef="#ctx0" brushRef="#br0" timeOffset="151993.55">6402 16304 266 0,'-6'-9'306'0,"-5"0"-6"0,3 0 11 16,1 3 2-16,-1-2-5 0,-3 0-9 0,3 3-17 16,-3 1-21-16,-1-2-12 0,1 4-13 0,-4 0-32 15,-3 3-13-15,-2 2-20 0,1 5-8 0,-3-2-11 16,5 4-9-16,-4-1-17 0,2 4-15 0,3 1-7 16,1-1-12-16,0 1-10 0,3 1-7 0,5 0-8 0,3 2-8 15,2 1-4-15,4-6-6 0,3 3-6 16,6 1-4-16,5-1 0 0,10-1-6 0,0-2-1 15,6-2-2-15,3-4-3 0,1-1-5 0,0-3-2 0,2-3 1 16,0-4-4-16,1 0 1 0,-2-5-4 0,-3 0-3 16,0-3 2-16,-4-1-4 0,-5-3 8 0,-1 1-9 15,-9 0 4-15,1-7 0 0,-8 5-1 16,-2 0-8-16,-5 0 7 0,-2-1-1 0,-6-2-2 0,-4 3 1 16,-8-2-3-16,-4 1 0 0,-4 3 0 0,1 3 1 15,0 2-7-15,-9 4 1 0,1 0 1 0,0 3-1 16,0 5-8-16,1 2-10 0,-1 2-19 0,3 3-58 15,11-1-61-15,-1 1-46 0,3 1-41 0,9 2-30 16,-2-1-25-16,7 3-16 0,3 0-24 0,2-1-246 16,3 0-632-16,4 0 280 0</inkml:trace>
  <inkml:trace contextRef="#ctx0" brushRef="#br0" timeOffset="152477.9">6589 15981 155 0,'-2'-10'376'0,"2"-1"-19"0,-3 5-15 0,1-1-26 16,2 0-30-16,0 3-34 0,-1 1-34 16,1 3-21-16,0 0-16 0,0 0-5 0,0 0-12 15,1 20-20-15,1-9 0 0,2 6-14 0,-1 2-11 0,1 7-10 16,1 1-14-16,3-2-7 0,-5 4-10 0,4-3-8 15,1 2-7-15,-1-2-2 0,2 0-10 0,-3-6-6 16,2 4-5-16,-4-4 1 0,0-1-7 0,3-2-2 16,-3-1-1-16,-3-6-10 0,3 1 0 0,-1-5 4 15,-3 1 1-15,3-2-1 0,1-1 6 0,-4-3-5 16,0-1-2-16,0 0 0 0,7-8-5 0,-5 2-2 16,7-3 14-16,-4-2 14 0,-1-1 0 0,6-2-1 15,-1-2 0-15,-2 1 3 0,3 0 1 0,-2 2-9 16,3-1-5-16,1 2-5 0,0 2 0 0,0 0-5 15,-1 3-8-15,1 2 0 0,-2 1 0 0,2 2-7 16,-1 2-12-16,-1 1 11 0,3 3 0 0,-5 2 1 16,2 1-3-16,-2 4-1 0,0 2 12 0,-2 1-10 15,3 1-5-15,-6-3 0 0,-3 7 5 0,-1-1-3 16,-1 0-1-16,-1 1 0 0,-5-2-2 0,0 1 4 16,-4 0-4-16,-2-2 3 0,-3 0-2 0,0-3 2 15,-7 2-6-15,-3-2 5 0,8-3-24 0,-2-2-33 0,2-5-38 16,0 0-32-16,4-1-42 0,3-2-28 0,1-2-37 15,1-3-45-15,5 0-30 0,5-3-40 0,1-3-230 16,6 0-624-16,3-5 276 0</inkml:trace>
  <inkml:trace contextRef="#ctx0" brushRef="#br0" timeOffset="152727.89">7056 16205 181 0,'0'0'244'0,"1"7"15"0,-1-7 1 16,-3 11-9-16,-1-2 1 0,3 4 6 0,-2-2 3 15,2 6 3-15,1 3-5 0,-2-2-6 0,2 2-7 16,3 1-11-16,0 6-18 0,1 3-4 0,3-1-7 16,0 3-19-16,4 2-16 0,-2-4-17 0,2 6-17 15,1-1-11-15,-1 1-11 0,1-2-13 0,-4-1-10 16,2 0-36-16,-3-2-4 0,-3 1-4 0,0-2-6 16,-3-2-4-16,-3-7-3 0,-5-2-1 0,3-7-11 15,-3 1-26-15,-3-5-39 0,-2 1-37 0,3-3-32 16,-10-2-35-16,-2 0-27 0,1-8-33 0,-2-1-40 15,0-4-46-15,-2-9-49 0,-2-2-265 0,7-4-656 16,1-5 291-16</inkml:trace>
  <inkml:trace contextRef="#ctx0" brushRef="#br0" timeOffset="153055.99">6992 16118 270 0,'0'0'282'0,"0"0"-10"15,0 0-11-15,-3-3-15 0,3 3-18 0,0 0-12 16,0 0-16-16,0 0-19 0,0 0-16 16,0 0-12-16,0 0-27 0,0 0-7 0,0 0-3 15,0 0-15-15,0 0-13 0,0 0-9 0,0 0-5 0,0 0-13 16,19 4-5-16,-19-4 0 0,12 1-5 0,-3-1-7 15,-2-1-6-15,2 2-3 0,0-2-4 16,1 1-5-16,-2-2 0 0,-2 2-1 0,0-3-5 16,0 1 5-16,-2 1-5 0,0-2-5 0,-4 3-6 0,0-6-3 15,0 6-5-15,-4-7-10 0,-1 3-8 0,-1 3-10 16,-2 0-16-16,-3-2-18 0,0 2-27 0,0-1-31 16,-1 2-45-16,1 2-42 0,0-2-48 0,-1 3-202 15,7-1-494-15,-1-1 219 0</inkml:trace>
  <inkml:trace contextRef="#ctx0" brushRef="#br0" timeOffset="153618.45">7827 16122 132 0,'7'-16'256'0,"2"0"-7"0,-5-2-5 0,3-1-2 15,-4 0 9-15,1-2-12 0,3-4-17 0,-3 4-10 16,-3 1 4-16,-1 1-7 0,3 1-19 16,-6 0-17-16,0 5-10 0,1 0 1 0,-5 3-18 0,3 0-14 15,-2 2-23-15,1 1-9 0,-4 4-11 0,0 0 4 16,-2 6-5-16,-1 2-2 0,-3 5 0 0,-1 3 15 15,2 2 3-15,2 3-2 0,-6 8 9 0,5 6-3 16,1-2-3-16,2 5-10 0,3 1-7 0,1 2-12 16,0-1 0-16,3 1-1 0,5 13 2 0,-1-14-3 15,5 0-8-15,2 0-3 0,4 10-7 0,-4-9-7 16,4-1-5-16,3 9-2 0,-3-10-9 0,1-3 4 16,2 0-7-16,-3 0-2 0,-1 0-3 0,1-4-4 15,-1-2 0-15,-3-8-2 0,4 6-2 0,-2-11-5 16,-6 1-33-16,0-4-27 0,0-1-35 0,1-2-39 15,-3-1-25-15,-2-2-17 0,0-2-24 0,-4 0-27 16,4-3-32-16,-11 2-40 0,11-2-37 0,-14-7-31 16,2 1-253-16,1-7-658 0,0-1 291 0</inkml:trace>
  <inkml:trace contextRef="#ctx0" brushRef="#br0" timeOffset="154149.68">7654 16424 219 0,'0'-7'243'0,"-4"3"-3"0,8-1-5 0,-3-2-27 16,2 3-26-16,0-1-17 0,1 0-17 0,6 0-14 0,0-2-14 15,4 2-12-15,5-1-11 0,0-1-9 0,2 1-6 16,2 1-9-16,7-3-2 0,-8 2-4 0,6-3-4 16,2 2-5-16,-3 0-6 0,-5 1-5 0,-3-2-4 15,1 3-2-15,-2 1-3 0,1-3 9 0,-7 3 3 16,-5 1 7-16,0-1 10 0,1 0 12 0,0 1 7 15,-4 2 2-15,-1-3-3 0,-3 4 2 0,4-3-17 16,-1 1-12-16,-3 2-5 0,0 0-3 0,0 0-5 16,0 0 3-16,0 0 1 0,0 0 12 0,-13 10-21 15,12-4-4-15,-2-2 2 0,2 0-5 0,1 3-5 16,1-3 2-16,2 2-3 0,-2 0-3 0,2 1 0 16,3-1-3-16,-1 1-2 0,-1-1-2 0,7 2-2 15,-4-2 2-15,4 1-4 0,1-2-1 0,-4-1-1 16,6 1-2-16,-2-1 5 0,-1 0-4 0,0-2 3 15,1-1-6-15,-1 1-1 0,-3-2 9 0,2 0-5 16,-2-2 12-16,0 0-19 0,0-1 1 0,0-2 2 16,-4 1 2-16,2-2-2 0,-2-3 2 0,0 2-2 15,1-1 2-15,-3-3 22 0,-2 2 32 0,0-1-13 16,0 1 8-16,0-1 5 0,0 2-6 0,0 0-6 0,-2-2-7 16,2 4-5-16,0-2-5 0,0 2-4 0,-3 0-3 15,3-1 1-15,-2 2-3 0,2 1-9 16,0 4-6-16,0-5 11 0,0 5-13 0,0 0 7 0,0 0-19 15,0 0-26-15,0 0-21 0,11 11-26 0,-6-6-18 16,-5 3-24-16,4-1-20 0,-1-1-16 0,1 2-17 16,-1-2-22-16,1 3-15 0,1-1-22 0,-1-1-16 15,2-1-16-15,-2-1-16 0,0 0-193 0,-1 0-511 16,1-2 227-16</inkml:trace>
  <inkml:trace contextRef="#ctx0" brushRef="#br0" timeOffset="154477.78">8405 16195 120 0,'-1'-4'239'0,"1"4"-1"0,0-6-6 0,-3 3-18 16,3 3-19-16,0 0-7 0,0 0 7 0,0 0-1 15,0 0-3-15,0 0-10 0,0 0-17 0,4 13-15 16,-4-7-8-16,4 2-17 0,-1-2-9 0,0 2-11 16,1 1-11-16,1-1-12 0,-1 3-6 0,3-2-4 15,-3-2-11-15,2-2-4 0,0 2-2 0,1-1-10 16,-2-1 1-16,0-2-3 0,-1 0-5 0,1 1 3 15,-1-3-5-15,3 1-2 0,-7-2-10 0,0 0 5 16,14-3-3-16,-12-1 20 0,3 0-1 0,-3-1-3 16,1 2 6-16,2-4 8 0,-5 1 0 0,2-1-3 0,2-1-1 15,-3 3 1-15,-1-1-7 0,4-2-5 16,-4 3-1-16,3-1-10 0,-2-1-2 0,2 3-6 16,-2 1-3-16,4-1-3 0,-5 4-5 0,5-3-1 0,-5 3 1 15,0 0-8-15,0 0 4 0,13 7 6 0,-10-5-10 16,1 2-6-16,2 1-21 0,-1 2-23 0,2 0-20 15,-6 1-30-15,8 0-32 0,-4 2-32 16,3-1-39-16,-4-1-44 0,3 3-39 0,-2-4-37 0,0 3-174 16,0-3-535-16,2-1 236 0</inkml:trace>
  <inkml:trace contextRef="#ctx0" brushRef="#br0" timeOffset="154759.01">8903 16156 57 0,'-6'-3'412'0,"0"-2"-8"0,-5 1-10 15,1 0 0-15,-1 1-25 0,-1 2-19 0,1 1-19 16,0 1-25-16,-1 2-24 0,-2 1-19 0,4 0-16 16,-1 2-19-16,0 0-22 0,3 3-21 0,1 0-19 15,1 0-16-15,5 1-13 0,1 0-12 0,0 1-13 16,4 2-9-16,2-6-9 0,6 6-12 0,-1-1-9 15,1-2-5-15,3 3-8 0,5-4-11 0,-1 0-34 16,3-3-46-16,0-1-48 0,4 0-53 0,1-1-56 16,-5-2-41-16,9 0-58 0,-11-3-54 0,4 0-67 15,-4-2-254-15,-1-1-716 0,0 0 317 0</inkml:trace>
  <inkml:trace contextRef="#ctx0" brushRef="#br0" timeOffset="156227.68">10422 15702 55 0,'4'-6'339'0,"-4"-1"-17"0,0 3-23 15,0-1-28-15,0 0-31 0,0 5-29 0,0-5-24 0,0 5-6 16,0 0 10-16,0 0-4 0,10 16-1 0,-5-4-6 15,2 6-5-15,-3 3 0 0,4 4 7 16,-2 4-13-16,3-2-18 0,1 1-12 0,1 2-8 0,-2 1-21 16,-1 0 7-16,0-2-27 0,-1 0-6 0,0 1-9 15,1-2 0-15,-1 1-14 0,-4-3-7 0,1-5 2 16,0-1-13-16,-3-1-3 0,3-2-7 0,-1-3-3 16,-2-2-4-16,1-2 1 0,2 0-3 0,-4-4-2 15,0 2-2-15,1-3 1 0,-1-1 9 0,4 1 26 16,-4-2 21-16,0-3 9 0,-5 5-14 0,-1-4-4 15,6-1-4-15,0 0-7 0,-12-1 0 0,12 1-10 16,-15-4-6-16,7 1-5 0,4 2 2 0,-4-3-7 16,0 2-1-16,2 1-4 0,6 1 1 0,-11-2-4 15,9 2-2-15,2 0-2 0,-6-2-1 0,6 2-4 16,0 0-1-16,0 0-1 0,30-1 0 0,-12 1 0 16,13 0-5-16,2 0 5 0,2 0-18 0,7 0-27 0,-1 0-25 15,0-3-30-15,4-1-31 0,-6 3-36 0,-1-2-36 16,2 1-25-16,-5-1-32 0,-4 2-48 0,-11-2-46 15,1 1-57-15,-7-1-240 0,-2 0-693 0,-1 1 306 16</inkml:trace>
  <inkml:trace contextRef="#ctx0" brushRef="#br0" timeOffset="157055.76">11045 16146 168 0,'-11'10'273'16,"9"-5"-24"-16,-1 1-7 0,0 0 2 0,0 0-18 15,-1 2-23-15,1 1-18 0,1 0-21 0,0 1-13 16,2 0-15-16,2-2-10 0,0 3-14 0,5-4-8 16,0 2-9-16,1-2-12 0,3-2-6 0,3 2-8 15,-1-2-7-15,1-2-7 0,2 0-3 0,2-3-3 16,1 0-7-16,-5-3-6 0,-1 1 1 0,1-3-5 0,-4 0-5 15,2-1-3-15,-4 0-5 0,0-3-2 16,-3 1-1-16,-3-1-1 0,-2 2-5 0,-4-5 1 16,0 1-1-16,-2-1 1 0,-3 2-4 0,-3-3 1 15,-2 1-1-15,0 2 1 0,-2 1 1 0,-2 0-2 0,6 2-2 16,1-1-1-16,-2 0 5 0,4 5 0 0,-2-3 11 16,5 1 7-16,0 1 11 0,3 3-8 15,2-3-7-15,1 4 2 0,6-6-4 0,-1 2-2 0,10 3-3 16,-3-2-7-16,3 1-15 0,7-1-13 0,-4 3-9 15,3-1-9-15,2 1-8 0,-1-3-6 0,-1 3-2 16,-4-1-4-16,-2 1-4 0,-1 4-5 0,-2-4-1 16,-4 1-3-16,2 0 2 0,-1 1 6 0,-2-1 6 15,-3 0 5-15,-4-1 3 0,8 0 9 0,-1 1 0 16,-3 1 4-16,-4-2 2 0,6 1 6 0,-6-1 6 16,0 0 2-16,6 4 2 0,-6-4 9 0,5 3 5 15,-5-3 4-15,1 5 0 0,-1-5 5 0,4 3 2 16,0-1 5-16,0 4-3 0,0-3-2 0,0 3 1 15,2-2-2-15,-1 1 2 0,-2 1-2 0,5 1 2 16,-4 0-6-16,2 2 1 0,0 0 1 0,0 0-2 16,-1 0 3-16,-1 2-6 0,-4-4 5 0,3 2 6 15,-3 3-7-15,0-6 4 0,-3 6 8 0,-1-6 17 16,4 2-1-16,-5-1-2 0,2-2 2 0,-2 2 7 0,1-2 13 16,-1-1 9-16,1-3 8 0,2 3 9 15,-5-3 4-15,7-1 6 0,0 0 4 0,-10-6-13 16,6 5-13-16,4-4-5 0,3-4-2 0,0 3 3 0,0-4-17 15,2 1 0-15,0-4-3 0,3-1-12 0,2-1 0 16,-2-1-3-16,6 2-3 0,-5 0 0 0,5 0-4 16,-6 4-1-16,2 0-7 0,-1 4-1 15,2-3 0-15,-3 2-2 0,-1 2 5 0,0-2-11 0,-3 5 3 16,3-1-9-16,-2 2 2 0,-5 1-1 0,10 1 4 16,-5 2-1-16,-5-3-1 0,5 6-5 0,1 0 1 15,-2-1 6-15,-1 2-5 0,-2 0 2 0,2 0 4 16,-2-1 4-16,3 3-3 0,-1-2-10 0,0 1 8 15,-1 1-3-15,0-2 3 0,-1 1-6 0,3 0 4 16,-2-2-1-16,-1-1 0 0,0 2-1 0,-1-2 1 16,2 1 1-16,-4-2 3 0,1 1 0 0,1-5 1 15,-3 6-7-15,0-3 8 0,3-3-4 0,-5 7-7 16,1-5-23-16,-3-2-30 0,7 0-36 0,-9 4-36 16,3-3-49-16,-1-1-51 0,7 0-60 0,-15 1-237 15,10 1-572-15,-3-1 253 0</inkml:trace>
  <inkml:trace contextRef="#ctx0" brushRef="#br0" timeOffset="159508.33">12035 15831 281 0,'0'-8'313'16,"-4"0"-12"-16,4 0-12 0,-3 3-9 0,3-3-2 15,-1 5-3-15,-3-3-15 0,3 3-23 0,1 3-29 0,-4-6-22 16,4 6 6-16,0 0 22 0,0 0-6 16,-11 16-14-16,5-6 3 0,2 1-4 0,-4 5-3 15,4 0-2-15,-2 5-12 0,1 1-12 0,2 3-12 0,0 3-10 16,-3 0-12-16,3 1-12 0,3 0-10 0,2 1-13 16,-1-2-6-16,4-1-7 0,-1 1-11 0,-1-8-7 15,4 1-7-15,5 3-3 0,-1-6-8 0,1-1-3 16,7 3-17-16,2-1-30 0,-4-6-29 0,1-1-43 15,1-3-42-15,3-1-49 0,-2-2-32 0,1 0-32 16,2-2-32-16,-4-2-38 0,-6 0-41 0,4-4-45 16,2 1-277-16,-6-1-718 0,1-3 317 0</inkml:trace>
  <inkml:trace contextRef="#ctx0" brushRef="#br0" timeOffset="160596.69">12311 15934 122 0,'-4'-3'300'0,"4"3"-4"16,-6-1-7-16,6 1-6 0,-6-4-13 0,6 4-12 16,-3-4-15-16,3 4-12 0,-1-5-35 0,1 5-18 15,0 0-20-15,0 0-17 0,0 0-9 0,6-5-17 16,1 5-13-16,-7 0-12 0,13 0-9 0,-1-1-6 15,-1 0-3-15,1 1-11 0,3 0-7 0,4 0 5 16,-5 0-17-16,4-3 8 0,0 3-20 0,0-3 6 16,-3 4-11-16,-1-2-2 0,-4 1-2 0,4 0-2 15,-3 0-2-15,-3 1-2 0,0-1 9 0,-1 0-10 0,-7 0-2 16,11 2-6-16,-7-2-3 0,-4 0 1 0,8 1-1 16,-8-1 3-16,6 3-6 0,-6-3 6 15,4 2-6-15,-4 1 3 0,1 2 1 0,-1-5-5 0,0 7 3 16,3-2 1-16,-6 1-2 0,2-1 9 0,1 0-9 15,0 1 2-15,0 1-4 0,-3 1 1 0,2-1 1 16,-2 1 3-16,2 1-2 0,-2 1-6 16,0 0 5-16,-1 0 0 0,1 1-3 0,-2 1 2 0,1-2 4 15,0 1-4-15,1-2-1 0,-2 4 5 0,2-4-5 16,-3 1 0-16,5-2 1 0,-3-2 2 0,2 1 2 16,-1-1-8-16,-1 0 1 0,2 0 5 0,2-1 9 15,0-2-6-15,0-3-5 0,-1 8-5 0,-2-5 10 16,3-3-2-16,0 5-2 0,0-5 5 0,4 2-2 15,-4-2 4-15,9 2-4 0,-9-2 0 0,0 0 1 16,17-3 0-16,-10 1-2 0,0-1-4 0,5-1 18 16,-1 3-18-16,1-3-3 0,-4 0 3 0,3 2 1 15,1-2 3-15,-4 3-4 0,1-2-2 0,-1 2-10 16,1-2-8-16,-3 3-14 0,2-1-16 0,-4-1-11 0,-4 2-12 16,12-2-13-16,-12 2-16 0,7-1-14 15,-7 1-13-15,4 0-11 0,-4 0-12 0,0 0-9 16,0 0-13-16,0 0-10 0,0 0-2 0,0 0-19 15,8-2-27-15,-8 2-123 0,0 0-383 0,-1-4 169 0</inkml:trace>
  <inkml:trace contextRef="#ctx0" brushRef="#br0" timeOffset="161112.28">12442 16071 218 0,'0'0'232'0,"-3"-4"-4"0,3 4-9 16,-4-4-3-16,4 4-10 0,0 0-9 0,0 0-10 0,0 0-8 15,-7-1-4-15,7 1-13 0,0 0-9 16,0 0-17-16,0 0-12 0,0 0-9 0,0 0-7 16,0 0-2-16,0 0 2 0,0 0 1 0,0 0 4 15,0 0-8-15,13 10-8 0,-5-10-6 0,-3 0-9 0,9 0-9 16,-2 0-8-16,4-1-3 0,-3 0-3 16,7-1-12-16,-1 0-4 0,-4-2-4 0,-3 1-5 15,6 2-6-15,-4-3-19 0,0 2-13 0,0 2-15 0,-5-2-11 16,0 0-2-16,-1-1-11 0,-4 2-18 0,2-1-21 15,-6 2-19-15,0 0-13 0,0 0-11 0,0 0-13 16,0 0-31-16,0 0-32 0,0 0-37 0,0 0-224 16,-16 10-500-16,10-8 222 0</inkml:trace>
  <inkml:trace contextRef="#ctx0" brushRef="#br0" timeOffset="174035.59">13031 16190 22 0,'4'-4'359'0,"-4"4"8"15,4-1-3-15,-4 1-8 0,0 0-6 0,3-4-3 0,-3 4-24 16,0 0-24-16,0 0-17 0,0 0-27 16,0 0-24-16,0 0-25 0,0 0-20 0,0 0-23 15,0 0-12-15,0 0-14 0,0 0-8 0,8 6-7 0,-8-6-6 16,7 7-10-16,-3-4-14 0,-1 2-7 0,3 0-8 15,2 0-6-15,-2-2-4 0,3 2-12 0,1 1-6 16,-2-1-5-16,3-1-10 0,-5 2-13 0,3-1-14 16,-4 0-29-16,-2-1-29 0,0 2-21 0,2 0-23 15,-2-1-18-15,-3 0-23 0,0 2-15 0,-1-3-29 16,-5 3-22-16,1-4-29 0,-1 5-38 0,-2-3-36 16,1-1-28-16,1 1-220 0,-3 1-597 0,1-4 264 15</inkml:trace>
  <inkml:trace contextRef="#ctx0" brushRef="#br0" timeOffset="174926.17">13420 16368 261 0,'1'-4'287'0,"2"-1"-6"0,0 0-4 0,1-2-7 16,-3 2-9-16,2-1-2 0,1-4-1 0,-3 0-17 0,3 0-9 16,0 0 7-16,-1 0-11 0,0-4-7 0,1 2-27 15,-3-2 1-15,3-2-14 0,1-2-9 0,-3 0-12 16,0 0-7-16,3-2-13 0,-5 1-14 0,0-3-13 15,1-3-9-15,-2 5-13 0,2 0-9 0,-1-1-6 16,0 1-4-16,3 2 10 0,-2 2 0 0,-1 3-5 16,0-5-5-16,0 5-7 0,-1 2-7 0,-2-2-4 15,3 0-5-15,0 3-2 0,0 0-3 0,0 2-3 16,0 1-3-16,0 0-6 0,0 0-3 0,0 2-3 16,0-1-3-16,0 2-3 0,0 4-3 0,0-8-2 15,-1 4-3-15,1 4-4 0,0 0-1 0,0-6-5 16,0 6-3-16,0 0 4 0,0 0-2 0,0 0 1 15,0 0-1-15,0 0 1 0,0 0 0 0,4 17 0 16,-4-12 0-16,0 0-1 0,-3 2 1 0,6 1-3 16,-3 2 3-16,-3 2-1 0,3-3 1 0,0 3-3 15,3 1 0-15,0-2 1 0,-1-1 0 0,1 1-2 16,0 1 2-16,1-3 2 0,-1 1-4 0,5 0 4 0,-3 1-2 16,4-2 0-16,-4-4 2 0,3 4-2 0,4-3 0 15,-3 0 2-15,0-1 0 0,6-2-2 0,-5 2-2 16,3-3-6-16,1-2-5 0,-1 0-3 15,0-3 2-15,0 1-2 0,1-2 6 0,-3-1-4 0,-1-1 3 16,3 0 5-16,-2-1-1 0,-2-3 0 0,-1 0 1 16,-1 0 3-16,-1-1-3 0,-2-1 3 0,1-2-1 15,-4-2 2-15,-1 3 1 0,2 0 0 0,-2 3-4 16,0-5 4-16,-2 2 1 0,1 3 1 0,2-3 0 16,-3 3 3-16,-2 1 5 0,2 2 3 0,1 1-2 15,0-1 1-15,-2 3 0 0,0 0 1 0,3-1-4 16,0 0 0-16,0 5-7 0,-1-4 2 0,1 4-3 15,0 0 2-15,0 0 7 0,0 0-5 0,0 0 7 16,8 15 2-16,-7-10 0 0,2 4 2 0,2-1-4 16,-2 1 3-16,5 0-3 0,-2 2 4 0,-1 1-5 15,5 1 0-15,-4 4 2 0,0-6-2 0,2 2 1 16,2 1-3-16,-1 1 1 0,-5-3-3 0,5 5 1 16,-3-7 0-16,0 1 1 0,-1-1-4 0,2 0 2 0,-3 0 0 15,0 0-1-15,3-1 0 0,-6-4 2 16,3 2-4-16,-1-4-1 0,2 4 2 0,-3-2 1 15,1-2 3-15,-2-1 2 0,-1-2 9 0,3 4 13 0,-3-4 0 16,1 2 1-16,0 2-3 0,-1-4-2 0,0 0-4 16,0 0-4-16,0 0 2 0,0 0-7 0,3 4-2 15,-3-4-20-15,0 0-24 0,0 0-29 0,0 0-37 16,0 0-40-16,0 0-58 0,0 0-53 0,0 4-43 16,0-4-47-16,0 0-60 0,0 0-61 0,-3 4-262 15,3-4-780-15,0 0 346 0</inkml:trace>
  <inkml:trace contextRef="#ctx0" brushRef="#br0" timeOffset="176883.74">14013 15698 39 0,'0'-4'366'0,"0"4"-6"15,0-5-12-15,0 5-17 0,4-8-25 0,-1 6-17 16,2-2-8-16,3 0-5 0,5 0-11 0,1 2-1 16,4-1-12-16,1 2-16 0,2 1-20 0,2 4-17 15,-3-2-10-15,2 5-13 0,-2 0-17 0,8 5-7 16,-3 5-17-16,-4 0-12 0,-2 6-11 0,3-4-9 16,-9 4-8-16,3 3-8 0,-6 2-9 0,1 5-9 15,-9 0-3-15,1 0 16 0,-4 2-9 0,-3-2-7 16,-3 1-9-16,-1 1-4 0,-2-3-10 0,-6-1-13 15,0-3-42-15,-3 0-40 0,-3 1-35 0,-1-5-39 16,-2 2-39-16,-3-2-36 0,2-2-45 0,-3-2-66 16,2-2-83-16,1-2-335 0,0-3-792 0,-2 2 351 15</inkml:trace>
  <inkml:trace contextRef="#ctx0" brushRef="#br0" timeOffset="187913.25">15272 15858 100 0,'0'0'307'0,"0"0"-5"0,0 0-5 15,0 0-6-15,0 0-4 0,0 0-1 0,0 0-7 16,0 0-20-16,-11 5-15 0,11-5-24 0,0 0-15 15,0 0-13-15,0 0-7 0,0 0-11 0,0 0-12 16,-6 1-5-16,6-1-16 0,0 0-7 0,0 0-10 16,0 0-7-16,0 0-2 0,0 0-11 0,0 0-1 15,0 0-6-15,0 0-7 0,0 0-5 0,0 0-9 16,0 0-6-16,0 0-7 0,0 0-4 0,0 0-5 16,0 0-8-16,0 0-6 0,17-5-4 0,-10 5-2 0,3-2-7 15,3 1 3-15,-2 1-9 0,4 0-2 16,-3 0 0-16,7-2-5 0,-1 2-4 0,1-2 2 15,-4-1-13-15,4 6-8 0,0-2-9 0,0-1-9 0,0-1-19 16,-5 0-15-16,-1-1-15 0,-2 1-17 0,4 1-15 16,-4-2-6-16,0 2-9 0,-2 0-7 0,-3-1-13 15,-1 0-11-15,-5 1-16 0,7-3-26 0,-7 3-35 16,0 0-37-16,0 0-24 0,0 0-30 0,0 0-196 16,0 0-561-16,0 0 249 0</inkml:trace>
  <inkml:trace contextRef="#ctx0" brushRef="#br0" timeOffset="188163.23">15338 16052 132 0,'0'0'241'0,"0"0"2"0,1 6 5 0,-1-6 2 0,0 0 9 16,0 4 3-16,0-4 5 0,0 0 6 15,6 4 10-15,-1-4-10 0,-5 0-19 0,15-3-19 16,-4 2-21-16,1-2-23 0,0 3-18 0,3-2-22 0,0-1-15 16,4 1-7-16,0-2-18 0,0 1-10 0,-2 0-12 15,0 0-15-15,-3 1-38 0,6-1-41 16,-1 0-51-16,-2 2-35 0,-4 1-34 0,-2-1-50 16,0-2-58-16,3 3-67 0,-5 0-307 0,-3 0-657 0,3 0 290 15</inkml:trace>
  <inkml:trace contextRef="#ctx0" brushRef="#br0" timeOffset="189428.79">17548 15498 71 0,'-2'-8'201'0,"1"6"-15"0,-2-2-14 16,-2 2-12-16,2-1-15 0,-2 1-1 0,5 2-10 15,-8-3-13-15,1 2-8 0,7 1-13 0,-14-1-5 16,3 1-5-16,-3 1-3 0,1 1 3 0,-4 3-9 16,-1 0 2-16,-3-1-4 0,-6 4-3 0,-4-2-1 15,4 2-3-15,-6-1-1 0,3 0-6 0,-4 1-7 0,2 1-6 16,-1 0-3-16,0-1-3 0,2 0-5 16,0 2-3-16,1-2-1 0,5 0-5 0,2 0-7 15,3-2 0-15,1 1-3 0,5-2-2 0,-2 2-4 0,2-1-2 16,1 0-2-16,6-1 1 0,-3-1-2 0,3 0 0 15,3 0-1-15,-2-1-2 0,2 1-1 0,2 0 1 16,2 0 5-16,-3 0 4 0,6 0 4 0,-1-1-3 16,0 1-5-16,4-1 4 0,-1 0-3 0,2-2-5 15,1 3 5-15,2-2-4 0,4 1 0 0,0-1 0 16,1 1 2-16,0 1-4 0,-1-3-3 0,3 3 1 16,2 0 0-16,2-3-1 0,-3-1-2 0,3 2 2 15,-3 3-5-15,2-5 1 0,-1 3 1 0,-1-3 4 16,1 3-5-16,-4-3 4 0,4 0-3 0,-4 1 1 15,-1 0 0-15,-1 1 2 0,1-2-2 0,-2 1-4 16,-6-1 3-16,3 0-1 0,-1 1-3 0,-4-1 8 16,-4 0-7-16,10 3-1 0,-5-3 0 0,-5 0-4 15,0 0 6-15,8 1-8 0,-8-1 2 0,3 2 1 16,-3-2 1-16,0 0 1 0,0 0-2 0,-3 8 5 16,-2-3-5-16,-2 0 4 0,2 2 1 0,-5 1 0 15,-1 0-2-15,-1-1 2 0,0 0 0 0,-4 4 0 16,0 0 1-16,-1 0 3 0,0 0 5 0,-1 1 2 0,0-1-1 15,1 2 0-15,-3 0 1 0,2 2-2 0,-1-2 1 16,2-1 0-16,0 3-4 0,1-1 1 16,1-3-4-16,0 1 5 0,4-3 3 0,-2 4-3 0,1-4 0 15,1-2 2-15,4 0 2 0,1-2-3 0,-3 2 1 16,3-2 9-16,2 0 15 0,1-3 14 0,2 3 23 16,1-5 19-16,8 4-4 0,-1-4-6 0,5-1-6 15,8-2 1-15,1-2-8 0,10-1-7 0,2-3-13 16,7 0 5-16,0 0 7 0,11-4 19 0,-11 4-15 15,-1 0 1-15,0-1-5 0,3 1-10 0,-7 0 10 16,2 1-23-16,1-1 5 0,-8 3-8 0,-7 1 0 16,-1 2-3-16,-3 0-6 0,-4-1 0 0,0 2-2 15,0 0-4-15,-7-1-6 0,-1 2-21 0,1 0-28 16,-1-1-36-16,-2 1-27 0,-5 1-35 0,0 0-13 16,10 1-23-16,-10-1-34 0,0 7-49 0,0-7-53 15,0 0-279-15,0 0-634 0,-7 6 280 0</inkml:trace>
  <inkml:trace contextRef="#ctx0" brushRef="#br0" timeOffset="190085">17004 16456 30 0,'0'0'310'0,"0"0"-33"0,0 0-27 0,0 0-17 16,0 0-1-16,0 0-7 0,-15 12-10 0,10-7-10 15,0-2-11-15,1 4-10 0,-1 1-13 0,2-1-14 16,-1 2-8-16,0 1-8 0,-3 2-9 0,7-2-9 16,-1-1-12-16,2 0-10 0,-1 4-7 0,0-4-7 15,7 3-1-15,-2-6-12 0,1 4-6 0,3-4-5 16,2 3-2-16,0-3-8 0,1-1-5 0,3 0-9 16,-4-1-8-16,5-2-25 0,-2-2-37 0,2-1-28 0,-5-1-37 15,4 0-42-15,-1-2-49 0,-6-1-59 16,4 0-51-16,-5 2-219 0,1-7-559 0,-5 4 247 15</inkml:trace>
  <inkml:trace contextRef="#ctx0" brushRef="#br0" timeOffset="190428.73">17062 16337 45 0,'0'0'266'0,"0"-4"-17"0,0 4-24 15,0 0-25-15,0 0-20 0,0 0-20 0,0 0-19 16,0 0-19-16,0 0-9 0,0 0-10 0,0 0-10 16,0 0-11-16,0 0-8 0,0 0-6 0,0 0-7 15,0 0-8-15,7 11-2 0,-5-9 0 0,-2-2-9 16,5 4-4-16,-3-2-3 0,-2-2-6 0,5 3 4 15,-3-2-3-15,-2-1 6 0,0 0 8 0,0 0-4 16,0 0 1-16,0 0-4 0,0 0-4 0,11-4 4 16,-11 4-2-16,0-5 0 0,0 5-2 0,0-5-3 15,0 5-2-15,0-5-4 0,-4 1-6 0,4 4 0 16,-1-6 1-16,1 6-9 0,-6-4-13 0,2 1-22 16,4 3-22-16,-5-1-34 0,5 1-35 0,0 0-36 15,0 0-48-15,-14 2-207 0,13 1-440 0,-2 0 195 16</inkml:trace>
  <inkml:trace contextRef="#ctx0" brushRef="#br0" timeOffset="190725.58">17202 16409 160 0,'0'0'222'0,"0"0"-22"15,0 0-20-15,0 0-13 0,0 0-1 0,0 0-6 16,0 0-13-16,0 0-15 0,21 2-11 16,-17 1-13-16,2-2-7 0,1 1-12 0,2-2-10 0,0 2-7 15,3 1-6-15,-1-3-5 0,3 1-8 0,-2-1-3 16,-1 1-6-16,1 1-12 0,-1-1-27 0,-4 1-24 15,4-2-21-15,-6 2-28 0,2-1-35 16,-7-1-28-16,8 0-34 0,-5 1-23 0,-3-1-96 0,0 0-307 16,0 0 136-16</inkml:trace>
  <inkml:trace contextRef="#ctx0" brushRef="#br0" timeOffset="190928.7">17270 16560 112 0,'0'0'211'0,"-4"4"-14"0,4-4-5 16,0 0-9-16,0 0-10 0,-1 4-8 0,1-4-1 15,0 0-2-15,0 0-12 0,9 1-18 0,-9-1-10 16,14 1-13-16,-3-3-13 0,1-1-26 0,-1 3-42 16,1-1-48-16,1 1-50 0,1-4-58 0,0 2-56 15,1 0-127-15,-3-1-337 0,-1 2 150 0</inkml:trace>
  <inkml:trace contextRef="#ctx0" brushRef="#br0" timeOffset="191163.06">17562 16413 50 0,'0'0'316'15,"-5"-2"-28"-15,5 2-31 0,0 0-23 0,0 0 9 16,0 0 2-16,0 0-7 0,-1 12-15 0,-2-8-16 15,3 1-9-15,0 1-22 0,0 2-14 0,0 2-15 16,0 2-14-16,0-2-15 0,0 1-7 0,0 2-14 16,0-1-7-16,0 2-8 0,0-1-9 0,3 3-33 0,-2-2-31 15,-1-3-42-15,3 0-42 0,-3 1-53 16,2-4-70-16,-1-1-74 0,-1-1-234 0,3-2-547 16,-2 0 243-16</inkml:trace>
  <inkml:trace contextRef="#ctx0" brushRef="#br0" timeOffset="192446.76">17017 14995 61 0,'0'0'296'15,"0"-8"-17"-15,0 8-9 0,0 0-20 0,0-3-19 16,0 3-22-16,0 0-19 0,0 0-26 0,0 0-15 16,0 0-20-16,0 0-12 0,0 0-16 0,0 0-7 15,0 0-8-15,6 15-8 0,-5-9-9 0,3 1-10 16,-4 1-1-16,4 3-8 0,-2-3-6 0,1 2-3 15,-2 0-6-15,0 2-2 0,2-3-7 0,-2 2 1 16,3 0-6-16,-4-4 0 0,3 1-2 0,-3 0 6 16,1-2-10-16,1 1 0 0,-1-3-3 0,3 1-1 15,-4 0 3-15,0-1-2 0,0-4 2 0,0 4 33 16,0-4 11-16,3 3 31 0,-3-3 1 0,0 0 2 16,0 0-16-16,0 0-2 0,0 0-9 0,4-12-9 0,-3 7-3 15,2 0-6-15,0-1-6 0,1-2-7 16,3 1 6-16,-5-2-7 0,4-2-5 0,-5 2-7 15,6-1 4-15,-6 0 0 0,2 3-4 0,4-4-7 0,-6 4 1 16,3-1-2-16,-2 0-4 0,0 0 3 0,2 4-3 16,1-2 4-16,-3-1-4 0,1 5 1 0,1-2-5 15,0-1 1-15,-1 1-1 0,-2 0-5 0,3 2 1 16,-1-2 3-16,-3 4-4 0,7-6-4 0,-3 6-1 16,-4 0 5-16,0 0 1 0,13 0-4 0,-13 0 0 15,10 4 4-15,-4-4-7 0,-1 2 4 0,4 0 1 16,-6 1-4-16,1-1-2 0,0 2 7 0,2-1 12 15,-2 0-21-15,1 0 1 0,-1 1 5 0,0 2-5 16,-1-2 1-16,0 3 0 0,-2-2 4 0,1 0-7 16,-1 2 6-16,3 0 5 0,-4-1-6 0,0 1-2 15,0 2 8-15,0-4-2 0,0 4-2 0,0-3 4 16,0 2-7-16,0 0 5 0,0-1 1 0,0 1 3 0,0 0-6 16,-4-2 5-16,8 1-4 0,-4 0-3 0,2-2 9 15,-2 1-4-15,0-1 2 0,2 0 3 16,0 0 5-16,-1 0 4 0,1-1 4 0,3 0 4 0,-3-2 11 15,1 2 5-15,1-2 0 0,0 0-9 0,2 1-1 16,-1-2-5-16,0 0 5 0,2 0-18 0,0-1 18 16,3 0-8-16,-4-1 4 0,4 1-8 0,-2-1-2 15,-1-2 8-15,1 0-15 0,2 2 6 0,-2 0-4 16,0-4-4-16,-1 2-10 0,-2 0-20 0,1-2-18 16,2-2-35-16,-3 2-16 0,-1-2-32 0,-1 1-28 15,-2-2-38-15,2 2-39 0,-3-1-42 0,0 1-45 16,0 0-229-16,0-1-592 0,0 2 261 0</inkml:trace>
  <inkml:trace contextRef="#ctx0" brushRef="#br0" timeOffset="194577.51">17821 15441 125 0,'8'5'160'0,"-2"3"-18"0,-1 0 2 0,3 2-3 0,-2 0-10 16,-1 1-5-16,4 3-4 0,-7-1-11 16,8 3-10-16,-5 2-5 0,-1 0 8 0,0 1-1 0,-1 0-11 15,3 2-5-15,-2 6-10 0,2 0-2 0,-4 3 10 16,0-3-6-16,0-2-9 0,0 2-5 0,-2 1-4 15,0-7-7-15,2 6-6 0,-2-2-3 16,0 3-5-16,1-7-7 0,1-1 5 0,-2 1-3 0,2 0-3 16,0-1-2-16,-1-1-3 0,2 2 0 0,1-5-7 15,0 2 0-15,-1-6-2 0,-1 1-2 0,0-2 0 16,2-2-1-16,0 1-1 0,0-4 0 0,0 1-4 16,-1-3 3-16,2 0-23 0,-2 1-27 0,2-2-30 15,-5-3-43-15,4 1-49 0,-4-1-48 0,0 0-172 16,10-7-410-16,-6 3 181 0</inkml:trace>
  <inkml:trace contextRef="#ctx0" brushRef="#br0" timeOffset="195093.23">18048 15462 230 0,'0'-4'223'0,"0"4"-12"0,0 0-15 16,-1-7-16-16,1 7-18 0,0 0-16 0,0 0-17 16,0 0-13-16,0 0-10 0,0 0 5 0,0 0 3 15,-8 11-11-15,8-6 3 0,-2 3-2 0,2 1-6 16,0 2-4-16,0 2 0 0,0 0 0 0,-2 0-5 16,4 5-2-16,-2 2-2 0,2 0-11 0,2-1 2 15,-3 7-5-15,2-1-3 0,-2-3 0 0,2-2-13 16,-1 9 0-16,0 0-5 0,2-9-6 0,-1 1-2 15,2 5-6-15,-2-7-4 0,3 7-1 0,-4-6-1 16,1 1-5-16,0-2-5 0,0-1 0 0,1 0-3 16,-1 0 0-16,0-2-1 0,-1-2 3 0,-1-1-8 15,-1 0 4-15,1 0-4 0,2-2-5 0,1-2 2 16,-2 3 1-16,0-4-4 0,0 1 1 0,-1-3 2 16,-1 0 4-16,3 2-10 0,-2-2 3 0,2-1 0 15,-2 0-17-15,3 1-14 0,-3-3-14 0,1 1-17 16,-1 0-23-16,2-2-23 0,0 0-34 0,-2 2-45 15,-1-4-47-15,11 1-50 0,-11-1-172 0,9 0-488 16,-9 0 217-16</inkml:trace>
  <inkml:trace contextRef="#ctx0" brushRef="#br0" timeOffset="195905.63">18671 15616 177 0,'0'0'190'15,"-2"-5"-18"-15,2 5-16 0,-3-4-8 0,3 4-6 16,-10 0-3-16,10 0-5 0,-15 1-9 0,9 2-1 16,-3 0-2-16,-3 2-6 0,-1-2 3 0,0 4-1 0,-7-1-6 15,2 1-4-15,-1 1-3 0,0 0-2 16,0 1-3-16,0 0-5 0,-3-1-7 0,6 1-11 16,-3 0-4-16,5-1-8 0,-2-3-6 0,5 1 0 15,-1 2-9-15,4-3-8 0,-2 4-3 0,6-4-3 0,-1-1 0 16,-1 4-5-16,9-4 2 0,-3 1 2 0,8-3 1 15,0 5 0-15,6-4-1 0,6 1-10 16,5-1-1-16,9 1-3 0,1-4-1 0,1 0-3 0,0 1-3 16,-2-1 5-16,3 0-7 0,-4-1-1 0,-1 1-2 15,1-3 2-15,-13 2 0 0,2-1-3 0,0 2 1 16,-8-2-1-16,2 2 0 0,-5 0-4 0,1-2 4 16,-1 0 1-16,-4 0-2 0,-2-1 0 0,3 2-3 15,-4-2 3-15,-1-2-4 0,-2 1 1 0,-1-2-3 16,0 6 0-16,-2-10 0 0,-3 6 0 0,1-3-2 15,-6-1 1-15,-1 1-2 0,-1 1 0 0,-5-4 3 16,-2 3-3-16,-3-2-5 0,2 1-8 0,-2-1-20 16,2 1-15-16,-1 3-20 0,7 0-23 0,-4 2-31 15,1-2-24-15,5 3-29 0,1-2-35 0,2 2-35 16,-1-1-176-16,3 3-457 0,2-1 202 0</inkml:trace>
  <inkml:trace contextRef="#ctx0" brushRef="#br0" timeOffset="196249.36">18628 15518 101 0,'0'0'275'0,"5"-3"-33"0,-5 3-24 0,0 0-21 16,0 0 23-16,0 0-8 0,0 0 1 0,-5 17-5 0,5-12-8 16,0 1-2-16,-2 5-10 0,1 0-13 0,1-2-13 15,0 5-9-15,0-1-4 0,1 4-5 16,1-3-16-16,-1 2-10 0,3 2-8 0,0 1-11 0,-1 2-1 16,3 0-8-16,2-2-13 0,-3 1-9 0,3 0-5 15,-4-1-5-15,7 1-7 0,-5-2-3 0,-1-2 11 16,2 1-23-16,-3 0-2 0,4-3 0 15,-1 0 7-15,-3-2-46 0,1 0-29 0,1-2-33 0,-2-1-34 16,1 0-31-16,-3-2-37 0,0 1-48 0,0-3-48 16,-1 0-58-16,-1 0-203 0,3-1-569 0,-3 0 251 15</inkml:trace>
  <inkml:trace contextRef="#ctx0" brushRef="#br0" timeOffset="198439.27">19188 15615 290 0,'0'-4'284'0,"0"4"-12"0,3-8-14 16,-3 8-18-16,-3-6-16 0,2 1-16 0,-2 4-8 15,3 1-8-15,-3-7-15 0,3 7-11 0,-4-6-8 16,4 3-14-16,0 3-15 0,-5-3-17 0,5 3 5 16,-7 0-30-16,7 0-6 0,-11 3-10 0,8 2-4 0,-5 2-9 15,0-1 1-15,1 3-3 0,-2 0-1 16,-1 2 2-16,2 4-1 0,1 0-3 0,-6 0-9 15,6 1 1-15,2 2-1 0,-1-2-7 0,-1 1-7 0,6 1 2 16,1 0 4-16,1-2-10 0,-1-2-4 0,7 3 2 16,-3-5-1-16,2 0-6 0,3 0 2 0,3 1 3 15,-2-3-9-15,5 2-15 0,0-3-21 0,-2-2-25 16,1 0-28-16,2-3-33 0,-1 1-42 0,1-3-43 16,-2-1-45-16,6 0-34 0,-8-1-45 0,2-1-161 15,-3-2-519-15,0-2 230 0</inkml:trace>
  <inkml:trace contextRef="#ctx0" brushRef="#br0" timeOffset="199064.3">19298 15706 59 0,'0'0'243'0,"0"-5"-15"0,0 5-8 0,2-5-18 16,-2 5-9-16,1-4-21 0,-1 4-13 0,4-6-14 0,-1 4-14 15,0-1-14-15,1 1-11 0,-4 2-9 16,9-5-10-16,-4 4-16 0,2-2-1 0,0 1-5 16,2 0-9-16,0 2-5 0,-1-1-6 0,3 2-9 0,1-1 1 15,-2 1-6-15,-2-1-2 0,-1 1-3 0,2 2-5 16,-3-1-1-16,2 0-3 0,-3 1-2 0,3 0-2 15,-4 1 1-15,-1 2-4 0,1-3-1 0,-2 2-1 16,0 2-2-16,-2 2 0 0,-2-2-4 0,2 3 3 16,-2 0-1-16,1-1-1 0,-3 0-1 0,1-2 0 15,-3 1 3-15,5 1-4 0,-3-1 1 0,0-2 0 16,0 0-1-16,1 1 1 0,-1-2 0 0,0 0-1 16,3-1 3-16,-1 0 0 0,0-2 2 0,2-2 4 15,-6 5 20-15,6-5 9 0,0 0-4 0,0 0-5 16,0 0-1-16,0 0-2 0,0 0-5 0,15-13-1 15,-11 8-5-15,3-2 1 0,1-1-2 0,-2-1 5 16,2 0-10-16,0-1 9 0,-1 1-10 0,1-2-3 16,-4 1 1-16,0-1 0 0,4 1-2 0,-3 1 3 15,0 4 1-15,-1-6 15 0,-3 4 9 0,3 0 9 0,-4 1 6 16,2 1 3-16,0-2-2 0,-2 3 0 16,0-1-4-16,0 5 0 0,0-5-8 0,0 5-3 15,0-3-10-15,0 3-3 0,0 0 1 0,0 0-8 16,0 0 1-16,0 0-2 0,-12 8-4 0,12-4 6 0,-1 2 6 15,-2 1-14-15,2 1-3 0,0 1 2 0,2-2-6 16,-1 5 8-16,4-2 2 0,-3 2-2 16,-1 0-7-16,8 1 3 0,-6-2 5 0,3-1-1 0,-1-1 1 15,7 1-6-15,-4-1-1 0,0-1 4 0,2 0-5 16,1 0-25-16,-1-3-25 0,-2 2-28 0,-1-2-31 16,2-1-43-16,0-2-43 0,1 1-46 0,2-1-50 15,-3 0-180-15,-2-1-509 0,2 0 225 0</inkml:trace>
  <inkml:trace contextRef="#ctx0" brushRef="#br0" timeOffset="199439.28">19710 15856 172 0,'0'0'284'16,"0"0"-11"-16,3-4-11 0,-3 4-14 0,0 0-15 15,0 0-21-15,0 0-19 0,0 0-22 0,0 0-20 16,0 0-15-16,0 0-13 0,0 0-13 0,0 0-10 15,4 12-10-15,-4-7-7 0,2 0-8 0,-1 0-9 16,0 4-7-16,-1-4-8 0,2 1-1 0,-2 3-7 16,1-1-2-16,-1 2-4 0,0 0-2 0,0-1-5 15,4-1-5-15,-4-2 3 0,0 2-2 0,0 0-1 16,1-2-19-16,-1 1-35 0,3-1-27 0,-3-2-26 16,1 1-39-16,1-2-45 0,1-1-55 0,-3-2-46 15,0 0-149-15,0 0-451 0,0 0 199 0</inkml:trace>
  <inkml:trace contextRef="#ctx0" brushRef="#br0" timeOffset="199862.69">19721 15742 120 0,'-2'-4'220'0,"2"4"-22"0,0 0-5 0,0 0-18 15,0 0-17-15,0 0-20 0,0 0-14 0,0 0-20 16,0 0-3-16,0 0-12 0,0 0-8 0,0 0-14 15,0 0-3-15,0 0-4 0,0 0-6 0,0 0-9 16,0 0-4-16,0 0-4 0,0 0-3 0,0 0 0 16,0 0-6-16,13 7 0 0,-13-7-3 0,0 0 5 15,0 0 17-15,0 0 7 0,0 0 10 0,0 0 0 0,0 0-3 16,0 0-9-16,0 0-4 0,3-8-3 0,-3 8-9 16,0 0-4-16,-3-5-1 0,0 0-3 15,3 5-11-15,-5-6 2 0,5 6-5 0,-4-4-15 16,4 4-13-16,-3-3-16 0,3 3-21 0,-4-3-30 0,4 3-38 15,0 0-44-15,0 0-37 0,0 0-168 0,0 0-396 16,0 0 175-16</inkml:trace>
  <inkml:trace contextRef="#ctx0" brushRef="#br0" timeOffset="200325.99">19811 15650 122 0,'0'0'311'0,"0"0"-9"0,0 0-4 15,0 0-12-15,0 0-9 0,0 0-10 0,-1-6-10 16,1 6-14-16,0 0-16 0,0 0-27 0,0 0-17 16,0 0-14-16,0 0-22 0,0 0 1 0,0 0-33 15,0 0 1-15,0 0-22 0,15 11-8 0,-11-8-8 16,1 2-10-16,1 0-7 0,-2 1 11 0,5 1-24 16,-3-2-3-16,2 5-4 0,-1-2-3 0,2 0-11 15,-3 4 13-15,2-1-17 0,0 5-9 0,0-1 5 16,-4-5-2-16,3 2 1 0,-4 0-6 0,2-2 1 15,1 1-2-15,-5-1 6 0,4 2-11 0,-3-3 8 0,-2-2-5 16,1 3 0-16,0-2 0 0,-2 0 1 16,0 0 1-16,-1-2 3 0,-2 2-11 0,3-3 4 15,0 3 0-15,-2-4-3 0,0 3-3 0,0 0 5 0,-1-1-1 16,0-2-6-16,0 1 17 0,1 1-33 0,-2-2-24 16,1 0-26-16,4 0-21 0,-3 0-23 0,3-4-16 15,-4 5-29-15,4-5-46 0,0 5-54 0,0-5-63 16,3 4-224-16,-3-4-588 0,4 1 260 0</inkml:trace>
  <inkml:trace contextRef="#ctx0" brushRef="#br0" timeOffset="202169.64">20345 15752 164 0,'0'0'317'0,"0"0"-6"0,0 0-10 0,0 0-5 16,0 0-3-16,0 0-5 0,0 0-4 0,0 0-7 0,0 0-8 16,0 0-2-16,0 0-8 0,0 0-6 0,0 0-12 15,0 0-12-15,0 0-15 0,0 0-21 16,7-2-15-16,0 0-23 0,2-1-14 0,5 1-14 0,-3-3-15 15,8 1-12-15,-1 0-10 0,2 0-13 0,3-3-2 16,-3 3-9-16,1 1-9 0,1-2-16 0,-4 2-26 16,-2 2-28-16,-4-3-33 0,3 3-48 0,-4-1-34 15,1-1-37-15,-5 2-36 0,-1 1-35 0,0 0-40 16,-6 0-33-16,0 0-31 0,0 0-34 0,7 2-211 16,-7-2-634-16,0 0 281 0</inkml:trace>
  <inkml:trace contextRef="#ctx0" brushRef="#br0" timeOffset="203061.79">20861 15982 96 0,'0'0'244'0,"5"4"2"16,-2-1-3-16,-3-3-4 0,7 2-1 0,-7-2-7 15,7 2-2-15,-7-2 1 0,7 1 5 0,-7-1-6 16,9 0-1-16,-9 0-9 0,10-1-7 0,-10 1-6 16,7-3-4-16,-3 2-13 0,-2-3-13 0,1 1-10 0,4 1-12 15,-3-2-8-15,0 0-13 0,-1-1-5 0,2 0-13 16,-3 0-7-16,2-1-12 0,-3-1-9 16,3-3-10-16,0-1-7 0,-3 0-11 0,1-1 0 0,-1 1-7 15,2-8-5-15,-3 1-9 0,1-3-1 0,-1 1-5 16,2-9 0-16,-2 9-2 0,-2-10-5 0,2 9-1 15,0-6-8-15,-1 0 3 0,2 7-4 0,-2-2 2 16,1 0-4-16,0 2 2 0,0 1-2 0,1-2-4 16,-1 2 0-16,0 1 0 0,2 1 1 0,-2 2-3 15,0 2 0-15,1 2-3 0,0 1 1 0,-2 0 0 16,2 3-1-16,1 3 1 0,-2-1-7 0,0 0-2 16,0 5-7-16,0-5-6 0,0 5-3 0,0 0 7 15,0 0-1-15,0 0 2 0,0 0 4 0,0 0-3 16,1 17-1-16,-2-8 3 0,-1 1 0 0,2 1 3 15,-1 1 0-15,1-1-3 0,-1 3 3 0,1 4 0 16,0-1 2-16,1-1-3 0,0 3 4 0,-2-1 0 16,2-1-2-16,-1 1 2 0,3-3 2 0,-1 0-2 0,0-3 1 15,2 0-1-15,3 0-3 0,-2-1 3 0,2 0 1 16,-3-2 4-16,3 0-2 0,1 0 2 16,3 1-9-16,-3-3 6 0,0-3-3 0,6 3-16 0,-1-3-5 15,-1-1-6-15,0-2-4 0,3-1-7 0,-3-1 0 16,-1-2 1-16,4-2 3 0,-3 0 1 0,0-1-7 15,-2 0 13-15,0-4-14 0,0 1 0 0,0-1 1 16,-1-4 9-16,-1 2-2 0,2-3 3 0,-6-1 1 16,-1 2 7-16,0-2 1 0,-1 3 2 0,0-4 12 15,-1 4-11-15,-1 0 8 0,-3-2 3 0,3 4 6 16,-4-1 12-16,3 3 13 0,-1 2 4 0,1-3 3 16,-2 5 8-16,2-1-6 0,-2 1 7 0,3 0-7 15,0 5-12-15,-1-5 0 0,-2 2-9 0,3 3 1 16,0 0 1-16,0 0-6 0,0 0 3 0,0 0 5 15,-1 17-4-15,1-10-5 0,1 4 1 0,2 0 0 16,-2 2-6-16,2 4 7 0,-2-3-1 0,3 4 0 16,-1-2-1-16,1 1 3 0,-1 1-3 0,2-1 1 0,-3-4 5 15,0 0-7-15,3 3 2 0,0 1 2 0,-4-1-3 16,2-2-31-16,1-5-49 0,-4 6-42 16,3-4-33-16,1-2-45 0,-4 2-60 0,5-4-68 15,-5 0-338-15,0-2-716 0,0 0 317 0</inkml:trace>
  <inkml:trace contextRef="#ctx0" brushRef="#br0" timeOffset="203639.88">21431 15870 105 0,'0'0'334'15,"0"0"-21"-15,3-3-21 0,-3 3-21 0,0 0-24 16,7-3-19-16,-7 3-16 0,5 0-21 0,-5 0-13 16,13 0-15-16,-13 0-14 0,10 2-17 0,-2 1-14 0,-2-2-13 15,0 1-13-15,1 1-7 0,-3 1-9 0,3-1-2 16,1 4-11-16,-2-3-8 0,-2 0-8 15,0 3-6-15,-3 0-2 0,2-3-2 0,1 3-8 0,-1 1 6 16,-2-2-8-16,2 2-8 0,-6 0 2 0,2-1 4 16,-2 3-5-16,-4-1-4 0,6 1-1 0,-6-2 0 15,2 0-1-15,-2 2 1 0,-3-1 17 0,2 0 11 16,1-1-1-16,-2 0-3 0,1-1 0 0,4 0-2 16,-2-1-15-16,3-2 4 0,-1 0 2 0,0 2-8 15,3 0 2-15,-2-3 5 0,1-1-6 0,2-2 8 16,2 7 10-16,-2-7 3 0,4 4-2 0,4-1-7 15,-1-3-5-15,3 1 0 0,1-2-2 0,2 1-1 16,-2 0-1-16,4-1-15 0,-4-1-33 0,2-1-33 16,0 1-30-16,-2-2-37 0,1 2-39 0,-4 0-51 15,-1-3-59-15,1-1-57 0,-3 2-229 0,-2 0-603 16,1-1 267-16</inkml:trace>
  <inkml:trace contextRef="#ctx0" brushRef="#br0" timeOffset="203905.49">21421 15983 240 0,'0'0'255'0,"-3"-2"-10"0,3 2-14 0,0 0-15 16,-3-3-20-16,3 3-17 0,0 0-19 0,0 0-17 15,0 0-15-15,0 0-9 0,0 0-14 0,21 3-12 16,-14-3-6-16,3 1-9 0,-1 0-8 16,2 1-7-16,0-1-19 0,1 1-26 0,-1-1-26 0,3 0-26 15,-2-1-29-15,0 1-53 0,-1-1-50 0,0-1-41 16,-2 0-139-16,-2 0-376 0,2-1 167 0</inkml:trace>
  <inkml:trace contextRef="#ctx0" brushRef="#br0" timeOffset="204171.09">21741 15938 228 0,'-4'9'272'16,"3"-5"-8"-16,-1-2-12 0,-1 3-15 0,2 0-18 15,0 1-19-15,1-3-18 0,-3 2-9 0,3 1-21 16,-2 0-15-16,2 0-13 0,0-1-11 0,0 1-9 16,0-1-11-16,2 0-8 0,-2 0-10 0,3-2-5 15,-2 3-12-15,3-2-28 0,-2-1-38 0,-1 2-40 16,0-2-42-16,-1-3-42 0,0 7-57 0,0-7-47 0,4 0-159 16,-4 0-427-16,0 0 190 0</inkml:trace>
  <inkml:trace contextRef="#ctx0" brushRef="#br0" timeOffset="204530.45">21665 15866 110 0,'0'0'309'0,"-5"-4"-13"0,5 4-9 16,0 0-20-16,-6-3-19 0,6 3-9 0,0 0-22 16,-4-2-18-16,4 2-22 0,0 0-15 0,0 0-13 15,0 0-19-15,0 0-12 0,0 0-6 0,0 0-15 16,0 0-11-16,0 0-5 0,0 0-9 0,24 6-2 16,-21-3-14-16,1-2-4 0,-4-1-5 0,9 3-7 15,-4-3 2-15,0 1-3 0,-5-1-5 0,7 1 0 16,-7-1-9-16,0 0-2 0,6 2-2 0,-6-2-3 15,0 0 0-15,0 0 1 0,0 0 3 0,0 0-14 16,0 0 1-16,-5-11-3 0,5 11 0 0,-4-5-5 16,4 5-8-16,-4-6-16 0,0 3-16 0,4 3-29 15,-4-4-27-15,4 4-37 0,-7-2-50 0,7 2-68 16,-2-4-64-16,2 4-159 0,0 0-513 0,0 0 228 16</inkml:trace>
  <inkml:trace contextRef="#ctx0" brushRef="#br0" timeOffset="205353.86">21752 16036 6 0,'0'0'222'15,"0"0"-11"-15,0 0-8 0,0 0-13 0,0 0-15 0,0 0-17 16,0 0-9-16,0 0-23 0,0 0-9 0,0 0-2 16,0 0 8-16,0 0-10 0,0 0-8 15,0 0-8-15,-3 12-7 0,3-12-10 0,-2 6-7 0,2-6-7 16,0 6-5-16,-2 1-5 0,2-3-5 0,0 1-3 16,0 1-6-16,0 0-3 0,4-3 2 0,-4 3-6 15,3 1-2-15,-3-3-6 0,4 2-1 0,0-1-5 16,-3 1-28-16,6-1-44 0,-3 0-55 0,1-2-62 15,1 0-74-15,1-2-146 0,-2 2-420 0,2-3 186 16</inkml:trace>
  <inkml:trace contextRef="#ctx0" brushRef="#br0" timeOffset="206197.56">21849 15324 318 0,'1'-6'322'0,"-1"1"-15"0,0 1-19 15,2 0-11-15,-2 4-7 0,2-5-21 0,-2 5-26 16,0 0-22-16,0-5-21 0,0 5-17 0,0 0-25 0,0 0-14 16,0 0-9-16,0 0-11 0,8 9-8 15,-2 0 0-15,-1 1-9 0,1 3-8 0,3 1 14 16,-2 5 0-16,2 1 0 0,-3 1-3 0,5 5-6 16,-5 0 9-16,4 2-5 0,1 1-6 0,-6 1-2 0,3-1-5 15,2 1-2-15,-3-1-9 0,-2 0-7 0,3 3-5 16,-2-1-3-16,-1-2-7 0,-1-1 1 15,3 1-4-15,-3-3-2 0,0 0-5 0,-1-4 0 0,-2-4-7 16,4-1 7-16,-4 0 16 0,0-1 3 0,-1-2-17 16,2-3-2-16,0 0 0 0,-2-4-6 0,0 1-5 15,0-2 2-15,4-1-1 0,-4 0-2 0,0 0 7 16,0-5-13-16,0 6-2 0,0-6-14 0,0 2-30 16,0-2-30-16,0 0-28 0,0 0-15 0,0 0-32 15,10-7-23-15,-7 3-30 0,-2-1-34 0,2 1-37 16,-2-2-46-16,5-2-45 0,-3-1-236 0,0 0-636 15,-2-1 281-15</inkml:trace>
  <inkml:trace contextRef="#ctx0" brushRef="#br0" timeOffset="206650.66">22092 15305 183 0,'0'0'216'0,"0"-4"-25"0,0 4-16 15,0 0 8-15,0 0-8 0,0 0-4 0,9 16-7 0,-7-8-3 16,1 4-6-16,3 1-9 0,3 3-7 0,-4 1-4 15,3 4-1-15,-1-2-10 0,1 0-9 0,0 5-5 16,0-2-13-16,-1 4-1 0,0-1-12 16,-1-4 0-16,0 1-3 0,1 7-4 0,-3-2-10 0,0 0-5 15,-4 1-2-15,2-2-10 0,0-6 0 0,0 2-5 16,-1-3-5-16,-2 1-2 0,1 2 1 0,0-3-11 16,-2 1-3-16,0-2 0 0,2-3-2 0,0 3-4 15,-2-4-2-15,2-2 1 0,0-1 0 0,0 2-4 16,0-3-2-16,0-1-1 0,2-1 4 0,-2-1-5 15,2-2-1-15,1 1 2 0,0-1-8 0,-2-3-15 16,4 1-18-16,-5-3-17 0,7 1-13 0,-7-1-24 16,0 0-23-16,11-2-26 0,-7-2-32 0,1 0-40 15,-2-1-36-15,0 0-34 0,3-2-150 0,-4-1-459 16,0-2 203-16</inkml:trace>
  <inkml:trace contextRef="#ctx0" brushRef="#br0" timeOffset="207370.89">22238 15186 43 0,'2'10'290'0,"-2"-10"-14"16,0 0-19-16,0 0-16 0,0 0-15 0,3 3-18 16,-3-3-12-16,0 0-9 0,9 1-14 0,-5 2-18 15,5-2-16-15,2 3-11 0,-1-3-11 0,-3 1-14 16,3 1-7-16,2 1-12 0,-4 2-5 0,0-2-12 16,2 1-8-16,-2 2-5 0,-4-1-8 0,0-2-3 15,4 4-6-15,-3-3 0 0,1 1-5 0,-4 1-3 16,-2-1 4-16,0 1-2 0,0 2 15 0,-2-2 13 15,-3 1-4-15,1-2 12 0,0 3-1 0,0-2 3 0,-5 0 0 16,4-1 0-16,-2 0 5 0,0 0 1 16,3-1-2-16,-3 0-3 0,3-2-9 0,-1 1 1 0,2 0-2 15,-1-3 1-15,4-1 4 0,-2 6 18 0,2-6 8 16,-2 3 13-16,2-3-3 0,0 0-6 0,0 0-10 16,15 0-11-16,-7 0-5 0,3-2-7 0,1 1-3 15,6-1-10-15,-2-1-6 0,2-1 0 0,4 1-7 16,-5 0-6-16,3 0-13 0,-3-3-27 0,-4 2-28 15,8-1-57-15,-4 0-42 0,-3 0-41 0,-1 0-39 16,-1 0-50-16,-3-1-55 0,1 1-43 0,-4 0-299 16,0 0-718-16,-3 1 318 0</inkml:trace>
  <inkml:trace contextRef="#ctx0" brushRef="#br0" timeOffset="-73628.35">8714 17554 261 0,'-3'-6'312'0,"3"0"-12"0,-3-2-12 0,3 2-16 16,0-1-10-16,-1 1-6 0,1 1-6 0,0 1-4 15,-3 0-17-15,3 4-22 0,0-5-27 0,0 5-15 16,0 0-30-16,0 0 7 0,0 0-22 0,0 0 22 16,3 14-12-16,-3-5-9 0,0 4-12 0,0 1-7 15,0 2-13-15,-3 2-9 0,6 2-8 0,-2 1-2 16,3 5-9-16,-2-5-5 0,1-1-7 0,6 6-6 16,-7-8-7-16,3 1 2 0,-4 1-7 0,6 1-1 15,-3-8-21-15,0-2-43 0,-1 2-29 0,5-2 14 16,-4-1-25-16,-1-4-24 0,4 3-23 0,-3-4-20 15,-3 0-19-15,1 0-50 0,0-3-62 0,-2-2-43 16,0 0-245-16,0 0-605 0,7-8 267 0</inkml:trace>
  <inkml:trace contextRef="#ctx0" brushRef="#br0" timeOffset="-73112.76">8730 17466 98 0,'0'-7'271'0,"0"0"-6"16,0 7-18-16,-1-6-22 0,1 6-27 0,1-3-21 15,-1 3-17-15,0 0 1 0,0 0-9 0,15 12-17 16,-8-5-6-16,1 3-8 0,7 3-11 0,-1 2-4 16,6 3-6-16,2 3-10 0,-3-1-11 0,4-2-6 15,-1 3-3-15,2 0-4 0,-1-2-12 0,-1-1-7 16,1 1-3-16,-5 0-1 0,-2-3-9 0,1-3-1 15,-3 2 0-15,-3-2-3 0,3-7-6 0,-7 6-1 16,1-7-3-16,-4 0-10 0,3 1-6 0,-2-2 6 16,-2-3-12-16,0 1-13 0,-3-2-7 0,0 0-11 15,0 0-6-15,0 0-8 0,-6-17-16 0,2 11-11 16,-4-5-13-16,4 0-11 0,-3-4 2 0,0 3-5 0,3-2-8 16,-4-4 9-16,3 5 9 0,1 0 9 15,-2-4 7-15,2 1 10 0,1 1 8 0,-1 3 8 16,2 1 18-16,-1-3 18 0,0 0 14 0,-1 3 17 15,1 0 12-15,2-1 21 0,1 6 19 0,-3-2 7 0,2-1 21 16,-1 3 16-16,2 1 1 0,-4 0 11 0,2-1 0 16,2 6-4-16,-2-5-7 0,2 5-16 15,-5-6-12-15,5 6-6 0,0 0-6 0,0 0-14 16,0 0-3-16,-7 12-10 0,7-1-18 0,3-1 18 16,-3 2-7-16,0 2-2 0,4 2-5 0,1 2-3 0,-2 4-3 15,5-3-2-15,-1 7-4 0,5-2-4 0,-2-5 3 16,-2 7-1-16,5-7-8 0,-6 0-32 0,6-1-12 15,-1 0-23-15,-4-1-35 0,0-3-25 16,-1 1-40-16,4-1-40 0,-6-4-55 0,2-2-43 0,-3-1-179 16,-2-2-511-16,2-1 226 0</inkml:trace>
  <inkml:trace contextRef="#ctx0" brushRef="#br0" timeOffset="-72057.9">9231 17715 146 0,'1'4'138'0,"3"-2"-20"0,0 2 6 0,-1 0-4 15,2 0-13-15,1 0-9 0,-1 0-4 0,2-1-12 16,-3 0 0-16,3 1-14 0,4-3-2 0,-4-1-9 15,1 0-3-15,0 0-6 0,4-1-6 0,-4-2-2 16,-1-1 0-16,0 0 7 0,-2 1-3 0,-1-2 0 16,0-1 0-16,-1 1-6 0,1-2 11 0,-2 0-1 15,-2 1-6-15,-2-2 3 0,2 1 1 0,-1 1 8 16,-2 0 8-16,0 1-2 0,1-1-3 0,-4 1 0 16,1 2-5-16,0 0-8 0,-2 1 0 0,0 0 0 15,0 1-7-15,-4 4-2 0,2-2-2 0,-1 4-1 16,-2-1-6-16,4 4 5 0,-2-1-5 0,1 2 5 15,2 1-9-15,0 0-2 0,3 2-2 0,3 1-4 16,1-3 0-16,1 3 2 0,3-1-4 0,2 0 0 16,6 4 3-16,-1-6-2 0,5 0-2 0,10 3 3 15,-7-5-3-15,1-2-4 0,3 1 3 0,6-5-3 16,1-1-2-16,-7-2 3 0,0 0-3 0,7-5 3 16,-11 1-7-16,1-1 4 0,1-3-1 0,-3 0-3 15,-1-1 2-15,-2 0 1 0,-4-2-6 0,-1 0 1 16,-6 0 1-16,1-1-1 0,-2 2 1 0,0-1-2 15,-3-1-2-15,0 0 4 0,-2 3 2 0,-2-1-3 16,-1 1 14-16,1 3 3 0,-2-1 6 0,-6 0 6 16,7 2-2-16,-1 4 7 0,-5-1-2 0,2 2 1 15,-1-1-6-15,-2 1-5 0,0 2 2 0,5 2-6 16,-3 1-1-16,6 0-2 0,-1 1-2 0,-2 0 0 16,7 1 0-16,-1 2 3 0,2 1-3 0,3 1-1 15,0 1-5-15,3-3 5 0,1 4-6 0,3-3 2 16,5 4-1-16,1-2-2 0,10-1 2 0,-5-2-3 15,6 1-4-15,2-5-6 0,0 1-5 0,1-3-9 16,-6-2-7-16,4-2-5 0,-6-1-3 0,1-2-10 16,3 3 2-16,-4-6-4 0,-2 2 3 0,-4 1 5 15,1-7 1-15,0 3 5 0,-2 0 2 0,-6 0 5 16,-1-1 5-16,2 2 1 0,-7-2 3 0,1 1 9 16,-2 2 7-16,0 0 9 0,-3-1 21 0,-1 2 9 15,-2-1 3-15,1 1 5 0,-3 1 3 0,1 0 1 16,-3-2 0-16,-1 5 2 0,1-1-3 0,0 2-6 15,-3-1-5-15,0 2-1 0,-1 0-4 0,3 1-2 16,-6 1 1-16,5 1-6 0,-3 3-4 0,-1 1 1 16,1-2-8-16,4 5 3 0,-2-1-1 0,5 2-7 15,-6 0 5-15,4 1-6 0,3 0-2 0,0-1 4 16,3 1-2-16,1-1 0 0,-3-2 3 0,6 2-2 16,-2-2-1-16,3 1 0 0,0-5-1 0,5 3 1 15,0-4-1-15,1-3-3 0,3 2 2 0,2-2-5 16,-1-2 0-16,2-1-1 0,-2-1-5 0,5-5-3 15,-4 1 1-15,4-2-3 0,-3 0 2 0,-2-2 1 16,-2 0 2-16,0-2-2 0,0-2-1 0,-2 0 3 16,-2 0-1-16,-4 2 0 0,-1-5 3 0,-3 5-1 15,-3-6 1-15,-1 3 7 0,1 1 11 0,-2 2 17 16,-2-3 26-16,2 4 6 0,-5-2 14 0,3 3 21 16,2-1-11-16,-1 2 4 0,-2 1-1 0,3 1 0 15,-1 3 4-15,0 0-5 0,0 1-5 0,2-2-17 16,1 3-3-16,3 3-13 0,-5-6-9 0,5 6-9 0,0 0 4 15,0 0-9-15,0 0 0 0,0 0-6 0,-6 18 1 16,9-10-2-16,0 2-2 0,1 3-4 16,0-1 1-16,4 6-8 0,0 0 3 0,0 2-1 15,1 0 3-15,0 7-15 0,1-8-16 0,-1 2-16 16,0-2-26-16,1 0-29 0,0-3-15 0,-2 1-35 0,4-3-26 16,-5-2-35-16,4-2-50 0,-4 1-57 0,2-7-62 15,-1 3-195-15,-1-2-607 0,0-2 268 16</inkml:trace>
  <inkml:trace contextRef="#ctx0" brushRef="#br0" timeOffset="-71589.18">10774 17275 268 0,'-1'-5'362'0,"-2"3"-31"0,2-2-27 0,-2 0-32 16,3 4-30-16,0 0-22 0,0 0-8 0,0 0-30 16,-1 12 0-16,2-6-3 0,2 5-8 0,1 6-19 15,1 2-4-15,2-1-9 0,4 11-35 0,0-4 3 16,-3 2-8-16,-1-8-7 0,5 8-9 0,-1-2-13 15,-1-6-6-15,-4 0-5 0,1 0-5 0,0 2 0 16,-3-3-16-16,0-2-28 0,4 1-27 0,-5-7-19 16,1 1-40-16,-4-1-34 0,2 0-44 0,-2-2-53 15,0-1-55-15,0-3-36 0,0 1-209 0,-2-2-549 16,2-3 244-16</inkml:trace>
  <inkml:trace contextRef="#ctx0" brushRef="#br0" timeOffset="-71207.59">10744 17583 197 0,'-2'-3'231'0,"2"3"-3"0,-4-3-12 0,4 3-13 15,-2-4-20-15,2 4-20 0,0 0-17 0,7-6-15 16,-1 4-11-16,0 2-12 0,8-3-10 0,-2 1-11 16,9 1-10-16,-8-1-10 0,9 1-4 0,0 1-5 15,-2 0-7-15,1 0-5 0,2 3-3 0,-4 1-6 16,0 2-5-16,-3 2 0 0,-1-2-6 0,-4 2-3 15,0-1 0-15,-2 5-1 0,-2-3-2 0,0 2-3 16,-2 2 0-16,1 4 1 0,-2-6-8 0,-3 2 1 16,2 5 0-16,-3-6-3 0,0-1 1 0,4 1 0 15,-1-2-2-15,-2-3 5 0,5 1 20 0,-1 0 14 16,-2-6 9-16,5 1 3 0,0-3-7 0,-1 0-6 16,5-3-2-16,-1 0-6 0,2-5-1 0,-3 0 22 15,4-1-1-15,-2-5-6 0,-1 1-11 0,-1-1 2 16,0-1 3-16,-4 5-5 0,-2-3-6 0,-1-4 2 15,-1 3-2-15,-2 2-6 0,-4 0-5 0,-1-1 7 16,-2 1-15-16,0 2-1 0,-4 2-21 0,2 1-25 16,-5-1-19-16,3 4-25 0,-1 0-36 0,-3 1-41 15,-3 0-50-15,6 1-61 0,-2 2-222 0,1 1-526 16,13-1 233-16</inkml:trace>
  <inkml:trace contextRef="#ctx0" brushRef="#br0" timeOffset="-70400.38">11955 17519 219 0,'1'-11'260'0,"-2"5"-3"16,-4-4-11-16,-2 2-12 0,0 1-11 0,-4 2-10 15,-1-2-7-15,-3 3-11 0,1-1-16 0,-7 3-20 16,1 2 2-16,0 6-14 0,-3-1-5 0,0 0-3 15,4 4 6-15,-3 0-26 0,3 4-6 0,1 1-13 16,2 2-4-16,5-3-10 0,3 3-9 0,0-1-4 16,5 2-8-16,2 1 3 0,2-6-12 0,7 4-14 15,0-1 6-15,6-3-5 0,5-1-10 0,4 1 0 16,6-3 4-16,3-2-9 0,6 0-18 0,-2-8-8 16,-1 1-12-16,2-1-13 0,-2-6-9 0,-1-1-12 15,2-1-16-15,-11 0-13 0,2-5-23 0,-2-1-21 16,0 0-28-16,-11-3-34 0,3-6-17 0,-1-6-49 15,-1 2-27-15,-3-2 1 0,-5-2-145 0,-4 1 357 16,-2 2-141-16,-1 0 36 0,-1 8 41 0,-2 1 39 16,-2 0 44-16,-2 1 31 0,0 0 31 0,-1 1 25 15,1 0 22-15,-2 4 17 0,2 4 26 0,0-1-3 16,2 3 2-16,0 1 4 0,0 2-5 0,3 0-12 16,-3 1-12-16,5 4-9 0,0 0-11 0,-6-1-3 15,6 1-7-15,0 0 0 0,2 15 4 0,2-5 4 16,1 3-1-16,2 4-7 0,-1-3-5 0,1 5-5 15,1-1-5-15,4 8-2 0,-4-1-5 0,2 5-2 16,-4-3-3-16,3-1-1 0,-4 1-4 0,5 0-1 16,-6-6-5-16,1-3-3 0,-1 1 2 0,0-1-3 15,-2-4 0-15,-1-1 5 0,-1 1-9 0,0-8 3 16,3 2-4-16,-3-2 0 0,0 1 2 0,0-1 50 16,0-6 33-16,0 0-8 0,0 5-1 0,0-5-12 15,0 0 2-15,0 0-8 0,11-16-1 0,-3 11 9 16,-1-5-1-16,0 3 5 0,0-5 1 0,2 2 13 15,-1 2-6-15,-1 0-2 0,1 0 0 0,1-2-3 16,-2 0-8-16,-1 5-8 0,-1 0-12 0,1 2-1 16,0-3-6-16,-2 5-8 0,-4 1-7 0,11 0-2 15,-11 0-4-15,11 4-6 0,-4-1 2 0,-3 3-9 16,2 1-7-16,1 4-20 0,-2-1-12 0,0 0-20 16,-1 3-26-16,-1 0-24 0,3 3-17 0,-2-3-23 0,0 1-16 15,-3 2-20-15,3-3-17 0,-4-2-22 0,0-2-30 16,5 1-32-16,0-3-33 0,-4-2-228 15,3-1-578-15,0-2 256 0</inkml:trace>
  <inkml:trace contextRef="#ctx0" brushRef="#br0" timeOffset="-69244.21">12637 17505 109 0,'-5'0'246'0,"5"0"-9"16,-12 1-7-16,5 1-9 0,-5 1-12 0,4 2-11 0,-2 2-19 15,0 1-18-15,3-2-13 0,0 3-15 0,-4-1-16 16,7-1-8-16,1 5-10 0,2-5-9 16,-2 5-9-16,7-3-7 0,-1 1-8 0,4 0-3 15,-2-2-7-15,7 0-8 0,2-3-3 0,2 3-4 16,5-3-2-16,-2-3-6 0,0 1-1 0,1-2-6 0,2-2-4 16,-10 1 0-16,3-3-3 0,-1 1-5 0,-2-1-6 15,-2-1-13-15,-1-2-6 0,-1 2-3 16,-5-2-4-16,0-2 3 0,-3 0 1 0,-3-1 0 15,0-1 3-15,0 3-2 0,-2-5 0 0,-3 3 6 0,1 1 2 16,2 1 5-16,-1-1 0 0,-1-1 4 0,2 3 2 16,1-1 10-16,-1 1 3 0,3-1-3 0,-2 2 2 15,4-1-1-15,0 6-1 0,6-12-5 0,-1 8-2 16,3-1 0-16,2-1-1 0,1 5-1 16,2-2 2-16,-2 1-3 0,5 1-5 0,-3 1 2 0,2 1-1 15,-2 2-2-15,-1 0 0 0,-1 3 3 0,0 2-2 16,-3 0 1-16,3 2 0 0,-3-1-4 0,-2 2 5 15,-5 0-3-15,3 1-2 0,-4 1 0 0,2 0 3 16,-2-2-1-16,-2 1 3 0,2 2-1 0,2-3-4 16,-1 0 6-16,2-1-5 0,-2-2 2 0,2-3 3 15,2 0 0-15,-4-1 1 0,6-1 0 0,-1-2-1 16,2-1-1-16,1 0 1 0,1-4-1 0,1-1-2 16,1 0 2-16,-4-3-2 0,3 0 0 0,-3-1 3 15,2-2-1-15,-3 1 1 0,0-3-2 0,-2-2-2 16,0 0-2-16,-1-1 2 0,-4 0 0 0,-4 2-1 15,0 2 2-15,1 2-2 0,-3-1 1 0,0 2 0 16,-3 1 0-16,-1-1 0 0,-2 0 0 0,2 4-1 16,-3 0 4-16,-1 1-4 0,3 4 1 0,-1 0 1 15,1 1-4-15,4 3 0 0,-3-1 1 0,4-1 0 16,6-2-3-16,-7 6 5 0,9 0 0 0,-2-6-5 16,9 5-5-16,-2-3-3 0,5 3-7 0,2-4 1 15,6 3-10-15,0-3-1 0,1-1-5 0,2 1 0 16,7 0-1-16,-6 1 6 0,6-6 1 0,2 3-1 15,-9-3-1-15,0 3 4 0,0-1 3 0,-1-2 5 16,-4 3-1-16,-4-3 0 0,-4-2 7 0,6 3-2 16,-3-1 6-16,-6 0 8 0,-2-1 5 0,-1 2 5 15,-3-1 3-15,-1 4 4 0,-1-12 6 0,-2 7 12 16,-1 3 3-16,-3-5 2 0,0 3 0 0,-2 1-2 16,-3 0-1-16,5 2-2 0,7 1-4 0,-16 0-2 15,16 0-3-15,-14 1-3 0,10 3-3 0,1 1-3 16,-1 3 1-16,4-2-4 0,0 3 1 0,4 0 2 15,0 4-5-15,-1-3 2 0,7 3-2 0,0-1-3 16,-1 0 3-16,2 4-2 0,2-1-3 0,-1-1 0 16,2 0 4-16,-2 0-7 0,-5-3 1 0,5 3-2 15,-5-3 3-15,0-3-2 0,-2 3 4 0,-3-3-5 16,-1-2 6-16,0 0-2 0,-1 1 22 0,-4-2 23 16,-1-1 14-16,-3 0 13 0,-2-3 8 0,-1 2 3 15,-2-4-17-15,-2-1-1 0,5 2-3 0,-6-3 5 16,2 1-1-16,3-1-2 0,-1 0-4 0,4 1-13 15,-2-1 2-15,5 0 0 0,0-1-9 0,5 4-7 0,-6-9-4 16,6 5-1-16,0 4-4 0,8-8-9 16,0 5-1-16,3-4-15 0,2 5-9 0,6-2-4 15,1 2-9-15,2-3-2 0,0 2-19 0,10-1 0 16,-9 3 12-16,10-5 0 0,-5 4-4 0,-7-1-3 16,3-2-1-16,-5 3 2 0,-1-4-5 0,1 0 17 0,-1 1 3 15,-6 0-2-15,-4-3-4 0,3 2 7 16,-7-2 1-16,3-1 3 0,-3 3 2 0,-4-5-6 15,-4 3 2-15,4-3 2 0,-7 2 5 0,3 0 21 16,0 5-21-16,-5-4 30 0,3 4 3 0,-2 0 1 0,2 1 1 16,1-2 1-16,5 5-2 0,-11-3-5 0,11 3 8 15,-11 1-14-15,11-1 3 0,-10 7 1 0,4-3-5 16,3 1 3-16,-1 5-5 0,0 0 0 16,1 0-1-16,-1 1-7 0,4 2-11 0,0-1 18 15,3 1 2-15,-2-2 1 0,2 2 0 0,1-1-11 0,0-1-14 16,3 1-19-16,0-5-26 0,-2-2-26 0,5 3-21 15,2-4-37-15,0-3-46 0,2-1-71 0,9 1-80 16,-3-3-227-16,1-2-609 0,-4-2 269 16</inkml:trace>
  <inkml:trace contextRef="#ctx0" brushRef="#br0" timeOffset="-66005.05">14565 17332 50 0,'4'-10'244'0,"-4"-3"-12"0,0 4-12 0,0 1-9 16,-1-1-13-16,-2 1-12 0,-1 2-7 0,1-2-16 15,-6 1-10-15,3 4-12 0,-2-3-9 0,0 1-9 0,-3 2-6 16,0 1-9-16,0 2-11 0,-2 1-8 0,-1 2 4 15,-1-1-14-15,-3 5-5 0,1 0-2 16,2 3-5-16,-3-3-7 0,7 2-4 0,-5 2-7 16,2 4-7-16,0-3-1 0,3 4-6 0,2-5-4 0,0 3-3 15,6-1 0-15,-1 1-4 0,4-1 2 0,0 4 5 16,3-1-18-16,7 1 9 0,3-3-8 0,1 0-3 16,5-2 13-16,9-1-13 0,2-1-1 15,3-1-4-15,1-3-1 0,0-3-2 0,3 0 0 0,-2 1-5 16,-1-6-2-16,-2 0-5 0,0-1 2 0,-3-2 10 15,-8-1-11-15,1-1-2 0,-2-1 4 0,-3 3 0 16,-3-1 1-16,-4-4 0 0,-2 1 0 0,-4 1 4 16,2-2-2-16,-4 2 0 0,-2-3 3 0,-1 1 2 15,-2 1 0-15,-5-2 2 0,4 5 0 0,-3-2 3 16,-4 3 0-16,-1 0 4 0,5 1-1 0,-4 0 6 16,-3 2-5-16,5-1 4 0,-3 3-4 0,1 1-2 15,3 2-2-15,2-2-3 0,-1 2 2 0,1 3-2 16,1-1-1-16,3 2-2 0,1-1 3 0,-1 0 1 15,7 4-1-15,0-1-8 0,1 0 5 0,4-2 1 16,0 1 1-16,0 1 0 0,3-4-3 0,-2 0-3 16,2-1 3-16,5 1-2 0,-3-4-4 0,-1 2-1 15,2-3-1-15,-2-4 2 0,0 4 11 0,0-1-12 16,-3-3 2-16,4-3 1 0,-4 2-1 0,-3-4 2 16,2 3-6-16,-1-4 5 0,-1 5 7 0,-2-3-6 15,-1-1 2-15,-1 5 5 0,0-4 7 0,-2 3-2 16,-1 0 4-16,-1 2-4 0,1-2 2 0,2 2-3 15,-3 3-2-15,3-4-1 0,-3 4-4 0,0-5-1 16,0 5 0-16,0 0-2 0,0 0 5 0,0 0 6 0,0 0-9 16,0 0-2-16,0 0 0 0,1 16 1 15,2-10 0-15,1 0-2 0,0-2 2 0,0 4 0 16,0-5 4-16,0 1-2 0,2 0-4 0,-5 2 5 16,3-4-1-16,1-1 1 0,1-1-1 0,2 1 1 0,-8-1-2 15,11-2-3-15,-4-1 7 0,-2-1-1 0,1 1-4 16,-1-1 10-16,2 0-8 0,0-2-2 0,-2 0 3 15,-1 1 3-15,0-2 1 0,1 1 14 16,-3 1 13-16,2 0 17 0,-1 0 0 0,1 1 21 0,-3 0-16 16,1 0 8-16,-2 4-9 0,1-5-10 0,-1 5-10 15,3-3-1-15,-3 3-4 0,0 0-2 0,0 0-7 16,0 0 3-16,7 10-9 0,-4-7 0 0,-1 1 0 16,1 3-7-16,1-1-13 0,1-1-10 0,-1 1-16 15,2 0-6-15,-2-1-14 0,2-1-17 0,3-2-16 16,-4 4-24-16,2-4-15 0,0 1-25 0,-1-3-19 15,0 1-16-15,1-1-18 0,-7 0-20 0,11-5-17 16,-5 4-15-16,-2-6-152 0,1 2-440 0,-4 0 196 16</inkml:trace>
  <inkml:trace contextRef="#ctx0" brushRef="#br0" timeOffset="-65739.45">15207 17027 251 0,'0'-6'261'15,"0"1"-8"-15,0-2-19 0,0 3-26 0,0 1-20 16,0 3-23-16,0 0-21 0,0 0-11 0,0 0-12 16,8 10-5-16,-2 0-2 0,-5 1 7 0,3 2-23 15,3 7-3-15,-2 1-12 0,2 3-6 0,0 6-10 16,-3-3-3-16,4 0-10 0,0 1-2 0,-5 2-6 16,3-5-5-16,2 2-3 0,-2 0-7 0,-3 0 2 0,1-7-7 15,-1 0-4-15,-2-1-15 0,2-2-16 16,-3 0-23-16,0-4-18 0,3-5-21 0,-3-1-16 15,1 0-19-15,-1 1-7 0,0-3-14 0,0-5-27 16,7 1-10-16,-7-1-12 0,0 0-4 0,12-8-6 0,-6 5-96 16,1-7-305-16,-2 0 135 0</inkml:trace>
  <inkml:trace contextRef="#ctx0" brushRef="#br0" timeOffset="-65036.37">15426 17332 5 0,'0'-5'107'0,"3"-2"18"15,-2 4 2-15,-1-1 9 0,3 0 2 0,-3 0 5 16,0 4-3-16,1-5-10 0,-1 5-16 0,0-4-10 15,0 4-12-15,0 0-3 0,4-4-13 16,-4 4 3-16,0 0-15 0,0 0-5 0,19 7-14 0,-15-4 3 16,3 1-9-16,0-1-1 0,5 3-11 0,-2-2 4 15,3 2-5-15,-2 1 2 0,2 1-8 0,0-1 0 16,4 2-7-16,-3 1 5 0,-1-2-2 0,-3-1-2 16,-1 0 0-16,-1 0-7 0,-1 2 2 0,-1-1-3 15,-3-3-1-15,-2-1 4 0,1 4-5 0,-4-4-2 16,-2 0-5-16,-1 2 4 0,-5 1-3 0,5-5 3 15,-2 0 3-15,-5 0-7 0,5 1 6 0,-1-2-3 16,1-2 1-16,-1-2 1 0,8 3-5 0,-9-4 7 16,4 3 1-16,1-3 1 0,3 0 0 0,1-2 1 15,1 1-5-15,3-3-1 0,2 2 5 0,1 2 0 16,1-5-2-16,1 1-4 0,2 3 4 0,3 1-5 16,-1-1 2-16,4 3-5 0,-4-1 5 0,2 2 1 15,-2 0-3-15,0 2-2 0,-1 1 1 0,-3 2 3 16,0 1 1-16,1 1-6 0,-1-1 6 0,-3 0-1 15,2 4-2-15,-3-4 3 0,2 6-4 0,-3-7 4 16,0 2-2-16,0 2-2 0,0-3 2 0,1 2-2 16,-2-4 1-16,0 2 6 0,-2-3-5 0,-1-2 2 15,7 3 3-15,-7-3-3 0,4 1-4 0,-4-1 2 16,3-8-1-16,1 5 5 0,-2-3-2 0,-1 2-2 0,0-2 2 16,-1-2 2-16,3 2-1 0,-3-2-6 15,-3-1 6-15,3 1 0 0,-2 2-4 0,0-4 0 16,-2 1 2-16,3 3-4 0,-3-4 6 0,-2 2-10 15,2 3 0-15,0 0-12 0,-1 0-8 0,-1 0-14 0,5 3-13 16,-2-1-12-16,3 3 4 0,-7-3-8 0,7 3-5 16,0 0-4-16,0 0 0 0,0 0 9 0,0 0 7 15,17 0 0-15,-9 3 2 0,0-1 21 16,3-4-12-16,-2 5 15 0,2-2-3 0,2 0 3 0,-1 1 13 16,-1 0 7-16,0-1-3 0,1 1-2 0,-7-2 19 15,2 1 2-15,0-1 21 0,2 0 21 0,-9 0 5 16,0 0 9-16,11 0 21 0,-11 0-3 0,7 0 9 15,-7 0 1-15,4 1-1 0,-4-1-8 0,0 0-10 16,0 0-8-16,0 0-7 0,0 0-6 0,8 1-3 16,-8-1-4-16,4 5-3 0,-4-2-2 0,3 1-8 15,0 2 1-15,-2-2-3 0,3 2-1 0,-1 0 0 16,1-1-7-16,1 2-4 0,-1-1-8 0,3 1-4 16,2 1-15-16,0 1-30 0,-1-1-11 0,0-3-27 15,2 4-19-15,2-5-13 0,-1 0-18 0,4 1-24 16,-3-2-88-16,1-1-267 0,-1 0 118 0</inkml:trace>
  <inkml:trace contextRef="#ctx0" brushRef="#br0" timeOffset="-64442.67">16274 17335 139 0,'0'0'144'0,"0"0"-10"0,0 0-14 0,0 0-4 15,-3-3-16-15,3 3-11 0,0 0-9 0,0 0-10 16,0 0-1-16,-6 11-8 0,6-11-8 0,-1 4-7 16,1-4-2-16,-1 4-6 0,1-4-7 0,-3 4-12 15,3 0 13-15,-3 0-4 0,3-4-8 0,-5 3 8 16,3 0 15-16,-2 0 5 0,4-3 5 0,-5 5-1 0,2-4 2 16,3-1 2-16,-11 1 6 0,11-1-2 15,-7 2 3-15,-1-2 12 0,3 2-2 0,5-2 1 16,-14 1 2-16,11 1 2 0,-6-1-3 0,2 0 1 15,0 0-2-15,-1 1-4 0,-3-1-6 0,3 1-3 16,0 3-9-16,1-3-6 0,-2 1-1 0,3 0-5 0,-2 3-2 16,2-2-7-16,-1-2-2 0,4 3-1 15,0 3-4-15,0-3-5 0,2 1 13 0,1-1-13 16,0-1-5-16,4 4 11 0,0-4-9 0,3 2 0 0,0-1-3 16,-1-1-2-16,5-3 3 0,2 2-8 0,0-1-3 15,-1 0 3-15,-1-4-1 0,0 2 1 0,1-1-1 16,-1-3-3-16,-1-1 2 0,1 0-1 15,-6-4 1-15,5 0-3 0,-3-1 0 0,-1 0 4 0,1-7-2 16,-4 6-5-16,1-7 3 0,-3 0 2 0,-1 0-3 16,0-3 1-16,0 2 3 0,-1-2-2 0,-2 0 1 15,-1 1 4-15,-1 1 14 0,2 3 20 0,-4-2-1 16,3 5 6-16,-3 0 3 0,3 2-6 0,0-1-2 16,-2 3-2-16,5 3 5 0,-5-1-16 0,3 4 0 15,-3-2-9-15,4 2-6 0,2 3 3 0,0 0-6 16,0 0 4-16,-7 8-2 0,7-1-1 0,1 1 0 15,-1 2-4-15,0 3 1 0,4 3-2 0,-5 2 1 16,2-2-3-16,3 2-10 0,0 1-10 0,1 0-10 16,-3-1-16-16,3 0-12 0,1 0-19 0,-2 0-28 15,-1-5-18-15,1 5-37 0,-1-8-22 0,1 0-36 16,1-1-34-16,-1-1-195 0,0-3-481 0,0-2 213 16</inkml:trace>
  <inkml:trace contextRef="#ctx0" brushRef="#br0" timeOffset="-64270.8">16207 17082 165 0,'-6'-2'231'0,"2"-3"-28"15,0 2-23-15,-1-1-15 0,-2 2-17 0,4-1-22 16,-1 1-38-16,4 2-33 0,-7-3-50 0,0 3-49 15,7 0-43-15,0 0-120 0,-6 4-222 0,6-4 98 16</inkml:trace>
  <inkml:trace contextRef="#ctx0" brushRef="#br0" timeOffset="-64067.69">15393 17244 75 0,'-8'2'276'0,"0"2"-19"16,3-3-22-16,-1 1-16 0,6-2 5 0,-4 1-3 16,4-1-24-16,0 0-18 0,23 0-21 0,-12-1-14 0,12-2-15 15,-5-1-26-15,5 0-31 0,8 1-41 0,-1-1-38 16,4-2-54-16,-2 3-55 0,2-1-63 0,-2 1-181 16,-3 2-389-16,-8-3 172 0</inkml:trace>
  <inkml:trace contextRef="#ctx0" brushRef="#br0" timeOffset="-63175.69">17005 17675 180 0,'0'0'281'16,"8"-1"-13"-16,-2-2-6 0,-2 1-10 0,-2-2-12 15,3-1-15-15,-1 0-6 0,1-2-19 0,-1-2 6 16,2-1-14-16,-1-2-13 0,3 2 2 0,-5-4 3 16,1-4-21-16,2 5 0 0,-3-5-14 0,2-1-13 15,-3-1-1-15,0-1-11 0,2 1-14 0,-3-8-6 16,2-1-15-16,-2 0-7 0,-1-2-11 0,0 2-6 16,3-3-8-16,-6-1-5 0,3 2-10 0,4 3-2 15,-2 1-3-15,-2 5-5 0,0-4-9 0,4 7 1 16,-3 3 8-16,-1 0-11 0,0 5 8 0,-4 0 1 0,4 1-13 15,0 4 0-15,4-1-2 0,-4 2-6 0,3 0-6 16,-2 1-2-16,-1 4-1 0,0 0-3 16,0 0 1-16,0 0 4 0,0 0-3 0,-5 17-3 15,6-7 4-15,-1 3 6 0,4 0-4 0,-4 5-1 0,4 0-7 16,0 2 2-16,2-1 2 0,-2 2 2 0,0-1 10 16,7 6-13-16,-3-2 5 0,0-2 2 0,-1-6-3 15,1 4 1-15,-1-4-1 0,1 1-7 0,3-1 6 16,0-3 1-16,-3-2 1 0,2-2-7 0,2-1 10 15,0-2-3-15,2 0 2 0,-2-3-4 0,3-2 3 16,-2 1-4-16,1-2 7 0,2-6-8 0,-5 1 1 16,10-4 0-16,-4 0 1 0,-4-3 1 0,0 0-3 15,-2-4 1-15,-3 6 4 0,3-8-7 0,0-1 5 16,-4 1 1-16,-3 2-2 0,-1-1 3 0,-1-1-5 16,-2 5 11-16,0 2-8 0,-2-1 8 0,2 1 0 15,-3 0 3-15,0 5 2 0,0 1-5 0,-1 0-7 16,-1 2 3-16,0 2 2 0,-1-1-6 0,6 2-1 15,-11 7 2-15,7-1 21 0,0 1 18 0,1 4-1 16,-2 2 4-16,4 4 6 0,1 1-2 0,1 1-4 16,0 0-2-16,6 10-1 0,-2-2-5 0,2 0-4 15,2 2-4-15,-4-9 1 0,7 6-6 0,-5-6-4 16,1 0-35-16,0 0-29 0,3-4-21 0,-3 0-59 16,-1-5-42-16,0 0-48 0,0-1-65 0,-1-2-88 0,1-3-348 15,1-2-775-15,-4-1 343 0</inkml:trace>
  <inkml:trace contextRef="#ctx0" brushRef="#br0" timeOffset="-56473.6">18370 17368 4 0,'3'-8'263'0,"-1"1"-9"0,-1 0-10 0,0-3-7 16,2-1 5-16,1 1-20 0,-4-1-13 0,0-1-1 16,0 2-5-16,0 0-9 0,-1-3 1 0,0 4-25 15,-4-2-9-15,3 1-15 0,-5 2-12 0,2 1-16 16,-1-1-14-16,-5 3-8 0,2 0-13 0,-2 2-9 16,-3 0-3-16,2 3-9 0,-4 1-3 0,-2 1-8 15,0 0-5-15,-1 3-4 0,2 3-7 0,0-2 3 16,5 2-12-16,3 2-5 0,-1-5 3 0,3 4-20 15,1-1-11-15,3-1 15 0,0 4-20 0,3 0 9 16,3-2 1-16,6 3-8 0,1-3 4 0,6-2-11 16,2 1-7-16,5-3-5 0,-3 0-4 0,12 2 9 15,-2-6-4-15,-2-2 4 0,-2 2-1 0,4-5 1 16,-9 2 5-16,1-2 0 0,-3-4 5 0,0 2 1 16,-1-2 3-16,-4 1 10 0,-5 0-8 0,1-1 5 15,-4 0 2-15,1-1 5 0,-4-1 3 0,-3 2 0 16,0 1-3-16,-3-3 8 0,0 2 0 0,-1-2-4 15,-1 1 4-15,1 4-1 0,-3 0 3 0,3 0-8 16,0 0 0-16,0 2 1 0,0 0-4 0,4 3 6 16,-7-2-9-16,7 2-3 0,0 0 3 0,0 0 8 15,-8 8-10-15,8-8-1 0,4 8 2 0,-1-3-3 0,-2 2 6 16,3-2-4-16,1 0 1 0,1 1-3 0,2 2 0 16,-2-1 3-16,-1-1 0 0,0-3-2 15,4 2 5-15,-4 1 1 0,3-4-6 0,0 0 0 16,1-2 5-16,-1 1 6 0,-3-2-7 0,9-1-3 0,-7 1 4 15,2-4-4-15,-1 2 0 0,-1-1 3 0,1 1 2 16,-4-5 4-16,0 5-7 0,2-2 3 0,-1-1-1 16,-1 1-1-16,-1 0 2 0,1 1-4 15,0 0 1-15,-1 0 0 0,-2 2 2 0,-1 2 1 0,3-6-6 16,-3 6-1-16,3-3-2 0,-3 3 5 0,5-2 0 16,-5 2-2-16,0 0 2 0,0 0-1 0,0 0 2 15,11 8-7-15,-7-5 14 0,0 1-11 0,-1-1 5 16,1 3-5-16,0-4 2 0,3 2 6 0,-2 0-7 15,-1-2 1-15,3 1 5 0,1-1-3 0,-1-1-2 16,0-1 1-16,0 0 1 0,2 0 11 0,-5-3-13 16,5 3 5-16,-3-4 3 0,1 2 15 0,1-1 9 15,-2-2 14-15,-1 3 2 0,-1-4 18 0,-1 2-9 16,3-1 4-16,-1 2 11 0,-3-1-21 0,1 0-6 16,-1 0 2-16,2 1-8 0,-3 1-1 0,-1 2-19 15,3-4 18-15,-3 4-20 0,0 0-12 0,0 0-6 16,8 0-11-16,-8 0-19 0,15 4-17 0,-5-2-12 15,-4 2-17-15,8-1-18 0,-2 0-10 0,7 2-15 16,0-2-26-16,0 1-19 0,3 0-26 0,-1 0-16 16,8-1-18-16,-5-2-8 0,1 0 2 0,-3-2-8 15,0 2-136-15,-2-2-409 0,3 0 180 0</inkml:trace>
  <inkml:trace contextRef="#ctx0" brushRef="#br0" timeOffset="-56036.13">19286 17182 524 0,'7'-6'-13'0,"1"-2"25"15,-5 2 19-15,-1-2 27 0,0 1 25 0,-4 1 15 16,1-3 8-16,0 5 14 0,-2-1 7 0,-1 0-2 0,-3-3 1 15,-1 4-1-15,3 2-5 0,-4-3-5 16,1 4-8-16,-3 1-5 0,0 1-3 0,-1 0-1 16,-3 4-8-16,3 0-4 0,-2 0-4 0,2 3 3 15,-5 1-4-15,3 0-2 0,-4 2-3 0,7 2-8 0,-2-2-6 16,5-1-5-16,1 0-10 0,-1 2-2 0,1-4-6 16,4 0-2-16,0 2-4 0,2-4 0 15,2 0-4-15,2 2-4 0,0-2 1 0,2-1-6 16,5-1 2-16,-3-1 0 0,5-3-4 0,1 0-2 0,0-2-2 15,1 0 1-15,0-5-4 0,5 1-1 0,-2-1 0 16,-3-5-2-16,2 2-4 0,-2-3 15 0,-3-1-14 16,0-3 1-16,1-1-4 0,-3 1 5 15,-4-3-3-15,1-1 1 0,-1 1 2 0,-4-2 13 0,2 1 27 16,-4 1 20-16,-1 0 14 0,-1 1 5 0,0 1-7 16,-3 0 9-16,2 1-2 0,1 3-5 0,-1 3-5 15,-3 0-2-15,6 2-2 0,-4 1 0 0,1 0-7 16,0 3-15-16,2 1 0 0,2 0-10 0,0 4-4 15,-3-4-5-15,3 4-7 0,0 0 2 0,0 0-9 16,0 0 1-16,9 17-1 0,-5-7 4 0,2 1-13 16,1 6 4-16,-1 1 2 0,-1 1-12 0,6 0 8 15,-6 2 3-15,1-1-3 0,2 7 0 0,-2-1-2 16,1-5-16-16,0 5-22 0,0-5-19 0,0-2-20 16,5 4-23-16,-2-4-26 0,-1-1-28 0,6-1-39 15,0-2-41-15,4 1-50 0,0-4-59 0,-2 0-223 16,6-2-604-16,-3-1 268 0</inkml:trace>
  <inkml:trace contextRef="#ctx0" brushRef="#br0" timeOffset="-54572.71">20484 17127 143 0,'-1'-11'258'0,"2"1"-17"0,-3-1-19 16,-1 3-20-16,-3-4-24 0,2 3-6 15,-2 0-17-15,-3 0-15 0,0 0-7 0,-1 2-6 0,-2 1-9 16,0 2-11-16,-3 0 1 0,1 2-14 0,-2 3-12 15,-2 0-9-15,3 3 3 0,-4 2-14 0,3 2-9 16,0 1-1-16,1 2-8 0,1 0 4 16,-1 1-11-16,8 0-1 0,-1 0-9 0,2-2-1 0,1 3 1 15,4 1-8-15,2-2-1 0,2 0 0 0,4 0-5 16,0-3 1-16,2 1-3 0,3-1 11 0,6-2-8 16,-3-1-5-16,4-1-1 0,3-1 0 0,-1-3-1 15,0-2 0-15,-1-2 0 0,-1-1 1 0,3-1-2 16,-4 0 0-16,-4-1 1 0,-2-1-4 0,-1-2 4 15,3-1-3-15,-8 1 8 0,1-2-5 0,-3 0 6 16,-1 1 1-16,-2 0-3 0,2 2 0 0,-6 0 2 16,-1 1-2-16,-2-4-2 0,1 6-1 0,-1-1-3 15,1 2 5-15,1 0-7 0,-3 3 1 0,7 1-1 16,-9 0-4-16,9 0 12 0,-11 4-11 0,7-1-3 16,2 0 3-16,0 5 1 0,2-1-2 0,-2 0-3 15,4 2 12-15,-4 0-7 0,5 0 0 0,-2-1 1 16,5 2-3-16,-2-2 0 0,5 0 3 0,-6 0-1 15,4-1-1-15,-1-2 2 0,-2-2 1 0,5 2-2 16,-4-3 0-16,2-1 1 0,0-1 3 0,1 2-3 16,-8-2 1-16,11-4-3 0,-5 0 4 0,2-1-4 15,-2-2 5-15,-1 1-4 0,3-2-1 0,-5-2 1 16,3 0 1-16,-1-2-1 0,-2 2-1 0,1-2 6 16,-1 1-3-16,1 0-3 0,-1-1 2 0,0 3-1 15,1-1 1-15,-3-1-2 0,5 3 0 0,-4 1-3 16,1 1 1-16,1-1 5 0,-3 2-4 0,4 1-3 15,-1 0 0-15,0 1 3 0,1 1 1 0,2 1-2 16,-7 1 2-16,12 3 11 0,-2 0-13 0,-1 0 0 16,1 5 2-16,-2-3-5 0,4 2 2 0,-2 0 0 15,-1 2 2-15,2 1-3 0,-1-1 2 0,-1 0-1 0,0 1 4 16,-2 0-5-16,0 1 0 0,-1-3 1 16,-3 0-1-16,2 1 7 0,-1-2-5 0,-3 0 1 15,-1-2-3-15,-1 3 4 0,-3-3 1 0,-1-1-1 16,-1 1 1-16,-1-1-1 0,-3-2-3 0,0 0 6 0,4-1 0 15,-3 1-4-15,-1-2 7 0,10 0-3 0,-11 0 2 16,5 0 0-16,6 0-1 0,-6-3-2 16,2-1-7-16,4 4-1 0,3-9 0 0,-2 4-1 15,7 0-5-15,1-3 2 0,-1 2 0 0,5-2-1 0,5-1-6 16,-2-3 2-16,3 4 1 0,-1-3 1 0,2 0 3 16,-2 2-1-16,3-2 3 0,-5 0-4 0,-1 1 3 15,-4 1 5-15,-2 1 0 0,-1 1 0 0,-1-1 4 16,-3 3 1-16,-2 0 0 0,-1-1-2 0,0 1-3 15,-1 0 2-15,-2 2 2 0,2 3-2 0,-6-6 0 16,2 5-3-16,4 1 0 0,-10 0 4 0,10 0-3 16,-9 4 4-16,4-3-5 0,1 4 2 0,1-2 1 15,-1 2-1-15,2 2 2 0,0-1-3 0,2 0 6 16,0 2-2-16,2 0-4 0,1-2 3 0,3 6 1 16,-1-4-3-16,4 3 6 0,-5-1-5 0,5 0-1 15,-2 0 5-15,2-2-1 0,-1 2 1 0,-2-1-3 16,-1 0 2-16,-1-1 3 0,0-2-6 0,-4 2 1 15,3-3 1-15,-6 2 2 0,1-4 2 0,-2 2 4 16,-1 1 2-16,0-1-5 0,-1-3 4 0,-2 2-4 16,2-1 0-16,-1-2-1 0,0 1 2 0,-4-1 0 15,11-1 3-15,-9-1-1 0,9 1 0 0,-9-3-9 16,7 0-3-16,2 3-7 0,0 0-5 0,1-9-8 16,3 6-7-16,0-3-8 0,3 0-10 0,4 0-11 15,0-1-6-15,2-2-13 0,0 0-9 0,2 0-21 16,-1-3-10-16,3 0-7 0,-1 1 10 0,-6 3 15 15,4-2 5-15,0-2 12 0,-4 5 7 0,-1-1 20 16,-1 3 22-16,-2-1 25 0,-5 1 17 0,3 0 18 16,2 3 8-16,-2-1 7 0,0 1-11 0,-4 2 2 15,0 0 5-15,4-3-1 0,-4 3 6 0,0 0 7 0,0 0-7 16,0 0-1-16,-10 13 7 0,9-8 0 16,-3-2 7-16,0 4 1 0,4 1-7 0,-3-2-4 15,3 2-2-15,0 2-3 0,0-3-6 0,-1 2 1 16,1 0-6-16,1-1-1 0,-1 0-4 0,3 6 0 0,1-6-3 15,0-1-3-15,0 0-3 0,0 1-2 0,2-1-4 16,-1-2-5-16,2 2-15 0,1-2-24 16,0 1-29-16,2 0-17 0,1-3-29 0,0-1-17 15,0-1-16-15,1 0-16 0,0-2-9 0,1-2-9 0,-2 2 1 16,0-1-100-16,1-4-299 0,-1 0 133 0</inkml:trace>
  <inkml:trace contextRef="#ctx0" brushRef="#br0" timeOffset="-53916.5">21361 16987 123 0,'-1'-10'172'0,"0"2"12"16,-2 2-4-16,-1-3-9 0,3 4-5 0,-2 0-11 16,-1-1-13-16,3 0-6 0,-2 2-12 0,-3 2-13 15,2-2-9-15,4 4-4 0,-10-1-12 16,10 1-6-16,-9 6-5 0,2-2-4 0,3 2-4 0,-4 0-5 16,4 1-5-16,0 4-7 0,0 0-1 0,1 2-5 15,1 4-4-15,-3-3-5 0,7 1-4 0,1 2-1 16,2 1-2-16,-1-2 0 0,0 5-5 0,3-2-4 15,2-2-3-15,4 1 0 0,0 5 2 0,2 0-5 16,-1-8-2-16,2 7 3 0,0 2-9 0,-3-11 4 16,-2 2-1-16,4 2-1 0,-6-3-3 0,1 0 1 15,-1-4 1-15,-1 1-4 0,-1-3 4 0,-4 4 18 16,-2-2 9-16,-1 1 10 0,-4-3 13 0,3 0 14 16,-5-4 6-16,-2 5 6 0,1-5 2 0,-3-3 9 15,-3 1 0-15,0 0-1 0,0-1 5 0,-3-3 4 16,4-1-13-16,-1 2-3 0,-1-3 4 0,1-4-7 15,3 2-13-15,-1-2 0 0,-2-3-7 0,1 0-12 16,5-4 1-16,3 2-12 0,-1 0-8 0,3-5-13 16,0 2-19-16,9-4-16 0,-5 1-16 0,5-1-21 15,8-7-22-15,-3 2-17 0,3-1-13 0,2 0-7 0,-4 9 6 16,5-6 6-16,-6 8 16 0,7-1 4 16,-6 2 7-16,1 2 8 0,-3 2 7 0,-1 3 4 15,-1 1 9-15,-5 2-1 0,3-1 0 0,-3 1 9 16,2 3 10-16,-6 1-6 0,0 0 3 0,0 0 4 0,8 6 1 15,-7-1 3-15,-1 0-1 0,0 0 8 0,2 3 3 16,-2-1-10-16,2 2 11 0,0 1-3 16,0 0 3-16,3 0 2 0,-3 0-5 0,2 1 8 15,2-3 1-15,-1 2 0 0,2-1 3 0,-6-3 0 16,3 2-1-16,3-3 1 0,-3-1 1 0,0-2 4 0,0 2 3 16,-4-4-2-16,4 3 1 0,-4-3 4 0,0 0-1 15,10-5 1-15,-3 2 8 0,-5-1 1 16,1-1 8-16,1-1 7 0,0 1 3 0,-1-6 3 15,0 4 7-15,0-3 2 0,-1 5 3 0,0-2-1 0,1 0 2 16,0 2 11-16,0-2-13 0,0 0 1 0,-2 4-9 16,2-1 1-16,0 1-6 0,-3 3-9 0,2-2-2 15,-2 2-2-15,5-3-1 0,-5 3-5 16,0 0 0-16,0 0 0 0,10 9-3 0,-6-4-5 0,-2-1-1 16,0 1-13-16,3 2-4 0,-4-3-13 0,3 3-17 15,2 2-22-15,-4-4-22 0,5 4-25 0,-4-4-32 16,1 0-36-16,-1 0-48 0,1 0-40 0,1-1-184 15,-3 0-484-15,0-2 214 0</inkml:trace>
  <inkml:trace contextRef="#ctx0" brushRef="#br0" timeOffset="-52555.7">21726 17003 116 0,'-2'-3'208'16,"2"3"-21"-16,0 0-12 0,0 0-7 0,-10 4-12 16,9 0-2-16,1-4-12 0,0 8-4 0,4-2-4 15,-3 0-6-15,3 2-12 0,0 1-11 0,0 0-16 16,2 1-5-16,-1-2-7 0,-1 2-9 0,3 0-10 16,2-3-1-16,-3 2-7 0,-1-4-5 0,-2 1-3 15,1-1-3-15,2 0-5 0,-1-2-3 0,-4 0-3 16,3-1 3-16,1 0-5 0,-5-2-1 0,0 0-2 15,8 0-1-15,-8 0 16 0,1-8-3 0,2 5-4 0,1-2-1 16,-3 0 11-16,1-2 4 0,0 2-6 0,1-2 2 16,0 0 2-16,-2 1-5 0,3-1-2 0,-2 0-1 15,0 2 3-15,0-1-6 0,-1 1 1 0,2 2-7 16,-2-1-1-16,-1 4-7 0,0-5-2 0,0 5-3 16,0 0 1-16,6-1-2 0,-6 1-2 0,0 0 0 15,6 6 1-15,-2-2-5 0,-1 1 0 0,1-1-1 16,-2 1 2-16,2 1-9 0,0-2 5 0,2 1-5 15,-3 1 0-15,1-2-1 0,-1 2-5 0,0 0 6 16,1-2-2-16,-3-1-2 0,3-1 3 0,-2 3-3 16,-2-5 3-16,3 3 4 0,-3-3-2 0,0 0 0 15,10-2 2-15,-10 2 1 0,4-4-1 0,-1 0 3 16,-3 4 3-16,4-6-4 0,-1 0 5 0,-2 1 13 16,-1 2 17-16,3-2 4 0,-3-2-3 0,0 3 4 15,1-1-2-15,1-1 8 0,-1 4-5 0,2-2-4 16,-3 4 0-16,1-5-3 0,-1 5-10 0,4-3-4 15,-4 3 3-15,0 0-10 0,0 0 4 0,0 0-8 16,10 7-4-16,-3-5 7 0,-2 2-5 0,2 0 4 16,2 2-8-16,2 2-13 0,1-2 1 0,-1 1-10 15,7 2-11-15,0-2 0 0,-1-1-10 0,1 2-12 16,2-3 0-16,-1-2-1 0,-1 2-1 0,-2-2 4 16,-2-3 4-16,6 2 1 0,-6-2 3 0,0-1-2 15,-5 0 3-15,4-3-7 0,-1-1 3 0,-4 0 0 16,2-5 2-16,0 4-1 0,-4-4 3 0,-2 1 4 15,0-2 2-15,-3 1 6 0,3-2-1 0,-4 0 7 16,-4 1 2-16,4-2 6 0,-4 1 4 0,-1 1 2 0,-1 1 2 16,-2 1 5-16,1 0-5 0,-1 2 4 15,-2 1 0-15,6 1 6 0,-8 2-10 0,3 3 1 16,-5 0 1-16,3 0-1 0,3 1 2 0,-5 5 1 16,3-1-2-16,3 1 2 0,0 2 2 0,-1 0-3 0,4 0 4 15,4 3-2-15,-3-4 1 0,3 5-2 0,5-2 3 16,0 1-2-16,3-3 0 0,-1 4 0 0,1-3 8 15,3 0-9-15,1-2 2 0,2 0-6 16,2 1 4-16,-1-3-1 0,4-2 0 0,0 2-3 0,-7-3 2 16,9-2 2-16,-8 1 0 0,1-2-2 0,-3-1 0 15,-2-3 0-15,4 3 2 0,-7-2 1 0,4-2 0 16,-4 1 2-16,-2 1-4 0,1-4 7 0,-4 2-2 16,-1-2 4-16,0 3 1 0,0 0-3 0,-3 0-1 15,-3 0-1-15,3 0 5 0,-1 2-8 0,0 1-2 16,0-1 0-16,4 3 8 0,-8 0-9 0,8 0 1 15,-7 4 1-15,7-4 1 0,-1 6-2 0,1-1 3 16,0 2 1-16,1-1-5 0,4 1 8 0,-3 0-6 16,0 0 0-16,4 0-1 0,-1 1-1 0,-1-2 8 15,2-1-9-15,2-2 1 0,-3 5 1 0,1-6-5 16,-1 2 8-16,2-2-1 0,-2 0-4 0,2-2-2 16,-7 0 5-16,8-2 0 0,-2 0-5 0,-3-2 5 15,1 2-1-15,0-4-1 0,1 0 2 0,-2-5-2 16,-2 5-3-16,3-4 6 0,-1 4 1 0,-1-2 0 15,2 1 4-15,-4-1 2 0,2 1 3 0,-3 1 2 16,4-1 7-16,-2 2-3 0,-2 2-2 0,1 3 2 16,0-8 2-16,0 8-14 0,0-2 1 0,0 2 2 15,0 0-5-15,0 0 2 0,0 0 3 0,0 0-4 16,6 12 4-16,-2-7-2 0,-4 2-3 0,5-1-3 16,-1 0 5-16,1 4-3 0,3-1 10 0,0 0-12 15,1 0-2-15,0 0-3 0,0 0-5 0,2-4 6 16,1 2-9-16,-2-3-1 0,-2-2-8 0,1 1-4 15,-1-2-1-15,3-2-22 0,-2-3-10 0,-2 2-12 16,2-6-14-16,0 0 2 0,-1-2 4 0,-3-1 3 0,3-5 4 16,-4-2 3-16,-1-1 5 0,3-2-14 15,1-7 3-15,-2-1-1 0,0 2 7 0,1-4 0 16,-4-1 10-16,1 0 13 0,-3 2 7 0,4-3 17 16,-4 3 31-16,0 2 17 0,0 1 13 0,0 8 13 15,0 1-3-15,0 1 10 0,-4 0 0 0,4 7 3 0,-1 2-3 16,-1 2-13-16,1 0-3 0,0 5-6 15,1 1-3-15,0 0 0 0,0 0 0 0,-6 14 4 16,6 1 0-16,0 0 0 0,0 4-6 0,6 8-2 16,-4 0-3-16,1 1 0 0,1 0-5 0,5 3-1 0,0-3-2 15,-2 2 5-15,0-2-6 0,-1-8-9 0,2 8-5 16,-1-7-16-16,-1-3-11 0,1-3-26 16,-5-2-22-16,1-2-27 0,1-5-18 0,-3 0-5 15,2 0-34-15,-2-5-37 0,-1-1-161 0,0 0-380 0,0 0 169 16</inkml:trace>
  <inkml:trace contextRef="#ctx0" brushRef="#br0" timeOffset="-52180.73">22689 16842 56 0,'-1'-3'152'0,"1"3"-23"16,0 0-12-16,5-5-17 0,1 5 2 0,-6 0-8 16,23 3-18-16,-10 0-5 0,6 1 0 0,1 0-2 15,1 3-9-15,2-1 1 0,6 0-6 0,1 3-7 16,-2-4-6-16,-6 0 2 0,0 0-5 0,-2-1-1 15,-2-1 14-15,-4 0 0 0,-5-1 1 0,3-1 4 16,-4 1 14-16,-3-2 6 0,-5 0-9 0,6-3-6 16,-6 3-3-16,0 0 6 0,-5-9 8 0,2 4 2 15,-5 2 3-15,1 0 3 0,-4-4 2 0,0 2-1 16,1 1-4-16,-1 0-7 0,1 2-7 0,1-1-8 16,1 3-5-16,-1-3-4 0,5 3-8 0,4 0-4 15,-12 3 4-15,9 0-6 0,2 1-3 0,1-4 1 16,4 10-4-16,0-1-1 0,8 1 8 0,-2 0-6 15,3 5-4-15,1-2-8 0,-1 3 2 0,1-1 3 16,1-1-8-16,0-1 0 0,-4 1 1 0,3-1-1 16,-5-3-7-16,-2-1 3 0,0 0-4 0,-5-3-10 15,-2 1-6-15,-2-1-18 0,-4 0-19 0,2-3-29 16,-8 1-23-16,0-1-46 0,-2-2-51 0,-3 0-66 16,-7 1-151-16,-3-2-447 0,-1-3 199 0</inkml:trace>
  <inkml:trace contextRef="#ctx0" brushRef="#br0" timeOffset="-48627.26">23625 16861 57 0,'0'0'210'0,"0"0"-14"0,0 0-18 0,0 0-9 16,0 0-17-16,0 0-7 0,0 0-11 0,0 0-8 16,0 0-6-16,0 0-6 0,0 0-10 0,0 0-8 15,19-1-8-15,-14-1-6 0,4 2-9 16,-1-1-10-16,1 1-5 0,-1-3-8 0,5 2-4 0,-1 1-7 15,2-3 0-15,0 1-5 0,-3 1-5 0,0-2-4 16,1 2-1-16,-2 1-5 0,-2-3 0 0,2 2-3 16,-4 1-1-16,1-2-1 0,-7 2 2 0,7-2-8 15,-7 2-1-15,9-1 3 0,-9 1-2 0,0 0-2 16,9 0 1-16,-9 0-7 0,0 0 8 0,5 4-7 16,-5-4 1-16,3 5 1 0,-2-1 1 0,-1-1-1 15,0 2 6-15,0 2-12 0,-1-1 7 0,-2 2-4 16,3 0 1-16,-3-1 3 0,-1 3-1 0,2 1-3 15,-3-3 1-15,4 4-3 0,-4 1 3 0,1-1 5 16,-2-1-4-16,2 2 2 0,0-2 1 0,-3 1-3 16,1 0 1-16,-1 3 2 0,1-5 2 0,-1 3 4 15,2-3 6-15,-4 1-4 0,2 0-1 0,-2-2-5 16,3 0 3-16,-1-2-4 0,0 3 3 0,2-5-4 16,1 0 2-16,1 0-1 0,1 0-2 0,-2-2 3 15,-1 0 0-15,5 1-1 0,0-4 10 0,-4 4 10 16,4-4 8-16,-3 4 6 0,3-4 4 0,0 0 3 15,0 0-1-15,7 3 0 0,-7-3-7 0,11 0-8 16,-3-2 1-16,-8 2-4 0,20-3-7 0,-9 3 2 16,3-2-4-16,4-2-1 0,1 2 1 0,0 0-5 15,0 1-2-15,1-1-1 0,-2 0 11 0,1 1-13 16,-5-1-2-16,4 2 2 0,-4-3-3 0,0 2-1 16,-1-2-2-16,1 3-3 0,-3 0-3 0,1-1-5 15,-4 1-2-15,0-2-6 0,-4 1-11 0,-4 1-16 16,11 0-14-16,-11 0-21 0,8-2-17 0,-8 2-15 15,0-4-16-15,0 4-18 0,0 0-14 0,-4-9-15 16,0 5-30-16,3 1-159 0,-4-3-393 0,0 3 174 16</inkml:trace>
  <inkml:trace contextRef="#ctx0" brushRef="#br0" timeOffset="-48221.04">23713 17048 9 0,'0'0'190'0,"0"0"-4"15,0 0-1-15,0 0-4 0,0 0 4 0,0 0-2 16,0 0-4-16,0 0-2 0,0 0-1 16,0 0 0-16,0 0 5 0,0 0 1 0,0 0 1 0,0 0-5 15,0 0-12-15,0 0-16 0,0 0-18 0,0 0-16 16,10-10-7-16,-7 7-10 0,-3 3-13 0,8-4-10 16,-2 1-11-16,-1 1 0 0,0-1-10 0,3 1-5 15,0-1 0-15,0 2-16 0,5-1 0 0,-2 0-11 16,0 2-17-16,3 2-13 0,-3-4-15 0,0 2-4 15,0 2-28-15,-3-4-16 0,2 4-17 0,2-1-22 16,-1 0-24-16,-4-1-31 0,1 0-30 0,0 0-17 16,0 0-50-16,-2 1-161 0,-6-1-457 0,13 0 203 15</inkml:trace>
  <inkml:trace contextRef="#ctx0" brushRef="#br0" timeOffset="-47186.31">24856 16872 104 0,'1'-4'270'0,"1"2"-19"0,-2 2-30 16,2-4-26-16,-2 4-14 0,0 0-18 0,0 0 6 16,3 14-1-16,1-7-12 0,-4 5-3 0,3 5-2 15,1 2-8-15,-2 0-1 0,7 7-13 0,-5-5-11 16,1 5-5-16,3 1-3 0,1-1-13 0,-3 2-9 16,0-8-4-16,2 8-10 0,-3-8-4 0,-1 2 1 15,1-2-3-15,-1 1 15 0,-2-1-3 0,-2-3-13 16,3-2-2-16,-6 0 3 0,3-2 4 0,-1-3 7 15,-4 0 17-15,-2-3-14 0,0-1 11 0,-2 1-12 16,-4-2-6-16,0-1-9 0,-2-4-7 0,-6 0 1 16,-10-1-10-16,10-3-3 0,-10 1-9 0,-3-3-22 15,6-1-17-15,4 0-18 0,4 0-21 0,-1 0-18 16,1-2-30-16,3 0-27 0,2-1-31 0,1 4-34 16,6-4-48-16,4 4-45 0,1-2-35 0,0-1-244 15,9-1-598-15,-2-1 265 0</inkml:trace>
  <inkml:trace contextRef="#ctx0" brushRef="#br0" timeOffset="-46780.09">24811 16750 52 0,'0'0'257'16,"-2"-6"-27"-16,1 4-24 0,1 2-23 0,0 0-19 0,0 0-10 15,0 0-27-15,-4-4-5 0,4 4-10 0,0 0-15 16,0 0-10-16,0 0-6 0,0 0-8 0,0 0-7 15,18 5-4-15,-13-4-7 0,-1 2-2 16,6-3-10-16,-5 2-1 0,3-2-5 0,-8 0-2 16,10-1-5-16,-3-3-2 0,-3 3 0 0,-4 1 6 0,0 0 5 15,11 1 2-15,-11-1-3 0,2-2-6 0,-2 2-2 16,0 0-5-16,0 0-5 0,0 0 0 0,-16-6-2 16,7 6-7-16,0-1-1 0,9 1-16 15,-15 3-15-15,3-5-25 0,4 5-24 0,1 0-39 0,1-3-31 16,2 2-50-16,-1 3-170 0,5-2-390 0,0-3 172 15</inkml:trace>
  <inkml:trace contextRef="#ctx0" brushRef="#br0" timeOffset="-46358.25">25110 16850 163 0,'0'0'201'0,"-8"0"-19"15,8 0-17-15,-8 4-20 0,4-1-7 0,-1 2-8 16,2-1-8-16,0 1-10 0,0 2-1 0,2-1-7 16,1 0-4-16,0 1-8 0,0 4-8 0,1-5-10 15,5 6 0-15,-3-3-9 0,0 1-7 0,4-2-1 16,-3 0-2-16,2 0-10 0,-3-1 1 0,3-1-6 15,0-1-3-15,-1 0-5 0,3 0 2 0,-4-3-1 16,1 2-1-16,2-3-4 0,-1 2 0 0,-1-3-5 16,-5 0-4-16,11-3-2 0,-6 1 3 0,1-1-4 15,-5-4 3-15,2 2-4 0,1 0 1 0,-4-1 2 16,2-3 1-16,-2 1 3 0,-2-1-3 0,2-3-2 16,-2 2 5-16,-3 1 6 0,4-2-1 0,-3 4-1 15,0-1-4-15,1 1-1 0,1 2-1 0,-1 0-3 16,0 2-1-16,-2 0-5 0,2 0-4 0,-3 1-8 15,6 2-4-15,-9-2-15 0,9 2-12 0,0 0-10 16,0 0-22-16,-7 8-22 0,7-4-21 0,0 0-21 16,2 1-18-16,2 0-26 0,1 1-8 0,3 2-24 15,-2-1-106-15,-1-1-336 0,-1-1 150 0</inkml:trace>
  <inkml:trace contextRef="#ctx0" brushRef="#br0" timeOffset="-46045.76">25322 16820 98 0,'-4'-4'206'0,"4"4"-11"0,-5-2-19 16,5 2-6-16,0 0-10 0,-14 8-16 0,12-4-7 0,-4 0-16 15,3 1-5-15,1 0-8 0,-1 2-12 0,0-1-7 16,2 1-2-16,1 0-12 0,-2 2-6 15,4-1-6-15,2 2-7 0,-1 0 2 0,-1-2-4 16,5 0-4-16,1 2-8 0,0-5-2 0,-1 3-6 0,2-2 2 16,1-1-4-16,0 0-4 0,1-1-3 0,-1 0-3 15,0-3-1-15,1 0-5 0,-2 1-2 0,-2-4-3 16,2 2-3-16,-3 2-7 0,-6-2-11 0,12-3-11 16,-7 2-21-16,-3-2-21 0,2 0-27 15,-1 0-17-15,-3-2-30 0,0 5-19 0,3-4-24 0,-3-1-129 16,0 5-335-16,-4-6 148 0</inkml:trace>
  <inkml:trace contextRef="#ctx0" brushRef="#br0" timeOffset="-45410.46">25513 16842 213 0,'0'0'251'0,"0"0"-6"0,0 0-9 16,0 0-5-16,0 0-14 0,0 0-15 0,0 0-21 16,0 0-17-16,0 0-18 0,0 0-15 0,0 0-14 15,0 0-17-15,0 0-4 0,0 0-14 16,0 0-5-16,-6 10-4 0,4-7-11 0,2 3 2 0,2-1-16 16,-2 0-4-16,0 3-6 0,0-2-1 0,2 0 6 15,-2 4-13-15,1-3-5 0,1-2 0 0,0 7-1 16,1-5-4-16,-1 1-2 0,1 0 0 0,0-3-3 15,1 1-5-15,-1-1 1 0,-2 0 9 0,2-1-10 16,-2-1-6-16,3 1 3 0,-1-3 2 0,-3-1 0 16,8 1-3-16,-8-1 1 0,0 0-1 0,10-5 1 15,-6 3-4-15,-1-2-1 0,-1-1-1 0,2-2 4 16,0-1 1-16,0 3-3 0,-1-3 3 0,1 1-2 16,0-3 2-16,-2 2-4 0,0-3-3 0,3 4 3 15,-3 1 0-15,4 0 1 0,-4-1 7 0,1 1-10 16,0 1 7-16,-2 2-4 0,3-1 0 0,-4-1 0 15,0 5-3-15,4-4-2 0,-4 4-1 0,3-2 2 16,-3 2-1-16,0 0 10 0,0 0-7 0,12 7-6 16,-10-3 2-16,2 1 4 0,0 0-1 0,1 2-3 15,2 2 2-15,1 0 3 0,-1-1-1 0,-2 3-1 16,4-3-2-16,-1 0-5 0,-1-3-8 0,-2 5-11 16,-1-4-12-16,3-2-16 0,-3 2-16 0,3-2-29 15,0 0-31-15,-2-2-32 0,1 0-38 0,-1-1-27 16,0 0-175-16,-5-1-436 0,0 0 193 0</inkml:trace>
  <inkml:trace contextRef="#ctx0" brushRef="#br0" timeOffset="-45113.61">25759 16552 122 0,'0'0'238'0,"8"0"-7"0,-8 0-14 0,7 6-19 0,-3 1-11 15,-1 1-1-15,4 0-11 0,-6 3-5 16,4 2-10-16,-4-2-14 0,2 2-13 0,0 5-10 16,0 0-10-16,1 2-9 0,-1 0-10 0,-1 0-9 15,1-1-9-15,1 2-5 0,1-1-8 0,-3-2-5 0,2 0-4 16,-1 1-11-16,-1 1-1 0,3-1-3 0,-3-3-14 15,1 1-14-15,0-4-25 0,6 4-24 16,-8-8-22-16,1 1-25 0,2 0-36 0,0 0-14 16,2-4-50-16,0-1-30 0,-3 1-171 0,2 0-417 15,-2-2 185-15</inkml:trace>
  <inkml:trace contextRef="#ctx0" brushRef="#br0" timeOffset="-44223.04">25825 16888 188 0,'0'-5'172'0,"0"5"-16"0,0-5-11 16,0 5-10-16,2-6-20 0,1 4-8 0,1-2-11 0,1 3-14 16,-1-2-9-16,2 2-3 0,3 0-8 0,-3-4-7 15,0 3-6-15,3-1-5 0,4 1-4 0,-3-2-1 16,-1 0-6-16,5 2-6 0,-2-2 8 0,-5 0-10 15,4-1-4-15,-2-1-5 0,1-2-19 0,-1 0-6 16,-1-1-12-16,-1-2-8 0,-3-1-6 0,4-5 1 16,-1 2 4-16,-5 2 5 0,2-5 1 0,-1 4 3 15,-1 2 1-15,0-5 6 0,-1 4 10 0,-2 0 10 16,1 3 2-16,0-2 10 0,-3 3-4 0,2-2-11 16,-4 6 4-16,1-1 3 0,-1-1-6 0,-2 3 12 15,2 0-5-15,-1 3-5 0,6 1 2 0,-9 0 4 16,3-1 1-16,6 1 10 0,-12 4-10 0,8 0-3 15,-2 3 3-15,2 0 2 0,2 0 4 0,-4 6 4 16,5-2 5-16,-2 1-3 0,3 5 9 0,0-1 0 16,0 4-2-16,3 0-4 0,-2-1 2 0,6 2-4 15,-3-1-2-15,0-1-6 0,0 8 1 0,3-6-5 16,0-2 3-16,-2 0-4 0,1-1-3 0,-1 0 3 16,2-6 1-16,-1 0-7 0,4 2 4 0,-3-2 0 15,1-4 0-15,2 1-2 0,-1-2-4 0,0-2-2 16,-3-1 2-16,2 0 1 0,-2-1 3 0,1-1-5 15,0 0 0-15,-2-2-2 0,-5 0 0 0,16-4 0 16,-12 1 5-16,3-1-3 0,1-1-5 0,0-2 0 16,-1-1 3-16,0-1-2 0,0 0 0 0,1 0 1 15,-7 2 4-15,3 1-8 0,3-4 0 0,-4 3 8 16,-2 2-1-16,2-1 1 0,-3 0-2 0,4 2 6 0,-1 1-7 16,-3-1 0-16,0 4-1 0,2-2 0 0,-2 2-4 15,0 0 3-15,0 0 3 0,0 0-4 16,0 0 1-16,0 0 0 0,0 0-4 0,6 7 8 15,-6-7-6-15,3 6 6 0,-2-2-8 0,-1-4 3 16,6 5 7-16,-6-1-6 0,0-4 0 0,4 4 0 0,-3-2 7 16,-1-2-6-16,5 3 3 0,-5-3 3 0,6 1 7 15,-6-1 10-15,5 1 4 0,-5-1 6 16,0 0 1-16,0 0 5 0,0 0-3 0,11-4 0 16,-11 4 2-16,4-1-5 0,-4 1-3 0,8-2-2 0,-8 2 4 15,0 0-13-15,10 3 2 0,-5-1-2 0,0 1-2 16,-1 3 0-16,2-1-1 0,1 4-5 0,-3-1 6 15,2 3 11-15,-1 0-1 0,-1 1 7 16,2 2 1-16,3 3 3 0,-5 0-4 0,3 2 6 0,2 2-1 16,-2-2 7-16,0 1 3 0,-3-2-6 0,5 2 5 15,-3-1-4-15,-2 0 4 0,-2-1-1 0,0-1 5 16,2-4-2-16,-4 2 3 0,-1-4 16 0,-2 3 6 16,-1-3 11-16,0-3 12 0,-7 2 6 0,0-4 2 15,0-1-6-15,-1 0-4 0,-8-1-3 0,2-3-10 16,-1 2-15-16,-4-4 3 0,0-3-9 0,-3 1-5 15,-2-3-24-15,-2-2-30 0,-2-4-32 0,4 2-52 16,2-2-27-16,-1-2-29 0,8 4-29 0,0-3-32 16,-3-4-34-16,7 5-28 0,5 2-37 0,1 0-264 15,-1-6-605-15,4 5 267 0</inkml:trace>
  <inkml:trace contextRef="#ctx0" brushRef="#br0" timeOffset="-43723.08">25397 16682 242 0,'-7'-3'259'16,"3"-1"-19"-16,4 4-19 0,-8-5-14 0,4 1-8 16,-2-1-9-16,2 3-24 0,2-1-11 0,2 3-10 15,0 0-16-15,-6-5-13 0,6 5-11 0,0 0-10 16,0 0-2-16,0 0-14 0,0 0-12 0,0 0-9 0,0 0-1 16,23 8-8-16,-16-6-1 0,5-1-5 15,-3 2-8-15,0-1-1 0,3 0 6 0,-3-1-7 16,0 1-11-16,0-2-2 0,-3 2-3 0,-1-1 2 15,-5-1 1-15,7 1 1 0,-7-1-22 0,0 0-12 16,0 0-10-16,0 0-13 0,0 0-17 0,-13-9-25 0,3 9-31 16,3-1-42-16,-1-1-48 0,1 0-20 15,-5 0-172-15,-1 2-423 0,4-1 188 0</inkml:trace>
  <inkml:trace contextRef="#ctx0" brushRef="#br0" timeOffset="-42955.98">25789 16723 101 0,'0'0'299'15,"0"0"-15"-15,-7-2-3 0,7 2-33 0,-10 2-23 16,10-2-22-16,0 0-10 0,-8 0-28 0,8 0-14 0,0 0-17 15,0 0-10-15,0 0-10 0,-5 2-10 0,5-2-12 16,0 0-4-16,20 0-10 0,-9 1-9 16,6 1-14-16,-4 0-19 0,8-2-38 0,-1 0-40 15,0 0-48-15,6 1-65 0,3-4-57 0,-8 3-213 0,1-2-458 16,-3 0 203-16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10:04:24.3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5239 1426 200 0,'-3'-15'461'0,"0"-3"-19"0,0 5-38 16,2 2-2-16,1 1-16 0,0 1-16 0,0 1-14 16,0 2-30-16,0 1-30 0,0 1-40 0,0 0-36 15,0 4-22-15,0 0-20 0,0 0-17 16,4 16-19-16,-2-2-11 0,3 6-12 0,2 0-11 0,-2 11-9 15,1 1-10-15,-1 2-9 0,2-3-6 0,0 5-8 16,-3-5-5-16,1 4-5 0,-1-1-8 0,-1-1-33 16,1-2-24-16,0-4-38 0,-1-8-38 0,3 1-54 15,-5-7-51-15,4-1-39 0,-1-1-20 0,-2-4 3 16,2-3-11-16,0-1-48 0,1-3-69 0,-5 0-229 16,18-8-653-16,-4-5 290 0</inkml:trace>
  <inkml:trace contextRef="#ctx0" brushRef="#br0" timeOffset="328.09">5616 1398 270 0,'1'-5'331'0,"4"2"-3"0,-2-2-19 15,-2 2-34-15,-1 3-31 0,3-4-28 0,-3 4-31 16,0 0-13-16,0 0-18 0,0 0-12 0,-8 20-17 16,3-9-11-16,-2 0-8 0,0 6-11 0,0 0-2 15,-4 2-25-15,3-2 1 0,-3 1-4 0,0-2-8 16,2 2-8-16,-5-4 0 0,2 3-3 0,1-2-3 15,-1-1-6-15,2-6-2 0,2 2-3 0,0-5 1 16,0 0-2-16,1 0 11 0,2-2 16 0,-1-1 13 16,6-2 0-16,-11-1 3 0,11 1 0 0,0 0-11 15,-4-7-12-15,4 7-5 0,4-7-2 0,-4 7-10 16,10-6-1-16,-3 3 2 0,2 2-11 0,2 5-4 16,1-3 4-16,-1 3-17 0,3 0 8 0,-3 2-2 15,2 0-1-15,2 5-4 0,1 2-20 0,2-1 27 16,-4 2-3-16,-1 1-7 0,3 1 3 0,-2-2 1 15,2 2-28-15,-2-2-16 0,0-7-18 0,2 8-7 16,-1-5-26-16,-1-4-30 0,-2-2-41 0,4 1-52 16,-5-2-59-16,5-5-62 0,-2-1-220 0,2-2-595 15,-5-2 264-15</inkml:trace>
  <inkml:trace contextRef="#ctx0" brushRef="#br0" timeOffset="531.21">5882 1551 9 0,'-10'2'288'0,"4"0"-5"0,3 0-17 0,-1 1-23 16,4-3-11-16,-4 6-25 0,3-3 1 0,1-3 2 15,0 7-10-15,0-7-12 0,5 7-22 0,-1-3-5 16,4-2-17-16,-2 2-13 0,6-1-10 0,1-1-11 16,5 2-12-16,2-7-10 0,2 3-23 0,0 3-56 15,1-8-57-15,-3 2-71 0,3 2-78 0,-2-3-101 16,-2 1-164-16,3-3-499 0,-9 2 222 0</inkml:trace>
  <inkml:trace contextRef="#ctx0" brushRef="#br0" timeOffset="1952.98">6188 1469 116 0,'0'0'421'15,"0"0"-32"-15,0-4-32 0,0 4-35 0,0 0-39 16,0 0-27-16,3-4-27 0,-3 4-21 0,0 0-19 16,12 8-19-16,-5-2-19 0,2 2-12 0,1 1-22 15,-1 0-8-15,5 5-9 0,-2-1-14 0,5 1-1 16,-5 0-19-16,0 0-12 0,0 2-13 0,-1-4-12 16,0 4-2-16,-1-6-12 0,2 3-11 0,-5-4-6 15,-2-3 0-15,-1-1 4 0,0-1 1 0,0 1 3 16,-2-3-1-16,-2-2 1 0,0 0 6 0,0 0-9 15,10-9-5-15,-7 5 10 0,-3-4 10 0,2 1 3 16,-1-4 9-16,-2 2 10 0,2-1 7 0,2-2 5 16,-2 2 10-16,3 1 0 0,-1-1 4 0,-3 2-4 15,3 2-8-15,-2-2-3 0,0 1-26 0,2 4 13 16,-3-2-3-16,0 5-7 0,8-4-2 0,-4 4-12 16,-4 0 7-16,11 2-6 0,-3 2-2 0,-1 2-6 15,1 2-11-15,2 0-19 0,-1 0-4 0,1 1 9 16,-2 0-14-16,-1 1-6 0,2 2 3 0,2-4-5 15,-4 3 16-15,1-2-17 0,-4-2-11 0,2 0 12 16,-1-1 6-16,-2-1 1 0,1-3 13 0,3 4 0 16,-7-6-2-16,5-1 14 0,-5 1 5 0,4-8 11 0,-1 3-20 15,0 0 32-15,-3-2 7 0,2-4 10 16,1 6 2-16,-1-8 18 0,-1 2-3 0,2 1 1 16,-2-1 6-16,4 2-1 0,-3 1-3 0,2-1-20 15,-2 4 14-15,4-2-10 0,-5 2-7 0,3 0-1 16,2 3-5-16,2-2-4 0,-3 3-6 0,4-1-5 0,-9 2-4 15,17 5-3-15,-6-1-15 0,0 0 1 16,4 2-10-16,-7 1-4 0,11 3-15 0,-4-1-3 16,4 1-7-16,-5 0-2 0,3 0-20 0,0 1 10 15,-1-2-4-15,3 2 2 0,-4-4 7 0,4 1-10 0,-8-4 11 16,1-2-6-16,3 5 9 0,-4-6 4 0,1 2 2 16,-2-4 8-16,-2 1 5 0,-1-1 1 15,5-4 6-15,-5 0-2 0,1 0 0 0,0-2 3 16,0-1 6-16,-1 0-3 0,-4-4 4 0,1 2 8 15,0-1-1-15,-2-1 3 0,1 1-2 0,-1 1 1 0,-1-1-1 16,-1-1 3-16,3 3 7 0,-5-1 16 0,2 4 4 16,-1 0 1-16,-2-1 5 0,0 3-6 0,-2 1 1 15,0 0-11-15,-2 0 1 0,0 3-7 16,-2-1-2-16,-2 2 1 0,0 3-3 0,-1-1 3 0,2 4 2 16,1-1-8-16,-2 3 3 0,3-1-1 0,4 2-5 15,2-1 2-15,2 2 2 0,0-1-2 0,8 2 5 16,3-1-1-16,8-2 1 0,10 5-6 0,5-1-3 15,7-1-7-15,-1-5-7 0,18 1-11 16,0-2-9-16,-1-1-6 0,-1-5-10 0,1 0 7 0,-16-1-2 16,0-3 5-16,-2 2 3 0,-1-5 8 0,-4 0 1 15,-1-1 6-15,-3 0 6 0,-10 1 4 0,-1 0 8 16,-8-2 26-16,-3 2 12 0,-2-3 17 0,-1 2 11 16,-5 0 7-16,-1-1 0 0,-6-2 4 0,-4 1 1 15,2 3 2-15,-9-3-1 0,6 2-1 0,-17 0-12 16,6 2 2-16,0 1-14 0,1 4-1 0,3-4-4 15,-4 5-11-15,11 2 4 0,-10 2-9 0,11-2-6 16,-2 5 8-16,2-1-6 0,-2 2-6 0,4 0-8 16,2 3-2-16,3-1-4 0,1 0 4 0,3 3-8 15,0-1-24-15,0 1 24 0,3-1-11 0,1 0-7 16,3 0 6-16,4 1-24 0,-2-5-8 0,2 0-8 16,0-3-11-16,0-2-9 0,1 1 1 0,2-3-2 15,-2-4 2-15,1-1 9 0,3 2 2 0,-3-6 9 16,4-1 6-16,-3-2 5 0,-1-1 3 0,-5 2 5 15,3-2 13-15,-5 2 31 0,4-2 35 0,-6 4 26 16,4-2 1-16,-2 1 31 0,-5 2 21 0,3 0 15 16,-4 3-6-16,4-3-8 0,-4 3-11 0,3-1-10 15,-2 3-19-15,-1 2-12 0,0 0-10 0,0 0-5 16,0 0-4-16,0 0-6 0,0 0-10 0,-8 13 1 16,7-6-5-16,1 3-14 0,0 0-2 0,1 0-18 15,-1 2-10-15,4 1 8 0,-1-3-11 0,0 2-5 16,1-6-2-16,2 7-4 0,3-7-2 0,-4 3 7 15,5-2-1-15,-1-6 1 0,1 3 8 0,1-3 10 16,1-1-7-16,-1-4-2 0,-2 1 5 0,2-3-7 16,-3-1 6-16,2 2-9 0,-1-3-7 0,-2-1 25 15,0-2 6-15,-2 3 8 0,0 3 7 0,1-3 8 16,-3 0 10-16,1 3-2 0,-4 0 1 0,3 0 2 16,-1 0-9-16,0 2-7 0,-1-2-5 0,-1 5-8 15,2-3-5-15,-2 3 3 0,0 0-2 0,0 0-4 16,0 0-1-16,0 0 1 0,1 13 7 0,2-7-9 0,-2 0 2 15,-1 0 0-15,0 0-7 0,0 4 0 16,4-4-4-16,3 1 7 0,-2 0-3 0,-2-2 0 16,3 3-2-16,-1-4 3 0,-1-2-6 0,3 1 10 15,-2-1 5-15,2 0-1 0,-1-2 11 0,0 0-1 0,1-3 10 16,0 1 5-16,0-1 8 0,2-2 4 0,-1-2 3 16,-2 4 0-16,-1 0 4 0,2-1-5 15,-1-2-1-15,-1 2 2 0,-1-1-5 0,0 4-5 16,0-5-5-16,0 4-6 0,0 0-6 0,-4 2-5 0,7-2-22 15,-7 2-13-15,14 2-40 0,-9 0-33 0,1 2-49 16,3 1-36-16,-1 0-34 0,3 2-45 0,1 0-70 16,6 3-54-16,-3 1-275 0,4-3-714 0,-1 0 316 15</inkml:trace>
  <inkml:trace contextRef="#ctx0" brushRef="#br0" timeOffset="3374.76">8903 1220 368 0,'1'-3'366'16,"-1"3"-35"-16,0 0-43 0,0 0-30 0,0 0-32 16,0 0-17-16,0 0-23 0,-16 19-22 0,9-6-16 15,-1 4-11-15,0 8-14 0,-4 2-16 16,2 4-7-16,-1-3-11 0,0 1-7 0,3 2-5 0,4 0-2 15,-6 0-13-15,6-1-18 0,-4-3 8 0,4-7-2 16,2 0-8-16,-1-2-4 0,-5 0-1 0,5-5-2 16,0-6-2-16,-1 4-2 0,4-6-4 15,0-2 9-15,0 0-2 0,0-3-4 0,0 0-4 0,0 0 1 16,4-19-4-16,0 4 0 0,0-1-1 0,2-2-5 16,-1-10 2-16,2-3-4 0,1-1-1 0,2-1 9 15,-1-3-18-15,2 1 4 0,-1 3 44 0,-4-1 30 16,0 5 28-16,2 1 22 0,-4 2 22 0,0 5 14 15,2 4 8-15,-4 3-1 0,0 0 1 0,-1 2 6 16,1 0-7-16,-4 5-11 0,2 0-11 0,2-1-19 16,-2 2-17-16,1 2-17 0,-1 3-25 0,1-5-1 15,-1 5-9-15,0 0-10 0,0 0-6 0,-1 21-1 16,1-9-4-16,0 6-5 0,0 4-8 0,3 6-11 16,0 3-22-16,2 1-21 0,1-3-14 0,1 2-30 15,2 0-29-15,1-2-24 0,-2 2-36 0,2-3-7 16,2-2-23-16,-2 0-14 0,-2-7-20 0,1-4-11 15,-3 2-17-15,-1-7-19 0,-2-1-21 0,1 1-13 16,-1-6-6-16,1 1-26 0,0-2 2 0,-4-3 24 16,0 0 27-16,0 0 45 0,-8-12 57 0,1 7 60 15,0-5 52-15,0 4 63 0,-2-4 53 0,-3 3 43 16,5-1 33-16,-7 0 25 0,3 1 23 0,3 0 11 16,-5 1 1-16,3-1-4 0,-2 2-5 0,1 0-7 15,0 0-22-15,-1 3-7 0,5-1-14 0,2 2-11 16,-1-2-15-16,6 3-10 0,-7 0-11 0,7 0-6 15,0 0-9-15,-1 9-4 0,1-9-3 0,8 5-20 16,2 0 15-16,3 0-12 0,4-1-1 0,6 1-6 16,7 0-1-16,-1-3-18 0,4-2 1 0,0 0-14 15,-2-3-2-15,2-2-13 0,-1-2-18 0,-3-3-24 16,1-2-25-16,-3-2-33 0,2-4-30 0,-6-5-29 16,0-1-20-16,0-2-1 0,-1 0 15 0,-4-2-7 15,-5 2 16-15,1 2 22 0,-6-1 41 0,-3 5 45 16,-1 4 44-16,-4 3 50 0,-2-1 39 0,-5-3 32 15,4 5 1-15,-2-1 7 0,-1 4-4 0,1-2 5 16,-6 4-17-16,1 0-34 0,-2 4 12 0,0-3-10 16,0 5-5-16,-3 1-9 0,-3 5-1 0,3-1-4 15,4 4-12-15,-3 3 2 0,1 3-18 0,2 3 10 16,3 2-1-16,1 0 0 0,2 10-10 0,-1-4-2 16,6 4-4-16,0-3-13 0,6 2-12 0,-1-2-10 15,-1-7-23-15,8 8-6 0,2-5-20 0,1-4-18 0,3 5-19 16,2-5-27-16,3-3-32 0,3-1-31 0,-7-5-30 15,10-1-20-15,-1-2-10 0,2-3 3 16,0-5 15-16,-5 1 29 0,-5-2 22 0,3-2 34 16,-1-2 34-16,-2-2 37 0,-2-1 34 0,-3-2 35 15,-6 3 25-15,0-2 42 0,-4-1 29 0,-1-1 26 0,0 2 31 16,-7-1 21-16,-2-1 2 0,1 3-8 0,-3 0 0 16,-5-3-8-16,1 5-4 0,0 1-8 15,0 0-8-15,-2 2-1 0,-5-1-39 0,-1 2 5 16,3 1-14-16,2 3-2 0,0 0-12 0,1 1-9 0,3 2-1 15,2 0-5-15,0-1 1 0,4 2-13 0,0 1 8 16,1 2-15-16,3-1-4 0,3 0-9 0,2 5 7 16,-1-4 0-16,11 4 2 0,-7-5-6 15,9 7-1-15,1-3-5 0,0 1 1 0,0-3 0 16,1 4 0-16,-1-2-4 0,-2 2 3 0,0 0 1 0,1-1-4 16,0 3-1-16,-3-3-4 0,0 3-5 0,-2 3 0 15,-1 1 6-15,1-2-2 0,-2 9-1 0,2 2-6 16,-3-1 11-16,-3 5-4 0,-1-3 3 0,4 3-4 15,-2 2 0-15,2-3 3 0,-4 0 9 16,2 0-10-16,-3 0 2 0,0-8 3 0,0-2-2 0,0-1 0 16,-2-2-5-16,-1-5 1 0,0-1 0 0,1-2 9 15,-1-3 0-15,1-1 62 0,-2-1 27 0,0-4-3 16,0 0-14-16,0 0-5 0,-7-18-9 0,1 7-7 16,2-8-9-16,-11-6-9 0,8 7-1 0,0-10-4 15,5-1-6-15,-2-3-9 0,4 2-2 0,5-4-22 16,-1-2-11-16,2 0-10 0,3 2-2 0,2 5 0 15,-1 1 15-15,-3 10-11 0,2-1-1 0,3 4 1 16,-5 3 4-16,3 3-5 0,-1-3 7 0,2 6 7 16,-3 4-8-16,3-2-2 0,-1 1-1 0,-1 3 7 15,3 1 0-15,-5 2-20 0,4 2 23 0,-4 1 1 16,5 2-3-16,-4-1 1 0,-1 0 8 0,5 4-21 16,-5-1 20-16,1 1-1 0,3 5 0 0,-3-6 3 15,-1-2 9-15,1 2-8 0,2-1 9 0,-5-4 21 16,3 1 10-16,-1-1 2 0,7-2-5 0,-5-3-3 15,2-5-3-15,1 1-5 0,-1-3-1 0,0-2-3 16,1 1 2-16,-2-3-7 0,2-2 1 0,-4-4-2 16,2 1 1-16,-6 0-5 0,1-1-8 0,2 0-3 15,-7 1-1-15,0 4-14 0,-3 0-22 0,-5 2-30 16,3 0-30-16,-9-2-29 0,-5 3-31 0,-4 3-28 0,-12-1-49 16,-3 4-79-16,-5 3-321 0,-17-5-685 15,-5 5 304-15</inkml:trace>
  <inkml:trace contextRef="#ctx0" brushRef="#br0" timeOffset="4124.7">5354 2382 205 0,'14'2'237'0,"20"-2"-16"0,23 2-16 15,11-5 0-15,42 4 4 0,14-9-11 0,11-2-12 16,9 1-13-16,11-3-2 0,13-1-14 0,5 0-6 16,5-3-4-16,9 0-2 0,-4 2-7 0,8-1-3 15,-9-1-3-15,2 5 10 0,-2-2-22 0,-8 4-10 16,3-1-10-16,-17-3-11 0,-3 7-7 0,-6 2-8 15,-8-3-4-15,-1 0-9 0,-11 2-2 0,-11-3-15 16,-5 7 13-16,-15-6-16 0,-35 4 0 0,-3-4-7 16,-3 1 2-16,-18-1-13 0,-2 2-12 0,-1-1 7 15,-8 1-11-15,-7 0-17 0,-5-1-16 0,-2 1-45 16,-5 0-43-16,-4 1-50 0,-3 0-50 0,0-2-55 16,-6 1-292-16,-1 1-608 0,-1-3 269 0</inkml:trace>
  <inkml:trace contextRef="#ctx0" brushRef="#br0" timeOffset="7655.81">3551 3197 33 0,'-6'-11'257'0,"-2"2"-24"0,-2 2-20 0,-4 2-13 0,-5-1-6 15,0 3-10-15,-6 0-12 0,-3 3-13 0,3 3-11 16,-3 4-14-16,7-2-12 0,-2 3-11 16,3 2-11-16,2 1-10 0,-1 0-11 0,5 0-7 15,5 0-6-15,-2 4-9 0,7-4-3 0,0 0-2 0,5 0-7 16,3 1-2-16,0 0 0 0,11 1-1 0,0 2-6 15,4-3 2-15,11 2 1 0,0-3-6 0,1-1-2 16,-5 0-4-16,6-1 2 0,-9-1-8 16,0-2 0-16,-3 3-4 0,1-1-3 0,-4 1 3 0,-6-3-7 15,0 2 3-15,-3-2-2 0,2 3 0 0,-5-1-4 16,-1 2 6-16,0-3 1 0,-4 4 8 0,-6-3 11 16,-3 3 6-16,1-1 9 0,-8 2-3 0,2-2-1 15,-6-1-1-15,2-2 3 0,-5 0-5 0,4 0-2 16,-2-3 0-16,1-2-3 0,1 1-6 0,7-2-3 15,-3-2 1-15,7 2-2 0,1-2-1 0,1-3-19 16,2-2-10-16,2-1-19 0,2-2-22 0,5-4-22 16,6-2-16-16,7-6-28 0,-1-1-29 0,8 0-25 15,-2-1-28-15,4 0-12 0,0-2-4 0,2 3 4 16,0-2 7-16,-1 3 21 0,-3 0 14 0,-1 3 19 16,-7 5 16-16,0-1 27 0,-5 1 34 0,2 0 36 15,-7 3 34-15,0 1 37 0,-3 0 30 0,-1 2 28 16,-1 0 21-16,-2 2 19 0,0 0 9 0,0-2 16 15,-2 3 3-15,2 4-6 0,0-6-10 0,-2 1-18 16,2 5-13-16,0-2-19 0,0 2-9 0,0 0-13 16,0 0-5-16,0 0-4 0,-5 15-14 0,6-7 1 15,-2 2-4-15,2 3-5 0,-1 0-2 0,4 4-5 16,1 4-9-16,2-2 0 0,0 7 3 0,3 0-5 16,-4-6-4-16,1-2-2 0,0 2-1 0,1-1-14 15,3-1-11-15,-3-2-11 0,-1-1-9 0,6-1-9 0,-6-2-12 16,1-5-9-16,2 1-14 0,2-3-30 15,-1-2-17-15,4-3-15 0,-1-2-2 0,2 1-5 16,-4-4 2-16,6-4 14 0,-3 3 13 0,-4-4 14 16,5 1-1-16,-4-7 32 0,-2 6 25 0,-3 0 29 0,-1-1 24 15,-3 2 33-15,3-1 20 0,-4 1 16 0,1 2 17 16,-3 1 0-16,0 0 4 0,-3 2-6 16,3-1-12-16,-1 1-7 0,0 0-11 0,1 4-3 15,0 0-16-15,-10 0-3 0,10 0-12 0,-7 7 14 0,3-1-21 16,0 0-4-16,0 4-9 0,3-3-9 0,1 4-7 15,1-1-3-15,2-3-11 0,2 2-14 0,1 0-4 16,3-2-20-16,-1-2-22 0,3 0-24 0,2-2-19 16,0-1-23-16,1 0-5 0,0-1-17 0,0-2 1 15,5-7 11-15,-7 4 10 0,-2-2 4 0,5-1 14 16,-1-3 6-16,-4 1 21 0,-1 0 20 0,-1-2 23 16,-1 3 40-16,-2 0 40 0,-1 0 23 0,-1 1 23 15,-2 1 17-15,2 2 12 0,-3 1-4 0,1-2-10 16,1 3-8-16,-2 2-13 0,0 0-5 0,0 0-11 15,0 0 3-15,0 0-13 0,0 0-1 0,-2 21-6 16,2-11 1-16,0 3-5 0,0 6-4 0,-1 0-2 16,1 3-1-16,3 9-3 0,-2-1-1 0,6 1-1 15,2 4-5-15,-5 2 4 0,3-1 22 0,4 14 4 16,-2-12-8-16,1-2-7 0,-2 0 1 0,4 0-5 16,-2-2 0-16,0-3-2 0,-1-3-3 0,-1-1-2 15,-1-7-1-15,-1-2 0 0,-2-6 5 0,0-2-5 16,0-4 11-16,-3 1 61 0,-1-3 32 0,4-3-5 15,-4-1-6-15,0 0-12 0,0 0-10 0,0-17-12 16,0 6-4-16,0-10-9 0,-4-7-11 0,3-2-19 16,-6-4-23-16,3-4-18 0,-3-12-6 0,4 13 9 15,-1 0-10-15,0 0 2 0,-1-1 1 0,-2 4 0 16,0 1 7-16,2 2 5 0,-2 1 10 0,0 5 3 16,-1-3 0-16,2 7 10 0,1 1 1 0,1 1 6 15,-1 6-1-15,2 0 4 0,-1 3 7 0,1-1-2 0,2 1-7 16,-1 2 3-16,2 3-11 0,2 0-4 15,-1 0 0-15,3 1-15 0,0 0 17 0,6 2-23 16,-2 0-1-16,3 2-16 0,1 2 9 0,0-1-3 16,-1 3-3-16,1-3-2 0,2 4 2 0,-1 2-1 0,0 0-9 15,-5 2 4-15,4-1 2 0,-4-1 2 0,-1 1-2 16,1 2-1-16,-7-2 1 0,2 0-2 16,-3 4-1-16,-3-2 0 0,-3 1-6 0,-2-1-13 15,1 0-16-15,-7 0-21 0,5-4-28 0,-8 7-34 0,4-4-36 16,1 1-51-16,1-5-44 0,-2 2-234 0,7-4-549 15,-1 1 243-15</inkml:trace>
  <inkml:trace contextRef="#ctx0" brushRef="#br0" timeOffset="7858.92">4589 3416 343 0,'1'-2'378'0,"-1"2"-12"15,0 0-4-15,0 0-15 0,0 0-11 0,0 0-29 16,0 0-30-16,0-5-24 0,0 5-33 0,0 0-29 16,8-5-37-16,0 2-52 0,-1-3-58 0,7 2-60 15,1 0-56-15,0 2-81 0,5-4-84 0,3 1-74 16,-4 3-172-16,4-2-521 0,-1-1 231 0</inkml:trace>
  <inkml:trace contextRef="#ctx0" brushRef="#br0" timeOffset="8390.12">4941 3323 50 0,'0'0'359'0,"0"0"1"0,-4-3 2 0,4 3-9 16,0 0-19-16,-4-6-18 0,2 2-18 0,2 4-30 16,0-8-19-16,-1 5-25 0,2-2-22 0,-1 0-13 15,0-2-23-15,2 1-10 0,-2-1-24 0,0-1-15 16,4 0-9-16,-3-4-11 0,2 3-11 0,-3 0-9 15,5-1-5-15,-5-1-7 0,3 1-9 0,0-1-5 16,1 0-9-16,-1 2-3 0,-2-2-2 0,3 2-3 16,-3 0-2-16,2 4-5 0,-3-1-4 0,3-1-1 0,-3 4-7 15,1-1-2-15,-1 0-6 0,0 4-8 0,3-5-1 16,-3 5-23-16,0 0 1 0,0 0 9 16,0 0-11-16,5 10 2 0,-2-2 6 0,1-2 0 15,0 4 0-15,-1 3 2 0,2 0 6 0,2 3 3 0,1 0-4 16,-4 2 0-16,0 0 7 0,1 0-1 0,0-1 4 15,2 1-6-15,-3 0-2 0,0 4-6 0,1-3-14 16,1-2-4-16,-3 0-2 0,-2-3 1 16,4-2 0-16,-2 0-3 0,-3-2-4 0,4 1-5 0,-4-5-3 15,0 2 3-15,0-3 5 0,0 0 1 0,0-2 8 16,0-3 5-16,-3 7-2 0,3-7 11 0,-1 3-3 16,-2-1 3-16,3-2-1 0,0 0 7 0,0 0 1 15,0 0 14-15,-16-2-3 0,16 2 11 0,-4-1 2 16,4 1-6-16,0 0 1 0,-11-2-1 0,11 2 0 15,0 0-3-15,-11 2 1 0,11-2-1 0,-4 1-2 16,0 1-7-16,4-2 7 0,-7 6 11 0,6-2-12 16,1-4 1-16,-2 6-2 0,2-6 3 0,3 4 0 15,1-2 3-15,0-1 2 0,3 3-2 0,4-3-1 16,3-1 1-16,-2 3-5 0,7-5-11 0,-2 1-16 16,-3-3-29-16,5 2-31 0,-1-2-37 0,1 2-47 15,-5-1-55-15,-1-2-57 0,-1 0-262 0,-2 1-590 16,-3 2 261-16</inkml:trace>
  <inkml:trace contextRef="#ctx0" brushRef="#br0" timeOffset="15729.55">5409 4407 132 0,'0'0'395'0,"0"0"-41"0,1-3-30 0,-1 3-33 16,0 0-36-16,0 0-23 0,0 0-22 0,5 11-4 16,-2-4 1-16,-1 3-6 0,-1 3-11 0,3 2-11 0,-3 2-14 15,2 2-17-15,0 0-11 0,2 0-16 0,-1 2-9 16,-2 1-11-16,3-3-10 0,-2 1-4 15,2-3-16-15,0 1 3 0,-3-2-13 0,3-2 7 16,-2-3-24-16,0 3-33 0,1-4-32 0,-4-2-28 0,1-2-30 16,2-1-28-16,-3 0-17 0,0 0-16 0,0-2-51 15,0-3-69-15,0 0-64 0,0 0-205 0,0 0-573 16,0 0 254-16</inkml:trace>
  <inkml:trace contextRef="#ctx0" brushRef="#br0" timeOffset="15995.16">5383 4373 318 0,'-3'-7'411'0,"0"4"-5"0,2-2-10 16,0-2-13-16,-2 3-19 0,2 2-16 0,1 2-26 16,-3-4-29-16,3 4-26 0,0-6-22 0,0 6-31 15,0 0-16-15,3-7-27 0,3 6-18 0,1-1-18 16,4-3-22-16,3 3-19 0,3-3-19 0,4 2-21 0,-1 0-14 15,2-1-25-15,1 1-19 0,-4-1-31 16,2 2-28-16,2 1-29 0,-3 1-22 0,-5-2-23 16,-2 0-31-16,1 1-33 0,-7 2-31 0,1-1-26 15,-1 2-13-15,-2 0 5 0,-5-2 0 0,2 6-4 0,-5-1 11 16,-2 0-138-16,-3 4-430 0,-1 0 191 0</inkml:trace>
  <inkml:trace contextRef="#ctx0" brushRef="#br0" timeOffset="16588.87">5531 4418 633 0,'-9'10'-33'0,"0"0"21"0,0-1 18 0,1-1 20 0,5 1 11 15,-4-4 12-15,3 2 7 0,1-3 17 0,2 3 7 16,1-5 24-16,0 3 14 0,0-5 23 0,4 4 6 16,0-1-4-16,3-3-8 0,2 0-14 0,2-4-13 15,3 4-11-15,1-2-9 0,5-1-8 0,1 0-9 16,-2 1-8-16,0-2-8 0,0 1-7 0,-3 2-13 16,-2 1-23-16,1 0-27 0,-3-1-22 0,0 1-25 15,-1 0-17-15,-3 0-13 0,1 1 0 0,-4 2 9 16,0-2-2-16,1 3 13 0,-5-2 4 0,2 1 6 15,-3 2 9-15,0 0 16 0,0 0 12 0,-3-1 24 16,0 3 5-16,-1-1 15 0,-1-2 12 0,1 4 17 16,0 0-1-16,-2 0 4 0,2 0-1 0,0-2-1 15,0 2 6-15,-1 0-3 0,3 0-1 0,-2 0-6 16,3-1 3-16,-2 1-11 0,3-1-1 0,3 0 1 16,-3 0-1-16,4-1 5 0,-3 1 8 0,6-2 2 15,0 0-7-15,0-2-2 0,1 2-4 0,3-3-4 16,1 1-3-16,-1-3-3 0,2 0-4 0,-3 0 0 15,2-3-5-15,0 3 1 0,-2-4-11 0,1-1-3 16,-6 2-7-16,4-2 0 0,-5-2-2 0,0 2-3 0,0-2 4 16,0 0 1-16,-4-2 0 0,-2 1-1 15,0 2 6-15,-1-2 2 0,2 0 8 0,-2 2 15 16,2 0 14-16,-3 0 9 0,-2 1 10 0,3 0 11 16,-1 0-1-16,1 0 3 0,2 1 4 0,1 4 0 0,-4-5-6 15,4 5-8-15,-4-5-3 0,4 5-16 0,0-4-2 16,0 4 1-16,0 0-9 0,12 0-2 15,-12 0 0-15,17 5-9 0,-4 0 1 0,-1-1-5 16,2 0-3-16,5 3 0 0,0-1-3 0,-4 1 4 0,-3 0-10 16,1-1-10-16,5 4-3 0,-4-4 2 0,-4 1-2 15,-1 0 0-15,-1-1-5 0,-1 2 6 0,-1-1-7 16,-2-2 3-16,0-1-1 0,-3 3 7 0,-1-4 14 16,0-3 16-16,-1 5 37 0,1-5 27 0,-5 3 33 15,5-3 30-15,-9 0 24 0,9 0 13 0,0 0 7 16,-8-8-6-16,2 5-13 0,2-5-15 0,7 3-17 15,-3-2-14-15,0 0-14 0,4-4-21 0,-1 0-23 16,1 0-34-16,3 2-46 0,0 0-50 0,4-1-58 16,2-2-65-16,2 6-72 0,2-2-77 0,0 0-87 15,-3 4-384-15,-1 3-863 0,1-1 382 0</inkml:trace>
  <inkml:trace contextRef="#ctx0" brushRef="#br0" timeOffset="17385.68">6592 4569 54 0,'0'0'239'16,"7"1"-9"-16,-7-1-9 0,12-1-19 0,-4 1-22 16,0-3-14-16,6 3-14 0,-5 0-15 15,4-1-13-15,3-2-12 0,-2 0-8 0,6-1-12 0,-1 0-11 16,-4-1-7-16,4 1-8 0,-1-2-5 0,2-2-7 16,-9 1-2-16,3 0-3 0,1-1-8 0,-2-1 5 15,-2 1 15-15,-4-2 1 0,0 0-5 16,2 0-3-16,-5-2 5 0,-1 2 14 0,0 0 8 0,-3 0 29 15,0-1-18-15,-4 2 1 0,2 1-1 0,-2 3-9 16,0-1-9-16,-2 2-10 0,-1 2-5 0,-2-2-10 16,-2 2-1-16,-3 4-8 0,-2-1-4 0,4 3-4 15,0 1 0-15,-7 4-5 0,10-1-8 0,-2-1 6 16,1 4-11-16,2-2 0 0,1 2 0 0,-1 1-2 16,4 1-2-16,8 0 2 0,-4 3-1 0,5-5 11 15,2 2-8-15,6 1 1 0,0-1-1 0,5-1-2 16,2-3-1-16,2-3-8 0,-2 1-1 0,12-2-11 15,-1 2-11-15,0-7-8 0,1 0-9 0,-2-4-7 16,-1 1-4-16,-7-2 3 0,1-2 3 0,-1-1 5 0,-3 1 3 16,0-1 8-16,-1-3 1 0,-3 1 3 15,-7-1 6-15,3-3 3 0,-6 5 2 0,1-1 5 16,-5 0 5-16,-1 1 11 0,-3-2 4 0,-1 2 5 16,-1 2 2-16,-2-1 1 0,-3 2-3 0,1 1-5 0,-2 2-1 15,0 1 0-15,0 2-4 0,-1 0 2 0,-2 3-5 16,2-1 1-16,0 3-3 0,0 0 2 15,1 0-2-15,1 3-1 0,2 2 1 0,0-1-2 16,3-1-3-16,2 3 1 0,1-2-2 0,0 1-1 0,3 1 13 16,2-4-16-16,0 2-2 0,1-3 0 0,1 0-3 15,2 0 1-15,1-2-1 0,-1 1 0 0,1-4 3 16,0 2 2-16,0-3 0 0,-1-3 0 0,8-1-1 16,-7-1 3-16,3-2 1 0,-3 1 1 0,3-1 5 15,-7-4 2-15,3 1 12 0,0 0 15 0,1 1 23 16,-4-2 22-16,-3 2 24 0,2 2 11 0,0-1 13 15,1 3-2-15,-1-1-15 0,-2-1-2 0,2 4-6 16,-3-1-23-16,0 4-11 0,0-4-9 0,0 4-23 16,0 0-13-16,0 0 0 0,0 0-24 0,9 8-15 15,-6-2-27-15,1-1-32 0,4 4-29 0,1 0-34 16,-2 0-44-16,0 2-51 0,0-2-59 0,7-1-47 16,-5-1-254-16,5 3-646 0,4-5 286 0</inkml:trace>
  <inkml:trace contextRef="#ctx0" brushRef="#br0" timeOffset="17988.09">7563 4353 59 0,'-4'-5'348'0,"-1"2"-21"16,1-2-22-16,-2 1-19 0,-1 3-27 0,-2 0-15 16,-2 1-14-16,0 2-8 0,-2 2-8 15,2 2-11-15,-2-2-12 0,-4 4-12 0,4-1-23 16,-3 2-20-16,6 1-10 0,1-2-14 0,0 4-10 0,0-3-10 15,1 0-3-15,3 1-13 0,2 0-1 0,0 1-9 16,3-4-3-16,3 2-3 0,-1 0-5 0,8 0-6 16,-3 0-2-16,4-2-14 0,8-3-11 0,1 2-28 15,-2-4-22-15,1 1-20 0,0-7-26 0,3 3-24 16,-2-4-17-16,1 0-20 0,-1-4-17 0,-1 2-13 16,-1-7-22-16,-2 2-11 0,2-7 3 0,2 0-1 15,-7 2 6-15,3-7 18 0,-8 5 12 0,-1-1 27 16,-2 1 34-16,2 0 37 0,-7 1 71 0,0 6 49 15,0-5 41-15,0 0 25 0,-1 7 25 0,-1-2 28 16,-2 2 21-16,3 4 7 0,-3-6 0 0,1 3-10 16,0 2-8-16,1 0-13 0,-1 4 0 0,3 0-41 15,-3-2-6-15,3 5-23 0,-4-3-14 0,4 3-9 16,0 0-8-16,-12 9-14 0,12-4-7 0,-1 4-3 16,2 1-6-16,-1 3-1 0,0 0-7 0,2 3-7 15,3 2-1-15,-3 2-4 0,4-1-4 0,-5 2-3 16,5-1-5-16,1 0-4 0,-1-1-14 0,-2 3-17 15,0-3-5-15,5-1-10 0,-1-2-4 0,-3-2 0 0,3-3-6 16,-4 1-1-16,1-2 2 0,-3-3 17 0,1-1 5 16,1-1-2-16,1-4 6 0,-1-1 6 15,-4 0 9-15,9-4 23 0,-5-1 19 0,0 1 19 16,0-3 16-16,4-1 12 0,-3 0 11 0,2-2 2 0,0 0 12 16,-4 0 3-16,5 1 0 0,-4-1-1 0,3 1-10 15,-3 3-3-15,-1 0-9 0,2 1-9 0,0-2-4 16,-2 5-14-16,1-2-8 0,-1 2-6 0,-3 2-6 15,0 0-4-15,11 1-5 0,-4 0-2 0,2 3-6 16,-2-2-14-16,0 4-19 0,1-1-19 0,0 1-32 16,-2 0-46-16,3 2-34 0,-2-1-45 0,0-2-36 15,-2 0-52-15,1-1-72 0,1 0-72 0,-2-2-311 16,2 0-789-16,-1 0 349 16</inkml:trace>
  <inkml:trace contextRef="#ctx0" brushRef="#br0" timeOffset="19005.48">8519 4386 257 0,'0'-5'346'0,"0"5"-34"0,0 0-32 0,0 0-27 15,0 0-26-15,0 0-28 0,2-4-19 0,-2 4-18 16,0 0-12-16,0 0-13 0,0 0-19 16,16 4-3-16,-9-2-14 0,6-2-10 0,1 1-7 0,2-1-7 15,6-1-7-15,-10-1-8 0,2-1-6 0,8 1-7 16,-9-5-2-16,5 1-8 0,1-1-2 0,-4-2 5 16,-3 3-9-16,-1-3-3 0,0 1-8 0,-3-2 3 15,0 1-3-15,-5-1 3 0,0 0-7 0,-2 1 7 16,-1 1-2-16,0 2 6 0,-4-1-5 0,3-1-2 15,-6 5-2-15,0-1 1 0,-2 0-2 0,0 3-2 16,-4 0-1-16,1 3-5 0,2 1 3 0,-3 3-3 16,2-1-7-16,-2 3 1 0,2 1 4 0,0 5-1 15,3-4-7-15,2 2 7 0,0-1 3 0,3 2-5 16,2 0 11-16,2 0-6 0,5 0-1 0,5 2 5 16,1-2-4-16,4-1-4 0,2-1 2 0,11-1-8 15,-8-2-1-15,13-2-11 0,-2-4-20 0,-4-2-6 16,5-1-9-16,-2-3-26 0,0 1-23 0,1-4-24 0,-4-1-16 15,1-2-11-15,-1-1-8 0,1-4 6 0,-6-1-4 16,2 1 2-16,-8 3 19 0,-2-2 16 16,0-3 13-16,-4 2 30 0,-3 5 43 0,-4 1 45 15,4 0 33-15,-5 4 23 0,-2-2 16 0,4 2 5 0,-5 1-2 16,1-1-9-16,-1 1-7 0,0 4-10 0,-3-3-7 16,3 3-7-16,-8-2-6 0,8 2-3 0,-15 9-4 15,6-3-2-15,-1 4-3 0,1-3-7 0,-2 7-1 16,-3-1 0-16,5-1-2 0,-1 2-3 0,-1-2-3 15,0 5-3-15,0-3 2 0,6-2 1 0,-6-1 1 16,4 0-8-16,2-1-9 0,-2-1-13 0,-1-3-11 16,5 0-13-16,-4 1-9 0,6-3 6 0,-3-2-29 15,4-2-20-15,-6 2-15 0,6-2 1 0,0 0-6 16,0 0-3-16,6-13 3 0,-5 6 9 0,2 1 11 16,-2-4 8-16,2 0 9 0,-2-3 12 0,5 0 27 15,-3 4 27-15,-1-2 32 0,2 3 34 0,-1 2 26 16,-3-1 17-16,0 3 12 0,3-1 5 0,-2 0-14 15,0 2-6-15,-1 3-21 0,0 0-7 0,0 0-11 0,0 0-5 16,0 0-6-16,0 0-4 0,0 0-7 16,9 14-2-16,-4-10-4 0,2 4 0 0,1 3-3 15,0-2-3-15,3 0-1 0,4 0-3 0,3 1-10 16,-2 0-4-16,4-3-20 0,0 1-22 0,8-2-42 0,-5 1-42 16,0-4-43-16,0 0-42 0,9-3-34 0,-4 1-22 15,1-3-155-15,-6-1-444 0,-4-2 197 16</inkml:trace>
  <inkml:trace contextRef="#ctx0" brushRef="#br0" timeOffset="19786.73">9580 4264 128 0,'-4'-2'231'0,"-3"-1"-8"0,-1 1-6 0,0 0-8 16,1 0-5-16,-4 3-11 0,-1 0-5 0,1 2 3 16,-2-2-13-16,-1 4-8 0,3-1-16 0,-1 4-12 15,1-2-15-15,0 1-11 0,-1 2-13 0,4-2-8 16,-2 2-5-16,1 1-14 0,3-2-3 0,-2 2-8 15,5-4-8-15,-1 4-6 0,-1-4-3 0,5-1-7 16,0 4-7-16,5-4-6 0,-1 0-4 0,0-1-13 16,3 0-15-16,-1-1-21 0,1-1-26 0,5-2-14 15,0 1-10-15,3-2-15 0,-6 0-15 0,6-3-8 16,-1-1 1-16,1-3 0 0,3 1 12 0,-6-1 9 16,0 1 11-16,-2-1 11 0,-1 0 16 0,1-2 37 0,-5 3 27 15,-2 3 31-15,0-3 18 0,-2-1 18 16,-1 0 9-16,3 3 7 0,-5 0 5 0,2 1 2 15,-1-1-9-15,0 0-7 0,1 5-10 0,-2-6-3 16,2 6-14-16,-8-2-4 0,8 2-9 0,0 0 0 0,0 0-3 16,-8 7-11-16,5-2-2 0,1 1-8 0,2 2-2 15,0 0-5-15,1 2-3 0,4 1-5 0,-1-3-19 16,-1 3-12-16,3-1-12 0,-1 0-18 16,3-4-25-16,-1 4-23 0,1-2-26 0,0-3-16 0,3 2-18 15,-1-5-9-15,-1-1-12 0,1 1 14 0,3-1 16 16,-2-1 2-16,3-3 13 0,-5 1 16 0,0-2 27 15,-3 0 24-15,5-2 24 0,-7 1 30 0,4-4 34 16,-2 2 28-16,-1-2 32 0,-4 0 26 0,2 4 27 16,3-5 12-16,-5 3 12 0,0 0 13 0,2 0 7 15,-3 3 5-15,3 1 0 0,-3-1-7 0,1 0-8 16,-1 4-16-16,0-7-20 0,0 7-14 0,0-3-12 16,0 3-10-16,0 0-16 0,0 0-7 0,0 0-7 15,0 0-7-15,0 0-9 0,0 0-11 0,15 8-12 16,-11-3-8-16,-1 0-12 0,0-2-9 0,1 4-4 15,-1-2-12-15,-2 3-11 0,2-3-4 0,0 0 0 16,2 1-2-16,-3-2 0 0,1-1 4 0,0 2 2 16,-2-2 7-16,-1-3 3 0,4 2 1 0,-4-2 3 0,6 1 5 15,-6-1 0-15,0 0 0 0,11-6 2 16,-7 1 3-16,-2 2 1 0,4-1 4 0,-2-3 1 16,0 3 8-16,0-1 12 0,4 1 13 0,-5-2 10 15,3 0 1-15,-1 2 2 0,-1-3 2 0,0 5 4 0,3-2-3 16,-3-1 4-16,-3 3-4 0,2 0-10 0,-3 2-3 15,4-4-1-15,-4 4-12 0,6-3-1 0,-6 3-1 16,0 0-5-16,0 0 4 0,0 0-2 0,8 8-5 16,-4-6 4-16,0 4 11 0,0-1-27 0,-3-3-9 15,3 2-8-15,2 0-16 0,-2 0-15 0,4-1-11 16,-3-1-17-16,1 0-14 0,-2 1-14 0,3-2-20 16,1 0 1-16,0-1-36 0,-1-1-13 0,4-4-17 15,0 3-3-15,-2-4 4 0,-2 2-6 0,2 0 10 16,1-3 9-16,-3-1 4 0,0 2 6 0,4-1 9 15,-2-1-110-15,1 0-290 0,0 0 129 0</inkml:trace>
  <inkml:trace contextRef="#ctx0" brushRef="#br0" timeOffset="20694.43">10138 4240 893 0,'4'-5'-66'0,"4"1"18"0,-4 1 11 16,0-1 19-16,-2 3 2 0,-2 1 4 0,4-4 8 15,-4 4 11-15,0 0 17 0,0 0 15 0,0 0 7 16,0 0 11-16,0 0 15 0,0 10-6 0,0-10 15 16,-4 10 6-16,2-5-3 0,2 2 23 0,0 0 0 15,0 3-4-15,-4 2-9 0,4-1 24 0,3 2-8 16,-2 3-6-16,-1-1-12 0,2 3-10 0,0 1-6 0,2 1-4 15,3 5-10-15,1 1-4 0,-1 2-5 16,1-3-4-16,2 3-3 0,-1-1-5 0,2 0-4 16,-2-2 1-16,1-1-6 0,-2-4-1 0,-2-1-8 15,1-1 0-15,1-1 1 0,-6-6-6 0,3-1 1 0,-3-2-1 16,0-1-1-16,-1-2 1 0,1 0 5 0,-1-1 35 16,0-2 8-16,-1-2-9 0,0 0-2 0,0 0-5 15,0 0-6-15,-5-11 1 0,2 3-8 16,-1-2 1-16,0-5-7 0,-1-1-4 0,0-4-5 0,0-6-2 15,2-3-4-15,-1 1-5 0,0-5-3 0,0 2-2 16,-1-1-2-16,1-1-1 0,-1 1 2 0,0 3 3 16,1-2 6-16,-2 3 17 0,-3 1 4 0,4 0 5 15,-1 7 18-15,-2-6-15 0,2 7 8 0,1 1 4 16,1 4-5-16,1 4 6 0,-2-2-7 0,3 3-4 16,1 1-9-16,0 3-7 0,-1 0-12 0,2 0-17 15,0 5-12-15,0 0 0 0,0 0-4 0,0 0-5 16,0 0 1-16,14 9 0 0,-3-2-9 0,-6 3-5 15,8-2 6-15,-3 3-6 0,3 3 3 0,-1 0-2 16,1-1-7-16,0 1 3 0,0 1-1 0,-2-1 3 16,2 1-7-16,-4-4 3 0,-1-1-1 0,-4 2 1 15,2-2-1-15,-1-1 3 0,-2 1 5 0,-2-4-3 16,-2 2 6-16,-2-1 2 0,-2-4 3 0,1 4 3 0,-2-4 2 16,-2 0 1-16,-1-1 1 0,2-1 5 0,-2-1-1 15,1 0 3-15,-1-3 7 0,-1 0-6 0,2-1 0 16,1-2 2-16,1 1 1 0,0-3-3 0,2 0 0 15,4-2-2-15,0-1-2 0,1-3 2 0,2 2-2 16,3-8 5-16,0 1-1 0,5 2-5 0,1-7-11 16,2 1-8-16,1-4-12 0,1 4-3 0,1-4 1 15,-1 3 1-15,-1-2 9 0,1 4 6 0,-5 7 4 16,1 1 11-16,-4-1 31 0,-1 2 23 0,-1 4 19 16,-2 1 5-16,1 3-1 0,-5-1-6 0,4 0-8 15,-1 3-6-15,0 1-10 0,-3 2-3 0,0 0-2 0,0 0-5 16,0 0-1-16,-3 18-4 0,3-7 1 15,4 0-3-15,-4 7 1 0,6 9-3 0,-4-6-1 16,1 4 1-16,1-4 1 0,5 8-2 0,-3 2 0 16,2-6-3-16,1 1 3 0,3-2-1 0,-4-6 1 0,1 0-3 15,2-2 6-15,-3-4-10 0,3 1 3 0,0-3 2 16,-3-5 2-16,3 2-4 0,-3-3 0 0,3-3 3 16,-1-2-4-16,-1-3-1 0,1-3 0 0,-2 2-3 15,0-3 4-15,3-3-3 0,-6 0-3 0,5-3 3 16,-5 2-1-16,3-3 7 0,-2 2 19 0,-2 0 4 15,0 0 41-15,-1 3 28 0,0-3 24 0,-3 5 12 16,0 0 3-16,-2 1 1 0,2 1-17 0,-1 0-12 16,0 0-11-16,-1 2-7 0,-1 1-24 0,3 3-5 15,0 0-6-15,-7-2-11 0,7 2-6 0,-8 6-3 16,3-3-4-16,1 5-9 0,3 1 4 0,-1 1-2 16,-1-1-3-16,3 4-3 0,0-1-4 0,2 1-4 15,-1-1 2-15,2 1-4 0,1-2-5 0,1 0-1 16,2 0-8-16,-3-2-11 0,5 1-16 0,0-2-24 15,3-1-40-15,-1-3-47 0,1 0-43 0,-1-1-52 16,2-1-66-16,0-4-60 0,-3 2-290 0,2-4-705 16,0-2 313-16</inkml:trace>
  <inkml:trace contextRef="#ctx0" brushRef="#br0" timeOffset="23337.67">11604 4061 75 0,'0'-7'461'0,"-4"-3"11"16,0 5-5-16,-1-1-12 0,3 1-13 0,1 2-21 15,-2-2-22-15,3 2-35 0,0 3-35 0,-1-7-9 16,1 7-35-16,0 0-34 0,0 0-26 0,0 0-20 16,-10 11-23-16,6-5-20 0,4 5-14 0,-3 0-15 0,3-1-8 15,-1 3-15-15,2 0-7 0,2 0-13 0,-2 4-3 16,2 0-14-16,4 0-11 0,1 1-29 15,0-2-29-15,-1-1-30 0,4-7-31 0,-3 2-35 16,3-3-43-16,1-2-58 0,-2-1-62 0,5-1-68 0,-3-1-72 16,2-3-72-16,-5-1-290 0,2-4-820 0,1 0 363 15</inkml:trace>
  <inkml:trace contextRef="#ctx0" brushRef="#br0" timeOffset="23618.9">11652 3844 8 0,'0'0'259'0,"-10"0"-24"0,10 0-23 0,-9 1-23 15,3 1-15-15,-2 0-19 0,4 2-18 0,0-2-10 16,1 3-13-16,-1-2-11 0,4 1-10 0,-3 1-8 16,3-1-5-16,0 1-9 0,2 0-6 0,-1-2-7 15,3 1 1-15,0-2-7 0,-1 0-4 0,1 0-7 16,-4-2 2-16,11 2-7 0,-11-2 1 0,8-2 1 15,-1 0 5-15,-3-1 7 0,-1-1 6 0,-2 0 6 16,2-1 6-16,-3 2 0 0,0-3 3 0,4 1-3 16,-4 5-11-16,-4-7-3 0,4 2-7 0,-1 0-1 15,-4 3-14-15,5 2-10 0,-6-1-28 0,6 1-32 16,0 0-45-16,0 0-56 0,-16 2-56 0,11 2-63 16,4 0-166-16,-2 0-460 0,3 0 204 0</inkml:trace>
  <inkml:trace contextRef="#ctx0" brushRef="#br0" timeOffset="23853.26">11997 3999 196 0,'0'0'317'0,"0"0"-21"0,8 1-24 15,-8-1-27-15,11-3-22 0,-11 3-18 0,19 0-19 16,-9-1-22-16,5-1-16 0,1 0-13 0,6 0-16 16,-2 2-12-16,1-3-30 0,-2 3-47 0,0 0-61 15,1 0-63-15,2-2-67 0,-7 3-66 0,-2-2-142 16,1 1-398-16,-7 0 177 0</inkml:trace>
  <inkml:trace contextRef="#ctx0" brushRef="#br0" timeOffset="24025.12">12143 4118 202 0,'0'0'259'0,"-3"5"6"0,3-5 5 15,0 0-6-15,7 3-27 0,-7-3-24 0,19-3-23 16,-8 0-15-16,5 0-19 0,4 1-14 0,2-4-20 16,0 1-35-16,9 0-59 0,-9-2-75 0,0 4-77 15,0-4-71-15,-1 2-179 0,-2-3-406 0,-1 2 180 16</inkml:trace>
  <inkml:trace contextRef="#ctx0" brushRef="#br0" timeOffset="24196.98">12608 3861 112 0,'0'0'430'0,"0"-7"2"16,0 7-42-16,-1-5-41 0,1 5-33 0,0 0-46 15,0 0-22-15,0 0-28 0,0 0-21 0,0 0-25 0,-2 18-18 16,4-7-9-16,0 0-21 0,2 2-6 0,-1 1-10 15,0 7-5-15,1-4-13 0,3 2-6 16,-2 0-12-16,3 1-31 0,0 1-42 0,3 3-42 16,-7-4-55-16,7 0-87 0,-4-5-108 0,4 1-308 0,-3 2-648 15,4-8 287-15</inkml:trace>
  <inkml:trace contextRef="#ctx0" brushRef="#br0" timeOffset="24509.46">13007 4136 44 0,'0'0'325'16,"0"0"-30"-16,0 0-27 0,1 4-26 0,-1-4-28 15,1 5-20-15,1-3-19 0,-2-2-19 0,6 7-16 0,-2 2-14 16,-2-4-13-16,0 7-11 0,1-6-6 16,-1 4-14-16,0 0-5 0,0 2-9 0,-1-2-7 15,-2-1-3-15,-1 3-9 0,-2-2-17 0,0 0-22 0,-3 1-31 16,-2-2-39-16,-1 1-40 0,2-2-53 0,-3-4-47 16,4 3-200-16,-1-5-431 0,-7 1 191 0</inkml:trace>
  <inkml:trace contextRef="#ctx0" brushRef="#br0" timeOffset="24853.19">13111 3921 100 0,'0'0'325'0,"3"-4"-27"0,-3 4-30 15,0 0-27-15,0 0-25 0,0 0 2 0,0 0-15 16,16 8-12-16,-8-6-18 0,-2 3-16 0,6 2-18 16,-8-2-16-16,8 1-7 0,-5 1-14 0,4-1-7 15,1 3-12-15,-5-1-8 0,3-1-8 0,0-2-4 16,-4 2-10-16,-1-1-3 0,1-1-9 0,-1 5-3 0,-2-3 1 16,-2 1-7-16,-1-3 5 0,0 3 6 0,0-2 7 15,-1 2 22-15,-2-2 11 0,-1 2 8 16,-1 0-5-16,-1-1-4 0,-1 0-5 0,2-3-7 0,2 1 2 15,1-2-14-15,-2 2-2 0,-1-3-5 0,5-2-1 16,-2 6-7-16,2-3-6 0,0-3 1 0,5 3 1 16,1-1-10-16,4-1-18 0,3 0-38 0,2-1-56 15,5 0-59-15,3 0-75 0,-4-2-84 0,11-1-78 16,-8 0-210-16,-2-1-638 0,5-1 283 0</inkml:trace>
  <inkml:trace contextRef="#ctx0" brushRef="#br0" timeOffset="25025.05">13564 4276 90 0,'-3'5'260'0,"-1"1"-11"16,0 0-21-16,3 0-21 0,-2-1-19 0,0-2-17 16,1 3-17-16,-1 0-12 0,0-1-13 0,-1-2-13 15,4 0-23-15,0-3-66 0,-4 6-85 0,4-6-91 16,-4 1-160-16,4-1-333 0,0 0 149 0</inkml:trace>
  <inkml:trace contextRef="#ctx0" brushRef="#br0" timeOffset="25321.9">13973 4077 8 0,'0'0'318'0,"0"0"-8"0,0 0-17 16,6-2-21-16,-6 2-21 0,0 0-21 0,0 0-23 15,0 0-20-15,4-4-18 0,-4 4-23 0,0 0-12 16,0 0-10-16,0 0-13 0,0 0-17 0,0 0-10 15,0 0-21-15,8 0-31 0,-8 0-39 0,0 0-59 16,9 0-82-16,-9 0-84 0,13 0-198 0,-5 1-467 16,0 0 207-16</inkml:trace>
  <inkml:trace contextRef="#ctx0" brushRef="#br0" timeOffset="25525.01">14404 4056 212 0,'0'0'447'0,"6"0"18"0,-6 0 18 16,0 0-4-16,0 0-14 0,0 0-23 0,8-3-29 15,-8 3-36-15,0 0-33 0,0 0-35 0,6-3-32 16,-6 3-27-16,0 0-29 0,5-2-38 0,-5 2-57 16,5-3-73-16,-5 3-84 0,9-2-92 0,-4 2-82 15,-5 0-86-15,10-2-110 0,-4 2-349 0,1 0-811 16,-7 0 359-16</inkml:trace>
  <inkml:trace contextRef="#ctx0" brushRef="#br0" timeOffset="26181.22">14781 4054 400 0,'0'0'404'16,"0"0"-37"-16,0 0-24 0,0 0-33 0,0 0-27 15,0 0-33-15,0 0-21 0,0 0-31 0,13-9-21 16,-13 9-29-16,9 0-41 0,-1-2-43 0,3 2-59 0,-1 0-71 15,1 0-91-15,-2 0-81 0,6-2-233 16,-4 2-510-16,-3-2 226 0</inkml:trace>
  <inkml:trace contextRef="#ctx0" brushRef="#br0" timeOffset="26931.16">15188 3883 317 0,'0'0'389'0,"0"0"-24"16,-3-4-22-16,3 4-27 0,0 0-33 0,0 0-30 15,0 0-22-15,0 0-33 0,0 0-24 0,0 0-16 16,0 0-18-16,0 0-1 0,7 10-24 0,-5-5-8 0,3 2-19 16,-4-1-5-16,3 0-7 0,-1 5-8 15,2-1-5-15,0-1-7 0,0 1 2 0,-1 0-11 16,3 1-9-16,-2 1-1 0,-1-4-7 0,-1 1-6 0,1-3-11 15,-1 1-5-15,1-1-4 0,1-2 3 0,-5 1 2 16,3-1-2-16,-2 0 0 0,4-2 5 0,-5-2-1 16,2 4 6-16,-2-4-1 0,2 4-4 0,-2-4 4 15,0 0-2-15,0 0 7 0,0 0 0 0,5-9 5 16,1 4 4-16,-4 1 7 0,1 0 14 0,2-1 0 16,-2 0 9-16,1-3 4 0,0 2 5 0,3-3-4 15,-1 1 8-15,-1-4 5 0,2 3 9 0,0-2 4 16,0 2 2-16,-2-2 5 0,2 3 8 0,-3-2-12 15,1 1-11-15,1 0-4 0,-2 2 4 0,0 1-5 16,1 0-7-16,1-1-7 0,-1 2-6 0,-1 1-8 16,-2 2-6-16,2-1-7 0,1-1-8 0,0 0-3 15,2 3-5-15,-7 1-2 0,14 1-3 0,-8-1-3 16,4 3-4-16,-4-1-3 0,3 1 0 0,-2 1-2 0,1 0-4 16,0 2 3-16,1 1 0 0,-4 0-7 15,2 0 5-15,-2 2-4 0,2-2 0 0,-3 1-1 16,-1 2 0-16,0 1 0 0,-2-1-1 0,3 0 0 0,-3 1 2 15,-1-1 1-15,0 1-2 0,0-2 2 0,0 0-1 16,0-1 1-16,0-1 1 0,0 1-1 0,0-1-1 16,0-1 2-16,3 0 1 0,-3-2 3 0,1 0 3 15,2 0 2-15,0 1-2 0,0-3 1 0,1 2 5 16,1-1-6-16,3 0-3 0,0-1 3 0,3-1-5 16,3-2-1-16,-2 1-5 0,1 0-5 0,-1-1-8 15,1 0-12-15,2-2-20 0,-4-1-27 0,2-1-41 16,1 0-37-16,1-4-59 0,-1 1-42 0,-5-1-51 15,2 0-73-15,0-6-75 0,-3 2-262 0,-1 1-775 16,-3-1 344-16</inkml:trace>
  <inkml:trace contextRef="#ctx0" brushRef="#br0" timeOffset="30763.78">7274 5475 303 0,'-5'-4'370'16,"4"2"-21"-16,1 2-31 0,0-5-29 16,0 5-32-16,0 0-23 0,0 0-37 0,0 0-21 15,0 0-17-15,0 0-16 0,1 14-16 0,1-4-12 0,-1 3-16 16,2 2-9-16,-3 4-5 0,0 2-14 0,0-2-3 16,0 1-4-16,0 7-8 0,-1-2-2 0,-1-5-14 15,1 1 0-15,-2-2 5 0,0 2-13 16,-2-2 2-16,1-1-6 0,-2-1-1 0,4-5-1 0,-4 0-5 15,5-2-4-15,-2-1 7 0,0-3 1 0,3 1 22 16,-1-5 63-16,1-2 49 0,-4 7-2 0,4-7-18 16,0 0-8-16,-3-15-14 0,0 8-9 0,6-4-16 15,-6 0 0-15,2-6-7 0,1-2-12 0,0-1-9 16,0-8-5-16,0-2-6 0,1 2-7 0,-1-2-4 16,-1 3-2-16,1 1 0 0,1 5 10 0,3-1 4 15,-4 3 6-15,2 0 1 0,-1 2 6 0,-1 4 4 16,0-2 0-16,2 4 7 0,-1 1-2 0,0 2 0 15,1 0-4-15,-1 2-8 0,-1 1-8 0,3 1-2 16,-3 0-15-16,0 4-16 0,1-4-5 0,-1 4-6 16,0 0-1-16,12 11 1 0,-5-3-3 0,1 2-1 15,-2 0-2-15,5 5 1 0,-2 2-3 0,-1-2 1 16,2 3-4-16,-1 1 4 0,1-1-1 0,1 9 0 0,-2-9 2 16,1 1-3-16,-5 0-1 0,5 1-5 0,-5-2-12 15,-1 0-10-15,0-1-15 0,2 1-10 16,-3-4-12-16,-2-2-10 0,3-1-15 0,-4-3-14 0,2 0-25 15,1-2-6-15,-1-1-14 0,-1 1 7 0,0-4 12 16,-1 2 1-16,0-4-49 0,0 0-20 0,0 0-11 16,0 0-13-16,0 0-24 0,0 0-24 0,3-13-3 15,-3 13 5-15,0-9 11 0,-3 5 19 0,1-1 22 16,-3 0 19-16,0 1 18 0,0 0 17 0,-1 0 32 16,1 2 32-16,-2-3 28 0,-1 3 30 0,1 1 26 15,-1-1 23-15,1 0 18 0,-2 0 19 0,2 2 12 16,-3 1 10-16,3-1 8 0,7 0 7 0,-13 0 8 15,8 0 7-15,5 0 0 0,-11 0 6 0,11 0 8 16,-7 1-2-16,7-1-4 0,0 0-2 0,0 0 2 16,-10 0 1-16,10 0-2 0,0 0-3 0,0 0-5 15,0 0-9-15,-2-3-11 0,2 3-7 0,0 0-18 16,13-8-35-16,-3 5-34 0,-1 2-38 0,2-2-41 16,3 1-44-16,-1-2-57 0,2 1-58 0,3-1-54 0,-3 2-212 15,-1-1-561-15,3-2 249 0</inkml:trace>
  <inkml:trace contextRef="#ctx0" brushRef="#br0" timeOffset="31232.49">7699 5568 17 0,'0'0'301'0,"0"-4"-13"16,0 4-14-16,3-4-21 0,-3 4-21 0,0 0-23 16,0 0-22-16,0 0-16 0,-7-3-20 0,7 3-16 15,0 0-8-15,-16 3-9 0,13 0-11 0,-4-1-6 16,2 1-6-16,-1 2-7 0,-3-2-3 0,3 3-7 16,0-2-5-16,0 2-6 0,-1 1-3 0,-1-2-10 15,4 0-7-15,0-1-2 0,0 3-5 0,1-2-3 16,-1 1-2-16,1-1-3 0,2 1-4 0,1-1 1 15,0 0-2-15,0 1-1 0,4-2 0 0,0 3-2 16,2-4-1-16,2 3-8 0,3 3 0 0,-6-6 3 16,5 4-3-16,-2-1 0 0,4-1-4 0,-1 3 1 15,-5-4-1-15,6 4 1 0,-4-2-8 0,-4-2 1 16,3 2 0-16,-3-2 3 0,1 1-8 0,-1 1-1 16,-1-3 2-16,0 1 2 0,-2 0-2 0,-2-1 3 15,1-3 0-15,-2 9-4 0,-2-7 3 0,0 0 0 16,-1 1 4-16,-1-1-4 0,1 1 2 0,-2-2-7 0,-3 2 8 15,3-1 1-15,-2-1-6 0,1-1 4 16,1 1-2-16,7-1-3 0,-15-1 3 0,8 0-15 16,2-2-23-16,1 1-25 0,-4 0-27 0,8 2-44 0,-4-3-56 15,1-2-58-15,3 5-53 0,4-10-176 0,0 4-513 16,4-1 228-16</inkml:trace>
  <inkml:trace contextRef="#ctx0" brushRef="#br0" timeOffset="31669.96">7925 5555 181 0,'0'-7'304'0,"0"7"-10"16,-1-3-19-16,1 3-16 0,-3-4-14 0,3 4-15 16,0 0-22-16,-3-6-19 0,3 6-18 0,0 0-17 15,-8-1-15-15,8 1-15 0,0 0-14 0,0 0-9 16,-15 7-12-16,11-6-10 0,-1 2-10 0,-1-1-4 15,2-1-1-15,-4 2-13 0,1 2-3 0,3 0-6 16,-2 0-5-16,1 0-9 0,1 0 2 0,-4 0-4 16,5 1-3-16,3-1 1 0,-4 0-3 0,4 0-1 15,-3 2-1-15,6-1-5 0,-2 1 5 0,2-1-1 16,-1 0-6-16,4 1 4 0,2-1-2 0,2 1-4 16,-2 0-2-16,3 1 2 0,-3-2-9 0,3-1 1 0,-2 3-2 15,1-3-4-15,-4 2-5 0,0-2 5 16,2 0-1-16,-2 1-4 0,-2-2 6 0,0 0-4 15,2-2 3-15,-4 1-5 0,0 2 1 0,-1-1 5 0,-1-4 0 16,-4 6-1-16,1-3 6 0,-1-1-1 0,-1 1 3 16,-1 0 4-16,-3 1-2 0,3-2-2 0,-2 1 4 15,0-2-3-15,-3 1 5 0,3 0-6 16,-2-1 2-16,5 0-3 0,-6 0 2 0,4-1 1 0,7 0-6 16,-12 0-12-16,4 1-15 0,2 1-17 0,6-2-14 15,0 0-27-15,0 0-40 0,-8 0-42 0,8 0-36 16,0 0-34-16,0 0-35 0,14-10-164 0,-5 5-472 15,-3-3 209-15</inkml:trace>
  <inkml:trace contextRef="#ctx0" brushRef="#br0" timeOffset="31873.07">8062 5599 143 0,'3'-5'293'0,"-3"5"-14"15,4-2-17-15,-4 2-21 0,0 0-26 0,0 0-20 16,0 0-24-16,0 0-16 0,0 0-18 0,0 0-10 15,0 0-11-15,0 0-11 0,4 10 1 0,-4-5-7 16,0 0-3-16,0 0-12 0,3 2-4 0,-3 0-7 16,0 0-8-16,1 1-3 0,4-1-9 0,-4 1 1 0,3 2-2 15,-3-3-7-15,3 4-20 0,-2-5-29 16,-2 4-33-16,2-5-58 0,1 3-69 0,0-2-69 16,1-2-234-16,0 1-506 0,0-1 225 0</inkml:trace>
  <inkml:trace contextRef="#ctx0" brushRef="#br0" timeOffset="32341.88">8382 5583 132 0,'-4'-4'342'0,"1"-1"-8"0,-1-1-15 15,-2 3-21-15,1-1-28 0,-3 2-22 0,4-2-21 16,-3 0-30-16,0 3-17 0,2-2-23 0,5 3-11 15,-11 0-17-15,3 1-14 0,2 1-11 0,1 1-16 16,-3 0-6-16,5 1-8 0,-1 0-12 0,0 0-4 16,-2 1-11-16,5 1-7 0,0 2-7 0,-1-1-1 15,2 1-4-15,3 2-2 0,3 1-5 0,-4 0-4 16,5 1 3-16,0 0-3 0,5 0-4 0,-2 0-6 16,2 1 0-16,0 3-3 0,-1-1-11 0,2 0-7 15,-3-1-13-15,1 3-4 0,0 0 2 0,-3 0 2 16,4-2 1-16,-1 2 1 0,-4-2 3 0,1 2 2 15,-4-3 1-15,-1-1 4 0,2-2-1 0,-3 2 2 16,-1-4 5-16,3 1-1 0,-4-4 5 0,0 1 22 16,-3 0 13-16,2-3 27 0,0 1 31 0,-5-1 16 15,2-1 8-15,2-2 24 0,2-1 15 0,-10-1 8 16,10 1 6-16,-11-3-4 0,3 1-2 0,3-2-8 0,-1-2-8 16,1 1-10-16,-5-6-12 0,3 3-9 0,-4 0-13 15,4-8-6-15,-3 0-14 0,2-2-14 16,-1-3-17-16,1 5-26 0,3-2-19 0,2 0-23 0,-1 1-25 15,3 5-22-15,-2 0-30 0,6 0-34 0,-2 2-24 16,-1 0-23-16,4 2-17 0,2 1-20 0,0-3-26 16,2 5-34-16,1-3-25 0,4 2-27 0,-2 2-29 15,-1-2-205-15,3 1-608 0,-2 0 269 0</inkml:trace>
  <inkml:trace contextRef="#ctx0" brushRef="#br0" timeOffset="32966.83">8495 5519 28 0,'0'0'268'0,"0"0"-13"0,0 0-20 0,0 0-19 15,0 0-22-15,0 0-19 0,0 0-18 0,0 0-16 16,0 0-16-16,0 0-9 0,0 0-12 0,4 13-9 15,-1-7-11-15,-2-1-6 0,5 0-7 0,-5 3-7 16,3 0-5-16,-2-1-6 0,3 3-4 0,0 0-6 0,-1-1-1 16,3 2-5-16,0-2-3 0,-2 1-1 0,-1-2-5 15,2 3 0-15,-2-1-5 0,-3-4-1 16,3 0-2-16,2 1-6 0,-2 0-3 0,-3-4-12 16,2 2-10-16,-2-3-5 0,2 3 2 0,-3-5-2 0,3 5-4 15,-3-5-8-15,4 1-1 0,-4-1 2 0,0 0 5 16,0 0 2-16,0 0 1 0,4-11-1 0,-4 6 4 15,0 5 5-15,3-8 2 0,-3 0-1 0,1 1 7 16,0 0 5-16,4-2 16 0,-2-1 15 0,-1 0 13 16,2 2 13-16,-3 0 15 0,2 0 9 0,-2 2-4 15,5-1 8-15,-5 1 0 0,2 0 4 0,1 0 1 16,-1 0-3-16,1 1 3 0,-2 1-14 0,1 0-8 16,0 0-6-16,0-1-3 0,-1 4-10 0,1-1-5 15,-3 2-3-15,8-3 7 0,0 2-22 0,-2 1 2 16,-6 0-7-16,12 1-2 0,-6 0-3 0,3 2-2 15,1-1-3-15,-1 3 0 0,2 1 1 0,-3-2-2 16,2 1-3-16,-1 2 0 0,1 0-2 0,-5 0 1 16,5-1-3-16,-1 1 1 0,-5 0-2 0,3 0-1 0,-3 0 10 15,-1-1-10-15,5 0-5 0,-4 0 5 16,0-1 0-16,-3-2-2 0,4 2 0 0,-3 1-1 16,1-4 1-16,-2 1 0 0,1-1 4 0,-2-2 3 15,1 4-3-15,-1-4 9 0,0 0-9 0,9 0 1 0,-9 0 2 16,0 0-6-16,14-6-2 0,-11 2 3 0,3 1-5 15,1-2-7-15,0 1-10 0,3-3-11 16,-2-1-3-16,1-1-19 0,1-1-22 0,1-3-29 0,1-1-36 16,-2 0-44-16,2-1-44 0,0-1-46 0,-1 1-38 15,-4 2-168-15,1 2-518 0,-1-1 230 0</inkml:trace>
  <inkml:trace contextRef="#ctx0" brushRef="#br0" timeOffset="33529.3">8166 5346 333 0,'0'0'356'0,"0"0"-26"0,0 0-26 16,0 0-34-16,0 0-30 0,0 0-10 0,0 0-33 15,0 0-16-15,0 0-30 0,0 0-12 0,3 11-17 16,-3-11-12-16,0 0-10 0,4 5-10 0,-4-5-11 15,1 2-9-15,-1-2-5 0,7 3-8 0,-7-3-4 16,4 1-3-16,-4-1-7 0,0 0-5 0,5 0-1 16,-5 0 0-16,0 0-6 0,0 0-4 0,0 0 0 15,0 0-2-15,7-4-4 0,-7 4 0 0,0 0-3 16,1-8 2-16,-1 8-1 0,-1-4-3 0,1 4-3 0,0-5-3 16,0 5-4-16,-4-6-16 0,4 6-20 15,-3-3-26-15,3 3-38 0,-5-4-37 0,5 4-54 16,0 0-71-16,-12 2-273 0,12-2-574 0,-13 3 254 0</inkml:trace>
  <inkml:trace contextRef="#ctx0" brushRef="#br0" timeOffset="38586.16">9466 5450 345 0,'0'0'342'0,"5"-4"-22"0,-5 4-23 0,0 0-26 15,0 0-27-15,3-4-26 0,-3 4-20 0,0 0-17 16,4-3-15-16,-4 3-22 0,0 0-14 0,7 0-13 15,-7 0-13-15,0 0-10 0,11 5-10 0,-7-3-10 16,1 1-2-16,1 0-13 0,-2 1-5 0,0 0-5 16,0 1-10-16,-1 0-4 0,0 0-1 0,-2 1-7 15,0 0-6-15,2-1 4 0,-2 1-6 0,-1 2-2 16,0-2-7-16,0 4 6 0,-1-4-2 0,-3 4 0 0,3-2-7 16,-2-1 5-16,0 1 10 0,0-1-15 0,2 0-2 15,0 1-1-15,-2-2 1 0,3-1 0 16,-1 2 2-16,-1-2 0 0,2 0-2 0,2 0 2 0,-2-1 0 15,1 1 1-15,2-1 6 0,-1 0-6 0,5-1 3 16,0 2-4-16,1-2 0 0,-1-1-10 0,4 1-21 16,1-1-25-16,0-1-46 0,0 0-46 0,2 0-66 15,1-2-64-15,-4-1-263 0,0-1-577 0,1 1 255 16</inkml:trace>
  <inkml:trace contextRef="#ctx0" brushRef="#br0" timeOffset="38992.37">9538 5271 204 0,'0'0'217'15,"0"0"-22"-15,0 0-17 0,0 0-23 0,0 0-14 0,-11 3-18 16,11-3-9-16,-1 6-11 0,-2-2-11 0,3-4-9 16,0 6-8-16,0-1-6 0,0-2-8 0,0-3-2 15,0 10-6-15,0-8-5 0,0 3-6 0,4-2-2 16,-2 1-6-16,0-2 2 0,2 2-1 0,-1-3 0 16,-3-1-1-16,7 3-2 0,-3-3-5 0,-4 0-2 15,11 0 2-15,-11 0-2 0,8-3 3 0,-4 0 17 16,0 0 11-16,0-1 2 0,-1 1 6 0,-2 0 3 15,2-1 7-15,-3 0 1 0,0 4 0 0,4-7 2 16,-4 5-8-16,0-2-10 0,0 4 2 0,3-6-9 16,-3 6-8-16,-3-6-6 0,3 6-9 0,-4-2-13 15,4 2-23-15,0 0-24 0,0 0-27 0,0 0-27 16,-15 7-41-16,15-3-45 0,-1-1-46 0,1 2-226 16,-2 1-479-16,4 0 212 0</inkml:trace>
  <inkml:trace contextRef="#ctx0" brushRef="#br0" timeOffset="39617.33">10285 5168 72 0,'0'-8'364'0,"-2"3"-12"0,2-1-6 0,2 2-6 16,-2 4-7-16,-2-9-25 0,2 6-13 0,0-1-19 16,0 4-38-16,0-5-31 0,0 5-11 0,-1-5-37 15,1 5-16-15,0 0-16 0,0 0-15 0,0 0-18 16,1 17 5-16,1-6-13 0,-1 0-21 0,2 2 2 15,0 5-7-15,2 1-1 0,-1 0-6 0,0 3-2 16,0-3-9-16,3 8-7 0,-4-7 3 0,2 6-5 16,1-4-3-16,-2-2-5 0,1 1-11 0,-1-3-19 0,4-1-16 15,-3 1-23-15,0-2-18 0,3-3-23 16,-4-2-23-16,-1 2-26 0,1 0-38 0,0-6-47 16,3 3-52-16,1-3-58 0,-4-4-217 0,0 3-590 15,0-3 262-15</inkml:trace>
  <inkml:trace contextRef="#ctx0" brushRef="#br0" timeOffset="40133.01">10192 5451 218 0,'-4'-2'305'0,"-1"-1"-11"0,5 3-8 16,-7-4-19-16,7 4-18 0,0-4-10 0,0 4-31 15,0 0-18-15,0 0-25 0,8-6-7 0,-4 5-20 16,3-1-14-16,1 1-12 0,4 0-10 0,-2 1-18 16,4 0 1-16,-1 1-11 0,-1 0-5 0,9-1-8 15,-2 4-6-15,-3-3 6 0,-1 0-21 0,4 3-1 16,-4-1-4-16,4-1-6 0,2 3-5 0,-4-3-10 16,2 0 3-16,-3 2 0 0,-2-1-5 0,0 1-2 15,-2-1 1-15,0-1-6 0,-1 0 4 0,-1 1-3 0,-2-2 0 16,-3 0 1-16,2 1 0 0,0 0-3 0,-3-1-8 15,-4-1 3-15,5 1 0 0,-5-1-3 16,6 2 1-16,-6-2 3 0,1 3-4 0,3-1 0 16,-4-2 0-16,1 5-1 0,2-1 2 0,-3-4 4 0,0 8-1 15,2-5-2-15,-1 0 3 0,2 0-3 0,1-1 10 16,0 4 1-16,-1-2 1 0,4-3-6 0,-1 1 9 16,4 1-9-16,-1-1 5 0,2-2 1 0,-4 3-3 15,4-6-2-15,1 3-3 0,-4-1 7 0,1 0-2 16,-4-3 6-16,6 3-8 0,-6-3-2 0,2-3 5 15,-3 2 1-15,0 0 3 0,-1-2-8 0,1 0 7 16,-4-3-1-16,-5 1-1 0,3-1-1 0,-2-1-4 16,-4 2 2-16,0-2-1 0,-4 2 0 0,-1 0-5 15,-3 0-15-15,1 1-19 0,-7 3-19 0,3-1-23 16,-4 4-29-16,-4-1-42 0,2 4-66 0,8 1-90 16,-4-1-208-16,2 1-553 0,6 3 244 0</inkml:trace>
  <inkml:trace contextRef="#ctx0" brushRef="#br0" timeOffset="45169.92">11525 5274 172 0,'-2'-3'303'15,"0"-1"-20"-15,-2-1-23 0,4 1-23 0,-4 1-21 16,4 3-22-16,-7-2-23 0,7 2-11 0,-11 0-25 16,11 0-10-16,-11 6-13 0,3 1-11 0,0-1-12 15,0 2-6-15,0 4-13 0,-2 3-3 0,-2 0-6 16,1 0-3-16,-1 2-13 0,2 1 3 0,1 0-9 16,2 0 1-16,-1-2-7 0,2 2-1 0,0-3-2 15,4-1-2-15,2-2-5 0,-1 1 2 0,2-2 1 16,1-1-4-16,2 2 3 0,3-3-4 0,2-1 9 15,-1-3-7-15,3 1-1 0,4-2-6 0,6-1 1 16,-1-1-5-16,-1-4 0 0,4 1 0 0,-3-3-3 16,2 1-5-16,0-5 0 0,0 2-2 0,-2-6-1 15,-1 5 3-15,-4-7-6 0,2 1 4 0,-1-1-3 0,-4-1 1 16,6-7 6-16,-9 3-9 0,-3-1-1 16,-1 1 1-16,-1-1 0 0,-3-1 2 0,2-1 0 15,-6 3 4-15,2-1-2 0,-4 1 2 0,-2-1 3 16,3 1 1-16,-4 2 20 0,-1 1 10 0,3 6 10 0,0-5 0 15,2 5 25-15,-3 0-12 0,3 1 15 0,0 2-13 16,-1 1-3-16,1-1-4 0,0 3-20 0,2-1-4 16,0 1-3-16,2 4 1 0,-6-1-12 0,6 1 0 15,0 0-1-15,0 0-8 0,-8 6 1 0,5-1-4 16,-1 3 14-16,4 0-15 0,-1 3-1 0,1 1 1 16,-3 1-4-16,3 5 1 0,0 2 3 0,0-1-1 15,0 0-3-15,0-1 4 0,4 3 0 0,1-1-7 16,-2-1 2-16,0 2 3 0,1-3-2 0,3-2-5 15,0 1 5-15,1-2-10 0,1-1 0 0,-2-4-4 16,1 0-1-16,5-3 0 0,-1 0-5 0,0 0-11 16,0-3-18-16,2-2-8 0,4 0-9 0,0-2-8 15,-1-2 0-15,-2 2 3 0,1-3 3 0,-1-1 18 16,-1-2 6-16,-1 0 4 0,-5 0 6 0,1-3 3 16,-1 1 6-16,3 0 5 0,-6-2 7 0,-1 0 17 15,0 1 19-15,1 0 8 0,-3 3 12 0,0-2 14 16,-2 3 9-16,0-3-2 0,1 3 4 0,0 1 2 15,-1 1-3-15,0 3-4 0,0-8-11 0,0 8-6 0,0-4-10 16,0 4-12-16,0 0-5 0,-1-4 0 0,1 4-10 16,0 0 7-16,0 0-7 0,0 0-1 15,-3 11-8-15,2-5-1 0,0-2-2 0,1 1 0 0,0 3-6 16,1-2 4-16,0 1 9 0,1 0-19 0,-1-2 0 16,3 3-1-16,0-2 2 0,-3 1-4 0,3-2-4 15,-1 0 2-15,0 0 0 0,1-1 4 0,0 0-10 16,4-1 3-16,-1-2 2 0,-3 1-8 0,-4-2 0 15,15-3 0-15,-8 2 1 0,2 0 8 0,-2-3-2 16,4 0 4-16,-1 1 0 0,-1-4 4 0,-1 1 1 16,0-2-1-16,-1 3 5 0,-1-2 3 0,-1 2 5 15,-1 0-1-15,1 0 18 0,0 0 12 0,-1 2 9 16,-3-2 3-16,3 1 9 0,0 2-5 0,-4 2-1 16,5-5-4-16,-5 5-2 0,1-3-9 0,-1 3-4 15,0 0-6-15,0 0-13 0,0 0-3 0,0 0 0 16,0 0-6-16,0 0-2 0,4 9 7 0,-4-4-4 15,0 2-2-15,1-4 2 0,3 8-2 0,-4-5-1 16,0 0 0-16,0 1-2 0,2-2-3 0,-1 0-4 0,2 0 4 16,-2-1-6-16,2 0 0 0,-2-1 6 15,3 0-3-15,-4-3 7 0,3 4-6 0,1-3-1 16,-4-1 2-16,9 0 2 0,-9 0-2 0,9-2 6 16,-5-2 2-16,0 2-2 0,0-2-1 0,0-3 2 0,4 2 3 15,-4 0-1-15,0-4-3 0,1 1 3 0,0 1 0 16,-1-4-2-16,0 4 2 0,-1-1 4 15,5 0-2-15,-7 0-1 0,2 2 3 0,3 1-3 0,-2-3 0 16,-3 3 1-16,4 0 4 0,-3 2-3 0,0-1-1 16,2 1-1-16,-4 3-2 0,3-4 2 0,-3 4 0 15,7 0-3-15,-7 0-1 0,0 0 0 0,16 4 6 16,-10 0 0-16,-4 0-6 0,4 1 1 0,-2-2-1 16,2 4-7-16,0-2 0 0,-2 1 3 0,3-1-2 15,-1 3-1-15,-1 0 0 0,3 1-3 0,-4-3-5 16,0 2 2-16,-1-1 2 0,0-2-1 0,-2 2 3 15,2 0-3-15,-2-1 0 0,-1 0 4 0,0 0-1 16,-1-1 4-16,0-1 1 0,-2 0 1 0,0 2 1 16,-1-3 2-16,1 0 7 0,-1-1 1 0,-4 1 10 15,4-2 5-15,-1 1 3 0,5-2 3 0,-10 2 0 16,10-2 10-16,-8 0-1 0,8 0 4 0,-7 1-10 16,7-1 0-16,0 0-5 0,-4-3-12 0,4 3-17 15,0-6-27-15,0-1-26 0,4 0-32 0,0 1-36 0,4-2-38 16,5-5-29-16,-4-3-39 0,6-3-28 15,-3 1-181-15,3-5-481 0,0-1 213 0</inkml:trace>
  <inkml:trace contextRef="#ctx0" brushRef="#br0" timeOffset="45810.5">12473 5122 62 0,'3'-16'145'0,"0"3"26"0,-3 0 28 0,0 4 26 16,0 1 14-16,0 2 3 0,-3-3 6 0,3 3-3 16,0 3-17-16,0-4-24 0,-3 2-22 15,3 5-19-15,-3-4-17 0,3 4-19 0,0 0-9 0,0 0-21 16,0 0-9-16,0 0-10 0,-5 13-5 0,4-8-9 15,1 2-5-15,-3 5 1 0,1 0-14 0,2 1-5 16,-3 2-2-16,3 2-2 0,0-3-6 0,0 3-3 16,2 1-3-16,-1 0-2 0,1-1-1 0,2 0 1 15,-4 1-6-15,0-3 1 0,3 2-2 0,-2 0 1 16,-1-5-10-16,0 1 0 0,1 0 1 0,2-2-13 16,0 2-1-16,1-5-9 0,0 2-6 0,-1-2-5 15,2 0-11-15,1-3-11 0,-2-1-5 0,1 1-25 16,4-3-17-16,1-1-16 0,1 2-10 0,-1-3-11 15,-1-1-5-15,3-1 6 0,-2 0-5 0,2-1 11 16,-2-2-1-16,-1 2 12 0,2-4 15 0,-1 2 6 16,-3 1 15-16,-1 0 14 0,0-4 24 0,0 3 17 15,0 0 17-15,-2-1 19 0,-3 1 8 0,2 1 15 16,-1-2 9-16,-1 2 10 0,-1-2-4 0,2 1 0 16,-2 2 6-16,0 3 1 0,-2-6 2 0,2 6-7 15,0-6-5-15,0 6-5 0,0-4-6 0,0 4-6 16,0 0-3-16,0 0-5 0,0 0-3 0,0 0-3 0,0 0 0 15,0 0-4-15,0 0 0 0,-10 8-1 0,10-8-2 16,-1 7 2-16,1-4-3 0,0-3 0 16,1 8-1-16,-1-4-2 0,0 0 2 0,3-1-3 0,-2 2 2 15,2-1-4-15,0 3-1 0,2-5 3 0,-1 2-4 16,2 0 5-16,1-2-6 0,2 4 2 0,2-4-4 16,-3 2-2-16,3-1 2 0,3 2-3 0,-3-3 4 15,-2 2-4-15,0 0 5 0,0-3-1 0,-1 3-4 16,-2 0-2-16,0-2 3 0,0 1 0 0,-2 1 2 15,0 0-3-15,1-2 0 0,-1 1 1 0,-3 1 1 16,-1-4-2-16,3 6 2 0,-3-6-5 0,2 4 2 16,-2-1 10-16,0-3 20 0,0 0 18 0,-3 4 23 15,3-4 22-15,0 0 17 0,-5 3 22 0,5-3 19 16,0 0 18-16,0 0 19 0,0 0 8 0,0 0 2 16,0 0-7-16,0 0-2 0,0 0-16 0,-9-7-11 15,9 7-13-15,0-9-16 0,2 3-13 0,-1 3-16 16,3-4-19-16,-2-1-23 0,4-3-33 0,-2 2-54 15,3-2-67-15,1-2-71 0,0 3-59 0,2-6-69 0,0 1-71 16,-2 5-337-16,-2-1-763 0,1 3 338 16</inkml:trace>
  <inkml:trace contextRef="#ctx0" brushRef="#br0" timeOffset="46013.68">12393 5214 318 0,'0'0'338'0,"0"0"-14"0,0 0-28 0,18-6-29 15,-9 3-29-15,3 1-17 0,-1 0-22 0,4 0-22 16,-3 0-16-16,7 0-26 0,-1 1-39 0,-3-1-68 16,0 0-87-16,0 2-94 0,3 1-278 0,-3-1-468 15,-3-1 208-15</inkml:trace>
  <inkml:trace contextRef="#ctx0" brushRef="#br0" timeOffset="47134.9">13280 5308 16 0,'1'-4'319'0,"-1"4"-24"0,0 0-27 16,0 0-23-16,0 0-28 0,0 0-28 0,0 0-16 16,0 0-17-16,0 0-18 0,0 0-12 0,0 0-16 15,0 0-9-15,0 12-11 0,-1-6-6 0,2 0-12 16,-1 0-5-16,2 6-8 0,-4-3-5 0,1 1-6 15,1-5-3-15,0 7-4 0,-3-6-8 0,3 3 1 16,0-1-2-16,0-2-5 0,0 2-2 0,0-3-3 0,0 0-1 16,0 0 0-16,0-1 1 0,0-4-5 0,0 6 3 15,3-4 0-15,-3-2-1 0,0 0-5 16,13 0 1-16,-13 0-1 0,13-4-4 0,-6 0-1 0,5-1-2 16,-1 0-1-16,-2 0 2 0,3 1-4 0,-1 0 2 15,-1-1 0-15,0 1-3 0,1-1 3 0,-5 2-3 16,2 1 0-16,0 1-3 0,-4 1-1 0,-4 0 0 15,13-2-2-15,-7 2-2 0,-6 0 0 0,8 4 2 16,-1-1 4-16,-3 1-2 0,2 0 1 0,-2 1 0 16,1 0 0-1,2 0-3-15,-1 0 1 0,-1-1 4 0,1 1-2 16,0-1 0-16,1 0 0 0,0 0-5 0,-3-2 6 16,4-1-2-16,-3 2 1 0,2-3 0 0,0 0 1 0,-7 0 0 0,11-2-1 15,-6 0 5-15,1 0-1 0,-2-2-1 0,0-2 3 16,0 2-3-16,-1 0 4 0,-2-3 2 0,2 1 0 15,-3-2 2-15,4 2 11 0,-4-2 4 0,0-1 2 16,-4 0 0-16,4-1 6 0,-1-1 4 0,1 4-5 16,0 1 1-16,0-6 10 0,0 4-7 0,0 0-3 15,0 2 0-15,1-1-1 0,3 0-1 0,-3 3-4 16,-1-2 3-16,3 0-7 0,-2 3-1 0,2-1-7 0,3 0 1 16,-2 2 1-16,-1-1-7 0,2 2 0 15,3 0 0-15,-3-1-5 0,5 4 0 0,0-2-3 16,-1 0 2-16,-1 2 0 0,0 0 12 0,4 0-14 0,-2 2-3 15,1-1 0-15,-3 1-2 0,0-1 2 0,2 2-1 16,-2 1-10-16,0-1-7 0,0 2 2 0,-4-1-2 16,1 1-3-16,-1-1-7 0,-2 1 4 15,4 1-16-15,-5 0-7 0,0 0-6 0,1 0-13 0,-2-2-11 16,-2 6-20-16,1-6-14 0,0 2-26 0,-1 0-22 16,-2-2-44-16,3-1-29 0,0 0-219 0,-1 0-488 15,2-1 215-15</inkml:trace>
  <inkml:trace contextRef="#ctx0" brushRef="#br0" timeOffset="47416.13">13870 5070 202 0,'2'-4'394'15,"-2"4"-24"-15,-2-7-17 0,2 7-24 0,0-4-35 0,0 4-29 16,0 0-34-16,0 0-30 0,0 0-19 0,0 0-17 16,0 0-23-16,0 0-10 0,12 17 3 15,-9-7-22-15,0-1-17 0,1 4-8 0,0 3-13 0,0 1-4 16,0 0-11-16,3 2-6 0,-3 0 0 0,-3 3-17 16,3-3 5-16,1 1-30 0,-3 0-23 0,1-1-23 15,0-1-23-15,-2 0-22 0,3 0-22 0,-4-7-32 16,1 2-44-16,1 0-55 0,-2-3-40 0,0-2-229 15,0-3-541-15,1 0 239 0</inkml:trace>
  <inkml:trace contextRef="#ctx0" brushRef="#br0" timeOffset="47853.6">14069 5060 98 0,'0'-5'341'0,"-2"2"-15"16,2-1-22-16,0 4-36 0,2-8-27 0,-2 8-34 0,0 0-18 16,0 0-23-16,0 0-15 0,0 0-24 15,0 0-6-15,-6 17-11 0,5-7-9 0,1 1-12 16,1 4-8-16,2 1-6 0,-3-3-10 0,0 6-6 0,5-2-2 16,-2 1-7-16,1 0-4 0,-4 0-3 0,4 2-6 15,0-3-2-15,3 0-3 0,-6-5-6 0,3 1-6 16,-1 0-9-16,-3-3-4 0,3 0-9 0,-3-2-5 15,4-1-4-15,-4 0 0 0,0-2 0 0,3-1 3 16,-3 1 3-16,0-5 0 0,1 5-1 0,-1-5 2 16,0 0 0-16,0 0 2 0,0 0 4 0,0 0 1 15,0 0 8-15,0 0 9 0,6-11 11 0,-6 11 11 16,5-7 3-16,-4 6 1 0,-1 1 9 0,3-5-6 16,-3 5-2-16,1-4-1 0,-1 4 4 0,7-3-12 15,-7 3-11-15,0 0 1 0,7 0 0 0,-7 0-8 16,7 3-5-16,0-1 1 0,-2 3-3 0,-1-2 2 15,2 0-5-15,-1-1 4 0,3 2-11 0,-4 3 5 16,3-3-3-16,-3-2-20 0,3 2 7 0,-3 2-20 16,0-3-10-16,2 1-17 0,-1-3-19 0,-5-1-14 15,4 3-20-15,-1-1-27 0,-3-2-40 0,0 0-41 16,0 0-46-16,0 0-220 0,0 0-523 0,0 0 232 0</inkml:trace>
  <inkml:trace contextRef="#ctx0" brushRef="#br0" timeOffset="48056.71">13895 5248 360 0,'-10'0'366'0,"10"0"-6"0,0 0-5 0,-4-3-28 16,4 3-24-16,0 0-24 0,1-5-31 0,-1 5-25 15,10-4-23-15,-3 1-19 0,2 2-5 0,-1 0-35 16,3 0-25-16,1 1-40 0,2-3-51 0,-3 2-42 15,2 1-53-15,1-1-57 0,-3 1-61 0,0-3-58 16,-1 1-269-16,-1 2-558 0,3-1 248 0</inkml:trace>
  <inkml:trace contextRef="#ctx0" brushRef="#br0" timeOffset="48509.8">13594 5027 314 0,'0'0'299'16,"-7"-1"-11"-16,7 1-17 0,0 0-22 0,0 0-23 16,0 0-31-16,0 0-12 0,0 0-12 0,0 0-27 15,0 0-15-15,-4 3-14 0,4-3-12 0,0 0-13 16,0 7 1-16,0-3-17 0,0-4-7 0,0 7-6 16,0-5-3-16,0-2-10 0,4 8-4 0,-4-5-5 15,2 0-6-15,0 0-2 0,-2-3-6 0,7 4-3 0,-6-2-3 16,-1-2-6-16,4 3 1 0,-4-3-1 15,0 0-1-15,10 0-1 0,-10 0 2 0,0 0-5 16,8-3-1-16,-8 3-3 0,8-2 9 0,-5-1-8 0,-3 3 1 16,4-8-1-16,-4 4-3 0,0 4 0 0,4-7-3 15,-4 4-4-15,0 3-11 0,-3-8-22 0,3 8-26 16,-4-6-29-16,4 6-31 0,-4-1-34 0,4 1-59 16,-5-3-39-16,5 3-169 0,0 0-459 0,0 0 204 15</inkml:trace>
  <inkml:trace contextRef="#ctx0" brushRef="#br0" timeOffset="52061.61">14891 5125 205 0,'0'-8'239'16,"2"2"-5"-16,-1-5 3 0,-1 5 2 0,0 0 2 16,0-1-2-16,0 2-5 0,0 0-4 0,0 0-9 15,0-1-15-15,1 1-8 0,-3 2-18 0,2-1-18 16,0 4-15-16,-2-6-22 0,2 6-14 0,0 0-15 15,0 0-11-15,-6-3-9 0,6 3-13 0,-10 6-5 16,5-3-7-16,-2 7-1 0,-4-1-9 0,4 1 2 16,-4 6-13-16,-1-2 0 0,1 1-1 0,3 1-2 15,-1 0-6-15,-1 2-2 0,6-1-3 0,-4 2 2 16,4-1-3-16,1 0 2 0,3-2-5 0,0 1-7 0,5-1 2 16,-2-2-5-16,4-3 10 0,1 3-15 0,7 0 2 15,-1-5-4-15,3 1-7 0,1 0-13 16,1-4-15-16,4-1-12 0,-1-3-13 0,0-3-6 0,8 1-7 15,-2-2 4-15,-8-2-6 0,-2-2 6 0,1-1-2 16,-1 1 10-16,0-5 5 0,-6 1 4 0,4-2 13 16,-5-1 2-16,-1-3 4 0,-2 1 3 0,0-3 7 15,-5-1 8-15,1-2 0 0,-3 1 4 0,1-10 15 16,-4 8 9-16,1 4 17 0,0-2 21 0,-2-1 8 16,0 3 6-16,-1 0 3 0,1 2 5 0,0-2 1 15,-1 5 3-15,4 3-5 0,-6-2 4 0,3 4-4 16,2 1-7-16,-1 2-7 0,0-2-7 0,-1 3-7 15,3 4 9-15,-3-6-36 0,0 4-19 0,3 2 0 0,0 0 1 16,0 0-4-16,0 0-3 0,-7 12-1 16,6-4 3-16,2 3-1 0,-2 2 2 0,0 4 5 15,1-3-2-15,1 6-2 0,-2-1 0 0,1 0 13 0,1 0-12 16,2 1-2-16,-1-3-11 0,1 0-1 0,4-1 9 16,-4-3-16-16,1-1 9 0,5-1-9 0,-6 1-3 15,3-2 2-15,-1-2-2 0,2 0-6 0,-2-2-3 16,3-1-10-16,-1-2-5 0,1-1-5 0,2 1 6 15,1-1 1-15,0 1 4 0,-1-3 8 0,0 0 1 16,1 1 6-16,-2-1 4 0,0 0 3 0,-3-1 3 16,3 1-1-16,-4 1 5 0,3 0 0 0,-2 0 2 15,-1 1-1-15,2 0 4 0,0 1 1 0,-2 1 1 16,-1 0 2-16,-1-2 1 0,1 3 2 0,2 0 1 16,-4-2 2-16,5 1-1 0,-4-2 3 0,1 3-3 15,0-1 2-15,-1-1 5 0,-1 2 1 0,2-5 2 16,1 3 2-16,-5-3 1 0,10 0 3 0,-10 0-3 15,8-2 0-15,-8 2 2 0,9-3 2 0,-7 0 0 0,1-1 2 16,2-1 3-16,-2 0-1 0,1 0 1 16,-4-2 1-16,0 0-4 0,0 1 1 0,0-3 0 15,-4 1-1-15,1-3-3 0,-2 3 5 0,0-2-2 0,-1 3 4 16,1-2-4-16,-2-1-5 0,0 6 3 0,3-1-2 16,-1 1-1-16,-2-3 1 0,1 2-2 0,1 3-1 15,-2-1-1-15,6-1 3 0,1 4-2 0,-7-4-5 16,6 2-3-16,1 2-2 0,-3-4-2 0,3 4-5 15,7-5-6-15,-2 2-13 0,9-1-9 0,-3 2-7 16,2-1-9-16,2 0 5 0,-2-1 7 0,7 0 1 16,-9 0 4-16,8 1 6 0,1 0 3 0,-8 0 2 15,3 0 3-15,-4-1 1 0,-1 2 4 0,-1 0 8 16,-1 0-1-16,-2 0 8 0,-2 1 8 0,3-2 8 16,-7 3 4-16,6-1 0 0,-6 1-2 0,6-3 1 15,-6 3-5-15,0 0-1 0,0 0-3 0,0 0-1 16,0 0 1-16,0 0-3 0,-8 10-2 0,3-7 2 15,-1 0-2-15,5 3 1 0,-3-1 0 0,1-1 3 0,0 1-2 16,0 3 0-16,3-2-1 0,0 1 2 16,3 1 4-16,-2 0-3 0,2 2 1 0,1-2-1 15,-1 2 0-15,3-3 3 0,-4 1-2 0,5 2-2 16,-2 0 0-16,1-1-2 0,-2 0 2 0,0-3-2 0,0 2 4 16,1-3-4-16,-2 2-1 0,0-1 3 0,-2-1-1 15,1 0 0-15,-2 0-1 0,0-1 4 0,-3 1-2 16,0-1 8-16,0-2 7 0,-3 1 8 0,0 0 4 15,1-1 4-15,-2-1 2 0,1 1 7 0,6-2 2 16,-13 0 7-16,13 0 3 0,-11 0 6 0,11 0 7 16,-7-2 0-16,7 2-4 0,-6-1-1 0,6 1-5 15,-2-5-11-15,2 5-12 0,3-7-3 0,2 4-11 16,3-2-18-16,1 0-8 0,3-1-25 0,0 1-17 16,5-1-11-16,0-3-11 0,-1 1-12 0,2 1-4 15,1-1-7-15,-2-1 5 0,0 0-4 0,-2 0 3 16,3 0 2-16,-7 1 6 0,2 2 13 0,-3-1 7 15,-2 0 14-15,1 1 18 0,-5-5 19 0,3 6 16 16,-4 0 15-16,0 0 11 0,-3 0 4 0,1 0 3 16,-1 1 4-16,0 4-1 0,-4-6 10 0,1 1-2 15,3 5-1-15,-7-4 1 0,3 2-6 0,4 2-3 16,-9 0-4-16,9 0-3 0,-11 2-6 0,11-2-3 0,-10 3-5 16,5 0-1-16,1 0 1 0,-1 3-2 0,3-2 0 15,-2 2-1-15,3 0 4 0,-2 2-3 0,2-3-4 16,1 1 3-16,1 2-3 0,2-1-6 15,-2 0-7-15,3 0-7 0,3-3-31 0,-3 2-39 0,8-1-59 16,-5-1-55-16,4-4-56 0,1 4-219 0,2-4-503 16,6 2 222-16</inkml:trace>
  <inkml:trace contextRef="#ctx0" brushRef="#br0" timeOffset="52389.72">16069 5113 209 0,'-7'-2'280'0,"-2"2"-7"0,4-3-2 0,-2 3-10 16,7 0-18-16,-15 1-18 0,7-1-19 0,-1 3-22 16,1-2-8-16,-1 0-28 0,2 2-10 0,2 0-16 15,2 3-9-15,-3-2-12 0,4-1-10 0,-1 4-7 16,2-2 8-16,1 1-20 0,1 1-2 0,-1 1-7 16,5-1-8-16,-1 2 0 0,3-2-6 0,0 3 10 0,0-1-17 15,2 1-6-15,0-1 1 0,-4 0-6 16,3 0-8-16,0-1 2 0,-1 1-4 0,-3-3-2 15,2-1-3-15,-5 1-5 0,3-1 0 0,1 0-4 16,-3-3-5-16,-2 3-1 0,0-1 4 0,0-4-2 0,0 0-6 16,-5 7 9-16,-1-7-4 0,6 0-4 0,-11 1-3 15,7 0-11-15,4-1-23 0,-11-2-24 0,4 0-25 16,7 2-25-16,-9-3-30 0,3-2-35 0,6 1-44 16,0 1-37-16,0 3-210 0,3-12-506 0,0 6 224 15</inkml:trace>
  <inkml:trace contextRef="#ctx0" brushRef="#br0" timeOffset="52624.08">16182 4844 45 0,'0'0'364'16,"-1"-6"-17"-16,-2 3-33 0,3 3-24 0,0 0-34 15,-4-4-24-15,4 4-27 0,0 0-17 0,0 0-21 16,-4 12-16-16,3-7-5 0,1 1-21 0,-2 6-11 15,2 1-12-15,0 0-9 0,0 6-6 0,2-1-8 16,2 7-8-16,0 2 6 0,0 0-16 0,4-1-3 16,-4 2-9-16,0-2-2 0,0-5-26 0,0 0-28 0,3-1-33 15,-3 1-39-15,3-2-53 0,-3-1-60 0,0-4-69 16,-1-1-236-16,1 0-537 0,-1-2 237 16</inkml:trace>
  <inkml:trace contextRef="#ctx0" brushRef="#br0" timeOffset="52780.32">16182 5095 362 0,'-4'-2'373'0,"3"-1"-16"0,1 3-19 0,-3-4-26 16,3 4-25-16,0 0-30 0,-9-2-19 0,9 2-40 15,0 0-51-15,0 0-35 0,0 0-53 0,0 0-56 16,0 0-80-16,23 1-101 0,-15 2-287 0,3-2-504 15,4 0 223-15</inkml:trace>
  <inkml:trace contextRef="#ctx0" brushRef="#br0" timeOffset="53952.11">16875 5098 188 0,'5'-9'299'0,"-1"2"-7"0,0 1-7 0,-4-3-12 16,0 1-13-16,0 2-10 0,0-3-14 0,-2-3-11 15,0 7-19-15,1 0-17 0,-3-3-27 0,-2 2-15 16,2 2-15-16,0-1-15 0,-5 2-8 0,0 1-19 15,-2 1-6-15,2 1-13 0,-5 2-9 0,3 2-6 16,-2 1-4-16,1 0-5 0,-2 3-5 0,3 1-10 16,0-1 6-16,-1 6-7 0,2-4 0 0,4 2-5 15,-4 2-1-15,5-2-6 0,-1 0-4 0,2 5 3 16,4-5-4-16,0 1-1 0,4 5-1 0,2-7-8 16,2 4 0-16,3-4-4 0,4 1-15 0,1-2-15 15,1 1-25-15,1-3-26 0,4-1-22 0,8-2-24 16,-9-1-20-16,3-4-15 0,-1 1-9 0,1-1-11 15,-3-3-7-15,1-1 8 0,-2 1 10 0,-1-5 8 0,-3 1 20 16,1 0 4-16,-1-4 21 0,-6 3 25 16,0 0 17-16,-1-1 30 0,-4 1 27 0,-2 0 31 15,-2 1 29-15,-1 1 19 0,0-2 13 0,0 0 3 0,-1 0 7 16,-2 2 0-16,-2 1-8 0,-1 1-2 0,1 1-4 16,-2-2-4-16,0 4-7 0,0 0-4 0,-1 1-6 15,-4 0-7-15,2 1-3 0,2 1-4 0,0 2-3 16,-1 2-3-16,-1-1-1 0,4 0-4 0,0 2 0 15,3-1 1-15,-1 4-2 0,0-1-1 0,3 1-2 16,-1-1 0-16,4 0-3 0,-1-1-1 0,3 1 2 16,0 0-5-16,2-3 1 0,2 0-6 0,0 1-3 15,4-2-6-15,-1 0-10 0,1-2-5 0,-1-1-1 16,1 0-6-16,2-4 1 0,-2 0 1 0,2-1-1 16,-2-2 2-16,0 0 3 0,-1-2 1 0,0 1 5 15,-3 0 0-15,1-2 4 0,-4-1 3 0,-1 4 12 16,3-2 8-16,-2-3 11 0,-3 7 11 0,0-5 2 0,1 3 5 15,0 2 0-15,-3-2-3 0,1 2-7 0,1-2-4 16,-2 5-6-16,0 0-7 0,1-4-3 16,-1 4 1-16,0 0-1 0,0 0-7 0,0 0-5 15,0 0-2-15,-3 16 2 0,3-14-3 0,2 3 3 0,-2 0-2 16,1 3-4-16,0-4 5 0,1 2-4 0,-1 0-4 16,4-1 2-16,-1-1 0 0,-1 1 0 0,0-2 1 15,1-1-1-15,-1 1 2 0,2-2 1 0,-5-1 0 16,11-1-2-16,-6-2 3 0,1 0 0 0,-2-1 0 15,4-2 0-15,-3 4-2 0,1-2 5 0,-2-5 0 16,2 2-3-16,-1-1 12 0,-1 2 10 0,3-1 11 16,-2-1 19-16,-1 3 14 0,-1 0 8 0,1-2 13 15,0 2 5-15,-2 0 7 0,2 1 0 0,-3 1-8 16,4-1-7-16,-5 4-17 0,3-3-4 0,-3 3-13 16,0 0-12-16,1-3-8 0,-1 3-1 0,0 0-1 15,0 0-9-15,9 12-7 0,-8-7-6 0,-1 0-8 16,3 1-10-16,-2 2-11 0,3 0-5 0,3 2-11 0,-3-5-13 15,0 4-12-15,3-4-15 0,-3 2-21 0,3 0-30 16,4-1-36-16,-6-3-32 0,6 2-32 16,-2-2-45-16,-2-2-207 0,0 0-522 0,4-2 230 0</inkml:trace>
  <inkml:trace contextRef="#ctx0" brushRef="#br0" timeOffset="54811.42">17475 4828 224 0,'-3'-1'250'15,"-1"-1"-26"-15,4 2-24 0,0 0-21 0,0 0-13 16,0 0-13-16,-11 5-13 0,9 0-8 0,2 3-6 16,2 0-10-16,-1 5-8 0,2-1-11 0,1 0-3 15,1 6-9-15,3-1-8 0,-1 2-7 0,0 1-8 16,4 7-6-16,-3-3-2 0,-1-3-4 0,-2-1-5 15,2-1-6-15,0 2-2 0,0-2-6 0,-2 1 0 16,2-3-6-16,-3 1 0 0,-2-4-4 0,3-2-7 16,-5 2-2-16,0-4-5 0,0-2-2 0,0-1 0 15,0-2-1-15,0 1-1 0,-1-1 1 0,-2-3 1 0,3-2 1 16,0 0 0-16,-6 4-1 0,6-4 6 0,0 0 9 16,-11-6 6-16,11 6 2 0,-9-6 5 0,5 1-2 15,-2 0 0-15,5-1-3 0,-2 2 5 16,3-2-14-16,0-2-1 0,0 3-3 0,3-2-12 0,1 0-7 15,3 3-12-15,-2-4-8 0,6 3-2 0,-2 1-7 16,1 1 0-16,4-3 2 0,-2 2 3 0,0 2 3 16,1 2-1-16,0-1-2 0,0 1 6 0,-4 0 6 15,5 1 1-15,-9-1-6 0,5 0 7 0,-5 0-1 16,3 1 0-16,-4 0 2 0,0 2-1 0,-1 1 2 16,3 0 2-16,-4-2 1 0,0 1-1 0,-2-3 1 15,1 10 0-15,-1-7 2 0,0-1-1 0,0-2 2 16,-1 8 1-16,1-3-1 0,0-5 2 0,-2 5 2 15,2-5 1-15,0 4-6 0,0-4-5 0,-2 3 1 16,2-3-2-16,2 5-2 0,-2-5-1 0,8 1-13 16,-1-1-13-16,-3 1-6 0,-4-1-11 0,13 0-11 15,-4 0-4-15,3 0 1 0,-1-1 0 0,4 2 5 16,-4-3 5-16,5 0 6 0,-5-1 9 0,1 3 8 0,-1-4 0 16,0 3 1-16,-4-3 19 0,1 1 5 0,-1 0 20 15,-3-2 11-15,0 0 12 0,0 3 3 16,-2-4 10-16,-2 3 8 0,0-4 1 0,-2 1 4 15,0-1-6-15,-3 2 0 0,-3 1 0 0,4-5-5 0,-7 4-2 16,3 1-7-16,-3-5-3 0,2 6-1 0,-5-2-4 16,3-1-4-16,5 2-4 0,-3 2 0 0,5 1-4 15,-1-3-2-15,-1 3-6 0,6 1-7 0,-8-4-7 16,8 4 3-16,0 0-3 0,0 0-5 0,0 0-11 16,0 0-8-16,18-1-4 0,-13 0 3 0,7 1-4 15,1 1 6-15,-4-2-1 0,5 1 2 0,-3-2 3 16,-2 4 4-16,5-4-1 0,-2 4 6 0,0-4 3 15,-1 2-1-15,-3 0 7 0,-1 0 3 0,3-1 4 16,-3 1 2-16,-2 1 6 0,-5-1 0 0,11 2 1 16,-7 0 1-16,1 1 0 0,-3-1 0 0,3 2 2 15,-2-2 0-15,1 3-3 0,-3-2 0 0,4 1 2 16,-2 0 2-16,0-1-2 0,1 4-3 0,0-2 3 16,-4-1-1-16,4 2 4 0,-1 0-1 0,3-1-1 0,-2 0-1 15,0-2 0-15,0 3 1 0,3-2-5 16,-2-1-3-16,5 0-34 0,0-1-28 0,4 1-28 15,0-3-28-15,-2 2-24 0,3-2-8 0,-3 0-22 16,3-2-91-16,0-2-283 0,0 2 125 0</inkml:trace>
  <inkml:trace contextRef="#ctx0" brushRef="#br0" timeOffset="55233.27">18337 5090 139 0,'-6'-5'180'0,"4"2"5"15,-3-1-1-15,1 3-7 0,4 1-9 0,-9 0-14 16,-1 0-1-16,2 1-11 0,3 1-12 0,-6-1-11 15,0 0-9-15,4 2-11 0,0 1-9 0,-2 2-9 16,-1 0-7-16,3 2-9 0,-1-1-4 0,2 1-5 16,0-1-4-16,1 0-5 0,1 3-2 0,-1-2-5 15,4 2-2-15,-2-4-3 0,3 1-4 0,3 1 0 16,-2-1-5-16,4-1-3 0,-3 2-5 0,5-4-5 16,-1 1-13-16,3-3-18 0,1 1-16 0,-1-2-13 15,1 1-13-15,2-4-13 0,-5 1-7 0,6-2-7 16,-3-2-2-16,-2-1 8 0,4-3-3 0,-4 0 10 15,-1 1 2-15,0-6 12 0,0-1 5 0,-3-2 7 16,-3 3 1-16,-1-6 18 0,0 0 13 0,0 3 19 16,-3-4 19-16,2 0 23 0,-4-7 30 0,-1 9 7 0,6 0 14 15,-4-2 34-15,1 3 13 0,-1 2 13 16,0 2 4-16,0 2 6 0,3-1 0 0,-6 2-4 16,3 0-7-16,1 3-20 0,-1 3-13 0,3-2-11 0,-2 2-16 15,2 1-19-15,1 4-8 0,-4-3-9 0,4 3-10 16,0 0 0-16,0 0-8 0,0 0-5 0,-10 16-6 15,12-11-2-15,-4 8-2 0,1-3-2 16,2 4-1-16,-1 3-4 0,2 1-3 0,-2-2-8 0,1 1-12 16,-1 1-19-16,0 0-26 0,2 0-32 0,-2 1-24 15,0-1-44-15,0-2-51 0,3-4-71 0,-3 0-64 16,-3-2-178-16,6 0-554 0,-3-2 246 0</inkml:trace>
  <inkml:trace contextRef="#ctx0" brushRef="#br0" timeOffset="55670.74">17480 4989 56 0,'-8'0'413'15,"8"0"7"-15,-10-1-15 0,10 1-3 0,-8 0-24 16,8 0-26-16,0 0-28 0,-9 0-31 0,9 0-32 16,0 0-27-16,0 0-51 0,12-8-36 0,-3 6-40 15,6 1-64-15,7-1-54 0,-2 0-43 0,10 1-54 16,-7 0-54-16,-3 1-54 0,11-1-65 0,-9 2-250 15,-2-2-576-15,2 0 255 0</inkml:trace>
  <inkml:trace contextRef="#ctx0" brushRef="#br0" timeOffset="56030.09">17960 4912 354 0,'0'0'366'0,"0"0"-22"0,0 0-24 0,0 0-35 0,0 0-20 16,0 0-24-16,0 0-29 0,0 0-25 0,0 0-18 15,0 0-17-15,0 0-11 0,0 0-20 0,0 0-7 16,0 0-17-16,-10 9 4 0,10-9-24 0,-4 4-7 15,4-4-2-15,-2 5-19 0,2-5-6 0,-2 5 1 16,1-2-13-16,1-3-6 0,1 4 4 0,-1-4-7 16,0 0-4-16,6 5 1 0,-6-5 1 0,2 2-6 15,3 0-2-15,-5-2-1 0,0 0-1 0,5 2-1 16,-5-2-2-16,0 0 0 0,0 0-4 0,0 0-6 16,8-5-11-16,-4 3-18 0,-4 2-28 0,0-6-28 15,1 2-39-15,-1 4-46 0,-2-7-56 0,-1 1-71 16,1 3-206-16,0-1-547 0,-2 0 243 0</inkml:trace>
  <inkml:trace contextRef="#ctx0" brushRef="#br0" timeOffset="58832.88">8866 6572 112 0,'0'0'293'0,"-7"0"-20"0,7 0-15 0,0 0-15 16,0 0-16-16,-4 2-17 0,4-2-16 0,0 0-15 15,0 0-16-15,0 0-13 0,0 0-11 0,0 0-21 16,0 0-8-16,0 0-11 0,0 0-10 0,0 0-7 15,28-2-7-15,-15 4 1 0,1-2-14 0,2-2-7 16,3 2-9-16,0 2-2 0,-3-6-2 0,-2 3-9 0,2 0-1 16,-2-1 2-16,-3 1-10 0,1 1-1 15,-2 0-3-15,-5-1 0 0,-5 1-3 0,14 0 0 0,-9-2 0 16,-5 2-4-16,7 0-5 0,-7 0-2 0,0 0-5 16,4 3 3-16,-4-3-1 0,0 4-1 0,0-4 0 15,-3 9 3-15,-2-3-4 0,-1 2 1 0,1 1-4 16,-2 0 4-16,-1 0 1 0,2 2-5 0,1 2 4 15,-4 2-1-15,-1 1 3 0,0-2-5 0,2 2 1 16,-1 0 3-16,-1-3 1 0,5 4-4 0,-1-5 3 16,-2 0-6-16,4 0 9 0,0-1-7 0,0-2 4 15,1-2 0-15,3 0-1 0,-3-1 0 0,2-1 6 16,1 2 12-16,0-5 7 0,4 2 8 0,-1-2-1 16,5-1 1-16,4-1 6 0,-1-1-17 0,3-1 0 0,5-2-8 15,0 0 5-15,0-1-2 0,1 3-7 16,-2-6 0-16,4 5-3 0,-3 0-3 0,-1-4-12 15,-1 3-22-15,-4 0-13 0,0 1-24 0,-3 0-18 16,-2 2-23-16,0 0-25 0,0-1-33 0,-4 2-34 0,-4 0-49 16,7-2-241-16,-7 2-529 0,0 0 235 0</inkml:trace>
  <inkml:trace contextRef="#ctx0" brushRef="#br0" timeOffset="59114.11">8839 6748 261 0,'0'0'305'16,"0"0"-12"-16,-8-1-13 0,8 1-5 0,0 0-13 15,-3-3-12-15,3 3-25 0,0 0-17 0,11-5-13 16,-4 4-23-16,3 0-21 0,0-3-11 0,5 0-16 0,4 2-10 16,1-3-15-16,1 4-8 0,-2-3-8 0,1 2-13 15,-2-2-30-15,4 2-28 0,-10 0-36 0,0 2-45 16,2-1-47-16,1-1-63 0,-4-1-62 0,0 3-263 16,-3-2-545-16,-1 2 241 0</inkml:trace>
  <inkml:trace contextRef="#ctx0" brushRef="#br0" timeOffset="59489.09">9331 6870 306 0,'4'-3'358'0,"-4"3"-15"0,0 0-21 0,2-5-27 15,-2 5-25-15,0 0-28 0,0 0-36 0,0 0-23 16,0 0-14-16,0 0-18 0,4 10-12 0,-4-5-23 15,-1 3-3-15,2-3-8 0,-1 5-16 0,0-2-6 16,4 3-9-16,-4 1-9 0,0-1-4 0,0 0-7 16,0 0-5-16,0-2-5 0,1 0-3 0,2 2 2 15,-3-4-8-15,3 0-4 0,-1 0-28 0,1 0-19 16,0-2-32-16,0 0-34 0,-2 0-51 0,3-2-69 16,-4-3-74-16,7 0-264 0,0 1-583 0,-7-1 259 0</inkml:trace>
  <inkml:trace contextRef="#ctx0" brushRef="#br0" timeOffset="59739.07">9314 6790 219 0,'-7'-2'301'0,"7"2"-19"0,-4-2-12 15,4 2-22-15,0 0-20 0,0 0-27 0,-6-2-13 16,6 2-17-16,0 0-16 0,0 0-11 0,0 0-13 15,0 0-9-15,0 0-2 0,0 0-16 0,0 0-7 16,0 0-6-16,0 0-10 0,0 0-5 0,0 0-9 16,0 0-4-16,14 6-1 0,-14-6-11 0,0 0 2 15,0 0-11-15,0 0 0 0,11-4-6 0,-10 0-6 16,-1 4-6-16,3-5-21 0,0 2-31 0,-3 3-47 16,0 0-49-16,0-8-68 0,1 3-79 0,-1 5-231 0,-4-5-545 15,1 2 241-15</inkml:trace>
  <inkml:trace contextRef="#ctx0" brushRef="#br0" timeOffset="66090.2">9715 6588 73 0,'0'0'318'16,"-16"3"-14"-16,16-3-14 0,0 0-12 0,0 0-29 15,0 0-7-15,0 0-18 0,0 0-22 0,0 0-14 0,0 0-17 16,0 0-16-16,0 0-14 0,0 0-14 0,0 0-9 16,0 0-10-16,0 0-9 0,0 0-17 0,0 0-2 15,0 0-4-15,0 0 0 0,0 0-4 0,0 0-9 16,0 0-2-16,0 0-9 0,24-5-4 0,-16 4-7 16,0 0 1-16,3-1-6 0,0 0-6 0,0 0 0 15,1-1-4-15,1 0 1 0,0 1-4 0,-2 1-5 16,0 0 4-16,1-1-11 0,-1 0 3 0,-6-1-12 15,6 2-8-15,-7 0-14 0,3-3-23 0,0 3-19 16,-7 1-27-16,8-2-26 0,-8 2-33 0,8 3-16 16,-8-3-24-16,0 0-23 0,3 5-37 0,-3-5-41 15,0 0-151-15,-11 6-475 0,7-2 210 0</inkml:trace>
  <inkml:trace contextRef="#ctx0" brushRef="#br0" timeOffset="66387.06">9715 6717 84 0,'0'0'210'0,"0"0"-8"0,0 0-11 16,-4 3-9-16,4-3-10 0,0 0-3 0,0 0-10 15,0 0-2-15,0 0-11 0,0 0-2 0,0 0 4 16,0 0 5-16,0 0 9 0,0 0 0 0,0 0-4 15,0 0 3-15,16 1-10 0,-9 0-4 0,-2 1-17 16,-5-2-12-16,19-3-6 0,-12 3-14 0,8 0-13 16,-3-1-3-16,2-2-11 0,1 2 9 0,-1-1-23 15,0 0-5-15,0 0-9 0,0 1-9 0,-2 1-23 16,-1-5-29-16,1 5-23 0,-6 0-25 0,2-3-27 0,-4 3-36 16,4-2-46-16,-8 2-42 0,0 0-50 0,8-1-238 15,-8 1-545-15,0 0 241 0</inkml:trace>
  <inkml:trace contextRef="#ctx0" brushRef="#br0" timeOffset="67605.72">10712 6555 12 0,'1'-5'187'0,"1"2"-7"0,-2-2-5 0,2-1-2 16,-2-1-7-16,2 2-1 0,-1 0-2 0,-1-1-2 15,0 0-5-15,0 0-1 0,0 0-2 0,0-1-12 16,-1 1-7-16,-2-1-12 0,2 1-9 0,-2 1-7 16,-1 0-8-16,-3 0-8 0,3-1-12 0,0 2-9 15,-2 1-6-15,2-1-9 0,-1 2-7 0,-5-1-1 16,5 2-7-16,-2 0-5 0,7 1-6 0,-19 0-1 16,11 1-7-16,0 3-1 0,-2-2-1 0,1 2-3 15,-1 1 4-15,3 0-10 0,-5 1 2 0,3 1 0 16,-1 2-5-16,2-2 5 0,0 3-3 0,0 1-2 0,-1-1 1 15,4-1-2-15,0-1 1 0,2 2-1 16,0 1 0-16,2-1-2 0,2-3 3 0,-2 1-3 16,2-2 0-16,1 5-2 0,0-3 3 0,1-1 7 0,1 0-8 15,4 0-3-15,2-2-3 0,-5-1 3 0,3 0-2 16,3 0 2-16,-3-2 0 0,3-2-2 0,-1 1 4 16,-1 1-4-16,1-4 1 0,3-1 1 0,-3 0 2 15,-2-1-2-15,0-1 0 0,-1 2-2 0,4-3-1 16,-7 1 2-16,4 0 1 0,-4-3 1 0,0 2 0 15,-1-1 1-15,1-3 3 0,2 3 6 0,-5-1 5 16,2-1 11-16,-2 2 11 0,4-1 4 0,-3 1 15 16,-2-1-8-16,2 3 4 0,-2-1 1 0,0 1 5 15,0 0-3-15,0-2 1 0,2 4-3 0,-2-2-7 16,0 5 4-16,1-6-15 0,-1 6 5 0,0-5-5 16,0 5-3-16,2-3-8 0,-2 3-4 0,0 0 1 15,0 0-15-15,0 0 3 0,0 0-5 0,0 0-7 0,0 0 3 16,0 0 1-16,0 0-3 0,0 0-1 0,5 11 1 15,-5-9 1-15,4 4 16 0,-1-1-17 16,-2 0-5-16,2 0-6 0,1 1-5 0,-1 2-2 0,-1-3-11 16,1 2-9-16,1-1-9 0,2 1-11 0,-1 1-13 15,-1-1-21-15,3-2-24 0,-2-1-39 0,2-2-31 16,3 3-44-16,-2-3-38 0,0 0-217 0,0-1-525 16,3-1 232-16</inkml:trace>
  <inkml:trace contextRef="#ctx0" brushRef="#br0" timeOffset="67996.32">10861 6456 118 0,'-2'-2'194'0,"2"2"-14"0,0 0-22 0,0 0-10 15,0 0-12-15,0 0 2 0,0 0-5 0,0 0-4 0,0 0-8 16,0 0-3-16,5 15-8 0,-1-10-11 0,0 0-9 15,-1 0-13-15,4 1-3 0,-4-1-5 16,3 1-6-16,1 3-8 0,0-1-9 0,0 0 0 0,-2-1-5 16,5 3-5-16,-5-3-2 0,2 2-2 0,-3-4-3 15,-1 1-3-15,2 2-2 0,-1-3-3 0,-1 0-3 16,1 2-3-16,-3-4-3 0,1 0 6 0,-1 0-4 16,2 1-1-16,-3-4 11 0,1 5 22 0,-1-5 16 15,0 0 20-15,0 0 12 0,0 0 4 0,0 0 9 16,0 0 0-16,0 0 9 0,0 0 0 0,0 0-2 15,-9-14 1-15,7 11-7 0,2-2-13 0,0-2-6 16,0 1-11-16,2-3-14 0,0 1-2 0,4-2-19 16,-1 1-12-16,2-2-29 0,3 1-25 0,-1 2-25 0,3 0-21 15,-1 0-19-15,-1 1-22 0,2 0-28 16,-1 1-32-16,-1 1-19 0,3 0-38 0,-2 0-22 16,0 4-34-16,-3-1-166 0,-4-1-487 0,4 3 215 0</inkml:trace>
  <inkml:trace contextRef="#ctx0" brushRef="#br0" timeOffset="68590.03">11265 6437 54 0,'3'-2'176'15,"-3"2"-2"-15,1-4-1 0,-1 4-4 0,0 0-1 16,0-6-14-16,0 6-6 0,0 0-4 0,-4-3-10 16,4 3-12-16,-5-3-8 0,5 3-17 0,-8-4-4 0,5 3-9 15,3 1-10-15,-11-1-4 0,4 1-7 16,7 0-5-16,-16 1-1 0,9-1-5 0,-1 1-1 16,-1 1-9-16,2-1-3 0,0 3-4 0,0-3-2 0,-1 1-6 15,4 1-3-15,-1-1-4 0,-1 0 1 0,2 1-2 16,1 0-3-16,2 1 0 0,1-4 1 0,-2 6 3 15,2-1-5-15,2-2 2 0,1 2 1 0,-2-1-4 16,3 3-2-16,6 0 0 0,-5-1-1 0,6 2-4 16,-4-1 3-16,0 0 0 0,3 1 3 0,0 1-5 15,-2 0-2-15,4 2-1 0,-4 0 1 0,2 3 0 16,-3-1 0-16,4 2-2 0,-5 2-4 0,1-2 3 16,0 4 0-16,1 1 1 0,-1 0-3 0,0-1 2 15,-3-1-2-15,2 0 4 0,-4 2-3 0,2-1 0 16,0-1-1-16,0 0 0 0,-2-1 0 0,-1 0-6 15,2-2 3-15,-3-3 2 0,0-1 0 0,0 2 3 16,0-1 26-16,0-3 21 0,-3-2 21 0,3-1 15 0,0 1 31 16,0-3 25-16,-1 0 41 0,1-4 29 0,-6 6 18 15,6-6 9-15,-4 1 2 0,-1 0 3 16,5-1-7-16,-11-1-7 0,4-1-8 0,0-2-3 16,-1-1-14-16,-3-2-11 0,3 1-10 0,-3-3-6 0,2 0-13 15,0 0-18-15,-3-5-7 0,0 0-13 0,1 0-24 16,2-5-2-16,0 0-13 0,3-7-22 0,-1 5-22 15,0-5-28-15,7-4-26 0,0 7-40 0,0-3-47 16,4 6-49-16,1-7-54 0,1 2-56 0,4 6-50 16,-3 0-47-16,3 2-51 0,0 1-46 0,1 3-54 15,2-1-279-15,-5 5-847 0,-1-1 374 0</inkml:trace>
  <inkml:trace contextRef="#ctx0" brushRef="#br0" timeOffset="70027.42">11535 6407 138 0,'2'-1'316'0,"-2"1"3"15,2-4-12-15,-2 4-6 0,2-3-17 0,-2 3-19 16,2-7-16-16,-2 7-22 0,0 0-22 0,3-2-35 16,-3 2-7-16,0 0-21 0,0 0-16 0,0 0-11 15,6 7-8-15,-3-3-14 0,-3 0-8 0,4 1-21 0,-1 3-1 16,2 0-3-16,-2 2-6 0,4-2-8 0,-3 3-3 16,0-2-1-16,2 2 6 0,0-1-19 15,-2 1 2-15,0-4-2 0,1 3-11 0,-1-4-2 16,0 3 18-16,-3-5-18 0,3 1-4 0,0 1 15 0,-3 0-21 15,2-3 4-15,-1 1-5 0,-1 0 8 0,-1-4-1 16,3 4-7-16,-3-4 10 0,0 0-2 0,1 4 0 16,-1-4 1-16,0 0 0 0,0 0 16 0,0 0-27 15,0 0 3-15,0 0 2 0,7-14 1 0,-6 10 14 16,1 1-15-16,-2-2-1 0,1-1-9 0,2 1 8 16,-2-3-1-16,-1 3-1 0,3-2 0 0,-3 1-2 15,4-2-3-15,-2 1 2 0,1 0 4 0,-1 1 1 16,0-2-4-16,1 1 4 0,1 1 1 0,-1 0-5 15,0-1 17-15,-2 2-21 0,0-1-4 0,3 2 5 16,-2 0-2-16,3 2-2 0,-5-2 2 0,0 4-2 16,3-5 0-16,-3 5 2 0,5-5-9 0,-5 5-3 15,0 0 1-15,9 0 2 0,-9 0 8 0,5 5-17 0,0-1-1 16,-1-1 0-16,1 1-1 0,0 0-1 16,-1 1-4-16,0 0 4 0,3 0-1 0,0 2-3 15,-3-1 2-15,-1-1-2 0,3 5 4 0,0-3 0 0,-1-1 3 16,-1 5 0-16,0-5-1 0,-1 0 0 0,1 1 5 15,-1-1-4-15,1 0 6 0,-1-3-2 0,-2 2 3 16,3-1-5-16,-4 2 9 0,4-4-1 0,-4-2 5 16,0 5 1-16,4-4 8 0,-4-1 8 0,0 4 6 15,0-4 0-15,0 0 5 0,0 0 2 0,0 0 6 16,0 0 20-16,0 0-16 0,4-12 2 0,-2 6 2 16,-1 1 4-16,-1 0-2 0,2-3 5 0,-1 2-2 15,0-1-3-15,2 0 6 0,-3-3-2 0,6 0-7 16,-4 1-9-16,2-1-2 0,0 2 10 0,-1-1-7 0,-3 2-10 15,7 1 1-15,-4-1-7 0,-2 1 5 16,3 1 8-16,1-1-11 0,-5 3-3 0,2-2 2 16,0 0-6-16,0 2 1 0,-2 3 0 0,4-4-3 0,-4 4 1 15,3-4 0-15,-3 4-5 0,2-2-11 0,-2 2 6 16,0 0-2-16,0 0-3 0,9 0 4 0,-9 0 0 16,5 3-3-16,2 0-6 0,-5 0 2 0,3 1 22 15,0 1-22-15,-1-2 5 0,0 2 0 0,0 1 6 16,3-1-3-16,-4 1 3 0,2 2-6 0,1-3-1 15,-1 1 3-15,-2-1 2 0,2 1 2 0,-1 0-3 16,0-1 3-16,0 1 0 0,1-2-7 0,-1 1 5 16,0 0 5-16,0 1-12 0,0-2 21 0,-3 1-16 15,3-2-1-15,-1 1 3 0,-3 2-14 0,0-3-8 16,0-3-4-16,4 5-14 0,-4 0-12 0,0-5-6 16,0 5-15-16,0-5-17 0,2 5-13 0,-2-5-25 15,0 3-23-15,0-3-42 0,0 5-48 0,0-5-47 0,0 0-243 16,2 3-577-16,-2-3 256 0</inkml:trace>
  <inkml:trace contextRef="#ctx0" brushRef="#br0" timeOffset="71811.05">12072 6396 159 0,'0'-5'347'0,"0"5"-10"0,0 0-17 0,0 0-11 16,1-3-18-16,-1 3-22 0,0 0-27 0,0 0-25 15,0 0-17-15,0 0-21 0,0 0-25 0,0 0-11 16,0 0-16-16,0 0-15 0,7 11 7 0,-7-8-32 16,4 2-8-16,-2 2-9 0,-1-2-9 0,3 2-6 15,-1 2-3-15,-2-1-7 0,2 3-5 0,2-3 0 16,-5 2-3-16,2-3-10 0,-1 2 2 0,0 0-7 16,1-1 3-16,1 1-7 0,-2-2 4 0,0 0-6 15,2 1-14-15,1-1-22 0,-1 0-28 0,-2-1-26 0,3 0-27 16,-1 0-46-16,0 0-57 0,2-2-54 0,-1 0-74 15,0-2-180-15,1-1-553 0,2 2 244 16</inkml:trace>
  <inkml:trace contextRef="#ctx0" brushRef="#br0" timeOffset="72357.89">12245 6388 123 0,'0'0'237'0,"0"0"-19"0,0 0-17 0,0 0-18 0,0 0-21 16,0 0-14-16,0 0-6 0,0 0-7 16,2 13-12-16,-2-9-16 0,0-4-7 0,0 9-9 15,0-4-9-15,3 1-9 0,-2 1-5 0,1 0-7 0,-1 0-6 16,-1 0-2-16,3-1-7 0,-2 0-2 0,2 1-3 15,-3-1-3-15,1-1-8 0,5 2-4 0,-3-2-1 16,-2-2 0-16,-1 1-5 0,4-1 2 16,-3 2-2-16,-1-2 0 0,0-3 0 0,3 5 0 0,-3-5 19 15,3 3 20-15,-3-3 1 0,0 0-7 0,0 0-5 16,0 0 1-16,0 0-5 0,9-6 0 0,-6 2-1 16,1 0 6-16,-1-1 1 0,-1 1 0 0,1-2 1 15,1 1 5-15,0-2 6 0,2 2 3 0,-2-1 5 16,0 1 2-16,3-2-3 0,-3 3 0 0,1-2-2 15,-1 1-2-15,-1 0-5 0,1 1-4 0,-1-1 2 16,1 2-15-16,3 0 0 0,-5 1-17 0,-2 2 3 16,6-3-5-16,-6 3 0 0,8 1-8 0,-8-1-1 15,12 4-7-15,-10-2 6 0,2 2 0 0,0 1-1 16,1 0-3-16,2 1 9 0,-4 1-13 0,5 1-2 16,-4-1-5-16,0-1 6 0,0 2-1 0,2-3-2 15,-2 3 2-15,-1-3-2 0,2 0 0 0,-1 1 4 0,0 0 2 16,0-3-6-16,2 0 6 0,-1 0-6 0,0 1 1 15,2-4 2-15,-1 1-8 0,-6-1-13 16,11-1-13-16,-11 1-10 0,13-5-17 0,-6 2-20 0,-3-1-18 16,4 1-21-16,-1-1-23 0,0-2-27 0,0 0-38 15,0-1-14-15,-2-4-42 0,3 3-46 0,-5-4-164 16,1 1-508-16,0-1 225 0</inkml:trace>
  <inkml:trace contextRef="#ctx0" brushRef="#br0" timeOffset="72889.1">12080 6270 346 0,'0'0'369'16,"-4"-5"-12"-16,4 5-25 0,0 0-27 0,0 0-27 15,0 0-24-15,0 0-26 0,0 0-27 0,0 0-25 16,0 0-13-16,0 0-22 0,0 0-16 0,0 0-14 16,0 0-15-16,0 0-9 0,0 0-7 0,0 0-10 15,0 0-8-15,0 0-9 0,0 0-6 0,0 0-7 16,0 0-13-16,0 0 5 0,0 0-10 0,13 10 2 0,-13-10 7 15,6 0-17-15,-6 0 14 0,0 0-11 16,0 0-3-16,10-3-3 0,-10 3-3 0,4-3-2 16,-4 3-3-16,4-3 3 0,-4 3-1 0,1-3 0 0,-1 3-3 15,3-4 2-15,-3 4-5 0,0 0-3 0,0-5-3 16,0 5-8-16,-4-7-15 0,4 7-31 0,-4-1-29 16,4 1-31-16,-10-1-46 0,10 1-71 0,0 0-82 15,-8 2-201-15,3 1-565 0,5-3 249 0</inkml:trace>
  <inkml:trace contextRef="#ctx0" brushRef="#br0" timeOffset="93020.79">10705 7267 46 0,'0'-5'334'0,"-4"-2"-10"0,8 1-10 0,-8 1-10 16,8-1-5-16,-4-1 3 0,0 3 0 0,0 0-6 16,-4-2-4-16,4 6-9 0,0-8-19 0,0 8-27 15,0-2-22-15,0 2-24 0,0-5-18 0,0 5-12 16,0 0 1-16,0 0 12 0,0 0-4 0,0 0-11 0,8 12-9 16,-7-7-12-16,4 4-2 0,-4-1-7 0,3 4-8 15,0-1-8-15,-2-2-18 0,0 5-3 16,1-3-6-16,-2 4-11 0,3-2-7 0,0 2-9 0,-2 3-2 15,2 0-7-15,-3-4-4 0,2-1-6 0,1 2-6 16,-3 1-3-16,2-1-2 0,-3-5-3 0,2 1-15 16,0 2-16-16,2-3-23 0,-1 1-25 0,-2-2-27 15,2-2-28-15,-2 1-31 0,2 0-8 0,-2-3-41 16,1 3-24-16,-2-5-21 0,0 2-24 0,0 1-25 16,1 0-24-16,-1-2-39 0,0-4-42 0,-1 3-250 15,1-3-689-15,-3 5 305 0</inkml:trace>
  <inkml:trace contextRef="#ctx0" brushRef="#br0" timeOffset="93614.5">10950 7423 149 0,'1'-4'200'0,"-1"4"-6"0,0 0 0 16,0 0-5-16,0 0-4 0,4-3-6 0,-4 3-8 0,0 0-5 15,0 0-17-15,0 0-5 0,0 0-11 0,0 0-8 16,0 0-8-16,0 0-5 0,0 0-13 16,0 0-9-16,0 0-3 0,-12-2-5 0,12 2-6 0,0 0-8 15,-11 7-9-15,6-5-4 0,-1 2-7 0,-2-1-2 16,4 4-6-16,-5-1-1 0,3-1-3 0,-3-3-8 16,2 5 1-16,-3 0-2 0,1 0-7 0,-2 0 5 15,3-1-7-15,-2-2 1 0,2 2 3 0,-1 2 0 16,2-4 9-16,0 0-13 0,0 0-1 0,2-2-2 15,1 2 2-15,-1-1 0 0,5-3 1 0,-5 4 5 16,2-3 14-16,3-1-7 0,-5 2 4 0,5-2-1 16,0 0 8-16,-5 3 1 0,5-3-6 0,0 0-2 15,0 0 0-15,0 0-10 0,0 0 1 0,0 0-4 16,0 0-4-16,0 0 3 0,0 0-6 0,0 0-4 16,17-5 2-16,-17 5-5 0,0 0-1 0,8 2 2 15,-8-2 3-15,7 2-10 0,-2 0 3 0,1 2 2 0,-2 0-2 16,4 1 0-16,-1 1 2 0,4-1-8 0,0 1 5 15,-3-1 3-15,4-2-7 0,-1 4 1 16,-3-3 3-16,7 1-4 0,-2-1-5 0,-1 1-8 0,-3 0-19 16,5-1-12-16,-2-2-23 0,-1 2-21 0,-4 1-22 15,2-4-27-15,-2 1-40 0,-1-2-43 0,0 0-57 16,-6 0-213-16,8 0-533 0,-8 0 236 0</inkml:trace>
  <inkml:trace contextRef="#ctx0" brushRef="#br0" timeOffset="93864.48">11080 7471 156 0,'0'0'367'0,"0"0"-12"16,0 0-12-16,0 0-21 0,9 0-14 0,-9 0-49 15,2-2-20-15,1-1-26 0,-3 3-24 16,12 0-16-16,-5-1-6 0,3 0-30 0,-3 1-12 0,6-1-12 16,-1 1-16-16,2-3-36 0,-2 2-37 0,3-1-33 15,-4 1-40-15,3 1-52 0,-1 0-46 0,-3 1-53 16,-1-2-57-16,1 1-225 0,-4 1-520 0,-1 2 231 16</inkml:trace>
  <inkml:trace contextRef="#ctx0" brushRef="#br0" timeOffset="94067.59">11161 7571 225 0,'0'0'335'0,"0"0"-1"16,0 0-3-16,0 0-17 0,0 0-13 0,0 0-33 16,0 0-22-16,0 0-30 0,0 0-24 0,0 0-15 15,0 0-19-15,13-11-18 0,-7 9-24 0,1 0-28 0,0 2-40 16,5-3-30-16,-1 1-46 0,-1 2-41 0,1-1-44 15,0 1-42-15,0-2-48 0,-2 2-49 16,0-1-197-16,-1 1-484 0,4-5 215 0</inkml:trace>
  <inkml:trace contextRef="#ctx0" brushRef="#br0" timeOffset="94333.2">11384 7340 81 0,'0'0'349'0,"-2"-7"-6"0,1 5-6 0,1 2-9 0,0 0-9 15,4-5-18-15,-3 2-24 0,-1 3-25 16,0 0-31-16,0 0-12 0,0 0-33 0,0 0-20 16,0 0-16-16,0 0-18 0,0 0-10 0,3 11-12 0,0-1-11 15,-3-3-3-15,4 1-14 0,-1 5-5 0,-3 1-3 16,3-3-11-16,-2 3-11 0,3 4-37 0,0 0-28 15,-1-1-32-15,-1 2-32 0,1-1-40 0,0-1-46 16,0 0-56-16,-1-4-59 0,2 5-266 0,-2-5-599 16,-1-3 266-16</inkml:trace>
  <inkml:trace contextRef="#ctx0" brushRef="#br0" timeOffset="94755.04">11615 7582 16 0,'0'0'298'0,"0"0"-27"0,0 0-27 0,0 0-16 16,0 0-5-16,0 0-20 0,0 6-14 0,0-6-18 15,-1 9-18-15,-1-4-12 0,1-2-13 0,0 3-14 16,-4 2-7-16,4-2-15 0,-2 2-9 0,1 1-6 0,-1-2-8 16,-4 3-5-16,3-2-11 0,0 2-15 15,1-3-30-15,-1 1-31 0,0-2-37 0,1 2-41 16,-2-3-44-16,4-2-56 0,-3 3-206 0,2-5-441 0,2-1 196 16</inkml:trace>
  <inkml:trace contextRef="#ctx0" brushRef="#br0" timeOffset="95114.39">11676 7416 270 0,'0'0'369'0,"0"0"-16"16,-4-4-7-16,4 4-18 0,0 0-11 0,0 0-40 15,0 0-21-15,0 0-25 0,0 0-19 0,0 0-10 16,14 0-32-16,-14 0-20 0,12 4 0 0,-7-3-24 0,2 4-17 16,-3-3-11-16,2 1-16 0,0 3 0 15,-1-2-11-15,-1 0-16 0,1 1 4 0,-1 0-13 16,-1 0-2-16,1 0-7 0,-1 2 2 0,-2-1-2 0,2 3-2 16,-3-1 0-16,0-3-4 0,-4 3-6 0,1-2 12 15,0 2 1-15,-1-2 9 0,0 2 1 0,1-2 6 16,-1 1-3-16,2-4-4 0,0 2-5 0,-2 0-4 15,4 0-3-15,0-5-4 0,-5 5-5 0,2-4 6 16,3-1-13-16,0 0 5 0,4 5-4 0,-4-5-5 16,8 3-21-16,-1-3-28 0,4 0-48 0,1-2-59 15,0 2-53-15,3-1-59 0,-4 1-69 0,7 1-86 16,-4-2-227-16,0-1-687 0,0 1 304 0</inkml:trace>
  <inkml:trace contextRef="#ctx0" brushRef="#br0" timeOffset="95317.5">11974 7669 171 0,'0'0'311'16,"0"0"-8"-16,0 0-21 0,0 0-21 0,0 0-16 16,-3 3-19-16,3-3-21 0,0 0-19 0,0 5-14 15,0-5-18-15,0 0-17 0,0 5-2 0,0-5-24 16,0 0-12-16,0 6-11 0,0-6-35 0,0 5-35 15,0-5-44-15,0 0-45 0,-3 7-55 0,2-5-55 16,1-2-69-16,-5 3-168 0,5-3-451 0,-3 3 200 16</inkml:trace>
  <inkml:trace contextRef="#ctx0" brushRef="#br0" timeOffset="95536.24">12094 7527 60 0,'0'0'358'0,"4"-5"-17"0,-4 1-24 0,0 4-27 16,5-6-25-16,-3 4-25 0,0-1-28 0,3 1-19 16,-5 2-18-16,0 0-22 0,10-1-13 0,-6-1-23 15,-4 2-40-15,11 0-48 0,-11 0-51 0,7 4-60 16,1 0-61-16,-2-4-71 0,-2 1-204 0,1 2-452 15,1 1 199-15</inkml:trace>
  <inkml:trace contextRef="#ctx0" brushRef="#br0" timeOffset="95713.73">12238 7525 106 0,'0'-6'298'0,"0"6"-15"0,0 0-15 0,0-7-18 16,1 5-27-16,-1 2-22 0,0 0-22 0,0 0-16 0,4-5-24 15,-4 5-22-15,4-1-30 0,-4 1-49 0,0 0-48 16,0 0-65-16,14 1-54 0,-14-1-65 0,7 5-130 16,-3-4-351-16,1 0 155 0</inkml:trace>
  <inkml:trace contextRef="#ctx0" brushRef="#br0" timeOffset="95855.36">12402 7500 254 0,'0'0'295'0,"5"-6"-17"16,-4 3-19-16,-1 3-25 0,5-4-21 0,-2 1-23 16,-3 3-21-16,0-3-20 0,0 3-23 0,4-3-38 15,-4 3-42-15,0 0-55 0,0 0-55 0,3-5-61 16,-3 5-60-16,0 0-135 0,0 0-347 0,5-3 154 16</inkml:trace>
  <inkml:trace contextRef="#ctx0" brushRef="#br0" timeOffset="96136.59">12492 7249 134 0,'0'-5'370'15,"0"5"-27"-15,0 0-24 0,0 0-24 0,0 0-30 0,0 0-1 16,0 0-4-16,0 0-9 0,0 0-19 0,7 17-9 15,-7-11-13-15,4 2-20 0,2 2-13 0,-1 0-16 16,3 0-12-16,-1 1-8 0,1 5-25 0,2-2-8 16,-1 3-2-16,-1 0-20 0,1-4-4 0,-3 4-11 15,2 1-5-15,1-3-31 0,-4 2-39 0,-1-4-38 16,0-2-35-16,0 2-28 0,-2-1-39 0,0-2-30 16,-2 0-45-16,0-2-42 0,3-3-44 0,-4 1-250 15,1-2-599-15,0 0 265 0</inkml:trace>
  <inkml:trace contextRef="#ctx0" brushRef="#br0" timeOffset="96558.43">12738 7316 59 0,'0'-5'331'0,"0"5"-12"0,0 0-8 0,0 0-14 15,0 0-21-15,0 0-22 0,-1-5-21 0,1 5-21 16,0 0-27-16,0 0-16 0,0 0-25 0,0 0-11 16,0 0-12-16,0 0-16 0,0 0-7 0,0 0-10 15,-11 10-8-15,7-5-4 0,1-2-11 0,-1 2 0 16,0-1-3-16,-6 4 3 0,3-3 13 0,-3 1-3 16,-3 1 5-16,3-1 1 0,-4 1 13 0,1-1-10 15,0 1-1-15,1-4-8 0,1 2-3 0,2 1 3 0,-2 0-9 16,3-2-5-16,2-2-3 0,1 1-4 15,-1 0-7-15,1 1 1 0,5-4-5 0,-7 6 1 16,7-5 5-16,0-1 9 0,0 0 4 0,4 9 2 0,3-9-7 16,0 3-3-16,4-1-5 0,4-1-5 0,-2 2-5 15,2-1 1-15,3 2-7 0,2 3-7 0,-6-5 0 16,5 1-4-16,0-1-2 0,-4 2-2 0,-4 0-2 16,4 0 0-16,-3 0-26 0,-1 0-12 0,-2-1-17 15,-3 1-23-15,2-1-33 0,-1 0-29 0,-3 0-24 16,0 0-25-16,0-1-21 0,-4-2-31 0,4 7-32 15,-4-3-37-15,0-4-53 0,-2 5-265 0,2-5-662 16,-2 4 292-16</inkml:trace>
  <inkml:trace contextRef="#ctx0" brushRef="#br0" timeOffset="97699.04">10777 7577 136 0,'0'0'253'0,"-3"-5"-12"0,3 5-16 0,0 0-19 16,0 0-14-16,0 0-24 0,0 0-17 0,0 0-11 15,0 0-11-15,0 0-16 0,0 0-7 0,0 0-10 16,17 11-7-16,-16-7-11 0,2-2-7 0,-1 4-8 16,0 0-5-16,-1 0-2 0,2-1-4 0,0 1-6 15,-2 0-3-15,-1 0-2 0,0 1-5 0,0-1-1 16,1 0-2-16,-2 1-4 0,1-2-5 0,0 0-2 15,0 0-1-15,0-1 2 0,-1 1-4 0,1-5-2 16,0 7 0-16,0-7-2 0,0 5 1 0,0-5 1 0,-3 2 6 16,3-2 16-16,0 0 12 0,0 0 8 15,0 0-2-15,0 0-6 0,0 0-6 0,0 0-1 16,0 0-8-16,0 0-3 0,0 0-3 0,0 0-2 0,8-12-2 16,-8 9-7-16,0 3 0 0,4-9-4 0,-4 5 2 15,0-1-4-15,2 1-2 0,-2-1-2 0,0 5 3 16,0-9-10-16,0 5-3 0,-2-1-14 0,2 0-14 15,0 1-13-15,0 4-23 0,-4-6-25 0,0 2-32 16,0 2-46-16,0 0-49 0,4 2-61 0,-12-3-171 16,8 2-485-16,4 1 215 0</inkml:trace>
  <inkml:trace contextRef="#ctx0" brushRef="#br0" timeOffset="101339.09">13477 6009 112 0,'-4'-7'330'0,"1"0"-21"16,1 2-18-16,-1 0-19 0,1 0-15 0,-2 1-27 15,4 0-24-15,0 4-19 0,0 0-28 0,0-5-21 16,0 5-11-16,0 0-14 0,0 0-11 0,0 13-7 15,4-3-9-15,-1 2-6 0,4 6-15 0,-2-2 2 16,3 11-7-16,-2-2-6 0,4 4-4 0,-4-1-2 16,1 4-6-16,-1 1-8 0,-1 1-1 0,1 1-2 15,-1 0-6-15,0 1 1 0,2 0-4 0,-6-2-2 16,5 1 0-16,-2-2 0 0,0-1-1 0,1 2-2 16,-1-2-1-16,2 2-1 0,-6-2-3 0,4-3 1 15,0 1 2-15,-2-2-4 0,0-6-1 0,1-2 2 16,2-3-3-16,-2 1 2 0,-3-1-2 0,3-4 2 0,-2-3-1 15,1 1 0-15,2-4 7 0,-3-1-12 16,-1 2-6-16,0-6 0 0,3 1 1 0,-3-3-24 16,1 2-29-16,-1-2-35 0,0 0-46 0,0 0-46 0,8-11-74 15,-8 3-58-15,4-1-169 0,-4-5-522 0,0 2 231 16</inkml:trace>
  <inkml:trace contextRef="#ctx0" brushRef="#br0" timeOffset="101760.93">13700 6168 99 0,'-1'-11'276'0,"-1"-1"5"0,1 2-8 0,-2-1 5 16,-2 3-13-16,5 1-3 0,0 0-11 0,0 0-10 0,0 3-16 15,0-2-18-15,0 1-23 0,-3 1-22 16,3 4-24-16,0-4-18 0,0 4-15 0,0 0-18 16,0 0 4-16,0 0-13 0,3 18-8 0,-1-8-6 0,2 3-8 15,2 5-3-15,-3 1-9 0,2 1-3 0,1 6-2 16,-2 2-5-16,1 0-2 0,2-2-4 0,-3 1-4 16,0 1 2-16,2-1-2 0,-2 1-5 0,2 2-1 15,-4-4 3-15,-1 4-4 0,5-1 1 0,-2 0-4 16,-2 3-4-16,1-3 14 0,1 0-13 0,-1 2 3 15,1-4 0-15,-1 2-5 0,-2-9-2 0,3 7 3 16,-3-8 1-16,2 1-2 0,-3-2 2 0,3 2-7 16,-2-1 6-16,2-2-2 0,-2-6-5 0,1 2 3 15,2-1-10-15,1-5-9 0,-5 0-9 0,4-1-14 16,-4-2-19-16,4-2-35 0,-1 2-49 0,1-3-44 16,-4-1-58-16,9-1-70 0,-9 1-245 0,10-6-601 15,-6 1 265-15</inkml:trace>
  <inkml:trace contextRef="#ctx0" brushRef="#br0" timeOffset="102538.4">14425 6247 19 0,'0'0'289'0,"0"0"-19"15,-3-6-19-15,3 6-22 0,0 0-26 0,0 0-16 16,0 0-22-16,0 0-13 0,0 0-6 0,-20 6-3 16,9 1-10-16,0-1 1 0,1 2 7 0,-6 0-7 15,0 2-4-15,-3-2-10 0,-3 2 0 0,4-1-7 16,-2 2-1-16,-6 1-3 0,7-2-3 0,0-1 0 15,2 1-20-15,0-1-6 0,2-1-8 0,6-3-3 16,-2-1-8-16,0 1-12 0,7 0-8 0,-3-1 4 16,4-3-9-16,-1 1-1 0,4 3 7 0,0-5 2 0,7 5-12 15,1-3 4-15,13 0-1 0,2 1-6 0,11-4-3 16,0 2-3-16,1-1-1 0,2 0-2 0,1-1-1 16,0 1-2-16,-4 0-13 0,0-1 7 0,-1 0-6 15,-1-1 3-15,-10 1-15 0,1 0-3 0,-4 0 2 16,-3 1 0-16,-2-2 6 0,-3 0-5 0,-3-1 16 15,3 1-16-15,-5 1-2 0,-2 0 7 0,-2-3 1 16,2 1-2-16,-2-2-6 0,-4-1-7 0,-3 2 13 16,2-2-1-16,-5 0 1 0,-3 0-3 0,-1-2 14 15,-6-2-14-15,-2 3-1 0,-3-2 2 0,-3-3-5 16,5 7-3-16,-7-3-17 0,8 2-7 0,0 1-16 0,1 2-18 16,7-2-25-16,0 4-28 0,-2 0-30 0,2-1-29 15,5 4-33-15,-1-2-40 16,8 0-47-16,-8 2-166 0,8-2-506 0,-5 1 224 15</inkml:trace>
  <inkml:trace contextRef="#ctx0" brushRef="#br0" timeOffset="102850.88">14334 6140 149 0,'0'0'366'0,"0"-5"-12"0,4 3-16 0,-4 2-19 16,0 0-28-16,0 0-35 0,-4-9-27 0,4 9-25 15,0 0-25-15,0 0-21 0,0 0-15 0,5 17-14 16,-1-8-16-16,-2 3-5 0,3 3-4 0,-2-1-20 16,-2 3-4-16,3 3-10 0,-1-1-2 0,5 10-9 15,-4-4-4-15,0-4-6 0,3 5-4 0,-3 0-5 16,3 2-7-16,-2-2 4 0,2 0-6 0,0 0 1 15,0-6 16-15,-3-1-26 0,5 0-1 0,-3-2 2 16,-2 0-3-16,4-1-12 0,2 0-19 0,-4 0-22 16,0-6-24-16,1 2-27 0,0-4-38 0,-1-1-38 15,1-2-53-15,-1-4-59 0,2 2-281 0,-3-3-597 0,6-1 264 16</inkml:trace>
  <inkml:trace contextRef="#ctx0" brushRef="#br0" timeOffset="103257.1">14773 6178 256 0,'-1'-3'363'0,"-1"-2"-10"0,2 5-3 15,0-7-8-15,0 7-3 0,-2-6-17 0,-1 2-18 16,3 4-22-16,-1-3-42 0,1 3-22 0,0 0-31 0,0 0-24 16,0 0-12-16,0 0-17 0,-14 10-8 0,11-2-14 15,-1 2-11-15,0 0-4 0,0 5-7 0,-3 1-7 16,6 1-3-16,-4 0-9 0,2-1-2 0,1 1-9 15,2 1-6-15,0-2 0 0,0 2-7 0,3-1-4 16,0 0 2-16,1-1-10 0,0 1 8 0,0-4-10 16,3 2-7-16,-2-4-12 0,1 0-16 0,2-1-6 15,-1-1-12-15,2-1-6 0,-1-3-47 0,2 0-37 16,2-2-44-16,-1-1-38 0,5-2-39 0,-5-1-40 16,3-2-52-16,-1 0-55 0,0-3-206 0,3-1-632 15,-2 1 280-15</inkml:trace>
  <inkml:trace contextRef="#ctx0" brushRef="#br0" timeOffset="103553.95">15114 6183 293 0,'0'0'348'0,"-4"-5"-15"0,4 5-4 16,0 0-16-16,0 0-5 0,0 0-18 0,-1-5-11 15,1 5-18-15,0 0-23 0,0 0-26 0,0 0-26 16,0 0-21-16,0 0-20 0,0 0-12 0,0 0-16 16,-11 9-10-16,7-3-11 0,-1 1-9 0,-2 3-14 15,1-1-5-15,-3 4-6 0,2-3-4 0,-2 5-8 16,3-1 8-16,-5 3-17 0,3 0-9 0,-2 0 3 16,4-1 0-16,-2 1-6 0,2 1-6 0,-2-3-5 15,1-2-19-15,3-2-16 0,0 2-21 0,3-2-23 16,-2-1-21-16,0 0-26 0,3-4-26 0,0-1-25 0,0 0-25 15,0 1-39-15,0-6-47 0,3 2-63 16,-3-2-203-16,0 0-579 0,0 0 256 0</inkml:trace>
  <inkml:trace contextRef="#ctx0" brushRef="#br0" timeOffset="103772.68">14924 6218 147 0,'0'0'265'0,"0"0"-7"16,0 0-2-16,0 0-9 0,0 0-3 0,3 10-4 16,0-6-11-16,1 4 5 0,0-1-21 0,3 1-22 15,2 1-17-15,-4 2-13 0,4-2-18 0,0 2-17 16,5 1-7-16,-7-1-10 0,5 2 0 0,-3-3-19 16,5 2-9-16,1 0-19 0,-3-1-32 0,-4-3-43 15,3 0-50-15,1 2-53 0,-3-4-61 0,1 1-71 16,-3 0-271-16,0-4-561 0,0 4 248 0</inkml:trace>
  <inkml:trace contextRef="#ctx0" brushRef="#br0" timeOffset="104022.66">15328 6451 312 0,'0'0'406'0,"0"0"4"0,0 0-13 0,0 0-17 15,0 0-33-15,0 0-31 0,0 0-32 0,0 0-32 16,0 0-24-16,0 0-26 0,0 0-21 0,0 0-16 16,-9 10-11-16,9-10-14 0,-2 10-12 0,1-6-12 15,-2 3-12-15,3-2-11 0,0 3-10 0,0-1-10 16,0 2-13-16,0-1-15 0,0 1-23 0,4-1-29 16,-2 5-19-16,-1-7-33 0,2 1-21 0,-1-3-26 15,1 0-30-15,1 3-38 0,-1-4-34 0,1 0-49 0,-4-3-54 16,8 0-278-16,0 0-639 0,-8 0 283 0</inkml:trace>
  <inkml:trace contextRef="#ctx0" brushRef="#br0" timeOffset="104397.63">15295 6313 264 0,'0'0'297'0,"-6"-1"-12"0,6 1-23 0,0 0-20 16,-6-3-21-16,6 3-22 0,0 0-21 0,0 0-20 15,0 0-14-15,-4 5-12 0,4-5-11 0,0 0-11 16,0 6-9-16,0-6-8 0,0 0-5 0,2 7-13 16,-2-3-7-16,0-4-4 0,4 4-9 0,-4-1-8 15,0-3-7-15,4 5 1 0,-3-2-5 0,-1-3-7 0,4 4 0 16,-4-4-2-16,4 3-4 0,-4-3 0 0,0 0-4 15,4 2 1-15,-4-2 4 0,0 0-3 16,0 0-1-16,0 0 4 0,0 0 11 0,10-8 8 16,-10 6-1-16,0 2 5 0,0 0 1 0,0-7 3 0,0 7-3 15,-3-5-6-15,3 5-8 0,0 0-2 0,0-4-11 16,0 4 0-16,0 0-5 0,0 0-23 0,-7-1-20 16,7 1-18-16,0 0-24 0,0 0-27 0,-8 5-31 15,8-5-36-15,-7 4-45 0,7-4-53 0,0 5-249 16,0-5-552-16,3 6 245 0</inkml:trace>
  <inkml:trace contextRef="#ctx0" brushRef="#br0" timeOffset="104805.38">15423 6090 41 0,'-4'-3'437'15,"4"3"18"-15,-8-3-7 0,4 1-3 0,4 2-13 16,-5-3-23-16,5 3-22 0,0 0-29 0,-5-4-30 15,5 4-28-15,0 0-30 0,0 0-30 0,0 0-23 16,0 0-23-16,0 0-20 0,0 0-16 0,0 0-15 16,9 13-14-16,0-4-12 0,-1-1-4 0,3 2-18 15,1 3-13-15,2 1-9 0,1 2-6 0,0-1-7 16,-3 0-5-16,2 5-8 0,-5-2-4 0,1 0-5 16,2 1-5-16,-4-1-9 0,-1 2-22 0,0-1-16 15,-3 1-24-15,0-1-30 0,-3 0-43 0,2 2-29 0,-3-5-28 16,-3 4-25-16,3-2 7 0,-4 0-40 0,3-1-4 15,-6 0-29-15,3-4-48 0,0-2-54 0,4 2-325 16,-3-3-743-16,2-1 329 0</inkml:trace>
  <inkml:trace contextRef="#ctx0" brushRef="#br0" timeOffset="105320.96">15818 6294 188 0,'0'0'431'0,"0"0"5"0,0 0-10 0,0 0-5 15,0 0-26-15,0 0-3 0,0 0-21 0,0 0-27 16,0 0-26-16,0 0-31 0,0 0-28 0,0 0-28 16,16-6-21-16,-9 5-26 0,5 0-18 0,-1-1-15 15,9 1-14-15,-6 1-15 0,8-2-12 0,1 2-10 16,-4 1-4-16,4-2-16 0,-3 3-9 0,0-2-9 16,0 0-5-16,-3 1-4 0,1 1-5 0,-3-2-7 0,-4 0-3 15,1 0-6-15,1-2-5 0,-2 2-9 16,-5 0-13-16,2 0-12 0,-8 0-22 0,9-1-22 15,-9 1-31-15,8 0-36 0,-8 0-47 0,5-1-54 0,-5 1-48 16,0 0-45-16,0 0-55 0,0 0-61 0,-5-7-283 16,5 7-770-16,-8-5 342 0</inkml:trace>
  <inkml:trace contextRef="#ctx0" brushRef="#br0" timeOffset="107846.65">16513 6663 177 0,'0'6'220'0,"0"-6"-2"0,0 4 5 0,0-4-1 0,1 3 0 0,-1-3 5 16,2 4 1-16,-2-4 9 0,0 0 6 0,0 0 4 15,6 0-8-15,-6 0 0 0,11-5-10 0,-9 1-4 16,3 2 4-16,1-5-8 0,-1 3-2 0,2-2-2 15,-2-2-3-15,3-1-8 0,-4-2-6 0,2 0-24 16,-1-1-9-16,1-5-7 0,-2 1-11 0,1-2-11 16,-3-3-17-16,0 1-10 0,1-9-11 0,-3 2-9 15,1-2-4-15,-2 1-13 0,1-3-11 0,0 1-6 0,0 0-4 16,-1 2-7-16,1-2-3 0,-2 10-4 16,2-2-5-16,-2-1-5 0,2 4 1 0,-2 1-5 15,2 0-2-15,0 6-3 0,0-1-2 0,0 1-3 0,-1 1 0 16,1 1 1-16,0 5-4 0,0-1-1 0,0-1-3 15,0 4 0-15,0 3-6 0,0-5 0 0,0 0-3 16,0 5-5-16,-3-4-7 0,3 4-8 0,0 0 0 16,0 0 1-16,0 0 1 0,0 0 2 0,0 0 1 15,0 0 0-15,0 0-3 0,4 16 7 0,-5-9 0 16,2 0 5-16,-1-2-5 0,2 7 3 0,-4-5 7 16,6 3-6-16,-4-2-1 0,2 4 1 0,-1-1-6 15,0 2-8-15,1-1-4 0,3 2-6 0,-4-1 3 16,2 4-1-16,1-1 0 0,0-2-6 0,2 0 1 15,-2-2 4-15,0 0 3 0,4 0-3 0,0-1-1 16,-1-1-5-16,0-2-5 0,2 2 5 0,-2-3-4 0,3 1-6 16,-2-2-12-16,4-1-9 0,2-1-5 0,-2-1-7 15,3 0-2-15,-3-5-1 0,0 1-5 0,2-2 3 16,1-1 7-16,-4-2 8 0,7-2 12 0,-5 1 8 16,2-4 2-16,-4-3 2 0,4 1 5 0,-3-1 19 15,-2-2-14-15,-1 1 10 0,-1-3 3 0,-3 1 15 16,0-4-3-16,-1 3 15 0,-2 2 20 0,-1 4 20 15,0 1 17-15,-1 0 3 0,0 0 12 0,0 4 6 16,0-3-4-16,0 4 1 0,-1 1-11 0,2 1-10 16,-2 0-1-16,1 4-17 0,-1-5-9 0,1 5 1 15,-2-4-11-15,2 4-1 0,0 0-4 0,0 0-1 16,-7 9-1-16,5-1-3 0,0 0-2 0,1 2-1 16,-1 1 0-16,1 2 3 0,1 5 3 0,0 0 1 0,1 0-4 15,-1 1-2-15,3-1 9 0,-3 1-10 16,0 0 1-16,2-1-1 0,0-1-4 0,0 2 4 15,0-6 1-15,0 4 3 0,1-1-4 0,-2-3 1 0,0 0-6 16,3 0-13-16,-4-2-20 0,4-1-18 0,-1 0-34 16,0-3-37-16,-2 0-42 0,3-2-34 0,0 0-46 15,-4 0-57-15,4-3-78 0,-1 1-357 0,-3-3-795 16,7 3 352-16</inkml:trace>
  <inkml:trace contextRef="#ctx0" brushRef="#br0" timeOffset="110928.7">17175 6477 43 0,'0'-5'387'0,"-1"0"3"0,1 5-4 0,1-6 1 0,-1 1-10 16,0 5-15-16,1-5-17 0,-1 5-23 15,0 0-27-15,0 0-31 0,0-4-24 0,0 4-28 16,0 0-26-16,0 0-16 0,0 0-20 0,0 0-16 0,0 0-12 16,0 0-8-16,-1 18-10 0,1-11-10 0,0 0-9 15,0 2-7-15,0 1-7 0,0 2-6 16,1-2-4-16,-1 1-7 0,0 1-6 0,0-1-5 0,2 1-1 16,-1 1-3-16,-1-4-5 0,3 2-3 0,-4 0-1 15,1-1-3-15,1 0-10 0,0 0-21 0,-1-2-31 16,0 0-39-16,0-3-33 0,3 2-38 0,-3-2-24 15,0 0-30-15,0-2-40 0,-3 1-36 0,3-4-42 16,3 9-42-16,-3-6-289 0,0-3-702 0,0 0 311 16</inkml:trace>
  <inkml:trace contextRef="#ctx0" brushRef="#br0" timeOffset="111413.04">17327 6501 174 0,'6'-1'231'0,"-6"1"-11"0,0 0-14 0,0 0-15 15,0 0-17-15,0 0-20 0,0 0-15 0,0 0-15 16,0 0-8-16,0 0-7 0,0 0-5 0,0 0 0 15,0 0-11-15,0 0 0 0,-3 11-5 0,0-6-1 16,-2-2 0-16,1 1-2 0,1 1-1 0,-4-1-5 16,3 1 2-16,-1 0-3 0,-2 0-4 0,-1 0-1 15,1 3-2-15,0-4-3 0,-2 0 2 0,2-2-2 16,0 3 0-16,-1-2 0 0,1 1-1 0,-1 0-4 16,0 1-3-16,0-3-4 0,1 1-4 0,-1 0-2 0,1 0-8 15,3-2-2-15,-3 0-2 0,2 3-4 0,5-4-4 16,-8 2-3-16,5-1-4 0,3-1 5 15,0 0-11-15,-7 5-3 0,7-5-2 0,0 3 2 16,0-3 10-16,0 0-8 0,7 5 2 0,-3-4-1 0,0 2-3 16,5-2-5-16,-2 3 10 0,2-3-4 0,5 3-4 15,-5-3 2-15,3 3-6 0,0 0 2 0,-1 2 1 16,-1-3 2-16,3-2-4 0,-5 3 4 0,3 1-10 16,1-2-2-16,-5 2 4 0,0-1 2 0,1-1-16 15,-4-1-18-15,3-2-11 0,-3 2-15 0,-1 1-9 16,0 0-35-16,-1-1-25 0,4 1-27 0,-4-1-47 15,-2-2-76-15,0 0-281 0,0 0-599 0,0 0 266 16</inkml:trace>
  <inkml:trace contextRef="#ctx0" brushRef="#br0" timeOffset="112053.61">17504 5990 275 0,'0'-6'342'0,"-1"1"-2"0,1-2-4 15,0 2-13-15,0-1-8 0,0 2-15 0,0 4-13 16,0-6-18-16,0 6-26 0,-3-6-22 0,3 6-27 16,0-3-23-16,0 3-21 0,0 0-22 0,0 0-13 15,0 0-10-15,4 11-8 0,-1-3-20 0,-3 4 0 16,7 4-9-16,-2 3-6 0,-1 8-4 0,2 2-9 15,-1 2-3-15,3 2-13 0,-2 2 10 0,2 0-4 0,-4 3 2 16,2-1-11-16,-1 1-10 0,-1-3 8 16,0 2-4-16,2-1-6 0,-4-1 4 0,1-2-6 0,1-1 0 15,-2-4 1-15,2 3 9 0,-2-3-12 0,2-2-4 16,-4-5 7-16,0-1-12 0,3 0-2 0,-6-7-9 16,6 1-21-16,-3-2-4 0,1-1-14 0,-1-4-18 15,0 0-9-15,0-1 6 0,0-1-9 0,3-2-5 16,-3-3-36-16,0 0-30 0,3 3-23 0,-3-3-34 15,0 0-48-15,7-10-47 0,-6 4-273 0,2-2-618 16,-2 0 274-16</inkml:trace>
  <inkml:trace contextRef="#ctx0" brushRef="#br0" timeOffset="112459.83">17681 5968 288 0,'0'-5'308'0,"0"2"-13"0,0 3-8 15,2-7-27-15,-2 7-17 0,0-5-24 0,0 5-30 16,0 0-16-16,-2-4-21 0,2 4-16 0,0 0-17 15,0 0-4-15,-4 14-17 0,4-8-7 0,-1 5-4 16,-1 0-8-16,2 6-6 0,3-3-10 0,-3 13 7 16,4-2 4-16,-2 5-9 0,-1-1-3 0,3 1-7 15,-1 0-1-15,1 1-2 0,0 2-8 0,0-2 0 16,0 1-4-16,4-1-4 0,-2 1-4 0,4-2 0 16,-6 3-6-16,2-2 5 0,-2-1-9 0,2 0 1 15,0-1-4-15,0-2-1 0,-4 0-1 0,1-8 1 16,-1 2-6-16,0-2 6 0,-2-1-4 0,0-1 0 0,0-5-5 15,0-1 1-15,0-3-3 0,0 2-7 0,0-4-9 16,0 0-9-16,0-2-5 0,0 0-9 16,0-4-31-16,0 0-34 0,0 0-35 0,0 0-41 0,0 0-55 15,0 0-46-15,0 0-250 0,2-17-568 0,-1 11 251 16</inkml:trace>
  <inkml:trace contextRef="#ctx0" brushRef="#br0" timeOffset="113194.15">17897 5825 203 0,'0'0'395'15,"-1"-5"-11"-15,1 5 8 0,0 0-12 0,0-6-17 16,0 6-17-16,0 0-24 0,0 0-19 0,1-3-27 16,-1 3-27-16,0 0-25 0,0 0-21 0,0 0-26 15,0 0-16-15,0 0-15 0,0 0-18 0,0 0-13 16,0 0-8-16,15 6-20 0,-11-3-8 0,0 1-7 15,3-1-7-15,-3 2-6 0,2 1-10 0,-1 1-3 16,1 0-8-16,-1 3-4 0,-2-4-2 0,1 6-6 16,-3-2-3-16,2-1-2 0,-3 0-2 0,0 2-1 15,0-1-5-15,-3-2 2 0,2-1-2 0,-2 0 1 16,2 0-3-16,-2-1 0 0,0 1 2 0,1-1-3 16,0-1-1-16,-2-1 0 0,4-4-1 0,-4 5 4 15,3-2 8-15,1-3 18 0,0 4 9 0,0-4 3 0,0 0 2 16,0 0 0-16,0 0-5 0,9 2-8 0,-9-2-3 15,21-6 3-15,-2 2-10 0,-2 0-3 0,5-1-18 16,0 0-22-16,1-2-34 0,6 0-50 0,0-4-48 16,1 4-85-16,0-2-65 0,-4 0-91 0,3-4-438 15,-9 4-892-15,-1-1 396 0</inkml:trace>
  <inkml:trace contextRef="#ctx0" brushRef="#br0" timeOffset="156013.17">6564 2963 120 0,'0'-6'369'16,"0"1"-14"-16,-2 0-11 0,1 1-28 0,1 4-15 0,0-7-18 16,0 7-21-16,-2-6-33 0,2 6-29 0,-8-1-26 15,8 1-19-15,0 0-17 0,-12 10-20 0,4-5-10 16,-2 5-10-16,-5 3-8 0,3 3-6 15,-1 0-12-15,-4 6 17 0,1 1-6 0,2 1-5 0,-2 1-1 16,4 0 2-16,2-1-6 0,-3 2-7 0,3 1-10 16,7-2-2-16,-1 3-9 0,1-8-2 0,3 1-4 15,5-1-1-15,-3-2-3 0,8 7-11 0,-2-7 7 16,4-3-2-16,2 0-23 0,2-2-26 0,2-2-45 16,-2-2-50-16,7-3-65 0,-1 0-74 0,5-5-86 15,-2 0-292-15,-2-1-684 0,1-3 303 0</inkml:trace>
  <inkml:trace contextRef="#ctx0" brushRef="#br0" timeOffset="156575.63">7091 2910 306 0,'2'-5'344'0,"2"0"1"0,-3 2-16 0,-1-1-9 15,0 0-21-15,0 4-21 0,0-8-14 0,-4 6-28 0,4 2-15 16,-7-7-35-16,3 6-15 0,-1 0-22 16,-2 0-12-16,7 1-19 0,-21 3-14 0,12 1-6 15,-6 1-16-15,5 3-10 0,-7 2-6 0,3 3-7 16,-2-2-7-16,1 2 9 0,0 3-19 0,1 1-7 0,5-1-1 15,-2 0 1-15,1 2-12 0,3-1-3 0,1 0 11 16,2-6-10-16,2 6-7 0,2-4 3 0,3 1 3 16,0-1-3-16,3-2-3 0,1 2 3 0,4 1-4 15,3-6-3-15,-5 1-2 0,12-2 0 0,-2 0-11 16,0-3-11-16,1-3-15 0,1 0-14 0,0 0-7 16,1-1-9-16,-4-1-2 0,-3-1-3 0,3-1 2 15,-4-1 5-15,-1 0 7 0,-4 0 4 0,3-2 8 16,-2 1 7-16,-3 2 11 0,-2-2 11 0,-1-1 12 15,-1 1 14-15,1 1 17 0,-4-2 17 0,3 3 11 16,-2-2 16-16,-1 5 12 0,0-4 8 0,3 1-1 16,-3 3-7-16,1-6-9 0,-1 6-7 0,0 0-15 15,0 0-6-15,3-2-8 0,-3 2-17 0,0 0-12 16,0 0-3-16,0 0-4 0,0 0 3 0,0 0 4 0,4 11-8 16,-2-7 7-16,0 1-9 0,-2 4-4 15,1-4-1-15,2 4 4 0,-2-1-18 0,2 1-17 16,-1 1 0-16,2 0-27 0,-3 1-23 0,3 0-21 15,-1-1-24-15,-2 0-25 0,3 0-28 0,0-3-37 0,-1-1-41 16,3 1-51-16,-2-3-287 0,1 0-643 16,2-1 285-16</inkml:trace>
  <inkml:trace contextRef="#ctx0" brushRef="#br0" timeOffset="156919.35">7419 3109 129 0,'0'0'228'0,"-6"5"-11"16,4-2-14-16,-3 2-15 0,3 0-10 0,2 0-12 15,-3 2-7-15,3 1-14 0,0-3-15 0,3 2-10 16,-3 0-8-16,5-2-10 0,-1 6-10 0,2-4-6 16,-2-4-10-16,3 4-4 0,2-1-9 0,1 1-5 15,-2-4-3-15,0 0-9 0,3 1 3 0,-4-4-11 16,3 1-8-16,-1-1-3 0,-1-3-12 0,-1 0-6 15,1-1-6-15,-4 0-2 0,3-1-5 0,1-3 7 16,-7 1-1-16,2 0-2 0,-3-4-1 0,-3 3 0 16,2-1 16-16,1 2 5 0,-5 1 7 0,0-3 11 15,0 3-3-15,1-2 1 0,-1 3 0 0,1 0-4 16,-2 0-3-16,1 2-5 0,0-1-8 0,-1 1-1 16,3 0-6-16,3 3-16 0,-8-1-14 0,8 1-6 15,0 0-3-15,0 7-9 0,0-7-17 0,11 7-30 16,2-2-26-16,0 0-51 0,7-1-42 0,3 1-192 15,-4 0-431-15,6-3 191 0</inkml:trace>
  <inkml:trace contextRef="#ctx0" brushRef="#br0" timeOffset="157513.04">7849 3107 86 0,'-3'-4'227'16,"0"1"5"-16,-6-1-3 0,-1 1 1 0,-1-1 0 15,2 0-4-15,-5 2-11 0,3 0-20 0,-3-1-10 16,2 6-19-16,0-4-18 0,1-1-12 0,3 4-15 15,-4-1-11-15,4 0-13 0,1 2-8 0,0 0-11 0,1 0-8 16,0 0-18-16,2 1-9 0,0-1-8 0,1 4-9 16,3-2-9-16,-1 0-4 0,1-1-5 15,1 3-12-15,-1-4-8 0,3 2-12 0,-2 1-9 0,5-2-8 16,1 1-10-16,-4-1-4 0,4-1-10 0,-1-3-5 16,1 2-7-16,5-2-10 0,-4-1 11 0,-1 2 1 15,1-2 8-15,-1 0 8 0,4 0 8 0,-4-3 4 16,-1 2 6-16,2-1 20 0,-4 1 23 0,2-2 19 15,-2 2 25-15,-1-2 15 0,0 2 7 0,-3 2-3 16,6-4-3-16,-2 3-8 0,-4 1-7 0,4-3-7 16,-4 3-6-16,0 0-7 0,0 0 0 0,0 0-2 15,0 0-4-15,0 0-1 0,10 7-1 0,-10-5-4 16,4 1 1-16,0 3-1 0,-1-3 2 0,2 2-1 16,-1 0-8-16,2 0-3 0,2-1-1 0,-2-3 2 15,3 4-8-15,-1-2 4 0,2-1-3 0,-2-2 0 16,3 1 9-16,-5-1-15 0,7-1-7 0,-1-3 9 15,-4 0-6-15,3 0-7 0,0-3 1 0,-3 0 0 16,2 0-4-16,-1-3-2 0,1 2 1 0,-4-5 4 16,0 0-1-16,0 1 5 0,-1-1 1 0,-1-4 2 15,-3-2 2-15,0-2 7 0,-1 2 22 0,0-1 23 16,-1 1 23-16,1 1 37 0,-1 1 31 0,-2 3 23 16,0 1 12-16,-3 3 12 0,3-2 0 0,0 2-6 15,-2 2-1-15,2 2-21 0,0-1-21 0,-1 4-12 0,-1-1-15 16,2 2-12-16,3 2-17 0,-11-2-8 15,11 2-15-15,-8 6 3 0,2-1-10 0,2 5-5 16,-1 0-6-16,2 0-7 0,5 6-9 0,-5 2 2 16,4 0-3-16,3 1-3 0,2 1-9 0,-2 0-13 0,1 5-19 15,4-5-24-15,1 0-28 0,4 4-37 0,0-1-30 16,-2-5-40-16,3 4-33 0,-2-3-9 16,-2-4-60-16,5-1-48 0,-2 0-271 0,1-2-655 15,1-3 291-15</inkml:trace>
  <inkml:trace contextRef="#ctx0" brushRef="#br0" timeOffset="157888.01">8495 3098 279 0,'-19'-4'343'0,"19"4"-16"0,-7-1-43 0,7 1-27 16,0 0-26-16,-7 2-21 0,7-2-24 0,-9 4-20 15,6-2-20-15,3-2-15 0,-5 6-11 0,3-4-11 16,-2 2-10-16,4-4-11 0,0 5 2 0,0-5-11 15,0 9-10-15,0-9-4 0,0 5-5 0,0-2-5 16,0-3-3-16,4 6-1 0,-1-5-3 0,-3-1-3 16,5 3-6-16,-5-3-4 0,11 0 0 0,-11 0-1 15,0 0-3-15,8-6-10 0,-2 4-2 0,-2-1 0 16,-1 0-21-16,1-2 1 0,-2 1-36 0,4-2-33 16,-5 1-34-16,-1-3-43 0,3-1-54 0,-3 1-36 15,1 0-57-15,-2 2-161 0,-2-2-494 0,-1 2 219 0</inkml:trace>
  <inkml:trace contextRef="#ctx0" brushRef="#br0" timeOffset="158200.49">8390 2920 227 0,'0'0'267'0,"-9"0"-17"0,9 0-22 15,0 0-24-15,0 0-18 0,0 0-11 0,-10 0-28 16,10 0-15-16,0 0-10 0,0 0-12 16,0 5-9-16,0-5-8 0,0 0-8 0,0 6-5 15,0-6-1-15,7 5-12 0,-4-3-7 0,-3-2 0 0,9 3-7 16,-2-3-6-16,-7 0-7 0,11 0 0 0,-11 0-5 16,11-1-2-16,-6 1-3 0,-5 0 0 0,11-1-3 15,-7 0-3-15,0-2 1 0,0 1 1 16,-1-1 0-16,-3 3-4 0,3-7-2 0,-1 5-1 0,-2 2 1 15,0-6-23-15,2 3-22 0,-2 3-35 0,-4-5-27 16,4 5-45-16,-4-4-60 0,4 4-53 0,-6-3-163 16,1 1-442-16,5 2 196 0</inkml:trace>
  <inkml:trace contextRef="#ctx0" brushRef="#br0" timeOffset="161684.9">9078 2866 291 0,'0'-7'278'0,"-1"0"-20"0,1-1-8 0,-1 2-19 16,-2-2-19-16,-1 4-20 0,1-1-19 0,-1-1-19 0,0 2-13 16,-3 2-19-16,-1 0-14 0,0 2-10 0,-3 0-10 15,0 3-12-15,-1-1-8 0,1 3-6 0,-1-1-7 16,-1 1-6-16,2-1-5 0,1 4-4 0,0-3-5 15,3 3-4-15,3-3-3 0,-5 1-3 0,5 1-4 16,1-4-1-16,-1 4-2 0,4-1-3 0,0-1 0 16,3-1 2-16,-2 2 3 0,3-2-4 0,4 2 1 15,0-1-2-15,6 1-4 0,-2-2-2 0,0 5 4 16,3-3-7-16,-4 1 5 0,3-1-4 0,2 6 0 16,3-2-4-16,-5 3 0 0,0 0 1 0,0 4-2 15,-1-1 9-15,-3 0-13 0,1 2 3 0,-1 0 0 16,1 7 3-16,-4-6-5 0,-2 0 1 0,1 8 1 15,-4-6 0-15,0-1 0 0,-2 1-1 0,0-1 2 16,-3-2 5-16,0 0-9 0,-1-2 6 0,-1-3-1 16,-1-2 8-16,-3-1 23 0,2-3 34 0,-1-1 52 15,-1 1 38-15,0-4 31 0,0-2 24 0,-1-1 10 16,-5-3 8-16,4-1-1 0,-5-2 7 0,2-4 2 16,-2-4-7-16,2 2-27 0,-2-3-16 0,1-8-15 0,7 5-19 15,-3-7-21-15,7 0-31 0,0-2-26 16,4-3-33-16,4 1-38 0,4 3-32 0,4 1-36 15,-1 7-39-15,-1 1-47 0,6 0-50 0,0 1-66 16,-2 4-50-16,2 3-61 0,2 1-87 0,-5-1-324 0,5 3-851 16,-4 1 377-16</inkml:trace>
  <inkml:trace contextRef="#ctx0" brushRef="#br0" timeOffset="161934.88">9183 2852 123 0,'0'0'189'0,"0"0"-11"0,15 7-18 0,-14-2-11 16,3 2-18-16,2 3-11 0,1 1-12 0,-3-1-6 16,2 1-15-16,0 2-7 0,-2-1-11 0,2 1 1 15,0 3-9-15,-3-4-8 0,2-2-5 0,-1 2-2 16,1-1-7-16,-4-1-19 0,3-3-26 0,-4-1-34 15,4 0-10-15,-4-2-29 0,3-2-42 0,-3-2-30 16,0 0-80-16,0 0-251 0,11-8 111 0</inkml:trace>
  <inkml:trace contextRef="#ctx0" brushRef="#br0" timeOffset="162262.97">9360 2846 9 0,'1'-2'209'0,"-1"2"-19"0,2-4-16 0,-1 2-22 16,-1 2-15-16,0 0-19 0,0 0-6 0,0 0-13 15,0 0-1-15,4 12 0 0,-4-6 1 0,1 1-10 16,1 1-7-16,1 2-6 0,-2 2-7 0,4-2-8 16,-5 0-5-16,4 0 0 0,-1 1-11 0,0-4-2 15,2 4-4-15,-2-2-3 0,-2-1-1 0,2-3-6 16,0 2-4-16,2-1 2 0,-2-3-2 0,0 0 13 16,-1 2 20-16,1-3 23 0,-3-2-5 0,0 0 4 15,0 0 2-15,11-5-3 0,-7 0-4 0,1 2 2 16,1-5-3-16,-2-2 1 0,-1-2-2 0,1 2-7 15,3-3 6-15,-6 0 6 0,4 0 10 0,-2-2 3 16,1 2-5-16,-1 2-16 0,-2 1-1 0,2 1-7 16,-3 2-4-16,1 1-10 0,-1-1-3 0,0 3-14 0,3 0-33 15,-1 2-43-15,-2 2-37 0,0 0-10 16,0 0-13-16,0 0-19 0,0 0-23 0,5 7-28 16,-1-1-20-16,1-1-21 0,1 0-28 0,-2-2-14 15,4 7-132-15,0-5-421 0,0 0 186 0</inkml:trace>
  <inkml:trace contextRef="#ctx0" brushRef="#br0" timeOffset="162809.81">9692 2827 48 0,'1'-4'230'0,"-1"0"16"0,0-3 7 16,0 4 0-16,0-2-4 0,0-1-7 0,0 2-13 16,0 4-24-16,-1-5-21 0,1 5-25 0,-7-3-13 15,7 3-17-15,0 0-14 0,-14 5-13 16,10-3-9-16,-3 2-14 0,1 2-8 0,-1 1-3 0,3 2-10 15,-3-2-5-15,0 5-5 0,3-4-7 0,-4 5 0 16,5 0-5-16,1 0-7 0,0-1-10 0,2 1-1 16,0-3-5-16,2 0-5 0,0 1-1 0,2-1-7 15,3-4 1-15,1 2-2 0,2-2-3 0,-2-2-2 16,4 0-5-16,2-3-7 0,-3-1 6 0,0-1-6 16,2-3 2-16,1 0-1 0,-3 0 2 0,2-4 2 15,-1 2 3-15,-2-3 2 0,1 0 2 0,-3 0 3 16,-1-1 4-16,0 2 6 0,-2 2 12 0,-1-2 9 15,0 3 9-15,0 0 9 0,-1 1 0 0,0 0 0 16,0 0-13-16,-3 4-5 0,1-2-11 0,-1 2-6 16,0 0-2-16,0 0 1 0,0 0-2 0,0 0-6 15,0 0-2-15,3 12-2 0,-3-5-1 0,-3-1-3 16,3-1-4-16,0 5-3 0,4-4 12 0,-4 0-14 16,0 2 2-16,1-3-4 0,3 1 4 0,-4 0 0 15,3-4 1-15,-2 2 1 0,-1-4 7 0,3 3-4 16,1-1 2-16,-4-2-2 0,0 0-1 0,0 0 6 15,14-7-2-15,-9 3 4 0,-1-3 4 0,0 2 3 16,3-4 9-16,0 1 8 0,-3 2 5 0,4-1 17 16,-1 2 13-16,-4-1 16 0,1 1 10 0,0 1-6 15,0 0-7-15,-1-1-9 0,1 3-5 0,0-1-7 0,-4 3-3 16,0 0-17-16,0 0 1 0,8-1-2 16,-8 1-7-16,4 6-2 0,-1-3-3 0,1 2-8 15,0 0-19-15,1 1-20 0,1-1-10 0,-2 2-14 16,0 1-18-16,2-3-17 0,-1 3-10 0,3-2-24 0,-1-1-48 15,-3 0-48-15,4-2-56 0,-1-2-254 0,-3 0-571 16,4-1 253-16</inkml:trace>
  <inkml:trace contextRef="#ctx0" brushRef="#br0" timeOffset="162981.67">9605 2572 288 0,'-11'-6'294'16,"1"4"-26"-16,4-1-31 0,-1 3-26 0,1-2-37 16,6 2-36-16,-9 3-40 0,5 1-48 0,1 2-62 15,3-1-94-15,0 1-168 0,0 3-296 16,4 0 132-16</inkml:trace>
  <inkml:trace contextRef="#ctx0" brushRef="#br0" timeOffset="163983.04">10706 2651 112 0,'-5'-4'262'0,"4"1"-11"0,1 3-15 0,-7-5-15 16,0 2-20-16,4 0-16 0,-4 2-18 0,-2 1-17 16,9 0-13-16,-14 2-14 0,6 5-7 0,-4-2-12 15,1-2-7-15,0 7-3 0,0-3-6 0,-2 6-5 16,-2-1-5-16,5 0-7 0,-6 2-4 0,2 2-4 16,5-1-6-16,-1 0-5 0,4-2-7 0,1 3-2 0,1-1-5 15,2-2-2-15,3 0-1 0,0-1 2 16,3 1-1-16,2 0-1 0,6 0-5 0,2-2 1 15,2 1-5-15,3-4-7 0,4-3-7 0,4 1-32 0,-1-2-12 16,5-3-16-16,-1-2-17 0,2-1-16 0,-10 0-10 16,9-4-12-16,-4-1-7 0,-4 2 6 0,-4-1 11 15,0-3 7-15,0-2 6 0,-8 3 9 16,1 0 8-16,-5-1 24 0,0-2 21 0,-2 4 17 0,-2 1 15 16,-3-2 15-16,0 0 14 0,-3 1 7 0,-1 1 4 15,-1 0 3-15,-2 0 4 0,-4 2 1 0,4-1 2 16,-2 0-5-16,1 3-6 0,-3-1-1 0,1 3-10 15,3 0-4-15,7 0-5 0,-14 1-3 0,8 1-4 16,1 2 1-16,-1 1-7 0,2-2 9 0,-3 3-15 16,3 1 4-16,4-1-5 0,0 1-2 0,0 4 1 15,2-6 1-15,0 4-1 0,5 2-4 0,-3-3-2 16,0 0-2-16,3 0-5 0,1-1-6 0,0-2-9 16,0-1-4-16,5 1-11 0,-1-1-9 0,-4-3-3 15,2-1-3-15,-1 0-5 0,2-1 3 0,-3-1 5 16,2-2 7-16,1 0 1 0,-3-3 6 0,-1 2 1 15,1-2 5-15,1-1 3 0,-5 0 11 0,2 0 14 0,-1 1 17 16,0 1 9-16,-2-1 8 0,1 2 12 0,-1 1 9 16,1-3 7-16,-4 4-3 0,2-1 0 15,-1-1-16-15,-1 5-4 0,0 0-8 0,4-5 3 16,-4 5-17-16,0 0-2 0,0 0-3 0,0 0-4 0,0 0 2 16,0 0-4-16,7 10-2 0,-7-6 5 0,5 0-10 15,-5 2-2-15,2 0 3 0,2-2-9 0,-3 4 2 16,3-3-1-16,-1 0 0 0,1 0-5 15,-3-1 4-15,4-1 1 0,0-2 1 0,0 2 0 0,-5-3-1 16,8 0 2-16,-8 0-1 0,10-3-3 0,-6-1 2 16,4 1 4-16,-4-2 1 0,-1 0 9 0,3 1-8 15,-1-4 2-15,-1 4 3 0,0-2 18 0,1-2 16 16,0 0 21-16,-4 2 14 0,6 1 24 0,-4-1 1 16,-2 3-4-16,0-1 7 0,2 0-6 0,-3 4-12 15,3-5-13-15,-2 2-7 0,-1 3-16 0,0-4-1 16,0 4-10-16,0 0-18 0,0 0-1 0,0 0-2 15,0 0-4-15,9 8-4 0,-7-3-20 0,-1 2-3 16,2-4-10-16,1 4-9 0,2 2-13 0,-2-4-14 16,2 3-19-16,1 0-12 0,-1-2-22 0,1 0-21 15,-2-2-24-15,2 1-27 0,-1-3-50 0,3 3-32 16,2-6-45-16,-3 2-171 0,1-2-522 0,1-3 231 16</inkml:trace>
  <inkml:trace contextRef="#ctx0" brushRef="#br0" timeOffset="164779.85">11275 2529 5 0,'-3'-4'304'16,"0"3"-22"-16,3 1-26 0,-1-4-25 0,1 4-20 0,0 0-20 16,0 0-20-16,0 0-12 0,0 0-12 15,0 0-10-15,4 10-1 0,-1-6-17 0,4 5-11 16,-1-1-15-16,4 1-2 0,-2 1-15 0,3 2-3 15,4 1-11-15,-8-2-4 0,5 3-6 0,3 0-4 0,-4-1-1 16,0 2-8-16,0 0-4 0,-3 0-4 0,4-1-4 16,-5-3-3-16,-2 1-20 0,2-2-9 15,-3 2-8-15,0-2-2 0,0 0-1 0,-2-2-2 16,-2 2-1-16,0-3 11 0,-2 0-4 0,0-1 1 0,-4-1 1 16,4-2 3-16,-1 1 2 0,-3-2 10 0,2 0 11 15,-3-1 11-15,7-1 6 0,0 0 3 0,-16-3 6 16,11 2 5-16,5 1-1 0,-6-5-1 15,5 0-6-15,1 0-6 0,0 5-10 0,4-10-10 0,2 1-12 16,-1 2-17-16,7 1-19 0,-1-2-12 0,1 1-12 16,0-1-13-16,4-1-4 0,1 1 2 0,-2 5 1 15,0-2 4-15,-4 4 8 0,1-3 4 0,-4 3 11 16,-1-1 0-16,0 0 4 0,1 2 3 0,-8 0 5 16,8 2 0-16,-8-2 5 0,6 2 2 0,-5 1 3 15,-1 0-1-15,0 3 9 0,0 0-2 0,0 0 0 16,0 2 1-16,0 0 4 0,0 0 4 0,-1 1 0 15,1-2 7-15,1 0-2 0,-1 2 0 0,0-3 1 16,4-2 9-16,-4 4-3 0,4-4 3 0,0 0 3 16,2 2 0-16,-1-4-1 0,2 0 0 0,0-1-2 15,1 0 2-15,0-2-1 0,-1-2 1 0,0 1-1 16,2-4-1-16,-2 2-3 0,-3 1 2 0,4-5 0 16,-2 3 2-16,-2-1-5 0,-2-4 5 0,1 2-7 15,-3-1 7-15,2-2-5 0,-4 5 1 0,-2-4-1 16,-3 3-2-16,2-1 0 0,-2 2 1 0,0 0-2 15,-3 0 1-15,3 2 0 0,-3 0-2 0,5 1 0 16,0 1 4-16,-1-1-7 0,2 2-1 0,4 1-6 16,-8-3 4-16,8 3-10 0,0 0 7 0,0 0-3 15,0 0 0-15,0 0 5 0,0 0-3 0,0 0 2 16,24 2-4-16,-13-1-3 0,0-1-7 0,4 0-3 16,-4 1-1-16,4-1 4 0,-2 1-2 0,2-1 8 15,-4 0-2-15,1 0 5 0,3 0 1 0,-4 0-4 16,1 0 11-16,-5 0 4 0,0 0 10 0,-7 0 6 15,12-1 7-15,-8 2 3 0,-4-1 3 0,10-1-4 0,-10 1 1 16,5 1-5-16,-2 2-2 0,-3-3-1 16,4 2-5-16,-4-2 3 0,5 6 1 0,-2-1-8 15,-3 0 0-15,3 0 4 0,-2 0 3 0,2 2-7 16,0-2 0-16,-1 3 4 0,3-2-4 0,-1 3 2 0,2 0-3 16,1 0-2-16,0-1-14 0,1-1-8 0,4 0-43 15,-1-1-37-15,0-2-42 0,4 1-25 0,0-3-26 16,4 1-101-16,-4-2-316 0,6-1 140 15</inkml:trace>
  <inkml:trace contextRef="#ctx0" brushRef="#br0" timeOffset="165186.07">12226 2677 188 0,'-2'-9'290'0,"-2"6"-9"0,-3-2-11 0,2 1-13 0,-2-3-13 15,0 5-19-15,0-2-13 0,-5 0-19 0,3 4-20 16,-1-2-16-16,0 4-17 0,1 0-17 0,1 0-10 15,-3 2-13-15,2 1-11 0,-1 3-12 0,5-2-2 16,-5 3-7-16,6-3-10 0,-1 4-4 0,1-2-15 16,-1 3 5-16,4-4-12 0,1 2 1 0,0 2-6 15,4-1-8-15,-1-2-8 0,0-2-5 0,1 0-5 16,1 0-12-16,2-1-9 0,1 2-8 0,2-4-13 16,-2-3-9-16,4-2-7 0,-2 2-5 0,-1-3-5 15,2-1-1-15,0-5 4 0,-3 1 1 0,0-1 4 16,0-2 1-16,-1-1 4 0,0-3 7 0,1-4 9 15,-1-2 2-15,-4 2 2 0,-1-3 6 0,0-5 15 16,3 8 15-16,-2-9-1 0,-3 0 34 0,0 9 29 16,5-4 26-16,-9 3 23 0,8 4 28 0,-8 2 15 15,4-1 11-15,-1 5-3 0,0 1-6 0,-1 2-11 16,0-1-26-16,-3 4-10 0,3-1-14 0,2 5-17 16,-6-3-11-16,6 3-12 0,-10 7-26 0,5-2-21 15,1 3-15-15,-1 3-7 0,1 2-11 0,2 5-13 16,-6 2-20-16,7 2-16 0,-2 3-24 0,0 3-28 15,1-9-33-15,2 1-41 0,-2 0-64 0,2-1-55 0,0-1-210 16,3-4-570-16,-3-1 253 0</inkml:trace>
  <inkml:trace contextRef="#ctx0" brushRef="#br0" timeOffset="165420.43">12009 2399 419 0,'0'0'484'0,"-5"-3"-3"0,5 3-19 0,-8-2-19 15,8 2-41-15,-7-2-30 0,7 2-39 0,0 0-35 16,0 0-29-16,-5-4-29 0,5 4-39 16,0 0-48-16,0 0-57 0,0 0-56 0,0 0-58 0,0 0-67 15,0 0-34-15,0 0-39 0,0 0-47 0,-5 9-60 16,5-9-62-16,-1 5-259 0,1-1-636 0,-4-1 282 15</inkml:trace>
  <inkml:trace contextRef="#ctx0" brushRef="#br0" timeOffset="165639.16">11347 2646 92 0,'0'0'438'0,"-8"1"-4"0,8-1-3 0,0 0-19 15,-8-1-18-15,8 1-27 0,0 0-33 0,0 0-32 16,0 0-37-16,0 0-43 0,0 0-40 0,0 0-59 16,0 0-70-16,28-4-87 0,-10 4-71 0,7-1-87 15,6-1-104-15,0 5-275 0,-1-3-618 0,4 0 274 16</inkml:trace>
  <inkml:trace contextRef="#ctx0" brushRef="#br0" timeOffset="169390.24">12883 2863 280 0,'0'4'281'16,"0"-4"13"-16,0 0 2 0,-2 4 7 0,2-4 12 16,0 0 16-16,0 0-10 0,0 0-31 0,0 0-17 15,11-10-39-15,-7 5-20 0,0-1-20 0,2-4-15 16,-1 0-9-16,-1 1-3 0,2-2-1 0,-1-2-6 16,-1-3-17-16,2 0 4 0,-2 1-10 0,-3-3-9 15,3-3-14-15,-1-6-8 0,-3-2-10 0,0 0-10 16,-3 3-7-16,3-4-10 0,-4 3-8 0,-1 2-2 15,3 6-3-15,-5 1-5 0,5-3-3 0,-5 6 1 16,3 2 1-16,1 1-6 0,3 5-4 0,-1-1-4 16,-2 2-5-16,3-1-4 0,-4 3-9 0,3-1-14 15,1 5-30-15,-2-5-29 0,2 5-7 0,0 0 9 16,0 0 3-16,0 0 2 0,3 17 9 0,1-8-3 16,-1 1-7-16,0 3 8 0,-1 0-1 0,8 3-1 15,-8-1 10-15,5 1-11 0,0 0-12 0,0 2 8 16,-2-6-6-16,2 1-2 0,-3-2-2 0,2-1 1 15,2 1 4-15,-2-2 4 0,1-3-4 0,-1 1 3 16,-2-4 11-16,6 0-3 0,-4-3-12 0,4-3-11 16,-3 1-1-16,3-3 0 0,-3 0 3 0,4-4 3 0,-4 1 11 15,1-2-2-15,-1-2 8 0,-2 1 5 0,1-1 7 16,-2-3 6-16,0 3 11 0,1-1 22 16,-3 3 16-16,-1-1 11 0,0 3 27 0,1-1 16 15,-1 4 13-15,-1-1 1 0,2 2-4 0,-2-2-19 0,0 6-8 16,1-6-13-16,-1 6-3 0,0-5-12 0,0 5-6 15,0 0-3-15,0 0-2 0,0 0-1 0,0 0-7 16,-3 19-3-16,3-10 1 0,0 2-10 0,0 0-14 16,3 3-2-16,1 3-11 0,0-4-12 0,-1-1-29 15,1 5-20-15,4-4-13 0,-4-3-34 0,4 5-27 16,-5-2-38-16,3 0-45 0,1-4-60 0,-1 1-67 16,-2-3-198-16,0-5-613 0,3 5 272 0</inkml:trace>
  <inkml:trace contextRef="#ctx0" brushRef="#br0" timeOffset="169577.72">13325 2680 16 0,'-2'4'264'0,"1"0"-10"0,1 2-14 15,0-1-16-15,0 2-17 0,0-1-16 0,0 1-19 16,0 0-16-16,0 0-5 0,0 0-22 0,0 3-14 15,1-3-11-15,-1 1-7 0,2 0-4 0,-1-1-31 16,2 1-35-16,-2-2-53 0,3 2-60 0,-4-6-63 16,4 4-225-16,-1-1-405 0,1 0 180 0</inkml:trace>
  <inkml:trace contextRef="#ctx0" brushRef="#br0" timeOffset="169827.7">13473 2668 39 0,'0'0'281'0,"0"0"-17"16,16 9-18-16,-13-7-18 0,1 2-18 16,-1-1-11-16,2 3-29 0,-1 0-14 0,3 0-16 15,-1 2-13-15,-1-1-17 0,1 3-7 0,0-1-9 16,-3 0-11-16,2 0-7 0,-2 1-8 0,0-1 2 0,0 2-13 15,-3-1-6-15,0 1-5 0,-2-3-6 0,1 2-17 16,-2-2-22-16,-2-3-17 0,-1 2-25 16,-2 1-30-16,0-3-33 0,0-1-43 0,-2 0-47 15,2-3-192-15,1 1-416 0,2-2 185 0</inkml:trace>
  <inkml:trace contextRef="#ctx0" brushRef="#br0" timeOffset="170890.12">13637 2437 119 0,'0'0'228'0,"0"0"-18"0,0 0-19 0,3 18-22 16,-3-10-11-16,0 0-11 0,0 5-11 0,2 0-16 16,2 0-13-16,-3 0-5 0,3 2-11 0,0-2-11 15,1 0-4-15,-2-2-9 0,3-1-7 0,-5-3-3 16,3-1-3-16,0 2-5 0,-1-1-8 0,0-4 0 16,-2 4 17-16,2-4 20 0,-3-3 10 0,6 0-7 15,-6 0-5-15,0 0-6 0,10-6-3 0,-4 1 8 16,-4 0-6-16,3-4-2 0,1-1-2 0,-2-3-6 15,0 0 3-15,2-5-10 0,-5-3-4 0,5 1-5 16,-4 1 5-16,0-2-8 0,2 1-4 0,-4-1 6 16,0 1 6-16,0-1 6 0,0 1 15 0,-3 1 10 15,2 0 10-15,-1-1 6 0,1 4 13 0,0 3 4 16,-1 0-6-16,1 3-4 0,-2-3 4 0,3 5-12 16,0 2-6-16,0-2-4 0,0 2-8 0,-1 1-16 15,1 1 1-15,0 4-10 0,-2-6-20 0,2 6-22 16,0-6-29-16,0 6 2 0,0 0-13 0,0 0 3 15,0 0 3-15,-4 18-1 0,4-10 5 0,-1 5 3 0,1 5 3 16,0 0 5-16,-1 1-6 0,1 0-1 16,1 2 6-16,-1-1 4 0,3 0-9 0,-2 1 3 15,2 7 8-15,-2-7-2 0,2-1 3 0,2 7-1 16,-2-7 2-16,1 1 6 0,-1-3 1 0,-2 2-7 0,3-7 0 16,0 1 4-16,-4-1-4 0,3 0 3 0,1-2-4 15,0-3 1-15,-2 2 0 0,-1-3 0 16,3-1-2-16,-1-1-8 0,-1-1 13 0,0-2 0 15,-1 4 1-15,3-2-4 0,-2-1-1 0,-2-3 0 0,4 4 8 16,-4-4-14-16,5 3-3 0,-2-2-8 0,-3-1-4 16,11 2-12-16,-11-2 1 0,8 0-5 0,-8 0 14 15,0 0-9-15,11-3 1 0,-11 3 2 0,9-2 5 16,-7 0 4-16,2-1 5 0,0 1 14 0,-4 2-19 16,5-5 7-16,-1-2 7 0,1 3-4 0,1 1 2 15,-3-6 7-15,1 4-3 0,-1-4 3 0,4-2 4 16,-3 0 0-16,-2-1 0 0,6-4 8 0,-2 1-6 15,-2-2-1-15,0-1-3 0,-1 0 6 0,1 0 1 16,-1-1-3-16,-2 2-1 0,6-1 9 0,-5 0 3 16,1 0 4-16,-1 2 12 0,0-1 14 0,0 4-9 15,-2 2-2-15,0-2 10 0,0 2 3 0,0 2-6 16,0-3 2-16,0 6-2 0,0-2-7 0,1 0-3 16,-1 3 0-16,-1-1-3 0,1 0-2 0,1 3-2 15,-1-1-2-15,0 4-5 0,0-5-6 0,0 5-8 16,0 0-11-16,0-6-25 0,0 6-3 0,0 0-4 15,0 0 6-15,0 0 0 0,0 0-5 0,0 0 8 16,0 0 8-16,0 0-2 0,0 0 6 0,0 0 3 16,0 0 0-16,-3 15 3 0,3-15-1 0,0 0 1 15,0 3 5-15,0-3-4 0,0 0 2 0,0 0 7 16,2 6-1-16,-2-6 1 0,0 0 0 0,0 0-6 16,0 0 7-16,-2 4 1 0,2-4-1 0,0 0 0 15,0 6 4-15,0-6-2 0,2 6-2 0,-2-2 10 16,0 3-10-16,0-2 2 0,1 3-2 0,-1 0 3 0,3 4-2 15,-2 4 5-15,3 1-7 0,0 1 4 0,0 0 0 16,0 2 2-16,2 8 0 0,-1 0 1 16,2-9 1-16,1 7 2 0,-5-6-4 0,4 0 2 15,-2-1 0-15,2-1 0 0,-1 3-20 0,-1-4-20 0,0-7-22 16,-2 4-23-16,3-4-22 0,-2 0-32 0,1 1-40 16,-5-5-34-16,3-1-57 0,-1 0-255 0,-2-1-566 15,0-1 250-15</inkml:trace>
  <inkml:trace contextRef="#ctx0" brushRef="#br0" timeOffset="171311.96">13774 2588 257 0,'0'0'326'0,"0"-6"-5"0,0 6-18 0,0 0-24 16,0 0-25-16,0 0-28 0,0 0-33 0,0 0-24 15,0 0-14-15,0 0-12 0,-6 13-16 0,5-7-12 16,-3 4-13-16,2 2-12 0,-5 4-5 0,5-3-6 16,-2 7-10-16,0 0-3 0,1 0-7 0,-1 1-5 15,1-1 9-15,2 1-29 0,1-1-19 0,0 1-26 16,0-2-29-16,0 0-33 0,1-2-51 0,2 1-44 15,1-7-41-15,1 1-66 0,2-3-173 0,1-1-484 16,-2-5 214-16</inkml:trace>
  <inkml:trace contextRef="#ctx0" brushRef="#br0" timeOffset="171749.42">14165 2732 403 0,'0'0'425'15,"0"0"-28"-15,0 0-28 0,0 0-30 0,0 0-19 16,0 0-40-16,0 0-28 0,0 0-26 16,0 0-28-16,6 1-19 0,-6-1-20 0,1 4-9 0,2-2-20 15,-3-2-13-15,4 6-11 0,0-1-10 0,0 0-1 16,-1-2-26-16,-1 2-6 0,2 2-8 0,-2-1-15 16,-1-1 0-16,-1 0-9 0,0 2 2 0,0-2-5 15,0 1-3-15,-1-1-2 0,-1 1-6 0,2 0 6 16,-2-2-3-16,0-2 4 0,1 4 4 0,-2-2 2 15,2-1 7-15,-2 1 1 0,3-4 0 0,0 0 2 16,-5 2-7-16,5-2 1 0,0 0 0 0,0 0-1 16,0 0-4-16,0 0-5 0,0 0-8 0,0 0-27 15,0 0-28-15,20-3-40 0,-9-2-48 0,3 0-34 16,-2-2-43-16,0 2-50 0,5-5-81 0,-3 4-321 16,1-6-711-16,3 0 314 0</inkml:trace>
  <inkml:trace contextRef="#ctx0" brushRef="#br0" timeOffset="171952.53">14409 2520 337 0,'0'0'378'0,"0"0"-26"0,0 0-37 0,0 0-31 15,0 0-30-15,0 0-25 0,0 0-20 0,0 0-20 0,20-7-25 16,-15 6-44-16,2-1-54 0,4-2-61 0,-3 4-66 16,3 0-80-16,0 0-81 0,1-1-191 0,2 1-448 15,1-2 198-15</inkml:trace>
  <inkml:trace contextRef="#ctx0" brushRef="#br0" timeOffset="172140.02">14720 2517 67 0,'0'0'365'0,"0"0"-11"16,0 0-6-16,7-4-32 0,-7 4-30 0,4-5-32 15,-4 5-26-15,7-2-21 0,-7 2-22 0,9-1-18 16,-5 1-24-16,-4 0-37 0,10-2-48 0,-3 1-51 16,-7 1-57-16,13 3-57 0,-9-3-70 0,6 0-67 15,-2 0-176-15,-1 0-453 0,1 0 202 0</inkml:trace>
  <inkml:trace contextRef="#ctx0" brushRef="#br0" timeOffset="172280.63">14941 2463 137 0,'0'0'288'16,"2"-5"-12"-16,-2 5-26 0,0 0-24 0,4-3-24 16,-4 3-23-16,0 0-20 0,0 0-36 0,7-1-33 15,-7 1-50-15,0 0-55 0,8 7-79 0,-6-4-75 16,0-1-113-16,-2-2-306 0,6 4 135 0</inkml:trace>
  <inkml:trace contextRef="#ctx0" brushRef="#br0" timeOffset="172905.67">15147 2819 65 0,'0'0'294'16,"2"2"-16"-16,3-1-15 0,-5-1-9 0,0 0-7 0,11-1-12 15,-11 1-5-15,11-7-9 0,-4 3-16 16,-1-2-9-16,4-1-18 0,-2 1-10 0,0-6-18 16,1 3-11-16,-2-3-15 0,0 1-7 0,2-6-9 15,-1-1-13-15,-2-2-5 0,-2 0-12 0,5-9-4 0,-7-3-7 16,1 4-8-16,-1-3-13 0,-2-1-3 0,4 0-4 15,-4 0-3-15,0-2-5 0,0 0 13 16,-2 3-19-16,0-2-4 0,0 5 7 0,2 8-14 16,-3-1 3-16,3 3 0 0,0 5-3 0,-1 2 6 0,1-1 0 15,0 2 2-15,0 4-5 0,0 0-14 0,0 0 4 16,0 2-17-16,0 4 1 0,0 0-2 0,0 0-2 16,0 0 2-16,-4 18 0 0,3-7-3 15,1 1 3-15,-3 6 4 0,3 0-4 0,0 3 5 0,0-2-1 16,0 1 8-16,3 1 10 0,-1-2-13 0,1 0 2 15,1 0-3-15,0-1 5 0,2 2-3 0,0-4-6 16,-2-3 2-16,2 1-1 0,-2-5 0 0,4 4-4 16,-1-6-2-16,0-2 11 0,1-1-1 0,0-1-4 15,4-3-2-15,-1-1-3 0,-1-3 0 0,1 0 0 16,-2 1-1-16,1-5 3 0,-1-1 2 0,-1-2 4 16,2 0 2-16,-4 2-1 0,4-8-8 0,-4 1 8 15,-2 4-1-15,1-1 9 0,-2 1 9 0,-2 1 16 16,2 1-2-16,0 0 37 0,-1 1 16 0,1 0 3 15,-3 4 1-15,0 0 0 0,0-1-13 0,0 3-11 16,0 3-8-16,0-4-5 0,0 4-15 0,0 0-6 16,0 0-7-16,0 0 0 0,0 0-7 0,-3 15 5 15,3-8-4-15,0 4-2 0,0 2 4 0,0 0-12 16,3 5 3-16,-3 0-7 0,4 2-5 0,-1-1-19 16,-2 3-10-16,2-1-19 0,0 0-30 0,1-2-37 0,0 8-29 15,1-6-40-15,-5-2-47 0,4-1-62 16,0-4-53-16,-2 3-239 0,-1-6-637 0,3 1 282 15</inkml:trace>
  <inkml:trace contextRef="#ctx0" brushRef="#br0" timeOffset="173265.02">15657 2512 243 0,'-1'3'236'0,"1"-3"-19"16,0 6-16-16,0-6-9 0,3 8-10 0,-1 0-15 0,-2-1-15 15,4 4-13-15,-1 3-10 0,-2-3-16 0,1 2-11 16,1 0-7-16,-3 6-11 0,1-2-5 0,0 0-9 16,-1 1-7-16,3-2-4 0,0-3-4 0,-3 0-4 15,0 0-6-15,1-5-2 0,-1 3 0 0,2-2-15 16,-2-2-23-16,0-1-24 0,2 0-20 0,-2-2-22 16,-2 1-34-16,2-5-57 0,0 0-47 0,5 1-173 15,-5-1-402-15,0 0 178 0</inkml:trace>
  <inkml:trace contextRef="#ctx0" brushRef="#br0" timeOffset="173610.28">15796 2626 112 0,'0'0'269'0,"0"0"-16"16,0 0-12-16,0 0-15 0,-11 3-10 0,7-1-10 15,4-2-15-15,-7 3-2 0,3 0-9 0,4-3-8 0,-11 5-20 16,7-4-11-16,-2 3-6 0,-1-3-10 16,1 0 0-16,-3 2-14 0,2 1 1 0,-1 0-13 15,-1-2-3-15,4 1-6 0,-4-2-1 0,2 0-17 16,-1 4-8-16,2-4-3 0,2 0-11 0,-3 2-3 0,3-1-9 16,4-2 5-16,-7 4-12 0,5-2-4 0,0 1 2 15,2-3-3-15,-2 6 0 0,2-2-3 0,0-4 9 16,5 8-11-16,-1-3 1 0,0-1-11 15,2 1 23-15,3 0-23 0,2 2 9 0,-1-2-5 0,0 0 2 16,3 0 0-16,-4 0-7 0,6-1 7 0,-4 0-10 16,1-1-15-16,-1 3-14 0,0-4-20 0,3 0-28 15,-5 1-43-15,-1-1-46 0,-1-1-57 0,1 0-80 16,-2-1-267-16,-6 0-609 0,8-1 270 0</inkml:trace>
  <inkml:trace contextRef="#ctx0" brushRef="#br0" timeOffset="176370.69">16174 2460 2 0,'0'0'347'0,"0"0"-26"0,0 0-17 15,0 0-33-15,0 0-24 0,0 0-25 0,0 0-22 16,0 0-18-16,0 0-20 0,0 0-17 0,0 0-17 15,18 6-10-15,-14-4-11 0,-4-2-11 0,8 3-9 0,-4 3-8 16,0-5-11-16,0 3-4 0,0 0-11 16,-1-3-1-16,0 1-10 0,-3-2-3 0,1 8-14 15,2-4-5-15,-3 1-14 0,-3 1-19 0,-1-3-20 16,1 2-31-16,-1-1-32 0,-2 2-36 0,-3 0-52 0,5-4-54 16,0 2-201-16,0 1-473 0,-4-4 210 0</inkml:trace>
  <inkml:trace contextRef="#ctx0" brushRef="#br0" timeOffset="177448.74">16650 2410 229 0,'3'-13'303'16,"-2"2"-3"-16,-1 0 4 0,0-3 1 0,0 4 2 15,-1 1-2-15,-2 1-21 0,3 0-25 0,-1 1-24 16,-4 2-25-16,3 0-27 0,-2 2-16 0,0 0-15 16,-4 1-21-16,2 1-16 0,-9 4-10 0,4 0-12 15,-2 1-9-15,-5 4-13 0,-1-2-7 0,4 4-2 16,0-2-5-16,0 1-8 0,3 0 3 0,1 0-20 16,1-1-22-16,1 3-20 0,2-3-11 0,-1 1-6 15,5-3-5-15,1 2-10 0,0 0 5 0,-2 0-11 16,7-1 8-16,-2-1-1 0,3 0 2 0,0 0-4 15,6-1-8-15,3-4-21 0,-3-1-8 0,5 0-13 16,1 0-2-16,-2-2 2 0,1-1 4 0,1-5 6 16,-1 3 8-16,0 2 12 0,-3-4 1 0,-1 2 9 15,1 0 7-15,-5 0 14 0,0 0 12 0,-3 0 19 16,-1-1 18-16,1 3 12 0,-2-2 14 0,3 1 14 16,-5 0 4-16,0 4 4 0,1-7-5 0,-1 7-6 15,0-3-7-15,0 3-7 0,0 0-10 0,0 0-4 16,0 0 0-16,0 0 0 0,0 0-6 0,0 0-5 0,0 0-1 15,-8 15-5-15,5-9-5 0,2 1-5 0,1 1 1 16,1-1-1-16,-1 1 0 0,3 0-7 16,-3 0-5-16,8 4-1 0,-5-6-7 0,-2 2-5 15,3 0-9-15,-2-3-1 0,3 2-6 0,-2-4-2 0,1 3-2 16,3-3-9-16,-2-3-5 0,2 2 0 0,1-2-2 16,-2-2 7-16,2-1 6 0,0 0 1 0,-3-2 1 15,5-3 6-15,-2 0 6 0,-1-2 0 16,-2 1 5-16,-2-3 6 0,4 4 7 0,-2-4 11 0,-2 2 17 15,0 1 15-15,-1-1 12 0,0 0 12 0,-1 3 5 16,0 0 8-16,2 0 7 0,-1 0 4 0,-1 4-2 16,-1-3-5-16,3 1-3 0,-3 3-9 0,0 2-4 15,2-6-11-15,-2 6-3 0,3-3-5 0,-3 3-3 16,5-2-7-16,-5 2-1 0,11 1-1 0,-11-1-11 16,10 2 4-16,-1 1 1 0,4-1-1 0,-4 2-3 15,3 0-4-15,-1 0 1 0,-2 1-7 0,4 1-2 16,-5 0 1-16,2 0-11 0,-5-2 1 0,3 1 1 15,-2 0 2-15,-5-1-3 0,3 1-4 0,0 0 5 16,-2 0 0-16,-2 0 2 0,-2 0-2 0,0 2 2 16,0-4 2-16,-2 0 2 0,3 2 3 0,-5 2-3 15,-2-6 4-15,3 3-3 0,1-1 3 0,-2-2 8 16,6-1-5-16,-9 1 0 0,4 0-1 0,5-1-1 16,0 0-4-16,-9-3-3 0,9 3-8 0,-1-7-2 15,1 7-7-15,3-8-14 0,1 2-4 0,4-2-9 16,-2-1-10-16,3 0-8 0,-1-1-3 0,4-3 2 15,0 1 0-15,2 0 2 0,-3 3 7 0,-2-1 4 16,2 0 10-16,0 4 2 0,-3-2 5 0,3 0 6 16,-3 3 7-16,-4-2 14 0,2 2 28 0,-2 1 2 15,1 2 2-15,-5-3-1 0,0 5 2 0,4-3-8 16,-4 3-1-16,0 0-4 0,0 0 3 0,0 0-6 16,0 0 0-16,0 0-1 0,-8 10 0 0,8-10 1 15,-5 9 0-15,4-1-1 0,-1-4 1 0,-1 2 1 16,3 1-1-16,0-1 1 0,2 2 0 0,1-1 3 0,-1 2 0 15,2-2-2-15,4 0 3 0,-1 1-1 0,-3-2-3 16,2 1 1-16,2 2-4 0,-1-4 3 16,1 0-2-16,-4 0 1 0,1 0-2 0,1 0 2 15,-2-1-1-15,0 2-5 0,-3 0 0 0,1-4 0 0,-2 5 6 16,0-4-2-16,0-3-1 0,-6 7 4 0,-2-1 3 16,4-2-4-16,-4-1 2 0,-2-1 2 0,0 1-2 15,1-2 0-15,-3 2 1 0,0-1-1 16,2-3-5-16,3 2-1 0,-1 1-4 0,8-2-10 0,-11 1-7 15,11-1-15-15,-6-3-29 0,6 3-28 0,-2-5-34 16,2 5-30-16,0 0-41 0,8-9-29 0,1 0-138 16,0 1-394-16,3 1 174 0</inkml:trace>
  <inkml:trace contextRef="#ctx0" brushRef="#br0" timeOffset="177653.36">17254 2303 62 0,'0'0'232'16,"2"-3"-17"-16,-2 3-17 0,0-5-21 0,0 5-22 0,0 0-12 15,0 0-10-15,0 0-6 0,0 0-3 16,-10 13-7-16,7-10-4 0,0 7-13 0,1-4-3 16,0 1-7-16,1 1-8 0,-1 0-7 0,4 0-7 15,-2-1-5-15,-2 3-5 0,4-3-6 0,1 2-5 0,-1 1-7 16,1-2-15-16,4-2-19 0,-3 1-26 16,2-2-40-16,3 1-38 0,-1-3-54 0,2-1-56 15,3-2-136-15,0 0-372 0,1 0 165 0</inkml:trace>
  <inkml:trace contextRef="#ctx0" brushRef="#br0" timeOffset="178226.2">17571 2273 67 0,'-9'0'235'0,"9"0"-13"0,-14 0-9 16,6 2-10-16,-5 0-14 0,4 4-15 0,-5-3-10 15,3 1-13-15,3 2-13 0,-4 2-10 0,4-2-12 16,1 6-10-16,0-2-6 0,1-1-7 15,0 2-5-15,3 1-8 0,-1 0-9 0,4-1-3 0,-1 6-7 16,2-3-2-16,3-2-6 0,1 4-3 0,0 2-5 16,4 1-2-16,0-3-5 0,0 0-4 15,3-1-4-15,-5-3-1 0,4 5-1 0,0-1-6 16,-2-2 2-16,-3-1-4 0,2-1-3 0,-3-1 5 0,-1-3-11 0,-1 0-2 0,1-2 1 0,-1-2 2 16,-2 1 7-16,-2-1 16 0,1-4 16 15,-3 5 19-15,3-5 5 0,-9-2 20 0,9 2 17 16,-14-3 13-16,7-5 5 0,-1 4-2 0,0-1-6 0,-1-5 10 15,3 0-1-15,-1-2-7 0,3-1-16 0,1 0-13 16,1-5-19-16,4 0-14 0,1 2-23 0,5-3-18 16,3 0-25-16,1 1-28 0,3-5-16 15,6 4 8-15,-7 6-16 0,0 1-6 0,1 2 5 0,3-1 0 16,-6 5 0-16,2 2 4 0,-5 1-5 0,0 0-5 16,-1-1-1-16,0 3-1 0,-1 1 5 0,-7 0-4 15,9 3 5-15,-5 1 4 0,-1 0 6 0,2 0 4 16,-2 1 5-16,0 2 6 0,-2 2 2 0,2-3 2 15,0 1 3-15,-2 0 4 0,3-1 2 0,-2 1 2 16,0-2 7-16,0 1-7 0,3-3 2 0,-2 2 0 16,-1 0 4-16,2-3 0 0,1 0 1 0,-5-2 0 15,9 0 11-15,-9 0-9 0,14-2 0 0,-9-3 4 16,2 2 0-16,0-1 0 0,2 0 2 0,-2-2-1 16,-1 1 2-16,2-1 6 0,-2 3 6 0,-2-1 7 15,3-1 3-15,-4 1 2 0,0-1 1 0,-2 2 0 16,6-1-2-16,-2 2 0 0,-5 2-7 0,3-4-4 15,-3 4-6-15,0 0 0 0,0 0-4 0,8 1-14 16,-8-1-15-16,6 4-18 0,-5 0-31 0,2-2-16 16,1 1-28-16,-4 0-35 0,4 1-36 0,0-2-37 15,-4-2-226-15,7 0-495 0,-2 1 220 0</inkml:trace>
  <inkml:trace contextRef="#ctx0" brushRef="#br0" timeOffset="178398.06">17530 2054 58 0,'-1'-3'229'0,"1"3"-43"16,-8 0-35-16,8 0-48 0,0 0-59 0,0 0-79 15,0 10-88-15,0-10-133 0,12 7 59 16</inkml:trace>
  <inkml:trace contextRef="#ctx0" brushRef="#br0" timeOffset="179163.63">18231 2339 140 0,'0'0'222'0,"4"6"-13"16,-4-6-15-16,13 2-18 0,-7-1-14 0,3 1-15 16,4-1-15-16,0 2-15 0,6-3-9 0,0-2-12 15,0 2-8-15,2-1-8 0,0-2-9 0,0 1-7 16,-1-3-4-16,3 3-8 0,-5-2-5 0,0-3-8 15,-3 3-1-15,1-2-4 0,-4-2-3 0,-1 3-2 16,0-1-3-16,-3-3 2 0,0 2 15 0,-1-1 6 16,-3 0 9-16,3 0 12 0,-6 0 16 0,2 2 8 15,-3 0-4-15,0 0-7 0,-3 0-11 0,-1 2-11 16,0 0-2-16,-1 1-10 0,-2 1-4 0,-1-1-5 16,-2 3-4-16,2 0-5 0,-3 3-6 0,-1-1 1 15,1 3 1-15,1 0-8 0,0 0-2 0,2 1 3 0,-1 2-4 16,0 1 5-16,4-1-2 0,0 2-4 0,5 0 2 15,-2-2-2-15,2 3 3 0,5-2-4 16,-1 3-2-16,4-2-2 0,5 1 0 0,0-3-9 16,1-1-2-16,2 1-2 0,6-1-28 0,0-2-13 0,-1-2-11 15,7 2-10-15,2-4-6 0,-10 0-2 0,4-3 4 16,-3 0-2-16,1 0 11 0,-2-2 7 0,0 1 1 16,-5-4 7-16,1-2 5 0,-5 4 11 15,-2-3 4-15,-2-1 11 0,-2-1 7 0,-1 5 11 0,-3-7 7 16,-1 6 13-16,-1-3 8 0,-1 2 2 0,0 4-5 15,-1-5 1-15,-1 3-5 0,-3 2-8 0,0 1 0 16,-1-1 1-16,0 2-1 0,-3 1-4 0,-1 1 0 16,0 2 0-16,-2 0-4 0,3 2-1 0,3 0-2 15,-3 1 2-15,3 1-5 0,0 3 1 0,0-4 5 16,4 4-8-16,0-3 5 0,2 1-3 0,2-1 0 16,-3-1-2-16,6 1-3 0,1-1-1 0,-1-1-1 15,4 1-4-15,-3-2 1 0,4-1-1 0,0-2-1 16,5-1-2-16,-3 0 0 0,4-1 2 0,-3-2-1 15,0-1 3-15,1 2 4 0,-2-4-1 0,0-2 5 16,-1 1 5-16,0 1 8 0,-4 1 23 0,-1-2 25 16,2 3 17-16,-3-1 19 0,0 0 11 0,-1-1 9 15,0 2-9-15,2 2-15 0,-3-1-8 0,-1 3-11 16,5-5-8-16,-5 5-10 0,2-5-37 0,-2 5-28 16,0 0-4-16,0 0-11 0,0 0-13 0,7 9-3 15,-6-5-23-15,2-2-27 0,-1 2-25 0,3 3-35 16,-1-1-41-16,6 1-42 0,4-1-24 0,1 0-233 15,4-1-530-15,4 0 234 0</inkml:trace>
  <inkml:trace contextRef="#ctx0" brushRef="#br0" timeOffset="179757.33">19279 2203 248 0,'-4'-5'412'0,"-3"-3"-6"0,1 3-5 0,-4-1-18 0,0 1-19 15,0 0-26-15,-3 3-23 0,5 1-27 16,-7-1-30-16,3 4-24 0,-3-1-24 0,2 2-21 16,0 3-22-16,0-1-22 0,2 2-10 0,-4 5-13 0,5-3-8 15,2 0-17-15,-1 1-9 0,3 2-16 0,2-2-11 16,1 0-11-16,2 3-17 0,2 0-14 0,1-7-19 16,3 7-16-16,1-2-25 0,4-3-28 15,1 0-35-15,7 0-25 0,-6-3-16 0,7 0-19 0,-1-4-11 16,1 2-8-16,1-3-7 0,0-2 4 0,-2-2-2 15,0-1 7-15,1-1 14 0,-1-4 7 0,-2 2 17 16,0-5 14-16,0 0 10 0,-2 0 8 0,0-3 11 16,-7-2 12-16,5 1 19 0,-5 1 47 15,1-2 38-15,-5 5 46 0,0 0 35 0,-1-6 31 0,0 9 24 16,-2-2 13-16,4 5 10 0,-8-2-18 0,4 4-13 16,0-2-15-16,-2 2-15 0,0 2-22 0,2 3-4 15,-6-3-10-15,6 3-12 0,-9 6-12 0,3-2 0 16,3 4-9-16,-5 1-8 0,6 2-4 0,-2 3-1 15,1-1-6-15,-1 3-8 0,1 4-6 0,3-4-2 16,3 2-10-16,1-1-3 0,-3-3-13 0,3-2-9 16,2 6-7-16,3-3-18 0,-5-6 1 0,6 0-4 15,-3 0-2-15,5-1-1 0,-3-3 6 0,2-2 0 16,1 1 9-16,-5-4 0 0,6-1 7 0,-4 1 0 16,-1-4 9-16,5 2 7 0,-4-1 14 0,-2-2 23 15,-2 0 26-15,-1 2 37 0,3 0 21 0,0-2 28 16,-6 0 27-16,7 0 21 0,-5 3 4 0,-1-1-4 15,2 1-10-15,-2-2-18 0,-2 4-17 0,3-4-20 16,-3 4-13-16,5-3-16 0,-5 3-34 0,0 0-32 16,0 0-13-16,0 0-28 0,7 5-42 0,-5 1-40 15,0-2-35-15,1-1-56 0,1 0-55 0,-2 4-79 16,2-4-86-16,2 2-254 0,1-1-723 0,4 2 320 16</inkml:trace>
  <inkml:trace contextRef="#ctx0" brushRef="#br0" timeOffset="180274.45">19980 2249 177 0,'0'0'349'0,"7"-7"-17"16,-7 7-11-16,2-3-10 0,-2 3-22 0,2-4-27 16,0 1-9-16,-2 3-27 0,3-4-26 0,-3 4-11 15,4-5-24-15,1 3-18 0,2 0-15 0,-3 0-13 16,3-1-18-16,0 0-20 0,5 1-10 0,-1-1-16 15,1 1-6-15,2 1-8 0,-4-1-9 0,3 0-5 16,-2 0-3-16,1-2-3 0,-1 1-3 0,-1-1 0 16,-1-1 1-1,2-2-5-15,-5 2-3 0,0 0 1 0,-3-1-5 16,1-2-3-16,3 1 1 0,-4 0 18 16,-3-3-19-16,1 2-1 0,-2 2-2 0,-1 1 0 15,1-3 12-15,-6 3-10 0,3-2 6 0,-1 4-2 16,-1-1-3-16,-3 0 5 0,-5 2-5 0,3 1-4 0,0 4 1 15,-1 1-3-15,-2 0-4 0,2 3 2 0,0 1 1 16,-3 2 0-16,4 3 2 0,3-3-4 16,-3 4 9-16,4-1-1 0,2 2-10 0,1-3 11 15,2 2-4-15,2-1 4 0,3-2-5 0,3 2 1 0,3-1-2 16,3 2-21-16,6-5-25 0,1 1-34 0,1-1-33 16,2-4-30-16,8-1-38 0,0-3-33 0,4-1-25 15,-3-1-19-15,1-4-13 0,-9 1-154 0,8-1-462 16,0-3 204-16</inkml:trace>
  <inkml:trace contextRef="#ctx0" brushRef="#br0" timeOffset="181727.46">20521 2193 212 0,'9'-8'37'0,"1"-1"43"0,-4 2 31 16,-2 0 31-16,0 2 11 0,-3-3-5 0,3 4-7 15,-3-1-11-15,-2 1-10 0,1 4-9 0,-9-5 0 16,3 4 2-16,6 1-6 0,-11 1-4 0,11-1-1 16,-16 5-5-16,9-1-2 0,-2 0-10 0,-3 1-9 15,2 3-2-15,0 1-11 0,1-2-5 0,-1 1-3 16,3 2 2-16,-3-1-15 0,0 0-3 0,-1 1 0 15,1-2-9-15,0 1-18 0,0 0-20 0,2 0-24 16,-4-4-28-16,2 0-27 0,2 1-17 0,-1-1-16 16,3-3-9-16,2-1-17 0,0 1-14 0,4-2-5 15,0 0 8-15,0 0 6 0,-5-7 22 0,5 7 16 16,2-6 26-16,1-2 14 0,4 3 32 0,-4-2 33 16,5 0 31-16,-3 2 28 0,-1-2 23 0,2 1 21 15,-1 1 9-15,2-1 13 0,0 4 1 0,-3-2-5 16,0 0-8-16,0 2-12 0,3 1-10 0,-3 0-10 15,-4 1-5-15,12 1-8 0,-8 0-9 0,0 1-3 16,7 2 0-16,-3 2-7 0,2 0-3 0,1 0-4 16,-3-1-3-16,6 2 0 0,2 0-4 0,2 2-4 15,3-2 0-15,8 2-5 0,-1-3-4 0,5 4-5 16,1-5-13-16,-1 0-7 0,1 3-10 0,-2-4-8 0,2-3-5 16,3 1-2-16,-3 0-13 0,3 2-15 15,-1-7-2-15,0 1-10 0,1-1-9 0,-3 0-6 16,-2-5 11-16,-2 1-2 0,-1-1 8 0,2-3 1 15,-9 2 0-15,-4-1 11 0,2 1 8 0,-4-3 18 0,-1 2 20 16,-3 1 19-16,-1-2 32 0,0 2 23 0,-5 0 28 16,-1-2 13-16,-1 3 14 0,-3-2 7 15,-1 3-1-15,0 0-7 0,-1-3-2 0,-2 5-11 16,-2-2-10-16,-2-1-9 0,0 0-4 0,2 2-8 16,-3 1-9-16,1 1-8 0,2 3-5 0,-1-2-3 0,-1 2-9 15,7 1 0-15,-12 1-6 0,12-1-2 0,-9 5 0 16,4-1-5-16,3 0-9 0,2 2 1 15,-2 1-4-15,4-2-4 0,-1 1-10 0,2 1-2 16,1-1-5-16,1 2-4 0,3-1-4 0,-1-1 2 0,0 0-5 16,-3 2 5-16,3-4-2 0,0 0 8 0,1-1 0 15,-3 2-2-15,2-2 0 0,-1-1 6 0,3-1-1 16,-8 1 7-16,-1-2 13 0,10 0 14 16,-10 0 14-16,0 0 4 0,0 0 2 0,8-2 6 0,-8 2-1 15,0 0-2-15,0 0-14 0,0 0-2 0,7 2-6 16,-7-2-3-16,0 0-4 0,-3 7-2 0,3-1-2 15,-1-1 0-15,1 1 1 0,-1 4-5 0,-1 2 2 16,-2 1-1-16,4 5 0 0,4-2-4 0,-4 2 1 16,2 4 0-16,-2-2-3 0,1 1 2 0,3 6 5 15,-3-7-8-15,3 1-4 0,-1 5 2 0,3 0 3 16,-4-5 7-16,1-2-8 0,1-2 2 0,0-4 0 16,0-3-3-16,-3 3-4 0,1-7 0 0,-2 2 9 15,1-2 4-15,1-1 10 0,-2-5 0 0,-2 4-1 16,2-4 11-16,0 0 3 0,0 0-2 0,0 0 8 15,-5-21 4-15,2 13 4 0,-1-4-9 0,3 2 14 16,-2-4-7-16,2-3-5 0,-2 5 2 0,0-6-1 16,-1-3-7-16,1 2-2 0,2-2-1 0,-2-7-6 15,3 6 2-15,0-4-10 0,0-1 0 0,3 1-3 16,-3 4-4-16,1-5-1 0,2 0-1 0,0 7 2 16,0 0 2-16,-1 0-22 0,1 1-7 0,1 2 3 15,0 1-7-15,0 4 4 0,0 0-5 0,-1 1 1 16,0 1-4-16,-2 3-5 0,1 2 0 0,-1 0-5 15,0 0-13-15,1 2-15 0,-2 3-11 0,2-3 12 16,-2 3 5-16,0 0 4 0,0 0 5 0,0 0-3 16,15 8 11-16,-12-2 1 0,0 0 5 0,1 0-7 15,1 5-3-15,-1-2-5 0,1 1 2 0,2 1-2 16,-1 2 5-16,-1-3-3 0,2 3-3 0,1 0-3 16,-1-2 1-16,-3 1-5 0,2-2-1 0,-1 1 1 15,-2-3-8-15,-2-1 3 0,2 2 0 0,0-3 4 0,-2 0 0 16,-2-3 8-16,1-3 5 0,-6 4 5 15,-2-3 0-15,1-1 7 0,0 0-6 0,7 0 5 16,-20-3-10-16,12 0 7 0,1 2 5 0,-4-3 4 16,7-1 4-16,-3 0 3 0,3 1-1 0,1-4 7 0,-3 2 1 15,3-2 1-15,2 1 6 0,2-3 4 0,1 1 2 16,0-2-4-16,5-2 5 0,-2 3 0 16,6-4 0-16,-2-3-5 0,3 2 3 0,1 0-9 15,2-2 9-15,6-2 1 0,-2-2-2 0,-6 6 0 16,2-1 2-16,3 3-1 0,-5-2-5 0,-3 1 11 0,5 1 11 15,-10 3 8-15,4 1 11 0,-5 3 9 0,-1-1 3 16,2 2-6-16,-3 0-9 0,1 2-3 16,1 1-7-16,-4 2 2 0,0 0-7 0,0 0-1 15,0 0-1-15,-5 17 0 0,1-7-5 0,-3 1 1 0,2 9 1 16,-1-2-5-16,3 1 5 0,-1 1-4 0,0 1-3 16,3-1 4-16,1 1-2 0,0 0-2 0,1 0 2 15,2-2 0-15,-2 0-2 0,5-2-1 0,2 0 1 16,1-2-1-16,-2-4 0 0,4 2 1 0,5-3-4 15,-1-2 0-15,2 0-5 0,-4-4 0 0,9-2-5 16,-3 1 3-16,0-3-1 0,-1-2 2 0,0 0-4 16,-4-2 3-16,4-2 0 0,-2-3 0 0,2 1 1 15,-4 1 7-15,-3-3-2 0,-1 1 0 0,-1-2 4 16,-4 2 14-16,-1-1 25 0,0 2 16 0,-4-1 15 16,2 3 9-16,-4 0-9 0,-2-1 2 0,3 2-8 15,-6 2-1-15,2-2-5 0,-5 3-6 0,3 0-3 16,-1 4-7-16,-4-1-4 0,4 0-8 0,1 4-2 15,0-2-7-15,0 2 5 0,-1 3-8 0,7-3-5 16,-3 3 14-16,0 3-11 0,2-2-3 0,4 1-2 16,-1-1-14-16,3 1-13 0,0 0-27 0,4-2-33 15,-1 2-52-15,3 0-65 0,1-3-78 0,-2 1-292 16,3-3-601-16,-3-1 267 0</inkml:trace>
  <inkml:trace contextRef="#ctx0" brushRef="#br0" timeOffset="183773.92">22496 1826 281 0,'0'-5'394'0,"0"-1"-25"15,0 1-11-15,0 1-26 0,0-1-39 0,0 5-28 16,0-8-36-16,0 8-27 0,0 0-19 0,0 0-18 15,0 0-14-15,11 15-19 0,-7-6-12 0,-1 3-3 16,1 2-9-16,1 4-13 0,-1 1-3 0,3 7-15 16,-6-6-4-16,3 7-6 0,-1 0-2 0,0 0-10 15,0-1 7-15,-3 0-20 0,1-5-38 0,-1-2-34 16,0 3-27-16,3-4-28 0,2 0-34 0,-2-3-35 16,-1-2-51-16,4-1-55 0,-1-5-65 0,1-1-191 15,0 0-559-15,1-4 247 0</inkml:trace>
  <inkml:trace contextRef="#ctx0" brushRef="#br0" timeOffset="184148.89">22402 2025 28 0,'-7'-3'172'0,"7"3"-2"0,0 0-17 0,0 0 0 16,0 0-7-16,0 0-8 0,0 0-17 0,28 3-8 15,-14-2-13-15,0 0-12 0,4 3-9 16,0 1-6-16,3-2-8 0,-4 2-2 0,2 0-3 16,-6 0-14-16,3 2-3 0,-2-1 2 0,-2 0-14 0,-1 1-2 15,1 2 1-15,-3-1-7 0,0 0 1 0,-2-1 0 16,1 3-4-16,-4-5-4 0,0 1-1 16,2 2-2-16,-2 0 1 0,0 0-2 0,-3-3-3 15,2 0 6-15,4 1-4 0,-2 0 1 0,-1-5-1 0,5 2-8 16,-3-3 4-16,6 0 1 0,1-1-1 0,-1 0 0 15,0-1 0-15,-1-3-1 0,3 1 0 0,-2-2 0 16,-1 0 5-16,-2-3-2 0,-2 1 19 0,0-3 5 16,2 3 10-16,-6-4-2 0,0 1 3 0,-2 1 3 15,-4 1 0-15,1-2-1 0,-4 1-4 0,-3 0-4 16,-1 1-3-16,-1 2-7 0,-3 2-1 0,-3-1-2 16,1 4-7-16,2 1 0 0,-6 1-19 0,5 0-35 15,-3 5-52-15,3-2-57 0,6 3-79 0,-4 0-161 16,4-1-417-16,6-1 185 0</inkml:trace>
  <inkml:trace contextRef="#ctx0" brushRef="#br0" timeOffset="184430.18">23467 1767 231 0,'3'-1'436'0,"-3"1"-31"0,1-5-39 0,-1 5-40 15,0 0-40-15,0 0-35 0,0 0-24 16,0 0-21-16,0 0-23 0,2 16-18 0,-4-5-17 16,1 3-15-16,1 2-8 0,0 1-6 0,0 5-16 0,0-2 5 15,1 7-21-15,-1 0-16 0,0-6-4 0,4 8-18 16,-1-2-19-16,1-2-44 0,0-5-25 0,0 0-15 15,0-1-23-15,0 1-32 0,-1-5-32 16,1-2-46-16,0-4-37 0,2 1-43 0,-2-5-235 0,1 0-543 16,-1-2 239-16</inkml:trace>
  <inkml:trace contextRef="#ctx0" brushRef="#br0" timeOffset="184992.64">23585 1762 35 0,'-4'-5'271'16,"0"1"-32"-16,4 2-24 0,0 2-27 0,0 0-15 16,0 0-19-16,0 0-8 0,-12 11-9 0,9-4-4 15,3 4-5-15,0 1-6 0,0 1-8 0,2 3-13 16,0 2-6-16,3-2-10 0,-3 2-8 0,3 0-4 16,2-1-10-16,0 1-4 0,0 1-10 0,-1-3 10 15,0 1-16-15,0-7-3 0,1 1-5 0,-3-1-1 16,-2 1-5-16,1-5-2 0,4 0-5 0,-6 0-4 15,2-1 2-15,1-3 1 0,-3 1-2 0,-1-3-5 16,0 0 0-16,0 0 3 0,0 0-6 0,11-8 1 16,-9 4 4-16,-1-1 11 0,2 2 14 0,-2 0 7 15,3-1 15-15,-1 0-15 0,-1 1 4 0,-2 3-9 16,3-4-3-16,1 2-7 0,-4 2-1 0,0 0-8 16,10 1-5-16,-6 2 2 0,5-1 8 0,-4 3-11 15,4 0 0-15,-1 1-2 0,2 0-1 0,1 1-3 16,-2-1 0-16,3 0-1 0,-2 1-2 0,3-2-5 15,-2 0 0-15,-2-1-9 0,5-1 4 0,0-2-4 16,-2-1-7-16,2-1-2 0,-2-1-1 0,0-2 0 0,-2 2 3 16,1-5-2-16,-2 2 5 0,-2-3-2 0,1 1 4 15,-2-2-3-15,-1-1 6 0,1 0 3 16,-5 3 6-16,0-2 7 0,-1 1 14 0,0 2 16 16,0 0 21-16,-1-1 5 0,0 2-2 0,1 3 0 15,0 2-3-15,-2-7-8 0,-1 3-11 0,3 4-14 0,0 0 0 16,-9 0 0-16,9 0-8 0,-7 7 7 0,6-3-3 15,-3 1-4-15,1 1-3 0,2 1 3 16,1 2-9-16,-2 1-1 0,2-4-9 0,2 3-1 16,0-2-17-16,0 0 2 0,2 0-19 0,3 0-18 0,1-2-35 15,1 0-34-15,1-2-55 0,0 1-52 0,4-3-61 16,-3 0-277-16,-3-1-610 0,3-1 269 0</inkml:trace>
  <inkml:trace contextRef="#ctx0" brushRef="#br0" timeOffset="185180.12">23289 1903 54 0,'-18'0'341'0,"5"0"-14"0,4 0-17 0,1 0-5 16,4 1-4-16,4-1 5 0,0 0-19 0,0 0-26 15,0 0-28-15,42 0-24 0,-8 2-10 0,0-4-51 16,5 4-64-16,5 0-75 0,11 2-80 0,-14-2-90 15,1 0-90-15,0 2-232 0,-3-2-521 0,2 0 231 16</inkml:trace>
  <inkml:trace contextRef="#ctx0" brushRef="#br0" timeOffset="186101.92">24427 1694 2585 0,'2'-7'74'16,"-1"2"15"-16,2-1 57 0,0 1-22 0,-1 2-21 0,2 0-28 15,-4-1-22-15,0 4-19 0,0 0-9 0,0 0-1 16,0 0-2-16,0 0-8 0,-6 22 2 0,4-11 1 15,0 3-4-15,0 4 1 0,1 3 0 16,2 7-5-16,-2 2 2 0,4-2-1 0,-2-1 1 0,2-7 11 16,3 6-10-16,-2 0-4 0,0-8 3 0,1 0 9 15,0 0-8-15,-1-6-5 0,3-2-1 0,-3-3 5 16,1 2-4-16,-3-5 7 0,3 0-1 0,1-3 0 16,-1 1-4-16,-5-2 4 0,15-7-6 0,-5 4 2 15,0-3-2-15,0-1 0 0,0-1 0 0,0 2 11 16,3-4-17-16,-4 2 4 0,3-1-5 0,-1 4 3 15,0 0-5-15,0-3 9 0,-1 4-10 0,-1 3-1 16,0 0-3-16,-2-1 2 0,2 2 8 0,-1 2-9 16,1 0-3-16,-1 3 4 0,-1 3-7 0,-1 0 16 15,3 2-12-15,-5 0 1 0,0 2 10 0,-2-2-11 16,0-1-3-16,-2 3 3 0,0-1-2 0,0-1 8 16,0 0-2-16,-4 0 2 0,0-3-1 0,0 1 2 15,-7-2-2-15,2 1 2 0,-1-2 8 0,-5-2 7 16,3-1 10-16,-3 0 7 0,1 1 16 0,0-3-6 15,0 0 6-15,2-3 0 0,-2 3 0 0,6-1 9 16,1-2 2-16,0 1 1 0,1 1-12 0,4-2-4 16,-1-2-13-16,3 5-11 0,7-10-11 0,1 6-1 15,3-1-25-15,7-2-11 0,2 2-15 0,3-1-13 16,6-1-7-16,2 1-11 0,-9 1-6 0,5-3-9 16,2 0-9-16,-9 1-7 0,10-1-1 0,-1-1 1 15,-10 0 3-15,-4 0 5 0,2 1 8 0,-8-3 13 16,0 5 7-16,-1-5 5 0,0 4 18 0,-6 0 7 15,0 1 12-15,-2 0 11 0,0-2 17 0,-2 3 4 16,-1 1 9-16,-6-1 9 0,5 2 2 0,-1-1 5 0,-1 3-3 16,-3 0-1-16,3-1-6 0,6 2 0 15,-17 3 8-15,5-2-13 0,4 3 1 0,2 1-3 16,-2 0-2-16,3 2-1 0,0-1 2 0,-2 3-3 16,1-1 4-16,3 0-1 0,2-1 0 0,-2 1 8 0,3-2-6 15,0 4-1-15,3-4 0 0,0-2 1 0,1 3 1 16,1-3-6-16,3-1 2 0,-1-1-6 0,3 0-4 15,-1-1-6-15,5-2-5 0,-3 1-1 16,2-3-5-16,1 2 0 0,-3-5 2 0,4 4-6 0,-3-4 6 16,0 2 2-16,-1-2 2 0,0-1-1 0,3 2 4 15,-5 0 2-15,-2-1-2 0,5 1 6 0,-1 2 1 16,-4 1 1-16,4 0-2 0,-4-1 1 0,-2 3 0 16,5 3-4-16,-2-2 7 0,1 0-4 15,-6 1 1-15,4 3-1 0,-2 1 1 0,2 1 1 0,0-1 5 16,-4 2-8-16,1-1 4 0,0 3-5 0,-1-2 4 15,-1-2 5-15,-2 1-6 0,5 1-1 0,-5-2 4 16,0-1 0-16,3 2 0 0,-3-4 3 0,-3 2 1 16,2 1-2-16,-5-2 6 0,1-2-2 0,-3-1-3 15,1-1-14-15,7 0-31 0,-17 0-33 0,7 0-38 16,2-3-53-16,0-1-37 0,1 0-41 0,-3 0-123 16,4-4-394-16,0 2 175 0</inkml:trace>
  <inkml:trace contextRef="#ctx0" brushRef="#br0" timeOffset="186367.53">25182 1560 292 0,'0'-4'270'0,"0"4"-33"16,0 0-21-16,0 0-12 0,0 0-1 0,-9 10-2 15,7 0-7-15,2 3 1 0,0 5-13 0,0 2-15 16,3 6 0-16,-1 3-18 0,8 0-17 0,-4 1-13 15,2 3-7-15,1-2-13 0,-2-3-9 0,3-1-9 16,-1-1-12-16,-1 1-31 0,-2-8-33 0,2-1-40 16,-1 0-48-16,-3-3-58 0,1-6-58 0,3 0-69 15,-2-1-182-15,-2-2-487 0,4-2 216 0</inkml:trace>
  <inkml:trace contextRef="#ctx0" brushRef="#br0" timeOffset="186476.89">25197 1808 157 0,'-4'-2'307'0,"3"1"-25"16,1 1-19-16,-2-4-28 0,2 4-20 0,0 0-26 16,0 0-19-16,11-3-33 0,-11 3-43 0,21 7-65 15,-9-5-86-15,3 1-86 0,-3 3-170 0,7 1-340 16,0-4 151-16</inkml:trace>
  <inkml:trace contextRef="#ctx0" brushRef="#br0" timeOffset="187445.57">26061 1774 124 0,'4'-9'273'16,"-7"0"-6"-16,-1-1-14 0,1-2-15 0,-5 4-5 15,1-2-30-15,1 2-11 0,-4 1-20 0,3-1-18 16,-8 3-14-16,4 0-10 0,-1 4-19 0,-3-2 2 0,3 3-21 15,-4 2-8-15,-3 0-11 0,5 1-6 0,-6 3-7 16,3 3-4-16,0 1-6 0,2-1 2 16,-3 5-13-16,4-1-3 0,1 1-2 0,3 1 7 15,3 2-18-15,-2-2 6 0,4 2-2 0,2-5-3 16,3 3 1-16,1-1-1 0,3-1-3 0,3-1-1 0,4 1-1 16,6 0-4-16,-1-3 4 0,3-1-20 0,0 0-15 15,5-5-9-15,6 1-9 0,1 2-8 16,-8-5-12-16,7-3-4 0,-7 1 1 0,7-2-7 15,-9-3-2-15,2-1 7 0,-3 2 4 0,-2-3 2 0,2 0 4 16,-9 0 6-16,1 0 5 0,-2-4 13 0,-3 3 16 16,-2 1 14-16,-3 1 13 0,-1-2 18 0,3 1 8 15,-8 1 7-15,3-3 2 0,-3 4-2 0,0 1-3 16,-2 0 1-16,-1-1-2 0,-1 1-5 0,4 1 1 16,-3-1-11-16,7 4-5 0,-15 4-5 0,5-3-1 15,4 1-4-15,-2 2-1 0,-2 2-1 0,4 1-3 16,0-2 6-16,3 6-7 0,-1-1 0 0,7-1 3 15,-7 2-2-15,5 1-4 0,2-1-2 0,-2 0 2 16,5-2-3-16,2 0-2 0,-1 1-2 0,5-2-7 16,-2-4-5-16,4 2-1 0,-3-1-14 0,7-2-3 15,-4-2-4-15,-1 0-3 0,2-1 3 0,-3-1 0 16,2-1 0-16,-2-2-3 0,2-3 5 0,-3 2 1 16,-1 0 1-16,0-4 7 0,-2 3 1 0,-2-3 1 15,-1 2 9-15,-1 2 7 0,-1-2 9 0,1 0 6 16,0 2 7-16,-4 0-4 0,0 1 5 0,4 1-3 15,-4-1-6-15,0 4-5 0,2-6 0 0,-2 6-2 16,0 0-1-16,0 0-1 0,0 0 2 0,0 0-1 16,0 0-1-16,0 0-1 0,-10 13 2 0,9-8-4 15,1 0-1-15,0 1 4 0,0 0-3 0,1 0-1 16,-2-2-3-16,2 2 2 0,2-2-3 0,-2 3 0 16,1-4 1-16,2 0 5 0,0-1-3 0,1 3 1 15,0-4 0-15,-5-1 0 0,11 0-2 0,-5-3 6 16,-1-1-3-16,0 3-1 0,1-4 1 0,0 1 2 15,0-2-2-15,0 0-1 0,-1-4 4 0,5 2 1 16,-5 0-1-16,1-3 11 0,-1 5 0 0,-2-2 12 16,2 0 13-16,2-1 18 0,-3 3 5 0,-1 0 8 15,-2 2 0-15,3-1-3 0,-2 1-4 0,1 1-15 16,-2 0-8-16,-1 3-9 0,0 0-6 0,0 0-6 16,0 0 8-16,0 0-12 0,0 0-5 0,0 0-9 0,4 15-3 15,-2-8-21-15,-2 0-9 0,3 2-19 16,1-3-17-16,-2 2-20 0,2 1-26 0,0 0-21 15,1 0-24-15,2-1-33 0,0-2-43 0,4-3-208 16,1 2-481-16,0-1 213 0</inkml:trace>
  <inkml:trace contextRef="#ctx0" brushRef="#br0" timeOffset="188082.49">26627 1630 47 0,'-6'-2'318'0,"2"-1"-22"16,0 0-26-16,1-3-19 0,3 6-27 0,-7-4-25 15,7 4-22-15,-4-2-16 0,4 2-17 0,0 0-10 0,0 0-4 16,2 12-8-16,-1-7-13 0,5 2-10 0,-2 4-12 16,3 0-11-16,3 4 5 0,-3 1-16 0,4-1-2 15,1 1-9-15,-4 4-5 0,5-4-4 16,-1 2-5-16,-4 2-1 0,7 4-2 0,-3-6-16 0,-5-2-12 15,1 1-14-15,0 0-6 0,-1-2-13 0,-3 0-10 16,-1-3 0-16,0-2-1 0,-2 1-2 0,-2-5 3 16,1 3 4-16,-3-4 5 0,0 0 2 0,-4-1 3 15,1-1 4-15,0-2 3 0,6-1 4 0,-16-2 16 16,8 0 7-16,0 1 17 0,2-4 10 0,2 2 4 16,-1 1 4-16,2-2 8 0,-4-3-14 0,6 2-2 15,1 1-7-15,1-3-7 0,4 0 0 0,0 2-12 16,3-4-7-16,2 4-4 0,2-3 0 0,5 0 5 15,-5 5-13-15,2-1-5 0,1 3 1 0,-1-1-2 16,6 1-5-16,-8 1 6 0,0 0-10 0,-3 3-2 31,3-3 2-31,-4 2-3 0,0-1 2 0,0 1 2 16,-2 1 5-16,-2 2-7 0,0-2 1 0,1 1 2 16,1-1-5-16,-5 0 6 0,3 2-7 0,1-4 0 0,-3 3 0 15,0-2 5-15,2 2 2 0,-3-2-7 16,-1-2 6-16,9 3 0 0,-3-2 1 0,-2 1 1 15,-4-2 1-15,12 0-8 0,-4 0 3 0,-8 0-12 16,11-2 0-16,-4 2-3 0,-1-2 0 0,3-1-3 16,-5-1-2-16,3 3 3 0,-3-5 1 0,2 0 0 15,-3 1 8-15,2-1 5 0,-4 1-2 0,-1-2 5 0,1 1 0 0,-1 0 5 0,-1-3 2 16,-2 1 11-16,0 1 5 0,-2 0 4 0,1 1 1 16,-3 1 5-16,3 1-7 0,0-3 3 0,-5 4-2 15,3 0-2-15,1-1 3 0,1 1-2 0,-1-2-3 16,-3 3-2-16,8 2-4 0,-4-1-12 0,4 1-5 15,0 0-7-15,0 0-10 0,0 0-15 0,0 0-26 16,0 0-35-16,0 0-31 0,0 0-30 0,30 2-146 0,-18-2-345 16,-5 1 153-16</inkml:trace>
  <inkml:trace contextRef="#ctx0" brushRef="#br0" timeOffset="188269.97">27179 1830 19 0,'0'0'158'0,"2"5"-6"15,3-1 6-15,-3 0-6 0,1 3-1 0,0-2-8 16,2 2-7-16,1 2-16 0,-3-1-11 0,3 2-5 16,0-1-9-16,1-1-13 0,-1 0-6 0,0 2-4 0,2-2-14 15,-3-1-1-15,2-1-5 0,1-1-7 0,-2-1-11 16,3 2-18-16,-2-3-30 0,0-1-38 0,6-1-30 16,-2-1-28-16,4 1-37 0,-1 0-117 15,1-2-286-15,-2 0 126 0</inkml:trace>
  <inkml:trace contextRef="#ctx0" brushRef="#br0" timeOffset="188676.19">27546 1861 76 0,'-7'-6'227'0,"-2"1"2"0,-5 1 0 0,3 0 2 0,-2 3-7 16,-1-4-2-16,-5 3-16 0,4 1-15 0,-5 1-19 16,6 0-15-16,0 1-18 0,0-1-10 0,4 1-17 15,-3 3-11-15,6 0-9 0,-2 1-9 0,5-3-11 16,-4 5-2-16,4-2-7 0,0 1 1 0,1 2-13 15,3-1-8-15,0-1-2 0,3 0-8 0,-1 2-5 16,4-2-6-16,1-1-16 0,-2 1-11 0,6-2-12 16,-1-2-14-16,-1 1-8 0,2-2-5 0,1-2-19 15,2-1-8-15,-1-3-4 0,0 0-8 0,2-3-1 16,-2 0-4-16,0-5 3 0,-3 0 8 0,0 3 9 16,0-6 0-16,-1 0 7 0,2-2 4 0,-3-3 21 15,1-3 19-15,-2 5 5 0,-2-2 29 0,-1 2 15 16,-2 0 16-16,0-2 36 0,-2 1 26 0,0 1 5 15,-2 1 5-15,0 6-1 0,0-2 5 0,-2 1 2 16,1 4-2-16,-2-1-10 0,3 4-22 0,-3 1 0 16,1 2-19-16,-1 3-10 0,5 0-4 0,-18 3-4 15,11 3-8-15,0 3-8 0,-1 0 0 0,0 8-2 16,3 1-9-16,-3 1-5 0,3 0-12 0,0 2-15 16,1-1-14-16,1 1-30 0,2-1-24 0,1-1-39 15,0 3-43-15,1-5-49 0,1-7-48 0,2 3-60 16,-2-3-165-16,2-4-515 0,2-1 229 0</inkml:trace>
  <inkml:trace contextRef="#ctx0" brushRef="#br0" timeOffset="188848.06">27158 1551 191 0,'-16'0'282'15,"1"-1"-18"-15,-4 1-21 0,11 1-26 0,-2-1-25 16,4 1-14-16,-4 2-17 0,5-2-19 0,-4 1-16 0,5 1-28 16,-2 1-36-16,0 0-54 0,4 1-70 15,0-1-81-15,2 1-184 0,0-1-353 0,0-4 156 16</inkml:trace>
  <inkml:trace contextRef="#ctx0" brushRef="#br0" timeOffset="189066.78">26711 1671 183 0,'-1'3'335'16,"1"-3"0"-16,8 3-7 0,-3-1-19 0,2 2-23 15,7-1-26-15,3-1-20 0,-3 0-29 0,4 2-17 0,5-1-16 16,5 1-21-16,-3-3-23 0,-2-1-29 0,7 4-50 15,-7-3-66-15,1-1-73 0,-6-1-82 0,1 2-105 16,1 0-192-16,-9-1-503 0,3-1 223 16</inkml:trace>
  <inkml:trace contextRef="#ctx0" brushRef="#br0" timeOffset="189426.13">27766 1807 211 0,'0'0'354'0,"0"0"-19"0,-13-9-26 16,7 8-13-16,6 1-27 0,-9 0-22 0,9 0-30 16,-9 0-15-16,9 0-26 0,0 0-19 15,-12 1-16-15,12-1-12 0,-4 2-15 0,4-2-13 0,-4 2-8 16,4-2-9-16,0 0-5 0,0 4-9 0,0-4 4 16,4 6-21-16,-2-3 2 0,0-1-10 0,4 1-5 15,-2-2-10-15,0 3-22 0,-4-4-10 0,11 1-28 16,-10-1-34-16,-1 0-53 0,4 3-83 15,-4-3-110-15,0 0-218 0,0 0-572 0,0 0 253 0</inkml:trace>
  <inkml:trace contextRef="#ctx0" brushRef="#br0" timeOffset="209689.29">24238 4329 29 0,'-15'5'188'15,"3"1"-4"-15,-2-3-4 0,0 1-7 0,3 4-5 16,-3-4-9-16,2 0-13 0,2 1-11 0,1 0-11 0,2-2-11 16,0 0-10-16,0 0-15 0,3-1-4 15,-1 1-10-15,0 1 0 0,3-1 1 0,-1 0 2 16,3-3-1-16,5 7 2 0,0-4-2 0,3 2-1 16,3-2-4-16,8 2-7 0,0 0-6 0,10 1-5 0,-1-1-6 15,6 0-9-15,-5 0 1 0,3 0-5 16,1-2-3-16,-4 1-4 0,-4-2-7 0,3 3 1 15,-7-4-2-15,-3 2-3 0,2-1 0 0,-6-2-3 0,1 0 0 16,-5 0-1-16,-1 0 0 0,0 0 5 0,-2 0 26 16,-7 0 11-16,7-4 15 0,-1 2 1 0,-4-1 7 15,1 0 3-15,-3-2 8 0,-4-1 2 0,3 1 8 16,-5-2-6-16,-2-2-2 0,-2 1-1 0,1-2-10 16,-2 1-9-16,-4-2-2 0,-1 1-9 0,0-1-5 15,0 2-8-15,0-3-5 0,1 5 1 0,2-3-26 16,0 7-32-16,4-4-40 0,2 4-39 0,0 0-46 15,2 2-55-15,1-2-68 0,4 3-65 0,-6-1-241 16,6 1-617-16,0 0 273 0</inkml:trace>
  <inkml:trace contextRef="#ctx0" brushRef="#br0" timeOffset="209970.51">24357 4209 137 0,'0'0'285'15,"0"0"-28"-15,0 0-32 0,0 0-23 0,0 0-16 16,0 0-14-16,-7 19-6 0,5-8-1 0,0 0-9 16,-2 4-9-16,-2 3-4 0,2 0-16 0,0 1-9 15,-1 2-8-15,0-3-12 0,3 2-10 0,-3 1-4 16,0-1-12-16,1-2-6 0,0 0 3 0,1 2-14 15,2-1-6-15,-2 0-1 0,2-2-4 0,2-4-5 16,-1 0-3-16,3 0-4 0,-2-3-4 0,2 0-20 16,0 0-16-16,-2-4-29 0,3 1-46 0,6-4-61 15,-5 1-82-15,3-3-260 0,-1 0-526 0,0-1 233 16</inkml:trace>
  <inkml:trace contextRef="#ctx0" brushRef="#br0" timeOffset="210376.73">24691 4180 116 0,'0'-5'402'16,"0"5"-12"-16,0-7-18 0,0 7-29 0,0 0-30 15,0 0-29-15,-3-3-35 0,3 3-24 0,0 0-13 16,0 0-35-16,0 0-19 0,-12 12-22 0,8-4 3 15,-1 1-23-15,-1 1-10 0,3 3-7 0,-6 2-12 16,4 2-13-16,-1 2-4 0,3-1-9 0,-1 0-3 16,3-2-3-16,-2 1-9 0,3-3-2 0,0 3-1 0,0-3-9 15,3 3-15-15,1-4-10 0,2-2-22 0,-1 2-24 16,2-3-23-16,1-1-41 0,0-2-45 16,3 2-56-16,1-6-80 0,2 1-318 0,-2-3-649 15,0-1 287-15</inkml:trace>
  <inkml:trace contextRef="#ctx0" brushRef="#br0" timeOffset="210642.33">24975 4227 160 0,'0'0'305'15,"0"0"-17"-15,0 0-26 0,0 0-23 0,0 0-23 16,0 0-20-16,0 0-18 0,0 0-16 0,0 0-16 15,0 0-9-15,-11 13-9 0,6-8-13 0,1 3-9 16,-1 1-10-16,-4 0-1 0,5 1-14 0,-6 0-12 16,4 0-5-16,-1 0-7 0,0 3-5 0,1-1-5 15,-4-1-6-15,3 1-9 0,0-3-28 0,1 4-14 16,-2-5-31-16,2 2-23 0,3-3-33 0,-1 0-31 16,0-2-35-16,3-1-28 0,-2-2-30 0,3-2-173 15,0 0-427-15,0 0 190 0</inkml:trace>
  <inkml:trace contextRef="#ctx0" brushRef="#br0" timeOffset="210829.82">24831 4288 197 0,'0'0'212'0,"0"0"-15"0,0 0 4 16,0 0-14-16,-2 10-7 0,2-10-9 0,1 7-8 15,0-3-10-15,-1 3-10 0,3-3-9 0,2 4-13 16,-2 1-12-16,1 0-6 0,6-2-9 0,-3 3-9 15,2-1-9-15,1 0-6 0,1-2-6 0,1 2-22 16,4 1-31-16,-5-3-58 0,3 1-71 0,4-2-70 16,-2 1-206-16,-2-4-426 0,0 0 189 0</inkml:trace>
  <inkml:trace contextRef="#ctx0" brushRef="#br0" timeOffset="211018.84">25114 4440 224 0,'0'0'220'0,"0"0"-3"0,-6 13-4 0,4-10-12 16,4 3-15-16,-4 1-6 0,5-2-11 0,-3 3-17 0,1-2-9 16,3 3-18-16,-4 1-9 0,3-3-10 0,0 3-10 15,1 0-10-15,0-1-9 0,-1 2-4 0,1-3-10 16,3 0-24-16,-5 0-33 0,3-3-49 0,-2 0-61 16,1-1-59-16,0-3-234 0,3 2-431 0,-7-3 191 15</inkml:trace>
  <inkml:trace contextRef="#ctx0" brushRef="#br0" timeOffset="211190.7">25229 4432 283 0,'0'0'376'16,"-5"-4"-26"-16,5 4-14 0,0 0-23 0,0 0-27 15,0 0-31-15,0 0-18 0,0 0-34 0,0 0-11 0,0 0-52 16,0 0-31-16,0 0-50 0,0 0-43 0,-4-3-46 15,4 3-45-15,0 0-63 0,0 0-66 16,0 0-248-16,0 0-488 0,0 0 216 0</inkml:trace>
  <inkml:trace contextRef="#ctx0" brushRef="#br0" timeOffset="211456.3">25224 4194 215 0,'0'0'423'0,"-5"-3"-16"0,5 3-29 15,0 0-33-15,0 0-44 0,0 0-22 0,0 0-24 16,0 0-6-16,3 12-2 0,1-6-17 0,1 1-23 16,3 1-18-16,-4 3-19 0,6-1-14 0,-2 2-19 15,4 2-15-15,1 0-9 0,-1 1-10 0,1 3-9 16,-3-2-17-16,1 0-44 0,1 0-54 0,-4-1-43 0,-1 1-48 15,2 1-54-15,-4 0-66 0,-5-5-51 16,2 1-64-16,-3-2-238 0,1 0-632 0,-3-2 279 16</inkml:trace>
  <inkml:trace contextRef="#ctx0" brushRef="#br0" timeOffset="211690.66">25782 4332 188 0,'0'0'536'0,"0"0"-12"0,0 0-25 0,-7-2-28 16,7 2-31-16,0 0-34 0,0 0-38 0,0 0-37 15,0 0-40-15,0 0-43 0,11-6-47 0,-7 5-59 16,-4 1-76-16,15-3-83 0,-4 3-79 0,4 0-73 15,-3 3-74-15,4-2-97 0,-5-1-301 0,2 1-695 16,0 1 307-16</inkml:trace>
  <inkml:trace contextRef="#ctx0" brushRef="#br0" timeOffset="211846.9">25849 4445 47 0,'-6'2'346'0,"4"0"-13"0,0 2-18 0,2-4-25 15,-5 2-26-15,5-2-16 0,0 0-25 0,-2 4-14 16,2-4-4-16,0 0-14 0,11 1-15 0,-4-1-22 16,7-1-25-16,-3-2-58 0,3 2-78 15,0-1-78-15,0-3-98 0,6 3-305 0,-5-3-529 0,4 0 235 16</inkml:trace>
  <inkml:trace contextRef="#ctx0" brushRef="#br0" timeOffset="212909.31">26685 3807 373 0,'0'-6'371'0,"0"6"-27"0,-4-6-28 15,4 4-32-15,0 2-24 0,-4-5-23 0,4 5-25 16,-7-1-28-16,2-1-20 0,5 2-15 0,-14 0-14 16,14 0-14-16,-18 4-14 0,10-1-12 0,-5 0-13 15,0 2-4-15,0 0-8 0,-1-2-7 0,2 1-7 16,1 2-3-16,0-1-9 0,-1-1-2 0,1 1-7 15,4 2-2-15,-1-3-5 0,1-2 3 0,2 1-9 16,1 2-8-16,0 0-3 0,2-2-8 0,0 1-1 16,2-4 12-16,2 8-12 0,4-3 6 0,2 0-5 15,-1-2-4-15,8 2 5 0,1 3-2 0,-1-3-3 16,-1 0 2-16,3 3 0 0,2 1-2 0,-6-3 0 16,-2 0 0-16,2 1-7 0,-3 1-3 0,-1 0-5 0,-2-2-2 15,0 0 3-15,-2 6-2 0,-1-7-5 0,-1 4 3 16,-2-3 9-16,-1 1-4 0,-4 1 1 15,0-1-2-15,0-1 7 0,-3 2-1 0,-5 0 4 16,1 0 2-16,-6-2-3 0,3 0 4 0,-4 2 1 0,6-3 7 16,-3 0 8-16,3-2-8 0,-1-1 5 0,4 3-3 15,-2-2 1-15,6-1 10 0,-1-1-10 0,6-1 0 16,-6 2-4-16,6-2 8 0,-5 2 1 0,5-2 0 16,0 0-7-16,0 0 3 0,12 8 0 0,-3-6-1 15,3 2-7-15,-3 0 4 0,4 2-3 0,-1 1-1 16,-1-2 0-16,1 2-5 0,-1 2 1 0,-6 2-2 15,6 6 1-15,-2 0-4 0,1-2 9 0,-6 2-5 16,-1 0 1-16,3-1-2 0,-2 1-3 0,-3 0 7 16,-1 0-3-16,0 0 3 0,0 1-2 0,3-5 4 15,-3-2 2-15,0 4-3 0,1-4 3 0,1 1 7 16,6-1-5-16,-4-1 3 0,1 0 1 0,5-3 2 16,2 0-2-16,4 2-2 0,3-4-25 0,2-2-49 15,-1 0-46-15,5 0-59 0,6-5-68 0,-1-1-100 16,-2 0-181-16,5-5-564 0,-2 0 250 0</inkml:trace>
  <inkml:trace contextRef="#ctx0" brushRef="#br0" timeOffset="213671.39">27313 4012 70 0,'3'-4'354'0,"-3"4"-13"16,0 0-14-16,0 0-14 0,0-3-21 0,0 3-30 15,0 0-22-15,0 0-23 0,-9-2-19 0,9 2-20 16,-15 1-6-16,4-1-3 0,-3 4-5 0,3-3-4 15,-2 2-8-15,-2 1-11 0,-3 1-2 0,-1 0-18 16,2 0-2-16,3-3-10 0,-6 3-11 0,7-2-6 16,-2 1-12-16,6 0-4 0,-4 0-1 0,7-1-18 15,-4-1-5-15,5 1-12 0,-1-2-3 0,2 0-4 0,4-1-12 16,-5 4 1-16,5-4-2 0,2 6-3 0,4-4 3 16,6 3 7-16,8 0-20 0,13-3-5 15,0 2-9-15,1 2-15 0,4-4-7 0,0 1-3 16,-1-1-13-16,-1-1-6 0,0 1-5 0,-4 0-2 0,-2-3-3 15,-7 0 11-15,-3 1 2 0,1-2 11 0,-7 1 2 16,-2 0 6-16,-4 0 5 0,-1-1 13 0,1 1 24 16,-1 0 2-16,-3-2 2 0,-1-1-2 0,-3 4-7 15,-3-6-4-15,0 1 10 0,-3 1-1 0,-5-3 2 16,-1 1 5-16,-5-1 3 0,-1-3-10 0,2 3 7 16,-3-4-5-16,-3 5-5 0,2-4 3 0,1 5-29 15,0-3-34-15,2 0-35 0,-1 4-39 0,4-2-39 16,0 3-42-16,3-2-47 0,2 0-52 0,1 4-271 15,2-1-623-15,2-1 276 0</inkml:trace>
  <inkml:trace contextRef="#ctx0" brushRef="#br0" timeOffset="213890.12">27305 3880 48 0,'0'0'274'0,"-8"0"-18"15,8 0-20-15,0 0-14 0,-7 6-3 0,3-1-4 16,4 2-7-16,-1-1-11 0,1 2-10 0,-3 2-7 0,3 2-5 16,0 1-16-16,0 3-17 0,0 1-15 0,4 3-5 15,-1-2-9-15,0 2-15 0,4-2-7 16,-1 1 1-16,5 8-17 0,-4-2-6 0,1-5-36 16,0-2-43-16,1-1-54 0,-4 1-64 0,1-1-66 0,3-3-96 15,-4-4-186-15,2-2-514 0,1 1 227 0</inkml:trace>
  <inkml:trace contextRef="#ctx0" brushRef="#br0" timeOffset="214280.71">27758 3860 117 0,'0'0'413'0,"-2"-6"-10"0,-1 1-22 16,3 5-21-16,0 0-33 0,-3-2-42 0,3 2-25 15,0 0-14-15,0 0-41 0,0 0-20 0,-21 8-20 16,16-2-18-16,0 3-9 0,-3 0-11 0,1 1-9 16,-1 3-8-16,2 1-11 0,-3 1-6 0,3-2-6 15,1 3-11-15,1 0-5 0,1 0-5 0,3 1-4 16,0-3-8-16,2-1-6 0,0 0-4 0,6 0-17 0,-4 0-16 16,7 1-43-16,3-3-42 0,-5-1-48 15,5-2-54-15,2 1-69 0,-2-7-87 0,5 4-292 16,-7-5-676-16,4-1 299 0</inkml:trace>
  <inkml:trace contextRef="#ctx0" brushRef="#br0" timeOffset="214530.69">28045 3942 104 0,'0'0'374'0,"0"0"-14"16,0 0-17-16,0 0-18 0,-3-3-36 0,3 3-23 15,0 0-38-15,0 0-25 0,0 0-18 0,0 0-21 16,0 0-15-16,-10 11-5 0,7-6-26 0,-1 1-10 16,1 0-16-16,-4 0-2 0,4 1-8 0,-6 0-10 15,2 3-10-15,-1 0 0 0,-3 0-16 0,3-1-29 16,1 1-21-16,3 2-24 0,-5-3-24 0,1 0-31 16,1-2-33-16,-1 1-35 0,3-2-43 0,0-3-45 15,1 2-52-15,1 0-164 0,-1-2-492 0,4-3 218 16</inkml:trace>
  <inkml:trace contextRef="#ctx0" brushRef="#br0" timeOffset="-214747.3">27868 3976 274 0,'0'0'321'15,"0"0"-22"-15,0 0-24 0,0 0-25 0,0 0-27 16,0 0-22-16,0 0-14 0,0 0-9 0,0 0-15 0,10 11-15 15,-6-7-18-15,3 2-8 0,-2 2-11 16,2 0-15-16,1 4-10 0,-1-4-5 0,3 4-11 16,-2-1-1-16,4 2-7 0,-3-1-11 0,2-1-27 15,-1 1-31-15,3 0-37 0,-4-1-42 0,0-2-48 0,5 1-64 16,-5-6-77-16,5 0-172 0,-2 1-483 0,2 0 215 16</inkml:trace>
  <inkml:trace contextRef="#ctx0" brushRef="#br0" timeOffset="-214544.19">28233 4138 36 0,'-6'-3'287'0,"6"3"-9"15,0 0-1-15,0 0-15 0,0 0-9 0,-12 6-21 16,8-2-18-16,1-2-14 0,-1 2-21 0,3 2-4 16,-3 0-14-16,1 1-10 0,1 1-15 0,0-1-10 15,0 3-7-15,0-2-13 0,2 2-10 0,0 0-6 16,0-1-9-16,0-1-19 0,0-1-20 0,2 1-32 15,0-1-38-15,-2-1-46 0,4 1-57 0,0-1-62 16,0-2-87-16,2-1-199 0,-1 2-516 0,2-4 228 16</inkml:trace>
  <inkml:trace contextRef="#ctx0" brushRef="#br0" timeOffset="-214294.21">28261 4064 29 0,'0'0'449'0,"-9"-1"10"0,8-1-8 15,1 2-10-15,0 0-13 0,0 0-19 0,-6-3-32 16,6 3-36-16,0 0-32 0,0 0-29 0,0 0-32 16,0 0-23-16,-4-2-25 0,4 2-20 0,0 0-27 15,0 0-32-15,0 0-29 0,0 0-28 0,0 0-26 0,0 0-14 16,0 0-47-16,0 0-29 0,0 0-30 15,0 0-32-15,0 0-28 0,0 0-25 0,0 0-29 16,0 0-47-16,0 0-55 0,0 0-63 0,0 0-246 0,0 0-657 16,0 0 290-16</inkml:trace>
  <inkml:trace contextRef="#ctx0" brushRef="#br0" timeOffset="-214027.1">28368 3872 327 0,'0'0'305'0,"0"0"-24"0,0 0-16 0,0 0-12 15,0 0-14-15,9 14-17 0,-4-7-28 0,0-1-19 16,0 4-17-16,3 1-15 0,-1 0-15 0,2 3-11 15,4 4-8-15,-5 0-13 0,0 0-8 0,-4 0-10 16,0 3-4-16,0-3-10 0,-2 2-47 0,1-1-41 16,-6 3-64-16,-1-1-68 0,1-2-80 0,-7 9-236 15,-2-3-511-15,1 1 226 0</inkml:trace>
  <inkml:trace contextRef="#ctx0" brushRef="#br0" timeOffset="-213574">27713 4346 475 0,'0'0'499'0,"0"0"-21"0,0 0-33 0,-4-4-40 15,4 4-46-15,0 0-42 0,0 0-32 0,0 0-29 16,0 0-22-16,-13 8-31 0,10-2-18 0,-2 3-16 16,-1 2-17-16,3-1-19 0,-1 3-30 0,4 0-32 15,-5-2-32-15,5 3-50 0,2-2-54 0,1 5-63 16,1 0-67-16,2 2-86 0,3-2-68 0,1-2-282 15,-1-3-681-15,2 1 302 0</inkml:trace>
  <inkml:trace contextRef="#ctx0" brushRef="#br0" timeOffset="-213027.17">28728 4007 112 0,'0'0'279'16,"0"0"-25"-16,0 0-15 0,-1 3-11 0,2 3-20 0,0-2-12 16,2-1-20-16,0 1-10 0,-2 2-20 0,1 0-13 15,0 0-10-15,1 0-15 0,1 4-9 16,-4-3-12-16,5 1-7 0,0 1-6 0,-3 1-7 15,0-1-10-15,-2-3-1 0,0 2-10 0,0-1-25 0,-2-1-26 16,1 1-26-16,-2 0-38 0,0-5-37 0,-2 2-56 16,4-1-58-16,-3 0-174 0,-2-1-426 0,2 1 188 15</inkml:trace>
  <inkml:trace contextRef="#ctx0" brushRef="#br0" timeOffset="-212542.83">29339 3834 318 0,'0'0'396'15,"2"-2"-12"-15,-2 2-21 0,0 0-14 0,0-5-25 0,0 5-10 16,0 0-47-16,-4-3-15 0,4 3-33 15,-9-3-30-15,9 3-22 0,-14 0-16 0,2 0-14 16,-2 3-14-16,1-1-15 0,-6 1-8 0,-1 0-13 16,-3 4-10-16,3-1-6 0,-3-2-5 0,0 4-9 0,2-2-9 15,-7 3 0-15,8-1-3 0,0-3-6 16,3 1 0-16,3 0-6 0,1-1-1 0,4 0-4 16,-3 0-11-16,4-1-2 0,1 0 0 0,6 0-6 0,0-1 3 15,1-3 13-15,6 10-17 0,9-3 2 0,4 1-15 16,13 1-8-16,3-1-12 0,7 2-12 0,11-2-14 15,-12-3-13-15,1 5-7 0,-1-5-5 0,14-2-4 16,-19 3 3-16,-4-5 6 0,1 2 1 0,-12-5 16 16,1 1-1-16,-1 0 7 0,-8-2 6 0,-2 3 10 15,-3-1 12-15,1-1 18 0,-5 0 7 0,2 1-1 16,-2-3 0-16,-4 0 0 0,0 4-1 0,-8-10 2 16,-1 6 6-16,-3-3 11 0,-3-2 9 0,-6 3-7 15,0 0 5-15,-9-2-2 0,2 1 3 0,-4-1-10 16,1-1 0-16,-2 1 0 0,10 5-7 0,0-2-32 15,4 2-22-15,4 0-40 0,1 1-36 0,2 0-38 16,3 1-39-16,0 1-33 0,3-1-30 0,6 1-23 16,-10-3-212-16,10 3-533 0,0 0 236 0</inkml:trace>
  <inkml:trace contextRef="#ctx0" brushRef="#br0" timeOffset="-212329.61">29322 3706 108 0,'-4'-4'273'0,"4"4"-15"16,0 0-15-16,0 0-2 0,-13 6-10 0,7-1-2 15,2 2-12-15,0 2-10 0,-1 3-7 0,1-1-19 16,1 7-6-16,0 1-17 0,-1 0-12 0,4 2-6 16,0 8-19-16,4-7-5 0,0 5-5 0,2 1-14 15,1-1-12-15,-1 1-18 0,0-8-48 0,0 11-59 16,5-3-29-16,-5 0-98 0,7-2-97 0,-8-4-251 15,1-3-555-15,0-1 245 0</inkml:trace>
  <inkml:trace contextRef="#ctx0" brushRef="#br0" timeOffset="-211860.9">29857 3788 443 0,'0'0'514'0,"0"0"-17"15,0 0-28-15,-1-6-38 0,1 6-45 0,0 0-40 0,-4-3-39 16,4 3-32-16,0 0-31 0,0 0-26 0,-14 10-24 15,8-4-17-15,-6 5-18 0,5-3-19 0,-4 5-12 16,-1 3-14-16,1-1-10 0,2 0-9 0,-2 0-10 16,6 1-8-16,-1 1-5 0,1 0-6 0,2-1-10 15,3-3-6-15,3 0-8 0,2 4-4 0,1-1-15 16,3-2-21-16,3 2-28 0,1-5-52 0,7-3-57 16,-2-1-68-16,-1 1-53 0,5-3-58 0,-1-3-60 15,2-1-354-15,-2-1-789 0,0-1 350 0</inkml:trace>
  <inkml:trace contextRef="#ctx0" brushRef="#br0" timeOffset="-211626.54">30168 3839 253 0,'3'-5'386'0,"-3"5"-10"15,0 0-10-15,0 0-21 0,-3-5-29 0,3 5-30 16,0 0-33-16,0 0-26 0,0 0-32 0,0 0-25 15,0 0-9-15,0 0-22 0,-13 10-8 0,7-6-14 16,2 1-6-16,-3 4-17 0,-1 0-8 0,2 0 7 0,-3 0-24 16,2 1-20-16,-2 0-21 0,2 2-22 15,0-2-30-15,-1 1-22 0,3 0-25 0,-3-2-27 16,2 1-28-16,2-1-36 0,-1-4-36 0,1 3-38 16,1-3-36-16,0 1-232 0,-2-2-546 0,5-1 241 0</inkml:trace>
  <inkml:trace contextRef="#ctx0" brushRef="#br0" timeOffset="-211423.43">30038 3904 98 0,'0'0'316'0,"-3"-5"-10"0,3 5-4 0,-1-4-13 16,1 4-32-16,0 0-26 0,0 0-22 0,0 0-24 16,0 0-23-16,0 0-13 0,0 0-9 0,0 0-9 15,1 16-9-15,3-10-12 0,2 1-14 0,-2 1-6 16,1 2-7-16,3-2-6 0,-1 4-5 0,5-1-9 15,-1 3-26-15,-1-5-25 0,-1 2-35 0,2-2-39 16,4 2-48-16,-7-3-61 0,3 0-65 0,1-3-254 16,-2 0-529-16,0-1 234 0</inkml:trace>
  <inkml:trace contextRef="#ctx0" brushRef="#br0" timeOffset="-211235.95">30273 4020 87 0,'0'0'231'0,"0"0"-23"0,0 0-6 0,0 0 1 16,0 0-21-16,0 0-14 0,-3 12-6 0,2-6-14 16,1 1-8-16,0-1-16 0,0 1-13 0,0-1-4 15,0 1-12-15,1-1-11 0,-1 2-2 0,0-2-12 16,3 1-5-16,-3 0-3 0,2-2-34 0,-1 6-39 16,0-6-41-16,-1-2-51 0,3 1-62 0,1 1-207 15,-4-5-402-15,4 1 178 0</inkml:trace>
  <inkml:trace contextRef="#ctx0" brushRef="#br0" timeOffset="-211032.84">30357 3974 425 0,'-1'-3'459'15,"1"3"-9"-15,-3-3-6 0,3 3-17 0,0 0-29 16,-5-1-28-16,5 1-32 0,0 0-31 15,0 0-38-15,0 0-20 0,-3-5-34 0,3 5-37 16,0 0-49-16,0 0-66 0,0 0-60 0,0 0-62 0,0 0-64 16,0 0-63-16,0 0-65 0,0 0-75 0,0 0-305 15,0 0-681-15,0 0 302 0</inkml:trace>
  <inkml:trace contextRef="#ctx0" brushRef="#br0" timeOffset="-210782.86">30409 3801 309 0,'0'0'438'0,"0"0"-11"0,0 0-30 0,0 0-32 16,0 0-33-16,0 0-33 0,0 0-32 0,0 0-25 15,-1 6-21-15,1-6-24 0,6 9-11 0,-1-1-27 16,-1 0-10-16,3 4-21 0,-1 6-10 0,7-4-4 15,-7 3-11-15,4-1-41 0,-3 2-61 0,-1 2-53 16,-1-2-60-16,-5 3-57 0,0 0-77 0,-5-1-85 16,-1-1-270-16,-1 1-651 0,-7 5 288 0</inkml:trace>
  <inkml:trace contextRef="#ctx0" brushRef="#br0" timeOffset="-210251.65">29626 4334 90 0,'0'0'403'16,"0"0"-6"-16,0 0-19 0,-9 0-19 0,9 0-34 0,0 0-19 16,0 0-34-16,0 0-25 0,0 0-28 15,0 0-26-15,11 9-9 0,-8-6-18 0,1-1-17 16,1 3-17-16,-2-2-16 0,1 1-9 0,-1 0-9 0,0-2-18 16,-2 4-7-16,1-2-6 0,2-1-12 0,-3 1 0 15,-1 0-11-15,0-4 0 0,-1 7 4 0,1-7 0 16,-6 6 10-16,5-4 5 0,-2 2-3 0,3 0-5 15,-3-1-12-15,1 1 3 0,2-4-2 0,-5 3-2 16,3 0-4-16,2-3 0 0,0 0-8 0,2 5-9 16,-2-5-3-16,0 0-3 0,7 1-7 0,0 2-32 15,6-2-55-15,4-2-43 0,5 1-54 0,-6-1-47 16,9-1-58-16,7-3-67 0,-3 0-316 0,0-1-719 16,3-2 318-16</inkml:trace>
  <inkml:trace contextRef="#ctx0" brushRef="#br0" timeOffset="-209282.98">30547 3498 189 0,'0'0'380'0,"0"0"-12"16,0 0-13-16,-9-4-12 0,9 4-16 0,0 0-21 15,0 0-31-15,0 0-25 0,0 0-25 0,0 0-25 16,0 0-25-16,18 9-15 0,-6-5-19 0,1 1-12 15,2 3-16-15,1 1-8 0,1 0-9 0,-1 3-12 16,-3-1-8-16,2 3-6 0,-3 0-10 0,2 1-8 16,-2-1-12-16,-4 2-1 0,3 0-12 0,-5 1-6 15,1 0-15-15,-5 0-1 0,2-1-10 0,-4 1-5 16,3 0-3-16,-6-1 0 0,-1-3-1 0,-4-1 1 0,2 1-7 16,1-4 4-16,-8 4 5 0,3-1 2 0,0-4 1 15,-2 2 2-15,-1 0 6 0,-1-4-5 16,5 1-3-16,-4-1-1 0,2 1-1 0,2-3 7 15,-1 2-2-15,4-3 3 0,0 0-1 0,3 0-5 0,-3-1 4 16,3 3-5-16,1-3 6 0,2-2-1 0,2 9-3 16,2-2 3-16,1 0 8 0,7 1 12 0,1 3-19 15,-1-1-2-15,9 1 4 0,-9-1 7 0,5 1 9 16,0 1-11-16,-4-2-4 0,0 2-6 0,-3-3 4 16,0-1-3-16,-2 0-2 0,-1-1-7 0,0-2-2 15,-5 0 0-15,1 0-2 0,-3 1-1 0,-3 1 4 16,2-2-4-16,-3 0 9 0,-3 1-5 0,2-1 6 15,-3-2-2-15,-1 1 2 0,1-2 9 0,0 2-11 16,-3 1 3-16,4-2-1 0,1 1 3 0,0-2-5 16,2 1 3-16,0-2-3 0,4 5 1 0,0-6 0 15,-1 8 3-15,2-3 7 0,3 3 12 0,0 1-13 16,2 0-4-16,2 0 4 0,0-1 0 0,0 3 0 16,3 2-3-16,-6-1 0 0,4-1-2 0,3 4 1 15,-5-4 6-15,-1-1-5 0,-1 1 1 0,-1 1 3 0,1-1-5 16,-5 4-3-16,3-2 4 0,-6-2 4 15,3 3 0-15,-5-2-2 0,-1 5 4 0,-9-2-1 16,4 0 0-16,-4 1-11 0,-9 2-34 0,-3 2-41 0,-5-3-53 16,-6 1-69-16,4-3-91 0,-19 3-257 0,15-5-602 15,-1-2 266-15</inkml:trace>
  <inkml:trace contextRef="#ctx0" brushRef="#br0" timeOffset="-208033.08">25597 6015 166 0,'0'0'313'0,"0"0"-13"0,0 0-11 0,0 0-14 0,0 0-8 15,0 0-13-15,3-17-12 0,0 11-14 0,-2 0-13 16,4 1-18-16,-1-1-8 0,0-3-22 16,3 0 9-16,-3-3-10 0,2 0-6 0,0 1-14 0,1 0-11 15,0-4 4-15,1-1-24 0,2-2-6 0,-5 3-7 16,1-5-9-16,1 1-6 0,-3 1 0 0,-2-3-14 15,6 0-8-15,-5 1-8 0,-1-1-7 0,0-1-2 16,1-1-8-16,-3 3-1 0,1 1 6 0,-1 1 5 16,0 1 8-16,0 4 8 0,0 2-3 0,0-2 1 15,0 5-7-15,-1-1-1 0,1 3-9 0,0 1-4 16,0-2-2-16,0 2-7 0,-3 1-6 0,3 4-3 16,0-5-8-16,0 1-6 0,0 4-15 0,0 0-21 15,0 0-3-15,0 0-5 0,0 0-1 0,0 0 6 16,0 0-7-16,-5 17 14 0,3-7 0 0,0-2-2 15,-1 5 0-15,0-2-4 0,2 2 4 0,1 4-8 16,0-3-4-16,0-2-12 0,0 5-6 0,1-1-6 16,2 2-3-16,2-6-6 0,1 4-2 0,-2-3 8 0,3-5 4 15,0 4-8-15,1-3-2 0,3-1-4 0,0-2-10 16,3 1-11-16,-4-3-3 0,8-2-9 16,-6-2 4-16,3 0 8 0,-1-2 8 0,0-3 7 0,0 0 10 15,-2-1 4-15,3-4 9 0,-1-2 12 0,-5 1 8 16,-2 1 10-16,4-6 16 0,-3-1 8 0,-1-1 12 15,-2 0 10-15,-2 2 30 0,0 0 18 0,-2-2 32 16,2 7 34-16,-2-2 24 0,-1 3 17 0,0 1 12 16,-1 0 1-16,1 3-6 0,0-1-10 0,0 2-17 15,0 1-15-15,-3-1-21 0,3 5-14 0,0-5-16 16,0 5-15-16,-1-4-10 0,1 4-8 0,0 0-10 16,0 0-5-16,0 0-10 0,-7 13-2 0,6-9-5 15,-1 3-2-15,1 4-3 0,1-4 0 0,0 6-2 16,1 0-2-16,-1-1-3 0,2 1 0 0,-1 0 1 15,2 4-3-15,-2 0-9 0,3-2-16 0,2 4-15 16,-2-2-30-16,2 1-43 0,0-7-49 0,2 7-40 16,0 0-45-16,3-1-53 0,0 1-63 0,0-2-77 0,5-2-293 15,-5-1-780-15,3 0 346 0</inkml:trace>
  <inkml:trace contextRef="#ctx0" brushRef="#br0" timeOffset="-207704.98">26198 5929 21 0,'0'0'361'15,"0"0"0"-15,0 0-20 0,0 0-9 0,0 0-19 16,0 0-34-16,0 0-33 0,0 0-27 0,0 0-21 16,0 0-18-16,0 0-19 0,0 0-14 0,0 13-20 15,0-9-6-15,1 5-21 0,-1-3-5 0,0 4-9 16,2 0-7-16,-1 0-4 0,1 2-12 0,-1 0-6 16,0 0-16-16,1-1-15 0,-1 0-24 0,3 2-24 15,-2-3-34-15,-1 0-33 0,2 1-47 0,-2-2-42 0,2-2-41 16,-1-1-62-16,2 0-228 0,1-4-550 0,-1 2 243 15</inkml:trace>
  <inkml:trace contextRef="#ctx0" brushRef="#br0" timeOffset="-207423.75">26364 5994 272 0,'-3'-5'327'0,"1"2"-14"0,2 3-12 0,0 0-22 16,-2-5-18-16,2 5-20 0,-7 0-16 0,7 0-9 15,0 0-15-15,-16 1-10 0,8 1-14 0,1-1-16 16,-2 1-12-16,2 1-11 0,-4-2-15 0,5 2-11 16,-3 1-20-16,1-2-5 0,2 2-11 0,1 0 9 15,-2-3-19-15,3 2-7 0,-1 1-16 0,2-2-4 16,0 1 15-16,2 2-20 0,1-5 0 0,1 5-3 16,3-1 0-16,3 1-1 0,0 1-7 0,5-2-1 15,-1 4 0-15,4-3-1 0,2 0 8 0,3 1-22 16,-4-3 17-16,3 2-26 0,1-2-25 0,-2-1-28 0,1-1-31 15,-5 2-30-15,1-1-36 0,-1-2-49 16,-2 0-57-16,-1-2-71 0,0-1-233 0,-1 0-608 16,-4 0 268-16</inkml:trace>
  <inkml:trace contextRef="#ctx0" brushRef="#br0" timeOffset="-207173.77">26591 5641 334 0,'-5'-1'504'0,"5"1"-2"16,-6-5-15-16,6 5-14 0,-1-2-23 0,1 2-28 15,-3-4-32-15,3 4-36 0,0 0-34 0,0 0-34 16,0 0-42-16,0 0-32 0,7-7-54 0,-3 5-48 0,7 2-56 15,-4-1-59-15,5-1-70 0,7 1-51 16,-4 1-68-16,-1 0-49 0,-1 1-54 0,4-1-64 16,-4 2-306-16,-2-1-722 0,0-2 319 0</inkml:trace>
  <inkml:trace contextRef="#ctx0" brushRef="#br0" timeOffset="-207016.02">26662 5701 190 0,'-6'2'230'15,"1"0"-2"-15,5-2-4 0,-4 2-5 0,4-2 4 16,-3 4-4-16,3-4 2 0,0 0-2 0,0 0-14 16,0 0-24-16,15 2-9 0,-7 1-23 0,3 0-18 15,4-3-17-15,0 0-40 0,0 1-51 0,4-2-64 16,-4 2-76-16,7-1-98 0,-6-4-227 0,7 0-479 16,-3-1 213-16</inkml:trace>
  <inkml:trace contextRef="#ctx0" brushRef="#br0" timeOffset="-206141.09">27649 5207 64 0,'-1'-8'355'0,"1"3"-1"0,-1 1-14 0,1 4-11 16,-2-6-28-16,1 1-37 0,1 5-30 0,-1-6-28 16,1 6-19-16,0 0-23 0,-12 9-4 0,3-2-11 15,1 4 8-15,-7 3 5 0,1 2 7 0,-6 4 3 0,0 5 4 16,1 2-11-16,-2 0-13 0,-2 0-16 15,5 2-10-15,2-1-3 0,0 0-21 0,1 0-9 16,4-1-7-16,3 1-9 0,-2-2-5 0,8-3-6 16,2-3-9-16,2 2-13 0,10 4-18 0,1-3-10 0,6 0-40 15,3-4-36-15,6 0-50 0,1-2-69 0,-1-2-70 16,5-1-86-16,-2-6-387 0,1-2-781 16,-1 0 346-16</inkml:trace>
  <inkml:trace contextRef="#ctx0" brushRef="#br0" timeOffset="-205313.03">27973 5819 272 0,'0'0'320'0,"-4"-11"0"0,4 11-8 0,0-8-2 16,3 2-13-16,-2-2-2 0,-1 2-22 15,4-3 13-15,-1-1-12 0,0 1-15 0,1-2-18 0,0-2-11 16,-3 3-19-16,3-3-17 0,-2-3-14 0,2-1-10 16,-1 1-17-16,-1-2-16 0,3 0-15 0,-5 0-5 15,3-1-12-15,-3 0-11 0,2 0-10 0,-2-2-7 16,2-1-7-16,0 3-9 0,-2 0-4 0,-2 1-7 15,2 5-7-15,2 1 3 0,-1 0-6 0,-1 1-1 16,0 3 0-16,3 4-1 0,-3-3-5 0,0 1 1 16,0 2-8-16,0 0-7 0,0 4-4 0,1-5-1 15,-1 0-4-15,0 5-5 0,0 0-2 0,0 0-16 16,0-6-8-16,0 6-19 0,0 0 0 0,0 0 3 16,0 0-4-16,0 0 10 0,0 0 2 0,0 18 4 15,-1-13-3-15,1 4 3 0,0-2-1 0,0 2 3 16,-3 3 4-16,3-2-4 0,-1 2 2 0,-1-2-1 15,2 1-2-15,2 0-8 0,-2-1-2 0,-2 0-3 0,4 0 1 16,-2-2-2-16,1-2-3 0,2 2 12 16,-2 1-13-16,3-5 12 0,1 1 0 0,-1 2-4 15,2-4 1-15,7 0-8 0,-7-2-3 0,4-1-6 0,3 0-1 16,0-1-5-16,0-3 8 0,0 0 7 0,1-2 3 16,-3 2 4-16,-1-5 1 0,5-1 7 0,-1-1 4 15,-4 1-3-15,-2 2 10 0,1-3 10 0,-2-1 9 16,-2 2 17-16,2-2 23 0,-5 4 31 0,-2-1 22 15,3 2 12-15,-1 1 9 0,0-1 5 0,-2 4-7 16,3-2-6-16,-3 2-14 0,0 3-13 0,0-6-14 16,0 6-10-16,0 0-11 0,0 0-7 0,0 0-5 15,0 0-3-15,0 0-5 0,-10 9-7 0,6-2 1 16,3 1-2-16,-3 1-3 0,4 1-1 0,0 1 1 16,3 3 1-16,-6-3-4 0,8 4-6 0,-5-1-5 15,3 4-11-15,1-1-21 0,0-6-23 0,3 5-37 16,-2-3-45-16,1-2-45 0,2 1-47 0,0-2-48 0,-1 0-58 15,2-2-70-15,-2 0-313 0,-1-2-772 0,3-1 342 16</inkml:trace>
  <inkml:trace contextRef="#ctx0" brushRef="#br0" timeOffset="-204766.2">28430 5689 13 0,'0'-4'361'0,"0"4"-2"0,0 0-13 0,3-5-5 0,-3 5-6 15,0 0-11-15,1-4-16 0,-1 4-25 0,0 0-18 16,3-2-24-16,-3 2-28 0,0 0-23 16,0 0-23-16,0 0-22 0,0 0-16 0,0 0-16 0,0 0-12 15,0 0-6-15,-3 14-12 0,3-10-5 0,0 5-12 16,0-3-6-16,3 5-5 0,-3-4-7 0,0 2 0 15,0 1-8-15,2 0-4 0,-2 1-17 0,1-1-24 16,-1-1-29-16,2-3-21 0,1 6-26 0,-2-5-19 16,1 0-21-16,-1 3-33 0,-1-5-31 0,3 2-38 15,-2 0-44-15,1-4-65 0,0-1-220 0,3 1-596 16,-5-3 265-16</inkml:trace>
  <inkml:trace contextRef="#ctx0" brushRef="#br0" timeOffset="-204453.73">28597 5761 141 0,'-3'-6'286'0,"3"6"-6"0,0 0-9 16,0 0-16-16,0 0-10 0,0 0-15 16,0 0-13-16,0 0-11 0,-6-2-15 0,6 2-1 15,-5-2-14-15,5 2-15 0,0 0-9 0,-13 1-11 0,13-1-12 16,-13-1-5-16,6 2 6 0,7-1-26 0,-11 0-14 15,3 0-5-15,8 0-10 0,-10 0-4 0,10 0-11 16,-8 1-1-16,8-1-16 0,-7 1 4 16,7-1-10-16,0 0-3 0,-5 3-10 0,5-3-8 0,0 0-1 15,-3 3-4-15,3-3 2 0,2 6-1 0,0-2-5 16,4-1 19-16,-1 3-13 0,2-2-2 0,0 2-2 16,2 0-1-16,-1 2-4 0,2-2-2 0,-2 2-6 15,3-1-21-15,-3 0-9 0,0 0-18 0,3-2-19 16,-4-1-26-16,0-2-32 0,-2 1-37 0,3 1-39 15,-4 0-61-15,1 1-293 0,-1-4-605 0,1 0 267 16</inkml:trace>
  <inkml:trace contextRef="#ctx0" brushRef="#br0" timeOffset="-201500.84">28411 5072 333 0,'1'-5'343'0,"2"3"-14"15,-3 2-9-15,0-8-16 0,0 4-16 0,0 4-23 16,1-5-23-16,-1 5-37 0,0 0-3 0,0 0-46 16,0 0-19-16,0 0-11 0,0 0-17 0,-12 11-8 15,6-5-11-15,1 0-9 0,-1 3-17 0,0 0 1 16,-5 0-5-16,3 1-5 0,-1 0-9 0,-1 1-3 15,3 0-4-15,2-1-5 0,-1 0-2 0,2-1-5 16,-2 0 2-16,4 2-2 0,-2-5-5 0,4 3 3 16,0-4-3-16,0 4 3 0,4-1-7 0,0-1-11 15,4 1-10-15,2-1-30 0,-2-2-31 0,6 0-41 16,-3-1-36-16,3-2-45 0,-3 0-54 0,3-2-50 0,-2 0-246 16,2-3-578-16,-1 0 255 0</inkml:trace>
  <inkml:trace contextRef="#ctx0" brushRef="#br0" timeOffset="-201282.1">28520 5114 118 0,'0'0'225'16,"0"0"-19"-16,0 0-15 0,0 0-2 0,0 0-13 15,0 0-8-15,-7 10-8 0,7-7-13 0,0-3-11 16,-1 8-16-16,-3-5-8 0,2 1-12 0,2 2-6 15,-1 0-15-15,1-1-4 0,-3 3-3 0,2-4-8 16,1 2-5-16,0 2-6 0,0-3-18 0,0 2-24 16,1 0-38-16,2-3-42 0,-2 2-44 0,1-1-64 15,2 1-191-15,-3-4-397 0,3 2 175 0</inkml:trace>
  <inkml:trace contextRef="#ctx0" brushRef="#br0" timeOffset="-201016.5">28612 5096 213 0,'0'0'347'0,"0"0"-9"0,0 0-11 16,0 0-18-16,0-3-18 0,0 3-27 0,0 0-25 16,0 0-22-16,0 0-28 0,0 0-13 0,0 0-19 15,0 0-13-15,9 11-10 0,-5-7-11 0,-2 1-11 0,2 0-15 16,1 1-8-16,-1 0-6 0,1 0-10 0,-1 2-5 15,2 1-7-15,-1-2-8 0,-1 2-16 16,2 0-12-16,-4 0-34 0,1 3-25 0,0-3-35 0,-3 3-35 16,0 0-42-16,-3-1-48 0,-1-1-53 0,1 1-55 15,-4-1-209-15,-1 2-552 0,-3-2 244 0</inkml:trace>
  <inkml:trace contextRef="#ctx0" brushRef="#br0" timeOffset="-200579.03">29029 5641 59 0,'2'3'235'0,"1"0"-17"0,-3-3-19 0,3 6-17 16,-2-1-21-16,1-2-15 0,-1 1-15 0,-1 0-10 16,1-1-12-16,-1-3-10 0,-2 10-8 0,0-5-14 15,1-2 0-15,-2 4-7 0,-2-1-5 0,-2-2-16 16,0 5-43-16,0-5-40 0,0 0-55 0,2 0-60 15,-2 2-156-15,0-3-328 0,6 1 146 0</inkml:trace>
  <inkml:trace contextRef="#ctx0" brushRef="#br0" timeOffset="-199922.84">29261 5916 177 0,'0'0'357'15,"0"0"-8"-15,11-9 14 0,-6 5-30 0,2-3 5 16,-3-1-11-16,3-1-4 0,0-2-15 0,-3 1-13 16,1 0-8-16,1-1-17 0,1-1-18 0,-2 0-15 15,5-3-18-15,-3 0-13 0,-1-2-13 0,0 2-13 16,3-2-16-16,-1 2-19 0,-2-1-14 0,2-3-12 15,-4-1-13-15,0-1-10 0,0-6 16 0,-1 6-13 16,1 0-11-16,-3 0-2 0,1 0-11 0,2 1-9 16,-3 0-8-16,2 1-2 0,-2-1-4 0,2 2-2 15,-3 2-3-15,2 3-3 0,1 0-2 0,-3 2-1 16,2-2 0-16,-1 6-11 0,-1-3 4 0,0 4-4 0,2-2-3 16,-2 2 4-16,0 2-13 0,1 0-2 15,-1 4-8-15,0-6-5 0,0 6-10 0,1-4-16 16,-1 4-19-16,0 0 0 0,0 0 7 0,0 0 1 0,0 0 2 15,-12 18 4-15,11-11 4 0,-3 5-3 0,0 1 7 16,-1-2 0-16,1 6 3 0,0-4-1 0,3 3 1 16,-2 0-5-16,-1-3-7 0,4 0-5 0,0-2 3 15,0-1 1-15,0 0 5 0,4 2-5 0,-3-4 3 16,2 1-4-16,1-4 6 0,0 0-7 0,1 2 1 16,1-4 3-16,2 1 1 0,1-4-7 0,3 1-6 15,-3-2 1-15,2 1 0 0,-1-2 1 0,3-2 3 16,-3-3 1-16,0 1 10 0,0-3-4 0,1 1 9 15,-4-1-5-15,4-1 3 0,-2-4 6 0,0 0 2 16,-4 2 2-16,3-1 5 0,-7 1 12 0,2 1 15 16,1 1 20-16,-2 0 13 0,2 1 10 0,-3 1 9 15,-1 1 11-15,3 2 1 0,-3 1-3 0,0-2-9 16,0 1-9-16,1 2-7 0,-1 3-13 0,0-4-5 0,0 4-13 16,0 0-8-16,0 0-2 0,0 0-2 15,0 0-5-15,-9 7-4 0,6-2-4 0,0 5-7 16,3 0-2-16,-3 0 2 0,3 3-5 0,-5 0 2 15,5 2-2-15,0 3-3 0,4-1-8 0,-3 0-13 0,2 0-21 16,0 2-31-16,2-1-46 0,2 1-46 0,5-1-55 16,-5-1-41-16,3 0-56 0,-2-2-69 15,3-1-397-15,-2-4-864 0,0 0 383 0</inkml:trace>
  <inkml:trace contextRef="#ctx0" brushRef="#br0" timeOffset="-199641.61">29747 5648 196 0,'0'0'299'16,"0"0"-29"-16,0 0-25 0,0 0-24 0,0 0-15 16,0 0-26-16,0 0-9 0,-4 10-10 0,4-6-13 15,-2 1-8-15,1 0-16 0,1 2-13 0,-1 2-10 16,-1-2-4-16,1 3-7 0,2-2-12 0,-2 5-5 15,-2-2-9-15,6-1-4 0,-3 2-5 0,1-1-6 16,1 1-15-16,0-1-27 0,2 0-25 0,-1-1-40 16,1 1-43-16,0-5-39 0,2 1-55 0,0 0-59 15,0-4-149-15,-1-1-436 0,0 0 194 0</inkml:trace>
  <inkml:trace contextRef="#ctx0" brushRef="#br0" timeOffset="-199391.63">29925 5754 270 0,'1'-5'273'16,"-1"5"-16"-16,0 0-13 0,-8-2-3 0,8 2-6 0,-5-1-10 15,5 1-8-15,-10 1-6 0,10-1-15 0,-15 2-3 16,7-2-7-16,3 3 3 0,-4-1-3 0,-1-1-15 16,2 4 8-16,-3-3-23 0,6 1-13 15,-4-2-12-15,5 2-15 0,-2 0-14 0,1-2-8 0,-1 1-8 16,6-2-15-16,-9 4-2 0,6-3-13 0,3-1 1 15,0 0 4-15,-4 4-16 0,4-4-3 0,0 0-5 16,12 5-2-16,-5-3-9 0,4 4-15 0,1-3-27 16,3 0-36-16,-1 0-34 0,8-1-30 0,-5 1-38 15,1 0-32-15,2 0-49 0,-1-3-57 0,-1 0-65 16,-6 0-197-16,3-3-598 0,0 2 265 0</inkml:trace>
  <inkml:trace contextRef="#ctx0" brushRef="#br0" timeOffset="-198969.79">29834 5030 161 0,'0'-3'413'0,"3"-2"-9"0,-3 5-8 15,1-6-25-15,-1 6-24 0,3-4-32 0,-3 4-36 16,0 0-34-16,0 0-32 0,0 0-21 0,0 0-23 16,0 0-16-16,-15 10-15 0,5-5-16 0,7 2-20 15,-2 3-3-15,-5-1-6 0,2 1-15 0,3 0-7 0,-1 3-10 16,2-1-1-16,0-2-12 0,0 4-3 0,0-4-3 16,4 2-10-16,3-1-15 0,-1 2-5 15,4-4-30-15,-1 1-36 0,2-2-36 0,5 2-48 0,-2-1-49 16,-2-3-56-16,6 0-67 0,-2-2-297 0,0-2-657 15,0 1 291-15</inkml:trace>
  <inkml:trace contextRef="#ctx0" brushRef="#br0" timeOffset="-198594.82">29929 5106 198 0,'0'0'356'16,"0"0"-8"-16,0 0-14 0,0 0-17 0,0 0-13 16,0 0-27-16,0 0-13 0,0 0-31 0,0 0-24 15,0 0-20-15,0 0-23 0,0 0-13 0,0 0-27 16,0 0-10-16,0 0-9 0,0 0-6 0,-1 11-16 0,2-8-7 16,-1-3-7-16,1 7-8 0,-1-3 1 15,-1 1-14-15,2-1-8 0,-2 1-2 0,2 1-15 16,-1-2 9-16,0 1-3 0,0 2-13 0,-1-3-2 15,1 2 3-15,-1-1 1 0,-2-1-6 0,3 0 0 0,-2 0-3 16,-3 1 0-16,5-5 1 0,0 5-6 0,0-5 12 16,-1 4-12-16,1-4-2 0,0 0 3 15,-3 4 8-15,3-4-6 0,0 0-2 0,0 0-2 0,0 6-1 16,0-6-2-16,0 0-5 0,9 1 5 0,-4 0-4 16,0 1-21-16,-5-2-27 0,15 0-36 0,-5 0-29 15,-1 0-37-15,2 0-64 0,3-3-70 0,-1 1-326 16,2 0-662-16,-3-3 293 0</inkml:trace>
  <inkml:trace contextRef="#ctx0" brushRef="#br0" timeOffset="-198329.21">30032 5068 257 0,'0'0'285'0,"0"0"-20"0,0 0-19 0,0 0-17 16,0 0-19-16,0 0-17 0,0 0 0 0,0 0-6 15,3 10-21-15,1-6-14 0,2 2-14 0,-1 0-13 16,2 0-11-16,-2 1-12 0,5 2-9 0,-1-1-11 16,-2 0-8-16,1 1 1 0,6 0-15 0,-7 1-9 15,2-2 0-15,-5 1-3 0,6 0-22 0,-5-1-24 0,-1-1-19 16,1 0-39-16,-4-1-36 0,-1 0-45 15,0 1-44-15,-1-2-61 0,-4-1-209 0,1-2-486 16,0 3 215-16</inkml:trace>
  <inkml:trace contextRef="#ctx0" brushRef="#br0" timeOffset="-197907.37">30276 4993 376 0,'0'0'361'0,"-3"-4"-34"0,3 4-34 16,0 0-34-16,0 0-25 0,0 0-24 0,0 0-18 15,0 0-23-15,0 15-26 0,3-6-4 0,4 3-18 0,-3 4-3 16,2 1-6-16,0 0-4 0,6 6-6 16,-1 3-4-16,0-1-4 0,-1 2-7 0,2 1-10 15,-3 0-7-15,1 0-10 0,3-1 2 0,-6 2-8 16,3 1-9-16,-5-1-3 0,5 0-3 0,-6 0 0 0,-3 1-10 15,0-2-31-15,-5 3-10 0,-1 0-9 0,-2-1-20 16,-4 3-47-16,-1-1-46 0,-6 4-30 0,-5-2-77 16,-4 9-70-16,2-13-197 0,-9 9-550 0,3-12 244 15</inkml:trace>
  <inkml:trace contextRef="#ctx0" brushRef="#br0" timeOffset="-194241.17">26051 7144 224 0,'0'0'319'16,"4"-4"-7"-16,-4 0-14 0,0 4-8 0,3-4-11 15,-3 4-15-15,3-5-9 0,-3 5-15 0,0 0-17 16,1-3-20-16,-1 3-13 0,0 0-27 0,0 0-16 16,-16-2-4-16,4 2-9 0,1 4-15 0,-3-2 5 15,-4 3-10-15,0 2-6 0,-2-1-9 0,-3 2-5 16,3-2-5-16,-9 6-4 0,3-2-5 0,5-1 0 16,-6 2 0-16,5-3-11 0,1 1-4 0,2 0-7 15,3-2-3-15,2 1-7 0,5-3-5 0,-2-1-7 16,4 1-4-16,0 0 0 0,6-1 2 0,-2-2-8 0,3 3 1 15,4-1-2-15,7 0-4 0,8 1-4 0,4-1-2 16,11-2-3-16,5 2-3 0,0-3-14 16,-1 0 5-16,3 1-1 0,-6 1-7 0,2-5 3 0,-2 4-4 15,-1-4-6-15,-12 1-5 0,1-1 1 0,-5 2 0 16,4-2 2-16,-10 2 3 0,0 0 6 0,-4-1 0 16,-1-1 4-16,0 0 4 0,-3 1-3 0,0-2 2 15,-3-1-3-15,-1 4-4 0,0 0 3 0,-8-8 0 16,0 3 10-16,0 3-1 0,-6-3-6 0,-1-1 5 15,0-2 2-15,-5 3 2 0,0-3-4 0,0 3 0 16,0-1 1-16,-1-1 1 0,8 2-2 0,-1 2 2 16,1 1-9-16,2-3-20 0,0 1-20 0,6 0-35 15,-1 0-29-15,1 2-29 0,1 0-32 0,4 2-44 16,-3-3-35-16,3 3-43 0,0 0-40 0,5-7-270 16,-5 7-649-16,7-3 288 0</inkml:trace>
  <inkml:trace contextRef="#ctx0" brushRef="#br0" timeOffset="-194006.81">25986 7049 267 0,'0'-5'309'0,"0"-3"9"15,1 2 12-15,-2 1 12 0,2 1 0 0,-2-1-12 16,1 5-32-16,0 0-30 0,-3-7-36 0,3 7-25 0,0 0-19 16,0 0-21-16,0 0-18 0,2 20-14 0,-4-12-12 15,4 5-9-15,-4 5-9 0,2 2-2 0,-3 0-10 16,3 5 2-16,-1 2-18 0,2 0-4 0,-1 0-2 15,0-6-14-15,0 1-2 0,5 6-9 0,-3-3 1 16,0-3-8-16,2-3-14 0,0 2-18 0,0-3-24 16,0 0-28-16,3-2-40 0,-2-3-41 0,4 2-46 15,-4-2-57-15,2-3-66 0,2 1-88 0,-1-6-227 16,3 0-662-16,-1-2 293 0</inkml:trace>
  <inkml:trace contextRef="#ctx0" brushRef="#br0" timeOffset="-193522.47">26466 7124 363 0,'0'0'357'0,"-4"-5"-11"0,4 5-32 16,-7-1-23-16,7 1-12 0,-8 6-7 15,1-3-10-15,-2 2-6 0,-1 3-5 0,1 0-13 16,-2 2-4-16,-3 1-9 0,1 2-17 0,3 1-16 0,-1 2-20 16,-1-1-20-16,5 1-9 0,-4-2-6 0,6-3-18 15,2 8-13-15,2-6-8 0,-3 0-9 0,4-2-8 16,5 2-6-16,-1-1-15 0,3 2-7 0,1-3-16 15,3 0-17-15,1 0-32 0,5 1-45 0,3-6-57 16,0-1-54-16,-2 0-59 0,1-1-54 0,1-4-64 16,2 1-73-16,-1-2-217 0,-1-3-688 0,-1 1 305 15</inkml:trace>
  <inkml:trace contextRef="#ctx0" brushRef="#br0" timeOffset="-193272.49">26757 7168 247 0,'0'-2'366'16,"0"2"-4"-16,0-6 0 0,0 6 2 0,2-4-7 15,-2 4-9-15,0 0-20 0,0 0-24 0,-2-6-32 16,2 6-26-16,0 0-33 0,0 0-24 0,0 0-18 0,0 0-17 16,0 0-15-16,-15 10-14 0,7-4-12 0,4 0-11 15,-3 1-10-15,-2 3-12 0,1 0-5 16,-2 0-6-16,-1 0-8 0,-1 3-8 0,2 3-18 0,-2-3-25 15,4-4-35-15,-2 2-32 0,5-1-42 0,-6 0-33 16,7-2-22-16,-1 2-27 0,-1-3-37 0,3-1-33 16,-1-2-44-16,4 1-35 0,-1-1-253 0,1-4-631 15,0 0 279-15</inkml:trace>
  <inkml:trace contextRef="#ctx0" brushRef="#br0" timeOffset="-193069.38">26583 7207 151 0,'0'0'247'0,"-3"-3"-6"0,3 3-5 0,0 0 1 16,0 0-9-16,-11 4-11 0,11-4-9 15,0 6-8-15,0-1-9 0,0 1-8 0,0-1-18 16,2 1-13-16,3 3-12 0,2 1-17 0,1-1-9 0,2-1-15 16,2 1-5-16,4 2-26 0,-1-2-42 0,4 3-50 15,-2-4-60-15,2-1-57 0,1 1-69 16,-5 0-73-16,5-3-147 0,-2 0-465 0,-4-2 205 0</inkml:trace>
  <inkml:trace contextRef="#ctx0" brushRef="#br0" timeOffset="-192897.52">26889 7385 207 0,'3'2'231'0,"-3"-2"5"0,0 0 0 0,0 4 4 16,0-4-3-16,-1 8-8 0,1-3-3 0,-2-1-11 15,1 2-3-15,-1 2-15 0,2-3-13 0,0 2-19 16,0 4-13-16,0-1-9 0,0 0-15 0,0 0-21 15,0-1 0-15,0 1-6 0,-2 0-16 0,2-3-7 16,0 1-37-16,2-2-31 0,0 1-41 0,-1-2-42 16,-1 0-48-16,2 1-60 0,0-6-70 0,1 3-268 15,-3-3-562-15,8 3 250 0</inkml:trace>
  <inkml:trace contextRef="#ctx0" brushRef="#br0" timeOffset="-192710.04">26980 7336 271 0,'0'0'309'0,"-7"-2"-18"0,7 2-9 16,0 0-43-16,0 0-11 0,-4-1-30 0,4 1-22 16,0 0-16-16,0 0-33 0,0 0-35 0,0 0-41 15,0 0-50-15,0 0-53 0,0 0-74 0,0 0-62 16,0 0-156-16,0 0-372 0,18-1 165 0</inkml:trace>
  <inkml:trace contextRef="#ctx0" brushRef="#br0" timeOffset="-192475.68">27056 7119 73 0,'0'0'321'15,"0"0"-12"-15,0 0 0 0,-5 11-6 0,5-6-9 0,0 1-1 16,0 1-5-16,0 0-19 0,3 4-20 0,-1 0-14 16,4 2-20-16,-3-1-18 0,3 4-19 0,-3-3-6 15,3 6-29-15,-1-1-12 0,0 1-16 0,-1-2-53 16,2 1-43-16,-5 1-53 0,1 0-55 0,-4 2-67 16,-2-3-79-16,1 2-101 0,-6 6-219 0,0-1-600 15,0 1 266-15</inkml:trace>
  <inkml:trace contextRef="#ctx0" brushRef="#br0" timeOffset="-192036.7">26213 7744 96 0,'-5'2'382'16,"5"-2"-26"-16,-4 2-32 0,4-2-21 0,-3 2 6 16,3-2-13-16,-2 9 0 0,1-6-17 0,0 3-9 15,2-1-14-15,-1 3-26 0,0 2-17 0,-1 1-19 16,1 0-28-16,0 2-6 0,0-2-18 0,2 2-13 15,0 4-9-15,-1 0-15 0,1-4-37 0,-1 0-51 16,2 0-60-16,0 1-58 0,-1-5-66 0,1 3-83 16,1-2-97-16,-1-1-288 0,-1-2-685 0,4-4 303 15</inkml:trace>
  <inkml:trace contextRef="#ctx0" brushRef="#br0" timeOffset="-191279.03">27520 7297 65 0,'0'0'410'0,"0"0"5"0,0 0-1 16,0 0-12-16,0 0-1 0,0 0-9 0,0 0-10 16,0 0-17-16,0 0-16 0,0 0-28 15,0 0-20-15,0 0-25 0,0 0-18 0,0 0-24 0,0 0-24 16,0 0-20-16,19-4-31 0,-7 3-26 0,6 1-40 15,5 0-35-15,0 0-47 0,-2 0-64 0,3-1-78 16,4 1-68-16,-7-1-68 0,1 1-77 0,-1-2-95 16,-1 0-296-16,-2 1-796 0,-4-2 354 0</inkml:trace>
  <inkml:trace contextRef="#ctx0" brushRef="#br0" timeOffset="-190620.27">28015 7685 182 0,'7'-3'342'16,"0"-1"6"-16,0-2-15 0,-1-2-7 0,3 0 4 0,-2-1-10 16,-2 1 5-16,3-3-8 0,0 0-21 0,0-1-11 15,-1-5-12-15,-1 0-15 0,0 0-16 16,1 0-19-16,2-2-17 0,-4 1-18 0,4-1-21 0,-3-1-13 16,3-6-15-16,-2 0-15 0,0-3-13 0,2 3-9 15,1-1-12-15,-4 0-7 0,0 1-10 0,-2 4-9 16,4-3-3-16,-3-2-9 0,0 6-6 0,-2 1-2 15,-2 1-7-15,4-1-1 0,-3 3-5 0,2 3 3 16,-1 2-9-16,-2 2-3 0,0 0-1 0,-1 2-1 16,3 3-7-16,-3-3-6 0,0 3-3 0,0 5-13 15,0-5-15-15,0 5 1 0,0 0 4 0,0 0-1 16,-7 14 1-16,2-4 2 0,-2 3 5 0,6 0-1 0,-5 1 0 16,1 5 2-16,3-1-1 0,-2-1 2 0,4 1-1 15,0-1 2-15,0 0-3 0,3-4-5 16,-3 1-7-16,1-1-2 0,1 0-4 0,3-3 1 0,-2-1 0 15,1 1-1-15,1-3 1 0,1-2-1 0,-1-2-4 16,2 0-13-16,3-2-7 0,3-1-6 0,-2-1-6 16,0-4-3-16,1 0-5 0,-1 0 8 0,1-3 14 15,-1 1-2-15,0-4 8 0,0 1 1 0,-1-2 20 16,-2 2-10-16,4-4 3 0,-4 2 8 0,-4 0-4 16,0 1 13-16,3 1 22 0,-3 0 16 0,-3 4 16 15,2-1 11-15,-1 1 9 0,0 1-6 0,-2 0-5 16,0 0-16-16,0 5-2 0,0-5-6 0,0 5-5 15,0 0-3-15,0 0 0 0,-7 11 2 0,3-6-6 0,1 2-1 16,1 4 0-16,-1 2-4 0,3-1 2 16,0 1 2-16,0 4-9 0,0-3-7 0,2 3-14 15,-1-1-22-15,1-1-27 0,1-3-36 0,4 5-36 0,-3-4-46 16,2 0-48-16,-1-2-70 0,0-2-61 0,1 0-316 16,1-2-736-16,-2-1 325 0</inkml:trace>
  <inkml:trace contextRef="#ctx0" brushRef="#br0" timeOffset="-190370.29">28578 7385 263 0,'0'0'338'0,"0"0"-26"15,0 0-3-15,0 0-14 0,0 0 6 0,-12 10 1 16,11-6-7-16,-2 1-18 0,2 0-22 0,-2-2-28 15,2 6-11-15,-1-2-24 0,2 2-13 0,-2 1-17 0,2 0-16 16,-2 2-14-16,1 1-10 0,1-3-11 16,0 2-18-16,0 0-26 0,0 1-30 0,1-1-31 15,-1 0-35-15,2 1-35 0,0-2-31 0,-2 0-31 0,2 1-30 16,-2-4-36-16,1 2-37 0,1-4-37 0,-1 0-34 16,0 1-230-16,2-2-575 0,-1-1 255 0</inkml:trace>
  <inkml:trace contextRef="#ctx0" brushRef="#br0" timeOffset="-190120.31">28694 7525 236 0,'0'0'308'0,"0"0"-2"0,-4-3 0 16,4 3-1-16,0 0-1 0,-7-2 0 0,7 2 0 15,-11-1-5-15,4 1-9 0,7 0-3 0,-14 1-11 16,8 2-20-16,-3-3-19 0,2 2-26 0,-1 0-19 15,-1 0-19-15,1 1-19 0,3-1-10 0,0 1-17 0,-1 1-12 16,2-2-10-16,0 2-11 0,2-3-13 16,-2 2-8-16,4-3-8 0,0 5-9 0,0-5-10 15,6 9-10-15,-1-5-17 0,2-1-29 0,1 0-39 0,4 3-46 16,1-4-40-16,-1 2-43 0,4-3-35 0,-1 0-39 16,2 2-46-16,0-3-65 0,-2 2-323 0,0-4-744 15,0 0 330-15</inkml:trace>
  <inkml:trace contextRef="#ctx0" brushRef="#br0" timeOffset="-189651.59">28592 6823 324 0,'0'0'312'0,"0"0"-5"0,-14 7-9 16,14-7-11-16,-11 5-18 0,5-2-19 0,2 2-18 15,-2-1-11-15,2 1-22 0,-3 2-20 0,3 1-11 0,-1-4-21 16,1 4-8-16,3 0-22 0,-4-2 0 0,5 2-14 15,0 1-8-15,0-1-7 0,3 3-18 0,1-1-8 16,4-1-17-16,-4 0-28 0,6 0-25 16,0-2-36-16,0 1-43 0,1-3-49 0,0 2-51 0,1-4-48 15,-1 0-45-15,3-2-232 0,-1 0-554 0,-2-2 245 16</inkml:trace>
  <inkml:trace contextRef="#ctx0" brushRef="#br0" timeOffset="-189448.48">28769 6848 70 0,'-3'-4'273'16,"3"4"-9"-16,-1-4-12 0,1 4-8 0,0 0-13 15,0 0-8-15,0 0-20 0,0 0-14 0,-4 11-11 16,2-6-19-16,1-2-9 0,0 5-11 0,1-3-16 16,-2 2-11-16,2 2-11 0,0 2-11 0,2-2-6 15,-2 1-7-15,0 1-10 0,0-4-23 0,1 3-30 16,2-3-35-16,-2 2-55 0,2-1-55 0,-2-1-58 0,3 0-75 15,0-2-171-15,-2-1-471 0,-1-1 210 0</inkml:trace>
  <inkml:trace contextRef="#ctx0" brushRef="#br0" timeOffset="-189182.88">28842 6818 74 0,'0'0'390'15,"0"0"-17"-15,0 0-13 0,0 0-20 0,-4 4-29 16,4-4 0-16,0 0-5 0,-2 4-10 0,2-4-16 16,2 7-18-16,2-4-21 0,-1 2-23 0,2 1-22 15,-2 0-16-15,3-1-21 0,-2 3-13 0,4 0-11 16,-3 0-20-16,3 2-10 0,-2 1-13 0,-1-2-44 0,-3 3-46 15,2-2-58-15,0 2-50 0,-2-3-43 16,-2 3-51-16,2-1-58 0,-1 1-68 0,-4-1-316 16,2 0-694-16,-5-1 308 0</inkml:trace>
  <inkml:trace contextRef="#ctx0" brushRef="#br0" timeOffset="-188743.88">29003 6698 303 0,'-3'-5'347'0,"3"5"-29"0,0 0-28 16,0 0-14-16,14 8-13 0,-5 0-11 15,6 5-14-15,0 5-14 0,6 4-11 0,2 5-8 16,1 2-23-16,1 2-11 0,-1 0-13 0,7 11-14 0,1 1-16 15,-5 0-11-15,-10-11-8 0,1 1-18 0,-2 3-7 16,-3-1-5-16,0-1 0 0,-4 2-17 0,-7 2-8 16,1 1 2-16,-6 10-11 0,-6-1-3 0,-6 3-2 15,-7-4-12-15,-8-3-34 0,-2-2-39 0,-7 1-40 16,-6-7-46-16,-3 1-56 0,-5 0-58 0,1-5-75 16,-3 2-277-16,-7-3-646 0,6 0 285 0</inkml:trace>
  <inkml:trace contextRef="#ctx0" brushRef="#br0" timeOffset="-188061.55">25744 6942 2289 0,'-8'-9'166'0,"1"0"-42"0,0 2-7 16,0 1 3-16,3 3-13 0,0 0-22 0,-4-1-19 16,0 3-7-16,-2 6 7 0,-6-2 19 0,2 7 16 15,-4 2 21-15,-2 7 19 0,-1 5 19 0,-1 1 13 16,0 3 16-16,2 1-2 0,-1 4-2 0,2-1-6 16,2 3-11-16,1-1-10 0,0 3-12 0,4-1-13 15,-3 10-11-15,7-12-9 0,2 1-9 0,6 0-14 16,5 4-6-16,4-3-13 0,6 0-26 0,4-3-29 15,18 8-35-15,-1-5-52 0,12-5-71 0,4-5-73 16,2 0-80-16,-1 0-101 0,6-6-410 0,2-2-873 0,0-5 387 16</inkml:trace>
  <inkml:trace contextRef="#ctx0" brushRef="#br0" timeOffset="-187295.99">29174 6547 262 0,'0'0'346'0,"0"-8"-27"16,0 8-30-16,0 0-25 0,0 0-21 0,0 0-22 15,12 0-10-15,-12 0-18 0,0 0-27 0,9 8-14 16,-4-6-17-16,-1 3-11 0,0 0-13 0,0 0-8 16,0 0-16-16,-1 3-5 0,-2-2-14 0,5 2 0 15,-6-1-9-15,0 1-2 0,0 0 5 0,0-2 7 16,-3 2 21-16,2-2 14 0,-2-2 7 0,2 2 11 0,-1 0 0 16,-1-1-4-16,-2-2-2 0,5-3-4 0,-1 4-5 15,1-4-2-15,-3 3 7 0,3-3 7 16,0 0-7-16,0 0-11 0,0 0-11 0,14 4-18 0,-5-7-20 15,5 2-21-15,6 1-38 0,3-2-51 0,7 1-51 16,0-1-57-16,1-2-65 0,-1 4-70 0,4-4-86 16,-4 0-318-16,2 3-764 0,-3-3 338 0</inkml:trace>
  <inkml:trace contextRef="#ctx0" brushRef="#br0" timeOffset="-186952.26">29571 7185 229 0,'-4'1'413'0,"4"-1"-1"16,-4 3-6-16,4-3-8 0,0 0-31 0,0 0-35 15,0 0-34-15,0 0-25 0,20-2-29 0,-9 2-27 0,5-1-21 16,4 0-18-16,0-2-18 0,2 3-20 16,7-3-41-16,-8 2-25 0,2-1-39 0,-1 0-36 15,-4 1-60-15,2-1-43 0,-7 0-39 0,1 1-44 0,-4 0-49 16,0-2-51-16,-5 1-289 0,3-1-623 0,-7-1 276 15</inkml:trace>
  <inkml:trace contextRef="#ctx0" brushRef="#br0" timeOffset="-186780.41">29737 7078 63 0,'-8'0'213'0,"8"0"7"16,-7 3 14-16,7-3 3 0,-4 5 3 0,1-1-3 15,2 3-10-15,-2 2-9 0,1-1-14 0,0 4-14 16,1 0-15-16,1 4-12 0,-4-2-19 0,5 3-12 15,-1 0-11-15,0 0-18 0,3 2-6 0,0 0 4 16,-1 1-50-16,1-1-58 0,0 1-56 0,1 1-70 16,3-3-80-16,-4-1-280 0,2 1-533 0,-1 1 236 15</inkml:trace>
  <inkml:trace contextRef="#ctx0" brushRef="#br0" timeOffset="-185053.87">30336 6967 225 0,'3'-2'273'0,"-1"-3"-4"0,-2 3-7 16,4-1-11-16,-4 3-14 0,0 0-22 0,7-3-21 16,-7 3-17-16,3-3-17 0,-3 3-18 0,0 0-18 15,0 0-15-15,0 0-11 0,0 0-7 0,0 0-1 16,0 0-12-16,-12 10-2 0,8-3-4 0,-8-2 13 15,3 2 6-15,0 0 2 0,-4 1 2 0,-3 0-3 16,1 2 1-16,2-3 1 0,2 1-7 0,-4-2-9 16,2 1-4-16,2 1-3 0,-2-5-1 0,3 4-19 15,1-1-5-15,1-2-10 0,2-1 0 0,1 0-9 16,-1 2 2-16,4-2 0 0,-1 1-4 0,3 0 4 0,0-4-1 0,5 7 0 16,6 0 0-16,7-1-9 0,2 2-10 0,15-1-3 15,1 1-7-15,3 1-7 0,5-2-2 0,9 3-18 16,-13-2 4-16,0-2-14 0,0 0-5 0,-2 0 6 15,2-3-2-15,-7 0 3 0,-2-1 4 0,-9 0 4 16,-1-2-1-16,-1 0 8 0,-8 0-4 0,2-2 11 16,-2 1 3-16,-8-1 7 0,3 0 3 0,-3-3-4 15,1 1 14-15,-5 0-9 0,-1-1 3 0,-3 0-1 16,-3-3-3-16,-1 1 4 0,-1 1 2 0,-6-1 0 0,-2-1 0 16,0 0-3-16,-5 2-4 0,3 1 10 15,-10-4-7-15,-1 3 4 0,9 1-4 0,-1 0-18 16,1 0-29-16,0-1-21 0,3 3-27 0,2 1-32 0,1 1-36 15,3 0-43-15,3 0-41 0,0 1-67 0,-1-4-175 16,3 3-529-16,3-2 233 0</inkml:trace>
  <inkml:trace contextRef="#ctx0" brushRef="#br0" timeOffset="-184772.65">30476 6929 284 0,'-3'-5'343'0,"3"5"4"0,-2-5 10 0,2 5-5 16,0 0-20-16,-2-4-22 0,2 4-34 0,0 0-34 15,0 0-29-15,0 0-22 0,0 0-9 0,-7 11-24 16,7 0-12-16,-1 1-2 0,0 3-11 0,-1 3-10 16,2 8-8-16,4 1-13 0,-1 3-9 0,-2-1-9 0,2 1-8 15,1-1-3-15,4-1-7 0,0 0-5 16,-3 1-6-16,1 0-19 0,0-4-23 0,-1 4-15 15,3-10-19-15,-4 0-31 0,3 0-36 0,1-1-43 0,-4-5-42 16,2 5-48-16,-5-8-59 0,6 0-55 0,-4-4-266 16,5 0-651-16,-3-2 288 0</inkml:trace>
  <inkml:trace contextRef="#ctx0" brushRef="#br0" timeOffset="-184491.42">30946 6898 320 0,'0'-6'372'16,"-2"2"-3"-16,2 0-9 0,0 4-9 0,-2-8-17 16,2 4-29-16,0 4-31 0,0 0-27 0,0 0-26 15,-10-1-29-15,10 1-17 0,-7 8-15 0,1-2-7 16,-1 2-11-16,3 5-7 0,-8 0-8 0,5 3-4 15,-1 1-13-15,-4 1-11 0,7 0-8 0,-1 0-8 16,2 1-8-16,0 1-3 0,0 0-7 0,2-2-7 0,4-2-6 16,-1 2 1-16,-1-2-8 0,3-3-15 15,1 0-18-15,4 2-17 0,0-3-21 0,6-1-32 16,2 0-63-16,2-4-46 0,-2 4-54 0,3-6-53 0,0-1-67 16,0-3-325-16,4 1-721 0,-4-2 319 0</inkml:trace>
  <inkml:trace contextRef="#ctx0" brushRef="#br0" timeOffset="-184257.06">31282 6980 101 0,'-2'-5'311'0,"2"5"-23"16,0 0-27-16,-2-4-11 0,2 4-25 0,0 0-18 15,0 0-9-15,0 0-10 0,-15 10-16 0,10-6-12 16,-1 2-15-16,-3 2-10 0,2 1-12 0,-2 1-12 15,3 1-13-15,-7 4-10 0,2-2-4 0,1 1-8 16,-1 3-6-16,2-5-9 0,-2 2-1 0,0 0-26 16,4-4-23-16,-1 1-22 0,0-2-26 0,0 1-33 0,1-1-43 15,1-2-48-15,2-2-49 0,2 0-60 16,-4-3-162-16,5 1-466 0,1-3 207 0</inkml:trace>
  <inkml:trace contextRef="#ctx0" brushRef="#br0" timeOffset="-184038.33">31115 7055 14 0,'0'0'338'0,"-1"-3"-5"0,1 3-16 0,-3-4-24 0,3 4-23 15,0 0-25-15,0 0-25 0,0 0-23 0,0 0-9 16,0 0-7-16,-3 15-12 0,3-10-10 0,4 4-9 16,-4 2-10-16,3-2-12 0,1 2-7 15,1 0-15-15,-2 2-9 0,3-1-10 0,1 0-7 0,0 3-11 16,2-4-20-16,5 2-20 0,-5 0-46 0,3-4-48 15,2 2-52-15,-5-1-56 0,2-2-67 0,0-4-64 16,-2 1-207-16,1 1-553 0,-2-4 244 0</inkml:trace>
  <inkml:trace contextRef="#ctx0" brushRef="#br0" timeOffset="-183116.53">31342 7209 36 0,'0'0'307'0,"0"0"-2"16,0 0 4-16,0 0-4 0,0 0-5 0,0 0 2 16,0 0-9-16,0 0-16 0,0 0-11 0,0 0-7 0,0 0-28 15,0 0-11-15,0 0-23 0,0 0-17 16,0 0-20-16,0 0-14 0,0 0-24 0,0 0-4 15,0 0-14-15,0 0-6 0,0 0-11 0,0 0-9 0,0 0-7 16,0 0-10-16,0 0-5 0,13 8-8 0,-13-8-6 16,1 2-3-16,-1-2-4 0,0 0-2 15,0 0-6-15,0 0-1 0,0 0 4 0,0 0-11 16,0 0-5-16,0 0 1 0,0 0 0 0,0 0-3 0,0 0 11 16,0 0-10-16,0 0-5 0,0 0 2 0,0 0-3 15,0 0 2-15,0 0-5 0,0 0 0 0,0 0 1 16,0 0-1-16,0 0-7 0,0 0-2 0,-4 7 7 15,4-7 3-15,0 0 0 0,0 0-9 0,0 0 4 16,0 0 3-16,0 0-1 0,0 0 1 0,0 0-3 16,0 0-3-16,0 0 6 0,0 0-2 0,0 0 3 15,0 0-2-15,-6 2 0 0,6-2 1 0,0 0 0 16,0 0-4-16,0 0-1 0,0 0 2 0,0 0 2 16,0 0 0-16,0 0-4 0,0 0 0 0,-3 2 0 15,3-2 0-15,0 0 1 0,0 0-2 0,0 0-4 16,0 0 5-16,0 0 0 0,0 0 1 0,-4 2-2 15,4-2-2-15,0 0 3 0,0 0-2 0,0 0 0 16,0 0-1-16,0 0 3 0,0 0-2 0,0 0-1 0,0 0-1 16,0 0 5-16,0 0-3 0,0 0 1 15,0 0 0-15,0 0 1 0,0 0-4 0,0 0 4 16,0 0-2-16,0 0 1 0,0 0 1 0,0 0 0 0,0 0 2 16,0 0-9-16,0 0 2 0,0 0 3 0,0 0-1 15,0 0-11-15,0 0 10 0,0 0-7 0,0 0 1 16,0 0-3-16,0 0 6 0,0 0-2 0,0 0 5 15,0 0-2-15,0 0-7 0,0 0 0 0,0 0 6 16,0 0-4-16,0 0 4 0,0 0 3 0,0 0-1 16,0 0 1-16,0 0 4 0,0 0-2 0,0 0-7 15,0 0 14-15,0 0 2 0,0 0-11 0,0 0 0 16,0 0 2-16,0 0 2 0,0 0 1 0,0 0 9 16,0 0-14-16,0 0 1 0,0 0-7 0,0 0 2 15,0 0 1-15,0 0-3 0,0 0 2 0,0 0-4 16,0 0-1-16,0 0 3 0,0 0 0 0,0 0 3 15,0 0 7-15,0 0-8 0,0 0 4 0,0 0 1 16,0 0 1-16,0 0 5 0,0 0-7 0,0 0 6 0,0 0 6 16,0 0-4-16,0 0 4 0,0 0-5 15,0 0-2-15,0 0 7 0,0 0-3 0,0 0 2 16,0 0-7-16,0 0 7 0,0 0-6 0,0 0 0 16,0 0 1-16,0 0-1 0,0 0-4 0,0 0 1 0,2 6-1 15,-2-6 5-15,0 0 7 0,1 7-8 0,-1-7-3 16,0 5-1-16,0 1 2 0,0 0 1 0,0 0 0 15,0 0 1-15,0 1 0 0,1 3-4 0,1 0 3 16,-1 0-3-16,-1 1 16 0,4 1-12 0,-4 0-11 16,2-2-15-16,1 2-19 0,-2-6-17 0,0 6-8 15,1-2-25-15,-1 3-25 0,-1-1-26 0,3-5-14 16,0 2-17-16,-3 0-52 0,3-2-68 0,-3-1-274 16,2-1-619-16,0-1 274 0</inkml:trace>
  <inkml:trace contextRef="#ctx0" brushRef="#br0" timeOffset="-182679.06">31441 7085 422 0,'0'0'478'0,"-2"-2"-10"0,2 2-10 0,0 0-14 16,0 0-20-16,0 0-30 0,0-6-33 0,0 6-37 16,0 0-28-16,0 0-30 0,0 0-28 0,0 0-21 15,0 0-29-15,0 0-25 0,0 0-34 0,0 0-39 16,0 0-42-16,-6-1-47 0,6 1-52 0,0 0-62 15,0 0-51-15,0 0-52 0,0 0-52 0,0 0-72 16,0 0-66-16,0 0-237 0,0 0-694 0,8-5 307 16</inkml:trace>
  <inkml:trace contextRef="#ctx0" brushRef="#br0" timeOffset="-182397.83">31516 6900 251 0,'0'0'397'15,"0"0"-3"-15,0 0-15 0,0 0-12 0,-6-1-47 16,6 1-26-16,0 0-24 0,0 0-4 0,0 0-16 0,-2 9-17 16,4-1-11-16,2-2-16 0,0 3-16 0,1 1-14 15,0 2-23-15,4 5-8 0,-4-1-15 0,6 2-14 16,-1 0-9-16,-4 1-13 0,1 3-11 15,7 3-27-15,-7-5-32 0,-2 0-37 0,3 6-44 0,-3-6-40 16,-5 1-33-16,0-1-28 0,0 10-36 0,-6-9-42 16,0 6-42-16,0 1 14 0,-1-8-63 0,-7 7-235 15,2-7-609-15,-6 2 271 0</inkml:trace>
  <inkml:trace contextRef="#ctx0" brushRef="#br0" timeOffset="-181730.89">30756 7457 176 0,'0'0'396'0,"-4"-2"13"16,4 2 12-16,-4-5 18 0,4 5-5 0,-4-3-12 15,4 3-19-15,-4-2-29 0,4 2-28 0,0 0-34 16,0 0-32-16,0 0-27 0,0 0-19 0,0 0-24 16,0 0-23-16,0 0-24 0,0 0-17 0,0 0-13 15,0 0-16-15,0 0-12 0,0 0-7 0,16 10-13 16,-12-6-5-16,0 0-14 0,0 1-6 0,0-2-12 16,-1 4-4-1,0-2-10-15,-2 0-3 0,-1 1-8 0,4 1 0 0,-4-2-3 16,-4 1-3-16,4 0 0 0,-4 0-3 0,1-1 0 15,-1 0 0-15,-3 1-1 0,1-3-1 0,-4 2-1 0,2-1 0 16,2 0 1-16,1-1 0 0,-4 1-5 0,3-2 2 16,3 1-2-16,-1-2-1 0,4-1 2 0,-7 2-2 15,7 1-6-15,0-3-2 0,0 0-6 0,9 5-13 16,0-5-31-16,6 0-50 0,3-5-56 0,2 3-66 0,2 1-44 16,0 1-55-16,-2 1-67 0,10 1-83 15,1-5-318-15,-1 1-856 0,-2-3 379 0</inkml:trace>
  <inkml:trace contextRef="#ctx0" brushRef="#br0" timeOffset="-180996.57">31787 7140 392 0,'-3'1'415'0,"3"-1"11"0,0 0 5 16,-7 2-10-16,7-2-2 0,0 0-2 0,0 0-7 15,0 0-13-15,0 0-20 0,0 0-29 0,0 0-27 16,0 0-29-16,0 0-34 0,0 0-34 0,0 0-33 16,18-5-39-16,-4 5-38 0,7-2-40 0,-3 1-48 15,3-1-55-15,3 2-53 0,3-2-82 0,-4 2-76 0,-2 1-74 16,-5-2-85-16,7 1-415 0,-2-3-880 0,-8 2 390 16</inkml:trace>
  <inkml:trace contextRef="#ctx0" brushRef="#br0" timeOffset="-180277.88">32126 7535 86 0,'0'0'322'0,"7"-12"-6"0,-1 7-13 15,-2-2-16-15,2 0-22 0,3-3-14 0,-2 0-18 0,5-4-2 16,-2 4-11-16,0-4-14 0,3-2-11 0,-5 8-14 15,2-5-6-15,2-3-11 0,-3 3-10 0,5-4-21 16,-2 0-6-16,-3-3-9 0,5-3-11 0,-1-3-18 16,-1-1-1-16,-4 3-11 0,0-5-13 0,-1 1 1 15,1-3-3-15,-2 2 20 0,-2-1-15 0,0 0-1 16,-1 2-10-16,-1 1-1 0,-2 6-8 0,2 3-7 16,0 2-13-16,0 3 11 0,-2 2 1 0,3 1 10 15,-1 3-4-15,-2-2-8 0,-2 5-5 0,2-2-11 16,0 6-4-16,0-5-8 0,0 5-4 0,0 0 3 15,0 0 2-15,-13 11-3 0,9-4 1 0,-1 4-5 16,0 1-1-16,0 4 2 0,0 2-1 0,-1 0 2 16,3 3 7-16,2-2-8 0,-4 0 0 0,3 2-4 15,1-5 2-15,-1 0-1 0,5-1-2 0,-1-3 2 0,-1-1 3 16,0-2 1-16,2 0 0 0,-2-3-4 0,2 1 1 16,-1-4-2-16,2 2-1 0,1-2-2 15,2 0-2-15,0-3-3 0,-7 0-1 0,13-4-11 16,-5 0-2-16,3-2-1 0,-1-1 1 0,2 1 1 0,-4-3 3 15,6-3-5-15,-1-1 9 0,-2 1-3 0,3-1 2 16,-3 0 3-16,-2-2 2 0,-2 3 6 0,0 2 1 16,-2 0 3-16,1 0 8 0,-3 0 20 0,3 2 0 15,-4 2 16-15,2 1 4 0,-3 0-6 0,2 1-7 16,-2 1-6-16,0 0-7 0,-1 3-10 0,0 0 0 16,0 0-1-16,0 0-1 0,0 0-1 0,-4 11 3 15,3-3-9-15,-6 4 1 0,6 1 3 0,-2 3-3 16,2 2 3-16,0 0-6 0,2 1 8 0,0 0-2 15,-1-1 2-15,4 1-5 0,-2-2-10 0,-2 1-17 16,1 0-29-16,4-5-35 0,-1 0-33 0,1 0-47 16,1-2-41-16,-6 1-52 0,3-3-61 0,1-2-72 0,1-1-251 15,1-2-697-15,-3 0 309 0</inkml:trace>
  <inkml:trace contextRef="#ctx0" brushRef="#br0" timeOffset="-179996.65">32615 7249 66 0,'0'6'344'0,"0"1"-11"15,0-2-4-15,0 1-6 0,0 2-9 0,0-1 3 16,0 1-27-16,0 0-22 0,0 3-23 0,0-2-24 15,3 3-16-15,-2-1-25 0,-1 1-14 0,3-1-20 16,-3 4-11-16,2-4-12 0,0 2-12 0,1 0-15 16,-1-5-12-16,0 8-30 0,-1-7-37 0,2 2-41 15,-2-3-35-15,-1 0-47 0,0-1-45 0,2-2-38 0,0 2-36 16,0-3-58-16,1 1-272 0,1-1-602 16,-2-3 266-16</inkml:trace>
  <inkml:trace contextRef="#ctx0" brushRef="#br0" timeOffset="-179731.05">32846 7368 73 0,'0'0'290'0,"0"0"5"0,0 0-22 0,0 0-2 16,0 0-1-16,-17 0 2 0,9-3-18 0,2 3-15 15,6 0-5-15,-19 0 0 0,7 0-20 0,1 3-7 16,2-3-18-16,-4-3-20 0,2 6-17 0,2-3-21 15,-2 0-2-15,6 1-13 0,-4 2-12 0,5-3-16 16,-3 1-4-16,2 3-9 0,1-1-11 0,0-1-5 16,1 2-16-16,2-2-1 0,1 3-4 0,1 3 6 15,1-3-14-15,3 3-6 0,-1 1-1 0,6-4-11 0,-1 1 4 16,1 3-29-16,0-2-20 0,3-1-19 16,0-1-29-16,0 0-30 0,0 2-35 0,-1-4-42 15,-2 2-41-15,3-3-65 0,-2-1-309 0,-4-1-651 16,2 0 288-16</inkml:trace>
  <inkml:trace contextRef="#ctx0" brushRef="#br0" timeOffset="-179213.94">32793 6637 40 0,'-2'-5'387'0,"2"-2"4"0,0 2-12 0,-2 0-3 15,2 0-18-15,-1 1-8 0,0 0-25 0,1 4-29 16,-6-5-29-16,6 5-33 0,-4-5-24 0,4 5-24 16,-9 3-17-16,9-3-19 0,-11 6-20 0,4 1-11 0,4-2-10 15,-8 2-7-15,4 5-14 0,-2-2-5 16,5 1-3-16,-3 6-16 0,2-4-16 0,1-2-18 16,-1 4-23-16,5-3-13 0,-5-1-26 0,10 1-30 0,-3-1-37 15,2-2-36-15,1 2-43 0,1-6-56 0,-1 4-50 16,3-1-83-16,3-2-231 0,-4-2-646 0,1-1 286 15</inkml:trace>
  <inkml:trace contextRef="#ctx0" brushRef="#br0" timeOffset="-178823.34">32880 6661 283 0,'0'0'277'0,"0"0"-10"16,0 0-10-16,0 0-17 0,-1-4-13 0,1 4-17 16,0 0-6-16,0 0-4 0,0 0-11 0,0 0-11 0,0 0-7 15,0 0-14-15,0 0-9 0,6 14-15 16,-4-11-14-16,-2 1-8 0,0-4-12 0,6 3-13 16,-6-3-5-16,1 7-9 0,1-6-15 0,-1 3 2 0,-1-4-5 15,4 5-6-15,-4-5-4 0,-3 8-12 0,3-4 1 16,0-4-4-16,-1 5-1 0,1 0-5 0,0-5 0 15,-1 5-1-15,1-5 1 0,-2 3-6 16,2-3 3-16,0 0-2 0,-5 4 2 0,5-4 3 0,0 0-6 16,0 0-5-16,-2 2 10 0,2-2 0 0,0 0 1 15,0 0 0-15,0 0 1 0,0 0 1 0,0 0 4 16,0 0-3-16,4 5 6 0,-4-5-8 0,10 1-6 16,-6 2-3-16,5-3-3 0,1 1-9 0,2 1-19 15,2 0-27-15,-3-2-42 0,2 0-42 0,-3 0-50 16,0 0-59-16,0 0-81 0,-2 0-285 0,3 0-651 15,1-1 288-15</inkml:trace>
  <inkml:trace contextRef="#ctx0" brushRef="#br0" timeOffset="-178339.01">33132 6632 90 0,'0'0'414'0,"0"0"-11"16,0 0-8-16,0 0-25 0,0 0-15 0,0 0-27 16,0 0-27-16,0 0-27 0,0 0-27 0,0 0-28 15,0 0-18-15,0 0-25 0,0 0-13 0,0 0-15 16,0 0-16-16,0 0-12 0,12 10-13 0,-9-8-11 16,1 4-9-16,4-3-6 0,-4 4-9 0,1-2-9 15,0 0-1-15,1 0-13 0,1 3 1 0,-2-3-11 16,-3-1-2-16,4 1-3 0,-3 4-5 0,1-4 4 0,-2 1-6 15,8 4-5-15,-8-5-4 0,1 3-3 16,4 0 1-16,-4 5 0 0,2-3-3 0,-1 1 0 16,0 1-5-16,3 4-3 0,-3 2 1 0,0 0 6 0,1-2-17 15,-3 2-7-15,2 3-10 0,-1-1-10 0,0-2-16 16,-3 3-20-16,0-1-17 0,-3-1-11 0,-4 0-14 16,0 2 7-16,0-3-11 0,-5-2-31 0,-4 0-43 15,0-2-19-15,1-2-12 0,-1 0-61 0,-1-2-66 16,-3-2-199-16,2 1-589 0,-2-3 260 0</inkml:trace>
  <inkml:trace contextRef="#ctx0" brushRef="#br0" timeOffset="-176589.15">33166 6701 170 0,'0'0'245'0,"0"0"-10"0,0 0-8 16,0 0-12-16,0 0-14 0,0 0-16 0,0 0-16 15,0 0-17-15,0 0-17 0,0 0-11 0,0 0-13 16,0 0-10-16,0 0-1 0,8 10 0 0,-5-5-7 16,1 3-7-16,1 0-18 0,1 2 4 0,-1 3-1 15,2-2-1-15,-1 4-7 0,4 3-4 0,-3 0-6 16,0 8-3-16,1-7-4 0,3 7-4 0,-3 2-1 15,-3 0-8-15,1-1-5 0,0 1-3 0,-6 2 2 16,0-2-1-16,1 3-6 0,-2-4 0 0,-5 2-7 16,0-1 2-16,-3 0-1 0,-2 0 3 0,-2 0 2 0,-4-2-4 15,0 2 1-15,-3-4 0 0,-3 1-4 0,-4 1 3 16,2-3 2-16,-3-3-8 0,0 3 3 0,3-3 4 16,-3 1-3-16,5-3 10 0,2-5-12 15,4 1-9-15,0-1-16 0,1 0-27 0,4-7-44 0,-4 6-52 16,6-5-61-16,2-1-75 0,2 1-222 0,1-2-537 15,-1 0 237-15</inkml:trace>
  <inkml:trace contextRef="#ctx0" brushRef="#br0" timeOffset="-175734.97">32951 6579 82 0,'0'4'219'0,"0"-4"-10"15,0 5-5-15,0-5-5 0,4 8-4 0,1-3-6 16,-1 0-8-16,2 0-8 0,0 4-7 0,2 1-10 15,2 0-15-15,0 1-8 0,4 1-14 0,-1 4-10 16,-2-2-15-16,2 2-11 0,-1-1-3 0,-3-6-10 16,-2 6-10-16,3-2 1 0,-5-1-10 0,-4-1-5 15,4 0-3-15,-4 1-7 0,-5-1-5 0,2 0 1 16,-3 0-2-16,-6 5-4 0,4-3-9 0,-4 0-24 16,-5-2-26-16,1 3-33 0,-2-3-50 0,0 4-56 15,2-4-63-15,-1 2-200 0,1 2-471 0,5 1 210 16</inkml:trace>
  <inkml:trace contextRef="#ctx0" brushRef="#br0" timeOffset="-174813.17">30460 6744 85 0,'-9'-2'261'16,"0"-3"-6"-16,-1 1-7 0,2 4-2 0,0 0-15 15,-6 1-5-15,2 4-2 0,-7 2-4 0,3 2-3 16,-10 5 2-16,4 5 8 0,2 1 9 0,-5 2 6 16,1 4 4-16,3 2 2 0,-3-1-1 0,2 3-8 15,-9 11-12-15,8-9-7 0,-6 9-5 0,12-7-14 16,-1-3-21-16,-11 11-16 0,14-12-15 0,2 3-16 16,2-3-9-16,4 2-15 0,4 3-4 0,3 0-12 0,8 0-5 15,3 1-14-15,10-3-20 0,3-2-11 0,14 2-28 16,7-2-35-16,3-4-61 0,4-7-78 15,2-2-69-15,4-1-71 0,-2-3-79 0,3-4-98 0,-5-1-303 16,5-6-843-16,-4 0 373 0</inkml:trace>
  <inkml:trace contextRef="#ctx0" brushRef="#br0" timeOffset="-174063.23">32898 6250 91 0,'-5'-3'328'16,"5"3"-20"-16,0 0-40 0,0 0-30 0,0 0-20 15,0 0-22-15,0 0-2 0,0 0-14 0,1 10-7 16,2-5-13-16,1-2-19 0,0 4-4 0,0-2-20 15,0 2-6-15,-1 3-15 0,-2-3-11 0,3 4-11 16,-1-3-5-16,-2 3-5 0,-2 0-2 0,-2-5-3 16,2 5 4-16,-2-1-1 0,-2-1 17 0,-2 1 12 15,0-1 15-15,2-1 15 0,-3-3 2 0,3 2 8 16,-2-4-1-16,2 1 6 0,0-2-7 0,2 3-1 16,-1-4 7-16,4-1 6 0,-3 4 0 0,3-4-8 0,0 0-16 15,0 0-18-15,20 1-12 0,0 0-25 16,1-1-31-16,11 1-31 0,0-1-53 0,-2 0-61 15,4-1-62-15,-4 0-65 0,-1 3-70 0,2-3-97 0,-12 1-311 16,4-2-778-16,-4 1 344 0</inkml:trace>
  <inkml:trace contextRef="#ctx0" brushRef="#br0" timeOffset="-172012.8">22523 8171 111 0,'0'0'321'0,"0"0"-6"0,0 0-16 16,0 0-13-16,0 0-1 0,0 0-16 0,2-14-4 15,-1 9-9-15,0-2-12 0,3-1-14 0,-1-1-18 16,-2-1-8-16,6 0-7 0,0-4-14 0,1-1-11 16,2-2-13-16,-4-1-11 0,3 1-8 0,1-1-12 15,-4-2-25-15,2 0-10 0,-2-6-8 0,2-1-9 0,0 0-6 16,-4-2-8-16,0-1-8 0,0-2-3 0,0 2-6 15,-2 4-12-15,-4-4 6 0,5 2 0 16,-4 0-13-16,1 7-5 0,-2-6 4 0,2 7 2 0,-2 1 7 16,0 6 3-16,2 0 4 0,0 0 3 0,0 1-6 15,-1 3-1-15,-2 1 3 0,3 0-5 0,0 2-2 16,0 1-6-16,0-1 2 0,0 3-8 0,0 3 0 16,0-7-4-16,0 7-4 0,-3-5-4 0,3 5-4 15,0 0-9-15,0 0-10 0,0 0-3 0,0 0-3 16,0 0 3-16,0 0 5 0,0 0 0 0,6 17 0 15,-6-9 3-15,1-1 0 0,-1 2-2 0,0 4 5 16,2-5 5-16,0 2-12 0,-2 2-6 0,3-3 1 0,0 0-3 16,1-1-8-16,-2 2 3 0,1-4-2 0,-2-1 0 15,4 3 0-15,0-3 0 0,2-2 14 16,0 0-22-16,1-1-6 0,3-2-12 0,-2 0 14 0,5-2-13 16,-3-3-4-16,4 0 8 0,-2-6-3 0,1 5 4 15,0-7-3-15,-3 6 14 0,3-6 3 0,-3 0 10 16,-3 3-7-16,2-4 12 0,-2 2-2 0,-4 2 7 15,-1-1 18-15,1-1-10 0,-4 2 17 0,4 2 15 16,-4 0 16-16,0 2 14 0,0-1 8 0,0 1-3 16,0 3 1-16,-4-2-11 0,4 5-8 0,0-6-8 15,0 6-8-15,0 0-6 0,0 0 0 0,0 0-2 16,0 0-5-16,0 0 1 0,-10 17 0 0,9-11 1 16,-2 4 4-16,3 2 3 0,0 1-2 0,0 0-1 15,3-1-2-15,-2 6 2 0,4 1-1 0,0-1-5 16,0 2 4-16,-1-2 1 0,2-1-5 0,-1 3-2 15,0-2 1-15,4 0-6 0,-4-2-14 0,-1 1-18 0,2-1-30 16,-2-3-15-16,0 0-39 0,0 0-37 0,-1 0-28 16,1-3-29-16,-4 1-40 0,0-1-37 0,0-2-61 15,0 0-306-15,-2-2-700 0,-3 0 310 0</inkml:trace>
  <inkml:trace contextRef="#ctx0" brushRef="#br0" timeOffset="-171127.51">23156 7861 177 0,'5'-5'369'0,"-2"2"-20"0,-2-1-14 0,-1 4-13 16,3-6-21-16,-2 5-32 0,-1 1-34 0,0 0-22 16,0 0-24-16,0 0-13 0,10 6-23 0,-8 2-13 15,1 1-18-15,0 4-18 0,-2 0-6 0,-1 4-7 16,6 1-6-16,-5-1-5 0,1-1-9 0,-2 2-12 15,0-1-7-15,-2 1-2 0,1-2-2 0,-1 1-6 16,1-3 0-16,-2-3-11 0,3 2-16 0,-4-3-17 16,4-2-44-16,-1 0-34 0,-1-1-35 15,1-1-40-15,1 0-40 0,0 0-46 0,0-6-78 0,1 3-193 16,-1-3-552-16,0 0 244 0</inkml:trace>
  <inkml:trace contextRef="#ctx0" brushRef="#br0" timeOffset="-170846.28">23380 7991 34 0,'-4'-1'272'0,"4"1"-5"0,0 0-4 0,-10 0-2 16,10 0-7-16,0 0-6 0,-14 1-14 0,14-1-11 16,-9 2 10-16,2-1-24 0,2 2-3 0,-7-1 15 15,2 2-33-15,-2-2 1 0,1 2-11 0,2 0-16 16,0 1-9-16,0-2-9 0,-1 3-13 0,2-2-14 15,0 3-15-15,1-4-7 0,2 1-14 0,-1 0-8 16,4 0-3-16,-4 0-5 0,6 0-14 0,0 2 2 16,0-6-1-16,7 7-7 0,0-4-12 0,3 3 4 15,4-2-19-15,6 2-10 0,1-1-37 0,0-2-16 16,4-1-48-16,-3 0-30 0,1 1-38 0,-1-2-40 0,-3 0-42 16,0 2-43-16,1-3-37 0,-6 0-255 0,0-3-626 15,-5 2 277-15</inkml:trace>
  <inkml:trace contextRef="#ctx0" brushRef="#br0" timeOffset="-170252.58">22149 7672 236 0,'-8'0'374'0,"2"-1"-2"0,6 1-3 15,-12 1-6-15,12-1-4 0,-8 0-14 0,8 0-9 16,-7-1-14-16,7 1-11 0,0 0-13 0,-4-2-21 15,4 2-16-15,0 0-16 0,0 0-22 0,0 0-19 0,27 2-21 16,-13-2-19-16,6-1-22 0,2-2-26 0,-3 3-40 16,4-1-46-16,-3 0-60 0,1 0-65 0,-2-2-67 15,-4 3-69-15,-1 3-82 0,-2-3-95 0,-5 0-321 16,2 1-788-16,-3-1 350 0</inkml:trace>
  <inkml:trace contextRef="#ctx0" brushRef="#br0" timeOffset="-169440.15">20691 7541 197 0,'0'0'290'0,"4"-1"-6"0,-4 1-9 0,0 0-8 16,0 0-13-16,4-5-13 0,-4 5-12 0,0 0-17 0,0 0-29 15,0 0-9-15,0 0-13 0,0 0-19 0,0 0-5 16,0 0 10-16,-18 8-8 0,11-3 1 0,-6 1 6 15,-2 3-1-15,0-3-8 0,-8 6-3 0,-3-1 3 16,7-2-10-16,-3-2-12 0,4 5 2 0,1-2-12 16,0-1-11-16,6-1-9 0,1-3-10 0,2 2-11 15,1-2-5-15,3 0-6 0,3-2-5 0,1 3-3 16,2-2 3-16,8-1-13 0,6 1-5 0,14 0-9 16,4-3-9-16,2 1-10 0,2-2-11 0,4 1-11 15,-3-1-9-15,2-1 3 0,1-1-18 0,-1 0-11 16,-2 0-12-16,-2 1-6 0,-2-3-4 0,-13 2 8 0,-3 1 12 15,0-3 1-15,-8 1 0 0,0-1 6 0,-3 0 13 16,-7-1-7-16,-1-1 6 0,-1 1 2 0,-7-2 10 16,-1 1 1-16,-8-3 5 0,-2-2 7 0,-3 1 7 15,-5 4 0-15,-3-4 0 0,-1 2 1 0,1 1 1 16,-2 0-3-16,4 2 3 0,-2-1 2 0,11 1-6 16,-1 3 7-16,3 1-12 0,7 0-18 0,0-2-20 15,3 1-28-15,-1 0-48 0,8 2-37 0,0-3-32 16,0 3-44-16,0 0-48 0,18-3-236 0,-13 1-567 15,7-1 251-15</inkml:trace>
  <inkml:trace contextRef="#ctx0" brushRef="#br0" timeOffset="-169205.79">20762 7388 125 0,'0'0'263'0,"-4"-1"-20"0,4 1-14 16,0 0-3-16,0 0-3 0,-6 9-4 0,2-1-5 15,4-2-9-15,-3 6-7 0,5-1-11 0,-1 6-10 16,-1 3-9-16,4 1-9 0,-4 4-11 0,2-3 0 16,0 9-25-16,2-3-12 0,3 1-19 0,-4 2-3 15,2-4-7-15,-3 1-6 0,-1 2-12 0,3-4-1 16,-1 0-11-16,-2-5-4 0,-1-2-23 0,3-1-22 16,-2 0-46-16,1 0-42 0,-2-7-47 0,1 0-48 15,1 2-54-15,-1-6-61 0,3 0-204 0,1-4-540 16,-1 0 239-16</inkml:trace>
  <inkml:trace contextRef="#ctx0" brushRef="#br0" timeOffset="-168860.51">21153 7493 225 0,'3'-6'360'15,"1"0"2"-15,0 0-6 0,-1 1 13 0,-1 1 2 16,-1 1 0-16,0-1-12 0,-1 4-20 0,3-8-27 16,-3 8-34-16,0 0-28 0,-5-3-29 0,5 3-23 15,0 0-21-15,-16 7-15 0,8-2-12 0,-2 4-11 16,0 0-11-16,-1 5-13 0,-1 0-5 0,-2 2-9 0,4-1-10 15,-3-1-7-15,6 3-9 0,-2-1-8 16,1 1-3-16,4-5-6 0,-2 4-9 0,6-3-3 0,0-1 0 31,0 0-8-31,4 0-9 0,0-1-12 0,3-2-13 16,1 1-13-16,3-2-23 0,2 1-29 0,5-4-25 16,3 2-67-16,-3-2-51 0,0-3-42 0,4 1-42 15,-1-2-47-15,2-1-67 0,-3-1-316 0,-3-2-778 16,-3 0 345-16</inkml:trace>
  <inkml:trace contextRef="#ctx0" brushRef="#br0" timeOffset="-168626.16">21384 7547 273 0,'0'0'292'16,"-2"-6"-10"-16,2 6-18 0,0 0-18 0,0 0-21 15,0 0-25-15,0 0-20 0,0 0 5 0,0 0-16 16,0 0-10-16,0 0-5 0,-8 12-4 0,5-6-15 15,2 3-13-15,-3-2-12 0,1 4-12 0,-1-3-4 16,1 3-8-16,-5-1-13 0,4-1 11 0,0 1-17 16,-2 0-9-16,2-1-8 0,-1-2-9 0,2 0-18 15,-1 0-30-15,-1-2-22 0,2 0-27 0,0 0-31 16,0-1-32-16,-1 0-36 0,-1-1-36 0,5-3-47 0,0 0-28 16,0 0-180-16,0 0-482 0,-11-6 213 15</inkml:trace>
  <inkml:trace contextRef="#ctx0" brushRef="#br0" timeOffset="-168438.67">21268 7625 106 0,'-2'-5'144'0,"2"0"10"0,-4 1 37 16,4 4 12-16,-1-8 4 0,-2 5-4 0,3 3-3 16,0-6-9-16,0 6-8 0,-2-4-18 0,2 4-13 15,0 0-13-15,0 0-14 0,0 0-11 0,0 0-5 16,0 0-6-16,0 0-11 0,0 0-12 0,12 11 1 16,-8-6-12-16,1 0 6 0,4 2-16 0,-1 0-7 15,1-1-10-15,2 2-11 0,0 0-14 0,5 1-18 16,-1 1-27-16,-3-2-32 0,-2-2-30 0,3 2-32 15,1-2-25-15,5 0-43 0,-7-3-33 0,1 2-182 16,0 0-438-16,-2 0 194 0</inkml:trace>
  <inkml:trace contextRef="#ctx0" brushRef="#br0" timeOffset="-168251.18">21545 7725 47 0,'0'0'190'0,"0"0"-5"16,0 0 12-16,0 0 8 0,0 0 7 15,0 0-1-15,0 6 2 0,0-1-7 0,0-5 2 16,-4 11-14-16,3-6-10 0,0 3-14 0,-1-1-10 0,-1 4-8 15,2-1-16-15,1 0-9 0,0 1-13 0,0 0-9 16,-3 0-10-16,3 1-11 0,-1-2-5 16,1 0-14-16,0-2-1 0,0 0-24 0,0 1-30 0,0-5-30 15,0 3-37-15,1 1-42 0,-1-5-45 0,3 2-61 16,-2 0-66-16,5-4-206 0,-6-1-515 0,0 0 228 16</inkml:trace>
  <inkml:trace contextRef="#ctx0" brushRef="#br0" timeOffset="-168063.7">21567 7688 176 0,'-3'-3'350'0,"-1"1"-22"0,0-1-18 0,4 3-22 16,-5-2-27-16,3-2-24 0,2 4-24 15,-4-4-22-15,0 1-16 0,4 3-30 0,0 0-33 16,0 0-50-16,-2-5-55 0,2 5-66 0,0 0-78 0,0 0-73 15,0 0-199-15,0 0-441 0,0 0 195 0</inkml:trace>
  <inkml:trace contextRef="#ctx0" brushRef="#br0" timeOffset="-167829.34">21579 7445 39 0,'0'0'304'0,"0"5"-6"0,0-5 0 0,8 10-6 16,-5-4-7-16,3 3-1 0,-1 2-8 0,4 0-11 15,1-1-6-15,1 5-16 0,4 1-22 0,-4-2-18 0,4 2-21 16,-2-3-19-16,-2 1-19 0,1-1-5 0,1 3-20 16,-4-2-19-16,-1 1-16 0,-1-2-42 15,0 0-53-15,-3 2-34 0,0-1-45 0,-4-1-42 0,-4 7-58 16,0-2-57-16,-3-4-85 0,-1 2-201 0,-7-2-576 15,1-2 255-15</inkml:trace>
  <inkml:trace contextRef="#ctx0" brushRef="#br0" timeOffset="-166876.3">20267 7184 80 0,'-2'-8'317'16,"2"3"-4"-16,0 0-14 0,0-1-20 0,0 6-21 16,-1-6-32-16,1 6-23 0,0-4-29 15,0 4-12-15,0 0-15 0,4 17-19 0,3 0-6 0,0 3 5 16,4 8-2-16,0 8-5 0,9 10 1 0,-8 3-2 16,4 7 1-16,5 0-10 0,-8 4 9 0,1 26-8 15,-2-27-4-15,-2 5 5 0,1 23-23 0,-5-26-5 16,-2-2-12-16,-1 0-11 0,0-1 6 0,-2-3-10 15,2-6-3-15,-3 1-10 0,0-13 2 0,1-1 0 16,-2-6-9-16,1 0-7 0,-1-9 1 0,-1-5-4 16,0 2-12-16,0-4-17 0,2-6-22 0,0 1-15 15,-3-4-18-15,2-2-34 0,-2-3-32 0,3 0-33 16,0 0-33-16,-13-11-48 0,10 1-58 0,0-3-296 16,-1 0-641-16,0-6 283 0</inkml:trace>
  <inkml:trace contextRef="#ctx0" brushRef="#br0" timeOffset="-166491.02">20119 7217 180 0,'-2'-9'358'0,"-1"1"-12"0,2 2-23 0,1-1-36 15,0 5-36-15,0 2-27 0,0 0-23 0,0 0-19 16,1 15-17-16,6 2 4 0,0 10 1 0,-2 1-8 0,6 4-5 16,-4 5 4-16,7 17-7 0,-1 1 8 15,1 1-12-15,-6 4-3 0,3-1 8 0,1 0-10 16,-4 0-10-16,-1-1-11 0,3-2-14 0,-1-3-9 0,-3-1-6 15,3-1-4-15,-5-12-16 0,-1-3-8 0,2 3-4 16,-3-4-18-16,-1-2-21 0,-1 0-28 0,4-5-38 16,-4-6-49-16,0-4-44 0,0-1-43 0,4-3-46 15,-4-3-60-15,2-3-69 0,-1 2-292 0,3-5-699 16,0-1 309-16</inkml:trace>
  <inkml:trace contextRef="#ctx0" brushRef="#br0" timeOffset="-165772.33">23414 7169 211 0,'-1'-15'370'0,"-1"2"-1"0,1 2 1 0,0-1 12 15,2 2-6-15,-1 2 2 0,0 2-13 0,0 1-25 0,0-1-32 16,-1 1-33-16,1 0-32 0,0 5-28 0,0 0-20 15,0 0-23-15,8 11-12 0,-2 1-11 0,1 5-7 16,0 2-3-16,6 9-12 0,-1 4-10 0,-3 4-5 16,2 2-4-16,3 14-14 0,-1 5-8 0,-5 2-5 15,3-1-5-15,0 2-9 0,0 5-1 0,1-3-2 16,-1 1-6-16,1-4-6 0,-2 0 0 0,0 0-7 16,0-7-3-16,-1-2-6 0,-4-13 5 0,-1 1-7 15,1-2-4-15,-2-3-3 0,-2-3 0 0,2-3-6 16,-3-7-17-16,0-8-24 0,0 2-31 0,0-3-34 15,0-2-32-15,0-2-22 0,0-2-37 0,0-4-55 16,0-1-41-16,0 0-49 0,0 0-38 0,0 0-43 0,-1-17-341 16,2 6-804-16,2 1 356 0</inkml:trace>
  <inkml:trace contextRef="#ctx0" brushRef="#br0" timeOffset="-165475.48">23615 7135 153 0,'-4'-13'344'0,"3"3"-6"0,-2-1-20 16,-2 5-25-16,4 0-31 0,-1 3-30 0,2 3-22 15,0 0-18-15,0 0-19 0,11 24-10 0,-2-4-6 16,2 9 5-16,4 4-8 0,-1 5-2 0,3 14-15 15,0-1-10-15,1 3-10 0,-3 2-5 0,1 2-7 0,-4 0-12 16,-1 2 11-16,0-1 3 0,-6-1-18 0,2-3-8 16,-2-1-5-16,-5-3-11 0,2-2-2 15,-4-13-7-15,2-1-7 0,-3-2-11 0,1-5-19 0,-2-1-37 16,0-7-35-16,3-7-30 0,-2 4-37 0,0-4-41 16,3-2-51-16,-3-3-55 0,6-3-72 0,-3-1-243 15,1-1-630-15,-1-3 279 0</inkml:trace>
  <inkml:trace contextRef="#ctx0" brushRef="#br0" timeOffset="-164944.27">23697 6939 90 0,'0'0'329'0,"5"-3"-22"0,-5 3-34 16,0 0-22-16,0 0-24 0,0 0-10 15,13 5-14-15,-8-4-19 0,-1 3-11 0,3-1-7 16,-2 0-27-16,2 2-18 0,-1 0 3 0,-1 1-26 0,2 1-10 15,-2 0-8-15,-1 2-8 0,2 0-3 0,-2 2-10 16,-1-1-10-16,-2-1-1 0,-1 0-5 0,0 1-3 16,0-1 9-16,-1 0 8 0,-3 1 5 0,1-3 5 15,0-2 11-15,-1 2 11 0,0-2 6 0,2 1-5 16,1-3 9-16,1-3 8 0,-1 5 3 0,1-5 11 16,-3 5 3-16,3-5-12 0,0 0-7 0,8 2-14 15,-8-2-15-15,22-3-27 0,-3 2-32 0,4 0-28 16,8-3-43-16,2 3-47 0,1-3-48 0,4 3-60 15,-4 0-79-15,4-2-101 0,0 1-253 0,-4-2-694 16,2 1 307-16</inkml:trace>
  <inkml:trace contextRef="#ctx0" brushRef="#br0" timeOffset="-164663.04">24450 7387 83 0,'-4'3'418'0,"2"-2"-6"0,2-1-9 16,0 0-15-16,-2 5-14 0,2-5-15 0,0 0-13 15,0 0-26-15,0 0-23 0,15 1-33 0,-6-2-24 0,5-2-24 16,0 3-23-16,6-2-13 0,-1 1-34 0,-1-1-41 15,1 2-55-15,4-2-73 0,-2-2-74 0,-2 4-65 16,-1-2-69-16,-5 2-74 0,1 0-88 0,-1-2-205 16,-2 4-646-16,-3-4 286 0</inkml:trace>
  <inkml:trace contextRef="#ctx0" brushRef="#br0" timeOffset="-164506.8">24546 7547 128 0,'-4'5'328'0,"-3"2"12"15,5-1 18-15,-3-3 44 0,5-1 33 0,0-2 11 16,7 9-11-16,1-6-31 0,0-1-49 0,8 0-32 16,4-4-38-16,14 2-27 0,-3-1-31 0,5-1-49 15,3 2-72-15,3 0-121 0,15-2-118 0,-20 6-148 16,3-1-171-16,-2-1-237 0,-1-1-744 0,1-2 330 16</inkml:trace>
  <inkml:trace contextRef="#ctx0" brushRef="#br0" timeOffset="-159072.58">19921 3914 63 0,'0'0'231'16,"-1"-3"0"-16,1 3-10 0,-6-5-5 0,1 1-18 0,1 1-15 15,1 1-16-15,3 2-13 0,-11-4-15 0,3 1-15 16,-3 2-12-16,-2 1-9 0,2 0-10 0,-3 1-14 16,2 2-6-16,-8 1-7 0,-1 2-5 0,1 4-10 15,-5 2-5-15,-2 2 1 0,-1 0-8 0,0 5-5 16,3 0-3-16,3 3-2 0,-3 1 1 0,2 2 1 15,0 0 3-15,4 5 7 0,1 1 2 0,3 3 1 16,2-4-6-16,2 6-2 0,1-1-2 0,2 13 2 16,5-10 0-16,6 14 3 0,9-1 3 0,-5-3-9 15,4-11 8-15,8 10-12 0,4 0 2 0,-8-11-5 0,12 10 0 16,1-2-4-16,0-3-3 0,2 3 4 0,-11-13-7 16,11 10 5-16,-7-10-6 0,4 13-1 0,-8-10-2 15,-1 0-2-15,0-2 2 0,-2 1-4 0,-1-2 2 16,-3 1-3-16,-2-1 0 0,-5-2 1 0,-1 0 0 15,-4-2-1-15,0-6 1 0,0 6-2 0,-4-8 5 16,1 2 0-16,-3-5-2 0,-2 1 1 0,2-2 4 16,-2 0 1-16,-4 0 10 0,2-1-7 0,-5-2 7 15,2 3 6-15,-5-7 7 0,-1 3 0 0,-3-2 2 16,-1-1 4-16,-2 0-2 0,2-3-7 0,0 1 18 16,-1 0-22-16,3-2-1 0,0-2-5 0,-1 1-2 15,4 0-4-15,-1-1-2 0,0 1 8 0,4-2-3 16,0 0-9-16,4-1-1 0,2 2 1 0,-2-2 9 0,4 1-17 15,7-1 0-15,-9 0-3 0,4 2-14 0,5-2 5 16,-5 0-13-16,5 0-5 0,0 0-1 16,-8 4 0-16,8-4 5 0,0 0-4 0,0 0 2 15,9 7 4-15,-6-2-3 0,1-2 0 0,2 2 7 0,-1 1-4 16,1 0 0-16,3 2 4 0,-5-2-2 0,2 3 3 16,2-1 0-16,-4 2-2 0,1 3 2 0,1-2 0 15,-2 7 2-15,0 0 4 0,-3 0 2 0,5 3-1 16,-5 4 1-16,1-3-2 0,-1-1 1 0,-2 8 2 15,-1 1 1-15,1-2 2 0,-3 0-3 0,1 3 3 16,0-2 1-16,-1 3 0 0,-3-4 2 0,2 4-6 16,1-1 1-16,-2 1 3 0,2-2-1 0,1-1 0 15,2 2 2-15,-2-2 0 0,2-1 0 0,1 3 5 16,-1-4-2-16,1 2 8 0,2-2-5 0,0 1-4 16,-1 0 1-16,3 1 1 0,0-1 2 0,0 0-1 15,-1-1 6-15,1 2 1 0,4 0-2 0,-2 0 2 16,-2-1 3-16,-1 1-1 0,2 0 2 0,-2-1-2 15,0 0 1-15,0-1-2 0,0 2-1 0,-3 1-1 16,0-1 3-16,3 0-2 0,-3-1 4 0,-3 1 1 16,3-1 0-16,0 2-3 0,0 0-1 0,-3 1 2 15,3-3 7-15,0 2-12 0,0-2-3 0,-2 1 4 16,1 0 4-16,-1-1-1 0,0 4-1 0,0-1 3 0,-1-1 0 16,1 4 0-16,-1-3 2 0,0 3-7 0,3 1 3 15,-1-4 0-15,-2 0 0 0,2 3 1 16,-1-4 11-16,4 1-13 0,-2-1 3 0,0 4-7 15,1-2-2-15,-1-3 2 0,1 4-1 0,1-4 2 0,-1 1 2 16,3-4-3-16,-2 2 2 0,0-6-1 0,3 4 5 16,-1 2-2-16,-3-8 1 0,4 2 0 0,-1 4-2 15,0 1 1-15,2-7 0 0,-5 7-6 0,8-8 3 16,-4 8 2-16,0 2-1 0,-1-9-5 0,-1 7 7 16,0-7-5-16,1 7 3 0,-3-6-2 0,2-1 2 15,0 3-2-15,2 3 2 0,-4-7-6 0,1 0 0 16,-1 2-2-16,2-1-1 0,0-2 3 0,-1 3 1 15,-2-4 1-15,3 1-1 0,1-1-1 0,-2-4-2 16,0 4 4-16,1-5-5 0,-1 1 4 0,1 0-1 16,-1-1 1-16,0-1 1 0,1 0-1 0,-1-1 0 15,0 1 2-15,1-3 1 0,3-2 18 0,-1 4 18 16,4-1 17-16,1-1-4 0,6 0 4 0,5-1-7 16,10 0-4-16,11-2-5 0,21 2-4 0,33 0-1 0,10-1-25 15,6 1-20-15,5-2-44 0,4-2-65 16,-1-1-89-16,4 1-105 0,-2-3-146 0,0-2-265 15,-10 0-779-15,-9-6 345 0</inkml:trace>
  <inkml:trace contextRef="#ctx0" brushRef="#br0" timeOffset="-135527.08">25268 6704 104 0,'0'0'190'0,"0"0"-6"0,0 0-2 15,0 0-3-15,0 0 0 0,0 0-6 0,0 0-7 0,0 0 3 16,0 0-9-16,0 0-2 0,5-15-8 0,-5 15-6 16,0 0-7-16,0 0-10 0,0-4-9 15,0 4-9-15,0 0-11 0,0 0-12 0,0 0-8 0,0 0-9 16,4-2-3-16,-4 2-5 0,0 0-5 0,0 0-7 15,0 0-4-15,0 0-5 0,0 0-5 0,0 0-2 16,0 0-2-16,0 0-7 0,11 0 0 0,-11 0-4 16,7-2-2-16,-7 2-2 0,12 2-2 0,-3-2-1 15,-3-2-2-15,4 2 1 0,-3-1 0 0,4 0-1 16,-3 1-2-16,4-1-1 0,-3 2-3 0,2-2-1 16,2 1 3-16,-2-2-1 0,2 2 0 0,-3-1-3 15,2 1 2-15,-4-1-3 0,1 1 1 0,1-1 0 0,-2-1-3 16,0 2 0-16,-1-1 3 0,1 0-3 0,-1 0 3 15,1 2 0-15,0-2 0 0,-8 1-1 16,13 0 1-16,-5 0-2 0,-1 0 1 0,-1 0-5 0,-6 0 4 16,15 0 1-16,-8 0-2 0,1-3 0 0,-4 3 0 15,-4 0 0-15,15 0 0 0,-8-2 0 0,0 4 0 16,-7-2-2-16,10 0 3 0,-2 1 0 0,-2-1-2 16,-6 0 2-16,11 0 1 0,-5 0-1 0,3 0 0 15,-2 0-3-15,1 0 1 0,-1-1 0 0,3 1 0 16,-10 0-1-16,13 0 0 0,-6 1 4 0,2-2-4 15,0-1 6-15,-1 2-3 0,0 0-1 0,1-1 1 16,-3 1-2-16,2 0 2 0,1 1 0 0,0-1 7 0,-2 0-10 16,4-1 2-16,-2 1 6 0,-1 0-7 15,-2-1 0-15,2 0 0 0,-2-1 0 0,-6 2 2 16,11-1-4-16,-4 1 3 0,-3-1-1 0,-4 1 1 0,15 0 0 16,-8 0-1-16,1 0 0 0,-8 0 1 0,14-1 6 15,-7 1-5-15,2-2-5 0,1 5 2 0,-1-4 7 16,-1-1-8-16,4 2 3 0,-1-1-4 0,0 1 3 15,0-1 0-15,6 2 1 0,-3-1-1 0,0-1-4 16,2 1 5-16,-5-1 1 0,3-1-3 0,-2 2 1 16,3-1 1-16,1-1-3 0,2 0 3 0,-3 1-4 15,4-2 0-15,-2 3 3 0,-3-1-3 0,4-2 3 16,2 3-12-16,-6 0 9 0,2 2-3 0,2-5 1 0,3 2-3 16,0 1 11-16,-2-3-8 0,0 2 1 15,4-2 0-15,-2 2-4 0,-1 0 6 0,3-1-1 16,-2 0 2-16,1 1 0 0,-1-3 1 0,2 4 5 0,-2-2-7 15,3 0 2-15,-5-1-2 0,3 1-3 0,-3 0 2 16,4 1 3-16,-3 0-2 0,1 0 3 16,-1-1 1-16,-2-1-4 0,3-1-1 0,0 4 0 0,-3-4 1 15,4 4 3-15,-2-3-2 0,-1 1 0 0,0-1 0 16,4 2-1-16,-5-3 2 0,2 3 3 0,-2 1-5 16,1-4 0-16,2 2 0 0,-2 2 2 0,0-2-1 15,-6 0 5-15,8 0-5 0,-4 0-1 0,3 1-2 16,-6-2 2-16,1 1-4 0,4 2 2 0,-1-2-1 15,1 0 1-15,0 1 2 0,-5 1-3 0,5-3 3 16,-6 1 1-16,4-3-4 0,-4 4 4 0,5 1-5 16,-4-2 4-16,0 0 7 0,0 1-7 0,2 0-3 15,-3 0 3-15,-1-1 1 0,2 1-2 0,-3 1 0 0,2-2 0 16,-3 0 1-16,-1 1 2 0,0-1-2 0,-2 2 0 16,2 0 2-16,-1-1-2 0,-3 0 4 15,2 3-3-15,-7-2 2 0,0 0 1 0,14-2-1 0,-9 1-3 16,-5 1 1-16,8-2 10 0,-4 1-11 0,-4 1 3 15,7-2 0-15,-7 2-2 0,4-2 0 0,-4 2-2 16,8-1 6-16,-3 0-3 0,0-1 3 0,-5 2 0 16,5-2-2-16,1 0-1 0,-6 2-1 0,9-2 2 15,-3-1 3-15,0 2-2 0,0-1 3 0,1 0-7 16,0 1 1-16,1-1 1 0,0 0-3 0,-1-1-1 16,0 2 5-16,0 0-1 0,0 0 2 0,4-2-1 15,-5 1 1-15,3 0 3 0,-1 1-6 0,-1-1 3 0,4 1-3 16,-3-3 2-16,0 3-2 0,1-1 6 15,-4 0-5-15,2 1 0 0,1 0-1 0,-3-2 2 16,4 1 2-16,-3 2-1 0,-2-2-3 0,5 0 1 0,-3 1 1 16,1-1 7-16,-1 1-9 0,0 0 4 0,1-1-4 15,-1 1 1-15,1 0 1 0,1 0-2 0,-2-2-2 16,0 3 2-16,2-2 0 0,1 1 1 0,1-1-2 16,1 1 3-16,1-1-2 0,-1 0 2 0,5 0 2 15,-3 1-7-15,0 0 4 0,2 0 2 0,0 0-2 16,4-2 1-16,0 3 0 0,0 0-1 0,0-1 2 15,2 0-2-15,-3-1 2 0,3 1-2 0,1-3 1 16,-2 2-4-16,-1 2 2 0,4 0 2 0,1-1 1 16,-3 1 0-16,1-2 2 0,0 2-4 0,3-1 0 15,4-1 0-15,-6 1 1 0,0-1-3 0,0 0 3 16,6-1-2-16,3 1 0 0,-2 1 2 0,0-2 1 16,-1 3-3-16,1 0 6 0,0-2-6 0,2 0 0 0,0 1 1 15,1-1 3-15,0-1-3 0,0 1-3 0,0 2 2 16,0-2-1-16,3 0 5 0,-2 1 0 15,5-1 0-15,1 1 4 0,-2 1-5 0,3-2 0 16,0 2-3-16,2 0 1 0,-2 0 0 0,-1 0 0 0,3-1-1 16,-2 1-2-16,2 1 1 0,-2-2 0 0,0 2 1 15,1-2 4-15,-1 2-1 0,-3-3-4 0,1 3 2 16,2-1 2-16,-4-1-1 0,-3-2 2 0,4 3-3 16,0 3 3-16,0-7-2 0,1 3-1 0,-4 1 2 15,5 0-2-15,0-1 10 0,-3 1 2 0,-2-3-4 16,3 2 2-16,2 0-2 0,-2-1-1 0,-1-2 2 0,1 2-5 15,-3-1 2-15,7 1 1 0,-6-3-3 16,4 3 2-16,-5 1-2 0,5-2-1 0,2 2-1 16,-5-2 1-16,4 2 0 0,-3-1 0 0,0-1 0 0,4 3-2 15,-2-2 3-15,2-1-1 0,-3 1-5 0,5-3 2 16,-2 3 1-16,12-1-1 0,-15 1 1 0,4-1 3 16,-2 1 0-16,2 0-8 0,-1-2 4 0,-1 1-2 15,-3-1-2-15,4 1 5 0,-6 1 3 0,7-2-7 16,-6 0 2-16,5 1 2 0,-2 0-1 0,-2 2 0 15,1-3 1-15,-3 1-3 0,0 0 1 0,2-2-16 16,1 4 5-16,-2-1 1 0,3-2 3 0,0 1 8 16,-2-2-14-16,2 4 0 0,1-2 17 0,-3 1-10 15,2-1 0-15,-4-1 9 0,2-2-8 0,-1 3 1 16,-4 1-2-16,0-2 3 0,1-2-1 0,3 1 1 16,-5-1 11-16,3 0-9 0,-6 1-2 0,1-1 1 15,-2 0 1-15,-6 1 1 0,5-4-1 0,-4 4-3 16,-4-1 2-16,2 0 2 0,1-1 1 0,-2 2 1 15,-4-3 4-15,1 0-2 0,0 3-1 0,-3 0 3 0,0 1-1 16,-5-2-2-16,5 2-1 0,-3-1-1 16,1-2 0-16,-1 5 2 0,0-2 4 0,-3 2-1 15,1-2-6-15,-3 0 5 0,2 1-1 0,-2 2 4 16,1-2-9-16,0 2 3 0,-3 0-2 0,2 0 3 0,-6 1-5 16,10-5 6-16,-5 5-2 0,-5 0 0 0,9-2-4 15,-3 2 3-15,-6 0 0 0,15 0-1 16,-9 0-1-16,-6 0 0 0,14 0 3 0,-6 2 1 0,0-2-1 15,1 2-3-15,1-2 4 0,-2 1 0 0,4-1-1 16,-2 0-2-16,-2 0-4 0,1 0-10 0,-2 0-8 16,-7 0-18-16,9 0-22 0,-4 2-38 0,-5-2-55 15,0 0-64-15,7 0-217 0,-7 0-473 0,0 0 209 16</inkml:trace>
  <inkml:trace contextRef="#ctx0" brushRef="#br0" timeOffset="-134402.17">25211 6821 146 0,'0'-9'264'15,"0"-1"-2"-15,2 0-2 0,-2 2-4 0,0 0 0 16,-2 2-8-16,2-2-4 0,0 3-3 0,0 0-6 16,-2-3-9-16,2 3-10 0,0 0-13 0,0 5-24 15,0-6-23-15,0 6-20 0,0 0-18 0,0-3-17 0,0 3-7 16,0 0-7-16,0 0-5 0,0 17-24 16,2-6-2-16,0 6-6 0,0 2-7 0,-2 9-2 15,0 3-4-15,0 6-2 0,0 13-4 0,-2-13-5 0,2 0 0 16,-2 17-3-16,-3-3 1 0,3-1-7 0,-5-1-1 15,3 2 3-15,1-14-7 0,-5 12 2 16,4-11-4-16,-3 14 1 0,3-4 0 0,-4-9 0 0,1 11 21 16,-1-2-3-16,3-11 10 0,3 12-8 0,-2-12 2 15,0 1 5-15,0 1 5 0,-1-2-7 0,-3 11 7 16,4-13 9-16,1 1-14 0,-1-2 4 0,-2-3 3 16,2 0 4-16,-2 1 0 0,0-4-4 0,3-7-3 15,-1 4 3-15,0 3-1 0,-2-9 0 0,4-1-4 16,0-1-1-16,-2 1-4 0,2-7-2 0,-1 2-3 15,0-1 1-15,2-1-6 0,-2-1-2 0,3-1-4 16,-1-3 0-16,-1 2 0 0,2-4-2 0,0 2-3 0,0-1 4 16,0-1-8-16,0-4 0 0,0 7 8 0,0-7-11 15,-1 6 0-15,2-4-2 0,-1-2 3 0,0 0 5 16,0 0-7-16,0 5 3 0,0-5 9 0,0 0 29 16,0 0 28-16,0 0 30 0,0 0 21 0,0 0 24 15,0 0 11-15,0 0-14 0,0 0-13 0,0 0-14 16,-1-18-15-16,0 11-9 0,-3-4-11 0,-1 0-7 15,-1-1-10-15,-1 0-9 0,-3-2-9 0,-6-2-9 16,-6-3-4-16,-2 2-6 0,-1 2-13 0,-5 2-53 16,-1 3-58-16,-3-3-90 0,4 4-105 0,-4 5-107 15,2 3-110-15,2 1-514 0,0 1-1101 0,8 1 487 0</inkml:trace>
  <inkml:trace contextRef="#ctx0" brushRef="#br0" timeOffset="-116935.31">3492 4064 54 0,'-4'2'368'0,"-3"-1"16"0,7-1-7 0,-6 0 11 0,6 0-16 15,-9 0-3-15,9 0-7 0,0 0-23 0,0 0-21 16,-6 1-20-16,6-1-24 0,0 0-28 0,0 0-25 15,0 0-22-15,0 0-18 0,0 0-8 0,20 3-2 16,4-1-7-16,12-2-15 0,25 3-12 0,2-4-15 16,39 1-10-16,-32 0-13 0,37-3-10 0,-8 3-8 15,-4-3-8-15,-22 1-8 0,29 1-3 0,-4-3-10 16,-31 1-5-16,1 2-4 0,-3-1-6 0,1-1-1 16,-9 1-13-16,-18 0-11 0,1 1-17 0,-2-2-23 15,-3-1-15-15,-4 2-23 0,-12-1-18 0,-5 2-15 16,-3-2-22-16,1 2-25 0,-4 1-49 0,-2-3-59 15,-6 3-78-15,2-1-85 0,-2 1-368 0,0 0-850 16,-28 5 376-16</inkml:trace>
  <inkml:trace contextRef="#ctx0" brushRef="#br0" timeOffset="-115887.36">4183 9241 54 0,'3'-13'362'0,"-2"1"8"0,2 1-10 0,-6 0 4 0,3-1-13 16,-2 2-16-16,-3 1-23 0,-4-1-24 0,1 1-31 15,-3 1-25-15,-4-1-20 0,-6 3-29 0,1 2-12 16,-1-3-16-16,-1 6-14 0,1 1-10 0,-2 1-22 16,0 6-10-16,4-5-13 0,-4 6-8 0,4 0-10 15,1 1-5-15,-1 1-13 0,5 4-2 0,1 0-3 16,3-2-5-16,4 3-17 0,0-2-12 0,3 4 6 15,3-5 2-15,3 6 9 0,1-1-18 0,4 1 0 16,7-1-3-16,6 3 3 0,0-1 2 0,4-1-5 16,2 0-8-16,2-2 8 0,-3 1-2 0,1 1-4 15,-3-2-10-15,1 0-2 0,-7-4-1 0,-2 1 0 16,-2 0-9-16,-1 0-1 0,-3-2 2 0,-2-1-13 0,-4 1 24 16,1-1-9-16,-2 2-4 0,-5 0 0 15,-2-2 8-15,-5 0-1 0,-1 0 2 0,-2 2-5 16,-11-3 13-16,1 0-4 0,-5 1 7 0,0-2-8 0,-4 0 7 15,2-5 5-15,9 1 0 0,-3-2 1 0,2-2-1 16,7 0-2-16,0-1 5 0,3 0-3 0,1 0-3 16,3-2-27-16,-1-2-28 0,6 0-37 0,2-1-35 15,2-4-32-15,6-1-50 0,6-4-44 0,9-6-64 16,-1-1-282-16,4 1-650 0,1-3 288 0</inkml:trace>
  <inkml:trace contextRef="#ctx0" brushRef="#br0" timeOffset="-115236.08">4317 9249 25 0,'0'-5'295'16,"0"5"-2"-16,0-5-8 0,0 5-18 0,0-6-25 15,0 6-22-15,0 0-26 0,0 0-22 0,0 0-17 16,0 0-17-16,0 0-14 0,0 0-11 0,-6 14-13 16,6-6-1-16,-3 5-5 0,3 0-3 0,-1 2-8 15,-2 4-9-15,3 0-5 0,0 2-9 0,-1 5-5 16,-1 2-3-16,2-4-6 0,2 4-4 0,-1-2-1 15,3 1-3-15,-1-7-4 0,1 0-4 0,0 0 0 0,2-2-1 16,3 0-3-16,1-2-7 0,-1 0-1 0,6-3-2 16,-1-2-4-16,2-2-5 0,-1-2-2 0,4-2-10 15,3-4-14-15,-2 0-11 0,3-3-7 0,-1-2-3 16,0-4 0-16,-2-2 3 0,1 0 2 0,-3-3 4 16,-1-1 4-16,-2-3 2 0,0 2 1 0,-4-2 6 15,-2-1 7-15,0 2 11 0,-8 2 23 0,3 2 18 16,-4-1 13-16,0 1 13 0,-4 2 15 0,3 0 3 0,-4 4-4 15,-1-1-11-15,-1-1-5 0,2 5-11 0,-5 0-5 16,-1 2 15-16,2 1-28 0,-4 1-4 16,1 2-2-16,1 2-10 0,0 3 17 0,-1-2-24 15,4 6 4-15,-2-4-3 0,2 4 1 0,4-1-10 0,1 1-2 16,3 0-3-16,2 0 1 0,1 0-5 0,6-1-6 16,6 1-4-16,1-1-24 0,3-2-22 0,10-2-29 15,1 1-23-15,-7-5-20 0,7-1-24 0,1-4-17 16,-9 1-21-16,5-7-13 0,-4 4-20 0,2-4-8 15,-5 1 17-15,-1-2 17 0,-1-1 33 0,-6 2 31 16,0 1 50-16,-4-3 49 0,1 2 40 0,-4-2 42 16,-2 3 33-16,1 0 24 0,-4 1 19 0,1 1 10 15,-1-1 8-15,-1 0-2 0,1 6-7 0,-4-5-11 16,4 3-17-16,0 2-10 0,0 0-10 0,0 0-8 16,0 0-8-16,-10 13 13 0,6-4-1 0,1 2-1 0,1 7-1 0,-1 3-8 15,0 0 1-15,-2 9-10 0,4 2-2 0,-2-2-11 16,3 1 7-16,-1 2-8 0,1-2-2 0,0 1-1 15,1-2-12-15,-1 1 3 0,4-1 0 0,-2 2 0 16,5-1-4-16,-4-3-1 0,-2-7-4 0,5-2 14 16,-1-2-19-16,-2-6-7 0,0-1-9 0,2-1 2 15,-5-4-2-15,3 0 0 0,0-3-12 0,-3-2-35 16,0 0-34-16,7-10-45 0,-6-1-42 0,-1-3-40 16,0-5-35-16,0-9-52 0,-3-3-219 0,-2-5-555 0,2 2 245 15</inkml:trace>
  <inkml:trace contextRef="#ctx0" brushRef="#br0" timeOffset="-115001.72">4906 9625 58 0,'-10'-25'207'0,"3"5"28"0,0 1 16 16,-1 1 17-16,6 2 14 0,-1 3 11 0,0-1 9 16,-1 1 1-16,3 3 2 0,-1-1 0 0,2 4-6 15,0-2-17-15,-1 5-23 0,2-4-28 0,-1 3-23 16,3 1-21-16,1 0-23 0,3 1-14 0,-2 0-21 16,9 3-10-16,-3 1-11 0,2 2-13 0,1 2-11 15,5 1-5-15,-3 5-23 0,1-3-9 0,-5 7-16 16,4-2-13-16,-4-1-14 0,2 2-22 0,-6 1-9 15,-1-4-10-15,-3 5-10 0,-4-1-17 0,2 0-3 16,-4-1-13-16,-2 0-10 0,-6 2-21 0,-4-2-20 16,-3-2-22-16,0 0-20 0,-11 2-25 0,-2-2-38 15,1-3-45-15,0-2-61 0,6-2-209 0,-9-4-597 16,4-2 265-16</inkml:trace>
  <inkml:trace contextRef="#ctx0" brushRef="#br0" timeOffset="-114757.85">4553 9405 375 0,'-5'0'485'0,"-2"1"-14"0,7-1-27 16,0 0-24-16,-11-3-27 0,8 0-34 0,3 3-36 15,2-8-33-15,0 2-29 0,5-2-31 0,4 0-30 16,1 2-38-16,7-3-57 0,1 1-64 0,9-3-76 16,0 3-84-16,0 2-84 0,-1 0-87 0,-3 3-362 15,3-2-707-15,-5 3 313 0</inkml:trace>
  <inkml:trace contextRef="#ctx0" brushRef="#br0" timeOffset="-114195.8">5221 9562 261 0,'-3'4'389'0,"3"-4"-4"0,0 0-13 0,0 0-16 16,0 0-30-16,0 0-30 0,0 0-27 0,0 0-25 16,15-2-30-16,-15 2-20 0,10-5-15 0,-1 2-21 15,-3 0-24-15,2 2-15 0,-3-2-30 0,7 0-54 16,-2 0-69-16,1 1-59 0,1-2-74 0,-1 1-88 15,-3-1-324-15,3 2-626 0,-4-1 276 0</inkml:trace>
  <inkml:trace contextRef="#ctx0" brushRef="#br0" timeOffset="-113773.96">5448 9396 130 0,'0'0'362'0,"4"-3"-11"0,-4 3-16 16,4-2-18-16,-4 2-22 0,6-3-23 0,-3 1-26 16,-3 2-29-16,9 0-14 0,-9 0-20 0,8 3-23 15,-8-3-14-15,10 5-24 0,-6-1-4 0,4 1-12 16,-3 1-15-16,4-3-6 0,-4 4-6 0,3 2-6 15,-3-4-1-15,1 7-19 0,1-4-1 0,-4 4-10 16,1-2 1-16,-3 1-5 0,2 0-5 0,-3 1 9 0,-3 1 32 16,-2-2 20-16,2 2 19 0,-4 0 4 15,0-1 6-15,-1 4 6 0,3-6-6 0,-4 1-9 16,4 1-8-16,-2-3-6 0,1 0-10 0,0-3-10 0,2-1-6 16,1 2-7-16,3-3-3 0,-4 0-7 0,4-1 3 15,0-3 10-15,0 7 4 0,0-7 0 0,11 3-7 16,0-2-6-16,2 0-8 0,9-1-8 0,3 0-14 15,-5 0-27-15,6 0-27 0,5-1-41 0,-9 0-50 16,6-4-66-16,-7 4-70 0,-3-1-69 0,-2-1-76 16,-1 1-94-16,-4-2-261 0,-2 1-812 0,-5 2 360 15</inkml:trace>
  <inkml:trace contextRef="#ctx0" brushRef="#br0" timeOffset="-113461.49">4162 10071 255 0,'-14'2'337'0,"-5"2"8"0,6 0-15 0,3-2-1 16,0 1-3-16,2-2-5 0,2 2-17 0,1-3-18 15,5 0-10-15,-8 3-11 0,8-3 7 0,-1 3 24 16,1-3-9-16,23 3-18 0,5-3-26 0,10 0-29 16,24-3-17-16,4 1-24 0,31-2-11 0,1-4-18 15,0 3-17-15,-29 1-14 0,33-2-5 0,-30 2-17 16,30-6-6-16,-4 2-4 0,-30 1-27 0,-1 0-30 16,2 2-42-16,-1-4-50 0,-3 0-55 0,-2 0-59 15,-9-1-67-15,-13 5-52 0,-7-2-55 0,0-1-70 16,-11 3-340-16,-1-2-828 0,-4 3 366 0</inkml:trace>
  <inkml:trace contextRef="#ctx0" brushRef="#br0" timeOffset="-113019.5">6147 9781 42 0,'0'0'413'0,"0"0"-2"0,0 0-6 15,0 0-12-15,0 0-37 0,4-3-38 0,-4 3-32 16,0 0-32-16,0 0-26 0,0 0-24 0,0 0-28 16,0 0-13-16,0 0-17 0,-10 11-15 0,7-9-14 15,3-2-13-15,-3 7-16 0,0-4-5 0,3-3-6 16,-1 6-11-16,1-6-4 0,0 4-3 0,0-4-7 16,0 5-8-16,0-5-8 0,0 0-3 0,1 4-2 15,-1-4 3-15,0 0-4 0,4 2-5 0,-4-2-1 0,0 0 1 16,6-7-8-16,-1 1 9 0,-3 4-21 15,0-4-18-15,-2-1-11 0,0 1-31 0,2-1-31 16,-4 0-33-16,2-1-30 0,-4 0-32 0,-1 2-34 0,1-2-49 16,1 2-56-16,-1-1-270 0,-2 2-639 0,1 0 282 15</inkml:trace>
  <inkml:trace contextRef="#ctx0" brushRef="#br0" timeOffset="-112745.77">6104 9610 144 0,'-6'-3'383'0,"6"3"4"0,-5-4 1 0,2 1-10 16,3 3-10-16,-4-3-12 0,4 3-29 0,0 0-26 16,-5-3-31-16,5 3-24 0,0 0-26 15,0 0-27-15,0 0-12 0,-6-2-15 0,6 2-14 0,0 0-11 16,0 0-13-16,0 0-11 0,0 0-8 0,0 0-9 15,0 0-9-15,15-3-4 0,-15 3-13 0,8-1-3 16,-8 1-9-16,10-1-6 0,-6-2-10 0,-4 3 0 16,8-2-4-16,-8 2-7 0,5-3-8 0,-5 3-15 15,3-3-26-15,-3 3-38 0,3-5-55 0,-3 1-50 16,0 4-45-16,0 0-38 0,-10-2-46 0,10 2-43 16,-10-1-72-16,3 1-252 0,7 0-708 0,-14 0 314 15</inkml:trace>
  <inkml:trace contextRef="#ctx0" brushRef="#br0" timeOffset="-89368.96">7150 9202 74 0,'1'-11'334'16,"-1"1"-3"-16,0 0-1 0,0 0-1 0,-1 2-6 15,1 0-12-15,-3 0-9 0,3 1-17 0,-3 3-9 16,2-1-17-16,-1 1-20 0,2-1-24 0,0 5-28 16,-1-4-17-16,1 4-22 0,0 0-17 0,-13 5-17 15,7 3-11-15,1 1-2 0,-5 6-18 0,1 2-8 16,-4 1-9-16,5 0-1 0,-7 9-4 0,7-8-7 0,-3 7 2 16,3 1-10-16,-1-1-3 0,4-5-2 0,1-1-7 15,0-1-16-15,4 2 5 0,0-2-9 0,0-1 4 16,4 0-1-16,0-3-3 0,2-2 3 0,2-1-3 15,4-1 2-15,1-2 0 0,3-1-3 0,2-4 0 16,5 1-1-16,-3-4-10 0,1-4 8 0,3 2-3 16,-2-3 0-16,-2-1-1 0,-2-1 1 0,1-1-1 15,-4-2-1-15,-2 3 1 0,-3-2 1 0,0-1 0 16,0 1 0-16,-6 3 10 0,3 0 15 0,-4-3 26 0,0 3 12 16,-1 3 7-16,1-3 9 0,0-1 2 15,-3 3-6-15,0 3-12 0,0-4-8 0,0 4-10 16,4-3-10-16,-4 3-5 0,0 0-5 0,0 0-3 0,0 0 1 15,-8 12-7-15,6-4 2 0,1 0-17 0,1 5-24 16,-1-2-24-16,3 0-14 0,-2 2-30 0,3 5-28 16,4 1-32-16,-5-4-21 0,5 1-16 0,0 2-18 15,0-4-33-15,4-3-30 0,-6 2-38 0,5-5-51 16,-2 2-65-16,4-4-223 0,-1 1-692 0,-1-3 306 16</inkml:trace>
  <inkml:trace contextRef="#ctx0" brushRef="#br0" timeOffset="-89038.81">7544 9451 247 0,'0'0'263'0,"0"0"-16"16,0 0-12-16,0 0-14 0,-10 8-10 0,8-4-14 16,-2 1-16-16,3-2-18 0,-1 5-14 15,2-1-15-15,2-1-8 0,-2 1-6 0,1 0-21 0,4 2-7 16,-2-1-8-16,1-2-10 0,4 2-3 0,-5-2-7 15,5-1-6-15,0 0-6 0,3 0-3 0,-4-2-2 16,2-3-6-16,-2 1-5 0,3-2-3 0,-5 1-4 16,5-2-2-16,-5-1-1 0,3-2-3 0,-4-1 1 15,-1 1-5-15,0-4-2 0,-2 0 1 0,-1-1 4 16,-4-1 0-16,1 1 10 0,-3 1 8 0,0-2 4 16,-1 3 10-16,-5-3 5 0,4 5-8 0,1-3-9 15,-1 5 0-15,1 0-5 0,0-3-2 0,2 3-5 0,-1 1-11 16,1-1-40-16,4 2-38 0,1 2-17 0,0 0-12 15,0 0-25-15,0 0-41 0,0 0-44 0,24 3-35 16,-5 0-31-16,-2 1-203 0,2 2-506 0,5-2 225 16</inkml:trace>
  <inkml:trace contextRef="#ctx0" brushRef="#br0" timeOffset="-88489.3">7955 9463 156 0,'0'0'246'0,"0"0"9"0,-7-11 2 16,0 7 0-16,2 3 2 0,-3-3 7 0,-2-1-8 15,-1 1 3-15,-2 2-8 0,0-1-17 0,2 3-21 0,-2 0-17 16,-1 0-21-16,-1 0-18 16,3 3-20-16,0 0-8 0,-2 4-17 0,3-2-22 0,-1 0 2 15,1 4-13-15,3-1-6 0,0 0-6 0,1-1-9 16,3 2-18-16,-1-1-11 0,3 0-16 0,-2-2 1 16,3-1-2-16,1 0-3 0,0-1-2 0,1 1-6 0,5-1 1 15,-1-2 0-15,2-1-1 0,-7-1-1 0,16-4-7 16,-6 0 9-16,2-2-5 0,-1-1 16 0,-2-1-16 15,1 1-2-15,3-2 3 0,-3 0-3 0,-3 1 9 16,2-2-7-16,-1 4 3 0,-2-4 5 0,-2 5 16 16,-2 2 8-16,3-1 8 0,-3-3 11 0,1 5-4 15,0-1-12-15,-3 3-4 0,0 0-8 0,1-2-4 16,-1 2-1-16,0 0-10 0,0 0 8 0,0 0-9 0,0 0 8 16,-1 15-4-16,2-9 2 0,-1-1-5 0,3 2-1 15,-3-1-1-15,4-1-3 0,-1 5-1 0,1-5-4 16,0 1-3-16,3 1-2 0,0-2 1 0,2 0 3 15,2-3-8-15,4-1-1 0,-3-1-3 0,3 0-1 16,0-1 12-16,0-3-12 0,-3 1 3 0,6-5 1 16,-3-1 2-16,1-1 0 0,-1-1 11 0,0-3-12 15,-5 0 0-15,-1-2 7 0,2-3-3 0,-3-2-1 16,-5 3 9-16,0-1-3 0,-2 1 11 0,-1 0 28 16,-3 0 16-16,1 0 30 0,-4 8 16 0,5-4 6 15,-6 5 9-15,3 1-1 0,-3 1-8 0,3 0-12 16,-4 3-9-16,2 0-12 0,0 2-9 0,-1-1-5 0,0 3-12 15,7 0-7-15,-14 4-2 0,8 1-4 0,-1 1-2 16,1 3-7-16,5 5 3 0,-3-2-4 0,3 2-5 16,2 5 4-16,3-1-3 0,0 3-2 0,6 3-9 15,0 0-16-15,4 1-20 0,5 0-25 0,-1-2-40 16,6-1-46-16,2 1-48 0,0-2-36 0,0-2-44 16,-1-1-53-16,3-4-61 0,-5 0-347 0,-3-4-788 0,1-3 350 15</inkml:trace>
  <inkml:trace contextRef="#ctx0" brushRef="#br0" timeOffset="-88164.96">8601 9448 177 0,'0'0'356'16,"0"0"-18"-16,0-2-14 0,0 2-23 0,0 0-18 0,0 0-35 15,0 0-29-15,0 0-18 0,0 0-18 0,0 0-26 16,0 0-9-16,0 0-19 0,0 0-12 0,-7 12-10 16,7-12-14-16,-5 5-8 0,3-3-4 0,2 2-12 15,0-4-3-15,-1 8-12 16,1-4-3-16,0-4-9 0,1 5 0 0,-1-5-6 16,0 3-8-16,0-3 1 0,4 4-9 0,-4-4-2 15,0 0 3-15,9 0-5 0,-9 0-1 0,0 0-1 16,9-5-8-16,-8 1-1 0,-1 4-13 0,6-7-13 15,-5 0-21-15,2 5-24 0,-3-3-33 0,0 0-38 0,0-3-41 16,0 3-54-16,0-3-57 0,-3 0-213 0,2-1-542 16,-2 1 240-16</inkml:trace>
  <inkml:trace contextRef="#ctx0" brushRef="#br0" timeOffset="-87883.73">8514 9229 79 0,'0'0'343'0,"0"0"-17"0,-11-1-14 16,10-1-21-16,1 2-20 0,0 0-26 15,0 0-21-15,0 0-23 0,0 0-20 0,0 0-19 16,0 0-18-16,0 0-8 0,0 0-13 0,0 0-18 0,0 0-6 16,0 0-2-16,0 0-16 0,0 0-11 0,0 0-7 15,0 0-7-15,24 1-4 0,-24-1-7 0,7-1-2 16,-4-2-6-16,2 1 2 0,-5 2 7 0,8-5-21 15,-8 5 2-15,0-3 1 0,0-1-4 0,0 4-6 16,4-6-2-16,-4 6-1 0,-4-6-6 0,4 6-5 16,-5-5-20-16,5 5-21 0,-6-2-23 0,6 2-40 15,-5 0-32-15,5 0-49 0,-8 4-66 0,2-2-297 16,3 2-590-16,-3 1 261 0</inkml:trace>
  <inkml:trace contextRef="#ctx0" brushRef="#br0" timeOffset="-86399.47">9386 9158 112 0,'-2'-13'271'0,"-2"-1"-3"0,-1 5-11 0,2-3-11 0,-1 4-13 15,1-4-10-15,-1 5-9 0,-1 0-17 0,-2 0-18 16,-1 3-17-16,1-2-16 0,-1 3-19 0,-3 2-11 16,0 2-11-16,-1 2-6 0,-3 3-11 0,-2 2-13 15,0 2-5-15,2 2-6 0,-1 2-10 0,-1 2-1 16,0 4-6-16,4-2-6 0,1 0-2 0,-2-1-5 16,2 1-2-16,3 2-6 0,2 0-7 0,3-3-5 15,0 0 1-15,4-4 2 0,0 0-1 0,4 0-1 16,0-2-2-16,4-1 1 0,2 0-4 0,5 0-3 0,-2-5-2 15,6 1 1-15,0-2-3 0,2-3-7 0,-1-4-2 16,-2 0-3-16,5-2 1 0,-5 0-2 16,1 0 1-16,0-1 2 0,-7-1 2 0,0 1 2 0,-2 1 4 15,-2 0 4-15,1-3 9 0,-5 6 3 0,1-2 17 16,0 0 13-16,-4 1 7 0,4 1 13 0,-5 2-27 16,2-4-4-16,-2 4 10 0,0 0-22 0,0 0 0 15,0 0-5-15,0 0-2 0,-1 13-4 0,1-7 8 16,-1 0-13-16,-2 2 1 0,3 4-5 0,-2-2 4 15,2 1-6-15,0 0-6 0,2 2-12 0,-1-2-17 16,1 1-16-16,-1-1-20 0,2 2-31 0,-1-7-30 16,2 6-41-16,-1-7-44 0,0 3-54 0,1-4-253 15,1-1-564-15,2 0 251 0</inkml:trace>
  <inkml:trace contextRef="#ctx0" brushRef="#br0" timeOffset="-86192.4">9591 9260 169 0,'0'0'307'0,"0"0"-30"0,0 0-30 15,0-5-24-15,0 5-23 0,0 0-26 0,0 0-9 16,0 0-14-16,0 0-14 0,-4 14-17 0,4-10-7 16,4 4-12-16,-4-2-10 0,4 4-6 0,-1-1-8 15,1 1-11-15,0 1-5 0,0-2-21 0,-2 1-19 16,2-1-28-16,-2 1-44 0,1-2-52 0,1-1-57 0,0-2-69 15,-1-1-151-15,1 0-411 0,-1-3 183 0</inkml:trace>
  <inkml:trace contextRef="#ctx0" brushRef="#br0" timeOffset="-85856.58">9705 9254 157 0,'0'0'182'0,"0"0"-12"0,0 0-1 0,0 0-11 15,7 14-10-15,-4-9-7 0,-2 2-12 0,3 0-18 16,0 1-5-16,-1-2-8 0,1 1-9 0,0 0-5 16,3 1-10-16,-4-2-4 0,2 1-9 0,-1-1-4 15,0-2-3-15,0 1-10 0,-2-1 8 0,-1-1 20 16,2-1 22-16,-3-2 5 0,0 0-7 0,0 0-12 16,0 0-7-16,16-9-4 0,-12 4-6 0,-1-2-7 15,1-3 7-15,-1 2-8 0,1-4-5 0,0-1-4 0,0 2-6 16,-1-1-1-16,-1 2-3 0,1-1-6 15,0 2-4-15,-2 0 0 0,1 4-6 0,0 1-4 16,0 0-4-16,-1 1-18 0,-1 3-11 0,0 0 0 0,0 0-22 0,0 0-17 16,0 0-6-16,12 7-26 0,-12-1-16 15,4 3-18-15,0 0-29 0,2-1-7 0,-2 2-19 16,3-2-6 0,2 4-3-16,-3-4-139 0,2 1-350 0,0-4 155 0</inkml:trace>
  <inkml:trace contextRef="#ctx0" brushRef="#br0" timeOffset="-85335.41">10033 9292 91 0,'4'-6'122'0,"-1"-5"1"0,0 5 31 16,-2-4 7-16,0 2 15 0,-1 1 8 0,0-1 8 15,-1 0-1-15,0 2 1 0,-3 0-7 0,1 0-13 0,0 1-16 16,-1 2-14-16,-3-2-14 0,2 5-15 16,-2-1-11-16,0 0-11 0,7 1-8 0,-19 7-12 0,8-2-4 15,-1 1-6-15,4 2-6 0,-3 0-7 0,5 3-3 0,-3-1-5 0,1 3 6 16,2-4-15-16,2 4-4 0,3-3-4 0,1 0 2 15,-3-1-4-15,3 0 0 0,4 0 4 0,-1-1-11 0,3-2-5 32,3 0 3-32,-2-2-4 0,5-1-3 0,-2-2-6 15,3 1-9-15,-2-1-2 0,5-2 0 0,-5-2-3 16,3-1 3-16,-1 1 0 0,0-2 1 0,0 0 4 0,-2-3 1 0,0 2-3 16,0 1 4-16,-3-2 5 0,-1 4-3 0,-1-2 6 15,0 0 7-15,-2 2 8 0,0-1 4 0,-1 0 1 0,1 2-1 16,-4 2-3-16,3-2-11 0,-3 2 0 0,0 0-4 15,0 0 2-15,0 0 3 0,0 0-2 16,1 12-3-16,-1-7-2 0,-1-1 3 0,1 3-1 0,-3 0 1 16,3-2-4-16,0 3 2 0,3-3 2 0,-3 1-7 15,1-1 4-15,2-1 1 0,-3 2 3 0,1-1-1 16,2-3-3-16,1 2-4 0,0-3 4 0,-4-1 1 16,8 0-2-16,-8 0 4 0,11-3-3 0,-1 0 0 15,-6-1 2-15,4-1 0 0,-1 0-1 0,2-2-3 16,-1 0 3-16,-2-1-6 0,4-1 2 0,-4 0 5 15,2 1-1-15,-1 1-1 0,0-4 9 0,-3 5 8 16,3-1 30-16,-5 2 13 0,4 3 4 0,-3-2-1 16,0 3-7-16,-1-3-9 0,-2 4-6 0,2-4-8 0,-2 4-6 15,0 0 1-15,0 0 3 0,0 0-13 16,7 8-3-16,-5-4 1 0,-2 1-4 0,0 0-1 16,3 3-12-16,-3-3-12 0,1 1-19 0,-1 2-17 0,1-3-17 15,1 0-24-15,-1 2-32 0,-1-1-37 0,0-1-50 16,2-1-41-16,-1 0-64 0,-1-4-169 0,0 4-519 15,0-4 230-15</inkml:trace>
  <inkml:trace contextRef="#ctx0" brushRef="#br0" timeOffset="-85143.09">9941 8995 86 0,'-14'-4'393'15,"6"2"-22"-15,2-2-24 0,1 0-24 16,-4 1-36-16,3 1-31 0,2 1-28 0,4 1-30 0,-7-4-38 16,7 4-59-16,-3-3-47 0,3 3-51 0,0 0-80 15,0 0-101-15,0 15-248 0,3-12-461 0,-1 1 204 16</inkml:trace>
  <inkml:trace contextRef="#ctx0" brushRef="#br0" timeOffset="-82154.07">10928 9130 107 0,'0'-5'269'0,"-1"-2"-1"0,1 2 17 0,-2 1-22 16,2 4-5-16,0-7-12 0,-1 1-13 0,1 6-8 15,-1-5-18-15,-5 3-20 0,6 2-18 0,-4-3-14 0,4 3-23 16,-4-3-16-16,4 3-8 0,-11 2-11 0,11-2-10 16,-15 2-12-16,7 1-9 0,-2 3-3 0,0 2-1 15,0-3-10-15,-2 7-7 0,1-5-5 0,0 3-4 16,-1 5-4-16,0-6-3 0,3 6-1 0,1-5-2 16,-1 1-3-16,3 0 1 0,1 1-4 0,5-1-9 15,0 6 7-15,0-6-6 0,5 1 2 0,2 1-4 16,5-1-3-16,2 0 1 0,5-3 1 0,0 0-11 15,2-4-5-15,0 0-9 0,9 0-10 0,-5-2-11 0,3-3-13 16,-5 0-7-16,-1-1-1 0,1-1-7 16,-4 0-6-16,3-4 4 0,-3 3-1 0,-2-5 3 15,-3 1 6 1,-3 0 3-16,-2-2 5 0,4-5 3 0,-9 2 7 0,3 1 3 16,-3-7 3-16,-4 0 6 0,3 0 1 15,-7-1 5-15,0 1 5 0,-2-3 2 0,-1 1 5 16,-3-4 5-16,1 4 1 0,1 0 6 0,-4 1 6 0,5 1 4 15,-1-1 10-15,0 3 8 0,1 5-2 0,2-2 3 16,0 2 7-16,4 1-2 0,-3 7 2 0,1-4-2 16,2 1-7-16,-3 1-2 0,1 2-10 0,2 1-7 15,1 2 3-15,0 0-2 0,0 0-2 0,0 0-2 16,-2 11 1-16,2-3-1 0,0 1-1 0,0 4 0 16,0 0-1-16,0 4-1 0,2 1-2 0,-2 1 0 15,0 2 1-15,2-1 1 0,0 10 1 0,2-10 6 16,-3 2-7-16,-1-1-2 0,7 4-2 0,-6-6-2 0,5-2-3 15,-2 0 1-15,1-6-5 0,1 3 3 16,1-3-5-16,-2-3 3 0,2 0-5 0,2 0-1 16,0-3-5-16,0-1-13 0,3-2-7 0,1-3-6 0,0 1-1 15,1-3 0-15,3-2 1 0,-3 0 4 0,-2-1 0 16,3-2 8-16,-1-5 5 0,-2 7 2 0,-2-5 2 16,-1 1 4-16,-1-1 6 0,-1 1 7 0,0 2 11 15,-4-2 9-15,-1 5 9 0,3-3 8 0,-3 3 18 16,2 0-7-16,-4 1 0 0,4 0-4 0,-4 0-10 15,0 4-6-15,0-5-1 0,0 5-2 0,0 0 0 16,0 0-2-16,0 0-5 0,-8 12 1 0,7-6-3 16,0 0-1-16,-2 2 4 0,3 0-3 0,0-1-2 15,0 3 1-15,3-1 0 0,-2 1-3 0,0 0 0 16,3-1 1-16,0-3-4 0,0 0 3 0,-1 5-2 16,1-7 1-16,0 3-3 0,3-1 2 0,1-3-3 15,-4 0-1-15,6-1 0 0,-5 1 1 0,6-2 2 0,-3-2-5 16,-1 1 0-16,5-5 0 0,-4 1 2 0,-1 2-4 15,2-5 6-15,-3-1-5 0,1 1 7 16,-3-2-4-16,3 1 4 0,-3-2 1 0,-3 1 1 0,2-2 12 16,0 4 17-16,-1 0 8 0,0 0 15 0,-2 1 2 15,1-1 3-15,-1 3-1 0,3-1-4 0,-3 1-13 16,0 4 0-16,0-7-6 0,0 4-10 0,0 3-9 16,0 0-5-16,0 0-4 0,0 0-8 0,0 0 3 15,0 0-2-15,1 14-2 0,2-8-1 0,-2 2-2 16,2-1-6-16,0-1-5 0,2 3-4 0,-2-2-12 15,4 2-1-15,-3-2-6 0,1-2-5 0,-2 3-3 16,3-3-5-16,-4-1 1 0,4-2-1 0,0 1 0 0,-3 1 3 16,3-4 3-16,-6 0 8 0,0 0 1 0,11-7 4 15,-6 3 4-15,0 1 2 0,-2-4 4 16,1 1 2-16,2-4 0 0,-5 0 10 0,3 1 3 0,0-1 14 16,0 2 5-16,0-1 6 0,0 1 2 0,-1 0 3 15,-2 2 3-15,4-2 5 0,-1 2-1 0,-3 0-7 16,3 1-2-16,0 3-3 0,1 1-7 0,-5 1 3 15,10-2-2-15,-3 5 1 0,-3-1-7 0,3 2 4 16,1 2-3-16,0 1-4 0,-1 1 1 0,4 1 3 16,-6 1-3-16,2 0-2 0,1 1 0 0,-4 1 4 15,3-1-4-15,-2 0-1 0,0 2-4 0,-3-4 3 16,1 2 3-16,-2-4-3 0,1 2-2 0,-2-3 1 16,0-2 0-16,-2 3 1 0,0-1 3 0,-2-2 3 15,-1-2 5-15,-1 1 4 0,-1-2 1 0,3 0 2 16,4-1-3-16,-14 0 5 0,14 0-3 0,-11-1 2 15,6 0-9-15,2-3 4 0,-1 1-3 0,3-2-10 0,1 5-16 16,1-10-22-16,3 7-31 0,-1-3-32 0,6-3-31 16,1 3-38-16,1-5-33 0,5-3-32 15,-2 3-26-15,5-2-159 0,-7 0-451 0,6-1 200 0</inkml:trace>
  <inkml:trace contextRef="#ctx0" brushRef="#br0" timeOffset="-81481.24">11909 9004 32 0,'-2'-10'223'15,"-3"1"11"-15,1 0 5 0,1 1-2 0,0 2 3 16,1-3-18-16,-1 4 4 0,0 0-9 0,2-2-2 16,-1 2-17-16,1 3-14 0,1 2-17 0,-4-8-19 15,4 8-15-15,0-4-14 0,0 4-11 0,-1-4-15 0,1 4-10 16,0 0-14-16,0 0-3 0,0 0-14 0,0 0 1 16,2 14 3-16,-2-11-18 0,0 2 0 0,2 4-3 15,-2-4-4-15,0 6-9 0,0-3 4 0,-2 4-7 16,2 1 3-16,-2 0-6 0,2-1-2 0,-2 5 2 15,2 0 10-15,-5-3-14 0,5-3 0 0,-1 6-1 16,1-2-4-16,0-2 6 0,1 1-4 0,4 1-2 0,-3 3-2 0,-1-6 0 16,3-1 3-16,-1 0-2 0,2-1 5 0,2-2-8 15,-1-2 4-15,4 0-6 0,0 0-5 0,0-2-8 16,2-2-14-16,0 2 4 0,-1-6-6 0,-2 2-1 0,4-2-13 16,-3 0 3-16,1-5 5 0,-2 2-8 15,1 0 6-15,0-3 4 0,-3 3 6 0,-2 0 5 16,1 0 5-16,-2-2-3 0,-3 1 9 0,0 0 6 0,2 0 7 15,-3 0 10-15,0 3 3 0,0-2-6 0,0 5 2 16,0-5-3-16,-4 1-1 0,4 4-4 0,0 0 4 16,-8 0-3-16,8 0 0 0,-7 6-2 0,3-4-1 15,0 3 1-15,1 0 1 0,0 2-4 0,3-2 2 16,3 2 2-16,-3-1-5 0,2 3 2 0,0-3 9 16,1 1-16-16,3-2-3 0,4 2 4 0,-2 0-3 15,5-1 0-15,-1-2-2 0,0-1-2 0,-1 0-2 16,3 1-2-16,-1-4 3 0,-1 0 0 0,-1 1 10 15,-2-2-6-15,0-1 0 0,1 1 6 0,-1-1 1 16,-2-1 10-16,-2 1-1 0,2-2 14 0,-3 2 8 16,0-1 11-16,2 0 4 0,-2 0 5 0,-3 1-3 15,3-1 0-15,-4 3-9 0,7-1-1 0,-7 1-8 0,0 0 0 16,0 0-11-16,4-1-6 0,-4 1 10 0,0 0-8 16,7 4-2-16,-7-4-2 0,0 0 0 15,6 5-1-15,-5-2-3 0,-1-3 3 0,0 5 0 0,0-5-7 16,0 5 3-1,0-5 4-15,0 3-2 0,0-3 0 0,0 0 3 0,4 3 9 16,-4-3 15-16,0 0 14 0,0 0 5 0,0 0 2 16,0 0-9-16,0 0-12 0,0 0 5 0,-14-11 1 15,13 8-6-15,1-2-11 0,-3 1-21 0,3-3-21 16,-1 0-28-16,1 1-37 0,-2-3-39 0,1-2-52 16,2 0-73-16,-1-6-81 0,0 1-259 0,0-2-636 15,3 1 281-15</inkml:trace>
  <inkml:trace contextRef="#ctx0" brushRef="#br0" timeOffset="-81307.39">12023 9061 112 0,'-9'0'392'0,"3"-2"-3"0,6 2-13 16,-11-1-21-16,7-2-22 0,0 1-29 0,4 2-27 15,-1-4-34-15,1 4-24 0,5-7-56 0,0 3-50 16,5 3-64-16,0-1-66 0,4 2-72 0,4 0-87 15,4-1-106-15,1 2-179 0,-1-1-498 0,1 2 221 16</inkml:trace>
  <inkml:trace contextRef="#ctx0" brushRef="#br0" timeOffset="-80037.31">12953 9162 163 0,'0'-7'292'0,"0"0"-17"0,0-4-15 0,-4 1-13 15,3 2-18-15,-2 1-12 0,-1-1-8 0,-3 0-24 16,0 1-19-16,-2-1-17 0,2 4-13 0,-2-1-15 16,-1 2-9-16,1 1-15 0,0 2-10 0,-2 2-10 15,-1-2-10-15,4 3-6 0,-3 2-2 0,3 1-10 16,-3 0-8-16,3 1-1 0,1 4-5 0,1-6-1 16,0 6-3-16,2-1-2 0,3 1-5 0,-1-1 3 0,2 2-1 15,2-4-7-15,-1 3 2 0,3-2-5 0,2 0 0 16,-1-3-6-16,2-1-1 0,1 2 3 15,0-1-15-15,3-4-7 0,1 1-3 0,-2-1-2 0,2-2 3 16,0 0-8-16,-5-1 2 0,5-3 3 0,-1 2-2 16,-5-2 2-16,4-4 2 0,-6 1-1 0,3 1 2 15,-1-1 7-15,-2 1 1 0,0-3 3 0,-4 1 8 16,5 2 13-16,-5-1 3 0,0 1 11 0,3-1 12 16,-3 1 7-16,0 2 9 0,-3-2-4 0,6 3-6 15,-3 3-5-15,0 0-5 0,-3-6-12 0,3 6-6 16,0 0-5-16,0 0 3 0,0 0-8 0,0 0 5 15,0 0-9-15,0 0-9 0,3 17 1 0,-3-11-6 0,3 0-6 16,-2 5-1-16,2-1-8 0,-2-1-10 0,3 1-11 16,2 0-11-16,-3 0-10 0,-1-4-15 0,2 1-8 15,0-1-18-15,0-1-4 0,-2 2-3 0,2-3-5 0,-3 0-3 16,2-3-3-16,3 0 0 0,-6-1 3 16,0 0 10-16,14-4 9 0,-12 0 12 0,0-2 5 15,1 1 12-15,0-2 9 0,1-3 11 0,-3 4 16 0,2-5 8 16,0 0 19-16,1 2 18 0,-3-2 8 0,3 0 13 15,0 3 8-15,-1-3 16 0,0 2 0 0,-2 2 6 16,2-1 3-16,0 4 6 0,-2-1-6 0,0 0-5 16,3 1-9-16,-2 1-5 0,-2 3-7 0,4-3 1 15,-4 3-7-15,8 0-2 0,-8 0-6 0,7 3-1 16,1 0 0-16,-3-1-7 0,4 5 1 0,0-2-5 16,-2 3 0-16,2 0-1 15,2-3-1-15,-4 3-3 0,4 2 1 0,-3-3-1 0,-1 1-3 16,1 1-1-16,1-1-4 0,-4-3 0 0,0 2 0 15,-1-2-3-15,0 2 1 0,-1-2-1 0,-3 1 3 16,-1-1-3-16,-1-2 1 0,-2 1 0 0,0-2 6 0,0 1-4 0,-3-2 2 16,-1 0 0-16,0-1-1 0,8 0 1 0,-14 0 0 15,6-2 1-15,1 2 1 0,7 0 0 0,-8-3 3 16,5 1-4-16,3 2-3 0,-4-5 0 0,4 5-4 16,4-7-4-16,2 2-8 0,-2 0-8 0,2 0-11 15,4-4-19-15,1 2-16 0,2-5-19 0,4 2-15 16,2-1-21-16,-4 1-6 0,1-1-4 0,1 3 12 15,-1-4 8-15,-4 6 20 0,-2-3 5 0,-3 3 30 16,-2 2 26-16,1-3 24 0,-2 3 26 0,0 1 13 16,-3 1 13-16,-1-2 10 0,0 4 12 0,0 0 4 15,0 0 3-15,-5-7-1 0,5 7-5 0,-6 0-4 0,6 0-5 16,0 0 2-16,-12 7-2 0,8-3-1 0,1-2-5 16,1 1-1-16,-1 2-3 0,3 3 0 0,0-4-6 15,0 2-1-15,4 2-4 0,0-1-2 0,-3 2 3 16,6-2-11-16,0 3-2 0,-2 0 5 0,1-2-6 15,3 2-1-15,-3 0-3 0,-1-5-3 0,2 3-3 16,-2-1-2-16,2 0-8 0,-4-2-5 0,-2 1-2 16,0-2 0-16,2 1 2 0,-6-1 0 0,2 0 3 15,1-4-3-15,-9 3-1 0,3 0 1 0,-2-1 2 0,1 0-2 16,-1-2 4-16,0 0-4 0,8 0 1 16,-11 0-3-16,4-1-3 0,7 1-4 0,-8-3-9 15,6 0-9-15,2 3-9 0,-2-6-11 0,2 6-11 0,3-6-17 16,2 2-14-16,2 0-10 0,3-2-25 0,-1-4-19 15,3 3-2-15,3-2-28 0,0-4-9 0,0 3 3 16,3 0 15-16,-6 4 14 0,6-4 14 0,-9 3 26 16,5 0 24-16,-3 0 38 0,-3 2 36 0,-1 1 56 15,1-2 24-15,-4 3 31 0,0-1 20 0,0 3 11 16,-1-2-4-16,-3 3-7 0,4-3-12 0,-4 3-12 16,0 0-8-16,0 0-10 0,0 0-8 0,0 0-4 15,0 0-4-15,0 9-6 0,-1-4-4 0,1 2-5 16,1-3-4-16,-1 1-3 0,0 3-2 0,4-2-4 15,-2 2-1-15,0 1-7 0,2-3-10 0,0 0-18 16,3 4-29-16,-3-5-35 0,3-2-38 0,2 1-33 0,1 2-38 16,-2-6-173-16,-1 1-378 0,5-1 167 0</inkml:trace>
  <inkml:trace contextRef="#ctx0" brushRef="#br0" timeOffset="-79383.85">13802 9044 92 0,'-1'-6'299'0,"-1"3"-3"0,0-1-12 15,-3-1-9-15,1 1-10 0,-1 0-14 0,-2 2-21 16,2 0-23-16,5 2-21 0,-14 0-20 16,14 0-17-16,-13 4-19 0,6 2-9 0,1-1-6 0,2 0-18 15,0 4-6-15,0 0-9 0,2 1-6 0,2 1-7 16,2 6-6-16,3 0-3 16,1 1-10-16,-1 1-7 0,4 0-2 0,-1 0 1 0,-3 2-10 15,5-3-1-15,-3 2-7 0,5 7-1 0,-6-8 3 16,3 0-3-16,-1-2-8 0,-1 0 1 0,-1 2-4 0,0-4 5 15,-2-1-7-15,-1-2-4 0,-2-2-1 0,-1-1 1 16,0-1 5-16,-1-5-2 0,-2 2 3 0,0 1 21 16,-4-4 7-16,3 0 25 0,-5-2 27 0,9 0 15 0,-14-11 9 15,6 7 2-15,-1 1-3 0,2-6-7 0,-1 0-4 16,2-1-12-16,2-2-8 0,-1 0-7 0,-1-3-9 16,5-1-8-16,-2 1-23 0,6-5-27 0,0 1-25 0,2-1-38 15,7-6-37-15,-1 2-37 0,4-1-26 0,-4 6-15 31,1 4-5-31,3-1-4 0,-5 2 6 0,0 5 5 0,3 0 15 16,-5 1 13-16,-2 2 11 0,0 1 13 0,1 0 13 16,-2 2 9-16,1 0 12 0,-2-2 2 0,-4 3 8 15,0 2 7-15,0 0 7 0,9-2 1 0,-9 2 7 16,0 0 6-16,6-1 6 0,-6 1 5 0,0 0 11 16,0 0 8-16,0 0 10 0,5 5 6 0,0-2-2 15,-3 2 5-15,1-2 1 0,1 2 0 0,1 0-1 16,-1 1 4-16,1-1-5 0,-1 2 1 0,0-1 0 15,0-1-1-15,1 4 1 0,-1-5-4 0,0 1 5 0,0 2-2 16,-1-1-3-16,1-1 4 0,-2-1-4 0,-1-1 14 16,-1-3 19-16,1 5 24 0,-1-5 19 0,6 2 1 15,-6-2-8-15,0 0-3 0,0 0 0 0,0 0 10 16,12-11 3-16,-11 7 11 0,1-1-1 0,1 1 6 16,-2-1-3-16,2 0 5 0,-1-1-6 0,1-1 2 15,-1 4-9-15,0-2 2 0,0 0-10 0,1-1-6 16,-1 3-8-16,1 1-3 0,-2-2-8 0,-1 4-15 15,4-6-6-15,-4 6-14 0,4-1-4 0,-4 1-17 16,0 0-18-16,7 8-27 0,-3-3-19 0,1-2-29 16,-2 3-32-16,1-2-23 0,0 1-33 0,-1 3-39 15,1 0-41-15,0-3-46 0,2 2-246 0,-5-3-600 16,4 1 265-16</inkml:trace>
  <inkml:trace contextRef="#ctx0" brushRef="#br0" timeOffset="-78073.58">14190 9034 134 0,'-5'-4'274'0,"5"4"-25"0,0 0-27 0,0 0-20 16,0 0-17-16,0 0-4 0,0 0-6 0,0 0-10 15,0 0-13-15,0 0-13 0,0 15-10 0,2-10-14 16,-2-1-12-16,1 1-8 0,2 2-6 0,-2-4-13 15,3 4 2-15,-1 0-13 0,0-1-6 16,1-3-8-16,-1 4-7 0,2 1-9 0,1-5-7 16,-2 4-12-16,0-3-8 0,1 1-5 0,2-3-8 0,-2 5-2 15,-1-2-1-15,1-4 2 0,-1 1 3 0,-4-2-2 16,5 3 1-16,-5-3-1 0,7 0 4 0,-7 0-3 16,5-6 7-16,-5 6 2 0,3-5-5 0,-2 1 5 0,-1 4 0 15,3-5 5-15,1 1 5 0,-4 4 2 0,3-8 0 16,-2 6 4-16,1-1 2 0,-2 3-1 0,1-5-3 15,-1 5 2-15,3-5-6 0,-3 5-5 0,3-3-4 0,-3 3 2 16,0 0-2-16,0 0-4 0,7 8-1 0,-4-4-1 16,-3-4-5-16,3 5-2 0,0 0 1 0,0-1-6 15,-1 0 2-15,-2-2-4 0,0-2 5 0,4 7-1 0,-1-5 1 16,-3 1 2-16,4 0 3 0,-4-3-3 0,0 0 5 31,8 1-3-31,-8-1 2 0,4-7 3 0,-1 5 1 0,-3-3 3 16,4 1 7-16,-1-1 6 0,1 1 15 0,-4-3 10 15,1 4 4-15,2-5 3 0,-3 4 8 0,2 0 3 16,0 2 1-16,1-2-6 0,-2-2-6 0,-1 6-4 0,1-3-6 16,-1 3-7-16,0 0-7 0,0 0 3 0,0 0-1 15,10 1-9-15,-10-1-4 0,7 8-10 0,-3-6-2 16,0 2-5-16,4 1-9 0,-2 2-3 0,-1-3-8 0,2-2-12 16,1 2-3-16,0 1-8 0,-1-2-8 0,1-1-6 15,4 3 0-15,-1-5-7 0,0 3-4 0,-3-4 0 16,0-1 2-16,5 1 7 0,-4-4 6 0,2 2 5 0,-5-2 4 15,3 0 6-15,-1-2 3 0,2-3 7 0,-5 4 0 16,2-3 6-16,0-1 7 0,-5 1 11 0,1-1 13 16,3-1 21-16,-5 4 15 0,0-1 13 0,-1 0 7 15,-1-2 4-15,1 4 2 0,-1-1 0 0,-5 1-10 0,3 1-3 16,1 0-7-16,-5-2-6 0,2 6 0 0,-1-1-20 16,1 0 1-16,5 2 0 0,-14 0-7 15,7 3-2-15,1-1-1 0,0 3 0 0,2 2-2 0,0-1-2 16,0 1-1-16,1 0-2 0,3 4 2 0,0-1 1 15,3 1 1-15,1 0-7 0,-1-1-4 0,5-1-4 16,-3-2-7-16,5 1-6 0,-1 1-9 0,2-4 0 16,0-1-11-16,1-2-5 0,-1 4-5 0,3-6-2 15,-2 1 2-15,0-2 0 0,2 0 1 0,-3-5 6 16,2 4 4-16,-5-2 5 0,2 0 2 0,-2-4 1 16,2 1 3-16,-5 2 6 0,-1 0 5 0,0-2 7 15,1 1 7-15,-3 1 6 0,-2-2 7 0,0 3 11 16,3 1-2-16,-3-1 1 0,0 4-3 0,-3-8-3 15,3 8 0-15,-4-3-5 0,4 3-2 0,0 0 0 16,-7-1-1-16,7 1-5 0,0 0 4 0,0 0 2 0,-9 9-3 16,7-5 4-16,2 0 0 0,-3 0-8 0,3 2 1 15,0 1 8-15,0-4-13 0,3 3 2 16,0 0-7-16,0-1-2 0,0 1-4 0,2-2-2 0,-1 4-5 16,0-6 0-16,1 0-3 0,2-1 0 0,-4 3 3 15,4-3 3-15,-7-1 1 0,13 1 4 0,-13-1-1 16,10-2 4-16,-6 0 0 0,0 0 4 0,2-1-1 15,-5-3-1-15,4 1 7 0,-2 0 1 0,-3 1 14 16,1-2 4-16,1 0 9 0,-1 0 6 16,2 0 16-16,-3 0 0 0,-3 0 12 0,6 0-5 15,-3 0 0-15,0 1 9 0,1 0-5 0,1 2-9 16,-2 3-4-16,1-6-5 0,-1 6-6 0,0-4-6 16,0 4-3-16,0 0-4 0,0 0-4 0,8 8-4 0,-4-4-9 15,2 0-1-15,-4 2-6 0,2 0-11 0,2 0-3 16,1 2-3-16,-3 1-7 0,2-2-7 0,1 1 2 15,-3-1-11-15,3-3-5 0,-3 1 0 0,4 2-3 16,-2-3 2-16,-2-2-1 0,4-2 2 0,-5 1 0 16,-3-1 5-16,11-1 1 0,-6-1 0 0,1-1 5 15,-2-4 0-15,1 1 3 0,1-2 0 0,3-3 6 16,-1 1-1-16,-1-2 3 0,1 1 3 0,3-3 3 16,-3-2 2-16,2 0 0 0,-1-1 5 15,2 0 4-15,-1 0 8 0,-1-4 12 0,2 2 10 16,-3 1 11-16,3-2 9 0,-3 3 3 0,1 1 17 15,-4 3 7-15,2 2 10 0,-2 1 4 0,-1 0-1 16,0 4 0-16,-1 0-5 0,-1 1-11 0,-1 1-8 0,2-1-10 16,-3 5-2-16,0 0-11 0,0 0-3 0,0 0-6 15,0 0 1-15,-2 19-3 0,1-9-6 16,1 5-4-16,-1 1 4 0,1 2-2 0,-2 1 2 0,4-1-7 16,-1 1 3-16,2 2-2 0,-2-1-7 0,6 2-17 15,-5-2-19-15,4 5-14 0,-1-6-21 0,-1-2-28 16,2-1-28-16,-2-3-28 0,3-1-44 0,-1-2-45 15,1-3-55-15,-3 1-196 0,3-4-528 0,-4 0 234 16</inkml:trace>
  <inkml:trace contextRef="#ctx0" brushRef="#br0" timeOffset="-77677.75">15003 8957 112 0,'0'0'187'0,"0"0"-13"0,0 0-3 16,0 0-13-16,27 2-9 0,-16 1-14 0,1 0-14 16,2-1-15-16,6 3-7 0,-2-1-8 0,-2-3-9 15,3 3-9-15,-1-1-8 0,-2-2-3 0,-5 0-9 0,5 1-5 0,-3-1-10 16,-1-1-2-16,3 1-2 0,-7-1-7 16,4 0-4-16,-2 0-2 0,-2-1-8 0,-2 0 3 15,-1-1-7-15,-5 2 1 0,8-3-3 0,-8 0 3 0,0 3 5 0,4-4 10 16,-4 4 9-16,0-5 7 0,0 5 8 0,0 0-1 15,-4-5 3-15,4 5-2 0,0 0-5 0,0 0-6 16,0 0-3-16,0 0-4 0,0 0-3 0,0 0-3 16,0 0 4-16,0 0 12 0,0 0 5 0,-8 11 7 15,8-11-2-15,5 8-3 0,-5-3 4 0,3 1 0 16,-2 1-6-16,4-1-3 0,-3 1-3 0,1 1-6 16,1-1 0-16,0-1-5 15,-1 4 1-15,1-5 1 0,0 2-10 0,-1-1-2 16,-2 0 0-16,-1-3-16 0,0 4-15 0,-1-2-24 0,-2-2-24 15,-2 0-29-15,-2 1-41 0,-3-1-55 0,-1 1-68 16,-9-3-181-16,1 0-469 0,1-1 208 0</inkml:trace>
  <inkml:trace contextRef="#ctx0" brushRef="#br0" timeOffset="-77091.19">13619 8839 299 0,'0'0'339'15,"-7"1"-34"-15,7-1-24 0,0 0-30 0,0 0-28 16,0 0-23-16,-7-2-18 0,7 2-20 0,0 0-17 15,0 0-12-15,0 0-17 0,0 0-13 0,-2 5-7 16,2-5-6-16,0 0-14 0,0 0-6 0,0 0-2 16,0 0-9-16,9 5-9 0,-9-5 2 0,0 0-5 0,0 0-9 15,0 0 0-15,0 0-8 0,0 0-6 16,0 0-10-16,-6-14-15 0,2 10-21 0,0-1-18 16,-4 0-32-16,1 0-39 0,0 1-63 0,2-1-70 0,-2-1-228 15,2 1-510-15,1 0 226 0</inkml:trace>
  <inkml:trace contextRef="#ctx0" brushRef="#br0" timeOffset="-74702.9">15717 8858 360 0,'-4'-4'402'0,"4"4"-9"0,-1-2-14 0,1 2-2 15,-4-3-18-15,4 3-25 0,0 0-28 0,0 0-21 16,0 0-26-16,0 0-31 0,-5-2-24 0,5 2-21 15,0 0-15-15,0 0-17 0,0 0-15 0,0 0-9 16,0 0-14-16,22 6-12 0,-15-3-8 0,1-1-10 16,3 1-10-16,0 1-8 0,0 0-8 0,-1 1-2 15,2-2-7-15,-3 3-7 0,-3-4-2 0,2 1-8 0,-3 1-7 16,1-1-5-16,-2 1-3 0,-1 0-4 0,-1 1 0 16,1-1-1-16,-2 1-1 0,-1 2 1 15,-1-2-4-15,0 0 3 0,-3 1-2 0,-2-1-1 0,-1 0 1 16,3 3-3-16,-4-1-2 0,1 0 1 0,0 1-1 15,-1 0-1-15,4-2 0 0,-3-1-1 0,3 2 2 16,0-2-3-16,0 0 1 0,1 0-2 0,2 0 5 0,-2-1 1 0,3-4-3 16,4 8 4-16,-1-3 0 0,1-3 1 0,6 1-1 15,0-1-2-15,4 0-3 0,9 0-7 0,-4-2-15 16,-2 2-27-16,4-2-29 0,-1-1-28 0,1 1-37 16,2-2-29-16,-5-1-32 0,-2 2-33 0,-2-1-44 0,-1-1-52 15,-4-1-67-15,-2 0-210 0,-5 2-658 0,2-1 291 0</inkml:trace>
  <inkml:trace contextRef="#ctx0" brushRef="#br0" timeOffset="-74465.43">15740 8994 28 0,'-5'-3'313'0,"5"3"1"0,0 0-3 0,-6-2 0 15,6 2-3-15,0 0-5 0,-4-3-15 0,4 3-5 0,0 0-28 16,0 0-10-16,0 0-24 0,-1-3-24 0,1 3-17 16,0 0-21-16,11-2-14 0,-11 2-17 15,12-1-9-15,-4 1-11 0,3 0-14 0,0 1-17 0,1-2-30 16,2 2-34-16,1-1-39 0,0 3-40 0,0-3-35 0,-2-1-43 16,8 1-47-1,-8 0-57-15,2-2-55 0,0 1-259 0,4-1-608 16,-8 1 270-16</inkml:trace>
  <inkml:trace contextRef="#ctx0" brushRef="#br0" timeOffset="-74182.16">16139 9067 183 0,'0'0'271'0,"-4"6"-13"0,2-2-13 15,2-4-15-15,0 8-14 0,2-4-12 0,-2-4-17 16,-2 6-13-16,4 2-16 0,-4-2-14 0,4 2-10 16,-1-2-10-16,2 1-17 0,-2 3-11 0,-1 1-14 15,2-1-2 1,0 1-7-16,0-3-10 0,-1 1-21 0,2-2-30 15,1 0-35-15,-2-1-41 0,-2 0-50 0,3 1-51 16,-3-3-66-16,4-3-184 0,-4 3-449 0,0-4 199 0</inkml:trace>
  <inkml:trace contextRef="#ctx0" brushRef="#br0" timeOffset="-73898.93">16325 9079 185 0,'6'10'288'15,"-6"-10"-7"-15,0 0-9 0,5 3-17 0,-2 1-20 0,-3-4-14 16,5 3-20-16,-2 0-19 0,0 0-16 0,-1 1-17 16,2-3-14-16,-1 3-16 0,0 4-8 0,0-4-14 15,-2 0-11-15,3 1-4 0,-3 0-9 0,-1 1-13 16,0-1 1-16,0 3-4 0,-1-3-9 0,-6 2 0 15,3-2-8-15,0 1-15 0,-4-2-17 0,2 1-18 16,-4 0-24-16,1 1-26 0,1-4-30 0,0 2-31 16,1-3-38-16,0 0-44 0,7-1-58 0,-9 0-164 0,9 0-460 15,0 0 204-15</inkml:trace>
  <inkml:trace contextRef="#ctx0" brushRef="#br0" timeOffset="-73480.81">16462 8926 213 0,'-5'-5'401'0,"5"5"9"0,-1-4-38 15,1 4-5-15,0 0-16 0,0 0-19 0,-3-4-23 16,3 4-30-16,0 0-27 0,0 0-24 0,0 0-23 15,0 0-25-15,13-1-17 0,-13 1-17 0,14 2-15 0,-7 1-13 16,2-1-16-16,4 4-7 0,-2-2-12 0,-2-2 0 16,2 3-13-16,0 2-9 0,0-2-9 0,-2-1-6 0,1 3-6 15,-2 0-6-15,-3-2-5 0,2 1-1 0,-3 0-5 16,0-1-6-16,1 1 8 0,-3-1-14 0,-1 3 5 0,-1-3-5 16,0 1 2-16,0 1-2 0,-1-2 0 0,-6 1 1 15,5 1 1-15,-2 0 5 0,1-2 7 0,-3 2-2 0,2-2 9 16,0 0-4-16,0 1 2 0,3-1-4 0,-3-2-4 15,1 0 1-15,0-1-1 0,3-2 0 0,0 5-4 16,0-5-2-16,0 0 1 0,2 7 2 0,-2-7-2 16,9 2 0-1,-1 0-15-15,2-2-15 0,1 1-12 0,2 0-17 16,-2-1-26-16,3 0-37 0,-2 0-41 0,3-1-31 16,-3-2-41-16,2 2-37 0,-3 0-35 0,-2-5-56 0,2 4-327 15,-3-3-729-15,-2 2 324 0</inkml:trace>
  <inkml:trace contextRef="#ctx0" brushRef="#br0" timeOffset="-73278.97">16539 9056 278 0,'0'0'330'0,"0"0"-4"0,-10 0-8 0,10 0-11 0,0 0-28 15,0 0-26-15,0 0-30 0,0 0-22 16,15-8-19-16,-8 8-19 0,1-3-13 0,4 1-13 15,-1-1-28-15,1 0-26 0,1 2-37 0,0-1-47 0,1 0-49 0,-3 1-49 0,2 1-61 0,1-1-59 16,-2 1-257-16,-4-1-516 0,2 1 228 0</inkml:trace>
  <inkml:trace contextRef="#ctx0" brushRef="#br0" timeOffset="-73044.76">16802 9081 159 0,'0'0'265'0,"6"6"-11"16,-1-4-10-16,-2 0-12 0,1-1-23 0,3 4-16 15,-2 1-17-15,-3-2-16 0,-1-2-16 0,3 3-12 16,2 3-15-16,-5-2-12 0,3-1-12 0,-4 3-6 16,2 0-6-16,0-2-12 0,-4 2-4 0,0-2-4 0,-1 2-6 15,1 1-5-15,-4 0-8 0,2 1 0 16,1-3-11-16,-6-3-20 0,3 1-17 0,-2 2-25 15,1-3-31-15,-1 0-36 0,0-1-42 16,3-2-38-16,-1-1-44 0,6 0-168 0,0 0-423 16,-16-1 187-16</inkml:trace>
  <inkml:trace contextRef="#ctx0" brushRef="#br0" timeOffset="-72836.21">16960 9055 244 0,'0'0'324'0,"0"0"-30"0,0 0-30 16,0 0-29-16,0 0-22 0,0 0-21 0,0 0-17 0,29-3-23 16,-21 3-27-16,4-2-46 0,0 4-59 15,-1-4-62-15,0 1-63 0,4 0-75 0,-5 0-152 16,3-2-360-16,-2 3 160 0</inkml:trace>
  <inkml:trace contextRef="#ctx0" brushRef="#br0" timeOffset="-72664.35">17258 9034 161 0,'0'0'334'15,"0"0"-8"-15,0 0-16 0,0 0-28 0,0 0-27 16,0 0-26-16,0 0-27 0,7-3-24 0,-7 3-32 15,4-1-49-15,-4 1-57 0,0 0-62 0,10 2-67 16,-10-2-74-16,9 0-218 0,-2 0-413 0,0 0 182 16</inkml:trace>
  <inkml:trace contextRef="#ctx0" brushRef="#br0" timeOffset="-72508.47">17461 9036 246 0,'0'0'314'0,"5"-2"-10"0,-1-1-15 0,-4 3-31 16,11-1-20-16,-5-2-28 0,-1 2-20 0,1 0-17 16,0 0-25-16,-6 1-16 0,15-2-38 0,-9 1-49 15,2 2-68-15,-8-1-67 0,13-1-76 0,-7 1-228 16,-6 0-426-16,11-2 188 0</inkml:trace>
  <inkml:trace contextRef="#ctx0" brushRef="#br0" timeOffset="-72074.53">17587 8861 216 0,'-1'-2'438'0,"1"2"2"0,0 0-14 0,-8-2-18 15,8 2-33-15,-2-3-36 0,2 3-35 0,0 0-29 16,0 0-33-16,11-5-23 0,-11 5-18 0,15 2-27 16,-7 0-16-16,5 1-15 0,-3-1-13 0,1 2-16 15,2 3-12-15,-3-2-12 0,4 1-9 0,-4 2-12 16,2 0-3-16,-4 1-10 0,0-2-1 0,0 2-17 16,-1 0-3-16,-3 1-6 0,0-1 5 0,2 0-11 15,-5 1-6-15,1-2 2 0,-1-1-7 0,-1 3 2 16,-1 0 2-16,-1-2-5 0,1-3 0 0,-2 3-4 0,2-3 3 15,-2 2-3-15,2 0-3 0,-1-1 3 16,1-1-4-16,-2 2-4 0,3-3 4 0,-3 0 2 16,3-1 3-16,0 2-3 0,0-5 1 0,-2 6 2 0,2-6 2 15,5 4-1-15,-5-4 2 0,7 2 3 0,1-2-6 16,-1 0-1-16,1 0-17 0,7 0-18 0,-3 0-36 0,-1-3-38 16,5-2-41-16,-3 1-40 0,-1 0-46 0,0 0-57 31,1-2-58-31,0-1-343 0,-1 1-745 0,-3-1 329 15</inkml:trace>
  <inkml:trace contextRef="#ctx0" brushRef="#br0" timeOffset="-71856.18">17606 8993 310 0,'-6'1'404'0,"6"-1"8"0,0 0-8 0,-9 0-18 15,9 0-30-15,0 0-32 0,0 0-29 0,0 0-30 16,0 0-26-16,22-5-25 0,-14 5-19 0,4-1-24 16,-1 1-17-16,3 0-14 0,0 2-26 0,3-2-39 0,-2 1-49 15,2 1-53-15,3-1-60 0,-1 1-59 0,-5 0-64 16,0-2-66 0,0 1-86-16,1 0-201 0,-7-1-610 0,3 0 271 15</inkml:trace>
  <inkml:trace contextRef="#ctx0" brushRef="#br0" timeOffset="-71288.55">18023 9089 14 0,'-6'-3'377'15,"6"3"-14"-15,0 0-19 0,0 0-32 0,0 0-27 16,0 0-24-16,0 0-30 0,0 0-22 0,0 0-25 0,0 0-15 0,0 0-15 16,10 10-13-16,-6-2-13 0,0-4-13 0,0 2-14 15,0 5-9-15,0-1-13 0,0 0-10 0,-2-2-3 16,3 2-2-16,-1-1-10 0,-4-1-4 0,5 2-4 0,-5-4-2 16,3 1-14-16,-2-2 3 0,2 0-2 0,-1 2 2 15,-1-4-18-15,0 1 1 0,-1-4 0 0,2 4-5 16,-2-4 5-16,1 2 1 0,-1-2-9 0,0 0 3 0,0 0-8 15,11-6 6-15,-7 2-3 0,0-1 5 0,0 0-7 16,2-1 1-16,-1-1 0 0,2-2-2 0,2 2 1 0,-2-1-2 16,1-1-6-16,-1 1 13 0,3-1 10 0,-5 4 8 31,1-3 5-31,-1 2 5 0,1 2-6 0,0 0 7 16,-2-1-7-16,-2 1-1 0,2 3-6 0,-4 1-9 0,9-1-1 15,-9 1 0-15,6 5 0 0,-6-5-17 0,9 5 20 16,-8 1-10-16,4 3 2 0,-1-1-2 0,0 1 4 15,0 1-20-15,-3 0-28 0,5 1-40 0,-4-1-35 0,2 2-56 16,-1-1-61-16,1-1-70 0,-1 1-317 0,3-1-665 16,-2-2 295-16</inkml:trace>
  <inkml:trace contextRef="#ctx0" brushRef="#br0" timeOffset="-69058.32">18637 9096 352 0,'0'0'434'0,"0"0"-21"0,0 0-38 0,0 0-29 16,0 0-22-16,0 0-22 0,0 0-23 15,0 0-23-15,22 1-21 0,-14 1-20 0,-2 3-24 0,7-1-14 16,-5 0-19-16,2 1-18 0,1 0-16 0,-6 0-13 16,2 3-11-16,0-2-13 0,-3 2-4 0,1-1-25 15,-5 3-29-15,0-3-29 0,-4 1-29 0,-1 1-46 16,-6 1-41-16,-8 0-57 0,-8 6-63 0,-1-5-86 15,-7 1-318-15,-3-1-693 0,0-2 307 0</inkml:trace>
  <inkml:trace contextRef="#ctx0" brushRef="#br0" timeOffset="-67943.44">9220 9941 21 0,'12'-7'277'15,"-4"-2"3"-15,0 0-4 0,0 0 4 0,2 0-14 16,-2 0-1-16,1 0-4 0,-3 0-12 0,-2-1-14 15,0 2 5-15,0-1-24 0,-2-1-11 0,-1 3-21 16,-1 0-7-16,0 1-22 0,-1-2-9 0,-2 0-11 16,-2 0-17-16,-1 3-13 0,1-4-15 0,-5 3 3 0,2-1-20 15,1 2-5-15,-4 1-8 0,3 0-7 16,0 3-9-16,1 1-5 0,-2 0-4 0,-4 1-5 0,0 4-4 16,2-2-6-16,3 5-3 0,-3-2 5 0,1 5-11 15,2-1 3-15,1 1-7 0,1 6 18 0,2-4-14 16,2 9-1-16,2-3-2 0,3 0-4 0,4 8 10 15,-1 2-8-15,4 0 9 0,0-3-10 16,3 2 3-16,-2-3-1 0,4-1-1 0,-5 3 0 16,2-1-5-16,3-1 6 0,-10-4-1 0,6 4 2 0,-3-4-5 15,-1-1 3-15,-3-2-3 0,0 3-1 0,-1-3 3 16,-3-2 2-16,0 1-21 0,0-4-11 16,0-1 1-16,-3-1-13 0,3-1-12 0,-4-1-16 0,3-3-16 15,-2-1-21-15,2 1-8 0,-1-2-8 0,-2-1-20 0,4 1-22 16,0-4-34-16,-3 4-36 0,3-4-43 0,0 0-51 15,0 0-180-15,0 0-546 0,0 0 242 0</inkml:trace>
  <inkml:trace contextRef="#ctx0" brushRef="#br0" timeOffset="-67692.55">9142 10159 226 0,'-4'-2'325'15,"1"-3"-6"-15,1 2-14 0,2 3 0 0,-6-2-8 16,6 2-6-16,-4-3-16 0,4 3-14 0,0 0-23 16,-2-4-21-16,2 4-21 0,0 0-16 0,0 0-21 15,6-8-17-15,2 8-13 0,-1-1-15 0,4 1-28 0,1-1-16 16,2 1-32 0,6 0-26-16,-2-2-33 0,2 1-30 0,2 0-39 15,2 1-35-15,-3-3-43 0,-2-1-37 0,-1 1-52 16,1 0-60-16,-7-1-176 0,2 1-532 0,-1-2 236 0</inkml:trace>
  <inkml:trace contextRef="#ctx0" brushRef="#br0" timeOffset="-67172.97">9454 10034 40 0,'0'0'246'0,"0"0"-14"0,0 0-21 0,0 0-21 15,0 0-19-15,0 0-13 0,0 0-10 0,0 0-7 16,0 0-7-16,1 12-14 0,0-6-9 0,1-1-14 0,-2 2-10 16,4 1-8-16,-4-2-7 0,4 6-6 15,-4-6-7-15,5 6-10 0,-3-2 0 0,3 0-4 0,-1 1-5 16,-1-4-1-16,1 2-8 0,0-4-5 0,-1 3-4 0,1-3-4 16,1-1-10-16,2 1-4 0,-1-3-10 0,-1 0-8 15,2-2-5-15,-7 0-6 0,18-3 5 0,-10 1 1 16,0-2 4-16,-1 0 2 0,1-5 0 0,0 3-2 0,3-3 8 15,-4 1 2-15,0 1 8 0,-2-3 17 0,3 3 15 16,-4-1 10-16,0-2 3 0,0 5 12 0,-2 2 7 0,2-2 5 16,-4 1-12-16,1 2-10 0,-1 2-6 0,3-4-7 15,-3 4-5-15,0 0 1 0,0 0-5 0,7 7-4 16,-3-3-3-16,-3 2 2 0,0-1-4 0,2 3-3 0,-2-2-1 16,2 1-1-16,1 1-1 0,3 0-1 15,-4-2-3-15,0 0 2 0,5-1-3 0,-7 1-1 16,5-1-2-16,-4-3 5 0,4 3-8 0,-1-4 6 0,-2 0-1 15,-3-1 1-15,12-1-1 0,-8-2 5 0,-1-1-7 16,4 0 3-16,-4 1 1 0,3-5 7 0,-2 4 14 16,-1-2 6-16,1-5 6 0,-1 5 3 0,1-4 6 15,0 4 1-15,-1 0-7 0,2 1 0 0,-1 3-1 16,-1-4-8-16,0 4-5 0,1-1-6 0,-1-1 0 16,-3 4-5-16,5-1-14 0,-5 1-3 0,12 3-17 15,-8-1-14-15,4 1-24 0,-2-1-23 0,5 2-29 16,1 0-31-16,-2 1-32 0,2 1-34 15,1-1-42-15,2-2-48 0,-2 2-155 0,5 3-482 0,-4-7 214 16</inkml:trace>
  <inkml:trace contextRef="#ctx0" brushRef="#br0" timeOffset="-66754.83">10112 10036 197 0,'-5'-1'231'16,"-1"1"-13"-16,-3-1-3 0,-3 1-9 0,0 1-9 15,3 3 2 1,-3-2-13-16,1 3-12 0,0 2-14 0,0-1-12 0,2 2-14 16,-1 0-14-16,-1 2-11 0,3-1-9 0,4 0-9 15,-3 0-7-15,3-2-12 0,0 2-8 0,3 2-2 16,-2-4-7-16,3 4-6 0,0-5-1 0,3 2-9 0,-2-3-2 16,3 0-3-16,1 0-9 0,4-1-4 0,-4-3-10 15,3 1-7-15,0-2-8 0,5-3-5 0,-4-1-2 16,2 0 0-16,0-2-6 0,-3-2-3 0,3 0 0 15,-3-3-7-15,-1 2-5 0,1-7-3 0,2 0-7 0,-5-12 1 16,-2 8 1-16,-2 0 1 0,-1 0-2 0,0-6 5 0,-1 4 6 16,-5-4 5-16,2 5 8 0,-1 0 26 0,1 3 27 15,-2 0 20-15,2 6 14 0,0-1 18 0,-1 3 5 32,0-1 2-32,2 5 10 0,-3-1-4 0,6 1-11 0,-3 2-14 15,1 1 0-15,2 3-17 0,0 0 3 0,0 0-20 16,-11 6-2-16,8-1-3 0,3 2-5 0,-1 1-5 15,1 4 0-15,0 1-5 0,1 3 5 0,-1 3-5 0,4-1-2 16,0 2 1-16,0-1-5 0,0 1-2 0,2-3-12 16,-1 1-15-16,1 0-17 0,0-1-25 0,0-1-27 15,-2-3-32-15,0-1-32 0,1-2-43 0,1 0-52 16,-3-5-58-16,1 0-200 0,-3-2-539 0,1 0 239 16</inkml:trace>
  <inkml:trace contextRef="#ctx0" brushRef="#br0" timeOffset="-66545.14">9681 9837 81 0,'0'0'481'0,"-10"-4"-27"0,6 2-34 0,1 0-26 0,3 2-20 16,-5-4-29-16,5 4-30 0,-5-3-30 0,5 3-25 15,0 0-25-15,-4-3-36 0,4 3-50 0,0 0-66 16,0 0-59-16,0 0-90 0,0 0-71 0,0 0-75 16,0 0-108-16,0 0-241 0,0 0-608 0,0 0 269 15</inkml:trace>
  <inkml:trace contextRef="#ctx0" brushRef="#br0" timeOffset="-64145.92">10726 9737 327 0,'1'-5'393'0,"0"3"-22"16,1-2-35-16,-2 4-26 0,1-4-34 0,-1 4-37 15,0 0-27-15,0 0-21 0,4-2-23 0,-4 2-12 16,0 0-19-16,1 16-15 0,1-7-13 0,-1 3-4 16,0 1-12-16,3 5-9 0,1-3-2 0,-4 4-13 15,4 1-15-15,-2-2 3 0,4 7-4 0,-3-6-5 16,0 2-8-16,0 0-5 0,0-3 3 0,-1 2-7 15,1-2-9-15,0-2-22 0,0 2-19 0,-1-7-24 16,0 0-21-16,1-1-33 0,-3-2-32 0,-1-1-41 16,1 0-35-16,2-3-55 0,1-2-269 0,-4-2-573 15,3 2 255-15</inkml:trace>
  <inkml:trace contextRef="#ctx0" brushRef="#br0" timeOffset="-63563.55">10909 9784 270 0,'2'-5'285'0,"-2"5"-32"0,0-4-30 0,0 4-17 15,0 0-24-15,0 0-17 0,0 0-18 0,0 0-14 16,1 14-12-16,0-7-10 0,2 4-6 0,-3 1-9 16,5 4-7-16,-3-3-8 0,2 5-5 0,-3-2-5 15,3 1-8-15,-1 0-4 0,0 0-7 0,-1-1 1 16,1 2-12-16,-3-5-6 0,2-1-3 15,-1-2-1-15,3 1 1 0,-3-3-3 0,-1-2-5 0,0 0 0 16,0-1-3-16,4-1-2 0,-4 0-1 0,0-4 8 16,0 6 10-16,0-6-3 0,4 1-4 0,-4-1-3 15,6-8-4-15,-2 4 2 0,1 2-7 0,1-2 3 16,-1 0-2-16,1-2-4 0,-2 3 0 0,1-1-2 16,2 2-2-16,-3-1-1 0,1 2-4 0,1-2 0 15,-6 3 2-15,8 0-4 0,-8 0 1 0,8 4-2 16,-1-1 0-16,-3 2-3 0,3 0 3 0,-3 0 3 15,6 3 1-15,-4-2-4 0,2 1-1 0,-1-1 2 16,3 0 1-16,-1 2-3 0,2-2 2 0,0-1 0 16,0 2 2-16,0-6-4 0,1-2 0 0,-1 2-3 15,1 2-3-15,2-4-1 0,-3-2-2 0,0-1 2 16,-2-2-2-16,1 1 1 0,-2-2 0 0,3-1-2 0,-5-1 3 16,1 2-3-16,0-4 0 0,1 1 2 0,-4-2 4 15,-1 0-4-15,0-1 3 0,1-2 3 16,-3 6 4-16,-1-3 11 0,0 6 20 0,-1-2 9 0,-2 2 7 15,3-2-7-15,-1 6-4 0,-5-2-5 0,6 4-3 16,-9-3-5-16,9 3 2 0,-10 0-2 0,10 0 0 16,-12 5-4-16,6-1 6 0,-1 2-7 0,1-1-1 15,1 3-1-15,-1 1-4 0,2 2 13 0,1-3-11 16,1 4-6-16,4-4 7 0,2 1-3 0,0 0-3 16,2 1 5-16,2-2-6 0,3 0-5 0,-2-3-9 0,4-1-22 15,0-4-15-15,0 3-36 0,1-2-38 0,0 2-36 0,8-3-36 16,-6-2-36-16,-1 0-53 0,-2-2-223 0,0-1-538 15,-3 0 238-15</inkml:trace>
  <inkml:trace contextRef="#ctx0" brushRef="#br0" timeOffset="-63391.69">10796 9907 194 0,'-15'2'351'16,"1"-2"-6"-16,2 0-11 0,6 0 13 0,-1-1-29 15,7 1-7-15,-12-1-5 0,12 1-25 0,0 0-30 16,0 0-27-16,0 0-20 0,0 0-30 0,20-4-44 16,3 4-49-16,-4-3-62 0,11 1-59 0,0 1-65 15,1 0-67-15,3 2-89 0,-1 0-288 0,-3-3-595 16,-7 4 263-16</inkml:trace>
  <inkml:trace contextRef="#ctx0" brushRef="#br0" timeOffset="-62139.54">11910 9709 146 0,'-1'-3'351'0,"-1"-2"-28"16,2 1-30-16,0 4-18 0,-5-7-40 0,5 7-32 15,0 0-9-15,0 0-27 0,0 0-22 0,0 0-6 0,0 0-17 0,0 17-15 16,0-9-10-16,5 2-3 0,-2 3-11 0,0-2-5 15,0 8-13-15,-1-6 0 0,2 5-7 0,-1-2-6 16,0 2-3-16,0-4-6 0,-2-3-5 0,0-1-3 0,3 2-2 16,-1-5-4-16,-2 2-9 0,-1-5 6 0,0 3-4 15,0-2-1-15,2-1 4 0,-1-2 11 0,-1-2-13 16,0 0-6-16,0 0 2 0,0 0-1 0,0 0-3 0,15-5-1 16,-12 1-2-16,6-1-2 0,-2-1-5 0,4 0 3 15,-3 0-6-15,3-1 6 0,1 3-5 0,0-2-3 31,1 3 2-31,2 0-4 0,-3 2 5 0,0 1-4 0,2 1 2 16,-3 3-6-16,1-2 3 0,-1 3 1 0,-2 0-2 16,2 2 3-16,-3 3-6 0,-1 1 0 0,0-1 1 15,0 3-1-15,-2-4 4 0,-4 4 0 0,2-1 1 0,-3-2-2 16,-4 2 4-16,4 0-3 0,-8-1-1 0,4 0 2 16,-3-3 6-16,0 2-3 0,-1-3 4 0,-3-1-9 0,2-1 3 15,-2-2 3-15,-1 0 9 0,1-2 0 0,-3-2-1 16,3 2 11-16,-1-4 6 0,1 1 6 0,2-2 12 15,0 2-8-15,0-4 11 0,2 2-2 0,3 2 2 0,-1-2-7 16,-1 1-7-16,2-2 4 0,0 2-10 0,3 0-3 16,-2-1-2-16,3 4-6 0,0-5-5 0,0 5-9 15,4-4-5-15,-4 4-13 0,8-2-13 0,-1 0 0 0,1 2-12 16,4-1-9-16,2 2-13 0,2-2-10 0,2 1-12 16,5 0-8-16,0-1-17 0,-1 0-9 0,9-2-13 31,-1 1-5-31,3-2-6 0,1-2-5 0,-2 0-18 0,0-1 15 15,-6-1 1-15,-5-1 9 0,1 1 9 0,-3 0 14 16,0 0 11-16,-3-3 22 0,-5 4 25 0,-1 0 16 16,-3-1 26-16,-1 2 16 0,-1-1 11 0,-4 1 26 15,2 1 17-15,-3-2 13 0,-3 3 7 0,-3-1 7 16,5 1 1-16,-7 0 0 0,4 0-4 0,-6 3-3 16,5-2-6-16,-4 3-2 0,-1 0-8 0,3 1-5 15,0 2-3-15,-3 1-6 0,1 0-1 0,3 2-3 0,-3 1-7 0,1 3-2 16,1-2-3-16,2 2-1 0,4 0-5 0,-4 0 0 0,3 1-2 15,0-1 1-15,4 2 2 0,-1 1-8 0,0-5-2 16,5 3-3-16,-2-4 2 0,0 3-3 0,2-2-2 16,2-2-3-16,-1-2-5 0,2 1-9 0,1-1-6 0,3-5-7 15,-2 2 0-15,0-1-1 0,1-4 1 0,-1 0 2 16,3-1 3-16,-3 0 4 0,1 0 0 0,-1-1 0 16,-2-2 1-16,1-1 4 0,-1-2 1 0,-1 4 1 15,-2-2 6-15,3 2 5 0,-2 1 4 0,-3 0 9 16,3 2 5-1,-1-1 2-15,0 1-4 0,-2 0-4 0,0 3 2 16,3 0-5-16,-1-1 0 0,-6 2-2 0,17 4 3 0,-11-3-8 16,6 3 1-16,-1 4 0 0,-2-7 1 0,3 7-3 15,-2 2-3-15,1-2 5 0,0 2-2 0,0-1-5 0,-3 0 5 16,0 1-1-16,0-1 0 0,-1-1-3 0,-3-3 3 16,2 4-4-16,-5-1 1 0,-1-2 1 0,3 0 1 15,-6 0-1-15,2-2-2 0,-3-1 3 0,-2-2-1 0,-1 2-3 16,-1-1 5-16,-3 0 4 0,0-5-15 0,-3 3-11 15,1-1-15-15,-2-2-15 0,4 1-12 0,-2-2-12 16,3 2-19-16,1-5-25 0,3 3-27 0,-2-1-20 0,4-2-26 16,3-2-35-16,1-3-161 0,0 1-414 0,4-2 184 31</inkml:trace>
  <inkml:trace contextRef="#ctx0" brushRef="#br0" timeOffset="-61921.05">12881 9605 184 0,'0'0'253'0,"0"0"-22"16,0 0-10-16,0 0-2 0,0 0-3 0,0 0-6 15,-11 15-10-15,7-6-6 0,3 4 3 0,-2 1-13 0,3 1-6 16,0 5-13-16,3 0-13 0,0 0-12 0,3 6-10 0,1 1-14 16,4 0-17-16,-3 1-1 0,2-9-12 0,-2 7-2 0,6-1-11 15,-1-1-4-15,-1 0-7 0,-2-5-8 0,2-2-15 16,3-3-30-16,-4 1-22 0,1-2-24 0,-1-6-48 15,-3 3-47-15,2-4-41 0,-5-2-49 0,2-2-47 0,-1-1-220 16,-6-1-530-16,0 0 235 0</inkml:trace>
  <inkml:trace contextRef="#ctx0" brushRef="#br0" timeOffset="-61771.54">12805 9808 171 0,'-8'-5'299'0,"-3"3"-9"0,7-3-24 0,0 0-17 16,-3 4-21-16,4 0-21 0,3 1-20 0,0 0-18 15,0 0-14-15,0 0-18 0,29 0-28 0,-15 1-42 16,4 3-63-16,2 3-67 16,10-5-82-16,-2 4-244 0,1 1-420 0,3-1 186 15</inkml:trace>
  <inkml:trace contextRef="#ctx0" brushRef="#br0" timeOffset="-60751.29">13941 9687 263 0,'0'0'245'15,"-2"-5"-24"-15,-3 1-18 0,5 4-10 0,-7-6-12 16,0 5 3-16,7 1-1 0,-12 1-6 0,0 2 1 16,-2 1 0-1,2 1-2-15,0 0-1 0,-8 2-4 0,3 2-5 16,-2 1 4-16,3 1-12 0,-2 0-2 0,2 1-17 0,-1-1-13 16,0 1-8-16,3 2-12 0,3-1-9 0,0-3-14 15,3 6-3-15,3-4-9 0,1-1-4 0,2 2-8 16,4-1 1-16,3-3-7 0,6 5-4 0,5-5-7 0,4 3-1 15,7 1 0-15,3-3-14 0,-1-1-7 0,4-1-11 16,1-2-21-16,-3-2-12 0,2-2-24 0,1-2-18 16,-3 0-21-16,-9 0-18 0,1-2-8 0,7 1-5 15,-7-3 3-15,-5-1 4 0,0-2 8 0,-6 3 11 0,-3-4 10 16,-2 0 6-16,-3-1 8 0,-1 1 7 0,-2 2 16 16,-5-4 15-16,0 0 15 0,-3 3 14 0,-5-2 12 0,5 1 8 15,-4 3 6-15,-1-1 7 0,-2 1-4 0,4 0 1 16,-3 3 6-16,2 0-6 0,2-1 0 0,-2 2-1 15,2 2-6 1,-1 1 1-16,3 0-4 0,1 2-4 0,0 2 4 16,2 0 2-16,0 0-8 0,1-1 2 0,2 3 4 15,1 0-2-15,1 2-5 0,4 0 2 0,1 0-2 0,-2-1 1 16,2 0 0-16,3 0-2 0,2 0-5 0,1-3-9 16,0 1-2-16,2-4-1 0,0 2-9 0,5-2-1 15,-8-1 5-15,2-2-10 0,1-2 6 0,-1 1-9 0,-2-1-2 16,0-1 5-16,1-4 1 0,-5-2-2 0,3 3 6 15,-2-3 6-15,-3 4-1 0,2-4 2 0,-4 1 7 16,1 2-1-16,-1-1 9 0,0 0 6 0,0 0 10 16,-3 2 11-16,3 2-2 0,-2-2-2 0,-1 0 1 15,3 2-6-15,-3-1-4 0,0 4-4 0,0 0-5 16,4-4 0-16,-4 4 0 0,0 0-3 0,0 0 1 16,0 0-3-16,6 10-3 0,-3-3 5 0,-1-3 1 15,1 2-4-15,2-3-2 0,-2 4 3 0,1-2-2 16,0 0-1-16,-1 1-4 0,1-3 2 0,0 2-2 0,2-2-2 15,-3-1 2-15,2 2 0 0,-1-3 5 16,1 1-4-16,-5-2 2 0,0 0-1 0,14-8 2 16,-6 6 1-16,-4-2-4 0,2 0 4 0,-2-1-6 0,-2-2 1 15,3 1 4-15,1-2 5 0,-3 2 5 0,-2-1 14 16,3-1 19-16,-1 3 9 0,1-2 13 0,-2 1 9 16,0 1 7-16,0 0 3 0,-2 1-9 0,1 0-8 15,-1 0-6-15,0 4-11 0,3-4-11 0,-3 4-8 16,0 0-3-16,0 0-1 0,0 0-1 0,0 0-4 15,5 10 0-15,-2-6-6 0,-1 3-2 0,1-1-5 16,0 1-12-16,1 0-14 0,-1-1-6 0,2 4-10 0,2-2-18 0,-3-1-20 16,3 0-25-16,-3-2-28 0,6 3-25 0,-4-3-32 15,1-1-32-15,0 1-33 0,1-2-56 0,-1-3-272 16,0 0-618-16,-1 0 273 0</inkml:trace>
  <inkml:trace contextRef="#ctx0" brushRef="#br0" timeOffset="-60469.28">14463 9583 290 0,'-3'-4'338'0,"1"2"-6"0,2 2-18 0,-4-6-16 15,4 6-26-15,0-4-24 0,0 4-26 0,0 0-16 0,0 0-25 16,0 0-14-16,0 0-18 0,0 0-15 15,9 10-11-15,-5-4-11 0,0 3-17 0,3 0-10 0,-1 1-2 16,4 7-16-16,-3-1 1 0,1 0-9 0,2 1-6 16,-2 1-4-16,0 1-7 0,0-1-3 0,3 2-8 0,-5-1-27 15,-1 0-16-15,3 0-11 0,-1-1-14 0,0 2-22 0,-2-2-20 16,1-5-23-16,-4-1-24 0,1-2-23 0,1 2-38 16,3-3-37-16,-4-3-55 0,-2-2-185 0,3 0-503 0,0 1 222 15</inkml:trace>
  <inkml:trace contextRef="#ctx0" brushRef="#br0" timeOffset="-59848.05">14674 9822 139 0,'0'0'361'0,"-3"-2"-9"16,3 2-8-16,0 0-25 0,0 0-31 0,0 0-24 16,0 0-22-16,12-5-30 0,-5 4-21 0,0-2-17 15,1 3-24-15,2 0-16 0,-2 3-6 0,2-1-14 16,3-1-12-16,-3 3-10 0,4 0-13 0,-4 0-5 0,-2 1-1 16,3 1-14-1,-3 1-11-15,-1-1-6 0,-1 1-3 0,0 0 1 16,0-1-16-16,-4-3-2 0,1 2-6 0,-3 0 1 15,1 2-12-15,-2-1 3 0,1-2 2 0,-3 0-4 16,1-1 2-16,-2 0 0 0,-2 0-3 0,1-2 1 0,-1 0 2 16,-2 1 2-16,8-2-2 0,-12 0-2 0,12 0 2 15,-7-4 3-15,3 1-6 0,4 3-3 0,-3-5 6 0,3 5-6 16,3-8-11-16,1 5-5 0,2-2-4 0,3-1-6 16,-4 4-3-16,9-4-8 0,-4-1-9 0,3 3-5 0,-2-1-1 15,5 1 9-15,-5 2-7 0,3 2 5 0,-3-3 10 16,-3 3-3-16,0-1 0 0,0 1 5 0,-1 1 8 15,1-1-4-15,-5 3 5 0,4-2 0 0,-5 2 0 16,1 0 5-16,-3 1 0 0,1 2 6 0,-1-1-2 16,3-1-2-16,-3 1 4 0,0 2 2 0,0-1 2 15,0-1 2-15,0 0 0 0,2 1 0 0,0-1 6 16,1 1-4-16,4-2 2 0,-3 0 2 0,3 0-2 16,-2-2 4-16,3 2-2 0,2-3 2 0,2-1-1 15,-4 0 2-15,2-1-3 0,-1-3-1 16,1 2 5-16,-5-2-4 0,-1-1-5 0,6-3 4 15,-9 2-4-15,3-1 2 0,-5 1 1 0,-2-1-2 16,2-4 3-16,-9 2-4 0,5-1 3 0,-5 1 0 16,-2-4-4-16,1 3 3 0,0 2-2 0,-1 1 2 0,1 2 1 15,0-2 2-15,2 3-2 0,-1 0-10 0,3 1-26 16,3 0-30-16,-2 1-17 0,0 1-21 0,6 1-25 16,0 0-28-16,0 0-42 0,0 0-51 0,0 0-155 0,0 0-439 15,15 8 193-15</inkml:trace>
  <inkml:trace contextRef="#ctx0" brushRef="#br0" timeOffset="-59613.89">15210 9776 176 0,'0'0'297'0,"-6"-6"-4"0,6 6-8 0,-3-3-10 16,3 3-16-16,0 0-23 0,0 0-12 0,0 0-15 15,0 0-9-15,-12 5-12 0,12-5-15 0,-4 9-14 16,3-5-2-16,1 0-22 0,0 3-17 0,0 0-13 0,1-1-4 15,2 6-6-15,-2-4-19 16,2 2-4-16,4 0-6 0,-2-1-11 0,-1 1-14 16,2 0-23-16,1-6-26 0,-2 4-26 0,3 1-35 0,0-3-37 15,2-2-38-15,2 2-42 0,-4-3-48 0,5 0-42 16,-3-3-217-16,1 0-534 0,0-3 237 0</inkml:trace>
  <inkml:trace contextRef="#ctx0" brushRef="#br0" timeOffset="-59200.28">15505 9789 61 0,'0'-3'267'0,"-4"1"-7"0,4 2-8 16,-8-6-4-16,2 4-10 0,-1 1-7 0,-2 0-15 15,9 1-11-15,-14 1-16 0,5 0-12 0,-1 1-13 0,-1 3-17 16,3-3-10-16,-3 2-13 0,5 0-9 16,-1 2-15-16,1 1-6 0,2-4-10 0,-4 5-8 15,4 1-6-15,1-1-9 0,3-2 1 0,-4 1-12 0,4 1-5 16,2-1-5-16,0-2-4 0,1 3-9 0,1-3-14 15,0 0-12-15,3 0-13 0,-2 1-10 16,2-4-12-16,1 0-22 0,3 0-13 0,-4-4-8 16,4 1-5-16,0 0-3 0,1-1-3 0,-1-4 2 15,1 0 5-15,-4 0 2 0,3-4 6 0,-3 2 9 16,-1-4 4-16,-3-1 10 0,0 2 6 0,2-9 1 16,-5 4 3-16,-1-4 10 0,-1-8 3 0,-2 7 8 15,0 0 23-15,-1-6 20 0,-1 2 22 0,-1 5 28 0,0 0 20 16,-1-2 15-16,1 4 3 0,2 1 8 15,-3 5 13-15,2 0 16 0,1 2 0 0,0 1-10 16,0 2-12-16,1 1-16 0,0 1-13 0,3 1-15 0,-4 2-10 16,4 2-13-16,0 0-4 0,0 0 1 0,-12 7-14 15,11 1-1-15,1 4-4 16,1 2-7-16,2 3 0 0,-1 2-3 0,4 1-11 0,-5 1-12 16,5 7-15-16,-2-8-24 0,1 1-17 15,-2-1-27-15,-2 0-32 0,2 1-37 0,0-1-37 16,-3 0-49-16,2-1-54 0,-2-4-295 0,0-2-630 0,-2-1 279 15</inkml:trace>
  <inkml:trace contextRef="#ctx0" brushRef="#br0" timeOffset="-58777.63">14430 9708 357 0,'-8'-1'436'0,"2"1"-16"16,6 0-9-16,-12-2-11 0,7-1-11 0,0 2-15 15,5 1-22-15,-4-3-31 0,4 3-31 0,-2-3-34 16,2 3-34-16,6-7-35 0,2 6-39 0,1-3-42 0,5 3-56 0,5-1-53 31,4 0-49-31,6 1-48 0,-6 2-47 0,6 3-54 16,-8-3-59-16,10-1-73 0,-10 0-272 0,-1 0-653 15,1 0 290-15</inkml:trace>
  <inkml:trace contextRef="#ctx0" brushRef="#br0" timeOffset="-58408.65">15007 9709 312 0,'0'0'350'0,"0"0"-24"0,0 0-24 16,0 0-31-16,0 0-21 0,8-2-29 0,-8 2-22 15,0 0-28-15,0 0-15 0,0 0-15 0,0 0-12 16,0 0-13-16,0 5-8 0,0-1-22 0,0-4 2 16,1 6-7-16,2-2-15 0,-1-1-6 0,3 0-2 0,-1 1-10 15,0-3-8-15,3 1 0 0,0-1-6 16,-2 2 2-16,2-3-3 0,0 0-2 16,-7 0-12-16,11-1 1 0,-6-2 0 0,-1 1-1 0,0-1-4 15,-1-1-2-15,-1-1-3 0,-1-1-2 0,-1 1-3 16,0-2-4-16,-1 2-8 0,-2 0-16 0,-1-2-22 15,-2 2-29-15,1 2-31 0,-5-1-31 0,2 0-39 0,4 1-47 16,-4 1-67-16,0 0-180 0,8 2-506 0,-14 2 224 16</inkml:trace>
  <inkml:trace contextRef="#ctx0" brushRef="#br0" timeOffset="-57946.96">15811 9843 361 0,'0'0'388'0,"8"-1"-29"0,-8 1-31 16,0 0-43-16,0 0-19 0,0 0-23 0,3-4-21 15,-3 4-28-15,0 0-18 0,0 0-20 0,0 0-46 16,0 0-33-16,-15-3-45 0,15 3-66 0,-14 2-69 0,4 0-83 15,-3 1-293-15,2-3-520 0,-1 1 231 16</inkml:trace>
  <inkml:trace contextRef="#ctx0" brushRef="#br0" timeOffset="-50832.95">16174 10075 328 0,'0'0'359'0,"-1"3"-7"0,1-3-12 15,0 0-13-15,0 0-12 0,0 0-23 0,0 0-9 16,0 0-10-16,1-13-20 0,2 10-6 0,-2-1-9 0,-1-1-16 16,0-2-11-16,3 2-17 0,-2-1-13 15,2-2-10-15,0 2-10 0,-1-4-11 0,1 1-11 16,1-1-10-16,-2-1-7 0,0-1-6 0,4 0-7 0,-5 0-12 16,2-5 2-16,-2-1-10 0,3 1-9 0,-4-2-10 15,0 1-6-15,0-3-10 0,1 1 5 0,-1-2-11 16,0 0-4-16,0 1 1 0,-1 3 6 0,1 0 4 15,0 4 9-15,0 1 0 0,0 0-5 0,-4 1-2 16,4 3 0-16,-1 2-3 0,1 0-1 0,0-1-8 16,0 5-5-16,-1-1-6 0,1-2-5 15,0 6-7-15,0-7-9 0,0 7-5 0,0-3-17 16,0 3 0-16,0 0-4 0,0 0 4 0,0 0 6 0,0 17-4 16,0-12-3-16,1 8-3 0,0-3-3 0,-1 1-5 15,0 0 1-15,0-1-4 0,4 2-1 0,-4-1-2 0,1 0-4 16,2 0 4-16,0-1-7 0,0 0-5 15,1 1-7-15,0-2 0 0,0 0-1 0,4 0 0 0,-4-6 1 16,4 4-3-16,2-2 2 0,1-1-7 0,0-2 1 16,1 0-13-16,3-2 0 0,-3-2 1 0,2 2 4 0,-1-2 6 15,1-2 4-15,-2 0 5 0,-1-4 5 0,1 3 8 16,-4 0 8-16,2-6-3 0,-4 1 5 0,3 0 12 0,-5 0 3 16,0 0 11-16,0-1 22 0,-1 0 18 0,0 3 14 31,-2-2-2-31,-1 3 11 0,3-1 0 0,-3 3 7 0,0-1-4 15,0-1-1-15,0 3-3 0,0 0-8 0,0 4-9 16,-3-6-4-16,3 6-3 0,0 0-15 0,0-6-9 16,0 6-19-16,0 0-1 0,0 0-2 0,0 0 2 0,0 0-1 15,0 0 0-15,3 20 1 0,-3-13-2 16,2 0-7-16,1 4 6 0,-2-2-9 0,1 3-6 0,1 0-16 16,-1-1-27-16,1 1-27 0,1-1-44 0,-1-2-34 0,1 3-41 15,-1 1-29-15,1-5-45 0,-2 4-66 16,1-6-55-16,-2 6-324 0,1-6-789 0,-2 2 349 0</inkml:trace>
  <inkml:trace contextRef="#ctx0" brushRef="#br0" timeOffset="-50464.88">16551 9941 264 0,'0'0'385'0,"1"-3"-7"0,-1 3-4 0,0 0-20 15,3-5-27-15,-3 5-29 0,0 0-32 0,0 0-32 16,0 0-29-16,0 0-21 0,0 0-21 0,0 0-11 15,-3 13-20-15,3-7-10 0,3 3-18 0,-3-1-6 16,1 4 2-16,-1-1-25 0,0-1 1 0,0 3-14 0,0-2 1 0,0 2-7 16,2-3-6-16,-4 3-8 0,2-3-11 0,0 1-21 15,0 0-34-15,2-2-14 0,-1-3-25 0,-1 1-31 32,1-1-17-32,-1-1-31 0,3-1-40 0,-2 0-37 0,4-2-64 15,-5-2-293-15,5 2-622 0,-5-2 276 0</inkml:trace>
  <inkml:trace contextRef="#ctx0" brushRef="#br0" timeOffset="-50096.99">16744 9946 292 0,'0'0'351'0,"0"0"-9"0,0 0-26 0,0 0-25 15,0 0-25-15,0 0-26 0,0 0-24 16,0 0-21-16,11 2-18 0,-8-1-22 0,-3-1-15 0,8 4-17 15,-2 0-8-15,1 1-9 0,-4 0-15 0,3-1 8 16,-2 2-29-16,1-1-7 0,0 2-6 0,-2-1-3 16,-2 1-16-16,1 0-9 0,-1 0-8 0,-2-1-9 0,-1 0-10 0,0 2-11 15,-3-3-13-15,-1 0-15 0,-2 2-19 0,0-2-27 16,-2 0-22-16,1-1-36 0,0-1-37 0,4-1-54 0,-3-1-63 16,-2-1-156-16,6 3-488 0,4-3 216 15</inkml:trace>
  <inkml:trace contextRef="#ctx0" brushRef="#br0" timeOffset="-49143.57">17000 10078 206 0,'0'0'273'16,"0"0"-4"-16,0 0-17 0,0 0-16 0,0 0-12 16,0 0-8-16,11-13-12 0,-9 12-8 0,5-1 4 15,-3-3-10-15,0 1-2 0,0 0-8 0,1-3-10 0,0 1-1 16,2-3-4-16,-1 0-2 0,1 0 1 0,-4 0-6 0,3-2-7 16,-1-1-9-16,0-2-5 0,-1-3-10 0,3-2-5 15,-3 0-12-15,-1-2-6 0,-2 3 0 0,1-1 0 0,-2 0 0 16,1-1-4-16,2-1 3 0,-2 2-2 0,-1 2-8 15,3 0-5-15,-3 0-6 0,0 4-7 0,0 2-6 32,1-1-4-32,-1 3-7 0,-1 1-2 0,2 1-5 0,-1 0-11 15,-1 2 4-15,1 0-12 0,0 1 3 0,0 4-14 16,-3-8-4-16,3 8-14 0,0-2-10 0,0 2-12 0,0 0-11 16,0 0-8-16,0 0 6 0,0 0 0 0,0 0 4 15,0 0 2-15,0 0 1 0,0 0 5 0,7 10-3 16,-6-6 10-16,-1-4-4 0,2 6 0 0,0 1 2 15,-2-3 3-15,2 1 2 0,-2-1 0 0,4 1-4 0,-4 1 4 16,1 1-1-16,1 1-4 0,-1-2-12 0,0 0-14 16,-1 3-5-16,3-1-7 0,-1-1-5 0,3 2-5 15,-1 0-20-15,1-2-1 0,-1 3 1 0,3-5-13 0,0 2-10 16,2 1-8-16,-2-4-3 0,4 2-8 0,-3-1-1 0,0-3 4 16,1 1 11-16,-1-3 6 0,0-2 10 0,-1 1 8 15,1-1 10-15,0-1 8 0,-1-4 7 0,1 2 9 16,-2-5 13-16,-1 4 3 0,3-4 8 0,-3-1 11 0,0 2 15 15,-3-1 15-15,1 0 17 0,-2-2 17 0,2 2 16 32,-1 0 20-32,0 0 14 0,-2 2 16 0,0 2 6 15,0-1 3-15,2-1 0 0,-2 5-5 0,0-2-8 0,0 1-13 16,0 4-6-16,-2-8-21 0,2 8-8 0,0-3-11 16,0 3-4-16,0 0-5 0,0 0-6 0,0 0-5 15,-2 12-1-15,0-6-3 0,2 2-1 0,0 1-3 16,0 2-5-16,0 1-2 0,2 1 0 0,0-1 3 0,-2 6-10 15,3-1-4-15,1 0-26 0,1-2-17 0,-2 2-37 0,4-1-34 16,-3 2-35-16,0-6-32 0,-1 1-47 0,4 0-60 16,-3-4-69-16,-3-2-292 0,3-1-698 0,-2 3 309 15</inkml:trace>
  <inkml:trace contextRef="#ctx0" brushRef="#br0" timeOffset="-48758.87">17420 9985 3 0,'0'0'324'0,"0"0"-15"0,7 0-9 0,-7 0-26 16,0 0-19-16,0 0-24 0,12-1-13 0,-12 1-21 16,7 1-20-16,-2 0-18 0,-5-1-15 0,6 6-16 0,-2-5-11 15,0 3-14-15,-3-1-7 0,2 1-17 0,0 0-4 0,-2 1-11 16,1 0-4-16,-2 2-9 0,0-1-6 0,-2 1-1 16,-1-1 8-16,1 2 13 0,-1-2 9 0,-1 0 4 15,0 1 9-15,-2-2-3 0,1 0 1 0,0-1-6 0,2 1-11 31,-3 0 1-31,5-1-12 0,-2-2 1 0,3-2-9 0,-4 7-1 16,4-7 0-16,-1 3 0 0,1-3-12 0,0 0-7 16,0 0-16-16,8 1-26 0,0-1-43 0,-8 0-38 15,16-3-40-15,-6-1-58 0,1 0-61 0,4-1-70 0,-3-1-264 16,4-3-633-16,-5 3 280 0</inkml:trace>
  <inkml:trace contextRef="#ctx0" brushRef="#br0" timeOffset="-48541.53">17620 9831 50 0,'0'0'349'16,"0"0"-16"-16,0 0-12 0,0 0-18 0,0 0-25 15,0 0-27-15,0 0-27 0,0 0-16 0,0 0-27 16,0 0-18-16,0 0-32 0,0 0-46 0,17-4-45 15,-17 4-59-15,10 2-67 0,-10-2-82 0,14 0-80 16,-6-3-152 0,-1 3-432-16,4-1 191 0</inkml:trace>
  <inkml:trace contextRef="#ctx0" brushRef="#br0" timeOffset="-48357.52">17873 9816 228 0,'8'-1'225'0,"-8"1"-18"0,8-4-21 0,-2 2-19 15,-6 2-18-15,11 2-13 0,-11-2-15 0,12 0-15 16,-5 0-35-16,-2 3-46 0,-5-3-44 0,16 0-45 16,-10 0-44-16,-6 0-131 0,12 0-258 15,-5 0 114-15</inkml:trace>
  <inkml:trace contextRef="#ctx0" brushRef="#br0" timeOffset="-48222.6">18033 9803 222 0,'0'0'252'0,"2"-2"10"0,-2 2 12 16,2-5 2-16,-2 5-6 0,4-2-13 0,-4 2-20 15,0 0-24-15,5-4-18 0,-5 4-24 0,5-1 1 16,-5 1-34-16,4-3-20 0,-4 3-40 0,7-1-46 16,-7 1-63-16,0 0-77 0,9-1-87 0,-9 1-278 0,10 1-511 0,-10-1 227 15</inkml:trace>
  <inkml:trace contextRef="#ctx0" brushRef="#br0" timeOffset="-47537.92">18357 10167 222 0,'0'0'319'0,"0"0"-1"0,16-3-1 16,-12 1-13-16,2-1-2 0,-1-2 3 0,1-2-13 0,-2 2 2 16,5-5-7-16,-5 2-10 0,3-2-1 0,-3-3-2 15,3-2-11-15,0 2-11 0,-6-1-9 0,3-4-15 0,1-2-12 16,-3-1-19-16,0 0-16 0,0-9-16 0,-2 3-16 15,3 2-16-15,-3-4-12 0,2 3-11 0,-2-2-13 16,2 4-8-16,-2 0-11 0,0 2-10 0,0 0-5 0,-2 3-10 16,2 0-5-16,0 2 2 0,-2 5-10 0,2 0-4 15,0-1-2-15,2 4-8 0,-4 0 1 0,2 4-7 0,0-1-3 32,0 1-3-32,0-1-5 0,0 6-4 0,-3-3-6 15,3 3-13-15,0 0-16 0,0 0 2 0,0 0 0 16,0 0 3-16,0 0 2 0,-8 10 0 0,7-2-10 0,1-2 1 15,-2 6 2-15,2-2 2 0,0 3 2 0,2 1 4 16,-1-2 1-16,1 1-1 0,0 2 0 0,2-3-3 0,-1 2-2 16,1 2 0-16,1-2-1 0,2 0-4 0,-3-5-9 15,2 2-5-15,2 2-5 0,1-7-10 0,1 4-2 16,-2-4-17-16,3 0-7 0,-3-3-6 0,2 1-9 0,2-2-8 16,-1-2-11-16,-3-1-4 0,6 0 2 0,-5-3 8 15,-1 1 5-15,3-3 13 0,-1-2 10 0,-3 0 9 16,1-2 5-16,-2-1 11 0,1-1 8 0,-3 2 3 15,5-7 14-15,-5 6 5 0,0-2 21 0,1 2 13 0,-1 0 30 16,-2-1 20-16,0 3 7 0,0 2 16 0,-1 1 6 16,-1-1 2-16,1 2-8 0,-1 1-6 0,2-1-8 0,-2 5-14 15,0-5-4-15,0 5-9 0,0 0-7 0,0 0 1 32,0 0-9-32,0 0 1 0,0 0 0 0,-4 16 0 0,4-10-8 15,-2 4 5-15,2 0-4 0,0 1-1 0,0 0-3 16,0 3 2-16,0-1 10 0,2 3-13 0,0 2-6 15,4 0-14-15,-2-2-15 0,0 1-19 0,4-1-30 0,0-1-37 16,2 0-42-16,-1-4-49 0,-2 3-63 0,1-4-59 16,1 0-356-16,-3-2-738 0,-2-4 327 0</inkml:trace>
  <inkml:trace contextRef="#ctx0" brushRef="#br0" timeOffset="-47236.91">18850 9886 14 0,'0'0'402'0,"0"0"-9"16,-9 0-11-16,9 0-8 0,0 0-22 15,0 0-33-15,0 0-30 0,0 0-32 0,0 0-24 16,0 0-25-16,0 0-19 0,-1 8-23 0,2-3-13 0,1 1-8 15,-1 1-23-15,0 1-12 0,1 3-11 0,1-3-9 0,-2 3-9 16,2 2-4-16,-2 0-9 0,2 0-17 0,-2 1-30 0,4-2-19 16,-1 0-17-16,-1 1-32 0,0-2-25 0,0-2-29 15,-2 3-29-15,3-3-34 0,-4-3-38 0,2 1-40 16,-1-1-42-16,2 0-273 0,-2-3-604 0,0 0 268 0</inkml:trace>
  <inkml:trace contextRef="#ctx0" brushRef="#br0" timeOffset="-46885.61">19007 9945 305 0,'0'-5'340'0,"0"5"-6"0,0 0-14 16,0 0 8-16,0 0-31 0,0 0-13 0,3-4-13 15,-3 4-23-15,0 0-19 0,0 0-12 0,0 0-37 16,0 0-3-16,-4-5-38 0,4 5-8 0,0 0-15 0,0 0-13 0,0 0-12 16,-17 7-6-16,12-5-12 0,0 3-3 0,-1-1-5 15,-1-1-16-15,-1 1 11 0,2 1 3 0,0 2 4 0,-1-4 10 16,0 3-19-16,2-2-5 0,-2 4 2 0,3-3-5 16,0 0-9-16,0 0 0 0,1-1-4 0,0 1-3 15,1-1 3-15,0 1-1 0,2-1 8 0,2 1 0 0,0 0-3 16,3 1-1-16,4 3-7 0,-1-3-4 0,7-1-4 31,-4 3-25-31,4-3-28 0,3 3-31 0,-2-1-31 0,6-3-67 16,-10 0-50-16,7-1-63 0,-5 2-61 0,1-2-93 15,-2-1-219-15,-3-1-694 0,1-1 307 0</inkml:trace>
  <inkml:trace contextRef="#ctx0" brushRef="#br0" timeOffset="-44137.83">7476 11407 174 0,'1'-5'368'0,"-1"0"5"15,2 1-7-15,-2-1 4 0,0 5-4 0,4-7-1 16,-4 4-27-16,0 3-17 0,0-5-27 0,0 5-31 16,0 0-27-16,0 0-32 0,0 0-20 0,0 0-22 15,0 0-17-15,0 0-7 0,0 0-24 0,3 11-7 16,-2-2-14-16,-1 2-6 0,4-1-9 0,-4 3-9 15,2 1-7-15,-1 0-5 0,0 0-5 0,1 4-10 0,-1-4-21 16,3 4-16-16,-4 0-27 0,3 1-32 16,1-1-34-16,-2-2-33 0,0-3-20 0,1 0-34 15,1 0-27-15,-3-1-35 0,3-3-38 0,0 2-43 0,1-4-320 16,0-1-689-16,-3-1 306 0</inkml:trace>
  <inkml:trace contextRef="#ctx0" brushRef="#br0" timeOffset="-42988.42">7457 11443 216 0,'2'-3'333'0,"-1"-3"-12"0,0 4-22 0,1-2-12 16,-2 4-34-16,2-5-17 0,-2 5-26 0,0 0-23 15,4-3-23-15,-4 3-14 0,0 0-18 0,6 8-14 16,-4-2-8-16,0 1-11 0,1 3-15 0,1 2-6 0,-3 1-11 16,3 4-4-16,-2 1-7 0,-1 2-10 15,0 1 2-15,1-2-4 0,-1 2-5 0,-4 6-2 16,3-5-9-16,0-2 0 0,-2 1-2 0,0-2 3 0,2-3-5 15,-4 2 1-15,4-5-11 0,-1 0 2 0,-2-3-1 16,3 0-1-16,0-1 1 0,0-5 0 0,0 1-2 16,0-5-3-16,0 9-9 0,0-5-5 0,0-4-20 15,3 2-30-15,-3-2-35 0,0 0-36 0,0 0-47 16,0 0-41-16,9-15-57 0,-6 9-231 0,-1-3-541 16,0-1 241-16</inkml:trace>
  <inkml:trace contextRef="#ctx0" brushRef="#br0" timeOffset="-42745.4">7473 11422 143 0,'2'-8'313'0,"0"-1"-12"0,0 1-14 0,2-1-16 16,0 0-18-16,2 4-22 0,1-4-23 0,-2 3-18 15,1-3-19-15,0 5-28 0,2-2-5 0,3-1-12 16,-2 3-17-16,1 2-7 0,2-1-11 0,-1 1-15 16,4-2-11-16,-5 1-10 0,2 2-34 0,0 1-27 0,0 0-30 15,-2 1-36-15,-1-1-31 0,-2 0-39 16,1 2-28-16,1-1-36 0,-1 2-49 0,-3-2-129 16,-5-1-416-16,4 4 184 0</inkml:trace>
  <inkml:trace contextRef="#ctx0" brushRef="#br0" timeOffset="-42520.16">7541 11531 151 0,'-2'6'274'0,"0"-2"-3"0,1-2-4 16,1-2-6-16,-4 5-12 0,4-5-1 0,-3 4-3 15,3-4-4-15,0 0-4 0,0 5-13 0,0-5-12 16,0 0-14-16,0 0-18 0,7 2-20 0,-7-2-21 0,14-3-11 15,-5 1-15-15,2-1-26 0,3-1-36 0,6 1-34 16,-6 1-48-16,3 1-45 0,-3 1-49 0,2-2-49 0,2 1-51 16,1 0-68-16,-3 2-213 0,-2-1-546 0,-3 0 242 15</inkml:trace>
  <inkml:trace contextRef="#ctx0" brushRef="#br0" timeOffset="-41968.2">7743 11614 102 0,'-6'1'260'0,"2"2"-11"0,4-3-7 0,-8 5-14 16,5 0-16-16,-1-3-9 0,-1 1-10 0,2 1-23 15,0 1-13-15,1 2-11 0,-1-2-14 0,0 2-11 16,3-1-16-16,-1 0-6 0,-2 1-9 0,2 1-9 15,2 0-8-15,0-2-3 0,2 1-7 0,-3 0-8 0,6-1-5 16,-2-1-3-16,0 1-7 0,5-1-7 0,-5-1-3 0,2-2-10 16,-1-1-3-16,1 2-3 0,0-2-7 0,1 0-7 15,-1-1 0-15,-6 0-7 0,8-3 0 0,-1-1 0 16,-2 0 1-16,-1-1 5 0,-1-2 0 0,1 0-2 0,0 2 0 16,-1-2 1-16,1 0 4 0,1-4 4 0,-5 5-1 15,2 1-2-15,0-3 9 0,0 4-1 0,-2-2 6 0,2 0 1 16,-2 0 0-16,0 6-1 0,3-7-3 0,0 6-1 15,-3 1 0-15,4-5-4 0,0 3 0 0,-4 2 1 32,11-4-3-32,-11 4-1 0,9 3 0 0,-9-3-3 0,12 1 0 15,-5 3-1-15,-1 0 2 0,-1 2-7 0,1-2 6 16,2 0 7-16,-1 4-10 0,-2-4-5 0,1 2 5 16,-4 0-1-16,4-2 0 0,-3 2 2 0,1 0 0 0,-3-1 1 15,3 0-4-15,-3-4 2 0,-1-1-6 0,2 6 7 16,-1-4 11-16,-1-2 18 0,0 0 19 0,-4 6 43 15,4-6 12-15,0 0 27 0,0 0 17 0,0 0 16 0,0 0 3 16,0 0 6-16,-13-7-4 0,11 2-10 0,-2 2-11 16,3-2-13-16,-2-1-12 0,3-5-15 0,3 5-10 15,-3-5-19-15,2 0-22 0,3 4-22 0,0-5-37 0,3 0-49 16,3-3-64-16,-3 5-58 0,0-5-54 0,2 5-66 16,1-4-80-16,-3 5-366 0,0 0-798 0,2 2 353 0</inkml:trace>
  <inkml:trace contextRef="#ctx0" brushRef="#br0" timeOffset="-38105.79">8488 11641 110 0,'0'-4'325'0,"0"4"-12"16,-1-4-21-16,1 4-21 0,0 0-15 0,-3-5-27 16,3 5-20-16,0 0-24 0,0 0-23 0,0 0-15 15,0-5-16-15,0 5-14 0,0 0-11 0,0 0-7 16,0 0-10-16,0 0-14 0,0 0-4 0,18 2-6 16,-14 2-3-16,1-3-6 0,-5-1-7 0,15 0-5 0,-7 0-7 15,2-2-1-15,3-2-2 0,-3 1-6 16,2-2-1-16,-2 0-6 0,1 1 3 0,1-1-10 0,-4 0-1 15,3-2 3-15,0-1 1 0,-2 0-8 0,-2 0 2 16,0 1-2-16,2-1 2 0,-7 0 0 0,0 2-5 16,1-1-2-16,-1 2 9 0,-2-1 0 0,0-2-4 0,0 4-3 0,-3 1 0 0,-1 0 2 15,4 3-3-15,-14-5 3 0,7 5-2 0,7 0-3 32,-20 5 1-32,6-1 0 0,6-1 2 0,-4 4 2 0,0-2 6 15,2 1 4-15,-2 3 6 0,0-2-6 0,5 0 4 16,-5 3-5-16,5 0 3 0,3 0-4 0,-2 0-6 0,1 2 3 15,2-1 8-15,3 0 9 0,3 0 1 0,4 1 4 16,2 2 1-16,-1-4-14 0,13-1-1 0,-1 0 4 0,8-1-4 16,0-3 5-16,7 0-6 0,-1-3-10 0,3 1-4 15,-3-1-9-15,0-7-13 0,1 0-9 0,1 1-10 16,-3-5-12-16,-2 4-4 0,0-6-2 0,-2 1-1 16,-9 0-1-16,0 0 8 0,-2-1 0 0,1 1 6 15,-8-2 5-15,4-1 1 0,-7 3 4 0,-1-1 8 0,-2 1 2 16,-2-2 11-16,1 0 8 0,-5 2 12 0,1 1 12 0,-4-2 16 15,0 0 1-15,0 2 5 0,-3 3-1 0,0-2-9 16,-4 3 1-16,3 1-6 0,-2 2 0 0,0-2 1 0,-3 3-8 16,1 1-4-16,-3 0 2 0,0 3-5 15,0 1 0 1,4-3-1-16,-4 6 1 0,3-1-4 0,-3 3-4 16,4 2 3-16,-4-4-2 0,4 4-2 0,2-2 3 0,-1 1-7 15,1-2 6-15,1 3-4 0,2 1 1 0,1 0-4 16,0-1-3-16,2 0-2 0,0-1 0 0,3-2-4 15,0-1 3-15,0 0 0 0,3-1-7 0,0-1-2 16,3 0 7-16,-2-2-8 0,6-3-2 16,0 0-7-16,1-1 1 0,2-3-1 0,0 1 4 0,1 0 1 0,-2-4 5 15,3-2 0-15,-4 2-1 0,1-2 5 0,2-3 3 0,-5 5-3 16,1-1 7-16,-5-1 5 0,2 0 16 0,-1 0 21 16,-1 1 19-16,-4 0 20 0,-1 2 17 0,3 1 16 0,0 0-3 15,-3 1-5-15,0 4-9 0,0-6-12 0,0 6-4 16,1-5-16-16,-1 5-9 0,0 0-11 0,0 0-3 15,0 0-3-15,0 0-7 0,0 0-2 0,0 0 1 16,-11 15-5-16,11-8-4 0,0 0-8 0,0-1-4 16,3 1-16-16,-2-1-5 0,2 2-14 0,1 2-16 0,2-2-31 15,-1-2-19 1,6-1-24-16,-3 3-42 0,3-3-42 0,2 2-38 16,0-2-49-16,6-3-51 0,-3 3-265 0,-1-5-656 15,2 0 290-15</inkml:trace>
  <inkml:trace contextRef="#ctx0" brushRef="#br0" timeOffset="-37434.44">9458 11453 160 0,'-4'-2'304'0,"-2"1"-8"0,-1-2-12 16,-1 2-12-16,8 1-14 0,-15 1-11 0,7 2-11 15,0-2 0-15,-1 3 3 0,0 1-9 16,-3-2-2-16,3 4-2 0,-1 0-9 0,2 0-3 0,-2 0-14 0,1 1-10 0,-2 0-12 0,3 0-10 15,2 0-13-15,-2 0-14 0,4 0-15 0,-2 1-12 16,-3 0-10-16,8-1-9 0,-2 1-10 0,2-3-7 16,-2 2-10-1,6 0-2-15,-2-1-8 0,3 0-11 0,-1-1-8 16,9 1-12-16,-2-1-16 0,-1-2-24 0,12 0-26 16,-9-3-28-16,11 0-32 0,-3 1-26 0,0-4-15 15,0 2-16-15,0-3-12 0,1-3-7 0,-6 4-3 0,1-6-2 16,3 2 3-16,1-2-4 0,-6-1 0 0,2-3 2 15,-3-1 16-15,-4 0 12 0,3-2 17 0,-1 0 7 0,-5-1 13 16,-1-1 13-16,-1 0 12 0,-3-1 7 0,-2 2 18 16,1-2 29-16,0 1 25 0,-4 4 27 0,0-3 22 15,0 3 16-15,1 0 17 0,-1 2 21 0,1-1 10 0,-1 3 7 16,1-1 4-16,-2 5 9 0,1-3 1 0,1 3 1 16,1 0-10-16,0 1-9 0,0 0-16 0,0 0-12 15,2 4-13-15,-4-4-3 0,4 4-7 0,0 0-5 0,0 0-13 16,0 0 1-16,0 0-3 0,-6 9 1 0,6-2-7 15,2 1 2-15,-1 3-7 0,2-3-6 0,1 4 3 16,2 1-5 0,-4 0 1-16,5 3 2 0,-4 0-8 0,1-3 9 15,0 5-11-15,1-2 2 0,-2 0 0 0,1 2-3 16,-1-8 1-16,5 3-5 0,-7 1 3 0,2-8-6 0,1 7 3 16,-1-1 0-16,0-2-1 0,-2-4 1 15,2 1 4-15,-2-2-3 0,-1-3 3 0,2 2 1 0,0-2 7 16,-2-2 10-16,3 6-2 0,-3-6 1 0,0 0-5 0,12-3 4 15,-8-1 3-15,0 2 7 0,2-2 17 0,-1-1-5 16,6-1 4-16,-7 0 2 0,4 1 3 0,-1-2 8 16,1 1-7-16,-1 0-2 0,0 0-2 0,0-1-1 0,-3 3-7 15,1-1-2-15,1-1-5 0,-2 2-5 0,0 1-7 16,0 3-1-16,-4 0-6 0,8-1-3 0,-8 1-10 16,0 0-23-16,14 1-15 0,-10 3-28 0,1 2-39 0,-2-4-35 15,6 3-32-15,-5-1-40 0,3 5-56 0,0-2-54 16,5 2-79-16,-2-2-237 0,6 3-684 0,1-2 302 0</inkml:trace>
  <inkml:trace contextRef="#ctx0" brushRef="#br0" timeOffset="-36046.11">10534 11377 219 0,'-3'-6'300'0,"0"4"-9"0,-1-3-14 0,0 1-9 16,-4 1-14-16,4-4-14 0,-2 5-16 0,1-1-17 15,2 0-18-15,-4 2-15 0,1-1-15 0,-4 0-16 32,3 2-5-32,-2 3-12 0,2-2-2 0,-4 2-5 0,3-2-8 15,-4 4 14-15,2 3-9 0,-1-1-4 0,-1 1-5 16,2 1-13-16,2 0-3 0,-1 1-5 0,2 0-9 16,-1 4-7-16,4-2-1 0,1 1-6 0,-1-3-7 0,4 4-4 15,0-1-2-15,4 1-6 0,1-2-4 0,1 1-6 16,4 0-2-16,3-3-9 0,1 1-11 0,-5-4-9 0,6 1-15 15,0 1-12-15,6-4-28 0,-1-1-18 0,-5-1-16 16,4-2-14-16,-1 0-16 0,2-1-10 0,-2-1-2 16,-6-1-4-16,4-1-3 0,-2-4 12 0,0 2 3 0,-2-1 4 15,1-4 0-15,5-2 5 0,-4-1 3 0,-1-1 4 16,-2-3 3-16,-1 0 7 0,-1-1 9 0,-2-2 10 0,-3 1 7 16,0 0 9-16,-1 0 11 0,0 0 21 0,-2 0 20 15,0 1 24-15,-2-1 17 0,-2 2 9 0,3 3 9 16,-2-1 9-1,0 3 8-15,-3-1 3 0,2 3-3 0,-3-1-1 16,2 3-6-16,-2 0-7 0,2 3-2 0,-2-1-1 16,-1 2-7-16,3-1-3 0,-3 3-4 0,1 1-6 15,6 1-6-15,-14 1-1 0,14-1-1 0,-10 4-5 0,2 0-1 16,3 0 0-16,1 3 0 0,-2-1 2 0,2 5 1 16,0-1 3-16,2 2-6 0,-2 1-2 0,2 6 4 15,4-7 3-15,2 5-6 0,1 1-3 0,-4-1-3 0,9 1 7 16,-6-5-6-16,4 2-3 0,0 0-5 0,3-1 1 15,-4-2-10-15,2-2 3 0,1 0-2 0,0-2-13 0,-1 1-7 16,2-4-7-16,1 3-10 0,-4-6-11 0,4 2-11 16,-2-3-4-16,2-1-4 0,0 2-4 0,1-4 0 15,-2 2 3-15,2-1 2 0,-1-3 6 0,-2-1 9 0,1 0 2 16,0 1 6-16,-2-2 8 0,-2 1 1 0,0-2 9 16,2 0 10-16,-3 2 8 0,-3-2 17 0,3 1 16 0,-3 1 6 31,0 0 12-31,1-2 13 0,-4 2 8 0,5 0 9 15,-3-1 21-15,-1 3-8 0,0-2 1 0,-1 1 10 16,0 4-10-16,0-6-9 0,2 1 12 0,-2 5-21 0,0 0-9 16,-2-5-7-16,2 5-14 0,0 0 14 0,0 0-19 15,0 0-1-15,0 0-7 0,0 0-2 0,0 0-5 16,0 0-3-16,2 16 4 0,-2-11-3 0,1 1-2 0,-1 1 2 16,3-1-6-16,-2 0-4 0,3 5-1 0,-2-4-2 15,0 1-6-15,3 1-2 0,-4-3-2 0,4 1-5 16,-1 1-4-16,0-5 0 0,0 3 1 0,-1-1-1 0,3-1-7 15,-1-1-7-15,-1-1-3 0,4 0-8 0,-2 0 1 16,-6-2 7-16,12-2-5 0,-4 1 3 0,-8 1 0 0,11-3 3 16,-4 2 4-16,2-3 4 0,-2-1 0 0,0 2 3 15,1-3 4-15,-1 0-1 0,1 0 4 0,-1-1 2 16,-3 2 1-16,0 0 3 0,0 0 6 0,3-1-1 0,-6 1 6 31,3 0 1-31,-1 3 0 0,-2-4 0 0,4 4 0 16,-5 2 2-16,2-5-3 0,-2 5 0 0,3-1 0 15,-3 1-3-15,0 0 1 0,0 0 0 0,0 0 1 0,0 0 1 16,0 0-3-16,-1 13 0 0,-1-10 0 0,2 2 1 16,0 0 0-16,0 1-1 0,0-1 2 15,2 0 0-15,-2-1 0 0,1 2-3 0,2-2 3 0,-2 4-2 0,1-6 2 16,0 2-1-16,-2-4 6 0,5 3-9 0,-2 2 4 16,0-4 2-16,-3-1-6 0,10-1 6 0,-10 1-4 15,0 0 0-15,9-3 2 0,-4 0 1 0,-1 0 0 0,-1 0-2 16,0-1 1-16,1-1 0 0,0-1 0 0,0 1-3 15,-1 1 4-15,2-1-2 0,-1-2 4 0,-1 1-3 0,3-2 0 16,-2 0 0-16,-1 2 1 0,2 0 4 0,0-1-6 16,-1 1 3-16,0 1-1 0,1 0 3 0,-1 2 1 15,-2-2 0-15,3 1-5 0,-4 2-2 0,-1 2 0 0,8-4 1 16,-5 3 1-16,-3 1 3 0,9 0-5 0,-9 0-1 31,10 2 9-31,-6 1-8 0,3 0 0 0,1 1 0 16,-3 0 1-16,-1 0 1 0,3 1 3 0,1 1-4 0,-1-1-3 15,-3 1 3-15,3-2-2 0,1 2-1 0,-4-1 0 16,2 0 5-16,-1 0-4 0,-1 0 0 0,-1 1 2 16,1-2-3-16,1 1 1 0,-1 0 2 0,-2-3-2 0,-1 2-1 15,-1 0 0-15,-3 2 3 0,-1-2 3 0,-1 0-3 16,0 0-3-16,-2 1 5 0,1-2-4 0,-2-1 4 16,0 1-2-16,-3 1 2 0,4 0 3 0,-1-2-24 0,1 1-15 15,2-2-13-15,-2 1-17 0,2 1-12 0,-2-2-10 16,4 1-11-16,3-2-15 0,-5 2-28 0,5-2-21 0,0 0-5 15,0 0-23-15,0 0-9 0,8-13-141 0,-6 10-367 16,1-4 163-16</inkml:trace>
  <inkml:trace contextRef="#ctx0" brushRef="#br0" timeOffset="-35378.2">11457 11089 290 0,'-1'-11'327'0,"-3"2"-7"0,4 2-10 0,0 0-9 15,-2 2-14-15,1 0-22 0,1 5-15 0,-1-7-44 16,-1 5-15-16,2 2-22 16,0 0-15-16,0 0-6 0,0 0-12 0,-8 15-10 15,7-6-14-15,2 2-10 0,-2 0-13 0,0 3-4 16,1 3-9-16,0 2-2 0,0 0-5 0,0-1-11 0,4 1-6 16,-2 1-8-16,2-2-2 0,-1 0-3 0,1 1-6 15,0-1-2-15,3-1-6 0,-4 0 8 0,3-3-17 16,0-1-4-16,-2-3-13 0,1 1-2 0,1-1-5 0,2-1-7 15,0-2-8-15,0 1-15 0,-1-1-7 0,0-2-8 16,1-3-11-16,-1 1-5 0,1-2 2 0,-1 1 1 0,2-2 2 16,1-2 3-16,-3 1 6 0,1-2 7 0,-1-1 3 31,0 1 7-31,-2-1 1 0,-1-2 6 0,4 0 5 16,-2 1 3-16,-2-5 1 0,0 3 10 0,-1 0 3 0,-2 0 5 15,2 0 7-15,-1 1 7 0,0-2 7 0,-1 4 6 16,1-1 0-16,-1-2-1 0,-1 3 3 0,0 2-5 15,0 2-7-15,0-5-3 0,0 5-2 0,0 0 0 0,0 0-2 16,0 0-3-16,0 0 6 0,0 0-2 0,0 0 0 16,0 0-2-16,-3 11-5 0,2-5 3 0,1-1 0 15,-2-2 2-15,2 5-5 0,0-3 6 0,0 0 4 0,2 0-9 16,1 1 1-16,-2-1 3 0,3 0-3 0,-2-3-2 16,4 4-5-16,-2-4 5 0,3 1 2 0,-2-1-2 15,3 1-3-15,2-2 5 0,-2 1-3 0,4 0 3 0,-1-1 5 16,3-1-9-16,-2 2 1 0,-4-2-1 0,2 2 2 15,-4-2-2-15,4 0 0 0,-3 0 1 0,0 0-1 0,-2 1 4 16,-5-1-2-16,14 2 1 0,-9-1-1 0,-5-1-2 31,9 1 1-31,-4 0-5 0,-5-1 6 0,8 3 0 16,-8-3 2-16,4 1-1 0,-4-1-2 0,4 3-5 0,-4-3 6 16,0 0 1-16,0 0 7 0,0 0 19 0,0 0 8 15,0 0 19-15,0 0 22 0,0 0 13 0,0 0 8 16,0 0 3-16,0 0 5 0,0 0-2 0,0 0-4 15,0 0-7-15,0 0-9 0,0 0-8 0,-8-10-6 16,8 10-10-16,-3-7-3 0,3 7-10 0,-1-4-6 16,1 4-24-16,0-6-18 0,0 2-38 0,0 4-42 0,1-9-36 0,2 4-60 15,-3 1-69-15,3-1-77 0,-2-2-363 0,0 0-745 16,2-3 329-16</inkml:trace>
  <inkml:trace contextRef="#ctx0" brushRef="#br0" timeOffset="-35176.35">11678 11237 154 0,'0'0'497'0,"-10"-1"14"0,10 1-20 16,-6-3-33-16,6 3-39 0,-2-4-38 0,2 4-35 15,0 0-34-15,0 0-31 0,8-8-36 0,-4 7-40 0,4-1-37 16,2 0-50-16,1 1-64 0,0 2-53 15,2-1-84-15,1 2-75 0,-1 1-87 0,0-2-91 0,0 0-301 16,1 0-690-16,-6 1 306 0</inkml:trace>
  <inkml:trace contextRef="#ctx0" brushRef="#br0" timeOffset="-4970.89">12302 11200 36 0,'4'-10'380'16,"-3"0"10"-16,-1-1-9 0,0 3 3 0,0-2-5 15,4 2-6-15,-1-2-15 0,-2 5-14 0,2-2-10 16,-1 0-15-16,-1 2-18 0,0 0-19 0,1 1-22 16,-1 0-26-16,-1 4-24 0,0-5-24 0,0 5-21 15,3-2-17-15,-3 2-20 0,0 0-16 0,0 0-8 16,5 14-11-16,-2-7-7 0,-2 5-12 0,-1-1-8 0,3 5-8 15,-2 1-4-15,1 1-4 0,0 0-4 0,-2 0-5 16,0-1-5-16,0 1-4 0,3-1-4 0,-3 1 2 16,0-4-4-16,0-3-5 0,1 3-1 0,1-1-9 15,-2 0-20-15,0-3-27 0,0 1-31 0,0-3-32 16,0 0-42-16,3-1-28 0,-1-2-25 0,0 0-21 0,-1-2-31 0,3 2-36 16,1-3-39-16,-1-1-52 0,-4-1-54 0,10 2-241 15,-10-2-721-15,0 0 319 0</inkml:trace>
  <inkml:trace contextRef="#ctx0" brushRef="#br0" timeOffset="-4535.92">12555 11275 56 0,'1'-2'246'0,"-1"2"-16"0,0 0-12 16,0 0-17-16,0 0-15 0,0 0-17 0,0 0-14 16,0 0-18-16,0 0-12 0,0 0-7 0,0 0-1 15,0 0-1-15,0 0-2 0,0 0-2 0,-15 9-1 16,11-6-2-16,0 0-2 0,-3 0-6 0,-1 1-3 16,-1 0-4-16,3 1 2 0,-4 0-4 0,0-1-4 15,0 0-8-15,1 2 0 0,-2-1-7 0,3-4 3 0,-2 6-13 0,3-3-5 16,-1-2-2-16,0 1-5 0,3 0-6 0,-1-1 0 15,-1 0-7-15,5-1-2 0,2-1-5 0,-9 4-7 0,9-4 3 16,-5 1-8-16,5-1-1 0,0 0 1 0,-3 2 2 16,3-2 0-16,0 0 2 0,0 0-1 0,0 0-3 15,11 6 4-15,-11-6-11 0,8 2 18 0,0-2-15 16,-2 1-7-16,2 0-4 0,-4 0 6 0,4 2-2 16,0-1 3-1,1 0-5-15,-1-1 0 0,-2 2-1 0,3-1-5 16,-2 2 4-16,1-1-2 0,-2 0-2 0,4 0 1 0,-6 0-22 15,4 2-13-15,-1-1-19 0,1-2-20 0,-1 2-37 16,-3-1-36-16,3 1-46 0,1-1-55 0,-4-3-58 0,4 2-213 16,-1 0-561-16,1-1 249 0</inkml:trace>
  <inkml:trace contextRef="#ctx0" brushRef="#br0" timeOffset="-4301.82">12728 11285 313 0,'0'0'378'0,"0"0"-15"16,0 0-26-16,0 0-22 0,0 0-22 0,0 0-29 16,1-5-23-16,-1 5-28 0,11-2-13 0,-2 1-29 15,2 1-10-15,0-2-29 0,4 1-28 0,1 1-42 16,2-2-44-16,1 2-50 0,1 0-53 0,-2-2-51 0,-2 2-63 15,-2-1-59-15,-3 0-219 0,1 1-515 0,-1 0 229 0</inkml:trace>
  <inkml:trace contextRef="#ctx0" brushRef="#br0" timeOffset="-4117.75">12843 11362 33 0,'-4'1'305'0,"4"-1"-6"0,-5 3-1 0,2-1-8 0,3-2-10 15,-5 2-3-15,5-2-12 0,0 0-17 0,0 0-13 16,0 0-23 0,17 0-27-16,-7 0-18 0,2 0-16 0,0-2-28 0,4 0-42 15,1 1-61-15,0 0-66 0,1-1-65 0,4 0-72 16,-6 1-91-16,-2 0-203 0,2 0-515 0,2-3 229 16</inkml:trace>
  <inkml:trace contextRef="#ctx0" brushRef="#br0" timeOffset="-3833.49">13223 11143 70 0,'0'-6'397'0,"0"6"-5"0,0 0-10 16,0-6-8-16,0 6-13 0,0 0-19 0,0-4-27 15,0 4-29-15,0 0-27 0,0 0-32 0,0 0-23 16,0 0-24 0,0 0-18-16,0 0-14 0,6 10-18 0,-3-3-12 15,0-1-11-15,1 2-9 0,-3 0 0 0,2 1-19 16,1 3-7-16,2 0-6 0,-2-2-6 0,0 3-1 0,-2-1-34 16,4 0-36-16,-1 0-40 0,-2-1-34 0,1 0-41 15,-1-1-43-15,3 0-59 0,0 0-63 0,-2-3-71 16,0 0-253-16,-1-2-666 0,3-2 295 0</inkml:trace>
  <inkml:trace contextRef="#ctx0" brushRef="#br0" timeOffset="-3614.75">13446 11368 1 0,'0'0'360'0,"0"0"-14"15,0 0-13-15,0 0-25 0,0 0-8 0,0 0-7 16,0 0-10-16,2 3-13 0,-2-3-19 0,0 0-21 15,-2 10-24-15,2-10-18 0,-2 7-15 0,-2-2-17 16,3-1-13-16,0 1-13 0,-2 2-16 0,0-2-9 16,-4 4-27-1,6-3-41-15,-3 1-42 0,0-1-44 0,-1 2-42 0,-1 0-51 16,3-3-58-16,0 1-69 0,-1-2-74 0,0 1-192 16,1-1-579-16,2-2 257 0</inkml:trace>
  <inkml:trace contextRef="#ctx0" brushRef="#br0" timeOffset="-3248.12">13561 11186 388 0,'-2'-4'389'0,"2"4"-26"15,0 0-23-15,0 0-23 0,-2-3-29 0,2 3-20 16,0 0-20-16,7-5-21 0,-7 5-26 0,0 0-12 16,0 0-26-16,15 8-15 0,-11-5-11 0,0-1-16 15,-1 2-12-15,5-2-12 0,-4 4-8 0,0-1-13 0,-1 1-8 16,1 0-14-16,0 1 3 0,-4-1-2 0,4 2-11 0,-4-1 0 16,0-1-5-16,-2 4 8 0,0-3 16 0,2-1 13 15,-4 3 5-15,-1-1 8 0,0-2 6 0,4-1 3 16,-7 3-2-16,4-4-3 0,1 1-7 0,-1 0-12 0,4-1-6 15,-4-2-2-15,1 1-7 0,3-3-4 0,-3 7-7 16,3-7-2-16,0 0-5 0,6 3-13 0,-1-1-25 16,-5-2-30-16,15 1-39 0,-1-2-57 0,2 1-48 0,-3-2-53 15,8 1-61-15,-2-1-75 0,-1-1-82 0,1-2-248 16,0 3-746-16,0-1 331 0</inkml:trace>
  <inkml:trace contextRef="#ctx0" brushRef="#br0" timeOffset="-3047.35">13888 11373 298 0,'0'0'298'0,"0"0"-11"16,-3 4 0-16,3-4-17 0,0 7-12 0,0-4-16 16,0-3-22-16,0 7-19 0,-3-1-19 0,3-1-24 15,0-1-4-15,-1 1-16 0,-2-1-17 0,0 1-14 0,-2 0-5 16,1 1-40-16,1 1-44 0,-1-2-56 0,-3 0-53 15,5-1-66-15,-3 0-68 0,4 0-257 0,-5-1-523 16,4 1 232-16</inkml:trace>
  <inkml:trace contextRef="#ctx0" brushRef="#br0" timeOffset="-2829.82">14205 11249 202 0,'0'0'369'0,"0"0"-20"0,0-5-34 0,0 5-28 16,2-3-29-16,-2 3-24 0,0 0-26 0,0 0-26 16,7-1-27-16,-7 1-45 0,0 0-52 0,14 2-57 15,-14-2-60-15,9 3-71 0,-3-3-78 0,3 0-181 16,-5 1-421-16,5 2 187 0</inkml:trace>
  <inkml:trace contextRef="#ctx0" brushRef="#br0" timeOffset="-2645.97">14467 11244 137 0,'0'0'440'0,"0"0"-5"0,3-3-20 0,1 1-17 16,-4 2-24-16,10-3-30 0,-5 1-30 0,2 1-33 15,-7 1-26-15,12-2-25 0,-4 0-24 0,0 1-21 16,-1 0-41-16,1 0-56 0,3-2-73 0,-3 3-72 0,2-1-79 16,-3 1-83-16,3 0-90 0,-3-1-281 0,0 1-640 15,0-1 284-15</inkml:trace>
  <inkml:trace contextRef="#ctx0" brushRef="#br0" timeOffset="-2228.87">14916 10919 106 0,'-1'-5'463'0,"1"0"-5"16,-2 2-16-16,2 3-22 0,-2-8-33 0,0 5-36 16,2 3-36-16,0 0-34 0,0 0-27 0,0 0-28 15,0 0-24-15,10 9-9 0,-4 0-28 0,0 2-17 16,1 0-14-16,-2 6-15 0,6 1-9 0,-3 2-11 15,2 4-10-15,2 2-9 0,-4-2-6 0,0 2-9 0,2-1-6 0,-5-4-3 16,-1-2-12-16,2 3-22 0,-5-1-22 0,3-4-29 31,-4 0-17-31,3-5-35 0,-2 0-29 0,4-1-28 16,-5-4-25-16,1 1-26 0,-1 0-25 0,0-3-33 0,-1 0-55 16,2-1-73-16,-1-4-203 0,0 4-627 0,0-4 278 15</inkml:trace>
  <inkml:trace contextRef="#ctx0" brushRef="#br0" timeOffset="-1726.08">15285 10985 11 0,'0'0'329'0,"0"0"-19"0,1-5-23 15,-1 5-27-15,0 0-23 0,0 0-17 0,0 0-12 16,0 0-14-16,-19 8-12 0,13-6-11 0,-3 4-4 0,-2 1-1 16,0-1-8-16,-1 3-6 0,1 3-1 0,-4-2-11 15,0 1 0-15,-2 1-6 0,1-1-4 0,-1 0 5 0,0 0-7 16,-2 0-6-16,6 0-5 0,-5 1-5 0,7-6-6 15,-4 3-5-15,7-3-12 0,-3 2-9 0,3-1-11 0,1-4-4 16,3 0-6-16,-1 2-8 0,-1-2 0 0,6-3-5 16,-5 2-2-16,2 1 2 0,3-3 6 0,-1 3 2 15,1-3-6-15,0 0-5 0,0 0-3 0,12 2-8 0,-12-2-1 16,12-2-3-16,-2 2-3 0,2 0-2 0,2 0-4 16,-1 0 2-1,1 0 3-15,-1 0-9 0,1 3-5 0,-3-2 2 16,5 2-2-16,-3 0-4 0,1-1 3 0,-1 1-3 0,-1 0-4 15,2 1-1-15,-3 1 2 0,2 0 1 0,-3 1-3 16,1 1-3-16,-1-1-3 0,1 0-10 16,-4 1-5-16,2 3-3 0,1-3-1 0,0 4-11 0,-1-5-3 15,-4 3-1-15,2-4-7 0,0 4-10 0,4-3-10 16,-7 0-15-16,4-1-14 0,1-2-17 0,-3-1-33 0,2 0-40 16,-2 2-47-16,1-2-56 0,0-2-76 0,-7 0-272 15,12-2-689-15,-6 2 304 0</inkml:trace>
  <inkml:trace contextRef="#ctx0" brushRef="#br0" timeOffset="9028.42">9085 12396 187 0,'0'-4'274'0,"0"4"-9"16,-1-7-4-16,-1 2-15 0,2 0-4 0,-1 0-14 15,1 5-11-15,-3-4-8 0,3 4-16 0,-4-6-20 16,1 3-16-16,3 3-17 0,-9-3-13 0,5 1-15 16,4 2-7-16,-15 2-17 0,4 0-7 0,-1 1-5 15,-4 0-11-15,3 3-4 0,0-1-4 0,-2 0-9 16,1 2 2-16,2-2-13 0,2 1-3 0,2-1-7 15,-1 2 1-15,3-2-4 0,1 0-4 0,1 4-1 16,1-3 0-16,3 2-1 0,0 0 5 0,3-1-1 0,2 2 1 16,2 1-4-16,0-2 0 0,6 1 0 15,2 3 0-15,0-2-5 0,0 0 2 0,4 0-3 0,-5-1-4 16,2 0 5-16,-2-1 3 0,2 1-10 0,-5-3-3 16,3 3-2-16,-3-1 5 0,-2-2-1 0,3 3-3 15,-5-1-5-15,1 0 5 0,-1-1-5 0,0 1 13 16,-3-1-11-16,0-1 2 0,0-1-4 15,0 2 1-15,-4-1-2 0,3-3 4 0,-3 2 0 16,1 2 2-16,-1-2-5 0,-1-2 6 0,-2 3 0 0,0-4-4 16,-2 3-3-16,2-2 1 0,-2-1-4 0,-3 1 8 15,0 0 3-15,-2-1-3 0,2 1 4 0,-4-1 3 16,-1 0 4-16,3-1 0 0,-1 1 4 0,1-1-9 0,1-1 0 31,-1 1-1-31,6-1-7 0,-4 1 18 0,8-1-13 16,-11 0 8-16,11 0-11 0,0 0 3 0,-10-1-2 15,10 1-4-15,0 0-8 0,-1-2-6 0,1 2-12 0,0 0-5 16,15-7-11-16,-6 2-8 0,1 1-8 0,5 0-6 16,-1-1-7-16,5-4 2 0,-3 3-13 0,6-5 0 0,-2 4-3 15,-1 0-10-15,2-4 1 0,0 4 2 0,0-1 3 16,-2-1 11-16,-4-2 9 0,1 3 6 0,-2-2 3 16,-2 3 10-16,-3-1 6 0,1-1 1 0,-2 0 12 0,-4 4 7 15,3-1 17-15,-2-1 10 0,0-2 15 0,-4 2 10 16,3 3 11-16,-4-3 10 0,0 0 4 0,0 1 11 15,0 2 2-15,0-2 0 0,-4 3 1 0,3-1 3 0,-1 1 4 16,2 3-3-16,-3-7-6 0,3 7 2 0,-4-3-15 16,4 3-4-16,0 0-1 0,-5-1-10 0,5 1-5 15,0 0-1-15,0 0-4 0,-12 4-8 0,9 0 2 0,-1 1 1 32,1-4-11-32,0 4 8 0,2-2-3 0,-2 4-4 15,-1-3 7-15,4 5-7 0,-1-4-1 0,-2 1 1 16,3 2-4-16,0-1 4 0,0 0-3 0,0 1-2 0,0-2 5 15,0 2-7-15,3-1 3 0,-2 0 6 0,1-2-6 16,3 1-5-16,-1 1 17 0,0-2-15 0,3 0-5 0,1 0 1 16,0-1-8-16,2-1-13 0,2 1-6 0,-1-4-17 15,0 1-14-15,4 0-20 0,-3-2-17 0,3 0-16 16,-3-1-17-16,3 0-18 0,-4-3-17 0,0 1-10 0,1-1-15 16,-1-2-12-16,-4-1-9 0,6 0-5 0,-3-2-2 15,1 0-113-15,-3 0-356 0,-3-1 158 0</inkml:trace>
  <inkml:trace contextRef="#ctx0" brushRef="#br0" timeOffset="9312.91">9553 12510 917 0,'4'-12'-70'0,"-1"1"39"0,-2-3 25 15,-1 2 12-15,-1 0 22 0,-2-1 28 0,-1 1 22 16,3 2 21-16,-2-2 14 0,-1 2 22 0,1 4 15 16,3-1 9-16,-4-2 11 0,4 6 8 0,-3-4-1 15,2 1 1-15,-2 2-1 0,2 0-4 0,0 0-7 16,1 4-15 0,-2-6-16-16,2 6-14 0,-1-5-17 0,1 5-9 0,0 0-15 15,0 0-13-15,0 0-3 0,0 0-6 16,0 0-8-16,0 0-1 0,0 0-5 0,0 0-10 0,-3 13-2 15,3-13-8-15,4 8 6 0,-4 0-1 0,2-1 0 16,-2-1-6-16,0 3-4 0,1-1 1 0,0 2 1 16,-1 0-5-16,4 0 1 0,-4 3 4 0,0-3-6 0,3 2-4 15,-3-5 5-15,0 5-15 0,4-1 12 0,-3-1 2 0,2 4-10 16,0-4 3-16,1 0 7 0,2 1-6 0,1 0-7 16,-2-2-7-16,0 1-17 0,1-1-16 0,-2-4-16 0,4 3-29 15,-3-2-23-15,3 1-32 0,-2-2-33 0,-1-1-41 16,6-2-42-16,-7 2-48 0,0-3-184 0,3-1-525 15,-3 2 232-15</inkml:trace>
  <inkml:trace contextRef="#ctx0" brushRef="#br0" timeOffset="9580.6">9485 12499 35 0,'-5'-2'250'0,"5"2"-12"15,0 0-7-15,0 0-6 0,0 0-9 0,0 0-13 16,-3-2-14-16,3 2-17 0,0 0-14 0,0 0-17 16,0 0-14-16,8-4-15 0,-8 4-9 0,10-3-8 15,-5 0-12-15,3 1-11 0,-1 0-7 0,4 0-7 16,1 1-7-16,-1 0-9 0,4-3-23 0,-1 1-28 0,-1 1-43 0,1-2-44 15,-1 2-45-15,-1 0-47 0,1-1-213 0,-6 1-432 16,2-1 192-16</inkml:trace>
  <inkml:trace contextRef="#ctx0" brushRef="#br0" timeOffset="10048.92">9515 12335 156 0,'0'0'253'0,"-1"-4"10"0,-1 0 5 0,2 4-13 15,0-7-1-15,0 7-11 0,-1-5-10 0,1 5-16 0,0 0-20 16,0 0-22-16,0 0-17 0,-2-3-23 16,2 3-14-16,0 0-14 0,0 0-12 0,0 0-7 15,0 0-7-15,-9 14-10 0,8-10-9 0,-2 1-3 0,3 1-6 16,0 1-3-16,-1 2-16 0,1 0-18 0,0-2-17 0,1 3-22 16,2 2-33-16,-2-1-37 0,4 2-45 0,2 0-60 15,0-3-68-15,-3 2-213 0,3-1-518 0,1-1 230 0</inkml:trace>
  <inkml:trace contextRef="#ctx0" brushRef="#br0" timeOffset="10768.21">9648 12661 205 0,'0'0'214'0,"0"0"-12"0,-16 5-15 16,16-5-16-16,0 0-14 0,0 0-8 0,0 0-5 15,0 0-13-15,0 0-11 0,0 0-11 0,0 0-6 16,18 4-13-16,-18-4-10 0,9 0-8 0,-9 0-7 0,8 0-5 0,-8 0-6 0,10 1-7 16,-10-1-3-16,4 0-5 0,-4 0-3 0,11 1-8 15,-11-1-6-15,4 2-28 0,-4-2-28 0,5 1-37 16,-5-1-58-16,0 0-52 0,0 0-171 0,6-4-380 16,-6 4 168-16</inkml:trace>
  <inkml:trace contextRef="#ctx0" brushRef="#br0" timeOffset="28664.54">10345 12954 8 0,'0'0'372'0,"0"0"5"0,0 0-9 0,0 0 1 15,0 0-21-15,0 0-5 0,0 0-8 0,0 0-17 16,0 0-14-16,0 0-9 0,0 0-13 0,6-14-9 16,-3 10-13-16,-3 0-16 0,3 1-13 0,-2-2-17 15,6-2-14-15,-6 3-13 0,2-2-15 0,-2-2-6 16,2 2-15-16,0-2-10 0,0-2-6 0,-2 2-14 16,2-4-12-16,-2 3-7 0,-1-5-10 0,4-2-7 15,-4-2-9-15,0-3-8 0,0 1-11 0,-4-6-1 16,8 0-10-16,-6 5 0 0,0-2-9 0,1-4 0 15,-2 0-6-15,2 7-1 0,-2-1-4 0,0 0-3 16,3 0 3-16,-3 2-7 0,3-1 9 0,0 2-11 16,-1 0-3-16,-2 1 0 0,2 4 0 0,-4 2 2 0,3 0-4 15,2 2-5-15,-2 1 1 0,3 2 11 0,-2-1-13 16,1 2 2-16,-2 0-5 0,2 0 2 0,0 5-6 16,-3-6 8-16,3 6-11 0,0-5-3 0,0 5-3 15,-1-4-4-15,1 4-1 0,0 0-5 0,0 0 1 0,0 0 2 0,0 0 4 16,0 0 0-16,0 0 4 0,-4 15 1 0,4-8-6 15,0 0-3-15,0-3 6 0,-1 4 2 0,1 1 3 0,0 0-7 16,0 1-11-16,0 2-3 0,1-1-2 0,-1 1-4 16,0 1 0-16,1 0-4 0,2-2 3 0,-3 2-2 31,4 0-2-31,-2-3-4 0,0 3 1 0,5-3 4 0,-3-1 3 16,0 1-4-16,2-2-1 0,-1 1 2 0,1-3 1 15,0-1 6-15,1-1-2 0,1-1 5 0,-1 0 1 16,5-1 1-16,-5-2 2 0,7-2 1 0,-2 0 4 0,-1-2 0 15,0 0 5-15,1-2-3 0,0-1 5 0,-1-2 1 16,0 0-2-16,0-2 5 0,0-4 0 0,-2-1 2 0,-2 1 1 16,0-1 4-16,-2 4-2 0,-1-5 2 0,-1 5 1 15,1 1 6-15,0-2 2 0,-4 3 6 0,3 0 8 16,-2 0 10-16,-2 3 2 0,2-1 7 0,-1 4-2 0,2-2 0 16,-2 2-2-16,0 4-6 0,1-6-6 0,-1 6-2 15,0-2-6-15,0 2-8 0,0 0-5 0,0 0 1 16,0 0-2-16,0 0 1 0,0 0-2 0,2 13-1 0,2-4-1 15,-2 1 1-15,-2 2-1 0,0 1 4 16,3 0-4-16,-2 5 1 0,3-2-2 0,-1 2 1 16,1 0 0-16,-1 0-1 15,1-2 3-15,0 2 0 0,-2-1-4 0,4 0-4 16,-2 0-15-16,-1-3-16 0,-2-2-23 0,3 0-36 16,-2 1-36-16,2-2-54 0,-1 2-35 0,-2-4-37 0,0 0-41 15,6-3-48-15,-3 1-68 0,-3-1-354 0,2-1-832 16,0-1 368-16</inkml:trace>
  <inkml:trace contextRef="#ctx0" brushRef="#br0" timeOffset="29115.06">10845 12712 44 0,'0'-5'324'0,"0"5"-18"0,0 0-25 0,0 0-20 0,0 0-25 16,0 0-27-16,0-4-20 0,0 4-21 0,0 0-11 15,0 0-19-15,0 0-10 0,2 15-5 0,-1-9-11 16,-1 0 0-16,0 2-5 0,1 0-10 0,1 2-7 16,-1 0-5-16,2 1-15 0,-1 1-1 0,0 0-11 0,-2-1 4 15,1 3-9-15,-1-3-7 0,0 1 4 0,0 0-13 16,0-2-5-16,0 0 11 0,0-1-18 0,0 2 1 0,0-4-3 15,0-1-5-15,0 1-16 0,1-2-20 0,-2 0-24 16,2-1-22-16,-1-4-22 0,0 7-22 0,0-5-33 31,0-2-49-31,0 0-50 0,0 0-242 0,0 0-523 0,0 0 232 16</inkml:trace>
  <inkml:trace contextRef="#ctx0" brushRef="#br0" timeOffset="29584.7">11014 12818 99 0,'0'0'205'0,"2"-5"-9"15,-2 5 0-15,0 0-10 0,3-2-10 0,-3 2-9 0,0 0-12 16,0 0-11-16,0 0-13 0,0 0-13 15,0 0-9-15,0 0-9 0,0 0-14 0,0 0-8 16,0 0-6-16,0 0-5 0,0 0 4 0,0 0-2 0,0 0 3 16,0 0-2-16,-12 7-2 0,8-4 0 0,0 0 0 15,0 1 0-15,0-2-1 0,-2 2 0 0,-2-2-1 16,3 3 2-16,-2 0-3 16,0-2 9-16,0 0-12 0,-1 0 3 0,1 3 16 15,-1-4-19-15,3 2 1 0,-5-3 1 0,3 2-4 16,1-3-1-16,0 4-1 0,2-2-10 0,-3-1-6 0,7-1 1 15,-5 3-7-15,5-3 5 0,-6 3-11 0,6-3 2 16,-4 2 0-16,4-2-6 0,0 0 5 0,0 0 4 16,0 0-3-16,0 0-5 0,0 0 0 0,0 0-1 0,0 0 1 15,10 5-3-15,-6-3-7 0,3 0 0 0,-2-1 3 16,-1 2 2-16,3-1-12 0,0-1 3 0,-2 1-6 16,9 1 6-16,-7-2-10 0,1 2-5 0,1-1 7 0,-2 1 1 31,1-1 0-31,3 1-8 0,-1 1-4 0,-1-2-25 15,0 1-20-15,1-1-19 0,-3 0-30 0,0 0-38 16,2-1-38-16,-2 1-46 0,1-2-39 0,-1 1-64 0,0-1-198 16,-7 0-566-16,11 0 251 0</inkml:trace>
  <inkml:trace contextRef="#ctx0" brushRef="#br0" timeOffset="32167.22">11521 12186 4 0,'-8'-16'350'15,"2"-4"1"-15,1 4-7 0,1 4-7 0,-1 1-14 16,-1 0-9-16,5 1-14 0,1 5-30 0,-3 0-25 0,2 1-33 0,-1 0-21 15,2 4-28-15,0 0-17 0,0 0-17 0,0 0-7 16,3 19-14-16,2-7-11 0,1 6-12 0,2 1-6 16,-1 1-6-16,1 8-11 0,-1 1-3 0,1-3-1 15,0 2-10-15,-1 0 2 0,-3-1-17 0,0-3-13 16,2 4-16-16,-5-8-24 0,3 1-14 0,-3-1-24 0,2 8-23 16,-2-10-27-16,-1-5-37 0,0 0-40 0,3 0-45 15,-3-3-57-15,0-2-285 0,0-2-619 0,0 1 274 16</inkml:trace>
  <inkml:trace contextRef="#ctx0" brushRef="#br0" timeOffset="32595.22">11381 12459 87 0,'-8'-2'318'16,"8"2"-20"-16,0 0-23 0,0 0-17 0,0 0-26 15,0 0-20-15,0 0-22 0,0 0-17 0,0 0-18 16,16-6-19-16,-5 5-12 0,1 0-11 0,1 1-14 16,2 0-10-16,-1 0-6 0,2-2-11 0,-2 2-6 0,7 2-8 15,-5 0-5-15,3-1-7 0,-4 1-3 0,0-1-5 16,0 1-3-16,-1 1-3 0,-2 2-4 0,-1-3-4 0,1 1-2 31,-4 1-2-31,-1-1-1 0,0 3-5 0,2-2 0 16,-2 0-1-16,-1 1-1 0,-2 1-3 0,0 1 0 0,2-4-1 15,0 5-1-15,-3-1-5 0,1 0 6 0,1-2-3 16,-1 3 0-16,2-3 1 0,-4 0 6 0,2 0 5 16,1-1 12-16,-1-1 6 0,1 1 4 0,2-3 3 0,-2 0 2 15,2-1 4-15,-7 0-3 0,17-4-1 0,-7 2 5 16,-3-2 7-16,4-3 4 0,-3 0 0 0,0-1-3 16,-1-1 3-16,-3-1 1 0,0-2-8 0,3 2-2 0,-6-1-7 15,1-1-2-15,-2 1-4 0,-2 2-3 0,-1 1-5 16,-2 2-4-16,1-5-4 0,0 5-5 0,-3 2-7 15,-1-1-25-15,0 4-18 0,0-2-32 0,-5 3-21 0,0 0-39 16,2 3-37-16,-1 0-30 0,0 3-46 0,3-2-59 16,0 3-274-16,4 0-618 0,2 2 273 0</inkml:trace>
  <inkml:trace contextRef="#ctx0" brushRef="#br0" timeOffset="33130.52">12583 12443 5 0,'0'-4'270'0,"0"1"-12"0,0 3-13 0,0-8-10 0,-1 3-15 15,1 1-8-15,-3-1-11 0,3 5-13 0,-5-6-10 16,4 3-14-16,-1-1-15 0,-1 0-14 0,-2 2-11 16,1-1-11-16,-2 2-9 0,-2 0-10 0,8 1-4 0,-13 0 0 31,3-2-8-31,-1 4-5 0,2-1-6 0,-4 1-6 16,3 1-1-16,-1 1-8 0,-3 1-4 0,2 0-7 0,2 0-1 15,1 0-5-15,2 6-8 0,-2-6 9 0,3 1-18 16,-2 1 2-16,3-1 2 0,3 1-4 0,-2 1 1 15,4-1 1-15,0 1-6 0,4-2-2 0,-1 0-2 0,1 1 4 16,4-1-2-16,-1-2-1 0,3 1-2 0,3-3-3 16,-3 1-6-16,3-6 5 0,-2 4 2 0,3-2-8 15,-4-1 0-15,4-2 3 0,-3 0-1 0,1 1 1 0,-1-6-1 16,-3 2-2-16,2 0 5 0,-5 1-2 0,1-3 0 16,-2 4 6-16,0-4 18 0,-3 3 17 0,2-2 10 0,-2 3 8 15,-1 0 10-15,3 0 0 0,-3 1 0 0,0-1-6 16,0 5-9-16,0-7-10 0,0 7-4 0,1-2-14 15,-1 2-5-15,0 0-8 0,0 0-21 0,0 0-12 0,0 0-14 16,0 11-5-16,2-7-15 0,-1 1-21 0,3 2-11 16,2-1-23-1,-1 3-23-15,1 0-26 0,2 1-29 16,-2-3-37-16,3 3-43 0,0-4-53 0,1 0-218 0,-2 1-575 16,0-3 255-16</inkml:trace>
  <inkml:trace contextRef="#ctx0" brushRef="#br0" timeOffset="33481.71">12715 12332 205 0,'-4'-2'245'0,"4"2"-26"0,0 0-20 0,0 0-3 0,0 0-15 16,0 0-13-16,0 0-5 0,-4 8-13 0,8 0-14 15,-1-4-8-15,1 5-11 0,0 0-9 0,2 0-12 16,-1 0-8-16,2 1-10 0,2-3-7 0,-2 4-8 15,0-2-5-15,5 0-4 0,-5-3-3 0,3 5-4 0,-1-5-5 16,-2-1-4-16,0-1-4 0,-2-1-2 0,4 0-5 0,0-3 0 31,-2 2-2-31,-7-2-4 0,14-4-1 0,-10 1 7 16,2-1-6-16,-2-1 0 0,0-1 14 0,0-1 5 16,0-2 3-16,3-1 2 0,-7 1-5 0,4-1 4 0,-3-2-1 15,2 2-2-15,-3 1 2 0,2-1-3 0,-2 3-3 16,0 0 0-16,0 1-7 0,4 0-8 0,-4 1-14 15,0 5-30-15,1-3-38 0,-1 3-10 0,0 0-11 0,0 0-26 16,0 0-28-16,0 0-26 0,7 8-28 0,-3-2-37 16,4 0-34-16,-4 0-140 0,0 0-431 0,6 0 191 15</inkml:trace>
  <inkml:trace contextRef="#ctx0" brushRef="#br0" timeOffset="34318">13112 12351 270 0,'0'0'273'0,"-4"-7"-3"16,2 4-12-16,-1-2-6 0,-2 2-7 0,0 1-23 16,3-2-16-16,2 4-21 0,-9-6-10 0,5 5-20 15,0 0-20-15,4 1-10 0,-15 1-13 0,7 0-16 16,4 4-9 0,-4-3-10-16,3 1-4 0,-1 1-5 0,-1 3-7 15,3-1-13-15,-2-2-3 0,2 4-5 0,-2 1-1 0,3-1-6 16,3-2-1-16,-1 1-9 0,1-1-3 0,1 0-2 15,-1 1-3-15,3-1-2 0,3-1-5 0,-4-1-2 16,5-1 0-16,-2 1 4 0,1-3-11 0,2 0-4 0,-2 2 1 16,3-5-6-16,-1 1 5 0,2-1-1 0,-1 0-1 15,-1 1 5-15,0-3-5 0,-1 0 7 0,3-1-3 0,-2 1 0 16,0-1 2-16,4-1 1 0,-6 2-1 0,2 1 5 16,-3 0-4-16,2-2 1 0,5 0-2 0,-2 2-2 15,0-1-1-15,0 1 4 0,-3 3-1 0,4 0 5 0,-3 0-4 16,2 0-2-16,-1 0 3 0,-3 0-3 0,6 4 0 31,-5-1 1-31,1-1 0 0,-2 2-3 0,0 0 4 16,2 0-2-16,-2-2-1 0,-2 2 3 0,0 1-7 0,1-1 3 15,-2 3 0-15,0-2 1 0,-2 0 3 0,3-1-4 16,-4 1 3-16,-1-1 3 0,-2-1-3 0,0 1 1 0,3-4-1 16,-8 4 0-16,4-1 1 0,0-2 1 0,4-1-2 15,-10 0 4-15,10 0 0 0,-8-2 2 0,8 2-2 16,-8-3 5-16,6 0-4 0,2 3-3 0,0 0 1 0,2-10-4 15,1 5-5-15,5-2-13 0,2 0-5 0,-1 1-21 16,5-1-21-16,-2 1-17 0,4-2-12 0,2-1-13 16,1 1-13-16,3-1-3 0,-2 0 10 0,10 3 2 0,-4-5 7 15,-4 4 5-15,-4 0 15 0,0 1 8 0,-4 1 6 16,-3 0 24-16,-2 0 34 0,-2 2 29 0,1-2 15 0,-4 3 5 16,-2-1-2-16,-1-1 1 0,-1 4 6 0,0 0 10 15,-7-4 0-15,7 4 0 0,-12-1 0 0,12 1-1 16,-16 1 8-16,5 2-4 0,1-1-3 0,-1 1 0 15,-2 1-7 1,5 1-1-16,-3 0-4 0,1 4-2 0,1-4-5 16,-1 4-6-16,1-2-2 0,2 0-1 0,0 1 6 0,4-3-11 15,1 5 2-15,-2-3-4 0,2-2 0 0,2 0-2 16,0 2-1-16,0-4-1 0,2 1-2 0,2 0-4 16,0-2 1-16,0 1-6 0,1-2 0 0,1 0 0 0,3-1-1 15,-9 0-3-15,13-1 5 0,-7-1-3 0,4 0-1 16,-3-3 3-16,0 0 4 0,-2 0 0 0,1 0-1 0,1-3 7 15,-2 4 17-15,0-2 18 0,-1 0 17 0,-2 2 12 16,0 0 10-16,1 0 6 0,1-2 0 0,-4 2-3 16,5 2-1-16,-5 2-9 0,0-6-12 0,2 2-11 0,-2 4-11 15,2-2-5-15,-2 2-23 0,0 0-2 16,0 0-7-16,0 0-4 0,0 0-15 0,14 3-15 0,-8 3-13 16,0-2-21-16,1-3-21 0,3 3-21 0,-2 1-20 15,5-2-21-15,1 2 0 0,5-2-30 0,-1 1-27 0,5-3-35 31,-3 1 0-31,-2-1 7 0,-2-1-171 0,-2 0-432 16,5-1 192-16</inkml:trace>
  <inkml:trace contextRef="#ctx0" brushRef="#br0" timeOffset="34819.64">13858 12344 766 0,'5'-3'-32'0,"-2"-2"37"0,1 0 33 15,-4 2 28-15,0-1 24 0,0-1 35 0,0 5 19 16,-3-7 14-16,2 5 7 0,1-3 2 0,0 5 2 16,-4-4-6-16,1 2-11 0,3 2-9 0,0 0-11 15,-9-2-16-15,9 2-8 0,0 0-10 0,-8 7 2 16,4-4-6-16,2 2-4 0,-1 0-5 0,2 4-6 0,1 0 0 0,0 2-15 15,0 5-8-15,1 0-2 0,2 3-5 0,0-1 0 16,2 3-7-16,1 4-5 0,-1 2-3 0,3-3-4 16,-1 3-1-16,1 0 5 0,-1-6-12 0,-2 4-2 0,4 1-3 15,0 1-1-15,-5-8 2 0,0-1-4 0,-1-2 0 0,1-3 6 16,-2 0-10-16,-2-1-4 0,-2-2 7 0,-5 0 20 16,6-3 26-16,-5-2 28 0,-3-1 13 0,4-2 9 31,-5-1 17-31,3-2 5 0,-5-1 10 0,1-1-8 0,0-3 0 15,0-3-3-15,3 0-4 0,-1-2-10 0,-1-4-8 16,5 2-5-16,-1-5-15 0,3 0-11 0,6-2-14 16,0 1-18-16,8-7-22 0,-2 0-14 0,5 2-15 0,2 0-4 15,-1 2-17-15,0 4-1 0,0 3-5 16,0 4-2-16,-3-2-7 0,2 0-6 0,1 1 7 0,-4 3 0 16,-2 0 0-16,2 1 9 0,-3 0 0 0,2 3 2 0,-5-1 7 15,-1 1 12-15,1 0-5 0,-3 3 7 16,1-3 4-16,-2 2 10 0,1-1-3 0,-2 4 0 0,1-8 6 0,1 6 7 15,-2 2 3-15,-3-7 5 0,3 7 5 16,-3-5-2-16,0 1 0 0,3 4-3 0,-5-2-2 0,2 0-7 16,3 2 1-16,-4-4-8 0,4 4-4 0,0 0 4 0,-9 7-5 15,7-2-1-15,-1 1 2 0,1 2-1 0,0 2-1 16,0 1 2-16,2-1-2 0,0 4 0 0,0-1 2 16,2 2-1-1,1 3 2-15,3-1-9 0,0-2-3 0,1 2-13 16,0-6-9-16,1-2-24 0,1 1-27 0,2 0-62 15,3-4-62-15,-2-4-63 0,3 1-74 0,4-2-82 16,2-2-254-16,-4 0-733 0,2-4 324 0</inkml:trace>
  <inkml:trace contextRef="#ctx0" brushRef="#br0" timeOffset="36995.09">14722 12192 39 0,'-2'-2'312'0,"2"2"-25"0,-3-2-24 0,3 2-24 16,-4-5-25-16,4 5-21 0,-5-1-18 0,5 1-19 15,0 0-18-15,0 0-10 0,-15 6-14 0,14-4-12 16,-2 0-10-16,1 3-5 0,2 0-7 0,0 1-9 15,2 0-6-15,1-1 1 0,2 0-13 0,-1-1-4 16,4 0-2-16,2 1-5 0,2-2-5 0,-1-1-5 16,1 1 1-16,4-2-2 0,-5-1-7 0,2-1-1 15,-3-2 1-15,3 1-5 0,-8-2-2 0,5 0 0 0,-5-1-1 16,2-2-2-16,-4 1-3 0,-2 1-1 0,-1-3 1 16,0 2-2-16,-4-3-1 0,-3-1-3 15,0 5-1-15,-5-6 4 0,0 3-4 0,0 2 0 0,-5-3-1 16,4 4-4-16,-1 0 2 0,3 0-4 0,-1 1 1 15,4 2 1 1,2-1-2-16,-3 2-12 0,5-2-9 0,1 0-8 16,3 3-10-16,0 0-17 0,0 0-25 0,0 0-26 0,11-5-36 15,-3 3-22-15,4-1-27 0,3-2-22 0,3 0-163 16,-2 0-411-16,-3 0 183 0</inkml:trace>
  <inkml:trace contextRef="#ctx0" brushRef="#br0" timeOffset="37361.99">14946 11987 148 0,'4'-2'156'0,"-4"2"-8"0,0 0-14 16,0 0 9-16,0 0-9 0,0 0 2 0,4 9-1 16,-4-2 3-16,0 2-9 0,0-1-2 0,-1 4 3 15,1-1-9-15,1 3-3 0,0 3 0 0,-1 1-6 16,3 1-7-16,-3 8-6 0,1-6-10 0,-1 6-3 0,3-6-8 0,-3 5-4 16,4 2-12-16,-4-8-1 0,0 10-4 0,0-3-6 0,0 3-7 31,2-10-2-31,-2 9-7 0,1-1 4 0,0-1-8 15,-1-6-4-15,0-2-2 0,0 1-2 0,0 0-5 16,2-4 1-16,-1 1 3 0,2-4-7 0,-2-2 1 0,2-1 1 16,-3-3 1-16,1-1 15 0,3-1 13 0,3 0 7 15,-3-2-3-15,2-1 2 0,2-2-11 0,1-3 1 0,1-1-6 16,2-1 8-16,0-3-13 0,2-3-2 0,1 1-2 16,-4-3-1-16,-2 0-4 0,5-4-1 0,-4-2 3 15,-2 3-1-15,0-4-9 0,-3 4 4 0,-2-6-3 0,1 3-2 16,-7 1 5-16,-1 0 1 0,-1 0-7 0,-3 1 0 15,-3 3-1-15,0-1-11 0,-4 1-18 0,-3-1-21 16,2 4-23-16,-4-1-27 0,3 4-31 0,-2 1-45 0,3 1-65 16,2-1-77-16,3 2-190 0,-1 0-539 0,1 0 238 15</inkml:trace>
  <inkml:trace contextRef="#ctx0" brushRef="#br0" timeOffset="38416">15587 12137 164 0,'0'0'207'0,"0"0"-11"0,0 0-6 0,-5-1-9 15,5 1-7-15,0 0-12 0,0 0-9 0,0 0-9 16,0 0-8-16,0 0-11 0,0 0-7 0,0 0-14 16,0 0-6-16,0 0-4 0,0 0-9 0,0 0-9 15,0 0-8-15,0 0-7 0,0 0-3 0,0 0-10 16,0 0-5-16,0 0-1 0,0 0-3 0,0 0-7 0,0 0-4 15,0 0-2-15,0 0-3 0,0 0-1 0,0 0-2 16,0 0-2-16,0 0-3 0,0 0-1 16,0 0-4-16,0 0 2 0,0 0-3 0,0 0 3 0,0 0-5 15,0 0 0-15,0 0-1 0,0 0-4 0,0 0 0 16,0 0 0-16,0 0 10 0,0 0-8 0,0 0-2 16,0 0 1-16,0 0 1 0,0 0-4 0,0 0 2 15,0 0 4-15,0 0-3 0,0 0-3 0,0 0 2 16,0 0 1-16,0 0-3 0,0 0-3 0,0 0 4 15,0 0 0-15,0 0 2 0,0 0-3 0,0 0 2 16,0 0 1-16,0 0-3 0,0 0 1 0,0 0 0 16,0 0-2-16,0 0 1 0,0 0-2 0,0 0 3 0,0 0-4 15,0 0 2-15,0 0-2 0,0 0 1 0,0 0 0 16,0 0 1-16,0 0-5 0,0 0-1 16,0 0-6-16,0 0-12 0,0 0-18 0,0 0-27 0,0 0-31 15,0-5-36-15,0 5-35 0,0 0-42 0,-1-4-167 16,1 4-411-16,0 0 182 0</inkml:trace>
  <inkml:trace contextRef="#ctx0" brushRef="#br0" timeOffset="40054.73">15653 12117 25 0,'-9'-1'249'0,"9"1"-20"16,0 0-14-16,0 0-20 0,0 0-19 0,0 0-13 15,0 0-13-15,0 0-12 0,0 0-13 0,0 0-7 16,0 0-15-16,0 0-10 0,21 2-9 0,-21-2-8 15,18-1-8-15,-3 0-6 0,-5-1-7 0,6 0-6 16,-4 1-4-16,2-2-6 0,1 0-6 0,-2 1 4 16,-2-1-10-16,1-1-4 0,-2 1-2 0,2-1-1 15,-6 0-5-15,-1 0 2 0,-1 0-2 0,0-1-3 16,0 0 0-16,-4 0-2 0,0 0 2 0,0 0-4 16,-5-1 1-16,0 1-1 0,-2 1 2 0,-3 0 10 0,-2 1 9 15,2 0 6-15,-1 0 9 0,-2 2 1 0,-1 1 4 16,4 1 2-16,-3-1 0 0,2 2-4 0,-1 2-5 15,5-1-3-15,0 0-1 0,-2 2 0 0,4-1 5 16,2 1 4-16,-3 2 4 0,5-1 3 0,0 2-4 0,3 2-2 16,1-1-1-16,3 0 0 0,3 1-6 0,3-2 1 0,-1 1-3 31,7-3-8-31,-2 3 5 0,2-1-7 0,2-3-4 16,1 0-7-16,2 1-5 0,0 0-27 0,1-6-27 0,6 2-24 15,-11-2-17-15,3-1-19 0,-4 1-28 0,-1 0-24 16,-2-1-30-16,-1-2-43 0,-3-2-34 0,1-1-188 15,-2-1-483-15,-1 3 214 0</inkml:trace>
  <inkml:trace contextRef="#ctx0" brushRef="#br0" timeOffset="40304.6">16208 11987 25 0,'0'0'263'0,"4"-2"-1"0,-4 2-6 15,4-5-12-15,-4 5-16 0,0 0-20 0,1-4-21 0,-1 4-19 16,0 0-19-16,0 0-9 0,0 0-1 0,0 0-1 15,-10 14-4-15,4-9-10 0,2 1-9 16,0 4-5-16,-7-2-14 0,3 3-3 0,1-1-10 0,-4 4-9 16,-1-1-10-1,3-3-4-15,0 2-3 0,1-1-6 0,0-2-5 16,-1 3-13-16,0-2 4 0,1 0-15 0,0 1-20 0,1-3-18 16,3 0-23-16,-1-1-20 0,2-1-24 0,-2 1-26 15,2-4-22-15,2 2-15 0,-2-1-22 0,3-4-40 16,0 0-30-16,0 0-165 0,0 0-434 0,0 0 192 0</inkml:trace>
  <inkml:trace contextRef="#ctx0" brushRef="#br0" timeOffset="40473">16071 12077 210 0,'0'0'237'0,"-3"-6"5"16,2 2-2-16,-1 1 0 0,2 3-7 0,-5-5-17 16,5 5-16-16,-1-5-25 0,1 5-17 0,0 0-12 15,0 0-19-15,0 0-14 0,0 0-8 0,0 0-3 0,0 0-15 0,9 13-10 16,-6-8-9-16,2 0-3 0,2 3-9 0,2 0-8 0,1-1-6 15,2-1-15-15,5 4-21 0,-1-2-25 16,4-1-32-16,2-1-36 0,-1 1-41 0,7-1-35 0,2-1-46 31,1-1-219-31,-2 1-463 0,1-4 206 0</inkml:trace>
  <inkml:trace contextRef="#ctx0" brushRef="#br0" timeOffset="41242.35">16552 12026 143 0,'-6'-5'256'0,"-3"1"-9"0,0-2-9 0,-3 1-10 0,2 3-11 16,-2 1-15-16,2-1-15 0,-1 2-16 0,0 2-13 15,1 0-14-15,-3 4-10 0,3-4-13 0,1 6-9 16,-2-2-12-16,2 1-10 0,2 0-8 0,0 2-7 16,-1 0-6-16,3 0-5 0,2 0-8 0,-2-1 0 0,3 0-10 0,0 2-6 15,2-2-7-15,0-2-5 0,1 0-4 0,2 1-9 0,3-3-15 16,-2 1-17-16,0-2-14 0,3 3-21 0,2-5-17 15,4 0-18-15,-2-1-17 0,-1-1-15 0,3 0-12 0,2-5-2 32,-3 1-20-32,5-2-1 0,-7-1 13 0,3 0 18 15,-4-1 11-15,2 0 13 0,-4 2 36 0,0-2 28 16,-3 0 31-16,-1 2 36 0,-2 0 31 0,0 2 17 0,-1-2 14 16,-2-1 7-16,0 4 3 0,1-2-2 0,0 1-3 15,-2 2-8-15,0-1-10 0,3 4-9 0,-7-4-9 0,7 4-5 16,-7 0-9-16,7 0-4 0,0 0-4 0,-10 7-3 15,7-2-3-15,0 1-2 0,2-1-4 0,1 1-2 16,1 0 0-16,-2 2-8 0,2 2-3 0,5-2 3 16,-4-2-8-16,2 2-10 0,2-1-5 0,-1-1-9 0,2-1-12 15,1 0-10-15,0-1-17 0,0 0-14 0,-1-3-17 16,3 2-14-16,-4-3-4 0,3 0-8 0,0 0 4 0,0-3 4 16,-3-1 11-16,2 1 9 0,-1-2 8 0,2 0 10 15,-3-1 12-15,0 1 23 0,-1-4 25 0,1 3 23 0,-4-1 21 16,1 1 18-16,-2 1 13 0,2-2 8 0,-3 2 7 31,3 0 4-31,-3 1-5 0,0 4-8 0,2-6-5 16,0 5-14-16,-2 1-8 0,0 0-6 0,0 0-5 15,0 0-4-15,0 0-4 0,0 0-2 0,0 0-2 0,5 8-4 16,-2-4-3-16,-2 1-6 0,2 1-1 0,0-1-2 16,0 1 0-16,1-1-6 0,1 0 4 0,-2 2-7 0,1-2-5 15,-2 0-3-15,1-1-1 0,4 0-5 0,-3-1-1 16,3 0-2-16,-6-1 1 0,5 0 4 0,-6-2-1 0,8 0 1 15,-8 0 2-15,0 0 2 0,12-3 0 0,-9 1 0 16,1-2 4-16,-1 0-2 0,-1-1 5 0,1 1 5 16,-2-1 12-16,2 1 10 0,0-1 18 0,0 1 13 15,-1-1 10-15,1 1 9 0,-1 0 9 0,1 1 10 0,-3-2 1 16,2 2-1-16,-2 3-2 0,2-4-12 0,-2 4-11 0,2-4 2 16,-2 4-10-16,0 0-5 0,0 0-14 15,4-2-6-15,-4 2-2 0,0 0-5 0,0 0-7 16,0 0 2-16,0 0-18 0,5 8-10 0,-2-5-9 0,-1 1-12 15,0 1-9-15,4-1-18 0,-1 1-20 0,-1 0-20 16,3-1-20-16,-3 1-22 0,3 0-28 0,1-1-22 16,2 1-35-16,1-1-34 0,2 0-19 0,1-3-194 15,-1 2-499-15,0-2 222 0</inkml:trace>
  <inkml:trace contextRef="#ctx0" brushRef="#br0" timeOffset="41443.06">17053 12011 86 0,'0'0'211'0,"-3"-5"-24"0,3 5-16 16,0 0-19-16,0 0 1 0,0 0 7 0,0 0-6 15,0 0-5-15,-3 15-6 0,3-10-8 0,0 2-6 16,2 1-8-16,-2 4-14 0,1-2-8 0,0 2-7 0,1-1-10 0,0 2-9 16,1 5-2-16,1 0-10 0,-4 0-7 0,4 0 2 15,1 1-11-15,-1 3-15 0,-3-3-34 0,6-1-23 16,-3 1-45-1,1 0-40-15,-1-1-43 0,2-3-60 0,-2-2-141 16,1 4-386-16,-1-3 170 0</inkml:trace>
  <inkml:trace contextRef="#ctx0" brushRef="#br0" timeOffset="42247">17100 12067 190 0,'-1'-10'361'0,"-2"3"-14"0,-1-1-11 15,3 2-13-15,-3 0-19 0,2-1-14 0,2 2-9 16,0-1-24-16,-2 0-24 0,0 3-22 0,2-2-19 16,-3 0-18-16,3 5-14 0,0-7-20 0,0 7-14 15,0-6-16 1,3 3-15-16,-3 3-13 0,2-5-7 0,-2 5-12 15,2-2-10-15,-2 2-13 0,7-2-1 0,-7 2-16 16,0 0-12-16,0 0-16 0,0 0-10 0,15 4-4 16,-11-1-7-16,0-1-2 0,2 1-6 0,1 3-10 15,-2-2-6-15,3 1-3 0,0 4-9 0,1-2-8 0,-4 1 3 16,4 2-8-16,-2-2 2 0,-3 1-1 0,3 2 7 16,-1-1 1-16,-5-1 1 0,3-3 3 0,-3 2 6 0,-1 1 5 15,0-3 6-15,0 1 4 0,-5-2 3 0,1 0 5 0,-3-1 2 16,2 0 6-16,-6 1 4 0,3-3 2 0,-2 0 3 15,2-2 1-15,-3 1 3 0,1-1 5 0,2-3 6 16,3 2 4-16,-5-1 6 0,6-2-1 0,0-2 5 0,0 1-2 16,3-1-4-16,-1-1 0 0,4 0-3 0,3-2 0 15,-1 0-4-15,3-1 7 0,5-1-10 0,-1-3-6 16,4 3-15-16,-3-5-24 0,2 0-28 0,9-6-23 0,-11 4-17 31,2 0-7-31,-2 1 1 0,2 1 6 0,-2-2 14 16,-1 3 12-16,-2-2 16 0,-2 6 19 0,-1 0 34 15,-1-1 24-15,-2 1 27 0,-2 3 14 0,0 2 9 0,-1 0 2 16,0 1-1-16,2-1-4 0,-4 1-2 0,2 5-10 16,-5-3-2-16,5 3-4 0,0 0-1 0,0 0 3 0,-12 10 10 15,9-5-1-15,-1 5 0 0,0 1 0 0,1 1 3 16,2 2-4-16,1-2 2 0,0 9-4 0,3-2-3 16,2 1 1-16,-1-1-7 0,2 2-1 0,-1-1-3 0,6 0-2 15,-2-1-1-15,1 0-1 0,2-2-1 0,2-1-4 16,-1-1 4-16,-2-3-6 0,0-3-2 0,1-2-3 15,-1 0-10-15,0-2-3 0,-1-1-7 0,-2-3-12 0,2-1-7 16,-1 0 2-16,-1-2-11 0,2-3-1 0,-3 1 4 16,3-5 3-16,-6 2 2 0,2-3 3 0,-1 0 2 15,-2-2 5-15,1 0 2 0,-4-1 14 0,0 0 20 0,0 0 20 16,0 1 21-16,0 1 20 0,0 1 19 0,0 0 6 31,-3 3 0-31,2 1-2 0,1 1-6 0,0-1-10 0,-3 3-9 16,3 3-11-16,-4-5-12 0,4 5-2 0,0 0-3 15,0 0-9-15,0 0 1 0,-11 8-6 0,11-2-4 0,0 1-10 16,0 2-8-16,0-1-4 0,4 2-11 0,-2-1-6 16,2 4-23-16,1-3-23 0,2 1-27 0,0-3-28 15,0 1-30-15,2-1-30 0,3 0-34 0,-1-3-49 0,2-1-44 16,-3-2-185-16,1 1-521 0,2-2 230 0</inkml:trace>
  <inkml:trace contextRef="#ctx0" brushRef="#br0" timeOffset="42531.38">17721 11915 38 0,'-2'-4'276'0,"-2"1"-9"0,4 3-18 0,-4-3-20 15,4 3-18-15,0 0-9 0,0 0-6 0,-11 4-6 16,11-4-13-16,-3 7-15 0,2-2-5 0,0 1-17 0,1 1-2 16,0-1-16-16,1 0-11 0,0 2-12 15,2 2-6 1,0 1-7-16,0 1-9 0,-1-4-9 0,1 3-10 15,1 0-4-15,-2-1-2 0,2-1-9 0,-3 0-2 0,3-1-7 16,-1-1-5-16,-1-2 0 0,-2 2-5 0,0-1 4 16,0-1-7-16,0 1 2 0,-2-2-2 0,-1-1-1 0,-1 1-3 15,4-4-3-15,-7 4-10 0,2-2-15 0,1 0-28 16,-3-1-18-16,7-1-30 0,-11 0-36 0,4 2-39 16,7-2-54-16,-12-2-60 0,12 2-196 0,-11-3-511 0,7 2 226 15</inkml:trace>
  <inkml:trace contextRef="#ctx0" brushRef="#br0" timeOffset="45223.05">18379 12013 87 0,'3'-8'243'15,"-1"-3"-6"-15,1-1-13 0,0 2-7 0,-2-1-10 16,1-1-17-16,-2 2-1 0,1 1-5 0,-2 1-11 0,1 1-13 16,-2 1-16-16,-1 1-16 0,-1 0-13 0,3 1-14 15,-3 2-10-15,-2-1-6 0,-3 3-12 16,9 0-8-16,-19 3-8 0,5 2-3 0,1 0-9 0,-5 3-2 16,4 1-6-16,-3-1-1 0,4 4-4 0,1-3-1 15,1 1-5-15,3 1-6 0,-3-1-3 0,3 0 5 16,3 1-5-16,-1-1-4 0,2 1-1 0,1-3-2 15,3-2 0-15,0 0-2 0,3-1-4 0,1 1 3 16,2-2-3-16,2-1-1 0,3 0-9 0,0-2 3 16,2 0-5-16,2-2-3 0,-1 0-1 0,2 1 0 15,-4-3 10-15,3 0-10 0,-2-1 4 0,-1 0 0 16,1-1 2-16,-7 1 2 0,1 0-2 0,1 2 3 16,-3-2 4-16,-1 1-2 0,-1 0 7 0,1 1-7 15,-4 2-2-15,6-5 1 0,-6 5-2 0,1-2-1 16,-1 2 3-16,0 0 0 0,0 0-3 0,0 0 0 15,-1 12 0-15,1-6-2 0,1-3 5 0,-2 2-9 0,2 0-1 16,-1 1-2-16,0 1 0 0,4-1-3 0,-3 0-1 16,1 0 2-16,0 0-2 0,-2 2-4 0,2-4-2 0,-1 0 0 15,0 1 0-15,2-3-1 0,-3-2 4 0,3 5 2 16,-3-5-1-16,8 1-2 0,-8-1 5 0,0 0-1 16,12-7 4-16,-6 3-1 0,-2-2 4 0,1 0 0 15,0-1 1-15,0-2 1 0,3-1-1 0,-4-3 2 16,0 2 3-16,3-1-2 0,-3 0 6 0,3 2-1 15,-3-2 5-15,1-1 5 0,-2 4 1 0,3 0 8 0,-2 3-1 0,-3-1 0 16,2 1 5-16,-2 2-1 0,3 0-6 0,-3 0 0 16,2 0-1-16,-3 0-4 0,0 4 2 0,6-2-3 0,-6 2-1 31,0 0-2-31,9 1 1 0,1 2-2 0,-5-1 3 16,3 2-1-16,2 3-3 0,1-4 0 0,-2 2 1 15,1 3-3-15,2 0-1 0,-4 0 4 0,2-2-5 0,-2 0 1 16,1 2-1-16,-5-3-1 0,2 1-1 0,-2-1 0 15,0 0 1-15,1-1-4 0,-2 0 2 0,-2 0-3 16,-1 0 1-16,0-1 3 0,0 2 1 0,0-5 4 0,-6 6-5 16,2-5 8-16,-2 1-7 0,-1-1 4 0,3 0-1 15,-5-1-2-15,2 1 2 0,7-1 2 0,-11-1 0 0,7 0 1 16,4 1 0-16,-7-3-1 0,7 3-2 0,-6-5-1 16,4 2 0-16,2 3 1 0,4-8-2 0,1 3-2 15,2-4-4-15,2 2-5 0,0 0-12 0,5-5-7 0,-3 3-8 16,10 0 3-16,-7 0 4 0,6-1-2 0,-5 0 4 15,3 2 7-15,-7 0-3 0,4 2 4 0,-7 1 3 16,2-3 2-16,-1 6 7 0,-4-3 7 0,0 1 9 0,-1 0 12 16,1 1 4-16,-1 1-2 0,-4 2 0 0,3-3-2 31,-3 3-2-31,0 0-8 0,0 0 2 0,0 0-4 0,0 0 0 16,0 0 0-16,-15 8-1 0,12-5-1 0,-1 2-1 15,1 0-1-15,-1 0 5 0,3 0-6 0,-1 1 3 16,-1 1-2-16,0-2 1 0,3 1 1 0,0 2 0 0,0-1-1 15,0-1 1-15,1 1 1 0,4 1 0 0,-2 0-2 16,1 1-1-16,0-4 2 0,1 2 0 0,-1 0-3 16,1-4 1-16,-1 3 1 0,-1-1-2 0,-2-1 3 0,3 0-4 15,-2 0-3-15,-1-2 4 0,-1-2-1 0,-1 6-2 16,1-6 7-16,-6 5 1 0,2-2-3 0,-4 0-2 16,3-2 4-16,-2 0-5 0,-2 1 3 0,-3-2-2 0,6 1-2 15,-4-1 3-15,1 1-2 0,-4-1 2 0,6 1-4 16,-1-1-5-16,8 0-5 0,-8 0-9 0,8 0-14 0,-7-2-25 15,7 2-20-15,0 0-20 0,0 0-22 0,11-8-21 16,-1 3-26-16,2-1-20 0,-1-3-143 0,7 1-359 31,-3-2 160-31</inkml:trace>
  <inkml:trace contextRef="#ctx0" brushRef="#br0" timeOffset="45407.09">18979 11909 61 0,'1'-2'206'0,"-1"2"1"16,4-5-6-16,0 3-9 0,-4 2-14 0,1-3-18 15,-1 3-17-15,5-3-15 0,-5 3-13 0,0 0-12 0,0 0-13 16,0 0-4-16,0 0-6 0,1 10 1 0,-1-6-6 0,1 1-8 16,-2 2-1-16,2-1-8 0,-1 2-6 0,3-1-5 15,-3 3-4-15,3-3-3 0,-2 1-5 0,2 2-6 0,-2-1-2 16,3-1-18-16,1 2-21 0,-2-3-29 0,0-2-33 16,3 1-44-16,-2-3-52 0,1 2-191 0,1-4-391 15,0 3 173-15</inkml:trace>
  <inkml:trace contextRef="#ctx0" brushRef="#br0" timeOffset="46342.44">19192 11887 59 0,'-5'-3'233'0,"-1"1"-13"0,6 2-11 0,-9-3-15 15,2 3-15-15,7 0-18 0,-11 2-15 0,11-2-13 16,-10 5-7-16,9 1-10 0,-4-1-10 0,1 0-8 15,2 2-6-15,2 4-5 0,0 0-8 0,2-1-9 16,1 5-8-16,3 0-3 0,-2-1-7 0,2 2-2 0,3 0-6 16,-2 3-6-16,1-3-5 0,0 0-1 0,2 1-2 0,-1-1-3 15,-3-4-4-15,2 4-5 0,0-1-4 0,0-2-5 16,-1 0 1-16,-3-4-2 0,3 2-1 0,-5-1 0 16,2-2-3-16,-3-2 2 0,-1 0-3 0,0-1 0 0,-1 1 5 15,-1-2 6-15,-5-2 11 0,5 3 12 0,-5-2 8 16,1-3 14-16,-3 1 6 0,9-1 5 0,-14-3 1 15,4 1 9-15,0-2 0 0,-1 0 9 0,-2-1 3 0,4-1-4 32,-2-2 1-32,2 1-6 0,1-3-3 0,-1 2-7 15,3-2-5-15,-1-1-12 0,4-3-16 0,1 1-23 0,3-4-30 16,3 1-33-16,5-3-31 0,1 1-25 0,-3 0-30 16,6 1-21-16,2 2-9 0,0-1 12 0,0 3 9 15,0 1 6-15,-4 0 11 0,3 5 0 0,-4 0 10 0,0 4 8 16,1-3 10-16,-3 4 10 0,-2-1 8 0,-1-1 6 15,-1 3 8-15,2 0 5 0,-6 1 6 0,8-3 7 16,-8 3 3-16,6 0 5 0,-6 0 4 0,0 0 6 0,0 0 1 16,7 4 4-16,-7 0 6 0,3-2-5 0,0 3 7 15,0 0 1-15,-1-2 4 0,2 2-2 0,0 0 2 16,0 2 4-16,-1-2 4 0,1 1-4 0,-1 2 1 0,1-4 2 16,0 2-7-16,1-2 5 0,-2 0-2 0,0 0 7 15,-2 1-8-15,5-4 7 0,-5 2 3 0,3-1 5 0,-4-2-2 16,0 0 6-16,0 0 7 0,0 0 1 0,12-5 5 15,-9 2 10-15,1-1 1 0,-2 1 1 0,-1-1 5 16,0-3 5-16,2 0 4 0,0-2-1 0,-2 3 8 16,3-1 4-1,-4-2 8-15,2-2 0 0,0 6 1 0,0-2 0 16,3 1 1-16,-2-1-2 0,-2 2-12 0,-1 3-3 0,1-3-8 16,2 2-3-16,-3 3-8 0,2-5 4 0,-2 5-12 15,0 0-3-15,0 0 1 0,0 0-6 0,12 2 0 16,-12-2 1-16,5 7-8 0,1-3-1 0,-4 1-7 15,1 0-3-15,3 0-6 0,-2 2-3 0,0-2-3 16,0 1-8-16,1 1-13 0,-1-2-4 0,0 0-9 0,2 0-8 16,-2-1-12-16,2 0 4 0,0-1-7 0,2 2-2 0,-2-2-3 15,-1-3-12-15,5 2-16 0,-5-2-2 0,5-2-9 16,-2 2-8-16,1-3 4 0,2-2 7 0,0 2 7 16,1-1 4-16,-5 0 11 0,4-1 3 0,1-2 9 0,-2 0 5 15,-2-1 6-15,3 0 7 0,-6-1 7 0,6 0 13 31,-4 0 13-31,-3 2 21 0,3-2 26 0,-4 2 16 0,-1 1 21 16,1 1 16-16,-3-2 7 0,0 2 1 0,0 0-5 16,0 5-5-16,-1-7-9 0,-2 5-9 0,3 2-4 15,-6-3-7-15,6 3-5 0,0 0-5 0,0 0-2 0,-13 5-4 16,12-1-4-16,1-4 4 0,-2 7-5 16,0-2-3-16,6 1 1 0,-3-2-4 0,3 3-1 15,3-1 0-15,5 1-2 0,-1-2-1 0,5 2-20 0,1 1-16 16,2-2-24-16,2 1-21 0,1-3-28 0,8 2 0 0,4-2-8 15,-4-3-8-15,0 0-9 0,0 1 3 0,-7-2 3 16,-1-2 0-16,1 0-64 0,-4-2-194 0,0-1 86 0</inkml:trace>
  <inkml:trace contextRef="#ctx0" brushRef="#br0" timeOffset="46728.36">20105 11925 611 0,'12'-5'-43'0,"0"-2"20"0,-4-1 23 15,1 1 31-15,-5-1 18 0,-3 0 26 0,2 2 14 16,-3-1 19-16,-3 0 14 0,-1 1 9 0,-1 1 2 16,-4-3 5-16,-3 0 4 0,4 3-8 0,-4 3-7 15,-2 0-3-15,2 0-10 0,-1 2 0 0,0-2-5 16,-1 4-9-16,0 1-5 15,1 0-7-15,1 1-10 0,1 2-2 0,0 0-6 16,2 4-10-16,-1-3-8 0,2 3-6 0,0-2 1 16,3 3-7-16,2-5-3 0,-3 3 0 0,6 1-5 0,-1 0-3 15,1-2-1-15,0-2-5 0,1 1 0 0,3-1-3 16,1-1 1-16,0-2-11 0,2 1-5 0,1-4-13 16,0 2-7-16,4-6-7 0,-2 3-10 0,1-3-6 15,1-3-7-15,-3 0-1 0,2-2-14 0,0-1-12 16,0-3-13-16,0-2-11 0,-4-3-15 0,0-1 5 0,-1-3 6 0,-3-6 2 15,-3 0 19-15,0 0 3 0,-4 0 25 0,-1 2 37 16,-4 5 44-16,0-4 33 0,-1 7 18 0,1 1 16 16,-3 2 7-16,3 3 8 0,1 2 4 0,2-1-7 0,-1 4-10 15,1 2-12-15,1 1-11 0,-1 2-9 0,-2 2-10 16,8 0-4-16,-11 2-4 0,7 4-8 0,1 4 2 31,1 2 0-31,2 2-3 0,2 3 4 0,0 2-5 0,2 1-4 16,0-1-5-16,3 9 1 0,1-9-2 0,-1 1-2 15,1-2-3-15,4 0-6 0,-4-1-12 0,2-1-23 0,0 0-22 16,-3-6-42-16,0 3-40 0,0-4-46 0,0-4-64 16,-2 1-79-16,-1-3-162 0,1-1-512 0,-5-2 227 15</inkml:trace>
  <inkml:trace contextRef="#ctx0" brushRef="#br0" timeOffset="46895.69">19411 11471 237 0,'-12'-2'268'16,"1"1"-32"-16,0-3-24 0,2 3-22 0,3-1-27 15,6 2-25-15,-8 3-35 0,8-3-58 0,-2 6-75 16,2-6-118-16,14 9-88 0,-3-1-256 0,4-2 114 16</inkml:trace>
  <inkml:trace contextRef="#ctx0" brushRef="#br0" timeOffset="47347.23">20541 11441 64 0,'-1'-4'305'0,"1"-1"-28"16,0 5-29-16,0-5-29 0,0 5-25 0,0 0-21 15,0 0-19-15,0 0-16 0,0 0 1 0,0 0 6 16,0 19-2-16,0-9-8 0,1 4-5 0,2 3-10 16,0 1-9-16,1 0-4 0,4 8-10 0,-2 2-11 0,3-3-6 15,-5-4-6-15,3 5-11 0,-2 2-2 0,4-3-11 0,-4-6-2 16,3-1-8-16,-2 0 0 0,2-1-7 0,-1-1-2 15,-1 2-6-15,0-6-22 0,0 0-31 0,-1 0-45 16,-1-4-50-16,0 1-46 0,-1-4-55 0,1 0-262 0,0-2-527 16,-1-2 233-16</inkml:trace>
  <inkml:trace contextRef="#ctx0" brushRef="#br0" timeOffset="47731.91">20525 11729 290 0,'0'0'288'0,"-2"-8"-25"16,0 6-22-16,2 2-25 0,4-5-22 0,1 2-17 15,2 1-17-15,2 1-15 0,0 0-13 0,7 0-11 16,-5-1-9-16,4 5-9 0,-4-1-11 0,3 2-12 16,-1-1-7-16,-2 3-11 0,4-1-4 0,-2 2-3 0,-1-1-7 0,-3 2-8 15,2 0-2-15,-3 1-2 0,0-1-5 0,1-1-1 16,-4 1-7-16,2 1 1 0,-5-3-5 0,2 0-3 0,1-1 1 15,-3 1-5-15,2-1-2 0,-2 0 3 0,-1-1-3 16,3 1 6-16,-1-2-2 0,-3-3 18 0,0 3 23 16,0-3 29-16,5 3 13 0,-5-3-9 0,0 0-8 15,0 0-14-15,15-6 0 0,-9-1-12 0,2 4-4 16,-3-2-1 0,2 0-1-16,0-3 9 0,3 1 7 0,-4-2 2 0,-2 4 4 15,3-4 3-15,-1 1-2 0,-4-1 6 0,1 2-9 16,-3 0-9-16,3-3-2 0,-3 4-9 0,-3-1-11 15,3 2-24-15,-3 0-24 0,1 0-31 0,-2 1-30 0,-3 1-37 16,1 2-39-16,6 1-38 0,-15 1-56 0,10 0-73 16,-5 3-296-16,1-1-661 0,-1 2 293 0</inkml:trace>
  <inkml:trace contextRef="#ctx0" brushRef="#br0" timeOffset="49003.01">21455 12191 244 0,'0'-1'270'0,"3"-3"-8"0,1-1 0 15,0-1 1-15,-2-1-4 0,2-2 2 0,1 2-16 16,-3-4 6-16,3 0-1 0,0 0-11 0,-2 0-9 15,3-6-13 1,1 1-18-16,-2-2-19 0,0 0-17 0,2-3-14 16,-3 0-10-16,3-6-14 0,1-2-16 0,-3 1-14 15,4 0-5-15,-7 2-10 0,4-3-11 0,1-3 2 16,-2 5-11-16,2 0-5 0,-6-1-5 0,3 8-4 16,-2-2-1-16,1 4-8 0,-2-1-3 0,0 3 0 0,-1 3-6 0,0 1 2 15,2 1 1-15,-1 3-5 0,-1 2 4 0,-1 2-9 16,-1-2 8-16,4 1-13 0,-2 1-6 0,0 4-4 15,0-8-3-15,0 8-3 0,0 0-1 0,0 0 1 0,0 0 0 16,0 0-5-16,0 0 0 0,0 0 4 0,0 0-10 16,-6 20-3-16,6-14 2 0,0 2-6 0,-1-1-9 15,2 3 5-15,1 1-3 0,-2-1 4 0,0 3-9 16,2-3 4-16,1 3-10 0,0 0-3 0,-2 0 2 0,3-3-5 0,-3 1 0 16,2-2 2-16,1 2-3 0,-1-3-6 0,0 0 4 31,2 0-3-31,1-3 8 0,-5 0-6 0,8 0 2 15,-5-2-3-15,3-1-12 0,0 0 1 0,0-4-5 0,-7 2 2 16,15-3 3-16,-7-4 7 0,-1 3 1 0,2-1 7 16,-3-2 5-16,2-3 0 0,0-1 9 0,0-1-1 0,-4 1 6 15,5-4 4-15,-4 3 5 0,-1-2 3 16,1 3 12-16,-2 0 18 0,1 0 14 0,-2 2 10 0,-1-1 7 16,0 3 16-16,-1 3-5 0,2-1-3 0,-2 1-5 0,0 4-14 15,0-5-10-15,0 5-4 0,0 0-4 0,0 0 2 16,0 0-10-16,0 0-1 0,-6 17 4 0,2-7 1 15,4 3 0-15,0 1-1 0,0 4-2 0,0-1 0 16,0 1-1-16,4 1 3 0,-1-1-9 0,1 1 1 16,2-2-7-16,1 1-13 0,-1-1-9 0,1-5-15 0,1 3-37 0,-1-2-53 15,2-1-63-15,0-3-78 0,0 1-101 0,2-5-199 16,-3 0-615-16,0-2 272 0</inkml:trace>
  <inkml:trace contextRef="#ctx0" brushRef="#br0" timeOffset="50013.54">22001 11954 179 0,'0'0'278'0,"0"0"-22"16,0 0-23-16,-1-3-28 0,1 3-19 0,0 0-17 16,0 0-16-16,0 0-7 0,0 0-8 0,0 0-6 0,-4 15-6 0,4-10-7 15,-3 1-10-15,3-1-4 0,-2 3-12 0,2-1-7 16,-1 2-4-16,1-2-8 0,-3 2-7 0,3-1-7 15,0 1-7-15,0-2-4 0,0 1 3 0,0 0-12 16,-1 0-1-16,1-2-2 0,1 0-7 0,-1-1-6 16,-1 1-17-16,1-3-19 0,1 2-37 0,-1-1-36 15,0-4-47-15,3 7-60 0,-2-6-67 0,-1-1-174 16,6 1-470-16,-6-1 208 0</inkml:trace>
  <inkml:trace contextRef="#ctx0" brushRef="#br0" timeOffset="50375.59">22156 12005 102 0,'0'0'245'0,"0"0"-10"0,5-4-9 0,-5 4-16 15,0 0-9-15,0 0-11 0,0 0-14 0,0 0-13 16,-6-6-10-16,6 6-13 0,0 0 0 0,0 0-8 15,0 0-10-15,-17 3-9 0,12-1-10 0,-3 1-5 0,0-1-9 16,2-1-10 0,-2 3 0-16,-3-2-10 0,2 3-7 0,0-3-9 15,2 1-4-15,-2-1-6 0,4 1-1 0,-1 0-5 16,2 1-3-16,-3-1-4 0,2 1 7 0,-1-1-12 0,2 0-3 16,3 0-2-16,-2 0 2 0,3-3-5 0,-7 5 6 15,7-3 10-15,0-2-1 0,0 5 7 0,0-5 2 16,4 5-6-16,-4-5 8 0,7 5-2 0,-4-4-8 0,4 1 3 15,-2 1-6-15,3-2-10 0,3 3 1 0,1 0 2 16,-1 0-6-16,0-2-7 0,3 2-16 0,-2-1-32 16,-1-1-34-16,3 2-56 0,-5 0-52 0,-1 0-66 0,4-2-67 15,-2 1-196-15,-2-1-552 0,0 1 245 0</inkml:trace>
  <inkml:trace contextRef="#ctx0" brushRef="#br0" timeOffset="53753.14">25748 9730 98 0,'-1'6'138'0,"-1"-2"0"0,2 1-3 0,0 2-11 15,0-1 2-15,2 3-13 0,-4-2-3 0,2 0-11 16,0 1-5-16,-1-3-2 0,1 2-8 0,0 0-5 15,0 0-3-15,1 3-4 0,-1-4 0 0,2 2-5 16,-2-2 1-16,0 4-4 0,0-2-2 0,2 0-8 0,-2-1-3 16,0 2-1-16,3 1-5 0,-1 1-2 0,-2-2-1 15,1 4-2-15,0-3-2 0,1 0-3 16,0 4 4-16,-2-4-2 0,0 2 2 0,3 1-6 0,-3 1 0 16,1-1-3-16,-1 0 1 0,0-1-3 0,3 5 0 15,-3-4 5-15,1 0-2 0,-1 1-2 0,4-4-2 16,-4 3-4-16,0 1 0 0,0 0 0 0,2-2-3 15,-2 0-4-15,3 1 1 0,-2-2-2 0,0 6 1 16,2 0-2-16,-3 0 0 0,3-4-3 0,0 0 4 16,-3 4 1-16,0-5-2 0,2 5-2 0,0-3 2 15,0 1 4-15,1 0 2 0,-2 3 2 0,1-3-1 0,-1 1-1 16,0 0 1-16,2 1 0 0,0-4-2 0,-2 2 1 0,2-2-2 16,0 3 1-16,-2-3 1 0,3-1-1 0,1 0-4 15,-3 0 3-15,2 0-1 0,1 0-4 0,-2 0-2 16,1 0 1-16,-2-2 1 0,2 2-3 0,0 1 0 0,-2-5-6 15,1 4 3-15,-2-4-2 0,2 2 3 0,0-1-1 16,1 1-4-16,-3 1 5 0,2 0-5 0,-1-1 1 16,0 0 1-16,2 2-2 0,-2-2 1 0,-1 3 2 0,4-3-2 15,-5 3 1-15,3-2 6 0,1 2 0 16,-2-2 1-16,2 3-6 0,-3-3 4 0,-1 3 4 0,4-1 5 16,-4-1-2-16,4 0-2 0,-4 1-3 0,2-2-2 15,-1 1 1-15,2 1-4 0,1-2 1 0,-4 2 2 0,0 0-1 31,1-3-6-31,0 3 1 0,1 0 1 0,-1-2 2 0,-1 1-8 16,0 1 6-16,0 0-2 0,2-1 0 0,-4 0 0 16,6 0-1-16,-4 0 2 0,-2 0 0 0,4-1 3 15,-4 3-2-15,4-3 1 0,-4 1 0 0,4-1 16 0,-2 0 7 16,0-1-6-16,0 0-4 0,2 0 6 0,-2 0-6 16,2 0-3-16,-2 0 3 0,0-2-2 0,2 2-3 15,-1 2 0-15,-1-5-4 0,3 5 1 0,-3-6 3 0,0 6-2 16,1-5 0-16,3 4-6 0,-4-2 5 15,0 0-5-15,4 0 0 0,-4-2 1 0,2 4-1 0,-2-1-5 16,0 0-2-16,-2 0 7 0,4 1-1 0,-2-1-1 16,-2 3 2-16,4-4-5 0,-4 2 0 0,2 0 1 15,-4 0-2-15,4 1 2 0,0-1 0 0,0 2 0 16,0 1-1-16,0-3-2 0,0 2 10 0,4 3-6 16,-4 0-2-16,2-2 1 0,-1-2 0 0,0 6-2 15,-1-1-1-15,0-4 8 0,3 4 7 16,-2 1 0-16,1-5-2 0,-1 5 1 0,2-1 12 15,-2 0 0-15,-1 0-2 0,3 1-2 0,0 0 2 16,0 0 1-16,-1 0 2 0,1 0-7 0,-1 1 1 16,1-1-1-16,-1 0 4 0,-1 1-1 0,-1 0 10 15,1 2-4-15,-1-2 1 0,0 1 6 0,0 1-2 0,-1-2-1 16,1 0-1-16,0 1-6 0,-1 0 4 0,1-1-10 16,-2 1 4-16,2-1 5 0,0-2 0 0,-3 2-2 0,3-1 1 15,0 2-1-15,0-4-2 0,0 4 4 0,0-6-6 16,-1 3-7-16,1 3 0 0,-1-2 11 0,1-1-10 0,-3 1-2 15,2 0 0-15,1 0-5 0,0 0 7 0,0-1-7 16,-1 1 1-16,1-1-3 0,0-5-1 0,0 1-24 16,2-3-30-16,-2 2-23 0,3-3-29 0,-3-1-24 15,0-1-34-15,1 1-36 0,-1-2-44 0,0-1-49 0,0-1-64 16,1 0-230-16,-1-4-627 0,0 0 278 0</inkml:trace>
  <inkml:trace contextRef="#ctx0" brushRef="#br0" timeOffset="54974.71">25291 12552 109 0,'0'0'127'0,"0"0"3"0,0 0-2 0,0 0 3 16,-4-2-4-16,4 2-4 0,0 0-8 0,0 0-13 15,0 0-1-15,0 0-7 0,0 0-8 0,16-7-10 16,-12 4-2-16,3 2-7 0,-1 0-6 0,-1-2-3 16,3 2-10-16,0-3-3 0,2 4-2 0,3-2-2 15,-3 1-10-15,1 0 2 0,2-3-6 0,-2 3-3 16,0 1 1-16,4-1-4 0,0 0-5 0,4-3-1 16,1 1 1-16,0 5 0 0,1-4-1 0,0 1-6 0,1 2 2 15,-1-3 2-15,2 3-6 0,0 0 0 0,-2-2 0 0,-1 2 1 0,5-1-7 16,-3 0 5-16,6 2 4 0,-3-2-2 0,-2 0 1 0,9-2 4 15,-2 4-1-15,0-1 3 0,0-1-5 0,4 0-1 16,0 0 0-16,4 1-2 0,-1-1 3 0,-2 0-5 0,-1 0-2 16,4 3 0-16,-3-1 2 0,4-1-2 0,-1 1-2 31,3 0 1-31,-2-2 4 0,3 1-3 0,-1-2 0 16,0 1-7-16,-3-2 7 0,4 4 0 0,-1-4 1 0,-3 5-3 15,1-1 2-15,0-3 0 0,0 3 2 0,3-2 2 16,-2 0-7-16,2 2 3 0,0 3 1 0,-3-4-1 15,0 0 4-15,3 2-7 0,-2 0 0 0,3-5-1 0,-4 5-10 16,18-1 4-16,-15-2-1 0,-1 2 1 0,14-4 1 16,-13 4-2-16,-1-4 5 0,14 2 0 0,-13 0-2 15,1-1 7-15,12-1 12 0,-11 2 2 0,12 0-1 0,1 0 0 16,-3-3 0-16,-14 1 0 0,3 1-3 0,12-1-2 16,0 0-5-16,-12 1 2 0,15-3-2 0,-4 4 1 0,1-3 0 15,-12-2-1-15,15 5 1 0,-3-1-3 0,0-4 2 16,-13 1 1-16,12 1-2 0,3 2 2 0,-16-2-4 15,18-5 5-15,-5 2-4 0,-12 6 0 0,13-8 1 0,-15 6-4 16,19-2 2-16,-5 0 0 0,-13 1-1 16,13-5 2-16,4 1 0 0,-18 6-1 0,20-4 1 0,-7 1-3 31,1-3-1-31,3 6 2 0,-15-3 1 0,1 2-3 0,10-3 0 16,6 0-1-16,-3 2 4 0,-2-1-2 0,-11 1 2 15,13 0-2-15,-14 0 1 0,14-4 0 0,-15 6-2 16,15-3 1-16,-14 3-2 0,0-1 5 0,0-1-6 0,0 2 4 15,0 0-1-15,-1 1-1 0,0-2-1 0,-3-1 3 16,6 0 2-16,-7 3 0 0,2-3-5 0,-4 2 5 0,3-2 0 16,-4 2 0-16,5 1-3 0,-7-2 3 0,-2 1 0 15,3-1-5-15,-3-1 2 0,2 1 2 0,-2-5-1 16,0 7-1-16,-1-2 3 0,-5 0 0 0,0-4-3 0,5 1 6 16,-6 3 3-16,0-1 1 0,0-1-1 0,-2 2-3 15,1-4 2-15,-3 3-3 0,-3-2-3 0,0 2 2 16,-3-4 0-16,2 4 3 0,-4-1-1 0,-3-1-1 0,2 1-1 15,-4 1-2-15,-2 1-5 0,0-3-21 0,-4 2-19 16,0 3-25 0,-5-8-31-16,-1 3-36 0,-4-1-42 15,-1 1-173-15,-10-3-380 0,-1 3 169 0</inkml:trace>
  <inkml:trace contextRef="#ctx0" brushRef="#br0" timeOffset="55693.35">27218 10286 264 0,'-4'-3'271'0,"4"3"-27"16,-4-4-26-16,4 4-22 0,-5-3-19 0,5 3-19 0,0 0-17 15,0 0-13-15,0 0-8 0,0 0-17 0,-10 5-7 16,9 0-6-16,1-5-5 0,0 8-3 15,0-5-3-15,0 4-5 0,1-3-4 0,-1-2-9 0,0 3-1 0,4-1-4 16,-2 0-3-16,-2-4 2 0,4 5 9 0,-1-3 3 16,-3-2 3-16,8 2-3 0,-8-2 1 0,0 0-5 15,11-2 6-15,-11 2 2 0,5-6-11 0,-4 2-1 0,-1-1-6 16,2-1-5-16,-1 1-2 0,-1 1 8 0,0-2-17 16,-3 2-9-16,2 0-3 0,-3-1-18 0,1 1-20 15,0 1-35-15,3 3-23 0,-8-1-33 0,8 1-37 16,-13 3-31-16,7 0-48 0,1 4-72 0,1-2-171 15,-6 5-501-15,5-2 221 0</inkml:trace>
  <inkml:trace contextRef="#ctx0" brushRef="#br0" timeOffset="56070.34">26896 10583 33 0,'-5'0'220'15,"5"0"-26"-15,-9 3-16 0,5-2-16 0,4-1-9 16,-8 2-15-16,4 1-11 0,4-3-9 0,-7 4-5 15,7-2-8 1,0-2 4-16,-1 7-8 0,1-3-4 0,0-4-5 16,1 3-4-16,-1-3-9 0,3 4-4 0,-2-1-3 15,-1-3 0-15,6 6 3 0,-5-3 3 0,-1-3 7 0,4 1 9 16,-4-1 6-16,0 0 7 0,0 0 0 0,0 0-7 16,0 0-10-16,0 0-10 0,0 0-10 0,0 0-4 15,0 0-9-15,0 0-7 0,-5-13-14 0,5 13-18 16,-6-4-31-16,6 4-36 0,-5-1-41 0,5 1-44 15,0 0-53-15,0 0-71 0,-12 6-210 0,10 1-507 16,4-3 224-16</inkml:trace>
  <inkml:trace contextRef="#ctx0" brushRef="#br0" timeOffset="56521.87">27564 11420 220 0,'-10'-1'265'0,"2"1"-23"0,1-2-23 15,-1 0-21-15,3 2-20 0,-5 2-19 16,1-1-19 0,3 0-9-16,-1 2-16 0,3 0-7 0,1 1-8 0,-2-1-6 15,1 2-5-15,3-1-10 0,1 0-1 0,0 1-4 16,1 0-5-16,-1 0-9 0,2 1-5 0,2-2-3 0,2-1-2 15,1 0-7-15,-3-1 1 0,0-1 4 0,-2 3 14 16,-2-4 7-16,8 1-1 0,-8-1-1 0,0 0-5 16,7-5 1-16,-7 5-12 0,1-5-1 0,-1 5-6 15,-4-6-3-15,1 2-7 0,-1 0-6 0,1-1-10 16,-3 1-25-16,1-1-28 0,-1 1-38 0,1 0-43 16,-4 0-65-16,5 0-84 0,-1 2-217 0,0-1-522 15,5 3 231-15</inkml:trace>
  <inkml:trace contextRef="#ctx0" brushRef="#br0" timeOffset="57166.62">29467 10157 3 0,'-6'-3'254'16,"1"1"-24"-16,5 2-21 0,-8 0-22 0,8 0-17 15,0 0-19-15,0 0-6 0,-9 2-2 0,9-2 3 16,0 0-3-16,0 0-4 0,0 0 2 0,-4 3-2 15,4-3-4-15,0 0 2 0,0 0-1 0,0 0-6 0,9 7-2 16,-9-7 0-16,8 0-6 0,-8 0 2 0,0 0 0 16,12-5-2-16,-8 3-7 0,0-3-16 15,-1 0 3-15,-2 2-18 0,3-1-4 0,-2-2-3 0,-1 2-5 16,0-3-9-16,-1 1-8 0,0 1-14 0,0 1-27 16,-1-3-25-16,-3 4-29 0,0-1-37 0,-2 3-34 15,-2 1-39-15,-1 2-52 0,-1 1-63 0,1 0-307 16,-5 5-620-16,0-3 274 0</inkml:trace>
  <inkml:trace contextRef="#ctx0" brushRef="#br0" timeOffset="57533.31">28954 10395 124 0,'0'0'357'0,"-6"-3"-23"0,6 3-23 16,-4-2-27-16,4 2-22 0,0 0-27 0,0 0-15 15,0 0-15-15,-4-3-30 0,4 3-13 0,0 0-14 16,0 0-16-16,0 0-15 0,0 0-8 0,0 0-12 0,0 0-10 15,0 0-9-15,21 5-9 0,-15-2-7 0,1-1-2 16,0 1-7-16,-3-2-3 0,2 1-8 0,0 0 3 16,-2 0-12-16,0 1-2 0,-4-3-5 0,0 0-3 0,7 0-1 15,-7 0-7-15,0 0-7 0,0 0-14 0,0 0-20 16,0 0-19-16,0 0-22 0,0 0-19 0,0 0-32 0,-16 3-36 16,8-1-52-16,2 1-57 0,0 0-239 0,-3 1-542 15,3 0 240-15</inkml:trace>
  <inkml:trace contextRef="#ctx0" brushRef="#br0" timeOffset="57901.24">29774 11013 61 0,'0'0'322'0,"0"0"-35"16,0 0-28-16,0 0-20 0,0 0-28 0,-20 0-22 16,13 1-17-16,7-1-12 0,-14 3-11 0,7 1-12 15,2 0-12-15,-1 0-11 0,1 0-9 0,-2 0-11 16,3 2-10-1,0-3-3-15,1 2-7 0,-1 0-4 0,3 0-3 16,-2-2-2-16,3-3 1 0,-1 5-2 0,1-5 10 0,0 0 4 16,1 5-3-16,-1-5-5 0,0 0-5 0,0 0-6 15,0 0-7-15,14-10-4 0,-11 6-7 16,-2-2-4-16,4 1-8 0,-3-1-27 0,-2-5-38 0,0 5-51 0,-2-2-70 16,2-1-90-16,-8 3-303 0,1-3-595 0,-1 3 262 15</inkml:trace>
  <inkml:trace contextRef="#ctx0" brushRef="#br0" timeOffset="58968.68">28514 11295 106 0,'-8'-2'234'15,"8"2"-21"-15,-8 0-19 0,8 0-17 0,0 0-16 0,-11 2-11 16,11-2-10-16,-4 1-6 0,4-1-5 0,-4 4-9 16,1 0-5-16,3-4-6 0,-2 4-4 0,2-4-3 15,0 0-5-15,-6 2-2 0,6-2 1 0,0 0 6 16,0 0 5-16,0 0 14 0,0 0 4 0,0 0 5 16,0 0-1-16,0 0-4 0,0 0-1 0,0 0 8 15,0 0-22-15,14-9-3 0,-13 6-10 0,-1 3-11 16,0-8-23-16,0 8-1 0,0-7-16 0,-1 4-31 15,1 3-61-15,0 0-60 0,-6-3-54 0,6 3-89 16,0 0-88-16,-12 11-207 0,7-7-588 0,1 4 260 16</inkml:trace>
  <inkml:trace contextRef="#ctx0" brushRef="#br0" timeOffset="66099.52">27709 10612 104 0,'0'0'170'0,"0"0"2"15,0 0-7-15,0 0-8 0,0 0-2 0,0 0-6 16,-12 0-4-16,12 0-5 0,0 0-4 0,0 0-3 16,0 0-8-16,0 0-3 0,0 0-7 0,0 0-3 15,0 0 1-15,0 0-3 0,0 0-4 0,0 0-3 0,0 0-4 16,0 0-2-16,0 0-5 0,0 0 2 0,0 0-2 15,0 0-4-15,0 0-6 0,0 0-7 16,0 0-6-16,0 0 1 0,16-2-8 0,-16 2-13 0,14 0 3 16,-6-1-14-16,0 1-2 0,5-2-6 0,-3 2-3 15,4-2-2-15,-4 2 0 0,3-2-1 0,-5 2-3 16,3 2-2-16,1 0-2 0,-1-2 4 0,1-2-7 16,-6 2-4-16,-6 0-3 0,11 0 1 0,-6 2-3 15,-5-2-3-15,12-2-2 0,-12 2-6 0,3-2-10 16,-3 2-9-16,0 0-12 0,11 2-10 0,-11-2-13 15,0 0-15-15,0 0-12 0,0 0-12 0,4 2-18 16,-4-2-9-16,0 0-11 0,0 0-13 0,0 0-10 16,0 0-6-16,3 3-16 0,-3-3-10 0,0 0-7 0,0 0 0 15,1 4-102-15,-1-4-325 0,0 0 144 16</inkml:trace>
  <inkml:trace contextRef="#ctx0" brushRef="#br0" timeOffset="67063.54">27658 10609 53 0,'0'0'148'15,"0"0"-8"-15,0 0 8 0,-4 5-7 0,2-2-1 16,2-3-6-16,-1 4-8 0,1 2-10 0,0-6-7 0,-2 7 4 15,2-2-9-15,0-1-8 0,-1 3-8 0,0-4-4 16,1 4-11-16,0-1-7 0,-2-2-5 16,1 4-3-16,1-2-4 0,-1-1 0 0,-1 1-4 0,2-2-2 15,0 3-5-15,0-3-4 0,0 1 0 0,0 0-6 16,-4 0 5-16,3 0-9 0,1-5-4 0,0 6 1 16,-1-3-6-16,1-3-2 0,0 5 0 0,0-5-2 15,-2 5-1-15,2-5 1 0,0 0-3 0,-1 8-1 16,1-8-1-16,0 0 0 0,0 0 4 0,1 2-3 15,-1-2 2-15,0 0-4 0,0 0 2 0,-1 5-2 16,1-5-1-16,0 0-3 0,0 0 1 0,0 0-3 16,1 6 4-16,-1-6-4 0,0 0 3 0,0 0-3 15,0 0 0-15,-1 4-1 0,1-4 1 0,3 2-1 0,-3-2 1 16,0 0-2-16,1 7 0 0,-1-7 3 16,1 5-3-16,-1-5 2 0,4 2 1 0,-4-2-2 15,0 5 1-15,0-5 1 0,0 0 3 0,3 3 4 0,-2 1 0 16,-1-4 5-16,4 4 2 0,-4-4 1 0,6 2 0 15,-6-2-2-15,7 2 0 0,-3-1-1 0,-4-1 0 16,13 1-2-16,-9 0-2 0,1 2-3 0,-5-3 1 16,12-1 2-16,-4 1-2 0,-3 3-4 0,-2 0-1 15,5-1 1-15,-3-1-2 0,-5-1-1 0,13 1 2 16,-8 3-1-16,0-3-1 0,0-1-2 0,-5 0 0 16,9 1 6-16,-3 2-5 0,-6-3 0 0,5 2-2 15,2-2 1-15,-7 0 0 0,7 1-2 0,-7-1 2 16,8 2-3-16,-8-2 3 0,10 0 2 0,-6 3-6 15,-4-3 2-15,5 1 2 0,-5-1 0 0,10 0-1 16,-10 0 2-16,5 1 1 0,-5-1 18 0,0 0 4 0,0 0 2 16,11-2 4-16,-11 2 3 0,4-2 3 0,-4 2 5 15,0 0 4-15,0 0 4 0,0 0 5 0,0 0 6 16,0 0-3-16,0 0 11 0,0 0-4 0,6-3 4 16,-6 3-8-16,0 0 5 0,0 0 0 0,0 0 1 15,0 0-10-15,3-3 5 0,-3 3-4 0,0 0 5 16,0 0-8-16,-3-6 5 0,3 6-2 0,0 0-2 15,0 0 1-15,0-5 4 0,0 5 3 0,0 0-3 16,3-8 19-16,-3 4-19 0,0 4 4 0,0-6-1 16,0 0 2-16,0 1-1 0,0 0-3 0,2 3 2 15,-2-6-6-15,1 1-6 0,-2 1-3 0,4-4-6 16,-5 2-4-16,5 0-5 0,-2 2-2 0,1-2-5 16,-1 2-3-16,0-2-10 0,2 2-24 0,-3-2-29 0,0 1-35 15,3 2-39-15,1-1-47 0,0 1-48 0,0 0-58 16,-1 1-60-16,-1 0-91 0,0-1-275 0,1 0-746 15,-2 3 330-15</inkml:trace>
  <inkml:trace contextRef="#ctx0" brushRef="#br0" timeOffset="68104.28">29802 10371 160 0,'-4'-3'222'0,"4"3"-6"0,0 0-4 16,0 0-3-16,0 0-10 0,0 0-11 0,0 0-9 15,0 0-13-15,0 0-9 0,0 0-9 0,0 0-7 16,0 0-4-16,0 0-8 0,0 0-13 0,-3-4-6 15,3 4-3-15,0 0-6 0,0 0-3 0,0 0 3 0,0 0-2 16,17 5-11-16,-17-5-4 0,16 0-13 0,-3 2 1 16,-2-2-12-16,3 0-4 0,4 0-12 15,3-2 4-15,-3 2-9 0,2 0-4 0,-1 0-6 0,-6 0 1 16,4-1-7-16,-4 1-2 0,2-1 11 0,-3 1-11 16,-2-2 1-16,-2 2-6 0,0 0-4 0,-4-1-5 15,-4 1-4-15,12 0-19 0,-12 0-16 0,7-2-22 16,-7 2-17-16,0 0-17 0,7 3-19 0,-3 0-4 15,-4-3-1-15,0 0-11 0,0 0-10 0,0 0-17 16,0 0-4-16,-7 9-12 0,3-7-13 0,2 1-18 16,2-3-12-16,-7 5-142 0,4-3-381 0,-2 1 168 15</inkml:trace>
  <inkml:trace contextRef="#ctx0" brushRef="#br0" timeOffset="69308.3">29838 10368 95 0,'0'0'146'0,"0"0"-6"0,0 0-9 0,0 0 7 16,0 0-11-16,0 0 1 0,-6 9-6 0,6-9-6 15,-2 6-1-15,0-2-9 0,2 0-7 0,0 2 0 16,0-1-9 0,-5 2-5-16,2-2-9 0,2 2-8 0,0 3 2 15,-1-4-7-15,2 3-4 0,0-3-8 0,0 1-1 16,-3 2-3-16,3-4-5 0,-1 5-1 0,-2-2-5 16,3-1 0-16,0 0-3 0,0-1-2 0,0 1-3 15,0-3-4-15,0 2 0 0,0-1-3 0,0 0 2 16,0-1 5-16,0-4 4 0,-1 7-3 0,2-4-2 0,-1-3 3 15,-1 5 1-15,1-5-1 0,0 0 2 16,1 4-3-16,-1-4-2 0,0 0 1 0,0 0-4 16,-4 4-4-16,4-4 0 0,0 0-2 0,0 0-2 0,0 0-3 15,0 0 0-15,-1 4-2 0,1-4-3 0,0 0 1 16,0 0-2-16,4 5 0 0,-4-5 0 0,0 0 0 16,0 0 0-16,0 4 0 0,0-4-3 0,0 0 0 0,0 0-3 0,0 5 1 15,0-5 3-15,0 0 1 16,1 3-3-16,-1-3-3 0,0 0 2 0,0 0 0 15,0 0 2-15,0 0-2 0,0 0 1 0,0 0-2 16,0 5-2-16,0-5 3 0,0 0 0 0,0 3-2 0,0-3 0 16,0 0 0-16,0 0 1 0,0 5-4 0,0-5 4 15,0 0 2-15,0 0-2 0,0 4-1 0,0-4 1 0,0 0 1 16,3 4 1-16,-3-4-6 0,0 0-1 16,0 0 5-16,0 0-1 0,0 0 0 0,0 0-1 15,0 0 4-15,-3 5-2 0,3-5-1 0,0 0 1 0,0 0-1 16,0 0-1-16,0 0 2 0,0 4-2 0,0-4 1 15,0 0 0-15,0 0 1 0,0 0 1 0,0 0-2 16,0 0 0-16,0 0 0 0,0 0 0 0,0 0 3 16,0 0-3-16,0 0 2 0,0 0 2 0,0 0-2 15,0 0 1-15,0 0 6 0,0 0-1 0,0 0 2 16,0 0 0-16,0 0 6 0,0 0 3 0,0 0 5 16,0 0 7-16,0 0-4 0,0 0 0 0,0 0 1 15,0 0 0-15,0 0 5 0,0 0-1 0,0 0 4 16,0 0 3-16,0 0-2 0,0 0-6 0,7 3-1 15,-7-3-2-15,0 0-1 0,10-2-2 0,-10 2-2 16,0 0-5-16,15-1-3 0,-8-1-1 0,-3 2 3 16,-4 0-3-16,14 0-1 0,-7 1-1 15,0-1-5-15,4 0 12 0,-6 0-14 0,4-1-1 0,-1 1 4 16,-8 0-3-16,15 1-2 0,-7-2-2 0,0 2 1 16,0-1 2-16,0 0-5 0,-1 1 6 0,1 0-2 15,0 1-3-15,-1-2-8 0,1 0 8 0,-1 1-3 16,-1 0 3-16,0-1 1 0,-6 0 1 0,13-1 3 15,-9 2-7-15,-4-1 4 0,11 0 1 0,-11 0 0 16,8 0 0-16,-8 0-2 0,0 0 0 0,7 0 3 16,-7 0-4-16,5-1 6 0,-5 1-4 0,0 0 1 15,0 0-2-15,9-1 5 0,-9 1 4 0,0 0 6 16,5-3 7-16,-5 3-3 0,0 0-6 0,0 0 5 0,6-1 9 16,-6 1-6-16,0 0-4 0,0 0-1 0,0 0 3 15,3-4 4-15,-3 4-3 0,0 0-5 0,3-1 21 16,-3 1-4-16,0 0 7 0,0 0-3 0,1-7 12 15,-1 7 6-15,0 0 4 0,0-4 3 0,0 4 3 16,4-3-1-16,-4 3 4 0,0-5-5 0,0 1 7 16,0 4-6-16,3-8 1 0,-3 4-4 0,0-2 1 15,3 0-6-15,-3 0-1 0,0-1-6 0,1-1-4 16,2 0-7-16,-2-4 0 0,0 4-11 0,1-4 1 16,-2 1-3-16,1 2-9 0,-1-3-28 0,0 4-20 15,0-3-27-15,0 3-51 0,0 1-33 0,0 0-50 0,-3 2-54 16,-2 0-64-16,1 1-77 0,1 0-283 0,-1 3-726 15,4 1 321-15</inkml:trace>
  <inkml:trace contextRef="#ctx0" brushRef="#br0" timeOffset="80832.29">27213 10369 4 0,'0'0'184'0,"0"0"-4"15,0 0-3-15,0 0-3 0,0 0-6 0,0 0-4 16,0 0-8-16,0 0-6 0,0 0-11 0,0 0-4 15,0 0-7-15,0 0-9 0,0 0-7 0,0 0-7 16,0 0-7-16,3-4-7 0,-3 4-8 0,0 0-9 16,0 0-4-16,0 0-11 0,2-3-3 0,-2 3-8 15,0 0-5-15,0 0-2 0,0 0-6 0,10 9-5 0,-6-7 0 16,-3 0-3-16,4 2-4 0,1 0-1 16,-2 2-2-16,4 1-1 0,-3 0-4 0,1 1-1 15,2 1 0-15,2 0-2 0,1 4-2 0,-2-3 1 0,2 5-2 16,-2-4-1-16,4 1-1 0,-2 3 0 15,-1-2 0-15,0-3 2 0,0 1-6 0,-3 0 4 16,3 4-1-16,-3-5 0 0,0 1 0 0,1-1-4 16,0 1-2-16,-1-2 4 0,0 2-1 0,1-4 1 15,-1 2 2-15,2-2 1 0,0 0 1 0,-4-2 9 0,4 3-1 0,1-2 0 16,-4-2 4-16,3 3-5 0,-1-2-3 0,0-2 0 16,-1 1-3-16,-3 1 7 0,2-3-7 0,-1 1-2 15,-1-2-3-15,0 1 0 0,-1 1 0 0,-3-3-6 0,4 1-15 16,-4-1-26-16,4 2-30 0,-4-2-34 0,0 0-44 15,0 0-44-15,0 0-47 0,0 0-172 0,0 0-448 16,0 0 199-16</inkml:trace>
  <inkml:trace contextRef="#ctx0" brushRef="#br0" timeOffset="81517.97">26922 10670 128 0,'0'0'212'0,"0"0"-3"16,0 5 4-16,0-5 0 0,0 0 1 0,4 4-4 16,0-2-4-16,0 1-8 0,3 1-11 0,4-1-12 15,1 0-3-15,2 2-10 16,4 1-15-16,3-1-17 0,6 3-12 0,2-1-11 15,1 1-7-15,1 0-12 0,0 2-9 0,-1-4-9 16,7 2-5-16,-6 1-5 0,3-3-6 0,-2 4-7 0,-2-2-4 16,-1-1 0-16,-7-2-10 0,0-2-6 0,0 4-12 15,-2-2-20-15,-2 0-17 0,-5-1-24 0,2-2-32 16,-2 4-34-16,-1-1-40 0,-3-1-47 0,2-1-46 16,-4 1-233-16,1 0-517 0,-3-1 228 0</inkml:trace>
  <inkml:trace contextRef="#ctx0" brushRef="#br0" timeOffset="82330.9">27505 11432 230 0,'7'-5'231'0,"-7"5"-5"0,0 0-4 0,0 0 5 15,4-4-12-15,-4 4-1 0,4-3-8 16,-4 3-12-16,3-2-6 0,0-2-5 0,-3 4-7 0,4-4 2 15,-3 0-5-15,-1 4-6 0,2-7 3 0,0 0 3 16,2 1 3-16,-1-1-8 0,0-3-7 0,-2 1-12 16,-1-4-4-16,5-1-14 0,-2-4-8 0,1-1-12 15,-1-2-11-15,1 1-12 0,0-8-8 0,0 0-7 0,1 0-16 0,0 2 3 0,0-5-4 16,1 4-11-16,-1 2-8 0,-1 5-4 0,0 2-10 16,0 0 3-16,0-2-18 0,-1 2-3 0,0 5-10 15,2 1-13-15,0-1-5 0,-3 1-4 0,1 6-16 16,2-2-22-16,-3 2-14 0,0 2-45 0,1 1-39 15,-3 3-39-15,0 0-22 0,0 0-30 0,0 0-39 16,10 8-58-16,-10-3-209 0,2 2-606 0,-2 0 268 16</inkml:trace>
  <inkml:trace contextRef="#ctx0" brushRef="#br0" timeOffset="83023.43">28452 11298 15 0,'0'0'263'0,"-4"-7"-9"0,1 6-8 0,-3-3-4 16,1 0-16-16,4 0-9 0,-3 0-9 0,-4 0-13 16,3 1-9-16,-7-2-4 0,4-2-7 0,-3 1-13 15,-4-3 1-15,-2-3-9 0,0 2-5 0,-2 0-8 16,-4-7-12-16,-5-3-9 0,-1 2-8 0,0-2-8 15,-3-1-17-15,-8-11-1 0,5 8-12 0,3-1-3 0,0 2-12 16,1-1-8-16,-2-3-3 0,5 2-3 16,4 2-6-1,1-1-7-15,2 5 8 0,1-1-13 0,8 5 5 0,1 2-11 0,5 3-15 16,-1 0-23-16,1 4-28 0,6 2-31 16,-2-3-53-16,2 5-58 0,0 2-83 0,0 0-53 15,0 0-230-15,17 2-598 0,-7 6 265 0</inkml:trace>
  <inkml:trace contextRef="#ctx0" brushRef="#br0" timeOffset="83778.22">29446 10182 219 0,'0'0'227'0,"7"7"-2"15,-2-6-5-15,-1 3-4 0,2 1-9 0,2 1-5 16,2 1-13-16,0-1-14 0,1 3-11 0,6 0-15 0,-6-2-8 0,8 5-7 15,-2 1-15-15,0-3-2 0,0 2-20 0,4 2-11 16,3 1-11-16,-5-4-8 0,0 1-3 0,-1 0-14 16,-3-2 2-16,0 3-8 0,0 0 0 0,-3-2-8 0,0-1-2 15,-5-1-13-15,4 0-21 0,-2 0-25 16,-2 3-32-16,0-5-30 16,-3 4-39-16,2-5-38 0,0 2-39 0,-1-2-54 0,-1-1-153 15,-2 2-443-15,3-4 197 0</inkml:trace>
  <inkml:trace contextRef="#ctx0" brushRef="#br0" timeOffset="84428.18">29092 10451 168 0,'0'0'264'0,"0"0"-4"15,-6 1-1-15,6-1-1 0,0 0-11 0,0 0 5 16,0 0 6-16,0 0 3 0,17 7-10 0,-7-4-1 0,5 2-33 16,4-3-15-16,8 4-19 0,5 2-14 0,0-3-27 15,1 2-5-15,3 4-12 0,3-4-17 0,0-1-9 0,-1 2-11 16,3 0-9-16,-3 0-6 0,-1 2-14 0,2 0-38 16,0 0-45-16,0-2-32 0,-7 0-45 0,1 2-57 15,-3 1-67-15,-2-5-73 0,-5 3-297 0,-1-5-644 0,-3 0 284 31</inkml:trace>
  <inkml:trace contextRef="#ctx0" brushRef="#br0" timeOffset="85214.2">29650 11086 134 0,'0'0'280'0,"0"0"1"0,0 0-13 0,0 0-7 15,0 0-3-15,-1-9-13 0,1 9-9 16,1-5-6-16,-1 5-8 0,3-6-3 0,-2 2-1 16,-1-2 1-16,2 0-10 0,-2 1-5 0,2-2-8 0,1-2 0 0,0 0 3 0,-2-2-14 0,3 1-8 15,4-1-10-15,-4-4-11 0,-1-1-20 0,5-2-15 16,1 3-13-16,3-11-3 0,1 1-19 0,-3 6-6 16,-1 1-13-1,7-8-14-15,-2 3-21 0,-4 3-26 0,0 1-28 16,0 1-26-16,1 0-30 0,1 1-17 0,-2 2-27 15,2 1-22-15,-5 6-41 0,-2 0-30 0,2 4-33 0,-3-2-47 16,0 1-38-16,2 2-296 0,-3 0-680 0,2 3 301 16</inkml:trace>
  <inkml:trace contextRef="#ctx0" brushRef="#br0" timeOffset="89442.84">27941 10264 243 0,'-2'-6'269'15,"2"6"-6"-15,0-5-11 0,2 1 5 0,0 0-18 16,-2 4-11-16,0-5-14 0,0 5-3 0,0-8-17 16,0 6-7-16,0 2-7 0,-2-7-15 0,2 7-8 15,-3-6-25-15,3 6-15 0,-4-4-10 0,1 2-11 16,3 2-10-16,-7-6-14 0,3 3-4 0,-3 1-10 16,-1 1-3-16,1 0-7 0,0-1-6 0,-3 2-5 15,3-1 1-15,-1 2-10 0,-4 1-2 0,1-1 6 16,2 1-6-16,1 2-6 0,-3-2 3 0,3 3-13 15,1 0 4-15,2-2-3 0,-4 2-7 0,4 1 3 0,0 0-1 16,-1 0 2-16,2 1 6 0,-1 1-1 0,2 3-2 16,2-2 7-16,0 3-3 0,1-2 9 15,2-1 4-15,1 4-1 0,-1-3 5 0,5 0-9 0,4 3-1 0,-4-1 0 16,1-2-1-16,5 3-4 0,-4-5 5 0,7 3-15 31,1-4-12-31,-2 0-17 0,0 1-20 0,0-5-29 0,-2 1-33 16,2-1-23-16,-1-2-40 0,-1 3-40 0,1-7-48 15,1 2-52-15,-3 0-234 0,-1-4-584 0,-2 1 259 16</inkml:trace>
  <inkml:trace contextRef="#ctx0" brushRef="#br0" timeOffset="89679.09">28136 10253 154 0,'0'0'267'16,"0"0"-20"-16,0 0-20 0,0 0-18 0,0 0-5 16,0 0-8-16,0 0-4 0,0 0-6 0,-2 15-7 15,-1-11-19-15,3 2-11 0,-1 2-9 0,-2-2-9 0,2 6-13 16,-1-3-13-16,1 3-8 0,0 1-10 16,1-1 1-16,0 0-19 0,0 3-4 0,-3 0-5 15,3 0-15-15,3-1-31 0,-3 1-41 0,0-1-60 0,2-2-72 16,1-1-88-16,0 2-232 0,3-3-518 0,-2 0 230 15</inkml:trace>
  <inkml:trace contextRef="#ctx0" brushRef="#br0" timeOffset="90667.27">30345 10305 185 0,'-2'-5'289'15,"2"0"-8"-15,0 5-13 0,-2-5-2 0,2 5-6 0,0-6-10 16,0 6-13-16,-5-5-15 0,2 3-21 0,3 2-14 16,-6-3-15-16,6 3-18 0,0 0-9 0,-9-1-25 15,9 1-5-15,-14 1-7 0,14-1-4 0,-13 3-1 16,6 1-6-16,-2 1-5 0,-2-1-1 0,1 1-6 15,-2 1-3-15,2 1-1 0,1-2-19 0,-1 4 4 16,3-3-8-16,-1 3 9 0,0-2-19 0,1 3-1 16,3-4-7-16,-1 2 0 0,1 1-5 0,2-2-1 0,-3 1 11 15,5 1-12-15,0-2-5 0,5 3-5 0,-1-3-3 16,3 2 1 0,4 0-23-16,1-1-27 0,6 2-44 0,0-2-32 15,3-3-42-15,-3 3-39 0,5-3-49 0,0 1-62 16,-1-3-67-16,1-1-207 0,-4 1-618 0,1-2 273 0</inkml:trace>
  <inkml:trace contextRef="#ctx0" brushRef="#br0" timeOffset="91156.34">30514 10351 352 0,'0'0'357'0,"0"0"-12"16,0 0-9-16,0-3-19 0,0 3-14 0,0 0-29 16,0 0-20-16,0 0-22 0,0 0-30 0,0 0-13 15,0 0-18-15,0 0-20 0,15 6-16 0,-11-4-9 0,1 1-15 16,-1 0-11-16,1 2-10 0,0-1-8 16,-4 0-8-16,4 1-12 0,-1 0-6 0,-2 3-14 15,2-3-3-15,-4 2-1 0,0-1 1 0,0 1-13 0,-1 0 1 16,-3 0-2-16,-1 2-2 0,0-1-2 0,1-3 3 15,-3 2 3-15,3 0 19 0,-5-1 12 0,3 0 5 16,-2-2 5-16,3 2 3 0,1-5 1 0,-2 4-7 16,2-1 1-16,0-2 1 0,4-2 3 0,-3 6 11 15,3-6 4-15,-2 2-4 0,2-2 0 0,5 4-11 16,6 0-6-16,4-2-9 0,1 4-17 0,8-4-25 16,-1 2-38-16,6-1-59 0,1-1-65 0,3 0-85 15,-2 1-91-15,3-2-123 0,-2-1-319 0,0 0-830 0,2-1 367 16</inkml:trace>
  <inkml:trace contextRef="#ctx0" brushRef="#br0" timeOffset="143855.95">10724 14328 11 0,'0'0'388'0,"0"-12"-2"0,0 12 5 16,0-6-1-16,0 6-14 0,0-3-15 0,0 3-12 16,2-6-11-16,-2 6-20 0,0-5-17 0,1 1-17 15,-1 4-22-15,1-7-16 0,1 4-19 0,0-2-15 16,1 1-18-16,0-2-17 0,-1-1-16 0,2 1-17 16,2-3-14-16,-2-3-10 0,2 5-11 0,0-7-9 15,1 2-12-15,0-1-11 0,-2 0 1 0,6-6-7 16,-4 2-14-16,1 0-5 0,0-10-2 0,3 0-13 15,-1-3 1-15,-2 6-5 0,-1-6-1 0,-1 3-5 16,-2-2 0-16,-1 1-2 0,-1 0-5 0,0 8 0 0,-2 1 4 16,-2-5 2-16,4 5 11 0,-4 0 2 15,0 1 6-15,-1 0-8 0,2 4 5 0,1 1-3 16,-4 0 3-16,4 4-7 0,-1-2-2 0,-1 5 2 0,2 0-4 16,-2 1-9-16,-1 0-5 0,3 5-4 15,-1-4-2 1,1 4-1-16,0 0 0 0,0 0-6 0,0 0 1 15,-2 18 0-15,2-8-3 0,0 3 1 0,0-1 2 16,-1 4-3-16,1 2 4 0,0 0-1 0,1 0-2 0,-2 2-2 16,2-4 1-16,1 2-2 0,-2 1 0 0,1 0-1 15,-1-2 2-15,0-4-1 0,5 1-6 0,-5-1-7 0,3-2-5 16,-3 1-2-16,4-4-5 0,-3-2-2 0,4 0-1 16,0 0 1-16,2 0-2 0,2-3-6 0,0-1-2 15,3-1-14-15,3-2 4 0,1-3-2 0,-1 0 4 0,1-1 3 16,3-3 6-16,-1 0 8 0,-3-3-2 0,1 1 5 15,-2-2 2-15,-4 2 2 0,3-1 1 0,-3 0 3 0,-3-1 1 16,-2 4 7-16,0-4 4 0,-1 4 3 0,-1 0 11 16,-2 2 1-16,-1-1 3 0,2 2 2 0,-4 0-1 15,4 1 0-15,-2 4-3 0,-2-8-5 0,2 8 2 0,2-4-7 16,-2 4 1-16,0 0 8 0,0 0-7 0,0 0-2 16,0 0-1-16,-2 15 5 0,4-9-6 0,1 3 4 31,1 0-4-31,0 4 1 0,-1 3 5 0,3 2 0 0,0-1 6 15,-1 1-11-15,3 0-17 0,-2 1-25 0,0 0-30 16,1 0-29-16,-4 0-34 0,4 2-37 0,-4-2-35 0,1 0-35 16,-1 1-27-16,-1-1-31 0,-1-1-54 0,-1-6-65 15,0 2-312-15,-1-2-791 0,1 1 351 0</inkml:trace>
  <inkml:trace contextRef="#ctx0" brushRef="#br0" timeOffset="144189.41">11286 14141 247 0,'0'-5'335'0,"0"5"-5"0,0-4-15 0,0 4-3 16,0 0-13-16,0-5-29 0,0 5-10 0,0 0-40 16,0 0-32-16,0 0-12 0,0 0-19 0,0 0-17 15,0 0-22-15,5 14 0 0,-3-6-16 0,-4 2 5 16,4 2-18-16,-1-2-12 0,0 3-7 0,2 1-5 16,-3-2-7-16,4 5-9 0,-4 0-5 0,0-4 12 15,3 3-29-15,-2-3-33 0,-1-1-26 0,2-1-26 0,0 1-32 16,3-2-36-16,-3 0-47 0,-2-4-49 0,4-2-56 0,0 2-263 15,0-3-586-15,-1-3 260 0</inkml:trace>
  <inkml:trace contextRef="#ctx0" brushRef="#br0" timeOffset="144507.25">11427 14197 58 0,'-8'0'229'0,"8"0"-8"0,0 0-4 0,-12 3-10 16,11 1-12-16,1-4-13 0,-7 5-4 0,1-4-6 16,2 2-9-16,3 1-7 0,-2 1-9 0,-1-1-6 15,0-2-5-15,-1 1-9 0,-1 2 1 0,-1 0-4 16,3-1-2-16,0 1 0 0,-4-1-5 0,4 0-1 0,-3-2-7 16,2 2-11-16,-1-1-7 0,1-1-10 0,-2 0 8 15,3 0-23-15,4-2-8 0,-4 3-14 0,1-1 9 0,3-2-8 16,0 0-5-16,-4 4 1 0,4-4-7 15,4 7 0-15,3-6 0 0,-3 1-3 0,4 1-4 16,0-1-1-16,3 2-1 0,3-1-6 0,-3 1-15 0,1 0-15 16,4-1-17-16,-3 2-18 0,-1 0-25 0,0-2-30 0,-1 2-40 31,0 0-46-31,-2-1-46 0,1 0-50 0,-2 0-252 0,-3-3-579 16,1 3 257-16</inkml:trace>
  <inkml:trace contextRef="#ctx0" brushRef="#br0" timeOffset="144957.81">11662 13851 332 0,'0'0'416'0,"0"0"-7"0,-1-5-7 0,1 5-23 16,0 0-13-16,-5-3-14 0,5 3-18 0,0 0-24 15,0 0-26-15,0 0-28 0,0 0-27 0,0 0-22 0,0 0-21 16,12-4-20-16,-4 5-24 0,-1-2-25 16,5 1-26-16,2 2-24 0,-1-2-32 0,8 0-37 15,-2 2-45-15,1-4-34 0,-2 1-29 0,1 1-25 0,-7 0-34 0,3 0-37 16,-3 0-36-16,-2 0-28 0,3-1-29 0,-6 1-35 0,-7 0-198 15,10 0-574-15,-10 0 254 0</inkml:trace>
  <inkml:trace contextRef="#ctx0" brushRef="#br0" timeOffset="145293.24">11688 13935 78 0,'0'0'242'0,"-4"4"-5"0,4-4-12 0,0 0-9 16,0 0-13-16,0 0-12 0,-2 2-12 0,2-2-16 0,0 0-14 15,0 0-14-15,0 0-16 0,0 0-7 0,0 0-7 16,0 0-12-16,0 0-7 0,8 3-9 0,-8-3-8 16,0 0-9-16,5 4-2 0,-5-4-8 0,3 3-6 15,0-1-1-15,-1 1-7 0,1-1-3 0,1 1-4 16,-4-3-1-16,3 2 1 0,0 0-4 0,2 2-4 15,-5-4 0-15,8 3 0 0,-6 0 8 0,2-1 5 16,-4-2-5-16,9 0-5 0,-2 1 3 0,1-1-3 16,-1 2-4-1,3-4-2-15,0 2 1 0,4-1-6 0,-4 1-1 16,0 0-2-16,4-1-3 0,-2 0-9 0,-2 0-12 16,-2-1-18-16,1 1-21 0,-1 0-26 0,-2 1-36 0,-1-3-42 15,1 1-41-15,-2 0-53 0,-4 2-173 0,5-2-459 16,-5 2 203-16</inkml:trace>
  <inkml:trace contextRef="#ctx0" brushRef="#br0" timeOffset="149993.36">15865 13168 56 0,'0'0'208'0,"6"-5"-6"16,-6 5-10-16,4-4-7 0,-4 4-7 15,5-2-11-15,-5 2-7 0,2-5-7 0,-2 5-8 0,0 0-12 16,0 0-5-16,2-2-5 0,-2 2-8 0,0 0-7 16,0 0-8-16,0 0-2 0,0 0-7 0,0 0-4 15,0 0 1-15,0 0 4 0,0 0-3 16,0 0-4-16,-19 4-3 0,11 0 1 0,-1 0-2 15,-5 1 0-15,-1-2-1 0,-1 7 4 0,-6 0-4 0,-4 0-4 0,-5-1 4 0,-1 1-9 0,-3 0-2 16,0 7-3-16,1-4 3 0,-3 1-12 0,-2-2-8 16,2 1 15-16,2-1-18 0,-1 2-2 0,0-1 0 0,3 1-9 15,2-2 8-15,2-2-8 0,-1 3-6 16,11-3 0-16,0-4-1 0,0 2 0 0,3 0-9 16,2-2 3-1,2-1-3-15,4 1 0 0,-2 0-5 0,3-4-5 0,3 2 3 16,0-3-2-16,0 3-3 0,4-4-2 0,-4 3 8 15,4-3 8-15,0 0-8 0,8 4-1 0,2-4 5 0,2 1-7 16,7-5-1-16,3 4 5 0,-2-2-5 0,10-1-1 16,5 2-7-16,-1 1 3 0,2-3 0 0,-1 2 13 15,1 2-23-15,-1 0 9 0,-1-1-2 0,0 3 0 0,0 1 2 16,-4-3-3-16,-10 2 3 0,2-2 2 0,0 3 0 16,-4-2 0-16,0 2-3 0,-4-1-3 0,0 1-5 0,-3-2 1 15,1 2 1-15,0-2 1 0,-4 1 7 0,1-1-3 16,-3 0-1-16,1-2-6 0,-3 3 7 0,-4-3-8 15,8 4 5-15,-4-3 7 0,-1 1-10 0,-3-2-7 0,4 3 16 16,-4-3-5-16,0 5-3 0,0-5 5 0,-7 3 1 31,2 0-1-31,-2 0 2 0,-4 2-1 0,-2 0 4 0,-4 0-5 16,-2 2 5-16,-4-2 4 0,-4 4 10 0,-1 0 6 16,-4-2 8-16,1 2-8 0,-2 0 13 0,1 0-10 15,0 0 2-15,1 2 1 0,0-4 4 0,1 5 0 0,1-1-2 16,2-1 1-16,1 2 7 0,7-4-16 0,-1 2 4 15,3-5-3-15,1 4 1 0,2-3-4 0,5 1-2 16,-2-1 1-16,4-1-6 0,2-1-1 0,1 1 2 0,-2 0 18 16,4 0 6-16,0-2 11 0,4 2 6 0,-2-5 1 15,10 5-3-15,1-2-4 0,8-1-6 0,3 2-6 16,13-1-2-16,-1-3-1 0,9 1-7 0,12-4-5 0,5 2-2 16,-8 0-2-16,-7-2-2 0,8 1-2 0,-12-1-4 15,0 3-1-15,3-2-5 0,-3 1 3 0,0-2-11 16,0 2-7-16,-2 1-3 0,-5-2-10 0,-11 2-4 0,7 0-9 15,-12-1-14-15,-2 1-20 0,-2-1-18 0,-1-1-27 16,-3 2-21 0,-2-1-27-16,0 1-34 0,-2-1-36 0,-6 1-47 15,8 1-73-15,-8-1-65 0,0 0-255 0,0 0-725 16,0 0 321-16</inkml:trace>
  <inkml:trace contextRef="#ctx0" brushRef="#br0" timeOffset="152599.83">15274 14291 286 0,'0'-8'337'0,"0"5"-3"0,0 3-8 16,1-7-7-16,-1 7-5 0,-3-4-24 0,3 4-19 16,0-5-26-16,0 5-24 0,0 0-27 0,0 0-18 15,0 0-23-15,0 0-10 0,0 0-10 0,0 0-9 16,-11 9-6-16,6-4 3 0,4 2-9 0,-2-1-5 16,0 1-9-16,1 2-10 0,0-1-9 0,2 3-6 0,-4 0-6 15,4 1-8-15,0-5 0 0,0 5-13 0,1-6-4 16,2 3-1-16,4-1 6 0,2 1-16 15,2-3-22-15,4 3-31 0,4-4-38 0,0 1-40 0,-1-4-34 16,1 1-32-16,4-5-43 0,-4 2-38 0,0-2-54 16,-1-2-35-16,-4 0-246 0,-1 0-630 0,-1 0 279 15</inkml:trace>
  <inkml:trace contextRef="#ctx0" brushRef="#br0" timeOffset="153003.99">15347 14111 256 0,'-2'-4'252'15,"0"1"-18"-15,2 3-21 0,0 0-23 0,-4-3-19 16,4 3-16-16,0 0-15 0,0 0-16 0,0 0-12 16,0 0-6-16,0 0-10 0,-7 10-8 0,7-10-10 0,0 0-6 15,0 5-6 1,0-2-9-16,0-3-12 0,0 5 2 0,0-5-3 16,0 5-3-16,0-5-3 0,3 3-2 0,-3-3 2 15,0 0 6-15,3 3 7 0,-3-3-3 0,0 0-4 16,0 0-4-16,0 0-4 0,0 0-2 0,5-12-4 15,-3 10-4-15,-2 2-1 0,1-8-1 0,0 6-3 16,-1 2-2-16,0 0-3 0,0-4-5 0,0 4-6 0,0 0-29 0,0 0-15 16,0 0-19-16,0 0-29 0,0 0-45 0,-9 9-46 15,7-6-44-15,-2 2-184 0,3 2-440 0,-2-1 196 16</inkml:trace>
  <inkml:trace contextRef="#ctx0" brushRef="#br0" timeOffset="153472.2">15668 14341 23 0,'0'0'286'16,"-12"-9"-5"-16,12 9-12 0,-3-3-5 0,3 3-11 15,-4-2-11-15,4 2-10 0,-4-4-10 16,4 4-22-16,-5-2-17 0,5 2-11 0,-5-2-25 15,5 2-14-15,0 0-11 0,-7-1-17 0,7 1-10 16,0 0-8-16,-9 3-8 0,5 1-16 0,4-4-2 16,-5 3-5-16,0 1-12 0,3 0 3 0,0-1-4 15,2 2-7-15,-3 0-2 0,3-5-2 0,-3 3-5 0,3-3-5 16,-3 5 3-16,3-5-5 0,3 5 2 0,-3-5-6 16,6 6 3-16,-6-6-3 0,0 0-1 0,0 0-6 0,10-8-3 15,-5 5-11-15,0 0-16 0,-1-1-1 0,2-2-17 16,-3 0-10-16,3-3-19 0,-4 1-20 0,1 2-19 0,1 0-16 15,-4-2-17-15,2 2-23 0,-4 0-33 0,2-1-28 16,0 1-36-16,0 1-158 0,-5 0-451 0,2 0 200 16</inkml:trace>
  <inkml:trace contextRef="#ctx0" brushRef="#br0" timeOffset="153789.91">15633 14183 19 0,'-14'1'220'0,"14"-1"-16"16,-8 5-6-16,5-3-6 0,3-2-16 0,-7 3-11 16,4-2-14-16,-3 1-13 0,6-2-10 0,-3 3-12 15,3-3-9-15,-2 5-10 0,2-5-9 0,-2 5-9 0,2-2 1 0,0-3-2 16,0 0-6-16,0 0-4 0,6 4-5 0,-6-4-6 15,5 2-6-15,-5-2-5 0,0 0-1 0,15-5-6 16,-11 3-2-16,0 0-6 0,0 0 2 0,-1-2-6 16,2 0 2-16,-2 0 3 0,0 0 2 0,-3 4-7 15,0-5-1-15,0 0-4 0,0 5-1 0,-3-6-2 0,3 6-2 16,-6-5-1-16,1 5-9 0,5 0-12 0,-8-3-23 16,8 3-30-16,-12 3-38 0,5-2-55 0,2 0-66 15,-2 2-200-15,1 0-452 0,2-1 200 0</inkml:trace>
  <inkml:trace contextRef="#ctx0" brushRef="#br0" timeOffset="157669.14">15769 14130 67 0,'9'-1'139'0,"-2"-1"-12"0,1 2-7 0,0-1-5 15,1 1-5-15,4-2-1 0,-2 4-11 16,1-2-1-16,-4-2-6 0,1 1-2 0,0 0 2 15,-1 0-5-15,-1-1 2 0,1 2 0 0,-8 0 0 0,10 0-5 16,-5-1 0-16,-5 1-2 0,7 1-3 0,-7-1-4 16,8 2-5-16,-8-2-7 0,7 0-4 0,-7 0-3 15,0 0-1-15,7-3 6 0,-7 3-2 0,0 0-2 16,5 4-8-16,-5-4-3 0,4 4-2 0,-1-3-3 16,-2 3-1-16,-1-4 0 0,6 5-2 0,-5-3-3 15,2 2 2-15,-3 1-2 0,3 1 2 0,-3-3 0 16,1 2 6-16,-1 1 6 0,-1 0-4 0,-2 0 5 15,3 2 1-15,-3-1 3 0,2 1 0 0,-5 0 0 16,2-4 4-16,0 5 9 0,-1-1-5 0,0-2-3 16,-1 2 12-16,0-2-9 0,0 1-4 0,3-1 1 0,-1-1-3 15,-4 2-7-15,5-3-1 0,-1 2 10 0,-2-1-15 16,4-1-6-16,-2-1 2 0,2 1-7 0,-1 1-2 16,3-5 0-16,-5 3-1 0,4 0-3 0,1-3-3 15,-3 3 9-15,3-3-5 0,-1 4 8 0,1-4 7 0,0 5 23 16,0-5 9-16,0 0-5 0,5 2 1 0,-5-2-4 15,8 2-4-15,-4 0-5 0,2-1-5 0,2-1-5 16,-2 1 3 0,3 0-7-16,-2 1-7 0,2-2-7 0,6 0-3 15,-5 1-2-15,1-1-19 0,1 0-20 0,-3 0-16 16,1-1-24-16,-1-1-22 0,0 1-21 0,-4 0-22 0,2 0-32 16,0-1-31-16,-7 2-33 0,8-4-32 0,-4 0-28 15,-1 1-30-15,-2-2-18 0,2 1-190 0,-3 0-557 16,-3-1 247-16</inkml:trace>
  <inkml:trace contextRef="#ctx0" brushRef="#br0" timeOffset="157988.03">15890 14261 92 0,'0'0'229'0,"0"0"-4"0,0 0-7 0,0 0-3 16,0 0-4-16,0 0-13 0,0 0-8 0,0 0-11 0,0 0-7 16,0 0-15-16,0 0-11 0,0 0-11 15,0 0-3-15,0 0-2 0,0 0-6 0,0 0-5 16,0 0-12-16,0 0-8 0,20-2-4 0,-20 2-13 0,11 2-7 15,-3-3-7-15,2 1-6 0,2-1-7 0,-1 1-10 16,2-1-14-16,-2 1-21 0,3-2-27 0,-3 2-32 0,-3 0-32 0,2 0-51 16,-1 0-37-16,-1 0-42 0,-1-1-48 0,-7 1-189 15,11 1-484-15,-8 1 214 0</inkml:trace>
  <inkml:trace contextRef="#ctx0" brushRef="#br0" timeOffset="158388.3">16154 14351 228 0,'0'0'256'0,"0"0"-21"0,0 0-27 16,0 0-16-16,0 0-8 0,0 0-12 0,0 0-9 15,0 0-15-15,-4 14-2 0,4-9-6 0,1 0 2 31,2 3-16-31,-6-1-11 0,3-2-9 0,-1 4-14 0,1-2-3 16,-2 2-13-16,1 2-5 0,0-3-7 0,-1 3-7 0,2-4-5 16,0 3 0-16,0-3-9 0,-4 1-2 0,4-2-4 15,0-1-7-15,0 1-16 0,-1-1-16 0,1-5-19 0,0 7-39 16,0-7-57-16,1 1-69 0,-1-1-59 0,0 0-197 16,0 0-478-16,11-7 212 0</inkml:trace>
  <inkml:trace contextRef="#ctx0" brushRef="#br0" timeOffset="158737.55">16199 14249 155 0,'0'0'199'0,"0"0"-22"0,0 0-19 0,0 0-14 0,0 0-11 16,0 0-18-16,0 0-11 0,0 0-13 16,0 0-4-16,0 0-12 0,0 0-6 0,9 10-11 15,-9-10-10-15,3 4 0 0,-3-4-5 0,1 3-5 16,-1-3 0-16,0 5-3 0,0-5 8 0,0 0 13 0,4 2 14 16,-4-2 9-16,0 0-5 0,0 0-9 0,0 0-4 15,0 0-3-15,0 0-7 0,-8-10-5 16,5 6-4-16,3 4-5 0,-4-6-5 0,0 2-3 0,4-2 0 15,-1 3-4-15,1 3-2 0,-4-7-9 0,2 5 2 0,2 2-7 0,-1-4-17 16,1 4-34-16,0 0-40 0,0 0-50 0,0 0-35 0,0 0-52 16,0 0-119-16,0 0-365 0,0 0 161 0</inkml:trace>
  <inkml:trace contextRef="#ctx0" brushRef="#br0" timeOffset="159008.43">16336 14232 13 0,'0'0'298'0,"0"0"-18"0,0 0-18 0,5-2-20 16,-5 2-11-16,0 0-20 0,7-2-17 0,-7 2-18 0,7-2-17 15,-1 0-19-15,3 2-11 0,-4-1-12 0,6-2-13 0,-4 2-11 16,8-1-7-16,-5 0-17 0,-2 1-21 0,1 1-33 0,-1-1-39 31,2 1-39-31,-1 0-34 0,0 1-37 0,-1-2-31 16,-8 1-25-16,15 0-176 0,-15 0-396 0,9 1 175 16</inkml:trace>
  <inkml:trace contextRef="#ctx0" brushRef="#br0" timeOffset="159209.05">16389 14302 56 0,'-3'2'250'0,"3"-2"-3"0,-5 4-9 0,5-4-10 0,-6 1-11 16,6-1-10-16,-4 3-8 0,4-3-9 0,0 0-7 16,0 0-7-16,0 0-9 0,0 0-10 0,4 6-12 15,-4-6-17-15,10 1-14 0,-6-1-9 0,4 0-8 16,0 1-20-16,-1 0-29 0,1 1-35 0,-1-2-46 15,5 0-51-15,-5 2-60 0,0-6-53 0,2 3-54 16,0 1-172-16,-4-1-457 0,5 1 203 0</inkml:trace>
  <inkml:trace contextRef="#ctx0" brushRef="#br0" timeOffset="159543.66">16650 14123 92 0,'0'-6'319'0,"0"6"-6"0,-5-5-5 0,5 5-20 16,0 0-16-16,-1-4-17 0,1 4-27 0,0 0-25 15,1-5-21-15,-1 5-29 0,0 0-10 16,0 0-16-16,0 0-4 0,0 0-19 0,0 0-9 15,-1 16-12-15,1-9-12 0,1-2 3 0,-1 2-6 0,4 4-11 16,-4-1-5 0,0 2-1-16,1-1-4 0,-1 1-7 0,3 2-3 15,-3-3-4-15,1 0-2 0,-1 0-4 0,0-1-3 16,2-1 10-16,0-1-21 0,-2 2-22 0,0-2-12 0,0 0-21 16,0-4-21-16,0 3-24 0,2-2-26 0,-1-1-42 15,2 1-45-15,1-3-62 0,-3 2-238 0,-1-4-541 0,7 2 240 16</inkml:trace>
  <inkml:trace contextRef="#ctx0" brushRef="#br0" timeOffset="159894.7">16850 14160 144 0,'0'0'268'0,"0"-5"-15"0,0 5-16 15,0-2-13-15,0 2-17 0,0 0-16 0,0 0-18 16,0 0-15-16,0 0-16 0,0 0-11 16,0 0-15-16,-9-1-4 0,9 1 0 0,-9 3-7 0,4 0 3 15,-3-2 5 1,1 1-4-16,-3 3 3 0,-3 0 0 0,3-2 1 16,-4 1 9-16,3 1-15 0,-2 2 2 0,2-3-5 15,2-1-8-15,-2 4-3 0,2-2-11 0,0-1-1 0,5-2-19 16,-1 5 7-16,-2-3-12 0,3 0 3 0,4-2 2 15,0 4 14-15,4-1-9 0,3 2 1 0,-2-3-6 16,6 2-8-16,3 0-3 0,-2-3-6 0,-1 2 4 0,9-1-19 16,-1 3-16-16,0-3-20 0,-5-1-25 0,-2-1-33 15,2 1-37-15,-2-2-36 0,-1 2-45 0,1 1-62 16,-4-1-42-16,3-1-74 0,-3 1-216 0,-4-2-622 0,0 0 276 16</inkml:trace>
  <inkml:trace contextRef="#ctx0" brushRef="#br0" timeOffset="166350.83">16732 13276 76 0,'-10'-3'261'16,"-1"2"-5"-16,-1-1-10 0,0 2-5 0,-3 0-10 15,1 0-8-15,-2 2-3 0,-2-1-3 0,-3 3-12 0,4 1 2 16,-5 0-12-16,2 1-8 0,1-1-4 0,-1 1-12 16,2 0-18-16,2 1-7 0,-2 0-19 0,2-1 1 15,2 1-14-15,3 1-10 0,3-2-11 0,-3-1-6 16,4 3-3-16,2-2-10 0,2-2 14 0,0 3 3 31,5-1-8-31,0-2-3 0,5 2-6 0,7-1-6 0,8 0-6 16,-1 0-4-16,15 1-6 0,1-2-7 0,2-1-11 15,0-1-9-15,1-1-11 0,-2 0-13 0,1-2-16 0,1 2-2 0,-3-2-26 16,-2 1-7-16,-4 0-1 0,-6-1-2 0,-4-1 0 16,1 2 4-16,-7-1 9 0,-4-1-1 0,-3 0 9 15,2 1 0-15,-5-1 3 0,1-1 7 0,-2-1-1 0,-1 1 1 16,-3 3 4-16,-3-8 1 0,-1 2 9 0,-3 1-2 16,-3 0-1-16,-3-1 1 0,-5-1 5 0,-4 0 3 15,-5-3-2-15,-1 2 1 0,0-2-3 0,1-1 1 0,4 5 0 16,-6-2 4-16,6 2 1 0,2 1-20 0,-1-1-24 15,1 0-27-15,7 4-25 0,1 0-27 0,3 0-37 16,5 1-35-16,-4-1-43 0,9 2-37 0,0 0-243 0,-6 0-561 31,6 0 249-31</inkml:trace>
  <inkml:trace contextRef="#ctx0" brushRef="#br0" timeOffset="166618.73">16698 13161 171 0,'0'0'318'15,"-2"-6"-17"-15,2 6-31 0,0-4-30 0,0 4-26 16,0 0-22-16,0 0-13 0,0 0-3 0,-5 17 7 0,5-12-9 16,0 8-2-16,0 1-3 0,1 4-6 0,2 1-11 15,-3 3-7-15,3 5-7 0,1 1-11 0,-3 0-12 0,2 3-11 16,2 0-12-16,1-3-10 0,-4 0-3 0,4 0-6 15,1-1-9-15,-3-6-6 0,5 5-28 0,-3-9-22 0,-1 1-32 32,2-2-36-32,0-2-39 0,-2-2-60 0,1-3-73 15,3-1-94-15,-5-3-223 0,6 0-593 0,-2-1 262 16</inkml:trace>
  <inkml:trace contextRef="#ctx0" brushRef="#br0" timeOffset="167321.15">17260 13131 17 0,'-2'-4'296'0,"2"4"-24"0,-8-4-20 0,8 4-25 15,-7-1-22-15,2 1-9 0,5 0-1 0,-11 6-4 16,5-1 2-16,2 2 7 0,-3 3-3 0,-1 1 5 0,3 0-8 16,0 7-3-16,-1 0-2 0,1 1-5 0,-1 1-7 15,3 1-9-15,-2-1-13 0,1 0-10 0,4-1-7 0,0 1-14 16,0-1-9-16,3-2-12 0,-2 1-2 0,2-1-14 16,3 0-12-16,-1-5-5 0,0 1-5 0,2-4-7 15,2 0-12-15,1 0-42 0,-1-2-34 0,3-2-55 16,2-3-49-1,0 0-50-15,2 2-45 0,-1-4-42 0,4-4-54 16,0 2-304-16,-5 0-682 0,2-5 301 0</inkml:trace>
  <inkml:trace contextRef="#ctx0" brushRef="#br0" timeOffset="167639.99">17665 13232 86 0,'0'0'292'0,"0"-4"-4"0,0 4-14 16,0 0-9-16,0 0-14 0,0 0-16 0,0 0-19 16,0 0-26-16,-7-4-1 0,7 4-30 0,0 0-6 15,0 0-7-15,-14 8-5 0,10-4-6 0,-1 0-10 16,-2 1-1-16,-1 2 11 0,-2 3-9 0,0-3-10 15,0 4-6-15,-2-3-11 0,1 3-17 0,0 1-5 16,3-1-6-16,-3-1-5 16,3 0-2-16,0-1-11 0,-1 3-11 0,1-5-11 15,4 5-28-15,-1-6-27 0,1 1-33 0,0-1-33 0,2-1-33 16,-3 0-31-16,1-1-42 0,1-1-40 0,3-3-55 16,-1 4-239-16,1-4-572 0,0 0 254 0</inkml:trace>
  <inkml:trace contextRef="#ctx0" brushRef="#br0" timeOffset="167856.3">17473 13273 34 0,'-3'-4'273'0,"3"4"-10"0,0 0-14 0,0 0-13 16,-5-2 1-16,5 2 4 0,0 0-8 0,0 0-2 16,1 13 7-16,-1-13-5 0,3 8-4 0,1-1-7 15,1 1-16-15,2 0-17 0,-1 2-23 0,3-1-15 16,1 0-22-1,-1 0-4-15,6 2-12 0,-4-1-20 0,4 2-27 16,1-5-38-16,-5 0-49 0,2-1-43 0,0 0-48 16,-5-1-56-16,3 1-59 0,0-2-62 0,-1 1-262 0,-5-3-597 15,6 2 265-15</inkml:trace>
  <inkml:trace contextRef="#ctx0" brushRef="#br0" timeOffset="168140.58">17774 13423 89 0,'0'0'288'0,"0"0"-12"15,0 0-5-15,0 0-7 0,1 7-13 0,0-2-12 16,-1-2-25-16,0 2-9 0,0 2-20 0,0-1-14 15,0 1-16-15,0 0-18 0,0 4-11 0,0-5-10 16,0 2-17 0,-1 2-3-16,1-1-12 0,1 0-22 0,2-1-30 0,-3 0-28 15,0-1-44-15,0-2-41 0,0 0-60 0,3 0-67 16,-2-2-60-16,-1 0-170 0,0-3-474 0,5 4 210 16</inkml:trace>
  <inkml:trace contextRef="#ctx0" brushRef="#br0" timeOffset="168335.84">17885 13336 154 0,'-1'-4'330'15,"1"4"-15"-15,0 0-25 0,-3-3-28 0,3 3-24 0,0 0-22 16,0 0-21-16,0 0-22 0,0 0-16 0,0 0-17 15,0 0-29-15,0 0-34 0,0 0-48 0,0 0-55 16,0 0-71-16,0 0-77 0,15 6-225 0,-15-6-432 16,0 0 193-16</inkml:trace>
  <inkml:trace contextRef="#ctx0" brushRef="#br0" timeOffset="168658.05">17927 13138 124 0,'0'0'392'0,"0"0"0"0,0 0 8 16,0 0-8-16,0 0-5 0,0 0-11 0,23 1-11 16,-12 1-16-16,3 2-14 0,0 1-18 0,0-1-25 15,3 4-27-15,2 0-25 0,-3 2-23 0,5 3-20 16,-6 0-18-16,-2-1-22 15,-2 2-11-15,2 1-14 0,-4 3-15 0,-2 2-14 16,-5 0-7-16,0 0-13 0,-4 3-17 0,-2-3-25 16,-4 7-29-16,-4-2-38 0,1-5-45 0,-4 0-52 0,0-3-43 15,1 0-49-15,-5 4-38 0,-1-2-41 0,2-4-59 16,2-2-61-16,2-2-296 0,-2 0-769 0,5-5 341 16</inkml:trace>
  <inkml:trace contextRef="#ctx0" brushRef="#br0" timeOffset="171884.58">13690 13150 223 0,'0'-4'282'0,"0"4"-11"0,3-5-16 0,-2 2-9 0,-1 3-17 16,0 0-13-16,0-7-24 0,0 7-17 0,0 0-13 16,0 0-18-16,0 0-23 0,0 0-12 15,0 0-9-15,0 0-10 0,0 0-5 0,0 0-15 0,-1 17-1 16,1-10-8-16,-3 1-5 0,1 3-7 0,2 2-3 15,0 0-5-15,0 4-2 0,0-3-6 0,0 2 1 16,0 2-3-16,-3-1-3 0,3-3-5 0,0 6-1 16,3-6-1-16,-3 6-5 0,0-2 1 0,2-4 1 15,1-1-23-15,-2 1-22 0,2-1-32 0,-1 0-34 16,-1-2-57-16,3 1-68 0,-1-4-75 0,-2 0-163 16,2 0-492-16,-2 0 219 0</inkml:trace>
  <inkml:trace contextRef="#ctx0" brushRef="#br0" timeOffset="172617.59">12896 13805 230 0,'0'0'253'15,"0"0"-13"-15,0 0-9 0,0 0-8 0,0 0-15 16,0 0-10-16,0 0-2 0,0 0-7 0,0 0-3 16,0 0-6-16,30-1-6 0,-15 1-7 0,4 1 4 15,4-1-19-15,11-1-8 0,4 1-9 0,0 0-8 16,18 0-2-16,1-1-17 16,7-1-6-16,2 0-12 0,0 0-13 0,35-3-5 0,-31 2-10 15,27-1-6-15,-26 4-4 0,-3-4 9 0,4 2-16 16,-1-3-5-16,-3 1-7 0,1-3-5 0,-1 4-2 15,-7-4 2-15,-4 2 0 0,-1 0-10 0,-14 0 1 0,-1 1 0 16,-3-3-2-16,-1 4-2 0,0-2-4 0,-5-3 0 16,2 5-8-16,-11 1-5 0,-1-2-3 0,-3 0-7 0,-4 3-5 15,0-2-6-15,-3 2-4 0,0 0-3 0,-3 0-10 16,-1-1-4-16,-2 2-5 0,0-3-5 0,-2 2-4 31,-4 1-8-31,0 0-9 0,10 1-1 0,-10-1 1 0,0 0 9 16,0 0 0-16,7 3 6 0,-7-3-1 0,0 0-1 15,-4 5-2-15,4-5 6 0,0 0 0 0,-6 7-2 16,2-6-1-16,4-1-10 0,-8 2-6 0,3 1-15 16,0-1-13-16,1 0-24 0,4-2-32 0,-7 1-25 15,7-1-39-15,-8 2-148 0,3-1-404 0,5-1 180 16</inkml:trace>
  <inkml:trace contextRef="#ctx0" brushRef="#br0" timeOffset="184715.78">12849 14108 180 0,'0'0'346'0,"0"-4"-9"0,0 4-24 0,0 0-24 16,0-5-22-16,0 5-28 0,0 0-28 0,0 0-22 0,0-5-22 15,0 5-21-15,0 0-5 0,0 0 2 0,8 11 0 16,-6-4 1-16,0 3 3 0,-1 2 18 15,0 2 3-15,4 4 8 0,-4 0 15 0,3 5-9 0,-3-2 3 16,-1 9-3-16,0-2-2 0,0 0-13 0,0-1-3 16,-1 4-8-16,1 2-14 0,-4-2-9 0,1 0-10 15,2 0-9-15,-1-1-12 0,1-1-8 0,1 3-11 16,-1-4-9-16,1 1-5 0,1-9-4 0,0 8-13 16,2-6 1-16,0 5-5 0,-2-8 0 0,2-1-11 15,1-2-5-15,-4-3-7 0,4-1-13 0,-1-3-25 16,-2-2-24-16,2 0-22 0,1 1-20 0,-4-6-16 15,4 2-46-15,0-2-62 0,-4-2-50 0,7 0-46 0,-7 0-56 16,6-8-59-16,-4 0-366 0,0-1-844 0,2-2 374 16</inkml:trace>
  <inkml:trace contextRef="#ctx0" brushRef="#br0" timeOffset="185752.9">13176 14196 187 0,'0'0'237'0,"3"-4"-14"16,-3 4-15-16,0 0-9 0,0-2-9 0,0 2-13 16,0 0-11-16,-3-7-13 0,3 7-18 0,0 0-15 15,-5-2-9-15,5 2-13 0,-11-3-10 0,11 3-7 16,-11 0-4-16,6 0-5 0,5 0-3 0,-15 1-2 0,8 1-2 0,-3-2-7 16,1 1-7-16,2 1-3 0,-1 1-4 0,2 0-4 0,1-3-8 15,-3 1 2-15,8-1-7 0,-8 3-2 16,5-1-5-16,3-2 2 0,-7 3-1 0,6 0-6 0,1-3 3 15,-6 3 1-15,6-3 0 0,0 5 2 0,0-5 0 0,2 4-1 16,-2-4 15-16,4 6-18 0,-3-3-2 16,5 1-2-16,-1 0 4 0,1-2-4 0,0 2-2 15,0 1 0-15,2-1 1 0,-3 0-4 0,2 2 0 0,1-1-3 16,-1 2-2 0,-3-1 0-16,3 0-1 0,-3 1 5 0,4-2-4 15,-4 3 2-15,2 0-7 0,-2-2 1 0,-3 1 3 16,1 0-2-16,-2-1 1 0,0 1-6 0,-2 1 6 15,1-3 1-15,-2 1-7 0,-1 2 6 0,1-4-1 16,-2 2 2-16,-4-1 2 0,3-1-4 0,-2 0 3 0,0-2 2 0,-5 5-6 16,4-3 5-16,-1-2-2 0,-5 2 11 0,3 0-13 15,3-2 4-15,1 0 1 0,-1 0-1 0,4-1 0 16,-3 2 0-16,1-3-4 0,7 0 2 0,-7 3-1 0,7-3 0 16,-5 2 3-16,5-2 0 0,0 0 4 0,-5 4-2 15,5-4 1-15,0 0 0 0,13 4 1 0,-9-3-4 16,2 0 2-16,0 0-1 0,2 3-1 0,-2-4 1 15,2 2-4-15,-1 1 3 0,2-1-2 0,-3 1 0 16,1 0-1-16,-2 1-2 0,0 2 3 0,-1-3 8 16,-1 3-10-16,0 1-2 0,-2 3 1 0,-1-2 2 0,0 2-1 15,0 1-2-15,-1 1 9 0,-2 2 10 16,-1-1 7-16,-3 4 5 16,2-1 7-16,-2 1 1 0,0-1 9 0,0 0 2 15,-1-1 7-15,2-1-9 0,0-1 15 0,3-1 0 0,-1 2 5 16,0-4-8-16,2 0 3 0,-1 2 7 0,3-2 2 15,-1-2-5-15,2-2 8 0,-1 1 5 0,5-2-4 16,-1-1-6-16,6-2-4 0,1 1-13 0,2-1-21 16,1-3-35-16,6-1-40 0,1-5-41 0,-4 1-40 0,6-2-55 15,0 2-66-15,-6-3-79 0,3-1-321 0,-5-1-700 0,3-2 310 16</inkml:trace>
  <inkml:trace contextRef="#ctx0" brushRef="#br0" timeOffset="187808.96">13405 14375 24 0,'0'-3'325'0,"0"3"-5"16,0-5-7-16,0 5-3 0,0-6-12 0,0 6-10 16,0-5-15-16,0 5-10 0,-3-4-23 0,3 4-19 0,0 0-27 15,0 0-23-15,0 0-19 0,0 0-17 16,0 0-15-16,0 0-13 0,0 0-7 0,0 0-19 15,-1 15 9-15,-1-10 6 0,1 2 12 0,-2 4-5 0,2-1 3 0,0 0-5 0,-1 1-6 0,-1 0-8 16,2 2-13-16,1-2-2 0,0 0-6 0,0 0-8 0,0-1-6 31,0-1 7-31,0 1-15 0,4 0-5 0,-4-2 0 16,4-3-2-16,2 2-13 0,-2 1-19 0,4-3-24 16,3-3-46-16,-1 1-56 0,0-2-33 0,4-1-47 15,-2 0-43-15,0-1-57 0,-2-3-68 0,2 0-267 16,0-4-689-16,-2 2 304 0</inkml:trace>
  <inkml:trace contextRef="#ctx0" brushRef="#br0" timeOffset="188277.16">13438 14230 99 0,'0'0'258'16,"0"0"-8"-16,0 0-16 0,0 0-13 0,-3-6-16 0,3 6-19 16,0 0-17-16,0 0-18 0,0 0-14 15,0 0-19-15,0 0-12 0,0 0-9 0,0 0-10 16,0 0-9-16,0 0-9 0,0 0-3 0,0 0-10 0,-1 14-3 16,-1-11-8-16,2-3-3 0,-1 5-4 0,1-5-3 15,0 0-2-15,3 7-6 0,-3-7 3 0,1 3-3 16,-1-3 0-16,0 0 0 0,4 2-3 0,-4-2 0 15,0 0-3-15,0 0-4 0,12-5 1 0,-9 2-4 16,-3 3 2-16,4-7-2 0,-3 5-2 0,2-1 2 16,-3 3-2-16,-3-7 0 0,3 7-3 0,0-5-3 15,0 5 0-15,-4-6-3 0,4 6 0 0,-5-3-6 16,5 3-10-16,-11-2-16 0,11 2-25 0,-7 5-22 16,0-1-37-16,3 2-52 0,0-4-56 0,3 4-200 15,-4-2-455-15,3 4 202 0</inkml:trace>
  <inkml:trace contextRef="#ctx0" brushRef="#br0" timeOffset="188844.84">13677 14449 73 0,'0'0'245'0,"0"0"-19"0,0 0-24 15,0 0-21-15,0 0-15 0,0 0-16 0,0 0-11 16,0 0-6-16,0 0-8 0,-3 11-8 0,0-7-13 0,3-4-8 15,0 7-4-15,3-3-7 0,-3 1-10 0,0 0-5 16,0-5-8-16,0 6-4 0,0-4-4 0,0-2-9 16,3 4-4-16,-3-4 2 0,1 4-2 0,-1-4 10 15,0 0 11-15,0 0 10 0,0 0 14 0,3 4-1 16,-3-4-12-16,0 0-8 0,0 0-8 0,4-11-4 16,-4 11-3-16,0-7-7 0,0 2-4 0,3-1-5 15,-3 0-7-15,0 1-5 0,0 0-11 0,0-1-21 16,2-1-18-16,-4 2-24 0,2 0-22 15,0 1-28-15,-3 0-34 0,3 4-42 0,-1-6-35 16,-2 3-48-16,3 3-140 0,-7-2-432 0,7 2 192 0</inkml:trace>
  <inkml:trace contextRef="#ctx0" brushRef="#br0" timeOffset="189198.29">13657 14334 4 0,'0'0'231'0,"0"0"-19"16,-3-3-21-16,3 3-17 0,0 0-15 0,0 0-13 15,0 0-8-15,0 0-3 0,0 0-21 0,0 0-3 16,0 0-12-16,0 0-6 0,-3 8-5 0,3-8-6 15,0 0-4-15,0 0-5 0,0 0-5 0,0 0-2 16,4 6 0-16,-4-6 0 0,8 1-3 0,-8-1-11 16,0 0 1-16,0 0-5 0,0 0-4 0,0 0-1 15,11-5-4-15,-11 5 1 0,6-5-1 0,-6 5-4 0,2-5-4 0,0 2-2 0,-2 3-3 0,0-7 1 16,0 7-4-16,0-5-2 0,0 2-7 0,0 3-2 16,-6-5-5-16,6 5-13 0,-8-1-15 0,4-1-16 15,4 2-24-15,0 0-24 0,-15 2-30 0,15-2-38 16,-9 1-28-16,7 1-57 0,-5 1-120 0,7-3-386 15,-4 5 171 1</inkml:trace>
  <inkml:trace contextRef="#ctx0" brushRef="#br0" timeOffset="189934.17">13821 14291 232 0,'-3'-2'357'16,"3"2"-3"-16,0 0-6 0,-4-4-13 0,4 4 3 0,0 0-14 16,-4-3-16-16,4 3-18 0,0 0-19 0,0 0-28 15,0 0-22-15,0 0-11 0,0 0-25 0,0 0-16 16,0 0-19-16,0 0-11 0,0 0-10 0,0 0-10 15,19 5-12-15,-15-1-7 0,5 0-13 0,-3-2-11 16,4 3-6-16,-5 0-8 16,7 0-6-16,-5 1-6 0,1-3 0 0,1 4-11 0,0-1-2 15,-2 1-5-15,-2 2-2 0,2-4-1 0,-1 1-7 16,-5 1-2-16,6-2-3 0,-3 1-4 0,-3 2-1 16,2-3 0-16,-2 3-2 0,-1-2 0 0,2-1-5 0,-4 3 1 15,0-1-1-15,2-1 0 0,-3 0 1 0,0 1-3 16,0-1 1-16,-2 0 3 0,1 1-2 0,1-2 0 15,1 1-3-15,-4 1 0 0,2-2 1 0,1 1 0 0,-5 0-4 16,5 0 2-16,2 0 1 0,-3-2 1 0,3 0 5 16,-1 1-7-16,1 0 2 0,1-5-5 0,-2 4 10 15,2 0 7-15,0-4-3 0,2 8 3 0,1-6 2 16,1 1-3-16,1-2-2 0,3 0-2 0,0 0-13 16,5 1-8-16,-1-4-33 0,-1 2-39 0,2-1-26 15,0-1-60-15,-1-1-36 16,1 1-45-16,-2-3-45 0,1 2-54 0,-1-2-62 15,-2 1-242-15,1-2-706 0,-3 0 313 0</inkml:trace>
  <inkml:trace contextRef="#ctx0" brushRef="#br0" timeOffset="190201.93">13878 14442 75 0,'0'0'265'0,"0"0"-8"0,0 0-7 15,0 0-5-15,0 0-10 0,0 0-12 0,0 0-6 16,0 0-13-16,0 0-13 0,0 0-14 0,0 0-13 0,0 0-23 16,0 0-12-16,0 0-14 0,23 2-9 15,-12-2-10-15,-4-2-10 0,4 4-14 0,1-4-23 16,-1 4-27-16,0-2-41 0,1 1-46 0,-2-1-45 0,-2 1-53 15,4-1-55-15,-2 1-240 0,-3-1-495 0,2 2 219 16</inkml:trace>
  <inkml:trace contextRef="#ctx0" brushRef="#br0" timeOffset="190531.78">14187 14529 28 0,'0'0'254'0,"0"0"-5"15,-4 3-3-15,4-3-5 0,-7 3-8 0,7-3-16 16,-3 5-11-16,3 0-11 0,-1-2-8 0,-2 0-10 15,3-3-16-15,-1 9-10 0,-2-4-10 16,3 0-21-16,0 0-4 0,0 0-10 0,-1 1-16 0,-2-1-2 16,3 0-9-16,-1 1-11 0,-1-1-2 0,1 2-6 0,0-3-7 15,-5 2-10-15,6-1-20 0,-1 0-17 0,1-1-24 0,0 0-29 16,0-4-31-16,0 5-32 0,0-5-47 0,1 4-52 16,-1-4-55-16,8 1-190 0,-8-1-492 15,0 0 219-15</inkml:trace>
  <inkml:trace contextRef="#ctx0" brushRef="#br0" timeOffset="190903.4">14171 14424 281 0,'-6'-3'287'0,"6"3"-14"0,0 0-22 0,0 0-18 0,0 0-21 16,0 0-22-16,0 0-20 0,0 0-18 15,0 0-15-15,0 0-14 0,0 0-12 0,0 0-8 16,0 0-12-16,0 0-10 0,0 0-7 0,0 0-11 0,0 0-1 16,0 0-3-16,-4 8-10 0,4-8-3 0,0 0-6 15,0 0-1-15,0 0-4 0,0 0-3 16,0 0-1-16,0 0-4 0,0 0-3 0,0 0-1 15,0 0-1-15,0 0-2 0,0 0-1 0,0 0 0 0,0 0-4 16,0 0 0-16,12-8-5 0,-12 8-2 0,2-6 4 16,-2 2 0-16,0 4-4 0,0-5-1 0,0 5 3 15,0-5-2-15,0 5-4 0,-3-6-3 0,3 6 1 16,-1-4-16-16,1 4-14 0,0 0-20 0,0 0-25 16,-6 0-26-16,6 0-43 0,0 0-59 0,0 0-70 15,-9 6-166-15,9-6-471 0,-2 4 209 0</inkml:trace>
  <inkml:trace contextRef="#ctx0" brushRef="#br0" timeOffset="193276.2">14334 14391 181 0,'0'0'274'15,"0"0"-8"-15,0 0-16 0,0 0-16 0,0 0-18 16,0 0-16-16,0 0-14 0,0 0-20 0,0 0-16 0,0 0-12 15,0 0-15-15,8-4-13 0,-8 4-4 0,0 0-19 16,11 1-9-16,-11-1-5 0,8 0-9 0,1 2-6 16,-2-4-4-16,0 4-7 15,3-2-10-15,2 0-8 0,-1 0-23 0,2 1-28 0,-2-2-32 16,0-1-29-16,0 2-28 0,0 2-36 0,-3-4-19 16,1 2-29-16,-2 0-22 0,-7 0-140 0,11 2-386 15,-5-2 171-15</inkml:trace>
  <inkml:trace contextRef="#ctx0" brushRef="#br0" timeOffset="193479.32">14395 14486 172 0,'0'0'188'0,"-1"3"6"16,1-3-1-16,0 0-3 0,0 0 1 0,-3 4-12 15,3-4 8-15,0 0-9 0,0 0-13 0,4 4-11 16,-4-4-15-16,12 0-14 0,-12 0-10 0,15-1-14 0,-7-1-13 15,5 1-6-15,-1-1-20 0,0-1-34 16,2 2-42-16,-4-1-43 0,4-1-52 0,-4-3-50 16,-2 4-63-16,-4-3-140 0,3 3-392 0,-2-2 173 0</inkml:trace>
  <inkml:trace contextRef="#ctx0" brushRef="#br0" timeOffset="193878.2">14629 14259 180 0,'0'0'264'0,"0"0"-21"0,0 0-27 15,0 0-24-15,0 0-15 0,0 0-19 0,0 0-9 16,0 0-5-16,1 10-12 0,-1-10-4 0,0 9-8 16,2-4-10-16,-2 2-11 0,0-1-6 0,1 2-9 15,-1 0-4-15,0 1-7 0,0 1-4 0,0 0-7 16,0 0-7-16,2 1-7 0,-2 1 1 0,0 0-8 15,0-3 0-15,-2 2-7 0,2 1-3 0,2-2 2 16,-2 0-7-16,0-2-1 0,0-2-4 0,1 2-12 0,-1-1-17 16,0-1-23-16,0-3-29 0,1 3-40 0,1 0-27 15,-1-3-55-15,0-1-55 0,-1-2-171 0,7 3-440 16,-7-3 196-16</inkml:trace>
  <inkml:trace contextRef="#ctx0" brushRef="#br0" timeOffset="194255.2">14761 14370 67 0,'0'0'210'0,"0"0"-21"0,0 0-15 0,0 0-6 15,0 0-9-15,0 0-11 0,0 0-10 0,0 0-12 16,0 0-8-16,0 0-7 0,-11 7-2 0,11-7-13 15,0 0-5-15,-4 6-5 0,1-3-8 0,3-3-1 16,-5 5-1-16,2-3-3 0,-1 2 1 0,1 0 2 16,-2-1-6-16,1 1-1 0,0-1 6 0,-2 0-2 0,0 1 2 15,0-1-4-15,-1 0 0 0,2 1-7 0,-1-1-1 16,1-1-8-16,0 1-3 0,0 0 4 16,1 0-15-16,0 0-5 0,4-3-4 0,-5 2 2 0,5-2-1 15,-3 3-1-15,3-3-1 0,-1 4 0 0,1-4 9 16,0 0 3-16,5 3-5 0,-1 0 10 0,2-2-19 15,1 2 1-15,3-2-4 0,-3 2 0 0,0-2-5 16,4 0-1-16,0 3-6 0,1-4-7 0,-4 2-7 16,0 0-18-16,3-1-22 0,-4 0-22 0,2 1-28 15,-2 1-28-15,0-2-28 0,-3 1-26 0,-1 1-44 16,5-2-38-16,-7 1-202 0,-1-2-494 0,3 3 219 16</inkml:trace>
  <inkml:trace contextRef="#ctx0" brushRef="#br0" timeOffset="195654.36">14788 14158 111 0,'0'0'257'0,"0"-5"-8"15,0 5-8-15,0 0-13 0,0 0-11 0,-3-4-24 16,3 4-14-16,0 0-20 0,0 0-17 0,0 0-9 16,0 0-19-16,0 0-9 0,0 0-14 0,0 0-9 15,0 0-10-15,0 0-4 0,21 5-10 0,-17-4-5 16,0 3-5-16,0-2-5 0,0 3-6 0,0-4-1 15,4 3-4-15,-5 1-8 16,3-2 3-16,-2 1-5 0,0 2-2 0,0-3-4 0,-1 4 0 16,0-1-5-16,0-2 2 0,-1 0-2 0,-1 0-2 15,0 1-1-15,-1 0-2 0,0-1 1 0,0-4-2 16,0 9 1-16,-1-6-3 0,0 3 1 0,-2-2-1 16,-1 2 1-16,0-2 0 0,-3 1-1 0,6-1 0 15,-3 1-2-15,-2-2 1 0,2 3-4 0,-1-1 5 16,1 0-2-16,0-1 0 0,2 1 1 0,-2-1-3 0,3 1-1 0,-1-1 3 15,1-1 1-15,1-3-1 0,-3 8 1 0,7-4-1 16,-1 0 1-16,0 0 0 0,0 1-1 0,1-1 0 16,2-2-1-16,-2 2 0 0,5 0 1 0,-4 1-1 15,2-1 0-15,-1-3 1 0,0 3 1 0,-2-1-1 16,2-1 1-16,-1 2-7 0,-4 0 4 0,2-1 4 16,2-2-3-16,-3 3-4 0,-1-1 3 0,-1-3-4 15,3 4 4-15,-3-4 2 0,-2 7 0 0,2-7 3 16,-4 2-4-16,-1 3-1 0,5-5 1 0,-4 5-4 15,3 0 0-15,-2-3 4 0,0 1 0 0,0 0 0 16,3-3 0-16,-1 8-3 0,1-8 3 0,0 5 0 16,0-1 0-16,0-4 3 0,4 6-2 0,-1 0 4 0,0-2-5 15,1-1 3-15,-3 1 1 0,6 0-2 0,-3 1 0 16,0-1-3-16,0 0 1 0,0-1 2 16,-1 0-1-16,1 1 0 0,-2 0 1 0,-1 0-1 0,0-1-4 15,-1-3 3-15,0 7-2 0,-1-3 4 0,0 1-2 16,-4-1 0-16,1-1 1 0,0 2 1 0,-3 2 1 15,-5-3-4-15,7 0 2 0,-5 2 1 0,2-1-2 16,-3 0 3-16,2 0 0 0,0 1-3 0,-1-2-18 31,4-1-15-31,-1 1-27 0,0 1-23 0,3-1-26 16,-2-1-37-16,0-1-41 0,2 0-35 0,4-2-172 0,-3 2-425 16,3-2 189-16</inkml:trace>
  <inkml:trace contextRef="#ctx0" brushRef="#br0" timeOffset="196100.58">14993 14032 221 0,'0'0'226'0,"0"0"-21"0,-1-1-18 15,1 1-17-15,0 0-14 0,0 0 16 0,0 0-1 16,0 0-7-16,-7 14-5 0,6-9 2 0,1 5-5 16,-3 3-9-16,3 0 1 0,3 4-9 0,-2 1-10 15,2 1 0-15,1 1-2 0,4 9 3 0,-2-3-4 16,3 7-4-16,-2-3-4 0,5 1 6 0,-1-1-3 0,0 5-6 16,0 1-9-16,1-1-12 0,-2-1-4 0,-2 2-10 15,3 0-2-15,-3-1-14 0,-3-3-8 16,-2 2-1-16,1-1-5 0,-2-2-7 0,-2 2-1 0,0-2-6 15,0-2-5-15,-3-3-8 0,-4 1-15 0,1-5-20 16,0-4-26-16,-2-3-23 0,-1 0-34 0,1-3-37 16,1-3-42-16,-1-1-54 0,4-3-68 0,-3-2-312 15,1 1-658-15,3-4 292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10:15:22.18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7396 1729 234 0,'3'-22'309'16,"-2"4"-6"-16,-1-1-5 0,4 1-4 0,-4 0-4 15,2 6 2-15,3-5-3 0,-4 3-7 0,2 5-5 16,-2 1-13-16,-1 3-15 0,3 0-24 0,-2-1-27 16,2 3-27-16,-3-1-21 0,0 4-18 0,0 0-11 15,10 7-12-15,-4 3-9 0,2 5-2 0,-1 6-14 16,4 2-4-16,-1 13-8 0,-3-1 2 0,2 15-6 0,-2 4-9 0,1-6-3 15,0 3-6-15,-1-2 1 0,-1-9-7 16,1 9-3 0,-2-12-1-16,0-1-7 0,-1-2-31 0,0 1-30 15,3-5-34-15,0 0-30 0,-2-9-44 0,2-3-34 16,-4-2-40-16,1 2-49 0,0-6-51 0,4-3-42 0,-4-5-285 16,2-2-690-16,-6-2 306 0</inkml:trace>
  <inkml:trace contextRef="#ctx0" brushRef="#br0" timeOffset="359.34">7861 1780 9 0,'4'-13'351'0,"1"4"-13"16,-3 2-13-16,-1-3-8 0,-1 4-17 16,3 2-20-16,-2-1-27 0,-1 2-31 0,0 3-26 0,0 0-20 15,0 0-11-15,0 0-29 0,0 0-11 0,-14 8-13 16,7 2-5-16,-3-2-20 0,-5 5-2 0,7-3-10 15,-10 6-6-15,2-3-4 0,-2 1-7 0,-4 5-9 16,-2-3-2-16,1 2 1 0,-3 0-9 0,-1-2-1 16,9-5 0-16,-1 2-7 0,0-4-2 0,4 1-1 15,1-6 2-15,4 1-5 0,1 2-1 0,3-3 1 16,0-2 26-16,1 1-10 0,2-1 8 0,3-2-6 16,-4 4 18-16,4-4 23 0,11 7 15 0,1-4-1 15,8 1-6-15,1 1-17 0,10 3 3 0,-1 1-7 16,0 1-6-16,-1 1-7 0,-1 4-4 0,-1 0-6 15,2 4-8-15,-5 1 0 0,-3 0-4 0,2-1-5 16,0 1-3-16,-5 0-3 0,-3-3-1 0,-2 1 0 16,-2-3-32-16,0 1-29 0,-3-1-34 0,0-4-47 15,-1-1-44-15,-3-1-38 0,-1-1-38 0,3-3-36 16,-4-4-61-16,1 1-361 0,-3-2-754 0,0 0 334 16</inkml:trace>
  <inkml:trace contextRef="#ctx0" brushRef="#br0" timeOffset="584.26">8118 1924 179 0,'-8'2'329'0,"4"1"6"0,-2 0-3 0,1 1-10 16,2-2-1-16,-1 0-2 0,3 5 2 0,-4-5-12 15,5 3-7-15,0 1-14 0,1-3-12 0,4 1-10 16,-1 0-19-16,3 3-20 0,4-2-20 0,4-3-25 15,4 1-17-15,3 0-30 0,1 1-60 0,0-1-60 0,5-2-47 0,4-2-79 16,-13-1-61-16,4 2-65 0,-4 0-81 0,0-1-84 16,0-3-245-16,-4 3-701 0,3-6 311 0</inkml:trace>
  <inkml:trace contextRef="#ctx0" brushRef="#br0" timeOffset="2132.38">8405 1835 268 0,'0'0'319'0,"0"0"-25"0,0 0-15 15,0 0-18-15,12 1-19 0,-12-1-14 0,7 6-16 16,-2-1-9-16,1 2-20 0,-2 1-16 0,4 1-20 16,0 1-11-16,-1 2-15 0,0 6-17 0,1-3-8 15,-1 2-6-15,4 0-6 0,-6 1-16 0,1-4-1 16,2 3-8-16,-3-4-5 0,1-3-15 0,-1 1-18 0,-1-1-10 15,0-4-3-15,-1 1 1 0,0-1 4 16,2-2 2-16,-5-4-1 0,4 0 0 0,-4 0-6 16,0 0 0-16,8-12-1 0,-5 6 1 0,0-4 1 15,-2-2 10-15,2 0 7 0,-3-5 16 0,4 2 8 0,-1 3 9 16,-2-2 2-16,3-2 19 0,0 4 14 16,-2 0 10-16,0 0-4 0,1 1 1 0,0 3-7 15,-3 3-1-15,3-4-14 0,-3 4-6 0,1 2-13 16,-1 3-12-16,4-5-17 0,-4 5-5 0,0 0-3 0,12 9-1 15,-9-2-1-15,5 2-5 0,-1 0 0 0,2 2 4 16,1 5-7-16,-2-5-4 0,0 1 2 16,2 3-5-16,-2 1-18 0,2-1-22 0,-1-5 6 15,-4-1 1-15,2 1 1 0,-1-4-2 0,-3 0 7 0,3 0 7 16,-2-3 1-16,-1 0 7 0,1 0 3 0,0-2 0 16,-4-1 8-16,0 0 3 0,10-7 9 0,-9 2 4 15,4-6 9-15,-2 3 2 16,1-3 2-16,-1-1 2 0,1-3 8 0,-4 1 2 0,4-3 7 15,0 6 9-15,3-3 14 0,-6 3 5 0,3-1 2 16,2 3 5-16,1 0 4 0,-6-1-9 0,3 4-5 16,0 1-6-16,2 2-15 0,-5-1-6 0,3 3-9 15,-4 1-8-15,12 1-23 0,-6 3-2 0,2 1-2 16,0 1 0-16,2 2 0 0,0 2-1 0,3 4 0 16,-1 0-1-16,2 2-1 0,-2 0 1 0,4 0-1 15,-5 0-5-15,5-1-7 0,-2-2-6 0,2 1-3 16,-2-1 2-16,2-1 2 0,-6-3-10 0,3 1-4 15,1-3-4-15,0-2 1 0,-1-2-8 0,-1 0-3 16,1-2 0-16,2-1-6 0,-3-1-3 0,1-2-8 16,1-2-7-16,-3-1-9 0,1-2-3 0,2-5 10 15,-2 1-22-15,-2-5-11 0,-1 1-8 0,6 0 4 16,-7-2 14-16,1 3 8 0,-3-2 4 0,-2 3 14 16,3 3 17-16,-3-1 29 0,-4 1 11 0,3 5 17 15,-2-3 5-15,-1 3 13 0,3-1 0 0,-2 3-6 16,-2-2-6-16,-3 3 1 0,4 3-4 0,-6-2 9 0,6 2-14 15,-13 2-2-15,5 5-4 0,-3-2 8 16,1 1-5-16,-1 4-2 0,0 0-2 0,2 3 1 16,1-3-2-16,5 3-2 0,-2 1 3 0,2-3-3 15,4 3 1-15,2 4-3 0,4 0 4 0,9-1-6 0,4 1 0 16,7 1-12-16,2-5-6 0,8 0-15 16,1-2-26-16,3-1-5 0,13 1-5 0,-13-7-1 15,15 1 13-15,0-5 1 0,-14-2 1 0,1-3 7 16,-2 2 11-16,0-7-1 0,0 0 15 0,-5 0-9 0,0-9 0 15,-4 4 5-15,1 2-2 0,-3-3 3 0,-11 3 10 16,-3 1 0-16,-1-2 33 0,-4 4 23 0,-5-1 16 16,-2-3-3-16,0 3 25 0,-8-3-3 15,-2 2-2-15,-6-3-3 0,0 2-1 0,-7-1 3 0,-7 2 2 16,-4-1-1-16,0 4-2 0,0 2-3 0,-1 2-8 16,1 1 0-16,0 2-6 0,2 5-7 0,6 0-1 15,-8 2-5-15,12-1-11 0,1 3 2 0,-4 2-5 16,6 2-1-16,0 2-8 0,4 0 0 0,7 0 2 15,-4 2-3-15,4 1-10 0,2-5-2 0,5 5-3 16,0-3-5-16,1 1-7 0,2-3 3 0,6-1-4 16,-3 2-5-16,1-5-13 0,6-1-2 0,-2 0-3 15,5-3-10-15,-1-2-9 0,0-2 1 0,3-1 7 16,-2-3 5-16,0-1 8 0,1-4-2 0,-6-1 12 16,6-2-1-16,-6-1-1 0,2 0 4 0,-5 0 7 15,2-4 7-15,-1 0 24 0,-6 1 23 0,0 6 19 16,-2-3 17-16,0 0 19 0,0 1 11 0,-3 3 4 15,2 2-2-15,-3 0-8 0,0-1-6 0,0 3-10 16,0 2-9-16,0 3-13 0,-4-4-7 0,4 4-5 16,0 0-5-16,0 0-7 0,0 0-3 0,-15 12-6 15,11-4-13-15,1 1-14 0,2 3-16 0,0-2-17 16,2 4-13-16,0-3-13 0,2 1-14 0,4 6-23 16,1-4-11-16,1 1-6 0,1-1-20 0,1-4-23 15,5 0-23-15,-5-3-24 0,8 1-22 0,-5-4-22 16,-2-2-19-16,5 0-12 0,3-4-6 0,-9 0 11 0,2-2 16 15,1-4 21-15,-2 1 29 0,0-6 29 0,-1 0 35 16,0 3 37-16,-3-4 38 0,-1 1 62 0,-1 0 44 16,-1-4 40-16,-2 7 28 0,1-3 26 15,-3 3 22-15,-1 1 7 0,1-1 12 0,-1 3 14 0,0 1-7 16,-1 0-1-16,1 1-7 0,0 1-3 0,0 4-21 16,1-4-14-16,-1 4-18 0,0 0-19 0,0 0-7 15,0 0-11-15,0 0-8 0,0 0-4 0,0 0-3 16,0 19-8-16,0-8-5 0,2 0-3 0,-1 3-1 15,2 0-5-15,2 0 2 0,1 2-9 0,2 0-2 16,-3-3 1-16,1 0-7 0,-2-4-4 0,4 2 0 16,-3 1 2-16,2-3-1 0,2-1-3 0,-4-2-2 15,1-2 0-15,1-2-1 0,0-1-1 0,0-2 6 16,0-1-2-16,0-3-4 0,-1 0 7 0,1-2 21 16,-3-3 10-16,2 1 13 0,2-1 9 0,-4-1 20 15,0 0 4-15,2-1 12 0,-1 2 5 0,-1-3 1 16,-2 5-3-16,0-4-7 0,5 4-10 0,-6 2-7 15,2 1-9-15,-2-2-8 0,2 2-9 0,-1 1-9 16,2 0-8-16,-3 1-23 0,-1 3-21 0,7 0-13 16,-7 0-25-16,0 0-28 0,15 5-28 0,-10-3-44 15,5 4-30-15,0 1-18 0,0-2-28 0,1 7-28 16,-3-6-29-16,3 6-32 0,4-2-22 0,1 2-30 16,2-5-40-16,-6-1-209 0,2 0-653 0,-1-2 289 15</inkml:trace>
  <inkml:trace contextRef="#ctx0" brushRef="#br0" timeOffset="2425.11">10870 1857 183 0,'2'-7'364'0,"0"3"2"16,-2-1-1-16,0-2-4 0,0 3 2 0,-2-1-23 0,-2 0-26 16,1 2-32-16,-1 1-23 0,0 0-27 15,-5 1-26-15,-2 2-18 0,1 3-16 0,-2 0-19 16,3 1-8-16,-9 6-22 0,7 0-9 0,0 2-11 15,-1 1-10-15,2 0-12 0,4 3-6 0,-1-1-7 0,3 2-5 16,3 0-5-16,3 0-4 0,-3 0-7 0,6 0 0 16,2-2-4-16,-2 2 1 0,5 0-12 15,1-2-1-15,1-2 4 0,-5-1-8 0,1-6-6 16,0 5-3-16,0-5-16 0,-1 3-10 0,-3-7-22 0,3 3-21 16,-3-1-33-16,-3 0-26 0,1-3-37 0,-2-2-36 15,-3 5-39-15,-8-2-42 0,0-2-53 0,-1-1-52 16,-10 0-246-16,-9 1-665 0,-2-3 294 15</inkml:trace>
  <inkml:trace contextRef="#ctx0" brushRef="#br0" timeOffset="4742.49">5697 3251 117 0,'-5'-2'228'0,"-1"1"-12"0,6 1-2 0,-15 6-2 0,4 1-6 15,-2 3-9-15,-1 3-12 0,2 3-4 16,-2 10-12-16,-1-1-9 0,3 2-13 0,1 1-13 0,3 0-11 0,3 1-15 15,1-6-5-15,4 1-13 0,4-2-6 0,1-3-10 16,3-1-3-16,3-1-6 0,4-3-7 0,0-3 0 16,7 0-5-16,5-1-5 0,4-6-7 0,-1 0-1 15,1-6-2-15,-1-2-1 0,3-3-5 0,-2-5-6 0,-1-2-2 16,0-3 1-16,-4-2-1 0,-3-1-4 0,-2-2-5 16,-3-3 8-16,-4-1 8 0,-1-1 2 0,-7-3 0 15,1 5 1-15,-7-4 18 0,-3 4 4 0,-7-3 15 16,-3 5 13-16,-6 1 12 0,0 1 7 0,-1 4 0 0,-6 1-5 15,-1 3-8-15,-3 4-5 0,2 1-14 0,4 5-7 16,1 1-4-16,-6 4-13 0,6 0-11 16,1 3-39-16,1 3-47 0,2 1-52 0,4 3-32 0,3 1-34 15,5-3-50-15,5 4-56 0,5-2-59 0,5 5-270 16,3-5-651-16,3 3 288 0</inkml:trace>
  <inkml:trace contextRef="#ctx0" brushRef="#br0" timeOffset="5179.95">6158 3063 136 0,'-3'-5'357'0,"2"2"-34"0,1 3-33 0,0 0-31 16,-7-2-20-16,7 2-34 0,0 0-19 0,-12 10-24 15,8-3 1-15,1 1-30 0,2 5-10 0,1 5-16 16,0-5-9-16,1 8-8 0,2 1-8 0,0-4-12 15,2 3-5-15,3 0-4 0,-2-1-6 0,-2-1-6 16,0-1-1-16,1 4-3 0,0-5-11 0,-3-6 2 16,5 3-5-16,-6-3-3 0,2 1-2 0,-3-6-6 15,1 1-2-15,2-3 6 0,-3 0 1 0,0-4-4 16,1 3 0-16,-1-3 1 0,0 0 0 0,0 0-1 16,0 0 12-16,6-16-3 0,-2 9-4 0,0 1-6 0,3-3-2 15,-2 3 0-15,3-1 1 0,2 1-4 16,3 1-1-16,-3 1 6 0,5 0-12 0,4 1-2 15,0 2-2-15,-5 2 2 0,6 0-2 0,0 4-6 16,-2-1 1-16,1 5 1 0,-4 1 0 0,0 2 0 0,0 0-1 16,-5-2 0-16,-2 2 12 0,-3 1-13 0,2 3-6 15,-4-4 6-15,-4 1 5 0,-2 0-1 0,-4 1 0 16,-4 0-2-16,-4-1-2 0,0-4 3 16,-4 2 1-16,-8-1 0 0,4-4-1 0,2 1 2 0,-3-5-20 15,1 1-31-15,0-3-39 0,-1-3-40 0,5 5-47 16,10-7-66-16,0-1-77 0,4 1-172 0,4-2-530 15,5-1 234-15</inkml:trace>
  <inkml:trace contextRef="#ctx0" brushRef="#br0" timeOffset="5420.09">6656 3341 193 0,'4'6'268'0,"0"4"-12"0,3 2 1 0,-3 5-14 15,0 1-8-15,0 1-7 0,3-1-9 0,0 11-11 0,1 4-9 16,0-2 9-16,2 0-25 0,-1 2-3 0,1 3-12 16,-1 0-21-16,-2 4-19 0,1-4-9 0,0-2-9 15,-1 0-14-15,-4 2-6 0,-2-5-6 0,-1-1-4 0,-4-3-21 16,-1-2 4-16,1-4-3 0,-5-5-2 0,0-3-5 16,-6 1-2-16,-3-2-6 0,-2-6-11 15,-2-3-28-15,-8-2-44 0,-4-6-62 0,1-4-53 16,-6-3-78-16,4-4-89 0,-18-12-261 15,9-2-630-15,16 3 278 0</inkml:trace>
  <inkml:trace contextRef="#ctx0" brushRef="#br0" timeOffset="5545.08">6709 3181 4 0,'4'-4'258'0,"0"0"-28"16,-4-1-50-16,0 5-58 0,0-3-70 0,0 3-79 15,0 0-110-15,-4-7-148 0,4 3 66 0</inkml:trace>
  <inkml:trace contextRef="#ctx0" brushRef="#br0" timeOffset="6062.75">7947 2703 116 0,'-7'1'335'16,"1"1"-21"-16,6-2-18 0,-8 2-3 0,8-2 28 15,0 0 22-15,18 6-22 0,16-5-13 0,23-1-27 16,14-3-23-16,40-1-20 0,9-7-30 0,13 3-21 0,13-4-12 16,13-3-22-16,14 0-13 0,6 1-13 15,5 5-15-15,-2-7-6 0,2 6-11 0,-2 3-10 16,-12-1-11-16,-11 0-4 0,-13 2-6 0,-10 2-11 16,-11 0-2-16,-15 5-7 0,-38-2-2 0,-4 0-6 0,-4 2-4 15,-10 0-17-15,-19 1-23 0,-11-2-29 0,-12 0-25 16,0-2-19-16,-5 2-28 0,-7 0-42 15,0 0-38-15,0 0-36 0,-41-3-49 0,5 1-64 0,-4-1-299 16,-14-2-690-16,-1 0 306 0</inkml:trace>
  <inkml:trace contextRef="#ctx0" brushRef="#br0" timeOffset="6672.07">7433 3537 55 0,'0'0'384'16,"-7"-2"-22"-16,7 2-25 0,0 0-28 0,-10 2-28 15,10-2-29-15,0 0-22 0,0 0-25 0,0 0-11 16,-7-2-25-16,7 2-19 0,0 0-13 0,0 0-17 16,0 0-12-16,0 0-6 0,0 0-3 0,0 0-3 0,0 0 6 15,0 0 4-15,0 0-21 0,0 0-1 0,11 8-8 16,-11-8-10-16,10-1 0 0,-10 1-2 16,9-4-6-16,-5 3-5 0,0-2-15 0,1-1-28 15,-3 1-21-15,3-2-32 0,-4-2-44 0,0-3-34 0,-1-2-45 16,0 1-59-16,-1-6-49 0,0 2-65 0,-4-3-183 15,4-1-566-15,-3 6 250 0</inkml:trace>
  <inkml:trace contextRef="#ctx0" brushRef="#br0" timeOffset="6972.25">7343 3277 30 0,'0'0'305'0,"0"0"-13"0,0 0-11 15,0 0-13-15,0 0-25 0,-7-3-20 0,7 3-17 16,0 0-19-16,0 0-22 0,0 0-18 0,0 0-18 16,0 0-9-16,0 0-16 0,0 0-8 0,0 0-9 15,0 0-9-15,0 0-7 0,0 0-5 0,30 4-2 16,-24-5-12-16,4 1-4 0,-3 0-4 0,0 1-1 0,1-1-8 16,1-1 3-16,-3 0-6 0,-2-1-2 15,-4 2 0-15,7-2-7 0,-4-1 0 0,-2 0-3 16,-1 3 0-16,-4-7-5 0,3 3-1 0,-5-1 4 15,-1 1-3-15,2 2 3 0,-7-2-6 0,1 0-1 16,1 0 2-16,-1 2-6 0,3 0 0 0,1 1-13 16,2 1-32-16,-6 0-41 0,11 0-48 0,-8 3-57 15,4-2-66-15,4-1-258 0,0 0-550 0,4 6 244 0</inkml:trace>
  <inkml:trace contextRef="#ctx0" brushRef="#br0" timeOffset="8963.02">9055 3647 284 0,'2'-6'362'0,"-1"1"-22"15,2-1-14-15,-2 3-29 0,-1-1-24 0,0-1-25 16,0 5-40-16,0 0-20 0,0 0-26 0,0 0-4 15,0 0-23-15,14 16-5 0,-12-3-27 0,2 0-9 16,2 2-7-16,-2 3-10 16,0 1-2-16,4 0-9 0,-4 1-8 0,-1-2-7 15,4-2-7-15,-2 1 1 0,-1-3-3 0,2-3-8 16,-2 3 0-16,-2-7-5 0,1 2-1 0,-1-3-3 0,-1-2 4 16,3 1 4-16,-4-1 55 0,0-4 31 0,4 4-10 15,-4-4-13-15,0 0-7 0,8-13-5 0,-1 8-16 16,-4-7-3-16,2 5-9 0,2-7 3 0,0-2-14 15,2-1-4-15,-2 3-3 0,0 2 6 0,0-4-10 0,1 5-1 16,-1 1-6-16,-2 1-2 0,-2 2-4 0,2 1-7 16,-2 1-3-16,2 1 3 0,-1 2-9 0,2 2 1 15,-6 0-3-15,11 3-1 0,-5 1-1 0,0 1 5 0,0 4-4 16,3-1 5-16,-2 4-8 0,1-2-3 0,-4 3 0 16,4-2-10-16,-2 2-17 0,-2-3 8 0,1 1 0 15,2-1-4-15,-3-2 9 0,-1-1 2 0,0 1 1 16,-1-5 1-16,1 1 8 0,0 0 13 0,-3-4 8 15,0 0 1-15,0 0-2 0,0 0 7 0,13-10 2 16,-10 2 8-16,3-1 6 0,-1-3 11 0,-2 3 5 16,6-7 1-16,-1-1 6 0,2 1 3 0,-5-1 0 15,3 3 5-15,-1 1 5 0,-3 2-1 0,5-1-3 16,-5 5-5-16,2-4-5 0,0 7-4 0,-3-2-12 16,-1 1-2-16,1 0-15 0,1 4-4 0,-4 1-3 15,0 0-2-15,10 6 0 0,-5 1-6 0,0-1-6 16,0 7-16-16,-4-3-15 0,3 3-24 0,4 2-26 15,-1 1-27-15,-2 1-33 0,1-4-38 0,1 4-34 16,0-2-46-16,0-2-59 0,-1 0-64 0,4-5-68 16,-1 4-234-16,1-6-737 0,-4 1 326 0</inkml:trace>
  <inkml:trace contextRef="#ctx0" brushRef="#br0" timeOffset="9197.37">9741 3653 382 0,'0'0'392'16,"0"0"-21"-16,0 0-38 0,-6-2-39 0,6 2-26 15,0 0-28-15,0 0-24 0,-1 10-20 16,2-5-18-16,1 0-13 0,-2 6-13 0,4-1-18 0,-6 0-12 16,7 3-12-16,-4 0-4 0,4 0-11 0,-4 0-13 15,5 0-19-15,-2-1-32 0,0 1-39 0,-1-3-43 16,1 0-59-16,0 1-69 0,0-7-61 0,0 1-76 15,2 1-189-15,-4-2-546 0,4-2 242 0</inkml:trace>
  <inkml:trace contextRef="#ctx0" brushRef="#br0" timeOffset="9541.09">9900 3651 108 0,'0'0'207'0,"0"0"3"0,0 0-15 0,-5 13-8 15,5-8-4-15,-2 2-15 0,4 4-13 0,-4-1-3 16,2 1-12-16,2 1-12 0,0-1-13 0,0 0-9 16,-2 1-10-16,6-1-11 0,-3-2-4 0,1 0-9 0,-3-3-7 15,2 0-4-15,0 1-5 0,0-2-1 16,1-4-8-16,0 2-2 0,2-2 0 0,-6-1-8 16,14-3 2-16,-7 1-12 0,2-5 2 0,1 0-6 0,1-1-4 15,-2-1 0-15,2-1-1 0,-1 0 4 0,-1 0 32 16,2-5 23-16,-3 7 11 0,1 1 12 0,0 1 8 15,-1-2 22-15,-2 3 1 0,-2 0-5 16,2 0-9-16,-3 2-9 0,1 2-10 0,2-1-15 0,-6 2-11 16,7 0-7-16,-7 0-9 0,9 4-11 0,-4 0 1 15,1 4-8-15,1-2 0 0,-3 3-2 0,1 2-2 16,2-1-8-16,-3 0-28 0,0 0-16 0,2 1-39 16,-1-3-35-16,-2 0-36 0,-2-1-44 0,2-2-41 15,-2-1-48-15,6 0-55 0,-4 1-253 0,-3-5-617 16,0 0 274-16</inkml:trace>
  <inkml:trace contextRef="#ctx0" brushRef="#br0" timeOffset="9728.58">9856 3468 245 0,'-7'-3'499'16,"2"0"-24"-16,-2-1-19 0,2 3-17 0,5 1-39 0,-4-3-38 15,0 1-37-15,4 2-35 0,-7-2-31 0,7 2-42 16,-3-3-58-16,3 3-73 0,0 0-61 16,0 0-49-16,0 0-87 0,0 0-95 0,0 0-122 0,4 11-267 15,-1-2-644-15,-3-4 284 0</inkml:trace>
  <inkml:trace contextRef="#ctx0" brushRef="#br0" timeOffset="11345.71">9571 4285 36 0,'0'0'355'0,"0"0"-10"0,-6-2-20 16,6 2-18-16,0 0-5 0,0 0-1 0,0 0-40 16,-1-3-24-16,1 3-23 0,0 0-23 0,8-9-21 15,-1 7-13 1,0-3-17-16,3 0-15 0,-3 3-11 0,4-1-14 16,1 2-17-16,1-3-2 0,-2 1-11 0,2 2-1 0,-2 1-9 15,0 0-8-15,0 0-10 0,0 0 1 0,-3 2-7 16,0 1-7-16,-1 1 14 0,-2 1-24 0,4 1-2 15,-3 4-2-15,0-2-2 0,-2 2-3 0,-2 0 5 0,0 1-7 16,-2 2 8-16,-2 0-5 0,0-3 14 0,-2 5-13 16,-2 1-8-16,-2-1 7 0,3-4-9 0,-1 1 3 15,2 0 1-15,-3-1-4 0,-1 1 3 0,1-4-4 16,-1 3 4-16,4-5 2 0,3 2-5 0,-3-3 0 16,0-1-1-16,1-2 2 0,0 3 2 0,3-1 9 15,0-4 8-15,0 4 19 0,0-4 8 0,4 3 12 16,3-2-12-16,1-1-6 0,5 3-11 0,0-3 7 15,-2-3-10-15,5 3 0 0,-1-1-3 0,7 0-17 16,-7-1-12-16,7 1-41 0,-3-2-35 0,-6 2-29 0,2 0-33 16,-2 1-36-16,-2-3-36 0,-1 3-40 0,-3-5-45 15,0 4-51-15,0-1-199 0,-6-1-594 16,-1 3 262-16</inkml:trace>
  <inkml:trace contextRef="#ctx0" brushRef="#br0" timeOffset="11578.12">9697 4414 7 0,'0'0'336'16,"0"0"-16"-16,-8 3-9 0,8-3-15 0,0 0-11 16,0 0-12-16,-4 2-10 0,4-2-15 0,0 0-20 15,0 0-5-15,0 0-21 0,0 0-18 16,0 0-18-16,0 0-17 0,0 0-11 0,0 0-13 0,0 0-12 15,27-5-30-15,-15 3-38 0,6-1-28 0,-4-1-50 16,6 0-57-16,1 0-59 0,0-1-81 0,10-3-76 16,-1 2-228-16,0-3-579 0,-1 0 256 0</inkml:trace>
  <inkml:trace contextRef="#ctx0" brushRef="#br0" timeOffset="13008.05">10785 3593 156 0,'0'0'215'0,"7"11"-15"16,-2-8-8-16,-3 2-12 0,-1 0-7 0,2 1-4 0,1 1-16 16,0 4-16-16,-2-2-12 0,2 2-11 0,-2-2-11 15,5 4-10-15,-3-3-7 16,-3 3-9-16,2-3-5 0,0 0-5 0,1 0-7 15,-4 1-13-15,3-4-1 0,-2 0-3 0,1-1-4 0,-1-1-5 16,0 1 0-16,1-2-3 0,-1-1 5 0,-1-3 30 16,5 5 23-16,-5-5 18 0,3 3 29 0,-3-3-15 15,0 0-14-15,0 0-8 0,0 0-11 0,15-9-8 0,-11 4-6 16,-1-2-3-16,6-1-6 0,-3 0-10 0,2 0 10 16,-2-2-14-16,-1 1 10 0,4-1-9 0,-2 1-3 15,0 0-8-15,0 1 3 0,-2 2-1 0,1 1-7 16,-4-1 4-16,2 1-11 0,-2 1-6 0,-1 3-3 0,3-1-14 15,-4 2 5-15,0 0-4 0,0 0 3 0,11 5-2 16,-5-2-6-16,-4 6 5 0,2-5 13 16,2 4-22-16,-2 0 5 0,2-1 2 0,-3 1-4 0,1 1 5 15,2 1-1-15,-3-1 0 0,1-1 9 0,-1-1-9 16,-1-2-9-16,1 0-6 0,2-2 13 0,-5 3 4 16,3-5-1-16,1 2-2 0,-4-3 6 0,0 0-4 15,11 0 0-15,-11 0-3 0,10-7-1 0,-5 2 8 16,-2 0 1-16,5-4 25 0,-4 1 20 0,4-1 3 15,0-2-2-15,-4 2 5 0,5-3 9 0,-4 2 5 16,3 0 1-16,2-1 6 0,-5 1 6 0,2 2-5 16,-3 1-4-16,0 3-3 0,3-3-7 0,-3 2-7 15,0 2-5-15,1-1-9 0,-2 0-10 0,1 2-5 16,-4 2-3-16,8-4-6 0,-8 4-3 0,11 6 0 16,-5-3-5-16,1 0-4 0,2 2-5 0,-4 3-11 15,2-3-20-15,2 3-11 0,-3 2-6 0,1-4-17 16,-2 4-18-16,2-3-19 0,0 2-20 0,1-4-18 0,-4 2-18 15,3-1-17-15,-3-1-20 0,-1 0-17 0,3-2-15 16,-5 2-9-16,0-3 2 0,-1-2-11 0,4 5-9 16,-4-5-3-16,4 1 9 0,-4-1 9 0,0 0 18 15,0 0 14-15,7-7 16 0,-7 7 22 0,3-6 15 0,-2 2 16 16,-1 0 9-16,0 0 11 0,3 0-2 0,-2 1-13 16,-1-1-86-16,0 4-228 0,0-8 101 0</inkml:trace>
  <inkml:trace contextRef="#ctx0" brushRef="#br0" timeOffset="13354.73">11415 3617 227 0,'0'0'316'0,"0"0"-30"15,0 0-32-15,0 0-20 0,0 0-26 0,10 10-22 16,-8-5-12-16,2-1-20 0,-1 5-12 0,3-2-17 15,0 5-11-15,-3-5-12 0,1 6-6 0,2-2-11 16,-1 1-7-16,-1 0-8 0,3-1-6 0,-2 0-6 16,1-1-30-16,-2 0-35 0,1-1-44 0,0 0-40 15,0-3-63-15,-3 1-63 0,4-1-197 0,-5-3-448 16,2-2 199-16</inkml:trace>
  <inkml:trace contextRef="#ctx0" brushRef="#br0" timeOffset="13757.52">11635 3645 17 0,'0'0'293'0,"0"0"-29"0,0 0-30 16,0 0-21-16,0 0-25 0,0 0-16 0,0 0-18 15,0 0-16-15,0 0-11 0,2 15-11 0,-1-10-11 16,-1-1-8-16,0 2-2 0,4 3-16 0,-2-4-7 15,0 4-6-15,0-2-5 0,0-1-6 0,0 0-6 16,1 0-6-16,-2 0 1 0,3-1-7 0,-2-1-6 16,1 1-5-16,1-4-3 0,-1 3-4 0,-3-4 0 15,8 1-2-15,-8-1-3 0,12-3 0 0,-7 0 0 16,0-1 2-16,2-1 18 0,-3-1 21 0,3 1 9 16,2-2 16-16,-5 2 9 0,3-1 19 0,0 2 14 15,0-3 5-15,2 0 2 0,-5 4-1 0,0-2-7 0,2 1-2 16,-1 0-19-16,-1 0-9 0,3 3-12 15,-3 0-5-15,-4 1-9 0,15 1-7 0,-8-1-8 16,0 1-6-16,-2 2-3 0,7 2-4 0,-6-1-3 0,2 2-6 16,-1-2 0-16,2 4-1 0,-1-2-5 0,-1 2-13 15,0-2-25-15,0 1-29 0,2-2-31 0,-3 0-36 16,-2-1-36-16,0 0-36 0,2 0-50 16,-1-3-73-16,-5-1-319 0,8-1-678 0,-8 1 300 0</inkml:trace>
  <inkml:trace contextRef="#ctx0" brushRef="#br0" timeOffset="13924.53">11721 3332 78 0,'-5'-2'221'0,"5"2"-30"0,-6-2-39 0,6 2-40 16,-8 6-53-16,7-1-56 0,-3 3-139 0,-2 4-148 15,1 4 66-15</inkml:trace>
  <inkml:trace contextRef="#ctx0" brushRef="#br0" timeOffset="14758.73">11260 4893 92 0,'5'-5'270'15,"-2"1"-5"-15,3-5-1 0,2 0-9 0,-4-4-5 16,1 3-5-16,-1-2-3 0,3-1-14 0,-3-1-4 0,2-2 0 16,-1-2-1-16,0-1-26 0,2 0-11 15,-4-9-15-15,4 3-22 0,-3-4-2 0,-3-1-13 16,5-2-12-16,-5 1-13 0,-1-1-10 0,-1-1-7 0,1 3-12 16,0 1-12-16,-6 0-3 0,5 2-16 0,-2 8-2 0,2 1 0 0,-2 1-2 0,3-2-4 15,-4 6-6-15,3 2-4 0,-3 0-2 0,2 0-12 16,2 4-1-16,-3 1 7 0,2 1-1 0,1-1-9 15,0 0 4-15,-4 2-9 0,4 4-18 0,0-3 7 16,0 3-2-16,0 0 3 0,0 0 13 0,0 0-10 16,-7 10-6-16,5-5 0 0,0 1 1 0,2 1-1 15,-1 3 6-15,1 0-5 0,-3-1-10 0,3 1-6 16,3 2 15-16,-2-2-15 0,-1 0-8 0,2 0-1 0,-1 3-7 16,5-1-10-16,-4-3-9 0,6 0-10 0,-2 0-11 15,-1 1-12-15,3-3-15 0,3 0-18 16,3 0-15-16,-1-2-10 0,-2-1-15 0,3-2-3 0,2 1-4 15,-2-3 7-15,-1 0 5 0,2-4 17 0,-1-1 18 16,-3 0 11-16,1-2 6 0,0-2 17 0,2-2 11 16,-3 1 27-16,1-3 23 0,-4-3 24 15,0-1 20-15,-1 1 26 0,-1 5 19 0,-2-6 21 0,-3 4 23 16,-1 0 12-16,3-3 15 0,-2 7 20 0,-1 2 6 16,2 0 11-16,-2 0 4 0,0-1-1 0,0 3 1 15,-2 0-12-15,2-1-16 0,0 6-16 0,2-4-18 16,-2 4-14-16,0 0-16 0,0 0-8 0,0 0 2 15,0 0-14-15,0 0-9 0,5 17-1 0,-4-6-10 16,1-1-5-16,0 5 0 0,1 1-4 0,4 0 6 16,0 4-13-16,-3-2-2 0,2 1-10 0,0 0 7 15,1 0-16-15,0 2-33 0,0-3-22 0,0 0-36 16,0-3-47-16,0 2-49 0,-1-1-62 0,0-2-88 16,1-3-366-16,-4-1-753 0,2-5 334 0</inkml:trace>
  <inkml:trace contextRef="#ctx0" brushRef="#br0" timeOffset="36305.36">12530 3073 266 0,'2'-5'404'16,"-1"0"-6"-16,-1 0-17 0,1 1-26 0,-1 0-28 15,0 4-32-15,0 0-38 0,0-5-31 0,0 5-24 16,0 0-19-16,0 0-28 0,7 13-11 0,-4-3-12 16,0 3-15-16,2 5-9 0,-1 0-9 0,-1 10-10 15,1 0-8-15,-1-1-4 0,1 0 2 0,-4 2-20 16,1 2-2-16,-1-3-6 0,0 3 0 0,0-2-7 0,-3 1-5 16,2-2 1-16,-3 1 2 0,0-4 3 0,0-5 0 15,2 0-2-15,-3-4 4 0,1-2 4 0,1-2 0 0,-1 0 6 16,0-1-4-16,1-2 8 0,-1-1 3 0,1-2 10 15,2-1 14-15,1-1 19 0,-4 0 13 0,3 0 16 16,1-4 10-16,-3 3 6 0,3-3 3 0,-3 5-7 0,3-5 3 16,0 0-8-16,0 0 1 0,-4 3-20 0,4-3-6 15,0 0 0-15,0 0-10 0,0 0-15 0,0 0-5 16,0 0-6-16,14-9-19 0,-6 5-12 0,4 1-12 16,9-2-31-16,-1-1-9 0,1 0-28 0,8-2-34 15,4 0-40-15,-3 1-43 0,3-1-56 0,2 0-63 16,0 0-55-16,-4 0-49 0,1 0-61 0,-1-2-66 15,-10 3-389-15,7-3-958 0,-9 2 423 0</inkml:trace>
  <inkml:trace contextRef="#ctx0" brushRef="#br0" timeOffset="37144.82">12959 3410 211 0,'-3'5'269'0,"-4"0"-6"15,3 2-9-15,0 0-11 0,3 4-11 16,-3-1-9-16,2 2-13 0,0-1-13 0,0 2-17 16,2 1-4-16,0 0-16 0,0-1-15 0,2 1-11 15,0-2-14-15,2 0-6 0,2 0-9 0,-2-2-9 0,5-1-2 16,-3 0-10-16,1-4-10 0,6 0-1 0,-2-2-11 16,8-2-11-16,-5 2 4 0,-2-7 4 0,4-1-19 15,-3 1-3-15,0-3-2 0,2-3-5 0,0-3-7 16,0 2 4-16,-3-2-7 0,-5 3-4 0,4-6-2 15,-10 4 7-15,4-1 13 0,-3 2 14 0,-4-1 15 16,0-2-2-16,-3 2 5 0,-4 3 1 0,0-4-7 16,-6 6 0-16,1-4-8 0,-6 4 1 0,1-2-14 0,-3 5 1 15,0 0-7-15,1 1-5 0,-4 3 6 16,6 0-6-16,0 2-11 0,1-2 3 0,5 1-1 16,-1 1-5-16,3 0-6 0,3-2-10 0,0 0-20 0,4 1 13 15,4-1-22-15,-4 3 5 0,4-3-3 0,0 0 9 16,20 1-5-16,-5-1-7 0,3 0-8 0,6-1-2 15,1-2 0-15,3 2 8 0,4-2-4 0,-4 1 3 16,3-1 6-16,-7 2 7 0,-2-2-4 0,2 0 4 16,-4 3 0-16,-2-2 6 0,-2 1 1 0,-2 1-5 15,-2 4 4-15,2-2-3 0,-3 1 6 0,-5 1 1 16,5 4-6-16,-4-2 2 0,0 1 5 0,0 3 2 16,-2 0-3-16,-1 0 6 0,-1 0-4 0,1 2 6 15,-2 2 0-15,0-4 1 0,1 3-2 0,-3-3 0 16,1 0 3-16,2 0-5 0,-3 1 9 0,0-4-5 15,0 0 4-15,0-1-3 0,0-1-1 0,-3 0 3 16,2 0 8-16,1 0 9 0,-3-2 18 0,-1 0 14 16,4-3 11-16,-7 2-1 0,7-2 7 0,-9 0 7 0,9 0 5 15,-12-1 4-15,6-1 2 0,-1-2 0 16,0-1 0-16,5-1-4 0,-5 0-8 0,4-3-3 16,-1-1-9-16,4 0-8 0,0-4-4 0,4 2-10 15,4-4-9-15,-1-1-6 0,3 2-6 0,1-1 0 0,2 2-3 16,-2-1-3-1,4 3-2-15,-1-2 1 0,0 3-4 16,-5 1-2-16,4 0 0 0,-1 2-2 0,-1 2 2 16,-4-1-1-16,3 4-6 0,-5-1 6 0,-1-1-3 0,2 5-4 0,-2-2-3 15,-4 2 0-15,9-2-2 0,-9 2 0 0,7 3 1 16,-7-3 0-16,4 6 3 0,-1-2 1 0,-2 2 0 0,-1-2-3 16,3 2 1-16,-2 5 2 0,-1-5 0 15,2 5-2-15,-4-4 1 0,4 2 3 0,-4-1-3 16,2 2 3-16,0-2-2 0,0 1 2 0,0-1 1 15,-1-3 2-15,1 1-3 0,0 1-2 0,0-2 5 0,0 0-2 16,-3-1 3-16,3 2-4 0,0-6 2 0,0 6 2 16,0-1-1-16,0-1 0 0,0-4 1 15,0 7-2-15,-4-4-1 0,4 0-3 0,-4 3 10 0,-1 0-3 16,-2-1-13-16,-4 1-18 0,0 0-31 0,-4 5-47 16,1-5-53-16,-3 3-54 0,-5 0-64 0,6 1-83 15,-6-2-348-15,3 0-767 0,0-1 339 0</inkml:trace>
  <inkml:trace contextRef="#ctx0" brushRef="#br0" timeOffset="37589.53">13512 3903 157 0,'-1'-8'434'0,"2"6"-5"0,-1 2-13 0,0 0-19 16,0 0-29-16,3-4-36 0,-3 4-34 0,0 0-35 0,0 0-31 16,0 0-28-16,0 0-20 0,0 0-18 0,10 12-12 15,-9-6-16-15,5 0-16 0,0 3-18 16,0 3-3-16,-1 1-5 0,1 2-18 0,-1 2-1 0,4 0-6 16,-5-1-6-16,2 4-9 0,-2-3-2 0,0-4-8 15,-2 2-3-15,0 3-4 0,0-5-3 0,3 0-10 16,-5-3-21-16,1 0-38 0,-1-2-35 0,3 0-33 15,-3-2-26-15,0-4-18 0,0 2-48 0,0 0-57 16,0-4-67-16,0 0-61 0,0 0-219 0,0 0-646 16,11-15 285-16</inkml:trace>
  <inkml:trace contextRef="#ctx0" brushRef="#br0" timeOffset="37867.23">13776 3963 195 0,'-2'-5'261'15,"2"5"-13"-15,0 0-9 0,-7-1-5 0,7 1-3 16,0 0-7-16,-18 5-5 0,11-2-9 0,-1 1-11 16,-3 0 16-16,2 1-32 0,-1-2-14 0,2 3-6 0,-3 1-6 15,4-2-5-15,-1 0-6 0,-2-1-8 0,1 0-11 16,1 2-21-16,1-3-6 0,3 1-4 0,-4-2-13 16,3-1-5-16,2 4-11 0,-1-2-8 0,-2-1-5 15,3 0-6-15,3-2-3 0,-4 3-9 0,4-3-7 16,-5 5 10-16,4-3-4 0,1-2-6 0,0 6-6 15,0-6 0-15,6 6-3 0,-3-4 2 0,0 5-8 16,4-3-9-16,2 2-13 0,2 0-20 0,-3-1-17 16,6 1-27-16,-1 0-39 0,4 2-41 15,-1-3-51-15,2 1-44 0,2 0-51 0,-1-3-22 0,2 1-220 16,-7-2-584-16,8 0 258 0</inkml:trace>
  <inkml:trace contextRef="#ctx0" brushRef="#br0" timeOffset="38081.76">13859 4027 74 0,'0'0'297'16,"-5"4"-2"-16,3-2-18 0,2-2-4 0,-4 5 0 0,4-5-8 15,2 5-1-15,-2-5-4 0,2 6-16 0,1-4-16 16,1 1-11-16,3 0-19 0,2-2-21 0,-2 2-18 0,4-1-30 15,0-1-40-15,1-1-55 0,1-1-54 0,0 0-62 16,-2 0-71-16,4-2-96 0,-1-1-293 0,-3 0-587 16,2-1 260-16</inkml:trace>
  <inkml:trace contextRef="#ctx0" brushRef="#br0" timeOffset="39374.56">14048 3943 300 0,'0'0'332'16,"0"0"-11"-16,0 0-16 0,0 0-14 0,0 0-27 15,0 0-18-15,0 0-25 0,0 0-28 0,0 0-20 16,18 6-18-16,-13-5-12 0,-2 2-21 0,3 1-6 16,0 0-15-16,1 0-8 0,-3 0-9 0,0 1 0 15,2 2-22-15,-1-1-4 0,1 1-37 0,0 1-14 16,-3-3-10-16,1 1-5 0,2 2-6 0,-4-1-4 15,4 1-5-15,-5-3-4 0,2-1-5 0,-2 1 2 16,3-1 9-16,-2 0 0 0,-2-4 6 0,5 4 9 16,-5-3 4-16,0-1 10 0,0 0-3 0,0 0 5 15,0 0 6-15,8-6 0 0,-8 6 8 0,3-7 1 16,0 3 12-16,-2 1 2 0,2-2 3 0,-2-2 11 0,3 3 0 16,-1-1 6-16,0-1 9 0,-1-1 6 15,0 5-2-15,0-3-3 0,1 0-1 0,0 0-10 16,-3 5-7-16,4-5-5 0,-1 4-5 0,-3 1-18 0,5-2 10 15,-5 2-14-15,0 0-1 0,11 3 1 0,-11-3 2 16,6 3-2-16,-4 1 3 0,2 1-8 0,1 0-2 16,-2 0-3-16,0 2-3 0,1-2-9 0,-2 1 0 15,0 0-11-15,0 0 0 0,0-1-13 0,0 0 1 16,-2-1-2-16,1 1 5 0,-1-5-11 0,3 4 12 16,-2-2 7-16,-1-2 2 0,3 5 6 0,-3-5 5 15,0 0-3-15,0 0 1 0,0 0-2 0,0 0 5 16,0 0 2-16,5-13 8 0,-5 7 13 0,2 1 12 15,2 0 3-15,-3-2 10 0,3 1 5 0,-1 1 11 16,-2-4 7-16,2 3 6 0,0-1 6 0,1 1-2 16,0 1-2-16,1 1-1 0,-2-2-4 0,0 1-8 15,1 3-9-15,-3-2-4 0,-1 4-9 0,4-3-8 0,1 1-4 16,-5 2-9-16,10 0 6 0,-10 0-3 0,8 5-6 16,-2-1-3-16,-2-2 0 0,0 3-4 15,4 0-4-15,-4-2-15 0,3 6-12 0,0-2-10 0,1-2-15 16,1 3-13-16,-2-2-10 0,4-1-13 0,3 3-12 15,-2-4-10-15,7 1 18 0,0-3-20 0,0 1-4 16,-5-1 8-16,2 0-3 0,-1-2 1 0,4 0 13 16,-3-2 6-16,-2-1 13 0,1-1 1 0,-3-1 13 15,1-1 4-15,0 0 4 0,-2-1 5 0,-1-3 0 16,0 4 7-16,-3-4 13 0,-3 2 6 0,2 0 10 16,-5-1 7-16,1 1 12 0,-1 1 11 0,-2 1 2 15,-2 1 7-15,1 0-2 0,1-2-6 0,-6 5 0 16,3-2 0-16,-3 0-5 0,-1 3 9 0,1 1-16 0,7 0-4 15,-17 2 0-15,6 0 3 0,1 0 0 16,1 3-5-16,-2 1-8 0,3-1 8 0,-1 1-4 16,4 1 9-16,-4 3 0 0,6-2 1 0,-4 3-6 15,6-4-7-15,1 2-4 0,0-2-4 0,1 4-10 0,3-4-12 16,0-1-19-16,6 2-22 0,-1-2-24 0,1-1-23 16,3 1-3-16,4-3 9 0,2 0-10 15,-1-2-5-15,2-1-1 0,0-1 11 0,-2-2 12 0,2 0 9 16,-3-4 11-16,0 1 12 0,-4-1 21 0,-1-2 19 15,0 2 16-15,-2-5 13 0,-1 3 14 0,-2-3 19 16,-3 3 22-16,0-1 13 0,2 2 10 0,-5-2 16 16,1 3 10-16,-2 1 14 0,-2-1-6 0,1 2 0 15,-1 0-8-15,-3-1-12 0,-1 3 12 0,-2 1-27 16,3 1-7-16,-5 0-8 0,1 1-1 0,-4 1-9 16,1 3-5-16,1 0-3 0,-1 2-1 0,4 1-11 15,-2-1 0-15,1 1 1 0,2 0-13 0,-1 2-7 16,2-2-6-16,4-1 0 0,0 2-12 0,-2-1-7 0,4-2-6 15,1 1-7-15,2 0-5 0,0-2-13 16,1-2-12-16,3 2-14 0,1 0-1 0,0-3-1 16,3-1 6-16,-1 0 5 0,-1-2 5 0,2-4 8 15,4 3 2-15,-4 0 7 0,-1-2 7 0,2-3 11 0,-3 3 16 16,-2-1 15-16,1 0 24 0,2 3 9 0,-5-5 16 16,2 3 9-1,-2 1 1-15,1 0 16 0,-1 3 0 0,-2-1-4 16,0-1-13-16,-3 3-4 0,4-4-13 0,-4 4-10 15,0 0-4-15,7 0 0 0,-7 0-8 0,1 7-3 16,-1-4 17-16,0-3-19 0,0 11-1 0,1-7-1 0,-1 2-4 16,2-1-3-16,-1 0-2 0,2 0-12 0,-2 0 2 15,2 0 1-15,-2 1-2 0,2-4 9 16,1-1-9-16,1 1 6 0,2-2 2 0,-1 2-4 16,0-2 7-16,-6 0-5 0,14-4 0 0,-6 2 2 0,0-2-4 15,-1-1 9-15,1 2 12 0,-1 1 9 0,1-1 18 16,-1-2 10-16,1 0 15 0,-4 3 9 0,3-1-4 15,0 0-4-15,-4 2-7 0,3-1-7 0,-6 2-13 16,7-2-8-16,-7 2-4 0,3-2-9 0,-3 2-13 16,0 0-18-16,0 0-28 0,11 7-28 0,-10-4-29 15,2 0-15-15,-2 1-19 0,2-1-18 0,0 1-20 16,-1-2-48-16,3 1-38 0,-1-2-45 0,4 2-45 16,-3-1-212-16,-5-2-592 0,14 0 262 0</inkml:trace>
  <inkml:trace contextRef="#ctx0" brushRef="#br0" timeOffset="39713.65">15101 3044 433 0,'-3'-16'456'0,"-1"2"-2"0,4 1-10 0,-3 1-12 16,3 5-12-16,-2-4-19 0,0 5-18 0,1 2-25 16,-2-1-26-16,2 0-33 0,-2 2-28 0,2-1-33 15,1 4-27-15,0 0-27 0,0 0-18 0,-14 8-18 16,6 3-12-16,0 6-12 0,-1 1-14 0,-1 6-11 16,0 3-8-16,2 1-8 0,3 2-7 0,1 0-5 15,2 3-9-15,4 1 2 0,-2-3-8 0,4 2-6 16,5 6 0-16,6 6-6 0,0-15 2 0,-1 2-13 15,1-2-24-15,4-2-25 0,0-3-39 0,3-3-42 16,1-2-68-16,3-1-57 0,2-3-48 0,2-4-119 16,1-5-99-16,-1 0-368 0,0-2-926 0,6-1 409 15</inkml:trace>
  <inkml:trace contextRef="#ctx0" brushRef="#br0" timeOffset="41711.12">15466 3199 118 0,'-5'-2'405'0,"5"2"-7"0,-4-5-16 0,4 5-13 16,-4-3-19-16,3 0-13 0,1 3-20 0,0 0-32 15,0 0-31-15,7-7-29 0,2 5-23 0,3-1-18 16,9 3-23-16,-1-1-15 0,2 1-11 0,1 1-17 15,-1 2-11-15,0-1-13 0,-1 4-10 0,1-1-8 16,-4 1-11-16,-2 2-10 0,-1-3-4 16,-5 3-5-16,-2-2-7 0,3 3-3 0,-4-1-10 15,-5 0-4-15,2-1 8 0,-2-1-4 0,-1 5-3 16,-4 1-7-16,1-2 2 0,-4 1 1 0,2-3-4 0,-3 4 0 16,-1-6-1-16,3 5 2 0,-1-6-4 0,2 3 1 15,1-3-6-15,1-1 0 0,-1 0 1 0,-1 1-1 0,1-1 1 16,3-4 3-16,7 6 1 0,-2-3-3 0,2-2-9 15,7 0-26-15,1-2-31 0,1 2-24 0,7-2-60 16,-4 0-44-16,0-2-45 0,2 0-51 0,-4 1-61 16,-3-2-330-16,-1 0-728 0,0-1 322 0</inkml:trace>
  <inkml:trace contextRef="#ctx0" brushRef="#br0" timeOffset="41895.71">15504 3327 235 0,'0'0'367'0,"0"0"-38"0,0 0-30 0,0 0-32 0,0 0-24 15,24-11-25-15,-2 8-17 0,1-1-24 0,7 2-19 16,2-1-14-16,1-1-12 0,1 3-28 0,-1-3-59 0,-3 3-64 16,0 1-74-16,4-4-83 0,-6 3-263 0,-5-1-475 15,7 2 210-15</inkml:trace>
  <inkml:trace contextRef="#ctx0" brushRef="#br0" timeOffset="42095.31">16101 3351 264 0,'1'4'300'0,"-1"2"-3"15,0 0-7-15,-1 0-14 0,1 0-14 0,-3 5-15 16,-1-1-12-16,-1 0-22 15,0 2-10-15,0-2-21 0,-1 3-5 0,-5 2-34 16,-2 3-6-16,2 1-16 0,-1-2-29 0,-3-4-54 16,0 5-69-16,1-2-79 0,1-1-98 0,5 0-102 15,-2-4-160-15,6-1-509 0,1 1 225 0</inkml:trace>
  <inkml:trace contextRef="#ctx0" brushRef="#br0" timeOffset="42690.03">16375 3612 19 0,'0'0'413'0,"0"0"-17"0,3-7-9 0,-2 2-13 15,1-1-14-15,2 1-16 0,0-1-25 0,0-1-9 0,3-1-20 16,-2-2-17-16,2 0-23 0,0 1-18 0,1-3-18 15,2-3-19-15,-5 2-14 0,1-3-19 0,-1 0-18 16,4-5-14-16,-2-6-7 0,-1-1-15 0,-2 1-14 16,1-3-12-16,-1 1-6 0,-1 0-14 0,1 1-3 0,-3 0-17 15,-1 8 3-15,0-1-14 0,0 1-4 16,0 2-3-16,-1 1-1 0,0 5-4 0,-2 0-1 16,3 3-5-16,-1 1 2 0,1 2-6 0,-2 1-3 0,1 0-10 15,0 2-3-15,1 3 0 0,0 0 0 0,0 0 1 16,-10 9-1-16,7-2 0 0,2 1 0 0,0 2 3 15,-1 3 0-15,1 2-2 0,2 1 3 0,1 2 2 16,2 0 7-16,-3 0-9 0,7 9-3 0,-2-9 7 16,0 0-1-16,3 0 0 0,-1-1 7 0,-1 1-8 15,6-2-12-15,-7-2 6 0,2 3-1 0,0-8 4 16,0-2-11-16,0 3-6 0,-1-4 7 0,4-2 7 16,-4-4-13-16,2 0-9 0,2-5-11 0,-3 1 8 15,2-3-13-15,-2-2-2 0,4-5 5 0,-5 4-11 16,1-6 14-16,-1-2 3 0,1 0 1 0,-4 0 3 15,3 0-2-15,0 0 4 0,-6 0 9 0,1 1 9 16,-2 4 16-16,0 2 11 0,0 0 12 0,0 4 7 16,0-2 1-16,0 3-3 0,0 1-2 0,0 1-9 0,0 4-8 15,-2-4-5-15,2 4 3 0,0 0-3 16,0 0-4-16,-5 12 1 0,3-7 2 0,2 6 0 16,-1-3-1-16,1 4 0 0,1 1-2 0,1 0 5 0,2 1-3 15,0 3-5-15,3 1-7 0,-2 0-3 0,-1-2-36 16,6 1-26-16,3 0-40 0,-3-1-33 0,0-6-45 15,-1-1-53-15,2 2-62 0,-2-6-67 16,1 0-291-16,2-1-716 0,-4-3 317 0</inkml:trace>
  <inkml:trace contextRef="#ctx0" brushRef="#br0" timeOffset="42946.62">16860 2908 253 0,'-4'-3'432'0,"2"1"-33"0,2 2-34 16,-7-3-35-16,7 3-31 0,0 0-21 0,0 0 31 0,0 0 2 15,5 16-2-15,-1-10-8 0,9 8-16 0,-3 1-12 16,4 1-16-16,0 6-19 0,6 0-22 0,1-2-18 0,-2 3-19 16,3 0-19-16,-2 1-13 0,-1 2-16 0,0-4-15 15,-4 2-12-15,-1 0-10 0,-2 4-33 0,-4-3-37 16,-5 3-35-16,-2 2-45 0,-2-1-67 0,-2-1-66 15,-2 3-55-15,-10 2-14 0,-3 3-68 0,-2-3-99 16,-9 10-315-16,6-11-801 0,-12 5 355 0</inkml:trace>
  <inkml:trace contextRef="#ctx0" brushRef="#br0" timeOffset="49474.67">6474 5599 304 0,'-4'-17'390'0,"2"3"-3"0,1 2 2 15,-2 1-23-15,3 0-9 0,0 5-14 0,0 1-21 16,-1-2-24-16,-2 2-43 0,3 1-29 16,0 4-29-16,0 0-22 0,0 0-17 0,0 0-18 0,4 20-14 15,-4-9-14-15,4 7-12 0,3 2-8 0,-1 8-8 16,0-1-9-16,1 4-5 0,-3 0-5 15,6 1-3-15,-6 0-14 0,1 0 1 0,-1 1-10 0,4-2-32 16,-2 0-36-16,2-3-44 0,0-2-41 0,2-7-30 16,-6 1-47-16,4-2-60 0,-1-3-74 0,0-4-71 0,-2-4-224 15,-1-1-669-15,0-4 296 0</inkml:trace>
  <inkml:trace contextRef="#ctx0" brushRef="#br0" timeOffset="49818.47">6630 5788 66 0,'0'0'254'16,"0"-8"-28"-16,0 8-24 0,0 0-19 0,0 0-17 0,0 0-16 31,0 0-12-31,12 13 2 0,-9-8-7 0,2 5-12 16,2 1-12-16,-1-1-10 0,3 0-11 0,-1-1-6 15,2 5-7-15,-1-4-8 0,2 4-4 0,-4-4-8 0,3-2-3 0,-4 0-3 16,4 0-9-16,-6-3-1 0,0-1 1 0,3-1 31 15,-3-2 27-15,0 1 15 0,-4-2-15 0,10-2-4 16,-10 2-2-16,8-8 0 0,0 4 8 0,-4-4 2 0,4-2 16 16,-4-2-2-16,2 5 4 0,-1-6 8 0,3 5 1 15,-5-1 1-15,2 3-10 0,1-2-12 0,-2 3-3 16,4 1-15-16,-4 2-16 0,3-2-14 0,0 3-3 16,-3 1-6-16,-4 0-4 0,16 6-12 0,-6 1-3 15,-2 3-10-15,0 0-23 0,2 3-31 0,1 3-28 16,-5-4-34-16,5 2-18 0,0 3-45 0,-4-2-50 15,-2-4-53-15,3 0-64 0,-2-1-308 0,1-1-685 16,-2-2 302-16</inkml:trace>
  <inkml:trace contextRef="#ctx0" brushRef="#br0" timeOffset="50015.73">7182 5783 341 0,'2'-3'319'0,"-2"3"-33"0,1-3-27 16,-1 3-31-16,0 0-25 0,0 0-16 0,0 0-21 16,3 11-19-16,-2-5-6 0,3 3-19 0,-1 1-7 15,0 2-14-15,-2 0-3 0,3 0-13 0,3 2-8 16,0-4-4-16,-1 6-4 0,3-1-10 0,-4-3-7 16,6 2-40-16,-3-2-44 0,2-4-55 0,-2-1-65 15,4-1-69-15,-4-2-221 0,-1-2-478 0,0 0 212 16</inkml:trace>
  <inkml:trace contextRef="#ctx0" brushRef="#br0" timeOffset="50253.01">7306 5493 13 0,'-4'-5'382'15,"3"-1"-11"-15,-2 2-31 0,2 0-32 0,-1 1-30 0,2 3-32 16,0 0-34-16,0 0-17 0,0 0-20 0,0 0-19 15,2 13-14-15,3-3-18 0,1 3-6 0,4 5-18 0,0 0-8 16,-1 7-2-16,2 1-18 0,0-1-8 16,0 2-2-16,1 1-3 0,-5 3 6 0,3-5-32 15,-5 2-26-15,2-2-29 0,-3 1-37 0,-3-8-45 0,-1 2-41 16,0-2-42-16,3-2-51 0,-6-3-41 0,3-4-166 16,-1-2-483-16,-2-3 214 0</inkml:trace>
  <inkml:trace contextRef="#ctx0" brushRef="#br0" timeOffset="51125.53">7370 5838 13 0,'0'-7'279'0,"-3"2"11"0,6 0-8 0,-3 0-3 16,0 1-15-1,0 0-23-15,0 4-20 0,7-6-23 0,-3 4-21 16,0 0-20-16,-4 2-17 0,11 0-14 0,4 0-13 16,-3 2-5-16,2 0-12 0,6-1-14 0,2 2-7 15,-1-1-3-15,0 1-9 0,9-2-16 0,-7 0-21 0,7 0-14 16,-2-1-15-16,-3 2-22 0,-4-2-11 0,0-2-7 15,-2-1-7-15,0 1-1 0,-3-1 6 16,-3-1 6-16,0 0 5 0,-3-1-1 0,1-2 7 0,-2 4 6 16,-3-3 7-16,-1 0 17 0,-2 1 6 0,-3-1 5 15,0 0 6-15,-3 3 3 0,3-1-4 0,-4 0 0 16,0 2-1-16,1-1 0 0,3 3 1 0,-15 0-10 16,15 0-1-16,-13 3 4 0,3-1-3 0,4 1-2 15,-3 3-2-15,0 1 2 0,2 3-1 0,2-2-1 16,2 1 2-16,-3 2 0 0,4-2-2 0,0-2 2 15,-2 1-4-15,4 2 4 0,4 1-7 0,-4-5-6 16,2 0 1-16,0 0-4 0,1-1 1 0,3-3 2 16,-2-1 2-16,1 2 2 0,2-2-1 0,-7-1 0 15,11-4-1-15,-3 2 4 0,-1-4-2 0,1-4 6 16,-1 3 2-16,0-1 7 0,-1-1 8 0,2 0 15 16,-1 0 8-16,-3 2 10 0,3-3 7 0,-5 4 11 15,2-1 4-15,-2 1-5 0,2 1 1 0,-1 2-20 0,-2 0-8 16,3 1-6-16,-4 2-8 0,0 0 0 0,0 0-4 15,0 0-4-15,10 7-2 0,-6-2-3 16,4 1 14-16,-4 2-26 0,3 0-10 0,-1 2-11 16,-1 0-8-16,6 3-10 0,1 1-9 0,-2-5-6 0,6 4-16 15,0-5-6-15,3 3-18 0,-1-4-12 0,4-1-17 16,-5-2-1-16,5-1 2 0,-8-3-3 0,1 0 2 16,-2-3 3-16,-3-4 10 0,5 2 9 0,-4-2 8 15,-3-2 5-15,3-1 10 0,-2-3 9 0,0-5 5 16,-3 1 6-16,-2-1 11 0,-1-1 9 0,0-2 22 15,-2-5 28-15,-1 0 11 0,-1-1 30 0,2-2 13 16,-2 2 14-16,-1-3 20 0,1 9 7 0,-2-5 8 16,-1 7 9-16,-1-2 10 0,2 3 5 0,-1 2-7 15,1 3-3-15,-1 2-13 0,0 1-13 0,1 2-14 16,1 1-8-16,-5 3-20 0,6 2-5 0,1 2-8 16,0 0 0-16,-11 6-12 0,5 2-6 0,2 2 0 15,3 3-7-15,-3 5-3 0,-2 2-4 0,5 1-3 16,1 5-8-16,1 3 1 0,2-1-13 0,1 0 2 0,3 0-10 15,-2 0-11-15,1-1-23 0,-2-2-13 16,5 2-11-16,-3-7-7 0,-1-1-5 0,2-2 2 16,0-2 7-16,0-3 6 0,-2-3 2 0,2-3 14 0,0-1 5 15,1 0 3-15,3-3 11 0,1-5 16 0,-1-2 17 16,0 0 14-16,1-2 23 0,4-4 16 0,-2-1 11 16,1 1 24-16,-6 1 30 0,2-1 23 15,1 0 27-15,-2 1 18 0,1 1 14 0,-4 1 9 0,-2-1-1 16,5 3-7-16,-6 0-15 0,1 1-17 0,-2 3-21 15,0-1-20-15,1 1-14 0,-4 2-34 0,0 0-16 16,0 0-13-16,0 0-19 0,0 0-28 0,7 10-25 16,-6-1-27-16,0-1-47 0,3 0-30 0,-1 4-27 15,1-1-27-15,0 0-28 0,-1 2-41 0,1-2-39 16,0-1-43-16,0-3-53 0,0-1-276 0,0-1-711 16,2 0 315-16</inkml:trace>
  <inkml:trace contextRef="#ctx0" brushRef="#br0" timeOffset="51695.25">8549 5661 238 0,'0'-3'302'0,"-5"-2"0"0,5 5-14 16,0-4-11-16,0 4-28 0,0 0-13 16,0 0-36-16,0-6-26 0,0 6-16 0,0 0-20 15,0 0-9-15,0 0-16 0,17 8-14 0,-14-3-11 0,4 1-2 16,1 1-14-16,-1 0-3 0,1 4-10 0,0-3-5 15,6 5-4-15,-3 2-5 0,0 0-2 16,2-1-2-16,-3 1-10 0,-1 2-1 0,-1 2-1 16,2-2-6-16,-3 2-11 0,1 2-10 0,0 5-9 0,-7-5-2 15,9 4-1-15,-6 1-1 0,4 0 2 0,-1 0 2 16,-3 2-2-16,0-5 0 0,2-3 4 0,-6 5 2 16,1-4-2-16,2-1-3 0,-3-2 2 0,-3 3 0 15,2-7 4-15,-3-1 12 0,2 0 10 0,-1-3 28 16,-1-2 11-16,0 0 22 0,0-1 41 0,-1-2 29 15,2 1 30-15,-4-1 22 0,3-3 4 0,-3-1 3 16,2-1-5-16,5 0-13 0,-15-2-13 0,7-1-12 16,-2 0-16-16,1-1-11 0,1-3-14 0,-1 1-5 15,0-3-15-15,4-3-14 0,0 3-3 0,4-4-17 16,-3 1-19-16,4 0-27 0,5-10-30 0,4-5-36 16,3 0-48-16,3-1-65 0,7-5-42 0,2 1-59 15,4-10-41-15,-4 10-30 0,0 2-12 0,2 1-17 16,-2 1 6-16,1-1 29 0,-4 5 32 0,-1 0 38 0,-8 6 43 15,-3 1 43-15,1 1 55 0,-3-1 52 16,-3 6 31-16,-3-1 34 0,-2-2 30 0,1 4 12 16,-4 0 14-16,-3 2 7 0,0 0 1 0,-3 3 1 0,0 0-2 15,-1 2-6-15,-2 3-12 0,0 1-2 0,-3 3 0 16,-2 1-3-16,6 1-2 0,1 1 0 0,-4 4-10 16,4-1 3-16,3 0-4 0,-2 0-1 0,5 3-3 15,5-2 0-15,0 1 0 0,4 1 7 0,2 0-12 16,3 3 4-16,2 0-10 0,3-1-40 0,-2-1-39 15,5-2-64-15,0-2-77 0,-1-4-86 0,-2 2-255 16,-2-6-584-16,-1 2 258 0</inkml:trace>
  <inkml:trace contextRef="#ctx0" brushRef="#br0" timeOffset="52251.29">7601 5595 309 0,'0'0'434'0,"-4"-2"-17"16,4 2-29-16,0 0-30 0,0 0-29 0,0 0-35 0,0 0-30 16,0 0-26-16,0 0-31 0,0 0-16 15,0 0-16-15,0 0-20 0,0 0-20 0,0 0-14 0,0 0-14 16,0 0-6-16,0 0-16 0,0 0-5 0,0 0-7 15,0 0-12-15,0 0-7 0,0 0-4 0,0 0-8 16,0 0-10-16,0 0 3 0,0 0-9 0,0 0-1 16,0 0-12-16,0 0-24 0,0 0-27 0,0 0-75 15,-8-1-59-15,8 1-60 0,-4-4-68 0,1 2-67 16,-1-1-228-16,4 3-644 0,-11-2 286 0</inkml:trace>
  <inkml:trace contextRef="#ctx0" brushRef="#br0" timeOffset="52550.39">7067 5641 40 0,'0'0'382'0,"-3"-3"-28"0,3 3-28 0,0 0-30 0,0 0-30 15,0 0-25-15,0 0-29 0,0 0-25 16,0 0-13-16,0 0-17 0,0 0-18 0,0 0-16 16,0 0-12-16,0 0-15 0,0 0-10 0,0 0-24 0,0 0-23 15,0 0-25-15,0 0-37 0,0 0-41 0,0 0-41 16,0 0-63-16,0 0-61 0,0 0-224 0,0 0-491 15,0 0 217-15</inkml:trace>
  <inkml:trace contextRef="#ctx0" brushRef="#br0" timeOffset="52865.8">6464 6165 347 0,'0'0'383'0,"-9"-2"-10"16,9 2-17-16,0 0-11 0,0 0-24 0,0 0-22 15,0 0-27-15,-2-4-29 0,2 4-26 0,0 0-24 0,0 0-19 16,0 0-18-16,14-4-20 0,-10 3-49 0,3 0-34 16,6-3-38-16,-3 1-49 0,1-1-53 0,5 2-63 15,2-2-66-15,0-3-55 0,2 1-265 0,0 0-579 16,2-3 256-16</inkml:trace>
  <inkml:trace contextRef="#ctx0" brushRef="#br0" timeOffset="53099.68">6238 5528 354 0,'-13'-1'429'0,"3"-2"10"0,2 2-13 16,0 0-26-16,4-4-33 0,1 3-34 0,3 2-35 0,3-6-25 0,2 1-33 15,9 2-26-15,1-2-23 0,4 0-22 0,4-2-14 16,7 3-36-16,0-2-53 0,4 1-62 16,-2 0-72-16,1 1-77 0,-3 2-102 0,3 1-108 0,-9 0-256 15,-5-2-661-15,2 1 292 0</inkml:trace>
  <inkml:trace contextRef="#ctx0" brushRef="#br0" timeOffset="55589.79">10077 6242 276 0,'0'0'345'0,"-4"4"-4"15,4-4-13 1,0 0 6-16,0 0-18 0,0 0-4 0,0-17-5 16,1 14-2-16,2-5-7 0,0-2-4 0,-1-3-8 15,3 0-13-15,0-4-4 0,0-1-4 0,1 0-6 0,-1-2-12 16,3-5-12-16,0-5-14 0,-1 3-22 15,0-5-16-15,-3 0-17 0,4-1-17 0,-4 0-14 0,-1-2-10 0,-2-2-13 16,1 1-19-16,-2 0-14 0,-2 2-3 0,2 0-4 16,0 1-7-16,-1 5-7 0,-2-1-6 0,3 10 0 15,-4-1-8-15,4 4-1 0,-4 3-7 0,3 1-2 0,-1 3-5 16,1 1-2-16,1 2-4 0,0 1-4 0,-3 0-5 16,6 1-5-16,-3 4-9 0,-3-7-16 0,3 7-26 15,0 0 2-15,0 0 6 0,0 0-2 0,0 0 7 0,0 21 10 16,3-13-7-16,-3 2-2 0,1 3 2 0,1-2-1 15,-1 3 7-15,6 4-12 0,-2-1-6 16,-2 0-2-16,4-1 0 0,-3-1-7 0,1 2 0 0,2 0-4 16,-3-7-1-16,3 2-3 0,-1-5 2 0,-1 4 3 15,0-6 0-15,2 1 0 0,-1-1 9 0,2-2 4 16,-1-1-1-16,5 0 6 0,-4-2 2 0,7-3 3 16,-4-1 3-16,1-1-1 0,3-5 10 0,-4 1-3 15,1 0 2-15,-4-4 2 0,6-1 4 0,-2-3-3 16,-2-1 6-16,-1 1 1 0,-5-1-2 0,4 0 4 15,-4 1 5-15,3 1 16 0,-5 3 6 0,2 0 15 16,-3 1 13-16,3 2 6 0,-5 4 9 0,1 0-4 16,0 0-3-16,1 1-5 0,-1 3-13 0,0 2-10 0,0-5-9 15,0 5-4-15,0 0-3 0,0 0-2 16,0 0 0-16,0 0-2 0,4 19-1 0,-1-11-3 16,-2 4 3-16,-1 6-3 0,3 1-1 0,0 0 2 0,1-1-1 15,-3 1-3-15,3 2-6 0,0-2-22 0,-1 1-14 16,2 0-26-16,2-1-31 0,-1-1-39 0,-2 2-33 15,1-3-40-15,0 0-34 0,1-2-39 0,0 0-55 16,-2-4-59-16,0-3-57 0,-1 0-268 0,-1-3-778 16,1-1 344-16</inkml:trace>
  <inkml:trace contextRef="#ctx0" brushRef="#br0" timeOffset="55879.7">10648 5871 316 0,'0'0'417'0,"0"0"5"15,4-1-18-15,-4 1-35 0,1-3-34 0,-1 3-38 16,0 0-30-16,0 0-34 0,0 0-13 0,0 0-32 15,6 11-19-15,-3-5-22 0,-2 1-8 0,2 5-15 16,-1 0-10-16,2-1-12 0,-1 6-11 0,0-3-8 16,1 1-10-16,-3 2-2 0,2 2-9 0,1-2-36 15,-1 1-35-15,1-7-43 0,-4 3-35 0,4 0-56 16,-4-1-58-16,4-3-81 0,-1 0-74 0,-2-3-235 16,-1-3-638-16,1-1 282 0</inkml:trace>
  <inkml:trace contextRef="#ctx0" brushRef="#br0" timeOffset="56142.65">10924 5899 295 0,'7'4'301'0,"4"-3"-24"15,-2 3-11-15,5-1-12 16,-3-1-31-16,0 4-19 0,0-1-23 0,-2 1-16 16,3-1-19-16,-2 0-9 0,-1 1-4 0,-1 3-25 15,2-2-12-15,-3 0-11 0,-3 3-6 0,0 0-7 16,-4-1-11-16,0-2-16 0,-4 4-19 0,-2-1-25 16,-2-2-32-16,-3 4-43 0,-5 0-51 0,5-4-78 15,-5 0-251-15,2-2-491 0,1-1 216 0</inkml:trace>
  <inkml:trace contextRef="#ctx0" brushRef="#br0" timeOffset="56804.2">11373 6134 33 0,'8'-7'301'16,"-1"-2"-7"-16,-3-1-4 0,0 0-5 0,2-2-16 0,-2 0 9 0,-3-9-7 15,6 3-3-15,-5-2-2 0,1-6-11 0,0 5-15 16,0-8-11-16,-3 1-14 0,0-2-10 0,-2 1-12 15,-1-2-14-15,-1 1-18 0,-1 1-14 0,-2-2-14 16,3 2-11-16,-3 1-9 0,6 7-7 0,-3 1 1 16,1 0-6-16,-1 1-4 0,0 1-8 0,0 6-7 15,4-2-5-15,-1 4-7 0,-2-1-2 0,1 5-9 16,2-2-2-16,-1 2-6 0,0-1-3 0,1 3-13 16,0 4-6-16,-2-5-9 0,2 5-5 0,0 0-6 0,0 0-5 15,0 0-2-15,0 0 0 0,0 0 0 0,0 16 0 16,0-8 0-16,0 4-1 0,2 2 0 15,-1 4 0-15,2-1 2 0,0 2-1 0,-6 0 0 0,6 1-4 16,2 0-6-16,0 0-10 0,1 9-8 0,-2-11-8 16,1 1 4-16,1-4-10 0,2 5-3 0,-1-4-5 15,0-2-5-15,-2-4-6 0,3-1 2 0,2-1-6 16,-4-2-3-16,4-1 6 0,-4-2-27 0,7-4-5 16,-1-1 0-16,2-3 6 0,-2 0 6 0,-1-4 10 15,0 2 6-15,1-6 2 0,3-3 6 0,-5 1 6 16,-5-3 11-16,3-2 1 0,-1 2 4 0,-2-9 3 15,0 9 18-15,-4-2 24 0,0 2 26 0,-1 2 24 16,0 3 20-16,0 1 10 0,0 1 12 0,0 3 2 0,-1 2 1 16,1 0-11-16,-1 1-7 0,1-1-12 15,0 1-11-15,0 5-15 0,0-5-14 0,0 5 2 16,0 0 0-16,0 0-6 0,0 0 0 0,-2 20-4 0,4-12-5 16,0 4-1-16,1 5-2 0,0-1-3 0,2-1-2 15,2 3-2-15,-4 0-13 0,2 0-21 0,2 2-22 16,0-2-31-16,2 1-44 0,-1-1-34 15,-1 0-43-15,0 1-61 0,1-2-77 0,-1 1-97 0,-3-3-246 16,3-5-731-16,-4 0 324 0</inkml:trace>
  <inkml:trace contextRef="#ctx0" brushRef="#br0" timeOffset="57197.7">11843 5896 54 0,'7'0'390'0,"-7"0"-14"16,0 0-20-16,0 0-26 0,7 0-17 0,-7 0-34 15,0 0-24-15,0 0-21 0,0 0-35 0,0 0-26 16,6 2-15-16,-6-2-15 0,4 4-16 0,-3 1-15 15,6-1-16-15,-3 0-6 0,-2 1-5 0,4 0-10 0,-3 0-8 16,1 0-1-16,0 3-11 0,-1-2-11 16,-2 0 11-16,4 1-16 0,-3 3-8 0,-1-2-1 15,-1-2 3-15,0 2-6 0,-1-2-2 0,1 2 6 16,-2-4-7-16,-3 2 2 0,1 2 10 0,1-4-1 0,2 0-5 16,-2 0 1-16,2-1 4 0,1-3 2 0,-4 5-5 15,4-5 5-15,-2 3 0 0,2-3-1 16,0 0-3-16,0 0-12 0,0 0-35 0,18-3-34 0,-6 0-40 15,-1 0-45-15,4-2-60 0,-1-2-67 0,3 2-85 16,-3-5-275-16,8 0-671 0,-7-1 297 0</inkml:trace>
  <inkml:trace contextRef="#ctx0" brushRef="#br0" timeOffset="57472.93">12220 5845 270 0,'0'0'297'0,"4"3"-25"0,-2-1-17 15,-2-2-22-15,4 4-21 0,-4-4-16 0,5 4-22 16,-2 3-14-16,-3-5-18 0,1 2-12 0,3 4-13 15,-2-3-12-15,0 0-8 0,-2 2-12 0,0 0-9 16,0 1-3-16,0 0-9 0,-2 0-5 0,0 0-8 16,-2 1-25-16,3-2-30 0,-3 2-40 0,0-5-50 0,0 1-60 15,2 1-68-15,-2-4-208 0,3 1-465 0,1-3 206 16</inkml:trace>
  <inkml:trace contextRef="#ctx0" brushRef="#br0" timeOffset="57694.71">12536 5642 141 0,'0'0'472'0,"0"0"-4"16,0 0-23-16,-3-6-22 0,3 6-28 0,0 0-32 15,0 0-35-15,0-3-34 0,0 3-32 0,0 0-21 16,0 0-27-16,0 0-29 0,0 0-36 0,8 0-51 15,-8 0-63-15,15 2-67 0,-3-1-72 0,-1 3-69 16,0-2-76-16,4-2-83 0,0 1-273 0,-1-1-653 16,1 0 290-16</inkml:trace>
  <inkml:trace contextRef="#ctx0" brushRef="#br0" timeOffset="57862.24">12804 5647 135 0,'0'0'348'0,"-5"-9"-1"15,5 9-1-15,0 0-10 0,0 0-27 0,0-5-17 16,0 5-24-16,3-5-28 0,0 3-26 0,1 0-23 0,0-2-19 16,0 3-38-16,3-1-43 0,0 1-50 0,-2 0-57 15,2-1-64-15,0 2-69 0,2-2-68 16,-3 1-65-16,-1 1-172 0,-5 0-491 0,15 0 218 0</inkml:trace>
  <inkml:trace contextRef="#ctx0" brushRef="#br0" timeOffset="57998.09">12960 5592 47 0,'0'0'276'0,"0"0"0"0,3-5-11 0,-2 2-24 16,2 1-23-16,-3 2-17 0,1-4-22 0,-1 4-18 15,9-4-15-15,-9 4-36 0,6-1-47 0,-6 1-63 16,10 0-86-16,-10 0-100 0,8 0-133 0,-2 2-345 16,0-1 153-16</inkml:trace>
  <inkml:trace contextRef="#ctx0" brushRef="#br0" timeOffset="58674.11">13295 6008 304 0,'5'2'348'0,"-5"-2"-8"15,6 2-9-15,-6-2-14 0,0 0 3 0,12-4-22 16,-7 1-31-16,-1 1-20 0,2-1-12 0,-1-2-15 0,-1 1-15 16,1-2-19-16,1 0-17 0,1-4-20 0,0 2-11 15,-2-5-9-15,-1 2-16 0,6-6-8 0,-5 0-16 16,-2-3-3-16,4-1-11 0,-3-1-11 0,0-7-7 16,3 0-7-16,-3-4-13 0,-3 2-13 0,-2-2-12 15,2-1-17-15,2-1 2 0,-2 1-7 0,-1-3 1 16,0-1 0-16,0 1 0 0,0 2 1 0,-4 1 1 0,0 1 0 15,0 2 1-15,0 2-7 0,0 1 12 0,4 10-2 16,-4 0 8-16,2 0 15 0,-2 6-4 16,3 1 8-16,1 2 4 0,0 2-3 0,-1 4-6 0,-1-4-6 15,2 3-7-15,0 4-6 0,0 0 0 0,0 0 7 16,0 0-10-16,0 0 3 0,-4 13-5 0,4-2 5 16,0 0-1-16,0 3-14 0,0 4 12 0,0 1 0 15,0 1 4-15,0 1 1 0,4 5-6 0,-1-5 15 16,2 5-11-16,-2-6 3 0,1 0 1 0,6 0-4 15,-5-1 3-15,1-2 11 0,5 1-13 0,1-4-2 16,-3 0 2-16,2-2-8 0,1-6-5 0,-1 3-7 16,4-4 5-16,-1 1-13 0,6-3 18 0,-6-2-28 0,1-2 2 15,-2-4-7-15,6 1-5 0,-5-1-4 0,-2-4-1 16,-4 1 9-16,6-7-4 0,-3 1-1 16,-4-2 10-16,-2-2 3 0,-1 0 0 0,0-3 7 0,-2 2 6 15,-1 2 24-15,-1-1 22 0,0 1 29 0,0 4 24 16,0 2 24-16,-1-1 17 0,1 3 19 0,0 0-3 15,-2 4 2-15,2 1-5 0,-1 0-9 0,1-2-15 16,0 6-13-16,0-6-12 0,0 6-14 0,0 0-11 16,0 0-8-16,0 0-6 0,0 0-4 0,0 0-3 15,1 18-6-15,2-7-1 0,0 6-4 0,3 1 1 16,0 1-3-16,-2 8-5 0,6-1-9 0,-1 0-11 16,-1 1-22-16,-1-1-31 0,1 1-46 0,2 0-49 15,-5-6-39-15,-1 5-50 0,0-5-67 0,-1-2-77 16,-1-1-395-16,-2 0-842 0,2-7 372 0</inkml:trace>
  <inkml:trace contextRef="#ctx0" brushRef="#br0" timeOffset="58970.96">13923 5669 382 0,'0'0'390'0,"0"0"-28"0,6 1-29 16,-6-1-36-16,0 0-32 0,1 4-40 0,-1-4-13 16,4 5-6-16,-4 0-37 0,0-1-17 0,4 0-18 15,-1 5-10-15,-2-3-8 0,2 5-15 0,-3-1-10 16,1 4-4-16,1 1-17 0,-2-2-5 0,0 0-3 15,0 5-5-15,1-6-5 0,-2 2-26 0,1-2-20 16,0 2-25-16,1-2-36 0,-1-4-43 0,1 4-47 16,1-7-49-16,-1 2-53 0,3-2-75 0,-1-3-162 15,1 2-525-15,1-4 232 0</inkml:trace>
  <inkml:trace contextRef="#ctx0" brushRef="#br0" timeOffset="59328.44">14138 5665 38 0,'-7'0'256'0,"7"0"-13"0,-7-3-12 15,7 3-11-15,-12 0-13 16,12 0-12-16,-11 2-15 0,7-1-13 0,-4 1-15 16,1-2-11-16,0 4-13 0,1-1-3 0,-1-1-13 0,0 2-7 15,2 1-11-15,-1-2-8 0,-1-1-6 0,3 3-8 16,-4 1-7-16,4-1-4 0,-1-1-7 15,1 2-2-15,-2 1-1 0,2-4-3 0,-3 4-2 0,3 2-1 16,0-4-5-16,1 1 1 0,1 0-5 0,0 0 5 16,1 1-2-16,-1-2 8 0,1 2 2 0,1-1-3 15,0-1 7-15,1 2 7 0,1-2 9 0,1 2 13 16,-2-1-4-16,3-2 16 0,0 1 3 0,4 1-4 16,2-1-8-16,-1 0-5 0,3-2-6 0,-1 1-10 15,-1 0-5-15,2 0-3 0,0 1-9 0,2-3-7 16,-2 1 2-16,2-2-6 0,-2 3-8 0,-4-1-16 15,-1-2-18-15,1 0-30 0,3 0-25 0,-3 1-35 16,-2 0-28-16,-2-2-45 0,-4 0-65 0,0 0-85 16,0 0-315-16,11-2-685 0,-11 2 304 0</inkml:trace>
  <inkml:trace contextRef="#ctx0" brushRef="#br0" timeOffset="61396.73">14572 5421 139 0,'0'-11'410'15,"1"1"-25"-15,1-2-19 0,2 3-31 0,-3 2-23 16,4-2-32-16,-2 2-25 0,-2 2-27 0,4 3-21 15,0-1-23-15,-1 3-22 0,-4 0-23 0,22 3-13 16,-8 0-17-16,2 8-5 0,0-2-13 0,3 4-5 16,-1-1-20-16,2 6 4 0,-2-2-8 0,-3-2-6 15,1 3-5 1,-3-3 7-16,0 4-26 0,-3-2-4 0,-3-3-3 16,-1-3-5-16,0 0 1 0,-4-2-2 0,2 0-8 15,1-3 4-15,-4 1 0 0,0-2 10 0,-1-2 13 0,0-2 4 16,0 0 17-16,0 0 11 0,0 0 13 0,0 0 7 15,-11-13 1-15,10 1-3 0,0 2-7 0,1-3-4 16,1-3-12-16,0-2-7 0,6-1-11 0,-1-1-12 16,8-4-22-16,2 1-17 0,1-2-23 0,1 5-35 0,5-2-11 15,0 5-42-15,-1 1-27 0,5 3-26 0,-5 5-22 16,-2 3-18-16,2 0-23 0,-2 1-20 0,2 4-15 16,-1 0-5-16,-1 1-20 0,0 2-4 0,0-1-178 0,-6 1-512 15,0 0 227-15</inkml:trace>
  <inkml:trace contextRef="#ctx0" brushRef="#br0" timeOffset="62061.07">15298 5302 696 0,'7'1'-18'0,"-7"-1"46"0,8-3 32 0,-2 1 28 0,-1 0 34 16,-2-1 17-16,-3 3 12 0,1-6 10 0,-1 3 6 0,0-3-3 16,0 6-5-16,-4-9-14 0,-1 6-6 0,-2-1-11 0,0 1-4 15,0 0-9-15,-2 1-11 0,-5 3-14 0,0-2-9 16,2 3-6-16,-3 2-12 0,2 3-2 0,-7 0-5 16,2 3-9-16,0-1 1 0,4 3-7 15,-3-1-1-15,3 4-6 0,-1-1-8 0,6-3 3 0,-4 2-3 16,6 0-1-16,-2 0-4 0,6-3 2 0,2 0 2 15,-2 1-3-15,3-4-2 0,0 1 0 0,7-2 3 16,-1-1-4-16,4 0 0 0,0 0 0 0,6-4-6 16,-2-1-4-16,5-3 2 0,-1-1-15 0,0-2-7 15,0-2-1-15,-2-1-2 0,2-3-13 0,-1-1 4 16,0-2 4-16,-2 1 1 0,-4-1 1 0,1-2 1 16,-2 1 2-16,-5 4-1 0,2-4 14 0,-4 4 10 15,-2 0 10-15,2 2 8 0,-2 3 4 0,-1-1-7 16,0 3 5-16,-1-1-3 0,1 0-6 0,-3 2-3 15,3 4-2-15,-3-3-2 0,3 3 8 0,0 0-14 16,0 0-1-16,-13 8-1 0,10-1 1 0,2 1 0 16,1-1 3-16,-2 4-5 0,2 2 2 0,2-2-6 0,-1 1 6 15,2-1 1-15,-2 3-1 0,6 1-1 0,0-2-4 16,-2-3-7-16,2 3-4 0,0-6-4 0,2 3-2 16,-2-4 0-16,3-1-7 0,-2-1 2 0,1-1-2 15,2-2-2-15,-1-1 6 0,3-1-4 0,-2-1 2 16,1-1 5-16,-1-2-3 0,0-2 7 0,-4 1 3 15,4-2-1-15,-4 2 4 0,0-6 11 0,-3 7 5 16,-1-3 7-16,2 2 4 0,-1 1 1 0,-2-2-2 16,1 3 0-16,-3 1-7 0,3 0-12 0,-3 3 6 15,0 0-1-15,0 0-2 0,0 0 1 0,0 0 5 16,0 0-6-16,0 17-4 0,1-12-1 0,-1 2 6 16,0 3-3-16,3-4-8 0,-3 4 2 0,4-1 0 15,-1 0-1-15,5-2 7 0,-4-1-5 0,2-1 2 0,-1-1 1 31,6 1-3-31,-3-2 10 0,0-2-8 0,-1-1-1 16,4-1 1-16,-3-1 7 0,2-1 6 0,0-2 10 16,0-2 14-16,-2 2 9 0,-1-4 16 0,2 1 1 15,-3-1 16-15,-1-2 6 0,2 2 13 0,-1 0 8 16,-1 0 4-16,0-2-17 0,-2 3 3 0,1 0-15 16,-1 1-6-16,1 1-7 0,-1 1-11 0,-2 1-11 15,2 0-32-15,1 2-24 0,-4 2-20 0,8 0-27 16,-8 0-32-16,10 3-27 0,-2 2-30 0,1 1-35 15,2 0-33-15,-1 2-42 0,6 0-41 0,0 0-43 0,3 4-184 16,3-4-567-16,13 7 251 0</inkml:trace>
  <inkml:trace contextRef="#ctx0" brushRef="#br0" timeOffset="62498.96">16160 5319 114 0,'-10'-6'281'0,"0"1"-9"0,-1 0-4 16,-4-2-9-16,3 3-14 0,-3 3-13 0,-3 0-14 31,-2 1-10-31,4 1-16 0,-5 3-9 0,1 1-17 16,-1 2-19-16,4 0-10 0,-1 2-10 0,4-1-20 15,2 2-5-15,0 0-4 0,2 2-14 0,4-3-5 16,-2 4-8-16,1-1-8 0,3-1 0 0,2 0-3 0,2-1-4 16,0 2-4-16,0-3-4 0,2-2-6 0,3 1-4 15,4 0-3-15,1-1-8 0,1-3-8 16,4 0-7-16,-3-3-15 0,6 1-4 0,1-5-11 15,0 1-16-15,1-3-16 0,-3-3-16 0,0-2-22 0,1-3-19 16,1-2-17-16,1-5-19 0,-5-2-17 0,3-3 0 16,-4-2-4-16,-6 2-4 0,4-4 18 0,-8 1 12 15,0 0 40-15,-4 1 40 0,-2-1 45 0,-4 0 36 16,-3 4 41-16,-1-2 34 0,1 0 21 0,-1 8 17 16,3 0 8-16,-4 1 8 0,2 2-1 0,-2 0-4 15,3 4-11-15,0 2-2 0,1 0-7 0,0 3-14 16,3 1-1-16,0-2-14 0,0 4-10 0,-2 0-15 15,5 1-8-15,1 2-6 0,0 0-9 0,0 0-9 16,-15 6-8-16,15 1-2 0,-1-1 0 0,1 8-6 16,1 1-5-16,5 7 2 0,2-5-7 0,-2 9-10 15,1 2-20-15,0-3-27 0,5 4-28 0,1 0-34 16,-2 0-45-16,2-1-55 0,-3 1-54 0,3-4-55 0,1-1-273 16,-6-6-635-16,8 7 282 0</inkml:trace>
  <inkml:trace contextRef="#ctx0" brushRef="#br0" timeOffset="62807.32">16318 5337 75 0,'2'-5'355'0,"0"1"3"0,-2-1-5 0,0 0 3 0,0 1-7 0,0 4-30 15,0-5-28-15,0 5-28 0,0-4-24 0,0 4-28 16,0 0-32-16,0 0-8 0,0 0-21 0,0 0-15 16,0 0-14-16,0 18 0 0,0-13-21 0,-2 1-12 15,4 7-10-15,0-4-1 0,0 3-16 0,3-1-9 16,0-2-13-16,0 3-16 0,-1-3-6 0,6-2 5 15,-3 1-33-15,4-1-25 0,1-3-17 0,-4 0-1 16,4-1-9-16,1 0-5 0,-4-4-7 0,2-1-1 16,-6-1 3-16,4-1 1 0,-4 0 8 0,0-3 5 0,1-2 7 15,-3-1 5-15,-5-2 4 0,1 0 5 0,-5-1 5 16,1-1 12-16,0-2 1 0,-5 1 10 16,5 3 12-16,-5 3-8 0,2-3-2 0,-2 2 3 0,2 3-1 15,-3 1-1-15,3 2-3 0,-1 1 5 0,1 2-5 16,-1 0-12-16,3 1-22 0,6 0-32 0,-14 2-30 15,10 4-44-15,1-1-39 0,2 1-55 0,2-1-215 16,2 2-496-16,1-1 220 0</inkml:trace>
  <inkml:trace contextRef="#ctx0" brushRef="#br0" timeOffset="63985.54">16594 5262 173 0,'2'-4'394'0,"-1"0"-5"16,-1 4-5-16,3-6-19 0,-3 3-22 0,0 3-33 16,0 0-36-16,0 0-34 0,0 0-26 0,0 0-20 15,0 0-22-15,0 0-18 0,0 0-18 0,0 0-9 16,-4 17-10-16,5-11-16 0,-1 1-17 0,0 4-15 16,4-1-18-16,-4 1-29 0,0-2-26 0,4 3-18 0,-2-6-19 15,2 5-24-15,-1-4-16 0,0-2-10 0,0 3-16 16,1-3-12-16,0 2-7 0,2-2-19 15,-2-2 5-15,0-1 6 0,4-2 10 0,-8 0 11 0,11-1 15 16,-4-2 6-16,-2-1 23 0,3-2 18 0,-1 1 22 16,0-1 15-16,0-6 23 0,-3 6 20 0,4-5 16 15,-1 2 14-15,-2 0 17 0,1-1 9 0,-2 1 13 16,1 4 8-16,-1-1 8 0,-1 0-19 0,0 2-8 16,-2 1-11-16,2 0-5 0,-3 3-6 0,3-5-17 15,-3 5-3-15,5-2-11 0,-5 2 1 0,0 0-3 16,0 0-3-16,7 7-7 0,-6-2-11 0,2 0-13 15,0 2-6-15,-1-3-5 0,-2 2-8 0,2 1-8 16,2-1-12-16,-1-1-2 0,-1 1-3 0,0-2-6 16,3 1-3-16,-3 0 2 0,3-2 7 0,-3-1 2 15,4 3 4-15,-6-5 3 0,7 1 0 0,-7-1 7 16,8-4-1-16,-3-1 9 0,-1 2 2 0,1-1 0 16,-1-1 9-16,1 1 9 0,-1-1 7 0,2-1 6 0,0 0 11 15,-3-1 12-15,3 0 9 0,-1 2 7 16,-1-2 4-16,-2 2 3 0,7-4 0 0,-6 6 0 15,-1-2-8-15,1 3-5 0,1-1-7 0,0 1 1 0,-4 2-12 16,0 0-1-16,7-3-2 0,-7 3 0 0,8 4-4 16,-5 0-6-16,0 1 2 0,1 0-1 0,-3 1-1 15,6-1-2-15,-1 1-4 0,0 3-11 0,2-3-5 16,-2 2-8-16,1-1-8 0,2-1-12 0,-1 1-8 16,2-2-9-16,-3-1-10 0,3-2-7 0,1 1-5 15,-1-3-11-15,1 1 3 0,0-1-8 0,0-1-3 16,-3-2-1-16,5 0 3 0,1-2-3 0,-3-1-12 15,8-1-1-15,-3-2-13 0,0 0-7 0,1-2 18 16,-4-1 9-16,1-2 13 0,-2-1 7 0,-1-1 0 16,-1-3 15-16,-3 1 2 0,0-9 6 0,-2 1 11 15,-3-2 22-15,-2 0 15 0,0 1 30 0,-2 0 20 16,-3-2 13-16,2 1 19 0,-3 2 5 0,-3-1 8 0,3 8 6 16,2-3-9-16,-4 2-2 0,1 0 0 0,0 4-5 15,0 0-1-15,2 6-5 0,0 0-4 16,-1 1-13-16,2 4-6 0,-1 0-5 0,-1 3-3 0,-2 1-5 15,8 1-6-15,-11 8-3 0,7 0-1 0,-3 2-5 16,2 6 0-16,-2 2-3 0,2 5 1 0,0 2-1 16,3 7 0-16,0 0 0 0,2 1-5 0,6 4 5 15,-3-4-1-15,2 2 1 0,2 1-4 0,1-2 2 16,-4 0-1-16,7-2 1 0,-2-2-6 0,0-2-15 16,0-4-11-16,-2-5-7 0,5-5-7 0,-5-3-7 15,3 0 2-15,0-4-5 0,1-2 7 0,0 0 2 16,4-4 1-16,-4 0 8 0,4-5 2 0,-1 0 2 15,0-1 6-15,0 0 5 0,2-5 11 0,-3 3 16 0,3-3 9 16,-5 1 12-16,-2 1 14 0,3-2 0 16,-3 3 12-16,0-1 3 0,-3 2 14 0,-2 1 3 15,4-2-9-15,-4 3-7 0,-1 2-8 0,0-1-18 0,-3 3 1 16,4-2-9-16,-4 2-1 0,0 0-2 0,0 0-5 16,0 0-8-16,-2 12-14 0,2-5-13 0,0-1-14 15,0 1-15-15,2 0-15 0,-1 1-15 16,0 0-16-16,2 0-10 0,0-3-9 0,2 3-7 0,-1-3-2 15,0 0-1-15,2-1 3 0,2 2 9 0,-1-5 13 16,1 0 7-16,-3-2 2 0,5 0 19 0,-3-4 17 16,5 0 20-16,-4 0 24 0,3-1 21 0,-3-1 24 15,3 1 18-15,1-2 19 0,-4-1 21 0,2 3 8 16,-3 1 20-16,2-2 17 0,-3 4 22 0,-1-1 15 16,1 0 4-16,-2 2-6 0,0-2-16 0,1 2-9 15,-5 2-27-15,0 0-21 0,7 0-10 0,-4 7-10 16,2-2-7-16,-5 4-4 0,0 3-9 0,3 4 6 15,-3 2-13-15,0 3-8 0,-1 0-5 0,-1 7 0 0,2 2-2 16,0 0-14-16,-4-1 7 0,1 3-4 16,2 0-3-16,-3 1-1 0,4 1 1 0,-2 1-17 15,1 1-81-15,1 37-233 0,-3-36 1 0,1-4-146 16,2 6-241-16,0-6-740 0,0-1 328 0</inkml:trace>
  <inkml:trace contextRef="#ctx0" brushRef="#br0" timeOffset="74765.5">22481 1540 94 0,'-7'-11'310'16,"-1"2"-14"-16,4 2-8 0,1-1-1 0,-4 2-8 16,3 2-1-16,0 0-12 0,0 1-27 0,1 0-14 0,-2 1-34 15,5 2-37-15,-8 0-12 0,8 0-8 0,-6 9-19 16,2-2-10-16,2 5-7 0,0 6-19 0,1 8 0 16,2 5-2-16,-2 2-4 0,2 5 3 0,5 12-3 15,2 8-9-15,-4 3 1 0,5 2 3 0,1 27 3 16,4-6-8-16,-4-21 2 0,4 21 3 0,1-22 5 15,1 26-8-15,2-1-1 0,5 5 5 0,-2-5-2 16,0 8-4-16,0-6-2 0,1 1-2 0,-1-2-2 0,-3-1-5 16,-2 1-7-16,-1 2 7 0,0 6 13 15,-1-1 0-15,-1 0-3 0,-4-2-6 0,2 0-5 16,-1-7-6-16,-6-21-4 0,1 24-1 0,1 3-3 0,-3-28 6 16,1 26-8-16,-3-28-1 0,1 26-5 0,-2-26-1 15,1 2-5-15,-2-4 1 0,-1 0-4 0,1-4 2 16,1-2-7-16,0-1 1 0,-2-5-3 15,2 1-2-15,-2-9 6 0,2-5-5 0,0 3-2 0,2-4 2 16,1 0-2-16,-1-4-1 0,-1 0-3 0,0-3-9 16,5-8-7-16,-5-1-12 0,1-3-20 0,0-2-13 15,1-3-24-15,-1 0-14 0,-1-3-16 0,0-1-13 16,2-2-26-16,2-1-78 0,-5-3-94 0,8-3-112 16,-8 3-292-16,14-7-783 0,-7-1 347 0</inkml:trace>
  <inkml:trace contextRef="#ctx0" brushRef="#br0" timeOffset="75489.99">21188 4925 161 0,'-7'-2'281'16,"0"2"-28"-16,0-1-23 0,7 1-22 0,0 0-21 15,0 0-18-15,19-4-11 0,6 3-9 0,14 1-3 16,24 1-9-16,5-1 5 0,39-2-7 0,2 1-7 0,15-1-5 16,5 2-5-16,12-2-10 0,3 6-16 15,10-6-2-15,5 4-9 0,10-2-7 0,2-2-8 0,6-1-7 16,-4 5-3-16,2-3 6 0,2-3-14 0,-1 8-6 15,-4-8 1-15,-2 1-5 0,-5 5 9 0,1-5 4 16,1-1-5-16,-5-2-7 0,-5 3 5 0,3 0-12 16,-5-8 2-16,2 6-12 0,-5 0 9 0,-5-3-12 15,-2 3 0-15,-9-4-3 0,-6-5 3 0,-3 4-2 16,-2 0-5-16,-4-4-3 0,-8 2 1 0,-3 1-4 16,-2-2 2-16,-5 0-1 0,-31 4 1 0,26-1-4 15,-26-1 5-15,28-2-5 0,-32 7 3 0,28-7-3 16,-28 3 0-16,2 2-1 0,-5-3-3 0,0 2 0 15,1 0 0-15,-4 3 2 0,-1-4-6 0,2 2 3 16,-6 0 3-16,0 0 1 0,-5 0 3 0,-11 2-2 16,2 2-4-16,-2-2 3 0,2 1-5 0,-4-2 4 15,-4 2-7-15,-2 2 7 0,-1-4-2 0,-11 6 3 0,0-3-1 16,-6 1 0-16,-3 0 0 0,-1 1-2 16,-4-1 2-16,2 1 4 0,-2 1-4 0,0 1-1 15,-1-2 0-15,-6 2 11 0,8-1-16 0,-8 1 10 0,8-2-12 16,-8 2-6-16,8-2 4 0,-4 1-2 0,-4 1-2 15,0 0 4-15,10-1-2 0,-6 1 4 0,-4 0-5 16,12 0-1-16,-8-1-6 0,-4 1-8 0,13-3 9 16,-7 3-14-16,1-2-12 0,-1 0-29 0,-1 1-24 15,1-1-33-15,0 1-38 0,-2-1-41 0,2-2-46 16,-2 0-247-16,-3 1-543 0,-1 3 240 0</inkml:trace>
  <inkml:trace contextRef="#ctx0" brushRef="#br0" timeOffset="75792.03">28482 4368 132 0,'-4'1'257'16,"-3"3"-24"-16,3-1-22 0,4-3-14 0,-8 3-14 0,6 2 2 0,0 2 10 15,2-2 1-15,2 3 14 0,3 0 2 0,-3 2 6 16,5 0 0-16,5 0-4 0,2 2-4 0,2 1-13 16,1 2-12-16,7 0-12 0,0 3-21 0,-10-5-11 15,6 0-15-15,-1 0-15 0,-5-2-11 0,-4-1-7 16,0-1-12-16,0-1-11 0,0 1-9 0,-5 0-6 16,-2-1-7-16,-1 0-6 0,-3 3-4 0,-6-1-7 15,1-1-10-15,-10 2-36 0,-11 3-69 0,-7-2-64 16,-20 2-70-16,-6 0-89 0,0-1-364 0,-9-4-727 15,2 3 322-15</inkml:trace>
  <inkml:trace contextRef="#ctx0" brushRef="#br0" timeOffset="76702.07">22314 1441 226 0,'-4'-5'338'15,"2"1"-35"1,2 4-41-16,-4-4-23 0,4 4-25 0,0 0-28 16,0 0-16-16,0 0-16 0,0 0-19 0,-4 9-11 0,3-1-15 15,1-2-10-15,-2 8-10 0,0-2-8 0,-4 6-6 16,3 2-10-16,1-2-7 0,-5 0-3 0,0 1-4 16,2 0-5-16,-5 1-6 0,1-1-1 15,-5 6-2-15,3-7-4 0,-2-1-3 0,4-7 11 0,0 4-15 16,1-5-6-16,1-1 7 0,3-2 17 0,-2-2 31 15,5 0 52-15,-6 0 57 0,7-4-2 0,0 0-8 16,0 0-22-16,-2-21-15 0,8 8-10 0,1-3-13 16,4-4-13-16,8-4-10 0,-1-2-7 0,2-5-11 15,-1 6-3-15,3 1-11 0,-2 0-8 0,-1 4-2 16,-6 3-9-16,3 5 2 0,-7 3-1 0,1 0-5 16,-2 0-6-16,4 6-5 0,-6-2-8 0,-1 2-6 15,0 1-1-15,-5 2-1 0,18 10-1 0,-4-2-5 16,-2 7 7-16,6 6-2 0,2 4-10 0,3 1-35 15,-3 6-36-15,12 12-51 0,3 4-47 0,-1-5-56 16,7 2-82-16,3 2-105 0,3-2-287 0,-1 0-757 16,5-6 336-16</inkml:trace>
  <inkml:trace contextRef="#ctx0" brushRef="#br0" timeOffset="80818.64">23966 4859 340 0,'0'-6'360'15,"0"2"-1"-15,0 4 11 0,0-6 6 0,2 1 18 0,-1 1-6 16,-1 4-9-16,0-6-18 0,1 3-30 0,-1 3-32 16,0 0-33-16,0 0-31 0,-1-7-26 0,1 7-29 15,0 0-17-15,0 0-22 0,0 0-13 0,0 0-10 16,-3 16-16-16,2-9-16 0,1 3-32 0,0 2-25 16,1-1-35-16,-1 3-28 15,3 4-55-15,0-3-50 0,3 3-38 0,1 1-41 0,0 0-68 16,1-1-83-16,0 0-356 0,3-2-786 15,-2-3 347-15</inkml:trace>
  <inkml:trace contextRef="#ctx0" brushRef="#br0" timeOffset="81890.28">22473 2494 210 0,'0'0'356'15,"0"0"-4"-15,-8 0-26 0,8 0-12 0,0 0-11 16,0 0-10-16,0 0-18 0,0 0-9 0,-8-4-19 16,8 4-17-16,0 0-21 0,0 0-22 0,0 0-30 0,0 0-39 15,24-7-38-15,0 2-53 0,-3 1-49 0,10 0-57 16,-1 2-85-16,9 0-104 0,-5 2-302 16,3 0-617-16,-3 2 274 0</inkml:trace>
  <inkml:trace contextRef="#ctx0" brushRef="#br0" timeOffset="82800.03">23591 2287 254 0,'-6'3'255'0,"6"-3"-4"16,0 0-1-16,-4 1-2 0,4-1 3 0,0 0-2 15,0 0 2-15,0 0-7 0,0 0-3 0,0 0-2 0,0 0-5 16,0 0-18-16,0 0-15 0,0 0-23 0,11-8-15 16,-1 3-20-16,3 3-14 0,2 1-10 0,4-2-16 15,4-2-12-15,-1 5-11 0,7-7-19 0,-6 5-19 16,5 1-31-16,-4-1-20 0,-1 1-32 0,0-1-19 16,0 2-21-16,-1 0-15 0,-4 0-15 0,0 0-22 15,-4 5-16-15,0-5-12 0,-5 0-15 0,2 1-17 16,-3 0-15-16,0 2-10 0,-3-3-15 0,0 1 2 15,-5-1 0-15,6 1-132 0,-6-1-392 0,0 0 174 16</inkml:trace>
  <inkml:trace contextRef="#ctx0" brushRef="#br0" timeOffset="83500">23543 2260 81 0,'0'0'292'0,"0"0"-24"15,-6-1-26-15,6 1-24 0,0 0-23 0,0 0-24 16,0 0-17-16,0 0-16 0,0 0-15 0,-3 8-12 0,3-2-10 15,1 1-12-15,-2 0-9 0,2 2-9 16,-1 1-4-16,0 3-8 0,0-4-2 0,0 6-9 16,0 1-6-16,0-4-3 0,0 3-2 0,2 0-6 15,0-1-2-15,-2-1-2 0,3 1-5 0,-2 0 1 0,3-1-3 16,-4-1-1-16,0 1-2 0,2-2-2 0,-2-3-2 16,2 2 2-16,-2 1-5 0,2-3-3 15,-1-2 4-15,2 1-1 0,-3-2-3 0,0 0-2 16,0-1 2-16,1 0 0 0,-1 1-4 0,0-5 2 0,2 4-1 15,-2-4 1-15,0 6-3 0,0-3 3 0,0-3 1 16,2 4 6-16,-2-4-6 0,0 0-5 0,2 5 4 16,-2-5 0-16,1 3 4 0,-1-3 12 15,0 0 12-15,3 3 5 0,-3-3 5 0,5 2 6 0,-5-2 5 16,8 2-2-16,-8-2-4 0,11 0 8 0,-2 0-17 16,1 0-2-16,4 0-4 0,-1 1 5 0,-2-2-10 15,6 2-7-15,-1-1-3 0,3-3-2 0,0 3 2 16,1 0-1-16,1 0-5 0,-1 0 0 0,2-2 2 15,-2 2-7-15,-2 0 2 0,-3 0-3 0,-1-3-1 16,2 6 2-16,-2-3 0 0,-2 0-1 0,1 0 0 16,0 0-1-16,0 0-5 0,-5 0 5 0,1 0-2 15,3-4 2-15,-5 4 2 0,0 0 1 0,-1 1-2 16,-6-1 7-16,10-1 30 0,-10 1 19 0,9-1 22 16,-5 0 11-16,-4 1 12 0,0 0 1 0,6-4 10 15,-2 0 1-15,-3 0 2 0,-1-1-2 0,4-1 0 16,-4-2-3-16,0 1-3 0,0-4-5 0,2-1-8 15,-4-1-10-15,-3-3-9 0,1 1-7 0,0-3-10 16,-2-1-8-16,2 3-6 0,-3-3-5 0,2 6-2 16,-3-2-8-16,2 4-5 0,2 0-5 0,-4-1-1 15,1 2-7-15,3 1-20 0,-1 3-22 0,2-3-37 16,0 5-38-16,-1-1-59 0,4-2-55 0,-4 4-45 16,4 3-60-16,0-5-75 0,0 5-353 0,-1-7-808 15,1 7 357-15</inkml:trace>
  <inkml:trace contextRef="#ctx0" brushRef="#br0" timeOffset="85191.06">24154 2327 195 0,'0'0'338'0,"0"0"2"15,0 0 3-15,0 0-14 0,0 0-2 0,0 0-4 16,0 0-11-16,4-13-12 0,1 5-5 0,-3 5-15 16,-1-5-10-16,3 1-15 0,0-3-21 0,-2 1-8 15,-1-1-21-15,3 0-10 0,-1-2-18 0,0-1-15 16,-2 0-17-16,1 1-10 0,1-6-11 0,1-1-11 16,-4 1-9-16,0-1-11 0,2-2-12 0,-4-2-9 15,2 4-7-15,-4-2-8 0,4-6-4 0,-3 8-7 0,1 3-4 16,1-2-3-16,1 0-5 0,-2 4-3 0,1 5-4 15,-2-2 0-15,3 1-4 0,0 2-4 0,-4 2-2 16,4 0-6-16,0 0 0 0,-1 3-1 0,3-1-5 0,-2 4-19 16,-1-5-20-16,1 5-17 0,-1-6-12 0,1 6-19 15,0 0 5-15,0 0 4 0,0 0 12 0,0 0 9 16,-2 15-4-16,5-10 8 0,-3 1 5 16,4 1 3-16,-4-2 5 0,2 5 1 0,-1-4 6 0,0 5-2 15,2-2-1-15,1 1 1 0,-3-2-2 0,5 3 4 16,-5-3-3-16,3-3 1 0,0 4-12 0,1-3 2 15,1-1 2-15,-2 2 1 0,3-3 4 0,-3 0 1 16,2-2-4-16,3 0 2 0,-2 0-5 0,2 0 7 16,0-2-2-16,-1-2 2 0,1-2-7 0,1-1 5 15,0 0 2-15,-3-1 11 0,3-1-4 0,-2 0 8 16,2-4 0-16,-5 4-2 0,3-3 0 0,-2 3 6 16,-1-6 16-16,-1 2-9 0,2 0 2 0,-2 1 12 15,-3 2 13-15,2 1 9 0,-3 0 5 0,1-1 7 16,-1 4 11-16,0-3 2 0,0 0-2 0,0 3 7 15,0 0-14-15,0-1-1 0,0 5-5 0,0-6-8 16,0 6-9-16,0-5-4 0,0 5-9 0,0 0-1 16,0 0-8-16,0 0 6 0,0 0 6 0,0 0-10 0,-5 15-1 15,3-9 1-15,1 1-9 0,0 1 8 0,-1 5-1 16,2-2-6-16,0 2 9 0,0 0-28 16,0 1 5-16,2 3-1 0,-1-5 5 0,0 5-1 15,5 1-6-15,-5-1-8 0,3-4-17 0,-2 0-23 0,1-1-30 16,-1 0-25-16,2-2-25 0,0 0-26 0,-2 0-36 15,0-2-42-15,-2-3-63 0,2 2-54 0,-2-4-205 16,0 3-623-16,1-1 275 0</inkml:trace>
  <inkml:trace contextRef="#ctx0" brushRef="#br0" timeOffset="85456.78">24528 2143 67 0,'0'0'363'0,"0"0"-19"0,0 0-14 0,0 0-29 16,0 0-26-16,0 0-26 0,0 0-35 0,0 0-26 15,0 0-15-15,0 5-22 0,0 1-14 0,0-6-12 16,-4 10-14-16,0-1-9 0,3 3-15 0,-1 0-5 15,-1-1-11-15,2 2-6 0,-2-1-6 0,-1 1-3 16,3 5-4-16,-1 1-11 0,2-2-32 0,2 0-33 16,-1 1-45-16,2 1-70 0,-2-7-113 0,2 1-276 15,1 3-572-15,3-4 253 0</inkml:trace>
  <inkml:trace contextRef="#ctx0" brushRef="#br0" timeOffset="87074.06">26843 3648 242 0,'0'0'346'0,"0"0"-5"16,0 0-9-16,0 0-13 0,0 0 5 0,0 0-1 0,-5 2-16 16,5-2-5-16,0 0-15 0,0 0-20 0,0 0-16 15,0 0-20-15,0 0-21 0,0 0-22 0,17-4-20 16,-6 3-24-16,9-3-7 0,1 1-16 0,1-1-13 16,6 2-14-16,2-2-6 0,4 3-14 0,-4-3-22 15,-1 1-22-15,-1 0-20 0,-3 2-28 0,-2-1-26 16,1 2-39-16,-3 0-28 0,0-2-31 0,-10 1-21 15,4 1-32-15,-7-1-31 0,-1 1-39 0,0 0-46 0,-2-1-32 16,-5 1-224-16,0 0-612 0,0 0 271 0</inkml:trace>
  <inkml:trace contextRef="#ctx0" brushRef="#br0" timeOffset="87780.55">26810 3698 118 0,'0'0'350'0,"0"0"-20"15,0 0-8-15,-4-4-18 0,4 4-21 16,0 0-17-16,0 0-30 0,0 0-27 0,0 0-25 15,0 0-21-15,0 0-18 0,0 0-21 0,0 0-12 0,0 0-5 16,0 0-18-16,4 17-8 0,-4-11-5 0,0 1-8 16,2 3-10-16,-4 2-3 0,4-1-5 0,0 1-6 15,-2-1-7-15,0 2 1 0,0 3-6 0,2-1-2 16,3-4-9-16,-2 2 5 0,-2 1-6 0,2-1-6 16,-3 0 6-16,1-2-3 0,-1 2-1 0,3-3-4 15,-1 2 1-15,2-3-3 0,-4 1-2 0,0-2-1 16,0-2 0-16,1 0-2 0,-1 0-1 0,2 0 15 15,-2-2-13-15,0-1-6 0,0 2 2 0,0 0 7 16,0-5 0-16,2 5-1 0,-2-5 9 0,0 2-11 16,0-2-4-16,0 0 3 0,0 0-2 0,0 7 3 15,0-7-6-15,0 0 8 0,0 0 1 0,1 4-3 16,-1-4-1-16,0 0 0 0,0 0 2 0,4 1-3 16,-4-1 6-16,7 1 1 0,0 0-1 0,-3 1-3 15,7-1-1-15,-4-1 2 0,4 1 1 0,-2-1-4 16,6 4-2-16,0-4 4 0,4 1-3 0,1 0 18 15,0 1-18-15,4-1-2 0,-4 1 0 0,3 0 5 16,7-1-5-16,0 3 1 0,-9-3-4 0,9 2 3 0,-7-2-2 16,-1 0 0-16,-2 2 2 0,0-1-4 15,-1-1 7-15,-5 0-3 0,-2 0 0 0,0-1-4 16,-5 2 6-16,2-1-1 0,-3-1 0 0,1 0 4 16,-7 0 5-16,8 0 11 0,-8 0 20 0,0 0 18 0,7 0 15 15,-7 0 14-15,0 0 17 0,8-3 0 0,-8 3-6 16,1-3-8-16,-1 3-3 0,-2-7-6 0,2 7-4 15,-7-8 0-15,7 5 2 0,-1-4 0 0,-3 2 8 16,1-3 2-16,-3-2-9 0,2 1 1 0,3-3-11 16,-3-6-5-16,-1 1-7 0,-1-3-5 0,-1-5-5 15,0-2-6-15,3 1-5 0,0-2-7 0,3-2-3 16,0 3-6-16,-1 6-7 0,2 1-10 0,-1-1-2 16,1 2-5-16,-3 3-9 0,3 5-18 0,3 0-23 15,-3 4-27-15,-3-2-54 0,3 3-62 0,0 2-68 16,0 4-63-16,0-6-34 0,0 6-42 0,0 0-373 15,6 12-836-15,-4-1 370 0</inkml:trace>
  <inkml:trace contextRef="#ctx0" brushRef="#br0" timeOffset="88423.25">27211 4680 273 0,'0'0'270'0,"0"0"-25"15,0 0-26-15,-3 5-23 0,3-5-20 0,-3 3-17 16,3 1-17-16,0-4-15 0,-2 10-7 0,2-5-15 16,0 2-7-16,2 0-12 0,-2 0-5 0,0 0-8 15,-2 3-4-15,4 2-5 0,-2-1-8 0,0-1-33 16,1 0-54-16,-1 0-74 0,2-4-91 0,-4 2-179 0,2 0-407 15,0 0 180-15</inkml:trace>
  <inkml:trace contextRef="#ctx0" brushRef="#br0" timeOffset="89315.39">22754 3957 245 0,'-8'-2'285'0,"8"2"-11"15,-9-1-16-15,9 1-14 0,-7-1-22 0,3 0-21 16,4 1-16-16,0 0-20 0,0 0-14 0,0 0-18 0,-10 0-10 16,10 0-10-16,0 0-15 0,0 0-10 15,0 0-2-15,0 0-7 0,0 0-5 0,29 6-11 16,-10-6-12-1,5 2-30-15,6-2-48 0,-1 1-72 0,2-2-82 0,0 1-295 16,-1-3-514-16,0 0 227 0</inkml:trace>
  <inkml:trace contextRef="#ctx0" brushRef="#br0" timeOffset="90829.69">27478 3823 270 0,'0'0'334'0,"0"0"-4"16,0 0 1-16,0 0-9 0,0 0-2 0,0 0-6 16,0 0-11-16,0 0-19 0,0 0-19 0,0 0-18 15,0 0-18-15,6-15-20 0,-6 13-20 0,3-3-13 16,-1-2-17-16,-1 2-13 0,3-2 10 0,-1-1-21 16,1-1-8-16,0-3-9 0,0 0-9 0,-1-4-1 0,4-2-9 15,-3-1-7-15,3-2-13 0,-4-6-6 0,1-2-8 16,3-1-6-16,-1 1-6 0,-2 0-9 0,3-2 0 0,-3 6-5 15,0-5 0-15,2 3 13 0,-3 8 0 0,-1 0 2 32,1 1 0-32,-2 5 6 0,0-1 0 0,2 3-2 0,-3 2-8 15,2 1-6-15,-2 1-2 0,0 2-4 0,2 0-5 16,-4 0-6-16,2 5-8 0,0-6-6 0,0 6-10 16,2-4-14-16,-2 4-19 0,0 0-10 0,0 0 1 15,0 0 5-15,0 0 3 0,0 0-2 0,-4 15 6 16,4-8-2-16,0-1 1 0,0 6-1 0,2-3-2 15,2 5-1-15,-3 3-1 0,0-1-4 0,2-2 3 16,1 2 0-16,0 1-3 0,3 0-7 0,-4-6 4 16,2 2-2-16,1-2 0 0,-1 0-6 0,3-1-9 15,-4-3 12-15,3 1 0 0,1-2 2 0,-2-3 2 16,3 0 4-16,-2 1 5 0,4-2 1 0,0-3 9 16,-2 0-6-16,2-3 3 0,-1 0-1 0,2-1 8 15,-2-4-1-15,0 4-6 0,0-7 12 0,-2 4 8 16,0-5-8-16,0 1 7 0,3-3 5 0,-4 3 6 0,3-2 1 15,-4-1 24-15,1 2 12 0,-3 1 16 16,-1 2 9-16,0 3 15 0,-2 0 14 0,4 0 2 16,-3 3-10-16,1 1-11 0,-2-1-6 0,-1-1-13 15,0 5-9-15,0 0-9 0,-1-7-4 0,1 7-13 0,0 0-2 16,0 0-4-16,0 0-1 0,0 0-5 0,-11 13 0 16,8-6 2-16,0 4-4 0,-1 0-3 0,2 1 1 15,0 1-4-15,-5 5-3 0,6-4-1 0,0 4-5 16,-3-1-4-16,2 2-8 0,4-3-13 0,-4 1-13 15,4 0-33-15,-2-3-37 0,5-1-46 0,-4-2-36 16,3 1-42-16,-1-2-59 0,0 2-74 0,2-3-78 16,-2-2-258-16,6 2-765 0,-4-2 339 0</inkml:trace>
  <inkml:trace contextRef="#ctx0" brushRef="#br0" timeOffset="91293.75">27983 3684 253 0,'0'0'343'0,"0"0"-18"0,0 0-19 0,0 0-24 0,0 0-22 16,0 0-19-16,0 0-24 0,0 0-26 16,0 0-26-16,-3 3-14 0,3-3-19 0,1 6-14 15,-1-6-8-15,3 5-9 0,0-1-8 0,-3 1-14 16,2 0-2-16,1 0-13 0,-3 2-5 0,2-2-8 0,0 0-6 16,-2 2-5-16,0-2-7 0,0 1 2 0,4 1-7 15,-4-2-3-15,0 1-2 0,0 0-3 16,-4 1-3-16,4-2 1 0,0-1 3 0,-4 0-4 15,3 2 4-15,-1-1 12 0,0 0 13 0,-4-1 23 0,2 1 12 16,0-1 8-16,3-2 4 0,1-2 8 0,-7 3-2 16,6-1 18-16,1-2 5 0,0 0 14 0,-2 6 5 15,2-6 8-15,0 0 0 0,0 0 0 0,0 0-5 16,3 5-15-16,-3-5-12 0,15-1-11 0,-3 0-13 16,8 1-28-16,3 0-40 0,0-2-59 0,6 1-61 15,3-5-112-15,0 1-123 0,5 2-157 0,2-5-357 16,2 0-914-16,0 0 404 0</inkml:trace>
  <inkml:trace contextRef="#ctx0" brushRef="#br0" timeOffset="132250.03">6939 6899 318 0,'0'-7'391'0,"4"0"9"0,-4-1-9 0,1 3-2 15,3 2-23-15,-2 0-32 0,-1-2-34 0,-1 5-37 16,3-4-28-16,-3 4 1 0,5 9 17 0,-2-5-15 16,1 6-17-16,-1 0-12 0,1 8-15 0,1-1-1 15,1 0-20-15,-2 5-10 0,0-2-17 0,-4 7-13 16,4-8-9-16,-1 8-16 0,0-6-10 0,-2 0-12 0,0-1-7 15,-1-1-3-15,3 1-10 0,-3-1-1 0,0-1-12 0,0-1-4 16,0-1-10-16,-3-1-25 0,3-3-28 0,-1-1-39 16,1-2-41-16,0 2-38 0,0-7-46 0,0 2-36 0,0-1-21 31,0-1-28-31,0-4-56 0,0 0-64 0,1 3-370 16,-1-3-816-16,0 0 361 0</inkml:trace>
  <inkml:trace contextRef="#ctx0" brushRef="#br0" timeOffset="132462.88">6897 6955 19 0,'-4'-15'362'0,"-1"1"11"16,4 0 13-16,1 3-3 0,-1-5-9 0,2 2-5 0,-1 1-14 0,1 1-16 0,4-5-18 16,-1 5-24-16,4-1-29 0,0 1-26 0,7 1-24 15,0-2-25-15,1 2-16 0,3 1-19 0,-1 2-19 0,6 1-11 16,5 0-15-16,-6 4-11 0,7-2-14 15,-7 5-30-15,2-1-41 0,-4 1-56 0,5 1-60 16,1 3-48-16,-6 0-54 0,-1 1-59 0,-5 3-68 0,2 0-68 16,-6-2-273-16,-1-1-723 0,-4 2 320 0</inkml:trace>
  <inkml:trace contextRef="#ctx0" brushRef="#br0" timeOffset="132678.13">7049 7035 292 0,'-7'2'410'16,"-1"0"26"-16,4-1 4 0,4-1 5 0,-7 5-18 0,7-5-31 15,0 0-32-15,0 0-37 0,0 0-32 0,0 0-29 16,8-14-31-16,2 12-24 0,3-2-19 16,8-3-22-16,1 1-30 0,-2 2-43 0,10 0-48 0,0 0-57 15,1 0-72-15,3-1-58 0,-4 4-60 0,-7 0-57 16,7 1-72-16,0-1-65 0,-8 1-241 0,-3 1-685 15,1-1 303-15</inkml:trace>
  <inkml:trace contextRef="#ctx0" brushRef="#br0" timeOffset="133210.22">7439 7011 173 0,'-6'1'325'16,"-1"1"-13"-16,0 1-2 0,1 2-7 0,-3 2-7 0,1-2-10 16,0 0-16-16,2 4-22 0,-4-3-16 0,1 3-20 15,2-1-21-15,3 4-13 0,0-6-19 0,-1 2-11 16,1 2-28-16,1-3-3 0,0 4-16 0,3-5-12 16,2 1-1-16,0-1-15 0,4 4-5 0,-1-4-12 15,2 1-1-15,4-3-25 0,1 1-20 0,-1-2-20 16,4 2-16-16,0-4-18 0,-4-1-15 0,6-1-3 15,-4-2-9-15,0 3 1 0,-3-2 3 0,2 0 9 16,-2-1 3-16,-4 0 8 0,3-4 1 0,-4 2 11 0,-1 0 5 16,0 0 3-16,0 0 12 0,-2-2 10 0,-1 1 19 15,-1 1 5-15,0-1 6 0,-1 1 18 16,1-1 24-16,-2 1-1 0,1 1 6 0,-2-1 6 0,2 0 17 16,-2 1-10-16,2 1-2 0,1 3 1 0,0-7-4 15,0 7-7-15,-1-5-10 0,1 5-8 0,0 0-2 16,0 0 0-16,0 0-18 0,0 0-1 0,21 8-2 15,-11-3-3-15,-2 0 1 0,1 1-15 0,2 3-10 16,0-3-4-16,0 2-4 0,-1 1-4 0,-1-3-3 16,1 4-8-16,-2-3-3 0,1 2 0 0,-5-2-1 15,2-1 9-15,-2-1-5 0,-3 0 12 0,3-1 5 16,-2 0 13-16,-1 0 3 0,1-2 16 0,-2-2 29 16,0 0 25-16,0 0 1 0,0 0 8 0,0 0 14 0,0 0 11 15,0 0 10-15,-13-11 4 0,9 5-4 16,4-1-6-16,-1-1-7 0,-1-2-12 0,5 0-13 0,-3-1-9 15,7 2-11-15,0-3-7 0,1 1-33 0,5-1-28 16,0 0-43-16,0 3-64 0,4-4-76 0,0 6-79 16,-2-1-80-16,-1 3-93 0,1 1-436 0,5 2-939 15,-1-2 415-15</inkml:trace>
  <inkml:trace contextRef="#ctx0" brushRef="#br0" timeOffset="134351.96">8957 6981 397 0,'2'-5'430'0,"-1"1"11"0,-1-1 6 0,1 2-14 0,-1 3-13 16,0-9-24-16,2 7-24 0,-2 2-28 0,1-4-36 16,-1 4-33-16,1-3-32 0,-1 3-24 0,0 0-25 15,0 0-14-15,15 2-23 0,-9 2-15 0,-1-1-12 16,8 4-14-16,-3-2-13 0,1 4-8 15,2 0-8-15,1 1-13 0,-4-1-7 0,4 0-5 0,-3 4-8 16,-3-3-3-16,1 1-8 0,-2-3-2 0,-2 4-2 16,1-6-8-16,-3 6-1 0,-1-3-1 0,0-2 1 15,-1 1 13-15,-4 0 17 0,1-1 0 0,-2 1 5 0,-1-2 12 16,0 1-7-16,-1 1-7 0,1-2-4 0,0-2 0 16,1 2-3-16,0-1-8 0,-2 0-6 0,3 0-6 15,1 0 1-15,-3 0-15 0,3-2 7 0,2-3-6 0,-1 7-6 16,4-3 6-16,0 1-5 0,1 0 3 0,3 0-7 15,4-1-22-15,3-3-21 0,-3 1-34 0,2-1-43 16,-2 0-43-16,4-1-48 0,1-1-54 0,-3-2-56 16,0 2-37-16,1-1-55 0,2-8-72 0,-6 7-379 15,-1-5-920-15,3-2 406 0</inkml:trace>
  <inkml:trace contextRef="#ctx0" brushRef="#br0" timeOffset="134697.12">9169 6779 194 0,'-1'-3'343'0,"1"3"-2"16,-7-5-1-16,6 2-17 0,1 3-15 0,-4-5-18 0,1 1-19 16,3 4-23-16,0 0-29 0,0 0-16 0,0 0-16 0,0 0-17 15,-12 9-12-15,9-7-14 0,3-2-12 0,-3 7-19 16,3-3-7-16,-1 2-11 0,1-6 5 0,1 8-24 0,2-4-7 15,-2-1-8-15,2 1-2 0,0 0-10 0,1-2 0 16,0 1-5-16,-1-2-6 0,2 0-7 16,2 0 6-16,-7-1-12 0,8-2 3 0,-2-1 0 0,-3 1-5 15,1-1-3-15,-2-1-1 0,2-2 0 0,-1 1-6 16,-2-1-5-16,-1-1-1 0,0 1 5 0,3 0-4 16,-6-1-1-16,3 1 2 0,-1-1-3 0,-2 3-6 15,-1-1-2-15,2 0-14 0,0 1-25 0,-2 2-28 16,4 2-26-16,-9-1-26 0,9 1-42 0,-14 1-37 15,9 0-42-15,-1 3-55 0,2 2-75 0,-2-1-197 16,2 1-617-16,2 0 274 0</inkml:trace>
  <inkml:trace contextRef="#ctx0" brushRef="#br0" timeOffset="135427.99">9155 6666 156 0,'1'-5'233'0,"0"-1"0"15,-1 1-2-15,2-2-9 16,-1 2-8-16,-1 1-10 0,0 4-5 0,1-8-10 16,-1 6-8-16,0 2-15 0,3-7-16 0,-3 7-14 0,0 0-14 15,0-3-12-15,0 3-7 0,0 0 7 0,0 0 14 16,-11 10-4-16,8-2 1 0,-2-2 9 0,-1 7-3 16,1-3 9-16,-3 3-4 0,1 4 3 0,-1 1 2 15,2 1 3-15,-3 6-5 0,0 1-7 0,0-2 3 16,5 2-8-16,-7-1-11 0,9 1-7 0,-2 1-11 15,-1 0-7-15,3-6-9 0,-1 0-6 0,6 7-6 16,-2-6-8-16,0 4-4 0,4-6-6 0,0 0-5 16,1-2-5-16,3 0-3 0,-1-2-3 0,3 0 0 0,1-2-4 15,2-1-3-15,2-3-4 0,1 1-4 16,2-2 1-16,-3-1 2 0,6-5-12 0,-2 1-21 16,-1-1-19-16,0-3-20 0,0-2-14 0,-1 0-51 0,-2 1-27 15,2-4-20-15,-1-3-37 0,-4 3-36 0,-2-3-39 16,0-2-65-16,-3 1-47 0,-1-4-252 0,-1 0-693 15,-2 0 307-15</inkml:trace>
  <inkml:trace contextRef="#ctx0" brushRef="#br0" timeOffset="135925.82">8913 6936 165 0,'-7'-2'348'0,"1"1"-6"0,-1-1-5 15,7 2-6 1,-9-1 0-16,6 0-20 0,3 1 1 0,0 0-26 16,0 0-31-16,0 0-23 0,15-8-30 0,3 4-14 0,2 2-19 15,11-3-22-15,2 1-10 0,3 1-15 0,-2-1-2 16,3-1-29-16,-3 1-2 0,1 2-7 0,-1-2-9 15,-2 2-11-15,1 0-6 0,-3-1-13 0,-10 3-15 16,-2-1-16-16,-3 1-31 0,-2-1-14 0,2 1-17 16,-4 0-16-16,-4-1-14 0,-1-1-16 0,0 1-13 0,-6 1-13 15,0 0-2-15,0 0 9 0,0 0 11 0,0 0 11 16,0 0 8-16,0 0 9 0,-24 0 6 0,14 1 8 16,-5-1 6-16,3 2 8 0,-1-1 3 0,-1 0 5 15,-4 0 10-15,3-1 16 0,-5 0 21 0,-2-2 13 16,3 1 11-16,0 1 19 0,-3 0 10 0,3-2 16 15,0 2-2-15,0 2-8 0,0-1-1 0,7-1-6 16,0-1-5-16,3 2-8 0,1-2 0 0,8 1-12 16,-13 1 3-16,7-1-4 0,6 0-6 0,-11-1 3 15,7 2-4-15,4-1-10 0,0 0 4 0,-11-1-4 16,11 1-6-16,0 0-2 0,0 0-15 0,0 0-5 16,-5 1-16-16,5-1-13 0,0 0-17 0,0 0-12 15,0 0-14-15,0 0-24 0,0 0-48 0,0 0-50 0,16 4-73 16,-12-3-254-16,6-1-578 0,-1 2 257 0</inkml:trace>
  <inkml:trace contextRef="#ctx0" brushRef="#br0" timeOffset="136344.31">9677 6935 205 0,'-3'-5'396'0,"3"5"-20"0,3-2-31 16,-3 2-26-16,1-4-31 0,2-1-23 0,1 3-30 15,4 0-33 1,-4-3-10-16,6 2-20 0,-1 1-19 0,6-2-16 15,-1 2-20-15,6-2-37 0,5 2-37 0,-4 1-40 16,9 1-46-16,-9-2-47 0,2 4-52 0,-3-1-64 16,1-1-61-16,-6 0-197 0,-3 2-501 0,1 1 221 15</inkml:trace>
  <inkml:trace contextRef="#ctx0" brushRef="#br0" timeOffset="136510.57">9849 6999 139 0,'-5'2'299'0,"-2"1"-11"15,2 0-5-15,5-3-9 0,-4 2-6 0,4-2-9 0,-6 2-7 16,6-2-11-16,0 0-14 0,0 0-6 0,0 0-24 16,19 5-5-16,-8-5-30 0,2 0-20 0,6 0 1 15,2 1-43-15,-3-1-48 0,2 0-57 0,2 0-57 16,-1-1-59-16,-2-1-69 0,2-1-86 0,-3-1-239 0,1-2-557 16,10 0 247-16</inkml:trace>
  <inkml:trace contextRef="#ctx0" brushRef="#br0" timeOffset="136709.1">10323 6715 351 0,'-1'-5'412'15,"-2"4"8"-15,0-4-46 0,3 5-35 16,-3-6-33-16,3 6-31 0,0 0-18 0,0 0-9 16,-12 9 2-16,8-4-29 0,0 5-17 0,3-3-14 15,1 7-23-15,-3 2-6 0,2 2-12 0,-1 3-10 16,4-1-18-16,0 6-11 0,1 0-10 0,3 2-8 15,0-4-40-15,0 2-53 0,-1-6-63 0,2-3-68 16,0 2-79-16,-3 1-101 0,1-4-391 0,1-3-763 16,5 2 338-16</inkml:trace>
  <inkml:trace contextRef="#ctx0" brushRef="#br0" timeOffset="137014.47">10645 7092 172 0,'0'0'407'0,"0"0"-24"0,-1-3-14 0,1 3-39 0,0 0-31 15,0 0-32-15,0 0-26 0,0 0-32 0,0 0-17 16,16 5-15-16,-10-2-16 0,0 3-7 0,1 1-27 15,-3 2-21-15,5 2-15 0,-5-3-21 0,1 3-17 16,0-2-24-16,-1 1-18 0,-2 0-22 0,-2 2-13 16,0 0-18-16,-3-4-24 0,-1 4-17 0,-4-3-22 15,4 1-26-15,-6-1-20 0,2 0-21 0,-1-4-32 16,-1 1-28-16,-2-2-207 0,1 0-473 0,0 0 210 16</inkml:trace>
  <inkml:trace contextRef="#ctx0" brushRef="#br0" timeOffset="137836.79">8781 6931 246 0,'-6'0'328'0,"6"0"-19"0,-8-2-18 0,1 1-7 15,7 1-28-15,0 0-11 0,-5-2-19 0,5 2-16 0,0 0-15 16,0 0 7-16,0 0 18 0,0 0-7 0,0 0-13 16,23 7-16-16,-3-6-17 0,10-1-18 0,3 0-15 15,3 0-12-15,5 0-12 0,1-1-12 0,2-1-9 16,-5 1-8-16,3 1-14 0,-3-2-20 0,-5-1-25 15,-2 2-12-15,-2-4-11 0,-7 4-15 0,-3 0-16 16,-6 1 4-16,-3-2 6 0,0-1-12 0,-1 3 8 16,-5-1-10-16,-1-2-8 0,-4 3 0 0,0 0 2 15,0 0 5-15,0 0 1 0,-19-5 1 0,4 3 6 16,-5 0 4-16,1 1 5 0,-6-2-2 0,-5 2 10 16,7 1 1-16,-7 1 7 0,8 2 4 0,-2-2 4 0,5 1-4 15,-2 0-3-15,7 0 3 0,0-1 4 0,-1 0-2 16,8 0-2-16,-4 1-5 0,5-1-7 15,-1-1-19-15,4 4-22 0,3-4-18 0,-7 3-33 0,7-3-54 16,0 0-62-16,11 7-87 0,-4-6-226 0,9 1-577 16,3-1 256-16</inkml:trace>
  <inkml:trace contextRef="#ctx0" brushRef="#br0" timeOffset="138288.01">9159 6668 217 0,'0'-5'356'0,"1"2"-3"16,0-1-2-16,2 0-4 0,-3 4-8 0,0-5-16 15,0 5-22-15,1-4-25 0,-1 4-25 0,0 0-23 16,0 0-36-16,0 0-22 0,0-5-22 0,0 5-11 16,0 0-17-16,0 0-9 0,-6 15-17 0,3-3-5 0,0-2-10 15,-1 3-16-15,0 3 1 0,0 1-5 0,0 1-4 16,0 2-4-16,0 0-8 0,0 5-3 0,1-3 2 16,0-1-3-16,2 6-8 0,-1-6 5 0,2 6-3 15,0 0-3-15,2-6-3 0,-2-1-2 0,3 2-6 16,-2-2 6-16,2 0-6 0,2-1-2 0,0 0 3 15,2 0-12-15,0-2 6 0,-3 0-3 0,0-2 7 16,3-2-7-16,1 2 2 0,-4-4-2 0,3 0-4 16,-1 0-4-16,0-2 2 0,1 2 4 0,-3-4-1 15,0-2 1-15,3 5 0 0,-3-5 0 0,7 2-5 16,-3-2-2-16,2-1-7 0,-1 0-16 0,2-3-27 16,3 0-10-16,2 1-43 0,2-2-34 0,1 1-20 0,4-2-29 15,1-1-56-15,-3 0-40 0,10-3-58 0,-6 2-297 16,5-3-687-16,5 1 304 0</inkml:trace>
  <inkml:trace contextRef="#ctx0" brushRef="#br0" timeOffset="140273.87">10946 6787 118 0,'-1'-5'460'0,"-1"2"3"15,1-1-10-15,1 4-10 0,-2-7-24 0,2 7-16 16,-1-5-29-16,1 5-32 0,0 0-34 0,1-5-30 0,-1 5-29 16,0 0-26-16,0 0-22 0,0 0-22 0,0 0-13 15,17 5-34-15,-13 0-15 0,1-2-14 0,3 1-12 16,-1 0-4-16,1-1-11 0,1 4-8 0,-4-1-7 16,1-1-7-16,-1 2-4 15,0-1-13-15,-1 2 3 0,-1 1-6 0,0-1-3 0,-3 0-3 16,0-1 3-16,-2 2-1 0,1-1-12 0,-2 2 4 15,-1-2 0-15,0-1-5 0,-2 3 0 0,0-3-1 0,2 0-2 16,0 0-3-16,1-2-1 0,-2-1-1 0,3 0 1 16,-2 1-10-16,3-1 3 0,1 0-7 0,0-4-1 15,7 7-14-15,1-2-23 0,4-2-41 0,6 1-52 16,2 0-50-16,5-1-47 0,-4 1-43 0,11 0-43 0,-2 1-38 16,-7-2-61-16,1-1-292 0,5 0-766 0,2 4 339 15</inkml:trace>
  <inkml:trace contextRef="#ctx0" brushRef="#br0" timeOffset="140455.74">11442 7089 90 0,'0'1'321'0,"0"-1"-4"16,0 0-5-16,0 5-8 0,0-5-4 0,0 0 3 0,-4 5 3 16,4-5-3-16,-4 6-10 0,3-4-17 15,-2 3-25-15,0-1-26 0,2-1-17 0,0 4-21 0,-1-3-18 16,-2 0-16-16,1 1-14 0,-2 1-12 0,1-1-35 15,3-1-61-15,-1 0-37 0,1 0-77 0,1-4-41 16,0 8-50-16,1-5-69 0,2-1-83 0,4-1-300 16,-1 0-677-16,4-1 300 0</inkml:trace>
  <inkml:trace contextRef="#ctx0" brushRef="#br0" timeOffset="140643">11978 6836 355 0,'3'-3'367'0,"1"-1"-19"15,0 1-28-15,-1-1-37 0,-3 4-22 0,5-4-31 0,2 3-23 16,-3 0-17-16,-4 1-43 0,12-3-41 16,-4 3-45-16,1-1-54 0,0 2-64 0,1 1-65 0,3-1-82 15,-2-1-213-15,3 0-451 0,-2 0 199 0</inkml:trace>
  <inkml:trace contextRef="#ctx0" brushRef="#br0" timeOffset="140812.23">12345 6790 163 0,'0'0'360'0,"0"0"-16"0,0 0-19 16,3-3-24-16,-3 3-32 0,0 0-18 0,0 0-40 15,8-3-18-15,-2 1-22 0,3 2-36 0,-2 2-41 0,4 0-48 16,2-4-60-1,-2 4-52-15,4-1-59 0,3 0-66 0,1-1-221 16,0-1-445-16,0 1 197 0</inkml:trace>
  <inkml:trace contextRef="#ctx0" brushRef="#br0" timeOffset="140960.67">12762 6733 242 0,'1'-4'323'15,"4"3"0"-15,-5 1-7 0,0-6-8 0,0 6-16 0,0-6-18 0,0 6-26 16,3-2-26-16,-3 2-26 0,0 0-32 0,0-5-49 15,0 5-55-15,0 0-62 0,0 0-67 0,0 0-76 16,11 1-79-16,-11-1-217 0,10 4-477 0,2-1 211 16</inkml:trace>
  <inkml:trace contextRef="#ctx0" brushRef="#br0" timeOffset="141207.23">13325 6492 322 0,'-2'-5'491'0,"-2"2"-12"0,4 3-29 16,-1-4-39-1,1 4-42-15,0 0-39 0,0 0-43 0,0 0-29 16,0 0-22-16,0 0-27 0,-4 12-22 0,3-4-18 16,2 2-17-16,0 1-16 0,2 7-10 0,-3-5-14 15,0 9-7-15,4 6-15 0,0-1-6 0,-1-5-7 16,1 7-5-16,-3-2-12 0,-1-6-10 0,2 6-37 0,0-6-36 15,1 5-43-15,0-8-31 0,-2 0-35 16,3-2-18-16,-4-1-11 0,4-2-54 0,-4-2-60 16,0-4-35-16,4 0-70 0,-4-3-198 0,3 0-626 0,-3-4 277 15</inkml:trace>
  <inkml:trace contextRef="#ctx0" brushRef="#br0" timeOffset="141478.42">12960 6450 408 0,'-15'-6'528'0,"8"3"8"0,-1 0-7 0,4 0-22 16,-1 0-24-16,-2 2-21 0,4-4-26 0,3 5-45 0,-1-3-35 16,1 3-41-16,11-4-33 0,2 2-21 0,10 0-34 15,9 1-18-15,2 0-19 0,1-2-31 0,3 3 1 16,4 0-28-16,-1 0-7 0,15 0-19 0,-14 0-6 0,-1 0-33 15,2 0-31-15,-2 3-28 0,1-3-45 16,-5 1-45-16,-2-1-52 0,-1-1-58 0,-1-5-45 0,-3 6-32 16,-6-1-63-16,-4-3-65 0,3 1-89 0,-4-2-323 15,-10 1-874-15,-2 1 387 0</inkml:trace>
  <inkml:trace contextRef="#ctx0" brushRef="#br0" timeOffset="143523.01">8906 8012 228 0,'0'-8'325'16,"-3"1"-8"-16,0-1-22 0,0-1-13 0,-1 3-20 0,0-1-18 16,-1 2-29-16,0 0-19 0,-1 1-18 0,-1 1-15 15,3 2-22-15,-5 1-17 0,9 0-11 0,-20 5-13 16,15-1-14-16,-7 0-4 0,1 3-13 0,4 0-3 15,-1 1-11-15,1 1-11 0,2 1 4 0,1 0-3 0,-2-1-7 0,5 2 2 16,-1-3-4-16,4 3-2 0,1-1-2 0,2-2 9 16,1 3-4-16,3-4 1 0,0 4-6 0,4-4-4 15,3 3 1-15,-1-2-4 0,3 2-4 0,-6-4-4 16,4 3 1-16,-1-1-6 0,0-2-2 0,-5 0 1 0,2 0 2 16,-4 1-5-16,0-2-1 0,-4-1-3 0,0 3 0 15,2 0 5 1,-6-1-11-16,1 0 5 0,-2-1 2 15,-2 3 1-15,-1-2-6 0,-1-2 5 0,-2 3-4 0,-4-1 9 16,-3 0-5-16,1-2 0 0,3 1 1 0,-2-1-1 16,-3-3 1-16,0 3-4 0,3-4-2 0,0-1 1 15,1 1-4-15,-3-3-6 0,9 2-11 0,-4 0-8 16,5 0-20-16,-1-3-18 0,2 1-31 0,3-4-38 16,0 7-31-16,8-13-48 0,-1 4-56 0,4-4-53 15,3 1-161-15,2-1-524 0,7-5 232 0</inkml:trace>
  <inkml:trace contextRef="#ctx0" brushRef="#br0" timeOffset="143919.45">9111 7976 186 0,'0'-7'278'0,"-3"2"2"15,3 0-10-15,-1 2-6 0,1 3-9 0,-2-7-24 16,1 3-22-16,1 4-24 0,0 0-10 0,-1-4-32 16,1 4-9-16,0 0-17 0,0 0-10 0,-8 12-2 0,8-6-9 15,-3 1-6-15,3 3-11 0,0 0-9 16,0 2-2-16,0 0-9 0,4 0 0 0,0 2-11 15,0 3-4-15,-1-1-1 0,1 2-6 0,3 1 0 0,0-3-3 16,1-1-13-16,-2-3-6 0,0-1-12 0,4 0-7 16,-1-1-5-16,1-1-5 0,-1-1-15 0,2-1-13 15,-2-1-8-15,1-3-13 0,2 0-5 0,-1-1-8 16,0 0-2-16,1-2 0 0,-5 0 3 0,1-2-4 16,4 0 15-16,-5-2 4 0,0 2 7 0,0-5 7 15,-3 3 3-15,0-1 9 0,0 0 13 0,0 1 8 16,-1-2 12-16,-2-1 11 0,2 3 9 0,-3-1 4 15,0 1 7-15,0 4 1 0,-1-6-1 0,-1 2-5 16,2 4-3-16,-4-4-4 0,4 4-3 0,-8-2 2 16,8 2-5-16,-8 0 0 0,8 0-3 0,-8 1 2 15,8-1-6-15,-10 4 2 0,9-1-11 0,-3-1-7 16,4-2-11-16,-3 8-12 0,2-6-9 0,1 3-12 0,0-1-14 16,0-4-16-16,3 7-17 0,2-5-24 15,-1-1-20-15,3-1-19 0,-2 2-18 0,9-2-14 16,-2 0-103-16,-1 0-324 0,5-3 144 0</inkml:trace>
  <inkml:trace contextRef="#ctx0" brushRef="#br0" timeOffset="144398.6">9461 8167 197 0,'10'-3'40'16,"1"-1"34"-16,0 2 28 0,-4-1 30 0,1 1 33 15,-4-1 26-15,-1 0 14 0,1 2 6 0,0-1-1 0,-4 2-3 16,3-5-7-16,-3 5-12 0,0 0-14 0,1-4-21 16,-1 4-14-16,0 0-9 0,0 0-14 0,0 0-11 15,0 0-9-15,0 0-5 0,-8 11-2 0,4-5-2 0,3-1 2 16,-1 2-4-16,1 2-4 0,1 3 2 0,-2-2-2 15,1 3-2-15,1-2-11 0,1 2 0 0,1 5-9 16,-2-3-6-16,1 6-7 0,2-1 1 0,1 1-3 16,0-1-2-16,3 5-2 0,-2-5-4 0,-2 1 0 15,2-2-9-15,1-1 0 0,1 1-6 0,1-1 3 16,-3-2-5-16,2-4-3 0,-4 1 2 0,2-3-2 16,-2-3 11-16,4 2-11 0,-5-3-4 0,1 2 1 15,1-6 8-15,-2 1 0 0,0-1-1 0,-2-2-3 0,6 1-5 16,-6-1-8-16,0 0 8 0,7-8-3 15,-6-2-4-15,3 1-8 0,-4-4-10 0,-4-5-16 16,4-2-4-16,-1 1-4 0,-3-11-2 0,2 5 3 0,-2-3 4 16,0 1 4-16,-3 1 2 0,2 6 10 0,2-1 15 15,-4 2 14-15,2-8 17 0,2 10 11 0,-4-1 8 16,4 6 12-16,1-6 3 0,-3 5 7 0,2 2 3 16,0-1 0-16,3 2 3 0,3 0-8 0,-3 3-3 15,-3 0-10-15,6 0-5 0,-2 2-4 0,1 0-8 16,3 1-7-16,0 3-5 0,2-2-14 0,-3 1-7 15,-4 2-8-15,16 0 2 0,-7 2-26 0,3 2-9 16,0-1-11-16,-2 2-8 0,-1 1-14 0,2 1-3 16,-3-1-9-16,-1 2-5 0,0-1 7 0,-3 3-3 15,4-4 9-15,-5 0-12 0,-3 2 1 0,0 0-3 16,-3-2 2-16,-2 1 0 0,-2 0-7 0,0 1-9 16,-4 0-14-16,-4 0-17 0,4 0-25 0,0-1-30 0,-1-1-25 15,4-3-32-15,-2 2-45 0,1-2-166 0,4 2-493 16,1-3 218-16</inkml:trace>
  <inkml:trace contextRef="#ctx0" brushRef="#br0" timeOffset="145164.16">10005 8128 217 0,'0'0'340'0,"0"0"-12"0,0 0-9 16,0 0-8-16,0 0 4 0,-3-12-25 0,3 12-6 0,1-11-7 16,2 4 0-16,-2-1-20 0,1 1-19 15,2-2-17-15,-3-1-17 0,5 0-18 0,-1-1-18 16,-1-1-14-16,0 2-16 0,2-2-19 0,-1 2-3 0,-1-2-13 16,4 2-11-16,-4 1-15 0,2 2-3 0,-1-1-7 15,-3 3-14-15,2 0-2 0,-3 0-4 0,2 2-12 16,-2-2-9-16,-1 5-11 0,0 0-4 0,0 0 2 15,0 0-12-15,8 9 5 0,-6-5-3 0,-2 3 1 16,1 4-4-16,2-1 3 0,1 3-5 0,-3-3-2 16,-1 3-6-16,4-2-4 0,-1 1-4 0,1-1-11 15,0 2-7-15,1 1-3 0,-2-3-6 0,1 0-9 16,2 2-2-16,-2-2-1 0,-3-2-9 0,2-1 1 16,-2 0 1-16,2-3-3 0,1 1 8 0,-4 1 3 15,3-2 0-15,-2-2 11 0,-1 1 3 0,0-4 13 16,0 0-4-16,-4 7 3 0,4-7 1 0,-7 1 11 15,7-1 5-15,-5 1 2 0,5-1 19 0,-10 2-1 0,3-2 2 16,2 1 0-16,5-1 2 0,-11 1 3 0,6 0 5 16,5-1-8-16,-10 0-2 0,10 0 0 15,-9 3-1-15,9-3-3 0,-6 0-4 0,6 0 7 0,0 0-2 16,-4 2-2-16,4-2 7 0,0 0-6 0,0 0 1 16,14 8 2-16,-6-8 0 0,4 2-4 0,3-2 3 15,-1 1-33-15,-2-1-28 0,8 1-31 0,2-1-40 16,-4 1-46-16,-3-2-57 0,3-1-69 0,-4 0-302 15,-1 0-650-15,0-1 288 0</inkml:trace>
  <inkml:trace contextRef="#ctx0" brushRef="#br0" timeOffset="145401.72">10633 8155 396 0,'0'0'518'0,"0"0"-27"0,1-3-42 15,2-2-42-15,-3 5-39 0,0-6-27 0,0 6-42 16,0-6-32-16,0 6-23 0,-3-7-41 0,3 7-56 16,-1-5-64-16,1 5-67 0,-3-5-80 0,3 5-68 15,-2-4-89-15,2 4-94 0,-3-5-269 0,-3 4-630 16,2-2 278-16</inkml:trace>
  <inkml:trace contextRef="#ctx0" brushRef="#br0" timeOffset="145577.06">10530 8013 371 0,'-2'-6'437'0,"2"2"5"0,0 4-8 15,-4-6-20-15,4 6-30 0,0-7-36 0,4 4-33 0,-4 3-31 0,0-5-33 16,0 5-36-16,0 0-64 0,0 0-80 15,0 0-83-15,0 0-69 0,0 0-75 0,0 0-103 0,0 0-343 16,0 0-652-16,2 13 289 0</inkml:trace>
  <inkml:trace contextRef="#ctx0" brushRef="#br0" timeOffset="146752.45">8994 8077 376 0,'0'0'392'16,"0"0"-11"-16,0 0-19 0,-3-2-17 0,3 2-18 15,0 0-13-15,0 0-22 0,0 0-37 0,0 0-24 16,0 0-21-16,10-7-24 0,-1 6-20 0,2-2-9 16,2-2-26-16,5 3-25 0,4-2-42 0,0 1-44 15,9 2-56-15,-1-4-41 0,-4 2-51 16,-3 3-64-16,7-2-71 0,-10 2-86 0,1 0-196 16,-1 0-591-16,-6 0 261 0</inkml:trace>
  <inkml:trace contextRef="#ctx0" brushRef="#br0" timeOffset="147664.15">9081 9027 51 0,'-3'-6'298'0,"3"-1"-16"16,-1 1-18-16,-2 1-15 0,0-2-4 0,-2 2-9 0,1 2-7 15,0-2-14-15,0-1-7 0,0 1-16 0,-2 1-15 16,0 3-15-16,2-3-8 0,-5 3-23 15,4-1-10-15,-5 1-8 0,10 1-12 0,-16 3-11 0,5-2-13 16,-1 2 1-16,1-1-9 0,3 5-9 0,-3-2 10 16,4 0-26-16,0 3 0 0,0-5-8 0,1 5-5 15,5-1-1-15,-1-1 6 0,1 2-4 0,1 2 15 16,3-2 5-16,3 2 3 0,-2-1 2 0,4 0-12 16,2-1 1-16,6 4-7 0,-5 1 1 0,4-3-8 15,-1 2-1-15,2-1 5 0,-1 0-12 0,-3-3-5 16,-1 2 1-16,0 2-5 0,1-4-5 0,-4 0 4 15,-1 1-15-15,0 0 12 0,0 0-6 0,-5-3 14 16,1 0-18-16,-3 2 1 0,0 0 4 0,-1-3-1 0,-3 4-5 16,-3-4 7-16,2-1 2 0,-4 1-8 15,0 1 2-15,-2-2 0 0,-1 0 0 0,-3 0-3 16,4-2-14-16,-3 0-15 0,2-2-18 0,1-3-13 0,-4 2-13 16,4-3-19-16,2 1-19 0,-1 2-24 0,2-3-29 15,1-2-37-15,3 2-22 0,4-1-50 0,0-4-50 16,2 1-183-16,2-2-549 0,5-5 243 0</inkml:trace>
  <inkml:trace contextRef="#ctx0" brushRef="#br0" timeOffset="148536.99">9280 8869 238 0,'1'-5'329'0,"1"0"-17"15,-2 2-22-15,0 3-28 0,1-4-30 0,-1 4-29 16,0 0-16-16,0 0-14 0,0 0-3 0,0 0-4 15,-4 15 3-15,4-5-18 0,-3 1-2 0,0 2-13 16,3 3-9-16,0 2-15 0,0 0-11 0,-1 4-7 16,1-2-1-16,1 1-15 0,2 5-10 0,0-5-15 15,0-1 10-15,2 0-7 0,0-4-10 0,2 3 1 16,0-3-6-16,5 1 0 0,0-2-13 0,-2-6 6 16,5 3-7-16,0-3 0 0,2-2-20 0,-3-3-4 15,5-2-11-15,1-2-8 0,0 0 4 0,-7-2 4 16,2-3-13-16,1-1 10 0,2-2 3 0,-2 2-4 15,-6-4 6-15,1 2 1 0,-2 0 3 0,-2-2 6 16,-3 0 1-16,-2 2-3 0,-1-3 15 0,-2 4 6 0,-1 0 5 16,-2 1 3-16,-1-2 5 0,-1 4 0 0,-2 1-5 15,-1-4-3-15,-1 4-1 0,-2 1-3 16,0 1-4-16,-2 1-3 0,7 0-2 0,-4 1 1 0,2 3-5 16,2-2-6-16,-1 5-1 0,2-3-4 0,2-1-3 15,3 5-9-15,1 0-2 0,0-4-6 0,1 4-9 16,5-1-12-16,1-2-21 0,3 3-19 0,0-4-24 15,4 1-23-15,5 1-19 0,2 1-22 0,-3-5-18 16,1 3 8-16,5-5-12 0,-2 2-13 0,3-1-25 16,-5-4 2-16,-1 1 23 0,0-1 19 0,-5 3 39 15,1-2 29-15,-4-1 41 0,-2 0 47 0,-2 1 40 16,0-1 45-16,-3 2 23 0,1-1 10 0,-5 2 2 0,7 0-7 16,-7 0-10-16,0 0-9 0,8 3-6 0,-5-1 5 15,-3-2 11-15,1 7 1 0,-1 0 9 0,2 0 3 16,-1 4-6-16,1 1 3 0,-1 5 1 0,0 2 0 15,2 2 9-15,0 2-5 0,2 5 5 0,0 0-10 16,1-1 7-16,1 0-17 0,-3 1-9 0,0-1-8 16,3-1-2-16,-3-6-8 0,-2-1-4 0,1-2 7 15,0-3-11-15,-2-1-9 0,2-4-2 0,-3 0-5 16,0-3 4-16,0 1-2 0,3-2 5 0,-2 0-1 16,-1-5-8-16,0 0-4 0,0 0-1 0,0 0-18 15,0 0-5-15,0-22-12 0,-1 11-9 0,1-6-10 16,0-1-13-16,0-2-17 0,0-9-9 0,1-3-6 15,-1 1-5-15,0 1 0 0,0-1 6 0,0 2 6 0,-1-2 12 16,1 10 7-16,-3-7 13 0,0 8 27 16,2 0 26-16,-3 0 26 0,1 4 25 0,0 1 25 15,1-1 31-15,0 3 17 0,2 1 7 0,-5 1 6 0,4 1 6 16,-2 0-3-16,2 4 1 0,1 2-7 0,-2-4-9 16,2 5-12-16,0 3-17 0,-1-7-10 0,1 4-14 15,0 3-9-15,0 0-14 0,0 0-6 0,1-5-7 16,-1 5-2-16,0 0-10 0,0 0-6 0,19 6-15 15,-12-2-10-15,0 1-7 0,5 0-6 0,-4 3-11 16,0-1-14-16,2 4-1 0,-1-5-8 0,0 4-16 16,-1 0-2-16,-3-2-11 0,5 1-14 0,-8 2 5 15,1-1 6-15,-2-3-7 0,2 0 2 0,-6 0-3 0,2 3-18 16,-4-2-3-16,-5 2-9 0,6-2-11 16,-7 0-18-16,4 0-19 0,-5-1-18 0,4-1-30 15,0 0-32-15,2-2-27 0,-2-2-256 0,4 1-569 0,0-2 252 16</inkml:trace>
  <inkml:trace contextRef="#ctx0" brushRef="#br0" timeOffset="148845.7">10130 9011 95 0,'1'-5'363'16,"-1"5"-16"-16,3-4-15 0,-3 4-22 0,1-4-27 15,-1 4-17-15,3-3-25 0,-3 3 2 0,0 0-1 16,0 0-5-16,12 7-13 0,-8-5-23 0,0 2-14 16,6 1-21-16,-2 1-8 0,4 1-21 0,-1-1-3 15,0 0-21-15,-2 3-13 0,1-3-8 0,0 2-13 0,-4 0-9 16,4-3-2-16,-3 4-18 0,-2-2 0 16,0-1-1-16,-2 2-7 0,0-3-3 0,-3 4-5 15,0-2 0-15,0-1-3 0,-3 1-1 0,0-1 7 0,0 0 0 16,-2-1-2-16,0-1 3 0,4 1 1 0,-2-2-10 15,0 1 2-15,0-2-4 0,-1 1 2 0,4-3-9 16,0 0 0-16,-1 5-11 0,1-5-16 0,0 0-17 16,9 3-40-16,1-5-42 0,3 2-46 0,1 0-42 15,7-1-49-15,-8 1-49 0,17-5-45 0,-10 5-327 16,5-3-718-16,9 1 318 0</inkml:trace>
  <inkml:trace contextRef="#ctx0" brushRef="#br0" timeOffset="149071.53">10690 9154 59 0,'-7'1'357'0,"7"-1"0"0,0 0-10 16,-8 0-12-16,8 0-12 0,-7 1-9 0,7-1-28 16,0 0-9-16,0 0-27 0,0 0-38 0,0 0-7 0,0 0-24 15,-8 2-21-15,8-2-36 0,0 0-31 0,0 0-41 16,0 0-40-16,0 0-36 0,0 0-41 0,0 0-37 15,0 0-54-15,0 0-74 0,0 0-69 0,0 0-213 16,0 0-553-16,6-12 244 0</inkml:trace>
  <inkml:trace contextRef="#ctx0" brushRef="#br0" timeOffset="149286.84">10619 8965 219 0,'-4'-5'323'15,"4"5"-1"-15,-1-3-12 0,1 3-7 0,0 0-20 0,-3-4-25 16,3 4-26-16,0 0-24 0,0 0-22 0,0 0-19 0,0 0-17 16,0 0-16-16,0 0-11 0,0 0-10 0,0 0-14 15,0 0-4-15,0 0-16 0,0 0-6 0,0 0-5 16,0 0-4-16,0 0-6 0,0 0-6 0,0 12-16 16,0-12-10-16,0 0-16 0,0 0-23 0,8 1-31 15,-8-1-38-15,7 1-43 0,-7-1-46 0,0 0-60 16,11-4-59-16,-6 1-217 0,1 1-547 0,-1-3 242 15</inkml:trace>
  <inkml:trace contextRef="#ctx0" brushRef="#br0" timeOffset="152397">11372 7786 44 0,'-5'-11'333'15,"1"-2"-7"-15,0 0-14 0,-1 5-20 0,1-3-17 16,-3 6-22-16,3-1-29 0,-3 0-20 0,6 1-21 0,-5 3-27 16,-2 1-14-1,8 1-12-15,-11 3-16 0,3 1-11 0,1 3-11 16,-1 2-15-16,0-3-14 0,2 7-2 0,1-3-6 16,1 0 4-16,1 2-8 0,-1 2-3 0,3-1 0 0,0 0-9 15,1 0 5-15,1-2 7 0,4 3-14 0,-1-3-5 16,0 2-2-16,3-3-1 0,-1 2 0 0,2-1-2 0,1-2 1 15,2-2-5-15,-1 3-6 0,-1-2-5 16,2-2-4-16,-3 1 2 0,3 0 4 0,-1 0-4 0,-2-1 3 16,0-1-5-16,0 0-1 0,-4 2-7 0,2-3-2 15,-2 1 2-15,-1 0-1 0,-2-1 1 0,3 2 0 16,-8-2-2-16,0 1 4 0,0 0 4 0,-3 0-3 16,0-1 3-16,-4 1-5 0,2 1 2 0,-5-3 6 15,2 2-11-15,0-2 1 0,0-2 2 0,-1 1-10 16,2 2 16-16,2-3-2 0,1 0-3 0,2-1 21 0,-1 1-16 15,7-1-3-15,-8 2 1 0,8-2-7 16,0 0 10-16,0 0-3 0,0 0-6 0,0 0 3 16,26-5-6-16,-7-1-14 0,10 5-7 0,-1-4-4 0,6 0-5 15,-1-2-9-15,-1 3-1 0,2-2-4 0,-1 0 0 16,-3-1 5-16,0 1 2 0,0-2 4 0,-8 2 6 16,-3-2 6-16,-2 0-2 0,-4 2 3 0,0-2 7 15,-3-1 7-15,-3 3 6 0,-2-2 16 0,0 0 15 16,-2 1 3-16,-3-2 11 0,-3 4 7 0,1-1-2 15,-4-1 8-15,2 3 4 0,-5-3 5 0,0 2 0 16,-1-1-4-16,-1 6 10 0,-4-1-2 0,5 1 3 16,-2 0-14-16,0 1-5 0,1 1-3 0,0 2-3 15,0 1-7-15,3-1-8 0,1 1 5 0,-5 4-7 16,5-2 2-16,3-2-5 0,0 5 3 0,3-2-2 16,1 4 2-16,1-5-9 0,3 2 6 0,0-1 7 0,7 0-21 15,-3-1-11-15,6 0-3 0,-1-1-22 0,5-1-18 16,1-1-27-16,-1 0-22 0,4-4-22 0,-2 2-26 15,-2-3-19-15,-3 2-18 0,2-3-21 0,-2-2-21 16,-1-1-22-16,2-4-3 0,-5 1 12 0,5-3-1 16,-5-3 16-16,1-3 6 0,-5 0 19 0,0-2 11 15,-3-2 18-15,-1-6 15 0,1 0 24 0,1 0 25 16,-10 0 34-16,5 0 37 0,-4 7 42 0,3-1 42 16,-2-1 30-16,-1 2 36 0,-2 3 27 0,2-1 17 15,1 1 21-15,0 5 12 0,1 1 13 0,-2 5 7 16,1-2 0-16,3 2-9 0,-1 2-17 0,0-3-21 15,1 2-20-15,0 5-23 0,-3-3-16 0,3 3-15 16,0 0-7-16,0 0-19 0,3 20 3 0,-1-7-15 0,1 0 1 16,1 6-2-16,1 1-7 0,1 6-10 0,-2 4 2 15,4-2-7-15,-1 2 3 0,1-1-6 16,0-1-4-16,-1 3-31 0,0-7-30 0,4-3-35 0,-4 0-31 16,-2-3-30-16,3 0-43 0,-1-1-39 0,-2-5-61 15,1-1-61-15,-2-4-232 0,4 1-609 0,0-3 270 16</inkml:trace>
  <inkml:trace contextRef="#ctx0" brushRef="#br0" timeOffset="152585.04">11925 7749 209 0,'-7'-2'323'0,"0"-3"-20"15,3 0-21-15,-5 2-20 0,6 0-28 0,-1 1-25 0,4 2-21 16,-5-1-15-16,5 1-25 0,0 0-13 0,0 0-22 0,0 0-21 15,0 0-35-15,25 4-48 0,-7 1-58 0,1 1-57 16,11-2-76-16,-10-2-218 0,10 2-434 0,0 2 192 16</inkml:trace>
  <inkml:trace contextRef="#ctx0" brushRef="#br0" timeOffset="153608.59">12733 7737 8 0,'-9'-7'300'0,"3"2"-10"0,-5-2-7 15,3 1-12-15,0 2-2 16,-2-1-33-16,1 3-15 0,-1-3-18 0,3 2-18 16,-1 0-20-16,-1 2-21 0,-1 1-16 0,-1 3-13 15,1-1-9-15,-1 1-4 0,-2 1-20 0,3 1-6 16,0 2-10-16,2 0-4 0,-3 2-5 0,1-1-11 0,2 3-1 15,3 1-3-15,-2 0-8 0,0 0-3 0,3 1-8 16,3-2-5-16,-2 2-3 0,3 0-9 16,0-2-12-16,0 0-5 0,4-1-6 0,0-1-6 0,0-3-10 15,3 1-13-15,-2-6-9 0,6 4-12 0,-1-2-9 16,2-1-7-16,0 0 4 0,2-4 4 0,-2 0 6 16,1-5 7-16,-1 1 7 0,0 0 1 0,4-5 12 15,-2 0 0-15,-3-2 5 0,1 0 8 0,-1-1 7 16,-3 2 22-16,-4-1 17 0,3-1 24 0,-6 2 26 15,2-1 14-15,-3 3 9 0,1-2 9 0,-1 3 5 16,0 2-9-16,-1 1 5 0,1 0-14 0,0 2-7 16,-3-1-8-16,2 2-11 0,1 3-8 0,-7-3-8 15,7 3-4-15,0 0-4 0,-8 6-3 0,4-2-10 16,0 2-7-16,2 1-2 0,0 1-10 0,0 3-6 16,2 1 1-16,0-3-18 0,2 4-11 0,-1 1-9 15,0-3-15-15,5 0-11 0,-5-1-12 0,4 0-7 0,1 0-6 16,-2-4-11-16,3 2-3 0,-1-3-5 0,-1-1-4 15,4-1-6-15,-3-2 0 0,2-1 8 0,-8 0 8 16,11-4 13-16,-3 0 7 0,-1 0 9 0,1-3 14 16,-1-1-1-16,1-1 23 0,0-2 8 0,-4 3 20 15,2-2 17-15,-1 0 15 0,2-1 17 0,-3 2 11 16,4-2 9-16,-5 5 10 0,1-2 5 0,0 1-6 16,1 3-6-16,-1-2-6 0,1 0-2 0,0 3-5 15,-4 1-8-15,4-3-3 0,0 4-7 0,-5 1-2 16,9 0-1-16,-9 0-3 0,14 3-2 0,-4 2-3 15,0-1-5-15,-1 3 0 0,0 1 0 0,5 0-4 16,-1 3-2-16,-6-2-3 0,7 0-6 0,-6 2-6 16,4-3-3-16,-2 3-2 0,-2-3-8 0,0 3-3 0,-1-4-5 15,-2 1 2-15,-1-1 2 0,3 1-4 16,-5-3 3-16,-1 1 2 0,-2-1 1 0,-2-1 3 16,-3-1 4-16,1 0 5 0,-4 0 9 0,-2-2 6 0,2 0 5 15,-7-2-1-15,5 0 2 0,-4 1 8 0,6-2 3 16,-1 0 6-16,3 0 3 0,-1 0 0 0,3 1-5 15,-1-3 2-15,4-1-10 0,2-1-2 0,2 0-3 16,2 0-6-16,3-2-9 0,7 0-16 0,-1-2-21 16,4-1-18-16,-1-1-22 0,3 1-23 0,4-4-29 15,0-1-18-15,2-2-16 0,-5 7 2 0,-5-2 10 0,1 4 17 16,-2-2 12-16,1 3 33 0,-5 1 21 16,-1-1 38-16,-4 5 24 0,1-3 18 0,-3 2 10 15,-3 1 14-15,0 3 9 0,0-7 12 0,0 7 8 0,-6-2 6 16,6 2 3-16,0 0-11 0,-13 2 1 0,13-2-3 15,-10 5-4-15,6-1-6 0,-2 1-4 0,1-1-7 16,3 0-1-16,0 2-2 0,2 1-3 0,0-1-2 16,0 1 3-16,4 2-4 0,3-2-2 0,-2 3 0 15,5 0-3-15,-2-1-8 0,1 2 1 0,1-2 2 16,0 1-5-16,-1 0-2 0,-1-1 0 0,-2 0-2 16,-1 0-5-16,-2-2 3 0,0-1-1 0,1 1 1 15,-4-2-2-15,-6 0-1 0,2 0 0 0,-1-1 2 16,-3-2-2-16,-2 1-1 0,-3-1 1 0,6 0-1 15,-7-1 3-15,5-2-4 0,0 1 0 0,0-2 1 16,-1 1 2-16,5 0-5 0,-2-2-11 0,3 0-17 16,1-2-22-16,-2 2-29 0,5-2-13 0,5-2-36 0,-1 1-32 15,2-4-25-15,8-1-163 0,-1 2-373 0,2-2 165 16</inkml:trace>
  <inkml:trace contextRef="#ctx0" brushRef="#br0" timeOffset="153770.21">13393 7644 115 0,'0'0'197'0,"0"0"-6"0,0 0-7 16,6 7 1-16,-6-7-4 0,-4 8-8 0,3-3-11 16,1 0-16-16,-1 0-8 0,1 1-13 0,-2 2-11 15,2-2-11-15,2 6-8 0,-2-4-10 0,1 4-7 16,3-6-5-16,0 6-12 0,-1-4-14 0,1 3-29 0,0-2-47 16,3-2-55-16,-2-2-67 0,2 0-218 0,0 0-398 15,6 0 177-15</inkml:trace>
  <inkml:trace contextRef="#ctx0" brushRef="#br0" timeOffset="155190.78">13704 7588 185 0,'-5'-2'323'0,"-4"-2"-11"0,0-1-12 0,-2 2-14 16,-2 0-17-16,2 3-16 15,-2 0-19-15,1 1-12 0,3 4-27 0,-1-1-15 16,-2 1-25-16,2-2-10 0,3 5-13 0,-2-2-4 15,5-1-20-15,0 6-11 0,3-2-12 0,-1 1-3 16,4 1-7-16,0 2-9 0,5 3-4 0,2-2-12 16,2 2 2-16,3 2-5 0,1-1-25 0,-3 0-7 15,9 6-15-15,-5-7 0 0,0 5-25 0,-1-4-1 16,3 3-1-16,-6-2 5 0,0-3-1 0,-3 2-8 16,-4-4 6-16,2-2 1 0,-2 2 2 0,-5-1 4 15,2-2 4-15,-4-4 5 0,-5 1-1 0,-1 0 10 0,-1-2 19 16,-4-3 15-16,1 0 0 0,-1-2 3 0,-2 0 8 15,0-4 13-15,-4 0 10 0,5 1 14 16,-1-4 11-16,-1-2 3 0,2 2 1 0,6-1-9 0,-3-1-3 16,3-4-4-16,3 3-4 0,1-3-1 0,2-1-20 15,4-4-14-15,2 2-15 0,6-2-19 0,0-2-5 16,2-4-21-16,6-1-18 0,-2 1-15 0,1 9-14 16,1-7-3-16,-4 6 6 0,-3 0 10 0,3 2 0 15,-6 4 6-15,2 0 6 0,-4 2 2 0,1 3 7 16,-3 0 3-16,0 0 0 0,2 1 0 0,-4 2-4 15,1-3-15-15,1 1 4 0,-4 4 4 0,0 0 3 16,8 0 3-16,-8 0 4 0,6 10 1 0,-4-5 8 16,3 0-3-16,-1 1 4 0,2 3 2 0,0-1 1 0,-1 2 4 15,-1-4-1-15,2 4-4 0,3-2 10 16,-5 0 0-16,3 1-2 0,-3-3 2 0,0-1 2 16,1 1 1-16,1-2-2 0,-2 2 4 0,-2-4 8 0,0 1-7 15,-2-3 4-15,3 2-1 0,-3-2 3 0,0 0-4 16,0 0 2-16,11-6 2 0,-11 4 3 0,4-1 6 15,-2-2 0-15,3-1 15 0,-4 0 7 0,3 1 7 16,-1-1 3-16,0-1 11 0,2 1 2 0,1 0 1 16,-5 0-3-16,3 1 9 0,3-1-12 0,-6 1-7 15,3 1-11-15,-1 0 2 0,1-1-5 0,-1 3-8 16,-2-2-5-16,-1 4-1 0,3-3-13 0,-3 3-18 16,0 0-7-16,0 0-13 0,15 8-11 0,-12-4-5 15,-1-1-5-15,1 1 2 0,1 3-5 0,-1 0-5 16,0-2-2-16,-1 3 3 0,1-1-4 0,-2-1 1 15,3 1-1-15,-1-2 8 0,0-2 2 0,0 1 7 16,-1 2 5-16,0-3 2 0,-1 2 8 0,-1-5 6 0,4 3 4 16,-4-3 2-16,0 0 1 0,0 0 7 0,0 0 4 15,9-8 4-15,-9 5 9 0,0 3 14 16,3-10-2-16,0 5 14 0,-3-1-3 0,3 1 3 0,0 0 0 16,-1-2 0-16,1 2-1 0,0-3-1 0,2 3-4 15,-1 0-7-15,0 0-2 0,0 1 1 0,0 2-6 16,1 0-3-16,-5 2 2 0,12 0-3 0,-12 0 5 15,9 2-6-15,-3 0-1 0,-1 2-4 0,1-2-4 16,3 3-6-16,-1 1-6 0,-1 0-4 0,0-2-3 16,5 1-8-16,-2 2-4 0,-1-1-1 0,3-1-8 15,-1-1-3-15,3 0 0 0,-2-2-6 0,0 1-2 16,3-2 0-16,-4 0 3 0,3 0-2 0,-1-1 3 16,2-1 4-16,-4-1 6 0,3-1 4 0,-2 0 3 15,0-2 4-15,2-1 2 0,-2 0 3 0,-1 0 4 16,1-1 4-16,-5-2-1 0,3 2 3 0,-5-3 5 15,3 2 7-15,-4 1 3 0,-1-1 7 0,-3 1 9 0,0-1 2 16,0 0 6-16,-1 2 0 0,-4-2-5 0,0 5 0 16,-3-1-4-16,-3-1 1 0,1 0 1 15,-2 3 1-15,0 2-5 0,0 0-2 0,1 1 1 0,-3 3-2 16,2 0-4-16,1 0 2 0,0 2-1 0,1 2-3 16,1-2 3-16,5 2-3 0,-3 1 1 0,4-1-1 15,0 1-3-15,1 1 1 0,4-3-2 0,1 1-6 16,2 1-4-16,0-2-11 0,3-2-5 0,-1-1-9 15,5 1-14-15,-1-3-10 0,3 1-5 0,1-2 0 16,-3 1-3-16,2-4 4 0,-2 1 8 0,4-3 3 16,-2 1 6-16,1-2 4 0,0-2 4 0,-2-1 5 15,-2 2 3-15,0-1 8 0,0 1 2 0,-4-1 7 16,0 2 9-16,-2 0 8 0,-1 0 16 0,1 1 7 0,-2 2 3 16,1-1-5-16,-4 3-2 0,3-5-1 15,-3 5-6-15,1-4 0 0,-1 4-5 0,0 0-3 16,0 0-1-16,0 0-3 0,0 0 4 0,-1 15-4 15,-2-8-1-15,3-2 3 0,-1 3-4 0,1-2 2 0,0 2-5 16,0-1-2-16,1 0-2 0,-1 1-1 0,3-2-8 16,-2-1 5-16,2-1-1 0,-1 1-2 15,0-2-4-15,4 0-4 0,-2-1-7 0,3-1 1 0,-7-1 2 16,13-3 3-16,-9 0 4 0,3 0 6 0,1-1-4 16,-1-2 1-16,3-1 3 0,-1 1-1 0,-4-1 1 15,2-1 2-15,0 0-1 0,0 0 8 0,0 1 7 16,-3 0 8-16,0 2 7 0,0 0 0 0,-1-1 7 15,0 1 7-15,-1 0 0 0,0 0-2 0,-1 3-2 16,0-2-3-16,-1 4-8 0,7-5-8 0,-7 5 2 16,0 0 0-16,0 0-1 0,0 0-4 0,0 0-1 15,3 11-2-15,-2-6 2 0,0 0-1 0,2 2-6 0,0 1 0 16,0-2-7-16,1 1-10 0,0-2-12 0,0 1-13 16,3 1-17-16,-1-2-16 0,4 0-7 15,-2 0-22-15,3-1-9 0,1 0-17 0,3-3-15 16,-2-1-7-16,1-1 11 0,-3-1 11 0,2-1 6 0,-1-2 10 15,0-1-5-15,0-1 8 0,-4 0-9 0,2-1-72 16,-2-3-204-16,3 1 90 0</inkml:trace>
  <inkml:trace contextRef="#ctx0" brushRef="#br0" timeOffset="155372.56">14909 7547 168 0,'6'-18'28'15,"-3"-1"31"-15,-2-2 18 0,3 3 27 0,-2-1 1 0,0 0 15 0,-2-2 10 16,1 1 3-16,-1 0 11 0,-1 0-7 0,1 8 11 0,1-1 2 16,-2 0 2-16,1 0 1 0,0 5-5 0,0 2-16 15,-2 0-16-15,1 0-16 0,0 1-14 0,1 5-4 16,0 0-15-16,0 0-4 0,0 0-5 0,0 0-8 15,-8 12-6-15,8-4 2 0,0 3-6 0,1 2-9 16,1 5 0-16,-1 0-8 0,0 0 3 0,2 2-7 16,-1 2-5-16,1 5-17 0,-1 2-25 0,0-3-36 15,0 0-51-15,0-6-59 0,1-2-62 0,-3 1-158 16,2 1-428-16,-2-4 190 0</inkml:trace>
  <inkml:trace contextRef="#ctx0" brushRef="#br0" timeOffset="155736.19">14894 7457 7 0,'1'-5'240'0,"1"3"-23"0,-2 2-20 16,4-5-26-16,-4 5-15 0,10 0-13 0,-10 0-15 0,14 2-11 15,-4 1-13 1,2 2-15-16,3 0-6 0,3 1-18 15,-6-1-13-15,6 2-21 0,-2-1-23 0,3 2-11 0,-4-1-22 16,4-1-17-16,-4-2 6 0,-4-1 3 0,1 1-6 16,-2-2 16-16,3 2 1 0,-6-3 2 0,0-2 6 15,0 1 16-15,-7 0 16 0,9-2 13 0,-5 0-4 16,-4 2 11-16,0-6 13 0,0 6 23 0,-2-5 16 16,2 5 7-16,-6-5 7 0,2 2 2 0,-1 0-6 15,2 0-7-15,3 3-10 0,0 0-9 0,0 0-9 0,-11 1-7 16,11-1-8-16,-8 6-3 0,7-4-2 15,1 3-4-15,0 2-4 0,0-1 0 0,0 1-1 16,4 4 1-16,-2-1-3 0,1 2-3 0,1-1-6 0,3 1 1 16,-4-5-5-16,1 6 0 0,1-3-1 0,1 1-3 15,-2-1-21-15,-2 0-25 0,1-2-36 0,-3 0-40 16,0-1-38-16,-1-2-42 0,-3 1-59 0,-2-2-158 16,-2-1-436-16,0 0 193 0</inkml:trace>
  <inkml:trace contextRef="#ctx0" brushRef="#br0" timeOffset="156002.73">13734 7365 168 0,'0'0'264'16,"0"-5"-26"-16,0 1-27 0,0 4-20 0,1-5-30 0,-1 5-51 16,3-4-73-16,-3 4-82 0,6-1-178 0,-6 1-241 15,0 0 107-15</inkml:trace>
  <inkml:trace contextRef="#ctx0" brushRef="#br0" timeOffset="156753.29">15570 7382 90 0,'-5'3'425'0,"5"-3"0"0,-8 0 1 15,8 0-5-15,0 0-4 0,-7 0-25 0,7 0-13 16,0 0-22-16,0 0-36 0,0 0-32 0,0 0-31 15,8-11-25-15,3 10-24 0,1 0-22 0,3-1-18 16,4 1-17-16,1 2-16 0,1 1-14 0,-1-2-14 16,2 1-11-16,-3 0-10 0,2 3-18 0,-8-1-21 15,2 2-18-15,-3-3-19 0,-1 2-26 0,-1 1-14 16,-5 4-8-16,2-5-10 0,-2 3 6 0,-3 2 0 16,-4-2-1-16,1 3 9 0,-2 2 0 0,-2-1 6 15,-1 1 8-15,0-3-4 0,-3 3 0 0,0-2 3 16,1-1 1-16,-2 1 6 0,2-1 1 0,-3 1 0 0,6-1 0 15,-3 0 3-15,1-3-2 0,3 4 1 0,0-4 0 16,0-3 0-16,4 4 6 0,-2-2-2 0,5-1-2 16,5-2-3-16,2 3-16 0,1-1-32 0,10-1-28 15,1-3-35-15,0 0-24 0,2 0-29 0,5-1-32 16,-5 2-37-16,-2-1-44 0,8-3-49 0,-8-2-262 16,-1 1-648-16,-3 1 287 0</inkml:trace>
  <inkml:trace contextRef="#ctx0" brushRef="#br0" timeOffset="156934.7">15661 7523 193 0,'-12'-4'319'0,"3"3"8"0,0-1-8 0,3 1 1 16,6 1-11-16,-7-3-14 0,7 3-32 0,0 0-26 16,0 0-26-16,23-3-18 0,-3-2-23 0,2 3-20 0,12-1-36 15,4-2-46-15,-5 2-45 0,2 1-60 0,3 1-59 16,-1-1-76-16,-1-1-92 0,-1-2-227 0,-3 3-531 15,2-1 235-15</inkml:trace>
  <inkml:trace contextRef="#ctx0" brushRef="#br0" timeOffset="158075.07">16586 7427 313 0,'0'0'341'0,"1"-6"-18"0,-1 6-20 0,-5-10-18 16,0 5-15-16,1 0-12 0,-6-4-17 0,-1 5-8 0,2-3-23 0,-5 1-25 0,1 1-19 15,0 0-7-15,-6 2-20 0,6 0-18 0,-5 0-14 16,4 1-9-16,1 0-10 0,-1 2-15 0,3 0 3 0,0 2-11 15,3-1-12-15,1 0-7 0,2 0-9 0,5-1 0 16,-11 5-4-16,8-2-5 0,3 2 2 16,2 0-5-16,2 1-6 0,4 0 10 0,1-1-14 0,5 6 2 15,2-2 3-15,2 5-7 0,8 0 0 0,-6-4-7 16,3 5-1-16,-1-4-2 0,-4 4 0 0,5 0-7 16,-1 3 9-16,-6-2-13 0,3 4-9 0,-7-3-11 15,4 6 2-15,0 1-6 0,-4-6 9 0,0 1-2 16,0 4 3-16,-3-4 3 0,-3-1 1 0,0 3 0 15,-5-3 4-15,-1-1 0 0,0-5 0 0,-1 1 6 16,-2-3 5-16,-5 0 16 0,4-1 16 0,-2-3 27 16,-2-1 17-16,-4-2 19 0,3-1 16 0,-5-1 19 15,-1-2-7-15,-2-4 7 0,-1-2 3 0,-3-2-1 16,6-1-2-16,-4-3-1 0,-1-5 5 0,6 1-1 16,2 1-3-16,4 0-8 0,-2-10-16 0,6 6-2 15,3-6-18-15,2 5-11 0,6-9-21 0,6 1-19 0,3-2-19 16,4 3-27-16,3 3-20 0,0-1-12 0,0 5-10 15,3 5 3-15,-8 2-7 0,1 0-17 16,-3 6 2-16,2-1-13 0,-5 5-12 0,-2 2-5 0,4 1-10 16,-8 1 21-16,4 0-34 0,-5 2 10 0,0-1 13 15,0 3 10-15,-4 1 7 0,4 3 8 0,-5-3 11 16,2 8 4-16,0-6 5 0,2 5 12 0,-3-3 2 16,3 3 3-16,-3-2 3 0,5 0 0 0,-3-1 7 15,2-1 3-15,1-1 7 0,-3-3 2 0,0 1 3 16,3 1 1-16,0-3-2 0,-2 0 7 0,3-2 9 15,-8-1-5-15,14-4-2 0,-9 3 4 0,4 0-1 16,-2-4-6-16,0 2 9 0,0-6 6 0,0 3-3 16,1-3 5-16,-3 1 2 0,0-4 6 0,1 4 2 0,0-3 4 15,-1 4-2-15,1 1 13 0,-1-5 19 16,-2 6-25-16,-2-2-2 0,5 1 1 0,-5 4-2 16,2-3 5-16,0 1-15 0,-3 4-13 0,3-6-6 0,-3 6 0 15,0 0-2-15,0 0-9 0,11 8-10 0,-7-4-6 16,-1 0-11-16,1-1-3 0,0 1-3 0,3 3-11 15,-2-1 13-15,0 2-4 0,2 0 1 0,-1-1-1 16,1 0 0-16,-2-2 2 0,2-1 1 0,-4 1 8 16,4-3 5-16,-3 4 6 0,1-4 4 0,-1-1 2 15,-4-1 7-15,7 2 2 0,-7-2-2 0,7-4 0 16,-7 4 5-16,8-6 2 0,-5 4 3 0,1-1 2 16,-4 3-2-16,1-5 2 0,1 2 1 0,-2 3 1 15,6-4 0-15,-6 1 3 0,0 3-1 0,2-6 0 16,-1 2 4-16,-1 4 2 0,2-4-3 0,-2 4-6 15,2-2 3-15,-2 2-1 0,7-1 3 0,-7 1 0 16,0 0 0-16,12 0 0 0,-12 0 0 0,13 2-3 16,-8 0 3-16,6 1-2 0,1 1-1 0,0-3-3 0,1 1-6 15,-1 1-4-15,3 0 4 0,-1 1-3 16,0-4 3-16,7 1-2 0,-5 0 4 0,3-1 4 16,-5 1-2-16,1-2 1 0,-2 0 8 0,1-2-2 0,1-2 1 15,-4 0 4-15,-1 0 1 0,0-1 4 0,-2-6 4 16,-1 5 2-16,0-4 9 0,-3 4 3 0,-3-6 14 15,1 3 13-15,-1-1 6 0,-2-1 13 0,-1 4 11 16,-2-1 1-16,-1 1-7 0,1 0-1 0,-2 3-5 16,-2 0 1-16,3 1-13 0,-5 2-6 0,1-1-6 15,-1 2-10-15,2 1-5 0,-4 2 15 0,2 2-18 16,1 2-9-16,-2 1 4 0,1 2-1 0,3-1-6 16,1 2 4-16,0 0 4 0,4 3-7 0,0-1 1 15,2-1 7-15,2 2-18 0,0-3-17 0,5 1-28 16,1 1-37-16,0-3-44 0,1 0-68 0,3 0-79 15,0-4-91-15,3-3-223 0,4 1-628 0,4-1 278 16</inkml:trace>
  <inkml:trace contextRef="#ctx0" brushRef="#br0" timeOffset="158224.76">17398 7081 132 0,'-16'-10'360'0,"-2"2"-27"15,6 0-32-15,1 2-34 16,0 2-25-16,2-1-30 0,1 2-38 0,2 2-62 16,1-1-58-16,5 2-56 0,0 0-96 0,-5 10-251 15,5-10-376-15,10 9 167 0</inkml:trace>
  <inkml:trace contextRef="#ctx0" brushRef="#br0" timeOffset="158868.82">17877 7951 202 0,'0'0'308'0,"0"0"-20"16,15-2-18-16,-15 2-16 0,8-9-14 0,-2 6-9 15,0-6-15-15,0 6-18 0,1-6-9 0,-1 1-15 0,1-3-15 16,1 2-3-16,1-4-10 0,-4 3-11 0,3-7-18 16,0-1-10-16,-2-1-9 0,-1-2-11 0,2-7-10 15,-3-3-7-15,1 1-8 0,-5-4-6 0,3-2-8 16,0-12-1-16,-3 12-10 0,0-2-5 0,-3-1-1 16,2 3-3-16,-1-2 0 0,-3 2-3 0,1 2 3 15,3-1 10-15,-5 3 2 0,3 0 17 0,-1 1-6 16,0 11-3-16,1-1-3 0,1 2-2 0,-1 2 6 15,2 5 4-15,0 0-4 0,-1 2-2 0,2 4-9 16,-3-1-6-16,3 3-14 0,-1 1-23 0,1 3-8 16,0 0 8-16,0 0-8 0,0 0 1 0,0 0-1 15,-5 19 5-15,2-9 1 0,1 2 3 0,2 1-6 0,-2 4 7 16,2 1-6-16,0 0 19 0,0 1-8 0,2-1-11 16,1 1-1-16,1 2-7 0,0-2-7 0,2 0 4 15,0-1-9-15,1-1 2 0,0-1-6 0,0-4 2 16,2-2-2-16,2 0-17 0,3 2-4 0,-1-4-13 15,4-1-4-15,2-1-5 0,0-3-3 0,-1-1-4 16,2-5-2-16,-1 1-1 0,4-4 2 0,-4 0 2 16,0 0 1-16,0-6 6 0,-1 2 9 0,-3-4 3 15,1-1 6-15,-5 0 13 0,2 0 16 0,-4-2 23 16,-6 4 27-16,3-4 23 0,-4 5 35 0,-1-2 28 16,-2 2 32-16,2 2 23 0,-1 0 22 0,-1 2 6 15,-1 2-8-15,1 0-15 0,0 1-17 0,-1 0-19 16,0 3-14-16,0-2-16 0,2 4-14 0,0 0-10 0,0 0-7 15,-16 8-4-15,13-1-10 0,2 2-1 16,-2 4-5-16,3 4-7 0,0 1-5 0,4 3-9 16,3 5-11-16,1 1-22 0,2 2-28 0,-1 1-48 0,6-2-57 15,2 3-61-15,0-1-76 0,0 1-101 0,-3-4-374 16,4-1-811-16,0-2 359 0</inkml:trace>
  <inkml:trace contextRef="#ctx0" brushRef="#br0" timeOffset="160175.35">11486 8852 282 0,'5'-18'286'0,"-1"0"0"16,1 0 0-16,-3-9-4 0,-2 10-4 0,0 3-7 15,0-3-8-15,0 6-9 0,-4-2-7 0,0 3-24 0,-2 0-25 16,1 4-23-16,-2-2-19 0,-2 0-21 0,-2 3-12 16,-3 3-9-16,-1 2-15 0,2 1-11 0,-2 1-12 15,-2 5-11-15,1 1-9 0,1 2 2 0,0 1-9 16,4 2-10-16,1-1-4 0,1 3-2 0,4-4 2 0,2 6-5 0,0 0 4 16,6-1-9-16,1 2 1 0,0-1-2 0,6 1-1 31,-1-3 0-31,6 1-4 0,4 4-1 0,-1-6-6 15,-2-3 3-15,2 5-4 0,-2-3 0 0,-1-2-8 0,0-2-2 16,-1 7-2-16,-5-7-9 0,-1-2-7 0,2 1 0 16,-6-2-5-16,3 1-5 0,-3-2 5 0,-3 3 2 0,2-5 8 15,-6 5-4-15,2-3-3 0,-6 0 10 0,-1 2-8 16,-3-2 4-16,0-1 4 0,-4-1-3 0,-4 0 5 16,3-1-4-16,2 2 7 0,-1-2-3 0,3 0 8 15,-1 0-4-15,2-1-5 0,5 0 17 0,6-1-7 16,-12-1 0-16,12 1-4 0,-4-1-3 0,4 1-4 15,0 0-15-15,16-10-23 0,3 4-25 0,11 0-15 16,2-2-12-16,3-1-6 0,3 2-5 0,0-2-10 16,0 0-1-16,0 1-6 0,-1-1 0 0,-2 1 6 15,-4-1 8-15,-2 2 12 0,-7 1 13 0,-2 0 4 16,-5 1 14-16,-3 0 16 0,-2-2 21 0,-2 2 13 16,-4 3 14-16,0-3 10 0,-4-2 6 0,-4 2 10 15,1 3 8-15,-5-2 12 0,2-2 8 0,-7 4 5 0,1-1 5 16,0 2 8-16,-3 0 2 0,1 2 1 0,-2-1-4 15,2 0-5-15,2 3-7 0,-3 0-2 16,4 3-8-16,-1-4-2 0,1 2-2 0,3 1-3 0,-1 3-9 16,3-3 2-16,2 4-2 0,1-1-2 0,2-2 1 15,2 5-4-15,3-3-5 0,3 3 4 0,2-1-4 16,5 0-8-16,1 2-7 0,0-2-14 0,4-2-14 16,0 1-18-16,2-3-17 0,0-1-22 0,9-1 1 15,-8-3-36-15,0-1-28 0,1-3-26 0,-4 1-22 16,4-1-15-16,-4-3-6 0,0-3 0 0,-3 0 11 15,-2 1 2-15,1-3-106 0,-3-2-332 0,0-2 147 16</inkml:trace>
  <inkml:trace contextRef="#ctx0" brushRef="#br0" timeOffset="160402.5">12061 8924 796 0,'4'-29'-52'16,"-3"8"31"-16,2-6 24 0,-6 0 37 0,2 0 33 0,-3 1 34 0,1 5 31 15,-2-7 33-15,-2 9 27 0,3-1 17 0,0 2 14 16,-2-3 5-16,2 5 15 0,3 3 9 0,-3 3 5 16,4-1 1-16,-5 1-3 0,3 4-11 0,2 2-21 15,0 2-24-15,-2-4-27 0,2 6-20 0,-2-5-20 16,2 5-16-16,0 0-4 0,0 0-16 0,2 13-15 15,0-3-10-15,2 1-8 0,-1 7 1 0,5 1-12 16,-1 0-5-16,1 7-6 0,-1 0 0 0,1 4-10 16,2-3-1-16,-2 1-4 0,2 0-3 0,-4 0-17 15,4 1-19-15,-5-10-22 0,2 9-25 0,2-3-36 16,-2-6-31-16,-1 2-20 0,-2-4-17 0,0-6-34 0,1 6-30 16,-1-6-42-16,-1-1-48 0,0-5-53 0,-1-1-240 15,0 2-654-15,-1-3 290 0</inkml:trace>
  <inkml:trace contextRef="#ctx0" brushRef="#br0" timeOffset="160580.1">12066 8835 95 0,'-1'-2'338'15,"-3"-1"-23"-15,4 3-8 0,-1-5-21 0,-1 2-13 0,2 3-25 16,0 0-30-16,0 0-23 0,7-6-18 0,1 5-19 15,5-1-41-15,0 1-40 0,2 1-49 0,0 1-56 16,8 1-65-16,-2-1-81 0,3 1-250 0,5-2-457 16,2 3 203-16</inkml:trace>
  <inkml:trace contextRef="#ctx0" brushRef="#br0" timeOffset="164644.63">13128 8640 89 0,'-5'-6'291'16,"0"-1"-10"-16,1 1-18 0,-2 0-17 0,1 1-25 16,-2 4-21-16,0-2-20 0,0 3-15 0,-1 3-2 0,-5 4 1 15,2 1-7-15,-3 5-9 0,2 3-5 0,1 1-7 0,-1 1-10 16,4 0-4-16,-6 8-10 0,7-7-9 0,-1 0-12 0,4 0-6 31,-3 3-8-31,3-4-7 0,3-1-4 0,1-5-5 16,0 5-1-16,1-4-11 0,3-1-1 0,3 0-4 15,-3 0 3-15,7-5-5 0,3 2-7 0,2-2 4 0,3-4-9 16,1 0-4-16,0-1-6 0,1-2-3 0,2-3-8 16,-3 0-9-16,1-2-15 0,2-4-12 0,-2 1-5 0,-4-3-15 15,2 2 2-15,-5-6 2 0,2 1-1 0,-3 2 4 16,-5 2 5-16,0 1 1 0,-1-2 7 15,-2 3 5-15,-4 0 3 0,2 0 7 0,-3 2 2 0,0-2 4 16,-4 0 0-16,0 5 2 0,0-2-2 0,-3 3 4 16,-1-1 0-16,0 3 3 0,-4 0-1 0,2 3 1 15,-1-2-1-15,-1 5 2 0,3-4-1 0,-1 6 3 16,-1 0 0-16,6-2-4 0,-1 1-1 0,-1 3 5 16,3-3-1-16,3 2 1 0,-1-1 4 0,2 1-3 15,2-1-2-15,2-1 4 0,-3 0-6 0,9 0 2 16,2-1 1-16,3-1-3 0,1 1-3 0,2-4-7 15,2 1-4-15,0-3-10 0,-1-1-5 0,0-1-14 16,0 0-3-16,0-5-6 0,1 1-9 0,-4 0 4 16,-4-1 2-16,2 0 6 0,-4 0 4 0,-1-2 6 15,1 2 4-15,-5-1 11 0,-1 1 10 0,-1 1 14 16,0-2 9-16,-2 3 4 0,1 0 8 0,-2 0-1 0,0 5 2 16,-3-8 2-16,2 4-3 0,1 4-7 0,-3-2-2 15,3 2 0-15,0 0-7 0,0 0-2 0,0 0 0 16,-13 6-3-16,12-2 2 0,1-4 1 0,-1 9 4 15,1-4-2-15,1 2-1 0,0-1 0 0,2 0-1 16,-3 1 3-16,4-2-6 0,2 0 5 0,-2 0 2 16,0-1-2-16,1 0-3 0,2-1 3 0,0-2-5 15,1 0 4-15,0 0-2 0,-1-2 0 0,-7 1 0 16,17-5 0-16,-8 1-4 0,-1-1 2 0,-1-1 0 16,1-2 3-16,-1 3-1 0,1-4-1 0,-4 2-2 15,2 0 4-15,-4-1 17 0,5 0 11 0,-6 4 15 16,2-2 23-16,0 2 14 0,0-1 3 0,-2-1-11 0,2 3-7 15,-2 1-10-15,-1 2-13 0,3-4-10 0,-3 4 1 16,0 0-4-16,0 0-6 0,0 0-2 16,1 12 1-16,-1-5-4 0,2-1-13 0,0 3 0 0,1 2-3 15,2-3-10-15,-1 2-4 0,0 0-21 0,1-1-13 16,0-2-21-16,3 3-22 0,-1-4-31 0,-2 0-37 16,2-1-42-16,-1-1-40 0,-1-1-45 0,4-2-242 15,-3-1-565-15,2 0 251 0</inkml:trace>
  <inkml:trace contextRef="#ctx0" brushRef="#br0" timeOffset="165421.98">13700 8500 162 0,'-1'-5'358'0,"-1"1"-11"16,1-2-5-16,-1 3-39 0,1-1-29 0,1 4-29 31,0-5-27-31,0 5-20 0,0 0-7 0,0 0-32 0,0 0-16 15,0 0-17-15,7 11 0 0,1-2-21 0,-2 0-10 16,3 0-12-16,-1 1 0 0,3 6 2 0,4-1-19 16,-3 2-10-16,2 0-2 0,0-1-3 0,-2 2-5 15,7 2-8-15,-5-3-5 0,-4 1-2 0,4-2-16 16,-3 0-5-16,-3-1 1 0,2-1-13 0,-5 0-3 16,-1-2-2-16,1-4-7 0,-2 3 4 0,0-3 1 15,-2-2-2-15,-1 1 2 0,0-1 0 0,-1-3 23 16,-2 2-19-16,0-3 5 0,3-2-6 0,-9 3 11 15,4-2 7-15,5-1 1 0,-13 0 5 0,13 0-1 16,-10-5 4-16,4 1 0 0,3 1-4 0,-1-2-2 16,4-1-2-16,-1 1-6 0,2-2-6 0,-1-1-12 15,7-2-8-15,2 3-10 0,1-2-7 0,5 4-9 0,1-5-7 16,6 2 1-16,-4 5 4 0,2-2 9 16,3 1-1-16,-5 4 4 0,2-1 1 0,-3 0 4 15,-5 2 2-15,2 0 5 0,-1 2-3 0,1 1 0 0,-5 0 1 16,1-1 2-16,-5 3 1 0,-1 2 0 0,-1-3 7 15,-3 1 2-15,0 2-1 0,-3-3 2 0,1 2 2 16,0 1 0-16,-2-3 1 0,4 4 0 0,-3-2-1 16,3-1 2-16,-1 0 2 0,0 0 2 0,1-1 0 15,1 0 4-15,0-1-6 0,2-2 6 0,1 1 0 16,3-3-1-16,0 1-1 0,5-2 0 0,-1-1-9 16,1 0 2-16,3-1-11 0,-3-2-1 0,3 2-8 15,-4-4-7-15,1 1-5 0,1-1-10 0,-1-1-2 16,-3-2-4-16,1 5 8 0,-2-5 6 0,-1 4 5 15,-2-2 3-15,-5-1 3 0,2 5 2 0,-4-4 5 16,-3 2 0-16,0 2 0 0,-4-3 3 0,1 6 4 0,-7-4 5 16,4 0-2-16,-6 3 4 0,0-1 3 0,-6 1-2 15,9 0 2-15,0 1 2 0,1 0 0 0,1-2 1 16,4 3 2-16,1-1 1 0,0 1 1 0,7 0-10 16,-9 1 14-16,9-1-1 0,0 0-4 0,0 0 2 15,24-5-3-15,-13 4 5 0,10-2-4 0,-2 1 2 16,1-1-3-16,1 0-1 0,-3 1 0 0,3-1-2 15,-1 1 3-15,-1 1 0 0,-5-1 0 0,2 2 0 16,-3-1-2-16,-2 1 2 0,-1 0 1 0,0 1 1 16,-3 1 1-16,-2-1-6 0,2 1-2 0,-3 1 8 15,0 1-2-15,-3 1-2 0,5 1 1 0,-3-1 1 16,1 5 1-16,-3-2-1 0,4 0 2 0,-2 1 1 16,0-2-2-16,1 4 1 0,0-1-2 0,4-2 4 0,-2 1 1 15,3 0 0-15,-2-2-3 0,1 0-4 0,1-3-22 16,1 0-27-16,1-1-37 0,1 0-27 15,1-3-30-15,0 0-16 0,2-3-17 0,-4 2-109 0,2-1-314 16,1-2 139-16</inkml:trace>
  <inkml:trace contextRef="#ctx0" brushRef="#br0" timeOffset="165816.25">14761 8678 116 0,'0'0'163'0,"-18"2"-3"0,10-1 0 31,-3 5-5-31,2-1-2 0,-2 1-11 0,0 1 0 0,1 0-9 15,0 1-13-15,1-1-9 0,0 1-8 0,2 3-12 16,-1-3-8-16,4 3-7 0,-3-2-8 0,4 4-6 16,-1-6-5-16,4-1-4 0,0 1-3 0,0-1-7 15,0-1-2-15,3 1-3 0,1-2-4 0,2-1-3 16,-1-1-2-16,3-2-2 0,0-2-5 0,0 1 1 0,2-1-3 16,3-4-3-16,-2 1-7 0,0-1-6 0,0-3-8 15,0 1-10-15,4-6-7 0,-5 1-12 16,-1-3-11-16,0-1 0 0,-2-1-5 0,0 1 4 0,-1-3 7 15,-5 1 3-15,-1-8 4 0,4 5 14 0,-8-3 23 16,3 1 17-16,-2 5 34 0,-3-1 21 0,2 0 23 16,-5 4 6-16,2-1 12 0,-1 6 7 0,1-2-7 15,0 0 4-15,-1 4-5 0,0-1-16 0,4 5-7 16,-2-2-2-16,2 1-17 0,0 4-9 0,-1 0-10 16,5 2-7-16,0 0-10 0,-7 8-4 0,4 0-10 15,6-2 4-15,-2 4-12 0,4 3-12 0,2 5-17 16,5 0-21-16,-1 0-33 0,6 6-47 0,-2 0-57 15,8-3-68-15,-4 2-299 0,4-4-578 0,-8-5 255 0</inkml:trace>
  <inkml:trace contextRef="#ctx0" brushRef="#br0" timeOffset="166044.79">15076 8627 185 0,'-8'-5'363'0,"4"2"-5"0,3 0-8 16,-2-1-21-16,3 4-30 0,-7-2-30 0,7 2-35 15,0 0-20-15,0 0-18 0,-13 5-6 0,13 0-13 16,-4 0-10-16,2 2-14 0,2 0-11 0,2 4-15 0,1 0-8 16,-1-1-18-16,2 2-8 0,0-1-6 0,3 0-8 15,-3 0-3-15,3 0-25 0,-1-2-23 16,0 3-22-16,-3-6-31 0,1 2-20 0,-3-3-28 0,1-1-7 16,-2 2-26-16,-3-2-25 0,-4 0-29 0,2-1-39 15,-5-2-38-15,2-2-62 0,-5 0-208 0,-1-2-549 16,-8-4 244-16</inkml:trace>
  <inkml:trace contextRef="#ctx0" brushRef="#br0" timeOffset="166234.16">14138 8513 153 0,'-7'-5'443'0,"4"-2"-38"0,2-1-48 0,1-1-29 0,4-1-34 15,0 4-36-15,3-5-19 0,7 3-27 0,-2 0-29 0,5-2-45 16,5 5-66-16,7-3-68 0,-6 6-91 0,7 2-99 16,1 2-284-16,3-1-507 0,3 3 225 0</inkml:trace>
  <inkml:trace contextRef="#ctx0" brushRef="#br0" timeOffset="167539.17">15491 8900 103 0,'0'5'215'16,"0"-5"9"-16,0 4 14 0,0-4 19 0,0 0-5 0,0 0-14 16,0 0-12-16,0 0-11 0,0 0-4 0,14-10 3 15,-9 4-3-15,-3 0 2 0,6-3-4 0,-4-2 4 16,0 1-8-16,3-6-2 0,1-1 2 0,-1 0-3 15,-3-1-16-15,0-2-6 0,0-9-5 16,0 1-9-16,1-1-7 0,-2 1-6 0,0-3-5 16,-2-3-6-16,2 5-4 0,-3 1-7 0,-3-2-8 0,3 9-14 15,0-6-5-15,0 9-8 0,0 0-4 0,0 7-7 16,0-5-1-16,0 6-9 0,-1 2-5 0,1 0-7 16,0 1-8-16,0 2-10 0,-3 0-10 0,3 5-7 0,0-7-20 15,0 7-8-15,0 0-2 0,0 0 5 0,0 0-5 16,-8 16 1-16,8-9-7 0,0 5-19 0,-1 0-4 15,5 1 0-15,-3-1-8 0,3 5-10 0,0-4-9 16,5 2-2-16,0 0-15 0,3-1-8 0,-2 0-6 16,0-3 2-16,3-3 1 0,-1-1-10 0,0-2-2 15,2 1-9-15,-1-6-11 0,7 2 6 0,-5-2-1 16,-2-3 10-16,-2-1 15 0,3-1 7 0,-2-1 9 16,0-3 6-16,0-4 3 0,-3 3 15 0,3-4 2 0,-5-2 6 15,1 1 16-15,-3-1 14 0,-1 1 28 16,-1 5 19-16,0-3 31 0,-3 2 30 0,0 3 20 0,-2 0 5 15,2 2 0-15,-1 0-13 0,1 3-13 0,-3-4-16 16,3 7-6-16,0 0-13 0,-6-2-8 0,6 2-9 16,0 0-3-16,-10 13-1 0,7-3-7 0,-1 0-2 15,3 5 0-15,-2-4-3 0,3 5-2 0,0 5-5 16,3-4-10-16,2 1-8 0,1-2-27 0,1 1-29 16,3-1-43-16,4 0-56 0,2-3-59 0,-2 0-70 15,2 2-92-15,10 0-445 0,3-5-883 0,-1-1 391 16</inkml:trace>
  <inkml:trace contextRef="#ctx0" brushRef="#br0" timeOffset="168794.61">16571 8487 42 0,'-4'-10'219'0,"-1"-1"-13"0,-5 4-13 16,5 2-7 0,-3-2-17-16,-2 2-11 0,-1 2-17 0,0 1-10 15,-2-1-12-15,-1 6-10 0,3-3-11 0,-2 2-7 16,0 2-12-16,4 2-4 0,-2-1-7 0,3-3-7 0,1 2-5 15,0 1-5-15,1 0-3 0,1 2-1 16,4-4-1-16,-2 2-3 0,3 0 4 0,0 0 2 0,0-2 5 16,4 1-1-16,3 0-1 0,0-2-4 0,1 3 0 15,3-2-3-15,1 0-5 0,-1-1-2 0,0 1-4 16,4 2-5-16,-3 0-2 0,3 0-2 0,0 5-6 16,0-2-3-16,2 4-5 0,-3 2 4 0,0 0-4 15,-2 5 0-15,3 4 0 0,0 0-2 0,-7 3-1 16,3 0-2-16,-4 0 1 0,1 3-2 0,-4-3 0 15,-2-5-2-15,0 4 1 0,-2-4 0 0,0 0-2 16,0-4-1-16,-2 2-1 0,0-2 2 0,-2-4 3 0,-1 0 8 16,2-3 26-16,-1-1 28 0,0-2 38 0,-2-2 29 15,2-3 27-15,-3 1 4 0,-2-5 5 16,9 2 8-16,-18-6-3 0,5-1-4 0,3-4-11 0,-2-2-13 16,-3-3-5-16,3-2-14 0,-3-9-1 0,2 0-8 15,7 2-7-15,-4-4-10 0,6-3-10 0,3-2-15 16,2 0-16-16,7 0-17 0,3-1-20 0,3-2-9 15,1 6-14-15,1 5-6 0,2-1-2 0,-2 5-8 16,-1 9 3-16,0 3-7 0,1 0-14 0,-2 3-10 16,-2 3-10-16,2 3-13 0,-2 1-5 0,0 1-9 15,2 2-8-15,1 3 2 0,-6 1 10 0,1 0 1 16,3 2 8-16,-3 1 2 0,-2 1 3 0,2 4 6 16,-2-3 0-16,-3-1 5 0,-1-1 5 0,1 3-5 15,0-2-3-15,-3-3 5 0,1 2 10 0,1-5 3 16,-1 1 3-16,-3-1 1 0,1-1 10 0,1 0 12 15,-2-4 5-15,0 0-9 0,5 0 2 0,-5 0 8 0,8-7-7 16,-4 3 0-16,-1-2 6 0,4 2-5 0,-3-2 4 16,3-3-1-16,2 1 5 0,-2-2-7 0,0 1 4 15,1 1 0-15,2 0 1 0,-5-2-1 0,3 3 5 16,-2 2-3-16,-1-1 2 0,2 3-1 0,-3-1-2 16,0 1-3-16,0 1 3 0,-4 2-5 0,0 0 2 15,9 4-1-15,-7-1 0 0,2 2-1 0,-4-1-3 16,4 3-4-16,-4-1-4 0,2 0 3 0,-1 1-3 15,2-2-5-15,-2 1 5 0,-1 1 2 0,3-3 2 16,-2 1 6-16,-1 1 1 0,4-3 0 0,-4-3 1 16,3 3 4-16,-3-3 0 0,8 1-3 0,-8-1 5 15,8-4-2-15,-8 4 3 0,7-8-2 0,-3 2 2 16,0 1 1-16,0-2 1 0,0 0-9 0,2-2 9 0,-1 3-3 16,-5 0 1-16,4 0 3 0,-2-1-4 0,1 3-8 15,-1 1 4-15,2 0-4 0,-4 3-5 16,6-1-6-16,-6 1-6 0,0 0-5 0,15 2-8 0,-8 1-8 15,-2 2-8-15,4-1-4 0,2 1 3 0,0 0 1 16,1 0 2-16,-1 0 1 0,4-1-2 0,-1 1 6 16,1-1 0-16,-3 0 5 0,4-2 4 0,2-1 7 15,-3 1 1-15,-1-2 3 0,-2-4 3 0,1 1 3 16,0 0 3-16,-3-3 7 0,0-1 1 0,-2-2 3 16,-1 1 5-16,-2-2-1 0,-1 0 5 0,-1-2 7 15,1 1 12-15,-5 3 15 0,-2-4 8 0,0 0 9 16,-1 3 11-16,-2-2 9 0,0 4-1 0,-2-3 3 15,-3 5-3-15,3-2-2 0,-3 3-4 0,-1 2-3 16,3 1-7-16,-1 2 5 0,-1-1-16 0,0 4-2 16,0 3-6-16,0-1 2 0,3 0-8 0,0 2 13 15,4 0-9-15,-2 2-1 0,4 2-7 0,-2 0 9 0,1-2-5 0,8 0 7 0,-2 2-5 16,3-2-7-16,-1 0 4 0,5 1 9 0,0-4-17 16,1-1-12-16,0 1-31 0,4-3-32 0,0-1-43 0,0 0-53 15,3-3-70-15,-2-3-82 0,-5 2-293 0,4-2-643 16,4-1 284-16</inkml:trace>
  <inkml:trace contextRef="#ctx0" brushRef="#br0" timeOffset="168962.63">17167 8250 94 0,'-4'-2'348'0,"-3"2"-22"0,7 0-28 15,-8-2-32-15,4 1-30 0,4 1-22 0,0 0-21 16,0 0-38-16,0 0-50 0,0 0-62 0,23 7-78 0,-11-5-102 16,1 3-214-16,4 0-381 0,1 2 168 0</inkml:trace>
  <inkml:trace contextRef="#ctx0" brushRef="#br0" timeOffset="169630.88">17498 8461 43 0,'0'0'396'16,"-3"-5"-13"-16,1 0-5 0,2 5-9 0,-2-2-30 16,2 2-31-16,-2-6-29 0,2 6-35 0,0 0-32 0,0 0-23 15,0 0-21-15,0 0-13 0,0 0-14 0,0 13-17 16,2-7-12-16,0 1-8 0,1 3-12 0,4-2-7 15,-3 2-14-15,1-1-5 0,1 0-2 0,-1 0-14 16,-1-1-8-16,2-1 7 0,-2-1-13 0,-1 0-3 16,1-1 0-16,-2-3-3 0,1 2-5 0,1 2 3 15,-1-5-3-15,-3-1-5 0,0 0-1 0,0 0 6 16,0 0-7-16,7-9-1 0,-4 4-3 0,-2 1 6 16,-1-2 0-16,5 0 6 0,-2-1-1 0,-2 0 7 15,1 1 3-15,0-2 4 0,3 3 5 0,-3 0 3 0,1-1 2 16,1 1-5-16,-4-1-4 0,2 4-5 0,2-2-4 15,-2 1-5-15,2 1-7 0,-4 2-4 0,0 0 3 16,10 0-4-16,-10 0-1 0,8 5-13 0,0-1-14 16,0 2-15-16,-1-1-17 0,3 2-18 0,0 1-28 15,0-2-27-15,0 1-27 0,2 1-39 0,-3 2-43 16,2-2-53-16,1-1-69 0,1-1-288 0,-1 2-690 16,0-6 305-16</inkml:trace>
  <inkml:trace contextRef="#ctx0" brushRef="#br0" timeOffset="170018.94">17944 8327 121 0,'-2'-4'446'0,"1"0"-9"15,1 4-22-15,1-7-13 16,1 2-30-16,0 2-23 0,-2-1-36 0,4 0-30 16,1 2-27-16,0-1-27 0,3 0-24 0,0 3-17 0,0 0-22 15,3 0-16-15,3 0-18 0,-6 3-12 0,2 1-17 16,0 0-7-16,1 2-3 0,-4 2-15 0,4 1-12 16,-3 0-7-16,-1 2-5 0,-1-2-9 0,1 3-2 15,-1 1-5-15,-5 0 2 0,2-2-9 0,-2 3-4 16,2 0-2-16,-6 0-2 0,2 3 0 0,1-3 0 15,-3 1-4-15,-1 2 1 0,-1-4-6 0,2 0 1 16,-1-1-2-16,4 1 1 0,-4 0-3 0,4-4 1 16,-1 3-4-16,1-6 5 0,0 2 1 0,1-1 0 15,3 2 4-15,3 0-1 0,1-3 0 0,3-1-3 16,0 1 1-16,4-2-5 0,5-2-26 0,-1-1-31 16,0 1-40-16,0-5-41 0,3 1-61 0,0 0-49 0,-3-2-60 15,1-2-73-15,-5 2-352 0,2-3-782 0,-3 0 345 16</inkml:trace>
  <inkml:trace contextRef="#ctx0" brushRef="#br0" timeOffset="170213.72">17980 8550 180 0,'-5'0'436'0,"-2"0"39"0,7 0 11 0,-4-5-32 0,4 5-44 15,0-4-33-15,0 4-40 0,12-7-33 0,-1 4-30 0,5-1-29 16,2-2-25-16,12 3-16 0,0 1-30 0,3 1-52 15,-1 0-70-15,2 2-92 0,2 4-86 0,-4 2-100 16,-1-3-117-16,-10 2-327 0,2-1-724 0,-3 0 320 16</inkml:trace>
  <inkml:trace contextRef="#ctx0" brushRef="#br0" timeOffset="175575.56">2702 10421 190 0,'0'-20'373'0,"0"1"1"16,-4-2 1-16,-1 2 5 0,-1 2 10 0,-2 1-14 16,1 1-24-16,-4 4-29 0,3 1-34 0,-1 2-29 15,-5 1-26-15,3 3-28 0,-9 0-20 0,2 3-26 16,-2 3-13-16,-9 7-18 0,2 4-14 0,2 4-10 15,-6 2-15-15,7 2-6 0,-2 4-8 0,0 2-8 0,0 0-8 16,6 0-8-16,-1-1-1 0,0 2-8 0,5-2-4 16,3 0-18-16,6 0-10 0,3-6-9 0,1 2-6 15,3-4-4-15,7-1 3 0,3-1-4 0,5-2 11 16,2-3-11-16,13 2 4 0,3-6 0 0,3-2-9 0,3-3-6 16,-1-2-8-16,0 0 4 0,1 0-3 0,-6-3 2 15,-2 0 6-15,-9 2 1 0,-2-3 13 0,-7 2-6 16,-1 1-2-16,-5 0 22 0,1 1 2 0,-2-1 2 15,-6 1-2-15,0 0-4 0,0 0 3 0,0 0 4 16,-18 12 3-16,3-6 2 0,-3 3 6 0,-1 1-8 16,-3 8-1-16,-1-3-2 0,5-3-1 0,3 3-5 15,2 1 0-15,3-2-5 0,5-3 4 0,-4 6 0 16,7-4-2-16,2-2 1 0,4 2 0 0,6-1 0 16,-1 0 0-16,13-1-5 0,5 0-4 0,7-3-14 0,4-2-11 15,-1-5-23-15,4-1-37 0,1 0-16 0,-4-5-23 16,-1-3-24-16,1-2-28 0,-3 0-29 15,-1-3-37-15,-4-2-47 0,0-4-30 0,-3-2-40 0,2-2-204 16,-6-4-614-16,1 0 272 0</inkml:trace>
  <inkml:trace contextRef="#ctx0" brushRef="#br0" timeOffset="175750.21">3196 10637 318 0,'1'-9'125'0,"-1"-3"21"0,-1 6 31 16,1-2 19-16,-3 0 18 0,3 2 0 0,-7 2-11 16,6-1-20-16,0 2-17 0,1 3-19 0,-7-1-11 15,7 1-5 1,-10 5 1-16,6-1 1 0,-5 5 5 0,2 0-11 15,-1 1-5-15,-2 7-8 0,-1-1-11 0,-1 7 5 16,2-4-25-16,-3-1-8 0,1 6-3 0,-6 3-7 16,7 2-13-16,-2-3-14 0,-1 0-18 0,-1-3-14 0,4-6-28 15,3 0-15-15,-3-2-27 0,0-2-25 0,3-3-31 16,0 0-35-16,-2-3-43 0,4-4-34 16,-1-2-240-16,1-2-510 0,6 1 226 0</inkml:trace>
  <inkml:trace contextRef="#ctx0" brushRef="#br0" timeOffset="175930.98">2901 10780 182 0,'0'-13'279'0,"0"2"27"0,1 1 12 16,-1-1 5-16,0 5-9 0,0-2-4 0,1 3-9 16,-1 0-15-16,0 1-29 0,0-1-27 0,3 2-28 15,-3 3-23-15,0 0-20 0,0 0-15 0,0 0-15 0,12 7-9 16,-5-2-12-16,0 2-14 0,1 5-8 16,3-2-11-16,3 6-22 0,0 0-25 0,7 5-15 15,-2-2-51-15,-3-2-30 0,5 2-32 0,3-2-18 0,2 2-53 16,3-2-50-16,0-6-70 0,3 2-291 0,-1-3-630 15,2 0 279-15</inkml:trace>
  <inkml:trace contextRef="#ctx0" brushRef="#br0" timeOffset="176633.57">3605 10731 244 0,'-14'-10'327'0,"-2"1"-10"0,-4 2-16 16,2 2-13-16,-5 2-15 0,1 1-16 0,-1 1-9 15,0 2-17-15,0 2-18 0,0 3-21 0,2 0-19 0,-6 4-16 16,7 1-11-16,-3 6-23 0,9-3-18 0,2 1-3 16,-3 0-18-16,5 3-18 0,5-7-9 0,0 3-14 15,2-2-15-15,3 1-11 0,0-2-20 0,8 1-9 16,-1-2-9-16,2-4-31 0,6 2-21 0,3-3-17 16,1-3-14-16,4 2-13 0,-4-4-11 0,4-1 0 15,0-3 3-15,-1 0 5 0,3-2 10 0,-5-2 14 0,10-1 9 16,-12-2 12-16,-1 1 12 0,-2-3 21 0,0 0 27 15,-8 4 29-15,1-1 26 0,-1 0 21 16,-4-2 21-16,-1 3 11 0,0 1 10 0,-2 2 7 0,0 1-6 16,0 0-8-16,-2 1-14 0,1 0-6 0,1 4-8 15,-3-6-11-15,3 6-2 0,-4-2-6 0,4 2-11 16,0 0-3-16,-9 7-7 0,6-1-8 0,2-1 8 16,-1 5-19-16,4 2-8 0,-2-3-9 0,2 3-3 15,1-1-4-15,1-2-8 0,3 3-4 0,0-3-7 16,1-2-10-16,-1-3-12 0,5 1-5 0,0-1-5 15,3-2-4-15,-4 0 8 0,5-2 5 0,-2-2 1 16,-3-1 9-16,2-1 4 0,1 0 8 0,1-1 2 16,-4 0 2-16,0-4 2 0,1 0 2 0,-2 1 10 15,-1 0 6-15,-1 0 5 0,0-3 9 0,1 2 19 16,-2 2 19-16,-2 0 14 0,-3 1 12 0,3 2 2 16,-4 0-9-16,3 1-10 0,0 1-3 0,-4 2-13 15,0-4 0-15,0 4-4 0,0 0-1 0,0 0-4 0,6 8-5 16,-5-4 1-16,4 2-3 0,-5 0-1 0,3 5-3 15,1-4 3-15,0 4-4 0,2-2-8 16,-2 1 3-16,0-1 0 0,-1-1-3 0,5-3 4 0,-6 1-4 16,5-2-1-16,0-2-2 0,-3-1 4 0,6 1 2 15,-5 0 2-15,-5-2 3 0,12-5 2 0,-7 3 12 16,-3-1 5-16,6 1 20 0,-4-3 23 0,-1 1 0 16,0-2 9-16,-2 0 1 0,3 3 6 0,-1-5 2 15,0 0 10-15,-2 4 9 0,2-1 7 0,-2 0-2 16,-1 1-12-16,3 0-12 0,-3 4-13 0,1-2-8 15,-1 2-13-15,0 0-12 0,3-5-4 0,-3 5 0 16,0 0-10-16,5 7-11 0,-2-3-10 0,1-1-11 16,0 2-8-16,0-1-12 0,6-2-18 0,-3 2-19 15,1 0-23-15,4 1-28 0,-2-1-25 0,2-1-9 16,1-2-30-16,1-1-35 0,-1 0-36 0,0-1-41 16,3-2-40-16,-1 1-25 0,-4-3-189 0,8-3-581 0,-4 5 257 15</inkml:trace>
  <inkml:trace contextRef="#ctx0" brushRef="#br0" timeOffset="176837.2">4306 10686 40 0,'0'0'193'0,"0"0"-4"0,-11 9-11 0,10-2-10 16,-1 2-12-16,2 1-5 0,-1 2-18 16,-2 1-6-16,2 2-1 0,1 4 1 0,1 3-8 15,3 5-11-15,-1-1-10 0,2 2-10 0,1 2-9 0,0 2-5 16,0 3-10-16,1 0-6 0,4 0-3 0,-3 2-6 15,0-3-19-15,0 3-24 0,0 0-40 0,2-5-39 16,-2-1-44-16,0-4-45 0,0-1-177 0,-1-8-367 16,-4-1 164-16</inkml:trace>
  <inkml:trace contextRef="#ctx0" brushRef="#br0" timeOffset="177539.07">4292 10858 183 0,'-7'-28'395'0,"2"1"4"15,-5 0-6-15,4 2-16 0,0-2-22 0,2 7-18 0,0-1-28 16,3 0-18-16,-2 2-25 0,3 3-23 0,-2-2-24 0,2 2-19 16,0 4-20-16,2 1-18 0,2 2-22 0,0-1-19 15,2 5-19-15,1-1-28 0,3 1-14 0,0 4-18 16,3 1-11-16,-2 1-13 0,3 2-13 0,2 5-2 15,2-1-12-15,-3 3-5 0,-2 3-14 0,2 2-4 16,-1 3 2-16,-2-2 0 0,0-1 1 0,-3 5 18 16,-1-2-23-16,1 8-5 0,-6-6-5 0,0 0-3 15,-6 1 6-15,3-3-11 0,-4 2 3 0,-2-5 0 16,-2 1 3-16,-1 1 4 0,-2-4 3 0,2-6 12 16,-3 0-12-16,0 0-1 0,0-2-3 0,1-4-4 15,0-1-5-15,2-2-4 0,-1-2-5 0,1-4-3 16,3 0-2-16,-3-2-4 0,3-1-1 0,3-7-4 15,3-1 3-15,3-2 5 0,0 1 5 0,4-9-6 0,1 1-8 16,4 1-8-16,2-6-21 0,-3 1-19 0,1 0-25 16,4-4-3-16,-1 1 12 0,0 0 13 0,-1 1 17 15,-1 1 65-15,-3 7 62 0,-6 7 50 0,3 7 33 16,-3-5 26-16,1 7 16 0,-1 0 5 0,-2 1-3 16,0 5-19-16,-2-3-8 0,3 2-17 0,-2 4-17 15,-1 1-8-15,0 0-6 0,10 13-7 0,-7-3-6 16,2 7-5-16,-1 2 18 0,2 8 8 0,0 1-2 15,0 1-5-15,3 2 13 0,1 0-26 0,1 0 7 16,1-1-4-16,0 1-17 0,3 0 6 0,-1-2 1 16,0 1-7-16,6-4-3 0,-3-1-6 0,0-1-7 15,3-5-4-15,-2 1-20 0,0-6 4 0,-1-2-29 16,0-5-4-16,-3-2-20 0,0-1-7 0,1-6 2 0,-1 1-4 16,0-5 3-16,3 0 1 0,-5-6 4 15,3-1 1-15,-4-1 6 0,-4-1 4 0,4-3 4 16,-6 0 7-16,2 0 14 0,-1 0 31 0,-5 1 30 0,-1 5 42 15,5 0 37-15,-5 1 23 0,0 2 6 0,3 1-8 16,-3 3-19-16,-3-2-15 0,3 2-21 0,0 3-11 16,0 2-10-16,0 0-5 0,0 0-9 0,-12 9-9 15,9-1-1-15,-1 0-4 0,4 7-11 0,0 1-19 16,0 5-25-16,-1-1-29 0,2 8-18 0,-1-1-47 16,0 0-35-16,3-6-28 0,-3-1-40 0,1 8-45 15,1-8-51-15,0 0-53 0,0-1-289 0,-1-2-698 16,-1-1 308-16</inkml:trace>
  <inkml:trace contextRef="#ctx0" brushRef="#br0" timeOffset="177787.33">3099 11399 288 0,'-64'19'440'15,"-1"1"-20"-15,9 0 0 0,0-1-4 0,5-3-13 0,18-2-29 16,3-2-38-16,11-3-35 0,10-2-25 0,-1-3-26 16,6 1-16-16,4-1 4 0,11-1-11 0,19-5-19 0,27 2-19 15,12-6-18-15,48-6-18 0,10-1-15 16,8-3-15-16,6 0-13 0,3 1-14 0,0-6-23 16,2 3-26-16,-8-3-33 0,1 2-46 0,-3 3-64 0,-4 0-69 15,-3 0-65-15,-16 4-65 0,-13 1-102 0,-38-2-392 16,2 1-854-16,-4 2 378 0</inkml:trace>
  <inkml:trace contextRef="#ctx0" brushRef="#br0" timeOffset="178185.42">5311 11077 153 0,'-1'-5'510'15,"-2"1"-12"-15,0-1-32 0,0 0-32 0,2 1-33 0,-2 0-22 0,-1 0-25 0,4 4-33 16,-5-4-25-16,3 0-40 0,2 4-25 0,0 0-25 0,-5-3-30 15,5 3-19-15,0 0-18 0,0 0-12 16,0 0-14-16,0 0-10 0,16 8-9 0,-9-5-12 16,5 1-14-16,-2 1-14 0,-2 0-2 0,4-3-20 0,-1 2 1 15,-4-3-1-15,0-1-5 0,1 1-1 0,-8-1-8 16,9-5-11-16,-3 3-10 0,-5-1-14 0,1-4-21 16,-2 1-13-16,-3-1-9 0,-3 0-10 0,2-2-11 15,-4 0-13-15,-1 0-19 0,-1-2-25 0,-1 3-20 16,-1-2-30-16,1 3-27 0,-1-2-34 0,2 3-50 15,2-2-50-15,1 5-272 0,-1-3-672 0,6 2 298 16</inkml:trace>
  <inkml:trace contextRef="#ctx0" brushRef="#br0" timeOffset="178438.44">5328 10762 234 0,'-5'-1'354'0,"1"-3"-10"15,-4 1-9-15,4 1-9 0,1-1-5 0,-1 1-6 16,0-1-5 0,4 3-10-16,-7-3-14 0,7 3-20 0,-3-2-13 15,3 2-16-15,0 0-15 0,-5-4-17 0,5 4-18 16,0 0-17-16,0 0-17 0,5-6-18 0,-2 3-12 16,-3 3-16-16,8-6-14 0,-5 2-15 0,1 1-10 15,-3-1-18-15,5 1-21 0,-6-1-25 0,4 1-47 16,-3-1-44-16,-1 4-43 0,-1-6-37 0,-3 3-29 15,0 0-24-15,4 3-25 0,0 0-44 0,-14 0-9 16,14 0-30-16,-15 3-256 0,8-1-633 0,2 2 281 16</inkml:trace>
  <inkml:trace contextRef="#ctx0" brushRef="#br0" timeOffset="178625.75">5376 10824 221 0,'11'2'344'0,"-3"0"6"16,3 0 18-16,-2-2 18 0,1 0 0 0,3 0-4 0,0 1-18 0,1-1-29 31,0-1-29-31,7 1-33 0,-3-1-25 0,3 1-24 16,0-3-24-16,-1 2-18 0,3 1-24 0,-3 1-53 15,-2-2-64-15,3 0-91 0,-8 1-89 0,2 4-97 16,-4-2-124-16,-1-2-322 0,-1 5-738 0,-2-4 327 16</inkml:trace>
  <inkml:trace contextRef="#ctx0" brushRef="#br0" timeOffset="184867.87">6644 10810 54 0,'-2'-21'408'16,"1"2"-2"-16,1 1 4 0,-5 0-8 0,3 5-4 15,2 1-16-15,-1 1-20 0,1 0-20 0,-1 4-23 16,1 1-35-16,-2 1-29 0,2 0-31 0,0 5-33 16,0-4-19-16,0 4-18 0,0 0-17 0,0 0-14 15,3 20-12-15,2-3-4 0,-1 3-18 0,-1 7-6 16,1 3-8-16,3 1-8 0,-6-1-5 0,2 2-10 15,-1 0-4-15,-2 0-4 0,1 2-16 0,2-5-24 0,-3 2-24 16,0-2-34-16,0-1-34 0,6 0-46 0,-3-1-28 16,1-6-27-16,-3 0-32 0,2-5-39 0,-1 0-44 15,3-4-55-15,-2-1-308 0,-2-3-724 0,4-3 321 0</inkml:trace>
  <inkml:trace contextRef="#ctx0" brushRef="#br0" timeOffset="185235.89">6818 11051 278 0,'0'-3'337'15,"0"-1"-14"-15,0 0-31 0,0 4-32 0,0 0-28 16,0-7-22-16,0 7-23 0,0 0-16 0,0 0-20 16,0 0-16-16,0 0-11 0,1 20-14 0,1-12-9 0,1 0-5 15,0 3-15-15,0-1-6 0,1 2-6 0,0-1-8 16,2 2-4-16,-2-3-6 0,1-1-9 15,1-1-2-15,-2 2 0 0,1-4-5 0,-2 0-3 0,0 0-1 16,1-2 0-16,-1-2 22 0,3 1 14 0,-6-3 7 16,6 1 15-16,-6-1-4 0,8-5 19 0,-4 0 4 15,-3-2 7-15,3-1 6 0,3-3 11 0,-3 2 9 16,0-4 2-16,-2 6 7 0,2-6-6 0,0 3-1 16,0-1-1-16,0 0-6 0,3 2-3 0,-6 1-13 15,3 2-13-15,-1 1-13 0,-2 1-7 0,2-1-16 16,1 3-9-16,-4 2-6 0,11-4-5 0,-11 4-8 15,11 5-5-15,-7-2-5 0,3 2-18 0,1 4-12 0,0-1-21 16,-1 4-31-16,0-1-36 0,0 0-44 0,2 5-29 16,-4-1-41-16,1 2-26 0,-2 1-25 15,2-1-33-15,-3-4-35 0,-1 0-36 0,-1 0-51 0,0-1-269 16,-2-3-729-16,1 0 323 0</inkml:trace>
  <inkml:trace contextRef="#ctx0" brushRef="#br0" timeOffset="185521.29">7228 11132 56 0,'0'0'344'0,"0"0"-26"0,0 0-26 0,0 0-11 0,0 0-7 16,0 0-3-16,0 0-12 0,-10 16 1 15,10-10 3-15,-2 3-14 0,2 3-16 0,3 5-17 16,-1 2-16-16,1 1-17 0,3 0-18 0,1 6-14 0,-2 1-13 15,3-2-13-15,3 4-14 0,-1-3-9 0,-1 2-9 16,1 0-11-16,-2 0-12 0,2-3-19 0,-3 1-31 16,-2-4-19-16,-1-3-33 0,1-2-34 0,-2 1-27 15,0-7-23-15,-1 2-24 0,-2-1-18 0,3-1-20 16,0-3-15-16,-6 2-13 0,2-5-17 0,1-2-30 16,0-3-37-16,-6 2-187 0,6-2-517 0,0 0 229 15</inkml:trace>
  <inkml:trace contextRef="#ctx0" brushRef="#br0" timeOffset="185780">7182 11153 253 0,'-8'-16'352'0,"4"0"5"0,0-1 4 0,-3 5-10 16,5 1-1-16,0-1-13 0,1 3-17 0,-2-2-29 15,6 2-24-15,-3 0-29 0,1 3-33 0,2-2-15 0,5 3-19 16,0 0-10-16,0 1-25 0,3 3-17 0,0 1-17 15,4 1-20-15,0 3-13 0,-3-2-18 0,2 7-16 16,-2-1-13-16,2 4-2 0,-2 1-2 0,-2 0-28 16,0 3-13-16,-6-1-4 0,3 2-13 0,-4-1-6 15,-3 1-23-15,0-3-5 0,0-2-5 0,-3 1-16 16,-4-1-8-16,3 0-10 0,-5 0-6 0,1-4-11 16,-2 1-10-16,1-1-26 0,-2-2-23 0,1-1-34 15,5-2-32-15,-2 0-239 0,0-2-533 0,3 0 237 16</inkml:trace>
  <inkml:trace contextRef="#ctx0" brushRef="#br0" timeOffset="186187.02">7453 11089 84 0,'1'-4'323'0,"4"0"-8"0,-1 0-14 16,-3 0-14-1,0 2-10-15,-1 2-37 0,0 0-25 0,4-4-23 0,-4 4-22 0,0 0-18 0,0 0-16 0,0 0-11 16,7 10-13-16,-4-3-17 0,0-1-17 0,-2 3-16 15,7 0-17-15,-4 1-16 0,3 2-15 0,-2-5-20 0,2 4-19 16,0-5-12-16,1 3-20 0,2-3-15 16,-4 2-8-16,0-3-9 0,2-1-2 0,-1-2 1 15,-2 0 4-15,2-2 13 0,-7 0 3 0,15-5 8 0,-11 0 16 16,0-1 15-16,3-1 21 0,-3-2 23 0,0-1 24 16,3-2 20-16,-3 2 23 0,0-3 19 0,0 3 22 15,-4-1 17-15,6 1 16 0,-6 2 18 0,0 1 5 16,1 2 5-16,0-2-15 0,1 2-11 0,-2 1-34 15,0 4-11-15,1-4-12 0,-1 4-6 0,0 0-12 16,0 0-13-16,12 9-3 0,-9-4-5 0,4 5-1 16,0 1-12-16,0-1 12 0,-1 2-16 0,5 2-6 15,-1-4-19-15,-1 4-12 0,2-2-11 0,-1-2-17 16,0-2-7-16,0 0-8 0,-2-1-21 0,4-1-6 16,-2-2-15-16,0-3-23 0,2-1-10 0,0 2-12 15,-4-6-12-15,4 0-16 0,-4 1-18 0,1-7-31 16,1 3-20-16,0-9-20 0,1 2-30 0,0-1-200 0,-4-4-510 15,-1 0 226-15</inkml:trace>
  <inkml:trace contextRef="#ctx0" brushRef="#br0" timeOffset="186367.62">7944 10758 36 0,'-3'-17'288'0,"0"7"32"0,-1-1 22 0,-1 0 14 16,2 0 18-16,2 1-1 0,-2 3-2 0,1 2-20 0,0-1-30 15,-1 4-36-15,2-2-32 0,1 4-34 0,0 0-21 16,0 0-18-16,-4 9-19 0,3 1-11 0,-1 1-12 15,2 6-11-15,2 3-14 0,-1 7-8 0,4 3-4 0,1-2-14 16,1 3-9-16,-1-3-8 0,0 3-25 16,2-1-20-16,-2 4-37 0,-1-3-48 0,4-3-45 15,0-1-43-15,-2 1-26 0,-3-3-42 0,-2-4-48 0,5-3-56 16,-2-5-8-16,0-3-312 0,-1 1-694 0,1-5 307 16</inkml:trace>
  <inkml:trace contextRef="#ctx0" brushRef="#br0" timeOffset="186539.21">7954 11007 350 0,'-2'-6'424'0,"-6"-2"-13"0,7 5-25 16,-2-1-31-16,1-1-23 0,1 0-31 0,1 5-31 0,-1-6-34 0,1 6-26 16,4-4-45-16,3 3-52 0,1 2-59 0,5 0-49 15,5 2-53-15,1 0-64 0,3 5-73 0,6-1-81 16,-10-4-235-16,5 5-541 0,-1 0 239 0</inkml:trace>
  <inkml:trace contextRef="#ctx0" brushRef="#br0" timeOffset="186722.12">8553 11104 143 0,'0'0'340'0,"0"0"-22"0,-9-7-32 16,9 7-26-1,-1-5-28-15,1 5-24 0,-7-2-21 0,7 2-22 0,0 0-22 16,0 0-43-16,-6-1-47 0,6 1-59 0,0 0-57 16,0 0-73-16,0 0-70 0,0 0-132 0,0 0-365 15,0 0 161-15</inkml:trace>
  <inkml:trace contextRef="#ctx0" brushRef="#br0" timeOffset="186872.6">8480 11015 56 0,'-4'-6'345'15,"0"3"5"-15,0-2-11 0,2-2 1 0,-2 3-6 16,4 0-29-16,-4 1-29 0,4 3-28 0,-5-8-35 0,5 5-54 16,0 3-55-16,0 0-70 0,0 0-54 0,0 0-51 15,0 0-82-15,0 0-92 0,0 0-191 0,0 14-472 16,5-10 209-16</inkml:trace>
  <inkml:trace contextRef="#ctx0" brushRef="#br0" timeOffset="187332.17">9104 10597 197 0,'3'-19'431'16,"0"1"-26"-16,-2 4-18 0,2 1-19 0,-3 2-13 0,1 2-21 15,0 2-24-15,1 2-31 0,-2 0-31 16,1 0-29-16,-1 5-24 0,2-1-24 0,-2 1-19 16,2 10-16-16,0 0-13 0,-1 7-8 0,2 2-10 0,1 8-13 15,0-1-12-15,0 7-5 0,-1-1-7 0,2 1-8 16,-1 1-19-16,2 5-35 0,0-3-43 0,0-2-33 15,-2-1-23-15,4 0-22 0,-4-5-20 0,3-3-29 16,-2-4-23-16,-2-2-37 0,1-3-43 0,-1-2-46 16,0-5-246-16,1-2-603 0,-3-3 267 0</inkml:trace>
  <inkml:trace contextRef="#ctx0" brushRef="#br0" timeOffset="187615.5">8828 10479 107 0,'-15'-14'409'16,"6"-1"-2"-16,0-2-7 0,1 5 0 0,0 4-4 16,4-2-11-16,3 3-17 0,-3 1-36 0,4-1-35 15,5 3-31-15,1 2-27 0,11 0-19 0,5 6-30 16,14 0-15-16,5 4-21 0,15 6-14 0,1 1-15 16,1 4-14-16,-1 6-11 0,0-1-4 0,-3 3-16 15,-1 1-7-15,-2 4-8 0,-5 0-8 0,-4 4-4 0,-3 0-8 16,-2 2-6-16,-6 2-3 0,-13-8-7 0,0 4-23 15,-6-1-23-15,-4 1-28 0,0 12-14 0,-9-8-5 16,-3-4-1-16,-6-2-20 0,-3 2 6 0,-9-5-17 16,-1-1-14-16,-7 0-6 0,-12 3-17 0,8-8-14 15,-2-8-28-15,-2 0-24 0,0 0-29 0,3-2-42 16,-2-9-56-16,3 4-272 0,3-5-647 0,9-4 285 16</inkml:trace>
  <inkml:trace contextRef="#ctx0" brushRef="#br0" timeOffset="187970.98">9712 11146 456 0,'-1'-7'504'0,"1"-1"-6"0,0 0-10 0,-1 0-17 0,-1 3-20 16,2 0-22 0,0 2-32-16,-1-3-39 0,1 6-39 0,0-6-28 15,0 6-42-15,0 0-29 0,0 0-24 0,0 0-17 16,0 0-22-16,-8 12-12 0,6-2-15 0,-2 0-15 16,3 3-10-16,-6 3-10 0,3 4-7 0,1 0-12 0,-1-1-5 15,4 0-2-15,-4 3-12 0,5-4-4 0,2 3-4 16,-3-1-5-16,4-1-6 0,2-1-23 15,2 0-17-15,-3-2-21 0,5 0-32 0,-1-2-37 0,5-1-21 16,1-1-58-16,1-3-49 0,2-2-41 0,-2 1-30 16,2 0-35-16,-2-2-43 0,-1-3-62 0,-4-1-313 15,1 1-805-15,-1-2 357 0</inkml:trace>
  <inkml:trace contextRef="#ctx0" brushRef="#br0" timeOffset="188160.47">9636 11332 337 0,'-7'-3'332'0,"-2"0"-5"0,3 0-7 0,2 1-8 15,-3-2-15-15,7 4-12 0,-5-6-31 0,3 5-21 16,2 1-27-16,2-6-26 0,-2 6-19 0,8-6-29 0,0 3-35 16,3 0-42-16,3 3-42 0,-1 0-43 0,4 0-54 15,2 1-55-15,0 1-65 0,0-1-79 0,-6-1-185 16,6 2-505-16,-4-2 225 0</inkml:trace>
  <inkml:trace contextRef="#ctx0" brushRef="#br0" timeOffset="188495.04">9829 11296 106 0,'-3'-4'364'16,"3"4"-26"-16,0 0-24 0,0 0-29 0,0 0-37 0,0 0-20 15,0 0-5-15,0 0-16 0,0 0-14 0,10 13-23 16,-3-8-18-16,-1 3-16 0,4 1-16 0,2 0-7 16,-2-1-13-16,4 5-12 0,0-1-7 0,-1 1-8 15,-5-3-5-15,3 0-7 0,-5 0-28 0,4 1-4 16,-6-1-14-16,1-1-7 0,1-1-7 0,-3-2-3 16,-2-1-2-16,-2 2 4 0,-1-4-1 0,-1 0 4 15,-2-1-6-15,5-2 3 0,-15 0-1 0,8-2 6 16,0-1 5-16,-2 2 12 0,4-3 2 0,-2-1 6 15,1 0-1-15,2-1-1 0,-2-1-5 0,4 2-9 16,2-3 5-16,0 1-22 0,3-2-22 0,6 1-26 16,0 1-32-16,4 0-40 0,6-1-37 0,1 2-37 15,9-3-39-15,0 3-38 0,-6 3-193 0,8 2-505 0,1-1 223 16</inkml:trace>
  <inkml:trace contextRef="#ctx0" brushRef="#br0" timeOffset="189098.73">10304 11342 67 0,'-7'-3'199'0,"-1"-3"7"0,-3 2 11 16,-3 1 8-16,-1-2 8 0,-4-2 7 0,0 3 5 16,0 2-1-16,-4-2-8 0,4 4-16 0,-3 1-21 15,2 0-16-15,2 1-17 0,-1 0-14 0,0 1-18 16,7 1-12-16,0 2-14 0,1 0-9 0,1 4-9 16,5-2-9-16,-2 3-5 0,3-1-9 0,1-1-13 0,3-2-7 15,5 2-11-15,1 0-21 0,1 0-16 0,1-1-20 16,6 0-22-16,-3-2-11 0,-2 1-23 0,6-5-16 15,0 2-8-15,0-3-2 0,-3 2-1 0,3-6 6 16,-1 2 2-16,-5-2 9 0,5-2 14 0,-3 0 5 16,-2-3 8-16,2 3 10 0,-4-3 19 0,3 0 29 15,-4-2 30-15,1 2 19 0,-3 1 12 0,-1 1 25 16,1-2 11-16,-1 2 6 0,0-1 3 0,-2 1 2 16,4 2 0-16,-5-1-5 0,3 0-15 0,-3 5-12 15,1-4-5-15,-1 4-9 0,0 0-15 0,0 0 0 16,0 0-1-16,0 0-4 0,8 13-7 0,-6-8-4 15,1 2-4-15,-2 0-2 0,4 2-13 0,0 0-4 0,0 0-5 16,-1-2 0-16,0 1-7 0,-1-1-1 0,1-1-3 16,0 1 0-16,2-2 3 0,-4-2 0 0,5 3-2 15,-3-5 4-15,1 0-1 0,-5-1 0 0,7 2 4 16,-7-2 0-16,0 0 0 0,11-4-3 0,-11 4 4 16,3-6 4-16,-1 4-1 0,3-2 2 0,-5 4 3 15,2-6-2-15,1 2-5 0,-2 0 3 0,2 0 2 16,-3 4-1-16,4-5-6 0,-1 3 0 0,2 0 3 15,-5 2 0-15,0 0-4 0,10 0 0 0,-10 0 0 16,8 4 2-16,-2 0 3 0,0-3-8 0,-2 3 3 16,3-2-6-16,0 4 14 0,-3-4-9 0,4 2 2 15,-2-1 5-15,-1-1-5 0,3-1 3 0,-2 1 0 16,0-1-1-16,4-1 2 0,-2-1 14 0,-1-2 13 0,0-1 2 16,1 2 10-16,-3-2 9 0,0 0-1 0,0-1 5 15,-1 1-10-15,3-1 0 0,-2 0-3 16,-1 0-1-16,0 2-7 0,1-2-3 0,-3 3-1 0,2-2-12 15,0 1-5-15,-4 3-21 0,10-4-16 0,-7 3-25 16,-3 1-33-16,0 0-21 0,9 4-36 0,-5-3-39 16,1 3-51-16,0-3-54 0,-1 2-65 0,0-1-193 15,0 1-588-15,3-1 261 0</inkml:trace>
  <inkml:trace contextRef="#ctx0" brushRef="#br0" timeOffset="189252.08">10388 11169 32 0,'-4'-2'169'0,"0"-2"-67"16,0 0-87-16,1 0-68 16,3 4-58-16,0 0 25 0</inkml:trace>
  <inkml:trace contextRef="#ctx0" brushRef="#br0" timeOffset="189698.17">11004 10581 315 0,'0'0'459'0,"-8"-2"-11"16,8 2-16-16,-7-1-32 0,7 1-33 0,-5-3-31 0,5 3-33 0,0 0-23 16,0 0-25-16,0 0-19 0,0 0-21 0,0 0-19 15,0 0-21-15,23 5-15 0,-11-4-14 0,6 4-36 16,1-2-35-16,3 2-38 0,1-1-52 0,6 0-51 15,-4 3-54-15,-4-2-60 0,-3 0-65 0,-1 0-82 16,3 0-339-16,-10-2-721 0,1-1 319 0</inkml:trace>
  <inkml:trace contextRef="#ctx0" brushRef="#br0" timeOffset="189867.57">11096 10728 202 0,'-6'2'303'0,"2"-2"12"0,-2 3-2 0,6-3-19 15,-9 1-22-15,9-1-29 0,-4 2-24 0,4-2-18 0,0 0-18 16,9 7-18-16,-5-4-12 0,6-1-18 0,1 2-23 16,2 0-51-16,9 1-58 0,-4 1-63 0,2 2-71 15,2-3-79-15,-1 3-253 0,0-6-500 0,1 3 221 16</inkml:trace>
  <inkml:trace contextRef="#ctx0" brushRef="#br0" timeOffset="190717.69">12190 10139 127 0,'0'-8'321'0,"0"4"-28"15,0-1-23-15,-4-3-20 0,0 3-16 0,0 1-16 16,-1-2-17-16,-1 2-10 0,-3-1-12 0,3 1-9 16,-3 1-7-16,1 1-11 0,-3-2-13 0,-3 2-12 15,2 0-6-15,-3 2-7 0,1 0-5 0,-5 2-8 16,0-1-10-16,-4 1-4 0,3 1-1 0,-1-1-15 15,1 1-1-15,0 2 6 0,3-1-25 0,-2-1 5 16,7 0-7-16,-3 1-5 0,4 0-7 0,0 0-4 16,3-1-1-16,1 0-1 0,0 2-1 0,3-1-10 15,0-1 5-15,4 3 6 0,0 1 0 0,3-2 2 16,2 4-4-16,5 1-3 0,6 2-3 0,2-1-1 0,8 4 3 16,0 2-7-16,1 0 1 0,1-1-5 0,-3 1-6 15,2 1 0-15,-2 0 4 0,-1 1-6 0,-4-1-3 16,-5-3 4-16,-1 1-2 0,-2-2-2 0,-2 2-3 15,-1-5-4-15,-5 3-2 0,-2-3 2 0,-1 1-3 16,-2 2 5-16,-4-4 4 0,0 1-11 0,-4 0 12 16,-2-2-2-16,-5 1 4 0,-2-1 1 0,-3-1 0 15,-2 0-7-15,-4-1 10 0,4-2-4 0,-6 1 15 16,6-2-3-16,0-1-1 0,0-2 3 0,9 1 2 16,2-1-6-16,-1 0 9 0,3 0-2 0,3 1 5 15,3-2-5-15,-4 1 3 0,8-1-2 0,-3 2 0 16,3-2-4-16,9 7 10 0,1-2-8 0,4 1-7 0,3 2-2 15,0 0-4-15,5 2 4 0,3 5-4 0,1-2 0 16,-8 3 0-16,2 2 0 0,-2-3-2 0,0 4-2 16,-2 4 7-16,-5-5 0 0,0 10 3 0,-2 2 33 15,-3-2-8-15,-1 0 16 0,-5 0-8 0,0 2 18 16,0 1-12-16,-5-5 2 0,2 4-5 0,-1-9-4 16,-1 4-3-16,2-5-3 0,0 2-4 0,2-3-3 15,-2-2 4-15,6-3-7 0,-2-1-3 0,10 3 3 16,-7-5-5-16,8-2-17 0,6-2-29 0,0 4-30 15,3-9-51-15,9 2-41 0,3-3-50 0,1-1-51 16,0-1-66-16,0-3-79 0,-1 0-357 0,3-2-809 16,-2-3 358-16</inkml:trace>
  <inkml:trace contextRef="#ctx0" brushRef="#br0" timeOffset="191360.78">12781 10491 72 0,'-5'-5'440'0,"0"-1"-9"0,1-1-19 16,-4 1-28-16,1-2-25 0,-3 3-31 0,1 1-22 16,0 1-24-16,0 2-22 0,0-2-26 0,-2 6-15 0,0 1-19 31,-1-2-13-31,5 7-14 0,-4-1-16 0,4 3-11 0,-2-1-9 15,3 3-13-15,2 0-11 0,3 4-9 0,1 0-8 16,1 0-8-16,3-1-7 0,2 0-9 16,3-4-4-16,-1 4-6 0,6-4-5 0,-2-1-1 0,3 0-17 15,0-4-2-15,3-1-11 0,-3-4 1 0,-1 1-12 16,-1-3-7-16,2-1 5 0,0-3-13 0,-3 0-7 16,1-2-4-16,-1-5-3 0,0 1-5 0,-3-3 1 15,-2-1 0-15,0-3-2 0,-3-3 3 0,-4 1-2 16,0-2 5-16,0 2 0 0,-4-1 4 0,-3-1 5 15,2 4 16-15,-6 2-7 0,0 0-4 0,0 1-1 16,-5 4 3-16,3 3-7 0,-1 3 1 0,0 2-1 16,-4 2-6-16,5 1-18 0,-5 3-22 0,6-1-39 0,-3 5-40 15,4 1-30-15,-1 5-32 0,6-1-33 0,2 5-43 16,3-1-46-16,5-1-47 0,8 2-272 16,-1-1-686-16,12 3 303 0</inkml:trace>
  <inkml:trace contextRef="#ctx0" brushRef="#br0" timeOffset="191569.24">13330 10735 109 0,'6'1'386'0,"-6"-1"-19"0,6 0-33 0,-6 0-33 0,2 4 0 0,-2-4 1 16,-2 6-2-16,2-6-15 0,-6 10-23 0,3 0-20 16,-4-1-24-16,-1 1-20 0,3-1-18 15,-1 3-13-15,-1-2-18 0,-1 8-15 0,-3-3-14 0,2 1-41 16,-4 1-42-16,1-4-53 0,1 3-48 0,3-1-37 15,-3-1-46-15,3-2-47 0,1 1-73 0,-1-6-73 16,4 4-217-16,0-5-604 0,-2-1 267 0</inkml:trace>
  <inkml:trace contextRef="#ctx0" brushRef="#br0" timeOffset="191968.4">13514 10344 360 0,'-3'-2'504'0,"0"0"-12"15,3 2-19-15,-4-4-29 0,4 4-33 0,0 0-34 16,-4-3-31-16,4 3-27 0,0 0-22 0,0 0-42 16,0 0-23-16,0 0-18 0,0 0-10 0,0 0-22 15,21 8-19-15,-12-5-14 0,5 4-16 0,1 2-14 16,2-1-13-16,-2 3-8 0,3-1-13 0,-3-1-8 15,1 2-6-15,-1 0-8 0,-1 1-9 0,-5-3 0 16,-2 1-12-16,2 0-6 0,-4 1-3 0,-4-1-5 0,2-2-4 16,-3 3-2-16,-3-1-2 0,-1 0-2 0,-4 0 0 15,0-2 2-15,-3 2-7 0,-3-3 1 16,-1 2-2-16,-1 0 6 0,4-3-7 0,-1 2-1 0,1-2-3 16,1-1-1-16,4 3 1 0,-1-5-1 0,3-1 0 15,-1 1 1-15,5-1 3 0,1-2 5 0,0 8 5 16,0-8-2-16,10 4-2 0,6-1-2 0,3-1-21 15,11 3-27-15,1-2-38 0,-1-2-43 0,4 1-49 16,3-1-51-16,-2 0-56 0,-1 0-63 0,0-2-77 16,-1-1-92-16,0-3-269 0,1 4-835 0,0-4 370 15</inkml:trace>
  <inkml:trace contextRef="#ctx0" brushRef="#br0" timeOffset="192157.98">14115 10731 159 0,'-4'4'322'16,"1"2"-7"-16,-1 0-10 0,1 1-4 0,-1 1-22 0,0 0-18 31,0 2-19-31,3-2-21 0,-5-2-19 0,2 6-19 16,0-3-17-16,1 1-19 0,-2 0-10 0,2 1-15 0,0-2-17 16,-2 1-38-16,-2 0-41 0,3-1-56 15,0 1-57-15,-4 0-68 0,1-2-83 0,-2 1-271 0,2-3-550 16,-3 1 243-16</inkml:trace>
  <inkml:trace contextRef="#ctx0" brushRef="#br0" timeOffset="192423.49">14380 10392 113 0,'3'-8'473'0,"0"2"-3"0,-1 1-23 16,0 0-39-16,-1 1-45 0,-1 0-39 0,0 4-35 16,0 0-32-16,0 0-25 15,12 7-23-15,-9 3-21 0,1-2-22 0,-3 5-14 0,5 4-13 16,-1 2-16-16,-2 1-10 0,2 6-12 16,1 2-11-16,-2-2-3 0,-1-5-25 0,-2 4-38 0,3-4-46 15,-4-1-37-15,0 2-38 0,2-3-29 0,-2 0-35 16,0-2-40-16,0 1-51 0,0-8-59 0,2 0-290 15,-2-2-649-15,2-3 287 0</inkml:trace>
  <inkml:trace contextRef="#ctx0" brushRef="#br0" timeOffset="192761.12">14705 10425 257 0,'0'0'317'0,"-11"4"-15"0,11-4-25 0,-9 0-23 16,5 3-28-16,-3 1-17 0,6-1-16 0,-2 4-9 16,3-3 3-16,0 3-14 0,1 3-10 0,7-3-19 15,-4 2-12-15,3-1-11 0,3 1-17 0,3-1-2 16,1 0-13-16,5 0-9 0,-4-1-3 0,-2-3-13 16,1-1-6-16,5-1-5 0,-6-2-8 0,1-1-2 15,0-1-15-15,-3-2-6 0,0-2-4 0,-2-2-5 0,-2 0-4 16,1 0 3-16,-5-4-2 0,0 1-2 0,-2-1-4 15,-4-1 0-15,-1 0 12 0,-4 2-9 0,1-1-2 16,-1 2-3-16,-2 1 6 0,-3 0-7 0,2 2 1 16,-4 2 0-16,4 4-1 0,-1-2-10 0,-3 3-30 15,4 2-24-15,-1 3-23 0,2 2-35 0,2 0-48 16,3 2-51-16,2 0-57 0,1 2-230 0,4 1-550 16,1 0 243-16</inkml:trace>
  <inkml:trace contextRef="#ctx0" brushRef="#br0" timeOffset="192944">15079 10683 260 0,'-3'6'297'0,"0"0"-17"16,-3 1-17-16,-1 2-22 0,3 1-12 0,-4 0-24 0,0 2-17 15,1 2-16-15,-4 1-17 0,4-4-18 0,-6 4-8 0,3-1-14 16,-2 3-21-16,-2-4-38 0,3-1-48 15,-3 1-60-15,3-4-71 0,1-1-85 0,2-1-200 0,0 0-442 16,2-3 196-16</inkml:trace>
  <inkml:trace contextRef="#ctx0" brushRef="#br0" timeOffset="193208.34">15217 10235 59 0,'0'-4'447'0,"-2"-2"4"15,2 1-22-15,0 5-27 0,0-6-32 0,0 6-36 16,0-5-36-16,0 5-32 0,0 0-30 0,0 0-25 16,0 0-23-16,11 10-16 0,-4-2-15 0,-2 1-16 15,2 4-16-15,0 2-10 0,2 4-11 0,0-1-14 0,-4 1-3 16,5 7-17-16,-5-7-38 0,0 1-31 0,2 2-28 15,-4-2-35-15,1 2-28 0,0-3-36 0,-4 1-42 16,0 0-68-16,3-2-73 0,-2-1-320 0,-2-4-679 16,1-1 301-16</inkml:trace>
  <inkml:trace contextRef="#ctx0" brushRef="#br0" timeOffset="194919.1">15516 10302 309 0,'-4'-5'432'0,"2"2"-11"16,2-1-16-16,-5 1-20 0,5 3-23 0,0 0-26 16,0-9-28-16,0 9-31 0,2-5-27 0,-2 5-27 15,7-2-23-15,0 2-20 0,4 1-21 0,1 1-17 16,1 2-13-16,4 4-15 0,-4-4-9 0,5 6-13 16,-2-1-11-16,-3 4-8 0,-1 0-11 15,-2 1-3-15,-1-3-7 0,-2 3-9 0,-3-1-2 0,-1 0 2 16,-3 0-10-16,-3 3-4 0,-4 1 0 15,-1-1 5-15,-4 0 15 0,0-3 14 0,-6 2 4 0,3-2 8 0,-4-3 2 16,4 0 1-16,-1-2-2 0,2 0-3 16,5-3-5-16,-1-2-6 0,6 3-3 0,-3-4-5 0,2 1-2 15,4-1 0-15,1-2-3 0,0 0-5 0,17 5 0 16,5-6-15-16,9 1-24 0,2-1-29 0,1-2-35 16,-1 0-39-16,-1-1-54 0,2 2-54 0,0-4-74 0,-1 0-75 15,-3-2-96-15,-3-4-360 0,-1 1-876 0,2 0 388 16</inkml:trace>
  <inkml:trace contextRef="#ctx0" brushRef="#br0" timeOffset="195794.5">15961 9974 112 0,'0'-6'411'0,"1"-1"-19"0,-1-1-15 0,3 3-42 0,-2-2-29 0,6 2-29 15,-3-1-25-15,1 1-21 0,5 0-29 0,-2 1-25 16,3 3-21-16,-3-1-14 0,6 1-15 0,-2 2-8 0,0 2-15 16,0 3-13-16,-1 2-8 0,4 1-6 0,-3 4-9 15,2 1-10-15,0 1-5 0,-3 1-5 0,-1 0-3 16,-3 0-9-16,3 2-1 0,-5 0-8 0,2 0 4 15,-2-1-8-15,-2 0-17 0,-3 1 10 0,0-3 0 0,0 0 4 16,-3 0-3-16,-2 0 1 0,-2 1-7 16,-1-4 0-16,-3 1 1 0,0-2-1 0,2 2-3 15,-5 0 2-15,5-3-8 0,0-2 6 0,1 1 4 0,1-1-13 16,-3 1 1-16,6-3 0 0,-2 1-5 0,3 0 1 16,-2 4 3-16,5-4-2 0,1 3 2 0,2 0 0 15,2 0 4-15,2 2-2 0,7 2-5 0,-2 0 12 16,3-2-6-16,4 2-2 0,1 4-1 0,-2-3 10 15,-3-2-8-15,8 4 7 0,-8-4-19 0,0-2 15 16,0 2-9-16,-5-4 0 0,-1 0 2 0,-1 0 3 16,-1-3 2-16,0 3-5 0,-6-4 1 0,2 4-1 15,1-5 3-15,-4 2 2 0,-4 2-1 0,3-4-1 16,-2 0 2-16,0 2-4 0,-1 0 5 0,-1-1-3 16,-1-3-3-16,5 4 0 0,-3-2-6 0,-1 3 12 0,3-1 0 15,-1-1-6-15,2 1 2 0,1 0 0 0,1 0 3 16,4 1-1-16,1 1 1 0,-2 2-2 0,7-3 4 15,-3 3 0-15,3 1 2 0,0 2-6 0,0-1-4 16,0 0 6-16,1-2 0 0,-1 2 3 0,-6-2-4 16,2 0-7-16,-3 2 0 0,0-2 10 0,-1 2-4 15,-3-4 2-15,0 2 3 0,-4-2-6 0,-3 1 3 16,0 1 3-16,-5 0-3 0,1-2 7 0,-5 4-4 16,0-2 4-16,-6-1-5 0,4 1-11 0,-5-2-26 0,-3 4-25 15,3-4-28-15,3-1-38 0,-9-1-53 16,6-1-81-16,1 2-92 0,-5-2-236 0,-3-1-636 15,6-2 282-15</inkml:trace>
  <inkml:trace contextRef="#ctx0" brushRef="#br0" timeOffset="207468.73">26156 9072 327 0,'0'-9'468'16,"0"-1"4"-16,0 4-16 0,0-1-31 0,0 2-45 15,0 0-42-15,0 5-42 0,0-4-32 0,0 4-22 16,0 0-25-16,-14 11-18 0,10-4-14 0,-6 8-15 16,1 3-17-16,-2 8-14 0,-2 2-13 0,3 3-13 15,-3-2-9-15,2 5-10 0,1-3-8 0,2 4-7 0,-1 1-15 0,2-3-40 16,1 0-42-16,2 2-44 0,4-5-42 15,0-1-47-15,0 1-39 0,-4-5-50 0,4-5-61 16,0-3-67-16,-1-4-297 0,2 0-720 0,-1-6 319 0</inkml:trace>
  <inkml:trace contextRef="#ctx0" brushRef="#br0" timeOffset="207771.19">25743 8916 365 0,'-3'-11'437'0,"1"2"-12"16,4 3-24-16,-1-1-38 15,2 1-30-15,5 0-36 0,3 2-28 0,3 2-23 16,7 3-26-16,3 0-24 0,9 6-9 0,1 2-27 16,3 2-16-16,12 11-13 0,-12-6-17 0,11 10-18 15,-16-3-1-15,10 10-13 0,-11-9-4 0,-2 7-17 16,2 8 2-16,-7-9-9 0,-5 5 0 0,-4-1-9 15,-2 0-4-15,-6 2-6 0,-3-2-9 0,-4 1-7 0,-3-1-3 16,-4-4-10-16,-2 2-9 0,-7-4 3 16,-6 1 1-16,0-5-4 0,-5-2 6 0,-6-1-2 15,-6-4 0-15,-12 5 1 0,11-12 1 0,-11 5-5 0,13-6-12 16,-1-2-30-16,2-4-26 0,3 1-30 0,0-1-21 16,10 0-26-16,3-3-34 0,9 2-30 0,0-2-48 15,9-1-85-15,3 1-252 0,0 0-645 0,0 0 286 16</inkml:trace>
  <inkml:trace contextRef="#ctx0" brushRef="#br0" timeOffset="208097.5">26349 9662 19 0,'0'-5'443'0,"0"0"16"16,-4 1-2-16,4-1-22 0,0 5-29 0,0-6-36 16,0 6-42-16,-1-6-38 0,1 6-37 0,0 0-25 15,0 0-22-15,0 0-23 0,-10 15-20 0,8-5-13 16,-4-1-13-16,1 3-15 0,-1 2-16 0,0 3-5 16,-3 1-7-16,2 1-10 0,0 2-11 0,2-1-1 0,0 5-6 15,1-3-9-15,2-3-5 0,2 7-3 0,0-6-1 16,2 0-4-16,0 0-4 0,3 3-3 0,2-8-17 15,0 2-22-15,3-2-27 0,2-6-47 0,3 2-48 16,0 0-54-16,-1-3-39 0,-1-2-44 0,2-2-53 16,-1-3-53-16,-1 1-304 0,0-3-727 0,0 0 322 15</inkml:trace>
  <inkml:trace contextRef="#ctx0" brushRef="#br0" timeOffset="208275.11">26289 9852 56 0,'-17'-7'318'15,"3"2"5"-15,3 0 4 0,-2 1 7 0,2-2 9 16,3 1 6-16,1 2 9 0,1 0-12 0,2 0-24 16,0 1-30-16,0-1-31 0,4 3-33 0,0-5-49 15,0 5-31-15,11-5-48 0,-4 5-48 0,5-2-50 16,3 4-50-16,1 0-40 0,5 2-43 0,-1 0-40 16,-1-1-52-16,4 4-51 0,-4-3-64 0,0 2-174 15,0 1-552-15,0 0 244 0</inkml:trace>
  <inkml:trace contextRef="#ctx0" brushRef="#br0" timeOffset="208803.6">26565 10009 71 0,'0'0'184'0,"4"4"-3"16,-1-2 0-16,-3-2-22 0,0 0-9 0,4 3-17 15,-4-3-12-15,0 0-12 0,4 3-2 0,-4-3 0 16,0 0 9-16,0 0 8 0,0 0 0 0,0 0-1 15,0 0-4-15,0 0-10 0,-25-4-13 0,25 4-5 16,-10-2-7-16,3 2-7 0,7 0 0 0,-8-3-6 16,8 3 1-16,-4-4-4 0,4 4-5 0,-4-4-13 15,4 4-8-15,0 0-4 0,11-7-6 0,-4 4-11 0,4-2-18 16,3 1-8-16,0 0-10 0,5-1-11 16,0 0-1-16,2 0 1 0,2-2 3 0,-4-2 4 15,-2 5 1-15,-1 2 2 0,-2-4 2 0,-3 4 4 0,3 0 6 16,-7 1 12-16,-1-1 6 0,1 2 3 0,-7 0-4 15,4-1-1-15,-4 1-3 0,0 0-3 0,0 0 3 16,0 0-3-16,0 0 1 0,-17 8 0 0,11-6 0 16,-3 3-3-16,-1-1 2 0,2 3 1 0,0 0-1 15,0-1-4-15,2 2 2 0,2-3-1 0,0 0-1 16,1 1 5-16,2-1 0 0,-1 1-2 0,4-2-3 16,2-1 3-16,0 1 4 0,2-2-6 0,1-2 1 15,6 3-1-15,-1-3 0 0,-1-2 2 0,1 2-3 16,2-1 1-16,-1 0 0 0,-2-2-1 0,2 1 3 15,0-2-5-15,-3 0 22 0,1 1 14 0,-3 1 3 16,-3-3 3-16,2 4 9 0,0-2 1 0,-2 0 1 16,1 2-1-16,-1-2 0 0,-5 3-5 0,6-2-4 0,-6 2-6 15,2-3-6-15,-2 3-4 0,0 0-9 0,10 4 13 16,-10-4-12-16,5 1-1 0,-2 3 2 16,1-1-4-16,-1 0 6 0,1 0-10 0,0 1 2 0,3 0-25 15,-2 0-24-15,2 0-48 0,0 0-58 0,1-1-68 16,3 1-71-16,-2-3-239 0,3 3-562 0,-2-2 249 15</inkml:trace>
  <inkml:trace contextRef="#ctx0" brushRef="#br0" timeOffset="208962.7">26956 9695 137 0,'-7'-10'282'0,"-1"2"-29"0,4 1-27 15,-3 1-24-15,4 2-27 0,1-3-37 0,0 3-50 16,0 1-57-16,0-2-75 0,2 5-91 0,2-8-91 16,-2 8-245-16,4-4 110 0</inkml:trace>
  <inkml:trace contextRef="#ctx0" brushRef="#br0" timeOffset="209185.7">26930 9360 318 0,'-5'-4'461'0,"2"0"-37"0,0 2-36 16,0-2-40-16,3 4-32 0,6-7-33 0,-1 1-34 0,5 2-19 0,3 1-29 16,6 0-24-16,-1-2-64 0,5 2-56 0,0 2-55 15,6 0-49-15,-6 3-54 0,0-2-62 0,-2 3-61 16,2 0-70-16,-10 0-163 0,2 1-494 0,-4-1 219 15</inkml:trace>
  <inkml:trace contextRef="#ctx0" brushRef="#br0" timeOffset="209331.65">27037 9469 126 0,'-6'2'279'0,"1"2"11"0,0-1 12 0,1 0 9 15,1-1 27-15,3-2-22 0,-2 3-7 0,2-3-29 16,7 3-23-16,2-3-29 0,3 3-21 0,2-2-35 15,6-1-59-15,3 3-54 0,0-6-56 0,-1 6-61 16,1-2-69-16,-2 1-80 0,-1-1-88 0,1 0-190 16,0-2-523-16,-6 0 232 0</inkml:trace>
  <inkml:trace contextRef="#ctx0" brushRef="#br0" timeOffset="210636.82">28249 8640 225 0,'3'-13'328'0,"0"-2"-17"15,-1-1-1-15,-4 4-6 0,-1-4-9 0,3 2-7 16,-1 1-10-16,-2 0-7 0,-4 3-21 0,3-2-12 16,-4 1-35-16,0 0-16 0,-3 1-21 0,1 2-14 0,-5 1-19 15,-4-2-16-15,-1 6-6 0,-2 0-15 0,-6 2-9 16,6 2-7-16,-1 2-13 0,-6 5-1 0,7-1-9 0,-1 3-5 0,-3-2 4 16,6 3-14-16,1-1-8 0,3 0-4 15,2 4 0-15,3 0-6 0,2 3 1 0,1 0 10 0,6 2-13 16,4 4 1-16,6 5 0 0,4-2 1 0,5 1-2 15,1 0-4-15,3 1 1 0,3 0-2 0,-1 0-3 16,-2-2 8-16,2-1-17 0,-2 1 4 0,-3-1-8 16,1 0 1-16,-5 1-4 0,-3-6-7 0,-5-1 0 15,1 1 1-15,-7-2-2 0,0 1-2 0,-4 1 3 0,-1-1 1 16,-5 0 0-16,-1 5 2 0,-5-7 1 16,1-1 1-16,-4-2 3 0,-6 3-4 0,2-1 2 15,-2-2 1-15,-1-1 1 0,4-4 1 0,6 0-5 0,-2-2 0 16,10-2-1-16,1 2 4 0,2-2-3 0,3-1 5 15,1 4-1-15,4-1 2 0,3 1 0 0,11 1 2 16,10 4-7-16,2 2 13 0,6 1-10 0,0 2 3 16,-1-2-5-16,3 3 0 0,-2-1-1 0,-5 5 1 15,0-2 13-15,0 2-13 0,-4 2-6 0,-7-1 5 16,1 1 1-16,-7 2 0 0,-4 0 16 0,-8 2 7 16,2 0 14-16,-6 4 9 0,-3 4 25 0,-4-7 12 15,-2 6-2-15,-6 10 12 0,2-17 7 0,1 7-5 16,1 2 3-16,-5 8-6 0,8-11-8 0,-2-2-4 15,6-1-7-15,-2 0-5 0,6-2-4 0,3-1-4 16,1-4-3-16,6-5-6 0,-1-1 1 0,4-2-6 16,3-2-3-16,4-2-17 0,4-2-26 0,5-1-29 0,-2-4-44 15,4-2-64-15,5-6-70 0,-2-1-81 0,-1-5-101 16,0-4-129-16,-1-7-285 0,-3-6-872 16,1-4 386-16</inkml:trace>
  <inkml:trace contextRef="#ctx0" brushRef="#br0" timeOffset="211137.41">28849 9027 44 0,'1'-3'423'0,"-1"-2"-12"15,0 5-25-15,-2-6-43 0,0 4-36 0,2 2-30 0,-8 0-28 0,8 0-23 16,-20 6-5-16,8 1-9 0,-3 4-3 0,0 2 1 15,1 4-2-15,-1-1-12 0,3 8-11 0,-2 2-16 16,3 2-12-16,0-1-15 0,6 2-11 0,-2 1-8 16,3-1-14-16,6 2-10 0,0-3-8 0,6-1-5 15,3 1-11-15,0-2-10 0,3-3-34 0,-2-5-38 16,4-2-42-16,-1 0-57 0,3-3-59 0,-2-3-66 0,1 0-70 16,0-3-82-16,-3-4-308 0,-3-2-748 0,2-1 331 15</inkml:trace>
  <inkml:trace contextRef="#ctx0" brushRef="#br0" timeOffset="211457.29">29034 9151 33 0,'1'-6'467'16,"1"1"4"-16,-1 2-9 0,-1-3-11 16,0 2-36-16,0 4-45 0,2-5-43 0,-2 5-40 15,0 0-31-15,0 0-24 0,0 0-25 0,0 0-18 16,0 0-19-16,-9 21-16 0,8-10-15 0,1 2-16 0,-1 6-32 15,1 0-42-15,2 1-45 0,1 0-45 0,1 0-43 16,3 1-41-16,-3-1-56 0,5 1-68 0,0-4-71 16,-1-2-330-16,3 0-704 0,-2-3 312 0</inkml:trace>
  <inkml:trace contextRef="#ctx0" brushRef="#br0" timeOffset="211625.8">29233 9458 24 0,'0'0'239'0,"0"0"9"0,-6 7-1 0,3-3 0 15,-1 2-5 1,0-2-11-16,0 3-13 0,-2 0-22 0,-3 4-18 16,5-3-12-16,-1 3-19 0,-5-1-10 15,6 2-16-15,-3-1-11 0,-1 0-23 0,5 1-42 0,-2-2-50 16,-2-2-62-16,2 2-79 0,4-6-69 0,-5 1-194 16,5 0-442-16,1-2 196 0</inkml:trace>
  <inkml:trace contextRef="#ctx0" brushRef="#br0" timeOffset="211953.58">29408 9163 315 0,'0'0'399'16,"-4"-2"-13"-16,4 2-24 0,0 0-17 0,0 0-7 0,0 0-18 0,0 0-22 0,0 0-23 15,18 5-26-15,-10-3-28 0,0 3-17 16,2-1-21-16,-2 0-21 0,1 2-16 0,-2-1-13 0,0-1-18 16,0 2-10-16,-1-1-10 0,0 0-10 0,-3 1-9 15,1-1-12-15,-2 1-6 0,0 1-6 0,-2 0-4 16,-2 0-5-16,1 0-3 0,-3 3-5 0,-2-3 1 16,1 1-6-16,-3-2 0 0,1 1-5 0,2 1-2 15,-2-2-1-15,-1-2-2 0,2 1-3 0,2 0-11 16,0-1-32-16,0-2-27 0,3 2-18 0,1 0-29 15,0-4-42-15,2 7-55 0,5-4-65 0,0 0-82 16,7-2-351-16,-1 3-752 0,-1-3 333 0</inkml:trace>
  <inkml:trace contextRef="#ctx0" brushRef="#br0" timeOffset="212311.18">29616 9038 388 0,'-4'-2'501'0,"-1"-2"-9"16,3 2-26-16,2 2-39 0,-4-3-40 0,4 3-39 16,0 0-30-16,0 0-30 0,0 0-1 0,0 0-22 15,12 15-23-15,2-3-25 0,-1 3-22 0,1 1-21 16,9 4-10-16,-1 0-21 0,0 3-8 0,-4-3-18 16,2 3-20-16,-4-1-48 0,-1-1-57 0,-3-3-61 15,-1 2-57-15,-1-2-48 0,-5 3-48 0,-1 0-52 0,-4-2-71 16,-2 0-65-16,-4 0-269 0,-5 7-735 0,-2 0 324 15</inkml:trace>
  <inkml:trace contextRef="#ctx0" brushRef="#br0" timeOffset="212495.37">29813 9709 306 0,'0'5'318'15,"3"-1"-17"-15,-3-1-12 0,0 1-15 0,0 1-23 0,-3-1-14 16,-1 1-30-16,-1 0-18 0,-1 0-16 0,-4 3-18 16,1-2-17-16,-2 1-25 0,-1-1-47 0,3 3-50 0,-5-5-63 15,3 5-87-15,3-4-101 0,-4 0-202 0,2 1-472 16,1-3 209-16</inkml:trace>
  <inkml:trace contextRef="#ctx0" brushRef="#br0" timeOffset="212927.9">30293 9126 81 0,'2'-4'421'15,"-2"4"-12"-15,1-5-13 0,-1 5-26 0,0-5-27 16,0 5-38-16,0 0-30 0,0 0-22 16,0 0-13-16,0 0-6 0,-13 13-17 0,5-10-14 15,3 7-18-15,-1 1-13 0,1 2-16 0,0-1-11 16,1 5-14-16,-1 1-11 0,2-1-22 0,2 0-6 16,1 5-9-16,1-2-11 0,3 0-16 0,2 1-34 15,1-2-28-15,3-1-44 0,1-1-33 0,2-5-43 16,1 2-58-16,1 0-62 0,-1-2-73 0,2-2-58 15,-1-4-238-15,4-1-666 0,-1 2 295 0</inkml:trace>
  <inkml:trace contextRef="#ctx0" brushRef="#br0" timeOffset="213249">30599 9231 85 0,'-7'-3'297'0,"2"0"-1"0,1-1 2 0,-3 4 1 16,-1 0-8-16,-1 1-14 0,-1 3-12 0,-1-2-19 15,3 3-20-15,-3 1-12 0,3 2-28 0,0-1-15 16,1 2-16-16,2-3-19 0,1 0-6 0,2 4-11 16,-2 0-8-16,4-4-4 0,2 2-7 0,0-1-15 15,5 0-9-15,4 1-3 0,1-2-5 0,-1-1-4 16,3-1-9-16,2-1-12 0,4-2-10 0,-2-1-9 16,-3-1-10-16,-1-1 0 0,-1-1-7 0,0-4-8 15,-1 1-14-15,-1-3 4 0,-2-2-6 0,-5 0-2 16,2-1 1-16,-2-2 2 0,-4 4 4 0,2-4-7 15,-4 3-2-15,-5 1 3 0,2 1-8 0,-4-2-15 16,0 4 0-16,-2 0-22 0,2 3-16 0,-4 0-27 16,4 3-29-16,-1 1-41 0,2 3-41 0,1-3-43 0,1 3-49 15,1 2-183-15,5 0-531 0,0 0 236 16</inkml:trace>
  <inkml:trace contextRef="#ctx0" brushRef="#br0" timeOffset="213411.64">30851 9448 115 0,'0'4'302'0,"-1"2"5"0,1-1-1 0,0 0-7 15,-2-2-3-15,1 4-10 0,-2-2-26 16,-1 1-22-16,0 1-18 0,0-1-28 0,0 1-14 0,1-1-5 16,-1 2-26-16,0-2-24 0,-1 1-43 0,-3 2-42 15,5-3-43-15,-1 1-55 0,1-3-68 0,-1 0-91 16,1 0-72-16,0-2-186 0,2 3-515 0,1-5 228 15</inkml:trace>
  <inkml:trace contextRef="#ctx0" brushRef="#br0" timeOffset="213640.23">31131 9212 422 0,'-2'-8'449'0,"-3"4"-18"0,3 0-35 15,-1 0-30-15,-1 2-49 0,4 2-34 0,0 0-27 16,-9-1-27-16,9 1-22 0,0 0-19 0,-10 7-19 16,7 1-9-16,-1 0-17 0,2 3-18 0,0 3-23 15,4 3-20-15,-2-1-37 0,1 5-19 0,3-3-64 16,0 2-39-16,-3 0-58 0,5-2-67 0,-3 0-72 16,3-3-79-16,-3-4-201 0,4 0-598 0,-2-3 265 15</inkml:trace>
  <inkml:trace contextRef="#ctx0" brushRef="#br0" timeOffset="213953.68">31124 8959 27 0,'0'0'400'0,"0"0"-28"16,0 0-9-16,0 0-33 0,0 0-14 0,17 0-18 15,-4 7-25-15,-2-2-7 0,5 2-32 0,2 5-22 16,3 0-29-16,-1 4-12 0,3 3-13 0,0-1-19 0,-1 1-18 16,-3 2-5-16,-1 7-13 0,-4-5-17 15,-4-3-3-15,-4 0-9 0,-1-1-5 0,-1 3-29 16,-4 0-46-16,0 2-32 0,-6-5-42 0,-3 8-45 0,-3-9-61 15,-2 0-70-15,1-2-75 0,-6 7-238 0,-3 1-617 16,1-4 274-16</inkml:trace>
  <inkml:trace contextRef="#ctx0" brushRef="#br0" timeOffset="214176.61">31527 9626 300 0,'0'0'441'0,"0"0"-38"0,0 0-32 0,0 0-39 16,0 0-20-16,0 0-50 0,0 0-26 0,0 0-27 16,-22 7-8-16,17-2-22 0,-1 0-16 0,-3 1-15 0,1 5-14 15,1-2-27-15,-3 0-48 0,1 1-42 0,-1 0-66 16,-6 4-61-16,3 1-64 0,0-3-86 15,-8 6-288-15,2-5-591 0,3 0 261 0</inkml:trace>
  <inkml:trace contextRef="#ctx0" brushRef="#br0" timeOffset="-214709.39">31920 9031 132 0,'-8'-1'318'15,"-4"1"-20"-15,-2 1-17 0,-3 2-8 0,-1 5-1 16,1-1-24-16,0 2-1 0,-1 2-3 0,1 3-14 16,0 0-21-16,-2 6-11 0,6-4-15 0,-1 10-14 15,6-9-16-15,1 1-10 0,4 9-16 0,6-8-11 16,5 9-9-16,0-4-9 0,7 5-8 0,4-8-34 16,6 1-42-16,-2-1-49 0,0-5-58 0,4 1-69 15,-5-6-83-15,7 2-70 0,-8-7-245 0,1-2-605 16,-1-1 267-16</inkml:trace>
  <inkml:trace contextRef="#ctx0" brushRef="#br0" timeOffset="-214499.4">32041 9192 189 0,'-2'-2'434'0,"2"2"9"0,-3-4-17 0,3 4-20 16,0 0-37-16,0 0-37 0,0 0-38 0,-4-2-31 15,4 2-24-15,0 0-26 0,0 10-20 0,1-4-15 16,-1 2-21-16,3-1-13 0,0 4-2 0,-1-1-26 16,5 4-19-16,-6 0-39 0,4-4-42 0,0 3-51 15,-1 0-50-15,2-2-33 0,2 0-48 0,-7 0-59 0,3-2-60 16,4 0-59-16,-4-4-232 0,1 1-623 16,1-3 277-16</inkml:trace>
  <inkml:trace contextRef="#ctx0" brushRef="#br0" timeOffset="-214172.51">32256 9228 149 0,'2'-5'267'0,"-2"5"-29"0,0 0-26 0,0 0-17 16,0 0-3-16,0 0-4 0,0 0-12 16,0 0-10-16,0 0-15 0,-9 16-12 0,8-11-16 15,0 1-10-15,-2 0-8 0,2 2-8 0,2-3-10 0,-1 1-10 16,-1 1-5-16,2-2-7 0,2-2-5 0,-3 2-2 15,2-1-9-15,3 0 1 0,0-2-8 0,0-1-1 16,-5-1-11-16,0 0 1 0,17-3 3 16,-10 0-9-16,1 0 0 0,0-2-2 0,0 0-2 0,-2-1-8 15,1-5 1-15,-4 6 1 0,4-6-1 0,-3 2 5 16,-1 4 16-16,1-3 10 0,0 2 5 0,0-2 8 16,-3 3-13-16,4-3-4 0,-8 5-9 0,1-3 5 15,-3 1-9-15,0 0 0 0,-1 3-10 0,-3 0-14 16,2 2-18-16,-3 3-27 0,-1-2-24 0,2 2-39 15,-3 0-30-15,1 2-55 0,3 3-51 0,-2 1-262 16,6-2-543-16,1-1 239 0</inkml:trace>
  <inkml:trace contextRef="#ctx0" brushRef="#br0" timeOffset="-213939.38">32540 9443 92 0,'0'0'308'16,"-2"3"-7"-16,2-3-15 0,-3 4-9 0,3-4-13 15,-3 9-19-15,2-5-22 0,-3-2-23 0,0 2-13 16,-2 4-22-16,2-3-13 0,0 2-14 0,-1 0-14 16,-1 1-14-16,-2-1-22 0,1 0-36 0,3 2-34 15,0-2-39-15,-2 1-48 0,1-2-54 0,1-1-60 16,2 0-55-16,-3-2-195 0,4 0-469 0,0 0 208 0</inkml:trace>
  <inkml:trace contextRef="#ctx0" brushRef="#br0" timeOffset="-213511.22">32661 9087 213 0,'0'-4'484'0,"0"4"-7"0,0-6-10 15,0 6-18-15,0-5-33 0,0 5-38 0,2-3-39 16,-2 3-36-16,0-4-35 0,0 4-28 0,0 0-20 15,0 0-25-15,0 0-26 0,-7 14-10 0,4-4-15 16,3-4-14-16,0 8-15 0,0-1-5 0,3 5-25 16,-3 0-41-16,5 1-39 0,-3-1-60 0,2-3-57 15,-3 3-52-15,3-5-52 0,1 5-72 0,0-5-84 16,-4 0-329-16,2-3-759 0,0-2 336 0</inkml:trace>
  <inkml:trace contextRef="#ctx0" brushRef="#br0" timeOffset="-213185.68">32781 9038 237 0,'-2'-2'465'0,"2"2"-7"0,0 0 0 16,-2-4-38-16,2 4-34 0,0 0-41 0,0 0-37 16,0 0-29-16,0 0-32 0,21 8-29 0,-15-1-19 15,5 1-18-15,3 6-27 0,0 0-10 0,3 7-15 16,-4 3-12-16,1-1-11 0,0 4-10 0,-1-2-18 16,-6 0-7-16,2 1-34 0,-5-5-32 0,-3 1-26 15,-1-1-34-15,-3 0-41 0,-2 0-28 0,-6 4-37 0,-4-1-38 16,-1-3-63-16,1-3-77 0,-5 3-309 15,0-2-700-15,1-5 311 0</inkml:trace>
  <inkml:trace contextRef="#ctx0" brushRef="#br0" timeOffset="-212664.95">33125 9684 488 0,'2'-5'491'0,"-2"0"-15"0,0 1-20 0,1 0-19 16,-1 4-29-16,-1-5-31 0,1 5-36 0,2-5-35 16,-2 5-34-16,0 0-32 0,0 0-30 0,0 0-21 15,0 0-23-15,0 0-26 0,0 0-38 0,-1 15-33 16,1-8-40-16,-1 3-47 0,-1-1-35 0,2 3-42 15,-4 0-41-15,0-2-44 0,0 8-48 0,-3-7-67 16,2-1-82-16,-6 5-260 0,0-2-688 0,-3 0 305 16</inkml:trace>
  <inkml:trace contextRef="#ctx0" brushRef="#br0" timeOffset="-212283.6">32330 10067 408 0,'0'0'417'0,"-3"-3"-4"0,3 3-7 0,-4-2-29 16,4 2-39-16,0 0-32 0,-5-3-32 0,5 3-32 16,0 0-21-16,0 0-11 0,-10 9-2 0,7-4-12 0,0 2-14 15,-1 3-14-15,0-2-13 0,-2 5-13 0,2-2-15 16,-1 1-7-16,0 1-12 0,-1 3-11 16,2-3-9-16,-2 4-9 0,3-5-6 0,0 5-6 0,-1-2-8 15,0-3-13-15,1 0-32 0,2 1-36 0,-1 2-39 16,2 1-13-16,0-4-26 0,2-1-22 0,1 2-20 15,-1-3-15-15,2 1-23 0,-1 1-25 0,1-2-25 16,3 2-23-16,-2-1-19 0,4-4-19 0,0 2-22 16,1-1-208-16,-2-1-562 0,0 1 249 0</inkml:trace>
  <inkml:trace contextRef="#ctx0" brushRef="#br0" timeOffset="-211900.91">32464 10101 88 0,'0'0'377'0,"2"-5"13"0,-2 5 20 15,3-3-22-15,-3 3-20 0,0 0-33 0,0 0-37 16,0 0-30-16,0 0-30 0,0 0-20 0,0 0-21 16,6 7-25-16,-6-2-14 0,-1 1-17 0,1 0-17 15,0 1-8-15,-1 3-10 0,-2 1-8 0,2-2-13 16,-2 2-10-16,-3 1-6 0,5 0-2 0,0-2-10 15,-4 2-2-15,1-3-9 0,1 2-38 0,-2-1-36 16,1 0-32-16,4-1-53 0,0-1-23 0,0-2-40 16,0 1-57-16,0 1-68 0,0-5-61 0,4 2-229 15,-1 0-639-15,-1-2 282 0</inkml:trace>
  <inkml:trace contextRef="#ctx0" brushRef="#br0" timeOffset="-211661.33">32644 10213 244 0,'-2'6'310'15,"2"-6"-9"-15,-4 6-2 0,3 0 2 0,-2-2-27 16,3 2-16-16,-1 2-16 0,-6 1-22 0,5 1-16 16,0-2-28-16,2 2-17 0,0 1-16 0,-3 1-13 15,2-1-4-15,-2-1-20 0,2 2-27 0,0-3-24 16,-4 1-36-16,1 0-36 0,2-1-32 0,-4-2-30 15,0-1-41-15,-3 2-39 0,1-4-52 0,2 0-45 16,-3 0-204-16,2-2-497 0,-5-1 220 0</inkml:trace>
  <inkml:trace contextRef="#ctx0" brushRef="#br0" timeOffset="-211401.68">32803 10126 293 0,'1'-4'422'0,"1"0"23"0,-1 0-6 15,-1 4-11-15,4-5-25 16,-4 5-36-16,0-4-36 0,0 4-33 0,0 0-10 16,0 0-29-16,0 0-26 0,0 0-25 15,0 0-19-15,0 13-20 0,0-5-16 0,-1 0-14 16,-3 3-13-16,4-1-13 0,-2 2-10 0,0 1-8 0,0-2-3 15,0 0-19-15,-3 3-32 0,5-3-45 0,-2 0-45 16,0 0-52-16,2-1-55 0,-1 2-49 0,0-4-51 16,1 3-75-16,0-4-71 0,-3 2-299 0,3-5-759 15,3 3 336-15</inkml:trace>
  <inkml:trace contextRef="#ctx0" brushRef="#br0" timeOffset="-211047.2">32964 10106 190 0,'1'-5'410'0,"-1"5"1"0,-1-5-7 16,1 5-15-16,0 0-31 0,0 0-17 0,0 0-32 16,0 0-33-16,0 0-26 0,0 0-27 0,0 0-23 15,0 0-16-15,10 10-16 0,-4-7-21 0,-2 1-20 16,1 2-4-16,0 2-15 0,2-3-10 0,0 3-8 15,-3-2-14-15,1 3-4 0,-1-2-9 0,1 2-1 16,-3-3-13-16,1 0-5 0,-1 1-6 0,-4 1-6 16,-1 0-1-16,1-1-2 0,-3-1-1 0,1 0-5 15,-1 0-4-15,-4 0 13 0,1-2-16 0,4 1-4 0,-3 0 3 16,1-2-7-16,2 1 2 0,-1-1-3 16,1 0 1-16,0 2 1 0,3-2-6 0,-2-1 9 15,3-2-15-15,4 5-13 0,0-1-14 0,5-1-33 16,0-2-41-16,2 2-35 0,3-3-30 0,1 1-32 0,0-2-36 15,-1 1-48-15,6 0-47 0,-2-3-51 0,-3-1-208 16,4-2-640-16,-1 1 285 0</inkml:trace>
  <inkml:trace contextRef="#ctx0" brushRef="#br0" timeOffset="-210831.79">33222 10082 83 0,'-6'-1'352'0,"6"1"-7"0,0 0-22 16,0 0-12-16,0 0 20 0,-5 6-1 0,5-2 11 0,0-4-9 16,5 10-20-16,-3-2-19 0,-2 1-22 0,2 0-27 15,1 1-24-15,0 0-17 0,-2 2-25 0,2 0-14 16,0 0-17-16,-2 0-14 0,-2 2-11 0,2-3-27 16,-1 2-47-16,0 0-54 0,0-1-59 0,-4-1-61 15,-1 3-56-15,-6-1-67 0,3 0-96 0,-6 0-357 16,2-5-759-16,0 4 337 0</inkml:trace>
  <inkml:trace contextRef="#ctx0" brushRef="#br0" timeOffset="-210072.3">33491 9669 256 0,'0'0'388'0,"4"-5"-27"16,-4 1-32-16,0 4-36 0,4-4-31 0,-4 4-23 15,9 0-23-15,-9 0-29 0,11 8-18 0,-2-2-12 16,0 3-26-16,0 0-29 0,1 5 1 0,1 2-22 16,-4 0-10-16,4 4 4 0,-6-3-19 0,0 1-4 15,-1 2-7-15,-3 0-4 0,0-2-6 0,-2 1-4 16,-4-1 0-16,0 1-4 0,0 0 1 0,-4 0-7 0,3-1 1 16,-4 0-5-16,1-2 0 0,0 0-6 0,0 0 1 15,2-1 7-15,-6 2-10 0,8-4-1 16,-4 2 6-16,1 1-10 0,4 1 5 0,0 2-4 15,-1 1 3-15,3-2-2 0,4 1-1 0,-1 1-6 0,0-1 7 16,6 8 0-16,-3-6-4 0,4 6 1 0,1-8-2 16,-1 0 6-16,2 8 29 0,1-3 0 0,-4-6 0 15,0-1 0-15,2 1-1 0,-4 0 1 16,-1-7 0-16,-1 1-3 0,-3 6 7 0,0-8-4 0,0 0-1 16,0 0-7-16,-3 1 7 0,0-1 1 0,-1 0 3 15,1 0-8-15,-1 2 1 0,-1-1 0 0,-1 0-3 16,2 2-9-16,1-3 7 0,-1 3-1 0,0-1-7 15,1 5 2-15,3-1 4 0,-2 2-8 0,2 0 4 16,2 3-1-16,0-1-1 0,3 0 2 0,-2 0-6 16,-2-2 2-16,2 3-1 0,-1-3-6 0,0-5 2 15,0-1-1-15,-2 0-4 0,-2-2 4 0,0-1-2 16,0-3 1-16,-5 0 2 0,-5 0-3 0,-4-1 2 16,-4-4 2-16,-12 0-9 0,-5-2-7 0,2-4-50 15,-5 0-69-15,-14-2-48 0,-7-3-86 0,3-1-98 16,-11 3-327-16,4-4-736 0,-3 1 327 0</inkml:trace>
  <inkml:trace contextRef="#ctx0" brushRef="#br0" timeOffset="-199746.15">7140 12343 106 0,'-3'-6'364'0,"2"1"-5"0,-2 3-4 16,-1-4-9-16,-1 0-10 0,2 1-1 0,-1 1-17 16,-3-1-22-16,2 1-26 0,-2 1-27 0,0 2-23 15,-1 1-18-15,0 0-30 0,-3 1-16 0,0 4-16 16,-1 3-11-16,-3 1-14 0,0 4-11 0,0 1-8 16,1 2-9-16,1 2-8 0,-1 5-2 0,2 3-10 0,5-6-9 15,-2 5-2-15,3-4-6 0,5-2-6 16,-3 2-2-16,4 0-3 0,1-3-5 0,2-1-3 0,2-1-5 0,1-4 2 15,2 3-6-15,3-4-1 0,-2-3-1 16,5-3-1 0,1 2-5-16,-1-4-3 0,6-2-2 0,-1-2-2 0,-1-4-1 15,-1-1-1-15,0 0 1 0,2-5-1 0,-4-1 2 0,1-1 5 0,-4-3-9 0,3-2-1 16,-3-6-1-16,-1-1-4 0,-7-1 1 0,-1-1 1 16,1 8 0-16,-5 1 2 0,-2-4-5 0,0 3 11 15,-6 0-9-15,3 1 1 0,-5 0 4 0,2 3-3 16,-3-2-1-16,-2 5-4 0,-1 0 2 0,3 4-4 0,-6 2 1 15,0 2-8-15,-1 1-10 0,-1 3-19 0,1 3-14 16,0-1-25-16,1 2-37 0,2 2-15 16,2 2-22-16,2 0-15 0,1 2-17 0,6-1-13 0,-6 2-16 15,7-3-16-15,4 4-19 0,1-3-12 0,3 0-28 16,6 0-14-16,-2-1-156 0,4-2-501 0,7-1 221 16</inkml:trace>
  <inkml:trace contextRef="#ctx0" brushRef="#br0" timeOffset="-199323.28">7282 12324 179 0,'4'-5'282'0,"-2"3"-9"0,1-2-17 0,-3 4-27 15,4-4-20 1,-4 4-24-16,0 0-20 0,0 0-19 0,0 0-15 0,0 0-13 16,0 0-9-16,-5 18-12 0,3-13-9 0,0 6-5 15,-2 0-6-15,2 2-7 0,1-1-7 0,1 5-5 16,0-4-3-16,1 4-6 0,1-6-5 0,2 3-3 15,-2-1-6-15,5 0 1 0,-4 1-6 0,4-6-1 16,1 3 0-16,3-2-2 0,-3-4-5 0,3 0 0 16,1-4-3-16,0 3-1 0,3-4-1 0,-2-2-2 15,-2-1-1-15,2 0 1 0,1-7-1 0,2 3-4 16,-5-4-1-16,1 4 4 0,-1-7-2 0,-1 5 17 0,-3-3 29 16,0 2 13-16,-3-2 15 0,1 2 16 15,-3 0 13-15,0 1 9 0,-1 1 10 0,-1 2-4 16,0 1-6-16,-1-2-9 0,1 3-11 0,-2-1-19 0,0 3-11 15,2 2-8-15,-5-4-8 0,5 4-1 0,0 0-12 16,-8 6-6-16,5-1-4 0,1 0-5 0,-1 2-12 16,2 1-11-16,1-2-14 0,1 6-5 0,-1-1-14 15,5 1-5-15,0 1-16 0,0-3-11 0,1 1-17 16,3-2-10-16,0 2-17 0,1-5-16 0,-2 3-20 16,4-4-23-16,-1-3-16 0,-1 1-13 0,2-2-2 15,-1-1-10-15,-4-1 5 0,8-2-11 0,-6-1 1 16,1-7-3-16,2 5 3 0,-5-7-1 0,1 0 1 0,-1-3-124 15,2-1-359-15,-5-4 160 0</inkml:trace>
  <inkml:trace contextRef="#ctx0" brushRef="#br0" timeOffset="-199140.41">7735 12251 404 0,'1'-21'52'0,"2"-7"53"0,-5 9 49 0,1 1 50 0,-3-1 34 0,1 2 20 15,0 4 13-15,3 0 11 0,-4 1 13 0,4 2 3 16,-4 2-7-16,4 2-26 0,0 1-25 0,-1 0-28 16,1 1-24-16,0 4-26 0,0 0-18 0,0 0-18 0,0 0-10 15,-7 12-11-15,9 0-12 0,-1 2-6 0,-1 1-10 16,4 3-3-16,-3 4-10 0,3-1-4 0,2 4-7 15,1 2-15-15,1-1-26 0,-2-6-35 0,4 6-32 16,-4-7-32-16,0 1-34 0,2-2-31 0,-1 1-34 16,-1-1-40-16,-2-2-41 0,-1-4-39 0,2-1-47 15,-5-3-179-15,5-3-577 0,-9 1 255 0</inkml:trace>
  <inkml:trace contextRef="#ctx0" brushRef="#br0" timeOffset="-198990.34">7641 12321 127 0,'-4'-3'278'0,"2"-2"-27"0,-1 2-22 16,3 3-23-16,0-8-22 0,0 8-19 0,7-1-19 15,0 0-26-15,1 1-35 0,3 1-44 0,3 0-45 16,6 1-48-16,3 1-56 0,-1 0-170 0,4-3-302 16,3 4 134-16</inkml:trace>
  <inkml:trace contextRef="#ctx0" brushRef="#br0" timeOffset="-198760.53">8083 12367 2 0,'0'0'275'0,"-6"6"-7"0,5-1-5 16,-2 3-4-16,2 2 0 0,-2 0 6 16,2 3-13-16,-3 4-14 0,2 2-18 0,2 1-7 0,0 9-18 15,0-3-18-15,0 2-19 0,0 1-10 0,2-2-14 16,-1 2-13-16,3-1-9 0,0 1-16 0,0-1-9 15,2-7-10-15,0 4-5 0,-1-5-2 0,1-2-9 16,0 0-30-16,-2-5-27 0,3-3-22 0,-3 0-19 16,0-3-19-16,0-2-36 0,-3 0-35 0,3-2-38 15,-4-3-26-15,0 0-48 0,0 0-21 0,9-11-219 16,-12 6-519-16,3-7 230 0</inkml:trace>
  <inkml:trace contextRef="#ctx0" brushRef="#br0" timeOffset="-197932.31">8020 12350 262 0,'0'-12'381'16,"-1"4"-17"-16,2-1-3 0,-1 0-12 0,2-1-44 15,0 3-20-15,2-1-22 0,2 2-29 0,1-1-31 0,2 1-11 16,0 1-20-16,4 1-10 0,2 3-27 16,0 1-5-16,4 1-20 0,-1 0-5 0,-1 4-25 15,1 2-4-15,1-1-22 0,-2 3-23 0,-1 1-14 0,-2 2-11 16,-3-1-10-16,-2 4-7 0,-2-1-7 0,-1 1-14 15,-3 3-10-15,0-4-3 0,-8 4-16 0,3-1-3 16,-5-1 3-16,-3-2-7 0,2-2 0 0,-4 0 2 16,-2-1 2-16,2-3 6 0,-4-2 0 0,6-1 8 15,-3 0 6-15,2-3 4 0,3 0 4 0,-3-4 2 16,11 2 3-16,-10-3 0 0,6-1 2 0,4-1 5 16,3 0 1-16,1-7 2 0,2 6 4 0,7-9-2 15,-5 4 5-15,6-3-1 0,2-2 4 0,-1 1 3 16,3 2 6-16,-2 1 8 0,-1 0 11 0,1 1 6 15,-5 3 7-15,0-1 4 0,0 4 0 0,-6 0-8 16,1 0-2-16,-1 2-4 0,0 2-3 0,1 0-1 16,-6 1-1-16,7 6-3 0,-3 0-2 0,-4 0 5 0,4-1 4 15,-1 3-8-15,0 3-5 0,-2-2 4 0,3 1-1 16,0-2 0-16,3 1 0 0,-3 1-8 16,3-2-11-16,-2 1-9 0,1-4-7 0,2-1-6 0,0 1-1 15,-1-3-3-15,1 0 0 0,0-2 6 0,-1-3 3 16,3-1 2-16,-4 2 2 0,2-2 3 0,2-4 1 15,-3 2 3-15,-3-3 4 0,4 0 2 0,-4 0 8 16,2-1 13-16,-2 0 19 0,-2 3 24 0,3 1 17 16,-3 0 14-16,1 1 13 0,-1-1 1 0,1 4-18 15,-3 2-3-15,0-6-7 0,0 6-10 0,0 0-9 16,0 0-6-16,0 0-9 0,10 12-3 0,-9-2-3 16,3 0-2-16,0 1 0 0,7 4-4 0,-5 0 2 15,2 1-9-15,-3-5 8 0,6 4-10 0,-4-2 2 16,1-4-4-16,3 5 3 0,1-1-6 0,-2-5-12 15,1 0-5-15,2-2-1 0,-2-4-13 0,-3 2-5 16,5-4 2-16,-2-4-11 0,-1 4-2 0,1-4-5 0,0-3-6 16,-2-2-13-16,1-5-6 0,0-1-4 0,-1-2-10 15,-1-1-12-15,-1-2-7 0,3-5 0 0,-1-6 0 16,-2 2 6-16,-3-2 9 0,0-5 6 0,-1 2 10 16,1-2 10-16,-4 2 5 0,-3-1 27 0,2 1 30 15,-2 1 44-15,-1 2 31 0,-3 4 26 0,-1-3 19 31,1 11 22-31,1-1 12 0,0 4 5 0,3 3 6 0,-2 1 0 16,2 5-3-16,-1 0-11 0,3 1-20 16,-2 0-21-16,2 5-11 0,1 1-14 0,0 0-10 15,0 0-8-15,-6 13-4 0,6-1-6 0,0 6-6 0,2 2-7 16,2 6 0-16,1 2-15 0,0 0 4 0,4 3-4 16,-4-2-1-16,-1 2-6 0,5-1 0 0,-3 1-18 15,1-2-38-15,0 0-38 0,-2-2-45 0,3-6-28 16,-5-1-30-16,1 1-32 0,0-3-40 0,-1 1-46 15,0-5-52-15,-3-5-303 0,0-1-697 0,0-2 309 16</inkml:trace>
  <inkml:trace contextRef="#ctx0" brushRef="#br0" timeOffset="-197801.75">8767 12186 249 0,'3'-8'252'0,"2"2"-23"16,1-1-23-16,5 1-22 0,1 4-16 0,0-1-16 15,3 2-18-15,4 2-39 0,4 0-55 0,1 2-68 16,6 2-60-16,0 2-178 0,0-2-288 0,1 3 128 16</inkml:trace>
  <inkml:trace contextRef="#ctx0" brushRef="#br0" timeOffset="-197472.4">9557 12364 2872 0,'-8'-2'199'0,"1"1"-70"16,0 1 43-16,7 0 14 0,-15-1-5 0,10 1-20 0,-1-1-26 16,6 1-33-16,-10 0-20 0,10 0-5 0,-10 0-8 15,10 0-5-15,-7 3-4 0,6 1-13 16,1-4 3-16,-1 4-8 0,-1-1 6 0,2-3-4 0,0 6-2 15,4 0-1-15,-1-1-6 0,-2-2-11 0,4 1-3 16,-1-1-1-16,0-1-4 0,-3 1-8 0,4 0 1 16,1-2-2-16,-3 1-12 0,-3-2-1 0,6 0 6 15,-6 0-3-15,0 0-6 0,9-6 1 0,-7 2-1 16,1-1-4-16,-2-1-5 0,-1-1-9 0,0-2-13 16,0-1-23-16,0-2-22 0,-5 1-31 0,2 0-39 15,-4-1-40-15,2-1-57 0,1 2-58 0,-3-1-296 0,-1-3-655 16,-2 4 291-16</inkml:trace>
  <inkml:trace contextRef="#ctx0" brushRef="#br0" timeOffset="-197153.36">9493 12148 273 0,'-2'-4'368'0,"2"4"-9"15,-2-5-18-15,-1 2-31 0,3 3-26 0,0 0-32 0,0 0-25 0,0 0-27 16,-1-4-19-16,1 4-22 0,0 0-8 0,0 0-16 16,8 10-11-16,-5-4-11 0,5-4-12 0,-3 1-8 15,1 1-19-15,-2-1-4 0,6 0 0 0,-4 1-11 16,2-1 0-16,-2-2-8 0,-2-1-1 0,4 0-4 16,-1 1 0-16,-7-1-5 0,8-2-8 0,-4-1 0 15,-1 0 0-15,-2-3 0 0,1 2 8 0,-2 4-14 0,0-10-2 16,-3 5-7-16,0-2 12 0,-1 2-16 0,-1 0 0 15,0 0-15-15,-1 0-23 0,-1 1-34 0,3 0-33 16,-2 1-30-16,-2 1-38 0,3 2-45 0,5 0-55 16,-11 0-68-16,11 0-222 0,-8 2-595 0,2 1 263 15</inkml:trace>
  <inkml:trace contextRef="#ctx0" brushRef="#br0" timeOffset="-196139.86">10451 11911 236 0,'-6'-17'415'0,"2"5"-8"0,0 1-11 0,3 1-18 16,-2 4-22-16,3-1-27 0,-1 2-32 0,-1-1-36 16,1 1-30-16,1 5-29 0,0 0-22 0,0 0-22 0,8 12-9 15,-4 0-15-15,2 5-13 0,2 7-15 16,1 4 0-16,-2 1-5 0,3 2-5 0,-6 1-3 16,1 3-11-16,1-1-5 0,-5-1-7 15,-1 1-9-15,1 1-1 0,-2-1-4 0,0-1-13 0,-1-1 3 16,-3-4-7-16,0 1-4 0,3-7-33 0,1-1-29 15,-1-3-39-15,-2-2-15 0,4 1-41 0,3-5-21 0,-2-2-17 16,1-2-33-16,1-2-55 0,-3-2-58 16,6-2-67-16,-6-2-228 0,10 0-651 0,-10 0 288 0</inkml:trace>
  <inkml:trace contextRef="#ctx0" brushRef="#br0" timeOffset="-195682.41">10841 11897 25 0,'3'-5'328'16,"0"0"-10"-16,-2 2-11 0,3 0-25 0,-1-1-24 15,1 2-22-15,-4 2-31 0,0 0-21 0,0 0-24 16,0 0-12-16,0 0-20 0,0 0-7 0,2 10-11 15,-3-3 2-15,0 0 8 0,-6 2 2 0,3 1-6 16,-3 5 2-16,-3 0 3 0,-2 0 0 0,0 2 4 0,-3 0 3 16,-3 4-5-16,2-5-5 0,-3 3-9 0,-4-1 3 15,1-2-6-15,6-2-5 0,-10 2-4 16,3-1-7-16,8-5-8 0,-4 1-3 0,5-1-9 0,1-2-9 16,2-3-5-16,1 2-5 0,2 0-6 0,3-2-4 15,-1-1-2-15,2-2-3 0,4 2 2 0,0-4 4 16,4 7 3-16,-1-4-2 0,4 0-7 0,6 2-2 15,1-3 0-15,6 4-6 0,-2-1-3 0,5 0-4 16,0 2-1-16,6 0-2 0,-10-1-4 0,11 1 0 16,-2 2-4-16,-6-2 9 0,-3 0-11 0,0 1-5 15,0 0-7-15,-2 0-5 0,0 3-7 0,-2-5 0 16,0 3-2-16,-4-1-4 0,1-3 2 0,-5 2-4 0,4 0 0 16,-4-5-1-16,2 7 2 0,-3-2-7 0,-1-3-2 15,1-2 10-15,-2 1-9 0,1-1 5 16,-2 1-4-16,-3-3-26 0,0 0-21 0,9-2-27 0,-9 2-27 15,0 0-36-15,10-5-44 0,-10 2-55 0,4-1-65 16,-2 0-344-16,1-1-731 0,-1-2 325 0</inkml:trace>
  <inkml:trace contextRef="#ctx0" brushRef="#br0" timeOffset="-195409.17">11269 12142 433 0,'-1'-6'490'0,"1"2"-8"0,0 4-26 0,0-5-24 0,0 1-48 16,0 4-37-16,4-5-35 0,0 3-33 0,3-1-20 0,1 1-34 15,6-1-22-15,-2 0-20 0,7 3-20 0,4-1-17 16,-1 0-32-16,0 1-36 0,0-2-41 0,1 5-46 15,-1-6-48-15,-1 3-38 0,1 0-33 0,-7 2-42 16,-3-1-50-16,0-1-56 0,2 0-55 0,-6 2-293 16,-1-2-674-16,-3 2 299 0</inkml:trace>
  <inkml:trace contextRef="#ctx0" brushRef="#br0" timeOffset="-195229.44">11365 12261 200 0,'-6'6'306'0,"-2"-2"0"16,4-2 8-16,0 1-4 0,0-1 12 0,1 1 7 0,3-3-2 16,0 0-6-16,0 0-37 0,0 0-29 0,0 0-24 15,23-3-23-15,-1 1-22 0,-1-2-42 16,2 0-46-16,6-1-52 0,1 0-50 0,0 0-51 16,-3-2-56-16,-2 4-73 0,-6 0-82 0,4-2-78 15,-1 0-194-15,-3-1-581 0,-1 0 257 0</inkml:trace>
  <inkml:trace contextRef="#ctx0" brushRef="#br0" timeOffset="-194810.9">11752 11945 122 0,'-5'-4'389'0,"5"4"-19"16,-3-2-29-16,3 2-34 0,0 0-29 0,0 0-29 16,15-5-25-16,-7 5-23 0,3-1-20 0,4 2-16 15,-4 1-16-15,9 2-18 0,-1 4-13 0,-1-2-7 16,0 1-12-16,-2 2-10 0,2-2-11 0,-3 5-7 16,0-3-2-16,-4 3-12 0,-2 1-10 0,2 1 1 0,-7-1-2 15,0 0-11-15,-1 4 8 0,-3-1 23 16,-3 1 15-16,-1-1 14 0,-3 1 16 0,-3 1 6 15,-1-3 1-15,-2-2 2 0,-2 5 6 0,0-4 3 0,-2 0 1 16,2-1-1-16,-2-1-2 0,4-1-1 0,-2 1-4 16,5-4-8-16,2-1-11 0,0 2-6 0,1-6-10 15,3 2 6-15,1-2 17 0,1 4 20 0,2-4 12 16,5-1-11-16,2 0-10 0,9 0-13 0,6 2-10 16,8-4-10-16,4-3-9 0,4 2-13 0,-4 0-9 15,0 0-35-15,4-2-34 0,-1 1-41 0,-3-1-68 16,1 0-70-16,-5-3-73 0,1 2-72 0,3 0-88 15,-4-2-100-15,-12 1-366 0,4 0-963 0,-2-2 426 0</inkml:trace>
  <inkml:trace contextRef="#ctx0" brushRef="#br0" timeOffset="-191875.93">13564 12350 95 0,'7'-1'280'16,"-3"0"-8"-16,0-4-12 0,-3 0-16 0,3 3-5 15,1-3-2-15,-1 2 2 0,2-5 3 0,-2 1-14 0,1 3-4 16,0-5-3-16,3 0 2 0,-4 0 5 0,4-1-7 16,-1-1 0-16,-1-1-5 0,-1-4-14 0,1 0-5 15,0-2-9-15,0-2-8 0,-1-6-7 0,-2-3-15 16,1-1-14 0,-3-4-17-16,2 3-6 0,-3-6-14 0,0-1-11 0,0 2-6 15,0-2-8-15,-1 3 0 0,1-2-2 0,-2-1-4 16,2 5 1-16,-1 2-4 0,0 3 2 0,-1-1-3 0,2 11-1 15,-1 5-1-15,1-4-10 0,-3 5-3 0,3 2-5 16,-3 3-11-16,3 0-4 0,-1 4-12 0,1-2-13 0,0 5-6 16,0 0-7-16,0 0 0 0,0 0 1 0,-4 13 0 15,4-3-1-15,1 3 0 0,1 6-2 0,-1 0-1 16,3 10 1-16,-4-4-6 0,6 3-6 0,-2-2-6 16,0 0-3-16,5 1-5 0,-2-2 2 0,-3-5-9 15,2-2 0-15,3-2-5 0,-5-3 0 0,4 2-1 0,-2-6-1 16,1 0-2-16,2-1-3 0,2-3-8 15,-1-1-11-15,3-3-12 0,1-2 0 0,-1-3 4 16,4-4 1-16,0 1 3 0,-2-4-1 0,3-3 10 0,-3 0 6 16,0-3 4-16,-1 1 5 0,2-10 4 0,-5 8 12 15,-3-1-4-15,3 1 5 0,-6 1 5 0,2 2 19 16,-3 4 16-16,-2 3 14 0,0-2 7 0,1-1-3 16,-3 6-2-16,1 0-6 0,0-2-6 0,-1 7-3 15,0 0-3-15,-1-3-1 0,1 3-3 0,0 0 10 16,0 0-11-16,-11 15 3 0,10-4-6 0,0 0 4 15,-1 2-3-15,1 5 4 0,2-6 2 0,1 8-2 16,0 0 4-16,1-1-4 0,0 4-1 0,1-4-6 0,0-1-27 16,1 2-27-16,1-2-43 0,2 0-38 15,0-3-41-15,-1 2-53 0,-2-3-83 0,2-4-96 16,-5-1-270-16,3 1-737 0,0-4 325 0</inkml:trace>
  <inkml:trace contextRef="#ctx0" brushRef="#br0" timeOffset="-191681.01">14286 12035 149 0,'-5'7'329'0,"2"-3"-5"0,0 0-11 16,-1 1-4-16,3 0-27 0,-2 2-17 0,1-2-29 15,-1 5-22-15,-1-1-16 0,2 4-21 0,0-1-23 16,0 1-11-16,-2-2-24 0,3 2-32 0,2 1-42 15,-1-2-45-15,1 0-53 0,2 2-70 0,1-2-87 0,-1-2-283 16,3-1-535-16,-4-4 237 0</inkml:trace>
  <inkml:trace contextRef="#ctx0" brushRef="#br0" timeOffset="-191435.48">14474 12067 244 0,'1'6'289'15,"2"1"-4"-15,1 2-22 0,2 0-17 0,-1-1-21 16,-1 2-12-16,1 3-26 0,1-3-14 0,-2 1-20 16,0-2-15-16,-1 3-15 0,-2-1-13 0,-1-2-9 15,0 4-8-15,-1-5-12 0,-2 3-24 0,-2-1-43 16,-1-1-42-16,-1 0-57 0,-2 0-62 0,2-1-67 15,-4-2-207-15,2 1-454 0,-1-1 201 0</inkml:trace>
  <inkml:trace contextRef="#ctx0" brushRef="#br0" timeOffset="-190779.64">14838 12272 84 0,'7'-11'323'15,"-1"0"-4"-15,-5-2-4 0,6-4-8 0,0-1-11 16,-2-1-6-16,-1-9-15 0,0 8-9 0,-1-7-11 15,0-1-7-15,-2-3-23 0,4 0-16 0,-2-1-16 16,0 0-14-16,0-1-10 0,-3-2-14 0,0 6-9 0,1-1-5 16,-1 1-8-16,0 10-1 0,0-2-1 0,0 1-5 15,0 3-7-15,0-1-8 0,0 5-2 16,0 3-16-16,0 1-10 0,0 5-11 0,0-2-10 0,-1 1-10 16,1-1-3-16,-2 4-12 0,2 2-8 0,0-6-4 15,0 6-3-15,0 0 0 0,0 0-4 0,0 0-1 16,-7 14-1-16,5-6-2 0,-1 2-2 0,2 2-1 15,-1 1-2-15,1 4 0 0,0 1-2 0,-2 1-1 16,2 2 0-16,1 6 0 0,-5 0-1 0,8 2 2 16,-3-9-4-16,0 10 1 0,2-4-4 0,0-5-17 15,1 5-5-15,0-5-5 0,3 0-14 0,1-3-14 16,-1-1 0-16,1-1-4 0,0-4-8 0,0-1-8 0,0-2-3 16,4-1-10-16,-1-3-7 0,-1-2 5 15,5-3-9-15,-3-2 1 0,-2 0 7 0,5-4 10 16,-3-2 5-16,1-1 10 0,0-7-2 0,2 0 4 0,0-9 3 15,-1-1 11-15,-3 0-3 0,-4-5 10 0,5 2 2 16,-4-1 6-16,-3 1 1 0,-2-2 21 0,-1 11 23 16,2-9 31-16,-2 3 22 0,-2 6 13 0,1 1 15 15,-2 1-4-15,2 5 4 0,-1 6 5 0,0-2-4 16,1 2-6-16,1 1-12 0,-2-1-9 0,-1 2-14 16,2 5-6-16,-3-2-8 0,3 2-3 0,0 0 0 15,-1 13 5-15,-2-5-9 0,6 7-3 0,-3-2 3 16,1 6-4-16,-1 1-2 0,2 1-1 0,1-1-3 15,1 10-1-15,-3-10-2 0,2 2-6 0,3 5-31 0,-4-2-37 16,0-4-46-16,4 4-46 0,-2-5-46 16,2 0-69-16,-4-2-93 0,2-3-377 0,4 2-796 15,-6-7 353-15</inkml:trace>
  <inkml:trace contextRef="#ctx0" brushRef="#br0" timeOffset="-190429.79">15313 12109 332 0,'0'0'343'0,"7"10"-14"0,-7-10-4 15,8 5-16-15,-4 0-6 16,0-2-17-16,2 1-24 0,-1 0-25 0,2 4-24 0,-2-3-23 15,1 0-16-15,1 5-23 0,-2-3-13 0,-1 2-14 16,1-3-11-16,0 4-11 0,-3-1-13 0,0-1-9 16,-2-1-8-16,-2 1-3 0,1 0-2 0,-3 0-5 15,1-1 2-15,-2 1 11 0,1-2 2 0,0 1 0 16,0-4-4-16,1 4-6 0,0-2-4 0,0-1-2 16,1 0-6-16,0-1-4 0,2-3 1 0,-1 8 4 0,4-6 2 15,1 0-4-15,1 1-5 0,3-2-7 0,6 0-28 16,0 0-35-16,0-1-36 0,7 0-47 15,-1-1-57-15,-2-1-62 0,0-1-77 0,5-1-102 0,-5-2-280 16,2 1-738-16,-1-4 326 0</inkml:trace>
  <inkml:trace contextRef="#ctx0" brushRef="#br0" timeOffset="-188362.48">16173 11636 245 0,'1'-11'339'0,"-1"1"-13"16,0 0-23-16,0 3-19 0,0 1-17 0,0-2-19 15,0 3-22-15,-1 0-16 0,-3 2-37 0,-2 1-13 16,-1 2-9-16,7 0-11 0,-17 3 10 0,4 3 10 16,-3 3 11-16,-2 2 3 0,-3 7 7 0,-1 2 5 0,0-1-1 15,3 4 3 1,-3-2-5-16,2 2-8 0,2 2-6 0,2 1-15 0,1-3-12 15,2 1-10-15,4-4-2 0,1-1-11 0,5 7-11 16,1 2-8-16,4-8-9 0,2 0-8 0,7 3-4 0,8 1-8 16,7-3-5-16,-1-3-10 0,2 0-29 0,6-5-33 15,0-1-40-15,1-1-51 0,-1-3-62 0,1-1-49 0,-4-2-51 16,0-1-57-16,-7-4-78 0,-4-1-70 16,0-3-271-16,-4-2-794 0,-1 0 351 0</inkml:trace>
  <inkml:trace contextRef="#ctx0" brushRef="#br0" timeOffset="-188166.3">16053 11884 181 0,'-4'0'306'16,"-1"1"-13"-16,5-1-20 0,-9 1-3 0,9-1 11 16,0 0 9-1,-2 3 9-15,2-3-15 0,0 0-25 0,12 3-23 16,-4-3-21-16,8 1-23 0,2-1-29 0,2-1-44 15,2-2-47-15,0 1-51 0,1-1-45 0,2 0-60 16,3-1-64-16,-5 1-72 0,6-9-67 0,-10 6-212 16,1-2-540-16,1-1 239 0</inkml:trace>
  <inkml:trace contextRef="#ctx0" brushRef="#br0" timeOffset="-187954.22">16521 11536 237 0,'0'-7'385'0,"0"7"-34"0,-1-4-38 16,1 4-31-16,0 0-29 0,0 0 10 0,0 0 9 16,-2 14-7-16,-2-5-6 0,4 4-11 0,0-3-15 0,2 9-17 15,-2 2-26-15,4 5-18 0,1 1-14 0,-1-1-16 16,4 3-15-16,-2-3-9 0,3 4-16 0,1-4-24 16,-1 1-34-16,-2 1-40 0,4-8-41 0,1 4-40 15,-5-4-42-15,2-2-50 0,0-3-59 0,-1-4-80 16,-3-1-67-16,6-2-192 0,-5 0-613 0,-1-4 271 15</inkml:trace>
  <inkml:trace contextRef="#ctx0" brushRef="#br0" timeOffset="-187695.07">16786 11483 105 0,'-1'-7'448'0,"-2"2"-22"0,2 2-38 0,1-2-41 15,0 5-40-15,0 0-34 0,0 0-19 16,0 0-18-16,0 0 7 0,-4 21 6 0,4-9-7 0,2 9-7 16,2-1-18-16,1 7-15 0,-1 2-16 0,3 1-16 15,3 1-16-15,-3 0-13 0,0 1-17 0,2-4-11 16,0 3-10-16,0 1-10 0,-2-3-22 0,2 0-34 16,-2-5-39-16,3 2-44 15,-5-6-48-15,2-2-38 0,-4-1-39 0,-1-3-38 16,-2-2-55-16,0-1-69 0,3-4-52 0,-3 1-237 0,0-1-673 15,0-3 298-15</inkml:trace>
  <inkml:trace contextRef="#ctx0" brushRef="#br0" timeOffset="-187226.07">16469 11469 166 0,'-12'-18'343'0,"5"1"-18"0,-1 1-12 15,5-1-21-15,3 3-25 0,0-3-16 16,3 6-28-16,5-6-18 0,2 3-20 0,5 0-20 16,0 5-10-16,5-1-20 0,3 3-16 0,11 0-12 0,-1 4-13 15,2 3-11-15,2 3-7 0,4 6-7 0,-6-6-5 16,5 5-7-16,-1 4-6 0,-4-1-7 0,-2 2-9 15,-2 0 9-15,-5 3-14 0,1 0-3 0,-8-4-2 16,-1 3-4-16,-2-1-6 0,-1 0-5 0,-4 0 7 16,-1 4-9-16,-3-8 0 0,-1 6-1 0,-2-3 0 15,-1 5-4-15,-3-5 1 0,-1 0 0 0,-1-3 2 16,-2 7-3-16,-2-6-3 0,-1 1 2 0,0 0 1 0,0-2 7 16,0 0-8-16,-2 0-4 0,3 1 8 0,-3 1 4 15,2-1 10-15,0 0 1 0,0 2 0 16,2 4 1-16,2-7 16 0,0 4 16 0,2-1 9 0,5 2 10 15,-2-2 9-15,4 4-12 0,1-1-1 0,5 0-4 16,-1 2-7-16,6-3-6 0,0 4-1 0,5 3-5 16,4-6-4-16,0 1-4 0,-3-1-7 0,6 0-13 15,-2-1-29-15,3-4-42 0,1 2-40 0,0-3-38 16,-1-2-48-16,-11-2-45 0,3-2-59 0,-4 1-69 16,-5-4-265-16,2 0-669 0,-4-2 295 0</inkml:trace>
  <inkml:trace contextRef="#ctx0" brushRef="#br0" timeOffset="-177262.28">16089 13361 44 0,'-2'-6'327'0,"4"2"-14"0,-2 4-22 0,0 0-28 16,-3-6-29-16,3 6-26 0,1-5-22 0,-1 5-17 0,0 0-22 15,0 0-9-15,7 18-4 0,-2-6 6 0,-1 7-5 16,5 11 1-16,-1 3 3 0,8 15-4 0,-5 7-5 15,5 4-6-15,-5 2 2 0,12 30-13 0,-8 0-6 0,3 5-14 0,2 4-3 16,1 6-15-16,-8 7-5 0,5 6 6 0,-2 2 8 16,2 1 0-16,-2 11 6 0,-5 7 16 0,1 3 7 0,2 6-3 15,-2 0 11-15,2 4 8 0,2 9 6 0,-5 4 1 16,0 5 31-16,1-7-1 0,-2 8-15 0,2 7-2 0,-3 3-14 16,4-4-44-16,-4-4-12 0,9 5-3 0,-4 5-9 15,-5-6-4-15,3-9 12 0,3-2-7 0,0 1-4 16,8-2-7-16,-12-3-32 0,-1-14-6 15,1-7-10-15,-2-9-18 0,2 1-35 0,5-10-21 0,-7-1-41 16,1-14-34-16,-3-15-56 0,1-6-8 0,-2-31-32 16,-3 0-43-16,-2-4-43 0,-1-47-52 0,5-6-75 15</inkml:trace>
  <inkml:trace contextRef="#ctx0" brushRef="#br0" timeOffset="-176052.25">3025 13898 21 0,'4'-5'330'0,"-4"5"-12"16,2-7-15-16,0 5-21 0,-2 2-19 0,2-5-26 15,1 1-26-15,-3 4-25 0,0 0-25 0,0 0-12 0,0 0-7 16,0 0-22-16,10 14-12 0,-9-6-14 0,2 2-7 16,-2 1-8-16,3 1-9 0,-4 1-6 15,4 5-9-15,1-1-2 0,-3 1-5 16,-2 2-8-16,3-1-1 0,-3 9-5 0,0-2 0 16,0-6 2-16,0 0-35 0,0-2-19 0,1-5-27 15,-1 4-34-15,0-3-36 0,0-1-48 0,3-3-44 0,-1 0-56 16,0-3-184-16,2 0-482 0,0-2 213 0</inkml:trace>
  <inkml:trace contextRef="#ctx0" brushRef="#br0" timeOffset="-174953.1">3307 13511 250 0,'0'-9'320'0,"-1"3"-17"0,2 0-21 0,-2 1-24 16,1 5-27-16,0-7-28 0,0 7-22 0,0-5-19 15,0 5-21-15,0 0-12 0,0 0-15 0,0 0-10 16,7 14-10-16,-5-4-10 0,0 1-6 0,0 4-3 16,0 4 1-16,-2 1-1 0,3 7 5 0,-3 3-15 15,0-2-3-15,-3 1 6 0,1 2 2 0,0 0-16 16,-1-1-2-16,-2 1-3 0,1-1-4 0,0 0 0 15,-3-2-10-15,1 2 0 0,5-9-5 0,-2 8-6 16,-2-2 4-16,5-2 1 0,0 4-5 0,0-10 13 16,0-1-20-16,0 1 6 0,8-6-1 0,-1 4-4 15,0-6 2-15,1-1-7 0,4 3 7 0,3-4-5 16,4-4-4-16,1 2-2 0,2-5-12 0,3-2-6 16,-4-1-5-16,11-5-7 0,-11 3 2 0,0-4-1 0,1 0-4 15,-2-2-6-15,-1-1 5 0,0-3 6 0,4-4-1 16,-8 3 0-16,-5 1 2 0,-1 2-3 0,-1-1 2 15,-2-2 3-15,-3 4 4 0,-2-3-3 0,-1 0 6 16,0 4 4-16,-1-4-4 0,-5 6 1 0,2-2 1 16,0 3 2-16,-5 1-2 0,0-1-2 0,0 2 3 15,-1-1 0-15,1 4 7 0,2 0-5 0,-1 1-1 16,-2 0 1-16,2 1-4 0,1 0 3 0,-1 2-1 16,8-3 1-16,-8 4 4 0,5-1-6 0,2 2 8 15,1-5-2-15,1 6 2 0,3-1-1 0,2-2 2 16,3 3-1-16,1-1 4 0,0-3-4 0,4 1 4 15,1-1-6-15,0-2 0 0,7 2 4 0,-3-1 1 16,0-2-2-16,-2 2 1 0,1-2 1 0,-3 1-3 16,-1-2 0-16,-2 1 1 0,0 1-7 0,-2 1 4 15,3-2-3-15,-6 2 0 0,0 1 1 0,-1-1-1 16,-1 4-2-16,2-2-1 0,-3 1 4 0,0 1-6 16,0 3 4-16,-4-2 3 0,0 3-1 0,0-1 0 0,-5 3 0 15,2-3-5-15,-3 4 5 0,0-4 3 0,2 1-3 16,-2-1 0-16,-1 0 0 0,2-2 6 0,-2-2-3 15,2 0 10-15,1-2 14 0,-2 1 10 0,6-3 14 16,-8-1 8-16,8 1-1 0,-8-7-7 0,8 1-2 16,0-1-7-16,4-4-8 0,0-1-14 0,3-3-13 15,4-1-19-15,2 1-10 0,1 1-19 0,2 0-16 16,7-3-14-16,-1 6-12 0,-3-1-14 0,-1 4-13 16,4 0-8-16,6 0-16 0,2 1-12 0,-10 5-11 15,-2 1 7-15,1-2 4 0,-5 3 14 0,-1 0 20 16,-2 3 7-16,0-3 6 0,-3 2 16 0,-1-1 4 15,0 1 11-15,-3-1 11 0,0 2 16 0,-4-3 18 16,8 2 29-16,-8-2 34 0,0 0 16 0,0 0 24 0,0 0 23 16,0 0 11-16,0 0 9 0,0 0 2 15,-20-5 4-15,20 5-5 0,-10-4-3 0,2 3-8 16,1 0-2-16,-1-1-7 0,1 1-8 0,-5 0-11 16,5 0-2-16,-4 2-7 0,-2 1-10 0,0 1-5 0,1 1-7 15,0 1-3-15,1 1-11 0,0 2 1 0,2 0-3 16,-4 5 6-16,6-5-13 0,0 1-6 15,1 2 1-15,2 0-3 0,0-2-3 0,4 3 2 0,-1-6-5 16,1 5 6-16,1-3 0 0,3-1-6 0,0-2-3 16,2 0 2-16,-1-1-1 0,3-2 2 0,3-3-8 15,-1-1 5-15,2-3 1 0,-1-1-12 0,-2-1 8 16,6-5 1-16,-1-1-4 0,-1 2 9 0,0-1-2 16,-5 1 13-16,1 0 16 0,-3 1 17 0,2-2 17 15,-4 4 10-15,0-3 11 0,-1 5-1 0,1 0-7 16,-3 0-6-16,0 1-9 0,2 2-9 0,-3-1-13 15,0 4-9-15,0 0 6 0,0 0-20 0,0 0 1 16,0 0-2-16,0 0 2 0,-4 14-11 0,3-5 0 0,1-2 6 16,-4 3-9-16,4 2-6 0,-1 0-16 15,6 1-17-15,-4-2-16 0,0 2-14 0,4 1 1 0,3 1-19 16,2-1-26-16,0-3-17 0,1-5-17 0,-1 0-19 16,3 0-18-16,0-4-35 0,0-2-34 0,-2-1-25 15,3-3-9-15,-1-1-7 0,-2-3-16 0,1 0-182 16,-2-2-515-16,2-3 229 0</inkml:trace>
  <inkml:trace contextRef="#ctx0" brushRef="#br0" timeOffset="-174728.05">4379 13549 158 0,'-5'-8'316'0,"-1"1"-11"15,2 3-31-15,0 0-29 0,3 2-26 0,1 2-23 16,-10 0-20-16,10 0-4 0,-4 7-1 0,0 4 5 15,4-1-5-15,0 4-11 0,0 5 6 0,3 2-15 16,1 5-8-16,0-1-11 0,4-3-19 0,-4 6-8 16,3-1-5-16,1 0-11 0,-4-1-9 0,4 3-7 0,-2-1-12 15,-5-6-10-15,3-3-32 0,0 0-24 16,-1 2-25-16,0-3-28 0,-2-2-27 0,2-3-31 16,-3-2-29-16,-3 1-31 0,3-6-22 0,0-1-19 0,-1 0-27 15,-2-2-15-15,3-3-157 0,-7 3-448 0,7-3 198 16</inkml:trace>
  <inkml:trace contextRef="#ctx0" brushRef="#br0" timeOffset="-174524.01">4360 13983 430 0,'-5'-5'17'16,"-1"-2"32"-16,2-2 37 0,0 0 29 0,0 1 38 0,1-1 21 16,-1 0 21-16,4 3 7 0,-5 0 15 0,5-2 0 15,-3 1 11-15,6 0-8 0,-3 1-6 0,1 1-17 16,3-1-10-16,0 2-19 0,3 3-16 0,-1-1-12 16,6-1-11-16,-3 3-14 0,5 1-9 0,-2 2-17 15,4-2 6-15,2 3-25 0,-6 2-6 0,3-1-4 16,2 4-8-16,-4-4-4 0,1 6-11 0,-2-4 6 0,0 1-13 15,-5 1-4-15,1 0-18 0,0-1-15 16,-1 2-31-16,-3-1-13 0,0 0-17 0,-1-3-17 16,-1 2-15-16,-2 1-25 0,0 1-29 0,-2-2-36 0,1-2-43 15,-2 1-32-15,-1 0-239 0,1 0-544 0,-1-5 242 16</inkml:trace>
  <inkml:trace contextRef="#ctx0" brushRef="#br0" timeOffset="-173952.04">4728 13963 235 0,'-3'-5'291'0,"3"5"-14"0,0 0-10 0,0 0-11 16,0 0-15-16,-15 6-21 0,12-1-13 0,0-2-15 16,0 3-14-16,-2-1-18 0,4 1-21 0,-1 0-7 15,1 2-10-15,1 0-13 0,1-2-10 0,1 1-15 16,3-1 2-16,-1-1-13 0,2 1-6 0,-1 0-3 15,2-3-4-15,1 0-11 0,2 2-9 0,-2-3-9 16,-1-2-16-16,2 0 4 0,-4 0-2 0,2-1-3 16,0 0-2-16,1-3-1 0,-5 0-5 0,0 2-3 15,1-4 2-15,-3 1-1 0,-1 0 0 0,0 0-5 16,0-3 5-16,-4 2 1 0,3-2 4 0,-1 2 8 16,-1 1 6-16,2-3 3 0,-3 2 1 0,3 1 0 15,-2-1 0-15,2 0 4 0,-2 2 5 0,3 1-9 0,-1-1 1 16,1 4-10-16,-2-6-9 0,2 6-4 0,0 0 8 15,6-2-8-15,-6 2-4 0,0 0 0 16,16 7-6-16,-8-6-4 0,-2 3-7 0,3 1-7 0,-1-1-5 16,2 2 4-16,0-1-9 0,0 0-6 0,-3 0-1 15,-1-1 2-15,4 1 4 0,-6 0 2 0,2-1 5 16,-2-2 2-16,1 3 2 0,-2-4 11 0,0 1 1 16,-3-2 11-16,6 2 8 0,-6-2 26 0,0 0 5 15,0 0 16-15,10-5 17 0,-9 0 32 0,1 0 0 16,-1 0 10-16,3 1 6 0,-2-2 7 0,0 0 0 0,0 1-2 0,1-1-3 0,2 0-10 15,-4 0-5-15,5 1-9 0,-1-1-12 0,2 1-7 16,-1 2-9-16,0 0-11 0,2 2-6 0,-2 0-5 16,2 1-7-16,1 0-8 0,-2 1-6 0,4 1-3 15,-4 1-12-15,1 2-15 0,-1-1-21 0,-2 1-18 16,0 1-18-16,0 0-27 0,0 0-24 0,-1 1-17 16,-1 0-21-16,-2 0-16 0,-1-1-21 0,2-1-31 15,-4-2-21-15,2 3-34 0,0-6-40 0,-4 4-35 16,0-2-215-16,4-2-607 0,-12 0 269 0</inkml:trace>
  <inkml:trace contextRef="#ctx0" brushRef="#br0" timeOffset="-173763.43">4862 13771 304 0,'-4'-5'319'0,"-4"0"-20"15,1 0-23-15,3 0-23 0,-2-1-29 0,-1 1-24 0,2 0-22 16,-3 0-21-16,1 2-36 0,2 1-51 0,-4-1-45 16,-3 2-55-16,1-1-57 0,-2 2-63 0,1 0-211 15,-2 1-389-15,-6 0 173 0</inkml:trace>
  <inkml:trace contextRef="#ctx0" brushRef="#br0" timeOffset="-173321.76">3278 13779 352 0,'-14'0'412'16,"4"-1"-1"-16,1 1-1 0,2 0-16 0,7 0-16 15,-11 0-14-15,11 0-19 0,-7-2-13 0,7 2-22 16,0 0-24-16,-8-1-29 0,8 1-22 0,0 0-24 0,0 0-32 16,36 0-36-16,-16-1-43 0,-4 0-42 0,6-1-43 15,8 1-45-15,3-4-58 0,-2 2-46 16,0 2-47-16,-1-3-53 0,-10 4-71 0,2-4-69 0,-8 2-267 15,1 0-695-15,-4 0 307 0</inkml:trace>
  <inkml:trace contextRef="#ctx0" brushRef="#br0" timeOffset="-173095.51">3018 13666 174 0,'-9'0'421'0,"0"-1"-14"16,2-1-21-16,-1 1-29 0,8 1-30 0,-10-1-22 15,10 1-27-15,-9-3-26 0,9 3-20 0,-7-1-29 0,7 1-24 0,0 0-26 16,-7 0-44-16,7 0-54 0,0 0-56 16,0 0-45-16,0 0-40 0,0 0-62 0,0 0-76 15,0 0-78-15,6 11-204 0,-2-7-547 0,-4-4 243 16</inkml:trace>
  <inkml:trace contextRef="#ctx0" brushRef="#br0" timeOffset="-171323.27">5536 13939 107 0,'0'0'344'0,"3"-6"-5"0,-1 2-9 0,-2 0-19 0,0 4-12 16,0-9-2-16,0 5-12 0,1-3 4 0,-1 2-12 15,0-2-15-15,0 0-14 0,0 1-16 0,3-3-24 16,-2 2-18-16,-1-4-18 0,3 1-18 0,-3 2-16 15,1 2-16-15,3-2-13 0,-1 1-9 0,0-4-8 16,-2 5-11-16,3-2-2 0,-3 0-12 0,2 2-7 0,1-1-8 0,-2 2-5 0,-1 2-4 0,2-1-2 16,-2-1-10-16,-1 2-3 0,0 3-5 0,3-5-6 31,-3 5 1-31,0-4-10 0,0 4-5 0,0 0-5 16,4-4-12-16,-4 4-6 0,0 0 1 0,0 0 2 0,0 0 2 15,4 10 1-15,-4-4 1 0,1 0 3 0,2 4 2 16,-3-1-10-16,4 1 14 0,-1 2-2 15,-2 0-1-15,2 0-4 0,1 1-11 0,2 2-6 0,0 1-5 16,-2-2-6-16,2 1-5 0,1 2-8 0,0-2-1 16,0 1 5-16,-1-3 1 0,-2-2 11 0,3 0-13 15,-2 1-1-15,0-2-5 0,0 1 2 0,0-3-7 16,-3 2 9-16,-1-5 3 0,0 2 2 0,2 0 5 16,-3-3-3-16,1 2 13 0,-2-2 4 0,-2-1 3 15,1 2 4-15,-3-2 2 0,1 0 3 0,-2-2 15 16,6-1 0-16,-14 1 5 0,7-1 11 0,-2 0-4 15,9 0 10-15,-14-1 7 0,3 0 8 0,2 0 8 16,2-3-9-16,0 4 5 0,0 0-2 0,7 0-3 16,-12 0-7-16,12 0-5 0,-7-1 2 0,7 1-3 15,0 0-4-15,-8 0-5 0,8 0-5 0,0 0 7 16,0 0-4-16,0 0-1 0,0 0 4 0,18 1-13 0,-3 1-17 0,0 0-24 0,5-2-17 0,5-2-21 0,7 5-34 16,-2-4-36-16,1 2-39 0,-2-4-50 15,2 1-60-15,3-1-64 0,-5-1-188 0,-9 2-594 0,3-2 264 16</inkml:trace>
  <inkml:trace contextRef="#ctx0" brushRef="#br0" timeOffset="-170986.57">6153 13967 174 0,'-4'-3'329'0,"4"3"-29"0,0 0-26 0,0 0-30 15,0 0-19-15,0 0-30 0,0 0-16 16,0 0-18-16,0 0-15 0,0 0-15 0,0 0-12 0,-10 8-11 16,10-8-10-16,-1 4-9 0,1-4-10 0,0 4-9 15,0-4-2-15,0 0-12 0,1 5 0 0,-1-5-4 16,2 4 2-16,-1-1-8 0,-1-3-7 0,0 0-2 15,0 0-2-15,9 1-3 0,-9-1-3 0,0 0 1 16,4 1-2-16,-4-1-3 0,5-5-4 0,-5 5-5 16,2-4-11-16,-2 4-10 0,3-7-24 0,-3 4-18 15,0 3-25-15,0-10-28 0,-3 7-36 0,1-2-63 16,0-1-29-16,-1 0-228 0,2 1-494 0,-6-2 219 16</inkml:trace>
  <inkml:trace contextRef="#ctx0" brushRef="#br0" timeOffset="-170705.34">6119 13799 34 0,'0'0'298'0,"-8"0"-14"0,8 0-28 15,0 0-24-15,-6-2-22 0,6 2-20 0,0 0-16 16,0 0-25-16,0 0-16 0,0 0-9 0,0 0-11 15,0 0-13-15,0 0-6 0,0 0-8 0,0 0-5 16,0 0-2-16,0 0 6 0,0 0-8 0,16 6 6 16,-16-6-16-16,6 1-5 0,-6-1-6 0,8 1-2 15,-8-1-6-15,0 0-1 0,0 0-5 0,7-2-5 16,-7 2-5-16,0 0-9 0,5-4-7 0,-5 4-21 16,0 0-20-16,0 0-22 0,-9-6-20 0,9 6-27 0,-7-2-46 15,7 2-50-15,-8-4-57 0,2 3-179 16,-3-1-460-16,2 2 203 0</inkml:trace>
  <inkml:trace contextRef="#ctx0" brushRef="#br0" timeOffset="-166593.83">6724 14191 223 0,'-1'-4'360'16,"1"4"0"-16,-2-8-5 0,4 5-7 0,-2 3-12 16,1-8-14-16,-1 1-15 0,3 4-6 0,-2-2-18 15,3 0-12-15,0-2-17 0,-1 3-8 0,1-4-12 16,0 0-6-1,2-2-11-15,-2 0-7 0,1 5-8 0,-1-5-8 0,3 1-14 16,-2-1-5-16,-2 1-9 0,1-2-9 0,0-1-16 16,2 1-7-16,-2-2-9 0,1-4-16 0,-2 1-8 0,2 0-7 15,1-3-14-15,-1-1-6 0,-4 0-8 16,2-8-6-16,1 4-6 0,0-5-6 0,-1 4-1 0,-6 3-9 16,3-5-1-16,3 6 0 0,-1 2-4 0,-1 2-4 15,0-2-1-15,-1 1 0 0,0 1 15 0,2 5-9 0,-2 0 0 16,-2 1 6-16,1 4-6 0,1-1-2 15,0 1-1-15,1 1-3 0,-1 1-5 0,2 1 7 16,-2 0-12-16,0 4-10 0,-2-5 1 0,2 5-6 0,-2-5-3 16,2 5-10-16,0 0-15 0,0 0-10 0,0 0 3 15,0 0 2-15,0 0 3 0,6 14 1 0,-4-8 2 16,-1 1 2-16,3 3 3 0,-4 2 15 0,4-1-18 16,-4 1-2-16,2 1-15 0,0-2-3 0,2 2-17 15,-1-1-2-15,0 1-8 0,2-2 4 0,0-1-15 16,1-1 1-16,-2 1-1 0,3-2 3 0,0-2-5 15,1 0-3-15,0 1-7 0,-1-4 2 0,4-1-3 0,0-1 9 16,-6-2 5-16,3 0 10 0,2-2 4 0,-1 1 11 16,1-4 4-16,-2 0 6 0,0 0 6 0,0-3 5 15,-2-1 2-15,-2 0 11 0,4-2 5 0,-6 0 12 16,3 0 7-16,-3 0 18 0,0 0 7 0,2 2 12 16,-3-1 13-16,1 2 8 0,-2 1 12 0,1 0 2 15,0 2 8-15,1 1-6 0,-2 0-7 0,0 0-4 16,0 1-7-16,1 1-15 0,-1 3-8 0,0 0-11 15,0 0-5-15,2-4-3 0,-2 4-2 0,0 0 1 16,1 14-4-16,-1-6 1 0,0 4-2 0,1 1-3 16,-1 3 1-16,3 2-4 0,-3 1 4 0,0 0-11 0,3 2-17 15,-3-1-21-15,2 1-31 0,-2-2-40 16,2 0-37-16,0-1-43 0,0 0-34 0,1-1-17 16,-1-1-24-16,1-1-41 0,1-3-63 0,-2-3-61 0,-1 0-279 15,2-3-766-15,1 0 339 0</inkml:trace>
  <inkml:trace contextRef="#ctx0" brushRef="#br0" timeOffset="-166346.98">7231 13897 63 0,'0'0'288'0,"0"0"-14"15,0 0-6-15,0 0-7 0,0 0 1 0,0 11-13 16,-1-6-1-16,1-1-12 0,1 2-12 0,1 2-13 16,-1 1-13-16,-2-1-19 0,3 3-17 0,0 2-17 15,-1-2-11-15,3 5-11 0,-4-3-15 0,3-1-4 16,-2 1-18-16,1 0-17 0,-2 1-28 0,1 3-28 16,0-5-33-16,-1 0-29 0,-1-1-37 0,1-1-34 15,1-2-43-15,-1 1-55 0,-1 0-57 0,1-3-228 16,1-1-544-16,-3 0 241 0</inkml:trace>
  <inkml:trace contextRef="#ctx0" brushRef="#br0" timeOffset="-166037.09">7393 13707 179 0,'-3'-5'374'0,"3"5"2"0,3-5-32 0,-3 5-13 16,3-5-41-16,-3 5-27 0,4-3-26 0,0 0-30 15,4 0-17-15,-4 1-14 0,10 1-21 0,-3 1-15 16,1-1-19-16,-1 1-11 0,2-1-29 0,1 1-33 15,0 1-27-15,-1-1-24 0,-2 0-38 0,4-1-44 0,-5 1-55 16,0 0-62-16,0-2-48 0,-4 2-237 16,0 0-529-16,-6 0 234 0</inkml:trace>
  <inkml:trace contextRef="#ctx0" brushRef="#br0" timeOffset="-165857.58">7482 13757 247 0,'-6'4'259'0,"3"0"6"0,-1-2-12 15,0 2-15-15,2-1-11 0,-1-1-10 0,2 2-1 16,-4-1-3-16,5-3-1 0,0 4 8 0,0-4-7 16,6 5-16-16,-2-3-18 0,1 1-19 0,8-1-10 15,-4 0-31-15,3-1-44 0,-1-2-55 0,3 2-49 16,2 0-61-16,-1 0-79 0,4-2-90 0,-4 1-264 16,0-1-565-16,1 0 250 0</inkml:trace>
  <inkml:trace contextRef="#ctx0" brushRef="#br0" timeOffset="-165201.39">7925 13722 349 0,'-5'-5'327'0,"0"0"-24"16,3 4-27-16,-4-1-28 0,-3 1-25 0,9 1-20 16,-12 3-11-16,3-2-16 0,-3 6-7 0,4-2-8 15,-3 1-26-15,4 3-3 0,-5 4-10 0,5-4-7 16,-1 1-8-16,1 0-17 0,2 2-7 0,2-1-14 16,0 1 0-16,2-1-5 0,4 1-6 0,0 0 3 15,2-5-1-15,4 4-9 0,1-5-3 0,4 1-3 16,3-2 3-16,2-2-17 0,-1-1 0 0,1-1 3 15,0-2-11-15,0-1 5 0,0-3-3 0,-2-1-3 16,0-3-3-16,-7-2-1 0,-1 3 0 0,2-8 0 16,-3 2-1-16,-2-3-8 0,-2-1-3 0,-4 0-1 15,-4 1 2-15,1 0-5 0,-4 0 1 0,-3 2 4 16,-2 1 11-16,1 0-18 0,-3 2-4 0,-1 1-10 0,0 5-20 16,1 2-15-16,-1 0-20 0,0 3-25 15,3 2-26-15,-6 3-34 0,-3 0-53 0,7 2-68 16,-4 1-277-16,0 3-596 0,1-2 265 0</inkml:trace>
  <inkml:trace contextRef="#ctx0" brushRef="#br0" timeOffset="-164880.61">8285 13949 264 0,'-1'3'333'0,"-2"1"-19"15,2-1-25-15,-3 1-22 0,1 2-17 0,0-1-27 16,3-1-18-16,-3 1-19 0,1 4-14 0,1-3-17 16,-2 1-12-16,0 2-19 0,2 3-20 0,-2-3-46 15,-1 1-54-15,1 0-63 0,-5 3-79 0,1-1-96 16,-2-2-210-16,-2 4-480 0,0 0 213 0</inkml:trace>
  <inkml:trace contextRef="#ctx0" brushRef="#br0" timeOffset="-164005.58">8741 14269 17 0,'4'-2'335'15,"0"1"-4"-15,2-5-15 0,-1 2-14 0,0-1-9 16,2 0-15-16,0-3-5 0,-1 2-9 0,4 0-6 0,-3-5-8 16,-1 6-13-16,2-3-1 0,1-3-6 15,-2-1-8-15,3-3-13 0,-2 3-9 0,4-4-14 16,-4-1-11-16,-2 1-18 0,1-2-10 0,1-3-15 0,-2 1-9 15,0-8-27-15,1 2-8 0,-3-1-9 0,2-1-7 16,-3 0-5-16,0 0-10 0,-2-1-1 0,-1-3-4 16,-1 5 0-16,0-4-4 0,-1 1-4 0,-2 3-2 15,-2-2-2-15,1 9-7 0,3-2-1 0,-4 4 0 16,5-1 2-16,-5 2-10 0,2 0-1 0,1 4 1 16,0-1 5-16,1 4-7 0,1-3 3 0,0 3 5 15,-1 4-6-15,2-1 3 0,-1 2-7 0,-1 0-2 16,2 1-5-16,-1 0-7 0,1 4-3 0,-1-5-6 15,1 5-10-15,0 0 1 0,0 0 2 0,0 0 0 16,2 19-1-16,0-13 2 0,-1 6 1 0,1 1 1 16,-2 5-1-16,0 0 3 0,0 2 2 0,-2-1-1 0,2 1-3 15,0-1 6-15,0 1-4 0,2 1 1 0,0-2 4 16,1 1-7-16,2-2-1 0,-1-3-3 0,0-2-1 16,2-1-5-16,2 2-2 0,0-2-4 0,0-3-2 15,2-1-7-15,-2-3-5 0,4 1-8 0,2-2-7 16,-3-2 0-16,1 0-11 0,-1-5 11 0,4-1 3 15,-6 0 0-15,5 0-4 0,-5-5-1 0,1 1 0 16,4-6 8-16,-3-1 4 0,-3 0-2 0,1-3 6 16,-2-2 4-16,-2 1 9 0,1-3 7 0,-1 4 26 15,-2-1 6-15,2 1 17 0,-3 1 11 0,-1 4 12 16,0 2 5-16,1-1 14 0,-2 3 8 0,0 1 1 16,1 2 0-16,-1 0-9 0,0 0-13 0,2 4-5 15,-2 2-14-15,-2-5-6 0,2 5-5 0,0 0-3 0,0 0-3 16,-1 15-3-16,2-6-3 0,-1 4 1 15,2 4-4-15,-1 1 2 0,3 2-3 0,-3 1-1 16,2 5 1-16,3 2-3 0,0-2-23 0,-2 0-21 0,1-4-38 16,4 2-49-1,-3-6-52-15,3 1-48 0,-4 1-39 0,1-2-58 16,2-1-86-16,0 0-382 0,-1-2-851 0,-3-3 377 0</inkml:trace>
  <inkml:trace contextRef="#ctx0" brushRef="#br0" timeOffset="-163637.67">9311 14014 177 0,'0'0'331'0,"8"3"-12"0,-8-3-17 0,4 2 3 15,0 1-5-15,0-1-14 0,0 0-10 0,1 1-12 0,0-1-20 0,-4-1-16 16,5 3-17-16,-2 2-18 0,1-1-25 0,-2-2-9 0,2 0-14 16,-2 4-13-16,0-2-11 0,2 0-17 0,-1 0-10 15,-2 1-1-15,-1 1-21 0,0-1-4 16,-1 1-4-16,-1 3-7 0,-2 0 3 0,1-1 10 0,0 1 5 16,-6 0 2-16,3-1 2 0,-1 3-3 0,-1-6-4 15,-1 4-9-15,7-5-3 0,-6 2-3 0,3 1-6 16,1-5-6-16,1 0-4 0,0-1 1 0,2-2 3 15,-1 5 2-15,1-5-5 0,0 0-8 0,9 3-17 16,1-4-27-16,1-2-20 0,1-1-39 0,7-2-48 16,0-1-43-16,3-1-48 0,-2 3-53 0,3-5-75 15,5-2-71-15,-4-1-288 0,2-4-753 0,4 3 334 16</inkml:trace>
  <inkml:trace contextRef="#ctx0" brushRef="#br0" timeOffset="-163402.23">9712 13793 355 0,'-5'-6'369'15,"5"6"-21"-15,-2-3-16 0,2 3-40 0,0 0-28 16,6-6-25-16,-2 3-23 0,5 2-21 0,-2-2-18 15,6 2-26-15,0-1-12 0,-1 2-31 0,9-1-38 16,-3 0-35-16,2 3-44 0,-1-2-43 0,-6 2-61 16,4 1-64-16,-4-3-69 0,2 1-204 0,-4-1-486 0,0 0 216 15</inkml:trace>
  <inkml:trace contextRef="#ctx0" brushRef="#br0" timeOffset="-163195.02">9762 13889 89 0,'-5'1'335'16,"-1"2"-5"-16,4-1-3 0,-2 1-6 0,4-3 7 15,-4 2-5 1,4-2-1-16,0 0-5 0,0 0-24 0,0 0-29 16,15 7-27-16,-7-7-20 0,4 1-22 0,3-1-20 15,5 2-41-15,1-2-42 0,2 1-51 0,0-1-57 16,3 0-48-16,-7-1-57 0,4 1-61 0,0 0-69 15,-2-3-80-15,-2 0-232 0,1-1-609 0,-1 1 270 16</inkml:trace>
  <inkml:trace contextRef="#ctx0" brushRef="#br0" timeOffset="-162779.89">10169 13575 299 0,'0'0'449'0,"0"0"13"0,-5-2-4 0,2-1-16 15,3 3-17-15,0 0-21 0,0 0-27 0,-3-3-20 16,3 3-28-16,0 0-27 0,0 0-30 0,0 0-27 16,0 0-24-16,14 6-23 0,-3-4-16 0,-3 2-24 15,2 0-14-15,0 1-18 0,1 2-13 0,-3 0-8 16,3 1-14-16,0 1-10 0,0 1-13 0,-2 0-3 0,2 5-9 15,-4-6-6-15,-4 4-6 0,3 2-3 0,-4-2 0 16,-2 4-10-16,-4-1-2 0,0 0-1 16,0 1-7-16,-3-2 1 0,0-3-2 0,1-1 1 0,-4-1 0 15,4 4 7-15,1-7-1 0,-2 2-2 0,2-4-1 16,-1 1 3-16,2 1-3 0,2-3 1 0,-1-2 9 16,1 1 13-16,1 1 18 0,1-4 15 0,3 6-8 15,1-5-12-15,6 0 2 0,0-1-4 0,11-1-18 16,-2 0 4-16,2 0-15 0,4-2-31 0,2-2-22 15,5 1-46-15,0 2-52 0,-3-2-70 0,1-4-83 16,-2 2-76-16,-6 0-86 0,8-4-114 0,-10 3-374 16,1-4-1000-16,6-2 442 0</inkml:trace>
  <inkml:trace contextRef="#ctx0" brushRef="#br0" timeOffset="-151360.79">5169 14744 216 0,'-1'-6'279'0,"-2"-1"-12"0,2 2-8 0,-2-3-13 16,-2 3-16-16,4 2-16 0,-4-4-12 0,3 4-17 16,-4-3-14-16,2 2-11 0,1-1-12 0,-2 3-16 15,-2-1-9-15,3 0-18 0,0 1-11 0,4 2-8 16,-11-3-13-16,5 3-6 16,6 0-5-16,-13 3-7 0,9-1-6 0,-2 1-10 15,2 0-4-15,0 1-2 0,-2 1-4 0,3 0 2 0,0 1-8 16,3 2-7-16,0-2 5 0,0 3 0 0,4 0-4 15,2 0 5-15,-1 3-2 0,5-3-4 0,-1 3 1 16,6 0 1-16,0 1-6 0,1-2 1 0,-1 1-3 0,0-2 0 16,-2-3-7-16,4 3 5 0,-7-1-3 0,1 0 9 15,2-3-13-15,-5 4 2 0,2-1 0 0,-3 2-2 16,-2-4-1-16,2 4-2 0,-3-3 0 0,-1-1 0 16,0 1 1-16,-3-2-2 0,0 1-3 0,-5 0 9 15,3-2-4-15,-4 1 8 0,-1 1-4 0,-2-1 13 16,-2 0-15-16,0-1 7 0,-2-2 3 0,0 1 4 15,-2-1-1-15,2-2-4 0,-2 0 2 0,1 0 16 16,-1-1-21-16,3 2-1 0,0-2 5 0,1-2-5 16,4 2 4-16,-1-1 1 0,1 1-6 0,-2-2-12 0,3-1-14 15,2-1-20-15,0 1-16 0,1-2-23 0,3 0-25 16,3-2-35-16,0 1-26 0,2-4-36 16,1 1-29-16,3-1-26 0,2 2-197 0,0-2-493 0,2-1 218 15</inkml:trace>
  <inkml:trace contextRef="#ctx0" brushRef="#br0" timeOffset="-150467.92">5316 14690 79 0,'0'-5'225'0,"0"5"-10"0,3-5-10 0,-3 5-20 0,0-4-22 16,0 4-18-16,0 0-17 0,-3-4-12 0,3 4-12 15,0 0-11-15,0 0-8 0,0 0-8 0,-6 15-7 16,1-10 8-16,4 1 0 0,-2 3-9 0,2-1 1 15,-2 3-7-15,2-2-5 0,1 4-4 0,0 0-4 16,-3 0-12-16,6 3 4 0,-2-3-4 0,-1 4-4 16,3-1-2-16,1-4-1 0,2 7-4 0,0-2-2 15,-2-6-3-15,4 5-1 0,-2-3-2 0,6 1 0 16,0-2-4-16,1-4 0 0,-3 1 1 0,3-2-2 16,0-1-1-16,1-1-13 0,6-1-10 0,-5-4-15 15,7 1-7-15,-7-2-7 0,1-1-5 0,-2-1-2 16,-1-2 7-16,1-1 2 0,-2-1 0 0,1-2 12 15,-5 0 0-15,3-1 1 0,-6 1 3 0,2-1 9 0,-3-1 1 16,-1 2 9-16,0-2 9 0,-3 1 11 0,-2 0 4 16,1 2 11-16,-2 1-1 0,0 1 3 15,1-1-2-15,-1 3-2 0,-4 0-4 0,3-1-6 0,-3 3 1 16,3-1-5-16,-1 1-3 0,5 2-3 0,-13 0-2 16,13 0 1-16,-10 2-4 0,4 0 4 0,2 1-8 15,3 1 3-15,-4 0 0 0,4 3-3 0,1-1-5 16,0-1-9-16,1 2-7 0,4 0-10 0,0-3-6 15,-2 0-14-15,8 5-7 0,-5-3-7 0,4-1-10 16,1 1-9-16,1-3 5 0,-1 1 11 0,0-1 5 16,-3-2 1-16,0-1 10 0,2 5 7 0,-1-5 6 15,-5 2 18-15,-4-2 21 0,10 1 21 0,-10-1 11 16,7 1 11-16,-4 0-2 0,-3-1-5 0,0 0-4 16,7 2-8-16,-4 0-3 0,-3-2 2 0,2 6 26 15,-1 0 5-15,0 1-2 0,1-1 9 0,-1 6 10 16,0 1-4-16,1 0-2 0,-2 0-5 0,1 2 2 15,-1 3 2-15,3 0-3 0,-3 1-5 0,4 0-5 0,-4 1-2 16,4 0-9-16,1-1-5 0,-2-1-1 16,1 1-2-16,-1-1-3 0,0 1-4 0,-1-7-2 15,3 2-4-15,-4-2-1 0,3-3-3 0,-4 0 2 0,4-3 1 16,-3 0 0-16,-1-2 0 0,2 0 17 0,0-2 34 16,-2-2 0-16,0 0-14 0,0 0-1 0,0 0-9 15,3-10-10-15,-3 4 1 0,-1-5-8 0,1-2-7 16,-6-5-16-16,2-3-6 0,0-1-4 0,-1-3-3 15,-2-2-2-15,0 0 3 0,-5 0-1 0,5 1 0 16,-1 0 5-16,2 8-5 0,-1-3 9 0,2 2-6 16,0-1 2-16,-2-1 5 0,2 2 1 0,0 1 10 15,-1 1 16-15,5 3 10 0,-1 3-4 0,-1-1-1 16,3 2 11-16,0-1 5 0,0 4-7 0,2-1 7 16,-1 2-23-16,2 0-1 0,0 1 0 0,3-1-4 15,0 1-7-15,2 1 2 0,-3 2-5 0,6-1 0 16,0 0 6-16,0 5-12 0,1-2-2 0,-1 0 2 15,0 3-7-15,1 0 1 0,-1 2-19 0,-4-1-5 0,4 2-4 16,-4-1-2-16,-1 1 4 0,0 0 1 0,2 3-3 16,-4-3 8-16,-3 1-16 0,2 1 1 15,-2-1 3-15,-2 1-4 0,-2 1-2 0,-2 0-1 0,-2 1-18 16,-1-4-14-16,3 5-15 0,-6-2-24 0,0-1-20 16,4-2-39-16,-3 0-31 0,-2 1-47 0,3-2-260 15,3-2-546-15,-2 1 242 0</inkml:trace>
  <inkml:trace contextRef="#ctx0" brushRef="#br0" timeOffset="-149817.47">6050 14886 46 0,'0'0'303'0,"5"-6"-2"0,-5 6-12 0,1-7-10 16,-1 7-10-16,3-5-5 0,-2-1-10 0,-1 1-10 15,0 0 2-15,2-5-8 0,0 2-9 16,-2-1-15-16,2-2-16 0,-2 2-23 0,1-2-5 16,2 0-13-16,-2-1-13 0,1 2-12 0,-1 0-16 15,-1-2-12-15,1 3-10 0,2 3-8 0,0-3-10 0,-1 4-7 16,0-2-4-16,-1 4-10 0,0-3-7 0,-1 6-12 16,2-4-11-16,-2 1-23 0,0 3-3 15,0 0-11-15,0 0 10 0,0 0 0 0,0 0 3 0,8 10-5 16,-5-4 6-16,-2 2-9 0,-1-3 7 0,4 7-1 15,-1-5 4-15,-3 6-12 0,6-1 10 0,-1-1-3 16,-3 0-7-16,2 0-12 0,2 1-3 0,-5 0-4 16,3 0-7-16,-1-2-3 0,0 3 2 0,2-4-2 15,-3 1-3-15,0-3-4 0,1 1 3 0,-2-1-3 16,1 3 6-16,-1-4 0 0,-1 2 2 0,0-3 2 16,0 0 5-16,-1 0 13 0,1-1-7 0,0-4 0 15,-2 7 6-15,2-7-2 0,-2 5 5 0,0-2 6 16,2-3 4-16,-4 3 10 0,4-3 4 0,-5 3 6 0,5-3 1 15,0 0-2-15,-4 4 4 0,4-4-5 16,0 0-7-16,0 0 1 0,-7 2-2 0,7-2 4 16,0 0-3-16,0 0-2 0,-4 3 3 0,4-3-5 15,0 0 2-15,0 0-3 0,0 0 2 0,-2 3 3 0,2-3-7 16,0 0 7-16,0 0-2 0,9 4-1 0,-5 1 2 16,0-4-18-16,5-1-16 0,-3 1-10 15,2-1-17-15,-8 0-23 0,15-2-23 0,-8 0-29 0,1 0-31 16,0 1-41-16,-1-1-51 0,1 0-49 0,-4-1-194 15,2 0-537-15,-6 3 238 0</inkml:trace>
  <inkml:trace contextRef="#ctx0" brushRef="#br0" timeOffset="-149272.81">5293 14843 43 0,'-12'0'293'0,"12"0"-2"0,0 0-8 0,-8 0-5 15,8 0-13-15,0 0-12 0,0 0-14 0,-7-1-12 0,7 1-14 16,0 0-19-16,0 0-15 0,0 0 2 0,0 0-36 15,0 0-20-15,23-2-5 0,-11 1-14 0,7-2-38 16,6 1-32-16,2 0-39 0,-2 1-39 0,4 0-50 16,1 0-66-16,3-3-57 0,-3 1-76 0,-8 2-166 15,-2-1-494-15,-1 2 219 0</inkml:trace>
  <inkml:trace contextRef="#ctx0" brushRef="#br0" timeOffset="-148659.9">6456 14935 343 0,'0'0'327'15,"0"0"-22"-15,0 0-23 0,0 0-19 0,-3-4-29 16,-1 2-23-16,4 2-20 0,0 0-24 0,0 0-17 16,0 0-14-16,0 0-19 0,0 0-8 0,0 0-10 15,0 0-1-15,0 0-17 0,0 0-9 0,11 9-8 16,-7-7-2-16,-4-2-17 0,3 3-1 0,-3-3-4 16,4 1-5-16,-4-1-3 0,7 1-3 0,-7-1 1 0,0 0-5 15,3 3-1-15,-3-3-3 0,0 0-10 16,0 0-14-16,0 0-3 0,0 0-28 0,1-10-19 15,-1 10-27-15,-4-8-30 0,1 4-33 0,-2 0-37 0,2-2-51 16,0-1-238-16,-1 2-506 0,-1-3 224 0</inkml:trace>
  <inkml:trace contextRef="#ctx0" brushRef="#br0" timeOffset="-148354.64">6397 14783 172 0,'0'0'327'0,"-1"-6"-13"0,1 6-25 0,-4-2-17 15,4 2-22-15,0 0-10 0,0 0-29 0,0 0-21 16,-1-5-21-16,1 5-21 0,0 0-10 0,0 0-15 0,0 0-13 16,0 0-9-16,0 0-10 0,0 0-12 0,0 0-3 15,0 0-7-15,0 0-9 0,11 0-4 0,-11 0-4 16,0 0 6-16,4-1 16 0,-4 1-10 0,0 0 10 15,0 0 0-15,0 0 14 0,0 0-3 0,0 0 2 16,0 0-9-16,1-4-23 0,-1 4 7 0,0 0-12 16,0 0-10-16,0 0-18 0,-7-7-28 0,7 7-34 15,0 0-29-15,0 0-39 0,-4-1-43 0,4 1-50 16,0 0-52-16,0 0-60 0,0 0-239 0,0 0-597 16,0 0 265-16</inkml:trace>
  <inkml:trace contextRef="#ctx0" brushRef="#br0" timeOffset="-132047.33">6871 14618 222 0,'-3'-1'275'15,"3"1"-2"-15,-5-2-4 0,5 2-2 16,-6-3-4-16,6 3-12 0,-8-2-2 0,8 2 6 0,-3-3-5 15,3 3-1-15,0 0-1 0,-1-3-3 0,1 3-11 16,0 0-10-16,0 0-12 0,0 0-14 0,0 0-14 16,0 0-18-16,0 0-15 0,0-6-15 0,0 6-16 15,0 0-12-15,0 0-11 0,0 0-12 0,14 0-6 16,-14 0-8-16,13 0-7 0,1 0-18 0,-3 1-7 16,1-2-4-16,4 1-2 0,2 0-4 0,1 0-14 15,4 0-16-15,-1-2-10 0,0 0-1 0,-2 4-17 16,0-2-2-16,0 0-1 0,-2-2-1 0,-7 4-1 15,3-4-2-15,-6 2-3 0,2 0-1 0,-10 0 2 16,8 2 3-16,0-2 4 0,-8 0 0 0,0 0 3 16,5 1 3-16,-5-1 0 0,0 0 19 0,3 2-13 15,-3-2-4-15,0 0 7 0,-5 8 2 0,1-5-2 0,-2 1-7 16,2-1 7-16,0 3 7 0,0 0-10 0,-2-1 12 16,1 3 3-16,-2 1 2 0,1 0-1 0,1 0-5 15,0-1 9-15,-1 2-6 0,2-2 1 0,-1-1 13 16,0 4-9-16,1 1-7 0,-1-3 5 0,0 3-1 15,1-4 3-15,-2 2 3 0,1-2-3 0,-2 2 2 16,3-4-11-16,0 1 8 0,0 0 1 0,1-1-3 16,-3-1 3-16,4 1 11 0,-3 0-8 0,-1-1-3 15,3 0 8-15,1-1 2 0,-1-1-1 0,3-3-1 16,-3 5 6-16,3-5-1 0,-4 2 4 0,4-2 5 16,-4 4 2-16,4-4-2 0,0 0 6 0,0 5 4 15,0-5 0-15,0 0 4 0,0 0-3 0,0 0 0 16,0 0-5-16,0 0-3 0,4 4-1 0,-4-4-1 0,0 0-3 15,11-2 3-15,-11 2-6 0,15 1-3 16,-4-2 0-16,-2 1 0 0,4-2-5 0,0 2 2 16,0-1-7-16,1 1-2 0,0 0-19 0,1 0-19 0,0 0-12 15,0 0-12-15,-1-2-22 0,-1 2-11 0,-2 0-6 16,1-1-9-16,-5 1-11 0,3 0-8 0,-5 3-13 16,2-3-8-16,-7 0-8 0,12 0-13 0,-12 0 5 15,8 0-2-15,-8 0 7 0,0 0 0 0,0 0-16 16,0 0-13-16,0 0-8 0,0 0-8 0,0 0-8 15,0 0-12-15,0 0-154 0,0 0-408 0,-23-5 182 16</inkml:trace>
  <inkml:trace contextRef="#ctx0" brushRef="#br0" timeOffset="-131621.08">6996 14801 42 0,'0'0'253'0,"0"0"0"16,0 0 4-16,0-5-4 0,0 5 1 0,0 0-4 15,0 0-10-15,-4-5-10 0,4 5-14 0,0 0-1 16,0 0-12-16,0-3-6 0,0 3-12 0,0 0-9 16,0 0-19-16,0 0-10 0,0 0-14 0,0 0-7 15,0 0-11-15,0 0-16 0,0 0-9 0,0-5-3 0,0 5-9 16,0 0-10-16,0 0-9 0,0 0-3 16,0 0-2-16,0 0-2 0,0 0 0 0,0 0-11 15,0 0 7-15,0 0-2 0,19 2-2 0,-19-2-11 0,14 0 3 16,-5-1-5-16,3 1-3 0,1-1-3 0,1 0-2 15,0-1-1-15,4 1-5 0,-5-1-16 0,6 0-18 16,-1-1-23-16,-3 2-10 0,-1 0-14 0,-1 0-18 16,-3 1-20-16,2-2-25 0,-4 1-29 0,-2 2-31 15,-6-1-34-15,9 0-35 0,-5 2-22 0,-4-2-36 16,6 1-203-16,-6-1-559 0,2 5 248 0</inkml:trace>
  <inkml:trace contextRef="#ctx0" brushRef="#br0" timeOffset="-131247.39">7441 14857 234 0,'0'0'308'0,"0"0"-10"0,0 0-6 0,6 4-8 16,-6-4-6-16,3 4-17 0,-1-1-2 16,-2-3-15-16,1 8-11 0,0-4-18 0,2 1-16 0,-3 1 1 15,2-1-26-15,-1 5-11 0,0-3-10 0,1 5-21 16,-4-2-10-16,1 3-9 0,1-3-7 0,-1 1-13 15,-4 1-11-15,4-2-20 0,1 2 4 0,-3-3-9 16,0 1-8-16,2 0-22 0,-2-2-34 0,1 1-23 16,0-4-59-16,0 3-35 0,-1-3-36 0,3-1-29 15,0-1-40-15,0-3-54 0,0 0-71 0,3 5-187 16,-3-5-584-16,0 0 259 0</inkml:trace>
  <inkml:trace contextRef="#ctx0" brushRef="#br0" timeOffset="-130997">7593 14748 189 0,'0'0'334'0,"4"-6"-12"0,0 5-21 15,-4 1-24-15,6-6-26 0,-1 4-19 0,-2 0-26 16,6 1-19-16,-3 0-20 0,-1 0-21 0,3-1-11 0,3 0-18 0,-4 2-6 16,1 0-34-16,1-1-45 0,1 1-40 0,-2 0-49 15,-2 0-47-15,1 1-41 0,1 0-52 0,-8-1-45 16,9 0-147-16,-5 3-421 0,-4-3 187 0</inkml:trace>
  <inkml:trace contextRef="#ctx0" brushRef="#br0" timeOffset="-130813.1">7654 14803 176 0,'0'0'333'0,"-5"4"-8"0,5-4-6 16,0 0-10-16,0 5-16 0,0-5-12 0,1 7 1 16,-1-7-25-16,10 3-22 0,-5-1-26 0,3-2-16 0,1-2-22 15,3 1-10-15,1 1-85 0,2-1-50 0,-1 0-65 16,-1-1-85-16,5-2-102 0,4 2-318 0,-11 0-587 15,4 1 260-15</inkml:trace>
  <inkml:trace contextRef="#ctx0" brushRef="#br0" timeOffset="-91862.5">8132 14651 154 0,'0'-5'226'0,"1"1"-8"0,0 0 1 0,-1-1 1 15,3 0 6-15,-1 0-5 0,-1-2 1 0,2 3 3 16,-3-2-2-16,1 1 1 0,-1-2 5 0,4 1 1 15,-3 1-1-15,1-2-1 0,-1 2-1 0,0 0-4 16,1 0-6-16,-2 0-7 0,0 5-15 0,0-6-12 16,1 3-13-16,-1 3-17 0,0-8-2 0,0 8-6 15,3-4-11-15,-3 4-13 0,0 0-14 0,0 0-10 0,1-3-12 16,-1 3-10-16,0 0-8 0,0 0-12 0,0 0-2 16,0 0-10-16,0 0-1 0,0 0-5 15,10 11-5-15,-7-6-1 0,-2-1-3 0,4 1-3 0,-1 3-2 16,-1 0-2-16,0 1-4 0,1 1 1 0,0 0-4 15,2 0-2-15,-4 1-1 0,3 0 1 0,-2 1-2 16,-1-1-2-16,0-1-2 0,0 2-12 0,-2 1-27 16,1-3-27-16,-1 1-35 0,-1 2-21 0,-1-4-37 15,2 3-31-15,0-2-25 0,-1 0-36 0,-2 0-36 16,2-2-46-16,1-2-38 0,0 1-53 0,1 0-226 16,-1-1-696-16,3-3 308 0</inkml:trace>
  <inkml:trace contextRef="#ctx0" brushRef="#br0" timeOffset="-91612.52">8491 14760 213 0,'0'0'294'0,"0"0"-6"16,0 0-11-16,0 0-15 0,0 0-23 0,5 9-18 15,-5-6-16-15,3 1-17 0,0 2-14 0,-2 0-11 16,5-1-25-16,-5 2-13 0,3-1-19 0,1 4 1 16,-3-4-16-16,3 4-4 0,-1 0-22 0,-1 0-28 15,-3-2-23-15,1 2-31 0,1-4-35 0,-2 3-34 16,-2 0-35-16,1 3-28 0,-2-7-39 0,2 1-41 16,-2 1-180-16,-4-1-443 0,-1-1 196 0</inkml:trace>
  <inkml:trace contextRef="#ctx0" brushRef="#br0" timeOffset="-90958.33">8978 14533 267 0,'0'0'358'0,"-6"-5"-6"0,5 1-3 0,-2 2-2 16,3 2-23-16,-3-6 14 0,3 6-16 0,-1-5-15 0,1 5-21 16,1-6-17-16,-1 6-21 0,6-7-23 0,-2 6-15 15,-4 1-19-15,11-5-17 0,-6 2-17 16,2 2-10-16,5 0-15 0,-1 0-12 0,2 0-15 0,0 2-9 15,-2 0-10-15,4 0-5 0,-3 2-11 0,-1-1-6 16,4 2-8-16,-3 2-4 0,-1-3-8 0,-1 3-4 16,-1 1-6-16,-2 2 1 0,1-5-8 0,-1 4 1 15,1 2-6-15,-6-4-3 0,2 6 2 0,1-2 0 16,-4 0-6-16,-1 0 1 0,-4 1-1 0,2 0-3 16,0 0 7-16,-2 0 4 0,0 0 0 0,0 1 2 15,-2-1 0-15,1 0-2 0,-3-3 5 0,5 4 0 16,-5-4-2-16,4 0-1 0,-2-2 1 0,1-1-5 15,1 3 1-15,1-4-1 0,2 1-7 0,0-3 0 0,-1 2-2 16,2-4 4-16,0 0 4 0,8 7-6 0,0-6 0 16,2 0-1-16,1-2-7 0,1 1 4 0,2 0-14 15,-2-1-24-15,2-2-23 0,-1 2-25 0,3-2-25 16,-2 0-29-16,1 0-36 0,-1 0-22 0,-1 1-26 16,-3 0-19-16,1 0-28 0,-2 1-25 0,-5-1-36 15,3 1-30-15,-3-3-33 0,-4 4-241 0,3-3-678 16,-3 3 300-16</inkml:trace>
  <inkml:trace contextRef="#ctx0" brushRef="#br0" timeOffset="-90735.47">9010 14660 46 0,'0'0'322'16,"-9"-2"-1"-16,9 2-19 0,0 0-10 0,0 0-24 0,0 0-15 15,0 0-11-15,0 0-19 0,15-5-16 16,-15 5-24-16,16 0-19 0,-4 0-10 0,2-1-17 16,1 1-26-16,3 0-3 0,1-1-37 0,0-1-42 0,1 2-46 15,-1 0-49-15,-2-2-61 0,1 2-67 0,0-1-68 32,-3 1-200-32,-1-1-499 0,-4-1 221 0</inkml:trace>
  <inkml:trace contextRef="#ctx0" brushRef="#br0" timeOffset="-90277.57">9461 14713 237 0,'0'0'359'15,"0"0"-14"-15,0 0-16 0,10-1-18 0,-10 1-20 0,9 0-29 16,-9 0-15-16,5 3-16 0,1-3-21 15,-1 2-22-15,3-1-19 0,-3 2 2 0,0 0-28 16,0 1-19-16,-1-1-11 0,0 0-5 0,0 4-13 0,0-2-5 16,-4 0 6-16,3 1-1 0,-2-1-1 0,2 2-2 15,-3-1 3-15,0-1 1 0,-4 0 1 0,0 4-4 16,-1-3 11-16,-1-1-3 0,1-1-5 0,-1 3 0 16,-1-2-7-16,2 0 2 0,1-1-7 0,-1-3 0 15,0 3-2-15,4-2 1 0,-3 1 2 0,4-3-15 16,0 0-6-16,0 0-12 0,0 0-9 0,0 0-27 15,14-8-40-15,-5 5-47 0,2-1-42 0,1-1-38 16,3-1-37-16,3-1-25 0,1 1-36 0,-2 0-51 16,0-1-45-16,2-1-52 0,-3 0-265 0,3 1-717 15,-5-1 317-15</inkml:trace>
  <inkml:trace contextRef="#ctx0" brushRef="#br0" timeOffset="-90028">9779 14560 147 0,'0'0'382'16,"-10"-4"1"-16,10 4-17 0,0 0-28 0,-1-4-25 15,1 4-33-15,0 0-29 0,0 0-24 0,0 0-25 16,16 0-20-16,-16 0-18 0,14 3-17 0,-2-3-44 15,0 0-55-15,1 0-48 0,1 1-59 0,-3 0-60 16,4 3-55-16,5-2-55 0,-6-2-51 0,0 1-166 16,-1 0-482-16,-3 2 213 0</inkml:trace>
  <inkml:trace contextRef="#ctx0" brushRef="#br0" timeOffset="-89855.31">9871 14631 247 0,'-6'2'344'0,"0"-1"-17"16,6-1-21-16,-4 1-27 0,4-1-16 0,-7 3-11 16,7-3-10-16,0 0-13 0,0 0-17 0,0 0-16 15,0 0-26-15,14 4-18 0,-5-3-32 0,-3-1-50 16,6 0-54-16,-4 0-70 0,4 0-68 0,-2 0-79 16,2 2-73-16,0-2-189 0,1 0-501 0,-4 0 222 15</inkml:trace>
  <inkml:trace contextRef="#ctx0" brushRef="#br0" timeOffset="-86400.74">10289 14438 195 0,'0'0'192'0,"1"-6"-5"0,1 3-10 0,-2 3 1 15,0 0-9-15,1-5-2 0,3 2-11 0,-4 3-9 16,2-5-4-16,-2 5-4 0,5-5-8 0,-3 2-13 16,-2 3-3-16,5-6-7 0,-4 4-10 0,-1 2-7 15,4-3-7-15,0-2-7 0,-4 5-4 0,6-1-6 0,-1 0-7 16,-1-2-2-16,1 2-12 0,2 0-3 15,-7 1-3-15,11-3-2 0,0 3-3 0,-6 0-5 16,7 0-1-16,0 1-2 0,-6 1-1 0,4-1-4 0,-2 0-3 16,6 2 2-16,-3-2-1 0,-1 1-6 0,0 3 0 15,1-1 1-15,0 0-5 0,-4 0 3 16,-2 1 4-16,1 0 1 0,-4 1 3 0,2-3-3 0,-2 5 1 16,2 0 4-16,-3-1-6 0,-1-1 3 0,0 5 0 15,-1-1 2-15,-5-1 6 0,2 1 3 0,-4 3 4 16,3-4 3-16,-2 1-1 0,-1 0 1 0,-2 1-3 15,2 1 5-15,-3-4-1 0,0 4 1 0,3-3 2 16,-4 0 3-16,4 0-8 0,-2-2 12 0,-2 3 4 16,5-3-11-16,-1 1 7 0,1-2 8 0,-2 2-2 15,3-3-2-15,2-1-2 0,0 0-1 0,1 1 2 16,0 0 3-16,1-2 1 0,0 0 9 0,2-3 13 16,3 7 4-16,-3-7 5 0,8 1-5 0,-1 0-9 0,5 0-6 15,6-1-5-15,-2 0-6 0,5-2-6 16,10 1-1-16,1 1-11 0,-3-5 0 0,4 1-5 15,-6 1-4-15,3 2-4 0,1-2-2 0,-5-1-19 0,-4 2-37 16,1-1-36-16,-2 1-44 0,-1-2-46 0,-1 3-43 16,-7-1-62-16,-1-2-72 0,4 1-97 0,-5-1-238 15,-1-1-728-15,-1-2 323 0</inkml:trace>
  <inkml:trace contextRef="#ctx0" brushRef="#br0" timeOffset="-83576.52">11381 14654 230 0,'1'-6'363'0,"-1"6"1"15,3-5-12-15,-3 5-24 0,0-4-25 0,0 4-23 0,1-3-25 16,-1 3-28-16,0 0-20 0,0 0-18 0,0 0-9 15,0 0-6-15,17 6-23 0,-13-2-12 0,5 1-19 16,-3-2-9-16,-1 3-13 0,4 1-3 0,-3-2-15 16,1 5-8-1,-3-3-9-15,-1-2-7 0,1 4-9 0,-3-1-27 16,2-2-24-16,-3 5-21 0,0-6-21 16,0 4-23-16,-4-3-24 0,0 0-27 0,-3 4-32 0,0-5-35 0,-1 1-36 0,0-1-33 15,-2 0-36-15,1-1-215 0,1 0-548 0,1 1 243 16</inkml:trace>
  <inkml:trace contextRef="#ctx0" brushRef="#br0" timeOffset="-83059.16">11679 14318 93 0,'0'-4'345'16,"0"4"-12"-16,0-5-20 0,0 5-20 0,0-4-18 15,0 4-21-15,0 0-19 0,0 0-17 0,0 0-12 16,0 0-16-16,0 0 2 0,0 0-2 0,0 0-8 15,0 0-7-15,0 0 1 0,18 11-14 0,-13-7-18 16,3 1-14-16,-1-2-13 0,5 5-5 0,-4-2-17 16,6 3-6-16,-2-1-7 0,2 2-13 0,2 0-4 15,-5 1-19-15,1-3 1 0,-2 3-10 0,-2-2 3 16,1 1-10-16,-2 0-3 0,3 1-5 0,-6 0 0 0,-1 0-3 16,-2 3 5-16,-1-3-8 0,-4 2-3 0,3 0-1 15,-4-2 2-15,0 3-4 0,-2-4 8 16,-5 4 3-16,4 1 9 0,-2 0 3 0,-2-6 3 0,4 1 7 15,-2-1 3-15,1 0 3 0,-2-1-9 0,4-1-2 16,-1 1-2-16,1-2-2 0,3-1-2 0,0 2-2 16,1-3 6-16,3 2-6 0,0-3 0 0,0-3-2 15,7 3 1-15,1-1-6 0,7 1-2 0,-1-2-1 16,6 0-9-16,-1 0-23 0,5-2-30 0,-1 1-31 16,-2-2-32-16,2-3-21 0,-2 2-34 0,-2-5-22 15,0 3-31-15,-7 2-37 0,2-1-42 0,-2-2-48 16,-4 1-50-16,0 0-218 0,-1 0-658 0,-6 0 292 15</inkml:trace>
  <inkml:trace contextRef="#ctx0" brushRef="#br0" timeOffset="-82866.24">11710 14582 268 0,'0'0'306'15,"0"0"-11"-15,-4-3-19 0,4 3-24 0,0 0-20 16,0 0-17-16,19-8-20 0,-11 7-16 0,3-1-15 16,3-2-19-16,-2 1-20 0,6-2-6 0,1 2-14 0,1 1-30 15,-1-1-43-15,-1 1-51 0,2 2-59 16,-2 0-62-16,2-3-60 0,-5 5-225 0,-1-1-459 16,-2-1 203-16</inkml:trace>
  <inkml:trace contextRef="#ctx0" brushRef="#br0" timeOffset="-82275.02">12092 14623 29 0,'0'0'302'0,"-3"-5"-17"16,3 5-20-16,0 0-26 0,2-4-18 0,-2 4-17 15,4-4-9-15,4 3-18 0,-4-1-15 0,-4 2-14 16,14-1-14-16,-6 1-13 0,0 3-7 0,-1-2-13 15,1 0-11-15,-1 0-8 0,0 1-9 0,-2 0-4 16,2-1-8-16,-3 4-10 0,4-3 1 0,-5 1-13 16,0 1 8-16,-2 0-2 0,1 2 3 0,-4-2 1 15,1 0-3-15,-2 1-4 0,0 1-4 0,-1-1 2 16,0 0 0-16,-3 0-12 0,2 0 11 0,-1-1-1 16,1 2-3-16,2-2 4 0,-1 2-3 0,-2-3 0 15,3 1 3-15,0 0-3 0,2-3-6 0,1-1 0 0,-2 6 4 16,2-6 6-16,4 6-7 0,-1-4 3 0,1 1-10 15,1-1-3-15,2 0-1 0,-1 0 3 16,5 2-17-16,-2-1 7 0,-3-1-1 0,-1 2 6 0,2-3-7 16,-3 1-1-16,0 3-4 0,3-3 4 0,-6 4-4 15,3-3 7-15,-4 0 10 0,3-1 9 0,-3 3 10 16,-1 1-5-16,-1-2-15 0,-2-1 10 0,-3 2 0 16,2-2 6-16,-6 1-15 0,0 2 0 0,-2-3 2 15,3 0-7-15,-1 2 0 0,-2-4-6 0,2 0-7 16,0 0-22-16,3-1-25 0,2 0-37 0,-2 0-26 15,-1-2-37-15,3 1-41 0,-1-1-56 0,5-1-53 16,2 3-56-16,-5-8-211 0,8 3-604 0,0-2 267 16</inkml:trace>
  <inkml:trace contextRef="#ctx0" brushRef="#br0" timeOffset="-82017.57">12367 14428 47 0,'0'0'351'0,"0"0"-7"0,0 0-13 15,0-5-17-15,0 5-26 0,0 0-14 0,0 0-16 16,0 0-16-16,0 0-19 0,7-2-17 0,-7 2-21 15,8-1-19-15,0 0-16 0,3 1 0 0,-3 0-33 16,3 0-10-16,1 0-17 0,-2-1-39 0,2 1-40 16,3-2-21-16,-4 1-42 0,1 1-38 0,-1 0-38 15,-1 1-47-15,-5 1-46 0,3-2-49 0,-1 1-224 16,-3 0-534-16,-4-1 237 0</inkml:trace>
  <inkml:trace contextRef="#ctx0" brushRef="#br0" timeOffset="-81828.07">12432 14535 252 0,'-4'3'331'16,"4"-3"1"-16,-5 7-17 0,5-7-5 0,-3 2-10 15,3-2 4-15,0 4 2 0,0-4-7 0,0 0-16 16,0 0-35-16,15 0-25 0,-7 0-23 0,2 0-21 0,2-1-20 16,-1-2-19-16,5 3-58 0,1-4-58 15,-3 1-57-15,3 1-57 0,-4 1-62 0,1-1-69 16,-2 1-90-16,-1 0-269 0,2 0-629 0,-3-1 278 0</inkml:trace>
  <inkml:trace contextRef="#ctx0" brushRef="#br0" timeOffset="-80238.04">12819 14309 299 0,'1'-5'314'0,"-1"5"-7"0,0-4-19 0,0 4-18 15,4-4-17-15,-4 4-18 0,5-1-18 16,-5 1-17-16,6-1-18 0,-6 1-19 0,0 0 8 0,14 3-24 15,-6 0-13-15,-3-1-12 0,3 1-12 16,2 2-11-16,-2 1-8 0,1 1-15 0,1 1-2 16,-2-1-8-16,3 0-11 0,-5 2-1 0,3-1-12 0,-5 2-2 0,4 1-2 0,-4-3 0 0,-1 3-4 15,1-2-8-15,-5 1 14 0,-2 2 18 0,3-1-5 16,-7 0 9-16,2 1 8 0,-2-3-2 16,0 2 17-16,-1-1 8 0,-4-1-3 0,4 0 2 0,-2 0 4 15,-1-1-3 1,3-1 3-16,4 0-2 0,-3-2 1 0,3-3-5 15,1 2-1-15,-3 0-4 0,4-1-1 0,2-3-12 0,0 0-3 16,10 5-9-16,2-4-8 0,-1-1-6 0,8-2-5 16,4 0-20-16,-1 0-41 0,8-2-46 0,1-1-50 15,-9 1-48-15,2 3-41 0,-3-2-40 0,1 2-44 16,-2 1-53-16,3-1-55 0,-7 1-303 0,-1 0-757 16,-1 1 335-16</inkml:trace>
  <inkml:trace contextRef="#ctx0" brushRef="#br0" timeOffset="-80039.6">13336 14689 143 0,'0'0'331'0,"0"0"3"0,-2 4-5 0,2-4-8 15,-7 7-11-15,5 0-24 0,-5-4-3 0,2 0-30 16,-4 5-32-16,-2 0-17 0,1-2-24 0,-6 6-13 15,0-1-19-15,4-2-14 0,-4 0-60 0,1 3-47 0,3-2-38 16,2 0-42-16,3-2-41 0,-1 1-49 16,-1 0-61-16,4-4-53 0,3 0-241 0,2 0-538 15,0-1 238-15</inkml:trace>
  <inkml:trace contextRef="#ctx0" brushRef="#br0" timeOffset="-79432.61">13688 14259 306 0,'0'-4'362'0,"0"-1"-8"16,0 1-5-16,0 4-31 0,2-8-16 0,2 2-20 0,-1 5-12 16,0-2-23-16,1 1-19 0,4-1-16 15,-1 3-9-15,3-1-13 0,2 2-13 0,1-1-10 16,-2 3-16-16,3-1-8 0,-1 1-15 0,0 2-9 0,0 0-12 16,-2-1-6-16,4 2-11 0,-7 2-11 0,2-1-3 15,-5 0-9-15,5 2-3 0,-5-1-1 0,-2 2-1 16,-3-1 3-16,0 1-3 0,0 2 1 0,-3 1 0 15,-1-2 4-15,-4 2-2 0,1 2-4 0,-4-1 5 16,1 0 2-16,-3 3-2 0,4-3-4 0,-1 0-1 16,-1 1-2-16,3-4-3 0,1 0-5 0,-1 0 0 15,3 0-5-15,1-1 1 0,2-1-8 0,-2 4-3 16,4-7-3-16,0 2-2 0,2 0-4 0,2-4-4 16,1 3 1-16,3-1-6 0,4-3-24 0,1 1-38 15,0-1-39-15,2-2-41 0,4-2-45 0,-4-2-41 16,0 2-29-16,-1-2-35 0,2 2-56 0,2-4-36 15,0-3-57-15,-9 3-288 0,2-1-768 0,-3-2 340 0</inkml:trace>
  <inkml:trace contextRef="#ctx0" brushRef="#br0" timeOffset="-79236.7">13678 14445 180 0,'-7'-3'334'0,"6"0"-7"0,-3 1-12 16,4 2-33-16,1-8-23 0,2 6-25 0,4-2-20 16,1 1-22-16,7-1-21 0,2-1-18 0,3 5-16 15,4-1-13-15,-2 0-11 0,0 0-40 0,1-1-44 16,-3 4-47-16,-1 0-51 0,2-1-60 0,-1 3-68 16,-8-1-61-16,2 0-153 0,0 3-446 0,-5-4 197 0</inkml:trace>
  <inkml:trace contextRef="#ctx0" brushRef="#br0" timeOffset="-78707.93">14063 14561 250 0,'0'0'358'0,"-1"-6"-13"0,1 6-23 15,0 0-29-15,0 0-31 0,0 0-25 0,0 0-22 16,0 0-11-16,0 0-1 0,0 0-23 0,0 0-8 15,1 16-6-15,0-9-22 0,1-1-15 0,-2 2 7 16,1-1-39-16,-1 1 2 0,2 1-2 0,0 2-18 16,-2-3-2-16,0 0-17 0,0 0 0 0,0-1-10 15,2 0-3-15,-2 0 2 0,1 0-10 0,-1-1 1 16,1-1-5-16,2-1 7 0,1 0-17 0,2-1 0 16,-1-1-9-16,-1 1-5 0,3-3-11 0,-7 0-5 15,14-3 2-15,-5 2-2 0,-1-3-2 0,-1 0 7 16,0 0-7-16,5-3 6 0,-5 0-5 0,3 1 3 0,-1-2 3 15,-2 0-5-15,1 2 7 0,-4 0 13 16,2-1 21-16,-1 2 16 0,-2-1 14 0,-1 0 5 16,2 2 8-16,-4 0-1 0,2 0-3 0,-1 0 0 0,2 1-8 15,-3 3-10-15,1-3-7 0,-1 3-7 0,0 0-4 16,0 0-10-16,0 0 6 0,0 0-6 0,-5 11 2 16,5-6-18-16,-2 1-29 0,1 0-15 0,0-1-45 15,1 1-30-15,1-2-35 0,0 3-28 0,-1-4-37 16,2 4-39-16,1-3-33 0,-1 0-50 0,1-1-317 15,0 0-699-15,1-2 309 0</inkml:trace>
  <inkml:trace contextRef="#ctx0" brushRef="#br0" timeOffset="-78453.85">14429 14352 354 0,'-4'-2'351'0,"4"2"-27"0,0 0-23 0,5-8-26 15,1 7-28-15,1-1-24 0,0 0-23 0,5 2-19 16,-1-1-16-16,2-1-19 0,-1 2-16 0,1 0-12 16,0-1-45-16,-2 2-45 0,3 1-56 0,-5-2-56 15,2 2-53-15,-4-2-54 0,4 1-47 0,-6 1-169 16,-1 1-440-16,-1-1 195 0</inkml:trace>
  <inkml:trace contextRef="#ctx0" brushRef="#br0" timeOffset="-78281.17">14478 14516 74 0,'0'0'344'0,"0"0"1"0,0 0-21 0,0 0-30 0,0 0-25 16,23-5-29-16,-17 5-25 0,6-5-19 0,3 2-18 15,-6-2-17-15,8 0-22 0,-4 0-43 0,1 2-44 16,-2-2-48-16,-1 0-65 0,1 4-63 0,2-2-83 16,-2 1-217-16,-4-2-458 0,3 2 203 0</inkml:trace>
  <inkml:trace contextRef="#ctx0" brushRef="#br0" timeOffset="-77784.37">14837 14264 168 0,'0'0'381'0,"-3"-5"-7"0,3 5-11 15,0-5-17-15,0 5-23 0,3-4-22 0,-3 4-22 16,7-2-14-16,-3 0-16 0,-4 2-13 0,16 2-10 16,-5-1-22-16,-1 1-11 0,2 0-13 0,0 1-15 15,-2 2-17-15,2 1-15 0,0 0-10 0,-1 1-18 16,1 2-6-16,-2-1-11 0,-1 3-3 0,-2-1 5 0,1 0-4 15,-5 3-5-15,1-2-3 0,-1 4-2 0,-2-3 1 16,-1 0 3-16,0 2 0 0,-1-1-1 0,-3-2 4 16,-4 5 0-16,2-5 15 0,-2 0-13 0,1 0 5 15,-1-1-2-15,1-1 1 0,-1 0-1 0,0-3-6 16,3 1-2-16,0-1-10 0,1-1-1 0,-1-1-2 16,3 1 0-16,1 1 1 0,0-3 6 0,1-3 10 15,0 0-11-15,5 5-11 0,1-5 3 0,5 2-12 16,2-2-6-16,1-2-1 0,6 1 0 0,-1 0-13 15,4 0-8-15,7-4-38 0,-1-2-34 0,-9 4-35 16,10-2-37-16,-9 0-58 0,4-6-85 0,4 1-66 16,-6 3-71-16,3-3-65 0,-4 2-484 0,6-4-1026 15,-2 0 453-15</inkml:trace>
  <inkml:trace contextRef="#ctx0" brushRef="#br0" timeOffset="-73570.97">5316 15543 228 0,'0'-5'232'0,"0"5"-8"0,-5-9-7 16,1 4-14-16,1 1-8 0,-1 0-11 0,0-1-6 15,-4 1-16-15,1 0-8 0,-1 2-4 0,1-2-11 16,-3 3-15-16,1-2-9 0,1 3-10 0,-2-1-14 15,2 2-8-15,8-1-8 0,-18 3-3 0,10 1-5 16,-3-1-5-16,2 1-4 0,1 2-7 0,-3 0-2 16,7 0-6-16,0 3-4 0,-3-1-4 0,4 2-1 15,2 2 7-15,2-3-14 0,2 2 2 0,1-2-5 16,3 4-3-16,2-3 1 0,5 5-8 0,2-3 2 16,-2 0-1-16,3 0-2 0,0-1-1 0,2 3 0 0,0-2-2 15,-3 0 7-15,1 1-12 0,-1-3 2 16,-4 3-1-16,-1-5 0 0,0 1 8 0,-3-2-8 15,1 2-3-15,-5-2 5 0,-1 0-6 0,-1-2 3 16,-1 3 0-16,-4-3 0 0,-1 3 2 0,-1 0 0 0,-6-3 0 16,0 2 1-16,-3 0-7 0,3-2 2 0,-7 0 5 15,1 0-3-15,-3-1-4 0,6 0 4 16,-2-3-1-16,-2-1 1 0,2 0-2 0,3 0 10 0,1 0-11 16,0 0-6-16,4-2-6 0,0 0-17 0,1 0-24 15,3-1-23-15,0-1-31 0,1-1-28 0,3-1-34 16,4-1-39-16,3-4-26 0,1 0-42 0,6-2-145 15,-1-2-453-15,5 0 200 0</inkml:trace>
  <inkml:trace contextRef="#ctx0" brushRef="#br0" timeOffset="-72661.46">5474 15502 106 0,'4'-5'227'0,"-4"0"-5"0,0 0-4 0,4 0-9 15,-4 1-10-15,2 0-20 0,0 2-16 0,-2 2-14 16,3-6-23-16,-3 6-10 0,0 0-10 0,0 0-12 16,9 8 0-16,-5-3 1 0,-2 1-10 0,2 1-5 15,1 4 9-15,-2 0-7 0,3 1-6 0,-5 1-7 16,-1 0-7-16,3 7 0 0,-3-4 2 0,0 2-9 16,-3 0 2-16,3 1-8 0,0 3-1 0,-1-4-10 15,1 2 0-15,-3-1-6 0,6 1-1 0,-2-2-4 16,3 0-7-16,-4-5 4 0,5-1-2 0,2 0-3 15,0-2 0-15,1 0-3 0,3-2 1 0,3-2-4 16,5-1 1-16,-1 0 0 0,3-5-8 0,1 0-3 16,-3-1-7-16,1-3-4 0,2 1-5 0,-5-5 3 15,0-1-3-15,-3 1 3 0,-2 0-3 0,-1 0 1 16,-3-3 3-16,0 1-2 0,-4-1-2 0,-1 3 0 0,-2-2 5 16,-2 0-4-16,-2-1 3 0,-1 4-4 15,-2 2 2-15,-4-5 4 0,0 5 4 0,1-3-2 16,-2 3 1-16,-1 2 1 0,1-1 0 0,-1 1-2 15,2 2 2-15,-2-1 2 0,4 4-3 0,8-2 0 0,-15 1 1 16,9 2 1-16,4 1 0 0,0-1-4 0,2 1-14 16,0-4-22-16,7 8-24 0,2-3-21 0,2 1-25 15,6 4-26-15,-6-5 0 0,5 2-6 0,4-1-7 16,-1 0 10-16,2 2-10 0,-2-1-3 0,0-2 3 16,-5 0 3-16,-2-1 3 0,0 0 7 0,0 0 8 15,0-2 12-15,-5 1 11 0,0-1 17 0,-3 0 19 16,0 0 37-16,-4-2 32 0,8 0 30 0,-8 0 32 15,7 3 29-15,-7-3 22 0,0 0 14 0,4 3 14 16,-4-3 2-16,3 2-4 0,-3-2-13 0,0 0 8 16,4 6 5-16,-4-3 13 0,0 1 3 0,3 1-1 0,-3 1 10 15,3 2-21-15,-1 2-7 0,2 0-17 0,2 2-6 16,-5 2-16-16,3 3-7 0,0 0-6 16,3 1-10-16,-3 3-4 0,1-1-9 0,1 6 6 15,-3-4-22-15,-2-1 14 0,2-1-19 0,0-1 4 0,-2 2-15 16,3-2-9-16,-3-1 5 0,2-6-6 0,-1 3-15 15,0-5-4-15,-2 0-19 0,1-2-16 0,-1 0-8 16,3-3-4-16,-3-2 5 0,0 2 3 0,0-5-4 16,0 0 4-16,0 0 0 0,0 0-1 0,0 0 4 15,0 0-7-15,1-17-5 0,-2 5-5 0,2 0-5 16,-2-3-4-16,1-3-4 0,-3-1 3 0,2-7 6 16,-1-3 6-16,2 4 5 0,-2 3 6 0,-2-7 5 15,-1 1 3-15,-1 2 5 0,2-1 3 0,-3-1 6 16,-1 0 13-16,1 9 16 0,3-1 13 0,-4-6 5 15,0 7 6-15,1 2 11 0,0 0 6 0,4 4 5 16,-2 1-1-16,2 2-1 0,0-2 2 0,0 2-3 16,0 1 0-16,2 2-6 0,3 1-6 0,1 1-6 15,5 0 1-15,-3 0-6 0,5 1-5 0,2 0-2 16,2 4 0-16,-2 0-6 0,6 1 3 0,-4 2-4 16,0 2-3-16,3 3-1 0,0-2-5 0,-4 2 2 15,0 3-3-15,-2-1 0 0,-2 1 1 0,-3 2-2 16,-1-1-3-16,-3 1 1 0,-2-3 2 0,-2 5-1 0,0-3-2 15,-4-1-11-15,0 1-11 0,-3-2-16 0,0 0-19 16,-1-1-31-16,-2 0-30 0,1-1-44 16,-1-3-48-16,1 0-42 0,1-2-196 0,1-1-483 15,1-1 215-15</inkml:trace>
  <inkml:trace contextRef="#ctx0" brushRef="#br0" timeOffset="-72306.61">6185 15607 113 0,'-1'-4'317'16,"1"4"-20"-16,0 0 3 0,0 0-10 0,0 0-11 16,11 11-13-16,-3-7-18 0,3 2-10 0,-3-1-13 15,3 0-16-15,2 0-15 0,-3 1-25 0,2 1-6 16,1 1-11-16,-4-1-14 0,3 2-8 0,-4-1-9 15,1 1-7-15,-1-1-9 0,-3 2-5 0,-1 1-1 16,-2 1 2-16,-2 0-7 0,-3-2-3 0,-1 3-6 16,-1-3 1-16,-1-1 0 0,1 1-5 0,-4-1-8 15,5-4-5-15,-4 3-14 0,3-2 3 0,2-1-11 16,-1 0-1-16,3 0-8 0,-1-2 1 0,5 2-1 16,0-2 0-16,2 1-11 0,9-3-30 0,-2-1-31 15,7 0-29-15,0-1-30 0,4-1-31 0,0 1-32 16,-1 0-34-16,0 0-46 0,-2-2-51 0,3-1-63 15,-2 1-294-15,-1 0-697 0,0-2 310 0</inkml:trace>
  <inkml:trace contextRef="#ctx0" brushRef="#br0" timeOffset="-72033.5">6766 15831 79 0,'0'0'360'0,"-3"4"-5"0,2-1-18 0,1-3-32 15,-5 3-24-15,2 0-24 0,3-3-22 0,-7 7-20 16,7-7-21-16,-1 3-1 0,1 0-39 0,-3 1-13 16,3-4-12-16,0 5-11 0,0-5-11 0,4 5-7 15,-4-5-12-15,0 0-5 0,6 4-12 0,-2-2 0 16,0 0-12-16,-4-2-6 0,5 1-7 0,-5-1-22 15,0 0-11-15,0 0-22 0,0 0-17 0,10-3-25 16,-10 3-14-16,1-5-22 0,-1 0-27 0,1 1-35 16,-1 4-39-16,-1-10-28 0,1 3-42 0,-1-4-227 15,-2 1-524-15,3-3 232 0</inkml:trace>
  <inkml:trace contextRef="#ctx0" brushRef="#br0" timeOffset="-71765">6742 15637 199 0,'-14'0'279'16,"14"0"-15"-16,-4-2-18 0,4 2-14 0,0 0-19 15,-7-1-13-15,7 1-26 0,0 0-19 0,0 0-17 16,0 0-11-16,0 0-8 0,0 0-13 0,0 0-11 16,0 0-13-16,0 0-4 0,15 6-7 0,-11-4-9 15,2 0-7-15,-6-2-6 0,9 1-3 0,-9-1 0 16,7 2-12-16,-3-1-5 0,-4-1-3 0,0 0-5 15,5 2-3-15,-5-2-4 0,0 0-8 0,0 0-9 16,0 0-10-16,0 0-5 0,0 0-13 0,-9-10-18 0,5 8-20 16,-3-1-22-16,2 0-30 0,-4 0-39 0,4-2-33 15,1 2-45-15,-3 1-129 0,3-2-397 16,-1 3 176-16</inkml:trace>
  <inkml:trace contextRef="#ctx0" brushRef="#br0" timeOffset="-70153.46">7388 16078 105 0,'1'4'261'0,"-1"-4"9"0,0 0 3 0,0 0-8 16,0 0-17-16,0 0-15 0,0 0-8 0,15-9-12 16,-10 8-16-16,-1-4-10 0,2-2-12 15,-2 2-9-15,6-3-13 0,-4-3 7 0,2 1-3 16,-2 1-22-16,4-1 9 0,-4-3-4 0,2-1 2 15,1-2-5-15,-2 1-13 0,2-3-11 0,-4 0-14 16,-1-1-10-16,1 0-3 0,-1-2-13 0,1-7-6 16,-5 2 0-16,2-3-11 0,-2 10-1 0,0-9-7 15,-2 2-6-15,2 7-1 0,-4-2 0 0,3 2 9 0,-2 1 2 16,0 1-18-16,2 1 4 0,-2 3 8 0,2 3-12 0,-2-1 0 16,2 3-8-16,-1 0 1 0,1 2-3 0,-1-1-3 15,-1 2-4-15,3 1-9 0,0 4-4 0,-2-5 3 16,2 5 0-16,0 0 0 0,0 0-5 0,3 14 4 15,1-6 1-15,0 2-3 0,-1 2-2 0,2 2 3 16,-1 1-4-16,3-2 0 0,1 4 2 0,-1-2-1 16,3 0 0-16,-2 1 1 0,0-1-3 0,0-4 1 15,2 2-2-15,-1-1 1 0,-1-2-3 0,-1 1-7 16,0-5-7-16,5 1-4 0,-4 0 0 0,-1-3 1 0,6 0 1 16,-7-4-4-16,2 0 3 0,1-2-2 0,-2-1 2 15,2 0-4-15,-1-5 0 0,2-1 2 16,-4 3 2-16,1-4 15 0,0 1-12 0,-3-3 4 15,1 0 5-15,-2 1-1 0,1-1 3 0,-3 1-4 0,2-1 5 16,-2 1 3-16,-1 1 12 0,-2 1 8 0,0 1 3 16,2 2 4-16,-1 1 1 0,0-1 0 0,-3 1-11 15,4 2 3-15,0 3-6 0,0 0-4 0,-6-3 3 16,6 3 3-16,0 0-4 0,-5 13 3 0,5-8 2 16,0 6-5-16,0 0 1 0,3 1 1 0,-1 1-4 15,1 0 1-15,4 5-1 0,-2 0-2 0,2 0 0 16,-1-2 1-16,0 1-23 0,2 0-38 0,-1-2-33 15,1 2-42-15,-2-6-35 0,3 0-45 0,-5-1-53 16,3-1-49-16,-4 0-56 0,1-1-270 0,0-2-690 16,-4 0 306-16</inkml:trace>
  <inkml:trace contextRef="#ctx0" brushRef="#br0" timeOffset="-69831.48">7967 15898 178 0,'0'0'313'0,"0"0"-3"0,1 6-8 16,-1-2-12-16,0-4-6 0,2 8-10 0,-2-2-14 16,0 1-21-16,0-2-17 0,0 3-9 0,1 3-21 15,-1 0-17-15,3 0-16 0,-2 0-20 0,2 1-6 16,1 1-18-16,0-2-11 0,0 6-11 0,2-4-8 0,0 3-32 16,0-4-52-16,-2-1-53 0,3 0-42 0,-2-1-47 15,1-2-54-15,-1 1-59 0,-1-3-56 16,0 0-205-16,-1-2-558 0,1 1 248 0</inkml:trace>
  <inkml:trace contextRef="#ctx0" brushRef="#br0" timeOffset="-69464.36">8164 15720 39 0,'6'1'388'0,"-6"-1"-16"16,0 0-19-16,0 0-27 0,0 0-19 0,0 0-29 16,8-2-35-16,-8 2-23 0,5-2-26 0,-5 2-13 0,10 0-19 15,-2 0-17-15,4 2-19 0,-1-2-13 16,0-2-59-16,4 2-43 0,-4 0-45 0,2 2-40 16,1-2-41-16,-3 2-44 0,3-1-47 0,-5 3-42 15,3-3-198-15,-5 4-484 0,-3-5 215 0</inkml:trace>
  <inkml:trace contextRef="#ctx0" brushRef="#br0" timeOffset="-69299.51">8253 15825 19 0,'-6'5'252'0,"2"-4"2"16,0 2-6-16,0-1-11 0,0 1-17 0,0-1-9 16,4-2-16-16,0 0-4 0,0 7-11 0,0-7-11 15,8 4-21-15,-3-2-12 0,2 1-14 0,-1-2-14 16,6 3-20-16,-1-3-42 0,1 2-55 0,-1-2-53 15,3 2-73-15,-2-4-76 0,4 2-191 0,-1-1-434 16,0 1 192-16</inkml:trace>
  <inkml:trace contextRef="#ctx0" brushRef="#br0" timeOffset="-68241.89">11187 16095 76 0,'0'0'295'0,"0"0"-10"0,0 0-15 0,0 0-14 0,10-5-17 15,-6 1-19-15,1 1-12 0,-1-3-18 0,0 2-5 16,1-1-22-16,-1-5-14 0,4 4-17 0,-1-5-9 15,0 2-4-15,1-1-8 0,3 0-4 0,-3-2-9 16,-2 1 9-16,2-6-26 0,-1 4-7 0,2-2-6 16,-2-1-5-16,0-2-2 0,-2-2-6 0,-1 0-9 15,0-9-4-15,-1 3 1 0,1 4-8 0,0-4-4 16,-5 1-2-16,1 3 1 0,0 1-6 0,0 1-10 16,0-1 5-16,0 3-2 0,-3-1 1 0,3 2-6 15,-1 4 6-15,-2-1-4 0,0 6-2 0,-1-4 4 16,1 3 0-16,2 2 1 0,1 2-5 0,0 1 0 15,-5-2-4-15,4 3-5 0,1 3 13 0,0 0-18 16,-10 1-3-16,10-1 7 0,-4 8-2 0,-2-2 5 16,4 4-4-16,0-1-1 0,-1 3-2 0,1 1 0 15,2-3 2-15,0 5-2 0,0 2 3 0,0 1-2 16,5 1 2-16,-3 0 4 0,6-1-6 0,-3 0 2 16,1-1-2-16,-1 0 5 0,-1-5-2 0,6 2 0 0,-2 3-6 15,0-8 1-15,0-2-1 0,0 0-9 0,2-1-10 16,-1 1-8-16,1-6-6 0,1 3-7 0,1-2 1 15,-1-3-1-15,0 0-4 0,0-2-1 0,-2 0 6 16,2-3 2-16,1-1 5 0,-4-3 3 0,-1 0 3 16,3-1 5-16,-2-2-2 0,-4 0 5 0,0-6 4 15,0 7 7-15,-1-1-4 0,-3-2 7 0,3 4-3 16,-2-1 9-16,-1 1 10 0,0-1 6 0,0 3 11 16,-1 2 11-16,1 1 9 0,0-1-4 0,-3 3-5 15,3-1-11-15,0 1 2 0,0 4-2 0,-4-5 0 16,4 5-1-16,0 0-1 0,0 0-5 0,0 0 6 15,4 19 7-15,0-9-1 0,-4 2-7 0,5-1-4 16,1 6-8-16,-2 0 7 0,1 2-3 0,4 0-2 0,-3 1 5 16,-2-4-16-16,5 2-30 0,-4 1-29 0,-1 0-28 15,3-1-35-15,-2-1-48 0,-3-4-42 16,3-1-55-16,-3 1-273 0,-1 0-583 0,0-1 259 16</inkml:trace>
  <inkml:trace contextRef="#ctx0" brushRef="#br0" timeOffset="-67891.04">11729 15951 232 0,'0'0'317'0,"2"3"-13"16,-2-3-17-16,4 3-12 0,-2-1-10 0,4 1-14 15,-6-3-12-15,5 8-19 0,2-5-22 0,-3 0-14 16,0 1-8-16,-1 2-17 0,1-1-11 0,3 2-6 16,-2 1-17-16,3-1-6 0,-5-2-12 0,0 1-18 15,-2 1 1-15,2-2-15 0,-2 1-14 0,-1 2 7 16,-1-4-17-16,1 4 7 0,-3-2 1 0,-1-1-16 16,1 0 7-16,-1 2-2 0,0-3-5 0,-1 0-5 0,-2 0-1 15,3-2-6-15,1 1 2 0,3-3-8 16,-4 4 4-16,4-4-3 0,-4 3-7 0,4-3-1 15,0 0-27-15,0 0-38 0,0 0-30 0,15-8-33 0,-3 2-14 16,-1 2-29-16,0 2-33 0,1-5-46 0,2 1-50 16,2-2-55-16,-2-2-194 0,2 0-575 0,0-1 256 15</inkml:trace>
  <inkml:trace contextRef="#ctx0" brushRef="#br0" timeOffset="-67680.49">11998 15720 35 0,'0'0'269'16,"0"0"-19"-16,0 0-20 0,0 0-23 0,18 6-22 15,-12-6-16-15,0 1-17 0,3-1-16 0,-1 0-12 16,3 2-14-16,-2-1-10 0,-1-1-15 0,-1 2-36 15,4-2-46-15,-3 0-46 0,0 0-47 0,3-2-52 16,-3 4-164-16,-2-5-330 0,-6 3 147 0</inkml:trace>
  <inkml:trace contextRef="#ctx0" brushRef="#br0" timeOffset="-67494.29">12001 15858 78 0,'3'6'316'0,"0"-1"-8"15,-1-4-14-15,-2-1-19 0,11 4-24 0,-3-4-23 0,2 1-24 16,0 0-19-16,3 0-25 0,-1-2-15 16,1 2-14-16,0-2-15 0,2 2-40 0,-1 1-50 15,-3-1-69-15,2 1-74 0,-2 0-78 0,-4-1-212 0,1-1-440 16,0 3 195-16</inkml:trace>
  <inkml:trace contextRef="#ctx0" brushRef="#br0" timeOffset="-32005.09">8805 15613 159 0,'0'0'194'0,"0"0"-3"0,-1-7-6 16,1 7-3-16,0-4-5 0,0 4-9 0,0 0 0 15,0 0-7-15,0-6-6 0,0 6-5 0,-5-4-7 0,5 4-7 16,0 0-9-16,-1-3-11 0,1 3-13 0,-6-6-5 16,6 6-14-16,-2-1-4 0,2 1-6 15,-5-5-8-15,5 5-10 0,-6-2 8 0,6 2-13 16,-5-1-1-16,5 1 3 0,0 0-8 0,-9-1-1 0,9 1-6 15,-6-1-4-15,6 1-6 0,0 0 0 0,-10 2-4 16,10-2-4-16,-8 4 1 0,5-2 3 0,-2 1 1 16,0-1-2-16,2 1 0 0,-3 1 1 0,1 1-7 15,2-2 2-15,-1 0-1 0,-2 1 8 0,3 2-8 16,-1-3 4-16,2 2 1 0,-5 0 1 0,3 0-4 16,1 1 6-16,1-1 4 0,0-2 3 0,-2 4-1 15,2-2-5-15,-1 0 2 0,2 0 5 0,-1 2-14 16,1-1 1-16,1 0 1 0,0 0 0 0,-2 0-1 15,1 0-2-15,2 2 1 0,1-4-5 0,-2 2 7 16,3 1 12-16,-2-2-15 0,4 3-4 0,-1-2-4 16,-2-2 9-16,0 2-3 0,3-1 3 0,-1 1-8 15,1-1-8-15,1 1 13 0,0-1 5 0,1 1 6 0,-3-3-1 16,3 2-7-16,0-1 4 0,-1 2-1 0,1-3-8 16,0 1 0-16,0 1 3 0,1 0 9 0,-2-1 4 15,2 0 1-15,-3 0 5 0,4-2-6 0,-3-1-6 16,1 3 10-16,0 0-9 0,-3 0-2 0,4-1-2 15,-1-2-2-15,-2 1-3 0,1 0 2 0,-1 0-1 16,3-2 0-16,-1 0-2 0,1 1 2 0,-2 1-2 16,-6-2 1-16,15-2-7 0,-7 0 2 0,0 1 9 15,-1 1-12-15,2 0-1 0,-1-3 4 0,-1 1-9 16,3 0 2-16,-1 1-6 0,-3-1 8 0,2-1-2 16,-1 1-2-16,-2-1 0 0,3-1 0 0,-4 3 1 15,2-3-2-15,-2 3 4 0,3-2 6 0,-3 1-11 16,0-1 4-16,-4 3 2 0,5-4-2 0,-2 0 4 0,-2 2-2 15,-1 2 11-15,9-4-4 0,-9 4-3 16,6-7-4-16,-3 5 3 0,-3-3 1 0,4 1 1 16,-1 0-1-16,-2 0-5 0,2-1 2 0,-3 1 1 0,3-2 3 15,-2 0 0-15,-1 2 0 0,0-3-8 0,0 4 8 16,0-4 0-16,0-1 0 0,0 3 2 0,0-3-2 16,-1 1 1-16,-2 2-3 0,3-3-3 0,-3 2-1 15,0-2 6-15,2 0-3 0,-6 1 4 0,3-1 1 16,-2 1-1-16,-3 0-2 0,4 0-1 0,-5 1 1 15,-3 0-3-15,3 0-2 0,-6 1 4 0,-2 0-4 16,-4 0-6-16,2 0 8 0,0 2 2 0,-1-2-8 16,-2 3-1-16,1-2-15 0,2 1-17 0,-2 1-28 15,3 0-32-15,4 0-37 0,0 1-58 0,0-1-52 16,3-1-69-16,3 0-76 0,-1 1-301 0,6-1-741 16,0-2 328-16</inkml:trace>
  <inkml:trace contextRef="#ctx0" brushRef="#br0" timeOffset="-22989.5">12616 15466 193 0,'0'0'265'0,"-3"-4"-2"16,3 4 4-16,-9-2-1 0,6 0-3 0,3 2-2 16,-3-4-8-16,3 4-1 0,0 0-7 0,0 0-16 15,-1-5-12-15,1 5-10 0,0 0-18 0,-1-3-20 16,1 3-17-16,0 0-15 0,0 0-18 0,0 0-9 16,0 0-8-16,0 0-11 0,17 1-14 0,-17-1-5 15,15 1-10-15,-5 0-2 0,3 1-7 0,-2 0-14 16,4 0 8-16,-4-1-8 0,2 2-3 0,1-2-4 15,-3 1-1-15,1 1-3 0,-1-1-4 0,-1 3-3 0,-1-3-4 16,-2 1-2-16,-1 0-2 0,-1 1-1 16,-1 0 1-16,-1 1 10 0,1 0-23 0,-3 0 8 15,-2 2 0-15,-3-1-3 0,0 1 2 0,-3 2 1 0,0-2 0 16,-5 2-3-16,2-1-1 0,1 1-1 0,-3-1 0 16,-1 1-4-16,4-2 5 0,-5 1-4 0,3-1-10 15,0 2 11-15,2-3 2 0,1 0-1 0,0 1 2 16,2 0-4-16,0-2 0 0,3-1-3 0,0 0 14 15,2 0-11-15,-1 0 0 0,2-4 0 0,4 5 0 16,3-3 2-16,5-2-1 0,2 1-1 0,2-1 5 0,4-1-1 16,1-1-20-16,4-1-13 0,4-3-25 15,3 1-22-15,-12 2-16 0,11-2-13 0,-13 2-20 16,1 1-25-16,-4-1-21 0,-1 0-27 0,-5 2-30 0,5-4-36 16,-3 3-31-16,-3 0-246 0,-3 2-586 0,1-2 260 15</inkml:trace>
  <inkml:trace contextRef="#ctx0" brushRef="#br0" timeOffset="-22676.97">13031 15492 34 0,'0'0'236'16,"-3"-3"-13"-16,3 3-10 0,0 0-8 0,0 0 0 0,0 0 1 15,0 0-14-15,0 0-10 0,18 4-14 16,-13-2-18-16,6-1-13 0,3 0-15 0,-2-1-10 16,0 1-7-16,5-1-14 0,-2 0-8 0,6-1-2 0,-2 1-14 15,-5-1-7-15,6 0-15 0,-6 1-14 0,-2-2-17 16,-1 2-18-16,1 2-16 0,-5-4-18 0,0 1-24 15,-7 1-28-15,8 0-34 0,-8 0-27 0,0 0-16 16,0 0-8-16,0 0-13 0,0 0-137 0,0 0-350 16,-23-5 155-16</inkml:trace>
  <inkml:trace contextRef="#ctx0" brushRef="#br0" timeOffset="-22438.9">13126 15451 78 0,'0'-5'180'0,"0"5"6"16,2-5 6-16,-1 1 5 0,-1 4 3 0,1-5 0 15,-1 5 1-15,0-3-7 0,0 3-9 0,0 0-14 16,0 0-17-16,0 0-14 0,0 0-14 0,0 0-13 16,0 0-12-16,0 0-6 0,0 0-5 0,0 0 0 15,0 0-7-15,0 15-7 0,0-8-5 0,3 1-13 16,1-2 0-16,-3 2-9 0,-1 1 2 0,0 1-13 16,4-1 2-16,-2 1-5 0,2 0-7 0,0 1-1 15,0-1-26-15,0 0-20 0,0-1-16 0,4 2-21 0,-4-1-26 16,0-4-28-16,2-1-41 0,-2 3-43 15,4-3-42-15,3 0-202 0,-5-1-474 0,0-1 210 16</inkml:trace>
  <inkml:trace contextRef="#ctx0" brushRef="#br0" timeOffset="-22189.13">13319 15377 71 0,'3'-4'285'0,"-3"4"-19"0,1-4-25 16,-1 4-26-16,0 0-20 0,0 0-19 0,0 0-11 15,0 0-3-15,0 0-10 0,3 10-13 0,-3-3-10 16,0-1-14-16,3 2-13 0,-2 3-8 0,2 1-14 16,-3 0-6-16,1-3-6 0,3 5-4 0,-4-2-10 15,3 1 0-15,0 0-24 0,-2-2-21 0,3 3-22 16,0-1-27-16,0-3-31 0,-4 3-41 0,3-3-36 15,1 0-38-15,0-2-209 0,-1-1-429 0,0-2 190 16</inkml:trace>
  <inkml:trace contextRef="#ctx0" brushRef="#br0" timeOffset="-21844.39">13465 15460 177 0,'0'0'200'0,"0"0"-15"16,0 0 3-16,0 0-12 0,0 0-7 0,-10 7-11 16,10-7-13-16,-1 7-12 0,1-2-12 0,1 0-11 15,3 1-8-15,-1-1-13 0,1 1-5 0,0 0-10 16,3-2-5-16,-2 1-11 0,1 0 1 0,2-1-8 16,-1 3-4-16,2-5-8 0,0 1-2 0,-4-2-4 15,6 0 1-15,-2 1-7 0,-3-4-2 0,1 1-2 16,3-1-3-16,-7-1-4 0,4 2 1 0,-3-5 1 0,0 1-2 15,-2 0-3-15,-1-1-2 0,-2-1 1 0,-1 0-1 16,2 0-2-16,-4 1 0 0,0 0-2 16,-2-4-2-16,0 3-3 0,-2 0 3 0,1-2 0 0,1 5-3 15,-1-1-8-15,2 0-14 0,-3 3-21 0,1-2-25 16,0 2-24-16,-1 0-36 0,4 1-41 0,4 1-42 16,-8-1-136-16,8 1-373 0,0 0 165 0</inkml:trace>
  <inkml:trace contextRef="#ctx0" brushRef="#br0" timeOffset="-21619.34">13769 15467 64 0,'0'0'170'15,"11"0"-11"-15,-1 0-18 0,-2 0-7 0,3 2-14 16,0-2-16-16,1 0-10 0,0 1-7 0,3-1-10 16,-2 0-4-16,0 0-8 0,1 0-8 0,-2 0-13 15,-3 0-15-15,4-1-26 0,-4 1-26 0,-1-2-39 16,-1 1-32-16,0 0-113 0,-2 0-225 0,1-2 99 16</inkml:trace>
  <inkml:trace contextRef="#ctx0" brushRef="#br0" timeOffset="-21385.15">13852 15379 104 0,'0'0'239'0,"0"0"-18"0,0 0-23 15,0 0-9-15,0 0 10 0,0 0-7 0,-8 10-14 16,8-7-13-16,0 2-9 0,-2 3-21 0,2-2-14 15,0 3-11-15,0 1-12 0,2 1-9 0,2-1-6 16,-2 3-10-16,2-2-6 0,0 1-10 0,0 1-26 16,0-2-24-16,2 4-29 0,0-3-36 0,-2 1-48 15,4-3-52-15,-2 1-58 0,-1-3-143 0,3-1-389 16,-2-2 173-16</inkml:trace>
  <inkml:trace contextRef="#ctx0" brushRef="#br0" timeOffset="-21135.47">14067 15353 221 0,'0'0'298'0,"0"-6"-26"0,0 6-30 0,0 0-22 15,0 0-12-15,0 0 0 0,0 0-17 0,0 0-17 0,6 14-14 16,-5-9-16-16,-1 5-13 0,1 0-16 0,2-1-13 15,-3 3-9-15,4-1-9 0,-2 1-8 16,3 2-8-16,-1 0-22 0,0-3-27 0,-3 2-27 16,2 0-27-16,0-2-37 0,0-1-42 0,-2 2-46 0,3-4-46 15,-1-2-208-15,-3 0-447 0,0-2 199 0</inkml:trace>
  <inkml:trace contextRef="#ctx0" brushRef="#br0" timeOffset="-20743.86">14237 15365 64 0,'-1'-5'269'0,"1"5"-17"16,0 0-25-16,-3-2-19 0,3 2-15 0,0 0 1 15,0 0-5-15,0 0-12 0,0 0-9 16,0 0-4-16,3 13-8 0,-2-10-10 0,-1-3-10 15,5 7-9-15,-2-1-10 0,0-2-7 0,3 0-5 0,-1 1-7 16,-1 1-8-16,0-1-10 0,4 2 0 0,-4-1-13 16,3-1-1-16,-3 2-9 0,2 0-5 0,-2-2-8 15,0 1-5-15,1 0-3 0,-2 0 0 0,-3 0-3 16,1-1 12-16,-2 0 11 0,1 1 10 0,0-1 31 16,-3 2-16-16,0-2-1 0,1 1-2 0,1-2-5 15,-5 1 4-15,3-1-11 0,2 1-5 0,-2-1-4 16,2 0-6-16,-2-2-6 0,3 2-4 0,0-4-11 15,-4 6 5-15,4-6 0 0,4 5-1 0,-4-5-6 16,6 5 3-16,-1 0-10 0,4-4-12 0,5 1-15 16,0 0-27-16,6 1-23 0,-1-3-37 0,3 1-36 15,0 0-46-15,0-1-50 0,-3 0-71 0,5-2-65 16,-4 0-240-16,5-1-651 0,-3 0 289 0</inkml:trace>
  <inkml:trace contextRef="#ctx0" brushRef="#br0" timeOffset="-19843.7">12789 15982 110 0,'0'0'209'0,"-7"1"-9"0,7-1-11 16,0 0 18-16,0 0 15 0,0 0 3 0,15 6-16 16,0-6-15-16,5 0-16 0,11-3-4 0,6 3-10 15,4-1-12-15,19-2-12 0,4-2-10 0,1 1-4 16,7-2-2-16,-2 2-6 0,-1 0-8 0,28-1-6 16,-33 3-11-16,3-3 3 0,0 2-23 0,0-1-2 15,-5 2 10-15,-2-2-26 0,-4 3-8 0,-14-1-2 16,-1 2-6-16,-2-1 1 0,-2 0-5 0,-3 0-5 15,-4-3-4-15,-7 3-3 0,-4 0-1 0,0-1-3 16,-5-1-1-16,-1 3-8 0,0 0-4 0,-4-2-11 16,1 2-7-16,-2-3-3 0,-3 3-18 0,3 0-7 15,-1-1-10-15,-7 1-13 0,7-1-6 0,-7 1-20 16,6-3-29-16,-6 3-26 0,5-2-20 0,-5 2-26 16,5-5-30-16,-5 5-32 0,0 0-190 0,0 0-478 15,0 0 211-15</inkml:trace>
  <inkml:trace contextRef="#ctx0" brushRef="#br0" timeOffset="-19055.04">13523 16196 217 0,'-1'-4'253'0,"1"4"-23"0,1-7-16 16,2 4-14-16,-3-1-20 0,4 0-14 0,0 1-13 16,1-2-10-16,2 0-16 0,-1 2-5 0,3-2-17 0,2 1-7 15,1 0-9-15,-2 1-10 0,2 1-9 0,-1 0-5 16,1 1-8-16,1 1-6 0,-1 0-4 15,-1 1-5-15,-5 1-3 0,3 0-5 0,-4 2-3 0,3 0-3 16,-4-1-6-16,-1 2-1 0,0 1-2 0,-3 1 0 16,-3-1-1-16,2 1-4 0,-4 0 0 0,-1 1 4 15,0 0-21-15,-2 0 3 0,1-1-1 0,-3 2 1 16,4-4 1-16,-2 0-2 0,2 2-2 0,5-4 3 16,-3 1 1-16,1 1-1 0,-2-1 16 0,5 1 18 15,0-5 8-15,5 8 6 0,-2-6 0 0,1 3-2 16,2-3-1-16,-1 0-3 0,3 1-5 0,2 1 2 15,-4-3-2-15,3 3 2 0,-1-1-5 0,1-1 7 16,-3 1-21-16,1-1 3 0,-2 1-5 0,2-1 12 16,-5 2-13-16,5 0-6 0,-4 1 17 0,-2-1-20 15,1 1 7-15,-4-1 4 0,0 1 5 0,-1 0 4 16,-4-1-1-16,2 1 0 0,-1 2 3 0,-3-1-6 16,-1-1-4-16,-1 2 4 0,-1-1-3 0,2-4-4 15,-3 2 5-15,-1 0-7 0,2 3 5 0,3-5 4 16,-4-1-16-16,4 1-7 0,2-1-27 0,-1-1-23 15,8 0-28-15,-14 0-37 0,14 0-47 0,-8-3-64 16,7 1-63-16,-1-4-230 0,4 0-562 0,-1 1 249 16</inkml:trace>
  <inkml:trace contextRef="#ctx0" brushRef="#br0" timeOffset="-18201.22">14689 15844 177 0,'0'0'302'0,"0"0"-13"16,0 0-10-16,5-3-10 0,-2 0-6 0,-3 3-20 15,0 0 4-15,0 0-5 0,0 0-2 0,0 0-7 16,0 0-19-16,7-2-20 0,-7 2-22 0,9-3-14 16,-3 1-10-16,2 0-20 0,3 1-15 0,-2-2-15 15,5 1-2-15,-2 0-46 0,0-1-35 0,6 1-33 16,-7-1-40-16,1 1-40 0,-1 2-45 0,-1 0-53 16,-5 1-48-16,4-1-50 0,-4 1-227 0,-5-1-562 15,4 3 249-15</inkml:trace>
  <inkml:trace contextRef="#ctx0" brushRef="#br0" timeOffset="-18050.24">14708 15989 48 0,'-3'2'250'0,"3"-2"7"0,-4 3-1 0,4-3-3 16,0 0-5-16,0 0-9 0,0 0-16 0,0 0-18 15,16 0-19-15,-6-1-23 0,-2-1-17 0,7-1-13 16,-4-2-14-16,5 3-26 0,6-2-37 0,-8 3-47 15,-1-2-61-15,-1 0-76 0,2 0-88 0,0 2-199 16,-3-1-449-16,-2 0 198 0</inkml:trace>
  <inkml:trace contextRef="#ctx0" brushRef="#br0" timeOffset="-15932.19">15140 15745 146 0,'0'-6'190'0,"0"1"-6"0,-2 1-8 15,4-2-1-15,-2-1-11 0,0 1-3 0,2 2-5 16,-1-1-8-16,0-1-1 0,1 1-9 0,-1-2-13 16,1 1 4-16,-1-2-1 0,0 1-3 0,2 1-2 15,-3 1-13-15,0-3-1 0,0 2-4 0,0 0-4 16,0-1-8-16,0 1-1 0,-4 0-7 0,5-1-10 16,-2 1-5-16,1-2-7 0,0 4 0 0,0-2-11 0,-3-1-8 15,3 4-7-15,0 3 5 0,2-8 8 16,-2 3-18-16,-2 1-2 0,4 0-5 0,-2 4-3 15,-2-7-4-15,2 7 2 0,3-5-7 0,1 3 5 0,-4 2-10 16,4-1-1-16,-4 1-5 0,7-3 3 0,-7 3-2 16,11 1 0-16,-11-1-6 0,9 2-1 0,-2 0-2 15,-3-2-1-15,4 3-3 0,-2-2 0 0,-2 1-1 16,3 2-3-16,-2-1-5 0,-1 0 2 0,0-1 3 16,0 2-6-16,-1 1 4 0,1-1 1 0,0-1 1 15,-1-1 3-15,-3 4 0 0,0 1 1 0,3-2-1 16,-6-1 0-16,3 1 4 0,0 0 0 0,-3 2 4 15,-1-1-5-15,1-1 2 0,-1 4-1 0,0-4 2 16,-4 4-1-16,3 0 2 0,-4 0 1 0,4 2-2 16,-2-2 1-16,-1 3 2 0,0-2 0 0,2-1 1 15,0 2-3-15,-1-1 2 0,0 3 2 0,0-3-4 16,3 0 0-16,0-4 5 0,-1 4-2 0,-2 1 1 0,6-4 2 16,-1 1-1-16,0 0 1 0,3 1 3 0,0-3 7 15,2 2 0-15,-3-2 2 0,4 2 5 16,1-3 1-16,1 2-1 0,2-2-1 0,-2-2 1 0,0 1-4 15,5 0 2-15,0 1-4 0,2-3 1 0,0-1 11 16,1-1-15-16,-1 0 0 0,-2 0 1 0,1-1 0 16,-2-2-4-16,-3 2 2 0,2-5-1 0,-1 3 16 15,-2-1 9-15,-1-1 8 0,-1 1-5 0,0-1-1 16,-1-2 1-16,-4 2-4 0,-1-1-1 0,-2-1-1 16,-1-1 1-16,-4 1-9 0,0-2-1 0,-2-4-4 15,-1 7-8-15,1-1 6 0,-7 2-5 0,4 0 2 16,1 0-18-16,2 0-20 0,-1 1-35 0,0-2-51 15,2 5-59-15,4-2-87 0,0 2-340 0,2-2-649 16,4 3 287-16</inkml:trace>
  <inkml:trace contextRef="#ctx0" brushRef="#br0" timeOffset="-2618.9">3645 14479 47 0,'-30'6'292'0,"0"-3"-5"15,8 1-8-15,-1 0-4 0,3-2-3 0,-1 1-3 16,8-1-4-16,2 0 18 0,0-1-27 0,4 0-12 16,0 1-12-16,3 0-7 0,4-2-4 0,0 0-19 15,0 0-1-15,0 0-8 0,0 0-10 0,34-6-16 16,3-1-10-16,24-3-22 0,6-2-7 0,28-1-13 16,-31 5-11-16,35-3-10 0,-27 3-8 0,29-1-11 15,-3 0 0-15,-2-3-13 0,-25 8-6 0,30-3-4 16,-33 4-6-16,4 2-6 0,27-7-13 0,-35 8-16 15,-1-4-11-15,-2 2-15 0,-6-1-18 0,-11 3-17 16,-5-1-18-16,1-2-22 0,-3 3-23 0,-6-1-13 16,-9 1-12-16,-3-1-12 0,-4 1-2 0,-4 0-4 15,-2 0-4-15,-2 0-18 0,-3-1-40 0,-4 1-38 16,5-6-43-16,-3 4-42 0,-2 2-179 0,0 0-561 16,0 0 249-16</inkml:trace>
  <inkml:trace contextRef="#ctx0" brushRef="#br0" timeOffset="192.94">7650 16390 64 0,'-5'0'289'0,"-3"0"-15"0,8 0-11 0,-11 1-16 16,4-1-15-16,7 0-17 0,-8 1-18 16,8-1-13-16,0 0-16 0,-7-2-17 0,7 2-14 0,0 0-9 15,0 0 9-15,0 0 0 0,22 2-4 0,-3-2-3 16,12 0-6-16,10-2-12 0,16 2-10 0,0-5-4 15,7 2-8-15,1-1-18 0,5-1-3 16,0-1-4-16,27-1-5 0,-33 1-8 0,0 1-7 0,1 0 3 16,2-1-15-16,-5 2 1 0,-3 1-2 0,-20 0-2 15,5 1-1-15,-4-1-7 0,-4 0-1 0,-5 2 1 16,-9 0-4-16,-7 1-4 0,-3-2-7 0,2 1-4 16,-6 1-8-16,0-1-11 0,-2 1-12 0,0 1-13 15,-6-1-15-15,0 0-20 0,0 0-27 0,0 0-26 16,0 0-34-16,-17 4-38 0,17-4-40 0,-11 0-69 15,11 0-177-15,-14-1-527 0,10-1 233 0</inkml:trace>
  <inkml:trace contextRef="#ctx0" brushRef="#br0" timeOffset="2237.32">17468 13223 259 0,'1'4'288'16,"-1"-4"-8"-16,0 0-10 0,0 0-14 0,0 0 0 15,0 0-19-15,0 0 0 0,0 0-14 0,3-17 4 16,-3 15-11-16,0-3-15 0,1-3-10 0,1 3-16 15,-1 0-12-15,1-5-3 0,0 4-9 0,-1-4-11 16,3 1-11-16,0-3-10 0,-2 0-12 0,-1-1-11 16,2-4-1-16,2 1-12 0,-5-2-11 0,3 1-10 0,1-2 3 15,-1 1 3-15,-2-1-1 0,-1 0 0 0,0 1-4 16,0 0-2-16,0 0 2 0,1 0-3 16,1 0 3-16,-4 0-1 0,1 2-4 0,0 0-3 0,1 4 0 15,-3 0-3-15,3 1-5 0,-3 1-4 0,3 4-6 16,-1-2-2-16,1 3-3 0,0 0-7 0,0 1-5 15,0 4-3-15,0-6-21 0,0 6-13 0,0 0-4 16,0 0 4-16,0 0 4 0,1 14 0 0,2-3 0 16,0 2 0-16,-1 3 0 0,5 2 2 0,-3 2-3 15,0-1 0-15,3 8-6 0,1-8 4 0,-4 0 6 16,3 1-12-16,0-1-1 0,0 0 0 0,2-5 2 16,0 1 4-16,-4-2-4 0,1-1 1 0,3-3 1 0,-4-2 2 15,1 0 1-15,-1-2-1 0,-2-1 6 0,5 1-2 16,-3-2 6-16,1-5-1 0,-6 2 4 15,11-3 1-15,-7 0 0 0,3-4-1 0,-2 1 5 0,1-6 1 16,-5 4 5-16,6-4 0 0,-3-1 7 0,0 2 8 16,0-1 9-16,-1 1 3 0,-2-2 9 0,0 4 10 15,1-1-2-15,-1 3 8 0,1-1 6 0,-1 3-12 16,-1 0-4-16,0 0-5 0,0 1-8 0,0 4-7 16,1-4-7-16,-1 4-8 0,3-3-4 0,-3 3 0 15,0 0-1-15,0 0 0 0,4 11-5 0,-4-4 2 16,4-1-6-16,-2 3-3 0,-1 2-6 0,4 1-5 15,-1 0-8-15,-1 0-16 0,0 1-20 0,1-2-36 0,0 4-33 16,2-2-24-16,-1-1-42 0,-1 1-30 16,0 0-43-16,-4 0-49 0,4-4-64 0,0 1-308 15,-4-3-745-15,2 1 329 0</inkml:trace>
  <inkml:trace contextRef="#ctx0" brushRef="#br0" timeOffset="2465.52">17955 13179 56 0,'0'4'265'0,"0"-4"-25"0,0 0-18 0,0 5 3 16,0-5-20-16,0 5-15 0,-2 2-14 0,2-1-13 0,-1 1-11 15,1 2-14-15,0 2-14 0,0 0-8 0,0 3-12 16,0-3-4-16,1 2-14 0,1 0-10 0,-1 0-6 15,0 1-4-15,2-1-8 0,-2 0-2 0,2 0-19 16,-1-3-20-16,0 2-33 0,2-4-48 0,-1 0-57 16,1-2-60-16,-3-2-64 0,2-2-142 0,0 1-417 15,-3-3 185-15</inkml:trace>
  <inkml:trace contextRef="#ctx0" brushRef="#br0" timeOffset="2684.03">18188 13031 97 0,'-1'-5'387'0,"1"5"-18"0,0 0-23 16,0-5-27-16,0 5-27 0,0 0-27 0,4-6-26 16,-4 6-24-16,6-2-23 0,0 1-23 0,3-1-12 15,4 1-26-15,2-1-21 0,-1 2-31 0,6-3-37 16,-1 1-45-16,4 1-48 0,-5 1-48 0,2 1-55 15,-1-2-54-15,-5-1-54 0,-6 2-177 0,2 0-475 16,-5-1 209-16</inkml:trace>
  <inkml:trace contextRef="#ctx0" brushRef="#br0" timeOffset="2854.34">18262 13081 81 0,'-3'1'209'16,"3"-1"-10"-16,-3 4 1 0,3-4 3 0,0 4 5 15,0-4-1-15,6 2-17 0,-6-2-19 0,12 3-18 16,0-2-14-16,2-1-16 0,6 0-15 0,2 0-28 16,0 2-55-16,2-4-62 0,9 0-79 0,-2 0-79 15,5-1-130-15,-12 0-352 0,-4 2 156 0</inkml:trace>
  <inkml:trace contextRef="#ctx0" brushRef="#br0" timeOffset="3193.63">18791 12942 109 0,'-3'1'261'16,"-2"3"-23"-16,-1 1-4 0,2 0-11 0,-1 1-18 16,1 3-20-16,1-1-12 0,3 2-14 0,-3-1-15 15,3 2-10-15,3 2-12 0,0-3-7 0,1 2-10 16,4-2-10-16,-1-1-9 0,1 1-5 0,4-2-10 15,-1 0-7-15,0 0-5 0,2-4-2 0,1-1-10 16,1 0-6-16,0-3-6 0,-4-1-8 0,3-2-2 16,-3-1-1-16,2-2-3 0,-5-3-5 0,-1-2-4 15,-1 3-1-15,-1-4 2 0,-4-2-4 0,2 1 0 16,-3-2-1-16,-3 2 0 0,2-1 1 0,-4 1 7 16,2 3-6-16,-5 1 1 0,2 0-6 0,2 4 2 15,-5 0-1-15,3 1-2 0,-1 3-4 0,0-1-25 0,-2 5-37 16,4 1-64-16,1 2-88 0,-1 3-265 15,3 2-516-15,2 0 228 0</inkml:trace>
  <inkml:trace contextRef="#ctx0" brushRef="#br0" timeOffset="3356.31">19224 13252 166 0,'-2'7'321'0,"-1"-2"-13"0,2 1-15 15,-2 1-22-15,-1-1-30 0,1 2-20 0,-6 1-17 16,2 1-20-16,-2 1-17 0,-2 3-15 0,0 2-17 16,-6 2-46-16,-3 1-76 0,-1 3-97 0,1-3-131 15,-3 2-196-15,3-2-446 0,6-4 197 0</inkml:trace>
  <inkml:trace contextRef="#ctx0" brushRef="#br0" timeOffset="4086.07">20242 13414 22 0,'0'0'319'0,"-5"3"10"0,5-3 16 0,0 0 16 16,0 0 28-16,0 0-11 0,0 0-29 0,0 0-17 15,0 0-22-15,1-16-16 0,3 10-20 0,-1-3-18 16,2 0-21-16,2-4-21 0,-3 0-17 0,2-5-14 16,2 1-15-16,0-3-17 0,2-7-15 0,-2 3-13 15,5-5-11-15,-2-4-16 0,0 0-7 0,1-3-12 16,-1 1-9-16,0-1-6 0,0 0-7 0,0-1-4 0,-3 2-7 16,-1 1-7-16,-2 3 2 0,-1 2-7 15,0 0-1-15,-2 7-3 0,-2 3-6 0,1 2-1 16,-1 5 0-16,-1-1-4 0,1 2 0 0,1 3-1 0,-2 0-3 15,2 0-4-15,-1 4-5 0,-1 1-9 0,1 3-4 16,-2-5-9-16,2 5 0 0,0 0-1 0,0 0 2 16,0 0 0-16,-1 20 0 0,2-10 4 0,1 4 0 15,-1 3-1-15,3 2 0 0,-1-1 0 0,2 1-3 16,1 0 1-16,1-1-5 0,-2 1-1 0,1-2-6 16,-1 1-3-16,4-2 1 0,-4-4-3 0,0-1-3 15,3-1 1-15,-3-2-3 0,1-3 5 0,-1 0 2 16,2-4 1-16,0 1-1 0,1-4 1 0,3-2-5 0,-3 0 0 15,4-3 3-15,-2-2 4 0,2-5-3 16,-1-3 3-16,-3 0 3 0,2-1 2 0,1 0 4 0,-6-2 4 16,1 3 7-16,-1 1 11 0,-1 3 17 0,-1 1 12 15,-2 2 6-15,3 1 1 0,-3 2-4 0,1 0-5 16,-2 3-10-16,1-1-5 0,-1 5-5 0,0 0-1 16,0 0-2-16,0 0 0 0,-12 10-3 0,8-1-1 15,-1 3 3-15,3 4 0 0,-1 1-3 0,3 2 2 16,0 9 1-16,3-8-1 0,-1-1-9 0,4 2-10 15,0-1-9-15,2-2-30 0,0 1-40 0,3 0-49 16,1-2-48-16,-1-2-71 0,3-1-86 0,-1-6-103 0,1 4-238 16,-2-6-744-16,0-1 329 0</inkml:trace>
  <inkml:trace contextRef="#ctx0" brushRef="#br0" timeOffset="4431.36">20831 13048 231 0,'0'0'375'0,"7"5"-16"16,-7-5-15-16,5 2-15 0,2 1-5 0,-1 1-21 16,-1-2-17-16,6 2-16 0,-1 1-23 0,-2 1-25 15,2 0-15-15,-1-1-22 0,-2-1-20 0,-2 1-18 16,4 3-9-16,-5-1-22 0,2 1-10 0,-2 0-11 15,0 0-12-15,-4 0-7 0,0 0 1 0,0 1-17 16,-4 1-3-16,0-3 0 0,0 1 0 0,-7 3-4 16,6-2-2-16,-2 0-7 0,1-4-3 0,1 0 2 15,1-1-11-15,-3-1 2 0,6 0 0 0,-3 0 6 16,2 1-2-16,2-4 3 0,0 0-1 0,0 0-5 16,14 2-10-16,-3-3-20 0,2-3-27 0,9 0-39 0,0-2-42 15,6-3-42-15,2-3-70 0,0-2-81 16,3-1-97-16,-2-2-314 0,0-1-765 0,3-2 339 15</inkml:trace>
  <inkml:trace contextRef="#ctx0" brushRef="#br0" timeOffset="4609.62">21309 12830 285 0,'-5'0'408'0,"1"-2"1"0,4 2-22 0,-6-4-26 16,6 4-37-16,0 0-34 0,5-8-28 0,-5 8-28 15,12-2-24-15,-1 1-21 0,1 1-16 0,2-1-30 16,1 1-26-16,4 0-43 0,3-1-53 0,-1 2-57 16,-7 0-57-16,2-1-73 0,-2 1-74 0,0 1-88 15,-3-1-176-15,-5-1-546 0,0 1 241 0</inkml:trace>
  <inkml:trace contextRef="#ctx0" brushRef="#br0" timeOffset="4780.58">21300 12950 224 0,'-1'3'287'0,"-3"1"10"16,4-4 9-16,5 4-10 0,-1-2-20 0,3 0-34 0,6-1-27 15,0-1-17-15,1 1-18 0,8-1-22 16,1 0-16-16,8-1-31 0,0 0-55 0,-1-1-74 16,-8 2-83-16,8-2-99 0,-7 1-246 0,7-5-481 0,-7 2 214 15</inkml:trace>
  <inkml:trace contextRef="#ctx0" brushRef="#br0" timeOffset="5320.21">21872 12805 180 0,'0'0'384'0,"0"0"-5"0,-10-4-11 15,7 1-21-15,3 3-21 0,-5-8-21 16,0 3-22-16,2 0-26 0,-1 0-24 0,0-1-16 0,1-1-24 16,-3 1-16-16,5 1-20 0,-2-3-15 0,1 3-9 15,-2-2-19-15,1 1-15 0,0-2 0 0,3 3-13 16,-1-5-8-16,1 2-10 0,0 2-8 0,1-2-9 16,-1-2-5-16,3 1-21 0,0 2-8 0,1 1-17 15,0-3-7-15,3 0-10 0,-1 0 5 0,0 4-3 16,-2-1 7-16,3 1-12 0,-2 1-9 0,3-1-8 15,-3 2-10-15,2 1-8 0,-1 0-2 0,-1 1 11 16,-5 1-11-16,13 3 0 0,-8 0 5 0,3 1 6 16,0 2 3-16,2 1 4 0,-3-1 1 0,-2 4 4 15,1 1 3-15,-1 2 4 0,2-3-1 0,-3 5 4 16,1-1 2-16,-3 1 2 0,-2 1 1 0,0-2 1 16,-2 3 2-16,-3 1-3 0,1-1 9 0,-4-1 5 0,-2 1 15 15,-1-1 19-15,0 1 11 0,0-2 13 0,-3 1 14 16,0-2 23-16,-1 0-5 0,4 0 2 15,-2 0-2-15,4-4-3 0,1 1-13 0,1-1 8 0,1-2-4 16,0 2 13-16,2-4 14 0,4 1 17 0,0 0 12 16,0-1 3-16,4 2-1 0,2-3-1 0,3-1-15 15,5 3-10-15,1-3-7 0,3-2-14 0,0-2-6 16,5 0-4-16,-5-1-11 0,1 0-7 0,-1-2-5 16,-3-2-5-16,-4 1-12 0,2 0-15 0,-4-6-28 15,-3 3-18-15,1-1-25 0,-3 0-30 0,-4-2-27 16,-4 0-24-16,-4 1-28 0,-6-3-33 0,-5 1-37 15,-11-4-53-15,-4 5-72 0,-4 0-109 0,-15-3-246 0,12 5-769 16,-2 3 341-16</inkml:trace>
  <inkml:trace contextRef="#ctx0" brushRef="#br0" timeOffset="6683.3">16541 13836 144 0,'0'-3'298'0,"-1"-1"-33"0,0 0-26 0,1 4-30 16,-2-5-24-16,2 5-17 0,0 0-16 0,0 0-16 16,-4 12-14-16,4-5-12 0,0 5-10 0,0-2-10 15,2 9-11-15,-2-1-8 0,2 2-6 0,0 0-7 16,-1 6-7-16,0-8-1 0,1 4-3 0,1-2-8 16,-2 1-3-16,0-1-2 0,2-3-6 0,-2 0-5 15,3 1-12-15,-4-5-22 0,3-3-31 0,-3 2-43 16,3-6-37-16,-2-1-40 0,3-1-62 0,0 0-137 15,-1-4-391-15,-3 0 173 0</inkml:trace>
  <inkml:trace contextRef="#ctx0" brushRef="#br0" timeOffset="7714.94">16672 13596 126 0,'0'-7'263'0,"0"2"-20"0,0 0-26 16,0 1-22-16,0 4-21 0,0 0-21 0,0-4-18 16,0 4-9-16,0 0-15 0,0 0-11 0,4 12-7 15,1-6-13-15,-2 5-4 0,0-1-2 0,1 6-2 16,-3 0 4-16,2 0-11 0,-2 5-5 0,1-2-6 16,1 4-5-16,-2 3-6 0,-2 1-1 0,1 0-6 15,-2-6-3-15,1 7-3 0,-1-3 0 0,2 2-5 16,-1-7-1-16,-2 1-2 0,3-1-2 0,0-1-2 15,0 2-3-15,3-2-1 0,-3-2 0 0,1 2-2 16,2-2 2-16,1-6-6 0,-1 1 5 0,5-1 0 16,-4-2-4-16,3 2 1 0,0-5 1 0,2 0-1 0,-1-4 0 15,2 3 0-15,2-4-4 0,-1-1-1 0,0 0 0 16,1-2-2-16,-1-2-4 0,0-1-1 0,3-1-2 16,-5 1-1-16,3 0-1 0,-2-3 1 0,-2 1-7 15,0-1 3-15,-3 2-1 0,1-4 2 0,-5 5 2 16,2-2 0-16,1 3-1 0,-4-1 0 0,-3-2 0 15,2 2 2-15,-2 3 1 0,3 2-2 0,-4-7 2 16,-2 5-4-16,6 2 2 0,-6-4 0 0,2 3 1 16,4 1 0-16,-10 0 0 0,10 0 1 0,0 0-4 15,-8 1 5-15,8-1 0 0,0 0-1 0,0 0-2 16,0 0 5-16,0 7 1 0,0-7 4 0,7 6 3 16,-1-5-1-16,3 0 3 0,-3 1-1 0,4-1-1 15,-3-1 0-15,4 1 0 0,1 0 0 0,-1 2-2 0,0-2 0 16,1-1 0-16,-1 0 1 0,-4 1-5 15,2 1 2-15,-2-1-1 0,-1 0 0 0,-1 0 0 16,3 2 2-16,-2-1-4 0,-1-1 2 0,-1 1 0 0,1 2-3 16,0-1-1-16,-4-1 3 0,3 1-2 0,-2 2 4 15,-1-2-4-15,-1-3 2 0,0 6-2 0,0-6 3 16,-3 5 2-16,3-5 4 0,-8 5 12 0,6-3 8 16,-5-2 9-16,7 0 2 0,-14 0 2 0,14 0 12 15,-15-4-8-15,10 2 3 0,-2-2 5 0,0 1-11 16,3-2-3-16,1 0-7 0,3-1-4 0,2 0-10 15,2-3-13-15,5 1-13 0,6-2-21 0,8 2-19 16,-2-2-25-16,6 1-17 0,4 0-18 0,-1 2-9 16,0 2-9-16,0 0-24 0,1 1 4 0,1 1 4 15,-4-1 0-15,-5 1 1 0,-3 2 14 0,-2-2 8 16,-3 3 7-16,-4-2 15 0,-4 1 8 0,2 1 20 16,-9 0 11-16,7-1 0 0,-7 1 25 0,0 0 3 0,0 0 37 15,0 0 11-15,0 0 13 0,0 0 11 0,-23-3 14 16,23 3 12-16,-16 1-3 0,2-1 13 15,2 3-2-15,1-2-2 0,-3 1-1 0,2 0-7 0,0 0-5 16,1 2-7-16,-1 0-6 0,1 0-3 0,3 1-9 16,-2 0 0-16,4 0-2 0,0 0-7 0,1 0 3 15,0-2-5-15,1 5-2 0,0-7 0 0,4 4-2 16,0 0-2-16,4-1 3 0,-2 0-6 0,5-1 0 16,-2-2 2-16,2 1-3 0,5-2-2 0,-2 3-1 15,2-6-4-15,0 1 2 0,2-1-5 0,-2 2-2 16,0-4-2-16,3-3-1 0,-4 3-4 0,-3 0 2 15,6-3 1-15,-5 1 0 0,-2 0 4 0,0-2 0 16,1 4 2-16,-4-2 6 0,0 2 21 0,-2 1 20 0,2 0 11 16,-3-1 7-16,2 3-4 0,-3 2-6 15,3-4-3-15,-2 1-9 0,-1 3-6 0,0 0 3 16,0 0-13-16,0 0-4 0,0 0-3 0,0 0-3 0,0 0-3 16,-1 15 2-16,2-10-2 0,0 0-4 0,3 2 0 15,-1-2-1-15,1 1-2 0,-1 0-3 0,2 0-5 16,5 1-1-16,1 2-9 0,0-5-19 0,1 0-21 15,1 0-20-15,-4-1-20 0,3-1-21 0,-3-1-30 16,-2-2-29-16,4-4-21 0,-2 0-20 0,1 0-26 16,-4-5-134-16,3 2-395 0,-4-3 175 0</inkml:trace>
  <inkml:trace contextRef="#ctx0" brushRef="#br0" timeOffset="8326.39">17576 13661 224 0,'-4'-7'260'0,"-1"0"-13"0,4 1-23 0,-2-1-23 15,0 3-23-15,0 1-16 0,3 3-17 0,0 0-13 16,-8 10-10-16,7-4-7 0,1 5-11 0,0 1-9 16,1 8-7-16,2 0-9 0,-2 0-9 0,2 1-4 15,3 7-8-15,-1 1-5 0,0 1-7 0,-1-1-9 16,0 0 2-16,1-1-5 0,-3-8-1 0,1 7-3 16,-2-8-4-16,4 1-2 0,-5 0-4 0,2-2-10 0,0-7-15 15,-2 2-10-15,2-3-18 0,-2-3-9 0,0-1-3 16,0-1-4-16,-2-2-10 0,2-3-4 0,0 0 4 15,0 0 9-15,0 0 2 0,0 0 5 0,2-17 6 16,-2 6 5-16,4 0 4 0,-1-2 1 0,-2-2 4 16,6 4 4-16,-3-1 12 0,-1-2 1 0,5 2 18 15,-3 0 13-15,0 0 12 0,0 2 5 0,-1 0 6 16,-1 4 6-16,1-1-7 0,1 2-4 0,-1 0-5 16,1 2-5-16,-5 3-3 0,5-2-4 0,3 2-3 15,-8 0-1-15,14 4-3 0,-7-1-2 0,2 2 0 16,2 3-5-16,-2 0-1 0,1-1 1 0,-2 3-2 15,3-2 0-15,0 2-3 0,2 4 0 0,-3-6-3 16,-2 1 4-16,1 0-2 0,-3-2-1 0,0 2 1 0,-1-4-6 16,-1 1 2-16,0-2 1 0,-1 0 0 15,2-1 1-15,-2-2 0 0,0 1 6 0,-3-2-1 16,0 0 1-16,0 0-2 0,0 0 18 0,0 0-4 0,0 0 3 16,0 0 2-16,8-7 9 0,-7 4 6 0,-1 3 6 15,2-6 0-15,-2 6-7 0,1-4-3 0,-1 4 2 16,2-4-4-16,-2 4 0 0,1-4-5 0,-1 4 2 15,0-5-3-15,0 5-3 0,0 0-4 0,4-3-1 16,-4 3-7-16,0 0 1 0,11 2-2 0,-11-2 0 16,8 0-5-16,-8 0 1 0,11 1 1 0,-2 1-5 15,-2-2 3-15,4 3 0 0,-3-3 8 0,2 0-14 16,-1 3 2-16,2-2 0 0,0-1 0 0,-6 0-3 16,5-2 0-16,-1 2 2 0,-9 0 0 0,11 0-3 15,-2-2 2-15,-4 2-3 0,4-1 0 0,-9 1 0 16,11 0-13-16,-11 0-26 0,10-2-37 0,-6-1-39 15,-4 3-48-15,5-2-62 0,-5 2-51 0,4-3-192 0,-4 3-506 16,0 0 224-16</inkml:trace>
  <inkml:trace contextRef="#ctx0" brushRef="#br0" timeOffset="8709.8">16802 13876 36 0,'0'0'375'0,"-9"-2"-2"0,6-1-1 0,3 3-6 16,-5-1-11-16,5 1-18 0,-4-4-26 0,4 4-32 15,-2-5-28-15,2 5-35 0,3-7-20 0,1 5-19 16,3 1-30-16,5-4-50 0,2 0-35 0,5 0-50 15,-1 2-52-15,5-3-44 0,-2 4-53 0,0-1-54 0,1 1-66 16,-3 0-286-16,-2 1-587 0,-2-1 261 16</inkml:trace>
  <inkml:trace contextRef="#ctx0" brushRef="#br0" timeOffset="8891.36">16486 13724 129 0,'-13'-4'324'0,"2"1"-30"0,-1 0-31 0,4 1-25 0,3 1-23 15,-5 1-26-15,6-2-35 0,4 2-38 0,0 0-39 16,0 0-57-16,0 0-81 0,0 0-93 16,15 10-147-16,-1-7-326 0,7 4 145 0</inkml:trace>
  <inkml:trace contextRef="#ctx0" brushRef="#br0" timeOffset="9590.96">18394 14305 135 0,'-4'-4'252'15,"-3"3"-16"-15,0-3-16 0,-5-1-17 0,2 3-16 16,-1 0-13-16,-1 0-9 0,3 3-20 0,-2-1-8 16,-3 1-10-16,3 1-16 0,2 3-9 0,-2-2-7 15,4 1-14-15,-1 4-5 0,1-3-7 0,3 4-8 16,-1 0-3-16,1 3-7 0,2-4-2 0,4 5-5 15,0-3 6-15,5 5-6 0,3-1-2 0,-1 1-6 16,1 0 0-16,0 0-6 0,3-3-2 0,-4 2-1 0,2-3-1 16,-5-3-6-16,3 4-3 0,-2-3-2 15,0-1 0-15,-3-1 1 0,-3 0-3 0,3 1-2 16,-4-3 0-16,0-2-2 0,-4 4 9 0,-1-3 8 16,-5 1 7-16,-1-3 1 0,-3 0-2 0,-6 3 2 0,-3-4-8 15,3-1-2-15,-3 0 2 0,0-1-11 0,2 1 0 16,2-2-16-16,4 1-18 0,3-3-18 15,1 3-29-15,7-1-38 0,1-2-36 0,2 0-25 0,4-4-29 16,5 3-36-16,5-5-18 0,9 2-137 0,1-6-415 16,7 0 184-16</inkml:trace>
  <inkml:trace contextRef="#ctx0" brushRef="#br0" timeOffset="10402.75">18550 14200 86 0,'0'0'195'15,"-5"-4"-19"-15,5 4-11 0,0 0 17 0,-10 9 5 16,6-4-5-16,1 2-12 0,-2 4-1 0,1 2-11 16,3 0-8-16,-1 5-12 0,-2 1-12 0,6-1-11 15,-4 1-10-15,2 3-8 0,2-3-12 0,-2 2-8 16,4 4-6-16,-3 0-7 0,2-2-7 0,2-4-3 16,-1-2-8-16,2 3-5 0,-2-4-1 0,1 1-5 0,1-3-1 15,3 0-6-15,-1-5-3 0,-1 0 0 16,1-1-6-16,3-2-6 0,0-1-8 0,1-2-7 15,-1-1-13-15,1-1-1 0,1-2-2 0,-1-3 1 0,-1 0-5 16,2-1 1-16,-2-3 2 0,-1 0 2 0,-1-2 1 16,-2-2 7-16,1 4 0 0,0-3 0 0,-6-1 6 15,0 2 12-15,-2 0 9 0,0 1 11 0,0 1 1 16,-2-1-4-16,0 2-2 0,-3-1 1 0,2 2-5 16,-1 2 0-16,-1-1-2 0,2-1-8 0,-1 4-2 15,0 1 2-15,4 1-6 0,0 0 2 0,0 0 0 16,-14 6 0-16,14-2-4 0,0-4-3 0,3 9-5 15,-3-4-6-15,7 1-17 0,-2 1-22 0,3 0-27 16,2 0-35-16,3-1-11 0,-2 1-11 0,3-2-15 16,-2 0-8-16,2-2 3 0,-1 0 2 0,1 0 0 15,-1-1 13-15,-1 1 11 0,-3-1 16 0,0-4 20 16,0 2 22-16,-2-3 21 0,-1 1 41 0,1-1 26 16,-4 1 35-16,1-1 35 0,-1 1 25 0,-1-2 24 0,1 0 23 15,-3 4 14-15,0-6 5 0,0 6 14 16,4-3-7-16,-4 3-15 0,0-5-12 0,0 5-23 15,0 0-17-15,0 0-13 0,0 0-10 0,0 0-16 0,0 0-2 16,0 16-7-16,0-8-8 0,0 1-9 0,2 3-4 16,-4 3-4-16,6 2 1 0,-2 2-7 15,0-1-3-15,5 3 0 0,-6-2-10 0,6 1-2 0,-1 7-1 16,-1-6-3-16,-1-1-1 0,8 4-2 0,-5-5 0 16,0 1 1-16,1-2-5 0,0-2-1 0,-1 1-8 15,-3-4-3-15,3-2 0 0,-2-1-5 0,-2 1-2 16,1-5 1-16,-1 1 2 0,0-2 7 0,-2-3-2 15,-1-2 0-15,3 4-1 0,-3-4 18 0,0 0-19 16,0 0-2-16,0-12 4 0,-3 4-2 0,2-2 10 16,-2-1-10-16,0-4-2 0,-1-2 2 0,1-1-1 15,-2-2 4-15,-2-7-4 0,6 6 1 0,-3-5 1 16,1-4-4-16,3 4 3 0,-1-2-8 0,-1 8 9 16,4 0-6-16,-1-1 2 0,2 0-2 0,-2 4 1 15,2-1 6-15,-2-2-3 0,3 7 0 0,-1 0 4 16,1 3-3-16,0 0 20 0,-4 2-15 0,6 2 4 15,-4-1-3-15,0 3 2 0,2 0-5 0,-3 1-3 0,-1 3-4 16,8-1 3-16,-8 1 0 0,10 4-2 0,-5 0-2 16,-2 2 3-16,0 1 7 0,0 0-8 0,-2 2 5 15,0 1-6-15,-2 2-5 0,0-1 4 0,-2 2-15 16,-1-4-20-16,-2 3-20 0,-1-2-23 0,-2 0-16 16,-1-2-25-16,-1 0-33 0,-2-3-52 0,-1-2-59 15,-5 0-248-15,-2-2-558 0,4-2 248 0</inkml:trace>
  <inkml:trace contextRef="#ctx0" brushRef="#br0" timeOffset="10941.49">18289 13780 118 0,'0'-6'341'16,"0"6"-26"-16,4-7-28 0,-1 2-25 0,1 3-28 0,3-1-23 15,1 1-20-15,3 0-18 0,-3 4-17 0,4-2-15 16,2 2-12-16,-1 1-11 0,-2-1-15 0,2 3-9 15,-1 2-11-15,-3-1-8 0,1 3-6 0,-1 0-7 16,-3 1-9-16,1-1-6 0,-5 3-2 0,1 0-5 16,-3-1-6-16,-3 1 2 0,-1-1 10 0,-1 1 8 15,-1-1 12-15,-2 1 3 0,1-5 12 0,-1 2-17 16,3-2-12-16,1-1-6 0,-3 0 6 0,3 0-2 16,1-4-16-16,0 2 9 0,2-2-2 0,-2 2-11 15,3-4 11-15,0 0-4 0,10 4-12 0,1-1-13 0,1-2-35 16,8-1-40-16,-2 1-42 0,1-1-55 15,4 0-64-15,8-2-71 0,-13 1-270 0,5-3-613 16,-1 3 271-16</inkml:trace>
  <inkml:trace contextRef="#ctx0" brushRef="#br0" timeOffset="11148.24">18807 14013 270 0,'0'0'349'0,"0"0"-30"0,-16-7-32 0,16 4-28 16,0 3-32-16,0 0-21 0,-4-4-15 0,4 4-27 15,0 0-7-15,-3-5-21 0,3 5-25 0,-1-4-26 16,1 4-42-16,0 0-49 0,0 0-54 0,0-5-53 16,0 5-57-16,0 0-55 0,7-2-147 0,-7 2-403 0,0 0 178 15</inkml:trace>
  <inkml:trace contextRef="#ctx0" brushRef="#br0" timeOffset="11333.33">18743 13889 126 0,'-5'-3'275'0,"2"-1"-2"16,3 4-2-16,-4-6-12 0,0 4-11 0,4 2-18 16,-4-3-12-16,4 3-21 0,-3-2-24 0,3 2-13 15,0 0-24-15,0 0-8 0,0 0-17 0,-4-5-12 0,4 5-33 16,0 0-31-16,0 0-30 0,0 0-16 15,0 0-46-15,0 0-67 0,0 0-68 0,0 0-246 16,0 0-474-16,-4 10 210 0</inkml:trace>
  <inkml:trace contextRef="#ctx0" brushRef="#br0" timeOffset="11985.98">18425 14382 187 0,'-4'-4'356'16,"0"0"-27"-16,0 0-16 0,1 2-31 0,3 2-22 15,-3-8-31-15,3 8-20 0,7-6-26 0,0 3-22 16,9-2-27-16,2 1-52 0,5 1-51 0,7 0-77 16,8 1-85-16,0 1-86 0,4 0-177 0,-5 0-426 15,1-1 188-15</inkml:trace>
  <inkml:trace contextRef="#ctx0" brushRef="#br0" timeOffset="12810.12">19316 14431 331 0,'0'0'337'16,"0"0"-12"-16,0 0-20 0,0 0-24 0,8-7-6 15,-4 4-18-15,-1-2-20 0,0 0-23 0,-1 0-14 16,2-1-15-16,1-3-9 0,-1-3-19 0,1 3-13 0,2-2-14 16,-3 2-16-16,3-3-15 0,-4 1-1 0,2 0-13 15,-1 2-12-15,4-2-2 0,-4 1-7 16,0 1-4-16,-1 3-7 0,1-5-6 0,0 6-8 0,-2 1-4 16,0 1-10-16,4-2 9 0,-6 5-19 0,2-5-4 15,0 3-12-15,-2 2-3 0,0 0-3 0,0 0-1 16,0 0 6-16,0 0 3 0,2 12-2 0,-2-6-1 15,3 1 0-15,-6 4-1 0,3 0 4 0,3 2-2 16,-3 0-4-16,4 3-1 0,-4 0 1 0,3 0 3 16,-2 2-1-16,2 0-1 0,1 0 6 0,1-1-1 15,1 0 2-15,-3-5-5 0,-2 1 1 0,5-1 2 16,-1-1-5-16,-1 0 7 0,-1-1-2 0,-1-4 1 16,1 3-5-16,0-5 3 0,0 1-2 0,-2 0 4 0,-1 0-6 15,1-2 8-15,1-1-1 0,-2-2-6 16,0 0 6-16,-7 4 2 0,7-4-4 0,-12 0 3 15,4-1-2-15,8 1 2 0,-16-1-3 0,6-1 0 0,0 1 13 16,1 0-4-16,-5 0 0 0,6-1 15 0,1 2-1 16,3-1 1-16,4 1-5 0,-13-2 0 0,13 2 17 15,-7-2-18-15,7 2 3 0,0 0-5 0,-6-3-2 16,6 3 4-16,0 0-1 0,0 0-8 0,0 0 2 16,27 6-12-16,-10-5-14 0,3 2-20 0,-1-2-22 15,2-1-33-15,3 2-29 0,-2 0-43 0,1-1-56 16,-1 3-53-16,6-4-83 0,-5 1-223 0,-3-2-623 15,-2 1 276-15</inkml:trace>
  <inkml:trace contextRef="#ctx0" brushRef="#br0" timeOffset="13145.36">19932 14525 71 0,'0'0'342'0,"0"0"-26"16,-7 0-30-16,7 0-27 0,0 0-24 0,0 0-23 0,-8 0-22 15,8 0-18-15,0 0-20 0,-11 0-17 0,11 0-13 16,0 0-8-16,-1 5-14 0,1-5-4 0,0 0-10 16,0 0-11-16,-3 3-3 0,3-3-8 0,0 0-1 15,11 7-5-15,-10-2-12 0,-1-5 0 0,7 2-2 16,-4-1-2-16,-3-1-6 0,5 2 1 0,-5-2-3 15,0 0-1-15,0 0 7 0,0 0-8 0,0 0 13 16,10-4-7-16,-10 4-4 0,-1-9 0 0,-2 4-10 16,-1 2-3-16,-2-2-3 0,2 0-16 0,0-3-16 15,-4 4-20-15,1 0-30 0,3-1-28 0,-3 1-39 16,-1 1-52-16,4-1-56 0,-3 2-66 0,3-3-156 16,0 4-500-16,4-3 222 0</inkml:trace>
  <inkml:trace contextRef="#ctx0" brushRef="#br0" timeOffset="13433.01">19874 14355 208 0,'0'0'283'0,"-6"-3"-18"0,6 3-21 0,-4-1-21 0,4 1-22 16,0 0-23-16,-4-2-17 0,4 2-14 0,0 0-12 15,0 0-7-15,0 0-12 0,0 0 4 16,0 0-1-16,0 0-20 0,11 10-4 0,-8-9-7 0,-3-1-1 16,10 1-5-16,-5 0-4 0,-5-1-3 0,9 0 2 15,-9 0 11-15,0 0-3 0,11-2 0 0,-11 2 3 16,7-3-10-16,-7 3-4 0,1-3-3 0,2 0-12 16,-3 3-8-16,-4-7-8 0,1 4-6 0,-4 0-24 15,3-1-24-15,0 2-28 0,-3-1-32 0,0 3-30 16,0-1-32-16,7 1-51 0,-13-1-57 0,6 1-67 15,7 0-175-15,-13 1-522 0,9 2 232 0</inkml:trace>
  <inkml:trace contextRef="#ctx0" brushRef="#br0" timeOffset="14640.25">20299 14294 247 0,'-2'-3'335'16,"2"3"-11"-16,-2-4-17 0,2 4-23 0,0 0-20 15,-2-7-12-15,2 7-20 0,0 0-17 16,0 0-26-16,2-4-17 0,-2 4-18 0,0 0-15 0,14 2-9 15,-2 0-22-15,-1 0 5 0,2 1-22 0,1 1-12 16,2-1-9-16,-2 2-5 0,2 2-9 0,-5-1-4 16,3 2-11-16,-2-3 4 0,-1 3-5 0,-3-1-6 15,4 0-7-15,-7 0-4 0,-1 1-2 0,1 0-5 16,-3-2 3-16,0 3-5 0,-2-1 0 0,-2 1-3 16,0 0 3-16,-5 0 11 0,0 1-13 0,-2-1-6 15,2 0 2-15,0 0 0 0,-1 1-3 0,-1-1-1 16,1-1-1-16,-1-1-1 0,4 0-1 0,-1 0-2 15,-2 1 5-15,7-3-4 0,-3-1 4 0,1 0 0 16,3 1 6-16,0-2 7 0,3 0 15 0,1 0-22 16,8 2 1-16,-4-5-4 0,6 2 5 0,8-1-12 15,-1-2-23-15,-1 1-21 0,3-5-30 0,-2 3-34 0,1-1-40 16,-3 1-61-16,0-1-45 0,-2-3-58 0,-3 4-224 16,-3-4-578-16,1 1 255 0</inkml:trace>
  <inkml:trace contextRef="#ctx0" brushRef="#br0" timeOffset="14844.51">20358 14471 114 0,'0'0'337'16,"-8"-2"-6"-16,8 2-15 0,0 0-19 0,-5-2-21 15,5 2-29-15,0 0-23 0,0 0-27 16,14-4-23-16,-3 2-12 0,1 2-20 0,6-1-17 0,-3 1-26 15,5-2-30-15,1 1-33 0,1 1-40 0,9-1-41 16,0 1-50-16,0 1-41 0,-1-1-50 0,-9 1-44 16,-2 1-179-16,0 2-442 0,-1-3 196 0</inkml:trace>
  <inkml:trace contextRef="#ctx0" brushRef="#br0" timeOffset="15029.63">20786 14499 189 0,'0'0'181'0,"0"0"-14"0,-1 7 19 0,1-7-4 0,-3 6-3 16,3-2-20-16,0 2-11 0,0 0-20 0,0 1-8 15,0 3-10-15,3-2-15 0,-6 7-4 0,6-1-9 16,-2-2-6-16,-1 5-9 0,3 0-3 0,-2-4-13 16,1-1-24-16,-1 1-31 0,2 0-41 0,1 0-57 15,0-7-61-15,-1 2-169 0,-1-3-358 0,4 0 158 16</inkml:trace>
  <inkml:trace contextRef="#ctx0" brushRef="#br0" timeOffset="15260.49">20937 14398 10 0,'-1'-3'342'0,"1"3"-18"0,-4-4-30 0,4 4-30 16,0 0-24-16,4-5-27 0,-4 5-20 0,7-4-22 0,0 1-12 15,-1 2-22-15,7-2-35 0,0 2-43 0,-2 0-55 16,1 1-56-16,3 0-60 0,-1-1-58 0,-2-1-193 16,0 4-394-16,-1-2 174 0</inkml:trace>
  <inkml:trace contextRef="#ctx0" brushRef="#br0" timeOffset="15416.53">20997 14488 208 0,'-7'4'267'0,"3"0"-10"15,0-3-8-15,-1 1-5 0,5-2-2 0,-6 4 0 0,6-4-4 16,0 0-12-16,-1 2-23 0,1-2-22 16,0 0-18-16,24-4-15 0,-10 2-47 0,8-1-52 15,-6 0-53-15,7 1-67 0,7-2-72 0,-1-1-92 0,-1 1-193 16,-3 0-463-16,5-2 205 0</inkml:trace>
  <inkml:trace contextRef="#ctx0" brushRef="#br0" timeOffset="16113.89">22818 14237 259 0,'-4'-6'380'0,"3"3"-12"0,-2 1 3 16,0-2-17-16,3 4-14 0,-3-5-22 0,3 5-19 15,-2-5-31-15,2 5-26 0,4-4-23 0,-1 1-25 16,2 0-18-16,3 1-20 0,3 4-15 0,3-2-13 0,-2 2-15 15,4 2-17-15,4 0-3 0,-3 3-10 16,1 1-10-16,0-2-5 0,-5 2-12 0,-3-1-9 16,1 0-1-16,-4 2-11 0,0 1-2 0,-1 1-6 0,-3-1-1 15,-2 3 0-15,-1-3-4 0,-3 0-8 0,-1 1 0 16,-3 0 0-16,1-1 11 0,-4 0-15 0,3 3-1 16,0-4 1-16,-2 1-2 0,4-1-2 0,-4 0 9 15,4-1-17-15,-2 1 3 0,3-2-3 0,3-2-5 16,-1 0-4-16,4 1 0 0,1-2 3 0,6 0-2 15,0-1 3-15,13 1-5 0,-3 0-11 0,4-3-19 16,7-1-23-16,0 0-24 0,3-2-29 0,-9-1-18 16,-2-2-31-16,0 3-34 0,-2-1-42 0,1-1-50 15,-2-1-55-15,-6 0-217 0,-3 1-612 0,-3-1 271 16</inkml:trace>
  <inkml:trace contextRef="#ctx0" brushRef="#br0" timeOffset="16300.81">22911 14390 147 0,'0'0'269'0,"-6"-4"-20"15,6 4-13-15,4-7-19 0,-4 7-13 0,7-4-14 16,0 2-15-16,-3-1-19 0,7 2-16 16,-1-3-15-16,-1-1-10 0,5 1-7 0,-2-1-24 0,3 4-41 15,-3-3-48-15,11 2-52 0,-5 0-62 0,-2 1-66 16,-2-1-164-16,2 1-378 0,2 2 168 0</inkml:trace>
  <inkml:trace contextRef="#ctx0" brushRef="#br0" timeOffset="16656.64">23277 14424 181 0,'2'3'269'0,"1"-1"-5"0,1 2-4 0,0-1-6 16,3 0-6-16,-2 2-11 0,-2-2-11 0,5 0-10 0,-2 1-8 15,1 0-20-15,-1 2-5 0,0-2-29 0,2-2-14 16,-4 3-17-16,2-1 3 0,0 0-27 0,-2 0-18 16,0 0-4-16,2-1-10 0,-3 0-12 0,-2 3 0 15,3-3-2-15,-4 2-7 0,0-1-1 0,2 1-6 16,-4 0-4-16,1 0-8 0,-2 2 7 0,0-4-1 15,-4 4-3-15,3-3-3 0,0 0 2 0,3 2-11 16,-4-3 3-16,3-1-5 0,2-2-2 0,-4 5 2 16,4-5 1-16,0 4-5 0,0-4 6 0,0 0-2 15,0 0 0-15,11 3-1 0,-11-3-9 0,18-3-21 16,-5 1-21-16,-2 0-28 0,9-1-31 0,0-2-45 16,-3-2-43-16,2 2-62 0,2-3-67 0,-2-3-222 15,1 1-579-15,-1-1 256 0</inkml:trace>
  <inkml:trace contextRef="#ctx0" brushRef="#br0" timeOffset="16835.99">23607 14298 210 0,'-6'-1'324'0,"6"1"-12"15,-6-2-18-15,6 2-18 0,-4-4-30 0,4 4-14 0,-6-2-23 16,6 2-18-16,0 0-19 0,0 0-21 0,0 0-18 15,14-3-41-15,-5 3-36 0,-9 0-43 0,18 3-44 16,-4-2-49-16,-5 0-50 0,5 0-57 0,-1 2-48 16,-1-1-140-16,-4-1-406 0,0 2 180 0</inkml:trace>
  <inkml:trace contextRef="#ctx0" brushRef="#br0" timeOffset="16988.75">23655 14362 14 0,'-6'5'247'0,"2"-4"-1"0,0 0-3 16,4-1-13-16,-8 1-11 0,8-1-18 0,-5 2-11 0,5-2-15 15,0 0-12-15,-2 3-7 0,2-3-10 16,9 3-14-16,-2 1-15 0,3-3-11 0,1 1-17 16,8-1-31-16,1 3-37 0,0-3-59 0,3 0-64 0,8 0-85 15,-8 3-218-15,8-1-438 0,-1-3 194 0</inkml:trace>
  <inkml:trace contextRef="#ctx0" brushRef="#br0" timeOffset="17701.73">25702 14031 256 0,'4'-2'410'0,"-1"-3"-4"0,-1-1-14 16,1 1-23-16,-2 1-23 0,2-2-22 0,1-1-24 16,0 4-29-16,-1-1-22 0,1 0-25 0,1 0-27 15,0 3-18-15,0-2-20 0,2 3-15 0,2 0-16 16,4 3-14-16,-2 0-12 0,2 2-13 0,-2 2-11 15,2-1-8-15,1 7-7 0,-6-1-9 0,4 3-5 16,-1 2-6-16,-4-4 0 0,-3 1-10 0,3 2-4 0,-6 2-2 16,2-5-5-16,-3 4 1 0,-3-6-2 0,-2 2-1 15,2-2-4-15,-3 0 2 0,1 1-4 16,-1-4 0-16,0 3-13 0,-2-4-2 0,4 1 9 0,1-3-5 16,-1-1 3-16,1 1-6 0,3-2-1 0,0-3 3 15,-2 6-3-15,2-6-10 0,9 2-18 0,3-1-33 16,3-2-33-16,-1 1-38 0,5-3-19 0,4 1-26 15,-4 1-27-15,4 0-32 0,0-2-46 0,-1 1-46 16,0 2-272-16,-2-1-649 0,-6-1 288 0</inkml:trace>
  <inkml:trace contextRef="#ctx0" brushRef="#br0" timeOffset="17874.1">25850 14213 73 0,'-11'-1'264'16,"-1"-2"7"-16,5 2 2 0,-2-2 5 15,3 0-6-15,2 0-11 0,4 3-19 0,-4-5-27 0,4 5-21 16,5-4-18-16,1 1-21 0,2-1-18 0,6 2-2 16,3-2-46-16,6 3-38 0,-1-1-42 0,-1 0-50 15,7 1-58-15,-5 1-63 0,10 0-66 0,-10 0-200 16,1 1-463-16,-2-2 205 0</inkml:trace>
  <inkml:trace contextRef="#ctx0" brushRef="#br0" timeOffset="18369.46">26181 14261 213 0,'0'0'276'0,"0"0"-16"15,0 0-19-15,0 0-19 0,0 0-20 16,0 0-23-16,0 0-17 0,14 2-20 0,-10-1-11 0,2 1-17 16,-2 0-9-16,3-1-8 0,-3 1-9 0,4-1-7 15,-2 1-13-15,-1 1-8 0,-1-1-6 0,2 1-4 16,-2 1-7-16,0 0-5 0,0 1-3 0,-2-2-8 15,0 1-3-15,-1 1 6 0,-1-2-10 0,0 2-1 16,-1-1-2-16,1-4-3 0,-2 8-1 0,-2-6-4 16,3 2 0-16,0 0-1 0,-3 0-5 0,2 0 3 15,1 0 0-15,1-4 2 0,-3 5-2 0,3-5 0 16,0 6-4-16,0-6 8 0,3 8 16 0,0-6 10 16,2 3 8-16,0-1-1 0,-2 2-2 0,3-4 1 15,-1 2-10-15,-1-2 2 0,3 3-5 0,-3 1-2 16,0-4 2-16,0 2-6 0,0-3-2 0,-2 3 0 15,1 0-6-15,-2 0 10 0,-1-4-7 0,-1 6 10 0,1-2 2 16,-5 1 7-16,3-3-10 0,-3 2 6 0,1 1-1 16,-1-2-8-16,-2 0 1 0,0 0-8 15,2 0-23-15,-3 0-30 0,1 0-38 0,0-1-45 0,0 0-60 16,2 0-70-16,-2-2-284 0,7 0-576 0,-9 1 255 16</inkml:trace>
  <inkml:trace contextRef="#ctx0" brushRef="#br0" timeOffset="19042.87">28267 13859 10 0,'0'0'309'0,"-6"-2"-20"0,6 2-22 0,0 0-22 15,-6-1-22-15,6 1-18 0,0 0-16 0,0 0-5 16,0 0 3-16,0 0 4 0,0 0 9 0,0 0-11 16,8 11 1-16,4-7-18 0,-2-1-8 0,0 3-19 15,4-1-6-15,1-1-12 0,-1 2-12 0,3-1-12 16,1 0-15-16,-4 1-2 0,-3-1-13 0,-2-1 4 16,0-1-21-16,-2 3-13 0,-1-2-3 0,-1 1-3 0,-2-2-2 15,-3 4-7-15,2-2 0 0,-4 0 1 16,2 1-8-16,-4 4 0 0,0-4-3 0,-2 3 6 15,-1-4 5-15,0 2-1 0,0 1 7 0,1-4-17 0,-1 4-2 16,0 1-2-16,2-5 1 0,3 1 1 0,-1 0-1 16,1 1 2-16,2-3 10 0,2 4 12 0,2-2 1 15,4 0-1-15,4 1-2 0,3-1-5 0,4 2-6 16,4-1-4-16,7-1-4 0,-8-1-4 0,9 0-18 16,-9-2-22-16,9 0-41 0,-8-2-34 0,-1-2-43 15,-3 2-54-15,0-1-61 0,-1-3-71 0,-6 1-323 16,-1-2-707-16,1 2 313 0</inkml:trace>
  <inkml:trace contextRef="#ctx0" brushRef="#br0" timeOffset="19243.3">28316 14062 108 0,'0'0'312'0,"-3"-7"-10"0,3 7-10 0,0-5-25 15,0 5-23-15,8-5-24 0,-2 2-18 0,2 0-26 16,4-1-16-16,0 0-18 0,4 4-12 0,2-2-11 16,4-1-14-16,-4 3-20 0,1-2-36 0,0 4-37 15,0 2-57-15,-1-3-63 0,1 0-62 0,1 1-75 16,-6-1-149-16,1 1-425 0,-3 2 189 0</inkml:trace>
  <inkml:trace contextRef="#ctx0" brushRef="#br0" timeOffset="19647.2">28735 14059 206 0,'0'0'233'0,"-6"6"-13"16,4-3-10-16,0 4-12 0,1-2-8 0,-2 3-8 15,-1-1-10-15,-1 2-14 0,3-1-13 0,0-1-15 16,2 5-10-16,1-1-14 0,0 0-9 0,1-4-6 15,2 4-9-15,1-5-7 0,2 6-10 0,-3-6-2 16,0 1-8-16,7 1-4 0,-6-5-6 0,4 1-3 16,-4 1-3-16,5-3-2 0,-4 0-6 0,3-2-3 15,-3 0-4-15,1-2 0 0,1 0-1 0,-1-3-5 16,-1 2 0-16,-1-1-3 0,-1 1 18 0,0-5 18 16,2 3 19-16,-4 2 24 0,2-4 15 0,2 2 19 15,-5 2 10-15,1-1-2 0,-2 4 0 0,2-5-8 16,-2 5-11-16,0-6-15 0,0 6-11 0,3-2-17 15,-3 2-9-15,0 0-10 0,0 0-3 0,0 0-7 0,0 0-2 16,0 0-7-16,-3 14-4 0,3-8-5 0,0-1-19 16,-2 3-20-16,2 0-27 0,-2 1-28 0,2-1-34 15,-1 1-24-15,-2-3-33 0,2 4-39 0,-1-2-59 16,0 0-71-16,-1-3-287 0,-4 0-665 0,2-1 295 16</inkml:trace>
  <inkml:trace contextRef="#ctx0" brushRef="#br0" timeOffset="20142.24">26585 14090 115 0,'-6'-1'335'16,"2"-2"-13"-16,4 3-16 0,-10 0-22 0,7-3-24 0,3 3-34 15,0 0-16-15,0 0-23 0,24-1-20 0,-8 1-19 16,5 1-34-16,0-1-38 0,2 2-49 0,0-2-59 16,0 0-70-16,2 0-81 0,-2-2-227 0,-4 1-445 15,-4 2 197-15</inkml:trace>
  <inkml:trace contextRef="#ctx0" brushRef="#br0" timeOffset="20300.19">26703 14130 154 0,'0'0'261'0,"0"0"-23"16,0 0-24-16,0 0-24 0,17 2-17 0,-3-2-19 15,5 2-26-15,0-1-64 0,4 1-87 0,7-1-103 16,2 1-113-16,-3-2-256 0,4 1 113 0</inkml:trace>
  <inkml:trace contextRef="#ctx0" brushRef="#br0" timeOffset="20763.36">28762 13895 24 0,'-3'4'279'0,"3"-4"-6"0,0 0-17 16,0 0-16-16,0 0-15 0,0 0-22 0,0 0-17 15,15 4-18-15,-1-3-15 0,-3 0-15 0,5-1-18 16,1 0-26-16,3 3-44 0,1 0-57 0,-3-2-63 16,1-1-77-16,-4 3-218 0,0-2-394 0,-4-2 175 15</inkml:trace>
  <inkml:trace contextRef="#ctx0" brushRef="#br0" timeOffset="20934.63">28823 13951 279 0,'0'0'308'16,"-3"2"7"-16,3-2 7 0,0 0-3 0,0 0-12 16,0 0-32-16,22 1-24 0,-8 1-29 0,-2-1-23 15,7 1-26-15,4 2-8 0,-3-3-49 0,-2 2-65 16,4 1-74-16,-3 0-100 0,0 1-116 0,-5-3-248 15,1 4-526-15,-6-4 233 0</inkml:trace>
  <inkml:trace contextRef="#ctx0" brushRef="#br0" timeOffset="26739.71">21511 14291 201 0,'0'-4'408'16,"0"4"10"-16,0-5-21 0,0 5-25 0,-1-5-43 16,1 5-32-16,0-5-33 0,0 5-31 0,0 0-22 0,0 0-26 0,0 0-15 0,-5 15-17 15,0-5-10-15,1 1-4 0,2 1-5 0,-1 1-10 16,0 0-9-16,-2 3-13 0,-1 4-6 0,6-2-8 0,-1 1-9 15,1 0-11-15,1-1-2 0,1 1-7 0,2-1-25 16,-4 1-39-16,1-1-50 0,0-3-66 0,3 1-61 16,-2-4-69-16,-1 1-89 0,-1-2-316 0,0-1-710 15,-1 0 315-15</inkml:trace>
  <inkml:trace contextRef="#ctx0" brushRef="#br0" timeOffset="34098.94">24011 14166 172 0,'7'-11'405'0,"-2"3"13"0,1-4-7 0,-1 1-7 16,-1 3-4-16,0-3-7 0,2 2-3 0,-5 3-13 15,3-1-20-15,-4 2-28 0,3 0-30 0,-2 3-31 16,2-2-23-16,-3 0-31 0,0 4-28 0,2-4-24 0,-2 4-19 16,0 0-14-16,0 0-13 0,0 0-13 0,-9 21-8 15,8-12-11-15,-3 7-1 0,-2 2-13 16,4 0-7-16,0 2-7 0,-2 1-20 0,3 7-2 0,1-7-5 15,-1 6-12-15,2-7-35 0,0 2-41 0,3 7-60 16,-2-2-74-16,2 0-67 0,1-6-66 0,-1 1-103 16,3-2-419-16,0-3-917 0,2-1 405 0</inkml:trace>
  <inkml:trace contextRef="#ctx0" brushRef="#br0" timeOffset="42061.57">27032 13975 135 0,'0'0'357'0,"-1"-6"12"16,1 6 6-16,-2-6 4 0,2 6 8 0,0-6 6 15,0 6-8-15,-1-4-14 0,1 4-31 0,0 0-26 16,-2-4-26-16,2 4-29 0,0 0-24 0,0 0-27 16,0-5-22-16,0 5-19 0,0 0-18 0,0 0-15 15,0 0-18-15,0 0-12 0,0 0-8 0,0 0-4 16,11 10-13-16,-4-6-8 0,3 2-9 0,-2 1 0 16,1-1-11-16,-2 2-4 0,4 0-8 0,-3-1-5 15,-1 4-3-15,1-6-4 0,-1 5-1 0,-3-5-5 0,0 3-3 16,0 0-5-16,-2-2-2 0,-1 1 1 0,-1 1-2 15,0 1-4-15,-1-3 8 0,-5 1-11 16,2 2 2-16,-1-3 1 0,-5 2 1 0,6-3-6 0,-3 0 8 16,0 1-4-16,1-1-4 0,0-1 1 0,2 0 2 15,3-1-2-15,-3 0-2 0,0-1 4 0,4-2 0 16,-3 4 1-16,3-4 3 0,1 5-5 0,7-3 1 16,1 4-4-16,5-2-6 0,7-2-11 0,9 3-23 15,4 0-38-15,-2 2-49 0,5-5-69 0,1 1-70 16,6-1-77-16,10-3-99 0,-14 1-397 0,14-4-908 15,-12-1 402-15</inkml:trace>
  <inkml:trace contextRef="#ctx0" brushRef="#br0" timeOffset="42913.86">29270 13793 276 0,'0'0'365'15,"0"0"-21"-15,-2-6-17 0,2 6-24 0,0 0-26 16,0 0-21-16,4-3-32 0,-4 3-26 0,16 1-11 16,-16-1-7-16,17 4-13 0,-4-1-17 0,-3 1-10 15,3-1-6-15,-2 1-14 0,4 3-9 0,-5-1-13 16,-1-1-15-16,3 3-5 0,-5-2-8 0,2 0-2 16,-5 3-15-16,0-2-14 0,-3 2 3 0,1-3-8 15,-2 4-5-15,-2-2 21 0,-1 0-23 0,-1 1-3 0,-3 0 1 16,-1 0-3-16,0 0 0 0,0 0 8 15,-2-3 15-15,2 1-3 0,-2-1 0 0,4-1 2 16,-1-1-5-16,0 0-4 0,5-1-1 0,-4 0-2 0,2-1-2 16,4-2 13-16,-3 6 10 0,3-6 3 0,7 6-3 15,5-3-11-15,2-1-5 0,11 1 3 0,4 3-11 16,6-3-7-16,3-1-22 0,2 0-37 0,3-1-60 16,-3 1-79-16,20-3-97 0,-5-4-116 0,-13 3-328 15,-2-5-776-15,1-1 343 0</inkml:trace>
  <inkml:trace contextRef="#ctx0" brushRef="#br0" timeOffset="46340.66">18519 15394 195 0,'0'-5'296'0,"-5"-1"-11"16,3 1-16-16,-2-2-8 0,0 1-16 0,-2 1-16 16,1 0-13-16,-3 0-21 0,-2 1-10 0,2 0-15 15,-4 2-11-15,1-2-15 0,0 4-9 16,-1 0-14-16,0 0-8 0,-2 2-12 0,3 1-12 0,0-1-12 16,-1 2-3-16,5 2-10 0,-2-1-8 0,1 0-4 15,2 1-3-15,2-1-6 0,3 0-3 0,-1 3 2 16,5 0 9-16,1 2-20 0,8-2 2 0,4 6-8 15,0-4-2-15,2 0 0 0,3 2-7 0,6 2 1 16,-9-4 1-16,3-1-5 0,-1 1 1 0,-2-1-2 16,-1-1-2-16,-6-1-1 0,1 0-6 0,-3 1 3 15,-1-3 0-15,-4 1-4 0,0 1 1 0,-3 0 1 16,-1 0-5-16,-4-2 6 0,0 2 0 0,-5-1-4 16,-2 3 6-16,-7-3-9 0,-1 1 3 0,-3-2 18 15,3 1-28-15,-4-3 13 0,5 2 0 0,-5-2-3 16,4-1-2-16,6-1 6 0,-2-1 16 0,4 0-20 15,1-1 2-15,5-1-21 0,-2 1-31 0,7 1-39 0,-3-7-36 16,3 7-40-16,12-12-48 0,4 1-62 0,4 0-59 16,4-4-172-16,1-3-546 0,4 0 242 0</inkml:trace>
  <inkml:trace contextRef="#ctx0" brushRef="#br0" timeOffset="47143.25">18708 15241 222 0,'0'-5'280'0,"3"0"-17"0,-3 5-26 0,4-4-27 15,-4 4-22-15,1-4-23 0,-1 4-12 0,0 0-16 16,0 0-13-16,4 13-14 0,-4-4-8 0,0 0-8 16,-1 6-11-16,2 0-4 0,-1 5-6 0,3-1-10 15,-3 0-6-15,1 3-3 0,-1-3-8 0,2 4-3 16,0 3-5-16,3-7-4 0,-3-1-5 0,1 1-2 16,2 0 1-16,-3-2-3 0,2-3-1 0,0-1-4 15,1 0 1-15,-2-4-7 0,4 1-3 0,2-2-5 16,4-2-17-16,0-2-18 0,1-3-21 0,0 1-18 15,7-2-19-15,0-1-8 0,-1-2-5 0,0-1 3 16,2-3 0-16,-3 1 2 0,2-3 13 0,-2 1 9 16,-6-2 4-16,-1 3 20 0,-2-3 19 0,-3 3 24 31,-3-4 21-31,-4 5 17 0,0-2 17 0,-3-2 17 16,-1 3 16-16,-1 2 3 0,-1-1 6 0,0 1-10 0,-3 0-3 15,4 2-2-15,-2 1-8 0,-4-1-12 0,6 2-5 0,-1 0-3 0,6 1-7 16,-15 0-2-16,9 2-4 0,3 1-1 0,0 0-3 15,3 2-8-15,0 0 2 0,3 0-3 0,0 1-2 16,6 1-2-16,-1-1-3 0,3 1-2 0,4 1-2 16,1 0-3-16,2 0-5 0,-6-3-3 0,3 0-5 0,-2 1 3 15,1-2-1-15,-1 3 0 0,-1-2-1 0,-4 0-2 16,-1-1 0-16,0 0-5 0,0 1 4 16,-1 0-2-16,-2 0 7 0,-2 0-2 0,0 1-2 15,-2 2-2-15,0 0 2 0,0 4-2 0,0 0 4 0,0 6 2 16,0 2-1-16,0 1-1 0,0 9 2 0,7-2 4 15,-3 1-3-15,2-1 0 0,2 1-1 0,-3 1 11 16,2 1-4-16,4-5 6 0,1 0-3 0,-1-2-2 16,-4-4 2-16,4-4 1 0,-3 0-4 0,2-6-4 15,-5-1-11-15,4-1-13 0,-2-4-9 0,-1-3-13 16,1-1-18-16,-7 0-21 0,9-10-18 0,-4 1-14 16,-2-8-19-16,3-2-26 0,-5-7-18 0,-1-2-3 15,0-2 11-15,0-3 11 0,0 1 29 0,-1 3 35 16,-2-1 39-16,2 2 27 0,-4 0 35 0,1 7 26 15,2 1 14-15,-3 1 37 0,0-1 9 0,-3 5 29 16,5 1 17-16,1-1 12 0,-3 4-2 0,1-1 9 16,3 2 9-16,-3 1 21 0,1 0 12 0,1 3-13 15,2-1 4-15,-2 1-7 0,0 3-13 0,0-2-16 16,2 5-24-16,0-7-1 0,0 7-14 0,0-5-14 16,4 3-20-16,-4 2 0 0,0 0-9 0,7 0-5 15,-7 0-8-15,9 0-9 0,-9 0-15 0,10 1-9 16,-6 2-11-16,2-1-10 0,0 2-8 0,0 0-17 0,-2 1-7 15,1 0-16-15,4 3-3 0,-7 0-10 0,3-2-2 16,-5 3-15-16,3 0-3 0,-3-1-1 0,-1 3-2 16,1-1-7-16,-3 0-9 0,-1 0-11 15,-1 0-8-15,-1 0-10 0,-1-1-17 0,-1-2-14 0,-4 1-21 16,5-1-31-16,-4-2-57 0,5-3-188 0,-4-1-489 16,0 2 218-16</inkml:trace>
  <inkml:trace contextRef="#ctx0" brushRef="#br0" timeOffset="47467.07">19444 15458 148 0,'0'0'420'15,"0"0"-3"-15,5-3-37 0,-5 3-23 0,0 0-22 16,0 0-8-16,11 4-13 0,-7-3-32 0,5 3-25 15,-2-2-26-15,4 4-24 0,-4-3-19 0,8 4-11 16,-4-2-26-16,4 3-17 0,-1-2-10 0,-2 0-15 16,1 1-10-16,3 2-10 0,-6-3-13 0,-3-2-10 15,1 1-10-15,-8 0-5 0,4 1-12 0,-4-1 3 16,-1 0-5-16,-2 2-4 0,-4-1-1 0,-1-1 0 16,-7 1-8-16,2-1-2 0,-2-1-3 0,1 0-1 15,-1 0-1-15,4-2 3 0,-2 0-7 0,3 0 4 16,6 0-1-16,-4-2 0 0,8 0-1 0,0 0-30 15,-11-1-22-15,11 1-45 0,0 0-50 0,15-7-48 16,-4 3-45-16,1 0-49 0,2 0-49 0,6-6-35 0,-1 4-273 16,3-1-682-16,0-2 302 0</inkml:trace>
  <inkml:trace contextRef="#ctx0" brushRef="#br0" timeOffset="47644.45">19331 15422 119 0,'-7'-2'300'16,"2"1"-21"-16,5 1-25 0,0 0-27 0,0 0-23 15,0 0-19-15,0 0-25 0,35-1-44 0,-5 2-60 16,1-1-69-16,9 1-84 0,-4 2-202 0,1-1-323 16,4 0 143-16</inkml:trace>
  <inkml:trace contextRef="#ctx0" brushRef="#br0" timeOffset="47923.05">20310 15613 16 0,'-4'-2'374'0,"4"2"-15"0,-13-1-21 15,7 1-37-15,6 0-33 0,-9-2-27 0,9 2-19 16,0 0-31-16,-8 2-18 0,8-2-18 0,-6 3-14 16,6-3-12-16,-3 5-2 0,3-3-33 0,0-2-9 15,0 6-13-15,3-3-11 0,-2 1-17 0,1 0-18 16,1-1-16-16,-2 0-14 0,-1-3-13 0,5 2-5 16,-5-2-12-16,2 3-22 0,-2-3-23 0,0 0-21 15,0 0-11-15,0 0-8 0,6-10-26 0,-4 5-29 0,-2-2-32 16,1-3-188-16,-1 0-426 0,-1-3 189 0</inkml:trace>
  <inkml:trace contextRef="#ctx0" brushRef="#br0" timeOffset="48143.96">20192 15467 124 0,'0'0'301'16,"-7"3"2"-16,7-3-1 0,0 0-3 0,0 0 8 15,-8 0 19-15,8 0-16 0,0 0-9 0,0 0-15 16,0 0-26-16,0 0-27 0,0 0-28 0,0 0-17 0,8-9-15 16,-8 9-17-16,8-6-14 0,-5 4-25 0,0-3-13 15,-3 5-29-15,4-5-34 0,-3 3-47 0,3-1-53 16,-4 3-51-16,0-6-57 0,0 6-70 16,0 0-88-16,0-4-284 0,0 4-658 0,0 0 291 0</inkml:trace>
  <inkml:trace contextRef="#ctx0" brushRef="#br0" timeOffset="48876.9">20752 15971 55 0,'8'-13'350'0,"-5"8"0"0,1 0-9 15,-1-3-14-15,2-1-9 0,-2-1-7 16,4-1-11-16,-2-2-6 0,4-4-4 0,-1-1-14 0,0 0-10 16,1-9-15-16,2 3-20 0,1-5-22 0,-2 0-19 15,1 5-17-15,-2-6-20 0,1 1-12 0,1-2-10 16,-3 2-20-16,-1-3-12 0,0 1-7 0,-2 3-10 15,2 6-9-15,-5 2-3 0,0 1-10 0,-2 2-6 16,1 3-7-16,-1 1 1 0,0 4-8 0,-3-2-4 16,3 5-4-16,-1-1-8 0,-2 3-4 0,-2 0-6 15,5 4-2-15,-5 0-5 0,5 0-1 0,-10 4-4 16,6 1-1-16,0 1-4 0,1 0-3 0,-2 4-3 16,2-1-3-16,0 2 0 0,3 1-8 0,0-1-15 15,0 2 8-15,2-1 0 0,-1 0-10 0,2 0 3 16,3-1 0-16,0 0-5 0,-2-3-1 0,4 0-9 15,-1 1 5-15,2-2-1 0,0-1-11 0,0-2 0 0,3-4-19 16,-2 0-11-16,2-1 12 0,3-2 20 0,-4-1-9 16,1-1 12-16,1-1-5 0,-1-3 8 15,3-3 2-15,-4-2 9 0,6-1-4 0,-6 0 13 0,0-1 2 16,-4-1 7-16,-2 3 10 0,1-1 26 0,-3 2 22 16,-1 1 31-16,0 2 20 0,-1 2 7 0,-1 1-1 15,0 1-4-15,4 1-11 0,-8-1-11 0,4 2-9 16,0 4-12-16,0 0-6 0,-1-3-3 0,1 3-6 15,0 0-6-15,-7 13 0 0,4-5 0 0,2 4-5 16,-1-1 2-16,1 2-4 0,-2 7-1 0,3-1-9 16,3 1-7-16,-3 0-10 0,4 1-24 0,-1 0-27 15,2-2-46-15,3 1-39 0,-2-2-37 0,3 2-36 16,-3-1-53-16,2-2-79 0,-3-5-372 0,-1 0-778 16,2-2 345-16</inkml:trace>
  <inkml:trace contextRef="#ctx0" brushRef="#br0" timeOffset="49128.57">21356 15671 190 0,'3'4'298'0,"-3"0"-13"0,0-4-11 0,1 9-15 15,0-5-8-15,-1 2-20 0,2 2-14 0,-1 0-19 16,1 2-17-16,-1 3-24 0,-1 2-9 0,1 0-16 16,2 2-11-16,-1 1-13 0,0 1 4 0,0-4-40 15,-2 3-43-15,0-3-37 0,-2 1-44 0,4 1-33 0,-1 1-89 16,2-7-87-16,-2 2-187 0,2-3-484 16,-2-1 214-16</inkml:trace>
  <inkml:trace contextRef="#ctx0" brushRef="#br0" timeOffset="49567.04">21620 15510 261 0,'0'0'450'0,"0"0"-5"0,0 0-18 0,0 0-31 0,-1-4-36 16,1 4-31-16,0 0-33 0,4-4-31 0,-4 4-26 16,5-2-24-16,3 0-30 0,-4 1-21 15,-4 1-31-15,15-1-35 0,-5 0-44 0,4-1-42 0,-1 2-41 16,-1 0-45-16,1 0-42 0,0 2-50 0,-2-1-68 15,4-1-54-15,-3 1-283 0,-5-1-618 0,1 1 274 16</inkml:trace>
  <inkml:trace contextRef="#ctx0" brushRef="#br0" timeOffset="49754.52">21665 15613 79 0,'-3'1'299'0,"3"-1"-1"0,-5 4-9 15,5-4-4-15,0 0-10 0,0 0 11 0,-3 2-28 16,3-2-23-16,0 0-26 0,16 0-24 0,-5 0-16 16,3-1-21-16,5 0-18 0,5-1-33 0,5 2-57 15,-6 0-54-15,6 2-73 0,-6-2-99 0,1-2-314 16,5 1-541-16,-5 0 240 0</inkml:trace>
  <inkml:trace contextRef="#ctx0" brushRef="#br0" timeOffset="54436.92">22542 15120 144 0,'-7'-6'292'0,"5"2"-22"16,-4 1-19-16,2 0-31 0,4 3-18 0,-11 0-20 16,11 0-9-16,-12 3-12 0,3 0-13 15,0 3-12-15,1 1-13 0,-1-1-4 0,1 5-9 0,2-2-12 16,-1 2-8-16,0 1-7 0,-2 1-4 0,6 0-10 16,-4 2-3-16,3-1-8 0,2-4-7 0,0 4-3 15,4-2-1-15,0 0-5 0,2-3-2 0,3 1 0 16,2-4-5-16,1 1 6 0,0-1 3 0,2-3-11 15,4-2-3-15,-2-2-2 0,2-2-3 0,2-3-5 16,0 0 0-16,-1-3-1 0,-2-1-1 0,0-2-2 16,-2-1 8-16,-1 0-8 0,-4-3-2 0,-3 2-4 15,2 1 8-15,-3 3 0 0,-4-4-5 0,-2 2 3 16,0-1-4-16,-2 3-2 0,-3 1 0 0,0 2-2 16,-1-1-3-16,0 1-2 0,-4 5 0 0,1-2 0 15,0 3-5-15,1 1-7 0,1 1-29 0,-2 1-19 16,2 2-25-16,-2 2-23 0,4-1-38 0,3 1-51 0,1 1-56 15,2 0-246-15,4 1-537 0,-1 0 238 0</inkml:trace>
  <inkml:trace contextRef="#ctx0" brushRef="#br0" timeOffset="54697.16">22827 15236 315 0,'0'0'334'0,"0"0"-15"0,-3-4-10 0,3 4-52 15,0 0-20-15,0 0-24 0,15-3-24 0,-7 3-19 16,3 0-13-16,2-2-22 0,2 2-17 0,4-1-6 16,1-1-10-16,1 4-14 0,2-4-15 0,-1 1-14 15,1-3-31-15,-2 4-22 0,-1-1-20 0,-2-1-21 16,-3 0-29-16,-2-1-26 0,1 3-23 0,-9-1-19 15,1-1-19-15,2-2-37 0,-7 0-26 0,2 2-156 16,-3 2-402-16,-4-10 178 0</inkml:trace>
  <inkml:trace contextRef="#ctx0" brushRef="#br0" timeOffset="54902.16">22987 15129 205 0,'0'0'274'0,"0"0"4"0,-4-2-3 16,4 2-8-16,0 0-11 0,0 0-29 0,-7-2-24 15,7 2-23-15,0 0-22 0,0 0-12 0,0 0-17 16,-3 7-9-16,2-3-17 0,-3 2-12 0,2 1-5 16,-2 2-6-16,-1 2-13 0,1 2-2 0,-1 4-11 15,-1 0 1-15,3-1-5 0,-1 3-10 0,3-1 2 16,1 0-18-16,1-1-21 0,-1 1-20 0,3-4-26 16,-2-2-43-16,2 1-53 0,7-1-70 0,0-3-75 15,-3 0-166-15,0-3-488 0,6 1 216 0</inkml:trace>
  <inkml:trace contextRef="#ctx0" brushRef="#br0" timeOffset="55259.21">23213 15107 281 0,'0'0'359'0,"0"0"-18"0,0 0-23 0,0 0-24 15,0 0-30-15,0 0-25 0,0 0-15 0,0 0-17 16,0 0-20-16,24 6-14 0,-16-1-9 0,1-1-16 16,3 0-17-16,4 5-21 0,-3-3-6 0,1 0 17 15,-3 1-32-15,1 1-6 0,-2-1-15 0,-2 1-6 0,-2 1-9 16,3-2-5-16,-5 1-6 0,-1 2-9 16,0 2 0-16,-2-3 3 0,-2 3-9 0,-5-5-5 15,2 6 5-15,-4-4 25 0,-2 0-10 0,1 0 17 0,-3 0-5 16,2-2 8-16,1 2 2 0,-1-3-11 0,2 0-5 15,3-2-2-15,0 0-4 0,0 0-2 0,2-2-4 16,3-2 0-16,-3 5 2 0,3-5-3 16,7 6-1-16,2-4 0 0,2-1 3 0,10 1-20 0,-1-1-27 15,1 0-31-15,8-2-47 0,-5 2-59 0,0-2-55 16,8 0-77-16,-2-3-84 0,-9 3-302 0,4-2-720 16,-5 0 319-16</inkml:trace>
  <inkml:trace contextRef="#ctx0" brushRef="#br0" timeOffset="55485.38">22734 15582 42 0,'-23'2'366'0,"5"1"18"16,3-2 17-16,6 0 10 0,3 1 2 0,-1-1 1 15,1-1-7-15,6 0-19 0,0 0-35 0,0 0-23 16,28-3-38-16,2 2-31 0,11-4-22 0,17 2-26 0,1-3-24 15,2 2-17-15,4-1-20 0,-1 4-19 16,-3-4-25-16,-5 2-48 0,0 1-62 0,-15 0-91 16,-2 2-86-16,-1 2-95 0,-1-1-93 0,-3-1-436 0,-2 1-869 15,-11 0 385-15</inkml:trace>
  <inkml:trace contextRef="#ctx0" brushRef="#br0" timeOffset="55891.36">22987 15802 115 0,'0'0'334'16,"0"0"-13"-16,0 0-9 0,0 0-35 0,0 0-14 0,0 0-11 16,0 0-16-16,16 3-21 0,-9 1-15 0,5-1-19 15,-4 0-13-15,5 2-21 0,-5-2-12 0,4 3-15 16,-4-1-12-16,4 1-10 0,-6-2-8 0,2 1-11 16,-4 0-11-16,0 2-5 0,-1-1-8 0,1 1-4 15,-1 0 21-15,-3 1 22 0,-3-2 12 0,1 1 12 16,-1 3 11-16,1-2 0 0,-2-4-8 0,3 3-7 15,-2-2-11-15,-1 0-8 0,3-2-3 0,-1 1-9 16,2-4-4-16,-1 5 5 0,1-5 4 0,0 0-4 16,8 4-11-16,0-6-11 0,4 2-20 0,9-1-22 15,-1-2-40-15,10-1-42 0,4-4-69 0,0 0-69 16,0-2-84-16,3-3-108 0,-2-3-373 0,3 0-828 16,10-6 366-16</inkml:trace>
  <inkml:trace contextRef="#ctx0" brushRef="#br0" timeOffset="56605.36">25941 15663 2896 0,'0'0'194'0,"0"0"-103"0,0 0-47 0,0 0-16 15,0 0-9-15,0 0-7 0,0 0-5 0,0 0 0 16,0 0-3-16,0 0 4 0,0 0-2 0,0 0 3 15,0 0-4-15,8 15-3 0,-5-9 0 0,0 1-3 16,-1-1 4-16,1 1-1 0,0 0 2 0,-2-1-5 16,2 4-15-16,0 0-21 0,-3 1-36 0,3-3-60 15,-1 2-70-15,2 0-278 0,-3-2-519 0,2 0 230 16</inkml:trace>
  <inkml:trace contextRef="#ctx0" brushRef="#br0" timeOffset="57230.82">26658 15889 19 0,'1'-13'280'0,"1"3"-7"16,0-2 0-16,1-1-15 0,-2-2-8 0,5-1-13 15,-1 0 3-15,1 0-12 0,0-4-3 0,0 0-25 16,1 1-9-16,3-6-19 0,0-2-21 0,-2 0-6 16,1 1-14-16,-1-3-11 0,-2-1-2 0,1-1-25 15,-3 2-6-15,3-1-5 0,-7 2-9 0,4-3-6 16,2 3 4-16,-6 1-4 0,-2 6-1 0,1 2-4 16,-3 2 0-16,1 0 5 0,2 3-3 0,-3 2-8 15,1 2-3-15,0 0-2 0,-1 2-10 0,1 1-8 16,2 2-9-16,0-1-6 0,-2 1-1 0,2 3-8 15,1 2 4-15,-6-3-4 0,6 3 0 0,0 0 3 16,-4 9-8-16,4-3-3 0,0 1 0 0,0 3-8 0,0 0 17 16,0 4-17-16,0 4 1 0,2-3-9 0,0 5-7 15,0-4-11-15,-1 1-4 0,3-1-1 0,-3 1-5 16,1-5-3-16,-1 1-4 0,3-2-6 0,-2-2-7 16,0 0 4-16,1-1 0 0,-2-2 5 0,2 0 5 15,1-2-3-15,0 1 6 0,2-4-18 0,-6-1 2 16,13-1 9-16,-6-4 3 0,5 0 3 0,-5-2 5 15,3-1 8-15,5-6 4 0,-3 0 1 0,0-3 5 16,-1-2 7-16,-1 0-1 0,-4-1 9 0,4 4 22 16,-5-4 18-16,-1 4 25 0,-1 3 20 0,-1-1 23 15,-1 1 19-15,2 3 10 0,-5 1-1 0,4 4-13 16,-1-3-12-16,-1 3-10 0,-1 1-16 0,2 0-22 16,-1 4 2-16,0 0-5 0,0 0-8 0,0 0 8 15,-4 13-16-15,5-1-3 0,-1 2-2 0,2 3-5 16,2 2 6-16,2 0-14 0,-2 0-1 0,5 7-17 15,-1 0-15-15,1-8-24 0,-1 2-17 0,1 0-26 16,2-2-33-16,-1 1-31 0,-1-2-31 0,-2 0-45 0,0-2-57 16,-1-2-59-16,-2-3-246 0,0-1-632 0,-2 0 279 15</inkml:trace>
  <inkml:trace contextRef="#ctx0" brushRef="#br0" timeOffset="57552.78">27112 15631 279 0,'0'0'282'16,"3"2"-13"-16,2 0-7 0,-2 1-11 0,-3-3-15 0,6 5-24 16,-1-3-16-16,-1 3-18 0,0-2-18 15,0 1-21-15,2 0-12 0,-2 1-9 0,-2 2-13 16,0-2-12-16,3 1-1 0,-5-1-19 0,0 3-6 0,0-3-9 15,0 4-6-15,-4 0-1 0,4-2-8 0,-3 0 0 16,1 1-8-16,-2 0-2 0,-2-2 1 0,2 1-6 16,2-3-2-16,-3 0-3 0,3 4-7 0,-2-5-1 15,2 0 6-15,1 1-1 0,1-4-4 0,-2 4-3 16,2-4 2-16,9 1-2 0,-1-1-13 0,1-1-26 16,2-1-32-16,4-1-37 0,4-1-45 0,2-2-48 15,-1-2-73-15,7-7-227 0,2 3-529 0,2-4 235 16</inkml:trace>
  <inkml:trace contextRef="#ctx0" brushRef="#br0" timeOffset="57745.61">27533 15365 217 0,'-5'-2'394'0,"-1"-1"11"16,0 1 10-16,2-1-8 0,4 3-21 0,-5-5-28 15,5 5-37-15,0-4-29 0,0 4-29 0,8-5-31 16,-3 2-27-16,3 1-28 0,1 1-43 0,5-1-30 16,0 1-51-16,1-1-63 0,4 1-60 0,-3 1-40 15,-2 0-54-15,1 1-67 0,-1 1-71 0,-3-1-278 16,-1 2-627-16,-6-2 277 0</inkml:trace>
  <inkml:trace contextRef="#ctx0" brushRef="#br0" timeOffset="57915.06">27522 15495 112 0,'-3'1'319'0,"3"-1"20"0,0 0-4 0,0 0-21 15,0 0-31-15,0 0-30 0,12 2-26 16,-12-2-22-16,20-1-21 0,-7 1-18 0,1 0-16 0,2-1-36 16,3 1-45-16,0 1-62 0,1 0-58 0,-2 1-84 15,5-1-85-15,-8 1-226 0,1-2-482 0,-2 2 214 16</inkml:trace>
  <inkml:trace contextRef="#ctx0" brushRef="#br0" timeOffset="58535.41">28471 15087 289 0,'3'-3'402'0,"-3"-1"-6"16,0 4-31-16,4-7-29 0,-4 7-30 0,1-2-34 15,-1 2-40-15,0 0-19 0,0 0-31 0,0 0-8 16,0 0-21-16,0 0-17 0,0 15-14 0,-1-4-12 16,-3-3-8-16,6 5-17 0,-4 4-2 0,-1 0-5 15,3 1-15-15,0 3-3 0,0-1-6 0,3 0-37 16,-1-1-23-16,0-1-25 0,-1 0-29 0,-1-4-28 16,3 3-35-16,-2-5-50 0,-1 2-60 0,4-4-72 15,-4-2-231-15,0 0-580 0,3-3 257 0</inkml:trace>
  <inkml:trace contextRef="#ctx0" brushRef="#br0" timeOffset="58857.25">28675 15195 190 0,'0'0'259'0,"0"0"-4"0,0 0-19 16,-10 10-8-16,9-4-11 0,-2 0-15 0,-2 3-19 15,2-3-17-15,3 3-13 0,-2-1-13 0,2 2-8 16,2 0-4-16,-2-1-4 0,7 0-8 0,-2 0-4 16,-2 0-11-16,7-3-8 0,-1 1-8 0,3-2-7 15,1-1-8-15,2-3-5 0,1 0-11 0,4 0-4 16,-6-2-4-16,1-1-3 0,-1-2-3 0,-2 0-6 16,0-2-2-16,0-2 0 0,-5-2-5 0,1 1 0 0,-2-1-7 15,-3 1-5-15,-3-1 2 0,-2-1-3 0,-1 0-2 16,-1 4-4-16,-1-3-1 0,-2 3 0 15,-2 1-7-15,0 1 1 0,-3 1-19 0,1 1-27 16,0 1-27-16,2 2-24 0,-1 1-35 0,2 2-33 0,4 2-46 16,3-1-61-16,-1 2-198 0,1-3-508 0,4 3 225 15</inkml:trace>
  <inkml:trace contextRef="#ctx0" brushRef="#br0" timeOffset="59065.83">28987 15267 114 0,'0'0'395'0,"1"-5"-4"0,-1 5-21 0,4-5-33 15,0-1-30-15,0 4-36 0,3-2-25 0,5 1-25 16,-1-2-16-16,1 1-20 0,6 2-22 0,0-2-18 0,6 1-8 16,-4 2-20-16,0-1-22 0,1 2-49 0,2 2-32 15,-3-4-43-15,0 0-44 0,-6 1-40 16,0 1-55-16,-1 0-59 0,0 0-63 0,-5-1-187 0,-1-2-516 15,-3 0 228-15</inkml:trace>
  <inkml:trace contextRef="#ctx0" brushRef="#br0" timeOffset="59267.54">29165 15084 35 0,'-4'-3'291'0,"4"3"-16"0,0 0-29 0,0 0-23 16,0 0-23-16,0 0-12 0,-9 6 1 0,8-2-12 0,-3 4-10 15,3 0-17-15,-1 2-9 0,0 2-15 0,0 1-13 16,1 4-10-16,-2 0-8 0,-2 0-11 0,3 4-10 16,-1 0-5-16,2 1-6 0,-2-1-12 0,3 1-20 15,-1-3-21-15,1 0-28 0,0-2-32 0,0-2-47 16,1 1-55-16,2-6-67 0,-2 0-209 0,1-5-463 16,2 3 205-16</inkml:trace>
  <inkml:trace contextRef="#ctx0" brushRef="#br0" timeOffset="59470.64">29411 15117 205 0,'0'0'330'0,"0"-6"-25"0,0 6-29 16,0 0-29-16,0 0-17 0,0 0-17 0,0 0-15 15,0 0-13-15,-13 14-23 0,8-10-10 0,1 6-17 16,1 0-15-16,1 0-10 0,-2 1-13 0,1 1-4 15,1-1-12-15,2 4-27 0,-2-4-25 0,0 2-24 16,4 1-34-16,0-2-48 0,-2-3-64 0,2-1-83 0,2-2-236 16,-1 0-497-16,-1-2 219 0</inkml:trace>
  <inkml:trace contextRef="#ctx0" brushRef="#br0" timeOffset="59809.67">29499 15114 320 0,'-1'-6'392'0,"2"3"-2"0,-1 3-9 16,0 0-21-16,-1-6-27 0,1 6-34 0,1-4-22 0,-1 4-25 15,0 0-33-15,0 0-22 0,0 0-17 16,0 0-23-16,15 5-13 0,-8-1-12 0,-2 1-18 16,4 2-7-16,2 0-17 0,-3 1-6 0,1 0-8 0,-1 0-10 15,-1 3-4-15,1-4-9 0,-4 4-8 0,2-2-3 16,-5-1-6-16,3 2-5 0,-4-2-3 0,0 2 0 15,-4 0-7-15,3-5 1 0,-3 4 1 16,0-3-4-16,-1 1-3 0,0-2 5 0,-2 1 10 0,3 0-5 16,2-3 7-16,-3 1 4 0,3 0 5 0,-1-2 8 15,3-2 8-15,-3 6 6 0,3-6 9 0,0 0-3 16,3 5 2-16,-3-5-8 0,10 2-3 0,3-1-10 16,1 1-11-16,6-1-18 0,-5 0-25 0,4 0-32 15,2 1-61-15,0-2-58 0,2 1-83 0,-3 2-77 16,3-3-86-16,-2 1-362 0,-3 1-826 0,2-1 365 15</inkml:trace>
  <inkml:trace contextRef="#ctx0" brushRef="#br0" timeOffset="60019.18">28770 15656 220 0,'-13'2'439'0,"-1"0"53"0,3-2 22 0,4 0 17 15,-1 1 6-15,8-1-21 0,-5 0-46 0,5 0-36 16,15-5-54-16,5 0-42 0,10-1-27 0,8 1-34 16,4-1-25-16,15 1-22 0,6 0-31 0,4-1-24 15,1 4-14-15,4 0-21 0,-3 1-38 0,0-2-57 16,-2 1-79-16,0 1-82 0,1 0-97 0,-9 1-88 16,-16 0-85-16,-2 2-86 0,-7-2-402 0,-3 2-947 15,-8-1 420-15</inkml:trace>
  <inkml:trace contextRef="#ctx0" brushRef="#br0" timeOffset="60449.95">29040 15820 266 0,'0'0'363'0,"8"-5"-3"0,-3 3-25 0,0 0 3 0,0 1-58 16,-5 1-21-16,11 0-21 0,-5 2-32 0,4 1-19 0,-2-1-7 15,0 2-28-15,3 1-19 0,-3-1-18 0,-4 1-8 16,3 0-11-16,-1 4-8 0,-2-2-12 0,1-1-7 16,-1 2-8-16,0 1 5 0,-4 1-18 0,0-4-8 15,0 3-4-15,-3-2 3 0,2-1 7 0,0 1 21 16,-1 0 32-16,1 0 2 0,-3-3 0 0,3 1-4 16,-1-1 12-16,2-1 1 0,0-3 12 0,0 0 5 15,0 5 1-15,0-5-12 0,10 3-11 0,-3-3-8 16,6 1-23-16,10-2-31 0,7 1-39 0,4-2-42 15,0 1-47-15,6-3-66 0,0 2-66 0,0 0-76 16,18-9-98-16,-19 1-361 0,16-5-814 0,-2-3 360 16</inkml:trace>
  <inkml:trace contextRef="#ctx0" brushRef="#br0" timeOffset="60702.54">30117 15432 2835 0,'0'0'324'0,"0"0"-68"15,0 0 17-15,2-7-21 0,-2 7-16 0,3-5-16 16,0 3-38-16,1-3-34 0,-3 2-31 0,7-1-11 16,-1-2-7-16,-1 2-13 0,1 0-6 0,5 1-8 15,-3 0-12-15,5-4-8 0,1 4-5 0,-1-2-22 16,0 0-49-16,0 3-44 0,0-2-56 0,-1 2-62 0,1 0-59 15,-2 1-65-15,0 0-75 0,-4 2-303 0,2-1-746 16,-3 0 330-16</inkml:trace>
  <inkml:trace contextRef="#ctx0" brushRef="#br0" timeOffset="60859.78">30179 15493 177 0,'-4'3'248'0,"1"-2"8"0,1 2 4 16,2-3 4-16,-2 3 5 0,2-3-1 0,0 0-16 15,7 5-28-15,0-5-18 0,5 0-12 0,2 2-33 16,0-1-25-16,6 1-40 0,0-4-50 0,1 2-58 16,-1 2-70-16,-1-1-84 0,0-2-93 0,0-1-164 15,3-2-459-15,-3 0 203 0</inkml:trace>
  <inkml:trace contextRef="#ctx0" brushRef="#br0" timeOffset="61072.9">30673 15191 186 0,'-3'-3'349'0,"3"3"-30"15,-4-2-33-15,4 2-7 0,0 0-1 0,0 0-19 16,-8 7-10-16,6 0-16 0,0 2-19 0,-1 0-17 16,3 2-11-16,0 2-23 0,0 2-12 0,2 3-15 15,-1 2-11-15,2-1-8 0,1 2-14 0,-2-1-17 16,3-1-40-16,0 7-46 0,-1-7-39 0,0-1-44 15,-1-1-51-15,1-5-67 0,1-1-82 0,-1-3-254 16,-1-1-582-16,0-1 257 0</inkml:trace>
  <inkml:trace contextRef="#ctx0" brushRef="#br0" timeOffset="61277.33">30888 15195 249 0,'1'-4'435'0,"1"-2"-12"0,0 2-30 0,-2 0-32 0,0 4-57 16,0 0-30-16,0 0-32 0,0 0-18 0,0 0-18 16,0 14-9-16,-4-4-17 0,3 7-9 0,-3 2-12 15,2 3-14-15,0 5-19 0,-1 0-10 0,-1 1-11 16,1 2-9-16,1-2-11 0,0 1-15 0,0 1-43 16,0-4-52-16,1 3-65 0,-1-4-73 0,0 3-103 15,-1-2-408-15,2-7-731 0,-2 2 324 0</inkml:trace>
  <inkml:trace contextRef="#ctx0" brushRef="#br0" timeOffset="62069.13">23955 15432 129 0,'-4'-2'383'0,"0"0"-13"15,0-1-27-15,2 0-35 0,2 3-28 0,-3-4-30 16,3 4-26-16,8-7-29 0,0 7-10 0,3-2-33 16,2 0-28-16,5 0-34 0,5 1-39 0,-2-1-43 15,11 2-50-15,-2 0-52 0,1 2-60 0,-1-1-65 16,-10 0-212-16,-1 2-466 0,-6-2 206 0</inkml:trace>
  <inkml:trace contextRef="#ctx0" brushRef="#br0" timeOffset="62230.26">23989 15532 39 0,'-9'1'261'15,"2"2"-2"-15,2-2-5 0,-1 0-8 0,6-1-2 16,-5 4-7-16,5-4-8 0,-2 2-14 0,2-2-18 15,0 0-20-15,18 4-21 0,-2-6-15 0,2 0-17 16,4 1-34-16,6 0-43 0,-2 0-58 0,-3-2-62 16,7 1-68-16,0-1-88 0,-8 2-182 0,3-2-445 15,-4 0 198-15</inkml:trace>
  <inkml:trace contextRef="#ctx0" brushRef="#br0" timeOffset="62569.19">24563 15286 394 0,'-1'-4'491'0,"1"4"-9"0,-3-5-37 16,3 5-50-16,-1-6-46 0,1 6-38 0,0 0-33 15,0 0-28-15,0 0-23 0,-7 12-17 0,4-1-8 16,2 0-21-16,0 3-15 0,-2 3-19 0,2 2-10 16,2 2-15-16,0-2-16 0,1 9-30 0,0-2-24 15,5 3-57-15,0-2-53 0,-3 0-71 0,0 5-81 16,0-4-107-16,-4 4-400 0,2-4-777 0,3 3 343 15</inkml:trace>
  <inkml:trace contextRef="#ctx0" brushRef="#br0" timeOffset="66614.81">16862 16280 93 0,'0'-5'295'0,"-2"2"-30"0,2 3-30 0,-3-5-22 15,3 5-25-15,0 0-22 0,0 0-15 0,0 0-17 16,8 17-12-16,-4-8-11 0,2 7 11 0,2 1-2 0,-3-2-3 16,5 4-3-16,-5 0-7 0,-1 2-6 0,3 1-9 15,0 3-3-15,-2 2-8 0,-2-7-4 16,0 6-6-16,-1-5-11 0,0-1-5 0,-1 1-6 15,-1-1-3-15,0-2-2 0,2 0-3 0,0 1-10 0,-2-6-2 16,2 0 1-16,-4-1-29 0,4 0-26 0,-1 2-33 16,-1-4-27-16,3-3-55 0,1-1-72 0,1 0-277 15,1-3-529-15,-2-1 234 0</inkml:trace>
  <inkml:trace contextRef="#ctx0" brushRef="#br0" timeOffset="67810.58">17145 16047 89 0,'0'-12'297'0,"3"6"-7"0,-2-5-15 0,2 5-13 16,-2 1-23-16,2-1-18 0,-1 3-21 0,0-1-24 15,-2 4-19-15,2-6-18 0,-2 6-16 0,0 0-12 16,0 0-10-16,0 0-6 0,1 15-14 0,-1-6-6 0,0 2-8 16,0 6-7-16,0 1 13 0,-1 2-6 15,-1 2 16-15,0 7-11 0,-3-3-2 0,4 3-2 16,-6-1 1-16,4-2-4 0,-4 4-2 0,2-3-7 15,3 2 8-15,-3-2-12 0,1 0-7 0,4-7 0 0,-2 1-3 16,0 7-4-16,4-1-3 0,0-9-4 0,-2 4-1 16,6-3-9-16,-1 0 7 0,0 0-2 15,1-3-2-15,-2-6-2 0,3 5 1 0,1-3-7 0,-1-3 1 16,4-1 3-16,0-2-7 0,-3 0-6 0,8 0-4 16,-3-5 2-16,1 0-9 0,0-1-15 0,0-1-6 15,-1-3-11-15,2-1-8 0,-3 1-6 0,1-2-4 16,4-4-5-16,-8 2 6 0,3-3 1 0,-5 4-4 15,1-3 5-15,-3 2 4 0,2-2 4 0,-3 3 7 16,0-2-1-16,-4 3 5 0,3-1 3 0,-3 1 4 16,0-2 1-16,-3 2 3 0,2 0 2 0,-2 3 6 15,0-2-1-15,-2 2 3 0,2 1 1 0,-1-1 0 16,4 3-3-16,-11-2 2 0,11 2 4 0,-7-2 1 16,7 2-2-16,-12 4 1 0,8-3 1 0,4-1-1 15,-8 4 13-15,5-1-9 0,0-1 3 0,3-2 2 16,-1 6 3-16,-3-3-2 0,4 1 1 0,0-4 5 15,0 0 5-15,0 0 4 0,5 5 0 0,-2-4 2 16,-3-1-1-16,11 2-1 0,-4-1-4 0,5-1-1 16,-1-1-1-16,7-1 5 0,-7 0-7 0,1 1 0 15,1-1-7-15,0 1 4 0,0 1 1 0,-2 0-1 16,0 1 0-16,1-2-4 0,-1 2 7 0,-4 2-10 16,2 1 0-16,-2 0-3 0,-1 0 2 0,-1 1 1 0,-1 1-4 15,2 1 2-15,-1 1 1 0,-2 0-2 0,-2 1 3 16,2-3-2-16,-3 4 3 0,0-3-1 0,-3 1 0 15,2-2-1-15,-1 0-2 0,1 1 5 16,0-3 20-16,-1-2 29 0,2 2 28 0,-5-1 28 0,5-3 17 16,-4 3 4-16,4-3 12 0,0 0 3 0,0 0-17 15,-12-5-13-15,10 2-10 0,2-1-12 0,0-3-15 16,2 2-18-16,0-5-29 0,4 0-30 0,2-2-30 16,8 1-64-16,2-3-34 0,5-1-26 0,-3 4-15 15,6-3-13-15,1 3-3 0,-6 1 1 0,6 3 0 16,-5 1 0-16,6-1-5 0,-6 2 12 0,-1 1 7 15,-7 2 12-15,0-1 15 0,0-1 16 0,-5 3 16 16,2-2 26-16,-4 2 14 0,0-2 24 0,-6 1 23 16,-1 2 19-16,4-2 16 0,-4 2 19 0,0 0 12 15,0 0 15-15,0 0 8 0,-9-10 6 0,2 10 4 16,7 0 8-16,-14 3-1 0,6-1 0 0,-3-1-4 16,2 4-2-16,-4 0-4 0,7-3-4 0,-4 2-3 15,-1 1-6-15,-1 2-3 0,3-1-7 0,3-1-4 16,-1 2-1-16,2-1-2 0,-3 1-7 0,4-1-2 0,-1 0-2 15,4 0 1-15,-2 0-8 0,3-1-1 16,0 1 0-16,0-2 4 0,3 1-8 0,-3-1-1 16,4 0-1-16,-4-4 3 0,7 4-2 0,-1-3-6 0,2-1 3 15,-2 0 5-15,-6 0-11 0,17-3-2 0,-8 2 0 16,1-4 3-16,-2 0-1 0,1 2-4 0,0-2 1 16,0-1 8-16,-5 2-5 0,4-1 2 15,-2 0 21-15,-2 1 28 0,0 0 17 0,0 0 19 0,-1 1 11 16,-3-2 9-16,4 3 0 0,-4 2-6 0,1-5-9 15,-1 5-8-15,6-3-10 0,-6 3-9 0,0 0-14 16,4-1-7-16,-4 1-9 0,0 0-5 0,0 0-5 16,0 0-2-16,1 9-3 0,-1-4-5 0,0 3-1 15,3-1-2-15,-2 0-1 0,2-1-7 0,0 3-8 16,-1-3-6-16,4 6-13 0,-2-5-10 0,5 3-7 16,-3-5-19-16,2 1-19 0,4 1-26 0,-2-4-24 15,-1 0-13-15,5-2-22 0,-3-1-14 0,-2-1-15 16,2-2-23-16,0 1-22 0,0-2-19 0,-2-5-23 15,1 3-16-15,-2-7-6 0,4-1-161 0,1 0-493 16,-4-4 218-16</inkml:trace>
  <inkml:trace contextRef="#ctx0" brushRef="#br0" timeOffset="68265.21">18165 16209 112 0,'-5'-12'257'0,"2"1"7"16,-5-1 0-16,3 5-4 0,-1-2-10 15,3 2-8-15,1 4-29 0,-3-3-26 0,0 4-19 16,1-1-12-16,4 3-18 0,0 0-14 0,0 0-6 15,-8 12-6-15,7-3-3 0,1 2-11 0,1 2-6 0,0 2-2 16,1 5-11-16,-1-1-1 0,3 1-13 0,0 1-3 16,0 0-8-16,0 0-3 0,-1 6-7 15,-2-8-2-15,1 3-10 0,-1 0 0 0,-1-2 1 0,0-1-11 16,-1 2 4-16,-1-2-6 0,0-1-3 0,-1 1-4 16,-1-2-13-16,0-6-5 0,1 0-11 0,-1 0-3 15,1 1-10-15,2-7-3 0,-5 1-10 0,5 1 4 16,-2-2 4-16,2-3 0 0,1-2-1 0,0 0 3 15,0 0-2-15,0 0 0 0,0 0 7 0,0 0 3 16,-8-14 3-16,10 8 2 0,0 2 3 0,1-3 11 16,-2-1 3-16,0-1 17 0,2 0 23 0,-2 1 17 15,5 0 17-15,-3 2-2 0,-2 0 23 0,3-1 19 16,0 2-27-16,0 0-10 0,-1 0 1 0,1-1 4 16,-1 3-23-16,2 0 8 0,-2 1-17 0,1-1-6 15,4 2-4-15,-8 1-3 0,10 1 1 0,-10-1-8 0,13 3-10 16,-5-1 10-16,2 4-14 0,-2 2-3 0,0-3 1 15,-1 0 2-15,-2 5-14 0,2-3 2 0,-1 2 1 16,-1 1-9-16,-1 0-13 0,0-2-15 0,0 3-8 16,-1-1-11-16,-3 0-12 0,0-2-11 0,0-1-15 15,0 1-18-15,0-3-17 0,0 1-21 0,0-1-28 16,0 0-35-16,-1 0-25 0,2-2-18 0,-1-3-40 16,4 5-160-16,-1-4-490 0,5 0 217 0</inkml:trace>
  <inkml:trace contextRef="#ctx0" brushRef="#br0" timeOffset="68732.21">18482 16560 182 0,'0'0'285'0,"-4"-3"2"15,4 3-4-15,-8-1-7 0,0 0-15 0,8 1-17 16,-12 2-16-16,8-1-25 0,-1 1-12 0,0 1-24 16,-3 2-12-16,5-2-14 0,-1 0-15 0,0 0-12 15,3 2-14-15,-1 1-1 0,1-2-12 0,1-4-11 16,1 6-7-16,2 0-3 0,1-5-4 0,0 2-9 15,0 1-7-15,3-3-2 0,-2 2-5 0,1-2-4 16,-6-1-4-16,12-4-3 0,-5 4 0 0,-7 0-7 16,12-2-1-16,-8-1-5 0,3 0 5 0,-3 0-3 15,1-4-3-15,1 4-1 0,-2-1 2 0,0-3-1 16,2 0-3-16,-5 2 1 0,3-4-5 0,0 4 3 16,-3 2-2-16,3-4 1 0,-1 1-2 0,-1 4 11 15,0-2-7-15,0 1-7 0,-2 3 2 0,4-3-1 16,-4 3-3-16,5-3-1 0,-5 3-2 0,8-1 6 15,-8 1-10-15,9 2 2 0,-4 1 3 0,-1-1 0 16,0 0 2-16,4 0-4 0,-4 1 4 0,-1 1-1 16,4 0-6-16,-3-3 9 0,0 1-8 0,-4-2-3 15,4 4 4-15,0-3-1 0,-4-1 3 0,6 4-1 16,-6-4 8-16,2 1-3 0,-2-1-1 0,0 0 11 16,3 3 22-16,-3-3 21 0,0 0 7 0,0 0 4 15,0 0-1-15,0 0-3 0,0 0-9 0,0 0-5 16,0 0-8-16,8 2-6 0,-8-2-5 0,0 0-3 15,4 5-5-15,-1-3-9 0,0-1-19 0,2 2-14 0,-1 0-25 16,-1 2-25-16,1 0-29 0,0-1-25 16,0-2-31-16,-2 3-37 0,1 2-49 0,-2-2-46 15,4-2-59-15,-8 4-205 0,3-3-596 0,-3 0 264 16</inkml:trace>
  <inkml:trace contextRef="#ctx0" brushRef="#br0" timeOffset="69278.71">17058 16378 149 0,'-9'-1'365'0,"2"-3"-4"15,-1 1 5-15,2 0 8 0,-1 0-11 0,3 2-22 16,-1-2-25-16,5 3-31 0,-7-4-30 0,7 4-27 16,0 0-32-16,19-5-11 0,-1 4-22 0,12-2-23 15,9 1-28-15,2-1-35 0,22 2-52 0,-5-1-51 16,0-1-45-16,-15 1-41 0,11 0-54 0,-13 2-63 16,1-1-84-16,-9-1-251 0,-2 1-611 0,-12 1 270 0</inkml:trace>
  <inkml:trace contextRef="#ctx0" brushRef="#br0" timeOffset="69485.83">16883 16097 268 0,'-6'-3'328'0,"1"0"-34"15,2 2-31-15,3 1-25 0,-7-4-30 0,7 4-33 16,0 0-28-16,0 0-36 0,0 0-42 0,0 0-59 16,18 11-80-16,0-4-105 0,1 1-136 0,1 0-338 15,10 3 150-15</inkml:trace>
  <inkml:trace contextRef="#ctx0" brushRef="#br0" timeOffset="70234.45">18818 16383 220 0,'-7'-3'407'0,"7"3"-1"0,-4-3 0 0,4 3-35 15,-4-3-30-15,4 3-37 0,0-5-30 0,0 5-32 16,0 0-24-16,10-6-28 0,-5 3-12 0,2 0-19 16,2 0-15-16,2 1-22 0,0-1-5 0,1 3-6 15,2-3-16-15,-3 3-15 0,1-1-4 0,-1 2-15 16,0-1-5-16,-3 3-8 0,-2-2-11 0,2 1-8 16,-3 1-8-16,-1 1-7 0,2 0 0 0,-4 0-5 15,1-2 1-15,-3 3-2 0,0-1 3 0,-3 1-5 0,1 3 2 16,-1-4-4-16,-4 2-1 0,5 2 3 15,-1-3-6-15,0 0 0 0,-2 2 5 0,0-2-4 16,4-2-1-16,-2 2 2 0,3 1 0 0,0-1 2 0,0-5 4 16,0 7-2-16,4-2 5 0,5-1-5 0,-2 1 1 15,5 0 0-15,-3 1-4 0,1-2 2 0,1-1-1 16,-2 1-3-16,4 0 3 0,-3 1-3 0,-3-1 1 16,1-1-1-16,0-1-2 0,-4 2-3 0,-1 0 0 15,1-1 1-15,-4 2 5 0,0 0-2 0,-4 1-3 16,0 1 8-16,-5 0-1 0,-2 1 1 0,0 0 1 15,-3-3-3-15,-1 4 4 0,-6 1 0 0,0-1-7 16,3-3-17-16,-1 0-40 0,4 3-49 0,1-5-47 16,3 1-49-16,2-1-63 0,-1 0-67 0,6-1-298 15,1-1-682-15,3-2 302 0</inkml:trace>
  <inkml:trace contextRef="#ctx0" brushRef="#br0" timeOffset="70549.54">19349 16537 152 0,'0'0'259'0,"0"0"-23"0,-6 1-16 16,6-1-15-16,-3 3-13 0,3-3-12 0,-1 5-12 15,1-5-15-15,0 6-9 0,0-6-12 0,4 5-12 16,-4 1-8-16,2-1-6 0,-2-5-5 0,4 3-9 15,-1 0-6-15,3-1-2 0,-6-2 6 0,6 3 3 16,-4-1-2-16,-2-2 3 0,0 0-3 0,0 0 4 16,0 0-4-16,0 0-1 0,11-7-4 0,-9 4-9 15,-2 3-4-15,0-7-9 0,0 7-7 0,-2-9 2 16,-2 6-11-16,0-2-16 0,1 0-22 0,-2-2-24 16,-2 5-25-16,2-2-35 0,-1 2-36 0,-5-1-38 15,3 1-23-15,0 0-84 0,1 1-62 0,-1-2-160 16,8 3-515-16,-15 3 229 0</inkml:trace>
  <inkml:trace contextRef="#ctx0" brushRef="#br0" timeOffset="70768.27">19331 16414 230 0,'-3'-3'346'0,"-1"-2"2"0,2 2 0 0,2 3-8 0,-3-7-6 15,0 4-36-15,3 3-27 0,0 0-27 0,-1-2-22 16,1 2-17-16,0 0-30 0,0 0-22 0,4-5-17 16,-4 5-6-16,9 0-27 0,-9 0-21 0,12 0-31 15,-5 0-24-15,0 1-31 0,1-1-26 0,-1 3-23 16,1-3-30-16,-5 2-33 0,-3-2-36 0,8 0-42 16,-8 0-32-16,1 3-45 0,-1-3-215 0,0 0-526 15,-10 6 233-15</inkml:trace>
  <inkml:trace contextRef="#ctx0" brushRef="#br0" timeOffset="71158.86">17280 17045 204 0,'-19'-1'353'15,"1"1"2"-15,3-1 23 0,-4-2 7 0,6 2 3 16,0 0-3-16,8-1-12 0,-6-1-14 0,6 3-20 0,5 0-21 15,-10-1-25-15,10 1-23 0,-7-1-24 0,7 1-20 16,0 0-22-16,-5-3-18 0,5 3-20 16,0 0-15-16,0 0-15 0,22-3-14 0,-1 1-18 15,13-1-21-15,7 0-20 0,18-1-21 0,6 0-30 0,7 0-23 16,27-1-30-16,1 5-41 0,-34-2-52 0,33-1-66 16,-2 2-59-16,-29-1-65 0,34 1-91 0,-39 0-365 15,5 1-844-15,-2-3 374 0</inkml:trace>
  <inkml:trace contextRef="#ctx0" brushRef="#br0" timeOffset="72963.95">19751 16825 191 0,'-2'-5'279'0,"-4"-2"-26"0,3 3-15 16,-1 1-22-16,-3-2-18 15,2 1-21-15,1-2-16 0,-6 6-16 0,5-1-17 16,-3 0-12-16,0 1-13 0,0-1-8 0,8 1-14 16,-10 2-7-16,4-1-7 0,-1 5-9 0,4 0-3 15,-1-1-5-15,-1 1-7 0,5 2 3 0,5 0-5 16,-5 1 0-16,5 1-2 0,-1-1 0 0,4 0-2 15,0 0 1-15,2 0-6 0,6 1 1 0,-5-1 1 0,5 1-3 16,-3-2-8-16,4 2-3 0,-6-4 1 0,0 2-1 16,1-3-6-16,-1 2 0 0,-5-2-1 15,-1 0 8-15,0 0-12 0,0-2-5 0,-1 2-2 16,-2-1 5-16,-2 0 0 0,3 1 1 0,-7-1-1 0,0 1 12 16,-2 0 4-16,1 0 1 0,-6 2-3 0,0-1-1 15,-1-1-2-15,1 0-5 0,-1 0 13 0,-3 2-11 16,1-4 1-16,1 4-5 0,2-3-1 0,0 0-2 15,0 0-19-15,4-2-21 0,2 1-15 0,-1-2-12 16,6-1-10-16,-5 1-39 0,5-1-40 0,0 0-32 16,19-5-39-16,-8-4-228 0,5 0-484 0,10-5 214 15</inkml:trace>
  <inkml:trace contextRef="#ctx0" brushRef="#br0" timeOffset="73838.31">20079 16779 226 0,'0'0'220'0,"-5"-6"-15"0,5 6-10 16,0 0-11-16,0 0-6 0,-17 9-2 16,13-7-6-16,0 3-9 0,1 0-8 0,-4 2-7 0,3 1-11 15,-1 3-10-15,0-2-11 0,2 2-1 0,0-1-17 16,-1 5-8-16,3-4-6 0,1 1-8 0,1 1-6 16,2-1-6-16,0 1-7 0,-1-1-2 0,5-1-9 15,-4-1-2-15,5 0-3 0,-1-2-3 0,2 0-7 16,3-1 6-16,-1 0-5 0,3-2 0 0,-2-1 10 15,-1-2-23-15,5 1-4 0,-2-1 1 0,1-2-2 16,-5 1-1-16,-1-4 0 0,3 2 1 0,-5-1 0 16,1 0-2-16,-4-1 0 0,4 2 3 0,-5-1 7 15,1-3 8-15,-1 0-2 0,-2 2 7 0,1-2 3 16,-2 5-4-16,0-9 4 0,-2 5 9 0,0 0-3 16,-1-1-5-16,0 1-2 0,3 4 0 0,-4-7-16 15,0 6 21-15,4 1-24 0,-5-2-8 0,5 2-2 16,0 0-13-16,0 0 2 0,0 0-28 0,-11 3-12 15,9 0-7-15,2-3-6 0,0 8-3 0,0-4-4 16,3-1-13-16,1 1-7 0,0 2-5 0,2-1-3 16,2-2-10-16,0 1-7 0,0 0-4 0,6 0-3 15,-5-1 10-15,0-1 11 0,3-1 3 0,-1-1 14 16,0 0 8-16,-1 0 11 0,-3-1 2 0,3 0 13 16,-2 1 8-16,1-3 16 0,-3 2 23 0,2 0 19 15,-4-2 16-15,5 0 12 0,-3 1 14 0,-2-1 10 16,2 2 11-16,-6 1 6 0,6-4 1 0,-3 3-5 15,-3 1-10-15,9-1-14 0,-9 1-3 0,0 0-4 16,0 0-10-16,6 4-1 0,-1-1-7 0,-5 0-5 16,3 2 0-16,-1 2-4 0,0-1-2 0,1 3-2 15,2 1 0-15,-1 2-2 0,-2-1-1 0,2 1-2 16,0 5 6-16,-3-4-13 0,2 1-1 0,0 3-3 16,1 0 1-16,0 0 3 0,-4-1-3 0,5-2-2 15,1 2 1-15,-5-2 0 0,2-2-2 0,0 1 0 16,-2-1-1-16,-1 0-2 0,4-2-1 0,-4 1 2 0,0-2 1 15,2-4-5-15,0-1 4 0,-2 0 3 0,0-4 4 16,0 6 11-16,0-3 44 0,0-3 29 16,0 0 6-16,0 0-11 0,0 0-5 0,0 0-7 15,0 0-6-15,-8-14-10 0,5 7-6 0,-1-1-8 0,1-3 7 16,-1 1-17-16,-1-4-4 0,2-3-2 0,-2 1 1 16,2 0 4-16,2-2-12 0,-5 1 2 0,2 1 1 15,1 1 17-15,-1 2 12 0,-1-2 7 16,2 3-5-16,5 0 7 0,-5 0-12 0,0 1-1 0,3 1 3 15,-1 2-10-15,1 2-5 0,0-2-3 0,1 2-6 16,5 0-6-16,-5 1-2 0,4-1-4 0,1 1 0 16,-2 1-8-16,1 2 0 0,2 1-15 0,0 1 6 15,2-2-9-15,-9 2-10 0,14 0-4 0,-5 2-11 16,-4 0-5-16,0 2-13 0,3 1-5 0,-1-1-8 16,-3 4 2-16,-1-2-6 0,1 0-2 0,1 2 8 15,-6 0 2-15,-3 0 4 0,1 0-5 0,-1 1 3 16,-5 0-12-16,0 1-12 0,1-3-15 0,0 3-20 15,-4-1-15-15,-3-3-23 0,3 6-31 0,-1-3-56 16,0-4-55-16,3 3-257 0,-1-3-597 0,3-3 264 16</inkml:trace>
  <inkml:trace contextRef="#ctx0" brushRef="#br0" timeOffset="74364.33">20854 17026 10 0,'0'0'361'0,"-1"-8"-4"15,1 3-19-15,-1 0-15 0,2 0-18 0,-1 0-31 16,1-1-21-16,-1 0-21 0,2-1-11 0,-2 0-4 16,1 1-31-16,0-6-20 0,2 6-26 0,-3-2-4 15,3 0-14-15,1 2-2 0,-3-4-25 0,3 3-4 16,-1-1 6-16,-2 1-22 0,4 1-6 0,-3-1-10 15,1 1-9-15,-2 1 0 0,1 0-9 0,-1 1-4 16,2 0-8-16,-2 0 4 0,-1 4-6 0,4-4-6 16,-4 4-6-16,0 0-2 0,3-4-13 0,-3 4-10 15,0 0 2-15,0 0-3 0,0 0 2 0,0 0 2 16,0 0-7-16,3 16 11 0,-3-11 1 0,1 5-1 16,0 0-2-16,1 1 2 0,-1 0-8 0,-1 0 4 15,4 2 11-15,-4 1-20 0,3 3-5 0,-2-5-5 16,2 2-1-16,0-1-7 0,-2 0-3 0,4-2-2 15,-1 2 0-15,-1-4-1 0,0 1 0 0,0 0 2 16,-1-3-2-16,1 0 12 0,-1-1-2 0,0-2 2 16,-2 1 1-16,2-3 7 0,-2 3 0 0,0-5 1 15,0 6 8-15,0-6-2 0,-2 5 3 0,-2-4 7 16,-1 2 6-16,1-1 8 0,4-2 9 0,-9 1-3 16,9-1 7-16,-9 1-3 0,9-1-1 0,-8 1-4 15,8-1-2-15,-8 2-2 0,8-2 2 0,-5 1-5 16,5-1-4-16,-5 2 3 0,5-2 3 0,0 0 0 15,0 0 3-15,0 6-6 0,0-6 5 0,10 4 0 0,-5-3 0 16,6 0-8-16,2 0 11 0,3-1-28 0,3 2-15 16,1-4-26-16,-2 5-39 0,2-3-50 15,-1-1-66-15,3-2-85 0,-7 2-264 0,-3 0-603 16,-1-1 267-16</inkml:trace>
  <inkml:trace contextRef="#ctx0" brushRef="#br0" timeOffset="74774.62">21480 17051 86 0,'-3'-2'298'0,"3"2"-22"0,-5-3-28 15,5 3-25-15,-8-2-20 0,3 1-14 0,5 1-29 16,0 0-16-16,0 0-15 0,-12 1-13 0,12-1-13 15,0 0-8-15,-2 6-12 0,0-2-7 0,2-4-6 16,0 7-7-16,0-2-9 0,0 1-5 0,0-3-7 16,0 1-5-16,0-4-5 0,0 8-3 0,2-5-2 15,-2-3-4-15,1 2 1 0,-1-2 0 0,0 0 0 16,0 0-4-16,0 0-2 0,0 0-18 0,0 0-24 16,0 0-23-16,0 0-51 0,-15-11-59 0,14 5-81 15,-2-1-163-15,0-2-433 0,0 3 192 0</inkml:trace>
  <inkml:trace contextRef="#ctx0" brushRef="#br0" timeOffset="75036.93">21384 16957 50 0,'-5'-3'405'0,"5"3"7"15,-6-3-14-15,3 2-11 0,3 1-31 0,-2-4-27 16,2 4-29-16,0 0-32 0,0 0-26 0,6-8-25 15,-2 5-25-15,3 0-18 0,4 2-24 0,-5 0-20 16,5-3-15-16,0-1-17 0,0 3-6 0,-1-1-14 16,0 0-8-16,-6 2-3 0,3 1-11 0,0-2-9 15,-3-2-7-15,-1 1-25 0,1 1-33 0,-4 2-32 0,1-4-26 16,-1 4-18-16,-6-7-26 0,0 5-31 0,-1-1-46 16,3 2-49-16,-3-2-81 0,-3 2-242 0,4 1-615 15,-2-1 273-15</inkml:trace>
  <inkml:trace contextRef="#ctx0" brushRef="#br0" timeOffset="75646.81">21835 16791 113 0,'-3'-1'388'0,"-1"-1"-12"0,1-1-17 0,3 3-36 16,-6-2-10-16,6 2-24 0,0 0-26 0,0 0-28 0,0 0-22 15,0 0-17-15,0 0-23 0,15-3-10 0,-7 3-20 16,2 3-15-16,0 2-9 0,1-2-19 0,1 3-8 16,-2 0-8-16,-1 0-11 0,3 4-8 15,-5-2-3-15,3 0-9 0,-6 2-7 0,3-1 1 0,-2 0-5 16,-5 3-9-16,3-2 1 0,-3-2-4 0,0 1-1 16,-3-1-3-16,2 1-1 0,-2-1-5 0,-1-2 12 15,1 3 6-15,-1-3 6 0,3-3-1 0,-3 3 3 16,2-2-2-16,0-1 1 0,2 1 7 0,0-4 8 15,-2 5 0-15,2-5 2 0,0 0-2 0,3 4-6 16,-3-4-4-16,11 2-5 0,4-1-13 0,-3-1-3 16,7-1-17-16,-5 1-20 0,5-2-21 0,-1 1-28 15,2 0-51-15,-1-1-52 0,-7 2-49 0,2-1-43 16,-2 1-59-16,-4-1-53 0,-2 1-298 0,-6 0-715 16,0 0 317-16</inkml:trace>
  <inkml:trace contextRef="#ctx0" brushRef="#br0" timeOffset="75811.42">21777 16954 58 0,'-6'-3'253'0,"3"1"-10"0,-1-1-16 0,1-1-21 16,3-1-20-16,0 5-19 0,7-9-14 0,2 6-19 0,4-2-11 16,5-1-10-16,2 4-14 0,4-1-11 15,6 0-8-15,-8 0-11 0,1 3-11 0,2 1-22 16,-6-1-40-16,1 4-57 0,5-3-59 0,-7 2-64 15,1 1-137-15,-7 0-348 0,0-2 154 0</inkml:trace>
  <inkml:trace contextRef="#ctx0" brushRef="#br0" timeOffset="76030.15">22276 16959 201 0,'9'2'303'0,"-9"-2"-10"15,4 1-6-15,3 0-8 0,-7-1-10 0,3 5-17 16,0-2-16-16,-1 2-15 0,-2 0-28 0,4 3-3 16,-4 0-20-16,3 0-21 0,-3 3-11 0,4-2-10 0,-3 2-18 15,1 1-4-15,-2-1-21 0,-2 3-21 0,2-1-36 16,0-1-39-16,0 1-34 0,2 0-40 16,-1-1-42-16,-2-1-52 0,2 0-85 0,0-4-235 15,1 1-540-15,-1-1 239 0</inkml:trace>
  <inkml:trace contextRef="#ctx0" brushRef="#br0" timeOffset="76289.86">22670 16883 357 0,'0'0'370'0,"3"-7"-10"0,-2 3-27 16,-1 0-25-16,4 1-35 0,-1-1-24 0,4-2-21 15,-2 1-24-15,3 3-26 0,3-3-21 0,3 2-18 0,-2 1-15 16,3 1-51-16,0-2-41 0,7 0-48 16,-6 3-53-16,-4 0-56 0,1 3-71 0,3-3-58 15,-5 3-201-15,-3-1-492 0,-1-1 218 0</inkml:trace>
  <inkml:trace contextRef="#ctx0" brushRef="#br0" timeOffset="76447.85">22731 16946 95 0,'-12'5'249'0,"1"1"7"16,0-1 3-16,6-3-3 0,-1 1-11 0,-2-1-12 16,4 1-7-16,0 0-8 0,1-1 0 0,3-2-6 15,0 0-5-15,3 7-20 0,5-7-21 0,7 1-9 16,3 0-19-16,6-1-20 0,5 1-39 0,2-1-53 15,1 0-62-15,-3 2-60 0,-4-2-93 0,9-2-101 16,-12 2-199-16,-2 0-530 0,-1-2 234 0</inkml:trace>
  <inkml:trace contextRef="#ctx0" brushRef="#br0" timeOffset="77798.04">24460 16660 333 0,'-4'-4'331'15,"4"4"-10"-15,-3-4-15 0,3 4-23 0,-1-4-19 16,1 4-19-16,0 0-29 0,0 0-18 0,12-1-23 16,-5 1-16-16,4 1-14 0,1 0-12 0,0 2-13 0,1-2-17 15,1 3-14-15,4 1 0 0,-2 3-10 16,-2-3-14-16,1 0-7 0,-3 2-4 0,-1 0-5 16,1 2-11-16,-2-1 4 0,-2-2-10 0,-1 2-17 0,-3-2-7 15,0 2 2-15,-3 2 0 0,-1-2-1 0,0 2-3 16,-2-5 18-16,-3 6-17 0,-2-3-3 0,0 4 5 15,1-2-9-15,-2-1 6 0,2 0 2 16,-4 0 2-16,3 0-5 0,0-1-1 0,2 0-1 0,-3-2 3 16,6 1 0-16,-2-1-2 0,4-1 5 0,0 1 0 15,3 1 4-15,6 0-6 0,2 0 3 0,3-1-1 16,6 2-3-16,7-3 6 0,3 2-6 0,0-1-22 16,-1-5-15-16,-6 0-33 0,-3 0-40 0,5 1-35 15,-6-1-48-15,-4-2-57 0,0-1-65 0,-4-1-203 16,-5 0-553-16,0 1 244 0</inkml:trace>
  <inkml:trace contextRef="#ctx0" brushRef="#br0" timeOffset="78000.11">24480 16871 174 0,'0'0'315'0,"-4"-3"-15"16,4 3-9-16,0 0-11 0,0 0-10 0,6-8-30 0,2 5-9 15,0-1-26-15,4-1-25 0,1 1-10 0,-3 2-23 16,8-3-11-16,1 2-12 0,0-1-19 0,2 1-26 16,0 1-43-16,-1 2-48 0,1-1-53 15,-2 1-64-15,0 2-35 0,0-1-91 0,-5 2-188 0,2 1-481 16,-5 1 213-16</inkml:trace>
  <inkml:trace contextRef="#ctx0" brushRef="#br0" timeOffset="78372.62">25052 16957 55 0,'0'0'339'16,"6"-3"-12"-16,-6 3-26 0,9 0-17 0,-9 0-16 15,5 3-21-15,-5-3-26 0,10 1-15 0,-4 2-23 16,1 0-17-16,-3-1-13 0,2 0-20 0,-1 1-12 16,2-1-12-16,2 2-9 0,-2 1-12 0,-1-2-12 15,4 3-8-15,-4 0-5 0,-2-3-8 0,0 2-4 16,0 3-6-16,0-1-6 0,-4-1-1 0,0 1-3 16,0 1-6-16,-2 0 3 0,0 0 10 0,-2-2 12 0,-3 1 12 15,3-2 8-15,1 1-4 0,-3 0-5 16,3-2 2-16,0-1 3 0,1 1 7 0,0-2 9 15,0 2 1-15,2-4 3 0,-3 4-2 0,3-4-8 16,0 0-14-16,0 0-20 0,0 0-13 0,26-5-32 0,-13 0-40 16,6-1-56-16,-1 1-49 0,0-1-58 0,1 0-66 15,8-3-87-15,-9 1-294 0,2-1-703 16,-2-1 312-16</inkml:trace>
  <inkml:trace contextRef="#ctx0" brushRef="#br0" timeOffset="78568.75">25356 16817 78 0,'-2'-3'419'0,"-2"1"1"0,1-2-32 16,3 4-21-16,-2-6-38 0,2 6-27 0,0-7-35 16,5 3-27-16,0 1-24 0,2 0-25 0,-1 0-24 15,4-3-32-15,0 2-45 0,2 4-51 0,0-4-60 16,3 2-55-16,-3 1-54 0,-1-2-59 0,4 1-57 15,-3 1-252-15,-5 1-539 0,3 0 238 0</inkml:trace>
  <inkml:trace contextRef="#ctx0" brushRef="#br0" timeOffset="78722.76">25435 16827 84 0,'-3'2'195'0,"-1"1"14"0,-2 0-6 0,6-3-8 15,-6 3-2-15,4-1-3 0,2-2-2 0,0 0 7 16,0 0-7-16,6 7-15 0,5-6-19 0,0 0-16 0,2-1-14 15,8 1-19-15,1 1-25 0,-1-2-47 0,9 2-66 16,2-1-87-16,0 2-96 0,-11-1-164 0,7-1-412 16,-2 1 183-16</inkml:trace>
  <inkml:trace contextRef="#ctx0" brushRef="#br0" timeOffset="79404.52">27111 16672 132 0,'-7'-2'383'15,"6"-3"-8"-15,-2 1-29 0,3 0-35 0,0 4-31 16,4-6-24-16,0 3-25 0,8-2-24 0,1 3-11 16,0-1-16-16,8 1-11 0,2 2-17 0,1 2-11 15,9 2-14-15,-5 2-11 0,-4-1-11 0,4 4-15 16,-9 0 0-16,1 2-18 0,-4 0-7 0,0 2-13 16,-5-3-8-16,0 5-2 0,-3-4-23 0,-4 1-1 15,-3 1-11-15,1 0 2 0,-5-2 4 0,1 1-1 0,-7 4 5 16,-1-3 14-16,-1 0 4 0,1-4 12 0,0 0 12 15,1 0-2-15,-1-2 4 0,2-1 3 16,1-1-3-16,3 0-2 0,0-3 2 0,0 2 2 16,0-2 15-16,4-2 5 0,0 0-4 0,0 5-3 0,0-5-10 15,18-4-4-15,-2 3-16 0,4-1-3 0,10-1-19 16,2 0-19-16,0 1-27 0,1-2-37 0,-2 1-46 16,-1 1-60-16,-7 1-53 0,-3-1-58 15,1-3-76-15,-6 4-352 0,-4 1-761 0,-3-2 336 0</inkml:trace>
  <inkml:trace contextRef="#ctx0" brushRef="#br0" timeOffset="79574.66">27153 16855 131 0,'-4'-2'282'0,"0"-1"-25"15,4 3-23-15,8-7-24 0,0 2-21 0,6-1-18 16,5 0-11-16,5 1-26 0,8 0-13 0,3 0-9 0,-1 2-21 15,-1 2-30-15,2-2-51 0,-1 3-73 16,3 2-82-16,-8 1-182 0,-7-1-352 0,0 1 156 16</inkml:trace>
  <inkml:trace contextRef="#ctx0" brushRef="#br0" timeOffset="80069.99">27679 16908 245 0,'0'0'357'16,"0"0"-9"-16,0 0-10 0,0 0-23 0,3-6-29 15,-3 6-25-15,0 0-25 0,8-1-29 16,-2-1-21-16,2 1-17 0,-1 1-17 0,5 0-13 15,-4 0-15-15,3 1-18 0,-1 1-6 0,1-2-16 16,-1 2-13-16,-2 1 0 0,1 0-12 0,0-2-7 0,-4 1-8 16,1 0-22-16,-2 1 7 0,0 1-11 0,2 0-4 15,-2-2 2-15,-3 2-2 0,0 0-3 16,-1-4 2-16,-1 8-6 0,-2-3 0 0,1-2-5 16,-1 0 21-16,-3 2-22 0,4-1 0 0,-1 0 1 0,-1 1 2 15,-2-1-3-15,2-1-2 0,0 0 0 0,3 1-2 16,-2 0 8-16,3-4 7 0,-2 7-7 0,0-4-4 15,-1 0 2-15,3-3 5 0,3 6 1 16,-1-2 7-16,0 0-4 0,1-1 1 0,1 0 0 0,-3 1-6 16,3-1 0-16,0 0 20 0,-4 2-27 0,0-5 3 15,3 5-3-15,-3-2 4 0,0-3-8 0,3 7 1 16,-4-3 6-16,2 0 1 0,-4-1 1 0,3-3 1 16,-4 8-1-16,1-7-1 0,-1 3-3 0,-2-1 2 15,0 1-5-15,3-1-7 0,-2 0-21 0,-3-2-24 16,1 0-17-16,-1-1-42 0,1 0-26 0,-4 0-40 15,3 0-49-15,1-1-65 0,0 0-238 0,-2-1-574 16,2 0 255-16</inkml:trace>
  <inkml:trace contextRef="#ctx0" brushRef="#br0" timeOffset="80306.02">28032 16713 473 0,'0'0'499'15,"-2"-6"-13"-15,2 6-31 0,5-6-39 0,-3 2-41 0,5-1-35 16,1 1-31-16,0 0-30 0,2 0-28 0,5-1-26 16,-2 0-26-16,6 4-17 0,0-3-28 0,1 1-37 15,-2 1-32-15,4-1-54 0,1 2-62 16,-8-1-79-16,3-1-69 0,-2 4-68 0,1 1-81 0,-4 1-336 15,-5 0-719-15,-1 1 318 0</inkml:trace>
  <inkml:trace contextRef="#ctx0" brushRef="#br0" timeOffset="80462.2">28117 16795 112 0,'-5'2'259'15,"5"-2"3"-15,-6 4-7 0,6-4-11 0,-2 1-16 16,2-1-25-16,0 0-16 0,9 4-19 0,4-4-20 15,1 0-18-15,4 2-20 0,4 1-62 0,6-1-63 16,2 4-74-16,6-3-95 0,-6 0-161 0,2 1-373 16,-2-2 165-16</inkml:trace>
  <inkml:trace contextRef="#ctx0" brushRef="#br0" timeOffset="81112.73">30311 16623 222 0,'-7'-11'377'0,"3"5"-11"0,-3-5-3 0,5 8-4 16,-1-3-22-16,-1 1-33 0,3 0-12 0,1 5-29 15,-3-6-33-15,3 6-35 0,8-2-10 0,6-2-18 16,-1 5-16-16,6 3-20 0,3-2-10 0,-3 3-16 15,10 6-6-15,-8-4-13 0,3 5 1 0,-7-2-19 16,2 3-9-16,-4 0-6 0,-1 1-5 0,-5 1-5 16,1-3-8-16,-5-1 10 0,-1 6-16 0,-1-3-30 15,-3-1 3-15,-3 1-6 0,-5 2 4 0,4-4 10 16,-5 2-13-16,-1-2-1 0,2-1 1 0,1-1 3 0,0 1 2 16,-1-2-4-16,3-1 0 0,-2-2 1 15,4 0-2-15,2 0 1 0,-2 2 5 0,6-3 5 16,1 0-6-16,10 1-1 0,-1-1-1 0,9 1-1 15,9-1 0-15,1-1-5 0,0-1-17 0,1-2-28 0,2 0-35 16,-1-1-45-16,-1-2-43 0,-3 1-57 0,0-5-68 16,-7 2-80-16,-3-3-195 0,-2-1-622 0,-2-1 276 15</inkml:trace>
  <inkml:trace contextRef="#ctx0" brushRef="#br0" timeOffset="81311.83">30323 16845 112 0,'-5'2'337'0,"5"-2"-9"15,0 0-24-15,0 0-16 0,0 0-15 0,0 0-20 16,21-7-23-16,-10 5-19 0,1-1-20 0,1 2-18 16,8-3-19-16,3 3-13 0,-3-1-19 15,3 1-12-15,-2 0-20 0,2 1-47 0,-1 2-43 0,1 0-52 16,-1-1-60-16,-2 3-54 0,4-3-74 0,-3 3-225 15,1-1-504-15,-2 0 223 0</inkml:trace>
  <inkml:trace contextRef="#ctx0" brushRef="#br0" timeOffset="81748.49">30918 16829 164 0,'0'0'348'0,"-3"-3"-13"0,3 3-1 0,0 0-27 16,0 0-13-16,0 0-46 0,0 0-22 0,0 0-26 16,0 0-21-16,0 0-27 0,0 0-3 0,-7 11-19 15,7-8-10-15,-4 1-15 0,3 2-9 0,0 1 2 16,-2 2-8-16,0 0-26 0,3 0 5 0,-3 1-9 16,1 0-10-16,0-1-5 0,-2 4-6 0,4-4-5 15,-1 2-1-15,2 0-4 0,-1-5-1 0,3 2-3 0,0-2-5 16,-1 1-2-16,3-2 4 0,1 3 0 0,5-5-6 15,1 2-1-15,0-1-7 0,9 0-2 16,-6-2 3-16,0-1-7 0,0-1-3 0,3-1 1 0,1-2-1 16,-6 0 3-16,2-1-10 0,0 1 5 0,-1-2 3 15,-5-1 4-15,2 1 3 0,-3 1 5 0,-1 1 14 16,-1-3 20-16,-1 2 17 0,-1 2 23 0,1-2 8 16,0 3-1-16,-5 1-11 0,2-5-8 15,-2 5-13-15,3-4 0 0,-3 4-15 0,0 0-7 0,0 0-4 16,0 0-5-16,0 0-9 0,-5 11 12 0,5-11-14 15,-5 8-5-15,5-3-5 0,-1 2-9 0,-3-2-7 16,4-2-12-16,0 3-5 0,0 0-18 0,4-1-21 16,-3 2-32-16,1-2 3 0,2 1-45 0,0-2-54 15,2 1-55-15,0-2-71 0,2-1-72 0,-1 0-197 16,0 0-633-16,1-2 280 0</inkml:trace>
  <inkml:trace contextRef="#ctx0" brushRef="#br0" timeOffset="81967.17">31270 16700 364 0,'-1'-6'487'16,"0"0"-6"-16,-2 1-34 0,3 1-35 0,3-1-36 16,-1 1-34-16,2-1-40 0,4 1-25 0,-1 0-25 15,6-1-25-15,0 1-24 0,1 3-23 0,3-2-20 16,3 1-16-16,1 1-21 0,-5 1-32 0,-1 0-35 15,0-2-45-15,0 2-56 0,-3 2-94 0,2 0-76 16,-4 2-77-16,0-2-94 0,-5 1-257 0,-1 2-698 16,-2-1 309-16</inkml:trace>
  <inkml:trace contextRef="#ctx0" brushRef="#br0" timeOffset="82133.72">31312 16840 2 0,'0'3'417'0,"0"-3"5"0,0 0-19 0,0 0-32 15,0 0-38-15,0 0-26 0,0 0-28 0,27-6-51 16,-14 4-5-16,8-1-21 0,-5 2-25 16,5 0-16-16,2 3-26 0,-3-3-25 0,1 2-78 15,-3 1-73-15,0 1-83 0,2-1-96 0,-2 2-109 0,-5-2-186 16,-5 1-558-16,-1-2 248 0</inkml:trace>
  <inkml:trace contextRef="#ctx0" brushRef="#br0" timeOffset="84748.29">23222 16791 2462 0,'-1'-9'184'16,"0"-3"-47"-16,1 6 60 0,0-6 17 0,1 2 24 16,-1 2 7-16,1 2 11 0,-1-2-8 0,0 1-22 15,3 2-2-15,-2 0-10 0,1 0-19 0,-1 1-18 16,-1 4-20-16,2-6-17 0,-2 6-20 0,2-1-10 16,-2 1-6-16,0 0-15 0,8 6-7 0,-1 1-5 15,1 0-6-15,-1 3-7 0,1 3-6 0,0 1-8 16,2 4 1-16,1-1-9 0,-2 1-4 0,0 2-2 15,5 3-4-15,-3 2-27 0,0-1-4 0,-3-3 0 16,2-3-22-16,-2 3-22 0,4 3-25 0,-5-5-46 16,1 1-39-16,-1-2-53 0,4-2-62 0,-3 1-48 15,0 1-60-15,-1-2-83 0,-2-3-295 0,1-1-817 16,-3-2 363-16</inkml:trace>
  <inkml:trace contextRef="#ctx0" brushRef="#br0" timeOffset="85668.65">26037 16550 278 0,'3'-5'378'0,"-1"-1"-11"16,0 4-11-16,0-2-18 0,-1 0-28 0,-1 4-32 15,0-4-32-15,0 4-27 0,0 0-33 0,0 0-12 16,0 0-26-16,0 0-5 0,-4 12-11 0,1-2-5 0,1 1-10 16,1 5-7-16,-1 2-5 0,1-2-12 15,-2 4-6-15,3-1-15 0,0 3 29 0,0-4 2 16,4 3-24-16,-1-3 7 0,2 3-14 0,-1-1-19 0,4-2-22 16,-2 0-24-16,2-2-39 0,1 0-47 0,2 1-68 15,-1-2-65-15,1 1-77 0,-2-6-87 0,-2 0-235 16,4-1-661-16,-6 0 293 0</inkml:trace>
  <inkml:trace contextRef="#ctx0" brushRef="#br0" timeOffset="91767.61">28690 16552 24 0,'0'-5'400'0,"-3"1"14"0,3 4-1 16,0-8 0-16,-2 5-2 0,2 3-10 15,0-7-14-15,0 7-10 0,0 0-8 0,0-6-23 16,0 6-13-16,0-4-33 0,0 4-33 0,0 0-18 16,-2-4-20-16,2 4-21 0,0 0-20 0,0 0-24 0,0 0-11 15,0 0-15-15,4-4-16 0,-4 4-13 16,0 0-9-16,0 0-10 0,0 0-8 0,17 5-11 15,-11-2-3-15,1-2-7 0,3 3-11 0,-2-2-4 0,3 3-6 16,-5-2-6-16,4 4-2 0,-6-2-2 0,0 0-9 16,7 1-2-16,-6 4-3 0,1-2-3 0,-2 3 2 15,-4-1-3-15,-1 3-2 0,1-2 9 0,-4 2-10 16,-3 1-4-16,0-3-1 0,-4 2 4 0,2 0-2 16,-2-4-2-16,-3 5-1 0,6-5 3 0,-3-1-2 15,0 0-2-15,3 0-1 0,1-1 0 0,-1-2-2 16,5-1-21-16,-2-2-2 0,2 3 6 0,0-2 7 15,2 1 11-15,1-4 10 0,-3 4 5 0,3-4 3 16,11 0-7-16,4 0 3 0,8 0-8 0,-1-2 2 16,12 1-2-16,0 0-1 0,2-3-15 0,1 1-14 15,4-2-36-15,0 3-57 0,15-3-73 0,5-4-105 16,-7 2-92-16,-11 1-104 0,11-4-466 0,-1 0-1037 16,-18 0 459-16</inkml:trace>
  <inkml:trace contextRef="#ctx0" brushRef="#br0" timeOffset="92622.3">31840 16522 198 0,'0'-5'432'0,"0"0"5"16,0 2-4-16,0 3-21 0,1-7-12 0,-1 3-25 16,0 4-28-16,2-5-31 0,0 1-31 0,-2 4-29 15,0 0-26-15,0-3-25 0,0 3-23 0,0 0-21 16,0 0-19-16,0 0-15 0,0 0-11 0,0 0-12 15,0 0-11-15,7 13-9 0,-4-5-10 0,4 2-1 16,-5 0-11-16,3 0-9 0,0 3-4 0,-1 0-8 16,-2-1-2-16,0 4-6 0,-2-3-1 0,0-1-6 15,0 1-4-15,0 1 1 0,-2-3-1 0,0 1-4 16,-2-1-2-16,0 0-2 0,0-2 1 0,0 0 1 16,1-2-3-16,-1 0-2 0,3-3-5 0,-1 2 6 15,0-3 0-15,0-1 1 0,2-2 12 0,-1 7 14 16,1-7 9-16,8 5-10 0,3-3-1 0,3-1-3 15,7 1-6-15,15-2-4 0,3 0 25 0,3 1-7 0,-1 0-8 16,13-3-14-16,0 2-20 0,-11-2-36 0,-4 1-50 16,6-1-66-16,11-4-95 0,-17-1-98 15,-5 3-102-15,3-2-410 0,-4 1-926 0,-5-1 410 16</inkml:trace>
  <inkml:trace contextRef="#ctx0" brushRef="#br0" timeOffset="94305.9">20283 18243 122 0,'-5'-5'315'15,"3"1"0"-15,-2 2-18 0,0-4-2 0,1 0-13 16,-1 0-14-1,0-1-10-15,4 0 3 0,-4-2-10 0,1-1-11 16,3 0-13-16,2-1-6 0,-2 0-17 0,-2 0-2 16,2-2-12-16,0 0-18 0,0-5-15 0,0-2-12 15,2 1-14-15,-2-1-9 0,1-2-13 0,-1-6-11 16,1-3-11-16,-1 2-3 0,-1-2-9 0,1 1-5 16,0 1 6-16,0 0-4 0,0 0-3 0,-1 4-5 15,-1 3-5-15,2 3-6 0,-2 0-4 0,0 1-6 16,1 4-5-16,0-3 0 0,-1 6-6 0,2-2 0 15,-4 4-2-15,4-3-7 0,0 6 1 0,-1-2-6 16,-1 3-4-16,2 0 5 0,-1 1-8 0,1 0-3 16,0 4-3-16,-1-6 0 0,1 6-7 0,0 0-4 15,-2-4-7-15,2 4-15 0,0 0 0 0,0 0 8 16,0 0 5-16,0 0-1 0,3 14 1 0,-2-6 4 16,-1-1 2-16,2 3-2 0,-1 2 4 0,3-2-2 15,-2 5 0-15,0-3 5 0,4 6-2 0,0-1-1 16,-1-3 0-16,2 2-5 0,-1 0-2 0,4-1 1 15,-1 1-4-15,0-3 0 0,1-3 1 0,0 1 2 16,-2-2-2-16,4-1 2 0,3 2 0 0,0-5-2 16,-3 1 6-16,-2-4 1 0,5-1 2 0,-4-1-5 15,2-2 4-15,-2-1-2 0,-1-2 2 0,-2-1 5 16,3-2-1-16,-2-2 2 0,-2 2-3 0,3-4-4 16,-4-3 9-16,1-2 2 0,0 1 3 0,-3 4 1 15,-1-2-1-15,-2 2 0 0,0 1 9 0,-1 1-3 16,2 2 5-16,-2 1 4 0,-2 2 0 0,2-1 2 15,0 1-1-15,0 0 2 0,0 5-7 0,-1-4-8 16,1 4 1-16,-1-5-6 0,1 5-4 0,0 0-4 16,0 0-2-16,0 0 2 0,0 0 3 0,0 0-9 15,1 13 11-15,2-4-3 0,-5 1 1 0,2 2-6 16,3 4 9-16,-3-2 2 0,3 3-3 0,-2 0-3 16,2 2 2-16,-2-1-2 0,2 0-4 0,-3 1-9 15,2 0-16-15,-1-1-19 0,-2 1-37 0,6-1-32 16,-1 1-32-16,1-1-31 0,0 0-30 0,0-4-38 15,1 4-53-15,0-6-61 0,1 3-283 0,-3-3-701 16,2-1 310-16</inkml:trace>
  <inkml:trace contextRef="#ctx0" brushRef="#br0" timeOffset="95602.07">19130 17602 129 0,'-2'-7'282'0,"2"0"-1"0,-4-1-8 0,3 2-7 16,-5-3-9-16,2 3-14 0,-1-1-16 0,-3-1-10 15,2 5-29-15,-5-1-23 0,-1 0-11 0,1-1-12 16,-4 3-5-16,2 2-24 0,0 2-9 0,-3 1-14 16,2 0-5-16,2 4-6 0,1-1-9 0,-6 4-11 15,3 0-2-15,2 0-9 0,5 1-2 0,0-1-5 16,0 3-2-16,5 0-2 0,2-3-4 0,1 4 8 16,2 0 2-16,5 0-19 0,0 2-2 0,7-4-8 15,-1 1 2-15,1 0 3 0,0-2 2 0,5 2-6 16,-5-3 1-16,4 0-1 0,-3 1 1 0,-3-4-5 15,-2-4-2-15,2 5-2 0,-5-3-5 0,-1-1-2 16,0 1 3-16,0-1-6 0,-3 0 9 0,0 0 2 16,-3 0-11-16,2-1 8 0,-2 1-13 0,-1-4 7 15,-4 8 3-15,0-2 3 0,0-1-4 0,-3 0-2 16,-1 2 4-16,1-3 2 0,-2 2-3 0,-2 1-1 16,0-2 2-16,0-1-3 0,-4-1-5 0,7 1-15 15,-3 0-9-15,0 0-14 0,3-4-14 0,3 2-18 16,-1 0-18-16,6-2 0 0,-8 2-13 0,8-2-10 15,0 0-40-15,0 0-33 0,0 0-29 0,0 0-17 16,15-15-30-16,-7 7-149 0,3 0-448 0,5-7 199 16</inkml:trace>
  <inkml:trace contextRef="#ctx0" brushRef="#br0" timeOffset="96478.15">19300 17544 86 0,'-2'-3'285'0,"2"3"-1"0,0-5-17 16,0 5-21-16,-1-5-22 0,1 5-33 0,0 0-15 16,0 0-20-16,-4-3-10 0,4 3-14 15,0 0-11-15,-8 10-8 0,5-5-9 0,2 2-11 16,1-1-8-16,-3 4-1 0,2 2-11 0,-1 0-2 16,-1 0-8-16,2 1-7 0,1 5-7 0,0-6-1 15,-3 5-6-15,3 0-2 0,3 1-5 0,0 1 0 16,-2-5-7-16,2-1-2 0,1 3-4 0,0 0 0 15,2-2 1-15,0-1-6 0,1-3-2 0,0-2-2 16,0 1 2-16,5-3 0 0,-7-1-5 0,5 2 9 16,-2-5-12-16,3 1 5 0,-3-2 3 0,3-3-12 15,-2 2 2-15,1-3-1 0,0 1 4 0,2-3-4 16,-3 0-2-16,-2 2 0 0,-3-2-4 0,7-5 1 16,-4 3 3-16,-2-1-9 0,1-2 4 0,-2 2-5 15,1 0-2-15,-1 2-1 0,-1-3 2 0,-2 4-3 16,1 0-1-16,-2 0 3 0,1 1 1 0,-1 4-9 15,0-6 5-15,0 6-6 0,-4-5 5 0,4 5 7 0,0 0 0 16,0 0-7-16,0 0 0 0,-15 7 2 16,11-3 1-16,-3 0 8 0,6 2-8 0,-3 0 2 15,0 5 1-15,-1-6-3 0,0 5 7 0,5-1 6 16,-1 1-6-16,1-2 4 0,1 2 1 0,-1-1 4 16,0 1-5-16,4 1 1 0,0-2 3 0,0 0-3 0,2 1 3 15,-3-1-3-15,5 0 0 0,-4 1 4 16,4-1-7-16,0 0 6 0,0 1-4 0,-2 1 3 15,-1-3 6-15,-1 5-8 0,2-3 0 0,-2 2-1 16,-1-1 0-16,-1 2 0 0,1-1-2 0,-3-2 2 16,1 1-2-16,-2-1-1 0,-2 0 5 0,3 0-4 0,0-1 1 15,-1-3 2-15,1 1-3 0,0 1 3 16,-1-5-4-16,1 0 3 0,-2 1 0 0,2-4 13 16,0 0 20-16,-1 9 22 0,1-9 11 0,0 0-8 15,0 0-4-15,0 0-5 0,0 0-3 0,0 0-4 16,15-13-9-16,-15 10 0 0,1-3-4 0,0-1 10 15,1 2-15-15,-1-2-1 0,-1-1-2 0,4 1 0 16,-2-5 0-16,0 6-2 0,-2-5-13 0,2 1 5 16,-1 0-3-16,1-2 3 0,-1 1-3 0,2-1 4 15,-3 1-3-15,0 1-2 0,0-2-1 0,1 0 0 16,-4 2 1-16,1-2-2 0,2 3-3 0,-5-2 4 16,5 0 10-16,-8 0-16 0,7 1 9 0,-3-1 2 15,0 1 1-15,2-1-11 0,-2 1-2 0,2 0-1 16,-3-1-2-16,4 2 0 0,0 1 3 0,-1 0 1 15,2-1 0-15,2 0-3 0,-1 1-2 0,3 2 3 16,0-1-6-16,-4 1 2 0,6 0-1 0,-1 0-2 16,-1 3-1-16,2-2-5 0,1 1 8 0,-2 1 0 0,1 0-5 15,-6 3-6-15,10 0-2 0,-3-1-9 16,-7 1-3-16,11 4-4 0,-6 0-1 0,1 0-3 16,-2 1 3-16,1 1-1 0,-1 1 1 0,1 1 1 15,1 2 11-15,-3-3-12 0,-2 4 1 0,-1-5 2 16,0 6 3-16,0-4 3 0,-4 5-1 0,0-4 2 0,0 2 2 15,-3-3-3-15,-2 0-4 0,-1 1-10 16,1-1-14-16,-2 0-10 0,-3-1-15 0,-1-1-13 16,3 1-26-16,0-2-29 0,-2 0-40 0,3-3-41 15,2 3-164-15,-6-3-426 0,8 0 189 0</inkml:trace>
  <inkml:trace contextRef="#ctx0" brushRef="#br0" timeOffset="96885.91">19716 17650 185 0,'0'0'335'15,"0"-7"-26"-15,0 7-28 0,0 0-27 0,4-4-20 16,-1-1-33-16,2 4-19 0,0 1-14 0,-5 0-16 15,13 0-18-15,-6 0-12 0,-1 0-10 16,1 1-16-16,0 3-5 0,1-2-11 0,-1 1-7 16,-2 2-8-16,2-1-8 0,0 1-2 0,0 1-8 0,-6 0-2 15,6 3-6-15,-6-2-7 0,-1 1 9 0,4 1-12 16,-4 0 5-16,-2 1 10 0,-1 1 6 0,-2-2 20 16,-1 2 8-16,-1-2 14 0,0 0 8 15,1-3 5-15,-2 3-5 0,-1-2 0 0,5-2-8 16,-1-2-4-16,2 3-6 0,-1-5-9 0,3 3-4 0,-3-3 1 15,4-1-9-15,-4 5-2 0,4-5-3 0,0 0-11 16,0 0-2-16,0 0-9 0,17 0-13 0,-9-1-19 16,3 0-20-16,-1-2-28 0,-1 3-39 15,6-2-43-15,0 0-35 0,-4 0-40 0,3 0-42 16,-1 0-60-16,-1 0-48 0,1-3-221 0,-8 3-622 0,2 1 276 16</inkml:trace>
  <inkml:trace contextRef="#ctx0" brushRef="#br0" timeOffset="97318.45">20049 17820 289 0,'0'0'407'16,"0"0"-14"-16,0 0-44 0,1-4-22 0,-1 4-23 15,0 0-17-15,0 0-30 0,0 0-33 0,0 0-30 16,0 0-10-16,-4-5-32 0,4 5-20 0,0 0-18 15,0 0-11-15,0 0-6 0,0 0-9 0,0 0-14 16,0 0-4-16,0 0-16 0,0 0-9 0,0 0-10 16,2 14-5-16,-2-14-1 0,-2 4-6 0,2-4-2 15,0 0-7-15,0 0 2 0,3 4-6 0,-3-4-2 16,0 0 1-16,0 0 6 0,0 0-5 0,0 0-2 16,0 0 9-16,0 0-5 0,7-10-24 0,-6 7-16 15,2-2-9-15,-3-3-24 0,0 1-12 0,0 0-24 16,-3 1-23-16,2-4-25 0,1-3-28 0,-1 3-39 15,-2-1-28-15,1 0-40 0,0 0-208 0,-1 1-528 16,-1 0 234-16</inkml:trace>
  <inkml:trace contextRef="#ctx0" brushRef="#br0" timeOffset="97565.83">20072 17599 247 0,'0'-4'334'16,"3"0"-14"-16,-2-3-30 0,2 2-20 0,-3-1-33 16,0 3-18-16,1-1-21 0,-1 4-24 0,0-7-25 15,0 7-46-15,0-5-45 0,0 5-51 0,0 0-20 16,0 0-34-16,0 0-44 0,0 0-41 0,0 0-51 15,-4 16-174-15,2-9-387 0,-3-1 171 0</inkml:trace>
  <inkml:trace contextRef="#ctx0" brushRef="#br0" timeOffset="97816.82">18882 18200 253 0,'-12'5'289'0,"6"0"-15"0,-4-3-15 0,6 3-14 16,1-2 3-16,4 3 6 0,5-1-16 0,10-5-20 16,4 1-20-16,18-6-24 0,18-3-14 0,5-1-15 15,3 0-23-15,4-1-12 0,3 0-14 0,-3 1-28 16,4-2-24-16,-4 8-41 0,-3-6-60 0,-5 4-69 15,0 2-78-15,-4-2-91 0,-14 2-158 0,-4 0-491 16,4 0 217-16</inkml:trace>
  <inkml:trace contextRef="#ctx0" brushRef="#br0" timeOffset="98317.81">20815 17996 251 0,'0'0'334'0,"0"0"-33"0,0 0-33 16,0 0-20-16,0 0-29 0,0 0-22 0,0 0-4 15,0 16-35-15,0-11-13 0,1 2-15 0,-5 0-4 0,7 3-10 16,-3 1-9-16,0-2-11 0,-3 4-9 0,3-1-11 16,-3 1-7-16,3 2-4 0,0 1-4 15,0-5 0-15,0 7-11 0,0-1-13 0,0-4-6 16,0 1-24-16,0-3-28 0,2 0-36 0,-1-2-36 15,2 0-49-15,-2-4-46 0,2-1-70 0,1-1-188 0,0-1-483 16,2 0 213-16</inkml:trace>
  <inkml:trace contextRef="#ctx0" brushRef="#br0" timeOffset="98553.68">21088 17906 2218 0,'-3'-8'300'0,"5"3"-139"16,-1 1-41-16,5-2-11 0,-2 2 1 0,4-1-5 15,4-3-24-15,7 0-13 0,0 1-12 0,6 2-6 16,-5-3-7-16,10 1-1 0,-3-1 2 16,3 5-16-16,-1-5-3 0,-6 6-9 0,0-2-31 0,5-3-36 15,1 3-38-15,-10 3-48 0,-3 0-34 0,-2 1-51 16,-3-1-59-16,1 3-154 0,-4-1-472 0,-3 4 209 15</inkml:trace>
  <inkml:trace contextRef="#ctx0" brushRef="#br0" timeOffset="98711.3">21238 17957 44 0,'-7'3'203'0,"4"2"-3"0,2-3-8 0,-2 1 2 15,3-3 0-15,4 3-20 0,4-1-20 0,2 0-17 16,0-1-9-16,10 1-17 0,-1-1-9 0,11 1-24 15,-7-2-49-15,10 0-60 0,-1-1-78 0,1 0-191 16,-2 1-325-16,-1-1 143 0</inkml:trace>
  <inkml:trace contextRef="#ctx0" brushRef="#br0" timeOffset="99157">22119 17673 244 0,'0'0'355'0,"0"0"-36"0,-7-5-31 0,7 5-18 16,-11 0-18-16,11 0-15 0,-13 0-19 0,6 1-16 15,0 0-6-15,0 3-30 0,-3-2-16 0,3 2-14 16,-3 1-13-16,4 1-9 0,2-1-14 0,-2 0-7 16,3 1 0-16,3 1-17 0,0-1-7 0,3 2 1 15,1-2-15-15,0 0-2 0,4-1-9 0,2 2 3 16,2-3 1-16,0-1-13 0,3 0-1 0,4-2-9 15,-5 4 1-15,-1-5 0 0,1-4-2 0,1 2 8 16,-5-2-20-16,-1-1 4 0,3-1 5 0,-5-1-14 16,-3 1-1-16,2 0-10 0,-5-6-2 0,2 2-9 15,-6 0-7-15,2-3 4 0,-3 0-2 0,-2 0-9 16,-5 0 2-16,-1 1-6 0,1 2-12 0,-1 0-17 16,1 4-14-16,0-2-21 0,-4 3-23 0,2 3-30 15,-2 1-40-15,2 1-62 0,2 0-268 0,1 2-562 16,3-1 248-16</inkml:trace>
  <inkml:trace contextRef="#ctx0" brushRef="#br0" timeOffset="99389.95">22440 17716 356 0,'3'-2'339'0,"1"-2"-32"0,0 0-34 16,-1 0-22-16,5-1-26 0,4 0-21 0,-1-1-18 16,4 4-17-16,-3-3-21 0,9 2-23 0,-2 1-4 15,1-3-28-15,-3 4-35 0,2-5-38 0,1 5-40 16,-6 0-50-16,0-1-50 0,0 1-54 0,2 0-54 16,-7 0-150-16,-1-1-408 0,-3 2 180 0</inkml:trace>
  <inkml:trace contextRef="#ctx0" brushRef="#br0" timeOffset="99608.68">22531 17591 309 0,'0'0'319'0,"-5"-1"-21"16,5 1-25-16,0 0-25 0,0 0-31 0,0 0-26 15,0 0-14-15,0 0-24 0,-4 6-13 0,5-1-13 16,-1 3-11-16,0-1-12 0,2 5-11 0,-1-1-11 15,-1 2-6-15,-1 0-10 0,1 3-4 0,0 4-4 16,1-4-14-16,0 4-24 0,-1-4-27 0,0 2-31 16,0-4-29-16,0-2-44 0,0 2-37 0,4-3-55 15,-1-2-231-15,-2-1-469 0,5-1 208 0</inkml:trace>
  <inkml:trace contextRef="#ctx0" brushRef="#br0" timeOffset="99982.21">22754 17604 129 0,'0'0'304'0,"0"0"-22"0,-2-3-23 0,2 3-20 16,0 0-25-16,0 0-14 0,0 0-9 0,0 0-10 15,0 0-3-15,17 10-28 0,-9-9-12 16,3 3-15-16,-1 1-8 0,3 0-10 0,-2-1-12 15,0 0-10-15,1 2-9 0,-1-1-1 0,-1 1-6 16,-1 0-15-16,0-2 3 0,-4 1-15 0,-1 0-5 0,-2 0-6 16,4 2 1-16,-6-1-6 0,0 1 1 0,0 0-3 15,-1-1 0-15,-6 1 6 0,0-1 15 16,-1 1 15-16,3-1 9 0,-2-2 7 0,0 1-14 16,3-2 5-16,1 2-1 0,-2-4-15 0,2 3 7 15,0-2 1-15,3-2-5 0,0 0-3 0,0 0-6 0,0 0 3 16,4 5-1-16,3-1-10 0,2-4-4 0,5-4-7 15,2 4-15-15,4 0-15 0,1 4-38 0,0-8-41 16,2 3-42-16,0 1-58 0,2 0-67 16,-2-1-76-16,-3 2-249 0,-1-2-625 0,-4 0 277 15</inkml:trace>
  <inkml:trace contextRef="#ctx0" brushRef="#br0" timeOffset="100209.52">22133 18070 121 0,'-11'1'340'0,"4"1"6"0,0-2-25 0,3 1-18 16,4-1-23-16,0 0-8 0,0 0-21 0,25-1-25 16,7-1-23-16,2-2-18 0,7 0-18 15,15-2-11-15,-2-2-23 0,1 1-4 0,5 1-19 0,0 0-13 16,-2 0-14-16,-1 4-27 0,-16 1-38 0,1-3-56 15,-3 0-78-15,-4-1-70 0,0 3-99 16,-5-1-244-16,-7 1-573 0,0-1 254 0</inkml:trace>
  <inkml:trace contextRef="#ctx0" brushRef="#br0" timeOffset="100865.5">22518 18265 170 0,'0'0'403'15,"0"0"-9"-15,0 0-18 0,0 0-46 0,0 0-32 16,0 0-30-16,0 0-29 0,20-5-20 0,-10 5-18 16,2 0-25-16,1 2-18 0,1 0-19 0,0-1-13 15,-1 3-16-15,1-1-9 0,-2-2-9 0,2 3-11 16,-5 1-13-16,-2 0-2 0,0 0-12 0,0-2 1 16,-3 5-9-16,-2-3-4 0,0 0-6 0,-1 3-2 15,-2-2-5-15,-3 0 4 0,-3 0-5 0,4 1 1 16,-1-2-1-16,-1 1-11 0,1-1 5 0,2-2 0 15,-1 0-4-15,3-3 1 0,-4 5-8 0,4-5-5 16,0 0-4-16,7 3-7 0,-7-3-24 0,18-1-41 16,0-1-45-16,3-4-40 0,1 1-42 0,12-3-52 15,1-1-49-15,2 0-274 0,16-13-618 0,-2 5 273 16</inkml:trace>
  <inkml:trace contextRef="#ctx0" brushRef="#br0" timeOffset="101080.38">23475 17898 23 0,'7'-3'323'0,"-3"2"-30"0,2-1-21 15,-1 0-30-15,1 0-24 0,0 1-21 0,1-1-24 16,1 0-14-16,0 2-18 0,2-1-17 0,-3 1-26 15,4 0-44-15,0 0-46 0,-4 0-51 0,3 0-64 16,-2 3-65-16,-2-1-163 0,2-1-360 0,-3 0 159 16</inkml:trace>
  <inkml:trace contextRef="#ctx0" brushRef="#br0" timeOffset="101250.99">23463 17973 47 0,'0'0'243'15,"0"0"1"-15,-4 5-4 0,4-5 0 0,0 0-22 16,12 5-23-16,-4-3-10 0,6-2-24 0,2 1-20 16,3-2-16-16,2-1-12 0,2 0-21 0,6 2-39 15,-4-1-50-15,-2-4-66 0,6 2-71 0,-6-1-217 16,-4 2-379-16,1-2 167 0</inkml:trace>
  <inkml:trace contextRef="#ctx0" brushRef="#br0" timeOffset="101454.09">23871 17782 334 0,'0'0'356'0,"0"0"-24"0,0 0-35 0,-4-3-27 16,4 3-18-16,0 0-6 0,0 0-19 0,-7 11-20 16,4-4-14-16,3 2-18 0,0 0-16 0,0 2-18 15,-1 1-14-15,1 2-13 0,-1 5-34 0,1-2-43 16,-2 2-50-16,0 4-61 0,-2-3-67 0,-2 8-80 15,6-8-87-15,-1-1-157 0,-1-1-504 0,4 1 223 16</inkml:trace>
  <inkml:trace contextRef="#ctx0" brushRef="#br0" timeOffset="101759.56">24442 18078 2236 0,'11'3'125'0,"0"1"-9"0,-4-3-48 0,2 2-9 15,-3-1-18-15,1-1-11 0,-2 2-7 0,0-2-8 16,-5 3 0-16,0-4-3 0,2 10 2 0,-2-6-3 16,-2 1-3-16,-3 6 1 0,-2-5 1 0,-1 3-7 15,1 2 8-15,-9 5-6 0,2-2-26 0,-5 0-46 16,-6 5-69-16,3-1-83 0,-3 0-176 0,5 1-428 16,3-3 190-16</inkml:trace>
  <inkml:trace contextRef="#ctx0" brushRef="#br0" timeOffset="102482.48">26010 18448 123 0,'3'-14'234'0,"3"-3"-2"16,-2 1-5-16,3-2-11 0,-2-1 11 0,2 0-5 16,4-5 3-16,-2-4-6 0,3 5-8 0,-1-3-14 15,-2 0-1-15,1-2-18 0,1-1-16 0,-2 1-9 16,1-1-8-16,0-2-10 0,-2-1-2 0,0 0-7 16,3-2-23-16,-6 1 2 0,4-1-2 0,-4-2-5 15,3 2-10-15,-4 3-13 0,0 0 3 0,-4 3 19 16,2 9 1-16,-2 0-5 0,-2 6-3 0,2 0-9 15,-1 4-5-15,1 3-13 0,0-1-8 0,0 2-10 16,0 5-11-16,-6-4-2 0,6 4-4 0,0 0-8 16,-14 10 2-16,8 0-5 0,-1 2-4 0,2 4-2 15,-2 2-1-15,3 1-2 0,0 1 0 0,4 2 0 16,0 0-3-16,1-2-1 0,-1 7-9 0,3 0 5 16,1-8-3-16,3-1-5 0,-2 0-1 0,4-2 0 15,-3-5 7-15,2 1-10 0,1-2-1 0,-2-2 2 16,2-3 5-16,3-2-5 0,-2 1 5 0,1-4-11 15,1-1-5-15,-1-2-3 0,1-3 2 0,2-4 0 16,2-2 1-16,-2-2-4 0,-1-1 7 0,-1-2-4 16,5-4 13-16,-4 3-5 0,2-4 15 0,-3 2-17 15,-5 1 7-15,4-8 6 0,-7 11 1 0,6-2 15 16,-8 8 22-16,1-3 11 0,0 1 3 0,-2 3-5 16,3 3-3-16,-4 1-8 0,0 0-10 0,0 5-2 15,0 0-3-15,0 0-2 0,0 0-5 0,0 0 1 16,-13 9-2-16,9 1-1 0,2 3-1 0,-2 5 0 15,2 0-3-15,2 2 0 0,-2-1-14 0,4 1-12 16,-1 1-24-16,0 0-22 0,5-1-33 0,0 7-23 16,1-7-41-16,2-3-47 0,5 9-56 0,-7-8-73 15,1 0-294-15,3 0-687 0,0-4 304 0</inkml:trace>
  <inkml:trace contextRef="#ctx0" brushRef="#br0" timeOffset="102794.95">26677 18133 265 0,'0'0'367'0,"0"0"-14"0,0 0-18 0,0 0-14 16,0 0-14-16,0 0-18 0,0 0-23 0,13 3-20 16,-7 2-18-16,-2-2-15 0,4 1-24 0,2 1-20 15,-2-2-5-15,0 2-30 0,0 5-6 0,0-4-15 16,1 1-12-16,-4 1-7 0,2 1-9 0,-2 2-14 15,-1-3-8-15,-1 2-3 0,0-1-6 0,-3 0-9 16,0 0-1-16,-2 1-7 0,1 0 0 16,1-2-3-16,-4-1-1 0,1-2-11 0,-1 2 4 0,4-2-5 15,-4 0-5-15,1 0-2 0,2-1 3 0,0-1-17 16,1-3-13-16,-2 6-14 0,2-6-12 0,2 5-17 16,-2-5-33-16,9 4-56 0,3-3-53 0,1 1-55 15,6-2-76-15,0 0-307 0,5-3-688 16,-1 1 305-16</inkml:trace>
  <inkml:trace contextRef="#ctx0" brushRef="#br0" timeOffset="103019.49">27261 18008 373 0,'-11'-8'477'16,"0"2"-10"-16,5 2-24 0,-2 2-33 0,5-1-19 15,-3-1-25-15,6 4-26 0,-6-4-35 0,6 0-34 16,0 4-34-16,8-3-31 0,1-2-32 0,5 2-28 16,8-1-36-16,1 3-41 0,6-2-45 0,-1 2-47 15,2 1-53-15,-7 0-55 0,-1 0-50 0,-1 2-57 16,-1 0-70-16,-6 1-69 0,0 2-203 0,-3-2-627 16,-6 0 278-16</inkml:trace>
  <inkml:trace contextRef="#ctx0" brushRef="#br0" timeOffset="103159.84">27293 18089 46 0,'-3'3'233'16,"-1"-3"10"-16,0 2 12 0,4-2 12 0,0 0-29 15,-5 2-21-15,5-2-21 0,0 0-19 16,16 0-21-16,-2 3-13 0,-1-3-25 0,10 1-46 0,-1 0-48 16,0-1-60-16,8 3-73 0,-7 1-81 0,0 0-152 15,-2-2-370-15,0 1 164 0</inkml:trace>
  <inkml:trace contextRef="#ctx0" brushRef="#br0" timeOffset="103496.79">28117 17768 187 0,'-5'-6'398'0,"2"3"-23"0,2 0-20 16,1 3-35-16,-3-4-37 0,3 4-33 0,-4-4-20 15,4 4-30-15,0 0-15 0,0 0-7 0,0 0-33 16,7 13-15-16,-6-5-20 0,3-1-7 0,2 4-4 15,-3-1-16-15,1 4-4 0,-2-2-7 0,1 4-28 16,2 2-25-16,-1-5-61 0,-2-1-22 0,1 1-27 16,-1-1-32-16,2 0-32 0,-1 0-54 0,1-3-49 15,0 1-227-15,0-6-523 0,4 2 232 0</inkml:trace>
  <inkml:trace contextRef="#ctx0" brushRef="#br0" timeOffset="103768.89">28295 17763 295 0,'-5'-5'313'16,"-2"-1"-23"-16,3 5-28 0,-1-5-26 0,2 4-22 15,-1-1-25-15,4 3-20 0,0 0-12 0,0 0-11 16,-10 7-9-16,10-1-9 0,3 0-6 0,0 3-15 16,5-2-4-16,0 5-12 0,4-5-9 0,2 3-6 15,4 3-3-15,-6-8-11 0,4 3-2 0,-3-2-9 16,0 1-2-16,-2-2-6 0,-1-1-2 0,-1 0-6 15,0-3 4-15,-2-1 3 0,-7 0-1 0,10-4 0 16,-9 2-1-16,2-5-12 0,-3 7 2 0,-7-11-11 16,0 1 7-16,0 2 0 0,-5-1-21 0,1-2-13 15,2 5-23-15,-5-3-16 0,2 1-22 0,1 5-21 0,-1-5-25 16,2 3-26-16,2 3-35 0,0 1-28 16,8 1-30-16,0 0-226 0,0 0-496 0,0 0 220 15</inkml:trace>
  <inkml:trace contextRef="#ctx0" brushRef="#br0" timeOffset="104003.19">28638 17793 272 0,'2'-6'299'0,"0"3"-25"0,3-1-20 0,1 1-24 16,2 2-14-16,2 1-26 0,2-2-19 0,3 3-16 15,0-1-20-15,4 0-11 0,0 0-12 0,-4 0-13 16,4 2-6-16,-5 1-16 0,1-3-5 0,0 4-12 16,-2-4-16-16,-3 3-34 0,-1-3-32 0,-3 0-38 15,3 0-49-15,-9 0-72 0,8-5-54 0,-5 2-145 16,-3 3-412-16,-1-8 182 0</inkml:trace>
  <inkml:trace contextRef="#ctx0" brushRef="#br0" timeOffset="104209.06">28704 17658 75 0,'0'0'265'16,"0"0"-17"-16,0 0-25 0,0 0-26 0,0 0-17 15,0 0-12-15,0 0-3 0,-6 11-8 0,3-5-10 16,3 0-5-16,-1 5-11 0,2 0-11 0,2 2-1 16,-2 3-21-16,-1 3-7 0,0-2-9 0,3-1-9 15,-1 4-9-15,2-1-6 0,-2 1-5 0,1-1-6 16,1-2-6-16,0 2-18 0,3-4-32 0,-4-2-41 15,-2 0-51-15,3 0-69 0,5-3-65 0,-8 0-166 16,5-5-433-16,-3 1 191 0</inkml:trace>
  <inkml:trace contextRef="#ctx0" brushRef="#br0" timeOffset="104441">28918 17703 273 0,'0'0'255'0,"0"0"-30"15,0 0-27-15,0 0-18 0,0 12-11 0,0-12-14 16,0 10-12-16,5-1-15 0,-5-2-13 0,1 5-9 16,0-1-14-16,2 2-5 0,-1 3-4 0,0-5-9 15,3 6-10-15,-2-4-15 0,0-1-34 0,-2-1-39 16,-1-1-62-16,0 0-47 0,3 0-70 0,-2-3-125 15,2-2-355-15,-3 2 157 0</inkml:trace>
  <inkml:trace contextRef="#ctx0" brushRef="#br0" timeOffset="104784.65">29042 17780 164 0,'0'0'309'15,"0"0"-18"-15,0 0-19 0,0 0-25 0,3-3-20 16,-3 3-11-16,0 0-12 0,0 0-19 0,13 10-19 16,-8-8-16-16,-1 2-15 0,1 0-10 0,-2 1-16 15,1 1-8-15,0 1-12 0,3-2-9 0,-3 1-7 16,0 1-9-16,0 0-5 0,-3 1-8 0,2-2-4 16,-1 2-4-16,-2-1-5 0,-2 0-9 0,2-1-1 15,-3 2 0-15,3-1 1 0,-1-1-9 0,-4-1 2 16,2 1-1-16,1-2-3 0,-3 0 0 0,4 3-4 15,-3-4 0-15,2 0-1 0,2-3 4 0,-2 5 6 16,2-5 2-16,0 7 1 0,1-4 7 0,-1-3 1 16,8 3-2-16,-3 1-5 0,5-1-2 0,-2 0 1 15,4 0-8-15,4-1 3 0,-7 2-24 0,7-3-25 16,-2 4-44-16,-1-1-57 0,1-1-60 0,2-2-68 16,-3 2-298-16,-3-1-601 0,0 1 266 0</inkml:trace>
  <inkml:trace contextRef="#ctx0" brushRef="#br0" timeOffset="105025.32">28274 18303 73 0,'-13'1'333'15,"7"0"35"-15,-1-1 40 0,0 0 23 0,7 0 4 16,-3-4-27-16,3 4-36 0,17-5-38 0,2 1-32 16,9 0-28-16,6-3-30 0,2 3-23 0,8 0-25 15,8 1-18-15,6-2-19 0,-22 4-19 0,20-3-16 16,-14 4-31-16,0 4-45 0,-1-5-69 0,0-2-55 16,-2 6-62-16,-1 1-74 0,-4-1-71 0,3-3-98 15,-7 3-291-15,1 2-728 0,-2-2 322 0</inkml:trace>
  <inkml:trace contextRef="#ctx0" brushRef="#br0" timeOffset="105432.56">28751 18411 235 0,'-8'-1'381'0,"8"1"-22"16,0 0-24-16,0 0-32 0,0 0-19 0,9-6-13 15,-9 6-24-15,14 0-21 0,-6 0-14 0,4 1-19 16,-3 0-18-16,2 2-20 0,-1-1-9 0,-3 2-22 15,0 0-11-15,1 1-9 0,0 1-17 0,-2-1-15 16,-2 2 0-16,-1 1-6 0,1-1-9 0,-3 1-8 16,1 0 2-16,-5 2-9 0,1-4-9 0,2 2 3 15,-2-1 1-15,0-1-11 0,1-1-8 0,-2 0 1 16,2 0-2-16,-2-1 5 0,2 0-2 0,1-4-4 16,-2 5 1-16,2-5-4 0,3 5-1 0,1-2 1 15,2 1-3-15,2-2-18 0,5 0-51 0,-2 1-43 16,8-1-23-16,3-1-51 0,3 0-63 0,3-1-91 15,-6-2-276-15,8-3-655 0,-2 1 291 0</inkml:trace>
  <inkml:trace contextRef="#ctx0" brushRef="#br0" timeOffset="105661.99">29560 18132 23 0,'0'0'430'16,"0"0"-8"-16,0-7-28 0,0 7-59 0,0 0 0 16,7-10-36-16,-5 8-34 0,-2 2-20 0,9-3-23 15,-9 3-23-15,14-3-23 0,-5-1-14 0,-9 4-18 16,19-2-25-16,-9 2-21 0,-10 0-26 0,23 0-56 16,-15 0-50-16,3 0-53 0,-11 0-58 0,20 6-58 15,-11-6-91-15,-9 0-239 0,14 0-576 0,-14 0 255 16</inkml:trace>
  <inkml:trace contextRef="#ctx0" brushRef="#br0" timeOffset="105833.63">29544 18189 235 0,'-7'2'244'0,"0"-1"-14"0,7-1-11 0,-6 5-1 16,6-5-8-16,-8 3-7 0,8-3-14 0,0 0-12 15,0 0-24-15,14 5-19 0,-4-2-7 0,4 1-11 16,3-2-16-16,2 3-12 0,4 1-32 0,-2-4-43 15,-1 2-61-15,5 1-59 0,-6-2-86 0,4 2-201 16,-3-3-428-16,-2-2 190 0</inkml:trace>
  <inkml:trace contextRef="#ctx0" brushRef="#br0" timeOffset="106063.53">30038 17917 284 0,'0'0'285'16,"0"0"-29"-16,0 0-23 0,0 0-8 0,0 0-19 15,0 0-10-15,-17 14-22 0,12-6-11 0,0 2-15 16,1 1-9-16,2 1-19 0,1 2-9 0,-3 3-11 16,2 1-6-16,2 0-19 0,2 1 1 0,-4 0-10 15,8-1-13-15,-1 2-22 0,-1-2-31 0,4 2-40 16,-1-2-46-16,-1-2-45 0,5-4-77 0,-3-2-221 15,-3 0-464-15,1-1 206 0</inkml:trace>
  <inkml:trace contextRef="#ctx0" brushRef="#br0" timeOffset="106281.94">30259 17955 291 0,'3'-6'415'0,"-1"-1"-8"0,-1 0-17 0,3 3-22 15,-3-1-37-15,-1 5-36 0,3-7-32 0,-3 7-29 16,0 0-25-16,0 0-21 0,0 0-22 0,0 0-21 16,-8 27-6-16,4-18-13 0,-3 8-16 15,3 2-5-15,-4 7-18 0,2 1-4 0,-2 0-6 0,2-2-24 16,1 4-30-16,5-1-35 0,-4-2-40 0,3 5-59 16,1-3-61-16,1-1-80 0,1 0-112 0,-4 2-227 15,4-11-640-15,0 0 285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376.76465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2T10:24:47.7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3739 2465 240 0,'-2'4'313'0,"2"-4"-10"0,-2 2-5 0,2-2-8 0,0 0-7 16,-2 6-6-16,2-6 10 0,0 0-10 0,0 0 2 15,0 0-4-15,0 0-6 0,2 5-6 0,-2-5-2 16,0 0-14-16,0 0-3 0,0 0-16 16,0 0-8-16,0 0-4 0,0 0-10 0,0 0-24 0,0 0-13 15,5-13-22-15,-5 7-14 0,4-2-11 0,-3 0-14 16,2-3-10-16,0-1-7 0,-1-5-8 0,1-1-11 15,-1-1-10-15,-1-10-3 0,3-3-11 16,-1-2-4-16,-3-5-3 0,-3-12-5 0,3-1-8 0,-4-1-6 16,4 4 1-16,-7-2-3 0,3 15-2 0,-7-17-3 15,7 17-3-15,0 4-3 0,-4-3 2 0,-1 3-2 16,2 2 2-16,-3 3-6 0,3 7 1 0,0 2 0 16,-2 2-4-16,2-2 27 0,2 6-2 0,-1 3-2 15,2-1 1-15,0 3-4 0,1 1-5 0,2 1-4 16,-3 0 2-16,4 1-11 0,-3 0-4 0,3 4-20 15,0 0-25-15,0 0 1 0,0 0 0 0,0 0 8 16,3 14 3-16,-3-1 4 0,4 4 1 0,-1 1 7 16,2 8-2-16,2 3 5 0,-3-1-2 0,4 3-5 15,-1-1-9-15,0 2-8 0,1-2-7 0,-3-2-8 16,4 0-3-16,-4-3-1 0,3 0 2 0,-4-4-4 16,-1-3 2-16,2-2-1 0,2-4 3 0,-4-1-7 15,2-2 18-15,-2-3 6 0,1 0 6 0,-1-1 5 16,-2-2 6-16,2-1 7 0,-3-2 2 0,0 0 1 15,11-10 5-15,-6 2 0 0,-1-1 3 0,2-3 1 16,-1-3 3-16,-2-1-1 0,2-1 3 0,2-5 3 16,-4 4 2-16,2 1-2 0,-2 4 7 0,-2 2-1 15,2-1 11-15,-2 1-2 0,1 4 0 0,-1 0-10 16,1 1 6-16,-1 3-5 0,-2-1-2 0,1 0-19 16,0 4-37-16,0-6-49 0,0 6-66 0,0 0-27 15,0 0-21-15,0 0-42 0,-6 13-54 0,3-5-72 16,-4 0-328-16,-2 3-767 0,1-1 340 0</inkml:trace>
  <inkml:trace contextRef="#ctx0" brushRef="#br0" timeOffset="734.3">3514 1723 95 0,'3'-11'301'0,"2"3"-27"0,2-4-29 0,5-1-21 15,1 2-23-15,4-2-23 0,2 3-10 0,0 0-22 16,10 2-13-16,1 0-15 0,-2-1-7 0,2 5-13 15,2 4-7-15,-3 0-14 0,5 3-5 0,1 2-8 16,-1 1-9-16,1 6-5 0,0 3-7 0,-1 3-3 16,-4 5 0-16,12 10-4 0,-12-6-3 0,-4 2 7 15,8 14-13-15,-5-2-5 0,-9-7 2 0,-6 2-4 16,6 16-1-16,-6-5-3 0,-1 0-3 0,-6-10-1 16,-3 1 3-16,-4 0-2 0,0-4-2 0,0 4 0 15,-5 0-5-15,-3-2 5 0,-2-3 0 0,-4-1 4 16,-2 2 30-16,-2-1 24 0,-3-2 29 0,-7-1 26 15,1-4 35-15,-3-3 14 0,-2-1 15 0,-1-4 5 16,-1-5-4-16,-1-1-8 0,-2-3-12 0,0 0-11 16,1-4-16-16,-3-5-12 0,4-3-14 0,1 2-11 15,5-2-9-15,5-4-9 0,6 3-5 0,5-1-35 16,3-4-47-16,1 1-47 0,6-4-77 0,0-1-77 16,7 0-62-16,7-1-77 0,7 0-79 0,5-4-304 15,5 2-783-15,1 4 346 0</inkml:trace>
  <inkml:trace contextRef="#ctx0" brushRef="#br0" timeOffset="1093.64">4462 2326 208 0,'1'-4'353'16,"-1"4"-32"-16,0 0-34 0,3-4-35 0,-3 4-31 16,0 0-21-16,0 0-23 0,0 0-17 0,-5 16-19 15,3-9-12-15,0 3-8 0,0 3-17 16,1 6-11-16,-2 2-9 0,3-2-7 0,-2 8-7 0,4 4-5 15,-2-6-6-15,6 5 6 0,-2-5-14 0,0 2-8 16,0 0-5-16,4 0-1 0,-1-7-6 0,0 1 2 16,-1-2-1-16,4-1-2 0,-3 0-5 0,2 0 2 15,-1-3-6-15,2 0-10 0,-1-5-13 0,1-1-11 16,0-2-26-16,-1 0-38 0,2-4-62 0,-3-3-73 16,4-1-55-16,-5 0-203 0,4-4-509 0,-2-3 226 15</inkml:trace>
  <inkml:trace contextRef="#ctx0" brushRef="#br0" timeOffset="1296.75">4435 2629 241 0,'-7'0'299'0,"1"-3"0"0,-3 3 3 16,9 0-6-16,-7-1 15 0,3 0-15 0,4 1-6 16,0 0-14-16,-8-1-15 0,8 1-24 0,0 0-14 15,0 0-24-15,0 0-21 0,0 0-14 0,16-10-18 16,-2 5-18-16,2 3-25 0,3-4-33 0,1-1-45 15,0 2-51-15,3-1-48 0,-4-1-57 0,3 4-68 16,-2-4-72-16,3 1-72 0,-5-2-207 0,1 3-597 16,0 1 264-16</inkml:trace>
  <inkml:trace contextRef="#ctx0" brushRef="#br0" timeOffset="2109.17">4651 2592 50 0,'3'5'158'0,"0"0"4"0,1 1-3 16,5 2-16-16,-2 0-6 0,3 0-11 0,-2 2-11 15,4-4-12-15,0 7-10 0,2-1-12 0,-1 0-5 16,2 0-4-16,-7-2-10 0,1 0-7 0,-1 0-5 16,0 2-3-16,0-3-1 0,-4 1-8 0,-1-1-3 0,1 0-6 15,-1-2 2-15,-3-2 4 0,0 0 18 16,-4 0 19-16,-2 1 16 0,2-3 9 0,-4-1 10 15,0-1 10-15,-4 0 13 0,2-1 11 0,-1-1 8 16,3-2 3-16,-2 1-11 0,1-1-3 0,2-5-11 0,2 3-9 16,-1-1-11-16,3-1-16 0,2 0-20 0,1-4-14 15,4 1-25-15,3-1-21 0,8-2-31 16,1 0-23-16,12-2-23 0,0 0-25 0,-1 2-21 16,-1 5-18-16,5-5-8 0,1 5-12 0,-1-2 8 0,-1 7 0 15,-7 0 9-15,6-6 16 0,-9 6 13 0,-1 0 8 16,-5 1 7-16,-6-1 9 0,3 2 24 0,-6 0 16 15,1 0 15-15,-6 1 8 0,0 0 9 16,0 0 13-16,0 0 19 0,0 0 18 0,0 0 10 0,-29 6 8 16,15-2 13-16,0 0 0 0,-6-2 8 0,1 6 2 15,0-3 5-15,3 3-9 0,1 1-10 0,0-6-7 16,3 5-6-16,-2 0-7 0,5-1-7 0,-2 0 9 16,5 0-12-16,-2 1-6 0,4-1-4 0,4-2-2 15,-1 0-1-15,1 0-1 0,1 0-2 0,3 0 11 16,3-1-13-16,0-1-3 0,6-1-4 0,1 0-4 15,1-2-12-15,0-2-7 0,5 0-4 0,-2-2 7 16,1-1-8-16,-1 0 0 0,-2-3 4 0,3-1-3 16,-8 1 5-16,-1 2-1 0,0-2 5 0,0 1 6 15,-6 1 12-15,3 2 23 0,-1 0 27 0,-3 0 15 16,0-3 6-16,0 6-2 0,-2-2-11 0,-1 3-3 16,4-3-14-16,-4 3-11 0,0 0-4 0,0 0-2 15,0 0-6-15,0 0-11 0,0 0 6 0,-5 10-9 16,2-4 3-16,3 0-9 0,0-1-8 0,0 5-5 15,-1-3 1-15,2 2-15 0,-1 1-4 0,4-2-1 16,0-1-2-16,0-1-5 0,1 1 0 0,-3-2-4 16,6-2-5-16,-2 1 1 0,1-1-1 0,-1-2 5 15,1 1 3-15,0-2 4 0,-7 0 0 0,15-6 5 16,-10 2-2-16,6-2 4 0,-7 1 1 0,3-4 8 0,0 1 2 16,0 0 4-16,-3 0 18 0,1 0 12 15,-2-1 15-15,0 3 21 0,1-1 22 0,-1 3 9 16,-2 1 9-16,0-1 7 0,2-2-18 0,-3 6-10 15,5-2-9-15,-5 2-9 0,2-5-10 0,-2 5-7 0,1-3-15 16,-1 3-5-16,0 0-3 0,0 0-1 0,0 0-13 16,0 0-2-16,7 9-16 0,-6-5-14 0,2 1-19 15,1-1-24-15,2 1-13 0,-1 1-24 16,0-3-26-16,1 2-45 0,-1 0-57 0,2-2-65 0,5 0-61 16,-5-1-187-16,0-2-587 0,0 0 260 0</inkml:trace>
  <inkml:trace contextRef="#ctx0" brushRef="#br0" timeOffset="2265.41">5399 2433 192 0,'-4'-3'326'16,"-3"0"-34"-16,3 0-31 0,0 1-24 0,-4-1-28 15,0 3-28-15,2-1-42 0,6 1-49 0,-20 2-63 16,10 2-86-16,1 0-105 0,-3 0-125 0,1-3-313 15,-8 4 140-15</inkml:trace>
  <inkml:trace contextRef="#ctx0" brushRef="#br0" timeOffset="3457.62">1724 868 209 0,'0'-13'269'0,"-1"2"0"0,-1 2-15 15,-2 0-19-15,-3 0-20 0,-1 4-19 0,-1-1-23 16,-2 2-18-16,-1 0-19 0,-2 2-11 0,-6 4-13 16,-2-1-14-16,3 4-12 0,0 3-8 0,-3 0-5 15,-1 6-8-15,3-4-7 0,6 2-7 0,-4 2-8 16,3-2 0-16,2 3-9 0,5-5 3 0,-2 5-5 16,5-3-2-16,1-1-4 0,2 3-1 0,2-2-4 15,3-2-1-15,1-1 2 0,5 0-1 0,1-3 0 16,4 0-2-16,5 0-6 0,1-5 0 0,2 2-8 15,1-4 4-15,0-2-2 0,0-2-2 0,-1 1 3 16,-2 2-3-16,-1-4 3 0,-9 4-1 0,1-1-2 16,0 2 1-16,-5-1 2 0,0 0 13 0,-6 2-3 15,8-1-9-15,-8 1-2 0,7-2-3 0,-7 2-4 16,0 0 0-16,-4 10 3 0,0-4-4 0,0 1-1 16,-5 1 1-16,3 3 2 0,0-1-2 0,-2 2-2 15,3 0 2-15,-1 0-2 0,5 1 3 0,-2 0 2 16,3 4-4-16,1-3 1 0,2-1-9 0,5 4 4 15,3-3-8-15,1-1 0 0,4-5-17 0,1 0-18 16,5-4-25-16,1 2-23 0,6-6-22 0,-1 2-24 16,-3-5-31-16,5-2-10 0,-3-2-6 0,-4 2 1 15,4-6 7-15,-8 1 3 0,0-2 8 0,-4-2-92 16,7-6-284-16,-8 3 126 0</inkml:trace>
  <inkml:trace contextRef="#ctx0" brushRef="#br0" timeOffset="3785.72">2068 1080 898 0,'9'-16'-54'0,"-4"0"42"0,-4 4 47 0,2 0 40 15,-3 4 30-15,0 2 12 0,-3-1 0 0,2 2-9 16,-3 1-14-16,-3 0-11 0,0 4-5 0,-1 0-9 15,-1 4-3-15,-5 0-7 0,0 4 4 0,-3 1-7 16,3 2-2-16,-1 2-11 0,0 0 0 0,2 2-13 16,-1-2 3-16,0 2 0 0,2 2-1 0,0 0-6 15,4 1-1-15,-2-1-4 0,0 0 2 0,1-2-2 16,1 2 0-16,-2-3-5 0,5-6-10 0,-3 3-7 16,5-4-11-16,-1-1 1 0,0 1-4 0,0-5-3 15,1 1-23-15,3-3-15 0,-8-2-6 0,8 2 5 16,-7-10-6-16,4 2 8 0,2-2-4 0,-3 0 10 15,4-4 5-15,0-4 5 0,0-3 0 0,0-4 2 16,4 6 11-16,-3-10-1 0,4 12 35 0,-1 0 17 16,-3 4 38-16,3 1 17 0,0 1 16 0,-4 5-8 15,0-1-9-15,1 2-8 0,-1 1-8 0,2 1-9 16,-2 3-9-16,0 0-5 0,0 0-8 0,9 8 0 16,-4-2-2-16,4 4-5 0,-4-2-1 0,5 7-2 15,1-1-1-15,4 1 0 0,-3 0-4 0,7 7 2 16,4-4-6-16,-6-4 1 0,6 2-17 0,-6-6-15 15,12 4-20-15,-3-4-30 0,-3-4-39 0,7-2-23 16,-7-2-38-16,-1-2-23 0,6-3-131 0,-6 1-350 16,1-2 155-16</inkml:trace>
  <inkml:trace contextRef="#ctx0" brushRef="#br0" timeOffset="4848.18">2319 1132 151 0,'2'-11'37'0,"1"-1"22"0,-4 4 23 16,-3-4 12-16,-2 1 23 0,2 3 11 0,-3 0-6 15,-2 1 0-15,-1 4-1 0,1 0-6 0,-5 0-10 16,-1 3-6-16,0-1-10 0,1 4-3 0,1 1-9 15,-2-2-4-15,3 2-10 0,-2 1-1 0,2 0-6 16,1 0-10-16,3-1-1 0,4 4-7 0,-3-4-4 16,4 2 1-16,2 0-5 0,2 1 3 0,2-2-7 15,2 0 1-15,5-1-4 0,9 0-5 0,4-1-10 16,-1-2-23-16,9-1-20 0,4 0-16 0,2-3-22 16,-3-1-13-16,2-2-9 0,2 0-19 0,-1-1 4 15,3-3 5-15,-3 2 9 0,-3-1 4 0,0 0 3 16,1-1 11-16,-5 1 13 0,-3 0 10 0,-5 2 17 15,-4-2 18-15,-3 5 15 0,-3-1 30 0,-3 0 13 16,0 0 35-16,-4 3 19 0,1-1 3 0,3 1 1 16,-6-1-8-16,-3 3-3 0,5-2-12 0,-5 2-8 15,0 0-6-15,0 0-9 0,0 0 0 0,0 0-6 16,0 0-5-16,3 9-6 0,-3-9 0 0,-3 9-4 16,0-4 5-16,2 2 11 0,0 3-3 0,-2 1 6 15,-4 5-9-15,3 2 2 0,0 2 14 0,3 1-1 16,-2 5 8-16,-1 1-9 0,1 2-5 0,-1 1-3 15,4 0-3-15,-4 3 2 0,8-4-12 0,-8 2 8 16,4-2-9-16,4-1 0 0,-4 0 3 0,4 0-6 16,-4-9 2-16,3 0-7 0,0-1-3 0,-2-4 1 15,2-1-3-15,-2-2 1 0,-1-1-1 0,3-2 5 16,-3-1 15-16,0-4 46 0,0 2 50 0,0-5 63 16,0 0-11-16,0 0-19 0,0 0-16 0,0 0-15 15,-7-18-14-15,6 6-17 0,-5-5-6 0,3-2-16 16,2-8-23-16,-4-5-15 0,5 0-24 0,-3-3-26 15,3-1-18-15,0-3-10 0,3-10 4 0,-2 13 2 16,-1 3 2-16,0 2 3 0,4 5 3 0,-3-2 7 16,-1 9 6-16,3 0 9 0,-3 6 5 0,0 3 8 15,3-2-1-15,0 1 5 0,-2 1 3 0,2 3-12 16,-2 1 12-16,2 1-13 0,-2 1-2 0,3 0 0 16,-2 2-14-16,-2 2-6 0,5-2-8 0,-5 2-8 15,0 0-17-15,15 3 1 0,-11 2-6 0,4-1-2 16,-1 4-2-16,3-1 6 0,-2 3-4 0,1-1-16 15,1 2-3-15,-1 2-1 0,3 0-8 0,-5-2-2 16,3 0 5-16,-5 1-7 0,3-3 2 0,-4 2-1 16,1-1 4-16,-4-4 5 0,-1 0 8 0,0 0 3 15,-3 0 9-15,-1-1 12 0,-5 0-6 0,2-3 14 16,-3-1-1-16,-3 3 5 0,3-6-5 0,-2 0 8 16,3 1 2-16,-1-3 1 0,3 0 9 0,2-1-3 15,-5-5 2-15,5 2 1 0,5-4 6 0,0-2 0 16,4-5-5-16,1-2-1 0,6-7-3 0,3-1 2 15,3-3-16-15,0 1-11 0,6-17-8 0,-4 16 5 16,0 3 8-16,0-2-1 0,-4 6 26 0,-3 7 39 16,-5 1 41-16,0 0 35 0,-3 6 21 0,0 0 20 15,-3 3 3-15,2 2-11 0,-2 0-16 0,2 2-6 16,0 1-14-16,-3 3-28 0,0-5-4 0,0 5-14 16,0 0 1-16,0 0-17 0,0 0 3 0,-3 14 0 15,-1-3-3-15,4 6-6 0,0 2-2 0,0 3-3 16,0-3-1-16,1 8-11 0,3 0 3 0,-2 2-11 15,5-2 8-15,-4-1-14 0,7 4 2 0,0-4-14 16,-3-5-3-16,1-2-12 0,3-2-5 0,-5 0-14 16,4-2-10-16,-3-2 4 0,2-3-6 0,-2-2 1 15,1 1 4-15,3-4 5 0,0-2 0 0,-4-3-1 16,5 0-3-16,-1-3 7 0,0-1 6 0,-3-4 2 16,1 0 3-16,4-7 3 0,-4 3 5 0,-2 1 11 15,1-5 31-15,-1 6 32 0,-1 1 36 0,-1 0 38 16,-2 1 19-16,2 3 11 0,-4 0-2 0,-1 1-15 15,2 0-10-15,-1 1-16 0,-1 3-18 0,0-5-12 16,0 5-15-16,0 0-1 0,0 0-8 0,-5 12-11 16,1-7-14-16,1 2-18 0,-2 4-21 0,2 1-33 15,2 0-31-15,-2 1-16 0,0 5-25 0,0 0-21 16,3 0-20-16,0 1-31 0,3-2-55 0,-3-6-61 16,3 4-279-16,-2-1-629 0,1-3 279 0</inkml:trace>
  <inkml:trace contextRef="#ctx0" brushRef="#br0" timeOffset="5129.41">1886 1697 2807 0,'-56'13'190'0,"17"-6"-49"16,5 0-49-16,4 0 23 0,10-3 39 15,2 3 9-15,3-5 12 0,8 0-14 0,-3-1-12 0,5 0 3 16,-3 0-4-16,8-1 5 0,-5 2-4 0,5-2-4 16,0 0-7-16,43-15-14 0,12 7-15 0,12-5-13 15,34-5-9-15,4 2-7 0,2-2-14 0,8 1-7 16,-7 0-17-16,1 3-19 0,0 5-33 0,-4-5-32 16,-5 0-61-16,-5 4-77 0,-28 0-70 0,3-1-98 15,-4 1-103-15,-2 0-272 0,-5-4-783 0,-17 0 348 16</inkml:trace>
  <inkml:trace contextRef="#ctx0" brushRef="#br0" timeOffset="6026.92">6105 2656 67 0,'0'0'221'0,"-3"4"-17"16,3-4-15-16,0 0-29 0,0 0-16 0,0 0-3 15,0 0-1-15,0 0-2 0,0 0 4 0,6 6-6 16,-6-6-10-16,6 0-7 0,-6 0-9 0,7 1-19 16,-1 0-11-16,-6-1-7 0,11 0-7 0,-7 0-9 15,-4 0-2-15,15-2-6 0,-11 2-4 0,-4 0 0 16,8-3-5-16,-5 1-9 0,-2-2-9 0,3-1-27 0,-4 5-35 0,-5-5-47 0,2-1-56 0,-4-2-46 15,-2 1-183-15,-3-1-402 0,2 0 179 0</inkml:trace>
  <inkml:trace contextRef="#ctx0" brushRef="#br0" timeOffset="6323.85">6111 2447 98 0,'0'0'306'0,"0"0"-6"16,-3 6-7-16,3-6-9 0,0 0-11 0,0 0-1 16,0 0-19-16,0 0-17 0,0 0-14 0,-4 2-20 15,4-2-24-15,0 0-13 0,0 0-12 0,0 0-17 16,0 0-10-16,0 0-17 0,0 0-7 0,0 0-6 16,16-7-17-16,-12 5-9 0,0 1-3 0,3-3-8 31,0 0-12-31,-2-1-3 0,2 1-7 0,-4-1-18 15,2 0 8-15,-2 0-12 0,1-1-15 0,-4 0-7 16,0 1-25-16,0 1-12 0,0-1-41 0,-4 1-29 0,0 0-29 16,-2 3-33-16,0 0-42 0,-4 0-58 15,2 1-254-15,-2 0-572 0,-3 1 254 0</inkml:trace>
  <inkml:trace contextRef="#ctx0" brushRef="#br0" timeOffset="7608.02">6108 2447 194 0,'0'0'255'0,"0"0"-8"0,0 0-18 0,0 0-15 16,-8 3-19-16,8-3-18 0,0 0-17 0,0 0-18 15,-7 0-14-15,7 0-30 0,0 0-6 0,0 0-8 0,0 0-8 16,1 6-7-16,-1-6-5 0,0 0 11 15,8 4 3-15,-8-4 14 0,15 0-13 0,-1-2-10 16,6 2-2-16,0-2-9 0,4 0-5 0,9-1-8 16,-5-2-3-16,2 1-3 0,0 0-5 0,1 3-5 0,-8-3-3 15,3 1-12-15,-7 2-19 0,2 0-21 0,-2-2-30 16,-7 0-28-16,-1 3-37 0,2-2-31 0,-6 0-27 16,0-1-26-16,-3 2-195 0,-4 1-432 15,3-3 191-15</inkml:trace>
  <inkml:trace contextRef="#ctx0" brushRef="#br0" timeOffset="7858">6199 2642 99 0,'-1'2'242'0,"1"-2"2"16,-9 4-10-16,8-1-5 0,1-3-13 0,-4 4-17 15,1-2-16-15,3-2-13 0,-1 4-18 0,1-4-18 16,-4 2-11-16,4-2-11 0,-3 4-9 0,3-4-8 16,4 6-6-16,-4-6-5 0,8 4 1 0,2-2-1 15,3-1-12-15,11-2-3 0,4 2-10 0,5-2-3 16,-2 0-6-16,3-2-15 0,5 1-27 0,-2-4-30 16,-7 1-40-16,3 0-57 0,-1-3-66 0,-2 2-66 15,-8-1-181-15,-1-1-467 0,-1 0 208 0</inkml:trace>
  <inkml:trace contextRef="#ctx0" brushRef="#br0" timeOffset="9139.12">7332 1645 36 0,'-3'-6'243'0,"2"2"-13"0,-5-2-13 0,2 4-10 16,-8-3-16-16,5 2-12 0,-1-1-18 0,-3 0-19 15,-1 2-7-15,0 2-15 0,-3-2-15 0,2 5-10 16,-1-2-8-16,-4 2-9 0,-2 2-7 0,1 0-6 16,2-1-8-16,4 2-6 0,-2 3-2 0,1-4-7 15,3 4-5-15,2-2-3 0,-3 0-5 0,5 1-5 16,0 1 3-16,0 0-3 0,3 1-3 0,1 0 3 16,3 1-9-16,3 2 4 0,2-2 1 0,1 3-3 15,6 3-1-15,0 0-3 0,9 1 3 0,-1 3-5 16,-4-8-2-16,9 5 2 0,1 2-1 0,-2-2 1 15,1 3-1-15,-2-1 1 0,-4-1-3 0,-3-2-1 16,-1-1 1-16,0 0-3 0,-3 0 0 0,-2 0-1 16,-1-1-1-16,-2 1 2 0,-3-4-4 0,0 4 0 15,-1-3-1-15,-6-2-1 0,2 3 4 0,-6-2 0 16,0-1 1-16,-6 2 0 0,-1-2 1 0,-2 2-3 16,-11 0 10-16,6-4 7 0,-7 3 8 0,-1-2 7 15,-1-1 1-15,3-1-1 0,-2 0 1 0,8-3-4 16,0 1-4-16,4-2 0 0,4 1-5 0,1-4 2 15,1 3-6-15,4-3-1 0,2 1 2 0,1 0-3 16,4-2 2-16,-5 1-4 0,5-1-3 0,0 0 7 16,0 0-8-16,28-2 6 0,-8 1-10 0,1-1 0 15,1 2-3-15,8 0-2 0,-6-1 1 0,-1 2 3 16,0-1 0-16,-1 3 0 0,0-1-2 0,-2 1 2 16,-2-1-4-16,-3 5 0 0,-2-1-4 0,-1-2 9 15,2 7-14-15,-7-3 5 0,5 3 0 0,-8 1-3 0,2 5 6 16,-1 2 0-16,-5 2-2 0,0 8-5 15,-4 1 4-15,0 1 5 0,-2 1-1 0,0 3 19 16,2 0 15-16,1 1-1 0,-1 0 7 0,4-2-1 16,-3 1 6-16,6-2 6 0,-2 0 10 0,3 0 8 0,6-3 3 15,-2 2 11-15,3-6 8 0,1-3 6 0,-1-5-4 16,4-2-4-16,1-2-1 0,3 0-2 16,2-4-8-16,2-2-8 0,5 0 0 0,-5-4-11 15,9-3-12-15,-1-2-28 0,-10-2-55 0,2-2-55 0,-4-4-87 16,-1-2-112-16,6-6-135 0,-8-4-240 0,-1-5-718 15,-1-3 318-15</inkml:trace>
  <inkml:trace contextRef="#ctx0" brushRef="#br0" timeOffset="9894.04">8371 2007 98 0,'4'-9'336'0,"-4"1"-2"0,3 2 7 0,-3 0 5 0,1-1-11 0,-1 3-19 15,0 0-32-15,0 1-39 0,0 3-25 0,0 0-12 16,0 0-34-16,-12 7-14 0,1 5-17 0,-4 1-23 16,-4 9-8-16,1 2-13 0,2 1-3 0,-2 3-7 15,-1-1-8-15,3 1-5 0,1 5-11 0,0-7-2 16,7 2-6-16,1-2-7 0,2 1-3 0,5-7-4 16,1 1 0-16,5-1-6 0,3-2 2 0,3 0 4 15,2-1-15-15,3-3-7 0,4-3-12 0,5 4-31 16,2-5-37-16,1-2-44 0,2-3-48 0,-9-3-66 15,-3-2-69-15,4-4-75 0,-4-2-233 0,-1 1-642 16,0 0 284-16</inkml:trace>
  <inkml:trace contextRef="#ctx0" brushRef="#br0" timeOffset="10300.25">8607 2145 183 0,'0'0'367'15,"0"0"-14"-15,3-4-20 0,-3 4-29 0,0 0-34 16,4-1-27-16,-4 1-33 0,0 0-25 0,0 0-18 0,0 0-13 16,0 0-18-16,0 10-12 0,0-2-15 0,2-3-11 15,-2 2-3-15,0 0-19 0,4 4-5 0,-3-1-2 16,5 0-5-16,-3 0-6 0,5 0 3 15,0-1-19-15,-1-1-2 0,2-3-7 0,3 3 0 0,-2-2-9 16,2-2-7-16,3-2-6 0,-4 0-4 0,1-1-3 16,0-2 5-16,2-2-12 0,-2 1-5 0,-3-5 5 15,2 1 0-15,-4-1 0 0,2 0 0 0,-4-2 12 16,-2-1-8-16,-2-2 1 0,2 1 1 0,-6-2-2 16,2 1 4-16,1 1-3 0,-4-2 2 0,0 2-2 15,-5-1-5-15,5 3 6 0,-4 1-3 0,0 3-1 16,1 0-3-16,-1 1-16 0,-4 1-31 0,1 3-28 15,0 0-21-15,3 3-26 0,-2 1-34 0,1 2-50 16,2-3-41-16,5 3-242 0,-4 1-533 0,2-2 236 16</inkml:trace>
  <inkml:trace contextRef="#ctx0" brushRef="#br0" timeOffset="10518.98">9078 2239 5 0,'0'5'206'16,"0"-5"-13"-16,-1 8-10 0,0-1-3 0,-1-2-14 15,-1 3-18-15,1 0-6 0,-1 0-19 0,-2 3-10 16,1-1-9-16,-1 2-10 0,0-1-7 0,2 0-10 16,-1 3-7-16,-1-2-7 0,4 0-7 0,-5-1-11 15,6 1-28-15,-4-2-42 0,4-2-48 0,0-2-46 16,1-1-58-16,-1-1-103 0,3-1-303 0,1-2 134 15</inkml:trace>
  <inkml:trace contextRef="#ctx0" brushRef="#br0" timeOffset="10753.33">9270 2061 37 0,'0'-7'385'15,"0"7"-13"-15,0 0-35 0,0-4-32 0,0 4-30 16,0 0-33-16,0 0-28 0,0 0-19 0,0 0-21 16,0 0-14-16,0 0-22 0,0 18-7 0,0-9-16 15,3 3-8-15,-2-1-15 0,-1 2-10 0,6 2-3 16,-3 3 0-16,0 0-13 0,0-1-8 0,3 0-17 16,0-1-23-16,0 1-34 0,-1-2-33 0,-3-2-40 15,2-3-47-15,-3 3-65 0,3-5-87 0,-4-2-200 16,3 2-528-16,-2-6 234 0</inkml:trace>
  <inkml:trace contextRef="#ctx0" brushRef="#br0" timeOffset="11034.55">9357 1939 337 0,'0'0'390'0,"0"0"-22"16,0 0-23-16,1-4-29 0,-1 4-28 0,0 0-31 0,0 0-24 16,0 0-25-16,0 0-14 0,17 12-31 0,-8-9-11 15,2 7-14-15,4-2-22 0,0 5-6 16,0 0-7-16,-1 1-16 0,5 0-3 0,1 8-14 16,1 0-4-16,-8-7-7 0,5 8-5 0,-4-5-2 0,-2-1-2 15,1 5-13-15,-2-4-32 0,-3 0-27 0,-1 1-29 16,-3-2-33-16,-1 1-25 0,-4 0-34 0,-2 1-44 15,0 1-65-15,-5-2-61 0,-3-3-208 0,-2 1-563 16,0-3 250-16</inkml:trace>
  <inkml:trace contextRef="#ctx0" brushRef="#br0" timeOffset="11378.27">9885 2477 103 0,'0'0'217'15,"0"6"-25"-15,0-6-7 0,0 6-11 0,-1 4-23 16,-1-6-12-16,-1 6-12 0,1 0-13 0,0-3-6 16,-6 5-14-16,3 1-9 0,-5 2-6 0,2 0-9 15,-1 2-34-15,-4-1-68 0,1 0-94 0,-4-2-160 16,1 1-311-16,1 0 138 0</inkml:trace>
  <inkml:trace contextRef="#ctx0" brushRef="#br0" timeOffset="12065.71">10461 1981 88 0,'9'-10'105'0,"-4"2"18"0,4-3 19 15,1 2 14-15,-6-3 27 0,2 2 19 0,1 0 5 0,-5 1 15 16,5 1 11-16,-4 0 8 0,-2 1 13 0,3 0 10 16,-4 3 5-16,2 1-12 0,0-2-16 0,-2 5-16 15,0-5-25-15,0 5-26 0,0 0-20 16,0 0-17-16,0 0-13 0,-24 18-15 0,10-6-9 0,-2 4-10 16,-2 4-2-16,-5 3-8 0,4-1-9 0,1 2-5 15,1 0-9-15,0 1-6 0,1-1-7 0,2 0-3 16,8-4 0-16,-2 0-5 0,6-1-8 0,1 2-1 15,1-3-14-15,5 1-3 0,2-2-11 0,5-3-11 16,3-2-17-16,6 0-35 0,7-2-39 0,1 1-56 16,-8-5-51-16,3-4-57 0,7-3-62 0,-1-1-64 15,-8 0-205-15,-1-3-647 0,3-3 285 0</inkml:trace>
  <inkml:trace contextRef="#ctx0" brushRef="#br0" timeOffset="12300.06">10680 1966 265 0,'0'0'384'0,"-2"-4"2"0,2 4-5 15,-2-4-10-15,2 4-10 0,-1-5-34 0,1 5-28 16,0 0-30-16,0 0-32 0,0 0-28 0,0 0-22 16,0 0-20-16,0 0-9 0,0 0-25 0,1 14-14 15,1-5-11-15,-1 1-11 0,3 5-11 0,-4-4-4 16,3 5-20-16,1 2-31 0,-1-1-23 0,0 0-36 15,-2 0-34-15,3 0-12 0,0 0-39 0,-1 0-27 0,-1 3-34 16,1-7-50-16,3-1-62 0,-1-1-49 16,-1-1-214-16,3-2-594 0,0-2 262 0</inkml:trace>
  <inkml:trace contextRef="#ctx0" brushRef="#br0" timeOffset="12471.92">10955 2223 154 0,'0'0'195'0,"0"0"-20"16,2 4-13-16,-2-4 12 0,0 6-10 0,-2-2-7 0,2-4-14 16,0 10-11-16,-4-3-9 0,3 1-10 0,-3 0-13 15,1 5-7-15,0-3-8 0,-2 3-7 0,-2 3-6 16,-5-2-10-16,5 0-29 0,-4-1-44 16,3-1-77-16,-3-5-77 0,6 2-161 0,-5-3-352 0,6-2 156 15</inkml:trace>
  <inkml:trace contextRef="#ctx0" brushRef="#br0" timeOffset="12862.51">11076 2017 30 0,'0'0'422'0,"0"0"-8"0,0 0-18 0,0 0-14 15,0 0-22-15,2-7-30 0,-2 7-24 0,0 0-23 16,0 0-25-16,11 2-20 0,-11-2-20 0,0 0-26 16,16 5-15-16,-11-2-22 0,4-1-13 0,0 3-16 15,-1-1-12-15,0 1-13 0,1-1-13 0,-4 1-8 16,-1 1-9-16,5 2-6 0,-6-1-9 0,0-1-6 16,0 3-5-16,-2 1-3 0,-1 1-5 0,0-3-3 15,-4 4-6-15,4-4-1 0,-4 3-2 0,1-4 1 16,-1 3 2-16,-1-2-7 0,1-2-4 0,1 1-2 15,0-3 2-15,-1 1-8 0,1-1 4 0,2 1-1 16,1-5 3-16,0 6-2 0,0-6-1 0,0 3 0 16,0-3 1-16,0 0 2 0,8 2-10 0,-1-1 3 15,2-2-9-15,1 1-17 0,5-4-33 0,-1 1-33 16,5-3-46-16,0-1-47 0,0 0-64 0,0 0-86 16,5-4-82-16,-9-2-276 0,3 4-740 0,-2-4 327 15</inkml:trace>
  <inkml:trace contextRef="#ctx0" brushRef="#br0" timeOffset="13623.11">11407 1867 195 0,'0'-7'398'15,"0"7"-6"-15,0-6-8 0,0 6-22 0,0-4-21 16,0 4-33-16,4-3-22 0,-4 3-33 0,0 0-27 15,0 0-20-15,0 0-26 0,0 0-14 0,12 7-17 16,-4 1-15-16,3 0-12 0,0 1-16 0,4 3-9 16,0 3-6-16,2-1-38 0,4 4-14 0,-2 4 7 15,-2-1-9-15,3 0-3 0,-1 2-2 0,-11-4-2 16,3-1-4-16,1 1-1 0,-5 2-2 0,0-1-17 16,-2 6 2-16,-2-5-23 0,-3 5-39 0,-3-5-22 15,-5-1-28-15,1 1-27 0,-9 5-40 0,2-3-44 16,-6-2-53-16,1-1-72 0,0-6-224 0,1 1-610 0,2-3 269 15</inkml:trace>
  <inkml:trace contextRef="#ctx0" brushRef="#br0" timeOffset="14138.68">12076 2187 118 0,'3'4'254'0,"-3"-4"-7"0,5 4-22 0,0 0-11 15,1 0-15-15,-2-1-15 0,0 1-15 16,3 2-19-16,-3-1-15 0,3 0-9 0,-2 0-18 16,-2 1-10-16,3-1-7 0,-2 3-9 0,0 1-9 15,-1-1 4-15,-2 0-15 0,-1 3-7 0,-1-2-8 0,-2 1-8 16,0 1-20-16,0 0-27 0,-5-1-31 0,-3-1-43 15,3 0-58-15,-3 0-62 0,4-2-182 16,-2 0-415-16,2-3 183 0</inkml:trace>
  <inkml:trace contextRef="#ctx0" brushRef="#br0" timeOffset="14638.64">12635 1787 233 0,'3'-2'316'0,"2"-1"0"15,-5 3-13-15,4-5-26 0,-4 2-15 0,0 3-21 16,0 0-33-16,4-3-15 0,-4 3-28 0,0 0-17 16,-7 13-12-16,0-5-9 0,0 5 3 0,-6 3 5 0,-3 5 3 15,0 2-9-15,-2 0-2 0,3 2-14 16,-1 1-2-16,1 0-8 0,1-1-17 0,5 0-1 16,0-5-16-16,4 7-5 0,5-7 3 0,0 3-11 15,5-3 4-15,8 3-11 0,-1-3 0 0,7-1-11 0,4 0-17 16,7-3-33-16,1-3-43 0,3-3-55 0,0-3-60 15,-1 0-77-15,2-4-86 0,-2-2-272 16,-3-2-656-16,-7-3 291 0</inkml:trace>
  <inkml:trace contextRef="#ctx0" brushRef="#br0" timeOffset="16465.57">13068 1907 194 0,'0'0'255'0,"0"-3"-3"0,0 3-5 0,0 0 5 16,0 0-7-16,0 0-12 0,0 0-20 0,0 0-13 15,0 0-19-15,0 0-19 0,0 0-14 0,0 0-5 16,0 0-25-16,0 0-17 0,-13 7-4 15,9-5-13-15,0 1-8 0,1 1-8 0,0 0-7 0,-2 1-7 16,3-2-4-16,0 1-7 0,1 3-2 0,-2-3-4 16,3-1 1-16,2 2 5 0,2 3 3 0,-2-4 4 15,8 4-1-15,-1 0 3 0,4-1-5 0,0-1 1 16,4 1-6-16,0 0-5 0,-3-3-10 0,-1 3-1 16,1-2 5-16,-6-1-8 0,7-1-5 0,-5 2-3 15,-3-3-3-15,2 1 12 0,-5-1-18 0,0 1-3 16,2-1 0-16,-2-1 7 0,-4-1-6 0,5 7-1 15,-5-4-1-15,0-3 3 0,-4 6-2 0,0-2-1 16,-3-1 7-16,3 2-6 0,-6-3 1 0,1 2 0 16,-2 0 0-16,1-1 5 0,-3 0-7 0,-1-1-3 15,0 1-18-15,1 1-18 0,-6-3-18 0,5-1-21 16,1 0-20-16,1 0-25 0,1-1-26 0,0 1-31 16,4-2-46-16,0-2-49 0,2 1-233 0,-2-1-547 15,5-2 242-15</inkml:trace>
  <inkml:trace contextRef="#ctx0" brushRef="#br0" timeOffset="16668.68">13034 1855 88 0,'-6'-2'272'0,"6"2"-8"0,0 0-6 15,-5-3-7-15,5 3-6 0,0 0-8 0,0 0-19 16,0 0-19-16,0 0-21 0,0 0-15 0,0 0-14 15,27-1-22-15,-15 1-8 0,2-2-12 0,1 3-17 0,9 0-23 16,-2 0-48-16,-3 1-45 0,1-1-51 0,0 1-69 16,1 0-64-16,-6 2-222 0,-1 0-468 15,-1-1 207-15</inkml:trace>
  <inkml:trace contextRef="#ctx0" brushRef="#br0" timeOffset="16934.28">13452 2159 151 0,'-1'5'192'15,"0"1"-6"-15,-1 0-3 0,-2-2-13 0,0 2-13 0,2-1-9 16,-2 2-13-16,-2-1-12 0,3 0-9 0,-1 1-11 15,-1 0-11-15,-2 0-8 0,3-2-6 0,0 1-9 16,-2 1-6-16,4-2-15 0,0 0-29 0,-2 0-34 16,4 0-45-16,0-1-55 0,0-4-63 0,0 4-114 15,0-4-315-15,7 1 140 0</inkml:trace>
  <inkml:trace contextRef="#ctx0" brushRef="#br0" timeOffset="17793.57">13744 1841 256 0,'0'0'267'0,"0"0"-19"0,0 0-29 0,0 0-22 15,0 0-19-15,0 0-18 0,0 0-16 0,-14 7-6 0,8-1-20 16,-1 4-8-16,-2-2-1 0,0 3 5 0,-5 1-18 16,3 2-6-16,3 1-8 0,-4 0-7 15,1-1-6-15,4 1-5 0,0 3-8 0,-1-6 9 16,4 2-19-16,0 1-1 0,3-2-3 0,1 0-1 0,1 0-2 15,3-2 12-15,0-1-17 0,4 1 1 0,0-2-8 16,2-2 2-16,5 0-8 0,1-2 1 0,-1 0-6 16,-1 0 3-16,3-2-8 0,-3-3 8 15,2-1-8-15,-3-4-1 0,-2 2-3 0,-1 0-3 0,0-2 2 16,-2-3-2-16,0 3-3 0,-4 0-4 0,0-5 3 16,-4 3 0-16,3 0 6 0,-6 0-12 0,-1 1 0 15,0-3-2-15,-4 4 3 0,0-2-1 0,-2 4-2 16,-2-2 1-16,-1 2-11 0,-2 1-11 0,1 1-11 15,-1 0-24-15,3 1-19 0,-1 0-35 0,0 1-43 16,2-1-39-16,6 0-55 0,-5 1-143 0,5 1-430 16,5-2 190-16</inkml:trace>
  <inkml:trace contextRef="#ctx0" brushRef="#br0" timeOffset="18106.05">13836 1711 42 0,'0'0'318'0,"-4"-3"-22"15,4 3-26-15,0 0-23 0,0 0-27 0,0 0-12 16,0 0-10-16,10 12-4 0,-2-6-11 0,1-1-14 15,9 6-14-15,-3-1-20 0,2 0-3 0,1-1-8 16,7 8-14-16,-2 1-6 0,-5-4-10 0,3 7-12 16,0-2-9-16,-6-4-6 0,-2 0-6 0,2 2-9 15,-5 2-3-15,-1-2-3 0,1 2-6 0,-6 0-1 16,-3 2 6-16,-1-1-11 0,0 2-14 0,-4-2-19 16,-3 1-28-16,-5 3-30 0,1 5-39 0,-5-5-43 15,-2-1-65-15,4-7-74 0,-4 6-224 0,0-1-542 16,6-6 240-16</inkml:trace>
  <inkml:trace contextRef="#ctx0" brushRef="#br0" timeOffset="18402.89">14256 2245 221 0,'0'4'268'16,"0"-4"-24"-16,0 0-16 0,0 5-15 0,0-5-21 16,2 8-16-16,-1-3-16 0,0 0-18 15,-1 0-12-15,0 3-10 0,-1-2-13 0,-2 3-13 0,1-1-4 16,0 3-8-16,-5 0-7 0,-1 2-10 0,0 3-7 15,-4-2-20-15,0 1-47 0,-3 2-47 0,-2-2-56 16,4-3-88-16,-5 2-188 0,3-4-420 0,3-1 186 16</inkml:trace>
  <inkml:trace contextRef="#ctx0" brushRef="#br0" timeOffset="18965.34">14659 1669 318 0,'1'-5'318'0,"2"2"-4"0,0-1-17 15,-3 4-20-15,3-6-30 0,-2 3-27 0,-1 3-27 16,0 0-22-16,0 0-16 0,0 0-22 0,0 0-8 16,-8 17-10-16,2-7-17 0,-1 2-4 0,-6 3-10 15,3 3-5-15,-2 5-5 0,-2 1-5 0,1-1-10 16,-1 3-2-16,5-8-7 0,-5 9 6 0,5-2-17 15,2 1 0-15,0-7-1 0,4 3 8 0,-1-3-16 16,4 4-2-16,0-4 2 0,6 2-4 0,-1-3-4 16,1 0 4-16,2-2-5 0,5 1-6 0,2-7-1 15,1 3-21-15,2-4-24 0,1 1-34 0,2-4-43 16,-1 0-53-16,-1-3-53 0,3-3-58 0,-3 0-249 16,-6-4-562-16,7-1 249 0</inkml:trace>
  <inkml:trace contextRef="#ctx0" brushRef="#br0" timeOffset="19434.05">14964 1739 213 0,'0'0'342'0,"4"-4"-9"0,-4 4-11 0,1-4-9 16,-1 4-18-16,0 0-22 0,0 0-30 0,0 0-25 15,0 0-24-15,1-2-27 0,-1 2-18 0,0 0-15 16,0 0-14-16,-8 12-16 0,4-7-5 0,-5 3-14 16,1 0-5-16,-1 4-14 0,0 1-1 0,-3 1-5 15,-1 1-8-15,1 0-12 0,1 2 4 0,3-1 8 16,-1 0-14-16,-2-1-7 0,2 2-3 0,5 0-2 15,-2 1 0-15,2-2 0 0,2-3-7 0,2-1 1 16,0 3 3-16,4-3-3 0,0 0-1 0,0 0 3 16,5-3-8-16,-1 0 6 0,2-3-8 0,0 2-2 15,2-5-5-15,0 2 7 0,-2-3-14 0,-2-2 0 0,6 0-5 16,-3-1 1-16,-2 0-5 0,2-4-11 16,-5 2 5-16,-1 0-6 0,-1-2 0 0,-1 0-5 15,1 0 3-15,-7 0-2 0,2-2 8 0,-3 2-4 16,-2 0 5-16,-1 1-1 0,-2-1 10 0,-2-2-9 0,-1 2 2 15,0 2-2-15,1 2-20 0,0-3-17 0,0 1-24 16,0 2-16-16,3-1-36 0,0 1-36 16,1 1-56-16,7 0-52 0,0 0-232 0,0 0-549 15,0 0 244-15</inkml:trace>
  <inkml:trace contextRef="#ctx0" brushRef="#br0" timeOffset="19637.15">15221 2067 53 0,'0'0'238'0,"-3"6"-9"15,2-2-15-15,1-4-10 0,0 7-14 0,-2-4-25 16,2-3-7-16,-3 10-17 0,2-7-13 16,1 4-9-16,-1-4-13 0,-1 3-7 0,1 1-12 0,1-2-10 15,-3 3 1-15,3-1-20 0,-3-4-24 0,-2 5-36 16,1-1-46-16,1-4-54 0,2 1-73 0,-6 0-168 15,2 0-369-15,1-4 164 0</inkml:trace>
  <inkml:trace contextRef="#ctx0" brushRef="#br0" timeOffset="19996.49">15313 1815 220 0,'0'0'255'0,"0"0"-27"0,0 0-16 15,0 0-19-15,0 0-16 0,0 0-4 0,0 0-11 16,0 0-6-16,0 0-6 0,6 16-13 0,-2-11-5 16,-3 3-7-16,2 1-3 0,2 0-4 0,-1 0-5 15,3 0-4-15,-3 1-11 0,4 1-8 0,-1-1-8 16,1 0-6-16,-2 0-7 0,-1 3-9 0,3-5-4 15,-1 2-3-15,-3-2-12 0,0 3 0 0,-1-4-4 16,0 1-4-16,-2-1-5 0,1 0-1 0,1 0-5 16,-3-2 2-16,3 1-1 0,-6-1-2 0,2 3-4 15,-1-4 0-15,0 2-1 0,-1-2 1 0,-1 0-4 16,0 0 0-16,-1 0-5 0,-2 0-11 0,0-2-14 16,0-1-22-16,-5 4-27 0,7-5-27 0,-9 2-38 15,3-2-55-15,-1-2-52 0,1-1-261 0,-3-2-540 16,2 1 239-16</inkml:trace>
  <inkml:trace contextRef="#ctx0" brushRef="#br0" timeOffset="20199.59">15289 1788 109 0,'0'0'340'16,"0"0"-7"-16,0 0-6 0,1-4-20 0,-1 4-27 15,0 0-27-15,5-4-27 0,-2 0-21 0,-3 4-11 16,6-2-32-16,-2-1-15 0,1 1-18 0,2 2-43 16,1-2-33-16,0 2-47 0,3 0-41 0,1 2-47 15,1 0-62-15,6-6-69 0,-6 6-235 0,-1-2-484 16,2-3 214-16</inkml:trace>
  <inkml:trace contextRef="#ctx0" brushRef="#br0" timeOffset="20465.2">15544 1710 177 0,'0'0'261'16,"0"0"-14"-16,17-2-12 0,-17 2-16 0,12 5-13 15,-7 0-11-15,5 2-14 0,-2 1-16 0,3-2-14 0,0 3-11 16,-1 0-15-16,3 4-17 0,1 1-7 0,6 4-10 15,-6-2-5-15,-1 1-9 0,1 0-10 0,-3 1-5 16,0 0-4-16,0 6-5 0,-5-5-9 16,1 2 1-16,0 8-3 0,-3-2-5 0,-7 0-6 15,-1 0-19-15,1-8-22 0,-5 2-26 0,2-1-25 0,-5-1-35 16,-2-1-48-16,1-3-61 0,-3-2-52 0,-4 0-145 16,4-3-434-16,0-1 192 0</inkml:trace>
  <inkml:trace contextRef="#ctx0" brushRef="#br0" timeOffset="21497.9">15886 1495 258 0,'2'-7'316'0,"0"4"-16"0,-2-2-17 0,0 5-19 15,1-6-20-15,3 1-17 0,-1 3-17 0,-2-2-27 16,5 1-16-16,2 0-18 0,-4 0-14 0,7 0-14 16,0 3-8-16,1 0-19 0,3 0-6 0,-3 1-9 15,5 4-10-15,2 1-2 0,0-1-15 0,-3 4 0 16,-3-1-6-16,5 2-5 0,-2 0-4 0,2 1-11 16,-6 1 3-16,2 4-5 0,-3-3-7 0,3 1-6 15,-5 1-6-15,-2 3-2 0,4-6-5 0,-10 7-6 16,3-1-1-16,0 2 5 0,-8-3-6 0,3 3 3 15,-3-1-1-15,-3-1 1 0,-1 1-1 0,-2 0-1 16,2-1 1-16,-7-1-4 0,2-1 11 0,-2 0-5 16,2 0 0-16,-1 1-1 0,1-3 0 0,2 0 3 15,-5 2 0-15,9-5-1 0,-1-1 0 0,0 2 1 16,1-2-4-16,2 2 17 0,2-1-9 0,-3 0 2 16,6 0 4-16,3 2 3 0,3 0 1 0,-1-3 2 15,9 4-3-15,1-1 0 0,-3-1-1 0,4 1 3 16,0-2-3-16,2 0 0 0,-3 2-1 0,-1-4-3 15,-5 1 1-15,2-2-3 0,0-1 3 0,-3-1-5 16,-4-1 1-16,4 0-5 0,-5 0 15 0,1 0-13 16,-4 0 5-16,0 0-7 0,-4 1 4 0,0-3 3 15,-4 2-1-15,1 2-5 0,-4 1 5 0,-2-1-2 16,3-1 5-16,-1 1-2 0,-2 1 0 0,4-2-6 16,4-1 16-16,-5 3-12 0,5-3-1 0,2 4 0 0,3-3 5 15,3 2 0-15,2 2-3 0,2 1 1 0,8 1 4 16,2 1-7-16,-1 2 9 0,11 1-3 15,-2-1-1-15,-1 3 4 0,-5-4 1 0,4 2 0 16,-4-4 4-16,-4 1 5 0,-1-3-4 0,-5 2-5 0,1-3 4 16,-1 1-5-16,-6-1-3 0,-2 1 0 0,-1 0 4 15,-4 0-3-15,-5 0 1 0,-1-1 0 0,-9-2 1 16,-7 5-7-16,-1-1 5 0,-6 1-6 0,4-1 6 16,-8-1 1-16,0-2-8 0,-2 6-26 0,-2-3-29 15,-11 4-58-15,10-3-70 0,-11 2-62 0,14-2-85 16,-5-1-170-16,9-2-541 0,-3 0 240 0</inkml:trace>
  <inkml:trace contextRef="#ctx0" brushRef="#br0" timeOffset="24388.79">5418 3611 191 0,'3'-17'359'0,"1"6"0"0,-1-2 2 0,-3 3 4 15,3 1-12-15,-3 1-21 0,1 3-27 0,-1 0-31 16,0 1-32-16,0 4-30 0,1-6-23 0,-1 6-25 0,0 0-16 16,0 0-15-16,0 0-16 0,-2 22-13 0,2-9-7 15,1 5-13-15,-1 4-5 0,1 4-6 16,3 2-5-16,-3 3-11 0,2-2-3 0,-1 3-6 16,0-1 4-16,3 0-10 0,-3-5-12 0,2 7 2 0,2-5-8 15,-1-1-19-15,-2-5-31 0,1 3-17 0,0-5-27 16,0 0-29-16,-4 0-27 0,0-7-24 0,0 1-35 15,0-2-40-15,-3-2-51 0,3-2-49 0,-1-2-247 16,1-1-618-16,-3-2 273 0</inkml:trace>
  <inkml:trace contextRef="#ctx0" brushRef="#br0" timeOffset="24826.32">5677 3653 309 0,'1'-2'304'0,"-1"2"-23"0,0 0-27 15,3-4-24-15,-3 4-26 0,0 0-23 0,4-4-21 16,-4 4-18-16,0 0-14 0,0 0-15 0,0 0-10 16,0 0-10-16,-5 15-10 0,3-8-8 0,2-2-9 15,-4 2-3-15,0 3-9 0,-2 1-5 0,0 1-3 16,-5-1-2-16,1 2-7 0,-2 1-5 0,-2 0-3 15,-2-1-1-15,0 0-1 0,-2-1-3 0,-1-3-1 16,3 5-4-16,-2-7 1 0,5 2 2 0,0-3 8 16,1-1 11-16,1 0 6 0,2 3 8 0,3-5 0 15,-1 1 5-15,2-3-2 0,5-1 1 0,-4 4 4 0,4-4 7 16,-3 1-16-16,3-1-4 0,0 0-8 0,0 0 2 16,13 5-6-16,0-3-5 0,1 0 0 0,0 2-3 15,5 0-3-15,1 1-8 0,1 0 0 16,-3 0 0-16,1 3-6 0,-4-4 0 0,0 5-8 0,0-3 9 15,1 3-7-15,-6-1-4 0,5 0 5 0,-2 0 3 16,-1 2-1-16,-2-3-9 0,1-1 4 0,1 2-5 16,-2 0-11-16,2-5-4 0,-1 4-12 0,-2-2-20 15,1-1-16-15,1-3-34 0,1 4-43 0,0-2-54 16,-5-2-51-16,4-1-57 0,-3-1-221 0,4-1-568 16,-1 0 252-16</inkml:trace>
  <inkml:trace contextRef="#ctx0" brushRef="#br0" timeOffset="25107.55">6014 3826 134 0,'0'0'439'0,"0"0"-7"0,0 0-17 0,0 0-18 15,0 0-22-15,0 0-19 0,0 0-28 0,0 0-28 16,0 0-29-16,0 0-27 0,0 0-25 0,23-7-21 16,-10 4-22-16,-1 1-19 0,0 0-15 0,11 1-17 0,-3-2-21 15,2 2-36-15,1 1-40 0,2-1-45 16,-1 1-51-16,-2-4-59 0,-2 7-50 0,-1-3-61 16,-5 2-59-16,2-1-60 0,-8 2-248 0,2-2-655 15,-4 3 290-15</inkml:trace>
  <inkml:trace contextRef="#ctx0" brushRef="#br0" timeOffset="25263.78">6094 3986 126 0,'-4'1'232'0,"3"1"-10"0,1-2-6 16,-6 3-3-16,6-3-2 0,-2 4 17 0,2-4 8 16,0 0-4-16,9 6-20 0,3-5-17 0,3-1-24 15,-1 0-10-15,6-1-20 0,0 1-12 0,9-3-21 16,-6 1-36-16,7-1-39 0,-5 1-63 0,3-1-70 15,-3 1-81-15,5-1-90 0,-11-3-155 0,1 1-462 16,-1-1 204-16</inkml:trace>
  <inkml:trace contextRef="#ctx0" brushRef="#br0" timeOffset="25763.74">6633 3654 313 0,'0'0'458'0,"0"0"-29"0,0 0-30 0,0 0-33 16,0 0-34-16,0 0-35 0,0 0-27 0,0 0-30 15,0 0-22-15,23-2-23 0,-12 3-21 16,1 2-16-16,2 1-15 0,3 2-17 0,1-2-13 0,0 3-13 16,-6 1-9-16,4 4-8 0,2 1-13 0,-3 0-9 15,-3 0-1-15,0 3-11 0,-5-1-10 0,1 2-1 16,-1 0-10-16,-7 1 4 0,0 1-3 0,-5-2-1 15,-2 1 0-15,-1 0-3 0,-2 0-6 0,-3-1 7 16,-1-1 12-16,-1-1 16 0,1-1 8 0,4 0 21 16,0-7 10-16,3 4-1 0,-5-5 0 0,7 3 0 15,-1-4-8-15,2-1 2 0,0 0 14 0,3 0 8 16,-1-1 5-16,1 0 16 0,1-3 3 0,4 4-7 16,-4-4-16-16,23-2-9 0,-1-1-9 0,9 2-13 15,3-5-8-15,6 1-11 0,2 2-30 0,-4-2-39 16,7 2-42-16,-6-5-62 0,2 4-64 0,12-2-102 15,-15-1-90-15,0 1-105 0,-1-4-455 0,-4 2-1007 16,-5 2 446-16</inkml:trace>
  <inkml:trace contextRef="#ctx0" brushRef="#br0" timeOffset="26547.29">2508 4938 317 0,'1'-18'342'0,"3"1"6"0,-1 4 5 0,-2 2 3 0,3 1-19 15,-2 4-27-15,-2 1-34 0,1-1-29 0,-1 2-33 16,0 4-26-16,0 0-19 0,0 0-19 0,4 13-23 16,-3-3-8-16,2 9-10 0,-3 2-9 0,2 10-15 15,-2 4-7-15,1 0-7 0,2 18 0 0,-3-5-8 16,0-12-6-16,-3 15-22 0,3-13-17 0,4-1-29 15,-4 2-17-15,4-2-28 0,-3-1-8 0,-1-2-15 16,3-5-18-16,-3-3-23 0,0-6-37 0,0-4-52 16,1-1-67-16,-1-8-299 0,0 2-620 0,0-5 274 15</inkml:trace>
  <inkml:trace contextRef="#ctx0" brushRef="#br0" timeOffset="27000.37">2355 4866 169 0,'-1'-21'334'0,"1"-6"-29"0,0 8-20 0,1 0-24 16,5 1-16-16,-1 0-12 0,3-1-16 0,2 3-19 0,3 0-21 16,1 4-25-16,4-2-11 0,0 2-15 0,10 0-13 15,1 3-9-15,-1 1-11 0,3 6-9 16,2 0-14-16,0 5-9 0,-2 1-6 0,-1 4-3 15,-3 2-5-15,2 1-7 0,-5 5-3 0,-5-2-8 0,0 5-5 16,3 3-2-16,-11-4-9 0,1 1 2 0,-4 0-3 16,-1 7-4-16,-4-4-2 0,-3 6 2 0,-3-8 6 15,-4 7-10-15,-2 0-2 0,-6 0 4 16,-2 0 2-16,-3-2-4 0,-3 1 0 0,-3-6 2 0,3 4 0 16,-7-2-2-16,7-2 1 0,1-1 3 0,3-6 4 15,0 1-3-15,7-1-3 0,-2-7 1 0,3 4 11 16,-1-4-16-16,8-3 3 0,-1 4 2 0,-2-4 0 15,4 2-1-15,0 0 4 0,3 0 16 0,3 1 23 16,2-1 12-16,5 2 14 0,6 2-16 0,5 1-4 16,7 3-8-16,2 0-2 0,3 2-5 0,1 0-4 15,1 2-2-15,-2-5-2 0,-5 6-8 0,0-1-7 16,-2 1 4-16,-6-6-1 0,0 0 0 0,-2 1-9 16,-2 0-42-16,1-2-28 0,-7-1-30 0,0-3-22 15,-2 2-30-15,-1 0-32 0,-3-6-45 0,0 2-53 16,-4-2-73-16,0 2-179 0,0-5-564 0,0 0 250 15</inkml:trace>
  <inkml:trace contextRef="#ctx0" brushRef="#br0" timeOffset="27406.59">3163 5107 84 0,'0'0'261'0,"0"0"-9"15,0 0-8-15,-11 10-7 0,6-5-15 0,2 2-16 16,-5 1-12-16,2 3-14 0,0-1-19 16,0 1-12-16,2 2-16 0,0-3-12 0,-1 7-11 0,6-3-9 15,-5 3-7-15,4-1-8 0,1 1-8 0,2 0-7 16,1-2-4-16,3 2-7 0,0-6 1 0,4 3-7 16,1 2-3-16,1-4-4 0,-2-4-7 0,2-3 3 15,4 3-2-15,2-3-8 0,-5-1-1 0,0-3-2 16,0-2 0-16,0-3-1 0,-2-1-9 0,6-3 6 15,-6 2-3-15,-1-4 11 0,3 0 11 0,-3-5 7 16,-2-1 8-16,-2-1 5 0,1 0 8 0,-4-1 13 16,-1 2 10-16,-2-2 6 0,2 0 26 0,-3 6 20 15,1 0-7-15,-2 0 0 0,1 3-5 0,-3 0-12 16,3 4-7-16,3-3-18 0,-7 4-11 0,4-1-14 16,0 5-17-16,-3-6-32 0,2 3-48 0,1 3-27 15,0 0-15-15,0 0-22 0,0 0-31 0,-3 13-22 16,3-7-25-16,1 1-16 0,-1 3-36 0,2 1-41 15,0 0-62-15,4-3-63 0,-5 3-210 0,2 0-642 16,3-3 284-16</inkml:trace>
  <inkml:trace contextRef="#ctx0" brushRef="#br0" timeOffset="27844.04">3521 5151 141 0,'0'0'326'0,"0"0"-25"0,-1-4-36 0,1 4-27 0,0 0-20 16,0 0-32-16,0 0-17 0,0 0-20 0,0 0-15 15,4 12-6-15,1-4-18 0,-2-2-10 16,2 3-9-16,-1 1-9 0,2 3-9 0,-1 0-5 16,2-1-7-16,1 3-4 0,-2 2-7 0,-1 0-5 0,1-1-3 15,0 0-5-15,-5 1 0 0,2-4-1 0,0-2-9 16,-2 4-3-16,1-3-2 0,-2-3-4 0,0 0 3 15,1-2-1-15,-1-2 0 0,3 0 13 16,-3-1 39-16,0-4 39 0,1 4 26 0,-1-4-2 0,0 0-8 16,0 0 8-16,0 0-10 0,4-18-1 0,0 9-6 15,3-3-2-15,-3-1-5 0,3-2 0 0,0-3-3 16,0 1 5-16,5 1-2 0,-5 1-1 0,2-1 1 16,3 2-6-16,-5 3-4 0,1 1 3 0,-2 2-7 15,0 0-10-15,3 0-4 0,-5 2-11 0,1 2-8 16,2 1-8-16,0-1-9 0,-3 1-7 0,3 3-3 15,-7 0-6-15,14 3-4 0,-7 0-6 0,0 2-4 16,2 0-15-16,-3 4-5 0,5-1-19 0,-4 5-14 16,1-3-18-16,1 6-11 0,3-2-8 0,-6 2-28 15,3-1-33-15,0 0-28 0,-4 4-31 0,1-8-22 16,-2 2-36-16,-1 1-46 0,-2-1-68 0,2 0-356 16,-3 0-781-16,0-3 346 0</inkml:trace>
  <inkml:trace contextRef="#ctx0" brushRef="#br0" timeOffset="29094.04">4849 4899 106 0,'-5'-28'299'0,"1"2"12"16,3 3 12-16,-2 4 12 0,2 0 15 0,1 3-9 16,-2 4-14-16,0 1-13 0,0 4-22 0,2-3-26 15,-3 3-26-15,2 2-26 0,1 1-33 0,0-1-24 16,0 5-32-16,0 0-15 0,0 0-5 0,1 14-10 15,2-3-14-15,3 7-8 0,-2 7-4 0,0 2-12 16,7 2-2-16,-6 6-11 0,2-2-20 0,-1 6-25 0,4-2-13 16,0 11-35-16,-6-11-27 0,3 1-21 0,1-3-23 15,0 1-14-15,-1-2-15 0,-2-2-28 16,-1 0-23-16,-1-6-42 0,0-6-57 0,-3-2-257 0,4-5-603 16,-3-5 267-16</inkml:trace>
  <inkml:trace contextRef="#ctx0" brushRef="#br0" timeOffset="29453.39">5209 4811 107 0,'1'-2'229'0,"-1"2"-25"0,0 0-29 0,0 0-12 15,-8-2-14-15,8 2-19 0,-12 10-9 0,2-2-12 16,1-2-13-16,0 4-11 0,-3-2 0 0,0 6-12 15,-3-1-6-15,1-1-11 0,0 0 2 0,0 0-6 16,-2-1 0-16,-2 1 9 0,2-1 6 0,-1-1 1 16,1-2 4-16,1 0 0 0,2 0-2 0,3-3-1 0,-1-1-6 15,2 2-1-15,3-3-4 0,-1-1-1 16,3 2-5-16,0-1-4 0,-2-2-8 0,4 2 0 16,-2 0-3-16,4-3-6 0,-3 3-5 0,3-3 3 0,0 6-1 15,3-2 14-15,1 1-5 0,1 3 0 0,5 0 0 16,4 4-3-16,-1 0 1 0,2 0-6 15,3 0 3-15,0 1-12 0,6 2 5 0,-5-4-6 16,5 5 1-16,-6-4-6 0,7 4 2 0,2 0 3 0,-12-3-29 16,12-1-20-16,-7-2-41 0,-1 1-54 0,-2-1-59 15,2-3-64-15,0-1-221 0,-7-1-506 0,0-1 224 16</inkml:trace>
  <inkml:trace contextRef="#ctx0" brushRef="#br0" timeOffset="29640.87">5407 5101 294 0,'0'0'306'0,"0"0"-26"16,0 0-26-16,0 0-26 0,0 0-19 0,0 0-15 16,0 0-17-16,0 0-11 0,0 0-15 0,0 0-12 15,21 10-15-15,-14-8-10 0,3 2-11 0,4-4-22 0,-2 2-27 16,1 1-47-16,1 0-56 0,0-1-69 0,5 0-74 15,-5-1-229-15,-2 0-455 0,0-1 202 16</inkml:trace>
  <inkml:trace contextRef="#ctx0" brushRef="#br0" timeOffset="30875.21">5673 4964 205 0,'0'0'411'0,"1"-5"-19"0,-1 5-8 15,1-3-19-15,-1 3-28 0,0 0-20 0,0-5-34 16,0 5-20-16,0 0-39 0,0 0-30 0,0 0-14 16,0 0-20-16,0 0-21 0,15 6-12 0,-12-1-14 15,1 0-4-15,3 5-19 0,-3 1-11 0,8 5-23 16,-6-6-7-16,0 6-15 0,0-4-17 0,3 4-14 0,-2-1-7 15,0-2-11-15,-3-1-11 0,3-1-3 16,-2-1-2-16,-1 0-9 0,0-4 6 0,-1-1 1 16,-1 0 8-16,-1-1 1 0,0 0 6 0,2-2 8 0,-3-2 3 15,0 0 0-15,0 0-1 0,0 0 3 0,8-7 12 16,-5 1 10-16,-2 0 1 0,-1-1 3 0,0-2 10 16,4-3 21-16,-1-1-20 0,5-2 0 0,-5 3-7 15,1-1 9-15,4 2-5 0,-4-2 0 0,0 4 4 16,-1-2 2-16,0 7-5 0,0-4-5 0,-2 3-4 15,3 0-14-15,-1 4 8 0,-3 1-7 0,8-3-3 16,-8 3 12-16,11 4-24 0,-9 0-15 0,4 2-2 16,1 3-3-16,-2 4-3 0,-1-4-12 0,3 5 0 15,-3-3-2-15,2 1-9 0,-1-1 0 0,-1 1-2 16,0-2-1-16,1 1-1 0,0-3 3 0,0 2 4 16,-2-4-1-16,0 1 9 0,-2-1 5 0,0-1 5 15,3-2 5-15,2 0 3 0,-6-3 4 0,2 1 2 16,-2-1 2-16,7-5 7 0,-3 1 7 0,-1 0 15 0,0-2 4 15,2-2 8-15,-2 2 12 0,1-5 3 16,3 1 13-16,-3-7 9 0,3 1 20 0,-1 1-6 16,1 4 11-16,-3-2-2 0,2 4 9 0,-2-2-3 0,0 4-4 15,-1-1-5-15,1 3-15 0,0 0-4 0,-3-1-6 16,-1 3-12-16,0 3-4 0,4-5-18 0,-4 5-10 16,6-2-2-16,-6 2-7 0,0 0-13 0,11 7-2 15,-7-2-8-15,0 0-6 0,1 4-14 0,1 0-5 16,2 0-7-16,1 3-7 0,-2-1 0 0,1-3-1 15,1 1-8-15,3-1 3 0,1 0-2 0,1-1-9 16,-2-5-5-16,3 2-4 0,0-2-2 0,4 0-2 16,0-1 12-16,0-1 5 0,1 0 2 0,-6-2 7 15,5-2 3-15,-4 0 7 0,3-2 7 0,-6 2 3 16,-1-2 4-16,1-2 6 0,-2-2 8 0,-2 2 5 16,1-4 7-16,-2 2 9 0,0 1 12 0,-3-4 6 15,-4 6 5-15,3-5 18 0,-3 6 23 0,0-4-9 0,-3 4 4 16,-1-1-3-16,0 1 7 0,-2 1-13 0,1 0-17 15,-6 2-5-15,3 0-3 0,-3 1-4 16,-1 2-4-16,0 3 0 0,1 2 0 0,-3 0-5 0,3 0-1 16,-1 5 0-16,3-3 3 0,0 5-5 0,7 6 3 15,-1-3-2-15,3 1 0 0,4 1 1 0,4 1 3 16,2-1-8-16,5-3 0 0,9 3 3 0,6 1-1 16,3-1-10-16,1-4-1 0,1 0-14 0,3-4-4 15,-1 1-2-15,2-5-1 0,-1-1-5 0,2 0 2 16,1 0-2-16,-2-8 0 0,-4 1 4 0,2 0 4 15,-3-2 3-15,-1-6 3 0,-3 5 0 0,-3-7 5 16,-7 6 0-16,-2-7 2 0,1 1-4 0,-4 0 7 16,0-1 0-16,-7-3 5 0,-1 0 10 0,0 0-8 15,-6 2 6-15,-2 2 9 0,-1 3 7 0,-3-3 4 16,-2 2 0-16,0 1 0 0,-4 2-1 0,-5-2-5 16,1 2-2-16,-5 3-4 0,1 1-3 0,-6 3 1 15,5 1 0-15,-13 2-3 0,1 3 0 0,2 5 0 0,2-1 0 16,0 0-8-16,9 0 1 0,-2 3 7 0,2 5-5 15,6-3 3-15,1 2-2 0,-2 1 14 16,5-1-16-16,3-1-3 0,2-2 1 0,4-2 0 0,0 2 0 16,4-2-1-16,0 0 1 0,4-2 1 0,-1-4-2 15,3 0 1-15,0 0-4 0,4-2 5 0,5-2 1 16,-1-4 1-16,-3 1 1 0,1-6 2 0,3 0-2 16,-1 1-2-16,2-4 3 0,-4 0 1 0,-2-2-1 15,4 0 12-15,-7 1 8 0,1-2 22 0,0-2 33 16,-8 4 18-16,2 0 12 0,1 1 12 0,-5 1 0 15,1 5 1-15,-2-1-9 0,5 1-14 0,-6 0-10 16,2 0-11-16,-2 5-18 0,2-3-10 0,-2 3-6 16,0 0-6-16,0 0-8 0,0 0-11 0,-6 13-15 15,2-8-8-15,3 4-10 0,1-3-12 0,1 6-14 16,-1-1-8-16,6 1-22 0,-5 2-13 0,3-1 3 16,0-2-22-16,3 1-18 0,-4-2-19 0,6-1-20 15,-1-2-34-15,-2 0-40 0,5 0-42 0,-2-4-50 0,2 1-271 16,-3-2-642-16,4-4 284 0</inkml:trace>
  <inkml:trace contextRef="#ctx0" brushRef="#br0" timeOffset="31236.07">7167 4939 56 0,'0'-6'263'0,"0"2"-12"0,0 0-16 0,-1-1-23 16,1 5-20-16,-1-4-24 0,1 4-11 15,0 0-20-15,0 0-15 0,0 0-11 0,-14 12-8 16,10-6-9-16,1 1-6 0,0 3-6 0,2 2-11 15,-2 2-1-15,2 4-10 0,1 0-5 0,0 0-6 0,0 0-4 16,1 0-6-16,2-1 1 0,-3-2-5 16,4 2-3-16,-1-6-5 0,1-1-5 0,-1 0-3 15,0-3-1-15,-1-1-1 0,5 0-1 0,-3-4-2 0,2-2-4 16,0 0 2-16,-6 0-1 0,14-5 0 0,-6-3 8 16,2 3 20-16,-1-3 29 0,1 1 17 0,-2-2 16 15,3-4 42-15,-3 4 14 0,3-5 26 0,-3 4 19 16,-4-2 11-16,4 3 0 0,-2-1-6 0,-2 5-7 15,0-2-11-15,0 2-14 0,0 2-14 0,-2-1-18 16,1 0-19-16,-3 0-18 0,0 4-22 0,0 0-17 16,7-3-9-16,-7 3-11 0,7 7-23 0,-4-3-21 15,1 2-22-15,4 3-27 0,-3-1-24 0,1 2-29 16,-1 0-39-16,2-1-26 0,4 0-17 0,-4-2-29 16,1 1-38-16,0-1-49 0,4-1-46 0,-5-2-347 15,0 0-748-15,2-2 331 0</inkml:trace>
  <inkml:trace contextRef="#ctx0" brushRef="#br0" timeOffset="31501.67">7672 4923 320 0,'0'-2'321'0,"0"2"-15"16,-3-6-13-16,-1 4-16 0,4 2-21 0,-15-1-16 15,11 1-15-15,4 0-19 0,-15 3-24 0,8-1-19 16,-2 2-19-16,2 0-15 0,2 0-11 0,-1 1-11 15,2 1-10-15,-3 2-13 0,6-2-5 0,0 2-8 16,1 3-1-16,2 4 0 0,5 1-8 0,-2-6 1 16,5 6 1-16,-2 2-2 0,3-4-12 0,-1-1-8 15,-1-3 0-15,2 0 4 0,-3 1-8 0,-1-3-11 16,0 3 2-16,-3-3-5 0,4-3-18 0,-3 2-18 16,-3-2-4-16,-2 1-13 0,-2-1-15 0,-3 2-20 15,-3-4-21-15,-2 0-22 0,-8 2-24 0,-2 1-40 16,0-4-46-16,-2 1-73 0,-8-1-235 0,-1 1-568 15,2-4 251-15</inkml:trace>
  <inkml:trace contextRef="#ctx0" brushRef="#br0" timeOffset="33037.86">8630 4849 106 0,'1'-5'400'0,"2"-1"-1"0,-2 1-2 0,-1 0-7 16,0 5-33-16,3-7-28 0,-1 4-33 0,-2 3-37 15,2-5-33-15,-2 5-15 0,0 0-34 0,0 0-20 16,0 0-15-16,-4 17-14 0,1-4-13 0,3-2-14 16,0 5-6-16,-1-1-8 0,-2 3-7 0,3 1-16 15,4 0-13-15,1-1-7 0,-2 3-15 0,2-5-1 0,1 0-11 16,-1-2 1-16,2-3-9 0,1 0-2 16,1-1 1-16,-4-5-6 0,1 0-1 0,1-1 2 15,3-1-4-15,1-5 5 0,-4 1-2 0,5-1 1 0,-1-5 0 16,1 1 0-16,-2-4-1 0,-3 0-7 0,4 0 8 15,-5-1 0-15,1 1-4 0,1-2 9 0,-4 1-4 16,4 1-4-16,-5 1 17 0,1 3 7 0,0 0 2 16,0 1-9-16,-2 2-3 0,2-1-5 0,-3 2-5 15,-1 2-12-15,0 0-5 0,8 0-8 0,-8 0 17 16,7 4-5-16,-3 1 5 0,3 0 2 0,-1 0-3 16,4 2 0-16,0 1 0 0,4 5-4 0,2-4 1 15,-4 0-9-15,4-1 14 0,-2-6-1 0,6 6-6 16,-6-4 9-16,2 0 0 0,-3-2-4 0,0-1-6 15,-2 3 10-15,-1-6-1 0,0-1 5 0,-1 1-2 16,0-2 3-16,-2-4 0 0,-2 4-1 0,-2-2-4 0,0-3-9 16,-3-1 13-16,0 2 9 0,-3-2-19 0,0-1 1 15,0-1-7-15,-2 0-17 0,-3 0-5 16,1 2-16-16,0-3-12 0,2 5 2 0,-2-3 2 16,3 1 1-16,0 3 1 0,3 1-3 0,-1-1 15 0,1 3-11 15,2-4-5-15,1 3 6 0,-1 1 6 0,3 2 6 16,2-1 3-16,2-4 5 0,0 5 3 0,0-2 3 15,5 2 1-15,-2 1 5 0,2-3 2 0,2 2 6 16,-4 1 7-16,3-1 2 0,0 2 8 0,-2 2 4 16,-1-2 1-16,0 2 3 0,3-1 1 0,-5 4 1 15,2-3-5-15,-3 2 3 0,3 0-3 0,-1 3 1 16,-2-5 0-16,-3 4-3 0,5 3-5 0,-6-1 3 16,3 2 4-16,-2-1-3 0,2 4-2 0,-3-2 1 15,-1 1 2-15,-1-1-3 0,1 2 3 0,0 3-3 16,1 3 1-16,-3-3-9 0,2-3-18 0,0 0-24 15,-2 0-23-15,2-3-33 0,1 3-51 0,-1-3-52 16,2-1-59-16,-2-4-226 0,1-1-531 0,3 0 236 16</inkml:trace>
  <inkml:trace contextRef="#ctx0" brushRef="#br0" timeOffset="33287.83">9500 4566 154 0,'0'-5'419'0,"-4"1"-30"0,4 1-23 0,0 3-41 15,-5-7-37-15,5 7-36 0,0 0-35 0,0 0-15 16,0 0-16-16,-2 17-20 0,2-7-2 0,4 3-25 16,2 2-14-16,-5 3 6 0,7 1-26 0,2 8 7 15,-1-4-29-15,7 5-4 0,-3-2-8 0,-1 0 10 16,0 1-29-16,-1-2 3 0,1 3-35 0,-2-1-33 15,2-1-30-15,-5-8-22 0,0 1-32 0,0-1-39 16,-2-2-52-16,3 0-74 0,-4-6-302 0,-3-1-609 16,2-3 271-16</inkml:trace>
  <inkml:trace contextRef="#ctx0" brushRef="#br0" timeOffset="33694.04">9708 4551 287 0,'0'-4'283'0,"0"0"-29"16,0 4-26-16,2-4-27 0,-2 4-18 0,0 0-20 15,0 0-20-15,2 13-16 0,-2-4-11 0,4 3-12 0,3 3-8 16,-6-2-12-16,2 7-6 0,1 1-9 0,-1 4-8 16,-2 4-2-16,3-1-8 0,-2 1-3 0,-1-2-5 15,2 2-4-15,1 0-3 0,-3-1-3 0,3-6-4 16,-2-2 0-16,2 7-1 0,0-8-3 0,-4-1 0 15,1-7-3-15,-1 1-5 0,3 0-9 0,-2-6 1 16,2 0-2-16,-2-2 4 0,1-1-2 0,-2-3 1 16,8 0 0-16,-8 0 0 0,8-10 5 0,-1 2 17 15,-3 3 19-15,5-7 19 0,-2 3 15 0,1-1 9 16,-2 2 12-16,3 0 8 0,-1-1 3 0,-1 2-1 16,-1 2 0-16,-1 0-5 0,3 0-16 0,-4 1-6 15,2 0-10-15,2 3-12 0,-2 0-8 0,4 1-10 16,-3 1 0-16,4 1-7 0,1 3-5 0,-1 2 9 15,4-1-18-15,-4-1 0 0,3 3-3 0,-2-1-32 0,4 0-17 16,-2 1-18-16,1 1-24 0,-5-1-13 16,4-5-21-16,-7 2-22 0,5 2-23 0,-5-6-33 15,1 2-58-15,-4-3-58 0,-4 0-283 0,7-4-626 0,-3 0 277 16</inkml:trace>
  <inkml:trace contextRef="#ctx0" brushRef="#br0" timeOffset="33897.15">9436 4728 296 0,'-8'0'374'0,"1"-3"-5"0,3 2-18 0,4 1-28 16,-3-5-26-16,3 5-30 0,3-9-27 0,2 6-25 16,5-2-13-16,6 1-29 0,-2-1-21 0,6 0-13 15,12 0-13-15,-11-2-44 0,9 4-26 0,0-3-65 16,-9 4-48-16,0-2-56 0,1 1-59 0,-3 1-65 15,-4 0-276-15,-5-2-555 0,-1-2 246 0</inkml:trace>
  <inkml:trace contextRef="#ctx0" brushRef="#br0" timeOffset="34037.76">9110 4435 162 0,'-14'0'181'15,"0"0"-32"-15,5 0-40 0,-2 1-49 0,7 0-55 0,4-1-116 16,-3 5-121-16,3-5 53 0</inkml:trace>
  <inkml:trace contextRef="#ctx0" brushRef="#br0" timeOffset="34756.44">11044 5519 150 0,'8'3'255'0,"-4"-2"-24"16,-4-1-22-16,14-7-3 0,-6 2-4 0,3-2-6 16,-2-4-4-16,3-1-3 0,2-2 13 0,1-2-5 15,-3-1-5-15,3-6-2 0,-1-1-15 0,0-3-4 16,0-4-6-16,-1 4 5 0,1-4-23 0,-4-3-11 16,3 1 1-16,-3-3-23 0,8-15-10 0,-10 15-6 15,4-14-6-15,-1 0-16 0,-7 15-1 0,2-3-2 0,2-11 7 16,-3 11 4-16,-1 3 1 0,2 0-9 0,-5-1-7 15,3 2-2-15,-1 2-8 0,-3 3-5 16,-3 2-2-16,6 7-4 0,-6 2-5 0,-1 1-4 0,3 4-6 16,-5 2 1-16,5 2-5 0,1 2 6 0,-4 3-17 15,1-2-7-15,3 3-24 0,0 3-9 0,-4-2-3 16,4 2-5-16,-5 9 8 0,3 0-2 0,2 1 3 16,-4 4 0-16,4 4-1 0,0 1-1 0,1 1 0 15,4 0-16-15,0 5 12 0,2 3-5 0,1-8-9 16,0 1 9-16,-4-2-13 0,7 0 0 0,-4-1 17 15,5-2-14-15,2-2 2 0,-3-4 3 0,-2 0 6 16,2-1-1-16,3-4 3 0,-2-1 0 0,3-3 1 16,-2 0 0-16,1-2 2 0,1-2-4 0,0-2-3 15,0-4 3-15,0-1 2 0,-3 2 4 0,3-5 6 16,-3 0-6-16,-2-2 17 0,-2-1-9 0,1-4 4 16,-2 2 16-16,-4 0 17 0,3-1 10 0,-4 2 29 15,0 0 22-15,-1 4 25 0,-1 3 19 0,1 0 12 0,-1 3 6 16,0 0 2-16,0 1-7 0,-1 1-16 0,1 2-16 15,0 3-15-15,1-5-12 0,-1 5-13 0,0 0-6 16,0 0-14-16,0 0-3 0,0 0-7 0,-5 12-1 16,5-1-4-16,0 5-5 0,0 1-5 0,4-1-3 15,-1 5-1-15,0-1-2 0,3 1-6 0,1 6-9 16,-3-2-14-16,3-4-20 0,4 3-27 0,-2-5-32 16,2 7-32-16,0-2-45 0,-3-4-26 0,0-1-30 15,7 5-50-15,-5-8-66 0,-1-2-72 0,-2-2-267 16,3-2-737-16,-1-1 327 0</inkml:trace>
  <inkml:trace contextRef="#ctx0" brushRef="#br0" timeOffset="34990.89">11931 4938 225 0,'1'4'234'0,"-1"2"-11"15,1 2-13-15,2 0-10 0,1 4-7 0,-3 1-14 16,-1 1-9-16,3 4-22 0,-2-2-9 16,5 2-16-16,-3 0-13 0,-2 2-7 0,0-1-11 0,2 0-4 15,-3 0-13-15,3 2-5 0,1-3-13 0,-3-4-32 16,0 3-40-16,-1-4-52 0,3 0-71 0,0-4-66 16,-3-1-170-16,0-2-404 0,4-1 179 15</inkml:trace>
  <inkml:trace contextRef="#ctx0" brushRef="#br0" timeOffset="35225.24">12224 4750 94 0,'0'0'416'0,"0"-6"-11"0,0 6-25 0,0-6-23 0,2 3-33 15,-1 0-22-15,2-1-35 0,5 2-19 0,-3 0-31 16,3 0-21-16,2 0-24 0,5 1-15 16,-1-1-12-16,2 1-32 0,3 2-24 0,1-1-34 0,2 3-37 15,-3-3-33-15,2 1-39 0,-2 0-41 0,-4 2-45 16,-2 0-50-16,2-2-50 0,0 2-67 0,-6-1-179 16,1-1-526-16,-2 2 233 0</inkml:trace>
  <inkml:trace contextRef="#ctx0" brushRef="#br0" timeOffset="35381.47">12358 4829 115 0,'-9'5'243'0,"1"-3"-10"0,3 3-9 15,-3-1-15-15,4-2-12 0,-2-1-4 0,3 3-14 16,-1-2-7-16,4-2-17 0,-4 5-11 0,4-5-1 16,3 5-5-16,2-2-15 0,0-1-6 0,-1 3-4 15,5-2-17-15,-1 0-24 0,5-1-39 0,0 3-62 16,2-2-72-16,3-1-91 0,0 3-238 0,3-4-466 0,1-1 207 15</inkml:trace>
  <inkml:trace contextRef="#ctx0" brushRef="#br0" timeOffset="35865.8">13179 4467 190 0,'0'-3'375'0,"1"-1"-35"0,-1 4-40 0,3-4-36 16,-3 4-22-16,0 0-30 0,0 0-19 0,-16 16-22 15,6-6-14-15,1 5-12 0,-1 2-6 0,-5 6-11 16,3 2 0-16,-1 1-17 0,3-1-5 0,-1 0-13 16,0 2-6-16,3-3-6 0,1 3-7 0,3-8-9 15,1 8-2-15,1-9 8 0,2 1-19 0,2-1-7 16,4-1-9-16,-1-3-15 0,1 1-6 0,7-1-25 16,1 2-32-16,1-6-44 0,4-1-51 0,1 0-52 15,9-2-77-15,-7-5-263 0,-2-2-574 0,3-2 254 16</inkml:trace>
  <inkml:trace contextRef="#ctx0" brushRef="#br0" timeOffset="36195.44">13444 4656 74 0,'-8'2'246'0,"-3"6"-6"0,3-4-5 15,-4 2-7-15,5 2-12 0,-4-1-14 0,2 3-11 16,2-2-10-16,0 2-18 0,3 0-6 0,1 0-3 15,-1 1-12-15,0-1-6 0,4 0-4 0,0-1-7 16,4-2-5-16,2 1-5 0,-1 1-7 0,3-2-7 0,6-2-7 16,-5 0-14-16,2 2-6 0,4-6-5 15,0 0-9-15,0-1-9 0,0 0-9 0,0-2-14 16,1-4-16-16,-1 0-20 0,-4 0-3 0,5-6-8 0,-3 0-6 16,-4 0-11-16,2-4-5 0,-3-1-2 0,-1 1-7 15,-4-2-5-15,0 0 0 0,-2-1 4 0,-4 6 5 16,1-1 1-16,-4 3 7 0,2-1 0 15,-6 3-7-15,0 1-8 0,0 3-9 0,0 1-12 0,-3 2-16 16,1 1-27-16,-2 3-25 0,6-1-32 0,0 3-29 16,-4 1-174-16,3 2-406 0,4-2 180 0</inkml:trace>
  <inkml:trace contextRef="#ctx0" brushRef="#br0" timeOffset="36367.29">13814 4812 2 0,'4'4'215'0,"3"0"-8"0,-4 1-7 0,1-1-17 16,-3 0-15-16,-1 2-11 0,2 2-9 0,-4-2-7 15,2 3-11-15,-1-1-17 0,1 4-6 0,-4-2-11 16,-2 0-9-16,2 1-9 0,0 1-4 0,-1-1-7 16,-3 2-5-16,2-2-8 0,-2 0-26 0,-1 0-39 0,0 0-65 15,3-1-66-15,0-2-206 0,-2-5-377 0,4 0 166 16</inkml:trace>
  <inkml:trace contextRef="#ctx0" brushRef="#br0" timeOffset="36617.26">14112 4565 191 0,'0'0'369'0,"4"-3"-24"0,-4 3-30 0,0 0-30 16,0 0-33-16,0 0-28 0,0 0-24 0,0 0-22 16,7 11-15-16,-8-5-16 0,1 3-13 0,0 1-13 15,1 3-8-15,2 0-13 0,-2 2-5 0,7 2-8 16,-4 0-11-16,-1-1-6 0,1 2-10 0,0-5-23 16,4 0-29-16,-5 1-34 0,1-1-15 0,-1-3-46 15,0 2-77-15,1-1-76 0,-3-1-43 0,1-3-173 16,0-1-492-16,1-2 219 0</inkml:trace>
  <inkml:trace contextRef="#ctx0" brushRef="#br0" timeOffset="36882.87">14171 4363 22 0,'0'0'377'0,"-2"-5"-26"0,2 5-27 15,0 0-33-15,0 0-12 0,0 0-19 0,0 0-19 16,18 7-21-16,-10 0-3 0,2 0-34 0,5 5-28 16,-2 1-10-16,3 1-12 0,0 1-13 0,4 6-15 15,-2 2-10-15,-1 2-13 0,-3-2-4 0,4 3-6 16,-7 0-6-16,-1-1 6 0,-3 2-18 0,-1 1-10 16,-4 3-6-16,-2-4-1 0,-2 2-10 0,-1 0-37 15,-8 0-41-15,-4 0-55 0,-3 2-67 0,-1-1-93 16,-4-5-315-16,1 5-628 0,-1-5 278 0</inkml:trace>
  <inkml:trace contextRef="#ctx0" brushRef="#br0" timeOffset="37561">15510 4956 73 0,'0'0'389'16,"0"-5"-35"-16,0 5-36 0,0 0-38 0,0 0-26 0,0-4-31 15,0 4-22-15,0 0-19 0,0 0-23 16,0 0-13-16,0 13-16 0,0-6-11 0,0-1-13 15,0 2-8-15,2 2-20 0,0 3-14 0,0-4-28 16,-1 1-27-16,-1 1-29 0,1 3-42 0,1-3-48 0,-1 2-71 16,2-3-50-16,-3 2-206 0,1-2-471 0,2 0 209 15</inkml:trace>
  <inkml:trace contextRef="#ctx0" brushRef="#br0" timeOffset="38185.98">16041 5131 229 0,'11'-6'336'0,"-1"0"-10"0,0-1-10 15,1 1 0-15,2-6-3 0,-2-1 0 16,-1 3 0-16,4-4-7 0,-1 1-3 0,-3-2-13 15,-4-2-11-15,1-2-15 0,0-1-15 0,0 1-15 0,2-7-20 16,-2-2-23-16,-3-1-14 0,0 1-21 0,-1-3-13 16,-1-3-17-16,-1 1-11 0,0-2-14 0,-1-1-11 15,0 0-10-15,0-1-4 0,0 1-13 0,0 4-5 16,0-4 1-16,0 4-13 0,4 4-6 0,-3 1-2 16,-1 8-2-16,0 1-3 0,0 5-1 0,3 1-8 15,-3 4 0-15,0-3-4 0,2 5-5 0,-2-1-2 16,0 1-5-16,0 3-18 0,1 0-25 0,-1 3-16 15,0 0-1-15,0 0 2 0,0 0 7 0,0 0 1 16,0 20 5-16,0-8 3 0,0 2 6 0,0 2 3 16,0 6-1-16,0-1 7 0,0 6 2 0,0-1-1 15,3 1 2-15,-2-6-18 0,2 0-8 0,-2 0-2 16,2-1 1-16,0-2 0 0,-2-2 2 0,1-3-10 0,0-1 0 16,2-3-1-16,-1 1-3 0,0-3 8 0,2 1 8 15,-1-6 4-15,0 4-1 0,5-4 8 16,0-1-1-16,2-2 1 0,-3-1 3 0,3-2 1 15,1-2 5-15,2-1 3 0,-3-2 2 0,1-4 4 0,1-1-9 16,1-3 10-16,1-1 4 0,-7 2-1 0,3-2 4 16,-3 1 1-16,-1 1 18 0,-3-1 9 0,0 4 9 15,0 2 14-15,-1 5 5 0,-3-4 7 0,4 4-4 16,-5-1-4-16,1 4-10 0,0-4-9 0,1 5-6 16,-1 2-9-16,0-5-2 0,0 5-4 0,0 0-5 15,0 0-4-15,0 0 3 0,-5 14 1 0,3-6-4 16,2 1 5-16,-2 5-10 0,4 2-7 0,0 2-16 15,-1 0-10-15,2 1-11 0,1 1-28 0,4 0-24 16,-1-1-35-16,2 0-29 0,1 0-23 0,-2 0-42 16,0-1-48-16,2-2-67 0,-1-1-319 0,-2-5-715 15,-2 1 316-15</inkml:trace>
  <inkml:trace contextRef="#ctx0" brushRef="#br0" timeOffset="38498.46">16650 4785 114 0,'0'0'283'0,"4"4"-4"16,-4-4-9-16,2 5-7 0,0-1-14 0,1 1-15 0,1-1-5 16,-2-1-9-16,-1 2-23 0,0-2-15 0,2 4-15 15,1-3-13-15,1 2-20 0,-2 0-7 0,0-2-18 16,-2 2-10-16,-1-1-11 0,3 1 9 0,-2-1-19 15,-1 3-10-15,-1-2-5 0,-2 1-5 0,-1 0-8 16,1 0-13-16,-2-2 9 0,-2 0-8 0,5 1 2 16,-4-1-6-16,1 1-3 0,2-2-5 0,0-1 0 15,-3-1-2-15,6-2-2 0,-2 4 6 0,2-4 1 16,-3 4 4-16,3-4-5 0,0 0-17 0,14 0-2 16,-6-5-24-16,3 2-29 0,4-2-35 0,3 0-41 15,2-2-47-15,2-1-62 0,8-3-72 0,-1-3-253 16,4 1-599-16,3-3 266 0</inkml:trace>
  <inkml:trace contextRef="#ctx0" brushRef="#br0" timeOffset="38701.58">17125 4561 84 0,'-10'0'363'0,"10"0"-1"16,0 0-10-16,-9 0-7 0,9 0-4 0,0 0-19 15,0 0-20-15,0 0-16 0,0 0-36 16,0 0-24-16,0 0-26 0,0 0-16 0,0 0-21 0,27 4-30 16,-12-3-39-16,-3 3-45 0,4-1-54 0,2-1-45 15,3 1-52-15,-4 1-61 0,-3-1-65 0,8 0-80 16,-10 0-226-16,0-1-578 0,0 1 256 0</inkml:trace>
  <inkml:trace contextRef="#ctx0" brushRef="#br0" timeOffset="38857.82">17186 4699 222 0,'-5'3'248'0,"-2"-1"-13"0,0 0-11 0,2-1-19 15,1 1-15-15,4-2-16 0,-9 3-17 0,9-3-14 16,-1 3-11-16,1-3-13 0,0 0-12 0,10 6-8 16,-5-5-20-16,7 2-36 0,-1 1-42 0,0-1-54 15,5-2-74-15,3 0-78 0,-6 2-128 0,0-3-359 16,2-2 159-16</inkml:trace>
  <inkml:trace contextRef="#ctx0" brushRef="#br0" timeOffset="39279.68">17696 4460 138 0,'8'-6'358'16,"-1"3"7"-16,-3-1-1 0,0-1-9 0,-1 1-15 15,1 1-25-15,-1 0-17 0,-3 3-31 0,2-5-29 16,-2 5-27-16,0 0-26 0,0 0-20 0,0 0-19 16,0 0-15-16,-21 8-17 0,12-1-9 0,-1 4-13 15,-4 1-11-15,3 5-8 0,-4-1 8 0,1 4-18 16,-2 1-8-16,1 1-8 0,-1 1-3 0,11-5-10 0,-5-1 3 16,2 0-3-16,3 1-1 0,3-2-6 15,-1 2 3-15,3-5-4 0,5 0 1 0,-1-2-3 16,5 1-14-16,-4-2-6 0,11 1-8 0,-2-4-28 15,3 2-39-15,3-3-37 0,-1-2-50 0,0 0-48 0,-3-3-47 16,4 1-59-16,0-5-318 0,2 0-681 0,-6-2 303 16</inkml:trace>
  <inkml:trace contextRef="#ctx0" brushRef="#br0" timeOffset="39498.42">17942 4489 14 0,'0'-2'351'0,"0"2"-8"0,-4-7-14 0,4 7-18 16,-1-3-26-16,1 3-28 0,0 0-25 0,0 0-26 16,0 0-28-16,0 0-17 0,0 0-16 0,0 0-15 15,-4 14-7-15,2-3-19 0,4-2-6 0,-1 4-10 16,1 0-8-16,-1 1 9 0,-1 2-24 0,1 2 4 16,3-1-30-16,0 0-32 0,-2 1-26 0,0-1-34 15,0-1-48-15,-1-2-60 0,2-2-73 0,1-1-289 16,-4-2-566-16,4 1 250 0</inkml:trace>
  <inkml:trace contextRef="#ctx0" brushRef="#br0" timeOffset="39685.92">18176 4753 140 0,'7'3'271'0,"-7"-3"-26"0,0 0-12 16,0 0-13-16,-5 7-18 0,5-7-18 0,-6 8-18 15,2-3-18-15,3 1-9 0,-5 4-15 16,3-2-11-16,-2 2-11 0,3-3-10 0,-3 4-15 0,1-3-40 16,-3 4-50-16,0-2-65 0,2-1-72 0,0 0-226 15,-1-1-406-15,-1-2 179 0</inkml:trace>
  <inkml:trace contextRef="#ctx0" brushRef="#br0" timeOffset="40060.91">18293 4574 261 0,'0'0'389'0,"3"-2"-10"15,-3 2-3-15,1-6-19 0,-1 6-18 0,3-4-23 16,-3 4-30-16,7-3-22 0,-3 1-24 0,-4 2-24 0,0 0-24 15,13 2-21-15,-13-2-16 0,7 3-19 16,-1 0-13-16,0 1-15 0,-3 0-9 0,5 1-16 16,-5 0-12-16,1 2-8 0,2-2-1 0,-3 2-8 0,0 1-6 15,-3 0-7-15,0 1-3 0,0 1-4 0,-5 0-2 16,4-2-6-16,-2-2 0 0,0 2-5 0,1-1 1 16,-3 1-6-16,1-1-4 0,0-1 5 0,1 0-1 15,2-2-6-15,-3 1 1 0,0-1 1 0,1-1-4 16,3 0 5-16,0-3-3 0,0 0 2 0,-1 6 5 15,1-6 1-15,1 4 0 0,-1-4-3 0,14 1-2 16,-5 0 3-16,1 0-7 0,3 1-10 0,7-4-16 16,-6 4-29-16,6-4-36 0,1 1-43 0,1-3-43 15,-3 0-58-15,2-1-68 0,3-1-93 0,-1-2-268 16,-4-1-708-16,8-4 313 0</inkml:trace>
  <inkml:trace contextRef="#ctx0" brushRef="#br0" timeOffset="40342.14">18603 4309 34 0,'0'0'349'0,"-11"-2"-3"0,11 2-17 0,-4 3-17 16,4-3-13-16,0 0 5 0,2 6-8 15,-2-6-2-15,5 11-5 0,3-4-9 0,5 6 8 0,0-1-1 16,2-3-11-16,0 1-15 0,2 3-26 0,-1-3-21 15,0 2-22-15,2 0-18 0,-1 4-20 0,1-2-13 16,-6 2-19-16,7 5-6 0,-7-2-18 0,1 6-16 16,-6-5-37-16,-6 6-37 0,-1 1-47 0,0-2-38 15,-10 4-34-15,-6-3-20 0,-2 6-50 0,-16 5-65 16,-9 2-72-16,1-2-91 0,-13 0-311 0,0-1-778 16,-5-3 345-16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AEC5-745F-0430-712E-1737DC8C5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1B4D2-58D2-B39A-A110-93E816D78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4A891-8929-2F92-16FA-F7D92316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DAB70-C83F-024E-10B4-4F1A4F36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45C23-DA41-2600-84BB-EF2EEC53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1A51-D7ED-BF5B-84CC-DB428652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8286-3BC7-80B0-3118-4E464C8B6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8ABE6-BF6E-9672-1EC6-98283943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FA35C-87F0-82BE-DB6F-6A77B6FF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AA29F-4CDC-DD8D-E642-3B6AEBE4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2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4CA6-6C6F-99CD-939F-94238E1C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42CE4-56DE-1141-472C-6E995B38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D2C3B-1275-B490-5BB6-11A0023E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431EB-AC14-A9DC-598F-C716449E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79A74-B3B3-FD6B-9083-0E062FF1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2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588C-1C9A-5F3C-151D-D5B9408A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61D3-0432-BE7B-C6CF-97D4F9DB6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74876-5E5A-30E8-33D9-5D3C270D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5CC1A-E515-A238-1DEE-05006135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A6A21-10C4-44FD-3080-51D05B19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81BD8-4597-A521-0B90-2EFFB80D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3A1A9-01B4-06A8-69E9-9F38F4D0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B0B97-BDDB-D668-0B64-8F4B43909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A3495-A13A-5580-0AFB-FA6A6F50A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DC954-533E-74D7-243B-5F5776813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9E015-F36E-CD53-3432-E2C9CBB86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BBFB8D-A26A-35A8-F494-EE511F50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9EE359-21A6-FBD4-80AA-3BBFECF7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2B765-5C91-0A70-8825-46DC0A8C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2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1B5F-119B-205C-326C-B4FD4456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A92BB-3CAD-D6FE-40AE-8BB3BE26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B1BA4-4718-09E7-9DCA-1F16727C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A18D4-DEA0-5B47-F67E-C659ABEC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3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68EB0-FD19-41D3-61AF-49085BE0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7046-71D1-2683-904D-E81EF05A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DE651-CBBA-89B1-9B02-D345D824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6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C0A0B-4DAF-5251-C709-0DF2C495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88277-CF51-0EF7-CD19-77BD99EBB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D609E-2D91-A1EC-B831-6AB1709AC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31E88-20CC-7D89-8636-47AEA7FC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06615-8403-5DB4-539E-947FAE41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B6836-8791-38AB-BA76-484043B9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2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F305F-95B6-1C9D-146E-CEB56754C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628C95-0A47-591B-EBA3-AE2B14F26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F331B-324F-93AF-A754-6D4EC6790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8E4A9-7B46-2335-7AB4-075EBECA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66150-1E89-10B7-F5AF-A8C74556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4DCA3-16A0-3A70-4527-EFD56106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39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4704-BE5A-C25D-780D-461B0C74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E1DE7-9F8F-6873-0673-C63BB0F08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38732-3DC6-8223-B7E0-F56909D5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0B279-714E-498D-ED95-8E86EA4E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D4D4-594D-A4D7-601A-F07F2921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3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AF04A-7B09-2DD0-F0A0-3848365FD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72825-5853-538F-165A-AD50A1181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DC8CE-A4C4-76C6-6378-FAB14587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EAE90-8D4B-35CC-D7D2-10CACB00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42458-386A-D075-CE21-877110C3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5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BB513-305E-AF66-865E-106213FC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6F9DA-4DC3-9A54-EF8B-9A67E7B17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460B3-5733-D33C-38C5-6963637BA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59039-5BB0-443E-96FC-CEFC9DCCD66E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9712C-1AFD-447D-406E-AC0DD6E83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DBB25-0474-90DD-688B-9574AAC1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200F8-133F-47B9-9D5E-B75E4B174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8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7DF94-B081-7564-10B9-17EC65827E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1920D-78FE-7C75-4DFA-9933097396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3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8DA8-45CA-B343-0398-0523DB89D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ED6B-68AC-31F1-DE67-E64B67878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3F27CE-7AAA-B39C-0BB9-205A8D72A67A}"/>
                  </a:ext>
                </a:extLst>
              </p14:cNvPr>
              <p14:cNvContentPartPr/>
              <p14:nvPr/>
            </p14:nvContentPartPr>
            <p14:xfrm>
              <a:off x="538920" y="436320"/>
              <a:ext cx="10215000" cy="5639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3F27CE-7AAA-B39C-0BB9-205A8D72A6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560" y="426960"/>
                <a:ext cx="10233720" cy="565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32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1C4-32AD-D152-B27B-3FEA6309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7DBA-CCF9-1042-1090-6E97398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E5C7-F5F7-FA1F-9104-68E7894D6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F336F6-5CB9-252C-0817-B6E0B59A23C6}"/>
                  </a:ext>
                </a:extLst>
              </p14:cNvPr>
              <p14:cNvContentPartPr/>
              <p14:nvPr/>
            </p14:nvContentPartPr>
            <p14:xfrm>
              <a:off x="860040" y="524160"/>
              <a:ext cx="11024640" cy="5914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F336F6-5CB9-252C-0817-B6E0B59A23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680" y="514800"/>
                <a:ext cx="11043360" cy="59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20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7F8A-7CBE-F125-EBA9-4C2854887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BB16-25FF-276E-B140-85FF7A00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A13E-3DB0-980F-C91E-72BBD2BB1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798716-7BEA-4F7D-8877-AF33701B07C2}"/>
                  </a:ext>
                </a:extLst>
              </p14:cNvPr>
              <p14:cNvContentPartPr/>
              <p14:nvPr/>
            </p14:nvContentPartPr>
            <p14:xfrm>
              <a:off x="1161360" y="410400"/>
              <a:ext cx="10819440" cy="498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798716-7BEA-4F7D-8877-AF33701B07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2000" y="401040"/>
                <a:ext cx="10838160" cy="49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36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EFA5-D4C4-0516-2DCF-CA03D3BB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78A8-BF56-7078-54C0-2BBC74923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F612-6583-7118-0625-727E591EC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961DC9-F6DE-AB6D-35D6-69374CCAAF9B}"/>
                  </a:ext>
                </a:extLst>
              </p14:cNvPr>
              <p14:cNvContentPartPr/>
              <p14:nvPr/>
            </p14:nvContentPartPr>
            <p14:xfrm>
              <a:off x="807120" y="514080"/>
              <a:ext cx="11289600" cy="657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961DC9-F6DE-AB6D-35D6-69374CCAAF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760" y="504720"/>
                <a:ext cx="11308320" cy="65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77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BAE7-E1F6-5E10-A0A8-383843348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92EE-9FE0-B0E4-06A7-E00B8347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78FE-F82B-A5D9-33FA-FB0B0985B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0C7681-7247-6EA3-1677-975EFD5D6CFC}"/>
                  </a:ext>
                </a:extLst>
              </p14:cNvPr>
              <p14:cNvContentPartPr/>
              <p14:nvPr/>
            </p14:nvContentPartPr>
            <p14:xfrm>
              <a:off x="511920" y="250200"/>
              <a:ext cx="6265440" cy="174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0C7681-7247-6EA3-1677-975EFD5D6C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560" y="240840"/>
                <a:ext cx="6284160" cy="176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74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CF94-2018-ACCB-8EBE-A105E82B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9D55-D809-3D18-F242-CAD7A6E0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5BDF8-F015-E91C-2AE3-14D70660E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4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E3F5-ED27-6F49-4DEA-5823C606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F4E6-69FB-184F-6081-BC231038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94810-6A5B-CDC2-D36D-AB5106F26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0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6004-A7B5-3007-C96F-8EFE9E522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98C5-FA39-AE8E-A743-F73142B0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9FF5-38E8-67DD-EF7D-85EA01034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F0B7-12B7-7A40-0D2A-A80CFF02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FA21-F918-D158-9918-4028F16B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317CE-4D99-15E1-DF37-8A9A7D49D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1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A879-875A-C675-0EBD-E978D51A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7193-4F42-AB3B-79C8-C5D0FE64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4AB0-5777-73FE-198D-FD663CF1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50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4832-38B1-5ACF-87D7-A0D497A1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84BC-2B78-61E2-ADD2-6E6BDAC5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77B26-E1A1-19A5-168C-2B8895C3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92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CCE1-BE70-D5F2-FED9-7074DEB31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26EE-6EDF-ED26-38DC-54727B55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892BD-137F-F507-189F-ED4138CD8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9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Unsupervised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Ayyaz Hussain</dc:creator>
  <cp:lastModifiedBy>Ayyaz Hussain</cp:lastModifiedBy>
  <cp:revision>1</cp:revision>
  <dcterms:created xsi:type="dcterms:W3CDTF">2024-11-12T09:31:31Z</dcterms:created>
  <dcterms:modified xsi:type="dcterms:W3CDTF">2024-11-12T10:27:29Z</dcterms:modified>
</cp:coreProperties>
</file>